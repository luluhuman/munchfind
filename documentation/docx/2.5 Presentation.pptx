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3" r:id="rId4"/>
    <p:sldMasterId id="214748368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y="5143500" cx="9144000"/>
  <p:notesSz cx="6858000" cy="9144000"/>
  <p:embeddedFontLst>
    <p:embeddedFont>
      <p:font typeface="Anton"/>
      <p:regular r:id="rId69"/>
    </p:embeddedFont>
    <p:embeddedFont>
      <p:font typeface="Cormorant Garamond"/>
      <p:regular r:id="rId70"/>
      <p:bold r:id="rId71"/>
      <p:italic r:id="rId72"/>
      <p:boldItalic r:id="rId73"/>
    </p:embeddedFont>
    <p:embeddedFont>
      <p:font typeface="Proxima Nova"/>
      <p:regular r:id="rId74"/>
      <p:bold r:id="rId75"/>
      <p:italic r:id="rId76"/>
      <p:boldItalic r:id="rId77"/>
    </p:embeddedFont>
    <p:embeddedFont>
      <p:font typeface="Roboto Medium"/>
      <p:regular r:id="rId78"/>
      <p:bold r:id="rId79"/>
      <p:italic r:id="rId80"/>
      <p:boldItalic r:id="rId81"/>
    </p:embeddedFont>
    <p:embeddedFont>
      <p:font typeface="Amatic SC"/>
      <p:regular r:id="rId82"/>
      <p:bold r:id="rId83"/>
    </p:embeddedFont>
    <p:embeddedFont>
      <p:font typeface="Bowlby One"/>
      <p:regular r:id="rId84"/>
    </p:embeddedFont>
    <p:embeddedFont>
      <p:font typeface="PT Sans"/>
      <p:regular r:id="rId85"/>
      <p:bold r:id="rId86"/>
      <p:italic r:id="rId87"/>
      <p:boldItalic r:id="rId88"/>
    </p:embeddedFont>
    <p:embeddedFont>
      <p:font typeface="Open Sans"/>
      <p:regular r:id="rId89"/>
      <p:bold r:id="rId90"/>
      <p:italic r:id="rId91"/>
      <p:boldItalic r:id="rId9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642277-F37A-4332-884A-B142A5F6B35F}">
  <a:tblStyle styleId="{08642277-F37A-4332-884A-B142A5F6B35F}" styleName="Table_0">
    <a:wholeTbl>
      <a:tcTxStyle>
        <a:font>
          <a:latin typeface="Arial"/>
          <a:ea typeface="Arial"/>
          <a:cs typeface="Arial"/>
        </a:font>
        <a:srgbClr val="000000"/>
      </a:tcTxStyle>
      <a:tcStyle>
        <a:tcBdr>
          <a:left>
            <a:ln cap="flat" cmpd="sng" w="6350">
              <a:solidFill>
                <a:srgbClr val="000000"/>
              </a:solidFill>
              <a:prstDash val="solid"/>
              <a:round/>
              <a:headEnd len="sm" w="sm" type="none"/>
              <a:tailEnd len="sm" w="sm" type="none"/>
            </a:ln>
          </a:left>
          <a:right>
            <a:ln cap="flat" cmpd="sng" w="6350">
              <a:solidFill>
                <a:srgbClr val="000000"/>
              </a:solidFill>
              <a:prstDash val="solid"/>
              <a:round/>
              <a:headEnd len="sm" w="sm" type="none"/>
              <a:tailEnd len="sm" w="sm" type="none"/>
            </a:ln>
          </a:right>
          <a:top>
            <a:ln cap="flat" cmpd="sng" w="6350">
              <a:solidFill>
                <a:srgbClr val="000000"/>
              </a:solidFill>
              <a:prstDash val="solid"/>
              <a:round/>
              <a:headEnd len="sm" w="sm" type="none"/>
              <a:tailEnd len="sm" w="sm" type="none"/>
            </a:ln>
          </a:top>
          <a:bottom>
            <a:ln cap="flat" cmpd="sng" w="6350">
              <a:solidFill>
                <a:srgbClr val="000000"/>
              </a:solidFill>
              <a:prstDash val="solid"/>
              <a:round/>
              <a:headEnd len="sm" w="sm" type="none"/>
              <a:tailEnd len="sm" w="sm" type="none"/>
            </a:ln>
          </a:bottom>
          <a:insideH>
            <a:ln cap="flat" cmpd="sng" w="6350">
              <a:solidFill>
                <a:srgbClr val="000000"/>
              </a:solidFill>
              <a:prstDash val="solid"/>
              <a:round/>
              <a:headEnd len="sm" w="sm" type="none"/>
              <a:tailEnd len="sm" w="sm" type="none"/>
            </a:ln>
          </a:insideH>
          <a:insideV>
            <a:ln cap="flat" cmpd="sng" w="635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58AAC19B-FDF0-4812-819E-776EA0D89AF6}"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84" Type="http://schemas.openxmlformats.org/officeDocument/2006/relationships/font" Target="fonts/BowlbyOne-regular.fntdata"/><Relationship Id="rId83" Type="http://schemas.openxmlformats.org/officeDocument/2006/relationships/font" Target="fonts/AmaticSC-bold.fntdata"/><Relationship Id="rId42" Type="http://schemas.openxmlformats.org/officeDocument/2006/relationships/slide" Target="slides/slide36.xml"/><Relationship Id="rId86" Type="http://schemas.openxmlformats.org/officeDocument/2006/relationships/font" Target="fonts/PTSans-bold.fntdata"/><Relationship Id="rId41" Type="http://schemas.openxmlformats.org/officeDocument/2006/relationships/slide" Target="slides/slide35.xml"/><Relationship Id="rId85" Type="http://schemas.openxmlformats.org/officeDocument/2006/relationships/font" Target="fonts/PTSans-regular.fntdata"/><Relationship Id="rId44" Type="http://schemas.openxmlformats.org/officeDocument/2006/relationships/slide" Target="slides/slide38.xml"/><Relationship Id="rId88" Type="http://schemas.openxmlformats.org/officeDocument/2006/relationships/font" Target="fonts/PTSans-boldItalic.fntdata"/><Relationship Id="rId43" Type="http://schemas.openxmlformats.org/officeDocument/2006/relationships/slide" Target="slides/slide37.xml"/><Relationship Id="rId87" Type="http://schemas.openxmlformats.org/officeDocument/2006/relationships/font" Target="fonts/PTSans-italic.fntdata"/><Relationship Id="rId46" Type="http://schemas.openxmlformats.org/officeDocument/2006/relationships/slide" Target="slides/slide40.xml"/><Relationship Id="rId45" Type="http://schemas.openxmlformats.org/officeDocument/2006/relationships/slide" Target="slides/slide39.xml"/><Relationship Id="rId89" Type="http://schemas.openxmlformats.org/officeDocument/2006/relationships/font" Target="fonts/OpenSans-regular.fntdata"/><Relationship Id="rId80" Type="http://schemas.openxmlformats.org/officeDocument/2006/relationships/font" Target="fonts/RobotoMedium-italic.fntdata"/><Relationship Id="rId82" Type="http://schemas.openxmlformats.org/officeDocument/2006/relationships/font" Target="fonts/AmaticSC-regular.fntdata"/><Relationship Id="rId81" Type="http://schemas.openxmlformats.org/officeDocument/2006/relationships/font" Target="fonts/RobotoMedium-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font" Target="fonts/CormorantGaramond-boldItalic.fntdata"/><Relationship Id="rId72" Type="http://schemas.openxmlformats.org/officeDocument/2006/relationships/font" Target="fonts/CormorantGaramond-italic.fntdata"/><Relationship Id="rId31" Type="http://schemas.openxmlformats.org/officeDocument/2006/relationships/slide" Target="slides/slide25.xml"/><Relationship Id="rId75" Type="http://schemas.openxmlformats.org/officeDocument/2006/relationships/font" Target="fonts/ProximaNova-bold.fntdata"/><Relationship Id="rId30" Type="http://schemas.openxmlformats.org/officeDocument/2006/relationships/slide" Target="slides/slide24.xml"/><Relationship Id="rId74" Type="http://schemas.openxmlformats.org/officeDocument/2006/relationships/font" Target="fonts/ProximaNova-regular.fntdata"/><Relationship Id="rId33" Type="http://schemas.openxmlformats.org/officeDocument/2006/relationships/slide" Target="slides/slide27.xml"/><Relationship Id="rId77" Type="http://schemas.openxmlformats.org/officeDocument/2006/relationships/font" Target="fonts/ProximaNova-boldItalic.fntdata"/><Relationship Id="rId32" Type="http://schemas.openxmlformats.org/officeDocument/2006/relationships/slide" Target="slides/slide26.xml"/><Relationship Id="rId76" Type="http://schemas.openxmlformats.org/officeDocument/2006/relationships/font" Target="fonts/ProximaNova-italic.fntdata"/><Relationship Id="rId35" Type="http://schemas.openxmlformats.org/officeDocument/2006/relationships/slide" Target="slides/slide29.xml"/><Relationship Id="rId79" Type="http://schemas.openxmlformats.org/officeDocument/2006/relationships/font" Target="fonts/RobotoMedium-bold.fntdata"/><Relationship Id="rId34" Type="http://schemas.openxmlformats.org/officeDocument/2006/relationships/slide" Target="slides/slide28.xml"/><Relationship Id="rId78" Type="http://schemas.openxmlformats.org/officeDocument/2006/relationships/font" Target="fonts/RobotoMedium-regular.fntdata"/><Relationship Id="rId71" Type="http://schemas.openxmlformats.org/officeDocument/2006/relationships/font" Target="fonts/CormorantGaramond-bold.fntdata"/><Relationship Id="rId70" Type="http://schemas.openxmlformats.org/officeDocument/2006/relationships/font" Target="fonts/CormorantGaramond-regular.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Anton-regular.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91" Type="http://schemas.openxmlformats.org/officeDocument/2006/relationships/font" Target="fonts/OpenSans-italic.fntdata"/><Relationship Id="rId90" Type="http://schemas.openxmlformats.org/officeDocument/2006/relationships/font" Target="fonts/OpenSans-bold.fntdata"/><Relationship Id="rId92" Type="http://schemas.openxmlformats.org/officeDocument/2006/relationships/font" Target="fonts/OpenSans-boldItalic.fntdata"/><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8" name="Shape 9058"/>
        <p:cNvGrpSpPr/>
        <p:nvPr/>
      </p:nvGrpSpPr>
      <p:grpSpPr>
        <a:xfrm>
          <a:off x="0" y="0"/>
          <a:ext cx="0" cy="0"/>
          <a:chOff x="0" y="0"/>
          <a:chExt cx="0" cy="0"/>
        </a:xfrm>
      </p:grpSpPr>
      <p:sp>
        <p:nvSpPr>
          <p:cNvPr id="9059" name="Google Shape;9059;g13c2bc466c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0" name="Google Shape;9060;g13c2bc466c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79" name="Shape 9079"/>
        <p:cNvGrpSpPr/>
        <p:nvPr/>
      </p:nvGrpSpPr>
      <p:grpSpPr>
        <a:xfrm>
          <a:off x="0" y="0"/>
          <a:ext cx="0" cy="0"/>
          <a:chOff x="0" y="0"/>
          <a:chExt cx="0" cy="0"/>
        </a:xfrm>
      </p:grpSpPr>
      <p:sp>
        <p:nvSpPr>
          <p:cNvPr id="9080" name="Google Shape;9080;gd431007ba2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81" name="Google Shape;9081;gd431007ba2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4" name="Shape 9114"/>
        <p:cNvGrpSpPr/>
        <p:nvPr/>
      </p:nvGrpSpPr>
      <p:grpSpPr>
        <a:xfrm>
          <a:off x="0" y="0"/>
          <a:ext cx="0" cy="0"/>
          <a:chOff x="0" y="0"/>
          <a:chExt cx="0" cy="0"/>
        </a:xfrm>
      </p:grpSpPr>
      <p:sp>
        <p:nvSpPr>
          <p:cNvPr id="9115" name="Google Shape;9115;g2259a73fc43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16" name="Google Shape;9116;g2259a73fc43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20" name="Shape 9120"/>
        <p:cNvGrpSpPr/>
        <p:nvPr/>
      </p:nvGrpSpPr>
      <p:grpSpPr>
        <a:xfrm>
          <a:off x="0" y="0"/>
          <a:ext cx="0" cy="0"/>
          <a:chOff x="0" y="0"/>
          <a:chExt cx="0" cy="0"/>
        </a:xfrm>
      </p:grpSpPr>
      <p:sp>
        <p:nvSpPr>
          <p:cNvPr id="9121" name="Google Shape;9121;g54dda1946d_6_3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2" name="Google Shape;9122;g54dda1946d_6_3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78" name="Shape 9178"/>
        <p:cNvGrpSpPr/>
        <p:nvPr/>
      </p:nvGrpSpPr>
      <p:grpSpPr>
        <a:xfrm>
          <a:off x="0" y="0"/>
          <a:ext cx="0" cy="0"/>
          <a:chOff x="0" y="0"/>
          <a:chExt cx="0" cy="0"/>
        </a:xfrm>
      </p:grpSpPr>
      <p:sp>
        <p:nvSpPr>
          <p:cNvPr id="9179" name="Google Shape;9179;g3f9ad995f80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80" name="Google Shape;9180;g3f9ad995f80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6" name="Shape 9186"/>
        <p:cNvGrpSpPr/>
        <p:nvPr/>
      </p:nvGrpSpPr>
      <p:grpSpPr>
        <a:xfrm>
          <a:off x="0" y="0"/>
          <a:ext cx="0" cy="0"/>
          <a:chOff x="0" y="0"/>
          <a:chExt cx="0" cy="0"/>
        </a:xfrm>
      </p:grpSpPr>
      <p:sp>
        <p:nvSpPr>
          <p:cNvPr id="9187" name="Google Shape;9187;g3f9ad995f80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88" name="Google Shape;9188;g3f9ad995f80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91" name="Shape 9191"/>
        <p:cNvGrpSpPr/>
        <p:nvPr/>
      </p:nvGrpSpPr>
      <p:grpSpPr>
        <a:xfrm>
          <a:off x="0" y="0"/>
          <a:ext cx="0" cy="0"/>
          <a:chOff x="0" y="0"/>
          <a:chExt cx="0" cy="0"/>
        </a:xfrm>
      </p:grpSpPr>
      <p:sp>
        <p:nvSpPr>
          <p:cNvPr id="9192" name="Google Shape;9192;g3f9ad995f80_0_2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93" name="Google Shape;9193;g3f9ad995f80_0_2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5" name="Shape 9265"/>
        <p:cNvGrpSpPr/>
        <p:nvPr/>
      </p:nvGrpSpPr>
      <p:grpSpPr>
        <a:xfrm>
          <a:off x="0" y="0"/>
          <a:ext cx="0" cy="0"/>
          <a:chOff x="0" y="0"/>
          <a:chExt cx="0" cy="0"/>
        </a:xfrm>
      </p:grpSpPr>
      <p:sp>
        <p:nvSpPr>
          <p:cNvPr id="9266" name="Google Shape;9266;g3f9ad995f80_0_2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67" name="Google Shape;9267;g3f9ad995f80_0_2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9" name="Shape 9339"/>
        <p:cNvGrpSpPr/>
        <p:nvPr/>
      </p:nvGrpSpPr>
      <p:grpSpPr>
        <a:xfrm>
          <a:off x="0" y="0"/>
          <a:ext cx="0" cy="0"/>
          <a:chOff x="0" y="0"/>
          <a:chExt cx="0" cy="0"/>
        </a:xfrm>
      </p:grpSpPr>
      <p:sp>
        <p:nvSpPr>
          <p:cNvPr id="9340" name="Google Shape;9340;g2259a73fc43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41" name="Google Shape;9341;g2259a73fc43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5" name="Shape 9345"/>
        <p:cNvGrpSpPr/>
        <p:nvPr/>
      </p:nvGrpSpPr>
      <p:grpSpPr>
        <a:xfrm>
          <a:off x="0" y="0"/>
          <a:ext cx="0" cy="0"/>
          <a:chOff x="0" y="0"/>
          <a:chExt cx="0" cy="0"/>
        </a:xfrm>
      </p:grpSpPr>
      <p:sp>
        <p:nvSpPr>
          <p:cNvPr id="9346" name="Google Shape;9346;g3facfe3054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47" name="Google Shape;9347;g3facfe3054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1" name="Shape 9351"/>
        <p:cNvGrpSpPr/>
        <p:nvPr/>
      </p:nvGrpSpPr>
      <p:grpSpPr>
        <a:xfrm>
          <a:off x="0" y="0"/>
          <a:ext cx="0" cy="0"/>
          <a:chOff x="0" y="0"/>
          <a:chExt cx="0" cy="0"/>
        </a:xfrm>
      </p:grpSpPr>
      <p:sp>
        <p:nvSpPr>
          <p:cNvPr id="9352" name="Google Shape;9352;g3f9ad995f80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53" name="Google Shape;9353;g3f9ad995f80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7" name="Shape 9357"/>
        <p:cNvGrpSpPr/>
        <p:nvPr/>
      </p:nvGrpSpPr>
      <p:grpSpPr>
        <a:xfrm>
          <a:off x="0" y="0"/>
          <a:ext cx="0" cy="0"/>
          <a:chOff x="0" y="0"/>
          <a:chExt cx="0" cy="0"/>
        </a:xfrm>
      </p:grpSpPr>
      <p:sp>
        <p:nvSpPr>
          <p:cNvPr id="9358" name="Google Shape;9358;g3facfe30543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59" name="Google Shape;9359;g3facfe30543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2" name="Shape 9372"/>
        <p:cNvGrpSpPr/>
        <p:nvPr/>
      </p:nvGrpSpPr>
      <p:grpSpPr>
        <a:xfrm>
          <a:off x="0" y="0"/>
          <a:ext cx="0" cy="0"/>
          <a:chOff x="0" y="0"/>
          <a:chExt cx="0" cy="0"/>
        </a:xfrm>
      </p:grpSpPr>
      <p:sp>
        <p:nvSpPr>
          <p:cNvPr id="9373" name="Google Shape;9373;g3facfe30543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74" name="Google Shape;9374;g3facfe30543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9" name="Shape 9389"/>
        <p:cNvGrpSpPr/>
        <p:nvPr/>
      </p:nvGrpSpPr>
      <p:grpSpPr>
        <a:xfrm>
          <a:off x="0" y="0"/>
          <a:ext cx="0" cy="0"/>
          <a:chOff x="0" y="0"/>
          <a:chExt cx="0" cy="0"/>
        </a:xfrm>
      </p:grpSpPr>
      <p:sp>
        <p:nvSpPr>
          <p:cNvPr id="9390" name="Google Shape;9390;g2259a73fc43_0_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91" name="Google Shape;9391;g2259a73fc43_0_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6" name="Shape 9396"/>
        <p:cNvGrpSpPr/>
        <p:nvPr/>
      </p:nvGrpSpPr>
      <p:grpSpPr>
        <a:xfrm>
          <a:off x="0" y="0"/>
          <a:ext cx="0" cy="0"/>
          <a:chOff x="0" y="0"/>
          <a:chExt cx="0" cy="0"/>
        </a:xfrm>
      </p:grpSpPr>
      <p:sp>
        <p:nvSpPr>
          <p:cNvPr id="9397" name="Google Shape;9397;g2259a73fc43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98" name="Google Shape;9398;g2259a73fc43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02" name="Shape 9402"/>
        <p:cNvGrpSpPr/>
        <p:nvPr/>
      </p:nvGrpSpPr>
      <p:grpSpPr>
        <a:xfrm>
          <a:off x="0" y="0"/>
          <a:ext cx="0" cy="0"/>
          <a:chOff x="0" y="0"/>
          <a:chExt cx="0" cy="0"/>
        </a:xfrm>
      </p:grpSpPr>
      <p:sp>
        <p:nvSpPr>
          <p:cNvPr id="9403" name="Google Shape;9403;g2259a73fc43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04" name="Google Shape;9404;g2259a73fc43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58" name="Shape 9458"/>
        <p:cNvGrpSpPr/>
        <p:nvPr/>
      </p:nvGrpSpPr>
      <p:grpSpPr>
        <a:xfrm>
          <a:off x="0" y="0"/>
          <a:ext cx="0" cy="0"/>
          <a:chOff x="0" y="0"/>
          <a:chExt cx="0" cy="0"/>
        </a:xfrm>
      </p:grpSpPr>
      <p:sp>
        <p:nvSpPr>
          <p:cNvPr id="9459" name="Google Shape;9459;g2259a73fc43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60" name="Google Shape;9460;g2259a73fc43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2" name="Shape 9532"/>
        <p:cNvGrpSpPr/>
        <p:nvPr/>
      </p:nvGrpSpPr>
      <p:grpSpPr>
        <a:xfrm>
          <a:off x="0" y="0"/>
          <a:ext cx="0" cy="0"/>
          <a:chOff x="0" y="0"/>
          <a:chExt cx="0" cy="0"/>
        </a:xfrm>
      </p:grpSpPr>
      <p:sp>
        <p:nvSpPr>
          <p:cNvPr id="9533" name="Google Shape;9533;g2259a73fc43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34" name="Google Shape;9534;g2259a73fc43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44" name="Shape 9644"/>
        <p:cNvGrpSpPr/>
        <p:nvPr/>
      </p:nvGrpSpPr>
      <p:grpSpPr>
        <a:xfrm>
          <a:off x="0" y="0"/>
          <a:ext cx="0" cy="0"/>
          <a:chOff x="0" y="0"/>
          <a:chExt cx="0" cy="0"/>
        </a:xfrm>
      </p:grpSpPr>
      <p:sp>
        <p:nvSpPr>
          <p:cNvPr id="9645" name="Google Shape;9645;g2259a73fc43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46" name="Google Shape;9646;g2259a73fc43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64" name="Shape 9664"/>
        <p:cNvGrpSpPr/>
        <p:nvPr/>
      </p:nvGrpSpPr>
      <p:grpSpPr>
        <a:xfrm>
          <a:off x="0" y="0"/>
          <a:ext cx="0" cy="0"/>
          <a:chOff x="0" y="0"/>
          <a:chExt cx="0" cy="0"/>
        </a:xfrm>
      </p:grpSpPr>
      <p:sp>
        <p:nvSpPr>
          <p:cNvPr id="9665" name="Google Shape;9665;g2259a73fc43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66" name="Google Shape;9666;g2259a73fc43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71" name="Shape 9671"/>
        <p:cNvGrpSpPr/>
        <p:nvPr/>
      </p:nvGrpSpPr>
      <p:grpSpPr>
        <a:xfrm>
          <a:off x="0" y="0"/>
          <a:ext cx="0" cy="0"/>
          <a:chOff x="0" y="0"/>
          <a:chExt cx="0" cy="0"/>
        </a:xfrm>
      </p:grpSpPr>
      <p:sp>
        <p:nvSpPr>
          <p:cNvPr id="9672" name="Google Shape;9672;g54dda1946d_6_3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73" name="Google Shape;9673;g54dda1946d_6_3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4" name="Shape 9724"/>
        <p:cNvGrpSpPr/>
        <p:nvPr/>
      </p:nvGrpSpPr>
      <p:grpSpPr>
        <a:xfrm>
          <a:off x="0" y="0"/>
          <a:ext cx="0" cy="0"/>
          <a:chOff x="0" y="0"/>
          <a:chExt cx="0" cy="0"/>
        </a:xfrm>
      </p:grpSpPr>
      <p:sp>
        <p:nvSpPr>
          <p:cNvPr id="9725" name="Google Shape;9725;g2259a73fc43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26" name="Google Shape;9726;g2259a73fc43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1" name="Shape 9731"/>
        <p:cNvGrpSpPr/>
        <p:nvPr/>
      </p:nvGrpSpPr>
      <p:grpSpPr>
        <a:xfrm>
          <a:off x="0" y="0"/>
          <a:ext cx="0" cy="0"/>
          <a:chOff x="0" y="0"/>
          <a:chExt cx="0" cy="0"/>
        </a:xfrm>
      </p:grpSpPr>
      <p:sp>
        <p:nvSpPr>
          <p:cNvPr id="9732" name="Google Shape;9732;g2259a73fc43_0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33" name="Google Shape;9733;g2259a73fc43_0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7" name="Shape 9737"/>
        <p:cNvGrpSpPr/>
        <p:nvPr/>
      </p:nvGrpSpPr>
      <p:grpSpPr>
        <a:xfrm>
          <a:off x="0" y="0"/>
          <a:ext cx="0" cy="0"/>
          <a:chOff x="0" y="0"/>
          <a:chExt cx="0" cy="0"/>
        </a:xfrm>
      </p:grpSpPr>
      <p:sp>
        <p:nvSpPr>
          <p:cNvPr id="9738" name="Google Shape;9738;g2259a73fc43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39" name="Google Shape;9739;g2259a73fc43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8" name="Shape 9748"/>
        <p:cNvGrpSpPr/>
        <p:nvPr/>
      </p:nvGrpSpPr>
      <p:grpSpPr>
        <a:xfrm>
          <a:off x="0" y="0"/>
          <a:ext cx="0" cy="0"/>
          <a:chOff x="0" y="0"/>
          <a:chExt cx="0" cy="0"/>
        </a:xfrm>
      </p:grpSpPr>
      <p:sp>
        <p:nvSpPr>
          <p:cNvPr id="9749" name="Google Shape;9749;g2259a73fc43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50" name="Google Shape;9750;g2259a73fc43_0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71" name="Shape 9771"/>
        <p:cNvGrpSpPr/>
        <p:nvPr/>
      </p:nvGrpSpPr>
      <p:grpSpPr>
        <a:xfrm>
          <a:off x="0" y="0"/>
          <a:ext cx="0" cy="0"/>
          <a:chOff x="0" y="0"/>
          <a:chExt cx="0" cy="0"/>
        </a:xfrm>
      </p:grpSpPr>
      <p:sp>
        <p:nvSpPr>
          <p:cNvPr id="9772" name="Google Shape;9772;g2259a73fc43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73" name="Google Shape;9773;g2259a73fc43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3" name="Shape 9783"/>
        <p:cNvGrpSpPr/>
        <p:nvPr/>
      </p:nvGrpSpPr>
      <p:grpSpPr>
        <a:xfrm>
          <a:off x="0" y="0"/>
          <a:ext cx="0" cy="0"/>
          <a:chOff x="0" y="0"/>
          <a:chExt cx="0" cy="0"/>
        </a:xfrm>
      </p:grpSpPr>
      <p:sp>
        <p:nvSpPr>
          <p:cNvPr id="9784" name="Google Shape;9784;g2259a73fc43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85" name="Google Shape;9785;g2259a73fc43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93" name="Shape 9793"/>
        <p:cNvGrpSpPr/>
        <p:nvPr/>
      </p:nvGrpSpPr>
      <p:grpSpPr>
        <a:xfrm>
          <a:off x="0" y="0"/>
          <a:ext cx="0" cy="0"/>
          <a:chOff x="0" y="0"/>
          <a:chExt cx="0" cy="0"/>
        </a:xfrm>
      </p:grpSpPr>
      <p:sp>
        <p:nvSpPr>
          <p:cNvPr id="9794" name="Google Shape;9794;g2259a73fc43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95" name="Google Shape;9795;g2259a73fc43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04" name="Shape 9804"/>
        <p:cNvGrpSpPr/>
        <p:nvPr/>
      </p:nvGrpSpPr>
      <p:grpSpPr>
        <a:xfrm>
          <a:off x="0" y="0"/>
          <a:ext cx="0" cy="0"/>
          <a:chOff x="0" y="0"/>
          <a:chExt cx="0" cy="0"/>
        </a:xfrm>
      </p:grpSpPr>
      <p:sp>
        <p:nvSpPr>
          <p:cNvPr id="9805" name="Google Shape;9805;g2259a73fc43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6" name="Google Shape;9806;g2259a73fc43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4" name="Shape 9884"/>
        <p:cNvGrpSpPr/>
        <p:nvPr/>
      </p:nvGrpSpPr>
      <p:grpSpPr>
        <a:xfrm>
          <a:off x="0" y="0"/>
          <a:ext cx="0" cy="0"/>
          <a:chOff x="0" y="0"/>
          <a:chExt cx="0" cy="0"/>
        </a:xfrm>
      </p:grpSpPr>
      <p:sp>
        <p:nvSpPr>
          <p:cNvPr id="9885" name="Google Shape;9885;g2259a73fc43_0_2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86" name="Google Shape;9886;g2259a73fc43_0_2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8" name="Shape 9978"/>
        <p:cNvGrpSpPr/>
        <p:nvPr/>
      </p:nvGrpSpPr>
      <p:grpSpPr>
        <a:xfrm>
          <a:off x="0" y="0"/>
          <a:ext cx="0" cy="0"/>
          <a:chOff x="0" y="0"/>
          <a:chExt cx="0" cy="0"/>
        </a:xfrm>
      </p:grpSpPr>
      <p:sp>
        <p:nvSpPr>
          <p:cNvPr id="9979" name="Google Shape;9979;g2259a73fc43_0_2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80" name="Google Shape;9980;g2259a73fc43_0_2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5" name="Shape 10035"/>
        <p:cNvGrpSpPr/>
        <p:nvPr/>
      </p:nvGrpSpPr>
      <p:grpSpPr>
        <a:xfrm>
          <a:off x="0" y="0"/>
          <a:ext cx="0" cy="0"/>
          <a:chOff x="0" y="0"/>
          <a:chExt cx="0" cy="0"/>
        </a:xfrm>
      </p:grpSpPr>
      <p:sp>
        <p:nvSpPr>
          <p:cNvPr id="10036" name="Google Shape;10036;g2259a73fc43_0_2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37" name="Google Shape;10037;g2259a73fc43_0_2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1" name="Shape 10041"/>
        <p:cNvGrpSpPr/>
        <p:nvPr/>
      </p:nvGrpSpPr>
      <p:grpSpPr>
        <a:xfrm>
          <a:off x="0" y="0"/>
          <a:ext cx="0" cy="0"/>
          <a:chOff x="0" y="0"/>
          <a:chExt cx="0" cy="0"/>
        </a:xfrm>
      </p:grpSpPr>
      <p:sp>
        <p:nvSpPr>
          <p:cNvPr id="10042" name="Google Shape;10042;g2259a73fc43_0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43" name="Google Shape;10043;g2259a73fc43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67" name="Shape 10067"/>
        <p:cNvGrpSpPr/>
        <p:nvPr/>
      </p:nvGrpSpPr>
      <p:grpSpPr>
        <a:xfrm>
          <a:off x="0" y="0"/>
          <a:ext cx="0" cy="0"/>
          <a:chOff x="0" y="0"/>
          <a:chExt cx="0" cy="0"/>
        </a:xfrm>
      </p:grpSpPr>
      <p:sp>
        <p:nvSpPr>
          <p:cNvPr id="10068" name="Google Shape;10068;g2259a73fc43_0_3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9" name="Google Shape;10069;g2259a73fc43_0_3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7" name="Shape 10087"/>
        <p:cNvGrpSpPr/>
        <p:nvPr/>
      </p:nvGrpSpPr>
      <p:grpSpPr>
        <a:xfrm>
          <a:off x="0" y="0"/>
          <a:ext cx="0" cy="0"/>
          <a:chOff x="0" y="0"/>
          <a:chExt cx="0" cy="0"/>
        </a:xfrm>
      </p:grpSpPr>
      <p:sp>
        <p:nvSpPr>
          <p:cNvPr id="10088" name="Google Shape;10088;g2259a73fc43_0_3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89" name="Google Shape;10089;g2259a73fc43_0_3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5" name="Shape 10095"/>
        <p:cNvGrpSpPr/>
        <p:nvPr/>
      </p:nvGrpSpPr>
      <p:grpSpPr>
        <a:xfrm>
          <a:off x="0" y="0"/>
          <a:ext cx="0" cy="0"/>
          <a:chOff x="0" y="0"/>
          <a:chExt cx="0" cy="0"/>
        </a:xfrm>
      </p:grpSpPr>
      <p:sp>
        <p:nvSpPr>
          <p:cNvPr id="10096" name="Google Shape;10096;g2259a73fc43_0_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97" name="Google Shape;10097;g2259a73fc43_0_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47" name="Shape 10147"/>
        <p:cNvGrpSpPr/>
        <p:nvPr/>
      </p:nvGrpSpPr>
      <p:grpSpPr>
        <a:xfrm>
          <a:off x="0" y="0"/>
          <a:ext cx="0" cy="0"/>
          <a:chOff x="0" y="0"/>
          <a:chExt cx="0" cy="0"/>
        </a:xfrm>
      </p:grpSpPr>
      <p:sp>
        <p:nvSpPr>
          <p:cNvPr id="10148" name="Google Shape;10148;g2259a73fc43_0_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49" name="Google Shape;10149;g2259a73fc43_0_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4" name="Shape 10224"/>
        <p:cNvGrpSpPr/>
        <p:nvPr/>
      </p:nvGrpSpPr>
      <p:grpSpPr>
        <a:xfrm>
          <a:off x="0" y="0"/>
          <a:ext cx="0" cy="0"/>
          <a:chOff x="0" y="0"/>
          <a:chExt cx="0" cy="0"/>
        </a:xfrm>
      </p:grpSpPr>
      <p:sp>
        <p:nvSpPr>
          <p:cNvPr id="10225" name="Google Shape;10225;g2259a73fc43_0_3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26" name="Google Shape;10226;g2259a73fc43_0_3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5" name="Shape 10285"/>
        <p:cNvGrpSpPr/>
        <p:nvPr/>
      </p:nvGrpSpPr>
      <p:grpSpPr>
        <a:xfrm>
          <a:off x="0" y="0"/>
          <a:ext cx="0" cy="0"/>
          <a:chOff x="0" y="0"/>
          <a:chExt cx="0" cy="0"/>
        </a:xfrm>
      </p:grpSpPr>
      <p:sp>
        <p:nvSpPr>
          <p:cNvPr id="10286" name="Google Shape;10286;g2259a73fc43_0_4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87" name="Google Shape;10287;g2259a73fc43_0_4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8" name="Shape 10298"/>
        <p:cNvGrpSpPr/>
        <p:nvPr/>
      </p:nvGrpSpPr>
      <p:grpSpPr>
        <a:xfrm>
          <a:off x="0" y="0"/>
          <a:ext cx="0" cy="0"/>
          <a:chOff x="0" y="0"/>
          <a:chExt cx="0" cy="0"/>
        </a:xfrm>
      </p:grpSpPr>
      <p:sp>
        <p:nvSpPr>
          <p:cNvPr id="10299" name="Google Shape;10299;g2259a73fc43_0_4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00" name="Google Shape;10300;g2259a73fc43_0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4" name="Shape 10314"/>
        <p:cNvGrpSpPr/>
        <p:nvPr/>
      </p:nvGrpSpPr>
      <p:grpSpPr>
        <a:xfrm>
          <a:off x="0" y="0"/>
          <a:ext cx="0" cy="0"/>
          <a:chOff x="0" y="0"/>
          <a:chExt cx="0" cy="0"/>
        </a:xfrm>
      </p:grpSpPr>
      <p:sp>
        <p:nvSpPr>
          <p:cNvPr id="10315" name="Google Shape;10315;g2259a73fc43_0_4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6" name="Google Shape;10316;g2259a73fc43_0_4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26" name="Shape 10426"/>
        <p:cNvGrpSpPr/>
        <p:nvPr/>
      </p:nvGrpSpPr>
      <p:grpSpPr>
        <a:xfrm>
          <a:off x="0" y="0"/>
          <a:ext cx="0" cy="0"/>
          <a:chOff x="0" y="0"/>
          <a:chExt cx="0" cy="0"/>
        </a:xfrm>
      </p:grpSpPr>
      <p:sp>
        <p:nvSpPr>
          <p:cNvPr id="10427" name="Google Shape;10427;g2259a73fc43_0_5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28" name="Google Shape;10428;g2259a73fc43_0_5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20" name="Shape 11120"/>
        <p:cNvGrpSpPr/>
        <p:nvPr/>
      </p:nvGrpSpPr>
      <p:grpSpPr>
        <a:xfrm>
          <a:off x="0" y="0"/>
          <a:ext cx="0" cy="0"/>
          <a:chOff x="0" y="0"/>
          <a:chExt cx="0" cy="0"/>
        </a:xfrm>
      </p:grpSpPr>
      <p:sp>
        <p:nvSpPr>
          <p:cNvPr id="11121" name="Google Shape;11121;g2259a73fc43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22" name="Google Shape;11122;g2259a73fc43_0_5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00" name="Shape 11700"/>
        <p:cNvGrpSpPr/>
        <p:nvPr/>
      </p:nvGrpSpPr>
      <p:grpSpPr>
        <a:xfrm>
          <a:off x="0" y="0"/>
          <a:ext cx="0" cy="0"/>
          <a:chOff x="0" y="0"/>
          <a:chExt cx="0" cy="0"/>
        </a:xfrm>
      </p:grpSpPr>
      <p:sp>
        <p:nvSpPr>
          <p:cNvPr id="11701" name="Google Shape;11701;g2259a73fc43_0_5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02" name="Google Shape;11702;g2259a73fc43_0_5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07" name="Shape 11707"/>
        <p:cNvGrpSpPr/>
        <p:nvPr/>
      </p:nvGrpSpPr>
      <p:grpSpPr>
        <a:xfrm>
          <a:off x="0" y="0"/>
          <a:ext cx="0" cy="0"/>
          <a:chOff x="0" y="0"/>
          <a:chExt cx="0" cy="0"/>
        </a:xfrm>
      </p:grpSpPr>
      <p:sp>
        <p:nvSpPr>
          <p:cNvPr id="11708" name="Google Shape;11708;g20a47c92f28_0_200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09" name="Google Shape;11709;g20a47c92f28_0_200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13" name="Shape 11713"/>
        <p:cNvGrpSpPr/>
        <p:nvPr/>
      </p:nvGrpSpPr>
      <p:grpSpPr>
        <a:xfrm>
          <a:off x="0" y="0"/>
          <a:ext cx="0" cy="0"/>
          <a:chOff x="0" y="0"/>
          <a:chExt cx="0" cy="0"/>
        </a:xfrm>
      </p:grpSpPr>
      <p:sp>
        <p:nvSpPr>
          <p:cNvPr id="11714" name="Google Shape;11714;g20a47c92f28_0_20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15" name="Google Shape;11715;g20a47c92f28_0_20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19" name="Shape 11719"/>
        <p:cNvGrpSpPr/>
        <p:nvPr/>
      </p:nvGrpSpPr>
      <p:grpSpPr>
        <a:xfrm>
          <a:off x="0" y="0"/>
          <a:ext cx="0" cy="0"/>
          <a:chOff x="0" y="0"/>
          <a:chExt cx="0" cy="0"/>
        </a:xfrm>
      </p:grpSpPr>
      <p:sp>
        <p:nvSpPr>
          <p:cNvPr id="11720" name="Google Shape;11720;g20a47c92f28_0_20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21" name="Google Shape;11721;g20a47c92f28_0_20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45" name="Shape 11745"/>
        <p:cNvGrpSpPr/>
        <p:nvPr/>
      </p:nvGrpSpPr>
      <p:grpSpPr>
        <a:xfrm>
          <a:off x="0" y="0"/>
          <a:ext cx="0" cy="0"/>
          <a:chOff x="0" y="0"/>
          <a:chExt cx="0" cy="0"/>
        </a:xfrm>
      </p:grpSpPr>
      <p:sp>
        <p:nvSpPr>
          <p:cNvPr id="11746" name="Google Shape;11746;g20a47c92f28_0_20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7" name="Google Shape;11747;g20a47c92f28_0_20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61" name="Shape 11761"/>
        <p:cNvGrpSpPr/>
        <p:nvPr/>
      </p:nvGrpSpPr>
      <p:grpSpPr>
        <a:xfrm>
          <a:off x="0" y="0"/>
          <a:ext cx="0" cy="0"/>
          <a:chOff x="0" y="0"/>
          <a:chExt cx="0" cy="0"/>
        </a:xfrm>
      </p:grpSpPr>
      <p:sp>
        <p:nvSpPr>
          <p:cNvPr id="11762" name="Google Shape;11762;g20a47c92f28_0_20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63" name="Google Shape;11763;g20a47c92f28_0_20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0" name="Shape 12100"/>
        <p:cNvGrpSpPr/>
        <p:nvPr/>
      </p:nvGrpSpPr>
      <p:grpSpPr>
        <a:xfrm>
          <a:off x="0" y="0"/>
          <a:ext cx="0" cy="0"/>
          <a:chOff x="0" y="0"/>
          <a:chExt cx="0" cy="0"/>
        </a:xfrm>
      </p:grpSpPr>
      <p:sp>
        <p:nvSpPr>
          <p:cNvPr id="12101" name="Google Shape;12101;g20a47c92f28_0_204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02" name="Google Shape;12102;g20a47c92f28_0_204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1" name="Shape 14301"/>
        <p:cNvGrpSpPr/>
        <p:nvPr/>
      </p:nvGrpSpPr>
      <p:grpSpPr>
        <a:xfrm>
          <a:off x="0" y="0"/>
          <a:ext cx="0" cy="0"/>
          <a:chOff x="0" y="0"/>
          <a:chExt cx="0" cy="0"/>
        </a:xfrm>
      </p:grpSpPr>
      <p:sp>
        <p:nvSpPr>
          <p:cNvPr id="14302" name="Google Shape;14302;g20a47c92f28_0_22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03" name="Google Shape;14303;g20a47c92f28_0_22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0" name="Shape 14720"/>
        <p:cNvGrpSpPr/>
        <p:nvPr/>
      </p:nvGrpSpPr>
      <p:grpSpPr>
        <a:xfrm>
          <a:off x="0" y="0"/>
          <a:ext cx="0" cy="0"/>
          <a:chOff x="0" y="0"/>
          <a:chExt cx="0" cy="0"/>
        </a:xfrm>
      </p:grpSpPr>
      <p:sp>
        <p:nvSpPr>
          <p:cNvPr id="14721" name="Google Shape;14721;g20a47c92f28_0_23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22" name="Google Shape;14722;g20a47c92f28_0_23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90" name="Shape 14890"/>
        <p:cNvGrpSpPr/>
        <p:nvPr/>
      </p:nvGrpSpPr>
      <p:grpSpPr>
        <a:xfrm>
          <a:off x="0" y="0"/>
          <a:ext cx="0" cy="0"/>
          <a:chOff x="0" y="0"/>
          <a:chExt cx="0" cy="0"/>
        </a:xfrm>
      </p:grpSpPr>
      <p:sp>
        <p:nvSpPr>
          <p:cNvPr id="14891" name="Google Shape;14891;g20a47c92f28_0_232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92" name="Google Shape;14892;g20a47c92f28_0_232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95" name="Shape 15295"/>
        <p:cNvGrpSpPr/>
        <p:nvPr/>
      </p:nvGrpSpPr>
      <p:grpSpPr>
        <a:xfrm>
          <a:off x="0" y="0"/>
          <a:ext cx="0" cy="0"/>
          <a:chOff x="0" y="0"/>
          <a:chExt cx="0" cy="0"/>
        </a:xfrm>
      </p:grpSpPr>
      <p:sp>
        <p:nvSpPr>
          <p:cNvPr id="15296" name="Google Shape;15296;g20a47c92f28_0_236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97" name="Google Shape;15297;g20a47c92f28_0_236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5" name="Shape 15675"/>
        <p:cNvGrpSpPr/>
        <p:nvPr/>
      </p:nvGrpSpPr>
      <p:grpSpPr>
        <a:xfrm>
          <a:off x="0" y="0"/>
          <a:ext cx="0" cy="0"/>
          <a:chOff x="0" y="0"/>
          <a:chExt cx="0" cy="0"/>
        </a:xfrm>
      </p:grpSpPr>
      <p:sp>
        <p:nvSpPr>
          <p:cNvPr id="15676" name="Google Shape;15676;g20a47c92f28_0_240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77" name="Google Shape;15677;g20a47c92f28_0_240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52" name="Shape 16452"/>
        <p:cNvGrpSpPr/>
        <p:nvPr/>
      </p:nvGrpSpPr>
      <p:grpSpPr>
        <a:xfrm>
          <a:off x="0" y="0"/>
          <a:ext cx="0" cy="0"/>
          <a:chOff x="0" y="0"/>
          <a:chExt cx="0" cy="0"/>
        </a:xfrm>
      </p:grpSpPr>
      <p:sp>
        <p:nvSpPr>
          <p:cNvPr id="16453" name="Google Shape;16453;g20a47c92f28_0_32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54" name="Google Shape;16454;g20a47c92f28_0_32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4" name="Shape 17494"/>
        <p:cNvGrpSpPr/>
        <p:nvPr/>
      </p:nvGrpSpPr>
      <p:grpSpPr>
        <a:xfrm>
          <a:off x="0" y="0"/>
          <a:ext cx="0" cy="0"/>
          <a:chOff x="0" y="0"/>
          <a:chExt cx="0" cy="0"/>
        </a:xfrm>
      </p:grpSpPr>
      <p:sp>
        <p:nvSpPr>
          <p:cNvPr id="17495" name="Google Shape;17495;g20a47c92f28_0_248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96" name="Google Shape;17496;g20a47c92f28_0_248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01" name="Shape 18901"/>
        <p:cNvGrpSpPr/>
        <p:nvPr/>
      </p:nvGrpSpPr>
      <p:grpSpPr>
        <a:xfrm>
          <a:off x="0" y="0"/>
          <a:ext cx="0" cy="0"/>
          <a:chOff x="0" y="0"/>
          <a:chExt cx="0" cy="0"/>
        </a:xfrm>
      </p:grpSpPr>
      <p:sp>
        <p:nvSpPr>
          <p:cNvPr id="18902" name="Google Shape;18902;g20a47c92f28_0_26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03" name="Google Shape;18903;g20a47c92f28_0_26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95" name="Shape 21295"/>
        <p:cNvGrpSpPr/>
        <p:nvPr/>
      </p:nvGrpSpPr>
      <p:grpSpPr>
        <a:xfrm>
          <a:off x="0" y="0"/>
          <a:ext cx="0" cy="0"/>
          <a:chOff x="0" y="0"/>
          <a:chExt cx="0" cy="0"/>
        </a:xfrm>
      </p:grpSpPr>
      <p:sp>
        <p:nvSpPr>
          <p:cNvPr id="21296" name="Google Shape;21296;g20a47c92f28_0_286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97" name="Google Shape;21297;g20a47c92f28_0_286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09" name="Shape 23309"/>
        <p:cNvGrpSpPr/>
        <p:nvPr/>
      </p:nvGrpSpPr>
      <p:grpSpPr>
        <a:xfrm>
          <a:off x="0" y="0"/>
          <a:ext cx="0" cy="0"/>
          <a:chOff x="0" y="0"/>
          <a:chExt cx="0" cy="0"/>
        </a:xfrm>
      </p:grpSpPr>
      <p:sp>
        <p:nvSpPr>
          <p:cNvPr id="23310" name="Google Shape;23310;g20a47c92f28_0_306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11" name="Google Shape;23311;g20a47c92f28_0_306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45" name="Shape 24945"/>
        <p:cNvGrpSpPr/>
        <p:nvPr/>
      </p:nvGrpSpPr>
      <p:grpSpPr>
        <a:xfrm>
          <a:off x="0" y="0"/>
          <a:ext cx="0" cy="0"/>
          <a:chOff x="0" y="0"/>
          <a:chExt cx="0" cy="0"/>
        </a:xfrm>
      </p:grpSpPr>
      <p:sp>
        <p:nvSpPr>
          <p:cNvPr id="24946" name="Google Shape;24946;g20a47c92f28_0_333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47" name="Google Shape;24947;g20a47c92f28_0_333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8" name="Shape 26488"/>
        <p:cNvGrpSpPr/>
        <p:nvPr/>
      </p:nvGrpSpPr>
      <p:grpSpPr>
        <a:xfrm>
          <a:off x="0" y="0"/>
          <a:ext cx="0" cy="0"/>
          <a:chOff x="0" y="0"/>
          <a:chExt cx="0" cy="0"/>
        </a:xfrm>
      </p:grpSpPr>
      <p:sp>
        <p:nvSpPr>
          <p:cNvPr id="26489" name="Google Shape;26489;g20a47c92f28_0_388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90" name="Google Shape;26490;g20a47c92f28_0_388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28" y="16530"/>
            <a:ext cx="9143944" cy="5110441"/>
            <a:chOff x="0" y="0"/>
            <a:chExt cx="2940175" cy="3689050"/>
          </a:xfrm>
        </p:grpSpPr>
        <p:sp>
          <p:nvSpPr>
            <p:cNvPr id="10" name="Google Shape;10;p2"/>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0" y="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0" y="28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0" y="28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2"/>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2"/>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2"/>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2"/>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2"/>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2"/>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2"/>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2"/>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2"/>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2"/>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2"/>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2"/>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2"/>
            <p:cNvSpPr/>
            <p:nvPr/>
          </p:nvSpPr>
          <p:spPr>
            <a:xfrm>
              <a:off x="0" y="3680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0" y="3680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2"/>
            <p:cNvSpPr/>
            <p:nvPr/>
          </p:nvSpPr>
          <p:spPr>
            <a:xfrm>
              <a:off x="0" y="3683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0" y="3683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4" name="Google Shape;134;p2"/>
          <p:cNvSpPr txBox="1"/>
          <p:nvPr>
            <p:ph type="ctrTitle"/>
          </p:nvPr>
        </p:nvSpPr>
        <p:spPr>
          <a:xfrm>
            <a:off x="1971056" y="958645"/>
            <a:ext cx="5202000" cy="2695500"/>
          </a:xfrm>
          <a:prstGeom prst="rect">
            <a:avLst/>
          </a:prstGeom>
          <a:noFill/>
        </p:spPr>
        <p:txBody>
          <a:bodyPr anchorCtr="0" anchor="t" bIns="91425" lIns="91425" spcFirstLastPara="1" rIns="91425" wrap="square" tIns="91425">
            <a:noAutofit/>
          </a:bodyPr>
          <a:lstStyle>
            <a:lvl1pPr lvl="0">
              <a:lnSpc>
                <a:spcPct val="85000"/>
              </a:lnSpc>
              <a:spcBef>
                <a:spcPts val="0"/>
              </a:spcBef>
              <a:spcAft>
                <a:spcPts val="0"/>
              </a:spcAft>
              <a:buSzPts val="4500"/>
              <a:buFont typeface="Loved by the King"/>
              <a:buNone/>
              <a:defRPr sz="7000"/>
            </a:lvl1pPr>
            <a:lvl2pPr lvl="1" algn="ctr">
              <a:spcBef>
                <a:spcPts val="0"/>
              </a:spcBef>
              <a:spcAft>
                <a:spcPts val="0"/>
              </a:spcAft>
              <a:buClr>
                <a:schemeClr val="lt1"/>
              </a:buClr>
              <a:buSzPts val="5200"/>
              <a:buNone/>
              <a:defRPr sz="5200">
                <a:solidFill>
                  <a:schemeClr val="lt1"/>
                </a:solidFill>
              </a:defRPr>
            </a:lvl2pPr>
            <a:lvl3pPr lvl="2" algn="ctr">
              <a:spcBef>
                <a:spcPts val="0"/>
              </a:spcBef>
              <a:spcAft>
                <a:spcPts val="0"/>
              </a:spcAft>
              <a:buClr>
                <a:schemeClr val="lt1"/>
              </a:buClr>
              <a:buSzPts val="5200"/>
              <a:buNone/>
              <a:defRPr sz="5200">
                <a:solidFill>
                  <a:schemeClr val="lt1"/>
                </a:solidFill>
              </a:defRPr>
            </a:lvl3pPr>
            <a:lvl4pPr lvl="3" algn="ctr">
              <a:spcBef>
                <a:spcPts val="0"/>
              </a:spcBef>
              <a:spcAft>
                <a:spcPts val="0"/>
              </a:spcAft>
              <a:buClr>
                <a:schemeClr val="lt1"/>
              </a:buClr>
              <a:buSzPts val="5200"/>
              <a:buNone/>
              <a:defRPr sz="5200">
                <a:solidFill>
                  <a:schemeClr val="lt1"/>
                </a:solidFill>
              </a:defRPr>
            </a:lvl4pPr>
            <a:lvl5pPr lvl="4" algn="ctr">
              <a:spcBef>
                <a:spcPts val="0"/>
              </a:spcBef>
              <a:spcAft>
                <a:spcPts val="0"/>
              </a:spcAft>
              <a:buClr>
                <a:schemeClr val="lt1"/>
              </a:buClr>
              <a:buSzPts val="5200"/>
              <a:buNone/>
              <a:defRPr sz="5200">
                <a:solidFill>
                  <a:schemeClr val="lt1"/>
                </a:solidFill>
              </a:defRPr>
            </a:lvl5pPr>
            <a:lvl6pPr lvl="5" algn="ctr">
              <a:spcBef>
                <a:spcPts val="0"/>
              </a:spcBef>
              <a:spcAft>
                <a:spcPts val="0"/>
              </a:spcAft>
              <a:buClr>
                <a:schemeClr val="lt1"/>
              </a:buClr>
              <a:buSzPts val="5200"/>
              <a:buNone/>
              <a:defRPr sz="5200">
                <a:solidFill>
                  <a:schemeClr val="lt1"/>
                </a:solidFill>
              </a:defRPr>
            </a:lvl6pPr>
            <a:lvl7pPr lvl="6" algn="ctr">
              <a:spcBef>
                <a:spcPts val="0"/>
              </a:spcBef>
              <a:spcAft>
                <a:spcPts val="0"/>
              </a:spcAft>
              <a:buClr>
                <a:schemeClr val="lt1"/>
              </a:buClr>
              <a:buSzPts val="5200"/>
              <a:buNone/>
              <a:defRPr sz="5200">
                <a:solidFill>
                  <a:schemeClr val="lt1"/>
                </a:solidFill>
              </a:defRPr>
            </a:lvl7pPr>
            <a:lvl8pPr lvl="7" algn="ctr">
              <a:spcBef>
                <a:spcPts val="0"/>
              </a:spcBef>
              <a:spcAft>
                <a:spcPts val="0"/>
              </a:spcAft>
              <a:buClr>
                <a:schemeClr val="lt1"/>
              </a:buClr>
              <a:buSzPts val="5200"/>
              <a:buNone/>
              <a:defRPr sz="5200">
                <a:solidFill>
                  <a:schemeClr val="lt1"/>
                </a:solidFill>
              </a:defRPr>
            </a:lvl8pPr>
            <a:lvl9pPr lvl="8" algn="ctr">
              <a:spcBef>
                <a:spcPts val="0"/>
              </a:spcBef>
              <a:spcAft>
                <a:spcPts val="0"/>
              </a:spcAft>
              <a:buClr>
                <a:schemeClr val="lt1"/>
              </a:buClr>
              <a:buSzPts val="5200"/>
              <a:buNone/>
              <a:defRPr sz="5200">
                <a:solidFill>
                  <a:schemeClr val="lt1"/>
                </a:solidFill>
              </a:defRPr>
            </a:lvl9pPr>
          </a:lstStyle>
          <a:p/>
        </p:txBody>
      </p:sp>
      <p:sp>
        <p:nvSpPr>
          <p:cNvPr id="135" name="Google Shape;135;p2"/>
          <p:cNvSpPr txBox="1"/>
          <p:nvPr>
            <p:ph idx="1" type="subTitle"/>
          </p:nvPr>
        </p:nvSpPr>
        <p:spPr>
          <a:xfrm>
            <a:off x="1970944" y="3819155"/>
            <a:ext cx="5202000" cy="3657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1400"/>
              <a:buNone/>
              <a:defRPr sz="1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grpSp>
        <p:nvGrpSpPr>
          <p:cNvPr id="136" name="Google Shape;136;p2"/>
          <p:cNvGrpSpPr/>
          <p:nvPr/>
        </p:nvGrpSpPr>
        <p:grpSpPr>
          <a:xfrm>
            <a:off x="8009088" y="-269659"/>
            <a:ext cx="1363145" cy="1433258"/>
            <a:chOff x="8529150" y="-173700"/>
            <a:chExt cx="1669089" cy="1754724"/>
          </a:xfrm>
        </p:grpSpPr>
        <p:sp>
          <p:nvSpPr>
            <p:cNvPr id="137" name="Google Shape;137;p2"/>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2"/>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2"/>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2"/>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2"/>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2"/>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2"/>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2"/>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2"/>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2"/>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2"/>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2"/>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2"/>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2"/>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2"/>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2"/>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2"/>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2"/>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2"/>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2"/>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2"/>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2"/>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2"/>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2"/>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2"/>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2"/>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2"/>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2"/>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2"/>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2"/>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2"/>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2"/>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2"/>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2"/>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 name="Google Shape;179;p2"/>
          <p:cNvGrpSpPr/>
          <p:nvPr/>
        </p:nvGrpSpPr>
        <p:grpSpPr>
          <a:xfrm rot="1746615">
            <a:off x="4048366" y="-193218"/>
            <a:ext cx="1047275" cy="979617"/>
            <a:chOff x="-252624" y="1601574"/>
            <a:chExt cx="1047258" cy="979600"/>
          </a:xfrm>
        </p:grpSpPr>
        <p:sp>
          <p:nvSpPr>
            <p:cNvPr id="180" name="Google Shape;180;p2"/>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2"/>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2"/>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2"/>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2"/>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2"/>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2"/>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2"/>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2"/>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2"/>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 name="Google Shape;193;p2"/>
          <p:cNvGrpSpPr/>
          <p:nvPr/>
        </p:nvGrpSpPr>
        <p:grpSpPr>
          <a:xfrm>
            <a:off x="8525275" y="3413813"/>
            <a:ext cx="925639" cy="688028"/>
            <a:chOff x="8588925" y="2091476"/>
            <a:chExt cx="925639" cy="688028"/>
          </a:xfrm>
        </p:grpSpPr>
        <p:sp>
          <p:nvSpPr>
            <p:cNvPr id="194" name="Google Shape;194;p2"/>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2"/>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2"/>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2"/>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2"/>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2"/>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2"/>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2"/>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2"/>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2"/>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 name="Google Shape;208;p2"/>
          <p:cNvGrpSpPr/>
          <p:nvPr/>
        </p:nvGrpSpPr>
        <p:grpSpPr>
          <a:xfrm>
            <a:off x="-314825" y="1642175"/>
            <a:ext cx="898165" cy="766770"/>
            <a:chOff x="-252625" y="2918525"/>
            <a:chExt cx="898165" cy="766770"/>
          </a:xfrm>
        </p:grpSpPr>
        <p:sp>
          <p:nvSpPr>
            <p:cNvPr id="209" name="Google Shape;209;p2"/>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2"/>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2"/>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2"/>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2"/>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2"/>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2"/>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2"/>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2"/>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2"/>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2"/>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2"/>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2"/>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2"/>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2"/>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2"/>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2"/>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2"/>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2"/>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2"/>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2"/>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2"/>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2"/>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2"/>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2"/>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 name="Google Shape;245;p2"/>
          <p:cNvGrpSpPr/>
          <p:nvPr/>
        </p:nvGrpSpPr>
        <p:grpSpPr>
          <a:xfrm>
            <a:off x="8042790" y="3923975"/>
            <a:ext cx="1294621" cy="1350901"/>
            <a:chOff x="8465725" y="2863051"/>
            <a:chExt cx="1956212" cy="2041561"/>
          </a:xfrm>
        </p:grpSpPr>
        <p:sp>
          <p:nvSpPr>
            <p:cNvPr id="246" name="Google Shape;246;p2"/>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2"/>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2"/>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2"/>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2"/>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2"/>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2"/>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2"/>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2"/>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2"/>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2"/>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2"/>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2"/>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2"/>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2"/>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2"/>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2"/>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2"/>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2"/>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2"/>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0" name="Google Shape;290;p2"/>
          <p:cNvGrpSpPr/>
          <p:nvPr/>
        </p:nvGrpSpPr>
        <p:grpSpPr>
          <a:xfrm>
            <a:off x="-314833" y="-441745"/>
            <a:ext cx="1646313" cy="1753805"/>
            <a:chOff x="-2092800" y="-1252032"/>
            <a:chExt cx="1956171" cy="2083646"/>
          </a:xfrm>
        </p:grpSpPr>
        <p:sp>
          <p:nvSpPr>
            <p:cNvPr id="291" name="Google Shape;291;p2"/>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2"/>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2"/>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2"/>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2"/>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2"/>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2"/>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2"/>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0" name="Google Shape;340;p2"/>
          <p:cNvGrpSpPr/>
          <p:nvPr/>
        </p:nvGrpSpPr>
        <p:grpSpPr>
          <a:xfrm>
            <a:off x="8448925" y="1260505"/>
            <a:ext cx="679382" cy="871990"/>
            <a:chOff x="8619938" y="2813305"/>
            <a:chExt cx="679382" cy="871990"/>
          </a:xfrm>
        </p:grpSpPr>
        <p:sp>
          <p:nvSpPr>
            <p:cNvPr id="341" name="Google Shape;341;p2"/>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2"/>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2"/>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2"/>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2"/>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2"/>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2"/>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2"/>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2"/>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2"/>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2"/>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2"/>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2"/>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2"/>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2"/>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2"/>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2"/>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2"/>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2"/>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2"/>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9" name="Google Shape;369;p2"/>
            <p:cNvGrpSpPr/>
            <p:nvPr/>
          </p:nvGrpSpPr>
          <p:grpSpPr>
            <a:xfrm>
              <a:off x="8619938" y="2813305"/>
              <a:ext cx="679382" cy="871990"/>
              <a:chOff x="8619938" y="2813305"/>
              <a:chExt cx="679382" cy="871990"/>
            </a:xfrm>
          </p:grpSpPr>
          <p:sp>
            <p:nvSpPr>
              <p:cNvPr id="370" name="Google Shape;370;p2"/>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2"/>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72" name="Google Shape;372;p2"/>
          <p:cNvGrpSpPr/>
          <p:nvPr/>
        </p:nvGrpSpPr>
        <p:grpSpPr>
          <a:xfrm>
            <a:off x="-340873" y="3921240"/>
            <a:ext cx="1973759" cy="1718179"/>
            <a:chOff x="-1914575" y="2967750"/>
            <a:chExt cx="1540675" cy="1341175"/>
          </a:xfrm>
        </p:grpSpPr>
        <p:sp>
          <p:nvSpPr>
            <p:cNvPr id="373" name="Google Shape;373;p2"/>
            <p:cNvSpPr/>
            <p:nvPr/>
          </p:nvSpPr>
          <p:spPr>
            <a:xfrm>
              <a:off x="-484050" y="3675375"/>
              <a:ext cx="53850" cy="59775"/>
            </a:xfrm>
            <a:custGeom>
              <a:rect b="b" l="l" r="r" t="t"/>
              <a:pathLst>
                <a:path extrusionOk="0" h="2391" w="2154">
                  <a:moveTo>
                    <a:pt x="1186" y="0"/>
                  </a:moveTo>
                  <a:lnTo>
                    <a:pt x="1048" y="20"/>
                  </a:lnTo>
                  <a:lnTo>
                    <a:pt x="890" y="59"/>
                  </a:lnTo>
                  <a:lnTo>
                    <a:pt x="712" y="119"/>
                  </a:lnTo>
                  <a:lnTo>
                    <a:pt x="534" y="217"/>
                  </a:lnTo>
                  <a:lnTo>
                    <a:pt x="356" y="356"/>
                  </a:lnTo>
                  <a:lnTo>
                    <a:pt x="258" y="435"/>
                  </a:lnTo>
                  <a:lnTo>
                    <a:pt x="179" y="533"/>
                  </a:lnTo>
                  <a:lnTo>
                    <a:pt x="119" y="632"/>
                  </a:lnTo>
                  <a:lnTo>
                    <a:pt x="60" y="751"/>
                  </a:lnTo>
                  <a:lnTo>
                    <a:pt x="40" y="889"/>
                  </a:lnTo>
                  <a:lnTo>
                    <a:pt x="1" y="1007"/>
                  </a:lnTo>
                  <a:lnTo>
                    <a:pt x="1" y="1146"/>
                  </a:lnTo>
                  <a:lnTo>
                    <a:pt x="1" y="1264"/>
                  </a:lnTo>
                  <a:lnTo>
                    <a:pt x="21" y="1402"/>
                  </a:lnTo>
                  <a:lnTo>
                    <a:pt x="60" y="1521"/>
                  </a:lnTo>
                  <a:lnTo>
                    <a:pt x="119" y="1639"/>
                  </a:lnTo>
                  <a:lnTo>
                    <a:pt x="179" y="1758"/>
                  </a:lnTo>
                  <a:lnTo>
                    <a:pt x="258" y="1857"/>
                  </a:lnTo>
                  <a:lnTo>
                    <a:pt x="356" y="1956"/>
                  </a:lnTo>
                  <a:lnTo>
                    <a:pt x="475" y="2054"/>
                  </a:lnTo>
                  <a:lnTo>
                    <a:pt x="593" y="2133"/>
                  </a:lnTo>
                  <a:lnTo>
                    <a:pt x="732" y="2212"/>
                  </a:lnTo>
                  <a:lnTo>
                    <a:pt x="890" y="2272"/>
                  </a:lnTo>
                  <a:lnTo>
                    <a:pt x="1048" y="2331"/>
                  </a:lnTo>
                  <a:lnTo>
                    <a:pt x="1225" y="2370"/>
                  </a:lnTo>
                  <a:lnTo>
                    <a:pt x="1403" y="2390"/>
                  </a:lnTo>
                  <a:lnTo>
                    <a:pt x="1561" y="2370"/>
                  </a:lnTo>
                  <a:lnTo>
                    <a:pt x="1680" y="2331"/>
                  </a:lnTo>
                  <a:lnTo>
                    <a:pt x="1798" y="2272"/>
                  </a:lnTo>
                  <a:lnTo>
                    <a:pt x="1897" y="2193"/>
                  </a:lnTo>
                  <a:lnTo>
                    <a:pt x="1956" y="2094"/>
                  </a:lnTo>
                  <a:lnTo>
                    <a:pt x="2016" y="1995"/>
                  </a:lnTo>
                  <a:lnTo>
                    <a:pt x="2075" y="1877"/>
                  </a:lnTo>
                  <a:lnTo>
                    <a:pt x="2134" y="1659"/>
                  </a:lnTo>
                  <a:lnTo>
                    <a:pt x="2154" y="1462"/>
                  </a:lnTo>
                  <a:lnTo>
                    <a:pt x="2154" y="1264"/>
                  </a:lnTo>
                  <a:lnTo>
                    <a:pt x="2035" y="1304"/>
                  </a:lnTo>
                  <a:lnTo>
                    <a:pt x="1897" y="1323"/>
                  </a:lnTo>
                  <a:lnTo>
                    <a:pt x="1739" y="1343"/>
                  </a:lnTo>
                  <a:lnTo>
                    <a:pt x="1561" y="1363"/>
                  </a:lnTo>
                  <a:lnTo>
                    <a:pt x="1383" y="1323"/>
                  </a:lnTo>
                  <a:lnTo>
                    <a:pt x="1304" y="1304"/>
                  </a:lnTo>
                  <a:lnTo>
                    <a:pt x="1225" y="1244"/>
                  </a:lnTo>
                  <a:lnTo>
                    <a:pt x="1146" y="1205"/>
                  </a:lnTo>
                  <a:lnTo>
                    <a:pt x="1087" y="1126"/>
                  </a:lnTo>
                  <a:lnTo>
                    <a:pt x="1048" y="1047"/>
                  </a:lnTo>
                  <a:lnTo>
                    <a:pt x="1008" y="968"/>
                  </a:lnTo>
                  <a:lnTo>
                    <a:pt x="988" y="770"/>
                  </a:lnTo>
                  <a:lnTo>
                    <a:pt x="988" y="593"/>
                  </a:lnTo>
                  <a:lnTo>
                    <a:pt x="1028" y="395"/>
                  </a:lnTo>
                  <a:lnTo>
                    <a:pt x="1067" y="237"/>
                  </a:lnTo>
                  <a:lnTo>
                    <a:pt x="1127" y="119"/>
                  </a:lnTo>
                  <a:lnTo>
                    <a:pt x="118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2"/>
            <p:cNvSpPr/>
            <p:nvPr/>
          </p:nvSpPr>
          <p:spPr>
            <a:xfrm>
              <a:off x="-1182275" y="2967750"/>
              <a:ext cx="808375" cy="740725"/>
            </a:xfrm>
            <a:custGeom>
              <a:rect b="b" l="l" r="r" t="t"/>
              <a:pathLst>
                <a:path extrusionOk="0" h="29629" w="32335">
                  <a:moveTo>
                    <a:pt x="2706" y="0"/>
                  </a:moveTo>
                  <a:lnTo>
                    <a:pt x="2529" y="20"/>
                  </a:lnTo>
                  <a:lnTo>
                    <a:pt x="2331" y="40"/>
                  </a:lnTo>
                  <a:lnTo>
                    <a:pt x="1956" y="139"/>
                  </a:lnTo>
                  <a:lnTo>
                    <a:pt x="1581" y="277"/>
                  </a:lnTo>
                  <a:lnTo>
                    <a:pt x="1245" y="395"/>
                  </a:lnTo>
                  <a:lnTo>
                    <a:pt x="968" y="514"/>
                  </a:lnTo>
                  <a:lnTo>
                    <a:pt x="731" y="632"/>
                  </a:lnTo>
                  <a:lnTo>
                    <a:pt x="0" y="7309"/>
                  </a:lnTo>
                  <a:lnTo>
                    <a:pt x="4958" y="10943"/>
                  </a:lnTo>
                  <a:lnTo>
                    <a:pt x="10034" y="14637"/>
                  </a:lnTo>
                  <a:lnTo>
                    <a:pt x="15881" y="18844"/>
                  </a:lnTo>
                  <a:lnTo>
                    <a:pt x="18864" y="20957"/>
                  </a:lnTo>
                  <a:lnTo>
                    <a:pt x="21767" y="23012"/>
                  </a:lnTo>
                  <a:lnTo>
                    <a:pt x="24473" y="24888"/>
                  </a:lnTo>
                  <a:lnTo>
                    <a:pt x="26922" y="26547"/>
                  </a:lnTo>
                  <a:lnTo>
                    <a:pt x="28009" y="27278"/>
                  </a:lnTo>
                  <a:lnTo>
                    <a:pt x="29016" y="27930"/>
                  </a:lnTo>
                  <a:lnTo>
                    <a:pt x="29885" y="28483"/>
                  </a:lnTo>
                  <a:lnTo>
                    <a:pt x="30636" y="28937"/>
                  </a:lnTo>
                  <a:lnTo>
                    <a:pt x="31248" y="29293"/>
                  </a:lnTo>
                  <a:lnTo>
                    <a:pt x="31722" y="29530"/>
                  </a:lnTo>
                  <a:lnTo>
                    <a:pt x="31900" y="29589"/>
                  </a:lnTo>
                  <a:lnTo>
                    <a:pt x="32038" y="29628"/>
                  </a:lnTo>
                  <a:lnTo>
                    <a:pt x="32157" y="29628"/>
                  </a:lnTo>
                  <a:lnTo>
                    <a:pt x="32176" y="29609"/>
                  </a:lnTo>
                  <a:lnTo>
                    <a:pt x="32256" y="29411"/>
                  </a:lnTo>
                  <a:lnTo>
                    <a:pt x="32295" y="29194"/>
                  </a:lnTo>
                  <a:lnTo>
                    <a:pt x="32335" y="28996"/>
                  </a:lnTo>
                  <a:lnTo>
                    <a:pt x="32335" y="28799"/>
                  </a:lnTo>
                  <a:lnTo>
                    <a:pt x="32315" y="28582"/>
                  </a:lnTo>
                  <a:lnTo>
                    <a:pt x="32256" y="28384"/>
                  </a:lnTo>
                  <a:lnTo>
                    <a:pt x="32196" y="28187"/>
                  </a:lnTo>
                  <a:lnTo>
                    <a:pt x="32137" y="27969"/>
                  </a:lnTo>
                  <a:lnTo>
                    <a:pt x="32038" y="27792"/>
                  </a:lnTo>
                  <a:lnTo>
                    <a:pt x="31939" y="27594"/>
                  </a:lnTo>
                  <a:lnTo>
                    <a:pt x="31722" y="27238"/>
                  </a:lnTo>
                  <a:lnTo>
                    <a:pt x="31485" y="26942"/>
                  </a:lnTo>
                  <a:lnTo>
                    <a:pt x="31248" y="26685"/>
                  </a:lnTo>
                  <a:lnTo>
                    <a:pt x="31090" y="26547"/>
                  </a:lnTo>
                  <a:lnTo>
                    <a:pt x="30833" y="26369"/>
                  </a:lnTo>
                  <a:lnTo>
                    <a:pt x="30162" y="25915"/>
                  </a:lnTo>
                  <a:lnTo>
                    <a:pt x="29293" y="25362"/>
                  </a:lnTo>
                  <a:lnTo>
                    <a:pt x="28364" y="24809"/>
                  </a:lnTo>
                  <a:lnTo>
                    <a:pt x="26685" y="23802"/>
                  </a:lnTo>
                  <a:lnTo>
                    <a:pt x="25935" y="23367"/>
                  </a:lnTo>
                  <a:lnTo>
                    <a:pt x="26824" y="21096"/>
                  </a:lnTo>
                  <a:lnTo>
                    <a:pt x="27614" y="19061"/>
                  </a:lnTo>
                  <a:lnTo>
                    <a:pt x="28364" y="17185"/>
                  </a:lnTo>
                  <a:lnTo>
                    <a:pt x="28443" y="16967"/>
                  </a:lnTo>
                  <a:lnTo>
                    <a:pt x="28483" y="16770"/>
                  </a:lnTo>
                  <a:lnTo>
                    <a:pt x="28503" y="16572"/>
                  </a:lnTo>
                  <a:lnTo>
                    <a:pt x="28503" y="16355"/>
                  </a:lnTo>
                  <a:lnTo>
                    <a:pt x="28463" y="16158"/>
                  </a:lnTo>
                  <a:lnTo>
                    <a:pt x="28424" y="15960"/>
                  </a:lnTo>
                  <a:lnTo>
                    <a:pt x="28364" y="15762"/>
                  </a:lnTo>
                  <a:lnTo>
                    <a:pt x="28266" y="15545"/>
                  </a:lnTo>
                  <a:lnTo>
                    <a:pt x="28167" y="15348"/>
                  </a:lnTo>
                  <a:lnTo>
                    <a:pt x="28048" y="15150"/>
                  </a:lnTo>
                  <a:lnTo>
                    <a:pt x="27910" y="14972"/>
                  </a:lnTo>
                  <a:lnTo>
                    <a:pt x="27752" y="14775"/>
                  </a:lnTo>
                  <a:lnTo>
                    <a:pt x="27416" y="14400"/>
                  </a:lnTo>
                  <a:lnTo>
                    <a:pt x="27041" y="14024"/>
                  </a:lnTo>
                  <a:lnTo>
                    <a:pt x="26626" y="13689"/>
                  </a:lnTo>
                  <a:lnTo>
                    <a:pt x="26192" y="13353"/>
                  </a:lnTo>
                  <a:lnTo>
                    <a:pt x="25737" y="13037"/>
                  </a:lnTo>
                  <a:lnTo>
                    <a:pt x="25283" y="12740"/>
                  </a:lnTo>
                  <a:lnTo>
                    <a:pt x="24848" y="12464"/>
                  </a:lnTo>
                  <a:lnTo>
                    <a:pt x="24394" y="12207"/>
                  </a:lnTo>
                  <a:lnTo>
                    <a:pt x="23604" y="11773"/>
                  </a:lnTo>
                  <a:lnTo>
                    <a:pt x="23071" y="11476"/>
                  </a:lnTo>
                  <a:lnTo>
                    <a:pt x="22202" y="10982"/>
                  </a:lnTo>
                  <a:lnTo>
                    <a:pt x="19693" y="9541"/>
                  </a:lnTo>
                  <a:lnTo>
                    <a:pt x="12899" y="5570"/>
                  </a:lnTo>
                  <a:lnTo>
                    <a:pt x="9383" y="3536"/>
                  </a:lnTo>
                  <a:lnTo>
                    <a:pt x="6301" y="1778"/>
                  </a:lnTo>
                  <a:lnTo>
                    <a:pt x="5057" y="1067"/>
                  </a:lnTo>
                  <a:lnTo>
                    <a:pt x="4050" y="514"/>
                  </a:lnTo>
                  <a:lnTo>
                    <a:pt x="3358" y="158"/>
                  </a:lnTo>
                  <a:lnTo>
                    <a:pt x="3141" y="60"/>
                  </a:lnTo>
                  <a:lnTo>
                    <a:pt x="30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
            <p:cNvSpPr/>
            <p:nvPr/>
          </p:nvSpPr>
          <p:spPr>
            <a:xfrm>
              <a:off x="-1370425" y="2977625"/>
              <a:ext cx="991100" cy="806900"/>
            </a:xfrm>
            <a:custGeom>
              <a:rect b="b" l="l" r="r" t="t"/>
              <a:pathLst>
                <a:path extrusionOk="0" h="32276" w="39644">
                  <a:moveTo>
                    <a:pt x="36858" y="28068"/>
                  </a:moveTo>
                  <a:lnTo>
                    <a:pt x="36977" y="28108"/>
                  </a:lnTo>
                  <a:lnTo>
                    <a:pt x="37075" y="28147"/>
                  </a:lnTo>
                  <a:lnTo>
                    <a:pt x="37174" y="28206"/>
                  </a:lnTo>
                  <a:lnTo>
                    <a:pt x="37273" y="28266"/>
                  </a:lnTo>
                  <a:lnTo>
                    <a:pt x="37352" y="28345"/>
                  </a:lnTo>
                  <a:lnTo>
                    <a:pt x="37431" y="28424"/>
                  </a:lnTo>
                  <a:lnTo>
                    <a:pt x="37490" y="28522"/>
                  </a:lnTo>
                  <a:lnTo>
                    <a:pt x="37530" y="28621"/>
                  </a:lnTo>
                  <a:lnTo>
                    <a:pt x="37550" y="28740"/>
                  </a:lnTo>
                  <a:lnTo>
                    <a:pt x="37569" y="28957"/>
                  </a:lnTo>
                  <a:lnTo>
                    <a:pt x="37550" y="29154"/>
                  </a:lnTo>
                  <a:lnTo>
                    <a:pt x="37490" y="29332"/>
                  </a:lnTo>
                  <a:lnTo>
                    <a:pt x="37411" y="29510"/>
                  </a:lnTo>
                  <a:lnTo>
                    <a:pt x="37313" y="29648"/>
                  </a:lnTo>
                  <a:lnTo>
                    <a:pt x="37194" y="29747"/>
                  </a:lnTo>
                  <a:lnTo>
                    <a:pt x="37056" y="29826"/>
                  </a:lnTo>
                  <a:lnTo>
                    <a:pt x="36898" y="29866"/>
                  </a:lnTo>
                  <a:lnTo>
                    <a:pt x="36759" y="29885"/>
                  </a:lnTo>
                  <a:lnTo>
                    <a:pt x="36621" y="29866"/>
                  </a:lnTo>
                  <a:lnTo>
                    <a:pt x="36483" y="29826"/>
                  </a:lnTo>
                  <a:lnTo>
                    <a:pt x="36384" y="29806"/>
                  </a:lnTo>
                  <a:lnTo>
                    <a:pt x="36226" y="29727"/>
                  </a:lnTo>
                  <a:lnTo>
                    <a:pt x="36167" y="29688"/>
                  </a:lnTo>
                  <a:lnTo>
                    <a:pt x="36048" y="29569"/>
                  </a:lnTo>
                  <a:lnTo>
                    <a:pt x="35950" y="29431"/>
                  </a:lnTo>
                  <a:lnTo>
                    <a:pt x="35851" y="29273"/>
                  </a:lnTo>
                  <a:lnTo>
                    <a:pt x="35811" y="29174"/>
                  </a:lnTo>
                  <a:lnTo>
                    <a:pt x="35792" y="29056"/>
                  </a:lnTo>
                  <a:lnTo>
                    <a:pt x="35772" y="28957"/>
                  </a:lnTo>
                  <a:lnTo>
                    <a:pt x="35772" y="28838"/>
                  </a:lnTo>
                  <a:lnTo>
                    <a:pt x="35792" y="28720"/>
                  </a:lnTo>
                  <a:lnTo>
                    <a:pt x="35831" y="28601"/>
                  </a:lnTo>
                  <a:lnTo>
                    <a:pt x="35910" y="28483"/>
                  </a:lnTo>
                  <a:lnTo>
                    <a:pt x="36009" y="28364"/>
                  </a:lnTo>
                  <a:lnTo>
                    <a:pt x="36127" y="28266"/>
                  </a:lnTo>
                  <a:lnTo>
                    <a:pt x="36246" y="28187"/>
                  </a:lnTo>
                  <a:lnTo>
                    <a:pt x="36364" y="28127"/>
                  </a:lnTo>
                  <a:lnTo>
                    <a:pt x="36483" y="28088"/>
                  </a:lnTo>
                  <a:lnTo>
                    <a:pt x="36601" y="28068"/>
                  </a:lnTo>
                  <a:close/>
                  <a:moveTo>
                    <a:pt x="8949" y="0"/>
                  </a:moveTo>
                  <a:lnTo>
                    <a:pt x="8731" y="40"/>
                  </a:lnTo>
                  <a:lnTo>
                    <a:pt x="8514" y="99"/>
                  </a:lnTo>
                  <a:lnTo>
                    <a:pt x="8317" y="178"/>
                  </a:lnTo>
                  <a:lnTo>
                    <a:pt x="8119" y="277"/>
                  </a:lnTo>
                  <a:lnTo>
                    <a:pt x="7902" y="395"/>
                  </a:lnTo>
                  <a:lnTo>
                    <a:pt x="7704" y="553"/>
                  </a:lnTo>
                  <a:lnTo>
                    <a:pt x="7487" y="771"/>
                  </a:lnTo>
                  <a:lnTo>
                    <a:pt x="7210" y="1106"/>
                  </a:lnTo>
                  <a:lnTo>
                    <a:pt x="6894" y="1502"/>
                  </a:lnTo>
                  <a:lnTo>
                    <a:pt x="6559" y="1995"/>
                  </a:lnTo>
                  <a:lnTo>
                    <a:pt x="5808" y="3121"/>
                  </a:lnTo>
                  <a:lnTo>
                    <a:pt x="5038" y="4346"/>
                  </a:lnTo>
                  <a:lnTo>
                    <a:pt x="4307" y="5511"/>
                  </a:lnTo>
                  <a:lnTo>
                    <a:pt x="3695" y="6519"/>
                  </a:lnTo>
                  <a:lnTo>
                    <a:pt x="3122" y="7486"/>
                  </a:lnTo>
                  <a:lnTo>
                    <a:pt x="2964" y="7802"/>
                  </a:lnTo>
                  <a:lnTo>
                    <a:pt x="2529" y="8672"/>
                  </a:lnTo>
                  <a:lnTo>
                    <a:pt x="1956" y="9916"/>
                  </a:lnTo>
                  <a:lnTo>
                    <a:pt x="1621" y="10627"/>
                  </a:lnTo>
                  <a:lnTo>
                    <a:pt x="1305" y="11378"/>
                  </a:lnTo>
                  <a:lnTo>
                    <a:pt x="989" y="12148"/>
                  </a:lnTo>
                  <a:lnTo>
                    <a:pt x="692" y="12918"/>
                  </a:lnTo>
                  <a:lnTo>
                    <a:pt x="435" y="13669"/>
                  </a:lnTo>
                  <a:lnTo>
                    <a:pt x="238" y="14360"/>
                  </a:lnTo>
                  <a:lnTo>
                    <a:pt x="159" y="14676"/>
                  </a:lnTo>
                  <a:lnTo>
                    <a:pt x="80" y="14992"/>
                  </a:lnTo>
                  <a:lnTo>
                    <a:pt x="40" y="15288"/>
                  </a:lnTo>
                  <a:lnTo>
                    <a:pt x="21" y="15545"/>
                  </a:lnTo>
                  <a:lnTo>
                    <a:pt x="1" y="15782"/>
                  </a:lnTo>
                  <a:lnTo>
                    <a:pt x="21" y="16000"/>
                  </a:lnTo>
                  <a:lnTo>
                    <a:pt x="80" y="16177"/>
                  </a:lnTo>
                  <a:lnTo>
                    <a:pt x="139" y="16316"/>
                  </a:lnTo>
                  <a:lnTo>
                    <a:pt x="277" y="16474"/>
                  </a:lnTo>
                  <a:lnTo>
                    <a:pt x="495" y="16671"/>
                  </a:lnTo>
                  <a:lnTo>
                    <a:pt x="791" y="16928"/>
                  </a:lnTo>
                  <a:lnTo>
                    <a:pt x="1186" y="17224"/>
                  </a:lnTo>
                  <a:lnTo>
                    <a:pt x="2154" y="17935"/>
                  </a:lnTo>
                  <a:lnTo>
                    <a:pt x="3398" y="18785"/>
                  </a:lnTo>
                  <a:lnTo>
                    <a:pt x="4820" y="19733"/>
                  </a:lnTo>
                  <a:lnTo>
                    <a:pt x="6401" y="20760"/>
                  </a:lnTo>
                  <a:lnTo>
                    <a:pt x="9837" y="22952"/>
                  </a:lnTo>
                  <a:lnTo>
                    <a:pt x="13314" y="25125"/>
                  </a:lnTo>
                  <a:lnTo>
                    <a:pt x="16494" y="27080"/>
                  </a:lnTo>
                  <a:lnTo>
                    <a:pt x="20385" y="29490"/>
                  </a:lnTo>
                  <a:lnTo>
                    <a:pt x="21175" y="29984"/>
                  </a:lnTo>
                  <a:lnTo>
                    <a:pt x="22024" y="30537"/>
                  </a:lnTo>
                  <a:lnTo>
                    <a:pt x="22894" y="31070"/>
                  </a:lnTo>
                  <a:lnTo>
                    <a:pt x="23328" y="31327"/>
                  </a:lnTo>
                  <a:lnTo>
                    <a:pt x="23743" y="31564"/>
                  </a:lnTo>
                  <a:lnTo>
                    <a:pt x="24177" y="31762"/>
                  </a:lnTo>
                  <a:lnTo>
                    <a:pt x="24592" y="31939"/>
                  </a:lnTo>
                  <a:lnTo>
                    <a:pt x="25007" y="32098"/>
                  </a:lnTo>
                  <a:lnTo>
                    <a:pt x="25402" y="32196"/>
                  </a:lnTo>
                  <a:lnTo>
                    <a:pt x="25777" y="32256"/>
                  </a:lnTo>
                  <a:lnTo>
                    <a:pt x="25955" y="32275"/>
                  </a:lnTo>
                  <a:lnTo>
                    <a:pt x="26133" y="32275"/>
                  </a:lnTo>
                  <a:lnTo>
                    <a:pt x="26311" y="32256"/>
                  </a:lnTo>
                  <a:lnTo>
                    <a:pt x="26469" y="32216"/>
                  </a:lnTo>
                  <a:lnTo>
                    <a:pt x="26627" y="32177"/>
                  </a:lnTo>
                  <a:lnTo>
                    <a:pt x="26785" y="32117"/>
                  </a:lnTo>
                  <a:lnTo>
                    <a:pt x="26943" y="32019"/>
                  </a:lnTo>
                  <a:lnTo>
                    <a:pt x="27081" y="31939"/>
                  </a:lnTo>
                  <a:lnTo>
                    <a:pt x="27397" y="31702"/>
                  </a:lnTo>
                  <a:lnTo>
                    <a:pt x="27713" y="31406"/>
                  </a:lnTo>
                  <a:lnTo>
                    <a:pt x="28029" y="31070"/>
                  </a:lnTo>
                  <a:lnTo>
                    <a:pt x="28345" y="30715"/>
                  </a:lnTo>
                  <a:lnTo>
                    <a:pt x="28641" y="30320"/>
                  </a:lnTo>
                  <a:lnTo>
                    <a:pt x="28938" y="29925"/>
                  </a:lnTo>
                  <a:lnTo>
                    <a:pt x="29214" y="29530"/>
                  </a:lnTo>
                  <a:lnTo>
                    <a:pt x="29708" y="28779"/>
                  </a:lnTo>
                  <a:lnTo>
                    <a:pt x="30103" y="28127"/>
                  </a:lnTo>
                  <a:lnTo>
                    <a:pt x="30459" y="27515"/>
                  </a:lnTo>
                  <a:lnTo>
                    <a:pt x="32750" y="29194"/>
                  </a:lnTo>
                  <a:lnTo>
                    <a:pt x="34468" y="30438"/>
                  </a:lnTo>
                  <a:lnTo>
                    <a:pt x="35535" y="31189"/>
                  </a:lnTo>
                  <a:lnTo>
                    <a:pt x="35792" y="31367"/>
                  </a:lnTo>
                  <a:lnTo>
                    <a:pt x="36127" y="31525"/>
                  </a:lnTo>
                  <a:lnTo>
                    <a:pt x="36285" y="31604"/>
                  </a:lnTo>
                  <a:lnTo>
                    <a:pt x="36483" y="31663"/>
                  </a:lnTo>
                  <a:lnTo>
                    <a:pt x="36680" y="31702"/>
                  </a:lnTo>
                  <a:lnTo>
                    <a:pt x="36878" y="31742"/>
                  </a:lnTo>
                  <a:lnTo>
                    <a:pt x="37075" y="31762"/>
                  </a:lnTo>
                  <a:lnTo>
                    <a:pt x="37510" y="31762"/>
                  </a:lnTo>
                  <a:lnTo>
                    <a:pt x="37727" y="31702"/>
                  </a:lnTo>
                  <a:lnTo>
                    <a:pt x="37945" y="31643"/>
                  </a:lnTo>
                  <a:lnTo>
                    <a:pt x="38162" y="31544"/>
                  </a:lnTo>
                  <a:lnTo>
                    <a:pt x="38379" y="31426"/>
                  </a:lnTo>
                  <a:lnTo>
                    <a:pt x="38596" y="31268"/>
                  </a:lnTo>
                  <a:lnTo>
                    <a:pt x="38794" y="31090"/>
                  </a:lnTo>
                  <a:lnTo>
                    <a:pt x="38972" y="30893"/>
                  </a:lnTo>
                  <a:lnTo>
                    <a:pt x="39130" y="30675"/>
                  </a:lnTo>
                  <a:lnTo>
                    <a:pt x="39248" y="30438"/>
                  </a:lnTo>
                  <a:lnTo>
                    <a:pt x="39367" y="30201"/>
                  </a:lnTo>
                  <a:lnTo>
                    <a:pt x="39465" y="29964"/>
                  </a:lnTo>
                  <a:lnTo>
                    <a:pt x="39525" y="29708"/>
                  </a:lnTo>
                  <a:lnTo>
                    <a:pt x="39584" y="29470"/>
                  </a:lnTo>
                  <a:lnTo>
                    <a:pt x="39623" y="29214"/>
                  </a:lnTo>
                  <a:lnTo>
                    <a:pt x="39643" y="28977"/>
                  </a:lnTo>
                  <a:lnTo>
                    <a:pt x="39643" y="28759"/>
                  </a:lnTo>
                  <a:lnTo>
                    <a:pt x="39623" y="28542"/>
                  </a:lnTo>
                  <a:lnTo>
                    <a:pt x="39604" y="28345"/>
                  </a:lnTo>
                  <a:lnTo>
                    <a:pt x="39564" y="28167"/>
                  </a:lnTo>
                  <a:lnTo>
                    <a:pt x="39525" y="28009"/>
                  </a:lnTo>
                  <a:lnTo>
                    <a:pt x="39446" y="27871"/>
                  </a:lnTo>
                  <a:lnTo>
                    <a:pt x="39406" y="27811"/>
                  </a:lnTo>
                  <a:lnTo>
                    <a:pt x="39327" y="27713"/>
                  </a:lnTo>
                  <a:lnTo>
                    <a:pt x="39070" y="27515"/>
                  </a:lnTo>
                  <a:lnTo>
                    <a:pt x="38735" y="27258"/>
                  </a:lnTo>
                  <a:lnTo>
                    <a:pt x="38300" y="26942"/>
                  </a:lnTo>
                  <a:lnTo>
                    <a:pt x="37273" y="26271"/>
                  </a:lnTo>
                  <a:lnTo>
                    <a:pt x="36127" y="25560"/>
                  </a:lnTo>
                  <a:lnTo>
                    <a:pt x="35002" y="24868"/>
                  </a:lnTo>
                  <a:lnTo>
                    <a:pt x="34034" y="24276"/>
                  </a:lnTo>
                  <a:lnTo>
                    <a:pt x="33086" y="23723"/>
                  </a:lnTo>
                  <a:lnTo>
                    <a:pt x="33441" y="23051"/>
                  </a:lnTo>
                  <a:lnTo>
                    <a:pt x="34231" y="21451"/>
                  </a:lnTo>
                  <a:lnTo>
                    <a:pt x="34685" y="20464"/>
                  </a:lnTo>
                  <a:lnTo>
                    <a:pt x="35120" y="19476"/>
                  </a:lnTo>
                  <a:lnTo>
                    <a:pt x="35515" y="18548"/>
                  </a:lnTo>
                  <a:lnTo>
                    <a:pt x="35673" y="18113"/>
                  </a:lnTo>
                  <a:lnTo>
                    <a:pt x="35811" y="17738"/>
                  </a:lnTo>
                  <a:lnTo>
                    <a:pt x="35890" y="17382"/>
                  </a:lnTo>
                  <a:lnTo>
                    <a:pt x="35930" y="17066"/>
                  </a:lnTo>
                  <a:lnTo>
                    <a:pt x="35930" y="16750"/>
                  </a:lnTo>
                  <a:lnTo>
                    <a:pt x="35890" y="16474"/>
                  </a:lnTo>
                  <a:lnTo>
                    <a:pt x="35831" y="16217"/>
                  </a:lnTo>
                  <a:lnTo>
                    <a:pt x="35732" y="15960"/>
                  </a:lnTo>
                  <a:lnTo>
                    <a:pt x="35594" y="15723"/>
                  </a:lnTo>
                  <a:lnTo>
                    <a:pt x="35456" y="15506"/>
                  </a:lnTo>
                  <a:lnTo>
                    <a:pt x="35278" y="15308"/>
                  </a:lnTo>
                  <a:lnTo>
                    <a:pt x="35081" y="15111"/>
                  </a:lnTo>
                  <a:lnTo>
                    <a:pt x="34883" y="14933"/>
                  </a:lnTo>
                  <a:lnTo>
                    <a:pt x="34666" y="14755"/>
                  </a:lnTo>
                  <a:lnTo>
                    <a:pt x="34231" y="14439"/>
                  </a:lnTo>
                  <a:lnTo>
                    <a:pt x="33797" y="14143"/>
                  </a:lnTo>
                  <a:lnTo>
                    <a:pt x="32592" y="13373"/>
                  </a:lnTo>
                  <a:lnTo>
                    <a:pt x="30103" y="11812"/>
                  </a:lnTo>
                  <a:lnTo>
                    <a:pt x="26745" y="9758"/>
                  </a:lnTo>
                  <a:lnTo>
                    <a:pt x="22953" y="7427"/>
                  </a:lnTo>
                  <a:lnTo>
                    <a:pt x="19141" y="5096"/>
                  </a:lnTo>
                  <a:lnTo>
                    <a:pt x="15704" y="3042"/>
                  </a:lnTo>
                  <a:lnTo>
                    <a:pt x="13077" y="1482"/>
                  </a:lnTo>
                  <a:lnTo>
                    <a:pt x="12188" y="988"/>
                  </a:lnTo>
                  <a:lnTo>
                    <a:pt x="11655" y="711"/>
                  </a:lnTo>
                  <a:lnTo>
                    <a:pt x="11003" y="435"/>
                  </a:lnTo>
                  <a:lnTo>
                    <a:pt x="10430" y="218"/>
                  </a:lnTo>
                  <a:lnTo>
                    <a:pt x="10153" y="139"/>
                  </a:lnTo>
                  <a:lnTo>
                    <a:pt x="9897" y="79"/>
                  </a:lnTo>
                  <a:lnTo>
                    <a:pt x="9640" y="20"/>
                  </a:lnTo>
                  <a:lnTo>
                    <a:pt x="9403" y="0"/>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2"/>
            <p:cNvSpPr/>
            <p:nvPr/>
          </p:nvSpPr>
          <p:spPr>
            <a:xfrm>
              <a:off x="-1246975" y="3112925"/>
              <a:ext cx="4975" cy="3475"/>
            </a:xfrm>
            <a:custGeom>
              <a:rect b="b" l="l" r="r" t="t"/>
              <a:pathLst>
                <a:path extrusionOk="0" h="139" w="199">
                  <a:moveTo>
                    <a:pt x="198" y="0"/>
                  </a:moveTo>
                  <a:lnTo>
                    <a:pt x="1" y="139"/>
                  </a:lnTo>
                  <a:lnTo>
                    <a:pt x="1" y="139"/>
                  </a:lnTo>
                  <a:lnTo>
                    <a:pt x="80" y="99"/>
                  </a:lnTo>
                  <a:lnTo>
                    <a:pt x="198"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2"/>
            <p:cNvSpPr/>
            <p:nvPr/>
          </p:nvSpPr>
          <p:spPr>
            <a:xfrm>
              <a:off x="-1235125" y="3112925"/>
              <a:ext cx="525" cy="25"/>
            </a:xfrm>
            <a:custGeom>
              <a:rect b="b" l="l" r="r" t="t"/>
              <a:pathLst>
                <a:path extrusionOk="0" h="1" w="21">
                  <a:moveTo>
                    <a:pt x="1" y="0"/>
                  </a:moveTo>
                  <a:lnTo>
                    <a:pt x="1" y="0"/>
                  </a:lnTo>
                  <a:lnTo>
                    <a:pt x="21" y="0"/>
                  </a:lnTo>
                  <a:lnTo>
                    <a:pt x="21" y="0"/>
                  </a:lnTo>
                  <a:lnTo>
                    <a:pt x="1" y="0"/>
                  </a:lnTo>
                  <a:lnTo>
                    <a:pt x="1"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
            <p:cNvSpPr/>
            <p:nvPr/>
          </p:nvSpPr>
          <p:spPr>
            <a:xfrm>
              <a:off x="-905750" y="3252175"/>
              <a:ext cx="3975" cy="1025"/>
            </a:xfrm>
            <a:custGeom>
              <a:rect b="b" l="l" r="r" t="t"/>
              <a:pathLst>
                <a:path extrusionOk="0" h="41" w="159">
                  <a:moveTo>
                    <a:pt x="1" y="1"/>
                  </a:moveTo>
                  <a:lnTo>
                    <a:pt x="99" y="40"/>
                  </a:lnTo>
                  <a:lnTo>
                    <a:pt x="159" y="40"/>
                  </a:lnTo>
                  <a:lnTo>
                    <a:pt x="60" y="20"/>
                  </a:lnTo>
                  <a:lnTo>
                    <a:pt x="1"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
            <p:cNvSpPr/>
            <p:nvPr/>
          </p:nvSpPr>
          <p:spPr>
            <a:xfrm>
              <a:off x="-582300" y="3332175"/>
              <a:ext cx="1000" cy="525"/>
            </a:xfrm>
            <a:custGeom>
              <a:rect b="b" l="l" r="r" t="t"/>
              <a:pathLst>
                <a:path extrusionOk="0" h="21" w="40">
                  <a:moveTo>
                    <a:pt x="0" y="0"/>
                  </a:moveTo>
                  <a:lnTo>
                    <a:pt x="20" y="2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2"/>
            <p:cNvSpPr/>
            <p:nvPr/>
          </p:nvSpPr>
          <p:spPr>
            <a:xfrm>
              <a:off x="-1286950" y="3160825"/>
              <a:ext cx="2000" cy="2500"/>
            </a:xfrm>
            <a:custGeom>
              <a:rect b="b" l="l" r="r" t="t"/>
              <a:pathLst>
                <a:path extrusionOk="0" h="100" w="80">
                  <a:moveTo>
                    <a:pt x="59" y="0"/>
                  </a:moveTo>
                  <a:lnTo>
                    <a:pt x="20" y="20"/>
                  </a:lnTo>
                  <a:lnTo>
                    <a:pt x="0" y="99"/>
                  </a:lnTo>
                  <a:lnTo>
                    <a:pt x="0" y="99"/>
                  </a:lnTo>
                  <a:lnTo>
                    <a:pt x="79" y="20"/>
                  </a:lnTo>
                  <a:lnTo>
                    <a:pt x="59"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
            <p:cNvSpPr/>
            <p:nvPr/>
          </p:nvSpPr>
          <p:spPr>
            <a:xfrm>
              <a:off x="-968950" y="3215150"/>
              <a:ext cx="1000" cy="500"/>
            </a:xfrm>
            <a:custGeom>
              <a:rect b="b" l="l" r="r" t="t"/>
              <a:pathLst>
                <a:path extrusionOk="0" h="20" w="40">
                  <a:moveTo>
                    <a:pt x="40" y="0"/>
                  </a:moveTo>
                  <a:lnTo>
                    <a:pt x="40" y="0"/>
                  </a:lnTo>
                  <a:lnTo>
                    <a:pt x="0" y="20"/>
                  </a:lnTo>
                  <a:lnTo>
                    <a:pt x="0" y="20"/>
                  </a:lnTo>
                  <a:lnTo>
                    <a:pt x="40" y="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
            <p:cNvSpPr/>
            <p:nvPr/>
          </p:nvSpPr>
          <p:spPr>
            <a:xfrm>
              <a:off x="-1299300" y="3366250"/>
              <a:ext cx="1500" cy="2000"/>
            </a:xfrm>
            <a:custGeom>
              <a:rect b="b" l="l" r="r" t="t"/>
              <a:pathLst>
                <a:path extrusionOk="0" h="80" w="60">
                  <a:moveTo>
                    <a:pt x="59" y="79"/>
                  </a:moveTo>
                  <a:lnTo>
                    <a:pt x="59" y="79"/>
                  </a:lnTo>
                  <a:lnTo>
                    <a:pt x="0" y="0"/>
                  </a:lnTo>
                  <a:lnTo>
                    <a:pt x="0" y="0"/>
                  </a:lnTo>
                  <a:lnTo>
                    <a:pt x="59" y="79"/>
                  </a:lnTo>
                  <a:lnTo>
                    <a:pt x="59" y="79"/>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
            <p:cNvSpPr/>
            <p:nvPr/>
          </p:nvSpPr>
          <p:spPr>
            <a:xfrm>
              <a:off x="-621825" y="3419575"/>
              <a:ext cx="1525" cy="525"/>
            </a:xfrm>
            <a:custGeom>
              <a:rect b="b" l="l" r="r" t="t"/>
              <a:pathLst>
                <a:path extrusionOk="0" h="21" w="61">
                  <a:moveTo>
                    <a:pt x="60" y="0"/>
                  </a:moveTo>
                  <a:lnTo>
                    <a:pt x="60" y="0"/>
                  </a:lnTo>
                  <a:lnTo>
                    <a:pt x="1" y="20"/>
                  </a:lnTo>
                  <a:lnTo>
                    <a:pt x="1" y="20"/>
                  </a:lnTo>
                  <a:lnTo>
                    <a:pt x="60" y="0"/>
                  </a:lnTo>
                  <a:lnTo>
                    <a:pt x="6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
            <p:cNvSpPr/>
            <p:nvPr/>
          </p:nvSpPr>
          <p:spPr>
            <a:xfrm>
              <a:off x="-1302275" y="3165750"/>
              <a:ext cx="25" cy="525"/>
            </a:xfrm>
            <a:custGeom>
              <a:rect b="b" l="l" r="r" t="t"/>
              <a:pathLst>
                <a:path extrusionOk="0" h="21" w="1">
                  <a:moveTo>
                    <a:pt x="1" y="21"/>
                  </a:moveTo>
                  <a:lnTo>
                    <a:pt x="1" y="21"/>
                  </a:lnTo>
                  <a:lnTo>
                    <a:pt x="1" y="1"/>
                  </a:lnTo>
                  <a:lnTo>
                    <a:pt x="1" y="1"/>
                  </a:lnTo>
                  <a:lnTo>
                    <a:pt x="1" y="21"/>
                  </a:lnTo>
                  <a:lnTo>
                    <a:pt x="1" y="2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2"/>
            <p:cNvSpPr/>
            <p:nvPr/>
          </p:nvSpPr>
          <p:spPr>
            <a:xfrm>
              <a:off x="-1336825" y="3072925"/>
              <a:ext cx="793050" cy="646900"/>
            </a:xfrm>
            <a:custGeom>
              <a:rect b="b" l="l" r="r" t="t"/>
              <a:pathLst>
                <a:path extrusionOk="0" h="25876" w="31722">
                  <a:moveTo>
                    <a:pt x="3773" y="889"/>
                  </a:moveTo>
                  <a:lnTo>
                    <a:pt x="3733" y="909"/>
                  </a:lnTo>
                  <a:lnTo>
                    <a:pt x="3773" y="892"/>
                  </a:lnTo>
                  <a:lnTo>
                    <a:pt x="3773" y="892"/>
                  </a:lnTo>
                  <a:lnTo>
                    <a:pt x="3773" y="889"/>
                  </a:lnTo>
                  <a:close/>
                  <a:moveTo>
                    <a:pt x="13115" y="3971"/>
                  </a:moveTo>
                  <a:lnTo>
                    <a:pt x="13115" y="3971"/>
                  </a:lnTo>
                  <a:lnTo>
                    <a:pt x="13115" y="3971"/>
                  </a:lnTo>
                  <a:close/>
                  <a:moveTo>
                    <a:pt x="13115" y="3971"/>
                  </a:moveTo>
                  <a:lnTo>
                    <a:pt x="13135" y="3990"/>
                  </a:lnTo>
                  <a:lnTo>
                    <a:pt x="13135" y="3990"/>
                  </a:lnTo>
                  <a:lnTo>
                    <a:pt x="13115" y="3971"/>
                  </a:lnTo>
                  <a:close/>
                  <a:moveTo>
                    <a:pt x="0" y="7566"/>
                  </a:moveTo>
                  <a:lnTo>
                    <a:pt x="20" y="7803"/>
                  </a:lnTo>
                  <a:lnTo>
                    <a:pt x="79" y="7980"/>
                  </a:lnTo>
                  <a:lnTo>
                    <a:pt x="158" y="8119"/>
                  </a:lnTo>
                  <a:lnTo>
                    <a:pt x="237" y="8217"/>
                  </a:lnTo>
                  <a:lnTo>
                    <a:pt x="395" y="8375"/>
                  </a:lnTo>
                  <a:lnTo>
                    <a:pt x="564" y="8525"/>
                  </a:lnTo>
                  <a:lnTo>
                    <a:pt x="564" y="8525"/>
                  </a:lnTo>
                  <a:lnTo>
                    <a:pt x="553" y="8494"/>
                  </a:lnTo>
                  <a:lnTo>
                    <a:pt x="454" y="8237"/>
                  </a:lnTo>
                  <a:lnTo>
                    <a:pt x="494" y="8237"/>
                  </a:lnTo>
                  <a:lnTo>
                    <a:pt x="296" y="8079"/>
                  </a:lnTo>
                  <a:lnTo>
                    <a:pt x="316" y="8277"/>
                  </a:lnTo>
                  <a:lnTo>
                    <a:pt x="217" y="8138"/>
                  </a:lnTo>
                  <a:lnTo>
                    <a:pt x="119" y="7941"/>
                  </a:lnTo>
                  <a:lnTo>
                    <a:pt x="20" y="7724"/>
                  </a:lnTo>
                  <a:lnTo>
                    <a:pt x="0" y="7566"/>
                  </a:lnTo>
                  <a:close/>
                  <a:moveTo>
                    <a:pt x="564" y="8525"/>
                  </a:moveTo>
                  <a:lnTo>
                    <a:pt x="576" y="8562"/>
                  </a:lnTo>
                  <a:lnTo>
                    <a:pt x="573" y="8533"/>
                  </a:lnTo>
                  <a:lnTo>
                    <a:pt x="564" y="8525"/>
                  </a:lnTo>
                  <a:close/>
                  <a:moveTo>
                    <a:pt x="4800" y="13432"/>
                  </a:moveTo>
                  <a:lnTo>
                    <a:pt x="4820" y="13452"/>
                  </a:lnTo>
                  <a:lnTo>
                    <a:pt x="4820" y="13447"/>
                  </a:lnTo>
                  <a:lnTo>
                    <a:pt x="4800" y="13432"/>
                  </a:lnTo>
                  <a:close/>
                  <a:moveTo>
                    <a:pt x="29253" y="16000"/>
                  </a:moveTo>
                  <a:lnTo>
                    <a:pt x="29253" y="16059"/>
                  </a:lnTo>
                  <a:lnTo>
                    <a:pt x="29257" y="16077"/>
                  </a:lnTo>
                  <a:lnTo>
                    <a:pt x="29257" y="16077"/>
                  </a:lnTo>
                  <a:lnTo>
                    <a:pt x="29253" y="16000"/>
                  </a:lnTo>
                  <a:close/>
                  <a:moveTo>
                    <a:pt x="9501" y="988"/>
                  </a:moveTo>
                  <a:lnTo>
                    <a:pt x="9481" y="1028"/>
                  </a:lnTo>
                  <a:lnTo>
                    <a:pt x="9422" y="1067"/>
                  </a:lnTo>
                  <a:lnTo>
                    <a:pt x="9303" y="1087"/>
                  </a:lnTo>
                  <a:lnTo>
                    <a:pt x="9481" y="1126"/>
                  </a:lnTo>
                  <a:lnTo>
                    <a:pt x="9600" y="1186"/>
                  </a:lnTo>
                  <a:lnTo>
                    <a:pt x="9639" y="1205"/>
                  </a:lnTo>
                  <a:lnTo>
                    <a:pt x="9659" y="1245"/>
                  </a:lnTo>
                  <a:lnTo>
                    <a:pt x="9442" y="1265"/>
                  </a:lnTo>
                  <a:lnTo>
                    <a:pt x="9343" y="1284"/>
                  </a:lnTo>
                  <a:lnTo>
                    <a:pt x="9244" y="1324"/>
                  </a:lnTo>
                  <a:lnTo>
                    <a:pt x="9442" y="1383"/>
                  </a:lnTo>
                  <a:lnTo>
                    <a:pt x="9442" y="1403"/>
                  </a:lnTo>
                  <a:lnTo>
                    <a:pt x="9442" y="1423"/>
                  </a:lnTo>
                  <a:lnTo>
                    <a:pt x="9422" y="1442"/>
                  </a:lnTo>
                  <a:lnTo>
                    <a:pt x="9402" y="1462"/>
                  </a:lnTo>
                  <a:lnTo>
                    <a:pt x="9422" y="1502"/>
                  </a:lnTo>
                  <a:lnTo>
                    <a:pt x="9461" y="1541"/>
                  </a:lnTo>
                  <a:lnTo>
                    <a:pt x="9461" y="1482"/>
                  </a:lnTo>
                  <a:lnTo>
                    <a:pt x="9521" y="1462"/>
                  </a:lnTo>
                  <a:lnTo>
                    <a:pt x="9679" y="1462"/>
                  </a:lnTo>
                  <a:lnTo>
                    <a:pt x="9876" y="1521"/>
                  </a:lnTo>
                  <a:lnTo>
                    <a:pt x="10093" y="1561"/>
                  </a:lnTo>
                  <a:lnTo>
                    <a:pt x="10074" y="1581"/>
                  </a:lnTo>
                  <a:lnTo>
                    <a:pt x="10054" y="1600"/>
                  </a:lnTo>
                  <a:lnTo>
                    <a:pt x="9995" y="1600"/>
                  </a:lnTo>
                  <a:lnTo>
                    <a:pt x="9916" y="1581"/>
                  </a:lnTo>
                  <a:lnTo>
                    <a:pt x="9837" y="1581"/>
                  </a:lnTo>
                  <a:lnTo>
                    <a:pt x="9975" y="1719"/>
                  </a:lnTo>
                  <a:lnTo>
                    <a:pt x="10093" y="1798"/>
                  </a:lnTo>
                  <a:lnTo>
                    <a:pt x="10232" y="1837"/>
                  </a:lnTo>
                  <a:lnTo>
                    <a:pt x="10350" y="1857"/>
                  </a:lnTo>
                  <a:lnTo>
                    <a:pt x="10508" y="1877"/>
                  </a:lnTo>
                  <a:lnTo>
                    <a:pt x="10666" y="1897"/>
                  </a:lnTo>
                  <a:lnTo>
                    <a:pt x="10844" y="1936"/>
                  </a:lnTo>
                  <a:lnTo>
                    <a:pt x="11022" y="2035"/>
                  </a:lnTo>
                  <a:lnTo>
                    <a:pt x="10883" y="2035"/>
                  </a:lnTo>
                  <a:lnTo>
                    <a:pt x="10982" y="2055"/>
                  </a:lnTo>
                  <a:lnTo>
                    <a:pt x="11061" y="2114"/>
                  </a:lnTo>
                  <a:lnTo>
                    <a:pt x="11199" y="2213"/>
                  </a:lnTo>
                  <a:lnTo>
                    <a:pt x="11318" y="2312"/>
                  </a:lnTo>
                  <a:lnTo>
                    <a:pt x="11377" y="2331"/>
                  </a:lnTo>
                  <a:lnTo>
                    <a:pt x="11456" y="2331"/>
                  </a:lnTo>
                  <a:lnTo>
                    <a:pt x="11496" y="2391"/>
                  </a:lnTo>
                  <a:lnTo>
                    <a:pt x="11535" y="2450"/>
                  </a:lnTo>
                  <a:lnTo>
                    <a:pt x="11535" y="2529"/>
                  </a:lnTo>
                  <a:lnTo>
                    <a:pt x="11535" y="2588"/>
                  </a:lnTo>
                  <a:lnTo>
                    <a:pt x="11555" y="2628"/>
                  </a:lnTo>
                  <a:lnTo>
                    <a:pt x="11614" y="2687"/>
                  </a:lnTo>
                  <a:lnTo>
                    <a:pt x="11713" y="2766"/>
                  </a:lnTo>
                  <a:lnTo>
                    <a:pt x="11713" y="2726"/>
                  </a:lnTo>
                  <a:lnTo>
                    <a:pt x="11733" y="2707"/>
                  </a:lnTo>
                  <a:lnTo>
                    <a:pt x="11772" y="2707"/>
                  </a:lnTo>
                  <a:lnTo>
                    <a:pt x="11832" y="2746"/>
                  </a:lnTo>
                  <a:lnTo>
                    <a:pt x="11911" y="2805"/>
                  </a:lnTo>
                  <a:lnTo>
                    <a:pt x="11990" y="2865"/>
                  </a:lnTo>
                  <a:lnTo>
                    <a:pt x="12069" y="2904"/>
                  </a:lnTo>
                  <a:lnTo>
                    <a:pt x="12148" y="2924"/>
                  </a:lnTo>
                  <a:lnTo>
                    <a:pt x="12167" y="2924"/>
                  </a:lnTo>
                  <a:lnTo>
                    <a:pt x="12207" y="2904"/>
                  </a:lnTo>
                  <a:lnTo>
                    <a:pt x="12365" y="3200"/>
                  </a:lnTo>
                  <a:lnTo>
                    <a:pt x="12444" y="3200"/>
                  </a:lnTo>
                  <a:lnTo>
                    <a:pt x="12523" y="3181"/>
                  </a:lnTo>
                  <a:lnTo>
                    <a:pt x="12622" y="3102"/>
                  </a:lnTo>
                  <a:lnTo>
                    <a:pt x="12661" y="3062"/>
                  </a:lnTo>
                  <a:lnTo>
                    <a:pt x="12740" y="3062"/>
                  </a:lnTo>
                  <a:lnTo>
                    <a:pt x="12839" y="3102"/>
                  </a:lnTo>
                  <a:lnTo>
                    <a:pt x="12977" y="3220"/>
                  </a:lnTo>
                  <a:lnTo>
                    <a:pt x="13056" y="3339"/>
                  </a:lnTo>
                  <a:lnTo>
                    <a:pt x="13076" y="3398"/>
                  </a:lnTo>
                  <a:lnTo>
                    <a:pt x="13076" y="3437"/>
                  </a:lnTo>
                  <a:lnTo>
                    <a:pt x="13056" y="3457"/>
                  </a:lnTo>
                  <a:lnTo>
                    <a:pt x="13036" y="3497"/>
                  </a:lnTo>
                  <a:lnTo>
                    <a:pt x="12977" y="3516"/>
                  </a:lnTo>
                  <a:lnTo>
                    <a:pt x="12898" y="3556"/>
                  </a:lnTo>
                  <a:lnTo>
                    <a:pt x="12839" y="3595"/>
                  </a:lnTo>
                  <a:lnTo>
                    <a:pt x="12819" y="3615"/>
                  </a:lnTo>
                  <a:lnTo>
                    <a:pt x="12819" y="3655"/>
                  </a:lnTo>
                  <a:lnTo>
                    <a:pt x="12819" y="3694"/>
                  </a:lnTo>
                  <a:lnTo>
                    <a:pt x="12839" y="3734"/>
                  </a:lnTo>
                  <a:lnTo>
                    <a:pt x="13017" y="3753"/>
                  </a:lnTo>
                  <a:lnTo>
                    <a:pt x="13135" y="3990"/>
                  </a:lnTo>
                  <a:lnTo>
                    <a:pt x="13214" y="4069"/>
                  </a:lnTo>
                  <a:lnTo>
                    <a:pt x="13333" y="4168"/>
                  </a:lnTo>
                  <a:lnTo>
                    <a:pt x="13412" y="4287"/>
                  </a:lnTo>
                  <a:lnTo>
                    <a:pt x="13412" y="4326"/>
                  </a:lnTo>
                  <a:lnTo>
                    <a:pt x="13412" y="4346"/>
                  </a:lnTo>
                  <a:lnTo>
                    <a:pt x="13352" y="4346"/>
                  </a:lnTo>
                  <a:lnTo>
                    <a:pt x="13293" y="4306"/>
                  </a:lnTo>
                  <a:lnTo>
                    <a:pt x="13214" y="4267"/>
                  </a:lnTo>
                  <a:lnTo>
                    <a:pt x="13175" y="4247"/>
                  </a:lnTo>
                  <a:lnTo>
                    <a:pt x="13214" y="4287"/>
                  </a:lnTo>
                  <a:lnTo>
                    <a:pt x="13273" y="4326"/>
                  </a:lnTo>
                  <a:lnTo>
                    <a:pt x="13392" y="4464"/>
                  </a:lnTo>
                  <a:lnTo>
                    <a:pt x="13668" y="4820"/>
                  </a:lnTo>
                  <a:lnTo>
                    <a:pt x="13826" y="4978"/>
                  </a:lnTo>
                  <a:lnTo>
                    <a:pt x="14004" y="5136"/>
                  </a:lnTo>
                  <a:lnTo>
                    <a:pt x="14103" y="5195"/>
                  </a:lnTo>
                  <a:lnTo>
                    <a:pt x="14202" y="5235"/>
                  </a:lnTo>
                  <a:lnTo>
                    <a:pt x="14281" y="5255"/>
                  </a:lnTo>
                  <a:lnTo>
                    <a:pt x="14380" y="5255"/>
                  </a:lnTo>
                  <a:lnTo>
                    <a:pt x="14518" y="5373"/>
                  </a:lnTo>
                  <a:lnTo>
                    <a:pt x="14656" y="5511"/>
                  </a:lnTo>
                  <a:lnTo>
                    <a:pt x="14755" y="5610"/>
                  </a:lnTo>
                  <a:lnTo>
                    <a:pt x="14775" y="5650"/>
                  </a:lnTo>
                  <a:lnTo>
                    <a:pt x="14755" y="5689"/>
                  </a:lnTo>
                  <a:lnTo>
                    <a:pt x="14854" y="5689"/>
                  </a:lnTo>
                  <a:lnTo>
                    <a:pt x="14972" y="5748"/>
                  </a:lnTo>
                  <a:lnTo>
                    <a:pt x="15249" y="5887"/>
                  </a:lnTo>
                  <a:lnTo>
                    <a:pt x="15505" y="6045"/>
                  </a:lnTo>
                  <a:lnTo>
                    <a:pt x="15624" y="6104"/>
                  </a:lnTo>
                  <a:lnTo>
                    <a:pt x="15742" y="6124"/>
                  </a:lnTo>
                  <a:lnTo>
                    <a:pt x="15723" y="6143"/>
                  </a:lnTo>
                  <a:lnTo>
                    <a:pt x="15742" y="6183"/>
                  </a:lnTo>
                  <a:lnTo>
                    <a:pt x="15802" y="6242"/>
                  </a:lnTo>
                  <a:lnTo>
                    <a:pt x="15900" y="6321"/>
                  </a:lnTo>
                  <a:lnTo>
                    <a:pt x="16019" y="6361"/>
                  </a:lnTo>
                  <a:lnTo>
                    <a:pt x="15960" y="6321"/>
                  </a:lnTo>
                  <a:lnTo>
                    <a:pt x="15940" y="6282"/>
                  </a:lnTo>
                  <a:lnTo>
                    <a:pt x="15940" y="6262"/>
                  </a:lnTo>
                  <a:lnTo>
                    <a:pt x="15960" y="6242"/>
                  </a:lnTo>
                  <a:lnTo>
                    <a:pt x="16039" y="6222"/>
                  </a:lnTo>
                  <a:lnTo>
                    <a:pt x="16157" y="6203"/>
                  </a:lnTo>
                  <a:lnTo>
                    <a:pt x="16216" y="6282"/>
                  </a:lnTo>
                  <a:lnTo>
                    <a:pt x="16315" y="6341"/>
                  </a:lnTo>
                  <a:lnTo>
                    <a:pt x="16513" y="6459"/>
                  </a:lnTo>
                  <a:lnTo>
                    <a:pt x="16612" y="6519"/>
                  </a:lnTo>
                  <a:lnTo>
                    <a:pt x="16691" y="6578"/>
                  </a:lnTo>
                  <a:lnTo>
                    <a:pt x="16750" y="6637"/>
                  </a:lnTo>
                  <a:lnTo>
                    <a:pt x="16750" y="6716"/>
                  </a:lnTo>
                  <a:lnTo>
                    <a:pt x="16849" y="6716"/>
                  </a:lnTo>
                  <a:lnTo>
                    <a:pt x="16908" y="6696"/>
                  </a:lnTo>
                  <a:lnTo>
                    <a:pt x="16967" y="6677"/>
                  </a:lnTo>
                  <a:lnTo>
                    <a:pt x="16987" y="6637"/>
                  </a:lnTo>
                  <a:lnTo>
                    <a:pt x="17046" y="6578"/>
                  </a:lnTo>
                  <a:lnTo>
                    <a:pt x="17105" y="6499"/>
                  </a:lnTo>
                  <a:lnTo>
                    <a:pt x="17165" y="6558"/>
                  </a:lnTo>
                  <a:lnTo>
                    <a:pt x="17224" y="6637"/>
                  </a:lnTo>
                  <a:lnTo>
                    <a:pt x="17382" y="6775"/>
                  </a:lnTo>
                  <a:lnTo>
                    <a:pt x="17441" y="6854"/>
                  </a:lnTo>
                  <a:lnTo>
                    <a:pt x="17500" y="6933"/>
                  </a:lnTo>
                  <a:lnTo>
                    <a:pt x="17500" y="6993"/>
                  </a:lnTo>
                  <a:lnTo>
                    <a:pt x="17481" y="7013"/>
                  </a:lnTo>
                  <a:lnTo>
                    <a:pt x="17461" y="7032"/>
                  </a:lnTo>
                  <a:lnTo>
                    <a:pt x="17362" y="6953"/>
                  </a:lnTo>
                  <a:lnTo>
                    <a:pt x="17244" y="6874"/>
                  </a:lnTo>
                  <a:lnTo>
                    <a:pt x="17184" y="6854"/>
                  </a:lnTo>
                  <a:lnTo>
                    <a:pt x="17125" y="6854"/>
                  </a:lnTo>
                  <a:lnTo>
                    <a:pt x="17105" y="6914"/>
                  </a:lnTo>
                  <a:lnTo>
                    <a:pt x="17184" y="6993"/>
                  </a:lnTo>
                  <a:lnTo>
                    <a:pt x="17244" y="6993"/>
                  </a:lnTo>
                  <a:lnTo>
                    <a:pt x="17303" y="6973"/>
                  </a:lnTo>
                  <a:lnTo>
                    <a:pt x="17342" y="6973"/>
                  </a:lnTo>
                  <a:lnTo>
                    <a:pt x="17402" y="7013"/>
                  </a:lnTo>
                  <a:lnTo>
                    <a:pt x="17402" y="7052"/>
                  </a:lnTo>
                  <a:lnTo>
                    <a:pt x="17421" y="7111"/>
                  </a:lnTo>
                  <a:lnTo>
                    <a:pt x="17421" y="7171"/>
                  </a:lnTo>
                  <a:lnTo>
                    <a:pt x="17421" y="7210"/>
                  </a:lnTo>
                  <a:lnTo>
                    <a:pt x="17402" y="7210"/>
                  </a:lnTo>
                  <a:lnTo>
                    <a:pt x="17619" y="7348"/>
                  </a:lnTo>
                  <a:lnTo>
                    <a:pt x="17876" y="7566"/>
                  </a:lnTo>
                  <a:lnTo>
                    <a:pt x="17816" y="7467"/>
                  </a:lnTo>
                  <a:lnTo>
                    <a:pt x="17797" y="7427"/>
                  </a:lnTo>
                  <a:lnTo>
                    <a:pt x="17895" y="7427"/>
                  </a:lnTo>
                  <a:lnTo>
                    <a:pt x="18014" y="7447"/>
                  </a:lnTo>
                  <a:lnTo>
                    <a:pt x="18034" y="7447"/>
                  </a:lnTo>
                  <a:lnTo>
                    <a:pt x="18034" y="7427"/>
                  </a:lnTo>
                  <a:lnTo>
                    <a:pt x="18014" y="7388"/>
                  </a:lnTo>
                  <a:lnTo>
                    <a:pt x="17639" y="7309"/>
                  </a:lnTo>
                  <a:lnTo>
                    <a:pt x="17560" y="7250"/>
                  </a:lnTo>
                  <a:lnTo>
                    <a:pt x="17500" y="7210"/>
                  </a:lnTo>
                  <a:lnTo>
                    <a:pt x="17500" y="7171"/>
                  </a:lnTo>
                  <a:lnTo>
                    <a:pt x="17520" y="7151"/>
                  </a:lnTo>
                  <a:lnTo>
                    <a:pt x="17560" y="7111"/>
                  </a:lnTo>
                  <a:lnTo>
                    <a:pt x="17560" y="7092"/>
                  </a:lnTo>
                  <a:lnTo>
                    <a:pt x="17560" y="7052"/>
                  </a:lnTo>
                  <a:lnTo>
                    <a:pt x="17737" y="7151"/>
                  </a:lnTo>
                  <a:lnTo>
                    <a:pt x="17895" y="7210"/>
                  </a:lnTo>
                  <a:lnTo>
                    <a:pt x="18034" y="7250"/>
                  </a:lnTo>
                  <a:lnTo>
                    <a:pt x="18152" y="7269"/>
                  </a:lnTo>
                  <a:lnTo>
                    <a:pt x="18429" y="7329"/>
                  </a:lnTo>
                  <a:lnTo>
                    <a:pt x="18606" y="7368"/>
                  </a:lnTo>
                  <a:lnTo>
                    <a:pt x="18843" y="7467"/>
                  </a:lnTo>
                  <a:lnTo>
                    <a:pt x="19081" y="7645"/>
                  </a:lnTo>
                  <a:lnTo>
                    <a:pt x="19278" y="7783"/>
                  </a:lnTo>
                  <a:lnTo>
                    <a:pt x="19179" y="7743"/>
                  </a:lnTo>
                  <a:lnTo>
                    <a:pt x="19120" y="7743"/>
                  </a:lnTo>
                  <a:lnTo>
                    <a:pt x="19081" y="7763"/>
                  </a:lnTo>
                  <a:lnTo>
                    <a:pt x="19041" y="7803"/>
                  </a:lnTo>
                  <a:lnTo>
                    <a:pt x="19041" y="7842"/>
                  </a:lnTo>
                  <a:lnTo>
                    <a:pt x="19041" y="7882"/>
                  </a:lnTo>
                  <a:lnTo>
                    <a:pt x="19081" y="7921"/>
                  </a:lnTo>
                  <a:lnTo>
                    <a:pt x="19120" y="7961"/>
                  </a:lnTo>
                  <a:lnTo>
                    <a:pt x="19298" y="8000"/>
                  </a:lnTo>
                  <a:lnTo>
                    <a:pt x="19436" y="8040"/>
                  </a:lnTo>
                  <a:lnTo>
                    <a:pt x="19594" y="8099"/>
                  </a:lnTo>
                  <a:lnTo>
                    <a:pt x="19713" y="8178"/>
                  </a:lnTo>
                  <a:lnTo>
                    <a:pt x="19950" y="8336"/>
                  </a:lnTo>
                  <a:lnTo>
                    <a:pt x="20068" y="8415"/>
                  </a:lnTo>
                  <a:lnTo>
                    <a:pt x="20206" y="8474"/>
                  </a:lnTo>
                  <a:lnTo>
                    <a:pt x="20206" y="8474"/>
                  </a:lnTo>
                  <a:lnTo>
                    <a:pt x="20108" y="8415"/>
                  </a:lnTo>
                  <a:lnTo>
                    <a:pt x="20068" y="8375"/>
                  </a:lnTo>
                  <a:lnTo>
                    <a:pt x="20048" y="8356"/>
                  </a:lnTo>
                  <a:lnTo>
                    <a:pt x="20048" y="8316"/>
                  </a:lnTo>
                  <a:lnTo>
                    <a:pt x="20088" y="8296"/>
                  </a:lnTo>
                  <a:lnTo>
                    <a:pt x="20127" y="8277"/>
                  </a:lnTo>
                  <a:lnTo>
                    <a:pt x="20226" y="8257"/>
                  </a:lnTo>
                  <a:lnTo>
                    <a:pt x="20443" y="8277"/>
                  </a:lnTo>
                  <a:lnTo>
                    <a:pt x="20562" y="8296"/>
                  </a:lnTo>
                  <a:lnTo>
                    <a:pt x="20621" y="8316"/>
                  </a:lnTo>
                  <a:lnTo>
                    <a:pt x="20641" y="8356"/>
                  </a:lnTo>
                  <a:lnTo>
                    <a:pt x="20641" y="8435"/>
                  </a:lnTo>
                  <a:lnTo>
                    <a:pt x="20680" y="8474"/>
                  </a:lnTo>
                  <a:lnTo>
                    <a:pt x="20740" y="8533"/>
                  </a:lnTo>
                  <a:lnTo>
                    <a:pt x="21115" y="8612"/>
                  </a:lnTo>
                  <a:lnTo>
                    <a:pt x="21411" y="8691"/>
                  </a:lnTo>
                  <a:lnTo>
                    <a:pt x="21984" y="8869"/>
                  </a:lnTo>
                  <a:lnTo>
                    <a:pt x="22241" y="8948"/>
                  </a:lnTo>
                  <a:lnTo>
                    <a:pt x="22498" y="9007"/>
                  </a:lnTo>
                  <a:lnTo>
                    <a:pt x="22774" y="9047"/>
                  </a:lnTo>
                  <a:lnTo>
                    <a:pt x="23051" y="9067"/>
                  </a:lnTo>
                  <a:lnTo>
                    <a:pt x="23051" y="9067"/>
                  </a:lnTo>
                  <a:lnTo>
                    <a:pt x="22735" y="8830"/>
                  </a:lnTo>
                  <a:lnTo>
                    <a:pt x="22577" y="8968"/>
                  </a:lnTo>
                  <a:lnTo>
                    <a:pt x="22517" y="8909"/>
                  </a:lnTo>
                  <a:lnTo>
                    <a:pt x="22498" y="8849"/>
                  </a:lnTo>
                  <a:lnTo>
                    <a:pt x="22517" y="8770"/>
                  </a:lnTo>
                  <a:lnTo>
                    <a:pt x="22557" y="8731"/>
                  </a:lnTo>
                  <a:lnTo>
                    <a:pt x="22636" y="8672"/>
                  </a:lnTo>
                  <a:lnTo>
                    <a:pt x="22715" y="8612"/>
                  </a:lnTo>
                  <a:lnTo>
                    <a:pt x="22873" y="8553"/>
                  </a:lnTo>
                  <a:lnTo>
                    <a:pt x="22912" y="8573"/>
                  </a:lnTo>
                  <a:lnTo>
                    <a:pt x="22972" y="8593"/>
                  </a:lnTo>
                  <a:lnTo>
                    <a:pt x="23110" y="8632"/>
                  </a:lnTo>
                  <a:lnTo>
                    <a:pt x="23209" y="8691"/>
                  </a:lnTo>
                  <a:lnTo>
                    <a:pt x="23228" y="8711"/>
                  </a:lnTo>
                  <a:lnTo>
                    <a:pt x="23169" y="8731"/>
                  </a:lnTo>
                  <a:lnTo>
                    <a:pt x="23643" y="8731"/>
                  </a:lnTo>
                  <a:lnTo>
                    <a:pt x="23604" y="8711"/>
                  </a:lnTo>
                  <a:lnTo>
                    <a:pt x="23564" y="8691"/>
                  </a:lnTo>
                  <a:lnTo>
                    <a:pt x="23465" y="8652"/>
                  </a:lnTo>
                  <a:lnTo>
                    <a:pt x="23446" y="8632"/>
                  </a:lnTo>
                  <a:lnTo>
                    <a:pt x="23426" y="8612"/>
                  </a:lnTo>
                  <a:lnTo>
                    <a:pt x="23446" y="8612"/>
                  </a:lnTo>
                  <a:lnTo>
                    <a:pt x="23505" y="8593"/>
                  </a:lnTo>
                  <a:lnTo>
                    <a:pt x="23663" y="8652"/>
                  </a:lnTo>
                  <a:lnTo>
                    <a:pt x="23821" y="8731"/>
                  </a:lnTo>
                  <a:lnTo>
                    <a:pt x="23880" y="8770"/>
                  </a:lnTo>
                  <a:lnTo>
                    <a:pt x="23900" y="8790"/>
                  </a:lnTo>
                  <a:lnTo>
                    <a:pt x="23880" y="8810"/>
                  </a:lnTo>
                  <a:lnTo>
                    <a:pt x="23801" y="8830"/>
                  </a:lnTo>
                  <a:lnTo>
                    <a:pt x="23979" y="8869"/>
                  </a:lnTo>
                  <a:lnTo>
                    <a:pt x="24236" y="8869"/>
                  </a:lnTo>
                  <a:lnTo>
                    <a:pt x="24295" y="8849"/>
                  </a:lnTo>
                  <a:lnTo>
                    <a:pt x="24315" y="8830"/>
                  </a:lnTo>
                  <a:lnTo>
                    <a:pt x="24315" y="8790"/>
                  </a:lnTo>
                  <a:lnTo>
                    <a:pt x="24433" y="8810"/>
                  </a:lnTo>
                  <a:lnTo>
                    <a:pt x="24473" y="8849"/>
                  </a:lnTo>
                  <a:lnTo>
                    <a:pt x="24453" y="8869"/>
                  </a:lnTo>
                  <a:lnTo>
                    <a:pt x="24394" y="8909"/>
                  </a:lnTo>
                  <a:lnTo>
                    <a:pt x="24236" y="8968"/>
                  </a:lnTo>
                  <a:lnTo>
                    <a:pt x="24058" y="9007"/>
                  </a:lnTo>
                  <a:lnTo>
                    <a:pt x="24157" y="9047"/>
                  </a:lnTo>
                  <a:lnTo>
                    <a:pt x="24216" y="9067"/>
                  </a:lnTo>
                  <a:lnTo>
                    <a:pt x="24256" y="9106"/>
                  </a:lnTo>
                  <a:lnTo>
                    <a:pt x="24275" y="9146"/>
                  </a:lnTo>
                  <a:lnTo>
                    <a:pt x="24275" y="9185"/>
                  </a:lnTo>
                  <a:lnTo>
                    <a:pt x="24256" y="9205"/>
                  </a:lnTo>
                  <a:lnTo>
                    <a:pt x="24196" y="9244"/>
                  </a:lnTo>
                  <a:lnTo>
                    <a:pt x="24611" y="9304"/>
                  </a:lnTo>
                  <a:lnTo>
                    <a:pt x="24552" y="9323"/>
                  </a:lnTo>
                  <a:lnTo>
                    <a:pt x="24512" y="9363"/>
                  </a:lnTo>
                  <a:lnTo>
                    <a:pt x="24453" y="9403"/>
                  </a:lnTo>
                  <a:lnTo>
                    <a:pt x="24394" y="9422"/>
                  </a:lnTo>
                  <a:lnTo>
                    <a:pt x="24493" y="9462"/>
                  </a:lnTo>
                  <a:lnTo>
                    <a:pt x="24769" y="9462"/>
                  </a:lnTo>
                  <a:lnTo>
                    <a:pt x="24848" y="9482"/>
                  </a:lnTo>
                  <a:lnTo>
                    <a:pt x="24927" y="9482"/>
                  </a:lnTo>
                  <a:lnTo>
                    <a:pt x="24986" y="9521"/>
                  </a:lnTo>
                  <a:lnTo>
                    <a:pt x="25065" y="9580"/>
                  </a:lnTo>
                  <a:lnTo>
                    <a:pt x="25184" y="9462"/>
                  </a:lnTo>
                  <a:lnTo>
                    <a:pt x="25539" y="9620"/>
                  </a:lnTo>
                  <a:lnTo>
                    <a:pt x="25757" y="9719"/>
                  </a:lnTo>
                  <a:lnTo>
                    <a:pt x="26231" y="9936"/>
                  </a:lnTo>
                  <a:lnTo>
                    <a:pt x="26191" y="9817"/>
                  </a:lnTo>
                  <a:lnTo>
                    <a:pt x="26330" y="9817"/>
                  </a:lnTo>
                  <a:lnTo>
                    <a:pt x="26409" y="9857"/>
                  </a:lnTo>
                  <a:lnTo>
                    <a:pt x="26468" y="9916"/>
                  </a:lnTo>
                  <a:lnTo>
                    <a:pt x="26507" y="9975"/>
                  </a:lnTo>
                  <a:lnTo>
                    <a:pt x="26547" y="10035"/>
                  </a:lnTo>
                  <a:lnTo>
                    <a:pt x="26586" y="10114"/>
                  </a:lnTo>
                  <a:lnTo>
                    <a:pt x="26665" y="10173"/>
                  </a:lnTo>
                  <a:lnTo>
                    <a:pt x="26784" y="10252"/>
                  </a:lnTo>
                  <a:lnTo>
                    <a:pt x="26942" y="10311"/>
                  </a:lnTo>
                  <a:lnTo>
                    <a:pt x="27060" y="10351"/>
                  </a:lnTo>
                  <a:lnTo>
                    <a:pt x="27120" y="10370"/>
                  </a:lnTo>
                  <a:lnTo>
                    <a:pt x="27159" y="10351"/>
                  </a:lnTo>
                  <a:lnTo>
                    <a:pt x="27199" y="10331"/>
                  </a:lnTo>
                  <a:lnTo>
                    <a:pt x="27238" y="10291"/>
                  </a:lnTo>
                  <a:lnTo>
                    <a:pt x="27317" y="10351"/>
                  </a:lnTo>
                  <a:lnTo>
                    <a:pt x="27337" y="10410"/>
                  </a:lnTo>
                  <a:lnTo>
                    <a:pt x="27337" y="10469"/>
                  </a:lnTo>
                  <a:lnTo>
                    <a:pt x="27317" y="10528"/>
                  </a:lnTo>
                  <a:lnTo>
                    <a:pt x="27436" y="10548"/>
                  </a:lnTo>
                  <a:lnTo>
                    <a:pt x="27554" y="10607"/>
                  </a:lnTo>
                  <a:lnTo>
                    <a:pt x="27613" y="10667"/>
                  </a:lnTo>
                  <a:lnTo>
                    <a:pt x="27633" y="10706"/>
                  </a:lnTo>
                  <a:lnTo>
                    <a:pt x="27653" y="10765"/>
                  </a:lnTo>
                  <a:lnTo>
                    <a:pt x="27653" y="10825"/>
                  </a:lnTo>
                  <a:lnTo>
                    <a:pt x="27436" y="10647"/>
                  </a:lnTo>
                  <a:lnTo>
                    <a:pt x="27416" y="10686"/>
                  </a:lnTo>
                  <a:lnTo>
                    <a:pt x="27396" y="10726"/>
                  </a:lnTo>
                  <a:lnTo>
                    <a:pt x="27436" y="10825"/>
                  </a:lnTo>
                  <a:lnTo>
                    <a:pt x="27475" y="10923"/>
                  </a:lnTo>
                  <a:lnTo>
                    <a:pt x="27475" y="10963"/>
                  </a:lnTo>
                  <a:lnTo>
                    <a:pt x="27455" y="11002"/>
                  </a:lnTo>
                  <a:lnTo>
                    <a:pt x="27495" y="11042"/>
                  </a:lnTo>
                  <a:lnTo>
                    <a:pt x="27515" y="11101"/>
                  </a:lnTo>
                  <a:lnTo>
                    <a:pt x="27574" y="11200"/>
                  </a:lnTo>
                  <a:lnTo>
                    <a:pt x="27613" y="11338"/>
                  </a:lnTo>
                  <a:lnTo>
                    <a:pt x="27673" y="11595"/>
                  </a:lnTo>
                  <a:lnTo>
                    <a:pt x="27771" y="11852"/>
                  </a:lnTo>
                  <a:lnTo>
                    <a:pt x="27870" y="12089"/>
                  </a:lnTo>
                  <a:lnTo>
                    <a:pt x="28008" y="12326"/>
                  </a:lnTo>
                  <a:lnTo>
                    <a:pt x="28166" y="12523"/>
                  </a:lnTo>
                  <a:lnTo>
                    <a:pt x="28324" y="12681"/>
                  </a:lnTo>
                  <a:lnTo>
                    <a:pt x="28305" y="12583"/>
                  </a:lnTo>
                  <a:lnTo>
                    <a:pt x="28344" y="12523"/>
                  </a:lnTo>
                  <a:lnTo>
                    <a:pt x="28384" y="12484"/>
                  </a:lnTo>
                  <a:lnTo>
                    <a:pt x="28443" y="12464"/>
                  </a:lnTo>
                  <a:lnTo>
                    <a:pt x="28542" y="12484"/>
                  </a:lnTo>
                  <a:lnTo>
                    <a:pt x="28641" y="12543"/>
                  </a:lnTo>
                  <a:lnTo>
                    <a:pt x="28917" y="12721"/>
                  </a:lnTo>
                  <a:lnTo>
                    <a:pt x="28897" y="12721"/>
                  </a:lnTo>
                  <a:lnTo>
                    <a:pt x="28897" y="12741"/>
                  </a:lnTo>
                  <a:lnTo>
                    <a:pt x="28917" y="12820"/>
                  </a:lnTo>
                  <a:lnTo>
                    <a:pt x="29055" y="13017"/>
                  </a:lnTo>
                  <a:lnTo>
                    <a:pt x="29194" y="13195"/>
                  </a:lnTo>
                  <a:lnTo>
                    <a:pt x="29253" y="13274"/>
                  </a:lnTo>
                  <a:lnTo>
                    <a:pt x="29273" y="13353"/>
                  </a:lnTo>
                  <a:lnTo>
                    <a:pt x="29233" y="13373"/>
                  </a:lnTo>
                  <a:lnTo>
                    <a:pt x="29213" y="13412"/>
                  </a:lnTo>
                  <a:lnTo>
                    <a:pt x="29194" y="13511"/>
                  </a:lnTo>
                  <a:lnTo>
                    <a:pt x="29174" y="13550"/>
                  </a:lnTo>
                  <a:lnTo>
                    <a:pt x="29154" y="13570"/>
                  </a:lnTo>
                  <a:lnTo>
                    <a:pt x="29115" y="13570"/>
                  </a:lnTo>
                  <a:lnTo>
                    <a:pt x="29055" y="13531"/>
                  </a:lnTo>
                  <a:lnTo>
                    <a:pt x="29075" y="13373"/>
                  </a:lnTo>
                  <a:lnTo>
                    <a:pt x="29055" y="13333"/>
                  </a:lnTo>
                  <a:lnTo>
                    <a:pt x="29036" y="13294"/>
                  </a:lnTo>
                  <a:lnTo>
                    <a:pt x="29016" y="13254"/>
                  </a:lnTo>
                  <a:lnTo>
                    <a:pt x="28957" y="13215"/>
                  </a:lnTo>
                  <a:lnTo>
                    <a:pt x="28976" y="13353"/>
                  </a:lnTo>
                  <a:lnTo>
                    <a:pt x="29016" y="13511"/>
                  </a:lnTo>
                  <a:lnTo>
                    <a:pt x="29016" y="13570"/>
                  </a:lnTo>
                  <a:lnTo>
                    <a:pt x="29016" y="13629"/>
                  </a:lnTo>
                  <a:lnTo>
                    <a:pt x="28996" y="13728"/>
                  </a:lnTo>
                  <a:lnTo>
                    <a:pt x="28858" y="13728"/>
                  </a:lnTo>
                  <a:lnTo>
                    <a:pt x="28838" y="13708"/>
                  </a:lnTo>
                  <a:lnTo>
                    <a:pt x="28897" y="13689"/>
                  </a:lnTo>
                  <a:lnTo>
                    <a:pt x="28937" y="13649"/>
                  </a:lnTo>
                  <a:lnTo>
                    <a:pt x="28838" y="13610"/>
                  </a:lnTo>
                  <a:lnTo>
                    <a:pt x="28779" y="13610"/>
                  </a:lnTo>
                  <a:lnTo>
                    <a:pt x="28759" y="13629"/>
                  </a:lnTo>
                  <a:lnTo>
                    <a:pt x="28759" y="13649"/>
                  </a:lnTo>
                  <a:lnTo>
                    <a:pt x="28739" y="13708"/>
                  </a:lnTo>
                  <a:lnTo>
                    <a:pt x="28739" y="13748"/>
                  </a:lnTo>
                  <a:lnTo>
                    <a:pt x="28720" y="13807"/>
                  </a:lnTo>
                  <a:lnTo>
                    <a:pt x="28660" y="13866"/>
                  </a:lnTo>
                  <a:lnTo>
                    <a:pt x="28680" y="13866"/>
                  </a:lnTo>
                  <a:lnTo>
                    <a:pt x="28700" y="13886"/>
                  </a:lnTo>
                  <a:lnTo>
                    <a:pt x="28720" y="13886"/>
                  </a:lnTo>
                  <a:lnTo>
                    <a:pt x="28759" y="13847"/>
                  </a:lnTo>
                  <a:lnTo>
                    <a:pt x="28720" y="13906"/>
                  </a:lnTo>
                  <a:lnTo>
                    <a:pt x="28720" y="13965"/>
                  </a:lnTo>
                  <a:lnTo>
                    <a:pt x="28739" y="14024"/>
                  </a:lnTo>
                  <a:lnTo>
                    <a:pt x="28799" y="14104"/>
                  </a:lnTo>
                  <a:lnTo>
                    <a:pt x="28838" y="14202"/>
                  </a:lnTo>
                  <a:lnTo>
                    <a:pt x="28878" y="14321"/>
                  </a:lnTo>
                  <a:lnTo>
                    <a:pt x="28878" y="14439"/>
                  </a:lnTo>
                  <a:lnTo>
                    <a:pt x="28858" y="14499"/>
                  </a:lnTo>
                  <a:lnTo>
                    <a:pt x="28838" y="14558"/>
                  </a:lnTo>
                  <a:lnTo>
                    <a:pt x="28858" y="14538"/>
                  </a:lnTo>
                  <a:lnTo>
                    <a:pt x="28897" y="14499"/>
                  </a:lnTo>
                  <a:lnTo>
                    <a:pt x="28957" y="14499"/>
                  </a:lnTo>
                  <a:lnTo>
                    <a:pt x="28976" y="14538"/>
                  </a:lnTo>
                  <a:lnTo>
                    <a:pt x="28996" y="14578"/>
                  </a:lnTo>
                  <a:lnTo>
                    <a:pt x="29016" y="14696"/>
                  </a:lnTo>
                  <a:lnTo>
                    <a:pt x="29016" y="14775"/>
                  </a:lnTo>
                  <a:lnTo>
                    <a:pt x="28996" y="14834"/>
                  </a:lnTo>
                  <a:lnTo>
                    <a:pt x="28976" y="14874"/>
                  </a:lnTo>
                  <a:lnTo>
                    <a:pt x="28917" y="14953"/>
                  </a:lnTo>
                  <a:lnTo>
                    <a:pt x="28878" y="15032"/>
                  </a:lnTo>
                  <a:lnTo>
                    <a:pt x="28897" y="15091"/>
                  </a:lnTo>
                  <a:lnTo>
                    <a:pt x="28937" y="15170"/>
                  </a:lnTo>
                  <a:lnTo>
                    <a:pt x="28957" y="15368"/>
                  </a:lnTo>
                  <a:lnTo>
                    <a:pt x="28976" y="15545"/>
                  </a:lnTo>
                  <a:lnTo>
                    <a:pt x="28976" y="15585"/>
                  </a:lnTo>
                  <a:lnTo>
                    <a:pt x="28996" y="15644"/>
                  </a:lnTo>
                  <a:lnTo>
                    <a:pt x="29036" y="15664"/>
                  </a:lnTo>
                  <a:lnTo>
                    <a:pt x="29075" y="15624"/>
                  </a:lnTo>
                  <a:lnTo>
                    <a:pt x="29134" y="15605"/>
                  </a:lnTo>
                  <a:lnTo>
                    <a:pt x="29174" y="15565"/>
                  </a:lnTo>
                  <a:lnTo>
                    <a:pt x="29233" y="15565"/>
                  </a:lnTo>
                  <a:lnTo>
                    <a:pt x="29273" y="15585"/>
                  </a:lnTo>
                  <a:lnTo>
                    <a:pt x="29312" y="15664"/>
                  </a:lnTo>
                  <a:lnTo>
                    <a:pt x="29371" y="15763"/>
                  </a:lnTo>
                  <a:lnTo>
                    <a:pt x="29391" y="15842"/>
                  </a:lnTo>
                  <a:lnTo>
                    <a:pt x="29391" y="15940"/>
                  </a:lnTo>
                  <a:lnTo>
                    <a:pt x="29391" y="16039"/>
                  </a:lnTo>
                  <a:lnTo>
                    <a:pt x="29371" y="16237"/>
                  </a:lnTo>
                  <a:lnTo>
                    <a:pt x="29371" y="16335"/>
                  </a:lnTo>
                  <a:lnTo>
                    <a:pt x="29371" y="16434"/>
                  </a:lnTo>
                  <a:lnTo>
                    <a:pt x="29332" y="16494"/>
                  </a:lnTo>
                  <a:lnTo>
                    <a:pt x="29312" y="16513"/>
                  </a:lnTo>
                  <a:lnTo>
                    <a:pt x="29292" y="16494"/>
                  </a:lnTo>
                  <a:lnTo>
                    <a:pt x="29292" y="16454"/>
                  </a:lnTo>
                  <a:lnTo>
                    <a:pt x="29273" y="16375"/>
                  </a:lnTo>
                  <a:lnTo>
                    <a:pt x="29273" y="16158"/>
                  </a:lnTo>
                  <a:lnTo>
                    <a:pt x="29257" y="16077"/>
                  </a:lnTo>
                  <a:lnTo>
                    <a:pt x="29257" y="16077"/>
                  </a:lnTo>
                  <a:lnTo>
                    <a:pt x="29273" y="16415"/>
                  </a:lnTo>
                  <a:lnTo>
                    <a:pt x="29273" y="16849"/>
                  </a:lnTo>
                  <a:lnTo>
                    <a:pt x="29233" y="16908"/>
                  </a:lnTo>
                  <a:lnTo>
                    <a:pt x="29213" y="16928"/>
                  </a:lnTo>
                  <a:lnTo>
                    <a:pt x="29174" y="16908"/>
                  </a:lnTo>
                  <a:lnTo>
                    <a:pt x="29154" y="16849"/>
                  </a:lnTo>
                  <a:lnTo>
                    <a:pt x="29154" y="16671"/>
                  </a:lnTo>
                  <a:lnTo>
                    <a:pt x="29154" y="16474"/>
                  </a:lnTo>
                  <a:lnTo>
                    <a:pt x="29115" y="16612"/>
                  </a:lnTo>
                  <a:lnTo>
                    <a:pt x="29095" y="16731"/>
                  </a:lnTo>
                  <a:lnTo>
                    <a:pt x="29095" y="16869"/>
                  </a:lnTo>
                  <a:lnTo>
                    <a:pt x="29095" y="16987"/>
                  </a:lnTo>
                  <a:lnTo>
                    <a:pt x="29115" y="17106"/>
                  </a:lnTo>
                  <a:lnTo>
                    <a:pt x="29134" y="17205"/>
                  </a:lnTo>
                  <a:lnTo>
                    <a:pt x="29174" y="17303"/>
                  </a:lnTo>
                  <a:lnTo>
                    <a:pt x="29213" y="17343"/>
                  </a:lnTo>
                  <a:lnTo>
                    <a:pt x="29174" y="17481"/>
                  </a:lnTo>
                  <a:lnTo>
                    <a:pt x="29154" y="17600"/>
                  </a:lnTo>
                  <a:lnTo>
                    <a:pt x="29134" y="17718"/>
                  </a:lnTo>
                  <a:lnTo>
                    <a:pt x="29075" y="17856"/>
                  </a:lnTo>
                  <a:lnTo>
                    <a:pt x="29055" y="17777"/>
                  </a:lnTo>
                  <a:lnTo>
                    <a:pt x="29016" y="17718"/>
                  </a:lnTo>
                  <a:lnTo>
                    <a:pt x="28917" y="17619"/>
                  </a:lnTo>
                  <a:lnTo>
                    <a:pt x="28878" y="17560"/>
                  </a:lnTo>
                  <a:lnTo>
                    <a:pt x="28838" y="17501"/>
                  </a:lnTo>
                  <a:lnTo>
                    <a:pt x="28799" y="17422"/>
                  </a:lnTo>
                  <a:lnTo>
                    <a:pt x="28799" y="17323"/>
                  </a:lnTo>
                  <a:lnTo>
                    <a:pt x="28818" y="17185"/>
                  </a:lnTo>
                  <a:lnTo>
                    <a:pt x="28858" y="17145"/>
                  </a:lnTo>
                  <a:lnTo>
                    <a:pt x="28878" y="17145"/>
                  </a:lnTo>
                  <a:lnTo>
                    <a:pt x="28917" y="17185"/>
                  </a:lnTo>
                  <a:lnTo>
                    <a:pt x="28937" y="17224"/>
                  </a:lnTo>
                  <a:lnTo>
                    <a:pt x="28976" y="17244"/>
                  </a:lnTo>
                  <a:lnTo>
                    <a:pt x="28996" y="17244"/>
                  </a:lnTo>
                  <a:lnTo>
                    <a:pt x="29016" y="17224"/>
                  </a:lnTo>
                  <a:lnTo>
                    <a:pt x="29036" y="17106"/>
                  </a:lnTo>
                  <a:lnTo>
                    <a:pt x="28897" y="17066"/>
                  </a:lnTo>
                  <a:lnTo>
                    <a:pt x="28937" y="16987"/>
                  </a:lnTo>
                  <a:lnTo>
                    <a:pt x="28937" y="16928"/>
                  </a:lnTo>
                  <a:lnTo>
                    <a:pt x="28937" y="16810"/>
                  </a:lnTo>
                  <a:lnTo>
                    <a:pt x="28917" y="16671"/>
                  </a:lnTo>
                  <a:lnTo>
                    <a:pt x="28917" y="16533"/>
                  </a:lnTo>
                  <a:lnTo>
                    <a:pt x="28937" y="16494"/>
                  </a:lnTo>
                  <a:lnTo>
                    <a:pt x="28957" y="16513"/>
                  </a:lnTo>
                  <a:lnTo>
                    <a:pt x="28976" y="16632"/>
                  </a:lnTo>
                  <a:lnTo>
                    <a:pt x="29016" y="16158"/>
                  </a:lnTo>
                  <a:lnTo>
                    <a:pt x="29016" y="16039"/>
                  </a:lnTo>
                  <a:lnTo>
                    <a:pt x="28996" y="15940"/>
                  </a:lnTo>
                  <a:lnTo>
                    <a:pt x="28957" y="15822"/>
                  </a:lnTo>
                  <a:lnTo>
                    <a:pt x="28917" y="15723"/>
                  </a:lnTo>
                  <a:lnTo>
                    <a:pt x="28878" y="15921"/>
                  </a:lnTo>
                  <a:lnTo>
                    <a:pt x="28858" y="16118"/>
                  </a:lnTo>
                  <a:lnTo>
                    <a:pt x="28838" y="16533"/>
                  </a:lnTo>
                  <a:lnTo>
                    <a:pt x="28838" y="16711"/>
                  </a:lnTo>
                  <a:lnTo>
                    <a:pt x="28818" y="16889"/>
                  </a:lnTo>
                  <a:lnTo>
                    <a:pt x="28779" y="17027"/>
                  </a:lnTo>
                  <a:lnTo>
                    <a:pt x="28759" y="17066"/>
                  </a:lnTo>
                  <a:lnTo>
                    <a:pt x="28720" y="17106"/>
                  </a:lnTo>
                  <a:lnTo>
                    <a:pt x="28759" y="17580"/>
                  </a:lnTo>
                  <a:lnTo>
                    <a:pt x="28779" y="18054"/>
                  </a:lnTo>
                  <a:lnTo>
                    <a:pt x="28799" y="18034"/>
                  </a:lnTo>
                  <a:lnTo>
                    <a:pt x="28838" y="18014"/>
                  </a:lnTo>
                  <a:lnTo>
                    <a:pt x="28917" y="17955"/>
                  </a:lnTo>
                  <a:lnTo>
                    <a:pt x="28957" y="17935"/>
                  </a:lnTo>
                  <a:lnTo>
                    <a:pt x="28996" y="17935"/>
                  </a:lnTo>
                  <a:lnTo>
                    <a:pt x="29036" y="17955"/>
                  </a:lnTo>
                  <a:lnTo>
                    <a:pt x="29055" y="18034"/>
                  </a:lnTo>
                  <a:lnTo>
                    <a:pt x="28976" y="18074"/>
                  </a:lnTo>
                  <a:lnTo>
                    <a:pt x="28917" y="18133"/>
                  </a:lnTo>
                  <a:lnTo>
                    <a:pt x="28818" y="18271"/>
                  </a:lnTo>
                  <a:lnTo>
                    <a:pt x="28700" y="18469"/>
                  </a:lnTo>
                  <a:lnTo>
                    <a:pt x="28621" y="18686"/>
                  </a:lnTo>
                  <a:lnTo>
                    <a:pt x="28660" y="18686"/>
                  </a:lnTo>
                  <a:lnTo>
                    <a:pt x="28680" y="18706"/>
                  </a:lnTo>
                  <a:lnTo>
                    <a:pt x="28720" y="18745"/>
                  </a:lnTo>
                  <a:lnTo>
                    <a:pt x="28720" y="18844"/>
                  </a:lnTo>
                  <a:lnTo>
                    <a:pt x="28720" y="18943"/>
                  </a:lnTo>
                  <a:lnTo>
                    <a:pt x="28720" y="19042"/>
                  </a:lnTo>
                  <a:lnTo>
                    <a:pt x="28720" y="19121"/>
                  </a:lnTo>
                  <a:lnTo>
                    <a:pt x="28759" y="19160"/>
                  </a:lnTo>
                  <a:lnTo>
                    <a:pt x="28799" y="19160"/>
                  </a:lnTo>
                  <a:lnTo>
                    <a:pt x="28799" y="19081"/>
                  </a:lnTo>
                  <a:lnTo>
                    <a:pt x="28818" y="19042"/>
                  </a:lnTo>
                  <a:lnTo>
                    <a:pt x="28838" y="19002"/>
                  </a:lnTo>
                  <a:lnTo>
                    <a:pt x="28858" y="18963"/>
                  </a:lnTo>
                  <a:lnTo>
                    <a:pt x="28917" y="18923"/>
                  </a:lnTo>
                  <a:lnTo>
                    <a:pt x="28957" y="18903"/>
                  </a:lnTo>
                  <a:lnTo>
                    <a:pt x="28937" y="19022"/>
                  </a:lnTo>
                  <a:lnTo>
                    <a:pt x="28937" y="19081"/>
                  </a:lnTo>
                  <a:lnTo>
                    <a:pt x="28957" y="19101"/>
                  </a:lnTo>
                  <a:lnTo>
                    <a:pt x="28996" y="19101"/>
                  </a:lnTo>
                  <a:lnTo>
                    <a:pt x="29055" y="19121"/>
                  </a:lnTo>
                  <a:lnTo>
                    <a:pt x="29055" y="19140"/>
                  </a:lnTo>
                  <a:lnTo>
                    <a:pt x="29055" y="19200"/>
                  </a:lnTo>
                  <a:lnTo>
                    <a:pt x="28976" y="19358"/>
                  </a:lnTo>
                  <a:lnTo>
                    <a:pt x="28937" y="19437"/>
                  </a:lnTo>
                  <a:lnTo>
                    <a:pt x="28897" y="19476"/>
                  </a:lnTo>
                  <a:lnTo>
                    <a:pt x="28878" y="19456"/>
                  </a:lnTo>
                  <a:lnTo>
                    <a:pt x="28858" y="19456"/>
                  </a:lnTo>
                  <a:lnTo>
                    <a:pt x="28818" y="19476"/>
                  </a:lnTo>
                  <a:lnTo>
                    <a:pt x="28759" y="19535"/>
                  </a:lnTo>
                  <a:lnTo>
                    <a:pt x="28680" y="19693"/>
                  </a:lnTo>
                  <a:lnTo>
                    <a:pt x="28641" y="19338"/>
                  </a:lnTo>
                  <a:lnTo>
                    <a:pt x="28621" y="19101"/>
                  </a:lnTo>
                  <a:lnTo>
                    <a:pt x="28621" y="18844"/>
                  </a:lnTo>
                  <a:lnTo>
                    <a:pt x="28581" y="18844"/>
                  </a:lnTo>
                  <a:lnTo>
                    <a:pt x="28561" y="18884"/>
                  </a:lnTo>
                  <a:lnTo>
                    <a:pt x="28522" y="19002"/>
                  </a:lnTo>
                  <a:lnTo>
                    <a:pt x="28482" y="19160"/>
                  </a:lnTo>
                  <a:lnTo>
                    <a:pt x="28443" y="19219"/>
                  </a:lnTo>
                  <a:lnTo>
                    <a:pt x="28482" y="19219"/>
                  </a:lnTo>
                  <a:lnTo>
                    <a:pt x="28502" y="19239"/>
                  </a:lnTo>
                  <a:lnTo>
                    <a:pt x="28522" y="19279"/>
                  </a:lnTo>
                  <a:lnTo>
                    <a:pt x="28561" y="19338"/>
                  </a:lnTo>
                  <a:lnTo>
                    <a:pt x="28581" y="19338"/>
                  </a:lnTo>
                  <a:lnTo>
                    <a:pt x="28601" y="19298"/>
                  </a:lnTo>
                  <a:lnTo>
                    <a:pt x="28542" y="19693"/>
                  </a:lnTo>
                  <a:lnTo>
                    <a:pt x="28463" y="20088"/>
                  </a:lnTo>
                  <a:lnTo>
                    <a:pt x="28403" y="20306"/>
                  </a:lnTo>
                  <a:lnTo>
                    <a:pt x="28344" y="20503"/>
                  </a:lnTo>
                  <a:lnTo>
                    <a:pt x="28265" y="20720"/>
                  </a:lnTo>
                  <a:lnTo>
                    <a:pt x="28166" y="20918"/>
                  </a:lnTo>
                  <a:lnTo>
                    <a:pt x="28127" y="20859"/>
                  </a:lnTo>
                  <a:lnTo>
                    <a:pt x="28127" y="20799"/>
                  </a:lnTo>
                  <a:lnTo>
                    <a:pt x="28127" y="20661"/>
                  </a:lnTo>
                  <a:lnTo>
                    <a:pt x="28206" y="20365"/>
                  </a:lnTo>
                  <a:lnTo>
                    <a:pt x="28226" y="20207"/>
                  </a:lnTo>
                  <a:lnTo>
                    <a:pt x="28245" y="20088"/>
                  </a:lnTo>
                  <a:lnTo>
                    <a:pt x="28226" y="20029"/>
                  </a:lnTo>
                  <a:lnTo>
                    <a:pt x="28186" y="19990"/>
                  </a:lnTo>
                  <a:lnTo>
                    <a:pt x="28147" y="19970"/>
                  </a:lnTo>
                  <a:lnTo>
                    <a:pt x="28087" y="19970"/>
                  </a:lnTo>
                  <a:lnTo>
                    <a:pt x="28048" y="20148"/>
                  </a:lnTo>
                  <a:lnTo>
                    <a:pt x="28048" y="20266"/>
                  </a:lnTo>
                  <a:lnTo>
                    <a:pt x="28048" y="20365"/>
                  </a:lnTo>
                  <a:lnTo>
                    <a:pt x="28028" y="20404"/>
                  </a:lnTo>
                  <a:lnTo>
                    <a:pt x="27989" y="20483"/>
                  </a:lnTo>
                  <a:lnTo>
                    <a:pt x="27910" y="20523"/>
                  </a:lnTo>
                  <a:lnTo>
                    <a:pt x="27831" y="20602"/>
                  </a:lnTo>
                  <a:lnTo>
                    <a:pt x="27771" y="20701"/>
                  </a:lnTo>
                  <a:lnTo>
                    <a:pt x="27692" y="20799"/>
                  </a:lnTo>
                  <a:lnTo>
                    <a:pt x="27554" y="21056"/>
                  </a:lnTo>
                  <a:lnTo>
                    <a:pt x="27475" y="21175"/>
                  </a:lnTo>
                  <a:lnTo>
                    <a:pt x="27396" y="21293"/>
                  </a:lnTo>
                  <a:lnTo>
                    <a:pt x="27554" y="21214"/>
                  </a:lnTo>
                  <a:lnTo>
                    <a:pt x="27534" y="21274"/>
                  </a:lnTo>
                  <a:lnTo>
                    <a:pt x="27495" y="21333"/>
                  </a:lnTo>
                  <a:lnTo>
                    <a:pt x="27396" y="21451"/>
                  </a:lnTo>
                  <a:lnTo>
                    <a:pt x="27179" y="21649"/>
                  </a:lnTo>
                  <a:lnTo>
                    <a:pt x="27179" y="21590"/>
                  </a:lnTo>
                  <a:lnTo>
                    <a:pt x="27100" y="21748"/>
                  </a:lnTo>
                  <a:lnTo>
                    <a:pt x="27060" y="21748"/>
                  </a:lnTo>
                  <a:lnTo>
                    <a:pt x="27021" y="21807"/>
                  </a:lnTo>
                  <a:lnTo>
                    <a:pt x="26962" y="21886"/>
                  </a:lnTo>
                  <a:lnTo>
                    <a:pt x="26764" y="22064"/>
                  </a:lnTo>
                  <a:lnTo>
                    <a:pt x="26547" y="22222"/>
                  </a:lnTo>
                  <a:lnTo>
                    <a:pt x="26349" y="22399"/>
                  </a:lnTo>
                  <a:lnTo>
                    <a:pt x="26369" y="22419"/>
                  </a:lnTo>
                  <a:lnTo>
                    <a:pt x="26409" y="22399"/>
                  </a:lnTo>
                  <a:lnTo>
                    <a:pt x="26527" y="22320"/>
                  </a:lnTo>
                  <a:lnTo>
                    <a:pt x="26646" y="22202"/>
                  </a:lnTo>
                  <a:lnTo>
                    <a:pt x="26764" y="22103"/>
                  </a:lnTo>
                  <a:lnTo>
                    <a:pt x="26942" y="22044"/>
                  </a:lnTo>
                  <a:lnTo>
                    <a:pt x="26981" y="22024"/>
                  </a:lnTo>
                  <a:lnTo>
                    <a:pt x="27021" y="22044"/>
                  </a:lnTo>
                  <a:lnTo>
                    <a:pt x="27041" y="22064"/>
                  </a:lnTo>
                  <a:lnTo>
                    <a:pt x="27041" y="22103"/>
                  </a:lnTo>
                  <a:lnTo>
                    <a:pt x="26804" y="22320"/>
                  </a:lnTo>
                  <a:lnTo>
                    <a:pt x="26606" y="22538"/>
                  </a:lnTo>
                  <a:lnTo>
                    <a:pt x="26389" y="22755"/>
                  </a:lnTo>
                  <a:lnTo>
                    <a:pt x="26251" y="22854"/>
                  </a:lnTo>
                  <a:lnTo>
                    <a:pt x="26092" y="22952"/>
                  </a:lnTo>
                  <a:lnTo>
                    <a:pt x="26092" y="22952"/>
                  </a:lnTo>
                  <a:lnTo>
                    <a:pt x="26251" y="22913"/>
                  </a:lnTo>
                  <a:lnTo>
                    <a:pt x="26211" y="22972"/>
                  </a:lnTo>
                  <a:lnTo>
                    <a:pt x="26152" y="23012"/>
                  </a:lnTo>
                  <a:lnTo>
                    <a:pt x="26033" y="23091"/>
                  </a:lnTo>
                  <a:lnTo>
                    <a:pt x="25717" y="23229"/>
                  </a:lnTo>
                  <a:lnTo>
                    <a:pt x="25599" y="23249"/>
                  </a:lnTo>
                  <a:lnTo>
                    <a:pt x="25579" y="23229"/>
                  </a:lnTo>
                  <a:lnTo>
                    <a:pt x="25559" y="23209"/>
                  </a:lnTo>
                  <a:lnTo>
                    <a:pt x="25579" y="23170"/>
                  </a:lnTo>
                  <a:lnTo>
                    <a:pt x="25638" y="23110"/>
                  </a:lnTo>
                  <a:lnTo>
                    <a:pt x="25717" y="23012"/>
                  </a:lnTo>
                  <a:lnTo>
                    <a:pt x="25737" y="22992"/>
                  </a:lnTo>
                  <a:lnTo>
                    <a:pt x="25717" y="22972"/>
                  </a:lnTo>
                  <a:lnTo>
                    <a:pt x="25658" y="22972"/>
                  </a:lnTo>
                  <a:lnTo>
                    <a:pt x="25717" y="22913"/>
                  </a:lnTo>
                  <a:lnTo>
                    <a:pt x="25776" y="22873"/>
                  </a:lnTo>
                  <a:lnTo>
                    <a:pt x="25895" y="22794"/>
                  </a:lnTo>
                  <a:lnTo>
                    <a:pt x="25954" y="22755"/>
                  </a:lnTo>
                  <a:lnTo>
                    <a:pt x="26013" y="22715"/>
                  </a:lnTo>
                  <a:lnTo>
                    <a:pt x="26033" y="22676"/>
                  </a:lnTo>
                  <a:lnTo>
                    <a:pt x="26033" y="22617"/>
                  </a:lnTo>
                  <a:lnTo>
                    <a:pt x="25875" y="22597"/>
                  </a:lnTo>
                  <a:lnTo>
                    <a:pt x="25717" y="22577"/>
                  </a:lnTo>
                  <a:lnTo>
                    <a:pt x="25678" y="22636"/>
                  </a:lnTo>
                  <a:lnTo>
                    <a:pt x="25599" y="22676"/>
                  </a:lnTo>
                  <a:lnTo>
                    <a:pt x="25441" y="22715"/>
                  </a:lnTo>
                  <a:lnTo>
                    <a:pt x="25302" y="22735"/>
                  </a:lnTo>
                  <a:lnTo>
                    <a:pt x="25243" y="22735"/>
                  </a:lnTo>
                  <a:lnTo>
                    <a:pt x="25184" y="22755"/>
                  </a:lnTo>
                  <a:lnTo>
                    <a:pt x="25362" y="22794"/>
                  </a:lnTo>
                  <a:lnTo>
                    <a:pt x="25362" y="22834"/>
                  </a:lnTo>
                  <a:lnTo>
                    <a:pt x="25342" y="22873"/>
                  </a:lnTo>
                  <a:lnTo>
                    <a:pt x="25322" y="22873"/>
                  </a:lnTo>
                  <a:lnTo>
                    <a:pt x="25283" y="22893"/>
                  </a:lnTo>
                  <a:lnTo>
                    <a:pt x="25144" y="22873"/>
                  </a:lnTo>
                  <a:lnTo>
                    <a:pt x="25302" y="23051"/>
                  </a:lnTo>
                  <a:lnTo>
                    <a:pt x="25381" y="23031"/>
                  </a:lnTo>
                  <a:lnTo>
                    <a:pt x="25460" y="22992"/>
                  </a:lnTo>
                  <a:lnTo>
                    <a:pt x="25579" y="22893"/>
                  </a:lnTo>
                  <a:lnTo>
                    <a:pt x="25618" y="22854"/>
                  </a:lnTo>
                  <a:lnTo>
                    <a:pt x="25678" y="22814"/>
                  </a:lnTo>
                  <a:lnTo>
                    <a:pt x="25737" y="22794"/>
                  </a:lnTo>
                  <a:lnTo>
                    <a:pt x="25816" y="22794"/>
                  </a:lnTo>
                  <a:lnTo>
                    <a:pt x="25618" y="22952"/>
                  </a:lnTo>
                  <a:lnTo>
                    <a:pt x="25520" y="23091"/>
                  </a:lnTo>
                  <a:lnTo>
                    <a:pt x="25460" y="23150"/>
                  </a:lnTo>
                  <a:lnTo>
                    <a:pt x="25381" y="23209"/>
                  </a:lnTo>
                  <a:lnTo>
                    <a:pt x="25283" y="23268"/>
                  </a:lnTo>
                  <a:lnTo>
                    <a:pt x="25105" y="23328"/>
                  </a:lnTo>
                  <a:lnTo>
                    <a:pt x="25105" y="23308"/>
                  </a:lnTo>
                  <a:lnTo>
                    <a:pt x="25105" y="23288"/>
                  </a:lnTo>
                  <a:lnTo>
                    <a:pt x="25144" y="23268"/>
                  </a:lnTo>
                  <a:lnTo>
                    <a:pt x="25204" y="23249"/>
                  </a:lnTo>
                  <a:lnTo>
                    <a:pt x="25243" y="23189"/>
                  </a:lnTo>
                  <a:lnTo>
                    <a:pt x="25243" y="23189"/>
                  </a:lnTo>
                  <a:lnTo>
                    <a:pt x="25164" y="23209"/>
                  </a:lnTo>
                  <a:lnTo>
                    <a:pt x="25105" y="23229"/>
                  </a:lnTo>
                  <a:lnTo>
                    <a:pt x="24967" y="23288"/>
                  </a:lnTo>
                  <a:lnTo>
                    <a:pt x="24888" y="23328"/>
                  </a:lnTo>
                  <a:lnTo>
                    <a:pt x="24809" y="23367"/>
                  </a:lnTo>
                  <a:lnTo>
                    <a:pt x="24730" y="23387"/>
                  </a:lnTo>
                  <a:lnTo>
                    <a:pt x="24611" y="23387"/>
                  </a:lnTo>
                  <a:lnTo>
                    <a:pt x="24749" y="23328"/>
                  </a:lnTo>
                  <a:lnTo>
                    <a:pt x="24848" y="23249"/>
                  </a:lnTo>
                  <a:lnTo>
                    <a:pt x="24868" y="23209"/>
                  </a:lnTo>
                  <a:lnTo>
                    <a:pt x="24868" y="23170"/>
                  </a:lnTo>
                  <a:lnTo>
                    <a:pt x="24848" y="23130"/>
                  </a:lnTo>
                  <a:lnTo>
                    <a:pt x="24789" y="23110"/>
                  </a:lnTo>
                  <a:lnTo>
                    <a:pt x="24670" y="23288"/>
                  </a:lnTo>
                  <a:lnTo>
                    <a:pt x="24591" y="23288"/>
                  </a:lnTo>
                  <a:lnTo>
                    <a:pt x="24572" y="23249"/>
                  </a:lnTo>
                  <a:lnTo>
                    <a:pt x="24552" y="23229"/>
                  </a:lnTo>
                  <a:lnTo>
                    <a:pt x="24473" y="23229"/>
                  </a:lnTo>
                  <a:lnTo>
                    <a:pt x="24453" y="23249"/>
                  </a:lnTo>
                  <a:lnTo>
                    <a:pt x="24453" y="23308"/>
                  </a:lnTo>
                  <a:lnTo>
                    <a:pt x="24453" y="23328"/>
                  </a:lnTo>
                  <a:lnTo>
                    <a:pt x="24433" y="23347"/>
                  </a:lnTo>
                  <a:lnTo>
                    <a:pt x="24394" y="23367"/>
                  </a:lnTo>
                  <a:lnTo>
                    <a:pt x="24295" y="23367"/>
                  </a:lnTo>
                  <a:lnTo>
                    <a:pt x="24216" y="23328"/>
                  </a:lnTo>
                  <a:lnTo>
                    <a:pt x="24196" y="23308"/>
                  </a:lnTo>
                  <a:lnTo>
                    <a:pt x="24196" y="23288"/>
                  </a:lnTo>
                  <a:lnTo>
                    <a:pt x="24038" y="23288"/>
                  </a:lnTo>
                  <a:lnTo>
                    <a:pt x="23979" y="23308"/>
                  </a:lnTo>
                  <a:lnTo>
                    <a:pt x="23900" y="23347"/>
                  </a:lnTo>
                  <a:lnTo>
                    <a:pt x="23841" y="23387"/>
                  </a:lnTo>
                  <a:lnTo>
                    <a:pt x="23742" y="23407"/>
                  </a:lnTo>
                  <a:lnTo>
                    <a:pt x="23841" y="23407"/>
                  </a:lnTo>
                  <a:lnTo>
                    <a:pt x="23900" y="23446"/>
                  </a:lnTo>
                  <a:lnTo>
                    <a:pt x="23940" y="23486"/>
                  </a:lnTo>
                  <a:lnTo>
                    <a:pt x="23959" y="23525"/>
                  </a:lnTo>
                  <a:lnTo>
                    <a:pt x="23940" y="23585"/>
                  </a:lnTo>
                  <a:lnTo>
                    <a:pt x="23900" y="23624"/>
                  </a:lnTo>
                  <a:lnTo>
                    <a:pt x="23821" y="23644"/>
                  </a:lnTo>
                  <a:lnTo>
                    <a:pt x="23722" y="23664"/>
                  </a:lnTo>
                  <a:lnTo>
                    <a:pt x="23169" y="23604"/>
                  </a:lnTo>
                  <a:lnTo>
                    <a:pt x="23051" y="23565"/>
                  </a:lnTo>
                  <a:lnTo>
                    <a:pt x="22952" y="23525"/>
                  </a:lnTo>
                  <a:lnTo>
                    <a:pt x="22853" y="23466"/>
                  </a:lnTo>
                  <a:lnTo>
                    <a:pt x="22754" y="23367"/>
                  </a:lnTo>
                  <a:lnTo>
                    <a:pt x="22537" y="23387"/>
                  </a:lnTo>
                  <a:lnTo>
                    <a:pt x="22577" y="23367"/>
                  </a:lnTo>
                  <a:lnTo>
                    <a:pt x="22577" y="23328"/>
                  </a:lnTo>
                  <a:lnTo>
                    <a:pt x="22478" y="23268"/>
                  </a:lnTo>
                  <a:lnTo>
                    <a:pt x="22320" y="23209"/>
                  </a:lnTo>
                  <a:lnTo>
                    <a:pt x="22201" y="23150"/>
                  </a:lnTo>
                  <a:lnTo>
                    <a:pt x="22221" y="23130"/>
                  </a:lnTo>
                  <a:lnTo>
                    <a:pt x="22300" y="23130"/>
                  </a:lnTo>
                  <a:lnTo>
                    <a:pt x="22517" y="23209"/>
                  </a:lnTo>
                  <a:lnTo>
                    <a:pt x="22636" y="23229"/>
                  </a:lnTo>
                  <a:lnTo>
                    <a:pt x="22735" y="23249"/>
                  </a:lnTo>
                  <a:lnTo>
                    <a:pt x="22833" y="23229"/>
                  </a:lnTo>
                  <a:lnTo>
                    <a:pt x="22853" y="23189"/>
                  </a:lnTo>
                  <a:lnTo>
                    <a:pt x="22873" y="23150"/>
                  </a:lnTo>
                  <a:lnTo>
                    <a:pt x="22754" y="23091"/>
                  </a:lnTo>
                  <a:lnTo>
                    <a:pt x="22754" y="23051"/>
                  </a:lnTo>
                  <a:lnTo>
                    <a:pt x="22754" y="23031"/>
                  </a:lnTo>
                  <a:lnTo>
                    <a:pt x="22794" y="22992"/>
                  </a:lnTo>
                  <a:lnTo>
                    <a:pt x="22873" y="22972"/>
                  </a:lnTo>
                  <a:lnTo>
                    <a:pt x="22794" y="22952"/>
                  </a:lnTo>
                  <a:lnTo>
                    <a:pt x="22735" y="22952"/>
                  </a:lnTo>
                  <a:lnTo>
                    <a:pt x="22695" y="22992"/>
                  </a:lnTo>
                  <a:lnTo>
                    <a:pt x="22675" y="23012"/>
                  </a:lnTo>
                  <a:lnTo>
                    <a:pt x="22636" y="23110"/>
                  </a:lnTo>
                  <a:lnTo>
                    <a:pt x="22596" y="23130"/>
                  </a:lnTo>
                  <a:lnTo>
                    <a:pt x="22557" y="23170"/>
                  </a:lnTo>
                  <a:lnTo>
                    <a:pt x="22537" y="23130"/>
                  </a:lnTo>
                  <a:lnTo>
                    <a:pt x="22498" y="23091"/>
                  </a:lnTo>
                  <a:lnTo>
                    <a:pt x="22379" y="23012"/>
                  </a:lnTo>
                  <a:lnTo>
                    <a:pt x="22320" y="22972"/>
                  </a:lnTo>
                  <a:lnTo>
                    <a:pt x="22280" y="22933"/>
                  </a:lnTo>
                  <a:lnTo>
                    <a:pt x="22280" y="22893"/>
                  </a:lnTo>
                  <a:lnTo>
                    <a:pt x="22340" y="22873"/>
                  </a:lnTo>
                  <a:lnTo>
                    <a:pt x="22261" y="22834"/>
                  </a:lnTo>
                  <a:lnTo>
                    <a:pt x="22201" y="22814"/>
                  </a:lnTo>
                  <a:lnTo>
                    <a:pt x="21964" y="22814"/>
                  </a:lnTo>
                  <a:lnTo>
                    <a:pt x="21925" y="22794"/>
                  </a:lnTo>
                  <a:lnTo>
                    <a:pt x="21866" y="22755"/>
                  </a:lnTo>
                  <a:lnTo>
                    <a:pt x="21964" y="22676"/>
                  </a:lnTo>
                  <a:lnTo>
                    <a:pt x="22004" y="22636"/>
                  </a:lnTo>
                  <a:lnTo>
                    <a:pt x="22043" y="22577"/>
                  </a:lnTo>
                  <a:lnTo>
                    <a:pt x="21984" y="22577"/>
                  </a:lnTo>
                  <a:lnTo>
                    <a:pt x="21925" y="22518"/>
                  </a:lnTo>
                  <a:lnTo>
                    <a:pt x="21826" y="22399"/>
                  </a:lnTo>
                  <a:lnTo>
                    <a:pt x="21826" y="22419"/>
                  </a:lnTo>
                  <a:lnTo>
                    <a:pt x="21806" y="22439"/>
                  </a:lnTo>
                  <a:lnTo>
                    <a:pt x="21767" y="22459"/>
                  </a:lnTo>
                  <a:lnTo>
                    <a:pt x="21767" y="22478"/>
                  </a:lnTo>
                  <a:lnTo>
                    <a:pt x="21767" y="22498"/>
                  </a:lnTo>
                  <a:lnTo>
                    <a:pt x="21866" y="22538"/>
                  </a:lnTo>
                  <a:lnTo>
                    <a:pt x="21806" y="22557"/>
                  </a:lnTo>
                  <a:lnTo>
                    <a:pt x="21747" y="22538"/>
                  </a:lnTo>
                  <a:lnTo>
                    <a:pt x="21609" y="22439"/>
                  </a:lnTo>
                  <a:lnTo>
                    <a:pt x="21510" y="22340"/>
                  </a:lnTo>
                  <a:lnTo>
                    <a:pt x="21451" y="22320"/>
                  </a:lnTo>
                  <a:lnTo>
                    <a:pt x="21431" y="22320"/>
                  </a:lnTo>
                  <a:lnTo>
                    <a:pt x="21431" y="22281"/>
                  </a:lnTo>
                  <a:lnTo>
                    <a:pt x="21411" y="22222"/>
                  </a:lnTo>
                  <a:lnTo>
                    <a:pt x="21372" y="22162"/>
                  </a:lnTo>
                  <a:lnTo>
                    <a:pt x="21313" y="22083"/>
                  </a:lnTo>
                  <a:lnTo>
                    <a:pt x="21174" y="21945"/>
                  </a:lnTo>
                  <a:lnTo>
                    <a:pt x="21115" y="21866"/>
                  </a:lnTo>
                  <a:lnTo>
                    <a:pt x="21095" y="21787"/>
                  </a:lnTo>
                  <a:lnTo>
                    <a:pt x="21016" y="21846"/>
                  </a:lnTo>
                  <a:lnTo>
                    <a:pt x="21016" y="21886"/>
                  </a:lnTo>
                  <a:lnTo>
                    <a:pt x="21016" y="21906"/>
                  </a:lnTo>
                  <a:lnTo>
                    <a:pt x="21056" y="21965"/>
                  </a:lnTo>
                  <a:lnTo>
                    <a:pt x="21135" y="22004"/>
                  </a:lnTo>
                  <a:lnTo>
                    <a:pt x="21194" y="22044"/>
                  </a:lnTo>
                  <a:lnTo>
                    <a:pt x="21253" y="22103"/>
                  </a:lnTo>
                  <a:lnTo>
                    <a:pt x="21273" y="22123"/>
                  </a:lnTo>
                  <a:lnTo>
                    <a:pt x="21273" y="22162"/>
                  </a:lnTo>
                  <a:lnTo>
                    <a:pt x="21273" y="22202"/>
                  </a:lnTo>
                  <a:lnTo>
                    <a:pt x="21253" y="22241"/>
                  </a:lnTo>
                  <a:lnTo>
                    <a:pt x="21135" y="22162"/>
                  </a:lnTo>
                  <a:lnTo>
                    <a:pt x="21036" y="22064"/>
                  </a:lnTo>
                  <a:lnTo>
                    <a:pt x="20917" y="21925"/>
                  </a:lnTo>
                  <a:lnTo>
                    <a:pt x="20858" y="21846"/>
                  </a:lnTo>
                  <a:lnTo>
                    <a:pt x="20819" y="21767"/>
                  </a:lnTo>
                  <a:lnTo>
                    <a:pt x="20700" y="21590"/>
                  </a:lnTo>
                  <a:lnTo>
                    <a:pt x="20700" y="21570"/>
                  </a:lnTo>
                  <a:lnTo>
                    <a:pt x="20680" y="21530"/>
                  </a:lnTo>
                  <a:lnTo>
                    <a:pt x="20641" y="21432"/>
                  </a:lnTo>
                  <a:lnTo>
                    <a:pt x="20582" y="21254"/>
                  </a:lnTo>
                  <a:lnTo>
                    <a:pt x="20522" y="21096"/>
                  </a:lnTo>
                  <a:lnTo>
                    <a:pt x="20463" y="20918"/>
                  </a:lnTo>
                  <a:lnTo>
                    <a:pt x="20404" y="20740"/>
                  </a:lnTo>
                  <a:lnTo>
                    <a:pt x="20345" y="20562"/>
                  </a:lnTo>
                  <a:lnTo>
                    <a:pt x="20325" y="20306"/>
                  </a:lnTo>
                  <a:lnTo>
                    <a:pt x="20345" y="20167"/>
                  </a:lnTo>
                  <a:lnTo>
                    <a:pt x="20364" y="20128"/>
                  </a:lnTo>
                  <a:lnTo>
                    <a:pt x="20384" y="20148"/>
                  </a:lnTo>
                  <a:lnTo>
                    <a:pt x="20463" y="20227"/>
                  </a:lnTo>
                  <a:lnTo>
                    <a:pt x="20503" y="20227"/>
                  </a:lnTo>
                  <a:lnTo>
                    <a:pt x="20522" y="20207"/>
                  </a:lnTo>
                  <a:lnTo>
                    <a:pt x="20542" y="20167"/>
                  </a:lnTo>
                  <a:lnTo>
                    <a:pt x="20661" y="20681"/>
                  </a:lnTo>
                  <a:lnTo>
                    <a:pt x="20700" y="20898"/>
                  </a:lnTo>
                  <a:lnTo>
                    <a:pt x="20740" y="21056"/>
                  </a:lnTo>
                  <a:lnTo>
                    <a:pt x="20819" y="21392"/>
                  </a:lnTo>
                  <a:lnTo>
                    <a:pt x="20858" y="21530"/>
                  </a:lnTo>
                  <a:lnTo>
                    <a:pt x="20898" y="21570"/>
                  </a:lnTo>
                  <a:lnTo>
                    <a:pt x="20937" y="21609"/>
                  </a:lnTo>
                  <a:lnTo>
                    <a:pt x="20898" y="21511"/>
                  </a:lnTo>
                  <a:lnTo>
                    <a:pt x="20878" y="21471"/>
                  </a:lnTo>
                  <a:lnTo>
                    <a:pt x="20858" y="21432"/>
                  </a:lnTo>
                  <a:lnTo>
                    <a:pt x="20838" y="21293"/>
                  </a:lnTo>
                  <a:lnTo>
                    <a:pt x="20759" y="21036"/>
                  </a:lnTo>
                  <a:lnTo>
                    <a:pt x="20720" y="20918"/>
                  </a:lnTo>
                  <a:lnTo>
                    <a:pt x="20700" y="20760"/>
                  </a:lnTo>
                  <a:lnTo>
                    <a:pt x="20562" y="20167"/>
                  </a:lnTo>
                  <a:lnTo>
                    <a:pt x="20463" y="19674"/>
                  </a:lnTo>
                  <a:lnTo>
                    <a:pt x="20364" y="19674"/>
                  </a:lnTo>
                  <a:lnTo>
                    <a:pt x="20246" y="19693"/>
                  </a:lnTo>
                  <a:lnTo>
                    <a:pt x="20068" y="19753"/>
                  </a:lnTo>
                  <a:lnTo>
                    <a:pt x="19792" y="19772"/>
                  </a:lnTo>
                  <a:lnTo>
                    <a:pt x="19594" y="19753"/>
                  </a:lnTo>
                  <a:lnTo>
                    <a:pt x="19416" y="19713"/>
                  </a:lnTo>
                  <a:lnTo>
                    <a:pt x="19239" y="19674"/>
                  </a:lnTo>
                  <a:lnTo>
                    <a:pt x="19041" y="19634"/>
                  </a:lnTo>
                  <a:lnTo>
                    <a:pt x="18824" y="19595"/>
                  </a:lnTo>
                  <a:lnTo>
                    <a:pt x="18527" y="19575"/>
                  </a:lnTo>
                  <a:lnTo>
                    <a:pt x="18448" y="19595"/>
                  </a:lnTo>
                  <a:lnTo>
                    <a:pt x="18409" y="19575"/>
                  </a:lnTo>
                  <a:lnTo>
                    <a:pt x="18310" y="19595"/>
                  </a:lnTo>
                  <a:lnTo>
                    <a:pt x="18350" y="19654"/>
                  </a:lnTo>
                  <a:lnTo>
                    <a:pt x="18369" y="19713"/>
                  </a:lnTo>
                  <a:lnTo>
                    <a:pt x="18429" y="19753"/>
                  </a:lnTo>
                  <a:lnTo>
                    <a:pt x="18606" y="19772"/>
                  </a:lnTo>
                  <a:lnTo>
                    <a:pt x="18508" y="19792"/>
                  </a:lnTo>
                  <a:lnTo>
                    <a:pt x="18409" y="19792"/>
                  </a:lnTo>
                  <a:lnTo>
                    <a:pt x="18290" y="19772"/>
                  </a:lnTo>
                  <a:lnTo>
                    <a:pt x="18053" y="19753"/>
                  </a:lnTo>
                  <a:lnTo>
                    <a:pt x="18034" y="19772"/>
                  </a:lnTo>
                  <a:lnTo>
                    <a:pt x="18034" y="19792"/>
                  </a:lnTo>
                  <a:lnTo>
                    <a:pt x="18093" y="19832"/>
                  </a:lnTo>
                  <a:lnTo>
                    <a:pt x="18132" y="19851"/>
                  </a:lnTo>
                  <a:lnTo>
                    <a:pt x="18132" y="19871"/>
                  </a:lnTo>
                  <a:lnTo>
                    <a:pt x="18113" y="19891"/>
                  </a:lnTo>
                  <a:lnTo>
                    <a:pt x="18053" y="19891"/>
                  </a:lnTo>
                  <a:lnTo>
                    <a:pt x="17915" y="19851"/>
                  </a:lnTo>
                  <a:lnTo>
                    <a:pt x="17856" y="19812"/>
                  </a:lnTo>
                  <a:lnTo>
                    <a:pt x="17856" y="19792"/>
                  </a:lnTo>
                  <a:lnTo>
                    <a:pt x="17856" y="19753"/>
                  </a:lnTo>
                  <a:lnTo>
                    <a:pt x="17737" y="19753"/>
                  </a:lnTo>
                  <a:lnTo>
                    <a:pt x="17619" y="19713"/>
                  </a:lnTo>
                  <a:lnTo>
                    <a:pt x="17540" y="19674"/>
                  </a:lnTo>
                  <a:lnTo>
                    <a:pt x="17500" y="19614"/>
                  </a:lnTo>
                  <a:lnTo>
                    <a:pt x="17441" y="19575"/>
                  </a:lnTo>
                  <a:lnTo>
                    <a:pt x="17382" y="19535"/>
                  </a:lnTo>
                  <a:lnTo>
                    <a:pt x="17283" y="19535"/>
                  </a:lnTo>
                  <a:lnTo>
                    <a:pt x="17125" y="19555"/>
                  </a:lnTo>
                  <a:lnTo>
                    <a:pt x="17165" y="19575"/>
                  </a:lnTo>
                  <a:lnTo>
                    <a:pt x="17224" y="19595"/>
                  </a:lnTo>
                  <a:lnTo>
                    <a:pt x="17283" y="19595"/>
                  </a:lnTo>
                  <a:lnTo>
                    <a:pt x="17362" y="19634"/>
                  </a:lnTo>
                  <a:lnTo>
                    <a:pt x="17362" y="19654"/>
                  </a:lnTo>
                  <a:lnTo>
                    <a:pt x="17342" y="19693"/>
                  </a:lnTo>
                  <a:lnTo>
                    <a:pt x="17303" y="19713"/>
                  </a:lnTo>
                  <a:lnTo>
                    <a:pt x="17244" y="19753"/>
                  </a:lnTo>
                  <a:lnTo>
                    <a:pt x="17086" y="19772"/>
                  </a:lnTo>
                  <a:lnTo>
                    <a:pt x="16908" y="19772"/>
                  </a:lnTo>
                  <a:lnTo>
                    <a:pt x="16928" y="19753"/>
                  </a:lnTo>
                  <a:lnTo>
                    <a:pt x="16908" y="19733"/>
                  </a:lnTo>
                  <a:lnTo>
                    <a:pt x="16849" y="19693"/>
                  </a:lnTo>
                  <a:lnTo>
                    <a:pt x="16730" y="19674"/>
                  </a:lnTo>
                  <a:lnTo>
                    <a:pt x="16631" y="19634"/>
                  </a:lnTo>
                  <a:lnTo>
                    <a:pt x="16631" y="19595"/>
                  </a:lnTo>
                  <a:lnTo>
                    <a:pt x="16651" y="19575"/>
                  </a:lnTo>
                  <a:lnTo>
                    <a:pt x="16789" y="19614"/>
                  </a:lnTo>
                  <a:lnTo>
                    <a:pt x="16947" y="19654"/>
                  </a:lnTo>
                  <a:lnTo>
                    <a:pt x="17007" y="19654"/>
                  </a:lnTo>
                  <a:lnTo>
                    <a:pt x="17066" y="19634"/>
                  </a:lnTo>
                  <a:lnTo>
                    <a:pt x="16710" y="19516"/>
                  </a:lnTo>
                  <a:lnTo>
                    <a:pt x="16770" y="19555"/>
                  </a:lnTo>
                  <a:lnTo>
                    <a:pt x="16335" y="19535"/>
                  </a:lnTo>
                  <a:lnTo>
                    <a:pt x="16335" y="19535"/>
                  </a:lnTo>
                  <a:lnTo>
                    <a:pt x="16414" y="19555"/>
                  </a:lnTo>
                  <a:lnTo>
                    <a:pt x="16473" y="19595"/>
                  </a:lnTo>
                  <a:lnTo>
                    <a:pt x="16473" y="19614"/>
                  </a:lnTo>
                  <a:lnTo>
                    <a:pt x="16473" y="19654"/>
                  </a:lnTo>
                  <a:lnTo>
                    <a:pt x="16434" y="19674"/>
                  </a:lnTo>
                  <a:lnTo>
                    <a:pt x="16394" y="19693"/>
                  </a:lnTo>
                  <a:lnTo>
                    <a:pt x="16276" y="19693"/>
                  </a:lnTo>
                  <a:lnTo>
                    <a:pt x="16078" y="19595"/>
                  </a:lnTo>
                  <a:lnTo>
                    <a:pt x="15920" y="19476"/>
                  </a:lnTo>
                  <a:lnTo>
                    <a:pt x="15861" y="19437"/>
                  </a:lnTo>
                  <a:lnTo>
                    <a:pt x="15841" y="19377"/>
                  </a:lnTo>
                  <a:lnTo>
                    <a:pt x="15821" y="19338"/>
                  </a:lnTo>
                  <a:lnTo>
                    <a:pt x="15841" y="19279"/>
                  </a:lnTo>
                  <a:lnTo>
                    <a:pt x="15841" y="19279"/>
                  </a:lnTo>
                  <a:lnTo>
                    <a:pt x="15802" y="19318"/>
                  </a:lnTo>
                  <a:lnTo>
                    <a:pt x="15663" y="19318"/>
                  </a:lnTo>
                  <a:lnTo>
                    <a:pt x="15565" y="19279"/>
                  </a:lnTo>
                  <a:lnTo>
                    <a:pt x="15367" y="19200"/>
                  </a:lnTo>
                  <a:lnTo>
                    <a:pt x="15170" y="19101"/>
                  </a:lnTo>
                  <a:lnTo>
                    <a:pt x="15170" y="19101"/>
                  </a:lnTo>
                  <a:lnTo>
                    <a:pt x="15249" y="19160"/>
                  </a:lnTo>
                  <a:lnTo>
                    <a:pt x="15268" y="19219"/>
                  </a:lnTo>
                  <a:lnTo>
                    <a:pt x="15268" y="19239"/>
                  </a:lnTo>
                  <a:lnTo>
                    <a:pt x="15150" y="19239"/>
                  </a:lnTo>
                  <a:lnTo>
                    <a:pt x="15051" y="19219"/>
                  </a:lnTo>
                  <a:lnTo>
                    <a:pt x="14913" y="19042"/>
                  </a:lnTo>
                  <a:lnTo>
                    <a:pt x="14775" y="18864"/>
                  </a:lnTo>
                  <a:lnTo>
                    <a:pt x="14873" y="18923"/>
                  </a:lnTo>
                  <a:lnTo>
                    <a:pt x="14952" y="18923"/>
                  </a:lnTo>
                  <a:lnTo>
                    <a:pt x="14952" y="18903"/>
                  </a:lnTo>
                  <a:lnTo>
                    <a:pt x="14933" y="18864"/>
                  </a:lnTo>
                  <a:lnTo>
                    <a:pt x="14873" y="18745"/>
                  </a:lnTo>
                  <a:lnTo>
                    <a:pt x="14873" y="18706"/>
                  </a:lnTo>
                  <a:lnTo>
                    <a:pt x="14893" y="18686"/>
                  </a:lnTo>
                  <a:lnTo>
                    <a:pt x="15051" y="18686"/>
                  </a:lnTo>
                  <a:lnTo>
                    <a:pt x="15110" y="18725"/>
                  </a:lnTo>
                  <a:lnTo>
                    <a:pt x="15189" y="18765"/>
                  </a:lnTo>
                  <a:lnTo>
                    <a:pt x="15466" y="18982"/>
                  </a:lnTo>
                  <a:lnTo>
                    <a:pt x="15367" y="18844"/>
                  </a:lnTo>
                  <a:lnTo>
                    <a:pt x="15249" y="18765"/>
                  </a:lnTo>
                  <a:lnTo>
                    <a:pt x="15150" y="18706"/>
                  </a:lnTo>
                  <a:lnTo>
                    <a:pt x="15031" y="18666"/>
                  </a:lnTo>
                  <a:lnTo>
                    <a:pt x="14913" y="18627"/>
                  </a:lnTo>
                  <a:lnTo>
                    <a:pt x="14814" y="18587"/>
                  </a:lnTo>
                  <a:lnTo>
                    <a:pt x="14696" y="18508"/>
                  </a:lnTo>
                  <a:lnTo>
                    <a:pt x="14656" y="18469"/>
                  </a:lnTo>
                  <a:lnTo>
                    <a:pt x="14617" y="18409"/>
                  </a:lnTo>
                  <a:lnTo>
                    <a:pt x="14656" y="18370"/>
                  </a:lnTo>
                  <a:lnTo>
                    <a:pt x="14696" y="18350"/>
                  </a:lnTo>
                  <a:lnTo>
                    <a:pt x="14775" y="18370"/>
                  </a:lnTo>
                  <a:lnTo>
                    <a:pt x="14854" y="18429"/>
                  </a:lnTo>
                  <a:lnTo>
                    <a:pt x="14834" y="18409"/>
                  </a:lnTo>
                  <a:lnTo>
                    <a:pt x="14794" y="18370"/>
                  </a:lnTo>
                  <a:lnTo>
                    <a:pt x="14656" y="18311"/>
                  </a:lnTo>
                  <a:lnTo>
                    <a:pt x="14498" y="18212"/>
                  </a:lnTo>
                  <a:lnTo>
                    <a:pt x="14419" y="18153"/>
                  </a:lnTo>
                  <a:lnTo>
                    <a:pt x="14360" y="18054"/>
                  </a:lnTo>
                  <a:lnTo>
                    <a:pt x="14360" y="18133"/>
                  </a:lnTo>
                  <a:lnTo>
                    <a:pt x="14360" y="18212"/>
                  </a:lnTo>
                  <a:lnTo>
                    <a:pt x="14340" y="18251"/>
                  </a:lnTo>
                  <a:lnTo>
                    <a:pt x="14301" y="18251"/>
                  </a:lnTo>
                  <a:lnTo>
                    <a:pt x="14241" y="18232"/>
                  </a:lnTo>
                  <a:lnTo>
                    <a:pt x="14162" y="18192"/>
                  </a:lnTo>
                  <a:lnTo>
                    <a:pt x="14064" y="17975"/>
                  </a:lnTo>
                  <a:lnTo>
                    <a:pt x="13925" y="17758"/>
                  </a:lnTo>
                  <a:lnTo>
                    <a:pt x="13787" y="17639"/>
                  </a:lnTo>
                  <a:lnTo>
                    <a:pt x="13668" y="17560"/>
                  </a:lnTo>
                  <a:lnTo>
                    <a:pt x="13550" y="17560"/>
                  </a:lnTo>
                  <a:lnTo>
                    <a:pt x="13491" y="17580"/>
                  </a:lnTo>
                  <a:lnTo>
                    <a:pt x="13313" y="17580"/>
                  </a:lnTo>
                  <a:lnTo>
                    <a:pt x="13155" y="17521"/>
                  </a:lnTo>
                  <a:lnTo>
                    <a:pt x="13293" y="17659"/>
                  </a:lnTo>
                  <a:lnTo>
                    <a:pt x="13412" y="17797"/>
                  </a:lnTo>
                  <a:lnTo>
                    <a:pt x="13372" y="17817"/>
                  </a:lnTo>
                  <a:lnTo>
                    <a:pt x="13333" y="17817"/>
                  </a:lnTo>
                  <a:lnTo>
                    <a:pt x="13254" y="17777"/>
                  </a:lnTo>
                  <a:lnTo>
                    <a:pt x="13056" y="17679"/>
                  </a:lnTo>
                  <a:lnTo>
                    <a:pt x="12938" y="17639"/>
                  </a:lnTo>
                  <a:lnTo>
                    <a:pt x="12859" y="17600"/>
                  </a:lnTo>
                  <a:lnTo>
                    <a:pt x="12760" y="17600"/>
                  </a:lnTo>
                  <a:lnTo>
                    <a:pt x="12740" y="17639"/>
                  </a:lnTo>
                  <a:lnTo>
                    <a:pt x="12918" y="17698"/>
                  </a:lnTo>
                  <a:lnTo>
                    <a:pt x="13096" y="17738"/>
                  </a:lnTo>
                  <a:lnTo>
                    <a:pt x="13273" y="17817"/>
                  </a:lnTo>
                  <a:lnTo>
                    <a:pt x="13372" y="17856"/>
                  </a:lnTo>
                  <a:lnTo>
                    <a:pt x="13451" y="17935"/>
                  </a:lnTo>
                  <a:lnTo>
                    <a:pt x="13431" y="17995"/>
                  </a:lnTo>
                  <a:lnTo>
                    <a:pt x="13392" y="17995"/>
                  </a:lnTo>
                  <a:lnTo>
                    <a:pt x="13333" y="17975"/>
                  </a:lnTo>
                  <a:lnTo>
                    <a:pt x="13234" y="17916"/>
                  </a:lnTo>
                  <a:lnTo>
                    <a:pt x="13036" y="17837"/>
                  </a:lnTo>
                  <a:lnTo>
                    <a:pt x="12957" y="17797"/>
                  </a:lnTo>
                  <a:lnTo>
                    <a:pt x="12878" y="17797"/>
                  </a:lnTo>
                  <a:lnTo>
                    <a:pt x="12582" y="17619"/>
                  </a:lnTo>
                  <a:lnTo>
                    <a:pt x="12424" y="17540"/>
                  </a:lnTo>
                  <a:lnTo>
                    <a:pt x="12108" y="17323"/>
                  </a:lnTo>
                  <a:lnTo>
                    <a:pt x="12128" y="17284"/>
                  </a:lnTo>
                  <a:lnTo>
                    <a:pt x="12167" y="17244"/>
                  </a:lnTo>
                  <a:lnTo>
                    <a:pt x="12246" y="17205"/>
                  </a:lnTo>
                  <a:lnTo>
                    <a:pt x="12365" y="17165"/>
                  </a:lnTo>
                  <a:lnTo>
                    <a:pt x="12503" y="17145"/>
                  </a:lnTo>
                  <a:lnTo>
                    <a:pt x="12641" y="17126"/>
                  </a:lnTo>
                  <a:lnTo>
                    <a:pt x="12760" y="17086"/>
                  </a:lnTo>
                  <a:lnTo>
                    <a:pt x="12799" y="17066"/>
                  </a:lnTo>
                  <a:lnTo>
                    <a:pt x="12859" y="17027"/>
                  </a:lnTo>
                  <a:lnTo>
                    <a:pt x="12878" y="16987"/>
                  </a:lnTo>
                  <a:lnTo>
                    <a:pt x="12878" y="16928"/>
                  </a:lnTo>
                  <a:lnTo>
                    <a:pt x="12424" y="16810"/>
                  </a:lnTo>
                  <a:lnTo>
                    <a:pt x="12029" y="16731"/>
                  </a:lnTo>
                  <a:lnTo>
                    <a:pt x="11891" y="16671"/>
                  </a:lnTo>
                  <a:lnTo>
                    <a:pt x="11753" y="16612"/>
                  </a:lnTo>
                  <a:lnTo>
                    <a:pt x="11634" y="16533"/>
                  </a:lnTo>
                  <a:lnTo>
                    <a:pt x="11535" y="16454"/>
                  </a:lnTo>
                  <a:lnTo>
                    <a:pt x="11417" y="16434"/>
                  </a:lnTo>
                  <a:lnTo>
                    <a:pt x="11318" y="16415"/>
                  </a:lnTo>
                  <a:lnTo>
                    <a:pt x="11239" y="16434"/>
                  </a:lnTo>
                  <a:lnTo>
                    <a:pt x="11180" y="16454"/>
                  </a:lnTo>
                  <a:lnTo>
                    <a:pt x="11140" y="16494"/>
                  </a:lnTo>
                  <a:lnTo>
                    <a:pt x="11101" y="16553"/>
                  </a:lnTo>
                  <a:lnTo>
                    <a:pt x="11081" y="16652"/>
                  </a:lnTo>
                  <a:lnTo>
                    <a:pt x="10982" y="16612"/>
                  </a:lnTo>
                  <a:lnTo>
                    <a:pt x="10903" y="16553"/>
                  </a:lnTo>
                  <a:lnTo>
                    <a:pt x="10785" y="16434"/>
                  </a:lnTo>
                  <a:lnTo>
                    <a:pt x="10785" y="16434"/>
                  </a:lnTo>
                  <a:lnTo>
                    <a:pt x="10982" y="16474"/>
                  </a:lnTo>
                  <a:lnTo>
                    <a:pt x="10666" y="16335"/>
                  </a:lnTo>
                  <a:lnTo>
                    <a:pt x="10370" y="16177"/>
                  </a:lnTo>
                  <a:lnTo>
                    <a:pt x="10074" y="16000"/>
                  </a:lnTo>
                  <a:lnTo>
                    <a:pt x="9738" y="15763"/>
                  </a:lnTo>
                  <a:lnTo>
                    <a:pt x="9639" y="15723"/>
                  </a:lnTo>
                  <a:lnTo>
                    <a:pt x="9560" y="15703"/>
                  </a:lnTo>
                  <a:lnTo>
                    <a:pt x="9521" y="15723"/>
                  </a:lnTo>
                  <a:lnTo>
                    <a:pt x="9481" y="15743"/>
                  </a:lnTo>
                  <a:lnTo>
                    <a:pt x="9461" y="15782"/>
                  </a:lnTo>
                  <a:lnTo>
                    <a:pt x="9461" y="15822"/>
                  </a:lnTo>
                  <a:lnTo>
                    <a:pt x="9461" y="15940"/>
                  </a:lnTo>
                  <a:lnTo>
                    <a:pt x="9145" y="15743"/>
                  </a:lnTo>
                  <a:lnTo>
                    <a:pt x="9185" y="15802"/>
                  </a:lnTo>
                  <a:lnTo>
                    <a:pt x="9106" y="15822"/>
                  </a:lnTo>
                  <a:lnTo>
                    <a:pt x="9046" y="15802"/>
                  </a:lnTo>
                  <a:lnTo>
                    <a:pt x="8967" y="15782"/>
                  </a:lnTo>
                  <a:lnTo>
                    <a:pt x="8888" y="15723"/>
                  </a:lnTo>
                  <a:lnTo>
                    <a:pt x="8730" y="15624"/>
                  </a:lnTo>
                  <a:lnTo>
                    <a:pt x="8592" y="15506"/>
                  </a:lnTo>
                  <a:lnTo>
                    <a:pt x="8592" y="15486"/>
                  </a:lnTo>
                  <a:lnTo>
                    <a:pt x="8770" y="15486"/>
                  </a:lnTo>
                  <a:lnTo>
                    <a:pt x="8632" y="15348"/>
                  </a:lnTo>
                  <a:lnTo>
                    <a:pt x="8474" y="15249"/>
                  </a:lnTo>
                  <a:lnTo>
                    <a:pt x="8296" y="15150"/>
                  </a:lnTo>
                  <a:lnTo>
                    <a:pt x="8158" y="15091"/>
                  </a:lnTo>
                  <a:lnTo>
                    <a:pt x="8217" y="15052"/>
                  </a:lnTo>
                  <a:lnTo>
                    <a:pt x="8375" y="15052"/>
                  </a:lnTo>
                  <a:lnTo>
                    <a:pt x="8434" y="15091"/>
                  </a:lnTo>
                  <a:lnTo>
                    <a:pt x="8513" y="15131"/>
                  </a:lnTo>
                  <a:lnTo>
                    <a:pt x="8592" y="15190"/>
                  </a:lnTo>
                  <a:lnTo>
                    <a:pt x="8592" y="15210"/>
                  </a:lnTo>
                  <a:lnTo>
                    <a:pt x="8592" y="15249"/>
                  </a:lnTo>
                  <a:lnTo>
                    <a:pt x="8987" y="15427"/>
                  </a:lnTo>
                  <a:lnTo>
                    <a:pt x="8829" y="15348"/>
                  </a:lnTo>
                  <a:lnTo>
                    <a:pt x="8711" y="15249"/>
                  </a:lnTo>
                  <a:lnTo>
                    <a:pt x="8592" y="15150"/>
                  </a:lnTo>
                  <a:lnTo>
                    <a:pt x="8533" y="15071"/>
                  </a:lnTo>
                  <a:lnTo>
                    <a:pt x="8474" y="14973"/>
                  </a:lnTo>
                  <a:lnTo>
                    <a:pt x="8454" y="14894"/>
                  </a:lnTo>
                  <a:lnTo>
                    <a:pt x="8454" y="14834"/>
                  </a:lnTo>
                  <a:lnTo>
                    <a:pt x="8474" y="14775"/>
                  </a:lnTo>
                  <a:lnTo>
                    <a:pt x="8355" y="14736"/>
                  </a:lnTo>
                  <a:lnTo>
                    <a:pt x="8316" y="14736"/>
                  </a:lnTo>
                  <a:lnTo>
                    <a:pt x="8316" y="14795"/>
                  </a:lnTo>
                  <a:lnTo>
                    <a:pt x="8355" y="14854"/>
                  </a:lnTo>
                  <a:lnTo>
                    <a:pt x="8395" y="14894"/>
                  </a:lnTo>
                  <a:lnTo>
                    <a:pt x="8395" y="14933"/>
                  </a:lnTo>
                  <a:lnTo>
                    <a:pt x="8335" y="14933"/>
                  </a:lnTo>
                  <a:lnTo>
                    <a:pt x="8197" y="14854"/>
                  </a:lnTo>
                  <a:lnTo>
                    <a:pt x="8098" y="14736"/>
                  </a:lnTo>
                  <a:lnTo>
                    <a:pt x="8000" y="14617"/>
                  </a:lnTo>
                  <a:lnTo>
                    <a:pt x="7782" y="14439"/>
                  </a:lnTo>
                  <a:lnTo>
                    <a:pt x="7565" y="14281"/>
                  </a:lnTo>
                  <a:lnTo>
                    <a:pt x="7348" y="14143"/>
                  </a:lnTo>
                  <a:lnTo>
                    <a:pt x="7150" y="14005"/>
                  </a:lnTo>
                  <a:lnTo>
                    <a:pt x="6992" y="13866"/>
                  </a:lnTo>
                  <a:lnTo>
                    <a:pt x="6933" y="13787"/>
                  </a:lnTo>
                  <a:lnTo>
                    <a:pt x="6874" y="13708"/>
                  </a:lnTo>
                  <a:lnTo>
                    <a:pt x="6834" y="13610"/>
                  </a:lnTo>
                  <a:lnTo>
                    <a:pt x="6795" y="13491"/>
                  </a:lnTo>
                  <a:lnTo>
                    <a:pt x="6538" y="13412"/>
                  </a:lnTo>
                  <a:lnTo>
                    <a:pt x="6222" y="13294"/>
                  </a:lnTo>
                  <a:lnTo>
                    <a:pt x="5906" y="13136"/>
                  </a:lnTo>
                  <a:lnTo>
                    <a:pt x="5748" y="13037"/>
                  </a:lnTo>
                  <a:lnTo>
                    <a:pt x="5570" y="12938"/>
                  </a:lnTo>
                  <a:lnTo>
                    <a:pt x="5550" y="12958"/>
                  </a:lnTo>
                  <a:lnTo>
                    <a:pt x="5491" y="12958"/>
                  </a:lnTo>
                  <a:lnTo>
                    <a:pt x="5373" y="12899"/>
                  </a:lnTo>
                  <a:lnTo>
                    <a:pt x="5313" y="12879"/>
                  </a:lnTo>
                  <a:lnTo>
                    <a:pt x="5274" y="12859"/>
                  </a:lnTo>
                  <a:lnTo>
                    <a:pt x="5234" y="12859"/>
                  </a:lnTo>
                  <a:lnTo>
                    <a:pt x="5195" y="12899"/>
                  </a:lnTo>
                  <a:lnTo>
                    <a:pt x="5254" y="12978"/>
                  </a:lnTo>
                  <a:lnTo>
                    <a:pt x="5333" y="13057"/>
                  </a:lnTo>
                  <a:lnTo>
                    <a:pt x="5471" y="13175"/>
                  </a:lnTo>
                  <a:lnTo>
                    <a:pt x="5649" y="13254"/>
                  </a:lnTo>
                  <a:lnTo>
                    <a:pt x="5807" y="13333"/>
                  </a:lnTo>
                  <a:lnTo>
                    <a:pt x="5985" y="13412"/>
                  </a:lnTo>
                  <a:lnTo>
                    <a:pt x="6123" y="13491"/>
                  </a:lnTo>
                  <a:lnTo>
                    <a:pt x="6242" y="13590"/>
                  </a:lnTo>
                  <a:lnTo>
                    <a:pt x="6301" y="13669"/>
                  </a:lnTo>
                  <a:lnTo>
                    <a:pt x="6340" y="13748"/>
                  </a:lnTo>
                  <a:lnTo>
                    <a:pt x="6419" y="13768"/>
                  </a:lnTo>
                  <a:lnTo>
                    <a:pt x="6538" y="13768"/>
                  </a:lnTo>
                  <a:lnTo>
                    <a:pt x="6558" y="13748"/>
                  </a:lnTo>
                  <a:lnTo>
                    <a:pt x="6637" y="13708"/>
                  </a:lnTo>
                  <a:lnTo>
                    <a:pt x="6657" y="13689"/>
                  </a:lnTo>
                  <a:lnTo>
                    <a:pt x="6696" y="13689"/>
                  </a:lnTo>
                  <a:lnTo>
                    <a:pt x="6834" y="13768"/>
                  </a:lnTo>
                  <a:lnTo>
                    <a:pt x="6933" y="13866"/>
                  </a:lnTo>
                  <a:lnTo>
                    <a:pt x="7012" y="13945"/>
                  </a:lnTo>
                  <a:lnTo>
                    <a:pt x="7012" y="13985"/>
                  </a:lnTo>
                  <a:lnTo>
                    <a:pt x="7012" y="14005"/>
                  </a:lnTo>
                  <a:lnTo>
                    <a:pt x="6874" y="13965"/>
                  </a:lnTo>
                  <a:lnTo>
                    <a:pt x="6775" y="13945"/>
                  </a:lnTo>
                  <a:lnTo>
                    <a:pt x="6696" y="13965"/>
                  </a:lnTo>
                  <a:lnTo>
                    <a:pt x="6637" y="13985"/>
                  </a:lnTo>
                  <a:lnTo>
                    <a:pt x="6577" y="14005"/>
                  </a:lnTo>
                  <a:lnTo>
                    <a:pt x="6498" y="13985"/>
                  </a:lnTo>
                  <a:lnTo>
                    <a:pt x="6380" y="13945"/>
                  </a:lnTo>
                  <a:lnTo>
                    <a:pt x="6202" y="13847"/>
                  </a:lnTo>
                  <a:lnTo>
                    <a:pt x="6222" y="13906"/>
                  </a:lnTo>
                  <a:lnTo>
                    <a:pt x="6281" y="13965"/>
                  </a:lnTo>
                  <a:lnTo>
                    <a:pt x="6459" y="14123"/>
                  </a:lnTo>
                  <a:lnTo>
                    <a:pt x="6657" y="14262"/>
                  </a:lnTo>
                  <a:lnTo>
                    <a:pt x="6834" y="14400"/>
                  </a:lnTo>
                  <a:lnTo>
                    <a:pt x="6775" y="14420"/>
                  </a:lnTo>
                  <a:lnTo>
                    <a:pt x="6775" y="14479"/>
                  </a:lnTo>
                  <a:lnTo>
                    <a:pt x="6795" y="14538"/>
                  </a:lnTo>
                  <a:lnTo>
                    <a:pt x="6854" y="14637"/>
                  </a:lnTo>
                  <a:lnTo>
                    <a:pt x="6676" y="14617"/>
                  </a:lnTo>
                  <a:lnTo>
                    <a:pt x="6479" y="14558"/>
                  </a:lnTo>
                  <a:lnTo>
                    <a:pt x="6281" y="14499"/>
                  </a:lnTo>
                  <a:lnTo>
                    <a:pt x="6103" y="14459"/>
                  </a:lnTo>
                  <a:lnTo>
                    <a:pt x="6123" y="14459"/>
                  </a:lnTo>
                  <a:lnTo>
                    <a:pt x="6143" y="14439"/>
                  </a:lnTo>
                  <a:lnTo>
                    <a:pt x="6143" y="14400"/>
                  </a:lnTo>
                  <a:lnTo>
                    <a:pt x="6143" y="14380"/>
                  </a:lnTo>
                  <a:lnTo>
                    <a:pt x="6143" y="14360"/>
                  </a:lnTo>
                  <a:lnTo>
                    <a:pt x="6163" y="14360"/>
                  </a:lnTo>
                  <a:lnTo>
                    <a:pt x="5511" y="14123"/>
                  </a:lnTo>
                  <a:lnTo>
                    <a:pt x="5452" y="14005"/>
                  </a:lnTo>
                  <a:lnTo>
                    <a:pt x="5432" y="13906"/>
                  </a:lnTo>
                  <a:lnTo>
                    <a:pt x="5432" y="13886"/>
                  </a:lnTo>
                  <a:lnTo>
                    <a:pt x="5471" y="13847"/>
                  </a:lnTo>
                  <a:lnTo>
                    <a:pt x="5531" y="13847"/>
                  </a:lnTo>
                  <a:lnTo>
                    <a:pt x="5412" y="13748"/>
                  </a:lnTo>
                  <a:lnTo>
                    <a:pt x="5294" y="13649"/>
                  </a:lnTo>
                  <a:lnTo>
                    <a:pt x="5017" y="13471"/>
                  </a:lnTo>
                  <a:lnTo>
                    <a:pt x="4899" y="13392"/>
                  </a:lnTo>
                  <a:lnTo>
                    <a:pt x="4820" y="13313"/>
                  </a:lnTo>
                  <a:lnTo>
                    <a:pt x="4780" y="13254"/>
                  </a:lnTo>
                  <a:lnTo>
                    <a:pt x="4780" y="13215"/>
                  </a:lnTo>
                  <a:lnTo>
                    <a:pt x="4780" y="13195"/>
                  </a:lnTo>
                  <a:lnTo>
                    <a:pt x="4681" y="13116"/>
                  </a:lnTo>
                  <a:lnTo>
                    <a:pt x="4622" y="13096"/>
                  </a:lnTo>
                  <a:lnTo>
                    <a:pt x="4622" y="13136"/>
                  </a:lnTo>
                  <a:lnTo>
                    <a:pt x="4662" y="13195"/>
                  </a:lnTo>
                  <a:lnTo>
                    <a:pt x="4760" y="13333"/>
                  </a:lnTo>
                  <a:lnTo>
                    <a:pt x="4820" y="13392"/>
                  </a:lnTo>
                  <a:lnTo>
                    <a:pt x="4820" y="13447"/>
                  </a:lnTo>
                  <a:lnTo>
                    <a:pt x="5195" y="13728"/>
                  </a:lnTo>
                  <a:lnTo>
                    <a:pt x="5175" y="13748"/>
                  </a:lnTo>
                  <a:lnTo>
                    <a:pt x="5155" y="13768"/>
                  </a:lnTo>
                  <a:lnTo>
                    <a:pt x="5116" y="13768"/>
                  </a:lnTo>
                  <a:lnTo>
                    <a:pt x="5096" y="13748"/>
                  </a:lnTo>
                  <a:lnTo>
                    <a:pt x="5017" y="13689"/>
                  </a:lnTo>
                  <a:lnTo>
                    <a:pt x="4938" y="13629"/>
                  </a:lnTo>
                  <a:lnTo>
                    <a:pt x="4839" y="13531"/>
                  </a:lnTo>
                  <a:lnTo>
                    <a:pt x="4741" y="13471"/>
                  </a:lnTo>
                  <a:lnTo>
                    <a:pt x="4662" y="13432"/>
                  </a:lnTo>
                  <a:lnTo>
                    <a:pt x="4622" y="13432"/>
                  </a:lnTo>
                  <a:lnTo>
                    <a:pt x="4583" y="13452"/>
                  </a:lnTo>
                  <a:lnTo>
                    <a:pt x="4523" y="13491"/>
                  </a:lnTo>
                  <a:lnTo>
                    <a:pt x="4405" y="13491"/>
                  </a:lnTo>
                  <a:lnTo>
                    <a:pt x="4365" y="13471"/>
                  </a:lnTo>
                  <a:lnTo>
                    <a:pt x="4267" y="13373"/>
                  </a:lnTo>
                  <a:lnTo>
                    <a:pt x="4187" y="13234"/>
                  </a:lnTo>
                  <a:lnTo>
                    <a:pt x="4010" y="12938"/>
                  </a:lnTo>
                  <a:lnTo>
                    <a:pt x="3911" y="12800"/>
                  </a:lnTo>
                  <a:lnTo>
                    <a:pt x="3871" y="12741"/>
                  </a:lnTo>
                  <a:lnTo>
                    <a:pt x="3812" y="12701"/>
                  </a:lnTo>
                  <a:lnTo>
                    <a:pt x="4306" y="12741"/>
                  </a:lnTo>
                  <a:lnTo>
                    <a:pt x="4010" y="12563"/>
                  </a:lnTo>
                  <a:lnTo>
                    <a:pt x="4168" y="12563"/>
                  </a:lnTo>
                  <a:lnTo>
                    <a:pt x="4306" y="12543"/>
                  </a:lnTo>
                  <a:lnTo>
                    <a:pt x="4464" y="12523"/>
                  </a:lnTo>
                  <a:lnTo>
                    <a:pt x="4563" y="12543"/>
                  </a:lnTo>
                  <a:lnTo>
                    <a:pt x="4681" y="12563"/>
                  </a:lnTo>
                  <a:lnTo>
                    <a:pt x="4681" y="12563"/>
                  </a:lnTo>
                  <a:lnTo>
                    <a:pt x="4405" y="12306"/>
                  </a:lnTo>
                  <a:lnTo>
                    <a:pt x="4128" y="12010"/>
                  </a:lnTo>
                  <a:lnTo>
                    <a:pt x="3871" y="11733"/>
                  </a:lnTo>
                  <a:lnTo>
                    <a:pt x="3674" y="11536"/>
                  </a:lnTo>
                  <a:lnTo>
                    <a:pt x="3674" y="11437"/>
                  </a:lnTo>
                  <a:lnTo>
                    <a:pt x="3713" y="11358"/>
                  </a:lnTo>
                  <a:lnTo>
                    <a:pt x="3753" y="11299"/>
                  </a:lnTo>
                  <a:lnTo>
                    <a:pt x="3832" y="11259"/>
                  </a:lnTo>
                  <a:lnTo>
                    <a:pt x="3674" y="11160"/>
                  </a:lnTo>
                  <a:lnTo>
                    <a:pt x="3575" y="11062"/>
                  </a:lnTo>
                  <a:lnTo>
                    <a:pt x="3496" y="10943"/>
                  </a:lnTo>
                  <a:lnTo>
                    <a:pt x="3437" y="10825"/>
                  </a:lnTo>
                  <a:lnTo>
                    <a:pt x="3358" y="10588"/>
                  </a:lnTo>
                  <a:lnTo>
                    <a:pt x="3318" y="10469"/>
                  </a:lnTo>
                  <a:lnTo>
                    <a:pt x="3239" y="10351"/>
                  </a:lnTo>
                  <a:lnTo>
                    <a:pt x="3160" y="10272"/>
                  </a:lnTo>
                  <a:lnTo>
                    <a:pt x="3141" y="10272"/>
                  </a:lnTo>
                  <a:lnTo>
                    <a:pt x="3121" y="10291"/>
                  </a:lnTo>
                  <a:lnTo>
                    <a:pt x="3121" y="10351"/>
                  </a:lnTo>
                  <a:lnTo>
                    <a:pt x="3141" y="10430"/>
                  </a:lnTo>
                  <a:lnTo>
                    <a:pt x="3160" y="10528"/>
                  </a:lnTo>
                  <a:lnTo>
                    <a:pt x="3160" y="10588"/>
                  </a:lnTo>
                  <a:lnTo>
                    <a:pt x="3160" y="10607"/>
                  </a:lnTo>
                  <a:lnTo>
                    <a:pt x="3141" y="10627"/>
                  </a:lnTo>
                  <a:lnTo>
                    <a:pt x="3101" y="10627"/>
                  </a:lnTo>
                  <a:lnTo>
                    <a:pt x="3062" y="10607"/>
                  </a:lnTo>
                  <a:lnTo>
                    <a:pt x="3062" y="10548"/>
                  </a:lnTo>
                  <a:lnTo>
                    <a:pt x="3022" y="10489"/>
                  </a:lnTo>
                  <a:lnTo>
                    <a:pt x="2963" y="10390"/>
                  </a:lnTo>
                  <a:lnTo>
                    <a:pt x="2805" y="10212"/>
                  </a:lnTo>
                  <a:lnTo>
                    <a:pt x="2844" y="10272"/>
                  </a:lnTo>
                  <a:lnTo>
                    <a:pt x="2884" y="10331"/>
                  </a:lnTo>
                  <a:lnTo>
                    <a:pt x="2983" y="10528"/>
                  </a:lnTo>
                  <a:lnTo>
                    <a:pt x="3220" y="11002"/>
                  </a:lnTo>
                  <a:lnTo>
                    <a:pt x="3220" y="11002"/>
                  </a:lnTo>
                  <a:lnTo>
                    <a:pt x="3160" y="10943"/>
                  </a:lnTo>
                  <a:lnTo>
                    <a:pt x="3121" y="10904"/>
                  </a:lnTo>
                  <a:lnTo>
                    <a:pt x="3081" y="10884"/>
                  </a:lnTo>
                  <a:lnTo>
                    <a:pt x="3042" y="10884"/>
                  </a:lnTo>
                  <a:lnTo>
                    <a:pt x="2963" y="10904"/>
                  </a:lnTo>
                  <a:lnTo>
                    <a:pt x="2884" y="10904"/>
                  </a:lnTo>
                  <a:lnTo>
                    <a:pt x="3101" y="11239"/>
                  </a:lnTo>
                  <a:lnTo>
                    <a:pt x="3042" y="11239"/>
                  </a:lnTo>
                  <a:lnTo>
                    <a:pt x="2983" y="11220"/>
                  </a:lnTo>
                  <a:lnTo>
                    <a:pt x="2923" y="11160"/>
                  </a:lnTo>
                  <a:lnTo>
                    <a:pt x="2864" y="11062"/>
                  </a:lnTo>
                  <a:lnTo>
                    <a:pt x="2746" y="10884"/>
                  </a:lnTo>
                  <a:lnTo>
                    <a:pt x="2686" y="10805"/>
                  </a:lnTo>
                  <a:lnTo>
                    <a:pt x="2627" y="10746"/>
                  </a:lnTo>
                  <a:lnTo>
                    <a:pt x="2726" y="10746"/>
                  </a:lnTo>
                  <a:lnTo>
                    <a:pt x="2805" y="10726"/>
                  </a:lnTo>
                  <a:lnTo>
                    <a:pt x="2864" y="10706"/>
                  </a:lnTo>
                  <a:lnTo>
                    <a:pt x="2983" y="10706"/>
                  </a:lnTo>
                  <a:lnTo>
                    <a:pt x="2805" y="10489"/>
                  </a:lnTo>
                  <a:lnTo>
                    <a:pt x="2627" y="10252"/>
                  </a:lnTo>
                  <a:lnTo>
                    <a:pt x="2568" y="10114"/>
                  </a:lnTo>
                  <a:lnTo>
                    <a:pt x="2509" y="9975"/>
                  </a:lnTo>
                  <a:lnTo>
                    <a:pt x="2469" y="9857"/>
                  </a:lnTo>
                  <a:lnTo>
                    <a:pt x="2449" y="9738"/>
                  </a:lnTo>
                  <a:lnTo>
                    <a:pt x="2449" y="9679"/>
                  </a:lnTo>
                  <a:lnTo>
                    <a:pt x="2469" y="9679"/>
                  </a:lnTo>
                  <a:lnTo>
                    <a:pt x="2528" y="9719"/>
                  </a:lnTo>
                  <a:lnTo>
                    <a:pt x="2588" y="9798"/>
                  </a:lnTo>
                  <a:lnTo>
                    <a:pt x="2667" y="9877"/>
                  </a:lnTo>
                  <a:lnTo>
                    <a:pt x="2667" y="9837"/>
                  </a:lnTo>
                  <a:lnTo>
                    <a:pt x="2667" y="9778"/>
                  </a:lnTo>
                  <a:lnTo>
                    <a:pt x="2588" y="9679"/>
                  </a:lnTo>
                  <a:lnTo>
                    <a:pt x="2528" y="9600"/>
                  </a:lnTo>
                  <a:lnTo>
                    <a:pt x="2528" y="9541"/>
                  </a:lnTo>
                  <a:lnTo>
                    <a:pt x="2548" y="9501"/>
                  </a:lnTo>
                  <a:lnTo>
                    <a:pt x="2588" y="9501"/>
                  </a:lnTo>
                  <a:lnTo>
                    <a:pt x="2607" y="9521"/>
                  </a:lnTo>
                  <a:lnTo>
                    <a:pt x="2647" y="9600"/>
                  </a:lnTo>
                  <a:lnTo>
                    <a:pt x="2686" y="9679"/>
                  </a:lnTo>
                  <a:lnTo>
                    <a:pt x="2726" y="9758"/>
                  </a:lnTo>
                  <a:lnTo>
                    <a:pt x="2627" y="9541"/>
                  </a:lnTo>
                  <a:lnTo>
                    <a:pt x="2548" y="9323"/>
                  </a:lnTo>
                  <a:lnTo>
                    <a:pt x="2469" y="9106"/>
                  </a:lnTo>
                  <a:lnTo>
                    <a:pt x="2410" y="8889"/>
                  </a:lnTo>
                  <a:lnTo>
                    <a:pt x="2430" y="8889"/>
                  </a:lnTo>
                  <a:lnTo>
                    <a:pt x="2449" y="8909"/>
                  </a:lnTo>
                  <a:lnTo>
                    <a:pt x="2509" y="8988"/>
                  </a:lnTo>
                  <a:lnTo>
                    <a:pt x="2548" y="9106"/>
                  </a:lnTo>
                  <a:lnTo>
                    <a:pt x="2588" y="9205"/>
                  </a:lnTo>
                  <a:lnTo>
                    <a:pt x="2548" y="9027"/>
                  </a:lnTo>
                  <a:lnTo>
                    <a:pt x="2469" y="8849"/>
                  </a:lnTo>
                  <a:lnTo>
                    <a:pt x="2351" y="8691"/>
                  </a:lnTo>
                  <a:lnTo>
                    <a:pt x="2153" y="8514"/>
                  </a:lnTo>
                  <a:lnTo>
                    <a:pt x="2153" y="8277"/>
                  </a:lnTo>
                  <a:lnTo>
                    <a:pt x="2173" y="8059"/>
                  </a:lnTo>
                  <a:lnTo>
                    <a:pt x="2193" y="7980"/>
                  </a:lnTo>
                  <a:lnTo>
                    <a:pt x="2232" y="7941"/>
                  </a:lnTo>
                  <a:lnTo>
                    <a:pt x="2272" y="7901"/>
                  </a:lnTo>
                  <a:lnTo>
                    <a:pt x="2311" y="7921"/>
                  </a:lnTo>
                  <a:lnTo>
                    <a:pt x="2252" y="7862"/>
                  </a:lnTo>
                  <a:lnTo>
                    <a:pt x="2212" y="7862"/>
                  </a:lnTo>
                  <a:lnTo>
                    <a:pt x="2173" y="7882"/>
                  </a:lnTo>
                  <a:lnTo>
                    <a:pt x="2133" y="7901"/>
                  </a:lnTo>
                  <a:lnTo>
                    <a:pt x="2114" y="7763"/>
                  </a:lnTo>
                  <a:lnTo>
                    <a:pt x="2094" y="7664"/>
                  </a:lnTo>
                  <a:lnTo>
                    <a:pt x="2054" y="7566"/>
                  </a:lnTo>
                  <a:lnTo>
                    <a:pt x="2015" y="7506"/>
                  </a:lnTo>
                  <a:lnTo>
                    <a:pt x="1916" y="7368"/>
                  </a:lnTo>
                  <a:lnTo>
                    <a:pt x="1896" y="7289"/>
                  </a:lnTo>
                  <a:lnTo>
                    <a:pt x="1896" y="7210"/>
                  </a:lnTo>
                  <a:lnTo>
                    <a:pt x="1758" y="7408"/>
                  </a:lnTo>
                  <a:lnTo>
                    <a:pt x="1798" y="7269"/>
                  </a:lnTo>
                  <a:lnTo>
                    <a:pt x="1798" y="7190"/>
                  </a:lnTo>
                  <a:lnTo>
                    <a:pt x="1758" y="7171"/>
                  </a:lnTo>
                  <a:lnTo>
                    <a:pt x="1718" y="7151"/>
                  </a:lnTo>
                  <a:lnTo>
                    <a:pt x="1679" y="7131"/>
                  </a:lnTo>
                  <a:lnTo>
                    <a:pt x="1659" y="7092"/>
                  </a:lnTo>
                  <a:lnTo>
                    <a:pt x="1639" y="7032"/>
                  </a:lnTo>
                  <a:lnTo>
                    <a:pt x="1679" y="6914"/>
                  </a:lnTo>
                  <a:lnTo>
                    <a:pt x="1778" y="6953"/>
                  </a:lnTo>
                  <a:lnTo>
                    <a:pt x="1877" y="6973"/>
                  </a:lnTo>
                  <a:lnTo>
                    <a:pt x="1975" y="6953"/>
                  </a:lnTo>
                  <a:lnTo>
                    <a:pt x="2094" y="6933"/>
                  </a:lnTo>
                  <a:lnTo>
                    <a:pt x="2054" y="6894"/>
                  </a:lnTo>
                  <a:lnTo>
                    <a:pt x="2035" y="6854"/>
                  </a:lnTo>
                  <a:lnTo>
                    <a:pt x="2054" y="6756"/>
                  </a:lnTo>
                  <a:lnTo>
                    <a:pt x="2094" y="6637"/>
                  </a:lnTo>
                  <a:lnTo>
                    <a:pt x="2133" y="6519"/>
                  </a:lnTo>
                  <a:lnTo>
                    <a:pt x="2094" y="6519"/>
                  </a:lnTo>
                  <a:lnTo>
                    <a:pt x="2074" y="6499"/>
                  </a:lnTo>
                  <a:lnTo>
                    <a:pt x="2035" y="6380"/>
                  </a:lnTo>
                  <a:lnTo>
                    <a:pt x="2035" y="6341"/>
                  </a:lnTo>
                  <a:lnTo>
                    <a:pt x="1995" y="6321"/>
                  </a:lnTo>
                  <a:lnTo>
                    <a:pt x="1975" y="6321"/>
                  </a:lnTo>
                  <a:lnTo>
                    <a:pt x="1916" y="6380"/>
                  </a:lnTo>
                  <a:lnTo>
                    <a:pt x="1916" y="6242"/>
                  </a:lnTo>
                  <a:lnTo>
                    <a:pt x="1936" y="6124"/>
                  </a:lnTo>
                  <a:lnTo>
                    <a:pt x="2015" y="5946"/>
                  </a:lnTo>
                  <a:lnTo>
                    <a:pt x="2074" y="5768"/>
                  </a:lnTo>
                  <a:lnTo>
                    <a:pt x="2094" y="5689"/>
                  </a:lnTo>
                  <a:lnTo>
                    <a:pt x="2094" y="5571"/>
                  </a:lnTo>
                  <a:lnTo>
                    <a:pt x="2054" y="5590"/>
                  </a:lnTo>
                  <a:lnTo>
                    <a:pt x="2035" y="5571"/>
                  </a:lnTo>
                  <a:lnTo>
                    <a:pt x="2035" y="5452"/>
                  </a:lnTo>
                  <a:lnTo>
                    <a:pt x="2035" y="5334"/>
                  </a:lnTo>
                  <a:lnTo>
                    <a:pt x="1995" y="5294"/>
                  </a:lnTo>
                  <a:lnTo>
                    <a:pt x="1956" y="5314"/>
                  </a:lnTo>
                  <a:lnTo>
                    <a:pt x="2035" y="5195"/>
                  </a:lnTo>
                  <a:lnTo>
                    <a:pt x="2094" y="5077"/>
                  </a:lnTo>
                  <a:lnTo>
                    <a:pt x="2173" y="4998"/>
                  </a:lnTo>
                  <a:lnTo>
                    <a:pt x="2252" y="4939"/>
                  </a:lnTo>
                  <a:lnTo>
                    <a:pt x="2311" y="4919"/>
                  </a:lnTo>
                  <a:lnTo>
                    <a:pt x="2370" y="4899"/>
                  </a:lnTo>
                  <a:lnTo>
                    <a:pt x="2430" y="4919"/>
                  </a:lnTo>
                  <a:lnTo>
                    <a:pt x="2449" y="4958"/>
                  </a:lnTo>
                  <a:lnTo>
                    <a:pt x="2331" y="5136"/>
                  </a:lnTo>
                  <a:lnTo>
                    <a:pt x="2311" y="5215"/>
                  </a:lnTo>
                  <a:lnTo>
                    <a:pt x="2311" y="5255"/>
                  </a:lnTo>
                  <a:lnTo>
                    <a:pt x="2351" y="5255"/>
                  </a:lnTo>
                  <a:lnTo>
                    <a:pt x="2489" y="4958"/>
                  </a:lnTo>
                  <a:lnTo>
                    <a:pt x="2647" y="4662"/>
                  </a:lnTo>
                  <a:lnTo>
                    <a:pt x="2864" y="4484"/>
                  </a:lnTo>
                  <a:lnTo>
                    <a:pt x="2983" y="4425"/>
                  </a:lnTo>
                  <a:lnTo>
                    <a:pt x="3081" y="4425"/>
                  </a:lnTo>
                  <a:lnTo>
                    <a:pt x="3101" y="4326"/>
                  </a:lnTo>
                  <a:lnTo>
                    <a:pt x="3141" y="4247"/>
                  </a:lnTo>
                  <a:lnTo>
                    <a:pt x="3220" y="4148"/>
                  </a:lnTo>
                  <a:lnTo>
                    <a:pt x="3299" y="4069"/>
                  </a:lnTo>
                  <a:lnTo>
                    <a:pt x="3378" y="3990"/>
                  </a:lnTo>
                  <a:lnTo>
                    <a:pt x="3437" y="3911"/>
                  </a:lnTo>
                  <a:lnTo>
                    <a:pt x="3476" y="3832"/>
                  </a:lnTo>
                  <a:lnTo>
                    <a:pt x="3476" y="3734"/>
                  </a:lnTo>
                  <a:lnTo>
                    <a:pt x="3457" y="3813"/>
                  </a:lnTo>
                  <a:lnTo>
                    <a:pt x="3417" y="3892"/>
                  </a:lnTo>
                  <a:lnTo>
                    <a:pt x="3378" y="3951"/>
                  </a:lnTo>
                  <a:lnTo>
                    <a:pt x="3318" y="3990"/>
                  </a:lnTo>
                  <a:lnTo>
                    <a:pt x="3220" y="4050"/>
                  </a:lnTo>
                  <a:lnTo>
                    <a:pt x="3141" y="4089"/>
                  </a:lnTo>
                  <a:lnTo>
                    <a:pt x="3180" y="3990"/>
                  </a:lnTo>
                  <a:lnTo>
                    <a:pt x="3141" y="4030"/>
                  </a:lnTo>
                  <a:lnTo>
                    <a:pt x="3101" y="3635"/>
                  </a:lnTo>
                  <a:lnTo>
                    <a:pt x="3042" y="3694"/>
                  </a:lnTo>
                  <a:lnTo>
                    <a:pt x="3002" y="3734"/>
                  </a:lnTo>
                  <a:lnTo>
                    <a:pt x="3002" y="3773"/>
                  </a:lnTo>
                  <a:lnTo>
                    <a:pt x="3022" y="3813"/>
                  </a:lnTo>
                  <a:lnTo>
                    <a:pt x="3042" y="3872"/>
                  </a:lnTo>
                  <a:lnTo>
                    <a:pt x="3062" y="3931"/>
                  </a:lnTo>
                  <a:lnTo>
                    <a:pt x="3022" y="4010"/>
                  </a:lnTo>
                  <a:lnTo>
                    <a:pt x="2963" y="4109"/>
                  </a:lnTo>
                  <a:lnTo>
                    <a:pt x="2904" y="4129"/>
                  </a:lnTo>
                  <a:lnTo>
                    <a:pt x="2864" y="4129"/>
                  </a:lnTo>
                  <a:lnTo>
                    <a:pt x="2825" y="4089"/>
                  </a:lnTo>
                  <a:lnTo>
                    <a:pt x="2825" y="4050"/>
                  </a:lnTo>
                  <a:lnTo>
                    <a:pt x="2825" y="3911"/>
                  </a:lnTo>
                  <a:lnTo>
                    <a:pt x="2864" y="3753"/>
                  </a:lnTo>
                  <a:lnTo>
                    <a:pt x="2904" y="3615"/>
                  </a:lnTo>
                  <a:lnTo>
                    <a:pt x="2923" y="3497"/>
                  </a:lnTo>
                  <a:lnTo>
                    <a:pt x="2923" y="3457"/>
                  </a:lnTo>
                  <a:lnTo>
                    <a:pt x="2904" y="3437"/>
                  </a:lnTo>
                  <a:lnTo>
                    <a:pt x="2864" y="3437"/>
                  </a:lnTo>
                  <a:lnTo>
                    <a:pt x="2805" y="3457"/>
                  </a:lnTo>
                  <a:lnTo>
                    <a:pt x="2746" y="3536"/>
                  </a:lnTo>
                  <a:lnTo>
                    <a:pt x="2706" y="3595"/>
                  </a:lnTo>
                  <a:lnTo>
                    <a:pt x="2686" y="3655"/>
                  </a:lnTo>
                  <a:lnTo>
                    <a:pt x="2686" y="3714"/>
                  </a:lnTo>
                  <a:lnTo>
                    <a:pt x="2726" y="3852"/>
                  </a:lnTo>
                  <a:lnTo>
                    <a:pt x="2726" y="3931"/>
                  </a:lnTo>
                  <a:lnTo>
                    <a:pt x="2706" y="4010"/>
                  </a:lnTo>
                  <a:lnTo>
                    <a:pt x="2706" y="4010"/>
                  </a:lnTo>
                  <a:lnTo>
                    <a:pt x="2746" y="3971"/>
                  </a:lnTo>
                  <a:lnTo>
                    <a:pt x="2746" y="3971"/>
                  </a:lnTo>
                  <a:lnTo>
                    <a:pt x="2528" y="4504"/>
                  </a:lnTo>
                  <a:lnTo>
                    <a:pt x="2489" y="4484"/>
                  </a:lnTo>
                  <a:lnTo>
                    <a:pt x="2489" y="4464"/>
                  </a:lnTo>
                  <a:lnTo>
                    <a:pt x="2469" y="4385"/>
                  </a:lnTo>
                  <a:lnTo>
                    <a:pt x="2469" y="4287"/>
                  </a:lnTo>
                  <a:lnTo>
                    <a:pt x="2232" y="4662"/>
                  </a:lnTo>
                  <a:lnTo>
                    <a:pt x="2035" y="4919"/>
                  </a:lnTo>
                  <a:lnTo>
                    <a:pt x="1837" y="5195"/>
                  </a:lnTo>
                  <a:lnTo>
                    <a:pt x="1718" y="5393"/>
                  </a:lnTo>
                  <a:lnTo>
                    <a:pt x="1600" y="5610"/>
                  </a:lnTo>
                  <a:lnTo>
                    <a:pt x="1679" y="5590"/>
                  </a:lnTo>
                  <a:lnTo>
                    <a:pt x="1778" y="5590"/>
                  </a:lnTo>
                  <a:lnTo>
                    <a:pt x="1837" y="5630"/>
                  </a:lnTo>
                  <a:lnTo>
                    <a:pt x="1857" y="5669"/>
                  </a:lnTo>
                  <a:lnTo>
                    <a:pt x="1877" y="5748"/>
                  </a:lnTo>
                  <a:lnTo>
                    <a:pt x="1857" y="5847"/>
                  </a:lnTo>
                  <a:lnTo>
                    <a:pt x="1857" y="5926"/>
                  </a:lnTo>
                  <a:lnTo>
                    <a:pt x="1837" y="5985"/>
                  </a:lnTo>
                  <a:lnTo>
                    <a:pt x="1758" y="6064"/>
                  </a:lnTo>
                  <a:lnTo>
                    <a:pt x="1699" y="6143"/>
                  </a:lnTo>
                  <a:lnTo>
                    <a:pt x="1659" y="6203"/>
                  </a:lnTo>
                  <a:lnTo>
                    <a:pt x="1639" y="6262"/>
                  </a:lnTo>
                  <a:lnTo>
                    <a:pt x="1620" y="6163"/>
                  </a:lnTo>
                  <a:lnTo>
                    <a:pt x="1600" y="6064"/>
                  </a:lnTo>
                  <a:lnTo>
                    <a:pt x="1600" y="6025"/>
                  </a:lnTo>
                  <a:lnTo>
                    <a:pt x="1600" y="5966"/>
                  </a:lnTo>
                  <a:lnTo>
                    <a:pt x="1620" y="5926"/>
                  </a:lnTo>
                  <a:lnTo>
                    <a:pt x="1679" y="5867"/>
                  </a:lnTo>
                  <a:lnTo>
                    <a:pt x="1501" y="5827"/>
                  </a:lnTo>
                  <a:lnTo>
                    <a:pt x="1501" y="5630"/>
                  </a:lnTo>
                  <a:lnTo>
                    <a:pt x="1462" y="5492"/>
                  </a:lnTo>
                  <a:lnTo>
                    <a:pt x="1422" y="5294"/>
                  </a:lnTo>
                  <a:lnTo>
                    <a:pt x="1402" y="5195"/>
                  </a:lnTo>
                  <a:lnTo>
                    <a:pt x="1402" y="5077"/>
                  </a:lnTo>
                  <a:lnTo>
                    <a:pt x="1442" y="4899"/>
                  </a:lnTo>
                  <a:lnTo>
                    <a:pt x="1541" y="4642"/>
                  </a:lnTo>
                  <a:lnTo>
                    <a:pt x="1521" y="4603"/>
                  </a:lnTo>
                  <a:lnTo>
                    <a:pt x="1521" y="4504"/>
                  </a:lnTo>
                  <a:lnTo>
                    <a:pt x="1560" y="4385"/>
                  </a:lnTo>
                  <a:lnTo>
                    <a:pt x="1620" y="4247"/>
                  </a:lnTo>
                  <a:lnTo>
                    <a:pt x="1758" y="3951"/>
                  </a:lnTo>
                  <a:lnTo>
                    <a:pt x="1857" y="3793"/>
                  </a:lnTo>
                  <a:lnTo>
                    <a:pt x="1956" y="3655"/>
                  </a:lnTo>
                  <a:lnTo>
                    <a:pt x="1758" y="3773"/>
                  </a:lnTo>
                  <a:lnTo>
                    <a:pt x="1758" y="3773"/>
                  </a:lnTo>
                  <a:lnTo>
                    <a:pt x="1778" y="3635"/>
                  </a:lnTo>
                  <a:lnTo>
                    <a:pt x="1817" y="3556"/>
                  </a:lnTo>
                  <a:lnTo>
                    <a:pt x="1857" y="3536"/>
                  </a:lnTo>
                  <a:lnTo>
                    <a:pt x="1896" y="3516"/>
                  </a:lnTo>
                  <a:lnTo>
                    <a:pt x="1936" y="3516"/>
                  </a:lnTo>
                  <a:lnTo>
                    <a:pt x="1995" y="3477"/>
                  </a:lnTo>
                  <a:lnTo>
                    <a:pt x="2054" y="3378"/>
                  </a:lnTo>
                  <a:lnTo>
                    <a:pt x="2133" y="3200"/>
                  </a:lnTo>
                  <a:lnTo>
                    <a:pt x="2390" y="3141"/>
                  </a:lnTo>
                  <a:lnTo>
                    <a:pt x="2528" y="3121"/>
                  </a:lnTo>
                  <a:lnTo>
                    <a:pt x="2647" y="3102"/>
                  </a:lnTo>
                  <a:lnTo>
                    <a:pt x="2765" y="3102"/>
                  </a:lnTo>
                  <a:lnTo>
                    <a:pt x="2844" y="3141"/>
                  </a:lnTo>
                  <a:lnTo>
                    <a:pt x="2864" y="3181"/>
                  </a:lnTo>
                  <a:lnTo>
                    <a:pt x="2884" y="3220"/>
                  </a:lnTo>
                  <a:lnTo>
                    <a:pt x="2884" y="3260"/>
                  </a:lnTo>
                  <a:lnTo>
                    <a:pt x="2884" y="3319"/>
                  </a:lnTo>
                  <a:lnTo>
                    <a:pt x="2983" y="3220"/>
                  </a:lnTo>
                  <a:lnTo>
                    <a:pt x="3062" y="3141"/>
                  </a:lnTo>
                  <a:lnTo>
                    <a:pt x="3180" y="2963"/>
                  </a:lnTo>
                  <a:lnTo>
                    <a:pt x="3279" y="2786"/>
                  </a:lnTo>
                  <a:lnTo>
                    <a:pt x="3437" y="2608"/>
                  </a:lnTo>
                  <a:lnTo>
                    <a:pt x="3516" y="2608"/>
                  </a:lnTo>
                  <a:lnTo>
                    <a:pt x="3575" y="2628"/>
                  </a:lnTo>
                  <a:lnTo>
                    <a:pt x="3595" y="2667"/>
                  </a:lnTo>
                  <a:lnTo>
                    <a:pt x="3595" y="2726"/>
                  </a:lnTo>
                  <a:lnTo>
                    <a:pt x="3595" y="2825"/>
                  </a:lnTo>
                  <a:lnTo>
                    <a:pt x="3615" y="2884"/>
                  </a:lnTo>
                  <a:lnTo>
                    <a:pt x="3654" y="2924"/>
                  </a:lnTo>
                  <a:lnTo>
                    <a:pt x="3792" y="2786"/>
                  </a:lnTo>
                  <a:lnTo>
                    <a:pt x="3871" y="2647"/>
                  </a:lnTo>
                  <a:lnTo>
                    <a:pt x="3891" y="2588"/>
                  </a:lnTo>
                  <a:lnTo>
                    <a:pt x="3891" y="2529"/>
                  </a:lnTo>
                  <a:lnTo>
                    <a:pt x="3871" y="2509"/>
                  </a:lnTo>
                  <a:lnTo>
                    <a:pt x="3812" y="2509"/>
                  </a:lnTo>
                  <a:lnTo>
                    <a:pt x="4029" y="2391"/>
                  </a:lnTo>
                  <a:lnTo>
                    <a:pt x="4247" y="2292"/>
                  </a:lnTo>
                  <a:lnTo>
                    <a:pt x="4227" y="2312"/>
                  </a:lnTo>
                  <a:lnTo>
                    <a:pt x="4187" y="2351"/>
                  </a:lnTo>
                  <a:lnTo>
                    <a:pt x="4069" y="2450"/>
                  </a:lnTo>
                  <a:lnTo>
                    <a:pt x="4207" y="2351"/>
                  </a:lnTo>
                  <a:lnTo>
                    <a:pt x="4365" y="2232"/>
                  </a:lnTo>
                  <a:lnTo>
                    <a:pt x="4484" y="2094"/>
                  </a:lnTo>
                  <a:lnTo>
                    <a:pt x="4563" y="1995"/>
                  </a:lnTo>
                  <a:lnTo>
                    <a:pt x="4484" y="2055"/>
                  </a:lnTo>
                  <a:lnTo>
                    <a:pt x="4425" y="2094"/>
                  </a:lnTo>
                  <a:lnTo>
                    <a:pt x="4385" y="2114"/>
                  </a:lnTo>
                  <a:lnTo>
                    <a:pt x="4523" y="1976"/>
                  </a:lnTo>
                  <a:lnTo>
                    <a:pt x="4662" y="1857"/>
                  </a:lnTo>
                  <a:lnTo>
                    <a:pt x="4839" y="1699"/>
                  </a:lnTo>
                  <a:lnTo>
                    <a:pt x="5037" y="1699"/>
                  </a:lnTo>
                  <a:lnTo>
                    <a:pt x="5175" y="1660"/>
                  </a:lnTo>
                  <a:lnTo>
                    <a:pt x="5313" y="1620"/>
                  </a:lnTo>
                  <a:lnTo>
                    <a:pt x="5412" y="1541"/>
                  </a:lnTo>
                  <a:lnTo>
                    <a:pt x="5531" y="1502"/>
                  </a:lnTo>
                  <a:lnTo>
                    <a:pt x="5629" y="1482"/>
                  </a:lnTo>
                  <a:lnTo>
                    <a:pt x="5708" y="1482"/>
                  </a:lnTo>
                  <a:lnTo>
                    <a:pt x="5807" y="1502"/>
                  </a:lnTo>
                  <a:lnTo>
                    <a:pt x="5926" y="1482"/>
                  </a:lnTo>
                  <a:lnTo>
                    <a:pt x="6044" y="1462"/>
                  </a:lnTo>
                  <a:lnTo>
                    <a:pt x="6163" y="1403"/>
                  </a:lnTo>
                  <a:lnTo>
                    <a:pt x="6202" y="1344"/>
                  </a:lnTo>
                  <a:lnTo>
                    <a:pt x="6242" y="1304"/>
                  </a:lnTo>
                  <a:lnTo>
                    <a:pt x="6340" y="1245"/>
                  </a:lnTo>
                  <a:lnTo>
                    <a:pt x="6459" y="1205"/>
                  </a:lnTo>
                  <a:lnTo>
                    <a:pt x="6577" y="1186"/>
                  </a:lnTo>
                  <a:lnTo>
                    <a:pt x="6736" y="1166"/>
                  </a:lnTo>
                  <a:lnTo>
                    <a:pt x="6874" y="1146"/>
                  </a:lnTo>
                  <a:lnTo>
                    <a:pt x="7012" y="1087"/>
                  </a:lnTo>
                  <a:lnTo>
                    <a:pt x="7131" y="988"/>
                  </a:lnTo>
                  <a:lnTo>
                    <a:pt x="7111" y="1028"/>
                  </a:lnTo>
                  <a:lnTo>
                    <a:pt x="7111" y="1067"/>
                  </a:lnTo>
                  <a:lnTo>
                    <a:pt x="7131" y="1067"/>
                  </a:lnTo>
                  <a:lnTo>
                    <a:pt x="7150" y="1087"/>
                  </a:lnTo>
                  <a:lnTo>
                    <a:pt x="7210" y="1087"/>
                  </a:lnTo>
                  <a:lnTo>
                    <a:pt x="7289" y="1107"/>
                  </a:lnTo>
                  <a:lnTo>
                    <a:pt x="7407" y="1107"/>
                  </a:lnTo>
                  <a:lnTo>
                    <a:pt x="7407" y="1126"/>
                  </a:lnTo>
                  <a:lnTo>
                    <a:pt x="7407" y="1166"/>
                  </a:lnTo>
                  <a:lnTo>
                    <a:pt x="7328" y="1225"/>
                  </a:lnTo>
                  <a:lnTo>
                    <a:pt x="7407" y="1245"/>
                  </a:lnTo>
                  <a:lnTo>
                    <a:pt x="7526" y="1225"/>
                  </a:lnTo>
                  <a:lnTo>
                    <a:pt x="7842" y="1146"/>
                  </a:lnTo>
                  <a:lnTo>
                    <a:pt x="8000" y="1087"/>
                  </a:lnTo>
                  <a:lnTo>
                    <a:pt x="8177" y="1067"/>
                  </a:lnTo>
                  <a:lnTo>
                    <a:pt x="8335" y="1067"/>
                  </a:lnTo>
                  <a:lnTo>
                    <a:pt x="8454" y="1107"/>
                  </a:lnTo>
                  <a:lnTo>
                    <a:pt x="8414" y="1166"/>
                  </a:lnTo>
                  <a:lnTo>
                    <a:pt x="8395" y="1186"/>
                  </a:lnTo>
                  <a:lnTo>
                    <a:pt x="8355" y="1205"/>
                  </a:lnTo>
                  <a:lnTo>
                    <a:pt x="8493" y="1186"/>
                  </a:lnTo>
                  <a:lnTo>
                    <a:pt x="8572" y="1186"/>
                  </a:lnTo>
                  <a:lnTo>
                    <a:pt x="8651" y="1205"/>
                  </a:lnTo>
                  <a:lnTo>
                    <a:pt x="8691" y="1225"/>
                  </a:lnTo>
                  <a:lnTo>
                    <a:pt x="8790" y="1284"/>
                  </a:lnTo>
                  <a:lnTo>
                    <a:pt x="8849" y="1324"/>
                  </a:lnTo>
                  <a:lnTo>
                    <a:pt x="8948" y="1324"/>
                  </a:lnTo>
                  <a:lnTo>
                    <a:pt x="8948" y="1166"/>
                  </a:lnTo>
                  <a:lnTo>
                    <a:pt x="8987" y="1146"/>
                  </a:lnTo>
                  <a:lnTo>
                    <a:pt x="9027" y="1146"/>
                  </a:lnTo>
                  <a:lnTo>
                    <a:pt x="9086" y="1186"/>
                  </a:lnTo>
                  <a:lnTo>
                    <a:pt x="9145" y="1205"/>
                  </a:lnTo>
                  <a:lnTo>
                    <a:pt x="9165" y="1225"/>
                  </a:lnTo>
                  <a:lnTo>
                    <a:pt x="9205" y="1225"/>
                  </a:lnTo>
                  <a:lnTo>
                    <a:pt x="9126" y="1186"/>
                  </a:lnTo>
                  <a:lnTo>
                    <a:pt x="9066" y="1146"/>
                  </a:lnTo>
                  <a:lnTo>
                    <a:pt x="9027" y="1087"/>
                  </a:lnTo>
                  <a:lnTo>
                    <a:pt x="9027" y="1047"/>
                  </a:lnTo>
                  <a:lnTo>
                    <a:pt x="9046" y="1028"/>
                  </a:lnTo>
                  <a:lnTo>
                    <a:pt x="9284" y="988"/>
                  </a:lnTo>
                  <a:close/>
                  <a:moveTo>
                    <a:pt x="8197" y="1"/>
                  </a:moveTo>
                  <a:lnTo>
                    <a:pt x="8079" y="20"/>
                  </a:lnTo>
                  <a:lnTo>
                    <a:pt x="7960" y="60"/>
                  </a:lnTo>
                  <a:lnTo>
                    <a:pt x="7861" y="99"/>
                  </a:lnTo>
                  <a:lnTo>
                    <a:pt x="7743" y="139"/>
                  </a:lnTo>
                  <a:lnTo>
                    <a:pt x="7624" y="139"/>
                  </a:lnTo>
                  <a:lnTo>
                    <a:pt x="7466" y="99"/>
                  </a:lnTo>
                  <a:lnTo>
                    <a:pt x="7545" y="60"/>
                  </a:lnTo>
                  <a:lnTo>
                    <a:pt x="7071" y="139"/>
                  </a:lnTo>
                  <a:lnTo>
                    <a:pt x="6637" y="178"/>
                  </a:lnTo>
                  <a:lnTo>
                    <a:pt x="6439" y="238"/>
                  </a:lnTo>
                  <a:lnTo>
                    <a:pt x="6222" y="297"/>
                  </a:lnTo>
                  <a:lnTo>
                    <a:pt x="6005" y="376"/>
                  </a:lnTo>
                  <a:lnTo>
                    <a:pt x="5787" y="514"/>
                  </a:lnTo>
                  <a:lnTo>
                    <a:pt x="5491" y="613"/>
                  </a:lnTo>
                  <a:lnTo>
                    <a:pt x="5294" y="652"/>
                  </a:lnTo>
                  <a:lnTo>
                    <a:pt x="5116" y="672"/>
                  </a:lnTo>
                  <a:lnTo>
                    <a:pt x="4879" y="731"/>
                  </a:lnTo>
                  <a:lnTo>
                    <a:pt x="4800" y="810"/>
                  </a:lnTo>
                  <a:lnTo>
                    <a:pt x="4721" y="889"/>
                  </a:lnTo>
                  <a:lnTo>
                    <a:pt x="4622" y="1028"/>
                  </a:lnTo>
                  <a:lnTo>
                    <a:pt x="4583" y="1126"/>
                  </a:lnTo>
                  <a:lnTo>
                    <a:pt x="4563" y="1166"/>
                  </a:lnTo>
                  <a:lnTo>
                    <a:pt x="4701" y="1087"/>
                  </a:lnTo>
                  <a:lnTo>
                    <a:pt x="4760" y="1087"/>
                  </a:lnTo>
                  <a:lnTo>
                    <a:pt x="4760" y="1126"/>
                  </a:lnTo>
                  <a:lnTo>
                    <a:pt x="4721" y="1166"/>
                  </a:lnTo>
                  <a:lnTo>
                    <a:pt x="4662" y="1245"/>
                  </a:lnTo>
                  <a:lnTo>
                    <a:pt x="4504" y="1403"/>
                  </a:lnTo>
                  <a:lnTo>
                    <a:pt x="4365" y="1581"/>
                  </a:lnTo>
                  <a:lnTo>
                    <a:pt x="4464" y="1581"/>
                  </a:lnTo>
                  <a:lnTo>
                    <a:pt x="4543" y="1620"/>
                  </a:lnTo>
                  <a:lnTo>
                    <a:pt x="4721" y="1679"/>
                  </a:lnTo>
                  <a:lnTo>
                    <a:pt x="4820" y="1699"/>
                  </a:lnTo>
                  <a:lnTo>
                    <a:pt x="4741" y="1739"/>
                  </a:lnTo>
                  <a:lnTo>
                    <a:pt x="4681" y="1778"/>
                  </a:lnTo>
                  <a:lnTo>
                    <a:pt x="4543" y="1798"/>
                  </a:lnTo>
                  <a:lnTo>
                    <a:pt x="4484" y="1818"/>
                  </a:lnTo>
                  <a:lnTo>
                    <a:pt x="4405" y="1837"/>
                  </a:lnTo>
                  <a:lnTo>
                    <a:pt x="4326" y="1877"/>
                  </a:lnTo>
                  <a:lnTo>
                    <a:pt x="4247" y="1956"/>
                  </a:lnTo>
                  <a:lnTo>
                    <a:pt x="4247" y="1916"/>
                  </a:lnTo>
                  <a:lnTo>
                    <a:pt x="4267" y="1857"/>
                  </a:lnTo>
                  <a:lnTo>
                    <a:pt x="4326" y="1778"/>
                  </a:lnTo>
                  <a:lnTo>
                    <a:pt x="4425" y="1739"/>
                  </a:lnTo>
                  <a:lnTo>
                    <a:pt x="4306" y="1739"/>
                  </a:lnTo>
                  <a:lnTo>
                    <a:pt x="4207" y="1778"/>
                  </a:lnTo>
                  <a:lnTo>
                    <a:pt x="4010" y="1837"/>
                  </a:lnTo>
                  <a:lnTo>
                    <a:pt x="3852" y="1897"/>
                  </a:lnTo>
                  <a:lnTo>
                    <a:pt x="3773" y="1916"/>
                  </a:lnTo>
                  <a:lnTo>
                    <a:pt x="3713" y="1916"/>
                  </a:lnTo>
                  <a:lnTo>
                    <a:pt x="3792" y="1877"/>
                  </a:lnTo>
                  <a:lnTo>
                    <a:pt x="3871" y="1837"/>
                  </a:lnTo>
                  <a:lnTo>
                    <a:pt x="3970" y="1739"/>
                  </a:lnTo>
                  <a:lnTo>
                    <a:pt x="4029" y="1660"/>
                  </a:lnTo>
                  <a:lnTo>
                    <a:pt x="4069" y="1600"/>
                  </a:lnTo>
                  <a:lnTo>
                    <a:pt x="3891" y="1699"/>
                  </a:lnTo>
                  <a:lnTo>
                    <a:pt x="3694" y="1837"/>
                  </a:lnTo>
                  <a:lnTo>
                    <a:pt x="3536" y="1995"/>
                  </a:lnTo>
                  <a:lnTo>
                    <a:pt x="3437" y="2114"/>
                  </a:lnTo>
                  <a:lnTo>
                    <a:pt x="3358" y="2114"/>
                  </a:lnTo>
                  <a:lnTo>
                    <a:pt x="3259" y="2153"/>
                  </a:lnTo>
                  <a:lnTo>
                    <a:pt x="3160" y="2232"/>
                  </a:lnTo>
                  <a:lnTo>
                    <a:pt x="3081" y="2331"/>
                  </a:lnTo>
                  <a:lnTo>
                    <a:pt x="3002" y="2410"/>
                  </a:lnTo>
                  <a:lnTo>
                    <a:pt x="2943" y="2470"/>
                  </a:lnTo>
                  <a:lnTo>
                    <a:pt x="2904" y="2489"/>
                  </a:lnTo>
                  <a:lnTo>
                    <a:pt x="2904" y="2470"/>
                  </a:lnTo>
                  <a:lnTo>
                    <a:pt x="2884" y="2391"/>
                  </a:lnTo>
                  <a:lnTo>
                    <a:pt x="2884" y="2430"/>
                  </a:lnTo>
                  <a:lnTo>
                    <a:pt x="2864" y="2470"/>
                  </a:lnTo>
                  <a:lnTo>
                    <a:pt x="2785" y="2588"/>
                  </a:lnTo>
                  <a:lnTo>
                    <a:pt x="2686" y="2707"/>
                  </a:lnTo>
                  <a:lnTo>
                    <a:pt x="2568" y="2805"/>
                  </a:lnTo>
                  <a:lnTo>
                    <a:pt x="2548" y="2766"/>
                  </a:lnTo>
                  <a:lnTo>
                    <a:pt x="2568" y="2707"/>
                  </a:lnTo>
                  <a:lnTo>
                    <a:pt x="2627" y="2529"/>
                  </a:lnTo>
                  <a:lnTo>
                    <a:pt x="2726" y="2351"/>
                  </a:lnTo>
                  <a:lnTo>
                    <a:pt x="2805" y="2173"/>
                  </a:lnTo>
                  <a:lnTo>
                    <a:pt x="2963" y="1976"/>
                  </a:lnTo>
                  <a:lnTo>
                    <a:pt x="3062" y="1897"/>
                  </a:lnTo>
                  <a:lnTo>
                    <a:pt x="3081" y="1877"/>
                  </a:lnTo>
                  <a:lnTo>
                    <a:pt x="3101" y="1897"/>
                  </a:lnTo>
                  <a:lnTo>
                    <a:pt x="3081" y="1956"/>
                  </a:lnTo>
                  <a:lnTo>
                    <a:pt x="3042" y="2134"/>
                  </a:lnTo>
                  <a:lnTo>
                    <a:pt x="3042" y="2193"/>
                  </a:lnTo>
                  <a:lnTo>
                    <a:pt x="3101" y="2193"/>
                  </a:lnTo>
                  <a:lnTo>
                    <a:pt x="3338" y="1956"/>
                  </a:lnTo>
                  <a:lnTo>
                    <a:pt x="3595" y="1739"/>
                  </a:lnTo>
                  <a:lnTo>
                    <a:pt x="3575" y="1739"/>
                  </a:lnTo>
                  <a:lnTo>
                    <a:pt x="3575" y="1699"/>
                  </a:lnTo>
                  <a:lnTo>
                    <a:pt x="3595" y="1640"/>
                  </a:lnTo>
                  <a:lnTo>
                    <a:pt x="3595" y="1620"/>
                  </a:lnTo>
                  <a:lnTo>
                    <a:pt x="3555" y="1620"/>
                  </a:lnTo>
                  <a:lnTo>
                    <a:pt x="3496" y="1660"/>
                  </a:lnTo>
                  <a:lnTo>
                    <a:pt x="3378" y="1739"/>
                  </a:lnTo>
                  <a:lnTo>
                    <a:pt x="3417" y="1640"/>
                  </a:lnTo>
                  <a:lnTo>
                    <a:pt x="3476" y="1541"/>
                  </a:lnTo>
                  <a:lnTo>
                    <a:pt x="3575" y="1442"/>
                  </a:lnTo>
                  <a:lnTo>
                    <a:pt x="3674" y="1344"/>
                  </a:lnTo>
                  <a:lnTo>
                    <a:pt x="3792" y="1265"/>
                  </a:lnTo>
                  <a:lnTo>
                    <a:pt x="3931" y="1186"/>
                  </a:lnTo>
                  <a:lnTo>
                    <a:pt x="4069" y="1107"/>
                  </a:lnTo>
                  <a:lnTo>
                    <a:pt x="4207" y="1067"/>
                  </a:lnTo>
                  <a:lnTo>
                    <a:pt x="4227" y="1047"/>
                  </a:lnTo>
                  <a:lnTo>
                    <a:pt x="4207" y="1047"/>
                  </a:lnTo>
                  <a:lnTo>
                    <a:pt x="4128" y="1067"/>
                  </a:lnTo>
                  <a:lnTo>
                    <a:pt x="3931" y="1146"/>
                  </a:lnTo>
                  <a:lnTo>
                    <a:pt x="4010" y="1028"/>
                  </a:lnTo>
                  <a:lnTo>
                    <a:pt x="4069" y="889"/>
                  </a:lnTo>
                  <a:lnTo>
                    <a:pt x="4069" y="830"/>
                  </a:lnTo>
                  <a:lnTo>
                    <a:pt x="4049" y="810"/>
                  </a:lnTo>
                  <a:lnTo>
                    <a:pt x="4029" y="810"/>
                  </a:lnTo>
                  <a:lnTo>
                    <a:pt x="3911" y="830"/>
                  </a:lnTo>
                  <a:lnTo>
                    <a:pt x="3773" y="892"/>
                  </a:lnTo>
                  <a:lnTo>
                    <a:pt x="3773" y="892"/>
                  </a:lnTo>
                  <a:lnTo>
                    <a:pt x="3773" y="909"/>
                  </a:lnTo>
                  <a:lnTo>
                    <a:pt x="3713" y="988"/>
                  </a:lnTo>
                  <a:lnTo>
                    <a:pt x="3694" y="1028"/>
                  </a:lnTo>
                  <a:lnTo>
                    <a:pt x="3694" y="1047"/>
                  </a:lnTo>
                  <a:lnTo>
                    <a:pt x="3733" y="1067"/>
                  </a:lnTo>
                  <a:lnTo>
                    <a:pt x="3832" y="1047"/>
                  </a:lnTo>
                  <a:lnTo>
                    <a:pt x="3615" y="1166"/>
                  </a:lnTo>
                  <a:lnTo>
                    <a:pt x="3358" y="1304"/>
                  </a:lnTo>
                  <a:lnTo>
                    <a:pt x="3259" y="1344"/>
                  </a:lnTo>
                  <a:lnTo>
                    <a:pt x="3180" y="1363"/>
                  </a:lnTo>
                  <a:lnTo>
                    <a:pt x="3160" y="1344"/>
                  </a:lnTo>
                  <a:lnTo>
                    <a:pt x="3141" y="1324"/>
                  </a:lnTo>
                  <a:lnTo>
                    <a:pt x="3160" y="1265"/>
                  </a:lnTo>
                  <a:lnTo>
                    <a:pt x="2963" y="1462"/>
                  </a:lnTo>
                  <a:lnTo>
                    <a:pt x="2765" y="1699"/>
                  </a:lnTo>
                  <a:lnTo>
                    <a:pt x="2449" y="2114"/>
                  </a:lnTo>
                  <a:lnTo>
                    <a:pt x="2430" y="2094"/>
                  </a:lnTo>
                  <a:lnTo>
                    <a:pt x="2430" y="2074"/>
                  </a:lnTo>
                  <a:lnTo>
                    <a:pt x="2469" y="1995"/>
                  </a:lnTo>
                  <a:lnTo>
                    <a:pt x="2548" y="1916"/>
                  </a:lnTo>
                  <a:lnTo>
                    <a:pt x="2607" y="1818"/>
                  </a:lnTo>
                  <a:lnTo>
                    <a:pt x="2351" y="2134"/>
                  </a:lnTo>
                  <a:lnTo>
                    <a:pt x="2114" y="2450"/>
                  </a:lnTo>
                  <a:lnTo>
                    <a:pt x="2331" y="2351"/>
                  </a:lnTo>
                  <a:lnTo>
                    <a:pt x="2193" y="2509"/>
                  </a:lnTo>
                  <a:lnTo>
                    <a:pt x="2094" y="2647"/>
                  </a:lnTo>
                  <a:lnTo>
                    <a:pt x="2015" y="2805"/>
                  </a:lnTo>
                  <a:lnTo>
                    <a:pt x="1956" y="2963"/>
                  </a:lnTo>
                  <a:lnTo>
                    <a:pt x="1857" y="3279"/>
                  </a:lnTo>
                  <a:lnTo>
                    <a:pt x="1817" y="3418"/>
                  </a:lnTo>
                  <a:lnTo>
                    <a:pt x="1758" y="3576"/>
                  </a:lnTo>
                  <a:lnTo>
                    <a:pt x="1718" y="3516"/>
                  </a:lnTo>
                  <a:lnTo>
                    <a:pt x="1718" y="3437"/>
                  </a:lnTo>
                  <a:lnTo>
                    <a:pt x="1738" y="3358"/>
                  </a:lnTo>
                  <a:lnTo>
                    <a:pt x="1758" y="3260"/>
                  </a:lnTo>
                  <a:lnTo>
                    <a:pt x="1936" y="2845"/>
                  </a:lnTo>
                  <a:lnTo>
                    <a:pt x="1837" y="2884"/>
                  </a:lnTo>
                  <a:lnTo>
                    <a:pt x="1778" y="2924"/>
                  </a:lnTo>
                  <a:lnTo>
                    <a:pt x="1758" y="2983"/>
                  </a:lnTo>
                  <a:lnTo>
                    <a:pt x="1758" y="3042"/>
                  </a:lnTo>
                  <a:lnTo>
                    <a:pt x="1758" y="3102"/>
                  </a:lnTo>
                  <a:lnTo>
                    <a:pt x="1738" y="3181"/>
                  </a:lnTo>
                  <a:lnTo>
                    <a:pt x="1718" y="3279"/>
                  </a:lnTo>
                  <a:lnTo>
                    <a:pt x="1639" y="3398"/>
                  </a:lnTo>
                  <a:lnTo>
                    <a:pt x="1600" y="3418"/>
                  </a:lnTo>
                  <a:lnTo>
                    <a:pt x="1560" y="3418"/>
                  </a:lnTo>
                  <a:lnTo>
                    <a:pt x="1521" y="3398"/>
                  </a:lnTo>
                  <a:lnTo>
                    <a:pt x="1501" y="3378"/>
                  </a:lnTo>
                  <a:lnTo>
                    <a:pt x="1442" y="3753"/>
                  </a:lnTo>
                  <a:lnTo>
                    <a:pt x="1402" y="3773"/>
                  </a:lnTo>
                  <a:lnTo>
                    <a:pt x="1383" y="3773"/>
                  </a:lnTo>
                  <a:lnTo>
                    <a:pt x="1383" y="3734"/>
                  </a:lnTo>
                  <a:lnTo>
                    <a:pt x="1343" y="3911"/>
                  </a:lnTo>
                  <a:lnTo>
                    <a:pt x="1343" y="4010"/>
                  </a:lnTo>
                  <a:lnTo>
                    <a:pt x="1363" y="4050"/>
                  </a:lnTo>
                  <a:lnTo>
                    <a:pt x="1383" y="4089"/>
                  </a:lnTo>
                  <a:lnTo>
                    <a:pt x="1402" y="4129"/>
                  </a:lnTo>
                  <a:lnTo>
                    <a:pt x="1383" y="4208"/>
                  </a:lnTo>
                  <a:lnTo>
                    <a:pt x="1343" y="4346"/>
                  </a:lnTo>
                  <a:lnTo>
                    <a:pt x="1264" y="4563"/>
                  </a:lnTo>
                  <a:lnTo>
                    <a:pt x="1343" y="4445"/>
                  </a:lnTo>
                  <a:lnTo>
                    <a:pt x="1402" y="4326"/>
                  </a:lnTo>
                  <a:lnTo>
                    <a:pt x="1442" y="4247"/>
                  </a:lnTo>
                  <a:lnTo>
                    <a:pt x="1442" y="4168"/>
                  </a:lnTo>
                  <a:lnTo>
                    <a:pt x="1481" y="4010"/>
                  </a:lnTo>
                  <a:lnTo>
                    <a:pt x="1521" y="3911"/>
                  </a:lnTo>
                  <a:lnTo>
                    <a:pt x="1580" y="3793"/>
                  </a:lnTo>
                  <a:lnTo>
                    <a:pt x="1659" y="3793"/>
                  </a:lnTo>
                  <a:lnTo>
                    <a:pt x="1659" y="3832"/>
                  </a:lnTo>
                  <a:lnTo>
                    <a:pt x="1659" y="3911"/>
                  </a:lnTo>
                  <a:lnTo>
                    <a:pt x="1639" y="4030"/>
                  </a:lnTo>
                  <a:lnTo>
                    <a:pt x="1560" y="4267"/>
                  </a:lnTo>
                  <a:lnTo>
                    <a:pt x="1541" y="4366"/>
                  </a:lnTo>
                  <a:lnTo>
                    <a:pt x="1541" y="4445"/>
                  </a:lnTo>
                  <a:lnTo>
                    <a:pt x="1442" y="4563"/>
                  </a:lnTo>
                  <a:lnTo>
                    <a:pt x="1363" y="4642"/>
                  </a:lnTo>
                  <a:lnTo>
                    <a:pt x="1205" y="4761"/>
                  </a:lnTo>
                  <a:lnTo>
                    <a:pt x="1126" y="4840"/>
                  </a:lnTo>
                  <a:lnTo>
                    <a:pt x="1067" y="4939"/>
                  </a:lnTo>
                  <a:lnTo>
                    <a:pt x="1007" y="5057"/>
                  </a:lnTo>
                  <a:lnTo>
                    <a:pt x="968" y="5235"/>
                  </a:lnTo>
                  <a:lnTo>
                    <a:pt x="988" y="5136"/>
                  </a:lnTo>
                  <a:lnTo>
                    <a:pt x="988" y="5057"/>
                  </a:lnTo>
                  <a:lnTo>
                    <a:pt x="948" y="4998"/>
                  </a:lnTo>
                  <a:lnTo>
                    <a:pt x="948" y="4978"/>
                  </a:lnTo>
                  <a:lnTo>
                    <a:pt x="948" y="4919"/>
                  </a:lnTo>
                  <a:lnTo>
                    <a:pt x="1047" y="4682"/>
                  </a:lnTo>
                  <a:lnTo>
                    <a:pt x="1047" y="4603"/>
                  </a:lnTo>
                  <a:lnTo>
                    <a:pt x="1047" y="4563"/>
                  </a:lnTo>
                  <a:lnTo>
                    <a:pt x="1027" y="4583"/>
                  </a:lnTo>
                  <a:lnTo>
                    <a:pt x="988" y="4622"/>
                  </a:lnTo>
                  <a:lnTo>
                    <a:pt x="889" y="4741"/>
                  </a:lnTo>
                  <a:lnTo>
                    <a:pt x="849" y="4781"/>
                  </a:lnTo>
                  <a:lnTo>
                    <a:pt x="790" y="4800"/>
                  </a:lnTo>
                  <a:lnTo>
                    <a:pt x="790" y="4840"/>
                  </a:lnTo>
                  <a:lnTo>
                    <a:pt x="810" y="4860"/>
                  </a:lnTo>
                  <a:lnTo>
                    <a:pt x="869" y="4899"/>
                  </a:lnTo>
                  <a:lnTo>
                    <a:pt x="889" y="4919"/>
                  </a:lnTo>
                  <a:lnTo>
                    <a:pt x="889" y="4958"/>
                  </a:lnTo>
                  <a:lnTo>
                    <a:pt x="869" y="5037"/>
                  </a:lnTo>
                  <a:lnTo>
                    <a:pt x="810" y="5136"/>
                  </a:lnTo>
                  <a:lnTo>
                    <a:pt x="790" y="5116"/>
                  </a:lnTo>
                  <a:lnTo>
                    <a:pt x="770" y="5452"/>
                  </a:lnTo>
                  <a:lnTo>
                    <a:pt x="751" y="5788"/>
                  </a:lnTo>
                  <a:lnTo>
                    <a:pt x="711" y="5906"/>
                  </a:lnTo>
                  <a:lnTo>
                    <a:pt x="672" y="6025"/>
                  </a:lnTo>
                  <a:lnTo>
                    <a:pt x="632" y="6262"/>
                  </a:lnTo>
                  <a:lnTo>
                    <a:pt x="612" y="6499"/>
                  </a:lnTo>
                  <a:lnTo>
                    <a:pt x="612" y="6756"/>
                  </a:lnTo>
                  <a:lnTo>
                    <a:pt x="612" y="6993"/>
                  </a:lnTo>
                  <a:lnTo>
                    <a:pt x="612" y="7210"/>
                  </a:lnTo>
                  <a:lnTo>
                    <a:pt x="593" y="7388"/>
                  </a:lnTo>
                  <a:lnTo>
                    <a:pt x="553" y="7566"/>
                  </a:lnTo>
                  <a:lnTo>
                    <a:pt x="711" y="7467"/>
                  </a:lnTo>
                  <a:lnTo>
                    <a:pt x="751" y="7763"/>
                  </a:lnTo>
                  <a:lnTo>
                    <a:pt x="790" y="8079"/>
                  </a:lnTo>
                  <a:lnTo>
                    <a:pt x="849" y="8356"/>
                  </a:lnTo>
                  <a:lnTo>
                    <a:pt x="909" y="8593"/>
                  </a:lnTo>
                  <a:lnTo>
                    <a:pt x="909" y="8593"/>
                  </a:lnTo>
                  <a:lnTo>
                    <a:pt x="869" y="8553"/>
                  </a:lnTo>
                  <a:lnTo>
                    <a:pt x="849" y="8533"/>
                  </a:lnTo>
                  <a:lnTo>
                    <a:pt x="770" y="8395"/>
                  </a:lnTo>
                  <a:lnTo>
                    <a:pt x="731" y="8237"/>
                  </a:lnTo>
                  <a:lnTo>
                    <a:pt x="672" y="8059"/>
                  </a:lnTo>
                  <a:lnTo>
                    <a:pt x="711" y="8296"/>
                  </a:lnTo>
                  <a:lnTo>
                    <a:pt x="751" y="8533"/>
                  </a:lnTo>
                  <a:lnTo>
                    <a:pt x="830" y="8751"/>
                  </a:lnTo>
                  <a:lnTo>
                    <a:pt x="909" y="8948"/>
                  </a:lnTo>
                  <a:lnTo>
                    <a:pt x="988" y="9126"/>
                  </a:lnTo>
                  <a:lnTo>
                    <a:pt x="1086" y="9304"/>
                  </a:lnTo>
                  <a:lnTo>
                    <a:pt x="1205" y="9462"/>
                  </a:lnTo>
                  <a:lnTo>
                    <a:pt x="1304" y="9600"/>
                  </a:lnTo>
                  <a:lnTo>
                    <a:pt x="1304" y="9383"/>
                  </a:lnTo>
                  <a:lnTo>
                    <a:pt x="1304" y="9244"/>
                  </a:lnTo>
                  <a:lnTo>
                    <a:pt x="1284" y="8928"/>
                  </a:lnTo>
                  <a:lnTo>
                    <a:pt x="1383" y="9027"/>
                  </a:lnTo>
                  <a:lnTo>
                    <a:pt x="1442" y="9146"/>
                  </a:lnTo>
                  <a:lnTo>
                    <a:pt x="1462" y="9244"/>
                  </a:lnTo>
                  <a:lnTo>
                    <a:pt x="1462" y="9343"/>
                  </a:lnTo>
                  <a:lnTo>
                    <a:pt x="1462" y="9442"/>
                  </a:lnTo>
                  <a:lnTo>
                    <a:pt x="1462" y="9580"/>
                  </a:lnTo>
                  <a:lnTo>
                    <a:pt x="1521" y="9699"/>
                  </a:lnTo>
                  <a:lnTo>
                    <a:pt x="1600" y="9857"/>
                  </a:lnTo>
                  <a:lnTo>
                    <a:pt x="1560" y="9877"/>
                  </a:lnTo>
                  <a:lnTo>
                    <a:pt x="1442" y="9877"/>
                  </a:lnTo>
                  <a:lnTo>
                    <a:pt x="1402" y="9857"/>
                  </a:lnTo>
                  <a:lnTo>
                    <a:pt x="1383" y="9877"/>
                  </a:lnTo>
                  <a:lnTo>
                    <a:pt x="1343" y="9896"/>
                  </a:lnTo>
                  <a:lnTo>
                    <a:pt x="1304" y="9956"/>
                  </a:lnTo>
                  <a:lnTo>
                    <a:pt x="1442" y="10094"/>
                  </a:lnTo>
                  <a:lnTo>
                    <a:pt x="1580" y="10272"/>
                  </a:lnTo>
                  <a:lnTo>
                    <a:pt x="1718" y="10469"/>
                  </a:lnTo>
                  <a:lnTo>
                    <a:pt x="1778" y="10548"/>
                  </a:lnTo>
                  <a:lnTo>
                    <a:pt x="1857" y="10607"/>
                  </a:lnTo>
                  <a:lnTo>
                    <a:pt x="1817" y="10667"/>
                  </a:lnTo>
                  <a:lnTo>
                    <a:pt x="1778" y="10686"/>
                  </a:lnTo>
                  <a:lnTo>
                    <a:pt x="1699" y="10686"/>
                  </a:lnTo>
                  <a:lnTo>
                    <a:pt x="1639" y="10667"/>
                  </a:lnTo>
                  <a:lnTo>
                    <a:pt x="1541" y="10588"/>
                  </a:lnTo>
                  <a:lnTo>
                    <a:pt x="1462" y="10489"/>
                  </a:lnTo>
                  <a:lnTo>
                    <a:pt x="1363" y="10351"/>
                  </a:lnTo>
                  <a:lnTo>
                    <a:pt x="1264" y="10193"/>
                  </a:lnTo>
                  <a:lnTo>
                    <a:pt x="1244" y="10035"/>
                  </a:lnTo>
                  <a:lnTo>
                    <a:pt x="1185" y="9877"/>
                  </a:lnTo>
                  <a:lnTo>
                    <a:pt x="1027" y="9600"/>
                  </a:lnTo>
                  <a:lnTo>
                    <a:pt x="948" y="9442"/>
                  </a:lnTo>
                  <a:lnTo>
                    <a:pt x="889" y="9304"/>
                  </a:lnTo>
                  <a:lnTo>
                    <a:pt x="849" y="9165"/>
                  </a:lnTo>
                  <a:lnTo>
                    <a:pt x="849" y="9027"/>
                  </a:lnTo>
                  <a:lnTo>
                    <a:pt x="810" y="9264"/>
                  </a:lnTo>
                  <a:lnTo>
                    <a:pt x="711" y="8988"/>
                  </a:lnTo>
                  <a:lnTo>
                    <a:pt x="632" y="8731"/>
                  </a:lnTo>
                  <a:lnTo>
                    <a:pt x="576" y="8562"/>
                  </a:lnTo>
                  <a:lnTo>
                    <a:pt x="593" y="8731"/>
                  </a:lnTo>
                  <a:lnTo>
                    <a:pt x="593" y="8909"/>
                  </a:lnTo>
                  <a:lnTo>
                    <a:pt x="593" y="9205"/>
                  </a:lnTo>
                  <a:lnTo>
                    <a:pt x="593" y="9343"/>
                  </a:lnTo>
                  <a:lnTo>
                    <a:pt x="612" y="9462"/>
                  </a:lnTo>
                  <a:lnTo>
                    <a:pt x="652" y="9580"/>
                  </a:lnTo>
                  <a:lnTo>
                    <a:pt x="731" y="9699"/>
                  </a:lnTo>
                  <a:lnTo>
                    <a:pt x="711" y="9738"/>
                  </a:lnTo>
                  <a:lnTo>
                    <a:pt x="691" y="9778"/>
                  </a:lnTo>
                  <a:lnTo>
                    <a:pt x="672" y="9896"/>
                  </a:lnTo>
                  <a:lnTo>
                    <a:pt x="652" y="9936"/>
                  </a:lnTo>
                  <a:lnTo>
                    <a:pt x="632" y="9956"/>
                  </a:lnTo>
                  <a:lnTo>
                    <a:pt x="593" y="9936"/>
                  </a:lnTo>
                  <a:lnTo>
                    <a:pt x="533" y="9877"/>
                  </a:lnTo>
                  <a:lnTo>
                    <a:pt x="454" y="9679"/>
                  </a:lnTo>
                  <a:lnTo>
                    <a:pt x="395" y="9501"/>
                  </a:lnTo>
                  <a:lnTo>
                    <a:pt x="356" y="9383"/>
                  </a:lnTo>
                  <a:lnTo>
                    <a:pt x="336" y="9363"/>
                  </a:lnTo>
                  <a:lnTo>
                    <a:pt x="296" y="9343"/>
                  </a:lnTo>
                  <a:lnTo>
                    <a:pt x="336" y="9521"/>
                  </a:lnTo>
                  <a:lnTo>
                    <a:pt x="356" y="9640"/>
                  </a:lnTo>
                  <a:lnTo>
                    <a:pt x="395" y="9798"/>
                  </a:lnTo>
                  <a:lnTo>
                    <a:pt x="494" y="10054"/>
                  </a:lnTo>
                  <a:lnTo>
                    <a:pt x="573" y="10074"/>
                  </a:lnTo>
                  <a:lnTo>
                    <a:pt x="652" y="10133"/>
                  </a:lnTo>
                  <a:lnTo>
                    <a:pt x="830" y="10272"/>
                  </a:lnTo>
                  <a:lnTo>
                    <a:pt x="1244" y="10627"/>
                  </a:lnTo>
                  <a:lnTo>
                    <a:pt x="1422" y="10864"/>
                  </a:lnTo>
                  <a:lnTo>
                    <a:pt x="1600" y="11101"/>
                  </a:lnTo>
                  <a:lnTo>
                    <a:pt x="1738" y="11358"/>
                  </a:lnTo>
                  <a:lnTo>
                    <a:pt x="1857" y="11575"/>
                  </a:lnTo>
                  <a:lnTo>
                    <a:pt x="1679" y="11378"/>
                  </a:lnTo>
                  <a:lnTo>
                    <a:pt x="1501" y="11220"/>
                  </a:lnTo>
                  <a:lnTo>
                    <a:pt x="1422" y="11180"/>
                  </a:lnTo>
                  <a:lnTo>
                    <a:pt x="1363" y="11141"/>
                  </a:lnTo>
                  <a:lnTo>
                    <a:pt x="1304" y="11141"/>
                  </a:lnTo>
                  <a:lnTo>
                    <a:pt x="1284" y="11180"/>
                  </a:lnTo>
                  <a:lnTo>
                    <a:pt x="1363" y="11239"/>
                  </a:lnTo>
                  <a:lnTo>
                    <a:pt x="1422" y="11338"/>
                  </a:lnTo>
                  <a:lnTo>
                    <a:pt x="1541" y="11536"/>
                  </a:lnTo>
                  <a:lnTo>
                    <a:pt x="1580" y="11615"/>
                  </a:lnTo>
                  <a:lnTo>
                    <a:pt x="1620" y="11674"/>
                  </a:lnTo>
                  <a:lnTo>
                    <a:pt x="1639" y="11694"/>
                  </a:lnTo>
                  <a:lnTo>
                    <a:pt x="1659" y="11694"/>
                  </a:lnTo>
                  <a:lnTo>
                    <a:pt x="1699" y="11654"/>
                  </a:lnTo>
                  <a:lnTo>
                    <a:pt x="1896" y="11951"/>
                  </a:lnTo>
                  <a:lnTo>
                    <a:pt x="2114" y="12267"/>
                  </a:lnTo>
                  <a:lnTo>
                    <a:pt x="2212" y="12405"/>
                  </a:lnTo>
                  <a:lnTo>
                    <a:pt x="2272" y="12523"/>
                  </a:lnTo>
                  <a:lnTo>
                    <a:pt x="2311" y="12642"/>
                  </a:lnTo>
                  <a:lnTo>
                    <a:pt x="2311" y="12681"/>
                  </a:lnTo>
                  <a:lnTo>
                    <a:pt x="2291" y="12721"/>
                  </a:lnTo>
                  <a:lnTo>
                    <a:pt x="2173" y="12602"/>
                  </a:lnTo>
                  <a:lnTo>
                    <a:pt x="2074" y="12504"/>
                  </a:lnTo>
                  <a:lnTo>
                    <a:pt x="1896" y="12267"/>
                  </a:lnTo>
                  <a:lnTo>
                    <a:pt x="1738" y="12030"/>
                  </a:lnTo>
                  <a:lnTo>
                    <a:pt x="1659" y="11911"/>
                  </a:lnTo>
                  <a:lnTo>
                    <a:pt x="1560" y="11812"/>
                  </a:lnTo>
                  <a:lnTo>
                    <a:pt x="1600" y="11872"/>
                  </a:lnTo>
                  <a:lnTo>
                    <a:pt x="1620" y="11931"/>
                  </a:lnTo>
                  <a:lnTo>
                    <a:pt x="1600" y="11970"/>
                  </a:lnTo>
                  <a:lnTo>
                    <a:pt x="1560" y="11970"/>
                  </a:lnTo>
                  <a:lnTo>
                    <a:pt x="1284" y="11536"/>
                  </a:lnTo>
                  <a:lnTo>
                    <a:pt x="1284" y="11536"/>
                  </a:lnTo>
                  <a:lnTo>
                    <a:pt x="1402" y="11891"/>
                  </a:lnTo>
                  <a:lnTo>
                    <a:pt x="1481" y="12049"/>
                  </a:lnTo>
                  <a:lnTo>
                    <a:pt x="1659" y="12286"/>
                  </a:lnTo>
                  <a:lnTo>
                    <a:pt x="1659" y="12227"/>
                  </a:lnTo>
                  <a:lnTo>
                    <a:pt x="1659" y="12207"/>
                  </a:lnTo>
                  <a:lnTo>
                    <a:pt x="1679" y="12207"/>
                  </a:lnTo>
                  <a:lnTo>
                    <a:pt x="1936" y="12523"/>
                  </a:lnTo>
                  <a:lnTo>
                    <a:pt x="1817" y="12642"/>
                  </a:lnTo>
                  <a:lnTo>
                    <a:pt x="1936" y="12760"/>
                  </a:lnTo>
                  <a:lnTo>
                    <a:pt x="2054" y="12899"/>
                  </a:lnTo>
                  <a:lnTo>
                    <a:pt x="2331" y="13254"/>
                  </a:lnTo>
                  <a:lnTo>
                    <a:pt x="2489" y="13452"/>
                  </a:lnTo>
                  <a:lnTo>
                    <a:pt x="2647" y="13629"/>
                  </a:lnTo>
                  <a:lnTo>
                    <a:pt x="2844" y="13787"/>
                  </a:lnTo>
                  <a:lnTo>
                    <a:pt x="3042" y="13945"/>
                  </a:lnTo>
                  <a:lnTo>
                    <a:pt x="3042" y="13945"/>
                  </a:lnTo>
                  <a:lnTo>
                    <a:pt x="2983" y="13926"/>
                  </a:lnTo>
                  <a:lnTo>
                    <a:pt x="2983" y="13926"/>
                  </a:lnTo>
                  <a:lnTo>
                    <a:pt x="3121" y="14044"/>
                  </a:lnTo>
                  <a:lnTo>
                    <a:pt x="3239" y="14123"/>
                  </a:lnTo>
                  <a:lnTo>
                    <a:pt x="3378" y="14163"/>
                  </a:lnTo>
                  <a:lnTo>
                    <a:pt x="3496" y="14183"/>
                  </a:lnTo>
                  <a:lnTo>
                    <a:pt x="3634" y="14202"/>
                  </a:lnTo>
                  <a:lnTo>
                    <a:pt x="3753" y="14242"/>
                  </a:lnTo>
                  <a:lnTo>
                    <a:pt x="3911" y="14301"/>
                  </a:lnTo>
                  <a:lnTo>
                    <a:pt x="4069" y="14400"/>
                  </a:lnTo>
                  <a:lnTo>
                    <a:pt x="3970" y="14380"/>
                  </a:lnTo>
                  <a:lnTo>
                    <a:pt x="3950" y="14400"/>
                  </a:lnTo>
                  <a:lnTo>
                    <a:pt x="3911" y="14420"/>
                  </a:lnTo>
                  <a:lnTo>
                    <a:pt x="3891" y="14479"/>
                  </a:lnTo>
                  <a:lnTo>
                    <a:pt x="3871" y="14538"/>
                  </a:lnTo>
                  <a:lnTo>
                    <a:pt x="3970" y="14578"/>
                  </a:lnTo>
                  <a:lnTo>
                    <a:pt x="4049" y="14637"/>
                  </a:lnTo>
                  <a:lnTo>
                    <a:pt x="4168" y="14755"/>
                  </a:lnTo>
                  <a:lnTo>
                    <a:pt x="4247" y="14894"/>
                  </a:lnTo>
                  <a:lnTo>
                    <a:pt x="4385" y="15052"/>
                  </a:lnTo>
                  <a:lnTo>
                    <a:pt x="4326" y="14973"/>
                  </a:lnTo>
                  <a:lnTo>
                    <a:pt x="4346" y="14933"/>
                  </a:lnTo>
                  <a:lnTo>
                    <a:pt x="4365" y="14913"/>
                  </a:lnTo>
                  <a:lnTo>
                    <a:pt x="4523" y="14913"/>
                  </a:lnTo>
                  <a:lnTo>
                    <a:pt x="4543" y="14894"/>
                  </a:lnTo>
                  <a:lnTo>
                    <a:pt x="4504" y="14854"/>
                  </a:lnTo>
                  <a:lnTo>
                    <a:pt x="4523" y="14815"/>
                  </a:lnTo>
                  <a:lnTo>
                    <a:pt x="4642" y="14815"/>
                  </a:lnTo>
                  <a:lnTo>
                    <a:pt x="4721" y="14854"/>
                  </a:lnTo>
                  <a:lnTo>
                    <a:pt x="4839" y="14894"/>
                  </a:lnTo>
                  <a:lnTo>
                    <a:pt x="5076" y="15052"/>
                  </a:lnTo>
                  <a:lnTo>
                    <a:pt x="5274" y="15210"/>
                  </a:lnTo>
                  <a:lnTo>
                    <a:pt x="5254" y="15249"/>
                  </a:lnTo>
                  <a:lnTo>
                    <a:pt x="5234" y="15269"/>
                  </a:lnTo>
                  <a:lnTo>
                    <a:pt x="5155" y="15269"/>
                  </a:lnTo>
                  <a:lnTo>
                    <a:pt x="5037" y="15229"/>
                  </a:lnTo>
                  <a:lnTo>
                    <a:pt x="4899" y="15150"/>
                  </a:lnTo>
                  <a:lnTo>
                    <a:pt x="4780" y="15111"/>
                  </a:lnTo>
                  <a:lnTo>
                    <a:pt x="4701" y="15071"/>
                  </a:lnTo>
                  <a:lnTo>
                    <a:pt x="4662" y="15091"/>
                  </a:lnTo>
                  <a:lnTo>
                    <a:pt x="4662" y="15111"/>
                  </a:lnTo>
                  <a:lnTo>
                    <a:pt x="4662" y="15150"/>
                  </a:lnTo>
                  <a:lnTo>
                    <a:pt x="4701" y="15229"/>
                  </a:lnTo>
                  <a:lnTo>
                    <a:pt x="4780" y="15289"/>
                  </a:lnTo>
                  <a:lnTo>
                    <a:pt x="4839" y="15328"/>
                  </a:lnTo>
                  <a:lnTo>
                    <a:pt x="4958" y="15328"/>
                  </a:lnTo>
                  <a:lnTo>
                    <a:pt x="4958" y="15289"/>
                  </a:lnTo>
                  <a:lnTo>
                    <a:pt x="4938" y="15249"/>
                  </a:lnTo>
                  <a:lnTo>
                    <a:pt x="4899" y="15190"/>
                  </a:lnTo>
                  <a:lnTo>
                    <a:pt x="5373" y="15585"/>
                  </a:lnTo>
                  <a:lnTo>
                    <a:pt x="5590" y="15802"/>
                  </a:lnTo>
                  <a:lnTo>
                    <a:pt x="5669" y="15901"/>
                  </a:lnTo>
                  <a:lnTo>
                    <a:pt x="5748" y="16000"/>
                  </a:lnTo>
                  <a:lnTo>
                    <a:pt x="5886" y="16039"/>
                  </a:lnTo>
                  <a:lnTo>
                    <a:pt x="6005" y="16079"/>
                  </a:lnTo>
                  <a:lnTo>
                    <a:pt x="6202" y="16158"/>
                  </a:lnTo>
                  <a:lnTo>
                    <a:pt x="6380" y="16217"/>
                  </a:lnTo>
                  <a:lnTo>
                    <a:pt x="6597" y="16217"/>
                  </a:lnTo>
                  <a:lnTo>
                    <a:pt x="6538" y="16177"/>
                  </a:lnTo>
                  <a:lnTo>
                    <a:pt x="6479" y="16177"/>
                  </a:lnTo>
                  <a:lnTo>
                    <a:pt x="6360" y="16158"/>
                  </a:lnTo>
                  <a:lnTo>
                    <a:pt x="6301" y="16138"/>
                  </a:lnTo>
                  <a:lnTo>
                    <a:pt x="6261" y="16118"/>
                  </a:lnTo>
                  <a:lnTo>
                    <a:pt x="6202" y="16079"/>
                  </a:lnTo>
                  <a:lnTo>
                    <a:pt x="6123" y="16000"/>
                  </a:lnTo>
                  <a:lnTo>
                    <a:pt x="6479" y="16039"/>
                  </a:lnTo>
                  <a:lnTo>
                    <a:pt x="6597" y="16118"/>
                  </a:lnTo>
                  <a:lnTo>
                    <a:pt x="6696" y="16197"/>
                  </a:lnTo>
                  <a:lnTo>
                    <a:pt x="6874" y="16395"/>
                  </a:lnTo>
                  <a:lnTo>
                    <a:pt x="7032" y="16553"/>
                  </a:lnTo>
                  <a:lnTo>
                    <a:pt x="7190" y="16711"/>
                  </a:lnTo>
                  <a:lnTo>
                    <a:pt x="7190" y="16711"/>
                  </a:lnTo>
                  <a:lnTo>
                    <a:pt x="6913" y="16612"/>
                  </a:lnTo>
                  <a:lnTo>
                    <a:pt x="6953" y="16592"/>
                  </a:lnTo>
                  <a:lnTo>
                    <a:pt x="6894" y="16573"/>
                  </a:lnTo>
                  <a:lnTo>
                    <a:pt x="6834" y="16553"/>
                  </a:lnTo>
                  <a:lnTo>
                    <a:pt x="6696" y="16494"/>
                  </a:lnTo>
                  <a:lnTo>
                    <a:pt x="6577" y="16454"/>
                  </a:lnTo>
                  <a:lnTo>
                    <a:pt x="6518" y="16454"/>
                  </a:lnTo>
                  <a:lnTo>
                    <a:pt x="6498" y="16474"/>
                  </a:lnTo>
                  <a:lnTo>
                    <a:pt x="6617" y="16494"/>
                  </a:lnTo>
                  <a:lnTo>
                    <a:pt x="6696" y="16533"/>
                  </a:lnTo>
                  <a:lnTo>
                    <a:pt x="6854" y="16632"/>
                  </a:lnTo>
                  <a:lnTo>
                    <a:pt x="7012" y="16731"/>
                  </a:lnTo>
                  <a:lnTo>
                    <a:pt x="7111" y="16790"/>
                  </a:lnTo>
                  <a:lnTo>
                    <a:pt x="7229" y="16829"/>
                  </a:lnTo>
                  <a:lnTo>
                    <a:pt x="7190" y="16829"/>
                  </a:lnTo>
                  <a:lnTo>
                    <a:pt x="7387" y="16928"/>
                  </a:lnTo>
                  <a:lnTo>
                    <a:pt x="7545" y="17047"/>
                  </a:lnTo>
                  <a:lnTo>
                    <a:pt x="7684" y="17165"/>
                  </a:lnTo>
                  <a:lnTo>
                    <a:pt x="7802" y="17303"/>
                  </a:lnTo>
                  <a:lnTo>
                    <a:pt x="7921" y="17402"/>
                  </a:lnTo>
                  <a:lnTo>
                    <a:pt x="8039" y="17501"/>
                  </a:lnTo>
                  <a:lnTo>
                    <a:pt x="8177" y="17540"/>
                  </a:lnTo>
                  <a:lnTo>
                    <a:pt x="8256" y="17560"/>
                  </a:lnTo>
                  <a:lnTo>
                    <a:pt x="8335" y="17560"/>
                  </a:lnTo>
                  <a:lnTo>
                    <a:pt x="8276" y="17481"/>
                  </a:lnTo>
                  <a:lnTo>
                    <a:pt x="8217" y="17402"/>
                  </a:lnTo>
                  <a:lnTo>
                    <a:pt x="8217" y="17303"/>
                  </a:lnTo>
                  <a:lnTo>
                    <a:pt x="8217" y="17284"/>
                  </a:lnTo>
                  <a:lnTo>
                    <a:pt x="8237" y="17264"/>
                  </a:lnTo>
                  <a:lnTo>
                    <a:pt x="8276" y="17323"/>
                  </a:lnTo>
                  <a:lnTo>
                    <a:pt x="8316" y="17382"/>
                  </a:lnTo>
                  <a:lnTo>
                    <a:pt x="8434" y="17481"/>
                  </a:lnTo>
                  <a:lnTo>
                    <a:pt x="8533" y="17580"/>
                  </a:lnTo>
                  <a:lnTo>
                    <a:pt x="8553" y="17619"/>
                  </a:lnTo>
                  <a:lnTo>
                    <a:pt x="8533" y="17659"/>
                  </a:lnTo>
                  <a:lnTo>
                    <a:pt x="8434" y="17619"/>
                  </a:lnTo>
                  <a:lnTo>
                    <a:pt x="8750" y="17876"/>
                  </a:lnTo>
                  <a:lnTo>
                    <a:pt x="8869" y="17975"/>
                  </a:lnTo>
                  <a:lnTo>
                    <a:pt x="8967" y="18014"/>
                  </a:lnTo>
                  <a:lnTo>
                    <a:pt x="9046" y="17975"/>
                  </a:lnTo>
                  <a:lnTo>
                    <a:pt x="9106" y="17935"/>
                  </a:lnTo>
                  <a:lnTo>
                    <a:pt x="9145" y="17935"/>
                  </a:lnTo>
                  <a:lnTo>
                    <a:pt x="9185" y="17916"/>
                  </a:lnTo>
                  <a:lnTo>
                    <a:pt x="9244" y="17935"/>
                  </a:lnTo>
                  <a:lnTo>
                    <a:pt x="9323" y="17955"/>
                  </a:lnTo>
                  <a:lnTo>
                    <a:pt x="9461" y="18093"/>
                  </a:lnTo>
                  <a:lnTo>
                    <a:pt x="9481" y="18133"/>
                  </a:lnTo>
                  <a:lnTo>
                    <a:pt x="9481" y="18153"/>
                  </a:lnTo>
                  <a:lnTo>
                    <a:pt x="9461" y="18172"/>
                  </a:lnTo>
                  <a:lnTo>
                    <a:pt x="9442" y="18192"/>
                  </a:lnTo>
                  <a:lnTo>
                    <a:pt x="9284" y="18192"/>
                  </a:lnTo>
                  <a:lnTo>
                    <a:pt x="9224" y="18212"/>
                  </a:lnTo>
                  <a:lnTo>
                    <a:pt x="9205" y="18232"/>
                  </a:lnTo>
                  <a:lnTo>
                    <a:pt x="9205" y="18271"/>
                  </a:lnTo>
                  <a:lnTo>
                    <a:pt x="9224" y="18311"/>
                  </a:lnTo>
                  <a:lnTo>
                    <a:pt x="9264" y="18350"/>
                  </a:lnTo>
                  <a:lnTo>
                    <a:pt x="9876" y="18607"/>
                  </a:lnTo>
                  <a:lnTo>
                    <a:pt x="9955" y="18785"/>
                  </a:lnTo>
                  <a:lnTo>
                    <a:pt x="10113" y="18884"/>
                  </a:lnTo>
                  <a:lnTo>
                    <a:pt x="10271" y="18982"/>
                  </a:lnTo>
                  <a:lnTo>
                    <a:pt x="10449" y="19061"/>
                  </a:lnTo>
                  <a:lnTo>
                    <a:pt x="10627" y="19121"/>
                  </a:lnTo>
                  <a:lnTo>
                    <a:pt x="10982" y="19239"/>
                  </a:lnTo>
                  <a:lnTo>
                    <a:pt x="11338" y="19318"/>
                  </a:lnTo>
                  <a:lnTo>
                    <a:pt x="11911" y="19377"/>
                  </a:lnTo>
                  <a:lnTo>
                    <a:pt x="12108" y="19417"/>
                  </a:lnTo>
                  <a:lnTo>
                    <a:pt x="12227" y="19456"/>
                  </a:lnTo>
                  <a:lnTo>
                    <a:pt x="12187" y="19516"/>
                  </a:lnTo>
                  <a:lnTo>
                    <a:pt x="12148" y="19535"/>
                  </a:lnTo>
                  <a:lnTo>
                    <a:pt x="12088" y="19555"/>
                  </a:lnTo>
                  <a:lnTo>
                    <a:pt x="12029" y="19575"/>
                  </a:lnTo>
                  <a:lnTo>
                    <a:pt x="11851" y="19555"/>
                  </a:lnTo>
                  <a:lnTo>
                    <a:pt x="11674" y="19516"/>
                  </a:lnTo>
                  <a:lnTo>
                    <a:pt x="11753" y="19595"/>
                  </a:lnTo>
                  <a:lnTo>
                    <a:pt x="11832" y="19634"/>
                  </a:lnTo>
                  <a:lnTo>
                    <a:pt x="11970" y="19674"/>
                  </a:lnTo>
                  <a:lnTo>
                    <a:pt x="12069" y="19693"/>
                  </a:lnTo>
                  <a:lnTo>
                    <a:pt x="12088" y="19693"/>
                  </a:lnTo>
                  <a:lnTo>
                    <a:pt x="12088" y="19733"/>
                  </a:lnTo>
                  <a:lnTo>
                    <a:pt x="12167" y="19772"/>
                  </a:lnTo>
                  <a:lnTo>
                    <a:pt x="12286" y="19812"/>
                  </a:lnTo>
                  <a:lnTo>
                    <a:pt x="12404" y="19832"/>
                  </a:lnTo>
                  <a:lnTo>
                    <a:pt x="12444" y="19812"/>
                  </a:lnTo>
                  <a:lnTo>
                    <a:pt x="12464" y="19772"/>
                  </a:lnTo>
                  <a:lnTo>
                    <a:pt x="12562" y="19851"/>
                  </a:lnTo>
                  <a:lnTo>
                    <a:pt x="12641" y="19930"/>
                  </a:lnTo>
                  <a:lnTo>
                    <a:pt x="12661" y="19990"/>
                  </a:lnTo>
                  <a:lnTo>
                    <a:pt x="12681" y="20029"/>
                  </a:lnTo>
                  <a:lnTo>
                    <a:pt x="12681" y="20069"/>
                  </a:lnTo>
                  <a:lnTo>
                    <a:pt x="12661" y="20088"/>
                  </a:lnTo>
                  <a:lnTo>
                    <a:pt x="12641" y="20108"/>
                  </a:lnTo>
                  <a:lnTo>
                    <a:pt x="12641" y="20128"/>
                  </a:lnTo>
                  <a:lnTo>
                    <a:pt x="12740" y="20148"/>
                  </a:lnTo>
                  <a:lnTo>
                    <a:pt x="12859" y="20207"/>
                  </a:lnTo>
                  <a:lnTo>
                    <a:pt x="12997" y="20286"/>
                  </a:lnTo>
                  <a:lnTo>
                    <a:pt x="13135" y="20385"/>
                  </a:lnTo>
                  <a:lnTo>
                    <a:pt x="13412" y="20602"/>
                  </a:lnTo>
                  <a:lnTo>
                    <a:pt x="13570" y="20701"/>
                  </a:lnTo>
                  <a:lnTo>
                    <a:pt x="13708" y="20780"/>
                  </a:lnTo>
                  <a:lnTo>
                    <a:pt x="13668" y="20878"/>
                  </a:lnTo>
                  <a:lnTo>
                    <a:pt x="13965" y="20997"/>
                  </a:lnTo>
                  <a:lnTo>
                    <a:pt x="14261" y="21116"/>
                  </a:lnTo>
                  <a:lnTo>
                    <a:pt x="14261" y="21116"/>
                  </a:lnTo>
                  <a:lnTo>
                    <a:pt x="14222" y="21076"/>
                  </a:lnTo>
                  <a:lnTo>
                    <a:pt x="14222" y="21056"/>
                  </a:lnTo>
                  <a:lnTo>
                    <a:pt x="14222" y="21036"/>
                  </a:lnTo>
                  <a:lnTo>
                    <a:pt x="14241" y="21017"/>
                  </a:lnTo>
                  <a:lnTo>
                    <a:pt x="14301" y="20997"/>
                  </a:lnTo>
                  <a:lnTo>
                    <a:pt x="14340" y="20957"/>
                  </a:lnTo>
                  <a:lnTo>
                    <a:pt x="14478" y="21036"/>
                  </a:lnTo>
                  <a:lnTo>
                    <a:pt x="14478" y="21036"/>
                  </a:lnTo>
                  <a:lnTo>
                    <a:pt x="14399" y="20938"/>
                  </a:lnTo>
                  <a:lnTo>
                    <a:pt x="14301" y="20859"/>
                  </a:lnTo>
                  <a:lnTo>
                    <a:pt x="14123" y="20720"/>
                  </a:lnTo>
                  <a:lnTo>
                    <a:pt x="13905" y="20582"/>
                  </a:lnTo>
                  <a:lnTo>
                    <a:pt x="13668" y="20464"/>
                  </a:lnTo>
                  <a:lnTo>
                    <a:pt x="13451" y="20325"/>
                  </a:lnTo>
                  <a:lnTo>
                    <a:pt x="13234" y="20187"/>
                  </a:lnTo>
                  <a:lnTo>
                    <a:pt x="13155" y="20088"/>
                  </a:lnTo>
                  <a:lnTo>
                    <a:pt x="13076" y="19990"/>
                  </a:lnTo>
                  <a:lnTo>
                    <a:pt x="12997" y="19891"/>
                  </a:lnTo>
                  <a:lnTo>
                    <a:pt x="12957" y="19772"/>
                  </a:lnTo>
                  <a:lnTo>
                    <a:pt x="12997" y="19792"/>
                  </a:lnTo>
                  <a:lnTo>
                    <a:pt x="13036" y="19792"/>
                  </a:lnTo>
                  <a:lnTo>
                    <a:pt x="13036" y="19772"/>
                  </a:lnTo>
                  <a:lnTo>
                    <a:pt x="13036" y="19753"/>
                  </a:lnTo>
                  <a:lnTo>
                    <a:pt x="13056" y="19733"/>
                  </a:lnTo>
                  <a:lnTo>
                    <a:pt x="13096" y="19733"/>
                  </a:lnTo>
                  <a:lnTo>
                    <a:pt x="13135" y="19753"/>
                  </a:lnTo>
                  <a:lnTo>
                    <a:pt x="13234" y="19871"/>
                  </a:lnTo>
                  <a:lnTo>
                    <a:pt x="13254" y="19911"/>
                  </a:lnTo>
                  <a:lnTo>
                    <a:pt x="13254" y="19930"/>
                  </a:lnTo>
                  <a:lnTo>
                    <a:pt x="13451" y="19950"/>
                  </a:lnTo>
                  <a:lnTo>
                    <a:pt x="13471" y="19950"/>
                  </a:lnTo>
                  <a:lnTo>
                    <a:pt x="13471" y="19930"/>
                  </a:lnTo>
                  <a:lnTo>
                    <a:pt x="13352" y="19832"/>
                  </a:lnTo>
                  <a:lnTo>
                    <a:pt x="13392" y="19812"/>
                  </a:lnTo>
                  <a:lnTo>
                    <a:pt x="13431" y="19792"/>
                  </a:lnTo>
                  <a:lnTo>
                    <a:pt x="13530" y="19812"/>
                  </a:lnTo>
                  <a:lnTo>
                    <a:pt x="13649" y="19851"/>
                  </a:lnTo>
                  <a:lnTo>
                    <a:pt x="13767" y="19930"/>
                  </a:lnTo>
                  <a:lnTo>
                    <a:pt x="14064" y="20108"/>
                  </a:lnTo>
                  <a:lnTo>
                    <a:pt x="14222" y="20207"/>
                  </a:lnTo>
                  <a:lnTo>
                    <a:pt x="14380" y="20286"/>
                  </a:lnTo>
                  <a:lnTo>
                    <a:pt x="14419" y="20365"/>
                  </a:lnTo>
                  <a:lnTo>
                    <a:pt x="14419" y="20385"/>
                  </a:lnTo>
                  <a:lnTo>
                    <a:pt x="14399" y="20404"/>
                  </a:lnTo>
                  <a:lnTo>
                    <a:pt x="14320" y="20404"/>
                  </a:lnTo>
                  <a:lnTo>
                    <a:pt x="14222" y="20385"/>
                  </a:lnTo>
                  <a:lnTo>
                    <a:pt x="13965" y="20306"/>
                  </a:lnTo>
                  <a:lnTo>
                    <a:pt x="13846" y="20246"/>
                  </a:lnTo>
                  <a:lnTo>
                    <a:pt x="13747" y="20227"/>
                  </a:lnTo>
                  <a:lnTo>
                    <a:pt x="13747" y="20227"/>
                  </a:lnTo>
                  <a:lnTo>
                    <a:pt x="13866" y="20286"/>
                  </a:lnTo>
                  <a:lnTo>
                    <a:pt x="13985" y="20325"/>
                  </a:lnTo>
                  <a:lnTo>
                    <a:pt x="14103" y="20404"/>
                  </a:lnTo>
                  <a:lnTo>
                    <a:pt x="14222" y="20503"/>
                  </a:lnTo>
                  <a:lnTo>
                    <a:pt x="14083" y="20602"/>
                  </a:lnTo>
                  <a:lnTo>
                    <a:pt x="14261" y="20681"/>
                  </a:lnTo>
                  <a:lnTo>
                    <a:pt x="14360" y="20701"/>
                  </a:lnTo>
                  <a:lnTo>
                    <a:pt x="14419" y="20701"/>
                  </a:lnTo>
                  <a:lnTo>
                    <a:pt x="14439" y="20681"/>
                  </a:lnTo>
                  <a:lnTo>
                    <a:pt x="14439" y="20582"/>
                  </a:lnTo>
                  <a:lnTo>
                    <a:pt x="14459" y="20543"/>
                  </a:lnTo>
                  <a:lnTo>
                    <a:pt x="14518" y="20503"/>
                  </a:lnTo>
                  <a:lnTo>
                    <a:pt x="14597" y="20483"/>
                  </a:lnTo>
                  <a:lnTo>
                    <a:pt x="14696" y="20503"/>
                  </a:lnTo>
                  <a:lnTo>
                    <a:pt x="14775" y="20562"/>
                  </a:lnTo>
                  <a:lnTo>
                    <a:pt x="14854" y="20622"/>
                  </a:lnTo>
                  <a:lnTo>
                    <a:pt x="15012" y="20760"/>
                  </a:lnTo>
                  <a:lnTo>
                    <a:pt x="15071" y="20799"/>
                  </a:lnTo>
                  <a:lnTo>
                    <a:pt x="15130" y="20839"/>
                  </a:lnTo>
                  <a:lnTo>
                    <a:pt x="15130" y="20839"/>
                  </a:lnTo>
                  <a:lnTo>
                    <a:pt x="14952" y="20799"/>
                  </a:lnTo>
                  <a:lnTo>
                    <a:pt x="15091" y="20878"/>
                  </a:lnTo>
                  <a:lnTo>
                    <a:pt x="15209" y="20938"/>
                  </a:lnTo>
                  <a:lnTo>
                    <a:pt x="15328" y="20977"/>
                  </a:lnTo>
                  <a:lnTo>
                    <a:pt x="15426" y="20997"/>
                  </a:lnTo>
                  <a:lnTo>
                    <a:pt x="15644" y="21036"/>
                  </a:lnTo>
                  <a:lnTo>
                    <a:pt x="15762" y="21056"/>
                  </a:lnTo>
                  <a:lnTo>
                    <a:pt x="15900" y="21116"/>
                  </a:lnTo>
                  <a:lnTo>
                    <a:pt x="16039" y="21293"/>
                  </a:lnTo>
                  <a:lnTo>
                    <a:pt x="15881" y="21195"/>
                  </a:lnTo>
                  <a:lnTo>
                    <a:pt x="15742" y="21155"/>
                  </a:lnTo>
                  <a:lnTo>
                    <a:pt x="15604" y="21135"/>
                  </a:lnTo>
                  <a:lnTo>
                    <a:pt x="15486" y="21135"/>
                  </a:lnTo>
                  <a:lnTo>
                    <a:pt x="15387" y="21155"/>
                  </a:lnTo>
                  <a:lnTo>
                    <a:pt x="15288" y="21155"/>
                  </a:lnTo>
                  <a:lnTo>
                    <a:pt x="15189" y="21135"/>
                  </a:lnTo>
                  <a:lnTo>
                    <a:pt x="15091" y="21076"/>
                  </a:lnTo>
                  <a:lnTo>
                    <a:pt x="15091" y="21076"/>
                  </a:lnTo>
                  <a:lnTo>
                    <a:pt x="15268" y="21214"/>
                  </a:lnTo>
                  <a:lnTo>
                    <a:pt x="15308" y="21274"/>
                  </a:lnTo>
                  <a:lnTo>
                    <a:pt x="15308" y="21313"/>
                  </a:lnTo>
                  <a:lnTo>
                    <a:pt x="15308" y="21333"/>
                  </a:lnTo>
                  <a:lnTo>
                    <a:pt x="15268" y="21353"/>
                  </a:lnTo>
                  <a:lnTo>
                    <a:pt x="15150" y="21372"/>
                  </a:lnTo>
                  <a:lnTo>
                    <a:pt x="14992" y="21372"/>
                  </a:lnTo>
                  <a:lnTo>
                    <a:pt x="14794" y="21353"/>
                  </a:lnTo>
                  <a:lnTo>
                    <a:pt x="14498" y="21313"/>
                  </a:lnTo>
                  <a:lnTo>
                    <a:pt x="14735" y="21432"/>
                  </a:lnTo>
                  <a:lnTo>
                    <a:pt x="14933" y="21530"/>
                  </a:lnTo>
                  <a:lnTo>
                    <a:pt x="15110" y="21649"/>
                  </a:lnTo>
                  <a:lnTo>
                    <a:pt x="15249" y="21767"/>
                  </a:lnTo>
                  <a:lnTo>
                    <a:pt x="15466" y="21787"/>
                  </a:lnTo>
                  <a:lnTo>
                    <a:pt x="15663" y="21827"/>
                  </a:lnTo>
                  <a:lnTo>
                    <a:pt x="16039" y="21985"/>
                  </a:lnTo>
                  <a:lnTo>
                    <a:pt x="16236" y="22044"/>
                  </a:lnTo>
                  <a:lnTo>
                    <a:pt x="16414" y="22083"/>
                  </a:lnTo>
                  <a:lnTo>
                    <a:pt x="16612" y="22103"/>
                  </a:lnTo>
                  <a:lnTo>
                    <a:pt x="16730" y="22103"/>
                  </a:lnTo>
                  <a:lnTo>
                    <a:pt x="16829" y="22083"/>
                  </a:lnTo>
                  <a:lnTo>
                    <a:pt x="16888" y="22103"/>
                  </a:lnTo>
                  <a:lnTo>
                    <a:pt x="16888" y="22123"/>
                  </a:lnTo>
                  <a:lnTo>
                    <a:pt x="16868" y="22143"/>
                  </a:lnTo>
                  <a:lnTo>
                    <a:pt x="16829" y="22143"/>
                  </a:lnTo>
                  <a:lnTo>
                    <a:pt x="16750" y="22162"/>
                  </a:lnTo>
                  <a:lnTo>
                    <a:pt x="16770" y="22182"/>
                  </a:lnTo>
                  <a:lnTo>
                    <a:pt x="16849" y="22202"/>
                  </a:lnTo>
                  <a:lnTo>
                    <a:pt x="17244" y="22281"/>
                  </a:lnTo>
                  <a:lnTo>
                    <a:pt x="17461" y="22320"/>
                  </a:lnTo>
                  <a:lnTo>
                    <a:pt x="17658" y="22340"/>
                  </a:lnTo>
                  <a:lnTo>
                    <a:pt x="18073" y="22340"/>
                  </a:lnTo>
                  <a:lnTo>
                    <a:pt x="18271" y="22320"/>
                  </a:lnTo>
                  <a:lnTo>
                    <a:pt x="18310" y="22281"/>
                  </a:lnTo>
                  <a:lnTo>
                    <a:pt x="18330" y="22301"/>
                  </a:lnTo>
                  <a:lnTo>
                    <a:pt x="18330" y="22340"/>
                  </a:lnTo>
                  <a:lnTo>
                    <a:pt x="18310" y="22439"/>
                  </a:lnTo>
                  <a:lnTo>
                    <a:pt x="18330" y="22459"/>
                  </a:lnTo>
                  <a:lnTo>
                    <a:pt x="18350" y="22459"/>
                  </a:lnTo>
                  <a:lnTo>
                    <a:pt x="18389" y="22439"/>
                  </a:lnTo>
                  <a:lnTo>
                    <a:pt x="18508" y="22439"/>
                  </a:lnTo>
                  <a:lnTo>
                    <a:pt x="18567" y="22498"/>
                  </a:lnTo>
                  <a:lnTo>
                    <a:pt x="18606" y="22538"/>
                  </a:lnTo>
                  <a:lnTo>
                    <a:pt x="18685" y="22656"/>
                  </a:lnTo>
                  <a:lnTo>
                    <a:pt x="18883" y="22972"/>
                  </a:lnTo>
                  <a:lnTo>
                    <a:pt x="19120" y="23308"/>
                  </a:lnTo>
                  <a:lnTo>
                    <a:pt x="19397" y="23683"/>
                  </a:lnTo>
                  <a:lnTo>
                    <a:pt x="19160" y="23545"/>
                  </a:lnTo>
                  <a:lnTo>
                    <a:pt x="19160" y="23545"/>
                  </a:lnTo>
                  <a:lnTo>
                    <a:pt x="19318" y="23743"/>
                  </a:lnTo>
                  <a:lnTo>
                    <a:pt x="19456" y="23940"/>
                  </a:lnTo>
                  <a:lnTo>
                    <a:pt x="19614" y="24059"/>
                  </a:lnTo>
                  <a:lnTo>
                    <a:pt x="19693" y="24098"/>
                  </a:lnTo>
                  <a:lnTo>
                    <a:pt x="19772" y="24118"/>
                  </a:lnTo>
                  <a:lnTo>
                    <a:pt x="19811" y="24217"/>
                  </a:lnTo>
                  <a:lnTo>
                    <a:pt x="19871" y="24315"/>
                  </a:lnTo>
                  <a:lnTo>
                    <a:pt x="19950" y="24394"/>
                  </a:lnTo>
                  <a:lnTo>
                    <a:pt x="20029" y="24473"/>
                  </a:lnTo>
                  <a:lnTo>
                    <a:pt x="20266" y="24631"/>
                  </a:lnTo>
                  <a:lnTo>
                    <a:pt x="20503" y="24770"/>
                  </a:lnTo>
                  <a:lnTo>
                    <a:pt x="20759" y="24908"/>
                  </a:lnTo>
                  <a:lnTo>
                    <a:pt x="21016" y="25046"/>
                  </a:lnTo>
                  <a:lnTo>
                    <a:pt x="21233" y="25184"/>
                  </a:lnTo>
                  <a:lnTo>
                    <a:pt x="21332" y="25283"/>
                  </a:lnTo>
                  <a:lnTo>
                    <a:pt x="21411" y="25362"/>
                  </a:lnTo>
                  <a:lnTo>
                    <a:pt x="21629" y="25461"/>
                  </a:lnTo>
                  <a:lnTo>
                    <a:pt x="21826" y="25540"/>
                  </a:lnTo>
                  <a:lnTo>
                    <a:pt x="21984" y="25560"/>
                  </a:lnTo>
                  <a:lnTo>
                    <a:pt x="22122" y="25560"/>
                  </a:lnTo>
                  <a:lnTo>
                    <a:pt x="22399" y="25540"/>
                  </a:lnTo>
                  <a:lnTo>
                    <a:pt x="22557" y="25540"/>
                  </a:lnTo>
                  <a:lnTo>
                    <a:pt x="22754" y="25579"/>
                  </a:lnTo>
                  <a:lnTo>
                    <a:pt x="22715" y="25619"/>
                  </a:lnTo>
                  <a:lnTo>
                    <a:pt x="22675" y="25678"/>
                  </a:lnTo>
                  <a:lnTo>
                    <a:pt x="22675" y="25718"/>
                  </a:lnTo>
                  <a:lnTo>
                    <a:pt x="22675" y="25737"/>
                  </a:lnTo>
                  <a:lnTo>
                    <a:pt x="22735" y="25777"/>
                  </a:lnTo>
                  <a:lnTo>
                    <a:pt x="22814" y="25816"/>
                  </a:lnTo>
                  <a:lnTo>
                    <a:pt x="23169" y="25856"/>
                  </a:lnTo>
                  <a:lnTo>
                    <a:pt x="23525" y="25876"/>
                  </a:lnTo>
                  <a:lnTo>
                    <a:pt x="23880" y="25876"/>
                  </a:lnTo>
                  <a:lnTo>
                    <a:pt x="24236" y="25856"/>
                  </a:lnTo>
                  <a:lnTo>
                    <a:pt x="24572" y="25816"/>
                  </a:lnTo>
                  <a:lnTo>
                    <a:pt x="24907" y="25777"/>
                  </a:lnTo>
                  <a:lnTo>
                    <a:pt x="25243" y="25718"/>
                  </a:lnTo>
                  <a:lnTo>
                    <a:pt x="25559" y="25619"/>
                  </a:lnTo>
                  <a:lnTo>
                    <a:pt x="25895" y="25520"/>
                  </a:lnTo>
                  <a:lnTo>
                    <a:pt x="26211" y="25421"/>
                  </a:lnTo>
                  <a:lnTo>
                    <a:pt x="26527" y="25283"/>
                  </a:lnTo>
                  <a:lnTo>
                    <a:pt x="26823" y="25145"/>
                  </a:lnTo>
                  <a:lnTo>
                    <a:pt x="27139" y="24987"/>
                  </a:lnTo>
                  <a:lnTo>
                    <a:pt x="27436" y="24809"/>
                  </a:lnTo>
                  <a:lnTo>
                    <a:pt x="27732" y="24612"/>
                  </a:lnTo>
                  <a:lnTo>
                    <a:pt x="28028" y="24394"/>
                  </a:lnTo>
                  <a:lnTo>
                    <a:pt x="28008" y="24434"/>
                  </a:lnTo>
                  <a:lnTo>
                    <a:pt x="27989" y="24473"/>
                  </a:lnTo>
                  <a:lnTo>
                    <a:pt x="27910" y="24533"/>
                  </a:lnTo>
                  <a:lnTo>
                    <a:pt x="28107" y="24394"/>
                  </a:lnTo>
                  <a:lnTo>
                    <a:pt x="28305" y="24256"/>
                  </a:lnTo>
                  <a:lnTo>
                    <a:pt x="28641" y="23940"/>
                  </a:lnTo>
                  <a:lnTo>
                    <a:pt x="28937" y="23604"/>
                  </a:lnTo>
                  <a:lnTo>
                    <a:pt x="29233" y="23249"/>
                  </a:lnTo>
                  <a:lnTo>
                    <a:pt x="29470" y="22913"/>
                  </a:lnTo>
                  <a:lnTo>
                    <a:pt x="29707" y="22557"/>
                  </a:lnTo>
                  <a:lnTo>
                    <a:pt x="30161" y="21925"/>
                  </a:lnTo>
                  <a:lnTo>
                    <a:pt x="30240" y="21728"/>
                  </a:lnTo>
                  <a:lnTo>
                    <a:pt x="30319" y="21511"/>
                  </a:lnTo>
                  <a:lnTo>
                    <a:pt x="30339" y="21412"/>
                  </a:lnTo>
                  <a:lnTo>
                    <a:pt x="30339" y="21333"/>
                  </a:lnTo>
                  <a:lnTo>
                    <a:pt x="30319" y="21293"/>
                  </a:lnTo>
                  <a:lnTo>
                    <a:pt x="30260" y="21313"/>
                  </a:lnTo>
                  <a:lnTo>
                    <a:pt x="30221" y="21372"/>
                  </a:lnTo>
                  <a:lnTo>
                    <a:pt x="30181" y="21412"/>
                  </a:lnTo>
                  <a:lnTo>
                    <a:pt x="30122" y="21432"/>
                  </a:lnTo>
                  <a:lnTo>
                    <a:pt x="30082" y="21451"/>
                  </a:lnTo>
                  <a:lnTo>
                    <a:pt x="29984" y="21432"/>
                  </a:lnTo>
                  <a:lnTo>
                    <a:pt x="29924" y="21392"/>
                  </a:lnTo>
                  <a:lnTo>
                    <a:pt x="30023" y="21155"/>
                  </a:lnTo>
                  <a:lnTo>
                    <a:pt x="30102" y="21017"/>
                  </a:lnTo>
                  <a:lnTo>
                    <a:pt x="30181" y="20938"/>
                  </a:lnTo>
                  <a:lnTo>
                    <a:pt x="30240" y="20898"/>
                  </a:lnTo>
                  <a:lnTo>
                    <a:pt x="30319" y="20878"/>
                  </a:lnTo>
                  <a:lnTo>
                    <a:pt x="30379" y="20839"/>
                  </a:lnTo>
                  <a:lnTo>
                    <a:pt x="30438" y="20740"/>
                  </a:lnTo>
                  <a:lnTo>
                    <a:pt x="30517" y="20602"/>
                  </a:lnTo>
                  <a:lnTo>
                    <a:pt x="30596" y="20582"/>
                  </a:lnTo>
                  <a:lnTo>
                    <a:pt x="30616" y="20602"/>
                  </a:lnTo>
                  <a:lnTo>
                    <a:pt x="30635" y="20622"/>
                  </a:lnTo>
                  <a:lnTo>
                    <a:pt x="30635" y="20681"/>
                  </a:lnTo>
                  <a:lnTo>
                    <a:pt x="30635" y="20760"/>
                  </a:lnTo>
                  <a:lnTo>
                    <a:pt x="30616" y="20938"/>
                  </a:lnTo>
                  <a:lnTo>
                    <a:pt x="30635" y="21017"/>
                  </a:lnTo>
                  <a:lnTo>
                    <a:pt x="30655" y="21056"/>
                  </a:lnTo>
                  <a:lnTo>
                    <a:pt x="30675" y="21076"/>
                  </a:lnTo>
                  <a:lnTo>
                    <a:pt x="30793" y="20641"/>
                  </a:lnTo>
                  <a:lnTo>
                    <a:pt x="30872" y="20227"/>
                  </a:lnTo>
                  <a:lnTo>
                    <a:pt x="30951" y="20069"/>
                  </a:lnTo>
                  <a:lnTo>
                    <a:pt x="31011" y="19911"/>
                  </a:lnTo>
                  <a:lnTo>
                    <a:pt x="31110" y="19575"/>
                  </a:lnTo>
                  <a:lnTo>
                    <a:pt x="31189" y="19259"/>
                  </a:lnTo>
                  <a:lnTo>
                    <a:pt x="31248" y="19101"/>
                  </a:lnTo>
                  <a:lnTo>
                    <a:pt x="31289" y="19005"/>
                  </a:lnTo>
                  <a:lnTo>
                    <a:pt x="31289" y="19005"/>
                  </a:lnTo>
                  <a:lnTo>
                    <a:pt x="31307" y="19042"/>
                  </a:lnTo>
                  <a:lnTo>
                    <a:pt x="31327" y="19101"/>
                  </a:lnTo>
                  <a:lnTo>
                    <a:pt x="31347" y="19140"/>
                  </a:lnTo>
                  <a:lnTo>
                    <a:pt x="31347" y="19180"/>
                  </a:lnTo>
                  <a:lnTo>
                    <a:pt x="31347" y="19239"/>
                  </a:lnTo>
                  <a:lnTo>
                    <a:pt x="31287" y="19338"/>
                  </a:lnTo>
                  <a:lnTo>
                    <a:pt x="31287" y="19298"/>
                  </a:lnTo>
                  <a:lnTo>
                    <a:pt x="31268" y="19259"/>
                  </a:lnTo>
                  <a:lnTo>
                    <a:pt x="31208" y="19476"/>
                  </a:lnTo>
                  <a:lnTo>
                    <a:pt x="31189" y="19614"/>
                  </a:lnTo>
                  <a:lnTo>
                    <a:pt x="31189" y="19713"/>
                  </a:lnTo>
                  <a:lnTo>
                    <a:pt x="31189" y="19792"/>
                  </a:lnTo>
                  <a:lnTo>
                    <a:pt x="31189" y="19950"/>
                  </a:lnTo>
                  <a:lnTo>
                    <a:pt x="31169" y="20088"/>
                  </a:lnTo>
                  <a:lnTo>
                    <a:pt x="31129" y="20266"/>
                  </a:lnTo>
                  <a:lnTo>
                    <a:pt x="31228" y="19832"/>
                  </a:lnTo>
                  <a:lnTo>
                    <a:pt x="31347" y="19377"/>
                  </a:lnTo>
                  <a:lnTo>
                    <a:pt x="31445" y="18923"/>
                  </a:lnTo>
                  <a:lnTo>
                    <a:pt x="31544" y="18528"/>
                  </a:lnTo>
                  <a:lnTo>
                    <a:pt x="31485" y="18528"/>
                  </a:lnTo>
                  <a:lnTo>
                    <a:pt x="31465" y="18488"/>
                  </a:lnTo>
                  <a:lnTo>
                    <a:pt x="31465" y="18429"/>
                  </a:lnTo>
                  <a:lnTo>
                    <a:pt x="31465" y="18350"/>
                  </a:lnTo>
                  <a:lnTo>
                    <a:pt x="31485" y="18153"/>
                  </a:lnTo>
                  <a:lnTo>
                    <a:pt x="31485" y="18054"/>
                  </a:lnTo>
                  <a:lnTo>
                    <a:pt x="31465" y="17995"/>
                  </a:lnTo>
                  <a:lnTo>
                    <a:pt x="31485" y="17955"/>
                  </a:lnTo>
                  <a:lnTo>
                    <a:pt x="31465" y="17935"/>
                  </a:lnTo>
                  <a:lnTo>
                    <a:pt x="31445" y="17916"/>
                  </a:lnTo>
                  <a:lnTo>
                    <a:pt x="31426" y="17797"/>
                  </a:lnTo>
                  <a:lnTo>
                    <a:pt x="31406" y="17560"/>
                  </a:lnTo>
                  <a:lnTo>
                    <a:pt x="31603" y="17481"/>
                  </a:lnTo>
                  <a:lnTo>
                    <a:pt x="31603" y="17422"/>
                  </a:lnTo>
                  <a:lnTo>
                    <a:pt x="31584" y="17382"/>
                  </a:lnTo>
                  <a:lnTo>
                    <a:pt x="31564" y="17382"/>
                  </a:lnTo>
                  <a:lnTo>
                    <a:pt x="31544" y="17402"/>
                  </a:lnTo>
                  <a:lnTo>
                    <a:pt x="31524" y="17402"/>
                  </a:lnTo>
                  <a:lnTo>
                    <a:pt x="31505" y="17363"/>
                  </a:lnTo>
                  <a:lnTo>
                    <a:pt x="31505" y="17303"/>
                  </a:lnTo>
                  <a:lnTo>
                    <a:pt x="31505" y="16987"/>
                  </a:lnTo>
                  <a:lnTo>
                    <a:pt x="31544" y="16533"/>
                  </a:lnTo>
                  <a:lnTo>
                    <a:pt x="31564" y="16316"/>
                  </a:lnTo>
                  <a:lnTo>
                    <a:pt x="31603" y="16138"/>
                  </a:lnTo>
                  <a:lnTo>
                    <a:pt x="31663" y="16000"/>
                  </a:lnTo>
                  <a:lnTo>
                    <a:pt x="31682" y="15960"/>
                  </a:lnTo>
                  <a:lnTo>
                    <a:pt x="31722" y="15921"/>
                  </a:lnTo>
                  <a:lnTo>
                    <a:pt x="31702" y="15703"/>
                  </a:lnTo>
                  <a:lnTo>
                    <a:pt x="31663" y="15526"/>
                  </a:lnTo>
                  <a:lnTo>
                    <a:pt x="31623" y="15348"/>
                  </a:lnTo>
                  <a:lnTo>
                    <a:pt x="31623" y="15131"/>
                  </a:lnTo>
                  <a:lnTo>
                    <a:pt x="31663" y="15150"/>
                  </a:lnTo>
                  <a:lnTo>
                    <a:pt x="31682" y="15190"/>
                  </a:lnTo>
                  <a:lnTo>
                    <a:pt x="31722" y="15249"/>
                  </a:lnTo>
                  <a:lnTo>
                    <a:pt x="31722" y="14953"/>
                  </a:lnTo>
                  <a:lnTo>
                    <a:pt x="31722" y="14657"/>
                  </a:lnTo>
                  <a:lnTo>
                    <a:pt x="31702" y="14321"/>
                  </a:lnTo>
                  <a:lnTo>
                    <a:pt x="31682" y="13965"/>
                  </a:lnTo>
                  <a:lnTo>
                    <a:pt x="31623" y="13590"/>
                  </a:lnTo>
                  <a:lnTo>
                    <a:pt x="31544" y="13195"/>
                  </a:lnTo>
                  <a:lnTo>
                    <a:pt x="31426" y="12800"/>
                  </a:lnTo>
                  <a:lnTo>
                    <a:pt x="31268" y="12385"/>
                  </a:lnTo>
                  <a:lnTo>
                    <a:pt x="31070" y="12109"/>
                  </a:lnTo>
                  <a:lnTo>
                    <a:pt x="30853" y="11872"/>
                  </a:lnTo>
                  <a:lnTo>
                    <a:pt x="30675" y="11714"/>
                  </a:lnTo>
                  <a:lnTo>
                    <a:pt x="30517" y="11595"/>
                  </a:lnTo>
                  <a:lnTo>
                    <a:pt x="30458" y="11536"/>
                  </a:lnTo>
                  <a:lnTo>
                    <a:pt x="30418" y="11516"/>
                  </a:lnTo>
                  <a:lnTo>
                    <a:pt x="30359" y="11496"/>
                  </a:lnTo>
                  <a:lnTo>
                    <a:pt x="30221" y="11457"/>
                  </a:lnTo>
                  <a:lnTo>
                    <a:pt x="30260" y="11496"/>
                  </a:lnTo>
                  <a:lnTo>
                    <a:pt x="30280" y="11555"/>
                  </a:lnTo>
                  <a:lnTo>
                    <a:pt x="30280" y="11595"/>
                  </a:lnTo>
                  <a:lnTo>
                    <a:pt x="30260" y="11615"/>
                  </a:lnTo>
                  <a:lnTo>
                    <a:pt x="30240" y="11634"/>
                  </a:lnTo>
                  <a:lnTo>
                    <a:pt x="30122" y="11634"/>
                  </a:lnTo>
                  <a:lnTo>
                    <a:pt x="30082" y="11595"/>
                  </a:lnTo>
                  <a:lnTo>
                    <a:pt x="30003" y="11476"/>
                  </a:lnTo>
                  <a:lnTo>
                    <a:pt x="29964" y="11437"/>
                  </a:lnTo>
                  <a:lnTo>
                    <a:pt x="30003" y="11417"/>
                  </a:lnTo>
                  <a:lnTo>
                    <a:pt x="30023" y="11378"/>
                  </a:lnTo>
                  <a:lnTo>
                    <a:pt x="30043" y="11299"/>
                  </a:lnTo>
                  <a:lnTo>
                    <a:pt x="30043" y="11279"/>
                  </a:lnTo>
                  <a:lnTo>
                    <a:pt x="30082" y="11279"/>
                  </a:lnTo>
                  <a:lnTo>
                    <a:pt x="30102" y="11338"/>
                  </a:lnTo>
                  <a:lnTo>
                    <a:pt x="30161" y="11279"/>
                  </a:lnTo>
                  <a:lnTo>
                    <a:pt x="30181" y="11239"/>
                  </a:lnTo>
                  <a:lnTo>
                    <a:pt x="30201" y="11200"/>
                  </a:lnTo>
                  <a:lnTo>
                    <a:pt x="30181" y="11160"/>
                  </a:lnTo>
                  <a:lnTo>
                    <a:pt x="30181" y="11002"/>
                  </a:lnTo>
                  <a:lnTo>
                    <a:pt x="30122" y="10588"/>
                  </a:lnTo>
                  <a:lnTo>
                    <a:pt x="30142" y="10430"/>
                  </a:lnTo>
                  <a:lnTo>
                    <a:pt x="30142" y="10390"/>
                  </a:lnTo>
                  <a:lnTo>
                    <a:pt x="30181" y="10370"/>
                  </a:lnTo>
                  <a:lnTo>
                    <a:pt x="30142" y="10272"/>
                  </a:lnTo>
                  <a:lnTo>
                    <a:pt x="30082" y="10133"/>
                  </a:lnTo>
                  <a:lnTo>
                    <a:pt x="30023" y="9936"/>
                  </a:lnTo>
                  <a:lnTo>
                    <a:pt x="29924" y="9738"/>
                  </a:lnTo>
                  <a:lnTo>
                    <a:pt x="29826" y="9541"/>
                  </a:lnTo>
                  <a:lnTo>
                    <a:pt x="29707" y="9363"/>
                  </a:lnTo>
                  <a:lnTo>
                    <a:pt x="29589" y="9205"/>
                  </a:lnTo>
                  <a:lnTo>
                    <a:pt x="29470" y="9106"/>
                  </a:lnTo>
                  <a:lnTo>
                    <a:pt x="29470" y="9086"/>
                  </a:lnTo>
                  <a:lnTo>
                    <a:pt x="29490" y="9086"/>
                  </a:lnTo>
                  <a:lnTo>
                    <a:pt x="29529" y="9106"/>
                  </a:lnTo>
                  <a:lnTo>
                    <a:pt x="29648" y="9244"/>
                  </a:lnTo>
                  <a:lnTo>
                    <a:pt x="29766" y="9403"/>
                  </a:lnTo>
                  <a:lnTo>
                    <a:pt x="29806" y="9442"/>
                  </a:lnTo>
                  <a:lnTo>
                    <a:pt x="29845" y="9462"/>
                  </a:lnTo>
                  <a:lnTo>
                    <a:pt x="29727" y="9284"/>
                  </a:lnTo>
                  <a:lnTo>
                    <a:pt x="29589" y="9106"/>
                  </a:lnTo>
                  <a:lnTo>
                    <a:pt x="29648" y="9067"/>
                  </a:lnTo>
                  <a:lnTo>
                    <a:pt x="29490" y="8849"/>
                  </a:lnTo>
                  <a:lnTo>
                    <a:pt x="29352" y="8691"/>
                  </a:lnTo>
                  <a:lnTo>
                    <a:pt x="29213" y="8573"/>
                  </a:lnTo>
                  <a:lnTo>
                    <a:pt x="29075" y="8494"/>
                  </a:lnTo>
                  <a:lnTo>
                    <a:pt x="28818" y="8375"/>
                  </a:lnTo>
                  <a:lnTo>
                    <a:pt x="28700" y="8336"/>
                  </a:lnTo>
                  <a:lnTo>
                    <a:pt x="28561" y="8257"/>
                  </a:lnTo>
                  <a:lnTo>
                    <a:pt x="28581" y="8237"/>
                  </a:lnTo>
                  <a:lnTo>
                    <a:pt x="28344" y="8099"/>
                  </a:lnTo>
                  <a:lnTo>
                    <a:pt x="28344" y="8099"/>
                  </a:lnTo>
                  <a:lnTo>
                    <a:pt x="28720" y="8158"/>
                  </a:lnTo>
                  <a:lnTo>
                    <a:pt x="28581" y="8079"/>
                  </a:lnTo>
                  <a:lnTo>
                    <a:pt x="28443" y="8000"/>
                  </a:lnTo>
                  <a:lnTo>
                    <a:pt x="28186" y="7901"/>
                  </a:lnTo>
                  <a:lnTo>
                    <a:pt x="27910" y="7803"/>
                  </a:lnTo>
                  <a:lnTo>
                    <a:pt x="27594" y="7684"/>
                  </a:lnTo>
                  <a:lnTo>
                    <a:pt x="27574" y="7605"/>
                  </a:lnTo>
                  <a:lnTo>
                    <a:pt x="27297" y="7546"/>
                  </a:lnTo>
                  <a:lnTo>
                    <a:pt x="27357" y="7546"/>
                  </a:lnTo>
                  <a:lnTo>
                    <a:pt x="27357" y="7526"/>
                  </a:lnTo>
                  <a:lnTo>
                    <a:pt x="27357" y="7506"/>
                  </a:lnTo>
                  <a:lnTo>
                    <a:pt x="27218" y="7506"/>
                  </a:lnTo>
                  <a:lnTo>
                    <a:pt x="27080" y="7487"/>
                  </a:lnTo>
                  <a:lnTo>
                    <a:pt x="26764" y="7427"/>
                  </a:lnTo>
                  <a:lnTo>
                    <a:pt x="26468" y="7368"/>
                  </a:lnTo>
                  <a:lnTo>
                    <a:pt x="26349" y="7348"/>
                  </a:lnTo>
                  <a:lnTo>
                    <a:pt x="26231" y="7368"/>
                  </a:lnTo>
                  <a:lnTo>
                    <a:pt x="26172" y="7348"/>
                  </a:lnTo>
                  <a:lnTo>
                    <a:pt x="26112" y="7289"/>
                  </a:lnTo>
                  <a:lnTo>
                    <a:pt x="26013" y="7210"/>
                  </a:lnTo>
                  <a:lnTo>
                    <a:pt x="25954" y="7171"/>
                  </a:lnTo>
                  <a:lnTo>
                    <a:pt x="25895" y="7131"/>
                  </a:lnTo>
                  <a:lnTo>
                    <a:pt x="25816" y="7131"/>
                  </a:lnTo>
                  <a:lnTo>
                    <a:pt x="25717" y="7151"/>
                  </a:lnTo>
                  <a:lnTo>
                    <a:pt x="25816" y="6953"/>
                  </a:lnTo>
                  <a:lnTo>
                    <a:pt x="25994" y="6993"/>
                  </a:lnTo>
                  <a:lnTo>
                    <a:pt x="26092" y="7032"/>
                  </a:lnTo>
                  <a:lnTo>
                    <a:pt x="26152" y="7072"/>
                  </a:lnTo>
                  <a:lnTo>
                    <a:pt x="26191" y="7111"/>
                  </a:lnTo>
                  <a:lnTo>
                    <a:pt x="26231" y="7151"/>
                  </a:lnTo>
                  <a:lnTo>
                    <a:pt x="26310" y="7171"/>
                  </a:lnTo>
                  <a:lnTo>
                    <a:pt x="26428" y="7210"/>
                  </a:lnTo>
                  <a:lnTo>
                    <a:pt x="26606" y="7250"/>
                  </a:lnTo>
                  <a:lnTo>
                    <a:pt x="26527" y="7171"/>
                  </a:lnTo>
                  <a:lnTo>
                    <a:pt x="26428" y="7111"/>
                  </a:lnTo>
                  <a:lnTo>
                    <a:pt x="26191" y="6973"/>
                  </a:lnTo>
                  <a:lnTo>
                    <a:pt x="25875" y="6854"/>
                  </a:lnTo>
                  <a:lnTo>
                    <a:pt x="25539" y="6736"/>
                  </a:lnTo>
                  <a:lnTo>
                    <a:pt x="25204" y="6657"/>
                  </a:lnTo>
                  <a:lnTo>
                    <a:pt x="24848" y="6598"/>
                  </a:lnTo>
                  <a:lnTo>
                    <a:pt x="24216" y="6479"/>
                  </a:lnTo>
                  <a:lnTo>
                    <a:pt x="23959" y="6459"/>
                  </a:lnTo>
                  <a:lnTo>
                    <a:pt x="23683" y="6420"/>
                  </a:lnTo>
                  <a:lnTo>
                    <a:pt x="23110" y="6321"/>
                  </a:lnTo>
                  <a:lnTo>
                    <a:pt x="22853" y="6282"/>
                  </a:lnTo>
                  <a:lnTo>
                    <a:pt x="22616" y="6262"/>
                  </a:lnTo>
                  <a:lnTo>
                    <a:pt x="22399" y="6262"/>
                  </a:lnTo>
                  <a:lnTo>
                    <a:pt x="22320" y="6301"/>
                  </a:lnTo>
                  <a:lnTo>
                    <a:pt x="22261" y="6341"/>
                  </a:lnTo>
                  <a:lnTo>
                    <a:pt x="22261" y="6341"/>
                  </a:lnTo>
                  <a:lnTo>
                    <a:pt x="22340" y="6222"/>
                  </a:lnTo>
                  <a:lnTo>
                    <a:pt x="21332" y="5926"/>
                  </a:lnTo>
                  <a:lnTo>
                    <a:pt x="21016" y="5867"/>
                  </a:lnTo>
                  <a:lnTo>
                    <a:pt x="20740" y="5808"/>
                  </a:lnTo>
                  <a:lnTo>
                    <a:pt x="20463" y="5729"/>
                  </a:lnTo>
                  <a:lnTo>
                    <a:pt x="20226" y="5630"/>
                  </a:lnTo>
                  <a:lnTo>
                    <a:pt x="19811" y="5452"/>
                  </a:lnTo>
                  <a:lnTo>
                    <a:pt x="19594" y="5353"/>
                  </a:lnTo>
                  <a:lnTo>
                    <a:pt x="19357" y="5274"/>
                  </a:lnTo>
                  <a:lnTo>
                    <a:pt x="19258" y="5077"/>
                  </a:lnTo>
                  <a:lnTo>
                    <a:pt x="19100" y="5057"/>
                  </a:lnTo>
                  <a:lnTo>
                    <a:pt x="18942" y="4998"/>
                  </a:lnTo>
                  <a:lnTo>
                    <a:pt x="18547" y="4820"/>
                  </a:lnTo>
                  <a:lnTo>
                    <a:pt x="18113" y="4622"/>
                  </a:lnTo>
                  <a:lnTo>
                    <a:pt x="17678" y="4445"/>
                  </a:lnTo>
                  <a:lnTo>
                    <a:pt x="17263" y="4287"/>
                  </a:lnTo>
                  <a:lnTo>
                    <a:pt x="16888" y="4188"/>
                  </a:lnTo>
                  <a:lnTo>
                    <a:pt x="16710" y="4148"/>
                  </a:lnTo>
                  <a:lnTo>
                    <a:pt x="16552" y="4129"/>
                  </a:lnTo>
                  <a:lnTo>
                    <a:pt x="16434" y="4129"/>
                  </a:lnTo>
                  <a:lnTo>
                    <a:pt x="16295" y="4148"/>
                  </a:lnTo>
                  <a:lnTo>
                    <a:pt x="16236" y="4069"/>
                  </a:lnTo>
                  <a:lnTo>
                    <a:pt x="16216" y="4030"/>
                  </a:lnTo>
                  <a:lnTo>
                    <a:pt x="16236" y="4010"/>
                  </a:lnTo>
                  <a:lnTo>
                    <a:pt x="16295" y="3990"/>
                  </a:lnTo>
                  <a:lnTo>
                    <a:pt x="16434" y="4010"/>
                  </a:lnTo>
                  <a:lnTo>
                    <a:pt x="16552" y="4010"/>
                  </a:lnTo>
                  <a:lnTo>
                    <a:pt x="16454" y="3951"/>
                  </a:lnTo>
                  <a:lnTo>
                    <a:pt x="16315" y="3911"/>
                  </a:lnTo>
                  <a:lnTo>
                    <a:pt x="16058" y="3852"/>
                  </a:lnTo>
                  <a:lnTo>
                    <a:pt x="15920" y="3813"/>
                  </a:lnTo>
                  <a:lnTo>
                    <a:pt x="15821" y="3753"/>
                  </a:lnTo>
                  <a:lnTo>
                    <a:pt x="15723" y="3674"/>
                  </a:lnTo>
                  <a:lnTo>
                    <a:pt x="15683" y="3635"/>
                  </a:lnTo>
                  <a:lnTo>
                    <a:pt x="15663" y="3576"/>
                  </a:lnTo>
                  <a:lnTo>
                    <a:pt x="15742" y="3576"/>
                  </a:lnTo>
                  <a:lnTo>
                    <a:pt x="15841" y="3615"/>
                  </a:lnTo>
                  <a:lnTo>
                    <a:pt x="15900" y="3635"/>
                  </a:lnTo>
                  <a:lnTo>
                    <a:pt x="15920" y="3635"/>
                  </a:lnTo>
                  <a:lnTo>
                    <a:pt x="15881" y="3595"/>
                  </a:lnTo>
                  <a:lnTo>
                    <a:pt x="15841" y="3536"/>
                  </a:lnTo>
                  <a:lnTo>
                    <a:pt x="15802" y="3497"/>
                  </a:lnTo>
                  <a:lnTo>
                    <a:pt x="15703" y="3477"/>
                  </a:lnTo>
                  <a:lnTo>
                    <a:pt x="15644" y="3457"/>
                  </a:lnTo>
                  <a:lnTo>
                    <a:pt x="15604" y="3437"/>
                  </a:lnTo>
                  <a:lnTo>
                    <a:pt x="15545" y="3398"/>
                  </a:lnTo>
                  <a:lnTo>
                    <a:pt x="15505" y="3319"/>
                  </a:lnTo>
                  <a:lnTo>
                    <a:pt x="15486" y="3378"/>
                  </a:lnTo>
                  <a:lnTo>
                    <a:pt x="15446" y="3398"/>
                  </a:lnTo>
                  <a:lnTo>
                    <a:pt x="15367" y="3398"/>
                  </a:lnTo>
                  <a:lnTo>
                    <a:pt x="15268" y="3378"/>
                  </a:lnTo>
                  <a:lnTo>
                    <a:pt x="15150" y="3319"/>
                  </a:lnTo>
                  <a:lnTo>
                    <a:pt x="15031" y="3260"/>
                  </a:lnTo>
                  <a:lnTo>
                    <a:pt x="14913" y="3200"/>
                  </a:lnTo>
                  <a:lnTo>
                    <a:pt x="14794" y="3121"/>
                  </a:lnTo>
                  <a:lnTo>
                    <a:pt x="14834" y="3161"/>
                  </a:lnTo>
                  <a:lnTo>
                    <a:pt x="14854" y="3200"/>
                  </a:lnTo>
                  <a:lnTo>
                    <a:pt x="14834" y="3220"/>
                  </a:lnTo>
                  <a:lnTo>
                    <a:pt x="14814" y="3220"/>
                  </a:lnTo>
                  <a:lnTo>
                    <a:pt x="14735" y="3181"/>
                  </a:lnTo>
                  <a:lnTo>
                    <a:pt x="14538" y="3023"/>
                  </a:lnTo>
                  <a:lnTo>
                    <a:pt x="14597" y="3023"/>
                  </a:lnTo>
                  <a:lnTo>
                    <a:pt x="14044" y="2568"/>
                  </a:lnTo>
                  <a:lnTo>
                    <a:pt x="13451" y="2094"/>
                  </a:lnTo>
                  <a:lnTo>
                    <a:pt x="13135" y="1857"/>
                  </a:lnTo>
                  <a:lnTo>
                    <a:pt x="12819" y="1640"/>
                  </a:lnTo>
                  <a:lnTo>
                    <a:pt x="12483" y="1423"/>
                  </a:lnTo>
                  <a:lnTo>
                    <a:pt x="12128" y="1225"/>
                  </a:lnTo>
                  <a:lnTo>
                    <a:pt x="11772" y="1028"/>
                  </a:lnTo>
                  <a:lnTo>
                    <a:pt x="11417" y="870"/>
                  </a:lnTo>
                  <a:lnTo>
                    <a:pt x="11041" y="712"/>
                  </a:lnTo>
                  <a:lnTo>
                    <a:pt x="10666" y="554"/>
                  </a:lnTo>
                  <a:lnTo>
                    <a:pt x="10291" y="435"/>
                  </a:lnTo>
                  <a:lnTo>
                    <a:pt x="9916" y="336"/>
                  </a:lnTo>
                  <a:lnTo>
                    <a:pt x="9521" y="238"/>
                  </a:lnTo>
                  <a:lnTo>
                    <a:pt x="9126" y="178"/>
                  </a:lnTo>
                  <a:lnTo>
                    <a:pt x="9521" y="139"/>
                  </a:lnTo>
                  <a:lnTo>
                    <a:pt x="9264" y="139"/>
                  </a:lnTo>
                  <a:lnTo>
                    <a:pt x="8967" y="99"/>
                  </a:lnTo>
                  <a:lnTo>
                    <a:pt x="8513" y="60"/>
                  </a:lnTo>
                  <a:lnTo>
                    <a:pt x="8553" y="40"/>
                  </a:lnTo>
                  <a:lnTo>
                    <a:pt x="835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2"/>
            <p:cNvSpPr/>
            <p:nvPr/>
          </p:nvSpPr>
          <p:spPr>
            <a:xfrm>
              <a:off x="-1287950" y="3163300"/>
              <a:ext cx="2000" cy="1000"/>
            </a:xfrm>
            <a:custGeom>
              <a:rect b="b" l="l" r="r" t="t"/>
              <a:pathLst>
                <a:path extrusionOk="0" h="40" w="80">
                  <a:moveTo>
                    <a:pt x="40" y="0"/>
                  </a:moveTo>
                  <a:lnTo>
                    <a:pt x="1" y="40"/>
                  </a:lnTo>
                  <a:lnTo>
                    <a:pt x="1" y="40"/>
                  </a:lnTo>
                  <a:lnTo>
                    <a:pt x="8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
            <p:cNvSpPr/>
            <p:nvPr/>
          </p:nvSpPr>
          <p:spPr>
            <a:xfrm>
              <a:off x="-660325" y="3614625"/>
              <a:ext cx="525" cy="2000"/>
            </a:xfrm>
            <a:custGeom>
              <a:rect b="b" l="l" r="r" t="t"/>
              <a:pathLst>
                <a:path extrusionOk="0" h="80" w="21">
                  <a:moveTo>
                    <a:pt x="20" y="1"/>
                  </a:moveTo>
                  <a:lnTo>
                    <a:pt x="0" y="40"/>
                  </a:lnTo>
                  <a:lnTo>
                    <a:pt x="0" y="80"/>
                  </a:lnTo>
                  <a:lnTo>
                    <a:pt x="20" y="40"/>
                  </a:lnTo>
                  <a:lnTo>
                    <a:pt x="2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2"/>
            <p:cNvSpPr/>
            <p:nvPr/>
          </p:nvSpPr>
          <p:spPr>
            <a:xfrm>
              <a:off x="-785750" y="3636350"/>
              <a:ext cx="25" cy="1025"/>
            </a:xfrm>
            <a:custGeom>
              <a:rect b="b" l="l" r="r" t="t"/>
              <a:pathLst>
                <a:path extrusionOk="0" h="41" w="1">
                  <a:moveTo>
                    <a:pt x="0" y="1"/>
                  </a:moveTo>
                  <a:lnTo>
                    <a:pt x="0" y="1"/>
                  </a:lnTo>
                  <a:lnTo>
                    <a:pt x="0" y="40"/>
                  </a:lnTo>
                  <a:lnTo>
                    <a:pt x="0" y="40"/>
                  </a:lnTo>
                  <a:lnTo>
                    <a:pt x="0" y="20"/>
                  </a:lnTo>
                  <a:lnTo>
                    <a:pt x="0" y="1"/>
                  </a:lnTo>
                  <a:lnTo>
                    <a:pt x="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2"/>
            <p:cNvSpPr/>
            <p:nvPr/>
          </p:nvSpPr>
          <p:spPr>
            <a:xfrm>
              <a:off x="-1257325" y="3169700"/>
              <a:ext cx="1000" cy="3000"/>
            </a:xfrm>
            <a:custGeom>
              <a:rect b="b" l="l" r="r" t="t"/>
              <a:pathLst>
                <a:path extrusionOk="0" h="120" w="40">
                  <a:moveTo>
                    <a:pt x="40" y="1"/>
                  </a:moveTo>
                  <a:lnTo>
                    <a:pt x="0" y="119"/>
                  </a:lnTo>
                  <a:lnTo>
                    <a:pt x="20" y="60"/>
                  </a:lnTo>
                  <a:lnTo>
                    <a:pt x="4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2"/>
            <p:cNvSpPr/>
            <p:nvPr/>
          </p:nvSpPr>
          <p:spPr>
            <a:xfrm>
              <a:off x="-831175" y="3371675"/>
              <a:ext cx="278525" cy="333350"/>
            </a:xfrm>
            <a:custGeom>
              <a:rect b="b" l="l" r="r" t="t"/>
              <a:pathLst>
                <a:path extrusionOk="0" h="13334" w="11141">
                  <a:moveTo>
                    <a:pt x="7980" y="1"/>
                  </a:moveTo>
                  <a:lnTo>
                    <a:pt x="7684" y="20"/>
                  </a:lnTo>
                  <a:lnTo>
                    <a:pt x="7387" y="40"/>
                  </a:lnTo>
                  <a:lnTo>
                    <a:pt x="7052" y="99"/>
                  </a:lnTo>
                  <a:lnTo>
                    <a:pt x="6716" y="159"/>
                  </a:lnTo>
                  <a:lnTo>
                    <a:pt x="6360" y="257"/>
                  </a:lnTo>
                  <a:lnTo>
                    <a:pt x="6005" y="396"/>
                  </a:lnTo>
                  <a:lnTo>
                    <a:pt x="5649" y="554"/>
                  </a:lnTo>
                  <a:lnTo>
                    <a:pt x="5294" y="771"/>
                  </a:lnTo>
                  <a:lnTo>
                    <a:pt x="4958" y="1028"/>
                  </a:lnTo>
                  <a:lnTo>
                    <a:pt x="4800" y="1166"/>
                  </a:lnTo>
                  <a:lnTo>
                    <a:pt x="4642" y="1324"/>
                  </a:lnTo>
                  <a:lnTo>
                    <a:pt x="4326" y="1679"/>
                  </a:lnTo>
                  <a:lnTo>
                    <a:pt x="3970" y="2154"/>
                  </a:lnTo>
                  <a:lnTo>
                    <a:pt x="3595" y="2687"/>
                  </a:lnTo>
                  <a:lnTo>
                    <a:pt x="3220" y="3299"/>
                  </a:lnTo>
                  <a:lnTo>
                    <a:pt x="2825" y="3951"/>
                  </a:lnTo>
                  <a:lnTo>
                    <a:pt x="2430" y="4623"/>
                  </a:lnTo>
                  <a:lnTo>
                    <a:pt x="2035" y="5334"/>
                  </a:lnTo>
                  <a:lnTo>
                    <a:pt x="1679" y="6045"/>
                  </a:lnTo>
                  <a:lnTo>
                    <a:pt x="1324" y="6736"/>
                  </a:lnTo>
                  <a:lnTo>
                    <a:pt x="1007" y="7408"/>
                  </a:lnTo>
                  <a:lnTo>
                    <a:pt x="711" y="8040"/>
                  </a:lnTo>
                  <a:lnTo>
                    <a:pt x="454" y="8612"/>
                  </a:lnTo>
                  <a:lnTo>
                    <a:pt x="257" y="9126"/>
                  </a:lnTo>
                  <a:lnTo>
                    <a:pt x="119" y="9561"/>
                  </a:lnTo>
                  <a:lnTo>
                    <a:pt x="20" y="9877"/>
                  </a:lnTo>
                  <a:lnTo>
                    <a:pt x="0" y="9995"/>
                  </a:lnTo>
                  <a:lnTo>
                    <a:pt x="0" y="10094"/>
                  </a:lnTo>
                  <a:lnTo>
                    <a:pt x="59" y="10410"/>
                  </a:lnTo>
                  <a:lnTo>
                    <a:pt x="138" y="10765"/>
                  </a:lnTo>
                  <a:lnTo>
                    <a:pt x="257" y="11121"/>
                  </a:lnTo>
                  <a:lnTo>
                    <a:pt x="336" y="11299"/>
                  </a:lnTo>
                  <a:lnTo>
                    <a:pt x="435" y="11496"/>
                  </a:lnTo>
                  <a:lnTo>
                    <a:pt x="553" y="11674"/>
                  </a:lnTo>
                  <a:lnTo>
                    <a:pt x="672" y="11852"/>
                  </a:lnTo>
                  <a:lnTo>
                    <a:pt x="830" y="12030"/>
                  </a:lnTo>
                  <a:lnTo>
                    <a:pt x="1007" y="12207"/>
                  </a:lnTo>
                  <a:lnTo>
                    <a:pt x="1205" y="12365"/>
                  </a:lnTo>
                  <a:lnTo>
                    <a:pt x="1422" y="12523"/>
                  </a:lnTo>
                  <a:lnTo>
                    <a:pt x="1659" y="12681"/>
                  </a:lnTo>
                  <a:lnTo>
                    <a:pt x="1936" y="12839"/>
                  </a:lnTo>
                  <a:lnTo>
                    <a:pt x="2212" y="12958"/>
                  </a:lnTo>
                  <a:lnTo>
                    <a:pt x="2489" y="13076"/>
                  </a:lnTo>
                  <a:lnTo>
                    <a:pt x="2746" y="13175"/>
                  </a:lnTo>
                  <a:lnTo>
                    <a:pt x="3002" y="13254"/>
                  </a:lnTo>
                  <a:lnTo>
                    <a:pt x="3259" y="13294"/>
                  </a:lnTo>
                  <a:lnTo>
                    <a:pt x="3536" y="13333"/>
                  </a:lnTo>
                  <a:lnTo>
                    <a:pt x="4069" y="13333"/>
                  </a:lnTo>
                  <a:lnTo>
                    <a:pt x="4346" y="13294"/>
                  </a:lnTo>
                  <a:lnTo>
                    <a:pt x="4642" y="13234"/>
                  </a:lnTo>
                  <a:lnTo>
                    <a:pt x="4958" y="13155"/>
                  </a:lnTo>
                  <a:lnTo>
                    <a:pt x="5294" y="13037"/>
                  </a:lnTo>
                  <a:lnTo>
                    <a:pt x="5629" y="12918"/>
                  </a:lnTo>
                  <a:lnTo>
                    <a:pt x="6005" y="12741"/>
                  </a:lnTo>
                  <a:lnTo>
                    <a:pt x="6834" y="12346"/>
                  </a:lnTo>
                  <a:lnTo>
                    <a:pt x="7170" y="12168"/>
                  </a:lnTo>
                  <a:lnTo>
                    <a:pt x="7486" y="11931"/>
                  </a:lnTo>
                  <a:lnTo>
                    <a:pt x="7782" y="11674"/>
                  </a:lnTo>
                  <a:lnTo>
                    <a:pt x="8059" y="11397"/>
                  </a:lnTo>
                  <a:lnTo>
                    <a:pt x="8316" y="11081"/>
                  </a:lnTo>
                  <a:lnTo>
                    <a:pt x="8553" y="10746"/>
                  </a:lnTo>
                  <a:lnTo>
                    <a:pt x="8790" y="10410"/>
                  </a:lnTo>
                  <a:lnTo>
                    <a:pt x="8987" y="10035"/>
                  </a:lnTo>
                  <a:lnTo>
                    <a:pt x="9205" y="9659"/>
                  </a:lnTo>
                  <a:lnTo>
                    <a:pt x="9402" y="9264"/>
                  </a:lnTo>
                  <a:lnTo>
                    <a:pt x="9758" y="8474"/>
                  </a:lnTo>
                  <a:lnTo>
                    <a:pt x="10469" y="6874"/>
                  </a:lnTo>
                  <a:lnTo>
                    <a:pt x="10627" y="6479"/>
                  </a:lnTo>
                  <a:lnTo>
                    <a:pt x="10765" y="6084"/>
                  </a:lnTo>
                  <a:lnTo>
                    <a:pt x="10884" y="5689"/>
                  </a:lnTo>
                  <a:lnTo>
                    <a:pt x="10982" y="5314"/>
                  </a:lnTo>
                  <a:lnTo>
                    <a:pt x="11042" y="4939"/>
                  </a:lnTo>
                  <a:lnTo>
                    <a:pt x="11101" y="4563"/>
                  </a:lnTo>
                  <a:lnTo>
                    <a:pt x="11121" y="4188"/>
                  </a:lnTo>
                  <a:lnTo>
                    <a:pt x="11140" y="3832"/>
                  </a:lnTo>
                  <a:lnTo>
                    <a:pt x="11140" y="3497"/>
                  </a:lnTo>
                  <a:lnTo>
                    <a:pt x="11121" y="3161"/>
                  </a:lnTo>
                  <a:lnTo>
                    <a:pt x="11081" y="2845"/>
                  </a:lnTo>
                  <a:lnTo>
                    <a:pt x="11022" y="2549"/>
                  </a:lnTo>
                  <a:lnTo>
                    <a:pt x="10963" y="2252"/>
                  </a:lnTo>
                  <a:lnTo>
                    <a:pt x="10903" y="1976"/>
                  </a:lnTo>
                  <a:lnTo>
                    <a:pt x="10804" y="1719"/>
                  </a:lnTo>
                  <a:lnTo>
                    <a:pt x="10725" y="1502"/>
                  </a:lnTo>
                  <a:lnTo>
                    <a:pt x="10607" y="1284"/>
                  </a:lnTo>
                  <a:lnTo>
                    <a:pt x="10488" y="1087"/>
                  </a:lnTo>
                  <a:lnTo>
                    <a:pt x="10350" y="929"/>
                  </a:lnTo>
                  <a:lnTo>
                    <a:pt x="10212" y="771"/>
                  </a:lnTo>
                  <a:lnTo>
                    <a:pt x="10074" y="633"/>
                  </a:lnTo>
                  <a:lnTo>
                    <a:pt x="9916" y="514"/>
                  </a:lnTo>
                  <a:lnTo>
                    <a:pt x="9758" y="415"/>
                  </a:lnTo>
                  <a:lnTo>
                    <a:pt x="9600" y="336"/>
                  </a:lnTo>
                  <a:lnTo>
                    <a:pt x="9323" y="198"/>
                  </a:lnTo>
                  <a:lnTo>
                    <a:pt x="9086" y="119"/>
                  </a:lnTo>
                  <a:lnTo>
                    <a:pt x="8869" y="60"/>
                  </a:lnTo>
                  <a:lnTo>
                    <a:pt x="8770" y="40"/>
                  </a:lnTo>
                  <a:lnTo>
                    <a:pt x="8454" y="20"/>
                  </a:lnTo>
                  <a:lnTo>
                    <a:pt x="798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
            <p:cNvSpPr/>
            <p:nvPr/>
          </p:nvSpPr>
          <p:spPr>
            <a:xfrm>
              <a:off x="-813400" y="3369700"/>
              <a:ext cx="247400" cy="321500"/>
            </a:xfrm>
            <a:custGeom>
              <a:rect b="b" l="l" r="r" t="t"/>
              <a:pathLst>
                <a:path extrusionOk="0" h="12860" w="9896">
                  <a:moveTo>
                    <a:pt x="6044" y="1"/>
                  </a:moveTo>
                  <a:lnTo>
                    <a:pt x="5827" y="20"/>
                  </a:lnTo>
                  <a:lnTo>
                    <a:pt x="5709" y="40"/>
                  </a:lnTo>
                  <a:lnTo>
                    <a:pt x="5590" y="99"/>
                  </a:lnTo>
                  <a:lnTo>
                    <a:pt x="5472" y="159"/>
                  </a:lnTo>
                  <a:lnTo>
                    <a:pt x="5333" y="238"/>
                  </a:lnTo>
                  <a:lnTo>
                    <a:pt x="5057" y="455"/>
                  </a:lnTo>
                  <a:lnTo>
                    <a:pt x="4760" y="731"/>
                  </a:lnTo>
                  <a:lnTo>
                    <a:pt x="4464" y="1067"/>
                  </a:lnTo>
                  <a:lnTo>
                    <a:pt x="4148" y="1442"/>
                  </a:lnTo>
                  <a:lnTo>
                    <a:pt x="3832" y="1837"/>
                  </a:lnTo>
                  <a:lnTo>
                    <a:pt x="3496" y="2272"/>
                  </a:lnTo>
                  <a:lnTo>
                    <a:pt x="2884" y="3181"/>
                  </a:lnTo>
                  <a:lnTo>
                    <a:pt x="2291" y="4089"/>
                  </a:lnTo>
                  <a:lnTo>
                    <a:pt x="1798" y="4919"/>
                  </a:lnTo>
                  <a:lnTo>
                    <a:pt x="1403" y="5610"/>
                  </a:lnTo>
                  <a:lnTo>
                    <a:pt x="1225" y="5926"/>
                  </a:lnTo>
                  <a:lnTo>
                    <a:pt x="1067" y="6262"/>
                  </a:lnTo>
                  <a:lnTo>
                    <a:pt x="909" y="6637"/>
                  </a:lnTo>
                  <a:lnTo>
                    <a:pt x="751" y="6993"/>
                  </a:lnTo>
                  <a:lnTo>
                    <a:pt x="613" y="7388"/>
                  </a:lnTo>
                  <a:lnTo>
                    <a:pt x="494" y="7783"/>
                  </a:lnTo>
                  <a:lnTo>
                    <a:pt x="376" y="8178"/>
                  </a:lnTo>
                  <a:lnTo>
                    <a:pt x="257" y="8573"/>
                  </a:lnTo>
                  <a:lnTo>
                    <a:pt x="178" y="8948"/>
                  </a:lnTo>
                  <a:lnTo>
                    <a:pt x="99" y="9343"/>
                  </a:lnTo>
                  <a:lnTo>
                    <a:pt x="40" y="9699"/>
                  </a:lnTo>
                  <a:lnTo>
                    <a:pt x="0" y="10054"/>
                  </a:lnTo>
                  <a:lnTo>
                    <a:pt x="0" y="10390"/>
                  </a:lnTo>
                  <a:lnTo>
                    <a:pt x="0" y="10706"/>
                  </a:lnTo>
                  <a:lnTo>
                    <a:pt x="40" y="10983"/>
                  </a:lnTo>
                  <a:lnTo>
                    <a:pt x="99" y="11220"/>
                  </a:lnTo>
                  <a:lnTo>
                    <a:pt x="138" y="11338"/>
                  </a:lnTo>
                  <a:lnTo>
                    <a:pt x="178" y="11457"/>
                  </a:lnTo>
                  <a:lnTo>
                    <a:pt x="336" y="11694"/>
                  </a:lnTo>
                  <a:lnTo>
                    <a:pt x="534" y="11911"/>
                  </a:lnTo>
                  <a:lnTo>
                    <a:pt x="751" y="12109"/>
                  </a:lnTo>
                  <a:lnTo>
                    <a:pt x="1027" y="12286"/>
                  </a:lnTo>
                  <a:lnTo>
                    <a:pt x="1343" y="12464"/>
                  </a:lnTo>
                  <a:lnTo>
                    <a:pt x="1679" y="12602"/>
                  </a:lnTo>
                  <a:lnTo>
                    <a:pt x="2035" y="12721"/>
                  </a:lnTo>
                  <a:lnTo>
                    <a:pt x="2430" y="12800"/>
                  </a:lnTo>
                  <a:lnTo>
                    <a:pt x="2845" y="12859"/>
                  </a:lnTo>
                  <a:lnTo>
                    <a:pt x="3259" y="12859"/>
                  </a:lnTo>
                  <a:lnTo>
                    <a:pt x="3694" y="12820"/>
                  </a:lnTo>
                  <a:lnTo>
                    <a:pt x="3911" y="12780"/>
                  </a:lnTo>
                  <a:lnTo>
                    <a:pt x="4128" y="12741"/>
                  </a:lnTo>
                  <a:lnTo>
                    <a:pt x="4365" y="12681"/>
                  </a:lnTo>
                  <a:lnTo>
                    <a:pt x="4583" y="12602"/>
                  </a:lnTo>
                  <a:lnTo>
                    <a:pt x="4820" y="12523"/>
                  </a:lnTo>
                  <a:lnTo>
                    <a:pt x="5037" y="12425"/>
                  </a:lnTo>
                  <a:lnTo>
                    <a:pt x="5254" y="12306"/>
                  </a:lnTo>
                  <a:lnTo>
                    <a:pt x="5491" y="12168"/>
                  </a:lnTo>
                  <a:lnTo>
                    <a:pt x="5709" y="12030"/>
                  </a:lnTo>
                  <a:lnTo>
                    <a:pt x="5926" y="11872"/>
                  </a:lnTo>
                  <a:lnTo>
                    <a:pt x="6321" y="11536"/>
                  </a:lnTo>
                  <a:lnTo>
                    <a:pt x="6716" y="11160"/>
                  </a:lnTo>
                  <a:lnTo>
                    <a:pt x="7071" y="10765"/>
                  </a:lnTo>
                  <a:lnTo>
                    <a:pt x="7387" y="10351"/>
                  </a:lnTo>
                  <a:lnTo>
                    <a:pt x="7704" y="9916"/>
                  </a:lnTo>
                  <a:lnTo>
                    <a:pt x="8000" y="9462"/>
                  </a:lnTo>
                  <a:lnTo>
                    <a:pt x="8257" y="9007"/>
                  </a:lnTo>
                  <a:lnTo>
                    <a:pt x="8494" y="8533"/>
                  </a:lnTo>
                  <a:lnTo>
                    <a:pt x="8731" y="8059"/>
                  </a:lnTo>
                  <a:lnTo>
                    <a:pt x="8928" y="7585"/>
                  </a:lnTo>
                  <a:lnTo>
                    <a:pt x="9106" y="7131"/>
                  </a:lnTo>
                  <a:lnTo>
                    <a:pt x="9284" y="6677"/>
                  </a:lnTo>
                  <a:lnTo>
                    <a:pt x="9422" y="6242"/>
                  </a:lnTo>
                  <a:lnTo>
                    <a:pt x="9659" y="5452"/>
                  </a:lnTo>
                  <a:lnTo>
                    <a:pt x="9758" y="5077"/>
                  </a:lnTo>
                  <a:lnTo>
                    <a:pt x="9817" y="4702"/>
                  </a:lnTo>
                  <a:lnTo>
                    <a:pt x="9876" y="4326"/>
                  </a:lnTo>
                  <a:lnTo>
                    <a:pt x="9896" y="3971"/>
                  </a:lnTo>
                  <a:lnTo>
                    <a:pt x="9896" y="3615"/>
                  </a:lnTo>
                  <a:lnTo>
                    <a:pt x="9876" y="3260"/>
                  </a:lnTo>
                  <a:lnTo>
                    <a:pt x="9817" y="2944"/>
                  </a:lnTo>
                  <a:lnTo>
                    <a:pt x="9758" y="2608"/>
                  </a:lnTo>
                  <a:lnTo>
                    <a:pt x="9659" y="2312"/>
                  </a:lnTo>
                  <a:lnTo>
                    <a:pt x="9540" y="2015"/>
                  </a:lnTo>
                  <a:lnTo>
                    <a:pt x="9402" y="1739"/>
                  </a:lnTo>
                  <a:lnTo>
                    <a:pt x="9244" y="1482"/>
                  </a:lnTo>
                  <a:lnTo>
                    <a:pt x="9066" y="1245"/>
                  </a:lnTo>
                  <a:lnTo>
                    <a:pt x="8869" y="1028"/>
                  </a:lnTo>
                  <a:lnTo>
                    <a:pt x="8632" y="830"/>
                  </a:lnTo>
                  <a:lnTo>
                    <a:pt x="8375" y="672"/>
                  </a:lnTo>
                  <a:lnTo>
                    <a:pt x="8118" y="534"/>
                  </a:lnTo>
                  <a:lnTo>
                    <a:pt x="7862" y="415"/>
                  </a:lnTo>
                  <a:lnTo>
                    <a:pt x="7624" y="317"/>
                  </a:lnTo>
                  <a:lnTo>
                    <a:pt x="7387" y="218"/>
                  </a:lnTo>
                  <a:lnTo>
                    <a:pt x="6953" y="99"/>
                  </a:lnTo>
                  <a:lnTo>
                    <a:pt x="6578" y="40"/>
                  </a:lnTo>
                  <a:lnTo>
                    <a:pt x="62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
            <p:cNvSpPr/>
            <p:nvPr/>
          </p:nvSpPr>
          <p:spPr>
            <a:xfrm>
              <a:off x="-836625" y="3276375"/>
              <a:ext cx="241000" cy="352600"/>
            </a:xfrm>
            <a:custGeom>
              <a:rect b="b" l="l" r="r" t="t"/>
              <a:pathLst>
                <a:path extrusionOk="0" h="14104" w="9640">
                  <a:moveTo>
                    <a:pt x="6025" y="0"/>
                  </a:moveTo>
                  <a:lnTo>
                    <a:pt x="5887" y="20"/>
                  </a:lnTo>
                  <a:lnTo>
                    <a:pt x="5729" y="40"/>
                  </a:lnTo>
                  <a:lnTo>
                    <a:pt x="5591" y="79"/>
                  </a:lnTo>
                  <a:lnTo>
                    <a:pt x="5354" y="158"/>
                  </a:lnTo>
                  <a:lnTo>
                    <a:pt x="5176" y="277"/>
                  </a:lnTo>
                  <a:lnTo>
                    <a:pt x="5018" y="395"/>
                  </a:lnTo>
                  <a:lnTo>
                    <a:pt x="4919" y="514"/>
                  </a:lnTo>
                  <a:lnTo>
                    <a:pt x="4840" y="613"/>
                  </a:lnTo>
                  <a:lnTo>
                    <a:pt x="4781" y="711"/>
                  </a:lnTo>
                  <a:lnTo>
                    <a:pt x="4030" y="2114"/>
                  </a:lnTo>
                  <a:lnTo>
                    <a:pt x="3260" y="3595"/>
                  </a:lnTo>
                  <a:lnTo>
                    <a:pt x="2371" y="5353"/>
                  </a:lnTo>
                  <a:lnTo>
                    <a:pt x="1937" y="6282"/>
                  </a:lnTo>
                  <a:lnTo>
                    <a:pt x="1502" y="7190"/>
                  </a:lnTo>
                  <a:lnTo>
                    <a:pt x="1087" y="8079"/>
                  </a:lnTo>
                  <a:lnTo>
                    <a:pt x="732" y="8928"/>
                  </a:lnTo>
                  <a:lnTo>
                    <a:pt x="435" y="9699"/>
                  </a:lnTo>
                  <a:lnTo>
                    <a:pt x="198" y="10370"/>
                  </a:lnTo>
                  <a:lnTo>
                    <a:pt x="119" y="10647"/>
                  </a:lnTo>
                  <a:lnTo>
                    <a:pt x="60" y="10904"/>
                  </a:lnTo>
                  <a:lnTo>
                    <a:pt x="21" y="11141"/>
                  </a:lnTo>
                  <a:lnTo>
                    <a:pt x="1" y="11318"/>
                  </a:lnTo>
                  <a:lnTo>
                    <a:pt x="21" y="11634"/>
                  </a:lnTo>
                  <a:lnTo>
                    <a:pt x="60" y="11911"/>
                  </a:lnTo>
                  <a:lnTo>
                    <a:pt x="119" y="12168"/>
                  </a:lnTo>
                  <a:lnTo>
                    <a:pt x="198" y="12405"/>
                  </a:lnTo>
                  <a:lnTo>
                    <a:pt x="297" y="12602"/>
                  </a:lnTo>
                  <a:lnTo>
                    <a:pt x="396" y="12780"/>
                  </a:lnTo>
                  <a:lnTo>
                    <a:pt x="514" y="12938"/>
                  </a:lnTo>
                  <a:lnTo>
                    <a:pt x="653" y="13096"/>
                  </a:lnTo>
                  <a:lnTo>
                    <a:pt x="791" y="13215"/>
                  </a:lnTo>
                  <a:lnTo>
                    <a:pt x="949" y="13333"/>
                  </a:lnTo>
                  <a:lnTo>
                    <a:pt x="1107" y="13432"/>
                  </a:lnTo>
                  <a:lnTo>
                    <a:pt x="1265" y="13531"/>
                  </a:lnTo>
                  <a:lnTo>
                    <a:pt x="1601" y="13708"/>
                  </a:lnTo>
                  <a:lnTo>
                    <a:pt x="1937" y="13847"/>
                  </a:lnTo>
                  <a:lnTo>
                    <a:pt x="2114" y="13926"/>
                  </a:lnTo>
                  <a:lnTo>
                    <a:pt x="2312" y="13985"/>
                  </a:lnTo>
                  <a:lnTo>
                    <a:pt x="2509" y="14044"/>
                  </a:lnTo>
                  <a:lnTo>
                    <a:pt x="2727" y="14084"/>
                  </a:lnTo>
                  <a:lnTo>
                    <a:pt x="2964" y="14103"/>
                  </a:lnTo>
                  <a:lnTo>
                    <a:pt x="3477" y="14103"/>
                  </a:lnTo>
                  <a:lnTo>
                    <a:pt x="3734" y="14064"/>
                  </a:lnTo>
                  <a:lnTo>
                    <a:pt x="4011" y="14024"/>
                  </a:lnTo>
                  <a:lnTo>
                    <a:pt x="4287" y="13945"/>
                  </a:lnTo>
                  <a:lnTo>
                    <a:pt x="4583" y="13847"/>
                  </a:lnTo>
                  <a:lnTo>
                    <a:pt x="4880" y="13728"/>
                  </a:lnTo>
                  <a:lnTo>
                    <a:pt x="5176" y="13570"/>
                  </a:lnTo>
                  <a:lnTo>
                    <a:pt x="5472" y="13392"/>
                  </a:lnTo>
                  <a:lnTo>
                    <a:pt x="5768" y="13195"/>
                  </a:lnTo>
                  <a:lnTo>
                    <a:pt x="6065" y="12958"/>
                  </a:lnTo>
                  <a:lnTo>
                    <a:pt x="6361" y="12681"/>
                  </a:lnTo>
                  <a:lnTo>
                    <a:pt x="6618" y="12405"/>
                  </a:lnTo>
                  <a:lnTo>
                    <a:pt x="6875" y="12108"/>
                  </a:lnTo>
                  <a:lnTo>
                    <a:pt x="7131" y="11792"/>
                  </a:lnTo>
                  <a:lnTo>
                    <a:pt x="7368" y="11457"/>
                  </a:lnTo>
                  <a:lnTo>
                    <a:pt x="7586" y="11121"/>
                  </a:lnTo>
                  <a:lnTo>
                    <a:pt x="7783" y="10765"/>
                  </a:lnTo>
                  <a:lnTo>
                    <a:pt x="7981" y="10390"/>
                  </a:lnTo>
                  <a:lnTo>
                    <a:pt x="8178" y="10015"/>
                  </a:lnTo>
                  <a:lnTo>
                    <a:pt x="8356" y="9620"/>
                  </a:lnTo>
                  <a:lnTo>
                    <a:pt x="8692" y="8810"/>
                  </a:lnTo>
                  <a:lnTo>
                    <a:pt x="9008" y="7980"/>
                  </a:lnTo>
                  <a:lnTo>
                    <a:pt x="9304" y="7111"/>
                  </a:lnTo>
                  <a:lnTo>
                    <a:pt x="9442" y="6677"/>
                  </a:lnTo>
                  <a:lnTo>
                    <a:pt x="9541" y="6262"/>
                  </a:lnTo>
                  <a:lnTo>
                    <a:pt x="9600" y="5867"/>
                  </a:lnTo>
                  <a:lnTo>
                    <a:pt x="9640" y="5472"/>
                  </a:lnTo>
                  <a:lnTo>
                    <a:pt x="9640" y="5096"/>
                  </a:lnTo>
                  <a:lnTo>
                    <a:pt x="9620" y="4721"/>
                  </a:lnTo>
                  <a:lnTo>
                    <a:pt x="9581" y="4385"/>
                  </a:lnTo>
                  <a:lnTo>
                    <a:pt x="9502" y="4030"/>
                  </a:lnTo>
                  <a:lnTo>
                    <a:pt x="9423" y="3714"/>
                  </a:lnTo>
                  <a:lnTo>
                    <a:pt x="9324" y="3378"/>
                  </a:lnTo>
                  <a:lnTo>
                    <a:pt x="9205" y="3082"/>
                  </a:lnTo>
                  <a:lnTo>
                    <a:pt x="9087" y="2785"/>
                  </a:lnTo>
                  <a:lnTo>
                    <a:pt x="8949" y="2489"/>
                  </a:lnTo>
                  <a:lnTo>
                    <a:pt x="8791" y="2213"/>
                  </a:lnTo>
                  <a:lnTo>
                    <a:pt x="8474" y="1699"/>
                  </a:lnTo>
                  <a:lnTo>
                    <a:pt x="8316" y="1462"/>
                  </a:lnTo>
                  <a:lnTo>
                    <a:pt x="8158" y="1245"/>
                  </a:lnTo>
                  <a:lnTo>
                    <a:pt x="8000" y="1047"/>
                  </a:lnTo>
                  <a:lnTo>
                    <a:pt x="7823" y="869"/>
                  </a:lnTo>
                  <a:lnTo>
                    <a:pt x="7665" y="711"/>
                  </a:lnTo>
                  <a:lnTo>
                    <a:pt x="7507" y="553"/>
                  </a:lnTo>
                  <a:lnTo>
                    <a:pt x="7329" y="435"/>
                  </a:lnTo>
                  <a:lnTo>
                    <a:pt x="7171" y="316"/>
                  </a:lnTo>
                  <a:lnTo>
                    <a:pt x="7013" y="237"/>
                  </a:lnTo>
                  <a:lnTo>
                    <a:pt x="6835" y="158"/>
                  </a:lnTo>
                  <a:lnTo>
                    <a:pt x="6677" y="99"/>
                  </a:lnTo>
                  <a:lnTo>
                    <a:pt x="6519" y="60"/>
                  </a:lnTo>
                  <a:lnTo>
                    <a:pt x="6361" y="20"/>
                  </a:lnTo>
                  <a:lnTo>
                    <a:pt x="618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2"/>
            <p:cNvSpPr/>
            <p:nvPr/>
          </p:nvSpPr>
          <p:spPr>
            <a:xfrm>
              <a:off x="-826250" y="3285750"/>
              <a:ext cx="215325" cy="330875"/>
            </a:xfrm>
            <a:custGeom>
              <a:rect b="b" l="l" r="r" t="t"/>
              <a:pathLst>
                <a:path extrusionOk="0" h="13235" w="8613">
                  <a:moveTo>
                    <a:pt x="5511" y="1"/>
                  </a:moveTo>
                  <a:lnTo>
                    <a:pt x="5353" y="20"/>
                  </a:lnTo>
                  <a:lnTo>
                    <a:pt x="5215" y="60"/>
                  </a:lnTo>
                  <a:lnTo>
                    <a:pt x="5097" y="99"/>
                  </a:lnTo>
                  <a:lnTo>
                    <a:pt x="4998" y="139"/>
                  </a:lnTo>
                  <a:lnTo>
                    <a:pt x="4899" y="198"/>
                  </a:lnTo>
                  <a:lnTo>
                    <a:pt x="4820" y="277"/>
                  </a:lnTo>
                  <a:lnTo>
                    <a:pt x="4682" y="396"/>
                  </a:lnTo>
                  <a:lnTo>
                    <a:pt x="4603" y="514"/>
                  </a:lnTo>
                  <a:lnTo>
                    <a:pt x="4544" y="652"/>
                  </a:lnTo>
                  <a:lnTo>
                    <a:pt x="4050" y="1541"/>
                  </a:lnTo>
                  <a:lnTo>
                    <a:pt x="2884" y="3615"/>
                  </a:lnTo>
                  <a:lnTo>
                    <a:pt x="2213" y="4820"/>
                  </a:lnTo>
                  <a:lnTo>
                    <a:pt x="1601" y="5986"/>
                  </a:lnTo>
                  <a:lnTo>
                    <a:pt x="1087" y="6973"/>
                  </a:lnTo>
                  <a:lnTo>
                    <a:pt x="890" y="7388"/>
                  </a:lnTo>
                  <a:lnTo>
                    <a:pt x="751" y="7724"/>
                  </a:lnTo>
                  <a:lnTo>
                    <a:pt x="534" y="8297"/>
                  </a:lnTo>
                  <a:lnTo>
                    <a:pt x="336" y="8889"/>
                  </a:lnTo>
                  <a:lnTo>
                    <a:pt x="178" y="9501"/>
                  </a:lnTo>
                  <a:lnTo>
                    <a:pt x="60" y="10074"/>
                  </a:lnTo>
                  <a:lnTo>
                    <a:pt x="20" y="10351"/>
                  </a:lnTo>
                  <a:lnTo>
                    <a:pt x="1" y="10627"/>
                  </a:lnTo>
                  <a:lnTo>
                    <a:pt x="1" y="10884"/>
                  </a:lnTo>
                  <a:lnTo>
                    <a:pt x="20" y="11141"/>
                  </a:lnTo>
                  <a:lnTo>
                    <a:pt x="40" y="11378"/>
                  </a:lnTo>
                  <a:lnTo>
                    <a:pt x="99" y="11595"/>
                  </a:lnTo>
                  <a:lnTo>
                    <a:pt x="159" y="11773"/>
                  </a:lnTo>
                  <a:lnTo>
                    <a:pt x="257" y="11951"/>
                  </a:lnTo>
                  <a:lnTo>
                    <a:pt x="376" y="12128"/>
                  </a:lnTo>
                  <a:lnTo>
                    <a:pt x="534" y="12286"/>
                  </a:lnTo>
                  <a:lnTo>
                    <a:pt x="712" y="12444"/>
                  </a:lnTo>
                  <a:lnTo>
                    <a:pt x="909" y="12603"/>
                  </a:lnTo>
                  <a:lnTo>
                    <a:pt x="1127" y="12741"/>
                  </a:lnTo>
                  <a:lnTo>
                    <a:pt x="1364" y="12859"/>
                  </a:lnTo>
                  <a:lnTo>
                    <a:pt x="1640" y="12978"/>
                  </a:lnTo>
                  <a:lnTo>
                    <a:pt x="1917" y="13077"/>
                  </a:lnTo>
                  <a:lnTo>
                    <a:pt x="2213" y="13156"/>
                  </a:lnTo>
                  <a:lnTo>
                    <a:pt x="2509" y="13195"/>
                  </a:lnTo>
                  <a:lnTo>
                    <a:pt x="2825" y="13235"/>
                  </a:lnTo>
                  <a:lnTo>
                    <a:pt x="3141" y="13215"/>
                  </a:lnTo>
                  <a:lnTo>
                    <a:pt x="3477" y="13195"/>
                  </a:lnTo>
                  <a:lnTo>
                    <a:pt x="3813" y="13116"/>
                  </a:lnTo>
                  <a:lnTo>
                    <a:pt x="4168" y="12998"/>
                  </a:lnTo>
                  <a:lnTo>
                    <a:pt x="4504" y="12859"/>
                  </a:lnTo>
                  <a:lnTo>
                    <a:pt x="4840" y="12662"/>
                  </a:lnTo>
                  <a:lnTo>
                    <a:pt x="5156" y="12444"/>
                  </a:lnTo>
                  <a:lnTo>
                    <a:pt x="5452" y="12188"/>
                  </a:lnTo>
                  <a:lnTo>
                    <a:pt x="5729" y="11931"/>
                  </a:lnTo>
                  <a:lnTo>
                    <a:pt x="5986" y="11635"/>
                  </a:lnTo>
                  <a:lnTo>
                    <a:pt x="6223" y="11319"/>
                  </a:lnTo>
                  <a:lnTo>
                    <a:pt x="6440" y="11003"/>
                  </a:lnTo>
                  <a:lnTo>
                    <a:pt x="6657" y="10667"/>
                  </a:lnTo>
                  <a:lnTo>
                    <a:pt x="6855" y="10331"/>
                  </a:lnTo>
                  <a:lnTo>
                    <a:pt x="7032" y="9975"/>
                  </a:lnTo>
                  <a:lnTo>
                    <a:pt x="7368" y="9284"/>
                  </a:lnTo>
                  <a:lnTo>
                    <a:pt x="7645" y="8632"/>
                  </a:lnTo>
                  <a:lnTo>
                    <a:pt x="7901" y="8020"/>
                  </a:lnTo>
                  <a:lnTo>
                    <a:pt x="8119" y="7427"/>
                  </a:lnTo>
                  <a:lnTo>
                    <a:pt x="8297" y="6815"/>
                  </a:lnTo>
                  <a:lnTo>
                    <a:pt x="8455" y="6183"/>
                  </a:lnTo>
                  <a:lnTo>
                    <a:pt x="8514" y="5867"/>
                  </a:lnTo>
                  <a:lnTo>
                    <a:pt x="8553" y="5551"/>
                  </a:lnTo>
                  <a:lnTo>
                    <a:pt x="8593" y="5215"/>
                  </a:lnTo>
                  <a:lnTo>
                    <a:pt x="8613" y="4899"/>
                  </a:lnTo>
                  <a:lnTo>
                    <a:pt x="8613" y="4583"/>
                  </a:lnTo>
                  <a:lnTo>
                    <a:pt x="8613" y="4267"/>
                  </a:lnTo>
                  <a:lnTo>
                    <a:pt x="8573" y="3971"/>
                  </a:lnTo>
                  <a:lnTo>
                    <a:pt x="8534" y="3655"/>
                  </a:lnTo>
                  <a:lnTo>
                    <a:pt x="8474" y="3339"/>
                  </a:lnTo>
                  <a:lnTo>
                    <a:pt x="8395" y="3042"/>
                  </a:lnTo>
                  <a:lnTo>
                    <a:pt x="8297" y="2746"/>
                  </a:lnTo>
                  <a:lnTo>
                    <a:pt x="8198" y="2470"/>
                  </a:lnTo>
                  <a:lnTo>
                    <a:pt x="8079" y="2193"/>
                  </a:lnTo>
                  <a:lnTo>
                    <a:pt x="7961" y="1936"/>
                  </a:lnTo>
                  <a:lnTo>
                    <a:pt x="7822" y="1680"/>
                  </a:lnTo>
                  <a:lnTo>
                    <a:pt x="7664" y="1443"/>
                  </a:lnTo>
                  <a:lnTo>
                    <a:pt x="7506" y="1225"/>
                  </a:lnTo>
                  <a:lnTo>
                    <a:pt x="7348" y="1028"/>
                  </a:lnTo>
                  <a:lnTo>
                    <a:pt x="7190" y="830"/>
                  </a:lnTo>
                  <a:lnTo>
                    <a:pt x="7013" y="652"/>
                  </a:lnTo>
                  <a:lnTo>
                    <a:pt x="6835" y="494"/>
                  </a:lnTo>
                  <a:lnTo>
                    <a:pt x="6657" y="376"/>
                  </a:lnTo>
                  <a:lnTo>
                    <a:pt x="6460" y="257"/>
                  </a:lnTo>
                  <a:lnTo>
                    <a:pt x="6262" y="159"/>
                  </a:lnTo>
                  <a:lnTo>
                    <a:pt x="6065" y="80"/>
                  </a:lnTo>
                  <a:lnTo>
                    <a:pt x="5867" y="40"/>
                  </a:lnTo>
                  <a:lnTo>
                    <a:pt x="5689" y="20"/>
                  </a:lnTo>
                  <a:lnTo>
                    <a:pt x="55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2"/>
            <p:cNvSpPr/>
            <p:nvPr/>
          </p:nvSpPr>
          <p:spPr>
            <a:xfrm>
              <a:off x="-911675" y="3264025"/>
              <a:ext cx="249900" cy="354575"/>
            </a:xfrm>
            <a:custGeom>
              <a:rect b="b" l="l" r="r" t="t"/>
              <a:pathLst>
                <a:path extrusionOk="0" h="14183" w="9996">
                  <a:moveTo>
                    <a:pt x="5808" y="1"/>
                  </a:moveTo>
                  <a:lnTo>
                    <a:pt x="5689" y="20"/>
                  </a:lnTo>
                  <a:lnTo>
                    <a:pt x="5571" y="40"/>
                  </a:lnTo>
                  <a:lnTo>
                    <a:pt x="5452" y="99"/>
                  </a:lnTo>
                  <a:lnTo>
                    <a:pt x="5215" y="198"/>
                  </a:lnTo>
                  <a:lnTo>
                    <a:pt x="5018" y="336"/>
                  </a:lnTo>
                  <a:lnTo>
                    <a:pt x="4860" y="494"/>
                  </a:lnTo>
                  <a:lnTo>
                    <a:pt x="4721" y="613"/>
                  </a:lnTo>
                  <a:lnTo>
                    <a:pt x="4623" y="731"/>
                  </a:lnTo>
                  <a:lnTo>
                    <a:pt x="4010" y="1956"/>
                  </a:lnTo>
                  <a:lnTo>
                    <a:pt x="2647" y="4741"/>
                  </a:lnTo>
                  <a:lnTo>
                    <a:pt x="1877" y="6341"/>
                  </a:lnTo>
                  <a:lnTo>
                    <a:pt x="1166" y="7862"/>
                  </a:lnTo>
                  <a:lnTo>
                    <a:pt x="593" y="9146"/>
                  </a:lnTo>
                  <a:lnTo>
                    <a:pt x="396" y="9659"/>
                  </a:lnTo>
                  <a:lnTo>
                    <a:pt x="257" y="10054"/>
                  </a:lnTo>
                  <a:lnTo>
                    <a:pt x="178" y="10370"/>
                  </a:lnTo>
                  <a:lnTo>
                    <a:pt x="99" y="10686"/>
                  </a:lnTo>
                  <a:lnTo>
                    <a:pt x="40" y="10983"/>
                  </a:lnTo>
                  <a:lnTo>
                    <a:pt x="20" y="11259"/>
                  </a:lnTo>
                  <a:lnTo>
                    <a:pt x="1" y="11516"/>
                  </a:lnTo>
                  <a:lnTo>
                    <a:pt x="1" y="11773"/>
                  </a:lnTo>
                  <a:lnTo>
                    <a:pt x="20" y="12010"/>
                  </a:lnTo>
                  <a:lnTo>
                    <a:pt x="60" y="12227"/>
                  </a:lnTo>
                  <a:lnTo>
                    <a:pt x="139" y="12444"/>
                  </a:lnTo>
                  <a:lnTo>
                    <a:pt x="218" y="12642"/>
                  </a:lnTo>
                  <a:lnTo>
                    <a:pt x="317" y="12839"/>
                  </a:lnTo>
                  <a:lnTo>
                    <a:pt x="435" y="13017"/>
                  </a:lnTo>
                  <a:lnTo>
                    <a:pt x="573" y="13175"/>
                  </a:lnTo>
                  <a:lnTo>
                    <a:pt x="731" y="13333"/>
                  </a:lnTo>
                  <a:lnTo>
                    <a:pt x="929" y="13491"/>
                  </a:lnTo>
                  <a:lnTo>
                    <a:pt x="1126" y="13630"/>
                  </a:lnTo>
                  <a:lnTo>
                    <a:pt x="1344" y="13748"/>
                  </a:lnTo>
                  <a:lnTo>
                    <a:pt x="1581" y="13867"/>
                  </a:lnTo>
                  <a:lnTo>
                    <a:pt x="1837" y="13965"/>
                  </a:lnTo>
                  <a:lnTo>
                    <a:pt x="2114" y="14044"/>
                  </a:lnTo>
                  <a:lnTo>
                    <a:pt x="2391" y="14104"/>
                  </a:lnTo>
                  <a:lnTo>
                    <a:pt x="2687" y="14163"/>
                  </a:lnTo>
                  <a:lnTo>
                    <a:pt x="2983" y="14183"/>
                  </a:lnTo>
                  <a:lnTo>
                    <a:pt x="3279" y="14183"/>
                  </a:lnTo>
                  <a:lnTo>
                    <a:pt x="3615" y="14163"/>
                  </a:lnTo>
                  <a:lnTo>
                    <a:pt x="3931" y="14104"/>
                  </a:lnTo>
                  <a:lnTo>
                    <a:pt x="4247" y="14044"/>
                  </a:lnTo>
                  <a:lnTo>
                    <a:pt x="4583" y="13946"/>
                  </a:lnTo>
                  <a:lnTo>
                    <a:pt x="4919" y="13807"/>
                  </a:lnTo>
                  <a:lnTo>
                    <a:pt x="5255" y="13649"/>
                  </a:lnTo>
                  <a:lnTo>
                    <a:pt x="5590" y="13452"/>
                  </a:lnTo>
                  <a:lnTo>
                    <a:pt x="5906" y="13234"/>
                  </a:lnTo>
                  <a:lnTo>
                    <a:pt x="6242" y="12997"/>
                  </a:lnTo>
                  <a:lnTo>
                    <a:pt x="6538" y="12721"/>
                  </a:lnTo>
                  <a:lnTo>
                    <a:pt x="6815" y="12444"/>
                  </a:lnTo>
                  <a:lnTo>
                    <a:pt x="7092" y="12148"/>
                  </a:lnTo>
                  <a:lnTo>
                    <a:pt x="7348" y="11832"/>
                  </a:lnTo>
                  <a:lnTo>
                    <a:pt x="7585" y="11516"/>
                  </a:lnTo>
                  <a:lnTo>
                    <a:pt x="7822" y="11161"/>
                  </a:lnTo>
                  <a:lnTo>
                    <a:pt x="8040" y="10805"/>
                  </a:lnTo>
                  <a:lnTo>
                    <a:pt x="8257" y="10449"/>
                  </a:lnTo>
                  <a:lnTo>
                    <a:pt x="8454" y="10074"/>
                  </a:lnTo>
                  <a:lnTo>
                    <a:pt x="8830" y="9284"/>
                  </a:lnTo>
                  <a:lnTo>
                    <a:pt x="9185" y="8454"/>
                  </a:lnTo>
                  <a:lnTo>
                    <a:pt x="9521" y="7585"/>
                  </a:lnTo>
                  <a:lnTo>
                    <a:pt x="9679" y="7131"/>
                  </a:lnTo>
                  <a:lnTo>
                    <a:pt x="9798" y="6697"/>
                  </a:lnTo>
                  <a:lnTo>
                    <a:pt x="9896" y="6282"/>
                  </a:lnTo>
                  <a:lnTo>
                    <a:pt x="9956" y="5867"/>
                  </a:lnTo>
                  <a:lnTo>
                    <a:pt x="9995" y="5472"/>
                  </a:lnTo>
                  <a:lnTo>
                    <a:pt x="9995" y="5077"/>
                  </a:lnTo>
                  <a:lnTo>
                    <a:pt x="9975" y="4682"/>
                  </a:lnTo>
                  <a:lnTo>
                    <a:pt x="9936" y="4307"/>
                  </a:lnTo>
                  <a:lnTo>
                    <a:pt x="9877" y="3951"/>
                  </a:lnTo>
                  <a:lnTo>
                    <a:pt x="9798" y="3595"/>
                  </a:lnTo>
                  <a:lnTo>
                    <a:pt x="9679" y="3260"/>
                  </a:lnTo>
                  <a:lnTo>
                    <a:pt x="9541" y="2924"/>
                  </a:lnTo>
                  <a:lnTo>
                    <a:pt x="9403" y="2608"/>
                  </a:lnTo>
                  <a:lnTo>
                    <a:pt x="9225" y="2292"/>
                  </a:lnTo>
                  <a:lnTo>
                    <a:pt x="9027" y="1996"/>
                  </a:lnTo>
                  <a:lnTo>
                    <a:pt x="8830" y="1719"/>
                  </a:lnTo>
                  <a:lnTo>
                    <a:pt x="8612" y="1462"/>
                  </a:lnTo>
                  <a:lnTo>
                    <a:pt x="8395" y="1225"/>
                  </a:lnTo>
                  <a:lnTo>
                    <a:pt x="8178" y="1028"/>
                  </a:lnTo>
                  <a:lnTo>
                    <a:pt x="7961" y="830"/>
                  </a:lnTo>
                  <a:lnTo>
                    <a:pt x="7763" y="692"/>
                  </a:lnTo>
                  <a:lnTo>
                    <a:pt x="7566" y="554"/>
                  </a:lnTo>
                  <a:lnTo>
                    <a:pt x="7368" y="435"/>
                  </a:lnTo>
                  <a:lnTo>
                    <a:pt x="7190" y="336"/>
                  </a:lnTo>
                  <a:lnTo>
                    <a:pt x="6835" y="198"/>
                  </a:lnTo>
                  <a:lnTo>
                    <a:pt x="6499" y="99"/>
                  </a:lnTo>
                  <a:lnTo>
                    <a:pt x="6203" y="40"/>
                  </a:lnTo>
                  <a:lnTo>
                    <a:pt x="592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
            <p:cNvSpPr/>
            <p:nvPr/>
          </p:nvSpPr>
          <p:spPr>
            <a:xfrm>
              <a:off x="-899325" y="3276875"/>
              <a:ext cx="221250" cy="328400"/>
            </a:xfrm>
            <a:custGeom>
              <a:rect b="b" l="l" r="r" t="t"/>
              <a:pathLst>
                <a:path extrusionOk="0" h="13136" w="8850">
                  <a:moveTo>
                    <a:pt x="5274" y="0"/>
                  </a:moveTo>
                  <a:lnTo>
                    <a:pt x="5136" y="40"/>
                  </a:lnTo>
                  <a:lnTo>
                    <a:pt x="5017" y="79"/>
                  </a:lnTo>
                  <a:lnTo>
                    <a:pt x="4899" y="138"/>
                  </a:lnTo>
                  <a:lnTo>
                    <a:pt x="4721" y="257"/>
                  </a:lnTo>
                  <a:lnTo>
                    <a:pt x="4583" y="375"/>
                  </a:lnTo>
                  <a:lnTo>
                    <a:pt x="4464" y="494"/>
                  </a:lnTo>
                  <a:lnTo>
                    <a:pt x="4385" y="612"/>
                  </a:lnTo>
                  <a:lnTo>
                    <a:pt x="3773" y="1936"/>
                  </a:lnTo>
                  <a:lnTo>
                    <a:pt x="2390" y="4938"/>
                  </a:lnTo>
                  <a:lnTo>
                    <a:pt x="1620" y="6597"/>
                  </a:lnTo>
                  <a:lnTo>
                    <a:pt x="929" y="8118"/>
                  </a:lnTo>
                  <a:lnTo>
                    <a:pt x="415" y="9323"/>
                  </a:lnTo>
                  <a:lnTo>
                    <a:pt x="237" y="9758"/>
                  </a:lnTo>
                  <a:lnTo>
                    <a:pt x="139" y="10034"/>
                  </a:lnTo>
                  <a:lnTo>
                    <a:pt x="79" y="10232"/>
                  </a:lnTo>
                  <a:lnTo>
                    <a:pt x="40" y="10429"/>
                  </a:lnTo>
                  <a:lnTo>
                    <a:pt x="20" y="10647"/>
                  </a:lnTo>
                  <a:lnTo>
                    <a:pt x="0" y="10844"/>
                  </a:lnTo>
                  <a:lnTo>
                    <a:pt x="0" y="11061"/>
                  </a:lnTo>
                  <a:lnTo>
                    <a:pt x="20" y="11259"/>
                  </a:lnTo>
                  <a:lnTo>
                    <a:pt x="40" y="11456"/>
                  </a:lnTo>
                  <a:lnTo>
                    <a:pt x="79" y="11654"/>
                  </a:lnTo>
                  <a:lnTo>
                    <a:pt x="139" y="11851"/>
                  </a:lnTo>
                  <a:lnTo>
                    <a:pt x="218" y="12029"/>
                  </a:lnTo>
                  <a:lnTo>
                    <a:pt x="297" y="12187"/>
                  </a:lnTo>
                  <a:lnTo>
                    <a:pt x="415" y="12345"/>
                  </a:lnTo>
                  <a:lnTo>
                    <a:pt x="534" y="12483"/>
                  </a:lnTo>
                  <a:lnTo>
                    <a:pt x="672" y="12622"/>
                  </a:lnTo>
                  <a:lnTo>
                    <a:pt x="850" y="12720"/>
                  </a:lnTo>
                  <a:lnTo>
                    <a:pt x="1027" y="12799"/>
                  </a:lnTo>
                  <a:lnTo>
                    <a:pt x="1423" y="12938"/>
                  </a:lnTo>
                  <a:lnTo>
                    <a:pt x="1877" y="13037"/>
                  </a:lnTo>
                  <a:lnTo>
                    <a:pt x="2351" y="13116"/>
                  </a:lnTo>
                  <a:lnTo>
                    <a:pt x="2845" y="13135"/>
                  </a:lnTo>
                  <a:lnTo>
                    <a:pt x="3101" y="13135"/>
                  </a:lnTo>
                  <a:lnTo>
                    <a:pt x="3338" y="13116"/>
                  </a:lnTo>
                  <a:lnTo>
                    <a:pt x="3575" y="13076"/>
                  </a:lnTo>
                  <a:lnTo>
                    <a:pt x="3813" y="13017"/>
                  </a:lnTo>
                  <a:lnTo>
                    <a:pt x="4050" y="12958"/>
                  </a:lnTo>
                  <a:lnTo>
                    <a:pt x="4287" y="12878"/>
                  </a:lnTo>
                  <a:lnTo>
                    <a:pt x="4504" y="12799"/>
                  </a:lnTo>
                  <a:lnTo>
                    <a:pt x="4721" y="12681"/>
                  </a:lnTo>
                  <a:lnTo>
                    <a:pt x="4919" y="12543"/>
                  </a:lnTo>
                  <a:lnTo>
                    <a:pt x="5136" y="12385"/>
                  </a:lnTo>
                  <a:lnTo>
                    <a:pt x="5353" y="12227"/>
                  </a:lnTo>
                  <a:lnTo>
                    <a:pt x="5570" y="12029"/>
                  </a:lnTo>
                  <a:lnTo>
                    <a:pt x="5807" y="11812"/>
                  </a:lnTo>
                  <a:lnTo>
                    <a:pt x="6025" y="11575"/>
                  </a:lnTo>
                  <a:lnTo>
                    <a:pt x="6262" y="11318"/>
                  </a:lnTo>
                  <a:lnTo>
                    <a:pt x="6479" y="11042"/>
                  </a:lnTo>
                  <a:lnTo>
                    <a:pt x="6696" y="10745"/>
                  </a:lnTo>
                  <a:lnTo>
                    <a:pt x="6914" y="10429"/>
                  </a:lnTo>
                  <a:lnTo>
                    <a:pt x="7111" y="10113"/>
                  </a:lnTo>
                  <a:lnTo>
                    <a:pt x="7328" y="9758"/>
                  </a:lnTo>
                  <a:lnTo>
                    <a:pt x="7506" y="9402"/>
                  </a:lnTo>
                  <a:lnTo>
                    <a:pt x="7684" y="9027"/>
                  </a:lnTo>
                  <a:lnTo>
                    <a:pt x="7862" y="8632"/>
                  </a:lnTo>
                  <a:lnTo>
                    <a:pt x="8020" y="8217"/>
                  </a:lnTo>
                  <a:lnTo>
                    <a:pt x="8276" y="7447"/>
                  </a:lnTo>
                  <a:lnTo>
                    <a:pt x="8494" y="6736"/>
                  </a:lnTo>
                  <a:lnTo>
                    <a:pt x="8672" y="6104"/>
                  </a:lnTo>
                  <a:lnTo>
                    <a:pt x="8770" y="5491"/>
                  </a:lnTo>
                  <a:lnTo>
                    <a:pt x="8810" y="5195"/>
                  </a:lnTo>
                  <a:lnTo>
                    <a:pt x="8849" y="4918"/>
                  </a:lnTo>
                  <a:lnTo>
                    <a:pt x="8849" y="4622"/>
                  </a:lnTo>
                  <a:lnTo>
                    <a:pt x="8849" y="4326"/>
                  </a:lnTo>
                  <a:lnTo>
                    <a:pt x="8830" y="4030"/>
                  </a:lnTo>
                  <a:lnTo>
                    <a:pt x="8810" y="3733"/>
                  </a:lnTo>
                  <a:lnTo>
                    <a:pt x="8691" y="3081"/>
                  </a:lnTo>
                  <a:lnTo>
                    <a:pt x="8612" y="2765"/>
                  </a:lnTo>
                  <a:lnTo>
                    <a:pt x="8513" y="2449"/>
                  </a:lnTo>
                  <a:lnTo>
                    <a:pt x="8375" y="2153"/>
                  </a:lnTo>
                  <a:lnTo>
                    <a:pt x="8217" y="1877"/>
                  </a:lnTo>
                  <a:lnTo>
                    <a:pt x="8039" y="1620"/>
                  </a:lnTo>
                  <a:lnTo>
                    <a:pt x="7842" y="1363"/>
                  </a:lnTo>
                  <a:lnTo>
                    <a:pt x="7625" y="1146"/>
                  </a:lnTo>
                  <a:lnTo>
                    <a:pt x="7407" y="928"/>
                  </a:lnTo>
                  <a:lnTo>
                    <a:pt x="7190" y="751"/>
                  </a:lnTo>
                  <a:lnTo>
                    <a:pt x="6973" y="593"/>
                  </a:lnTo>
                  <a:lnTo>
                    <a:pt x="6736" y="435"/>
                  </a:lnTo>
                  <a:lnTo>
                    <a:pt x="6519" y="316"/>
                  </a:lnTo>
                  <a:lnTo>
                    <a:pt x="6301" y="198"/>
                  </a:lnTo>
                  <a:lnTo>
                    <a:pt x="6084" y="119"/>
                  </a:lnTo>
                  <a:lnTo>
                    <a:pt x="5906" y="59"/>
                  </a:lnTo>
                  <a:lnTo>
                    <a:pt x="5728" y="20"/>
                  </a:lnTo>
                  <a:lnTo>
                    <a:pt x="555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
            <p:cNvSpPr/>
            <p:nvPr/>
          </p:nvSpPr>
          <p:spPr>
            <a:xfrm>
              <a:off x="-1012900" y="3249225"/>
              <a:ext cx="277050" cy="358025"/>
            </a:xfrm>
            <a:custGeom>
              <a:rect b="b" l="l" r="r" t="t"/>
              <a:pathLst>
                <a:path extrusionOk="0" h="14321" w="11082">
                  <a:moveTo>
                    <a:pt x="6894" y="0"/>
                  </a:moveTo>
                  <a:lnTo>
                    <a:pt x="6716" y="20"/>
                  </a:lnTo>
                  <a:lnTo>
                    <a:pt x="6538" y="59"/>
                  </a:lnTo>
                  <a:lnTo>
                    <a:pt x="6440" y="119"/>
                  </a:lnTo>
                  <a:lnTo>
                    <a:pt x="6321" y="217"/>
                  </a:lnTo>
                  <a:lnTo>
                    <a:pt x="6183" y="356"/>
                  </a:lnTo>
                  <a:lnTo>
                    <a:pt x="6025" y="533"/>
                  </a:lnTo>
                  <a:lnTo>
                    <a:pt x="5669" y="1007"/>
                  </a:lnTo>
                  <a:lnTo>
                    <a:pt x="5254" y="1620"/>
                  </a:lnTo>
                  <a:lnTo>
                    <a:pt x="4780" y="2311"/>
                  </a:lnTo>
                  <a:lnTo>
                    <a:pt x="4287" y="3081"/>
                  </a:lnTo>
                  <a:lnTo>
                    <a:pt x="3279" y="4741"/>
                  </a:lnTo>
                  <a:lnTo>
                    <a:pt x="2311" y="6400"/>
                  </a:lnTo>
                  <a:lnTo>
                    <a:pt x="1482" y="7822"/>
                  </a:lnTo>
                  <a:lnTo>
                    <a:pt x="711" y="9204"/>
                  </a:lnTo>
                  <a:lnTo>
                    <a:pt x="652" y="9264"/>
                  </a:lnTo>
                  <a:lnTo>
                    <a:pt x="514" y="9461"/>
                  </a:lnTo>
                  <a:lnTo>
                    <a:pt x="336" y="9758"/>
                  </a:lnTo>
                  <a:lnTo>
                    <a:pt x="257" y="9935"/>
                  </a:lnTo>
                  <a:lnTo>
                    <a:pt x="178" y="10133"/>
                  </a:lnTo>
                  <a:lnTo>
                    <a:pt x="99" y="10350"/>
                  </a:lnTo>
                  <a:lnTo>
                    <a:pt x="40" y="10587"/>
                  </a:lnTo>
                  <a:lnTo>
                    <a:pt x="20" y="10844"/>
                  </a:lnTo>
                  <a:lnTo>
                    <a:pt x="0" y="11101"/>
                  </a:lnTo>
                  <a:lnTo>
                    <a:pt x="20" y="11357"/>
                  </a:lnTo>
                  <a:lnTo>
                    <a:pt x="79" y="11634"/>
                  </a:lnTo>
                  <a:lnTo>
                    <a:pt x="178" y="11930"/>
                  </a:lnTo>
                  <a:lnTo>
                    <a:pt x="316" y="12207"/>
                  </a:lnTo>
                  <a:lnTo>
                    <a:pt x="514" y="12483"/>
                  </a:lnTo>
                  <a:lnTo>
                    <a:pt x="711" y="12720"/>
                  </a:lnTo>
                  <a:lnTo>
                    <a:pt x="948" y="12957"/>
                  </a:lnTo>
                  <a:lnTo>
                    <a:pt x="1186" y="13155"/>
                  </a:lnTo>
                  <a:lnTo>
                    <a:pt x="1462" y="13352"/>
                  </a:lnTo>
                  <a:lnTo>
                    <a:pt x="1739" y="13530"/>
                  </a:lnTo>
                  <a:lnTo>
                    <a:pt x="2035" y="13668"/>
                  </a:lnTo>
                  <a:lnTo>
                    <a:pt x="2331" y="13807"/>
                  </a:lnTo>
                  <a:lnTo>
                    <a:pt x="2627" y="13925"/>
                  </a:lnTo>
                  <a:lnTo>
                    <a:pt x="2924" y="14024"/>
                  </a:lnTo>
                  <a:lnTo>
                    <a:pt x="3220" y="14103"/>
                  </a:lnTo>
                  <a:lnTo>
                    <a:pt x="3516" y="14182"/>
                  </a:lnTo>
                  <a:lnTo>
                    <a:pt x="3793" y="14241"/>
                  </a:lnTo>
                  <a:lnTo>
                    <a:pt x="4069" y="14281"/>
                  </a:lnTo>
                  <a:lnTo>
                    <a:pt x="4563" y="14320"/>
                  </a:lnTo>
                  <a:lnTo>
                    <a:pt x="4780" y="14320"/>
                  </a:lnTo>
                  <a:lnTo>
                    <a:pt x="5017" y="14301"/>
                  </a:lnTo>
                  <a:lnTo>
                    <a:pt x="5235" y="14281"/>
                  </a:lnTo>
                  <a:lnTo>
                    <a:pt x="5452" y="14241"/>
                  </a:lnTo>
                  <a:lnTo>
                    <a:pt x="5669" y="14162"/>
                  </a:lnTo>
                  <a:lnTo>
                    <a:pt x="5886" y="14103"/>
                  </a:lnTo>
                  <a:lnTo>
                    <a:pt x="6104" y="14004"/>
                  </a:lnTo>
                  <a:lnTo>
                    <a:pt x="6301" y="13905"/>
                  </a:lnTo>
                  <a:lnTo>
                    <a:pt x="6499" y="13787"/>
                  </a:lnTo>
                  <a:lnTo>
                    <a:pt x="6696" y="13649"/>
                  </a:lnTo>
                  <a:lnTo>
                    <a:pt x="6894" y="13510"/>
                  </a:lnTo>
                  <a:lnTo>
                    <a:pt x="7072" y="13352"/>
                  </a:lnTo>
                  <a:lnTo>
                    <a:pt x="7249" y="13194"/>
                  </a:lnTo>
                  <a:lnTo>
                    <a:pt x="7407" y="13017"/>
                  </a:lnTo>
                  <a:lnTo>
                    <a:pt x="7565" y="12819"/>
                  </a:lnTo>
                  <a:lnTo>
                    <a:pt x="7723" y="12622"/>
                  </a:lnTo>
                  <a:lnTo>
                    <a:pt x="8079" y="12128"/>
                  </a:lnTo>
                  <a:lnTo>
                    <a:pt x="8514" y="11456"/>
                  </a:lnTo>
                  <a:lnTo>
                    <a:pt x="8988" y="10646"/>
                  </a:lnTo>
                  <a:lnTo>
                    <a:pt x="9481" y="9738"/>
                  </a:lnTo>
                  <a:lnTo>
                    <a:pt x="9955" y="8809"/>
                  </a:lnTo>
                  <a:lnTo>
                    <a:pt x="10173" y="8335"/>
                  </a:lnTo>
                  <a:lnTo>
                    <a:pt x="10370" y="7881"/>
                  </a:lnTo>
                  <a:lnTo>
                    <a:pt x="10548" y="7427"/>
                  </a:lnTo>
                  <a:lnTo>
                    <a:pt x="10706" y="6992"/>
                  </a:lnTo>
                  <a:lnTo>
                    <a:pt x="10825" y="6577"/>
                  </a:lnTo>
                  <a:lnTo>
                    <a:pt x="10923" y="6202"/>
                  </a:lnTo>
                  <a:lnTo>
                    <a:pt x="10983" y="5847"/>
                  </a:lnTo>
                  <a:lnTo>
                    <a:pt x="11022" y="5491"/>
                  </a:lnTo>
                  <a:lnTo>
                    <a:pt x="11062" y="5155"/>
                  </a:lnTo>
                  <a:lnTo>
                    <a:pt x="11081" y="4839"/>
                  </a:lnTo>
                  <a:lnTo>
                    <a:pt x="11081" y="4523"/>
                  </a:lnTo>
                  <a:lnTo>
                    <a:pt x="11062" y="4227"/>
                  </a:lnTo>
                  <a:lnTo>
                    <a:pt x="11022" y="3950"/>
                  </a:lnTo>
                  <a:lnTo>
                    <a:pt x="10983" y="3674"/>
                  </a:lnTo>
                  <a:lnTo>
                    <a:pt x="10923" y="3397"/>
                  </a:lnTo>
                  <a:lnTo>
                    <a:pt x="10844" y="3141"/>
                  </a:lnTo>
                  <a:lnTo>
                    <a:pt x="10745" y="2904"/>
                  </a:lnTo>
                  <a:lnTo>
                    <a:pt x="10627" y="2647"/>
                  </a:lnTo>
                  <a:lnTo>
                    <a:pt x="10489" y="2410"/>
                  </a:lnTo>
                  <a:lnTo>
                    <a:pt x="10331" y="2192"/>
                  </a:lnTo>
                  <a:lnTo>
                    <a:pt x="10153" y="1955"/>
                  </a:lnTo>
                  <a:lnTo>
                    <a:pt x="9975" y="1738"/>
                  </a:lnTo>
                  <a:lnTo>
                    <a:pt x="9541" y="1323"/>
                  </a:lnTo>
                  <a:lnTo>
                    <a:pt x="9106" y="948"/>
                  </a:lnTo>
                  <a:lnTo>
                    <a:pt x="8869" y="770"/>
                  </a:lnTo>
                  <a:lnTo>
                    <a:pt x="8632" y="612"/>
                  </a:lnTo>
                  <a:lnTo>
                    <a:pt x="8415" y="474"/>
                  </a:lnTo>
                  <a:lnTo>
                    <a:pt x="8178" y="356"/>
                  </a:lnTo>
                  <a:lnTo>
                    <a:pt x="7941" y="237"/>
                  </a:lnTo>
                  <a:lnTo>
                    <a:pt x="7723" y="158"/>
                  </a:lnTo>
                  <a:lnTo>
                    <a:pt x="7506" y="79"/>
                  </a:lnTo>
                  <a:lnTo>
                    <a:pt x="7289" y="40"/>
                  </a:lnTo>
                  <a:lnTo>
                    <a:pt x="709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
            <p:cNvSpPr/>
            <p:nvPr/>
          </p:nvSpPr>
          <p:spPr>
            <a:xfrm>
              <a:off x="-1298325" y="3095150"/>
              <a:ext cx="417775" cy="434075"/>
            </a:xfrm>
            <a:custGeom>
              <a:rect b="b" l="l" r="r" t="t"/>
              <a:pathLst>
                <a:path extrusionOk="0" h="17363" w="16711">
                  <a:moveTo>
                    <a:pt x="6973" y="0"/>
                  </a:moveTo>
                  <a:lnTo>
                    <a:pt x="6519" y="40"/>
                  </a:lnTo>
                  <a:lnTo>
                    <a:pt x="6084" y="119"/>
                  </a:lnTo>
                  <a:lnTo>
                    <a:pt x="5630" y="218"/>
                  </a:lnTo>
                  <a:lnTo>
                    <a:pt x="5196" y="356"/>
                  </a:lnTo>
                  <a:lnTo>
                    <a:pt x="4781" y="514"/>
                  </a:lnTo>
                  <a:lnTo>
                    <a:pt x="4366" y="711"/>
                  </a:lnTo>
                  <a:lnTo>
                    <a:pt x="3971" y="929"/>
                  </a:lnTo>
                  <a:lnTo>
                    <a:pt x="3596" y="1166"/>
                  </a:lnTo>
                  <a:lnTo>
                    <a:pt x="3240" y="1442"/>
                  </a:lnTo>
                  <a:lnTo>
                    <a:pt x="2904" y="1739"/>
                  </a:lnTo>
                  <a:lnTo>
                    <a:pt x="2588" y="2055"/>
                  </a:lnTo>
                  <a:lnTo>
                    <a:pt x="2292" y="2390"/>
                  </a:lnTo>
                  <a:lnTo>
                    <a:pt x="1996" y="2766"/>
                  </a:lnTo>
                  <a:lnTo>
                    <a:pt x="1719" y="3161"/>
                  </a:lnTo>
                  <a:lnTo>
                    <a:pt x="1443" y="3575"/>
                  </a:lnTo>
                  <a:lnTo>
                    <a:pt x="1206" y="4010"/>
                  </a:lnTo>
                  <a:lnTo>
                    <a:pt x="969" y="4445"/>
                  </a:lnTo>
                  <a:lnTo>
                    <a:pt x="751" y="4899"/>
                  </a:lnTo>
                  <a:lnTo>
                    <a:pt x="574" y="5353"/>
                  </a:lnTo>
                  <a:lnTo>
                    <a:pt x="396" y="5807"/>
                  </a:lnTo>
                  <a:lnTo>
                    <a:pt x="258" y="6282"/>
                  </a:lnTo>
                  <a:lnTo>
                    <a:pt x="159" y="6756"/>
                  </a:lnTo>
                  <a:lnTo>
                    <a:pt x="80" y="7210"/>
                  </a:lnTo>
                  <a:lnTo>
                    <a:pt x="20" y="7664"/>
                  </a:lnTo>
                  <a:lnTo>
                    <a:pt x="1" y="8118"/>
                  </a:lnTo>
                  <a:lnTo>
                    <a:pt x="20" y="8553"/>
                  </a:lnTo>
                  <a:lnTo>
                    <a:pt x="60" y="8751"/>
                  </a:lnTo>
                  <a:lnTo>
                    <a:pt x="99" y="8968"/>
                  </a:lnTo>
                  <a:lnTo>
                    <a:pt x="159" y="9185"/>
                  </a:lnTo>
                  <a:lnTo>
                    <a:pt x="238" y="9402"/>
                  </a:lnTo>
                  <a:lnTo>
                    <a:pt x="337" y="9620"/>
                  </a:lnTo>
                  <a:lnTo>
                    <a:pt x="435" y="9837"/>
                  </a:lnTo>
                  <a:lnTo>
                    <a:pt x="692" y="10271"/>
                  </a:lnTo>
                  <a:lnTo>
                    <a:pt x="1008" y="10686"/>
                  </a:lnTo>
                  <a:lnTo>
                    <a:pt x="1344" y="11121"/>
                  </a:lnTo>
                  <a:lnTo>
                    <a:pt x="1719" y="11536"/>
                  </a:lnTo>
                  <a:lnTo>
                    <a:pt x="2134" y="11950"/>
                  </a:lnTo>
                  <a:lnTo>
                    <a:pt x="2568" y="12345"/>
                  </a:lnTo>
                  <a:lnTo>
                    <a:pt x="3023" y="12740"/>
                  </a:lnTo>
                  <a:lnTo>
                    <a:pt x="3477" y="13116"/>
                  </a:lnTo>
                  <a:lnTo>
                    <a:pt x="3931" y="13491"/>
                  </a:lnTo>
                  <a:lnTo>
                    <a:pt x="4840" y="14182"/>
                  </a:lnTo>
                  <a:lnTo>
                    <a:pt x="5670" y="14795"/>
                  </a:lnTo>
                  <a:lnTo>
                    <a:pt x="7131" y="15861"/>
                  </a:lnTo>
                  <a:lnTo>
                    <a:pt x="8277" y="16711"/>
                  </a:lnTo>
                  <a:lnTo>
                    <a:pt x="8731" y="17027"/>
                  </a:lnTo>
                  <a:lnTo>
                    <a:pt x="9067" y="17244"/>
                  </a:lnTo>
                  <a:lnTo>
                    <a:pt x="9304" y="17362"/>
                  </a:lnTo>
                  <a:lnTo>
                    <a:pt x="9403" y="17362"/>
                  </a:lnTo>
                  <a:lnTo>
                    <a:pt x="11161" y="14360"/>
                  </a:lnTo>
                  <a:lnTo>
                    <a:pt x="12504" y="12049"/>
                  </a:lnTo>
                  <a:lnTo>
                    <a:pt x="13709" y="9995"/>
                  </a:lnTo>
                  <a:lnTo>
                    <a:pt x="14933" y="7921"/>
                  </a:lnTo>
                  <a:lnTo>
                    <a:pt x="16711" y="4919"/>
                  </a:lnTo>
                  <a:lnTo>
                    <a:pt x="15822" y="4326"/>
                  </a:lnTo>
                  <a:lnTo>
                    <a:pt x="13847" y="3062"/>
                  </a:lnTo>
                  <a:lnTo>
                    <a:pt x="12682" y="2331"/>
                  </a:lnTo>
                  <a:lnTo>
                    <a:pt x="11516" y="1620"/>
                  </a:lnTo>
                  <a:lnTo>
                    <a:pt x="10450" y="988"/>
                  </a:lnTo>
                  <a:lnTo>
                    <a:pt x="9975" y="731"/>
                  </a:lnTo>
                  <a:lnTo>
                    <a:pt x="9561" y="514"/>
                  </a:lnTo>
                  <a:lnTo>
                    <a:pt x="9146" y="336"/>
                  </a:lnTo>
                  <a:lnTo>
                    <a:pt x="8731" y="198"/>
                  </a:lnTo>
                  <a:lnTo>
                    <a:pt x="8297" y="99"/>
                  </a:lnTo>
                  <a:lnTo>
                    <a:pt x="7862" y="40"/>
                  </a:lnTo>
                  <a:lnTo>
                    <a:pt x="74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2"/>
            <p:cNvSpPr/>
            <p:nvPr/>
          </p:nvSpPr>
          <p:spPr>
            <a:xfrm>
              <a:off x="-880575" y="3218100"/>
              <a:ext cx="25" cy="25"/>
            </a:xfrm>
            <a:custGeom>
              <a:rect b="b" l="l" r="r" t="t"/>
              <a:pathLst>
                <a:path extrusionOk="0" h="1" w="1">
                  <a:moveTo>
                    <a:pt x="1" y="1"/>
                  </a:moveTo>
                  <a:lnTo>
                    <a:pt x="1" y="1"/>
                  </a:lnTo>
                  <a:lnTo>
                    <a:pt x="1" y="1"/>
                  </a:lnTo>
                  <a:lnTo>
                    <a:pt x="1" y="1"/>
                  </a:lnTo>
                  <a:lnTo>
                    <a:pt x="1" y="1"/>
                  </a:lnTo>
                  <a:lnTo>
                    <a:pt x="1" y="1"/>
                  </a:lnTo>
                  <a:lnTo>
                    <a:pt x="1" y="1"/>
                  </a:lnTo>
                  <a:close/>
                </a:path>
              </a:pathLst>
            </a:custGeom>
            <a:solidFill>
              <a:srgbClr val="E6A4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2"/>
            <p:cNvSpPr/>
            <p:nvPr/>
          </p:nvSpPr>
          <p:spPr>
            <a:xfrm>
              <a:off x="-1510150" y="3967200"/>
              <a:ext cx="345675" cy="325450"/>
            </a:xfrm>
            <a:custGeom>
              <a:rect b="b" l="l" r="r" t="t"/>
              <a:pathLst>
                <a:path extrusionOk="0" h="13018" w="13827">
                  <a:moveTo>
                    <a:pt x="3872" y="1"/>
                  </a:moveTo>
                  <a:lnTo>
                    <a:pt x="3259" y="1047"/>
                  </a:lnTo>
                  <a:lnTo>
                    <a:pt x="1896" y="3378"/>
                  </a:lnTo>
                  <a:lnTo>
                    <a:pt x="1185" y="4623"/>
                  </a:lnTo>
                  <a:lnTo>
                    <a:pt x="573" y="5748"/>
                  </a:lnTo>
                  <a:lnTo>
                    <a:pt x="138" y="6558"/>
                  </a:lnTo>
                  <a:lnTo>
                    <a:pt x="20" y="6815"/>
                  </a:lnTo>
                  <a:lnTo>
                    <a:pt x="0" y="6894"/>
                  </a:lnTo>
                  <a:lnTo>
                    <a:pt x="0" y="6934"/>
                  </a:lnTo>
                  <a:lnTo>
                    <a:pt x="20" y="6973"/>
                  </a:lnTo>
                  <a:lnTo>
                    <a:pt x="119" y="7052"/>
                  </a:lnTo>
                  <a:lnTo>
                    <a:pt x="494" y="7289"/>
                  </a:lnTo>
                  <a:lnTo>
                    <a:pt x="1758" y="8040"/>
                  </a:lnTo>
                  <a:lnTo>
                    <a:pt x="3536" y="9047"/>
                  </a:lnTo>
                  <a:lnTo>
                    <a:pt x="5570" y="10193"/>
                  </a:lnTo>
                  <a:lnTo>
                    <a:pt x="7624" y="11299"/>
                  </a:lnTo>
                  <a:lnTo>
                    <a:pt x="8572" y="11793"/>
                  </a:lnTo>
                  <a:lnTo>
                    <a:pt x="9442" y="12227"/>
                  </a:lnTo>
                  <a:lnTo>
                    <a:pt x="10172" y="12583"/>
                  </a:lnTo>
                  <a:lnTo>
                    <a:pt x="10745" y="12839"/>
                  </a:lnTo>
                  <a:lnTo>
                    <a:pt x="11140" y="12997"/>
                  </a:lnTo>
                  <a:lnTo>
                    <a:pt x="11259" y="13017"/>
                  </a:lnTo>
                  <a:lnTo>
                    <a:pt x="11318" y="13017"/>
                  </a:lnTo>
                  <a:lnTo>
                    <a:pt x="11397" y="12859"/>
                  </a:lnTo>
                  <a:lnTo>
                    <a:pt x="11516" y="12563"/>
                  </a:lnTo>
                  <a:lnTo>
                    <a:pt x="11832" y="11556"/>
                  </a:lnTo>
                  <a:lnTo>
                    <a:pt x="12246" y="10193"/>
                  </a:lnTo>
                  <a:lnTo>
                    <a:pt x="12681" y="8672"/>
                  </a:lnTo>
                  <a:lnTo>
                    <a:pt x="13491" y="5827"/>
                  </a:lnTo>
                  <a:lnTo>
                    <a:pt x="13827" y="4544"/>
                  </a:lnTo>
                  <a:lnTo>
                    <a:pt x="38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
            <p:cNvSpPr/>
            <p:nvPr/>
          </p:nvSpPr>
          <p:spPr>
            <a:xfrm>
              <a:off x="-1914575" y="3337100"/>
              <a:ext cx="321475" cy="387675"/>
            </a:xfrm>
            <a:custGeom>
              <a:rect b="b" l="l" r="r" t="t"/>
              <a:pathLst>
                <a:path extrusionOk="0" h="15507" w="12859">
                  <a:moveTo>
                    <a:pt x="8632" y="1"/>
                  </a:moveTo>
                  <a:lnTo>
                    <a:pt x="5985" y="1028"/>
                  </a:lnTo>
                  <a:lnTo>
                    <a:pt x="5017" y="1423"/>
                  </a:lnTo>
                  <a:lnTo>
                    <a:pt x="4978" y="1443"/>
                  </a:lnTo>
                  <a:lnTo>
                    <a:pt x="4859" y="1482"/>
                  </a:lnTo>
                  <a:lnTo>
                    <a:pt x="4820" y="1502"/>
                  </a:lnTo>
                  <a:lnTo>
                    <a:pt x="4780" y="1502"/>
                  </a:lnTo>
                  <a:lnTo>
                    <a:pt x="4780" y="1522"/>
                  </a:lnTo>
                  <a:lnTo>
                    <a:pt x="4760" y="1522"/>
                  </a:lnTo>
                  <a:lnTo>
                    <a:pt x="4721" y="1542"/>
                  </a:lnTo>
                  <a:lnTo>
                    <a:pt x="4701" y="1542"/>
                  </a:lnTo>
                  <a:lnTo>
                    <a:pt x="4662" y="1561"/>
                  </a:lnTo>
                  <a:lnTo>
                    <a:pt x="4642" y="1561"/>
                  </a:lnTo>
                  <a:lnTo>
                    <a:pt x="3437" y="2055"/>
                  </a:lnTo>
                  <a:lnTo>
                    <a:pt x="2351" y="2509"/>
                  </a:lnTo>
                  <a:lnTo>
                    <a:pt x="1482" y="2885"/>
                  </a:lnTo>
                  <a:lnTo>
                    <a:pt x="1166" y="3043"/>
                  </a:lnTo>
                  <a:lnTo>
                    <a:pt x="948" y="3141"/>
                  </a:lnTo>
                  <a:lnTo>
                    <a:pt x="0" y="3695"/>
                  </a:lnTo>
                  <a:lnTo>
                    <a:pt x="534" y="4959"/>
                  </a:lnTo>
                  <a:lnTo>
                    <a:pt x="553" y="4978"/>
                  </a:lnTo>
                  <a:lnTo>
                    <a:pt x="1047" y="6164"/>
                  </a:lnTo>
                  <a:lnTo>
                    <a:pt x="1067" y="6183"/>
                  </a:lnTo>
                  <a:lnTo>
                    <a:pt x="1087" y="6243"/>
                  </a:lnTo>
                  <a:lnTo>
                    <a:pt x="1087" y="6262"/>
                  </a:lnTo>
                  <a:lnTo>
                    <a:pt x="1106" y="6282"/>
                  </a:lnTo>
                  <a:lnTo>
                    <a:pt x="3358" y="11516"/>
                  </a:lnTo>
                  <a:lnTo>
                    <a:pt x="3733" y="12405"/>
                  </a:lnTo>
                  <a:lnTo>
                    <a:pt x="3733" y="12425"/>
                  </a:lnTo>
                  <a:lnTo>
                    <a:pt x="3753" y="12445"/>
                  </a:lnTo>
                  <a:lnTo>
                    <a:pt x="3832" y="12622"/>
                  </a:lnTo>
                  <a:lnTo>
                    <a:pt x="3832" y="12642"/>
                  </a:lnTo>
                  <a:lnTo>
                    <a:pt x="3832" y="12662"/>
                  </a:lnTo>
                  <a:lnTo>
                    <a:pt x="3852" y="12682"/>
                  </a:lnTo>
                  <a:lnTo>
                    <a:pt x="3852" y="12701"/>
                  </a:lnTo>
                  <a:lnTo>
                    <a:pt x="3872" y="12741"/>
                  </a:lnTo>
                  <a:lnTo>
                    <a:pt x="3891" y="12761"/>
                  </a:lnTo>
                  <a:lnTo>
                    <a:pt x="3911" y="12800"/>
                  </a:lnTo>
                  <a:lnTo>
                    <a:pt x="4741" y="14677"/>
                  </a:lnTo>
                  <a:lnTo>
                    <a:pt x="4997" y="15249"/>
                  </a:lnTo>
                  <a:lnTo>
                    <a:pt x="5136" y="15506"/>
                  </a:lnTo>
                  <a:lnTo>
                    <a:pt x="5175" y="15506"/>
                  </a:lnTo>
                  <a:lnTo>
                    <a:pt x="5274" y="15487"/>
                  </a:lnTo>
                  <a:lnTo>
                    <a:pt x="5412" y="15408"/>
                  </a:lnTo>
                  <a:lnTo>
                    <a:pt x="5570" y="15309"/>
                  </a:lnTo>
                  <a:lnTo>
                    <a:pt x="6025" y="15032"/>
                  </a:lnTo>
                  <a:lnTo>
                    <a:pt x="6578" y="14637"/>
                  </a:lnTo>
                  <a:lnTo>
                    <a:pt x="7921" y="13610"/>
                  </a:lnTo>
                  <a:lnTo>
                    <a:pt x="9422" y="12445"/>
                  </a:lnTo>
                  <a:lnTo>
                    <a:pt x="9442" y="12445"/>
                  </a:lnTo>
                  <a:lnTo>
                    <a:pt x="10291" y="11753"/>
                  </a:lnTo>
                  <a:lnTo>
                    <a:pt x="10331" y="11734"/>
                  </a:lnTo>
                  <a:lnTo>
                    <a:pt x="12859" y="9699"/>
                  </a:lnTo>
                  <a:lnTo>
                    <a:pt x="8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
            <p:cNvSpPr/>
            <p:nvPr/>
          </p:nvSpPr>
          <p:spPr>
            <a:xfrm>
              <a:off x="-1617800" y="3222550"/>
              <a:ext cx="250375" cy="293825"/>
            </a:xfrm>
            <a:custGeom>
              <a:rect b="b" l="l" r="r" t="t"/>
              <a:pathLst>
                <a:path extrusionOk="0" h="11753" w="10015">
                  <a:moveTo>
                    <a:pt x="6222" y="0"/>
                  </a:moveTo>
                  <a:lnTo>
                    <a:pt x="1640" y="2252"/>
                  </a:lnTo>
                  <a:lnTo>
                    <a:pt x="0" y="3062"/>
                  </a:lnTo>
                  <a:lnTo>
                    <a:pt x="1087" y="5511"/>
                  </a:lnTo>
                  <a:lnTo>
                    <a:pt x="1126" y="5630"/>
                  </a:lnTo>
                  <a:lnTo>
                    <a:pt x="1146" y="5649"/>
                  </a:lnTo>
                  <a:lnTo>
                    <a:pt x="1166" y="5709"/>
                  </a:lnTo>
                  <a:lnTo>
                    <a:pt x="1659" y="6835"/>
                  </a:lnTo>
                  <a:lnTo>
                    <a:pt x="1719" y="6953"/>
                  </a:lnTo>
                  <a:lnTo>
                    <a:pt x="1778" y="7111"/>
                  </a:lnTo>
                  <a:lnTo>
                    <a:pt x="1837" y="7230"/>
                  </a:lnTo>
                  <a:lnTo>
                    <a:pt x="1975" y="7565"/>
                  </a:lnTo>
                  <a:lnTo>
                    <a:pt x="2114" y="7862"/>
                  </a:lnTo>
                  <a:lnTo>
                    <a:pt x="2133" y="7881"/>
                  </a:lnTo>
                  <a:lnTo>
                    <a:pt x="2153" y="7960"/>
                  </a:lnTo>
                  <a:lnTo>
                    <a:pt x="2153" y="7980"/>
                  </a:lnTo>
                  <a:lnTo>
                    <a:pt x="2212" y="8079"/>
                  </a:lnTo>
                  <a:lnTo>
                    <a:pt x="2212" y="8119"/>
                  </a:lnTo>
                  <a:lnTo>
                    <a:pt x="2232" y="8158"/>
                  </a:lnTo>
                  <a:lnTo>
                    <a:pt x="2252" y="8158"/>
                  </a:lnTo>
                  <a:lnTo>
                    <a:pt x="2410" y="8553"/>
                  </a:lnTo>
                  <a:lnTo>
                    <a:pt x="2430" y="8573"/>
                  </a:lnTo>
                  <a:lnTo>
                    <a:pt x="2509" y="8751"/>
                  </a:lnTo>
                  <a:lnTo>
                    <a:pt x="2528" y="8810"/>
                  </a:lnTo>
                  <a:lnTo>
                    <a:pt x="2825" y="9481"/>
                  </a:lnTo>
                  <a:lnTo>
                    <a:pt x="2864" y="9560"/>
                  </a:lnTo>
                  <a:lnTo>
                    <a:pt x="3812" y="11753"/>
                  </a:lnTo>
                  <a:lnTo>
                    <a:pt x="4326" y="11457"/>
                  </a:lnTo>
                  <a:lnTo>
                    <a:pt x="6321" y="10271"/>
                  </a:lnTo>
                  <a:lnTo>
                    <a:pt x="10014" y="8059"/>
                  </a:lnTo>
                  <a:lnTo>
                    <a:pt x="622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2"/>
            <p:cNvSpPr/>
            <p:nvPr/>
          </p:nvSpPr>
          <p:spPr>
            <a:xfrm>
              <a:off x="-1048450" y="3187975"/>
              <a:ext cx="209875" cy="360025"/>
            </a:xfrm>
            <a:custGeom>
              <a:rect b="b" l="l" r="r" t="t"/>
              <a:pathLst>
                <a:path extrusionOk="0" h="14401" w="8395">
                  <a:moveTo>
                    <a:pt x="8237" y="1"/>
                  </a:moveTo>
                  <a:lnTo>
                    <a:pt x="8197" y="40"/>
                  </a:lnTo>
                  <a:lnTo>
                    <a:pt x="8099" y="139"/>
                  </a:lnTo>
                  <a:lnTo>
                    <a:pt x="7822" y="574"/>
                  </a:lnTo>
                  <a:lnTo>
                    <a:pt x="7388" y="1245"/>
                  </a:lnTo>
                  <a:lnTo>
                    <a:pt x="6854" y="2134"/>
                  </a:lnTo>
                  <a:lnTo>
                    <a:pt x="5531" y="4346"/>
                  </a:lnTo>
                  <a:lnTo>
                    <a:pt x="4030" y="6894"/>
                  </a:lnTo>
                  <a:lnTo>
                    <a:pt x="1264" y="11654"/>
                  </a:lnTo>
                  <a:lnTo>
                    <a:pt x="0" y="13807"/>
                  </a:lnTo>
                  <a:lnTo>
                    <a:pt x="257" y="14400"/>
                  </a:lnTo>
                  <a:lnTo>
                    <a:pt x="8375" y="179"/>
                  </a:lnTo>
                  <a:lnTo>
                    <a:pt x="8395" y="159"/>
                  </a:lnTo>
                  <a:lnTo>
                    <a:pt x="8395" y="100"/>
                  </a:lnTo>
                  <a:lnTo>
                    <a:pt x="8375" y="80"/>
                  </a:lnTo>
                  <a:lnTo>
                    <a:pt x="8355" y="40"/>
                  </a:lnTo>
                  <a:lnTo>
                    <a:pt x="8316" y="20"/>
                  </a:lnTo>
                  <a:lnTo>
                    <a:pt x="823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2"/>
            <p:cNvSpPr/>
            <p:nvPr/>
          </p:nvSpPr>
          <p:spPr>
            <a:xfrm>
              <a:off x="-1273625" y="3541050"/>
              <a:ext cx="185200" cy="231625"/>
            </a:xfrm>
            <a:custGeom>
              <a:rect b="b" l="l" r="r" t="t"/>
              <a:pathLst>
                <a:path extrusionOk="0" h="9265" w="7408">
                  <a:moveTo>
                    <a:pt x="6242" y="0"/>
                  </a:moveTo>
                  <a:lnTo>
                    <a:pt x="6084" y="20"/>
                  </a:lnTo>
                  <a:lnTo>
                    <a:pt x="5906" y="60"/>
                  </a:lnTo>
                  <a:lnTo>
                    <a:pt x="5728" y="119"/>
                  </a:lnTo>
                  <a:lnTo>
                    <a:pt x="5531" y="198"/>
                  </a:lnTo>
                  <a:lnTo>
                    <a:pt x="5096" y="376"/>
                  </a:lnTo>
                  <a:lnTo>
                    <a:pt x="4662" y="633"/>
                  </a:lnTo>
                  <a:lnTo>
                    <a:pt x="4543" y="692"/>
                  </a:lnTo>
                  <a:lnTo>
                    <a:pt x="4148" y="949"/>
                  </a:lnTo>
                  <a:lnTo>
                    <a:pt x="3733" y="1225"/>
                  </a:lnTo>
                  <a:lnTo>
                    <a:pt x="3299" y="1541"/>
                  </a:lnTo>
                  <a:lnTo>
                    <a:pt x="2884" y="1877"/>
                  </a:lnTo>
                  <a:lnTo>
                    <a:pt x="2627" y="2094"/>
                  </a:lnTo>
                  <a:lnTo>
                    <a:pt x="2371" y="2331"/>
                  </a:lnTo>
                  <a:lnTo>
                    <a:pt x="2134" y="2568"/>
                  </a:lnTo>
                  <a:lnTo>
                    <a:pt x="1916" y="2805"/>
                  </a:lnTo>
                  <a:lnTo>
                    <a:pt x="1719" y="3062"/>
                  </a:lnTo>
                  <a:lnTo>
                    <a:pt x="1521" y="3319"/>
                  </a:lnTo>
                  <a:lnTo>
                    <a:pt x="1166" y="3832"/>
                  </a:lnTo>
                  <a:lnTo>
                    <a:pt x="869" y="4346"/>
                  </a:lnTo>
                  <a:lnTo>
                    <a:pt x="593" y="4860"/>
                  </a:lnTo>
                  <a:lnTo>
                    <a:pt x="395" y="5353"/>
                  </a:lnTo>
                  <a:lnTo>
                    <a:pt x="218" y="5847"/>
                  </a:lnTo>
                  <a:lnTo>
                    <a:pt x="139" y="6104"/>
                  </a:lnTo>
                  <a:lnTo>
                    <a:pt x="99" y="6361"/>
                  </a:lnTo>
                  <a:lnTo>
                    <a:pt x="60" y="6637"/>
                  </a:lnTo>
                  <a:lnTo>
                    <a:pt x="20" y="6914"/>
                  </a:lnTo>
                  <a:lnTo>
                    <a:pt x="0" y="7487"/>
                  </a:lnTo>
                  <a:lnTo>
                    <a:pt x="20" y="8040"/>
                  </a:lnTo>
                  <a:lnTo>
                    <a:pt x="60" y="8514"/>
                  </a:lnTo>
                  <a:lnTo>
                    <a:pt x="99" y="8909"/>
                  </a:lnTo>
                  <a:lnTo>
                    <a:pt x="139" y="9264"/>
                  </a:lnTo>
                  <a:lnTo>
                    <a:pt x="909" y="8652"/>
                  </a:lnTo>
                  <a:lnTo>
                    <a:pt x="1699" y="8020"/>
                  </a:lnTo>
                  <a:lnTo>
                    <a:pt x="2588" y="7289"/>
                  </a:lnTo>
                  <a:lnTo>
                    <a:pt x="3477" y="6519"/>
                  </a:lnTo>
                  <a:lnTo>
                    <a:pt x="3891" y="6163"/>
                  </a:lnTo>
                  <a:lnTo>
                    <a:pt x="4247" y="5827"/>
                  </a:lnTo>
                  <a:lnTo>
                    <a:pt x="4563" y="5511"/>
                  </a:lnTo>
                  <a:lnTo>
                    <a:pt x="4780" y="5255"/>
                  </a:lnTo>
                  <a:lnTo>
                    <a:pt x="4919" y="5057"/>
                  </a:lnTo>
                  <a:lnTo>
                    <a:pt x="4958" y="4978"/>
                  </a:lnTo>
                  <a:lnTo>
                    <a:pt x="4958" y="4919"/>
                  </a:lnTo>
                  <a:lnTo>
                    <a:pt x="4938" y="4721"/>
                  </a:lnTo>
                  <a:lnTo>
                    <a:pt x="4938" y="4524"/>
                  </a:lnTo>
                  <a:lnTo>
                    <a:pt x="4958" y="4346"/>
                  </a:lnTo>
                  <a:lnTo>
                    <a:pt x="5017" y="4168"/>
                  </a:lnTo>
                  <a:lnTo>
                    <a:pt x="5116" y="3990"/>
                  </a:lnTo>
                  <a:lnTo>
                    <a:pt x="5215" y="3852"/>
                  </a:lnTo>
                  <a:lnTo>
                    <a:pt x="5333" y="3694"/>
                  </a:lnTo>
                  <a:lnTo>
                    <a:pt x="5452" y="3556"/>
                  </a:lnTo>
                  <a:lnTo>
                    <a:pt x="5768" y="3279"/>
                  </a:lnTo>
                  <a:lnTo>
                    <a:pt x="6084" y="3042"/>
                  </a:lnTo>
                  <a:lnTo>
                    <a:pt x="6400" y="2805"/>
                  </a:lnTo>
                  <a:lnTo>
                    <a:pt x="6696" y="2568"/>
                  </a:lnTo>
                  <a:lnTo>
                    <a:pt x="6914" y="2371"/>
                  </a:lnTo>
                  <a:lnTo>
                    <a:pt x="7072" y="2173"/>
                  </a:lnTo>
                  <a:lnTo>
                    <a:pt x="7210" y="1976"/>
                  </a:lnTo>
                  <a:lnTo>
                    <a:pt x="7309" y="1778"/>
                  </a:lnTo>
                  <a:lnTo>
                    <a:pt x="7368" y="1581"/>
                  </a:lnTo>
                  <a:lnTo>
                    <a:pt x="7407" y="1383"/>
                  </a:lnTo>
                  <a:lnTo>
                    <a:pt x="7407" y="1205"/>
                  </a:lnTo>
                  <a:lnTo>
                    <a:pt x="7388" y="1008"/>
                  </a:lnTo>
                  <a:lnTo>
                    <a:pt x="7348" y="850"/>
                  </a:lnTo>
                  <a:lnTo>
                    <a:pt x="7269" y="672"/>
                  </a:lnTo>
                  <a:lnTo>
                    <a:pt x="7190" y="534"/>
                  </a:lnTo>
                  <a:lnTo>
                    <a:pt x="7091" y="396"/>
                  </a:lnTo>
                  <a:lnTo>
                    <a:pt x="6993" y="277"/>
                  </a:lnTo>
                  <a:lnTo>
                    <a:pt x="6874" y="178"/>
                  </a:lnTo>
                  <a:lnTo>
                    <a:pt x="6756" y="99"/>
                  </a:lnTo>
                  <a:lnTo>
                    <a:pt x="6617" y="40"/>
                  </a:lnTo>
                  <a:lnTo>
                    <a:pt x="6479"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2"/>
            <p:cNvSpPr/>
            <p:nvPr/>
          </p:nvSpPr>
          <p:spPr>
            <a:xfrm>
              <a:off x="-1191650" y="3522275"/>
              <a:ext cx="165925" cy="240025"/>
            </a:xfrm>
            <a:custGeom>
              <a:rect b="b" l="l" r="r" t="t"/>
              <a:pathLst>
                <a:path extrusionOk="0" h="9601" w="6637">
                  <a:moveTo>
                    <a:pt x="5570" y="1"/>
                  </a:moveTo>
                  <a:lnTo>
                    <a:pt x="5531" y="21"/>
                  </a:lnTo>
                  <a:lnTo>
                    <a:pt x="5412" y="119"/>
                  </a:lnTo>
                  <a:lnTo>
                    <a:pt x="5215" y="396"/>
                  </a:lnTo>
                  <a:lnTo>
                    <a:pt x="4543" y="1344"/>
                  </a:lnTo>
                  <a:lnTo>
                    <a:pt x="3654" y="2667"/>
                  </a:lnTo>
                  <a:lnTo>
                    <a:pt x="2667" y="4208"/>
                  </a:lnTo>
                  <a:lnTo>
                    <a:pt x="1679" y="5749"/>
                  </a:lnTo>
                  <a:lnTo>
                    <a:pt x="830" y="7131"/>
                  </a:lnTo>
                  <a:lnTo>
                    <a:pt x="237" y="8159"/>
                  </a:lnTo>
                  <a:lnTo>
                    <a:pt x="59" y="8475"/>
                  </a:lnTo>
                  <a:lnTo>
                    <a:pt x="20" y="8573"/>
                  </a:lnTo>
                  <a:lnTo>
                    <a:pt x="0" y="8652"/>
                  </a:lnTo>
                  <a:lnTo>
                    <a:pt x="20" y="8731"/>
                  </a:lnTo>
                  <a:lnTo>
                    <a:pt x="40" y="8810"/>
                  </a:lnTo>
                  <a:lnTo>
                    <a:pt x="79" y="8889"/>
                  </a:lnTo>
                  <a:lnTo>
                    <a:pt x="138" y="8968"/>
                  </a:lnTo>
                  <a:lnTo>
                    <a:pt x="296" y="9126"/>
                  </a:lnTo>
                  <a:lnTo>
                    <a:pt x="474" y="9265"/>
                  </a:lnTo>
                  <a:lnTo>
                    <a:pt x="672" y="9383"/>
                  </a:lnTo>
                  <a:lnTo>
                    <a:pt x="869" y="9482"/>
                  </a:lnTo>
                  <a:lnTo>
                    <a:pt x="1027" y="9561"/>
                  </a:lnTo>
                  <a:lnTo>
                    <a:pt x="1146" y="9600"/>
                  </a:lnTo>
                  <a:lnTo>
                    <a:pt x="1185" y="9581"/>
                  </a:lnTo>
                  <a:lnTo>
                    <a:pt x="1264" y="9521"/>
                  </a:lnTo>
                  <a:lnTo>
                    <a:pt x="1462" y="9265"/>
                  </a:lnTo>
                  <a:lnTo>
                    <a:pt x="1738" y="8870"/>
                  </a:lnTo>
                  <a:lnTo>
                    <a:pt x="2094" y="8336"/>
                  </a:lnTo>
                  <a:lnTo>
                    <a:pt x="2963" y="6993"/>
                  </a:lnTo>
                  <a:lnTo>
                    <a:pt x="3931" y="5433"/>
                  </a:lnTo>
                  <a:lnTo>
                    <a:pt x="4899" y="3853"/>
                  </a:lnTo>
                  <a:lnTo>
                    <a:pt x="5748" y="2450"/>
                  </a:lnTo>
                  <a:lnTo>
                    <a:pt x="6360" y="1423"/>
                  </a:lnTo>
                  <a:lnTo>
                    <a:pt x="6617" y="929"/>
                  </a:lnTo>
                  <a:lnTo>
                    <a:pt x="6637" y="870"/>
                  </a:lnTo>
                  <a:lnTo>
                    <a:pt x="6617" y="791"/>
                  </a:lnTo>
                  <a:lnTo>
                    <a:pt x="6578" y="712"/>
                  </a:lnTo>
                  <a:lnTo>
                    <a:pt x="6538" y="633"/>
                  </a:lnTo>
                  <a:lnTo>
                    <a:pt x="6380" y="455"/>
                  </a:lnTo>
                  <a:lnTo>
                    <a:pt x="6202" y="317"/>
                  </a:lnTo>
                  <a:lnTo>
                    <a:pt x="5985" y="179"/>
                  </a:lnTo>
                  <a:lnTo>
                    <a:pt x="5788" y="80"/>
                  </a:lnTo>
                  <a:lnTo>
                    <a:pt x="5629" y="21"/>
                  </a:lnTo>
                  <a:lnTo>
                    <a:pt x="557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2"/>
            <p:cNvSpPr/>
            <p:nvPr/>
          </p:nvSpPr>
          <p:spPr>
            <a:xfrm>
              <a:off x="-1258325" y="3556850"/>
              <a:ext cx="279025" cy="311125"/>
            </a:xfrm>
            <a:custGeom>
              <a:rect b="b" l="l" r="r" t="t"/>
              <a:pathLst>
                <a:path extrusionOk="0" h="12445" w="11161">
                  <a:moveTo>
                    <a:pt x="9087" y="1"/>
                  </a:moveTo>
                  <a:lnTo>
                    <a:pt x="9008" y="40"/>
                  </a:lnTo>
                  <a:lnTo>
                    <a:pt x="8948" y="60"/>
                  </a:lnTo>
                  <a:lnTo>
                    <a:pt x="8850" y="159"/>
                  </a:lnTo>
                  <a:lnTo>
                    <a:pt x="8751" y="257"/>
                  </a:lnTo>
                  <a:lnTo>
                    <a:pt x="8692" y="376"/>
                  </a:lnTo>
                  <a:lnTo>
                    <a:pt x="8632" y="514"/>
                  </a:lnTo>
                  <a:lnTo>
                    <a:pt x="8514" y="810"/>
                  </a:lnTo>
                  <a:lnTo>
                    <a:pt x="8375" y="1146"/>
                  </a:lnTo>
                  <a:lnTo>
                    <a:pt x="8138" y="1640"/>
                  </a:lnTo>
                  <a:lnTo>
                    <a:pt x="7822" y="2252"/>
                  </a:lnTo>
                  <a:lnTo>
                    <a:pt x="7487" y="2805"/>
                  </a:lnTo>
                  <a:lnTo>
                    <a:pt x="7348" y="3003"/>
                  </a:lnTo>
                  <a:lnTo>
                    <a:pt x="7269" y="3121"/>
                  </a:lnTo>
                  <a:lnTo>
                    <a:pt x="7092" y="3279"/>
                  </a:lnTo>
                  <a:lnTo>
                    <a:pt x="6855" y="3437"/>
                  </a:lnTo>
                  <a:lnTo>
                    <a:pt x="6558" y="3615"/>
                  </a:lnTo>
                  <a:lnTo>
                    <a:pt x="6163" y="3813"/>
                  </a:lnTo>
                  <a:lnTo>
                    <a:pt x="5827" y="3951"/>
                  </a:lnTo>
                  <a:lnTo>
                    <a:pt x="5551" y="4030"/>
                  </a:lnTo>
                  <a:lnTo>
                    <a:pt x="5294" y="4089"/>
                  </a:lnTo>
                  <a:lnTo>
                    <a:pt x="5097" y="4109"/>
                  </a:lnTo>
                  <a:lnTo>
                    <a:pt x="4919" y="4089"/>
                  </a:lnTo>
                  <a:lnTo>
                    <a:pt x="4781" y="4050"/>
                  </a:lnTo>
                  <a:lnTo>
                    <a:pt x="4662" y="3990"/>
                  </a:lnTo>
                  <a:lnTo>
                    <a:pt x="4583" y="3931"/>
                  </a:lnTo>
                  <a:lnTo>
                    <a:pt x="4504" y="3852"/>
                  </a:lnTo>
                  <a:lnTo>
                    <a:pt x="4465" y="3773"/>
                  </a:lnTo>
                  <a:lnTo>
                    <a:pt x="4445" y="3674"/>
                  </a:lnTo>
                  <a:lnTo>
                    <a:pt x="4425" y="3595"/>
                  </a:lnTo>
                  <a:lnTo>
                    <a:pt x="4405" y="3477"/>
                  </a:lnTo>
                  <a:lnTo>
                    <a:pt x="4425" y="3418"/>
                  </a:lnTo>
                  <a:lnTo>
                    <a:pt x="2233" y="5610"/>
                  </a:lnTo>
                  <a:lnTo>
                    <a:pt x="731" y="7151"/>
                  </a:lnTo>
                  <a:lnTo>
                    <a:pt x="218" y="7684"/>
                  </a:lnTo>
                  <a:lnTo>
                    <a:pt x="60" y="7862"/>
                  </a:lnTo>
                  <a:lnTo>
                    <a:pt x="1" y="7941"/>
                  </a:lnTo>
                  <a:lnTo>
                    <a:pt x="1" y="7961"/>
                  </a:lnTo>
                  <a:lnTo>
                    <a:pt x="40" y="8020"/>
                  </a:lnTo>
                  <a:lnTo>
                    <a:pt x="198" y="8178"/>
                  </a:lnTo>
                  <a:lnTo>
                    <a:pt x="810" y="8711"/>
                  </a:lnTo>
                  <a:lnTo>
                    <a:pt x="1699" y="9422"/>
                  </a:lnTo>
                  <a:lnTo>
                    <a:pt x="2746" y="10212"/>
                  </a:lnTo>
                  <a:lnTo>
                    <a:pt x="4721" y="11714"/>
                  </a:lnTo>
                  <a:lnTo>
                    <a:pt x="5709" y="12425"/>
                  </a:lnTo>
                  <a:lnTo>
                    <a:pt x="5788" y="12444"/>
                  </a:lnTo>
                  <a:lnTo>
                    <a:pt x="5887" y="12425"/>
                  </a:lnTo>
                  <a:lnTo>
                    <a:pt x="6223" y="12326"/>
                  </a:lnTo>
                  <a:lnTo>
                    <a:pt x="6677" y="12128"/>
                  </a:lnTo>
                  <a:lnTo>
                    <a:pt x="7190" y="11891"/>
                  </a:lnTo>
                  <a:lnTo>
                    <a:pt x="7743" y="11615"/>
                  </a:lnTo>
                  <a:lnTo>
                    <a:pt x="8296" y="11299"/>
                  </a:lnTo>
                  <a:lnTo>
                    <a:pt x="8810" y="11002"/>
                  </a:lnTo>
                  <a:lnTo>
                    <a:pt x="9225" y="10706"/>
                  </a:lnTo>
                  <a:lnTo>
                    <a:pt x="9758" y="10272"/>
                  </a:lnTo>
                  <a:lnTo>
                    <a:pt x="9936" y="10114"/>
                  </a:lnTo>
                  <a:lnTo>
                    <a:pt x="10074" y="9995"/>
                  </a:lnTo>
                  <a:lnTo>
                    <a:pt x="10153" y="9877"/>
                  </a:lnTo>
                  <a:lnTo>
                    <a:pt x="10232" y="9778"/>
                  </a:lnTo>
                  <a:lnTo>
                    <a:pt x="10370" y="9521"/>
                  </a:lnTo>
                  <a:lnTo>
                    <a:pt x="10469" y="9304"/>
                  </a:lnTo>
                  <a:lnTo>
                    <a:pt x="10588" y="9027"/>
                  </a:lnTo>
                  <a:lnTo>
                    <a:pt x="10825" y="8296"/>
                  </a:lnTo>
                  <a:lnTo>
                    <a:pt x="11022" y="7566"/>
                  </a:lnTo>
                  <a:lnTo>
                    <a:pt x="11082" y="7269"/>
                  </a:lnTo>
                  <a:lnTo>
                    <a:pt x="11121" y="7072"/>
                  </a:lnTo>
                  <a:lnTo>
                    <a:pt x="11141" y="6795"/>
                  </a:lnTo>
                  <a:lnTo>
                    <a:pt x="11141" y="6539"/>
                  </a:lnTo>
                  <a:lnTo>
                    <a:pt x="11121" y="6282"/>
                  </a:lnTo>
                  <a:lnTo>
                    <a:pt x="11121" y="6222"/>
                  </a:lnTo>
                  <a:lnTo>
                    <a:pt x="11141" y="6025"/>
                  </a:lnTo>
                  <a:lnTo>
                    <a:pt x="11161" y="5669"/>
                  </a:lnTo>
                  <a:lnTo>
                    <a:pt x="11121" y="5136"/>
                  </a:lnTo>
                  <a:lnTo>
                    <a:pt x="11082" y="4840"/>
                  </a:lnTo>
                  <a:lnTo>
                    <a:pt x="11022" y="4563"/>
                  </a:lnTo>
                  <a:lnTo>
                    <a:pt x="10943" y="4129"/>
                  </a:lnTo>
                  <a:lnTo>
                    <a:pt x="10864" y="3852"/>
                  </a:lnTo>
                  <a:lnTo>
                    <a:pt x="10825" y="3753"/>
                  </a:lnTo>
                  <a:lnTo>
                    <a:pt x="10805" y="3477"/>
                  </a:lnTo>
                  <a:lnTo>
                    <a:pt x="10785" y="3260"/>
                  </a:lnTo>
                  <a:lnTo>
                    <a:pt x="10726" y="3082"/>
                  </a:lnTo>
                  <a:lnTo>
                    <a:pt x="10667" y="2963"/>
                  </a:lnTo>
                  <a:lnTo>
                    <a:pt x="10588" y="2865"/>
                  </a:lnTo>
                  <a:lnTo>
                    <a:pt x="10548" y="2805"/>
                  </a:lnTo>
                  <a:lnTo>
                    <a:pt x="10489" y="2786"/>
                  </a:lnTo>
                  <a:lnTo>
                    <a:pt x="10548" y="2549"/>
                  </a:lnTo>
                  <a:lnTo>
                    <a:pt x="10588" y="2292"/>
                  </a:lnTo>
                  <a:lnTo>
                    <a:pt x="10647" y="1996"/>
                  </a:lnTo>
                  <a:lnTo>
                    <a:pt x="10667" y="1660"/>
                  </a:lnTo>
                  <a:lnTo>
                    <a:pt x="10667" y="1324"/>
                  </a:lnTo>
                  <a:lnTo>
                    <a:pt x="10647" y="1166"/>
                  </a:lnTo>
                  <a:lnTo>
                    <a:pt x="10607" y="1008"/>
                  </a:lnTo>
                  <a:lnTo>
                    <a:pt x="10548" y="870"/>
                  </a:lnTo>
                  <a:lnTo>
                    <a:pt x="10489" y="751"/>
                  </a:lnTo>
                  <a:lnTo>
                    <a:pt x="10410" y="633"/>
                  </a:lnTo>
                  <a:lnTo>
                    <a:pt x="10331" y="534"/>
                  </a:lnTo>
                  <a:lnTo>
                    <a:pt x="10114" y="356"/>
                  </a:lnTo>
                  <a:lnTo>
                    <a:pt x="9916" y="198"/>
                  </a:lnTo>
                  <a:lnTo>
                    <a:pt x="9679" y="99"/>
                  </a:lnTo>
                  <a:lnTo>
                    <a:pt x="9462" y="20"/>
                  </a:lnTo>
                  <a:lnTo>
                    <a:pt x="9264"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
            <p:cNvSpPr/>
            <p:nvPr/>
          </p:nvSpPr>
          <p:spPr>
            <a:xfrm>
              <a:off x="-1024250" y="3626475"/>
              <a:ext cx="29150" cy="64725"/>
            </a:xfrm>
            <a:custGeom>
              <a:rect b="b" l="l" r="r" t="t"/>
              <a:pathLst>
                <a:path extrusionOk="0" h="2589" w="1166">
                  <a:moveTo>
                    <a:pt x="1126" y="1"/>
                  </a:moveTo>
                  <a:lnTo>
                    <a:pt x="948" y="573"/>
                  </a:lnTo>
                  <a:lnTo>
                    <a:pt x="790" y="1067"/>
                  </a:lnTo>
                  <a:lnTo>
                    <a:pt x="691" y="1344"/>
                  </a:lnTo>
                  <a:lnTo>
                    <a:pt x="593" y="1601"/>
                  </a:lnTo>
                  <a:lnTo>
                    <a:pt x="474" y="1818"/>
                  </a:lnTo>
                  <a:lnTo>
                    <a:pt x="356" y="2035"/>
                  </a:lnTo>
                  <a:lnTo>
                    <a:pt x="138" y="2351"/>
                  </a:lnTo>
                  <a:lnTo>
                    <a:pt x="20" y="2549"/>
                  </a:lnTo>
                  <a:lnTo>
                    <a:pt x="0" y="2588"/>
                  </a:lnTo>
                  <a:lnTo>
                    <a:pt x="40" y="2588"/>
                  </a:lnTo>
                  <a:lnTo>
                    <a:pt x="119" y="2529"/>
                  </a:lnTo>
                  <a:lnTo>
                    <a:pt x="198" y="2430"/>
                  </a:lnTo>
                  <a:lnTo>
                    <a:pt x="316" y="2292"/>
                  </a:lnTo>
                  <a:lnTo>
                    <a:pt x="435" y="2114"/>
                  </a:lnTo>
                  <a:lnTo>
                    <a:pt x="691" y="1660"/>
                  </a:lnTo>
                  <a:lnTo>
                    <a:pt x="830" y="1383"/>
                  </a:lnTo>
                  <a:lnTo>
                    <a:pt x="968" y="1087"/>
                  </a:lnTo>
                  <a:lnTo>
                    <a:pt x="1067" y="810"/>
                  </a:lnTo>
                  <a:lnTo>
                    <a:pt x="1126" y="573"/>
                  </a:lnTo>
                  <a:lnTo>
                    <a:pt x="1165" y="396"/>
                  </a:lnTo>
                  <a:lnTo>
                    <a:pt x="1165" y="238"/>
                  </a:lnTo>
                  <a:lnTo>
                    <a:pt x="1165" y="119"/>
                  </a:lnTo>
                  <a:lnTo>
                    <a:pt x="1146" y="40"/>
                  </a:lnTo>
                  <a:lnTo>
                    <a:pt x="1126"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
            <p:cNvSpPr/>
            <p:nvPr/>
          </p:nvSpPr>
          <p:spPr>
            <a:xfrm>
              <a:off x="-1007475" y="3650675"/>
              <a:ext cx="21250" cy="81500"/>
            </a:xfrm>
            <a:custGeom>
              <a:rect b="b" l="l" r="r" t="t"/>
              <a:pathLst>
                <a:path extrusionOk="0" h="3260" w="850">
                  <a:moveTo>
                    <a:pt x="771" y="0"/>
                  </a:moveTo>
                  <a:lnTo>
                    <a:pt x="751" y="99"/>
                  </a:lnTo>
                  <a:lnTo>
                    <a:pt x="731" y="494"/>
                  </a:lnTo>
                  <a:lnTo>
                    <a:pt x="712" y="751"/>
                  </a:lnTo>
                  <a:lnTo>
                    <a:pt x="692" y="1067"/>
                  </a:lnTo>
                  <a:lnTo>
                    <a:pt x="633" y="1403"/>
                  </a:lnTo>
                  <a:lnTo>
                    <a:pt x="554" y="1739"/>
                  </a:lnTo>
                  <a:lnTo>
                    <a:pt x="396" y="2292"/>
                  </a:lnTo>
                  <a:lnTo>
                    <a:pt x="297" y="2588"/>
                  </a:lnTo>
                  <a:lnTo>
                    <a:pt x="198" y="2766"/>
                  </a:lnTo>
                  <a:lnTo>
                    <a:pt x="80" y="2924"/>
                  </a:lnTo>
                  <a:lnTo>
                    <a:pt x="20" y="3082"/>
                  </a:lnTo>
                  <a:lnTo>
                    <a:pt x="1" y="3161"/>
                  </a:lnTo>
                  <a:lnTo>
                    <a:pt x="20" y="3240"/>
                  </a:lnTo>
                  <a:lnTo>
                    <a:pt x="40" y="3260"/>
                  </a:lnTo>
                  <a:lnTo>
                    <a:pt x="80" y="3220"/>
                  </a:lnTo>
                  <a:lnTo>
                    <a:pt x="139" y="3161"/>
                  </a:lnTo>
                  <a:lnTo>
                    <a:pt x="198" y="3042"/>
                  </a:lnTo>
                  <a:lnTo>
                    <a:pt x="277" y="2884"/>
                  </a:lnTo>
                  <a:lnTo>
                    <a:pt x="376" y="2647"/>
                  </a:lnTo>
                  <a:lnTo>
                    <a:pt x="494" y="2331"/>
                  </a:lnTo>
                  <a:lnTo>
                    <a:pt x="613" y="1956"/>
                  </a:lnTo>
                  <a:lnTo>
                    <a:pt x="712" y="1561"/>
                  </a:lnTo>
                  <a:lnTo>
                    <a:pt x="791" y="1205"/>
                  </a:lnTo>
                  <a:lnTo>
                    <a:pt x="830" y="870"/>
                  </a:lnTo>
                  <a:lnTo>
                    <a:pt x="850" y="593"/>
                  </a:lnTo>
                  <a:lnTo>
                    <a:pt x="850" y="356"/>
                  </a:lnTo>
                  <a:lnTo>
                    <a:pt x="830" y="178"/>
                  </a:lnTo>
                  <a:lnTo>
                    <a:pt x="811" y="60"/>
                  </a:lnTo>
                  <a:lnTo>
                    <a:pt x="79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2"/>
            <p:cNvSpPr/>
            <p:nvPr/>
          </p:nvSpPr>
          <p:spPr>
            <a:xfrm>
              <a:off x="-1004025" y="3711400"/>
              <a:ext cx="23250" cy="67200"/>
            </a:xfrm>
            <a:custGeom>
              <a:rect b="b" l="l" r="r" t="t"/>
              <a:pathLst>
                <a:path extrusionOk="0" h="2688" w="930">
                  <a:moveTo>
                    <a:pt x="910" y="1"/>
                  </a:moveTo>
                  <a:lnTo>
                    <a:pt x="870" y="60"/>
                  </a:lnTo>
                  <a:lnTo>
                    <a:pt x="811" y="337"/>
                  </a:lnTo>
                  <a:lnTo>
                    <a:pt x="712" y="771"/>
                  </a:lnTo>
                  <a:lnTo>
                    <a:pt x="574" y="1344"/>
                  </a:lnTo>
                  <a:lnTo>
                    <a:pt x="475" y="1621"/>
                  </a:lnTo>
                  <a:lnTo>
                    <a:pt x="376" y="1877"/>
                  </a:lnTo>
                  <a:lnTo>
                    <a:pt x="198" y="2272"/>
                  </a:lnTo>
                  <a:lnTo>
                    <a:pt x="60" y="2529"/>
                  </a:lnTo>
                  <a:lnTo>
                    <a:pt x="1" y="2608"/>
                  </a:lnTo>
                  <a:lnTo>
                    <a:pt x="21" y="2668"/>
                  </a:lnTo>
                  <a:lnTo>
                    <a:pt x="40" y="2687"/>
                  </a:lnTo>
                  <a:lnTo>
                    <a:pt x="60" y="2687"/>
                  </a:lnTo>
                  <a:lnTo>
                    <a:pt x="119" y="2648"/>
                  </a:lnTo>
                  <a:lnTo>
                    <a:pt x="198" y="2549"/>
                  </a:lnTo>
                  <a:lnTo>
                    <a:pt x="277" y="2411"/>
                  </a:lnTo>
                  <a:lnTo>
                    <a:pt x="356" y="2213"/>
                  </a:lnTo>
                  <a:lnTo>
                    <a:pt x="455" y="2016"/>
                  </a:lnTo>
                  <a:lnTo>
                    <a:pt x="534" y="1759"/>
                  </a:lnTo>
                  <a:lnTo>
                    <a:pt x="692" y="1206"/>
                  </a:lnTo>
                  <a:lnTo>
                    <a:pt x="831" y="653"/>
                  </a:lnTo>
                  <a:lnTo>
                    <a:pt x="910" y="218"/>
                  </a:lnTo>
                  <a:lnTo>
                    <a:pt x="929" y="60"/>
                  </a:lnTo>
                  <a:lnTo>
                    <a:pt x="91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2"/>
            <p:cNvSpPr/>
            <p:nvPr/>
          </p:nvSpPr>
          <p:spPr>
            <a:xfrm>
              <a:off x="-1361025" y="3708950"/>
              <a:ext cx="279500" cy="288400"/>
            </a:xfrm>
            <a:custGeom>
              <a:rect b="b" l="l" r="r" t="t"/>
              <a:pathLst>
                <a:path extrusionOk="0" h="11536" w="11180">
                  <a:moveTo>
                    <a:pt x="4148" y="0"/>
                  </a:moveTo>
                  <a:lnTo>
                    <a:pt x="1185" y="5057"/>
                  </a:lnTo>
                  <a:lnTo>
                    <a:pt x="0" y="7071"/>
                  </a:lnTo>
                  <a:lnTo>
                    <a:pt x="0" y="7091"/>
                  </a:lnTo>
                  <a:lnTo>
                    <a:pt x="40" y="7131"/>
                  </a:lnTo>
                  <a:lnTo>
                    <a:pt x="178" y="7190"/>
                  </a:lnTo>
                  <a:lnTo>
                    <a:pt x="198" y="7210"/>
                  </a:lnTo>
                  <a:lnTo>
                    <a:pt x="277" y="7249"/>
                  </a:lnTo>
                  <a:lnTo>
                    <a:pt x="553" y="7407"/>
                  </a:lnTo>
                  <a:lnTo>
                    <a:pt x="573" y="7407"/>
                  </a:lnTo>
                  <a:lnTo>
                    <a:pt x="672" y="7467"/>
                  </a:lnTo>
                  <a:lnTo>
                    <a:pt x="948" y="7625"/>
                  </a:lnTo>
                  <a:lnTo>
                    <a:pt x="988" y="7625"/>
                  </a:lnTo>
                  <a:lnTo>
                    <a:pt x="1008" y="7644"/>
                  </a:lnTo>
                  <a:lnTo>
                    <a:pt x="1245" y="7763"/>
                  </a:lnTo>
                  <a:lnTo>
                    <a:pt x="1896" y="8118"/>
                  </a:lnTo>
                  <a:lnTo>
                    <a:pt x="1936" y="8138"/>
                  </a:lnTo>
                  <a:lnTo>
                    <a:pt x="1956" y="8158"/>
                  </a:lnTo>
                  <a:lnTo>
                    <a:pt x="1995" y="8178"/>
                  </a:lnTo>
                  <a:lnTo>
                    <a:pt x="2193" y="8276"/>
                  </a:lnTo>
                  <a:lnTo>
                    <a:pt x="2489" y="8434"/>
                  </a:lnTo>
                  <a:lnTo>
                    <a:pt x="2785" y="8573"/>
                  </a:lnTo>
                  <a:lnTo>
                    <a:pt x="2845" y="8612"/>
                  </a:lnTo>
                  <a:lnTo>
                    <a:pt x="2963" y="8671"/>
                  </a:lnTo>
                  <a:lnTo>
                    <a:pt x="3003" y="8711"/>
                  </a:lnTo>
                  <a:lnTo>
                    <a:pt x="3121" y="8750"/>
                  </a:lnTo>
                  <a:lnTo>
                    <a:pt x="3161" y="8770"/>
                  </a:lnTo>
                  <a:lnTo>
                    <a:pt x="3220" y="8810"/>
                  </a:lnTo>
                  <a:lnTo>
                    <a:pt x="3299" y="8849"/>
                  </a:lnTo>
                  <a:lnTo>
                    <a:pt x="3358" y="8889"/>
                  </a:lnTo>
                  <a:lnTo>
                    <a:pt x="3615" y="9027"/>
                  </a:lnTo>
                  <a:lnTo>
                    <a:pt x="3753" y="9086"/>
                  </a:lnTo>
                  <a:lnTo>
                    <a:pt x="3773" y="9106"/>
                  </a:lnTo>
                  <a:lnTo>
                    <a:pt x="6992" y="10765"/>
                  </a:lnTo>
                  <a:lnTo>
                    <a:pt x="8118" y="11338"/>
                  </a:lnTo>
                  <a:lnTo>
                    <a:pt x="8434" y="11476"/>
                  </a:lnTo>
                  <a:lnTo>
                    <a:pt x="8573" y="11535"/>
                  </a:lnTo>
                  <a:lnTo>
                    <a:pt x="8671" y="11318"/>
                  </a:lnTo>
                  <a:lnTo>
                    <a:pt x="8928" y="10785"/>
                  </a:lnTo>
                  <a:lnTo>
                    <a:pt x="9066" y="10508"/>
                  </a:lnTo>
                  <a:lnTo>
                    <a:pt x="9106" y="10410"/>
                  </a:lnTo>
                  <a:lnTo>
                    <a:pt x="9106" y="10390"/>
                  </a:lnTo>
                  <a:lnTo>
                    <a:pt x="9323" y="9936"/>
                  </a:lnTo>
                  <a:lnTo>
                    <a:pt x="9718" y="9086"/>
                  </a:lnTo>
                  <a:lnTo>
                    <a:pt x="11180" y="5867"/>
                  </a:lnTo>
                  <a:lnTo>
                    <a:pt x="4148"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2"/>
            <p:cNvSpPr/>
            <p:nvPr/>
          </p:nvSpPr>
          <p:spPr>
            <a:xfrm>
              <a:off x="-1360050" y="3893625"/>
              <a:ext cx="1025" cy="525"/>
            </a:xfrm>
            <a:custGeom>
              <a:rect b="b" l="l" r="r" t="t"/>
              <a:pathLst>
                <a:path extrusionOk="0" h="21" w="41">
                  <a:moveTo>
                    <a:pt x="40" y="0"/>
                  </a:moveTo>
                  <a:lnTo>
                    <a:pt x="1" y="20"/>
                  </a:lnTo>
                  <a:lnTo>
                    <a:pt x="20" y="2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
            <p:cNvSpPr/>
            <p:nvPr/>
          </p:nvSpPr>
          <p:spPr>
            <a:xfrm>
              <a:off x="-1104250" y="3947450"/>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
            <p:cNvSpPr/>
            <p:nvPr/>
          </p:nvSpPr>
          <p:spPr>
            <a:xfrm>
              <a:off x="-1300800" y="3924250"/>
              <a:ext cx="525" cy="1000"/>
            </a:xfrm>
            <a:custGeom>
              <a:rect b="b" l="l" r="r" t="t"/>
              <a:pathLst>
                <a:path extrusionOk="0" h="40" w="21">
                  <a:moveTo>
                    <a:pt x="21" y="0"/>
                  </a:moveTo>
                  <a:lnTo>
                    <a:pt x="21" y="0"/>
                  </a:lnTo>
                  <a:lnTo>
                    <a:pt x="1" y="40"/>
                  </a:lnTo>
                  <a:lnTo>
                    <a:pt x="1" y="40"/>
                  </a:lnTo>
                  <a:lnTo>
                    <a:pt x="21" y="0"/>
                  </a:lnTo>
                  <a:lnTo>
                    <a:pt x="2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
            <p:cNvSpPr/>
            <p:nvPr/>
          </p:nvSpPr>
          <p:spPr>
            <a:xfrm>
              <a:off x="-1190675" y="3964725"/>
              <a:ext cx="525" cy="25"/>
            </a:xfrm>
            <a:custGeom>
              <a:rect b="b" l="l" r="r" t="t"/>
              <a:pathLst>
                <a:path extrusionOk="0" h="1" w="21">
                  <a:moveTo>
                    <a:pt x="20" y="1"/>
                  </a:moveTo>
                  <a:lnTo>
                    <a:pt x="20" y="1"/>
                  </a:lnTo>
                  <a:lnTo>
                    <a:pt x="1" y="1"/>
                  </a:lnTo>
                  <a:lnTo>
                    <a:pt x="1" y="1"/>
                  </a:lnTo>
                  <a:lnTo>
                    <a:pt x="1" y="1"/>
                  </a:lnTo>
                  <a:lnTo>
                    <a:pt x="20" y="1"/>
                  </a:lnTo>
                  <a:lnTo>
                    <a:pt x="2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
            <p:cNvSpPr/>
            <p:nvPr/>
          </p:nvSpPr>
          <p:spPr>
            <a:xfrm>
              <a:off x="-1270675" y="3934125"/>
              <a:ext cx="25" cy="500"/>
            </a:xfrm>
            <a:custGeom>
              <a:rect b="b" l="l" r="r" t="t"/>
              <a:pathLst>
                <a:path extrusionOk="0" h="20" w="1">
                  <a:moveTo>
                    <a:pt x="1" y="0"/>
                  </a:moveTo>
                  <a:lnTo>
                    <a:pt x="1" y="0"/>
                  </a:lnTo>
                  <a:lnTo>
                    <a:pt x="1" y="20"/>
                  </a:lnTo>
                  <a:lnTo>
                    <a:pt x="1" y="20"/>
                  </a:lnTo>
                  <a:lnTo>
                    <a:pt x="1" y="20"/>
                  </a:lnTo>
                  <a:lnTo>
                    <a:pt x="1" y="20"/>
                  </a:lnTo>
                  <a:lnTo>
                    <a:pt x="1" y="20"/>
                  </a:lnTo>
                  <a:lnTo>
                    <a:pt x="1" y="20"/>
                  </a:lnTo>
                  <a:lnTo>
                    <a:pt x="1" y="0"/>
                  </a:lnTo>
                  <a:lnTo>
                    <a:pt x="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
            <p:cNvSpPr/>
            <p:nvPr/>
          </p:nvSpPr>
          <p:spPr>
            <a:xfrm>
              <a:off x="-1139325" y="3971650"/>
              <a:ext cx="4975" cy="6925"/>
            </a:xfrm>
            <a:custGeom>
              <a:rect b="b" l="l" r="r" t="t"/>
              <a:pathLst>
                <a:path extrusionOk="0" h="277" w="199">
                  <a:moveTo>
                    <a:pt x="198" y="0"/>
                  </a:moveTo>
                  <a:lnTo>
                    <a:pt x="100" y="99"/>
                  </a:lnTo>
                  <a:lnTo>
                    <a:pt x="1" y="178"/>
                  </a:lnTo>
                  <a:lnTo>
                    <a:pt x="60" y="277"/>
                  </a:lnTo>
                  <a:lnTo>
                    <a:pt x="1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2"/>
            <p:cNvSpPr/>
            <p:nvPr/>
          </p:nvSpPr>
          <p:spPr>
            <a:xfrm>
              <a:off x="-1133400" y="3968675"/>
              <a:ext cx="25" cy="525"/>
            </a:xfrm>
            <a:custGeom>
              <a:rect b="b" l="l" r="r" t="t"/>
              <a:pathLst>
                <a:path extrusionOk="0" h="21" w="1">
                  <a:moveTo>
                    <a:pt x="1" y="21"/>
                  </a:moveTo>
                  <a:lnTo>
                    <a:pt x="1" y="1"/>
                  </a:lnTo>
                  <a:lnTo>
                    <a:pt x="1" y="1"/>
                  </a:lnTo>
                  <a:lnTo>
                    <a:pt x="1" y="21"/>
                  </a:lnTo>
                  <a:lnTo>
                    <a:pt x="1" y="2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
            <p:cNvSpPr/>
            <p:nvPr/>
          </p:nvSpPr>
          <p:spPr>
            <a:xfrm>
              <a:off x="-1361525" y="3832400"/>
              <a:ext cx="245925" cy="149150"/>
            </a:xfrm>
            <a:custGeom>
              <a:rect b="b" l="l" r="r" t="t"/>
              <a:pathLst>
                <a:path extrusionOk="0" h="5966" w="9837">
                  <a:moveTo>
                    <a:pt x="178" y="2272"/>
                  </a:moveTo>
                  <a:lnTo>
                    <a:pt x="170" y="2276"/>
                  </a:lnTo>
                  <a:lnTo>
                    <a:pt x="170" y="2276"/>
                  </a:lnTo>
                  <a:lnTo>
                    <a:pt x="173" y="2282"/>
                  </a:lnTo>
                  <a:lnTo>
                    <a:pt x="173" y="2282"/>
                  </a:lnTo>
                  <a:lnTo>
                    <a:pt x="178" y="2272"/>
                  </a:lnTo>
                  <a:close/>
                  <a:moveTo>
                    <a:pt x="119" y="2232"/>
                  </a:moveTo>
                  <a:lnTo>
                    <a:pt x="79" y="2311"/>
                  </a:lnTo>
                  <a:lnTo>
                    <a:pt x="79" y="2331"/>
                  </a:lnTo>
                  <a:lnTo>
                    <a:pt x="119" y="2311"/>
                  </a:lnTo>
                  <a:lnTo>
                    <a:pt x="139" y="2291"/>
                  </a:lnTo>
                  <a:lnTo>
                    <a:pt x="170" y="2276"/>
                  </a:lnTo>
                  <a:lnTo>
                    <a:pt x="170" y="2276"/>
                  </a:lnTo>
                  <a:lnTo>
                    <a:pt x="158" y="2252"/>
                  </a:lnTo>
                  <a:lnTo>
                    <a:pt x="139" y="2232"/>
                  </a:lnTo>
                  <a:close/>
                  <a:moveTo>
                    <a:pt x="3299" y="3753"/>
                  </a:moveTo>
                  <a:lnTo>
                    <a:pt x="3240" y="3872"/>
                  </a:lnTo>
                  <a:lnTo>
                    <a:pt x="3240" y="3872"/>
                  </a:lnTo>
                  <a:lnTo>
                    <a:pt x="3299" y="3812"/>
                  </a:lnTo>
                  <a:lnTo>
                    <a:pt x="3319" y="3773"/>
                  </a:lnTo>
                  <a:lnTo>
                    <a:pt x="3299" y="3753"/>
                  </a:lnTo>
                  <a:close/>
                  <a:moveTo>
                    <a:pt x="4682" y="4425"/>
                  </a:moveTo>
                  <a:lnTo>
                    <a:pt x="4682" y="4425"/>
                  </a:lnTo>
                  <a:lnTo>
                    <a:pt x="4682" y="4425"/>
                  </a:lnTo>
                  <a:close/>
                  <a:moveTo>
                    <a:pt x="1502" y="0"/>
                  </a:moveTo>
                  <a:lnTo>
                    <a:pt x="1423" y="59"/>
                  </a:lnTo>
                  <a:lnTo>
                    <a:pt x="1344" y="99"/>
                  </a:lnTo>
                  <a:lnTo>
                    <a:pt x="1265" y="119"/>
                  </a:lnTo>
                  <a:lnTo>
                    <a:pt x="1205" y="119"/>
                  </a:lnTo>
                  <a:lnTo>
                    <a:pt x="20" y="2133"/>
                  </a:lnTo>
                  <a:lnTo>
                    <a:pt x="20" y="2153"/>
                  </a:lnTo>
                  <a:lnTo>
                    <a:pt x="20" y="2193"/>
                  </a:lnTo>
                  <a:lnTo>
                    <a:pt x="0" y="2252"/>
                  </a:lnTo>
                  <a:lnTo>
                    <a:pt x="0" y="2252"/>
                  </a:lnTo>
                  <a:lnTo>
                    <a:pt x="60" y="2193"/>
                  </a:lnTo>
                  <a:lnTo>
                    <a:pt x="139" y="2094"/>
                  </a:lnTo>
                  <a:lnTo>
                    <a:pt x="218" y="1975"/>
                  </a:lnTo>
                  <a:lnTo>
                    <a:pt x="218" y="2035"/>
                  </a:lnTo>
                  <a:lnTo>
                    <a:pt x="237" y="2094"/>
                  </a:lnTo>
                  <a:lnTo>
                    <a:pt x="237" y="2173"/>
                  </a:lnTo>
                  <a:lnTo>
                    <a:pt x="198" y="2252"/>
                  </a:lnTo>
                  <a:lnTo>
                    <a:pt x="178" y="2291"/>
                  </a:lnTo>
                  <a:lnTo>
                    <a:pt x="173" y="2282"/>
                  </a:lnTo>
                  <a:lnTo>
                    <a:pt x="173" y="2282"/>
                  </a:lnTo>
                  <a:lnTo>
                    <a:pt x="139" y="2351"/>
                  </a:lnTo>
                  <a:lnTo>
                    <a:pt x="99" y="2449"/>
                  </a:lnTo>
                  <a:lnTo>
                    <a:pt x="158" y="2449"/>
                  </a:lnTo>
                  <a:lnTo>
                    <a:pt x="198" y="2509"/>
                  </a:lnTo>
                  <a:lnTo>
                    <a:pt x="198" y="2449"/>
                  </a:lnTo>
                  <a:lnTo>
                    <a:pt x="237" y="2410"/>
                  </a:lnTo>
                  <a:lnTo>
                    <a:pt x="277" y="2370"/>
                  </a:lnTo>
                  <a:lnTo>
                    <a:pt x="297" y="2311"/>
                  </a:lnTo>
                  <a:lnTo>
                    <a:pt x="178" y="2410"/>
                  </a:lnTo>
                  <a:lnTo>
                    <a:pt x="158" y="2390"/>
                  </a:lnTo>
                  <a:lnTo>
                    <a:pt x="178" y="2351"/>
                  </a:lnTo>
                  <a:lnTo>
                    <a:pt x="218" y="2272"/>
                  </a:lnTo>
                  <a:lnTo>
                    <a:pt x="218" y="2252"/>
                  </a:lnTo>
                  <a:lnTo>
                    <a:pt x="277" y="2252"/>
                  </a:lnTo>
                  <a:lnTo>
                    <a:pt x="317" y="2232"/>
                  </a:lnTo>
                  <a:lnTo>
                    <a:pt x="396" y="2173"/>
                  </a:lnTo>
                  <a:lnTo>
                    <a:pt x="475" y="2094"/>
                  </a:lnTo>
                  <a:lnTo>
                    <a:pt x="534" y="2074"/>
                  </a:lnTo>
                  <a:lnTo>
                    <a:pt x="573" y="2054"/>
                  </a:lnTo>
                  <a:lnTo>
                    <a:pt x="593" y="2173"/>
                  </a:lnTo>
                  <a:lnTo>
                    <a:pt x="573" y="2193"/>
                  </a:lnTo>
                  <a:lnTo>
                    <a:pt x="534" y="2252"/>
                  </a:lnTo>
                  <a:lnTo>
                    <a:pt x="494" y="2331"/>
                  </a:lnTo>
                  <a:lnTo>
                    <a:pt x="475" y="2370"/>
                  </a:lnTo>
                  <a:lnTo>
                    <a:pt x="534" y="2351"/>
                  </a:lnTo>
                  <a:lnTo>
                    <a:pt x="554" y="2370"/>
                  </a:lnTo>
                  <a:lnTo>
                    <a:pt x="573" y="2410"/>
                  </a:lnTo>
                  <a:lnTo>
                    <a:pt x="573" y="2469"/>
                  </a:lnTo>
                  <a:lnTo>
                    <a:pt x="554" y="2529"/>
                  </a:lnTo>
                  <a:lnTo>
                    <a:pt x="573" y="2568"/>
                  </a:lnTo>
                  <a:lnTo>
                    <a:pt x="573" y="2529"/>
                  </a:lnTo>
                  <a:lnTo>
                    <a:pt x="593" y="2469"/>
                  </a:lnTo>
                  <a:lnTo>
                    <a:pt x="672" y="2390"/>
                  </a:lnTo>
                  <a:lnTo>
                    <a:pt x="731" y="2370"/>
                  </a:lnTo>
                  <a:lnTo>
                    <a:pt x="731" y="2390"/>
                  </a:lnTo>
                  <a:lnTo>
                    <a:pt x="731" y="2410"/>
                  </a:lnTo>
                  <a:lnTo>
                    <a:pt x="692" y="2529"/>
                  </a:lnTo>
                  <a:lnTo>
                    <a:pt x="672" y="2568"/>
                  </a:lnTo>
                  <a:lnTo>
                    <a:pt x="731" y="2608"/>
                  </a:lnTo>
                  <a:lnTo>
                    <a:pt x="771" y="2647"/>
                  </a:lnTo>
                  <a:lnTo>
                    <a:pt x="830" y="2746"/>
                  </a:lnTo>
                  <a:lnTo>
                    <a:pt x="870" y="2805"/>
                  </a:lnTo>
                  <a:lnTo>
                    <a:pt x="909" y="2825"/>
                  </a:lnTo>
                  <a:lnTo>
                    <a:pt x="949" y="2845"/>
                  </a:lnTo>
                  <a:lnTo>
                    <a:pt x="1008" y="2845"/>
                  </a:lnTo>
                  <a:lnTo>
                    <a:pt x="1028" y="2706"/>
                  </a:lnTo>
                  <a:lnTo>
                    <a:pt x="1028" y="2667"/>
                  </a:lnTo>
                  <a:lnTo>
                    <a:pt x="1008" y="2687"/>
                  </a:lnTo>
                  <a:lnTo>
                    <a:pt x="929" y="2805"/>
                  </a:lnTo>
                  <a:lnTo>
                    <a:pt x="968" y="2687"/>
                  </a:lnTo>
                  <a:lnTo>
                    <a:pt x="1087" y="2509"/>
                  </a:lnTo>
                  <a:lnTo>
                    <a:pt x="1186" y="2390"/>
                  </a:lnTo>
                  <a:lnTo>
                    <a:pt x="1186" y="2430"/>
                  </a:lnTo>
                  <a:lnTo>
                    <a:pt x="1205" y="2449"/>
                  </a:lnTo>
                  <a:lnTo>
                    <a:pt x="1205" y="2489"/>
                  </a:lnTo>
                  <a:lnTo>
                    <a:pt x="1186" y="2529"/>
                  </a:lnTo>
                  <a:lnTo>
                    <a:pt x="1284" y="2489"/>
                  </a:lnTo>
                  <a:lnTo>
                    <a:pt x="1284" y="2449"/>
                  </a:lnTo>
                  <a:lnTo>
                    <a:pt x="1284" y="2430"/>
                  </a:lnTo>
                  <a:lnTo>
                    <a:pt x="1284" y="2410"/>
                  </a:lnTo>
                  <a:lnTo>
                    <a:pt x="1324" y="2370"/>
                  </a:lnTo>
                  <a:lnTo>
                    <a:pt x="1344" y="2469"/>
                  </a:lnTo>
                  <a:lnTo>
                    <a:pt x="1324" y="2529"/>
                  </a:lnTo>
                  <a:lnTo>
                    <a:pt x="1284" y="2568"/>
                  </a:lnTo>
                  <a:lnTo>
                    <a:pt x="1324" y="2588"/>
                  </a:lnTo>
                  <a:lnTo>
                    <a:pt x="1363" y="2568"/>
                  </a:lnTo>
                  <a:lnTo>
                    <a:pt x="1403" y="2529"/>
                  </a:lnTo>
                  <a:lnTo>
                    <a:pt x="1442" y="2469"/>
                  </a:lnTo>
                  <a:lnTo>
                    <a:pt x="1442" y="2489"/>
                  </a:lnTo>
                  <a:lnTo>
                    <a:pt x="1442" y="2509"/>
                  </a:lnTo>
                  <a:lnTo>
                    <a:pt x="1403" y="2588"/>
                  </a:lnTo>
                  <a:lnTo>
                    <a:pt x="1284" y="2706"/>
                  </a:lnTo>
                  <a:lnTo>
                    <a:pt x="1284" y="2726"/>
                  </a:lnTo>
                  <a:lnTo>
                    <a:pt x="1284" y="2766"/>
                  </a:lnTo>
                  <a:lnTo>
                    <a:pt x="1265" y="2825"/>
                  </a:lnTo>
                  <a:lnTo>
                    <a:pt x="1205" y="2904"/>
                  </a:lnTo>
                  <a:lnTo>
                    <a:pt x="1284" y="2904"/>
                  </a:lnTo>
                  <a:lnTo>
                    <a:pt x="1186" y="3042"/>
                  </a:lnTo>
                  <a:lnTo>
                    <a:pt x="1205" y="3062"/>
                  </a:lnTo>
                  <a:lnTo>
                    <a:pt x="1225" y="3062"/>
                  </a:lnTo>
                  <a:lnTo>
                    <a:pt x="1265" y="3042"/>
                  </a:lnTo>
                  <a:lnTo>
                    <a:pt x="1304" y="3042"/>
                  </a:lnTo>
                  <a:lnTo>
                    <a:pt x="1304" y="3062"/>
                  </a:lnTo>
                  <a:lnTo>
                    <a:pt x="1304" y="3101"/>
                  </a:lnTo>
                  <a:lnTo>
                    <a:pt x="1383" y="3003"/>
                  </a:lnTo>
                  <a:lnTo>
                    <a:pt x="1442" y="3161"/>
                  </a:lnTo>
                  <a:lnTo>
                    <a:pt x="1482" y="3200"/>
                  </a:lnTo>
                  <a:lnTo>
                    <a:pt x="1541" y="3240"/>
                  </a:lnTo>
                  <a:lnTo>
                    <a:pt x="1581" y="3141"/>
                  </a:lnTo>
                  <a:lnTo>
                    <a:pt x="1620" y="3121"/>
                  </a:lnTo>
                  <a:lnTo>
                    <a:pt x="1640" y="3121"/>
                  </a:lnTo>
                  <a:lnTo>
                    <a:pt x="1660" y="3141"/>
                  </a:lnTo>
                  <a:lnTo>
                    <a:pt x="1640" y="3180"/>
                  </a:lnTo>
                  <a:lnTo>
                    <a:pt x="1660" y="3279"/>
                  </a:lnTo>
                  <a:lnTo>
                    <a:pt x="1679" y="3299"/>
                  </a:lnTo>
                  <a:lnTo>
                    <a:pt x="1719" y="3319"/>
                  </a:lnTo>
                  <a:lnTo>
                    <a:pt x="1818" y="3279"/>
                  </a:lnTo>
                  <a:lnTo>
                    <a:pt x="1857" y="3240"/>
                  </a:lnTo>
                  <a:lnTo>
                    <a:pt x="1916" y="3180"/>
                  </a:lnTo>
                  <a:lnTo>
                    <a:pt x="1936" y="3121"/>
                  </a:lnTo>
                  <a:lnTo>
                    <a:pt x="1956" y="3101"/>
                  </a:lnTo>
                  <a:lnTo>
                    <a:pt x="1976" y="3121"/>
                  </a:lnTo>
                  <a:lnTo>
                    <a:pt x="1956" y="3200"/>
                  </a:lnTo>
                  <a:lnTo>
                    <a:pt x="1956" y="3240"/>
                  </a:lnTo>
                  <a:lnTo>
                    <a:pt x="1976" y="3220"/>
                  </a:lnTo>
                  <a:lnTo>
                    <a:pt x="2035" y="3161"/>
                  </a:lnTo>
                  <a:lnTo>
                    <a:pt x="2094" y="3121"/>
                  </a:lnTo>
                  <a:lnTo>
                    <a:pt x="2153" y="3121"/>
                  </a:lnTo>
                  <a:lnTo>
                    <a:pt x="2153" y="3141"/>
                  </a:lnTo>
                  <a:lnTo>
                    <a:pt x="2173" y="3161"/>
                  </a:lnTo>
                  <a:lnTo>
                    <a:pt x="2094" y="3200"/>
                  </a:lnTo>
                  <a:lnTo>
                    <a:pt x="2035" y="3220"/>
                  </a:lnTo>
                  <a:lnTo>
                    <a:pt x="2015" y="3240"/>
                  </a:lnTo>
                  <a:lnTo>
                    <a:pt x="2015" y="3279"/>
                  </a:lnTo>
                  <a:lnTo>
                    <a:pt x="2015" y="3299"/>
                  </a:lnTo>
                  <a:lnTo>
                    <a:pt x="2055" y="3338"/>
                  </a:lnTo>
                  <a:lnTo>
                    <a:pt x="2094" y="3358"/>
                  </a:lnTo>
                  <a:lnTo>
                    <a:pt x="2114" y="3378"/>
                  </a:lnTo>
                  <a:lnTo>
                    <a:pt x="2134" y="3398"/>
                  </a:lnTo>
                  <a:lnTo>
                    <a:pt x="2213" y="3338"/>
                  </a:lnTo>
                  <a:lnTo>
                    <a:pt x="2529" y="3121"/>
                  </a:lnTo>
                  <a:lnTo>
                    <a:pt x="2548" y="3022"/>
                  </a:lnTo>
                  <a:lnTo>
                    <a:pt x="2608" y="2924"/>
                  </a:lnTo>
                  <a:lnTo>
                    <a:pt x="2687" y="2825"/>
                  </a:lnTo>
                  <a:lnTo>
                    <a:pt x="2766" y="2726"/>
                  </a:lnTo>
                  <a:lnTo>
                    <a:pt x="2746" y="2785"/>
                  </a:lnTo>
                  <a:lnTo>
                    <a:pt x="2766" y="2845"/>
                  </a:lnTo>
                  <a:lnTo>
                    <a:pt x="2786" y="2884"/>
                  </a:lnTo>
                  <a:lnTo>
                    <a:pt x="2805" y="2943"/>
                  </a:lnTo>
                  <a:lnTo>
                    <a:pt x="2766" y="3022"/>
                  </a:lnTo>
                  <a:lnTo>
                    <a:pt x="2746" y="3101"/>
                  </a:lnTo>
                  <a:lnTo>
                    <a:pt x="2726" y="3161"/>
                  </a:lnTo>
                  <a:lnTo>
                    <a:pt x="2706" y="3180"/>
                  </a:lnTo>
                  <a:lnTo>
                    <a:pt x="2687" y="3200"/>
                  </a:lnTo>
                  <a:lnTo>
                    <a:pt x="2706" y="3082"/>
                  </a:lnTo>
                  <a:lnTo>
                    <a:pt x="2706" y="3042"/>
                  </a:lnTo>
                  <a:lnTo>
                    <a:pt x="2667" y="3042"/>
                  </a:lnTo>
                  <a:lnTo>
                    <a:pt x="2647" y="3200"/>
                  </a:lnTo>
                  <a:lnTo>
                    <a:pt x="2667" y="3378"/>
                  </a:lnTo>
                  <a:lnTo>
                    <a:pt x="2608" y="3437"/>
                  </a:lnTo>
                  <a:lnTo>
                    <a:pt x="2568" y="3457"/>
                  </a:lnTo>
                  <a:lnTo>
                    <a:pt x="2548" y="3457"/>
                  </a:lnTo>
                  <a:lnTo>
                    <a:pt x="2588" y="3398"/>
                  </a:lnTo>
                  <a:lnTo>
                    <a:pt x="2608" y="3358"/>
                  </a:lnTo>
                  <a:lnTo>
                    <a:pt x="2568" y="3378"/>
                  </a:lnTo>
                  <a:lnTo>
                    <a:pt x="2529" y="3417"/>
                  </a:lnTo>
                  <a:lnTo>
                    <a:pt x="2509" y="3496"/>
                  </a:lnTo>
                  <a:lnTo>
                    <a:pt x="2489" y="3595"/>
                  </a:lnTo>
                  <a:lnTo>
                    <a:pt x="2450" y="3674"/>
                  </a:lnTo>
                  <a:lnTo>
                    <a:pt x="2529" y="3674"/>
                  </a:lnTo>
                  <a:lnTo>
                    <a:pt x="2548" y="3635"/>
                  </a:lnTo>
                  <a:lnTo>
                    <a:pt x="2548" y="3694"/>
                  </a:lnTo>
                  <a:lnTo>
                    <a:pt x="2568" y="3714"/>
                  </a:lnTo>
                  <a:lnTo>
                    <a:pt x="2647" y="3714"/>
                  </a:lnTo>
                  <a:lnTo>
                    <a:pt x="2687" y="3694"/>
                  </a:lnTo>
                  <a:lnTo>
                    <a:pt x="2726" y="3694"/>
                  </a:lnTo>
                  <a:lnTo>
                    <a:pt x="2746" y="3714"/>
                  </a:lnTo>
                  <a:lnTo>
                    <a:pt x="2746" y="3773"/>
                  </a:lnTo>
                  <a:lnTo>
                    <a:pt x="2766" y="3714"/>
                  </a:lnTo>
                  <a:lnTo>
                    <a:pt x="2805" y="3635"/>
                  </a:lnTo>
                  <a:lnTo>
                    <a:pt x="2825" y="3615"/>
                  </a:lnTo>
                  <a:lnTo>
                    <a:pt x="2845" y="3635"/>
                  </a:lnTo>
                  <a:lnTo>
                    <a:pt x="2865" y="3674"/>
                  </a:lnTo>
                  <a:lnTo>
                    <a:pt x="2845" y="3793"/>
                  </a:lnTo>
                  <a:lnTo>
                    <a:pt x="2884" y="3753"/>
                  </a:lnTo>
                  <a:lnTo>
                    <a:pt x="2924" y="3733"/>
                  </a:lnTo>
                  <a:lnTo>
                    <a:pt x="2963" y="3733"/>
                  </a:lnTo>
                  <a:lnTo>
                    <a:pt x="2963" y="3753"/>
                  </a:lnTo>
                  <a:lnTo>
                    <a:pt x="2983" y="3733"/>
                  </a:lnTo>
                  <a:lnTo>
                    <a:pt x="3023" y="3674"/>
                  </a:lnTo>
                  <a:lnTo>
                    <a:pt x="3042" y="3595"/>
                  </a:lnTo>
                  <a:lnTo>
                    <a:pt x="3082" y="3516"/>
                  </a:lnTo>
                  <a:lnTo>
                    <a:pt x="3141" y="3437"/>
                  </a:lnTo>
                  <a:lnTo>
                    <a:pt x="3200" y="3398"/>
                  </a:lnTo>
                  <a:lnTo>
                    <a:pt x="3240" y="3398"/>
                  </a:lnTo>
                  <a:lnTo>
                    <a:pt x="3260" y="3437"/>
                  </a:lnTo>
                  <a:lnTo>
                    <a:pt x="3299" y="3437"/>
                  </a:lnTo>
                  <a:lnTo>
                    <a:pt x="3279" y="3516"/>
                  </a:lnTo>
                  <a:lnTo>
                    <a:pt x="3200" y="3516"/>
                  </a:lnTo>
                  <a:lnTo>
                    <a:pt x="3161" y="3536"/>
                  </a:lnTo>
                  <a:lnTo>
                    <a:pt x="3339" y="3536"/>
                  </a:lnTo>
                  <a:lnTo>
                    <a:pt x="3339" y="3595"/>
                  </a:lnTo>
                  <a:lnTo>
                    <a:pt x="3299" y="3635"/>
                  </a:lnTo>
                  <a:lnTo>
                    <a:pt x="3260" y="3654"/>
                  </a:lnTo>
                  <a:lnTo>
                    <a:pt x="3220" y="3635"/>
                  </a:lnTo>
                  <a:lnTo>
                    <a:pt x="3220" y="3674"/>
                  </a:lnTo>
                  <a:lnTo>
                    <a:pt x="3240" y="3694"/>
                  </a:lnTo>
                  <a:lnTo>
                    <a:pt x="3299" y="3694"/>
                  </a:lnTo>
                  <a:lnTo>
                    <a:pt x="3358" y="3654"/>
                  </a:lnTo>
                  <a:lnTo>
                    <a:pt x="3418" y="3595"/>
                  </a:lnTo>
                  <a:lnTo>
                    <a:pt x="3457" y="3635"/>
                  </a:lnTo>
                  <a:lnTo>
                    <a:pt x="3477" y="3654"/>
                  </a:lnTo>
                  <a:lnTo>
                    <a:pt x="3477" y="3674"/>
                  </a:lnTo>
                  <a:lnTo>
                    <a:pt x="3398" y="3793"/>
                  </a:lnTo>
                  <a:lnTo>
                    <a:pt x="3319" y="3911"/>
                  </a:lnTo>
                  <a:lnTo>
                    <a:pt x="3279" y="3951"/>
                  </a:lnTo>
                  <a:lnTo>
                    <a:pt x="3220" y="3951"/>
                  </a:lnTo>
                  <a:lnTo>
                    <a:pt x="3220" y="3931"/>
                  </a:lnTo>
                  <a:lnTo>
                    <a:pt x="3240" y="3872"/>
                  </a:lnTo>
                  <a:lnTo>
                    <a:pt x="3220" y="3832"/>
                  </a:lnTo>
                  <a:lnTo>
                    <a:pt x="3181" y="3832"/>
                  </a:lnTo>
                  <a:lnTo>
                    <a:pt x="3121" y="3852"/>
                  </a:lnTo>
                  <a:lnTo>
                    <a:pt x="3141" y="3812"/>
                  </a:lnTo>
                  <a:lnTo>
                    <a:pt x="3181" y="3793"/>
                  </a:lnTo>
                  <a:lnTo>
                    <a:pt x="3102" y="3753"/>
                  </a:lnTo>
                  <a:lnTo>
                    <a:pt x="3062" y="3753"/>
                  </a:lnTo>
                  <a:lnTo>
                    <a:pt x="3023" y="3773"/>
                  </a:lnTo>
                  <a:lnTo>
                    <a:pt x="2963" y="3812"/>
                  </a:lnTo>
                  <a:lnTo>
                    <a:pt x="2983" y="3852"/>
                  </a:lnTo>
                  <a:lnTo>
                    <a:pt x="3023" y="3891"/>
                  </a:lnTo>
                  <a:lnTo>
                    <a:pt x="3082" y="3931"/>
                  </a:lnTo>
                  <a:lnTo>
                    <a:pt x="3161" y="3951"/>
                  </a:lnTo>
                  <a:lnTo>
                    <a:pt x="3161" y="3990"/>
                  </a:lnTo>
                  <a:lnTo>
                    <a:pt x="3161" y="4030"/>
                  </a:lnTo>
                  <a:lnTo>
                    <a:pt x="3378" y="3951"/>
                  </a:lnTo>
                  <a:lnTo>
                    <a:pt x="3418" y="3931"/>
                  </a:lnTo>
                  <a:lnTo>
                    <a:pt x="3457" y="3812"/>
                  </a:lnTo>
                  <a:lnTo>
                    <a:pt x="3477" y="3753"/>
                  </a:lnTo>
                  <a:lnTo>
                    <a:pt x="3516" y="3694"/>
                  </a:lnTo>
                  <a:lnTo>
                    <a:pt x="3497" y="3793"/>
                  </a:lnTo>
                  <a:lnTo>
                    <a:pt x="3497" y="3891"/>
                  </a:lnTo>
                  <a:lnTo>
                    <a:pt x="3497" y="3951"/>
                  </a:lnTo>
                  <a:lnTo>
                    <a:pt x="3536" y="3990"/>
                  </a:lnTo>
                  <a:lnTo>
                    <a:pt x="3556" y="3951"/>
                  </a:lnTo>
                  <a:lnTo>
                    <a:pt x="3595" y="3911"/>
                  </a:lnTo>
                  <a:lnTo>
                    <a:pt x="3655" y="3872"/>
                  </a:lnTo>
                  <a:lnTo>
                    <a:pt x="3694" y="3832"/>
                  </a:lnTo>
                  <a:lnTo>
                    <a:pt x="3734" y="3793"/>
                  </a:lnTo>
                  <a:lnTo>
                    <a:pt x="3734" y="3753"/>
                  </a:lnTo>
                  <a:lnTo>
                    <a:pt x="3714" y="3773"/>
                  </a:lnTo>
                  <a:lnTo>
                    <a:pt x="3714" y="3733"/>
                  </a:lnTo>
                  <a:lnTo>
                    <a:pt x="3734" y="3654"/>
                  </a:lnTo>
                  <a:lnTo>
                    <a:pt x="3773" y="3654"/>
                  </a:lnTo>
                  <a:lnTo>
                    <a:pt x="3793" y="3595"/>
                  </a:lnTo>
                  <a:lnTo>
                    <a:pt x="3813" y="3536"/>
                  </a:lnTo>
                  <a:lnTo>
                    <a:pt x="3852" y="3516"/>
                  </a:lnTo>
                  <a:lnTo>
                    <a:pt x="3872" y="3556"/>
                  </a:lnTo>
                  <a:lnTo>
                    <a:pt x="3872" y="3575"/>
                  </a:lnTo>
                  <a:lnTo>
                    <a:pt x="3872" y="3615"/>
                  </a:lnTo>
                  <a:lnTo>
                    <a:pt x="3852" y="3674"/>
                  </a:lnTo>
                  <a:lnTo>
                    <a:pt x="3852" y="3694"/>
                  </a:lnTo>
                  <a:lnTo>
                    <a:pt x="3872" y="3733"/>
                  </a:lnTo>
                  <a:lnTo>
                    <a:pt x="3734" y="3872"/>
                  </a:lnTo>
                  <a:lnTo>
                    <a:pt x="3655" y="3931"/>
                  </a:lnTo>
                  <a:lnTo>
                    <a:pt x="3576" y="3970"/>
                  </a:lnTo>
                  <a:lnTo>
                    <a:pt x="3576" y="4010"/>
                  </a:lnTo>
                  <a:lnTo>
                    <a:pt x="3595" y="4030"/>
                  </a:lnTo>
                  <a:lnTo>
                    <a:pt x="3615" y="4030"/>
                  </a:lnTo>
                  <a:lnTo>
                    <a:pt x="3635" y="4069"/>
                  </a:lnTo>
                  <a:lnTo>
                    <a:pt x="3655" y="4010"/>
                  </a:lnTo>
                  <a:lnTo>
                    <a:pt x="3674" y="3970"/>
                  </a:lnTo>
                  <a:lnTo>
                    <a:pt x="3714" y="3931"/>
                  </a:lnTo>
                  <a:lnTo>
                    <a:pt x="3714" y="3891"/>
                  </a:lnTo>
                  <a:lnTo>
                    <a:pt x="3813" y="3872"/>
                  </a:lnTo>
                  <a:lnTo>
                    <a:pt x="3931" y="3812"/>
                  </a:lnTo>
                  <a:lnTo>
                    <a:pt x="4050" y="3773"/>
                  </a:lnTo>
                  <a:lnTo>
                    <a:pt x="4148" y="3773"/>
                  </a:lnTo>
                  <a:lnTo>
                    <a:pt x="4109" y="3832"/>
                  </a:lnTo>
                  <a:lnTo>
                    <a:pt x="4050" y="3891"/>
                  </a:lnTo>
                  <a:lnTo>
                    <a:pt x="3951" y="3931"/>
                  </a:lnTo>
                  <a:lnTo>
                    <a:pt x="3911" y="3970"/>
                  </a:lnTo>
                  <a:lnTo>
                    <a:pt x="3852" y="4010"/>
                  </a:lnTo>
                  <a:lnTo>
                    <a:pt x="3813" y="4069"/>
                  </a:lnTo>
                  <a:lnTo>
                    <a:pt x="3773" y="4148"/>
                  </a:lnTo>
                  <a:lnTo>
                    <a:pt x="3773" y="4168"/>
                  </a:lnTo>
                  <a:lnTo>
                    <a:pt x="3793" y="4168"/>
                  </a:lnTo>
                  <a:lnTo>
                    <a:pt x="3832" y="4128"/>
                  </a:lnTo>
                  <a:lnTo>
                    <a:pt x="3872" y="4089"/>
                  </a:lnTo>
                  <a:lnTo>
                    <a:pt x="3911" y="4069"/>
                  </a:lnTo>
                  <a:lnTo>
                    <a:pt x="3931" y="4069"/>
                  </a:lnTo>
                  <a:lnTo>
                    <a:pt x="3931" y="4128"/>
                  </a:lnTo>
                  <a:lnTo>
                    <a:pt x="3931" y="4148"/>
                  </a:lnTo>
                  <a:lnTo>
                    <a:pt x="3951" y="4168"/>
                  </a:lnTo>
                  <a:lnTo>
                    <a:pt x="3990" y="4188"/>
                  </a:lnTo>
                  <a:lnTo>
                    <a:pt x="4050" y="4168"/>
                  </a:lnTo>
                  <a:lnTo>
                    <a:pt x="4129" y="4188"/>
                  </a:lnTo>
                  <a:lnTo>
                    <a:pt x="4129" y="4089"/>
                  </a:lnTo>
                  <a:lnTo>
                    <a:pt x="4188" y="4089"/>
                  </a:lnTo>
                  <a:lnTo>
                    <a:pt x="4227" y="4148"/>
                  </a:lnTo>
                  <a:lnTo>
                    <a:pt x="4208" y="4168"/>
                  </a:lnTo>
                  <a:lnTo>
                    <a:pt x="4267" y="4148"/>
                  </a:lnTo>
                  <a:lnTo>
                    <a:pt x="4267" y="4168"/>
                  </a:lnTo>
                  <a:lnTo>
                    <a:pt x="4287" y="4168"/>
                  </a:lnTo>
                  <a:lnTo>
                    <a:pt x="4306" y="4148"/>
                  </a:lnTo>
                  <a:lnTo>
                    <a:pt x="4366" y="4188"/>
                  </a:lnTo>
                  <a:lnTo>
                    <a:pt x="4405" y="4207"/>
                  </a:lnTo>
                  <a:lnTo>
                    <a:pt x="4464" y="4227"/>
                  </a:lnTo>
                  <a:lnTo>
                    <a:pt x="4484" y="4168"/>
                  </a:lnTo>
                  <a:lnTo>
                    <a:pt x="4464" y="4148"/>
                  </a:lnTo>
                  <a:lnTo>
                    <a:pt x="4405" y="4168"/>
                  </a:lnTo>
                  <a:lnTo>
                    <a:pt x="4385" y="4148"/>
                  </a:lnTo>
                  <a:lnTo>
                    <a:pt x="4385" y="4069"/>
                  </a:lnTo>
                  <a:lnTo>
                    <a:pt x="4385" y="4030"/>
                  </a:lnTo>
                  <a:lnTo>
                    <a:pt x="4425" y="3970"/>
                  </a:lnTo>
                  <a:lnTo>
                    <a:pt x="4445" y="3990"/>
                  </a:lnTo>
                  <a:lnTo>
                    <a:pt x="4484" y="3990"/>
                  </a:lnTo>
                  <a:lnTo>
                    <a:pt x="4563" y="3951"/>
                  </a:lnTo>
                  <a:lnTo>
                    <a:pt x="4642" y="3931"/>
                  </a:lnTo>
                  <a:lnTo>
                    <a:pt x="4682" y="3931"/>
                  </a:lnTo>
                  <a:lnTo>
                    <a:pt x="4721" y="3951"/>
                  </a:lnTo>
                  <a:lnTo>
                    <a:pt x="4701" y="3911"/>
                  </a:lnTo>
                  <a:lnTo>
                    <a:pt x="4761" y="3872"/>
                  </a:lnTo>
                  <a:lnTo>
                    <a:pt x="4780" y="3872"/>
                  </a:lnTo>
                  <a:lnTo>
                    <a:pt x="4840" y="3911"/>
                  </a:lnTo>
                  <a:lnTo>
                    <a:pt x="4840" y="3951"/>
                  </a:lnTo>
                  <a:lnTo>
                    <a:pt x="4840" y="3990"/>
                  </a:lnTo>
                  <a:lnTo>
                    <a:pt x="4780" y="4030"/>
                  </a:lnTo>
                  <a:lnTo>
                    <a:pt x="4741" y="4089"/>
                  </a:lnTo>
                  <a:lnTo>
                    <a:pt x="4721" y="4109"/>
                  </a:lnTo>
                  <a:lnTo>
                    <a:pt x="4721" y="4148"/>
                  </a:lnTo>
                  <a:lnTo>
                    <a:pt x="4662" y="4168"/>
                  </a:lnTo>
                  <a:lnTo>
                    <a:pt x="4603" y="4168"/>
                  </a:lnTo>
                  <a:lnTo>
                    <a:pt x="4563" y="4227"/>
                  </a:lnTo>
                  <a:lnTo>
                    <a:pt x="4524" y="4425"/>
                  </a:lnTo>
                  <a:lnTo>
                    <a:pt x="4524" y="4425"/>
                  </a:lnTo>
                  <a:lnTo>
                    <a:pt x="4543" y="4405"/>
                  </a:lnTo>
                  <a:lnTo>
                    <a:pt x="4563" y="4405"/>
                  </a:lnTo>
                  <a:lnTo>
                    <a:pt x="4583" y="4425"/>
                  </a:lnTo>
                  <a:lnTo>
                    <a:pt x="4603" y="4484"/>
                  </a:lnTo>
                  <a:lnTo>
                    <a:pt x="4603" y="4504"/>
                  </a:lnTo>
                  <a:lnTo>
                    <a:pt x="4622" y="4504"/>
                  </a:lnTo>
                  <a:lnTo>
                    <a:pt x="4622" y="4405"/>
                  </a:lnTo>
                  <a:lnTo>
                    <a:pt x="4662" y="4365"/>
                  </a:lnTo>
                  <a:lnTo>
                    <a:pt x="4682" y="4346"/>
                  </a:lnTo>
                  <a:lnTo>
                    <a:pt x="4682" y="4365"/>
                  </a:lnTo>
                  <a:lnTo>
                    <a:pt x="4682" y="4425"/>
                  </a:lnTo>
                  <a:lnTo>
                    <a:pt x="4761" y="4227"/>
                  </a:lnTo>
                  <a:lnTo>
                    <a:pt x="4741" y="4207"/>
                  </a:lnTo>
                  <a:lnTo>
                    <a:pt x="4721" y="4227"/>
                  </a:lnTo>
                  <a:lnTo>
                    <a:pt x="4682" y="4247"/>
                  </a:lnTo>
                  <a:lnTo>
                    <a:pt x="4642" y="4247"/>
                  </a:lnTo>
                  <a:lnTo>
                    <a:pt x="4642" y="4227"/>
                  </a:lnTo>
                  <a:lnTo>
                    <a:pt x="4642" y="4188"/>
                  </a:lnTo>
                  <a:lnTo>
                    <a:pt x="4721" y="4168"/>
                  </a:lnTo>
                  <a:lnTo>
                    <a:pt x="4780" y="4109"/>
                  </a:lnTo>
                  <a:lnTo>
                    <a:pt x="4840" y="4069"/>
                  </a:lnTo>
                  <a:lnTo>
                    <a:pt x="4879" y="4049"/>
                  </a:lnTo>
                  <a:lnTo>
                    <a:pt x="4899" y="4069"/>
                  </a:lnTo>
                  <a:lnTo>
                    <a:pt x="4879" y="4089"/>
                  </a:lnTo>
                  <a:lnTo>
                    <a:pt x="4879" y="4109"/>
                  </a:lnTo>
                  <a:lnTo>
                    <a:pt x="4859" y="4109"/>
                  </a:lnTo>
                  <a:lnTo>
                    <a:pt x="4840" y="4128"/>
                  </a:lnTo>
                  <a:lnTo>
                    <a:pt x="4840" y="4148"/>
                  </a:lnTo>
                  <a:lnTo>
                    <a:pt x="4859" y="4148"/>
                  </a:lnTo>
                  <a:lnTo>
                    <a:pt x="4899" y="4128"/>
                  </a:lnTo>
                  <a:lnTo>
                    <a:pt x="4958" y="4128"/>
                  </a:lnTo>
                  <a:lnTo>
                    <a:pt x="4978" y="4148"/>
                  </a:lnTo>
                  <a:lnTo>
                    <a:pt x="4879" y="4207"/>
                  </a:lnTo>
                  <a:lnTo>
                    <a:pt x="4840" y="4267"/>
                  </a:lnTo>
                  <a:lnTo>
                    <a:pt x="4820" y="4346"/>
                  </a:lnTo>
                  <a:lnTo>
                    <a:pt x="4820" y="4346"/>
                  </a:lnTo>
                  <a:lnTo>
                    <a:pt x="4919" y="4227"/>
                  </a:lnTo>
                  <a:lnTo>
                    <a:pt x="4938" y="4247"/>
                  </a:lnTo>
                  <a:lnTo>
                    <a:pt x="4919" y="4286"/>
                  </a:lnTo>
                  <a:lnTo>
                    <a:pt x="4919" y="4306"/>
                  </a:lnTo>
                  <a:lnTo>
                    <a:pt x="4919" y="4326"/>
                  </a:lnTo>
                  <a:lnTo>
                    <a:pt x="4938" y="4306"/>
                  </a:lnTo>
                  <a:lnTo>
                    <a:pt x="4958" y="4267"/>
                  </a:lnTo>
                  <a:lnTo>
                    <a:pt x="4978" y="4227"/>
                  </a:lnTo>
                  <a:lnTo>
                    <a:pt x="5017" y="4227"/>
                  </a:lnTo>
                  <a:lnTo>
                    <a:pt x="4998" y="4286"/>
                  </a:lnTo>
                  <a:lnTo>
                    <a:pt x="4978" y="4326"/>
                  </a:lnTo>
                  <a:lnTo>
                    <a:pt x="5017" y="4346"/>
                  </a:lnTo>
                  <a:lnTo>
                    <a:pt x="5037" y="4326"/>
                  </a:lnTo>
                  <a:lnTo>
                    <a:pt x="5077" y="4286"/>
                  </a:lnTo>
                  <a:lnTo>
                    <a:pt x="5136" y="4267"/>
                  </a:lnTo>
                  <a:lnTo>
                    <a:pt x="5116" y="4247"/>
                  </a:lnTo>
                  <a:lnTo>
                    <a:pt x="5116" y="4207"/>
                  </a:lnTo>
                  <a:lnTo>
                    <a:pt x="5156" y="4128"/>
                  </a:lnTo>
                  <a:lnTo>
                    <a:pt x="5195" y="4069"/>
                  </a:lnTo>
                  <a:lnTo>
                    <a:pt x="5235" y="4030"/>
                  </a:lnTo>
                  <a:lnTo>
                    <a:pt x="5255" y="4030"/>
                  </a:lnTo>
                  <a:lnTo>
                    <a:pt x="5314" y="4049"/>
                  </a:lnTo>
                  <a:lnTo>
                    <a:pt x="5373" y="4069"/>
                  </a:lnTo>
                  <a:lnTo>
                    <a:pt x="5393" y="4069"/>
                  </a:lnTo>
                  <a:lnTo>
                    <a:pt x="5393" y="4109"/>
                  </a:lnTo>
                  <a:lnTo>
                    <a:pt x="5413" y="4148"/>
                  </a:lnTo>
                  <a:lnTo>
                    <a:pt x="5393" y="4207"/>
                  </a:lnTo>
                  <a:lnTo>
                    <a:pt x="5472" y="4128"/>
                  </a:lnTo>
                  <a:lnTo>
                    <a:pt x="5452" y="4188"/>
                  </a:lnTo>
                  <a:lnTo>
                    <a:pt x="5452" y="4207"/>
                  </a:lnTo>
                  <a:lnTo>
                    <a:pt x="5452" y="4227"/>
                  </a:lnTo>
                  <a:lnTo>
                    <a:pt x="5492" y="4227"/>
                  </a:lnTo>
                  <a:lnTo>
                    <a:pt x="5511" y="4247"/>
                  </a:lnTo>
                  <a:lnTo>
                    <a:pt x="5492" y="4286"/>
                  </a:lnTo>
                  <a:lnTo>
                    <a:pt x="5393" y="4286"/>
                  </a:lnTo>
                  <a:lnTo>
                    <a:pt x="5353" y="4306"/>
                  </a:lnTo>
                  <a:lnTo>
                    <a:pt x="5334" y="4346"/>
                  </a:lnTo>
                  <a:lnTo>
                    <a:pt x="5274" y="4405"/>
                  </a:lnTo>
                  <a:lnTo>
                    <a:pt x="5294" y="4444"/>
                  </a:lnTo>
                  <a:lnTo>
                    <a:pt x="5274" y="4484"/>
                  </a:lnTo>
                  <a:lnTo>
                    <a:pt x="5215" y="4583"/>
                  </a:lnTo>
                  <a:lnTo>
                    <a:pt x="5235" y="4563"/>
                  </a:lnTo>
                  <a:lnTo>
                    <a:pt x="5255" y="4543"/>
                  </a:lnTo>
                  <a:lnTo>
                    <a:pt x="5294" y="4484"/>
                  </a:lnTo>
                  <a:lnTo>
                    <a:pt x="5353" y="4405"/>
                  </a:lnTo>
                  <a:lnTo>
                    <a:pt x="5393" y="4326"/>
                  </a:lnTo>
                  <a:lnTo>
                    <a:pt x="5393" y="4365"/>
                  </a:lnTo>
                  <a:lnTo>
                    <a:pt x="5413" y="4405"/>
                  </a:lnTo>
                  <a:lnTo>
                    <a:pt x="5413" y="4444"/>
                  </a:lnTo>
                  <a:lnTo>
                    <a:pt x="5373" y="4504"/>
                  </a:lnTo>
                  <a:lnTo>
                    <a:pt x="5393" y="4523"/>
                  </a:lnTo>
                  <a:lnTo>
                    <a:pt x="5413" y="4504"/>
                  </a:lnTo>
                  <a:lnTo>
                    <a:pt x="5472" y="4464"/>
                  </a:lnTo>
                  <a:lnTo>
                    <a:pt x="5511" y="4444"/>
                  </a:lnTo>
                  <a:lnTo>
                    <a:pt x="5531" y="4444"/>
                  </a:lnTo>
                  <a:lnTo>
                    <a:pt x="5472" y="4543"/>
                  </a:lnTo>
                  <a:lnTo>
                    <a:pt x="5413" y="4642"/>
                  </a:lnTo>
                  <a:lnTo>
                    <a:pt x="5452" y="4642"/>
                  </a:lnTo>
                  <a:lnTo>
                    <a:pt x="5472" y="4681"/>
                  </a:lnTo>
                  <a:lnTo>
                    <a:pt x="5492" y="4622"/>
                  </a:lnTo>
                  <a:lnTo>
                    <a:pt x="5511" y="4602"/>
                  </a:lnTo>
                  <a:lnTo>
                    <a:pt x="5472" y="4602"/>
                  </a:lnTo>
                  <a:lnTo>
                    <a:pt x="5511" y="4563"/>
                  </a:lnTo>
                  <a:lnTo>
                    <a:pt x="5571" y="4563"/>
                  </a:lnTo>
                  <a:lnTo>
                    <a:pt x="5590" y="4583"/>
                  </a:lnTo>
                  <a:lnTo>
                    <a:pt x="5610" y="4563"/>
                  </a:lnTo>
                  <a:lnTo>
                    <a:pt x="5630" y="4543"/>
                  </a:lnTo>
                  <a:lnTo>
                    <a:pt x="5610" y="4583"/>
                  </a:lnTo>
                  <a:lnTo>
                    <a:pt x="5610" y="4622"/>
                  </a:lnTo>
                  <a:lnTo>
                    <a:pt x="5650" y="4642"/>
                  </a:lnTo>
                  <a:lnTo>
                    <a:pt x="5689" y="4662"/>
                  </a:lnTo>
                  <a:lnTo>
                    <a:pt x="5709" y="4681"/>
                  </a:lnTo>
                  <a:lnTo>
                    <a:pt x="5709" y="4701"/>
                  </a:lnTo>
                  <a:lnTo>
                    <a:pt x="5748" y="4602"/>
                  </a:lnTo>
                  <a:lnTo>
                    <a:pt x="5768" y="4583"/>
                  </a:lnTo>
                  <a:lnTo>
                    <a:pt x="5748" y="4563"/>
                  </a:lnTo>
                  <a:lnTo>
                    <a:pt x="5709" y="4583"/>
                  </a:lnTo>
                  <a:lnTo>
                    <a:pt x="5689" y="4602"/>
                  </a:lnTo>
                  <a:lnTo>
                    <a:pt x="5669" y="4602"/>
                  </a:lnTo>
                  <a:lnTo>
                    <a:pt x="5669" y="4583"/>
                  </a:lnTo>
                  <a:lnTo>
                    <a:pt x="5689" y="4504"/>
                  </a:lnTo>
                  <a:lnTo>
                    <a:pt x="5768" y="4504"/>
                  </a:lnTo>
                  <a:lnTo>
                    <a:pt x="5847" y="4523"/>
                  </a:lnTo>
                  <a:lnTo>
                    <a:pt x="5946" y="4543"/>
                  </a:lnTo>
                  <a:lnTo>
                    <a:pt x="5985" y="4543"/>
                  </a:lnTo>
                  <a:lnTo>
                    <a:pt x="6045" y="4523"/>
                  </a:lnTo>
                  <a:lnTo>
                    <a:pt x="6064" y="4563"/>
                  </a:lnTo>
                  <a:lnTo>
                    <a:pt x="6064" y="4583"/>
                  </a:lnTo>
                  <a:lnTo>
                    <a:pt x="6025" y="4622"/>
                  </a:lnTo>
                  <a:lnTo>
                    <a:pt x="5985" y="4681"/>
                  </a:lnTo>
                  <a:lnTo>
                    <a:pt x="5946" y="4760"/>
                  </a:lnTo>
                  <a:lnTo>
                    <a:pt x="5887" y="4741"/>
                  </a:lnTo>
                  <a:lnTo>
                    <a:pt x="5867" y="4721"/>
                  </a:lnTo>
                  <a:lnTo>
                    <a:pt x="5827" y="4681"/>
                  </a:lnTo>
                  <a:lnTo>
                    <a:pt x="5788" y="4681"/>
                  </a:lnTo>
                  <a:lnTo>
                    <a:pt x="5827" y="4741"/>
                  </a:lnTo>
                  <a:lnTo>
                    <a:pt x="5887" y="4780"/>
                  </a:lnTo>
                  <a:lnTo>
                    <a:pt x="5985" y="4780"/>
                  </a:lnTo>
                  <a:lnTo>
                    <a:pt x="6064" y="4741"/>
                  </a:lnTo>
                  <a:lnTo>
                    <a:pt x="6084" y="4760"/>
                  </a:lnTo>
                  <a:lnTo>
                    <a:pt x="6084" y="4800"/>
                  </a:lnTo>
                  <a:lnTo>
                    <a:pt x="6064" y="4919"/>
                  </a:lnTo>
                  <a:lnTo>
                    <a:pt x="6045" y="5017"/>
                  </a:lnTo>
                  <a:lnTo>
                    <a:pt x="6064" y="5057"/>
                  </a:lnTo>
                  <a:lnTo>
                    <a:pt x="6104" y="5057"/>
                  </a:lnTo>
                  <a:lnTo>
                    <a:pt x="6143" y="4958"/>
                  </a:lnTo>
                  <a:lnTo>
                    <a:pt x="6143" y="4879"/>
                  </a:lnTo>
                  <a:lnTo>
                    <a:pt x="6183" y="4879"/>
                  </a:lnTo>
                  <a:lnTo>
                    <a:pt x="6203" y="4899"/>
                  </a:lnTo>
                  <a:lnTo>
                    <a:pt x="6222" y="4919"/>
                  </a:lnTo>
                  <a:lnTo>
                    <a:pt x="6242" y="4899"/>
                  </a:lnTo>
                  <a:lnTo>
                    <a:pt x="6262" y="4859"/>
                  </a:lnTo>
                  <a:lnTo>
                    <a:pt x="6262" y="4820"/>
                  </a:lnTo>
                  <a:lnTo>
                    <a:pt x="6301" y="4800"/>
                  </a:lnTo>
                  <a:lnTo>
                    <a:pt x="6301" y="4839"/>
                  </a:lnTo>
                  <a:lnTo>
                    <a:pt x="6301" y="4879"/>
                  </a:lnTo>
                  <a:lnTo>
                    <a:pt x="6282" y="4919"/>
                  </a:lnTo>
                  <a:lnTo>
                    <a:pt x="6301" y="4919"/>
                  </a:lnTo>
                  <a:lnTo>
                    <a:pt x="6321" y="4938"/>
                  </a:lnTo>
                  <a:lnTo>
                    <a:pt x="6301" y="5017"/>
                  </a:lnTo>
                  <a:lnTo>
                    <a:pt x="6301" y="5057"/>
                  </a:lnTo>
                  <a:lnTo>
                    <a:pt x="6301" y="5077"/>
                  </a:lnTo>
                  <a:lnTo>
                    <a:pt x="6321" y="5077"/>
                  </a:lnTo>
                  <a:lnTo>
                    <a:pt x="6380" y="5037"/>
                  </a:lnTo>
                  <a:lnTo>
                    <a:pt x="6380" y="5017"/>
                  </a:lnTo>
                  <a:lnTo>
                    <a:pt x="6361" y="5017"/>
                  </a:lnTo>
                  <a:lnTo>
                    <a:pt x="6341" y="4998"/>
                  </a:lnTo>
                  <a:lnTo>
                    <a:pt x="6380" y="4938"/>
                  </a:lnTo>
                  <a:lnTo>
                    <a:pt x="6440" y="4899"/>
                  </a:lnTo>
                  <a:lnTo>
                    <a:pt x="6479" y="4859"/>
                  </a:lnTo>
                  <a:lnTo>
                    <a:pt x="6538" y="4839"/>
                  </a:lnTo>
                  <a:lnTo>
                    <a:pt x="6519" y="4859"/>
                  </a:lnTo>
                  <a:lnTo>
                    <a:pt x="6538" y="4879"/>
                  </a:lnTo>
                  <a:lnTo>
                    <a:pt x="6558" y="4879"/>
                  </a:lnTo>
                  <a:lnTo>
                    <a:pt x="6558" y="4899"/>
                  </a:lnTo>
                  <a:lnTo>
                    <a:pt x="6538" y="4938"/>
                  </a:lnTo>
                  <a:lnTo>
                    <a:pt x="6479" y="4938"/>
                  </a:lnTo>
                  <a:lnTo>
                    <a:pt x="6440" y="4958"/>
                  </a:lnTo>
                  <a:lnTo>
                    <a:pt x="6479" y="4998"/>
                  </a:lnTo>
                  <a:lnTo>
                    <a:pt x="6479" y="4998"/>
                  </a:lnTo>
                  <a:lnTo>
                    <a:pt x="6617" y="4919"/>
                  </a:lnTo>
                  <a:lnTo>
                    <a:pt x="6598" y="4919"/>
                  </a:lnTo>
                  <a:lnTo>
                    <a:pt x="6598" y="4899"/>
                  </a:lnTo>
                  <a:lnTo>
                    <a:pt x="6617" y="4859"/>
                  </a:lnTo>
                  <a:lnTo>
                    <a:pt x="6677" y="4800"/>
                  </a:lnTo>
                  <a:lnTo>
                    <a:pt x="6696" y="4780"/>
                  </a:lnTo>
                  <a:lnTo>
                    <a:pt x="6736" y="4800"/>
                  </a:lnTo>
                  <a:lnTo>
                    <a:pt x="6736" y="4859"/>
                  </a:lnTo>
                  <a:lnTo>
                    <a:pt x="6736" y="4899"/>
                  </a:lnTo>
                  <a:lnTo>
                    <a:pt x="6716" y="4978"/>
                  </a:lnTo>
                  <a:lnTo>
                    <a:pt x="6756" y="4919"/>
                  </a:lnTo>
                  <a:lnTo>
                    <a:pt x="6815" y="4899"/>
                  </a:lnTo>
                  <a:lnTo>
                    <a:pt x="6894" y="4919"/>
                  </a:lnTo>
                  <a:lnTo>
                    <a:pt x="6894" y="4859"/>
                  </a:lnTo>
                  <a:lnTo>
                    <a:pt x="6914" y="4820"/>
                  </a:lnTo>
                  <a:lnTo>
                    <a:pt x="6993" y="4780"/>
                  </a:lnTo>
                  <a:lnTo>
                    <a:pt x="6993" y="4938"/>
                  </a:lnTo>
                  <a:lnTo>
                    <a:pt x="6953" y="4938"/>
                  </a:lnTo>
                  <a:lnTo>
                    <a:pt x="6933" y="4958"/>
                  </a:lnTo>
                  <a:lnTo>
                    <a:pt x="6914" y="4998"/>
                  </a:lnTo>
                  <a:lnTo>
                    <a:pt x="6914" y="5057"/>
                  </a:lnTo>
                  <a:lnTo>
                    <a:pt x="6874" y="5136"/>
                  </a:lnTo>
                  <a:lnTo>
                    <a:pt x="6815" y="5175"/>
                  </a:lnTo>
                  <a:lnTo>
                    <a:pt x="6775" y="5175"/>
                  </a:lnTo>
                  <a:lnTo>
                    <a:pt x="6736" y="5116"/>
                  </a:lnTo>
                  <a:lnTo>
                    <a:pt x="6736" y="5195"/>
                  </a:lnTo>
                  <a:lnTo>
                    <a:pt x="6756" y="5215"/>
                  </a:lnTo>
                  <a:lnTo>
                    <a:pt x="6775" y="5215"/>
                  </a:lnTo>
                  <a:lnTo>
                    <a:pt x="6815" y="5195"/>
                  </a:lnTo>
                  <a:lnTo>
                    <a:pt x="6894" y="5156"/>
                  </a:lnTo>
                  <a:lnTo>
                    <a:pt x="6914" y="5156"/>
                  </a:lnTo>
                  <a:lnTo>
                    <a:pt x="6933" y="5195"/>
                  </a:lnTo>
                  <a:lnTo>
                    <a:pt x="6894" y="5254"/>
                  </a:lnTo>
                  <a:lnTo>
                    <a:pt x="6854" y="5294"/>
                  </a:lnTo>
                  <a:lnTo>
                    <a:pt x="6914" y="5274"/>
                  </a:lnTo>
                  <a:lnTo>
                    <a:pt x="6933" y="5274"/>
                  </a:lnTo>
                  <a:lnTo>
                    <a:pt x="6953" y="5314"/>
                  </a:lnTo>
                  <a:lnTo>
                    <a:pt x="6993" y="5195"/>
                  </a:lnTo>
                  <a:lnTo>
                    <a:pt x="7032" y="5136"/>
                  </a:lnTo>
                  <a:lnTo>
                    <a:pt x="7091" y="5116"/>
                  </a:lnTo>
                  <a:lnTo>
                    <a:pt x="7052" y="5294"/>
                  </a:lnTo>
                  <a:lnTo>
                    <a:pt x="7091" y="5294"/>
                  </a:lnTo>
                  <a:lnTo>
                    <a:pt x="7151" y="5235"/>
                  </a:lnTo>
                  <a:lnTo>
                    <a:pt x="7210" y="5175"/>
                  </a:lnTo>
                  <a:lnTo>
                    <a:pt x="7230" y="5136"/>
                  </a:lnTo>
                  <a:lnTo>
                    <a:pt x="7269" y="5116"/>
                  </a:lnTo>
                  <a:lnTo>
                    <a:pt x="7289" y="4998"/>
                  </a:lnTo>
                  <a:lnTo>
                    <a:pt x="7328" y="4958"/>
                  </a:lnTo>
                  <a:lnTo>
                    <a:pt x="7407" y="4958"/>
                  </a:lnTo>
                  <a:lnTo>
                    <a:pt x="7447" y="4919"/>
                  </a:lnTo>
                  <a:lnTo>
                    <a:pt x="7368" y="4919"/>
                  </a:lnTo>
                  <a:lnTo>
                    <a:pt x="7348" y="4938"/>
                  </a:lnTo>
                  <a:lnTo>
                    <a:pt x="7328" y="4938"/>
                  </a:lnTo>
                  <a:lnTo>
                    <a:pt x="7309" y="4919"/>
                  </a:lnTo>
                  <a:lnTo>
                    <a:pt x="7368" y="4859"/>
                  </a:lnTo>
                  <a:lnTo>
                    <a:pt x="7388" y="4839"/>
                  </a:lnTo>
                  <a:lnTo>
                    <a:pt x="7427" y="4839"/>
                  </a:lnTo>
                  <a:lnTo>
                    <a:pt x="7467" y="4820"/>
                  </a:lnTo>
                  <a:lnTo>
                    <a:pt x="7506" y="4919"/>
                  </a:lnTo>
                  <a:lnTo>
                    <a:pt x="7486" y="5057"/>
                  </a:lnTo>
                  <a:lnTo>
                    <a:pt x="7407" y="5175"/>
                  </a:lnTo>
                  <a:lnTo>
                    <a:pt x="7309" y="5254"/>
                  </a:lnTo>
                  <a:lnTo>
                    <a:pt x="7210" y="5373"/>
                  </a:lnTo>
                  <a:lnTo>
                    <a:pt x="7091" y="5531"/>
                  </a:lnTo>
                  <a:lnTo>
                    <a:pt x="7170" y="5531"/>
                  </a:lnTo>
                  <a:lnTo>
                    <a:pt x="7249" y="5551"/>
                  </a:lnTo>
                  <a:lnTo>
                    <a:pt x="7309" y="5570"/>
                  </a:lnTo>
                  <a:lnTo>
                    <a:pt x="7328" y="5610"/>
                  </a:lnTo>
                  <a:lnTo>
                    <a:pt x="7328" y="5649"/>
                  </a:lnTo>
                  <a:lnTo>
                    <a:pt x="7407" y="5610"/>
                  </a:lnTo>
                  <a:lnTo>
                    <a:pt x="7486" y="5531"/>
                  </a:lnTo>
                  <a:lnTo>
                    <a:pt x="7585" y="5333"/>
                  </a:lnTo>
                  <a:lnTo>
                    <a:pt x="7625" y="5333"/>
                  </a:lnTo>
                  <a:lnTo>
                    <a:pt x="7625" y="5353"/>
                  </a:lnTo>
                  <a:lnTo>
                    <a:pt x="7645" y="5393"/>
                  </a:lnTo>
                  <a:lnTo>
                    <a:pt x="7565" y="5452"/>
                  </a:lnTo>
                  <a:lnTo>
                    <a:pt x="7565" y="5452"/>
                  </a:lnTo>
                  <a:lnTo>
                    <a:pt x="7724" y="5412"/>
                  </a:lnTo>
                  <a:lnTo>
                    <a:pt x="7803" y="5412"/>
                  </a:lnTo>
                  <a:lnTo>
                    <a:pt x="7862" y="5452"/>
                  </a:lnTo>
                  <a:lnTo>
                    <a:pt x="7901" y="5412"/>
                  </a:lnTo>
                  <a:lnTo>
                    <a:pt x="7961" y="5373"/>
                  </a:lnTo>
                  <a:lnTo>
                    <a:pt x="8040" y="5215"/>
                  </a:lnTo>
                  <a:lnTo>
                    <a:pt x="8099" y="5215"/>
                  </a:lnTo>
                  <a:lnTo>
                    <a:pt x="8119" y="5195"/>
                  </a:lnTo>
                  <a:lnTo>
                    <a:pt x="8178" y="5136"/>
                  </a:lnTo>
                  <a:lnTo>
                    <a:pt x="8198" y="5116"/>
                  </a:lnTo>
                  <a:lnTo>
                    <a:pt x="8237" y="5156"/>
                  </a:lnTo>
                  <a:lnTo>
                    <a:pt x="8257" y="5175"/>
                  </a:lnTo>
                  <a:lnTo>
                    <a:pt x="8198" y="5215"/>
                  </a:lnTo>
                  <a:lnTo>
                    <a:pt x="8178" y="5254"/>
                  </a:lnTo>
                  <a:lnTo>
                    <a:pt x="8178" y="5294"/>
                  </a:lnTo>
                  <a:lnTo>
                    <a:pt x="8198" y="5314"/>
                  </a:lnTo>
                  <a:lnTo>
                    <a:pt x="8237" y="5333"/>
                  </a:lnTo>
                  <a:lnTo>
                    <a:pt x="8277" y="5314"/>
                  </a:lnTo>
                  <a:lnTo>
                    <a:pt x="8277" y="5314"/>
                  </a:lnTo>
                  <a:lnTo>
                    <a:pt x="8198" y="5393"/>
                  </a:lnTo>
                  <a:lnTo>
                    <a:pt x="8158" y="5432"/>
                  </a:lnTo>
                  <a:lnTo>
                    <a:pt x="8138" y="5432"/>
                  </a:lnTo>
                  <a:lnTo>
                    <a:pt x="8138" y="5412"/>
                  </a:lnTo>
                  <a:lnTo>
                    <a:pt x="8158" y="5353"/>
                  </a:lnTo>
                  <a:lnTo>
                    <a:pt x="8059" y="5393"/>
                  </a:lnTo>
                  <a:lnTo>
                    <a:pt x="8099" y="5393"/>
                  </a:lnTo>
                  <a:lnTo>
                    <a:pt x="8119" y="5412"/>
                  </a:lnTo>
                  <a:lnTo>
                    <a:pt x="8119" y="5432"/>
                  </a:lnTo>
                  <a:lnTo>
                    <a:pt x="8119" y="5472"/>
                  </a:lnTo>
                  <a:lnTo>
                    <a:pt x="8079" y="5570"/>
                  </a:lnTo>
                  <a:lnTo>
                    <a:pt x="8040" y="5669"/>
                  </a:lnTo>
                  <a:lnTo>
                    <a:pt x="8040" y="5669"/>
                  </a:lnTo>
                  <a:lnTo>
                    <a:pt x="8059" y="5649"/>
                  </a:lnTo>
                  <a:lnTo>
                    <a:pt x="8079" y="5630"/>
                  </a:lnTo>
                  <a:lnTo>
                    <a:pt x="8099" y="5570"/>
                  </a:lnTo>
                  <a:lnTo>
                    <a:pt x="8119" y="5511"/>
                  </a:lnTo>
                  <a:lnTo>
                    <a:pt x="8138" y="5511"/>
                  </a:lnTo>
                  <a:lnTo>
                    <a:pt x="8178" y="5491"/>
                  </a:lnTo>
                  <a:lnTo>
                    <a:pt x="8178" y="5590"/>
                  </a:lnTo>
                  <a:lnTo>
                    <a:pt x="8198" y="5649"/>
                  </a:lnTo>
                  <a:lnTo>
                    <a:pt x="8217" y="5689"/>
                  </a:lnTo>
                  <a:lnTo>
                    <a:pt x="8257" y="5709"/>
                  </a:lnTo>
                  <a:lnTo>
                    <a:pt x="8296" y="5728"/>
                  </a:lnTo>
                  <a:lnTo>
                    <a:pt x="8316" y="5768"/>
                  </a:lnTo>
                  <a:lnTo>
                    <a:pt x="8296" y="5847"/>
                  </a:lnTo>
                  <a:lnTo>
                    <a:pt x="8257" y="5965"/>
                  </a:lnTo>
                  <a:lnTo>
                    <a:pt x="8257" y="5965"/>
                  </a:lnTo>
                  <a:lnTo>
                    <a:pt x="8415" y="5906"/>
                  </a:lnTo>
                  <a:lnTo>
                    <a:pt x="8514" y="5886"/>
                  </a:lnTo>
                  <a:lnTo>
                    <a:pt x="8573" y="5886"/>
                  </a:lnTo>
                  <a:lnTo>
                    <a:pt x="8632" y="5847"/>
                  </a:lnTo>
                  <a:lnTo>
                    <a:pt x="8672" y="5827"/>
                  </a:lnTo>
                  <a:lnTo>
                    <a:pt x="8691" y="5807"/>
                  </a:lnTo>
                  <a:lnTo>
                    <a:pt x="8751" y="5748"/>
                  </a:lnTo>
                  <a:lnTo>
                    <a:pt x="8751" y="5689"/>
                  </a:lnTo>
                  <a:lnTo>
                    <a:pt x="8711" y="5689"/>
                  </a:lnTo>
                  <a:lnTo>
                    <a:pt x="8632" y="5709"/>
                  </a:lnTo>
                  <a:lnTo>
                    <a:pt x="8553" y="5709"/>
                  </a:lnTo>
                  <a:lnTo>
                    <a:pt x="8533" y="5689"/>
                  </a:lnTo>
                  <a:lnTo>
                    <a:pt x="8533" y="5610"/>
                  </a:lnTo>
                  <a:lnTo>
                    <a:pt x="8494" y="5649"/>
                  </a:lnTo>
                  <a:lnTo>
                    <a:pt x="8454" y="5689"/>
                  </a:lnTo>
                  <a:lnTo>
                    <a:pt x="8375" y="5788"/>
                  </a:lnTo>
                  <a:lnTo>
                    <a:pt x="8336" y="5788"/>
                  </a:lnTo>
                  <a:lnTo>
                    <a:pt x="8336" y="5748"/>
                  </a:lnTo>
                  <a:lnTo>
                    <a:pt x="8336" y="5728"/>
                  </a:lnTo>
                  <a:lnTo>
                    <a:pt x="8356" y="5669"/>
                  </a:lnTo>
                  <a:lnTo>
                    <a:pt x="8395" y="5669"/>
                  </a:lnTo>
                  <a:lnTo>
                    <a:pt x="8435" y="5630"/>
                  </a:lnTo>
                  <a:lnTo>
                    <a:pt x="8514" y="5551"/>
                  </a:lnTo>
                  <a:lnTo>
                    <a:pt x="8573" y="5491"/>
                  </a:lnTo>
                  <a:lnTo>
                    <a:pt x="8612" y="5472"/>
                  </a:lnTo>
                  <a:lnTo>
                    <a:pt x="8652" y="5491"/>
                  </a:lnTo>
                  <a:lnTo>
                    <a:pt x="8652" y="5432"/>
                  </a:lnTo>
                  <a:lnTo>
                    <a:pt x="8632" y="5393"/>
                  </a:lnTo>
                  <a:lnTo>
                    <a:pt x="8612" y="5353"/>
                  </a:lnTo>
                  <a:lnTo>
                    <a:pt x="8593" y="5314"/>
                  </a:lnTo>
                  <a:lnTo>
                    <a:pt x="8632" y="5235"/>
                  </a:lnTo>
                  <a:lnTo>
                    <a:pt x="8672" y="5156"/>
                  </a:lnTo>
                  <a:lnTo>
                    <a:pt x="8810" y="5057"/>
                  </a:lnTo>
                  <a:lnTo>
                    <a:pt x="8928" y="4978"/>
                  </a:lnTo>
                  <a:lnTo>
                    <a:pt x="8889" y="5057"/>
                  </a:lnTo>
                  <a:lnTo>
                    <a:pt x="8849" y="5096"/>
                  </a:lnTo>
                  <a:lnTo>
                    <a:pt x="9067" y="4998"/>
                  </a:lnTo>
                  <a:lnTo>
                    <a:pt x="9007" y="5136"/>
                  </a:lnTo>
                  <a:lnTo>
                    <a:pt x="8948" y="5235"/>
                  </a:lnTo>
                  <a:lnTo>
                    <a:pt x="8968" y="5254"/>
                  </a:lnTo>
                  <a:lnTo>
                    <a:pt x="8988" y="5254"/>
                  </a:lnTo>
                  <a:lnTo>
                    <a:pt x="9047" y="5274"/>
                  </a:lnTo>
                  <a:lnTo>
                    <a:pt x="9067" y="5274"/>
                  </a:lnTo>
                  <a:lnTo>
                    <a:pt x="9086" y="5294"/>
                  </a:lnTo>
                  <a:lnTo>
                    <a:pt x="9086" y="5333"/>
                  </a:lnTo>
                  <a:lnTo>
                    <a:pt x="9047" y="5373"/>
                  </a:lnTo>
                  <a:lnTo>
                    <a:pt x="9086" y="5373"/>
                  </a:lnTo>
                  <a:lnTo>
                    <a:pt x="9106" y="5333"/>
                  </a:lnTo>
                  <a:lnTo>
                    <a:pt x="9106" y="5274"/>
                  </a:lnTo>
                  <a:lnTo>
                    <a:pt x="9126" y="5215"/>
                  </a:lnTo>
                  <a:lnTo>
                    <a:pt x="9047" y="5175"/>
                  </a:lnTo>
                  <a:lnTo>
                    <a:pt x="9086" y="5116"/>
                  </a:lnTo>
                  <a:lnTo>
                    <a:pt x="9106" y="5096"/>
                  </a:lnTo>
                  <a:lnTo>
                    <a:pt x="9126" y="5116"/>
                  </a:lnTo>
                  <a:lnTo>
                    <a:pt x="9146" y="5136"/>
                  </a:lnTo>
                  <a:lnTo>
                    <a:pt x="9146" y="5156"/>
                  </a:lnTo>
                  <a:lnTo>
                    <a:pt x="9205" y="5156"/>
                  </a:lnTo>
                  <a:lnTo>
                    <a:pt x="9244" y="5116"/>
                  </a:lnTo>
                  <a:lnTo>
                    <a:pt x="9304" y="5017"/>
                  </a:lnTo>
                  <a:lnTo>
                    <a:pt x="9343" y="4998"/>
                  </a:lnTo>
                  <a:lnTo>
                    <a:pt x="9738" y="4148"/>
                  </a:lnTo>
                  <a:lnTo>
                    <a:pt x="9738" y="4148"/>
                  </a:lnTo>
                  <a:lnTo>
                    <a:pt x="9679" y="4168"/>
                  </a:lnTo>
                  <a:lnTo>
                    <a:pt x="9639" y="4168"/>
                  </a:lnTo>
                  <a:lnTo>
                    <a:pt x="9600" y="4148"/>
                  </a:lnTo>
                  <a:lnTo>
                    <a:pt x="9580" y="4128"/>
                  </a:lnTo>
                  <a:lnTo>
                    <a:pt x="9620" y="4069"/>
                  </a:lnTo>
                  <a:lnTo>
                    <a:pt x="9659" y="4030"/>
                  </a:lnTo>
                  <a:lnTo>
                    <a:pt x="9718" y="4010"/>
                  </a:lnTo>
                  <a:lnTo>
                    <a:pt x="9758" y="4010"/>
                  </a:lnTo>
                  <a:lnTo>
                    <a:pt x="9797" y="3990"/>
                  </a:lnTo>
                  <a:lnTo>
                    <a:pt x="9817" y="3951"/>
                  </a:lnTo>
                  <a:lnTo>
                    <a:pt x="9837" y="3891"/>
                  </a:lnTo>
                  <a:lnTo>
                    <a:pt x="9837" y="3872"/>
                  </a:lnTo>
                  <a:lnTo>
                    <a:pt x="9817" y="3872"/>
                  </a:lnTo>
                  <a:lnTo>
                    <a:pt x="9778" y="3891"/>
                  </a:lnTo>
                  <a:lnTo>
                    <a:pt x="9758" y="3951"/>
                  </a:lnTo>
                  <a:lnTo>
                    <a:pt x="9738" y="3990"/>
                  </a:lnTo>
                  <a:lnTo>
                    <a:pt x="9679" y="3891"/>
                  </a:lnTo>
                  <a:lnTo>
                    <a:pt x="9659" y="3812"/>
                  </a:lnTo>
                  <a:lnTo>
                    <a:pt x="9679" y="3714"/>
                  </a:lnTo>
                  <a:lnTo>
                    <a:pt x="9580" y="3753"/>
                  </a:lnTo>
                  <a:lnTo>
                    <a:pt x="9521" y="3773"/>
                  </a:lnTo>
                  <a:lnTo>
                    <a:pt x="9481" y="3793"/>
                  </a:lnTo>
                  <a:lnTo>
                    <a:pt x="9383" y="3872"/>
                  </a:lnTo>
                  <a:lnTo>
                    <a:pt x="9422" y="3872"/>
                  </a:lnTo>
                  <a:lnTo>
                    <a:pt x="9462" y="3832"/>
                  </a:lnTo>
                  <a:lnTo>
                    <a:pt x="9501" y="3832"/>
                  </a:lnTo>
                  <a:lnTo>
                    <a:pt x="9501" y="3852"/>
                  </a:lnTo>
                  <a:lnTo>
                    <a:pt x="9363" y="3970"/>
                  </a:lnTo>
                  <a:lnTo>
                    <a:pt x="9343" y="3951"/>
                  </a:lnTo>
                  <a:lnTo>
                    <a:pt x="9323" y="3931"/>
                  </a:lnTo>
                  <a:lnTo>
                    <a:pt x="9323" y="3852"/>
                  </a:lnTo>
                  <a:lnTo>
                    <a:pt x="9323" y="3793"/>
                  </a:lnTo>
                  <a:lnTo>
                    <a:pt x="9304" y="3733"/>
                  </a:lnTo>
                  <a:lnTo>
                    <a:pt x="9383" y="3714"/>
                  </a:lnTo>
                  <a:lnTo>
                    <a:pt x="9363" y="3733"/>
                  </a:lnTo>
                  <a:lnTo>
                    <a:pt x="9363" y="3733"/>
                  </a:lnTo>
                  <a:lnTo>
                    <a:pt x="9402" y="3714"/>
                  </a:lnTo>
                  <a:lnTo>
                    <a:pt x="9442" y="3714"/>
                  </a:lnTo>
                  <a:lnTo>
                    <a:pt x="9481" y="3694"/>
                  </a:lnTo>
                  <a:lnTo>
                    <a:pt x="9521" y="3654"/>
                  </a:lnTo>
                  <a:lnTo>
                    <a:pt x="9521" y="3654"/>
                  </a:lnTo>
                  <a:lnTo>
                    <a:pt x="9462" y="3674"/>
                  </a:lnTo>
                  <a:lnTo>
                    <a:pt x="9422" y="3674"/>
                  </a:lnTo>
                  <a:lnTo>
                    <a:pt x="9383" y="3654"/>
                  </a:lnTo>
                  <a:lnTo>
                    <a:pt x="9363" y="3635"/>
                  </a:lnTo>
                  <a:lnTo>
                    <a:pt x="9323" y="3654"/>
                  </a:lnTo>
                  <a:lnTo>
                    <a:pt x="9343" y="3635"/>
                  </a:lnTo>
                  <a:lnTo>
                    <a:pt x="9304" y="3635"/>
                  </a:lnTo>
                  <a:lnTo>
                    <a:pt x="9264" y="3615"/>
                  </a:lnTo>
                  <a:lnTo>
                    <a:pt x="9244" y="3516"/>
                  </a:lnTo>
                  <a:lnTo>
                    <a:pt x="9225" y="3477"/>
                  </a:lnTo>
                  <a:lnTo>
                    <a:pt x="9205" y="3477"/>
                  </a:lnTo>
                  <a:lnTo>
                    <a:pt x="9165" y="3496"/>
                  </a:lnTo>
                  <a:lnTo>
                    <a:pt x="9086" y="3556"/>
                  </a:lnTo>
                  <a:lnTo>
                    <a:pt x="9106" y="3575"/>
                  </a:lnTo>
                  <a:lnTo>
                    <a:pt x="9086" y="3615"/>
                  </a:lnTo>
                  <a:lnTo>
                    <a:pt x="9067" y="3674"/>
                  </a:lnTo>
                  <a:lnTo>
                    <a:pt x="9027" y="3714"/>
                  </a:lnTo>
                  <a:lnTo>
                    <a:pt x="9047" y="3674"/>
                  </a:lnTo>
                  <a:lnTo>
                    <a:pt x="9027" y="3635"/>
                  </a:lnTo>
                  <a:lnTo>
                    <a:pt x="9027" y="3595"/>
                  </a:lnTo>
                  <a:lnTo>
                    <a:pt x="9027" y="3556"/>
                  </a:lnTo>
                  <a:lnTo>
                    <a:pt x="9067" y="3536"/>
                  </a:lnTo>
                  <a:lnTo>
                    <a:pt x="9027" y="3477"/>
                  </a:lnTo>
                  <a:lnTo>
                    <a:pt x="8988" y="3457"/>
                  </a:lnTo>
                  <a:lnTo>
                    <a:pt x="8968" y="3457"/>
                  </a:lnTo>
                  <a:lnTo>
                    <a:pt x="8889" y="3595"/>
                  </a:lnTo>
                  <a:lnTo>
                    <a:pt x="8849" y="3635"/>
                  </a:lnTo>
                  <a:lnTo>
                    <a:pt x="8790" y="3654"/>
                  </a:lnTo>
                  <a:lnTo>
                    <a:pt x="8790" y="3615"/>
                  </a:lnTo>
                  <a:lnTo>
                    <a:pt x="8810" y="3575"/>
                  </a:lnTo>
                  <a:lnTo>
                    <a:pt x="8869" y="3496"/>
                  </a:lnTo>
                  <a:lnTo>
                    <a:pt x="8928" y="3437"/>
                  </a:lnTo>
                  <a:lnTo>
                    <a:pt x="8948" y="3398"/>
                  </a:lnTo>
                  <a:lnTo>
                    <a:pt x="8968" y="3338"/>
                  </a:lnTo>
                  <a:lnTo>
                    <a:pt x="8810" y="3398"/>
                  </a:lnTo>
                  <a:lnTo>
                    <a:pt x="8849" y="3299"/>
                  </a:lnTo>
                  <a:lnTo>
                    <a:pt x="8810" y="3240"/>
                  </a:lnTo>
                  <a:lnTo>
                    <a:pt x="8751" y="3220"/>
                  </a:lnTo>
                  <a:lnTo>
                    <a:pt x="8691" y="3240"/>
                  </a:lnTo>
                  <a:lnTo>
                    <a:pt x="8612" y="3240"/>
                  </a:lnTo>
                  <a:lnTo>
                    <a:pt x="8474" y="3279"/>
                  </a:lnTo>
                  <a:lnTo>
                    <a:pt x="8415" y="3279"/>
                  </a:lnTo>
                  <a:lnTo>
                    <a:pt x="8356" y="3259"/>
                  </a:lnTo>
                  <a:lnTo>
                    <a:pt x="8435" y="3180"/>
                  </a:lnTo>
                  <a:lnTo>
                    <a:pt x="8494" y="3141"/>
                  </a:lnTo>
                  <a:lnTo>
                    <a:pt x="8573" y="3121"/>
                  </a:lnTo>
                  <a:lnTo>
                    <a:pt x="8612" y="3121"/>
                  </a:lnTo>
                  <a:lnTo>
                    <a:pt x="8612" y="3082"/>
                  </a:lnTo>
                  <a:lnTo>
                    <a:pt x="8612" y="3062"/>
                  </a:lnTo>
                  <a:lnTo>
                    <a:pt x="8553" y="3042"/>
                  </a:lnTo>
                  <a:lnTo>
                    <a:pt x="8514" y="3042"/>
                  </a:lnTo>
                  <a:lnTo>
                    <a:pt x="8494" y="3022"/>
                  </a:lnTo>
                  <a:lnTo>
                    <a:pt x="8474" y="2983"/>
                  </a:lnTo>
                  <a:lnTo>
                    <a:pt x="8454" y="2963"/>
                  </a:lnTo>
                  <a:lnTo>
                    <a:pt x="8435" y="2963"/>
                  </a:lnTo>
                  <a:lnTo>
                    <a:pt x="8375" y="3003"/>
                  </a:lnTo>
                  <a:lnTo>
                    <a:pt x="8316" y="3062"/>
                  </a:lnTo>
                  <a:lnTo>
                    <a:pt x="8277" y="3121"/>
                  </a:lnTo>
                  <a:lnTo>
                    <a:pt x="8237" y="3121"/>
                  </a:lnTo>
                  <a:lnTo>
                    <a:pt x="8237" y="3062"/>
                  </a:lnTo>
                  <a:lnTo>
                    <a:pt x="8296" y="2983"/>
                  </a:lnTo>
                  <a:lnTo>
                    <a:pt x="8257" y="3022"/>
                  </a:lnTo>
                  <a:lnTo>
                    <a:pt x="8217" y="3042"/>
                  </a:lnTo>
                  <a:lnTo>
                    <a:pt x="8178" y="3062"/>
                  </a:lnTo>
                  <a:lnTo>
                    <a:pt x="8158" y="3062"/>
                  </a:lnTo>
                  <a:lnTo>
                    <a:pt x="8099" y="3042"/>
                  </a:lnTo>
                  <a:lnTo>
                    <a:pt x="8040" y="3022"/>
                  </a:lnTo>
                  <a:lnTo>
                    <a:pt x="8099" y="2943"/>
                  </a:lnTo>
                  <a:lnTo>
                    <a:pt x="7941" y="3003"/>
                  </a:lnTo>
                  <a:lnTo>
                    <a:pt x="7941" y="3022"/>
                  </a:lnTo>
                  <a:lnTo>
                    <a:pt x="7921" y="3062"/>
                  </a:lnTo>
                  <a:lnTo>
                    <a:pt x="7862" y="3141"/>
                  </a:lnTo>
                  <a:lnTo>
                    <a:pt x="7842" y="3121"/>
                  </a:lnTo>
                  <a:lnTo>
                    <a:pt x="7842" y="3220"/>
                  </a:lnTo>
                  <a:lnTo>
                    <a:pt x="7862" y="3240"/>
                  </a:lnTo>
                  <a:lnTo>
                    <a:pt x="7901" y="3259"/>
                  </a:lnTo>
                  <a:lnTo>
                    <a:pt x="7961" y="3240"/>
                  </a:lnTo>
                  <a:lnTo>
                    <a:pt x="8000" y="3240"/>
                  </a:lnTo>
                  <a:lnTo>
                    <a:pt x="8040" y="3259"/>
                  </a:lnTo>
                  <a:lnTo>
                    <a:pt x="8059" y="3299"/>
                  </a:lnTo>
                  <a:lnTo>
                    <a:pt x="8059" y="3398"/>
                  </a:lnTo>
                  <a:lnTo>
                    <a:pt x="8020" y="3417"/>
                  </a:lnTo>
                  <a:lnTo>
                    <a:pt x="8000" y="3457"/>
                  </a:lnTo>
                  <a:lnTo>
                    <a:pt x="8000" y="3477"/>
                  </a:lnTo>
                  <a:lnTo>
                    <a:pt x="7961" y="3496"/>
                  </a:lnTo>
                  <a:lnTo>
                    <a:pt x="7961" y="3477"/>
                  </a:lnTo>
                  <a:lnTo>
                    <a:pt x="7980" y="3437"/>
                  </a:lnTo>
                  <a:lnTo>
                    <a:pt x="7901" y="3516"/>
                  </a:lnTo>
                  <a:lnTo>
                    <a:pt x="7882" y="3536"/>
                  </a:lnTo>
                  <a:lnTo>
                    <a:pt x="7882" y="3556"/>
                  </a:lnTo>
                  <a:lnTo>
                    <a:pt x="7803" y="3654"/>
                  </a:lnTo>
                  <a:lnTo>
                    <a:pt x="7783" y="3674"/>
                  </a:lnTo>
                  <a:lnTo>
                    <a:pt x="7743" y="3694"/>
                  </a:lnTo>
                  <a:lnTo>
                    <a:pt x="7684" y="3674"/>
                  </a:lnTo>
                  <a:lnTo>
                    <a:pt x="7625" y="3694"/>
                  </a:lnTo>
                  <a:lnTo>
                    <a:pt x="7625" y="3635"/>
                  </a:lnTo>
                  <a:lnTo>
                    <a:pt x="7645" y="3595"/>
                  </a:lnTo>
                  <a:lnTo>
                    <a:pt x="7704" y="3536"/>
                  </a:lnTo>
                  <a:lnTo>
                    <a:pt x="7783" y="3496"/>
                  </a:lnTo>
                  <a:lnTo>
                    <a:pt x="7842" y="3457"/>
                  </a:lnTo>
                  <a:lnTo>
                    <a:pt x="7783" y="3477"/>
                  </a:lnTo>
                  <a:lnTo>
                    <a:pt x="7763" y="3477"/>
                  </a:lnTo>
                  <a:lnTo>
                    <a:pt x="7743" y="3457"/>
                  </a:lnTo>
                  <a:lnTo>
                    <a:pt x="7842" y="3319"/>
                  </a:lnTo>
                  <a:lnTo>
                    <a:pt x="7763" y="3358"/>
                  </a:lnTo>
                  <a:lnTo>
                    <a:pt x="7724" y="3398"/>
                  </a:lnTo>
                  <a:lnTo>
                    <a:pt x="7704" y="3477"/>
                  </a:lnTo>
                  <a:lnTo>
                    <a:pt x="7645" y="3556"/>
                  </a:lnTo>
                  <a:lnTo>
                    <a:pt x="7605" y="3615"/>
                  </a:lnTo>
                  <a:lnTo>
                    <a:pt x="7585" y="3635"/>
                  </a:lnTo>
                  <a:lnTo>
                    <a:pt x="7565" y="3615"/>
                  </a:lnTo>
                  <a:lnTo>
                    <a:pt x="7565" y="3595"/>
                  </a:lnTo>
                  <a:lnTo>
                    <a:pt x="7546" y="3536"/>
                  </a:lnTo>
                  <a:lnTo>
                    <a:pt x="7546" y="3516"/>
                  </a:lnTo>
                  <a:lnTo>
                    <a:pt x="7585" y="3496"/>
                  </a:lnTo>
                  <a:lnTo>
                    <a:pt x="7565" y="3457"/>
                  </a:lnTo>
                  <a:lnTo>
                    <a:pt x="7546" y="3457"/>
                  </a:lnTo>
                  <a:lnTo>
                    <a:pt x="7506" y="3477"/>
                  </a:lnTo>
                  <a:lnTo>
                    <a:pt x="7447" y="3496"/>
                  </a:lnTo>
                  <a:lnTo>
                    <a:pt x="7407" y="3496"/>
                  </a:lnTo>
                  <a:lnTo>
                    <a:pt x="7447" y="3358"/>
                  </a:lnTo>
                  <a:lnTo>
                    <a:pt x="7447" y="3398"/>
                  </a:lnTo>
                  <a:lnTo>
                    <a:pt x="7467" y="3417"/>
                  </a:lnTo>
                  <a:lnTo>
                    <a:pt x="7546" y="3358"/>
                  </a:lnTo>
                  <a:lnTo>
                    <a:pt x="7605" y="3299"/>
                  </a:lnTo>
                  <a:lnTo>
                    <a:pt x="7645" y="3279"/>
                  </a:lnTo>
                  <a:lnTo>
                    <a:pt x="7645" y="3240"/>
                  </a:lnTo>
                  <a:lnTo>
                    <a:pt x="7664" y="3180"/>
                  </a:lnTo>
                  <a:lnTo>
                    <a:pt x="7704" y="3121"/>
                  </a:lnTo>
                  <a:lnTo>
                    <a:pt x="7743" y="3082"/>
                  </a:lnTo>
                  <a:lnTo>
                    <a:pt x="7941" y="2924"/>
                  </a:lnTo>
                  <a:lnTo>
                    <a:pt x="7901" y="2904"/>
                  </a:lnTo>
                  <a:lnTo>
                    <a:pt x="7882" y="2884"/>
                  </a:lnTo>
                  <a:lnTo>
                    <a:pt x="7862" y="2845"/>
                  </a:lnTo>
                  <a:lnTo>
                    <a:pt x="7862" y="2785"/>
                  </a:lnTo>
                  <a:lnTo>
                    <a:pt x="7822" y="2825"/>
                  </a:lnTo>
                  <a:lnTo>
                    <a:pt x="7783" y="2825"/>
                  </a:lnTo>
                  <a:lnTo>
                    <a:pt x="7743" y="2805"/>
                  </a:lnTo>
                  <a:lnTo>
                    <a:pt x="7724" y="2785"/>
                  </a:lnTo>
                  <a:lnTo>
                    <a:pt x="7704" y="2766"/>
                  </a:lnTo>
                  <a:lnTo>
                    <a:pt x="7684" y="2746"/>
                  </a:lnTo>
                  <a:lnTo>
                    <a:pt x="7625" y="2766"/>
                  </a:lnTo>
                  <a:lnTo>
                    <a:pt x="7565" y="2825"/>
                  </a:lnTo>
                  <a:lnTo>
                    <a:pt x="7585" y="2785"/>
                  </a:lnTo>
                  <a:lnTo>
                    <a:pt x="7605" y="2746"/>
                  </a:lnTo>
                  <a:lnTo>
                    <a:pt x="7625" y="2726"/>
                  </a:lnTo>
                  <a:lnTo>
                    <a:pt x="7625" y="2706"/>
                  </a:lnTo>
                  <a:lnTo>
                    <a:pt x="7565" y="2667"/>
                  </a:lnTo>
                  <a:lnTo>
                    <a:pt x="7506" y="2647"/>
                  </a:lnTo>
                  <a:lnTo>
                    <a:pt x="7427" y="2647"/>
                  </a:lnTo>
                  <a:lnTo>
                    <a:pt x="7348" y="2667"/>
                  </a:lnTo>
                  <a:lnTo>
                    <a:pt x="7328" y="2647"/>
                  </a:lnTo>
                  <a:lnTo>
                    <a:pt x="7348" y="2608"/>
                  </a:lnTo>
                  <a:lnTo>
                    <a:pt x="7388" y="2529"/>
                  </a:lnTo>
                  <a:lnTo>
                    <a:pt x="7328" y="2469"/>
                  </a:lnTo>
                  <a:lnTo>
                    <a:pt x="7249" y="2449"/>
                  </a:lnTo>
                  <a:lnTo>
                    <a:pt x="7190" y="2469"/>
                  </a:lnTo>
                  <a:lnTo>
                    <a:pt x="7111" y="2489"/>
                  </a:lnTo>
                  <a:lnTo>
                    <a:pt x="7032" y="2509"/>
                  </a:lnTo>
                  <a:lnTo>
                    <a:pt x="6874" y="2509"/>
                  </a:lnTo>
                  <a:lnTo>
                    <a:pt x="6815" y="2449"/>
                  </a:lnTo>
                  <a:lnTo>
                    <a:pt x="6894" y="2390"/>
                  </a:lnTo>
                  <a:lnTo>
                    <a:pt x="6874" y="2351"/>
                  </a:lnTo>
                  <a:lnTo>
                    <a:pt x="6835" y="2331"/>
                  </a:lnTo>
                  <a:lnTo>
                    <a:pt x="6795" y="2351"/>
                  </a:lnTo>
                  <a:lnTo>
                    <a:pt x="6756" y="2390"/>
                  </a:lnTo>
                  <a:lnTo>
                    <a:pt x="6775" y="2311"/>
                  </a:lnTo>
                  <a:lnTo>
                    <a:pt x="6756" y="2272"/>
                  </a:lnTo>
                  <a:lnTo>
                    <a:pt x="6657" y="2272"/>
                  </a:lnTo>
                  <a:lnTo>
                    <a:pt x="6617" y="2291"/>
                  </a:lnTo>
                  <a:lnTo>
                    <a:pt x="6578" y="2272"/>
                  </a:lnTo>
                  <a:lnTo>
                    <a:pt x="6558" y="2232"/>
                  </a:lnTo>
                  <a:lnTo>
                    <a:pt x="6558" y="2153"/>
                  </a:lnTo>
                  <a:lnTo>
                    <a:pt x="6538" y="2114"/>
                  </a:lnTo>
                  <a:lnTo>
                    <a:pt x="6499" y="2114"/>
                  </a:lnTo>
                  <a:lnTo>
                    <a:pt x="6440" y="2173"/>
                  </a:lnTo>
                  <a:lnTo>
                    <a:pt x="6361" y="2232"/>
                  </a:lnTo>
                  <a:lnTo>
                    <a:pt x="6321" y="2252"/>
                  </a:lnTo>
                  <a:lnTo>
                    <a:pt x="6282" y="2272"/>
                  </a:lnTo>
                  <a:lnTo>
                    <a:pt x="6341" y="2173"/>
                  </a:lnTo>
                  <a:lnTo>
                    <a:pt x="6380" y="2114"/>
                  </a:lnTo>
                  <a:lnTo>
                    <a:pt x="6380" y="2074"/>
                  </a:lnTo>
                  <a:lnTo>
                    <a:pt x="6163" y="2035"/>
                  </a:lnTo>
                  <a:lnTo>
                    <a:pt x="5985" y="1995"/>
                  </a:lnTo>
                  <a:lnTo>
                    <a:pt x="5590" y="1877"/>
                  </a:lnTo>
                  <a:lnTo>
                    <a:pt x="5650" y="1837"/>
                  </a:lnTo>
                  <a:lnTo>
                    <a:pt x="5571" y="1798"/>
                  </a:lnTo>
                  <a:lnTo>
                    <a:pt x="5353" y="1798"/>
                  </a:lnTo>
                  <a:lnTo>
                    <a:pt x="5215" y="1817"/>
                  </a:lnTo>
                  <a:lnTo>
                    <a:pt x="5156" y="1798"/>
                  </a:lnTo>
                  <a:lnTo>
                    <a:pt x="5096" y="1738"/>
                  </a:lnTo>
                  <a:lnTo>
                    <a:pt x="5017" y="1798"/>
                  </a:lnTo>
                  <a:lnTo>
                    <a:pt x="4958" y="1837"/>
                  </a:lnTo>
                  <a:lnTo>
                    <a:pt x="4938" y="1896"/>
                  </a:lnTo>
                  <a:lnTo>
                    <a:pt x="4938" y="1936"/>
                  </a:lnTo>
                  <a:lnTo>
                    <a:pt x="4919" y="1995"/>
                  </a:lnTo>
                  <a:lnTo>
                    <a:pt x="4859" y="2153"/>
                  </a:lnTo>
                  <a:lnTo>
                    <a:pt x="4800" y="2153"/>
                  </a:lnTo>
                  <a:lnTo>
                    <a:pt x="4780" y="2133"/>
                  </a:lnTo>
                  <a:lnTo>
                    <a:pt x="4780" y="2094"/>
                  </a:lnTo>
                  <a:lnTo>
                    <a:pt x="4800" y="2054"/>
                  </a:lnTo>
                  <a:lnTo>
                    <a:pt x="4820" y="1956"/>
                  </a:lnTo>
                  <a:lnTo>
                    <a:pt x="4820" y="1936"/>
                  </a:lnTo>
                  <a:lnTo>
                    <a:pt x="4780" y="1916"/>
                  </a:lnTo>
                  <a:lnTo>
                    <a:pt x="4840" y="1817"/>
                  </a:lnTo>
                  <a:lnTo>
                    <a:pt x="4879" y="1758"/>
                  </a:lnTo>
                  <a:lnTo>
                    <a:pt x="4938" y="1719"/>
                  </a:lnTo>
                  <a:lnTo>
                    <a:pt x="4998" y="1640"/>
                  </a:lnTo>
                  <a:lnTo>
                    <a:pt x="4998" y="1640"/>
                  </a:lnTo>
                  <a:lnTo>
                    <a:pt x="4800" y="1699"/>
                  </a:lnTo>
                  <a:lnTo>
                    <a:pt x="4800" y="1679"/>
                  </a:lnTo>
                  <a:lnTo>
                    <a:pt x="4780" y="1659"/>
                  </a:lnTo>
                  <a:lnTo>
                    <a:pt x="4721" y="1640"/>
                  </a:lnTo>
                  <a:lnTo>
                    <a:pt x="4662" y="1620"/>
                  </a:lnTo>
                  <a:lnTo>
                    <a:pt x="4642" y="1600"/>
                  </a:lnTo>
                  <a:lnTo>
                    <a:pt x="4642" y="1580"/>
                  </a:lnTo>
                  <a:lnTo>
                    <a:pt x="4662" y="1561"/>
                  </a:lnTo>
                  <a:lnTo>
                    <a:pt x="4682" y="1521"/>
                  </a:lnTo>
                  <a:lnTo>
                    <a:pt x="4721" y="1482"/>
                  </a:lnTo>
                  <a:lnTo>
                    <a:pt x="4721" y="1501"/>
                  </a:lnTo>
                  <a:lnTo>
                    <a:pt x="4721" y="1521"/>
                  </a:lnTo>
                  <a:lnTo>
                    <a:pt x="4701" y="1541"/>
                  </a:lnTo>
                  <a:lnTo>
                    <a:pt x="4741" y="1561"/>
                  </a:lnTo>
                  <a:lnTo>
                    <a:pt x="4761" y="1561"/>
                  </a:lnTo>
                  <a:lnTo>
                    <a:pt x="4800" y="1541"/>
                  </a:lnTo>
                  <a:lnTo>
                    <a:pt x="4840" y="1501"/>
                  </a:lnTo>
                  <a:lnTo>
                    <a:pt x="4879" y="1482"/>
                  </a:lnTo>
                  <a:lnTo>
                    <a:pt x="4761" y="1482"/>
                  </a:lnTo>
                  <a:lnTo>
                    <a:pt x="4682" y="1462"/>
                  </a:lnTo>
                  <a:lnTo>
                    <a:pt x="4642" y="1422"/>
                  </a:lnTo>
                  <a:lnTo>
                    <a:pt x="4603" y="1482"/>
                  </a:lnTo>
                  <a:lnTo>
                    <a:pt x="4563" y="1501"/>
                  </a:lnTo>
                  <a:lnTo>
                    <a:pt x="4524" y="1501"/>
                  </a:lnTo>
                  <a:lnTo>
                    <a:pt x="4484" y="1521"/>
                  </a:lnTo>
                  <a:lnTo>
                    <a:pt x="4484" y="1501"/>
                  </a:lnTo>
                  <a:lnTo>
                    <a:pt x="4464" y="1541"/>
                  </a:lnTo>
                  <a:lnTo>
                    <a:pt x="4425" y="1561"/>
                  </a:lnTo>
                  <a:lnTo>
                    <a:pt x="4385" y="1600"/>
                  </a:lnTo>
                  <a:lnTo>
                    <a:pt x="4445" y="1422"/>
                  </a:lnTo>
                  <a:lnTo>
                    <a:pt x="4425" y="1442"/>
                  </a:lnTo>
                  <a:lnTo>
                    <a:pt x="4405" y="1462"/>
                  </a:lnTo>
                  <a:lnTo>
                    <a:pt x="4405" y="1501"/>
                  </a:lnTo>
                  <a:lnTo>
                    <a:pt x="4366" y="1521"/>
                  </a:lnTo>
                  <a:lnTo>
                    <a:pt x="4306" y="1521"/>
                  </a:lnTo>
                  <a:lnTo>
                    <a:pt x="4247" y="1482"/>
                  </a:lnTo>
                  <a:lnTo>
                    <a:pt x="4227" y="1462"/>
                  </a:lnTo>
                  <a:lnTo>
                    <a:pt x="4208" y="1403"/>
                  </a:lnTo>
                  <a:lnTo>
                    <a:pt x="4208" y="1363"/>
                  </a:lnTo>
                  <a:lnTo>
                    <a:pt x="4227" y="1304"/>
                  </a:lnTo>
                  <a:lnTo>
                    <a:pt x="4188" y="1304"/>
                  </a:lnTo>
                  <a:lnTo>
                    <a:pt x="4148" y="1324"/>
                  </a:lnTo>
                  <a:lnTo>
                    <a:pt x="4109" y="1343"/>
                  </a:lnTo>
                  <a:lnTo>
                    <a:pt x="4069" y="1324"/>
                  </a:lnTo>
                  <a:lnTo>
                    <a:pt x="4129" y="1245"/>
                  </a:lnTo>
                  <a:lnTo>
                    <a:pt x="4050" y="1185"/>
                  </a:lnTo>
                  <a:lnTo>
                    <a:pt x="3951" y="1146"/>
                  </a:lnTo>
                  <a:lnTo>
                    <a:pt x="3872" y="1087"/>
                  </a:lnTo>
                  <a:lnTo>
                    <a:pt x="3832" y="1047"/>
                  </a:lnTo>
                  <a:lnTo>
                    <a:pt x="3813" y="988"/>
                  </a:lnTo>
                  <a:lnTo>
                    <a:pt x="3655" y="1008"/>
                  </a:lnTo>
                  <a:lnTo>
                    <a:pt x="3576" y="1027"/>
                  </a:lnTo>
                  <a:lnTo>
                    <a:pt x="3497" y="1087"/>
                  </a:lnTo>
                  <a:lnTo>
                    <a:pt x="3516" y="1087"/>
                  </a:lnTo>
                  <a:lnTo>
                    <a:pt x="3536" y="1126"/>
                  </a:lnTo>
                  <a:lnTo>
                    <a:pt x="3536" y="1185"/>
                  </a:lnTo>
                  <a:lnTo>
                    <a:pt x="3477" y="1225"/>
                  </a:lnTo>
                  <a:lnTo>
                    <a:pt x="3457" y="1264"/>
                  </a:lnTo>
                  <a:lnTo>
                    <a:pt x="3358" y="1264"/>
                  </a:lnTo>
                  <a:lnTo>
                    <a:pt x="3378" y="1205"/>
                  </a:lnTo>
                  <a:lnTo>
                    <a:pt x="3358" y="1166"/>
                  </a:lnTo>
                  <a:lnTo>
                    <a:pt x="3358" y="1126"/>
                  </a:lnTo>
                  <a:lnTo>
                    <a:pt x="3398" y="1106"/>
                  </a:lnTo>
                  <a:lnTo>
                    <a:pt x="3418" y="1047"/>
                  </a:lnTo>
                  <a:lnTo>
                    <a:pt x="3418" y="1008"/>
                  </a:lnTo>
                  <a:lnTo>
                    <a:pt x="3398" y="988"/>
                  </a:lnTo>
                  <a:lnTo>
                    <a:pt x="3339" y="988"/>
                  </a:lnTo>
                  <a:lnTo>
                    <a:pt x="3319" y="968"/>
                  </a:lnTo>
                  <a:lnTo>
                    <a:pt x="3319" y="929"/>
                  </a:lnTo>
                  <a:lnTo>
                    <a:pt x="3339" y="869"/>
                  </a:lnTo>
                  <a:lnTo>
                    <a:pt x="3299" y="889"/>
                  </a:lnTo>
                  <a:lnTo>
                    <a:pt x="3181" y="889"/>
                  </a:lnTo>
                  <a:lnTo>
                    <a:pt x="3102" y="929"/>
                  </a:lnTo>
                  <a:lnTo>
                    <a:pt x="3141" y="889"/>
                  </a:lnTo>
                  <a:lnTo>
                    <a:pt x="3161" y="869"/>
                  </a:lnTo>
                  <a:lnTo>
                    <a:pt x="3200" y="869"/>
                  </a:lnTo>
                  <a:lnTo>
                    <a:pt x="3220" y="830"/>
                  </a:lnTo>
                  <a:lnTo>
                    <a:pt x="3161" y="850"/>
                  </a:lnTo>
                  <a:lnTo>
                    <a:pt x="3161" y="850"/>
                  </a:lnTo>
                  <a:lnTo>
                    <a:pt x="3200" y="790"/>
                  </a:lnTo>
                  <a:lnTo>
                    <a:pt x="3161" y="771"/>
                  </a:lnTo>
                  <a:lnTo>
                    <a:pt x="3141" y="771"/>
                  </a:lnTo>
                  <a:lnTo>
                    <a:pt x="3062" y="810"/>
                  </a:lnTo>
                  <a:lnTo>
                    <a:pt x="2983" y="889"/>
                  </a:lnTo>
                  <a:lnTo>
                    <a:pt x="2924" y="929"/>
                  </a:lnTo>
                  <a:lnTo>
                    <a:pt x="2944" y="909"/>
                  </a:lnTo>
                  <a:lnTo>
                    <a:pt x="2884" y="929"/>
                  </a:lnTo>
                  <a:lnTo>
                    <a:pt x="3003" y="790"/>
                  </a:lnTo>
                  <a:lnTo>
                    <a:pt x="3003" y="790"/>
                  </a:lnTo>
                  <a:lnTo>
                    <a:pt x="2944" y="810"/>
                  </a:lnTo>
                  <a:lnTo>
                    <a:pt x="2884" y="850"/>
                  </a:lnTo>
                  <a:lnTo>
                    <a:pt x="2825" y="889"/>
                  </a:lnTo>
                  <a:lnTo>
                    <a:pt x="2766" y="909"/>
                  </a:lnTo>
                  <a:lnTo>
                    <a:pt x="2786" y="850"/>
                  </a:lnTo>
                  <a:lnTo>
                    <a:pt x="2706" y="889"/>
                  </a:lnTo>
                  <a:lnTo>
                    <a:pt x="2746" y="850"/>
                  </a:lnTo>
                  <a:lnTo>
                    <a:pt x="2667" y="909"/>
                  </a:lnTo>
                  <a:lnTo>
                    <a:pt x="2608" y="929"/>
                  </a:lnTo>
                  <a:lnTo>
                    <a:pt x="2548" y="948"/>
                  </a:lnTo>
                  <a:lnTo>
                    <a:pt x="2489" y="988"/>
                  </a:lnTo>
                  <a:lnTo>
                    <a:pt x="2489" y="948"/>
                  </a:lnTo>
                  <a:lnTo>
                    <a:pt x="2489" y="869"/>
                  </a:lnTo>
                  <a:lnTo>
                    <a:pt x="2489" y="830"/>
                  </a:lnTo>
                  <a:lnTo>
                    <a:pt x="2469" y="850"/>
                  </a:lnTo>
                  <a:lnTo>
                    <a:pt x="2450" y="869"/>
                  </a:lnTo>
                  <a:lnTo>
                    <a:pt x="2548" y="692"/>
                  </a:lnTo>
                  <a:lnTo>
                    <a:pt x="2568" y="692"/>
                  </a:lnTo>
                  <a:lnTo>
                    <a:pt x="2588" y="711"/>
                  </a:lnTo>
                  <a:lnTo>
                    <a:pt x="2568" y="771"/>
                  </a:lnTo>
                  <a:lnTo>
                    <a:pt x="2568" y="810"/>
                  </a:lnTo>
                  <a:lnTo>
                    <a:pt x="2627" y="810"/>
                  </a:lnTo>
                  <a:lnTo>
                    <a:pt x="2647" y="711"/>
                  </a:lnTo>
                  <a:lnTo>
                    <a:pt x="2627" y="632"/>
                  </a:lnTo>
                  <a:lnTo>
                    <a:pt x="2608" y="573"/>
                  </a:lnTo>
                  <a:lnTo>
                    <a:pt x="2568" y="534"/>
                  </a:lnTo>
                  <a:lnTo>
                    <a:pt x="2469" y="474"/>
                  </a:lnTo>
                  <a:lnTo>
                    <a:pt x="2351" y="435"/>
                  </a:lnTo>
                  <a:lnTo>
                    <a:pt x="2311" y="455"/>
                  </a:lnTo>
                  <a:lnTo>
                    <a:pt x="2252" y="435"/>
                  </a:lnTo>
                  <a:lnTo>
                    <a:pt x="2173" y="395"/>
                  </a:lnTo>
                  <a:lnTo>
                    <a:pt x="2134" y="376"/>
                  </a:lnTo>
                  <a:lnTo>
                    <a:pt x="2074" y="376"/>
                  </a:lnTo>
                  <a:lnTo>
                    <a:pt x="2035" y="415"/>
                  </a:lnTo>
                  <a:lnTo>
                    <a:pt x="1956" y="474"/>
                  </a:lnTo>
                  <a:lnTo>
                    <a:pt x="2035" y="376"/>
                  </a:lnTo>
                  <a:lnTo>
                    <a:pt x="1916" y="198"/>
                  </a:lnTo>
                  <a:lnTo>
                    <a:pt x="1818" y="158"/>
                  </a:lnTo>
                  <a:lnTo>
                    <a:pt x="1719" y="99"/>
                  </a:lnTo>
                  <a:lnTo>
                    <a:pt x="1660" y="79"/>
                  </a:lnTo>
                  <a:lnTo>
                    <a:pt x="1541" y="79"/>
                  </a:lnTo>
                  <a:lnTo>
                    <a:pt x="1482" y="119"/>
                  </a:lnTo>
                  <a:lnTo>
                    <a:pt x="1482" y="119"/>
                  </a:lnTo>
                  <a:lnTo>
                    <a:pt x="1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
            <p:cNvSpPr/>
            <p:nvPr/>
          </p:nvSpPr>
          <p:spPr>
            <a:xfrm>
              <a:off x="-1255850" y="3936575"/>
              <a:ext cx="1000" cy="1025"/>
            </a:xfrm>
            <a:custGeom>
              <a:rect b="b" l="l" r="r" t="t"/>
              <a:pathLst>
                <a:path extrusionOk="0" h="41" w="40">
                  <a:moveTo>
                    <a:pt x="40" y="1"/>
                  </a:moveTo>
                  <a:lnTo>
                    <a:pt x="40" y="1"/>
                  </a:lnTo>
                  <a:lnTo>
                    <a:pt x="0" y="40"/>
                  </a:lnTo>
                  <a:lnTo>
                    <a:pt x="0" y="40"/>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2"/>
            <p:cNvSpPr/>
            <p:nvPr/>
          </p:nvSpPr>
          <p:spPr>
            <a:xfrm>
              <a:off x="-1226725" y="3948425"/>
              <a:ext cx="525" cy="1025"/>
            </a:xfrm>
            <a:custGeom>
              <a:rect b="b" l="l" r="r" t="t"/>
              <a:pathLst>
                <a:path extrusionOk="0" h="41" w="21">
                  <a:moveTo>
                    <a:pt x="21" y="1"/>
                  </a:moveTo>
                  <a:lnTo>
                    <a:pt x="21" y="1"/>
                  </a:lnTo>
                  <a:lnTo>
                    <a:pt x="1" y="40"/>
                  </a:lnTo>
                  <a:lnTo>
                    <a:pt x="1" y="40"/>
                  </a:lnTo>
                  <a:lnTo>
                    <a:pt x="21" y="1"/>
                  </a:lnTo>
                  <a:lnTo>
                    <a:pt x="2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
            <p:cNvSpPr/>
            <p:nvPr/>
          </p:nvSpPr>
          <p:spPr>
            <a:xfrm>
              <a:off x="-1426225" y="3852150"/>
              <a:ext cx="310150" cy="250875"/>
            </a:xfrm>
            <a:custGeom>
              <a:rect b="b" l="l" r="r" t="t"/>
              <a:pathLst>
                <a:path extrusionOk="0" h="10035" w="12406">
                  <a:moveTo>
                    <a:pt x="2470" y="0"/>
                  </a:moveTo>
                  <a:lnTo>
                    <a:pt x="2391" y="20"/>
                  </a:lnTo>
                  <a:lnTo>
                    <a:pt x="2332" y="60"/>
                  </a:lnTo>
                  <a:lnTo>
                    <a:pt x="2174" y="158"/>
                  </a:lnTo>
                  <a:lnTo>
                    <a:pt x="2016" y="316"/>
                  </a:lnTo>
                  <a:lnTo>
                    <a:pt x="1858" y="514"/>
                  </a:lnTo>
                  <a:lnTo>
                    <a:pt x="1700" y="731"/>
                  </a:lnTo>
                  <a:lnTo>
                    <a:pt x="1522" y="988"/>
                  </a:lnTo>
                  <a:lnTo>
                    <a:pt x="1364" y="1284"/>
                  </a:lnTo>
                  <a:lnTo>
                    <a:pt x="1344" y="1284"/>
                  </a:lnTo>
                  <a:lnTo>
                    <a:pt x="1324" y="1324"/>
                  </a:lnTo>
                  <a:lnTo>
                    <a:pt x="1324" y="1363"/>
                  </a:lnTo>
                  <a:lnTo>
                    <a:pt x="1265" y="1422"/>
                  </a:lnTo>
                  <a:lnTo>
                    <a:pt x="1226" y="1501"/>
                  </a:lnTo>
                  <a:lnTo>
                    <a:pt x="1226" y="1521"/>
                  </a:lnTo>
                  <a:lnTo>
                    <a:pt x="1226" y="1541"/>
                  </a:lnTo>
                  <a:lnTo>
                    <a:pt x="989" y="1995"/>
                  </a:lnTo>
                  <a:lnTo>
                    <a:pt x="752" y="2450"/>
                  </a:lnTo>
                  <a:lnTo>
                    <a:pt x="554" y="2904"/>
                  </a:lnTo>
                  <a:lnTo>
                    <a:pt x="376" y="3338"/>
                  </a:lnTo>
                  <a:lnTo>
                    <a:pt x="218" y="3733"/>
                  </a:lnTo>
                  <a:lnTo>
                    <a:pt x="100" y="4049"/>
                  </a:lnTo>
                  <a:lnTo>
                    <a:pt x="21" y="4306"/>
                  </a:lnTo>
                  <a:lnTo>
                    <a:pt x="1" y="4464"/>
                  </a:lnTo>
                  <a:lnTo>
                    <a:pt x="21" y="4524"/>
                  </a:lnTo>
                  <a:lnTo>
                    <a:pt x="40" y="4563"/>
                  </a:lnTo>
                  <a:lnTo>
                    <a:pt x="139" y="4701"/>
                  </a:lnTo>
                  <a:lnTo>
                    <a:pt x="277" y="4840"/>
                  </a:lnTo>
                  <a:lnTo>
                    <a:pt x="495" y="4978"/>
                  </a:lnTo>
                  <a:lnTo>
                    <a:pt x="732" y="5156"/>
                  </a:lnTo>
                  <a:lnTo>
                    <a:pt x="1008" y="5333"/>
                  </a:lnTo>
                  <a:lnTo>
                    <a:pt x="1680" y="5709"/>
                  </a:lnTo>
                  <a:lnTo>
                    <a:pt x="2411" y="6104"/>
                  </a:lnTo>
                  <a:lnTo>
                    <a:pt x="3201" y="6519"/>
                  </a:lnTo>
                  <a:lnTo>
                    <a:pt x="4662" y="7269"/>
                  </a:lnTo>
                  <a:lnTo>
                    <a:pt x="6243" y="8099"/>
                  </a:lnTo>
                  <a:lnTo>
                    <a:pt x="7131" y="8592"/>
                  </a:lnTo>
                  <a:lnTo>
                    <a:pt x="8040" y="9067"/>
                  </a:lnTo>
                  <a:lnTo>
                    <a:pt x="8889" y="9481"/>
                  </a:lnTo>
                  <a:lnTo>
                    <a:pt x="9620" y="9797"/>
                  </a:lnTo>
                  <a:lnTo>
                    <a:pt x="9916" y="9916"/>
                  </a:lnTo>
                  <a:lnTo>
                    <a:pt x="10173" y="9995"/>
                  </a:lnTo>
                  <a:lnTo>
                    <a:pt x="10371" y="10034"/>
                  </a:lnTo>
                  <a:lnTo>
                    <a:pt x="10450" y="10034"/>
                  </a:lnTo>
                  <a:lnTo>
                    <a:pt x="10509" y="10015"/>
                  </a:lnTo>
                  <a:lnTo>
                    <a:pt x="10588" y="9955"/>
                  </a:lnTo>
                  <a:lnTo>
                    <a:pt x="10667" y="9857"/>
                  </a:lnTo>
                  <a:lnTo>
                    <a:pt x="10687" y="9837"/>
                  </a:lnTo>
                  <a:lnTo>
                    <a:pt x="10687" y="9817"/>
                  </a:lnTo>
                  <a:lnTo>
                    <a:pt x="10707" y="9797"/>
                  </a:lnTo>
                  <a:lnTo>
                    <a:pt x="10726" y="9797"/>
                  </a:lnTo>
                  <a:lnTo>
                    <a:pt x="10726" y="9778"/>
                  </a:lnTo>
                  <a:lnTo>
                    <a:pt x="10746" y="9738"/>
                  </a:lnTo>
                  <a:lnTo>
                    <a:pt x="10766" y="9718"/>
                  </a:lnTo>
                  <a:lnTo>
                    <a:pt x="10904" y="9481"/>
                  </a:lnTo>
                  <a:lnTo>
                    <a:pt x="11042" y="9225"/>
                  </a:lnTo>
                  <a:lnTo>
                    <a:pt x="11319" y="8573"/>
                  </a:lnTo>
                  <a:lnTo>
                    <a:pt x="11516" y="8099"/>
                  </a:lnTo>
                  <a:lnTo>
                    <a:pt x="11714" y="7605"/>
                  </a:lnTo>
                  <a:lnTo>
                    <a:pt x="12050" y="6637"/>
                  </a:lnTo>
                  <a:lnTo>
                    <a:pt x="12306" y="5827"/>
                  </a:lnTo>
                  <a:lnTo>
                    <a:pt x="12366" y="5551"/>
                  </a:lnTo>
                  <a:lnTo>
                    <a:pt x="12405" y="5353"/>
                  </a:lnTo>
                  <a:lnTo>
                    <a:pt x="12385" y="5274"/>
                  </a:lnTo>
                  <a:lnTo>
                    <a:pt x="12326" y="5195"/>
                  </a:lnTo>
                  <a:lnTo>
                    <a:pt x="12247" y="5096"/>
                  </a:lnTo>
                  <a:lnTo>
                    <a:pt x="12129" y="4998"/>
                  </a:lnTo>
                  <a:lnTo>
                    <a:pt x="11832" y="4800"/>
                  </a:lnTo>
                  <a:lnTo>
                    <a:pt x="11418" y="4563"/>
                  </a:lnTo>
                  <a:lnTo>
                    <a:pt x="11358" y="4524"/>
                  </a:lnTo>
                  <a:lnTo>
                    <a:pt x="11339" y="4524"/>
                  </a:lnTo>
                  <a:lnTo>
                    <a:pt x="11260" y="4484"/>
                  </a:lnTo>
                  <a:lnTo>
                    <a:pt x="11260" y="4464"/>
                  </a:lnTo>
                  <a:lnTo>
                    <a:pt x="11240" y="4464"/>
                  </a:lnTo>
                  <a:lnTo>
                    <a:pt x="11220" y="4445"/>
                  </a:lnTo>
                  <a:lnTo>
                    <a:pt x="10233" y="3970"/>
                  </a:lnTo>
                  <a:lnTo>
                    <a:pt x="8435" y="3101"/>
                  </a:lnTo>
                  <a:lnTo>
                    <a:pt x="7447" y="2627"/>
                  </a:lnTo>
                  <a:lnTo>
                    <a:pt x="6499" y="2134"/>
                  </a:lnTo>
                  <a:lnTo>
                    <a:pt x="4761" y="1205"/>
                  </a:lnTo>
                  <a:lnTo>
                    <a:pt x="3537" y="553"/>
                  </a:lnTo>
                  <a:lnTo>
                    <a:pt x="2588" y="20"/>
                  </a:lnTo>
                  <a:lnTo>
                    <a:pt x="252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2"/>
            <p:cNvSpPr/>
            <p:nvPr/>
          </p:nvSpPr>
          <p:spPr>
            <a:xfrm>
              <a:off x="-1160050" y="3541050"/>
              <a:ext cx="44950" cy="29150"/>
            </a:xfrm>
            <a:custGeom>
              <a:rect b="b" l="l" r="r" t="t"/>
              <a:pathLst>
                <a:path extrusionOk="0" h="1166" w="1798">
                  <a:moveTo>
                    <a:pt x="1699" y="0"/>
                  </a:moveTo>
                  <a:lnTo>
                    <a:pt x="1679" y="139"/>
                  </a:lnTo>
                  <a:lnTo>
                    <a:pt x="1659" y="336"/>
                  </a:lnTo>
                  <a:lnTo>
                    <a:pt x="1679" y="514"/>
                  </a:lnTo>
                  <a:lnTo>
                    <a:pt x="1699" y="554"/>
                  </a:lnTo>
                  <a:lnTo>
                    <a:pt x="1245" y="751"/>
                  </a:lnTo>
                  <a:lnTo>
                    <a:pt x="889" y="889"/>
                  </a:lnTo>
                  <a:lnTo>
                    <a:pt x="632" y="988"/>
                  </a:lnTo>
                  <a:lnTo>
                    <a:pt x="376" y="1067"/>
                  </a:lnTo>
                  <a:lnTo>
                    <a:pt x="297" y="1067"/>
                  </a:lnTo>
                  <a:lnTo>
                    <a:pt x="237" y="1047"/>
                  </a:lnTo>
                  <a:lnTo>
                    <a:pt x="178" y="968"/>
                  </a:lnTo>
                  <a:lnTo>
                    <a:pt x="139" y="889"/>
                  </a:lnTo>
                  <a:lnTo>
                    <a:pt x="119" y="791"/>
                  </a:lnTo>
                  <a:lnTo>
                    <a:pt x="99" y="712"/>
                  </a:lnTo>
                  <a:lnTo>
                    <a:pt x="119" y="633"/>
                  </a:lnTo>
                  <a:lnTo>
                    <a:pt x="0" y="692"/>
                  </a:lnTo>
                  <a:lnTo>
                    <a:pt x="40" y="850"/>
                  </a:lnTo>
                  <a:lnTo>
                    <a:pt x="79" y="988"/>
                  </a:lnTo>
                  <a:lnTo>
                    <a:pt x="139" y="1107"/>
                  </a:lnTo>
                  <a:lnTo>
                    <a:pt x="178" y="1146"/>
                  </a:lnTo>
                  <a:lnTo>
                    <a:pt x="218" y="1166"/>
                  </a:lnTo>
                  <a:lnTo>
                    <a:pt x="297" y="1166"/>
                  </a:lnTo>
                  <a:lnTo>
                    <a:pt x="376" y="1146"/>
                  </a:lnTo>
                  <a:lnTo>
                    <a:pt x="593" y="1087"/>
                  </a:lnTo>
                  <a:lnTo>
                    <a:pt x="830" y="1008"/>
                  </a:lnTo>
                  <a:lnTo>
                    <a:pt x="1106" y="889"/>
                  </a:lnTo>
                  <a:lnTo>
                    <a:pt x="1580" y="692"/>
                  </a:lnTo>
                  <a:lnTo>
                    <a:pt x="1798" y="593"/>
                  </a:lnTo>
                  <a:lnTo>
                    <a:pt x="1758" y="554"/>
                  </a:lnTo>
                  <a:lnTo>
                    <a:pt x="1738" y="415"/>
                  </a:lnTo>
                  <a:lnTo>
                    <a:pt x="1719" y="336"/>
                  </a:lnTo>
                  <a:lnTo>
                    <a:pt x="1719" y="238"/>
                  </a:lnTo>
                  <a:lnTo>
                    <a:pt x="1758" y="119"/>
                  </a:lnTo>
                  <a:lnTo>
                    <a:pt x="17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
            <p:cNvSpPr/>
            <p:nvPr/>
          </p:nvSpPr>
          <p:spPr>
            <a:xfrm>
              <a:off x="-1201050" y="3651650"/>
              <a:ext cx="61750" cy="19800"/>
            </a:xfrm>
            <a:custGeom>
              <a:rect b="b" l="l" r="r" t="t"/>
              <a:pathLst>
                <a:path extrusionOk="0" h="792" w="2470">
                  <a:moveTo>
                    <a:pt x="2154" y="1"/>
                  </a:moveTo>
                  <a:lnTo>
                    <a:pt x="1917" y="60"/>
                  </a:lnTo>
                  <a:lnTo>
                    <a:pt x="1166" y="218"/>
                  </a:lnTo>
                  <a:lnTo>
                    <a:pt x="929" y="277"/>
                  </a:lnTo>
                  <a:lnTo>
                    <a:pt x="712" y="357"/>
                  </a:lnTo>
                  <a:lnTo>
                    <a:pt x="514" y="455"/>
                  </a:lnTo>
                  <a:lnTo>
                    <a:pt x="337" y="554"/>
                  </a:lnTo>
                  <a:lnTo>
                    <a:pt x="100" y="732"/>
                  </a:lnTo>
                  <a:lnTo>
                    <a:pt x="1" y="791"/>
                  </a:lnTo>
                  <a:lnTo>
                    <a:pt x="100" y="752"/>
                  </a:lnTo>
                  <a:lnTo>
                    <a:pt x="337" y="633"/>
                  </a:lnTo>
                  <a:lnTo>
                    <a:pt x="672" y="495"/>
                  </a:lnTo>
                  <a:lnTo>
                    <a:pt x="870" y="436"/>
                  </a:lnTo>
                  <a:lnTo>
                    <a:pt x="1087" y="376"/>
                  </a:lnTo>
                  <a:lnTo>
                    <a:pt x="1542" y="317"/>
                  </a:lnTo>
                  <a:lnTo>
                    <a:pt x="1996" y="277"/>
                  </a:lnTo>
                  <a:lnTo>
                    <a:pt x="2470" y="238"/>
                  </a:lnTo>
                  <a:lnTo>
                    <a:pt x="215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2"/>
            <p:cNvSpPr/>
            <p:nvPr/>
          </p:nvSpPr>
          <p:spPr>
            <a:xfrm>
              <a:off x="-1604475" y="3372675"/>
              <a:ext cx="1500" cy="25"/>
            </a:xfrm>
            <a:custGeom>
              <a:rect b="b" l="l" r="r" t="t"/>
              <a:pathLst>
                <a:path extrusionOk="0" h="1" w="60">
                  <a:moveTo>
                    <a:pt x="60" y="0"/>
                  </a:moveTo>
                  <a:lnTo>
                    <a:pt x="60" y="0"/>
                  </a:lnTo>
                  <a:lnTo>
                    <a:pt x="0" y="0"/>
                  </a:lnTo>
                  <a:lnTo>
                    <a:pt x="0" y="0"/>
                  </a:lnTo>
                  <a:lnTo>
                    <a:pt x="60" y="0"/>
                  </a:lnTo>
                  <a:lnTo>
                    <a:pt x="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
            <p:cNvSpPr/>
            <p:nvPr/>
          </p:nvSpPr>
          <p:spPr>
            <a:xfrm>
              <a:off x="-1617800" y="3278850"/>
              <a:ext cx="158525" cy="230125"/>
            </a:xfrm>
            <a:custGeom>
              <a:rect b="b" l="l" r="r" t="t"/>
              <a:pathLst>
                <a:path extrusionOk="0" h="9205" w="6341">
                  <a:moveTo>
                    <a:pt x="1245" y="4089"/>
                  </a:moveTo>
                  <a:lnTo>
                    <a:pt x="1324" y="4148"/>
                  </a:lnTo>
                  <a:lnTo>
                    <a:pt x="1324" y="4148"/>
                  </a:lnTo>
                  <a:lnTo>
                    <a:pt x="1284" y="4109"/>
                  </a:lnTo>
                  <a:lnTo>
                    <a:pt x="1245" y="4089"/>
                  </a:lnTo>
                  <a:close/>
                  <a:moveTo>
                    <a:pt x="2054" y="5570"/>
                  </a:moveTo>
                  <a:lnTo>
                    <a:pt x="1995" y="5590"/>
                  </a:lnTo>
                  <a:lnTo>
                    <a:pt x="1857" y="5728"/>
                  </a:lnTo>
                  <a:lnTo>
                    <a:pt x="1896" y="5728"/>
                  </a:lnTo>
                  <a:lnTo>
                    <a:pt x="1916" y="5748"/>
                  </a:lnTo>
                  <a:lnTo>
                    <a:pt x="1896" y="5787"/>
                  </a:lnTo>
                  <a:lnTo>
                    <a:pt x="1896" y="5827"/>
                  </a:lnTo>
                  <a:lnTo>
                    <a:pt x="1877" y="5847"/>
                  </a:lnTo>
                  <a:lnTo>
                    <a:pt x="1896" y="5867"/>
                  </a:lnTo>
                  <a:lnTo>
                    <a:pt x="1956" y="5807"/>
                  </a:lnTo>
                  <a:lnTo>
                    <a:pt x="2015" y="5787"/>
                  </a:lnTo>
                  <a:lnTo>
                    <a:pt x="1995" y="5847"/>
                  </a:lnTo>
                  <a:lnTo>
                    <a:pt x="2173" y="5728"/>
                  </a:lnTo>
                  <a:lnTo>
                    <a:pt x="2153" y="5728"/>
                  </a:lnTo>
                  <a:lnTo>
                    <a:pt x="2153" y="5708"/>
                  </a:lnTo>
                  <a:lnTo>
                    <a:pt x="2133" y="5689"/>
                  </a:lnTo>
                  <a:lnTo>
                    <a:pt x="2074" y="5689"/>
                  </a:lnTo>
                  <a:lnTo>
                    <a:pt x="2054" y="5669"/>
                  </a:lnTo>
                  <a:lnTo>
                    <a:pt x="2074" y="5629"/>
                  </a:lnTo>
                  <a:lnTo>
                    <a:pt x="2133" y="5629"/>
                  </a:lnTo>
                  <a:lnTo>
                    <a:pt x="2114" y="5610"/>
                  </a:lnTo>
                  <a:lnTo>
                    <a:pt x="2094" y="5570"/>
                  </a:lnTo>
                  <a:close/>
                  <a:moveTo>
                    <a:pt x="3321" y="7543"/>
                  </a:moveTo>
                  <a:lnTo>
                    <a:pt x="3319" y="7545"/>
                  </a:lnTo>
                  <a:lnTo>
                    <a:pt x="3338" y="7545"/>
                  </a:lnTo>
                  <a:lnTo>
                    <a:pt x="3321" y="7543"/>
                  </a:lnTo>
                  <a:close/>
                  <a:moveTo>
                    <a:pt x="1640" y="0"/>
                  </a:moveTo>
                  <a:lnTo>
                    <a:pt x="0" y="810"/>
                  </a:lnTo>
                  <a:lnTo>
                    <a:pt x="1087" y="3259"/>
                  </a:lnTo>
                  <a:lnTo>
                    <a:pt x="1225" y="3200"/>
                  </a:lnTo>
                  <a:lnTo>
                    <a:pt x="1383" y="3180"/>
                  </a:lnTo>
                  <a:lnTo>
                    <a:pt x="1383" y="3180"/>
                  </a:lnTo>
                  <a:lnTo>
                    <a:pt x="1343" y="3200"/>
                  </a:lnTo>
                  <a:lnTo>
                    <a:pt x="1324" y="3259"/>
                  </a:lnTo>
                  <a:lnTo>
                    <a:pt x="1324" y="3318"/>
                  </a:lnTo>
                  <a:lnTo>
                    <a:pt x="1304" y="3378"/>
                  </a:lnTo>
                  <a:lnTo>
                    <a:pt x="1225" y="3417"/>
                  </a:lnTo>
                  <a:lnTo>
                    <a:pt x="1166" y="3457"/>
                  </a:lnTo>
                  <a:lnTo>
                    <a:pt x="1106" y="3516"/>
                  </a:lnTo>
                  <a:lnTo>
                    <a:pt x="1087" y="3516"/>
                  </a:lnTo>
                  <a:lnTo>
                    <a:pt x="1047" y="3496"/>
                  </a:lnTo>
                  <a:lnTo>
                    <a:pt x="1146" y="3397"/>
                  </a:lnTo>
                  <a:lnTo>
                    <a:pt x="1166" y="3378"/>
                  </a:lnTo>
                  <a:lnTo>
                    <a:pt x="1126" y="3378"/>
                  </a:lnTo>
                  <a:lnTo>
                    <a:pt x="1027" y="3496"/>
                  </a:lnTo>
                  <a:lnTo>
                    <a:pt x="929" y="3635"/>
                  </a:lnTo>
                  <a:lnTo>
                    <a:pt x="850" y="3654"/>
                  </a:lnTo>
                  <a:lnTo>
                    <a:pt x="810" y="3654"/>
                  </a:lnTo>
                  <a:lnTo>
                    <a:pt x="790" y="3635"/>
                  </a:lnTo>
                  <a:lnTo>
                    <a:pt x="850" y="3615"/>
                  </a:lnTo>
                  <a:lnTo>
                    <a:pt x="909" y="3575"/>
                  </a:lnTo>
                  <a:lnTo>
                    <a:pt x="810" y="3575"/>
                  </a:lnTo>
                  <a:lnTo>
                    <a:pt x="731" y="3635"/>
                  </a:lnTo>
                  <a:lnTo>
                    <a:pt x="652" y="3694"/>
                  </a:lnTo>
                  <a:lnTo>
                    <a:pt x="593" y="3753"/>
                  </a:lnTo>
                  <a:lnTo>
                    <a:pt x="632" y="3793"/>
                  </a:lnTo>
                  <a:lnTo>
                    <a:pt x="652" y="3793"/>
                  </a:lnTo>
                  <a:lnTo>
                    <a:pt x="691" y="3773"/>
                  </a:lnTo>
                  <a:lnTo>
                    <a:pt x="652" y="3832"/>
                  </a:lnTo>
                  <a:lnTo>
                    <a:pt x="652" y="3852"/>
                  </a:lnTo>
                  <a:lnTo>
                    <a:pt x="691" y="3872"/>
                  </a:lnTo>
                  <a:lnTo>
                    <a:pt x="731" y="3891"/>
                  </a:lnTo>
                  <a:lnTo>
                    <a:pt x="770" y="3911"/>
                  </a:lnTo>
                  <a:lnTo>
                    <a:pt x="790" y="3931"/>
                  </a:lnTo>
                  <a:lnTo>
                    <a:pt x="790" y="3970"/>
                  </a:lnTo>
                  <a:lnTo>
                    <a:pt x="770" y="4010"/>
                  </a:lnTo>
                  <a:lnTo>
                    <a:pt x="830" y="3970"/>
                  </a:lnTo>
                  <a:lnTo>
                    <a:pt x="869" y="3951"/>
                  </a:lnTo>
                  <a:lnTo>
                    <a:pt x="929" y="3951"/>
                  </a:lnTo>
                  <a:lnTo>
                    <a:pt x="929" y="3970"/>
                  </a:lnTo>
                  <a:lnTo>
                    <a:pt x="929" y="3990"/>
                  </a:lnTo>
                  <a:lnTo>
                    <a:pt x="909" y="4010"/>
                  </a:lnTo>
                  <a:lnTo>
                    <a:pt x="830" y="4089"/>
                  </a:lnTo>
                  <a:lnTo>
                    <a:pt x="889" y="4089"/>
                  </a:lnTo>
                  <a:lnTo>
                    <a:pt x="948" y="4109"/>
                  </a:lnTo>
                  <a:lnTo>
                    <a:pt x="968" y="4128"/>
                  </a:lnTo>
                  <a:lnTo>
                    <a:pt x="968" y="4148"/>
                  </a:lnTo>
                  <a:lnTo>
                    <a:pt x="988" y="4148"/>
                  </a:lnTo>
                  <a:lnTo>
                    <a:pt x="1027" y="4128"/>
                  </a:lnTo>
                  <a:lnTo>
                    <a:pt x="1106" y="4089"/>
                  </a:lnTo>
                  <a:lnTo>
                    <a:pt x="1185" y="4030"/>
                  </a:lnTo>
                  <a:lnTo>
                    <a:pt x="1245" y="4010"/>
                  </a:lnTo>
                  <a:lnTo>
                    <a:pt x="1383" y="4010"/>
                  </a:lnTo>
                  <a:lnTo>
                    <a:pt x="1383" y="4030"/>
                  </a:lnTo>
                  <a:lnTo>
                    <a:pt x="1383" y="4069"/>
                  </a:lnTo>
                  <a:lnTo>
                    <a:pt x="1403" y="4089"/>
                  </a:lnTo>
                  <a:lnTo>
                    <a:pt x="1422" y="4109"/>
                  </a:lnTo>
                  <a:lnTo>
                    <a:pt x="1363" y="4148"/>
                  </a:lnTo>
                  <a:lnTo>
                    <a:pt x="1324" y="4148"/>
                  </a:lnTo>
                  <a:lnTo>
                    <a:pt x="1403" y="4207"/>
                  </a:lnTo>
                  <a:lnTo>
                    <a:pt x="1343" y="4247"/>
                  </a:lnTo>
                  <a:lnTo>
                    <a:pt x="1304" y="4267"/>
                  </a:lnTo>
                  <a:lnTo>
                    <a:pt x="1264" y="4247"/>
                  </a:lnTo>
                  <a:lnTo>
                    <a:pt x="1245" y="4207"/>
                  </a:lnTo>
                  <a:lnTo>
                    <a:pt x="1225" y="4247"/>
                  </a:lnTo>
                  <a:lnTo>
                    <a:pt x="1225" y="4286"/>
                  </a:lnTo>
                  <a:lnTo>
                    <a:pt x="1245" y="4306"/>
                  </a:lnTo>
                  <a:lnTo>
                    <a:pt x="1264" y="4326"/>
                  </a:lnTo>
                  <a:lnTo>
                    <a:pt x="1343" y="4326"/>
                  </a:lnTo>
                  <a:lnTo>
                    <a:pt x="1442" y="4306"/>
                  </a:lnTo>
                  <a:lnTo>
                    <a:pt x="1442" y="4365"/>
                  </a:lnTo>
                  <a:lnTo>
                    <a:pt x="1442" y="4385"/>
                  </a:lnTo>
                  <a:lnTo>
                    <a:pt x="1422" y="4425"/>
                  </a:lnTo>
                  <a:lnTo>
                    <a:pt x="1343" y="4444"/>
                  </a:lnTo>
                  <a:lnTo>
                    <a:pt x="1245" y="4484"/>
                  </a:lnTo>
                  <a:lnTo>
                    <a:pt x="1146" y="4504"/>
                  </a:lnTo>
                  <a:lnTo>
                    <a:pt x="1067" y="4504"/>
                  </a:lnTo>
                  <a:lnTo>
                    <a:pt x="1067" y="4464"/>
                  </a:lnTo>
                  <a:lnTo>
                    <a:pt x="1087" y="4444"/>
                  </a:lnTo>
                  <a:lnTo>
                    <a:pt x="1146" y="4425"/>
                  </a:lnTo>
                  <a:lnTo>
                    <a:pt x="1205" y="4405"/>
                  </a:lnTo>
                  <a:lnTo>
                    <a:pt x="1225" y="4385"/>
                  </a:lnTo>
                  <a:lnTo>
                    <a:pt x="1245" y="4365"/>
                  </a:lnTo>
                  <a:lnTo>
                    <a:pt x="1106" y="4405"/>
                  </a:lnTo>
                  <a:lnTo>
                    <a:pt x="1126" y="4385"/>
                  </a:lnTo>
                  <a:lnTo>
                    <a:pt x="1106" y="4365"/>
                  </a:lnTo>
                  <a:lnTo>
                    <a:pt x="1067" y="4346"/>
                  </a:lnTo>
                  <a:lnTo>
                    <a:pt x="1027" y="4326"/>
                  </a:lnTo>
                  <a:lnTo>
                    <a:pt x="1047" y="4326"/>
                  </a:lnTo>
                  <a:lnTo>
                    <a:pt x="1067" y="4306"/>
                  </a:lnTo>
                  <a:lnTo>
                    <a:pt x="1106" y="4326"/>
                  </a:lnTo>
                  <a:lnTo>
                    <a:pt x="1087" y="4267"/>
                  </a:lnTo>
                  <a:lnTo>
                    <a:pt x="1067" y="4227"/>
                  </a:lnTo>
                  <a:lnTo>
                    <a:pt x="1027" y="4207"/>
                  </a:lnTo>
                  <a:lnTo>
                    <a:pt x="929" y="4207"/>
                  </a:lnTo>
                  <a:lnTo>
                    <a:pt x="909" y="4247"/>
                  </a:lnTo>
                  <a:lnTo>
                    <a:pt x="929" y="4286"/>
                  </a:lnTo>
                  <a:lnTo>
                    <a:pt x="968" y="4365"/>
                  </a:lnTo>
                  <a:lnTo>
                    <a:pt x="988" y="4425"/>
                  </a:lnTo>
                  <a:lnTo>
                    <a:pt x="988" y="4464"/>
                  </a:lnTo>
                  <a:lnTo>
                    <a:pt x="948" y="4504"/>
                  </a:lnTo>
                  <a:lnTo>
                    <a:pt x="1225" y="4602"/>
                  </a:lnTo>
                  <a:lnTo>
                    <a:pt x="1324" y="4504"/>
                  </a:lnTo>
                  <a:lnTo>
                    <a:pt x="1383" y="4484"/>
                  </a:lnTo>
                  <a:lnTo>
                    <a:pt x="1462" y="4464"/>
                  </a:lnTo>
                  <a:lnTo>
                    <a:pt x="1363" y="4523"/>
                  </a:lnTo>
                  <a:lnTo>
                    <a:pt x="1324" y="4602"/>
                  </a:lnTo>
                  <a:lnTo>
                    <a:pt x="1284" y="4662"/>
                  </a:lnTo>
                  <a:lnTo>
                    <a:pt x="1284" y="4721"/>
                  </a:lnTo>
                  <a:lnTo>
                    <a:pt x="1343" y="4701"/>
                  </a:lnTo>
                  <a:lnTo>
                    <a:pt x="1383" y="4681"/>
                  </a:lnTo>
                  <a:lnTo>
                    <a:pt x="1462" y="4681"/>
                  </a:lnTo>
                  <a:lnTo>
                    <a:pt x="1521" y="4701"/>
                  </a:lnTo>
                  <a:lnTo>
                    <a:pt x="1561" y="4681"/>
                  </a:lnTo>
                  <a:lnTo>
                    <a:pt x="1600" y="4662"/>
                  </a:lnTo>
                  <a:lnTo>
                    <a:pt x="1561" y="4642"/>
                  </a:lnTo>
                  <a:lnTo>
                    <a:pt x="1580" y="4622"/>
                  </a:lnTo>
                  <a:lnTo>
                    <a:pt x="1640" y="4563"/>
                  </a:lnTo>
                  <a:lnTo>
                    <a:pt x="1659" y="4583"/>
                  </a:lnTo>
                  <a:lnTo>
                    <a:pt x="1699" y="4583"/>
                  </a:lnTo>
                  <a:lnTo>
                    <a:pt x="1758" y="4563"/>
                  </a:lnTo>
                  <a:lnTo>
                    <a:pt x="1798" y="4543"/>
                  </a:lnTo>
                  <a:lnTo>
                    <a:pt x="1817" y="4543"/>
                  </a:lnTo>
                  <a:lnTo>
                    <a:pt x="1817" y="4602"/>
                  </a:lnTo>
                  <a:lnTo>
                    <a:pt x="1778" y="4622"/>
                  </a:lnTo>
                  <a:lnTo>
                    <a:pt x="1738" y="4642"/>
                  </a:lnTo>
                  <a:lnTo>
                    <a:pt x="1719" y="4662"/>
                  </a:lnTo>
                  <a:lnTo>
                    <a:pt x="1719" y="4701"/>
                  </a:lnTo>
                  <a:lnTo>
                    <a:pt x="1719" y="4721"/>
                  </a:lnTo>
                  <a:lnTo>
                    <a:pt x="1521" y="4741"/>
                  </a:lnTo>
                  <a:lnTo>
                    <a:pt x="1324" y="4741"/>
                  </a:lnTo>
                  <a:lnTo>
                    <a:pt x="1304" y="4760"/>
                  </a:lnTo>
                  <a:lnTo>
                    <a:pt x="1324" y="4780"/>
                  </a:lnTo>
                  <a:lnTo>
                    <a:pt x="1324" y="4820"/>
                  </a:lnTo>
                  <a:lnTo>
                    <a:pt x="1304" y="4859"/>
                  </a:lnTo>
                  <a:lnTo>
                    <a:pt x="1363" y="4820"/>
                  </a:lnTo>
                  <a:lnTo>
                    <a:pt x="1422" y="4800"/>
                  </a:lnTo>
                  <a:lnTo>
                    <a:pt x="1462" y="4780"/>
                  </a:lnTo>
                  <a:lnTo>
                    <a:pt x="1501" y="4760"/>
                  </a:lnTo>
                  <a:lnTo>
                    <a:pt x="1640" y="4820"/>
                  </a:lnTo>
                  <a:lnTo>
                    <a:pt x="1778" y="4859"/>
                  </a:lnTo>
                  <a:lnTo>
                    <a:pt x="1857" y="4899"/>
                  </a:lnTo>
                  <a:lnTo>
                    <a:pt x="1936" y="4938"/>
                  </a:lnTo>
                  <a:lnTo>
                    <a:pt x="1837" y="4978"/>
                  </a:lnTo>
                  <a:lnTo>
                    <a:pt x="1719" y="4958"/>
                  </a:lnTo>
                  <a:lnTo>
                    <a:pt x="1640" y="4938"/>
                  </a:lnTo>
                  <a:lnTo>
                    <a:pt x="1580" y="4938"/>
                  </a:lnTo>
                  <a:lnTo>
                    <a:pt x="1521" y="4958"/>
                  </a:lnTo>
                  <a:lnTo>
                    <a:pt x="1462" y="4978"/>
                  </a:lnTo>
                  <a:lnTo>
                    <a:pt x="1383" y="5017"/>
                  </a:lnTo>
                  <a:lnTo>
                    <a:pt x="1442" y="5037"/>
                  </a:lnTo>
                  <a:lnTo>
                    <a:pt x="1561" y="5037"/>
                  </a:lnTo>
                  <a:lnTo>
                    <a:pt x="1561" y="5057"/>
                  </a:lnTo>
                  <a:lnTo>
                    <a:pt x="1541" y="5096"/>
                  </a:lnTo>
                  <a:lnTo>
                    <a:pt x="1521" y="5116"/>
                  </a:lnTo>
                  <a:lnTo>
                    <a:pt x="1541" y="5155"/>
                  </a:lnTo>
                  <a:lnTo>
                    <a:pt x="1561" y="5175"/>
                  </a:lnTo>
                  <a:lnTo>
                    <a:pt x="1620" y="5215"/>
                  </a:lnTo>
                  <a:lnTo>
                    <a:pt x="1659" y="5274"/>
                  </a:lnTo>
                  <a:lnTo>
                    <a:pt x="1719" y="5195"/>
                  </a:lnTo>
                  <a:lnTo>
                    <a:pt x="1758" y="5215"/>
                  </a:lnTo>
                  <a:lnTo>
                    <a:pt x="1778" y="5234"/>
                  </a:lnTo>
                  <a:lnTo>
                    <a:pt x="1778" y="5313"/>
                  </a:lnTo>
                  <a:lnTo>
                    <a:pt x="1738" y="5313"/>
                  </a:lnTo>
                  <a:lnTo>
                    <a:pt x="1798" y="5333"/>
                  </a:lnTo>
                  <a:lnTo>
                    <a:pt x="1778" y="5353"/>
                  </a:lnTo>
                  <a:lnTo>
                    <a:pt x="1817" y="5353"/>
                  </a:lnTo>
                  <a:lnTo>
                    <a:pt x="1837" y="5373"/>
                  </a:lnTo>
                  <a:lnTo>
                    <a:pt x="1857" y="5412"/>
                  </a:lnTo>
                  <a:lnTo>
                    <a:pt x="1877" y="5471"/>
                  </a:lnTo>
                  <a:lnTo>
                    <a:pt x="1936" y="5531"/>
                  </a:lnTo>
                  <a:lnTo>
                    <a:pt x="1975" y="5491"/>
                  </a:lnTo>
                  <a:lnTo>
                    <a:pt x="1956" y="5471"/>
                  </a:lnTo>
                  <a:lnTo>
                    <a:pt x="1916" y="5432"/>
                  </a:lnTo>
                  <a:lnTo>
                    <a:pt x="1896" y="5412"/>
                  </a:lnTo>
                  <a:lnTo>
                    <a:pt x="1916" y="5373"/>
                  </a:lnTo>
                  <a:lnTo>
                    <a:pt x="1956" y="5333"/>
                  </a:lnTo>
                  <a:lnTo>
                    <a:pt x="1975" y="5313"/>
                  </a:lnTo>
                  <a:lnTo>
                    <a:pt x="2035" y="5294"/>
                  </a:lnTo>
                  <a:lnTo>
                    <a:pt x="2054" y="5313"/>
                  </a:lnTo>
                  <a:lnTo>
                    <a:pt x="2074" y="5353"/>
                  </a:lnTo>
                  <a:lnTo>
                    <a:pt x="2153" y="5373"/>
                  </a:lnTo>
                  <a:lnTo>
                    <a:pt x="2232" y="5412"/>
                  </a:lnTo>
                  <a:lnTo>
                    <a:pt x="2272" y="5432"/>
                  </a:lnTo>
                  <a:lnTo>
                    <a:pt x="2291" y="5471"/>
                  </a:lnTo>
                  <a:lnTo>
                    <a:pt x="2311" y="5432"/>
                  </a:lnTo>
                  <a:lnTo>
                    <a:pt x="2370" y="5432"/>
                  </a:lnTo>
                  <a:lnTo>
                    <a:pt x="2390" y="5452"/>
                  </a:lnTo>
                  <a:lnTo>
                    <a:pt x="2410" y="5531"/>
                  </a:lnTo>
                  <a:lnTo>
                    <a:pt x="2390" y="5550"/>
                  </a:lnTo>
                  <a:lnTo>
                    <a:pt x="2370" y="5590"/>
                  </a:lnTo>
                  <a:lnTo>
                    <a:pt x="2232" y="5590"/>
                  </a:lnTo>
                  <a:lnTo>
                    <a:pt x="2193" y="5610"/>
                  </a:lnTo>
                  <a:lnTo>
                    <a:pt x="2173" y="5629"/>
                  </a:lnTo>
                  <a:lnTo>
                    <a:pt x="2133" y="5629"/>
                  </a:lnTo>
                  <a:lnTo>
                    <a:pt x="2193" y="5649"/>
                  </a:lnTo>
                  <a:lnTo>
                    <a:pt x="2272" y="5629"/>
                  </a:lnTo>
                  <a:lnTo>
                    <a:pt x="2331" y="5649"/>
                  </a:lnTo>
                  <a:lnTo>
                    <a:pt x="2351" y="5669"/>
                  </a:lnTo>
                  <a:lnTo>
                    <a:pt x="2390" y="5689"/>
                  </a:lnTo>
                  <a:lnTo>
                    <a:pt x="2351" y="5708"/>
                  </a:lnTo>
                  <a:lnTo>
                    <a:pt x="2331" y="5708"/>
                  </a:lnTo>
                  <a:lnTo>
                    <a:pt x="2311" y="5689"/>
                  </a:lnTo>
                  <a:lnTo>
                    <a:pt x="2291" y="5689"/>
                  </a:lnTo>
                  <a:lnTo>
                    <a:pt x="2272" y="5708"/>
                  </a:lnTo>
                  <a:lnTo>
                    <a:pt x="2291" y="5728"/>
                  </a:lnTo>
                  <a:lnTo>
                    <a:pt x="2331" y="5748"/>
                  </a:lnTo>
                  <a:lnTo>
                    <a:pt x="2390" y="5768"/>
                  </a:lnTo>
                  <a:lnTo>
                    <a:pt x="2390" y="5787"/>
                  </a:lnTo>
                  <a:lnTo>
                    <a:pt x="2390" y="5807"/>
                  </a:lnTo>
                  <a:lnTo>
                    <a:pt x="2252" y="5807"/>
                  </a:lnTo>
                  <a:lnTo>
                    <a:pt x="2212" y="5827"/>
                  </a:lnTo>
                  <a:lnTo>
                    <a:pt x="2153" y="5867"/>
                  </a:lnTo>
                  <a:lnTo>
                    <a:pt x="2212" y="5867"/>
                  </a:lnTo>
                  <a:lnTo>
                    <a:pt x="2311" y="5847"/>
                  </a:lnTo>
                  <a:lnTo>
                    <a:pt x="2311" y="5847"/>
                  </a:lnTo>
                  <a:lnTo>
                    <a:pt x="2291" y="5867"/>
                  </a:lnTo>
                  <a:lnTo>
                    <a:pt x="2272" y="5886"/>
                  </a:lnTo>
                  <a:lnTo>
                    <a:pt x="2232" y="5906"/>
                  </a:lnTo>
                  <a:lnTo>
                    <a:pt x="2252" y="5906"/>
                  </a:lnTo>
                  <a:lnTo>
                    <a:pt x="2331" y="5886"/>
                  </a:lnTo>
                  <a:lnTo>
                    <a:pt x="2370" y="5886"/>
                  </a:lnTo>
                  <a:lnTo>
                    <a:pt x="2370" y="5906"/>
                  </a:lnTo>
                  <a:lnTo>
                    <a:pt x="2331" y="5946"/>
                  </a:lnTo>
                  <a:lnTo>
                    <a:pt x="2291" y="5965"/>
                  </a:lnTo>
                  <a:lnTo>
                    <a:pt x="2311" y="6005"/>
                  </a:lnTo>
                  <a:lnTo>
                    <a:pt x="2449" y="6005"/>
                  </a:lnTo>
                  <a:lnTo>
                    <a:pt x="2449" y="5985"/>
                  </a:lnTo>
                  <a:lnTo>
                    <a:pt x="2469" y="5965"/>
                  </a:lnTo>
                  <a:lnTo>
                    <a:pt x="2548" y="5906"/>
                  </a:lnTo>
                  <a:lnTo>
                    <a:pt x="2627" y="5886"/>
                  </a:lnTo>
                  <a:lnTo>
                    <a:pt x="2686" y="5886"/>
                  </a:lnTo>
                  <a:lnTo>
                    <a:pt x="2726" y="5946"/>
                  </a:lnTo>
                  <a:lnTo>
                    <a:pt x="2765" y="6005"/>
                  </a:lnTo>
                  <a:lnTo>
                    <a:pt x="2785" y="6025"/>
                  </a:lnTo>
                  <a:lnTo>
                    <a:pt x="2765" y="6044"/>
                  </a:lnTo>
                  <a:lnTo>
                    <a:pt x="2746" y="6084"/>
                  </a:lnTo>
                  <a:lnTo>
                    <a:pt x="2706" y="6143"/>
                  </a:lnTo>
                  <a:lnTo>
                    <a:pt x="2825" y="6123"/>
                  </a:lnTo>
                  <a:lnTo>
                    <a:pt x="2765" y="6163"/>
                  </a:lnTo>
                  <a:lnTo>
                    <a:pt x="2746" y="6183"/>
                  </a:lnTo>
                  <a:lnTo>
                    <a:pt x="2765" y="6183"/>
                  </a:lnTo>
                  <a:lnTo>
                    <a:pt x="2785" y="6222"/>
                  </a:lnTo>
                  <a:lnTo>
                    <a:pt x="2785" y="6242"/>
                  </a:lnTo>
                  <a:lnTo>
                    <a:pt x="2746" y="6262"/>
                  </a:lnTo>
                  <a:lnTo>
                    <a:pt x="2726" y="6262"/>
                  </a:lnTo>
                  <a:lnTo>
                    <a:pt x="2686" y="6222"/>
                  </a:lnTo>
                  <a:lnTo>
                    <a:pt x="2667" y="6202"/>
                  </a:lnTo>
                  <a:lnTo>
                    <a:pt x="2568" y="6202"/>
                  </a:lnTo>
                  <a:lnTo>
                    <a:pt x="2489" y="6222"/>
                  </a:lnTo>
                  <a:lnTo>
                    <a:pt x="2489" y="6262"/>
                  </a:lnTo>
                  <a:lnTo>
                    <a:pt x="2469" y="6281"/>
                  </a:lnTo>
                  <a:lnTo>
                    <a:pt x="2410" y="6301"/>
                  </a:lnTo>
                  <a:lnTo>
                    <a:pt x="2351" y="6321"/>
                  </a:lnTo>
                  <a:lnTo>
                    <a:pt x="2370" y="6341"/>
                  </a:lnTo>
                  <a:lnTo>
                    <a:pt x="2430" y="6321"/>
                  </a:lnTo>
                  <a:lnTo>
                    <a:pt x="2528" y="6281"/>
                  </a:lnTo>
                  <a:lnTo>
                    <a:pt x="2627" y="6242"/>
                  </a:lnTo>
                  <a:lnTo>
                    <a:pt x="2607" y="6281"/>
                  </a:lnTo>
                  <a:lnTo>
                    <a:pt x="2607" y="6321"/>
                  </a:lnTo>
                  <a:lnTo>
                    <a:pt x="2588" y="6360"/>
                  </a:lnTo>
                  <a:lnTo>
                    <a:pt x="2528" y="6380"/>
                  </a:lnTo>
                  <a:lnTo>
                    <a:pt x="2528" y="6400"/>
                  </a:lnTo>
                  <a:lnTo>
                    <a:pt x="2667" y="6400"/>
                  </a:lnTo>
                  <a:lnTo>
                    <a:pt x="2686" y="6420"/>
                  </a:lnTo>
                  <a:lnTo>
                    <a:pt x="2509" y="6499"/>
                  </a:lnTo>
                  <a:lnTo>
                    <a:pt x="2469" y="6518"/>
                  </a:lnTo>
                  <a:lnTo>
                    <a:pt x="2489" y="6518"/>
                  </a:lnTo>
                  <a:lnTo>
                    <a:pt x="2489" y="6538"/>
                  </a:lnTo>
                  <a:lnTo>
                    <a:pt x="2489" y="6597"/>
                  </a:lnTo>
                  <a:lnTo>
                    <a:pt x="2528" y="6558"/>
                  </a:lnTo>
                  <a:lnTo>
                    <a:pt x="2568" y="6538"/>
                  </a:lnTo>
                  <a:lnTo>
                    <a:pt x="2548" y="6518"/>
                  </a:lnTo>
                  <a:lnTo>
                    <a:pt x="2607" y="6518"/>
                  </a:lnTo>
                  <a:lnTo>
                    <a:pt x="2647" y="6558"/>
                  </a:lnTo>
                  <a:lnTo>
                    <a:pt x="2667" y="6578"/>
                  </a:lnTo>
                  <a:lnTo>
                    <a:pt x="2706" y="6578"/>
                  </a:lnTo>
                  <a:lnTo>
                    <a:pt x="2667" y="6597"/>
                  </a:lnTo>
                  <a:lnTo>
                    <a:pt x="2647" y="6617"/>
                  </a:lnTo>
                  <a:lnTo>
                    <a:pt x="2667" y="6676"/>
                  </a:lnTo>
                  <a:lnTo>
                    <a:pt x="2686" y="6716"/>
                  </a:lnTo>
                  <a:lnTo>
                    <a:pt x="2706" y="6736"/>
                  </a:lnTo>
                  <a:lnTo>
                    <a:pt x="2686" y="6755"/>
                  </a:lnTo>
                  <a:lnTo>
                    <a:pt x="2785" y="6716"/>
                  </a:lnTo>
                  <a:lnTo>
                    <a:pt x="2805" y="6696"/>
                  </a:lnTo>
                  <a:lnTo>
                    <a:pt x="2785" y="6676"/>
                  </a:lnTo>
                  <a:lnTo>
                    <a:pt x="2765" y="6676"/>
                  </a:lnTo>
                  <a:lnTo>
                    <a:pt x="2726" y="6657"/>
                  </a:lnTo>
                  <a:lnTo>
                    <a:pt x="2706" y="6657"/>
                  </a:lnTo>
                  <a:lnTo>
                    <a:pt x="2726" y="6637"/>
                  </a:lnTo>
                  <a:lnTo>
                    <a:pt x="2785" y="6597"/>
                  </a:lnTo>
                  <a:lnTo>
                    <a:pt x="2825" y="6597"/>
                  </a:lnTo>
                  <a:lnTo>
                    <a:pt x="2864" y="6637"/>
                  </a:lnTo>
                  <a:lnTo>
                    <a:pt x="2904" y="6696"/>
                  </a:lnTo>
                  <a:lnTo>
                    <a:pt x="2983" y="6775"/>
                  </a:lnTo>
                  <a:lnTo>
                    <a:pt x="3022" y="6815"/>
                  </a:lnTo>
                  <a:lnTo>
                    <a:pt x="3081" y="6834"/>
                  </a:lnTo>
                  <a:lnTo>
                    <a:pt x="3062" y="6874"/>
                  </a:lnTo>
                  <a:lnTo>
                    <a:pt x="3062" y="6894"/>
                  </a:lnTo>
                  <a:lnTo>
                    <a:pt x="3002" y="6913"/>
                  </a:lnTo>
                  <a:lnTo>
                    <a:pt x="2943" y="6933"/>
                  </a:lnTo>
                  <a:lnTo>
                    <a:pt x="2864" y="6973"/>
                  </a:lnTo>
                  <a:lnTo>
                    <a:pt x="2825" y="6913"/>
                  </a:lnTo>
                  <a:lnTo>
                    <a:pt x="2805" y="6874"/>
                  </a:lnTo>
                  <a:lnTo>
                    <a:pt x="2805" y="6834"/>
                  </a:lnTo>
                  <a:lnTo>
                    <a:pt x="2765" y="6795"/>
                  </a:lnTo>
                  <a:lnTo>
                    <a:pt x="2765" y="6874"/>
                  </a:lnTo>
                  <a:lnTo>
                    <a:pt x="2805" y="6953"/>
                  </a:lnTo>
                  <a:lnTo>
                    <a:pt x="2864" y="6992"/>
                  </a:lnTo>
                  <a:lnTo>
                    <a:pt x="2963" y="7032"/>
                  </a:lnTo>
                  <a:lnTo>
                    <a:pt x="2963" y="7052"/>
                  </a:lnTo>
                  <a:lnTo>
                    <a:pt x="2963" y="7071"/>
                  </a:lnTo>
                  <a:lnTo>
                    <a:pt x="2923" y="7111"/>
                  </a:lnTo>
                  <a:lnTo>
                    <a:pt x="2825" y="7229"/>
                  </a:lnTo>
                  <a:lnTo>
                    <a:pt x="2785" y="7289"/>
                  </a:lnTo>
                  <a:lnTo>
                    <a:pt x="2805" y="7308"/>
                  </a:lnTo>
                  <a:lnTo>
                    <a:pt x="2825" y="7328"/>
                  </a:lnTo>
                  <a:lnTo>
                    <a:pt x="2864" y="7308"/>
                  </a:lnTo>
                  <a:lnTo>
                    <a:pt x="2923" y="7269"/>
                  </a:lnTo>
                  <a:lnTo>
                    <a:pt x="2963" y="7210"/>
                  </a:lnTo>
                  <a:lnTo>
                    <a:pt x="2983" y="7229"/>
                  </a:lnTo>
                  <a:lnTo>
                    <a:pt x="3002" y="7249"/>
                  </a:lnTo>
                  <a:lnTo>
                    <a:pt x="3002" y="7308"/>
                  </a:lnTo>
                  <a:lnTo>
                    <a:pt x="3042" y="7289"/>
                  </a:lnTo>
                  <a:lnTo>
                    <a:pt x="3062" y="7249"/>
                  </a:lnTo>
                  <a:lnTo>
                    <a:pt x="3101" y="7229"/>
                  </a:lnTo>
                  <a:lnTo>
                    <a:pt x="3141" y="7229"/>
                  </a:lnTo>
                  <a:lnTo>
                    <a:pt x="3121" y="7269"/>
                  </a:lnTo>
                  <a:lnTo>
                    <a:pt x="3101" y="7308"/>
                  </a:lnTo>
                  <a:lnTo>
                    <a:pt x="3062" y="7328"/>
                  </a:lnTo>
                  <a:lnTo>
                    <a:pt x="3042" y="7328"/>
                  </a:lnTo>
                  <a:lnTo>
                    <a:pt x="3081" y="7348"/>
                  </a:lnTo>
                  <a:lnTo>
                    <a:pt x="3062" y="7368"/>
                  </a:lnTo>
                  <a:lnTo>
                    <a:pt x="3022" y="7427"/>
                  </a:lnTo>
                  <a:lnTo>
                    <a:pt x="2983" y="7466"/>
                  </a:lnTo>
                  <a:lnTo>
                    <a:pt x="2983" y="7486"/>
                  </a:lnTo>
                  <a:lnTo>
                    <a:pt x="3002" y="7506"/>
                  </a:lnTo>
                  <a:lnTo>
                    <a:pt x="3062" y="7506"/>
                  </a:lnTo>
                  <a:lnTo>
                    <a:pt x="3081" y="7486"/>
                  </a:lnTo>
                  <a:lnTo>
                    <a:pt x="3081" y="7466"/>
                  </a:lnTo>
                  <a:lnTo>
                    <a:pt x="3062" y="7466"/>
                  </a:lnTo>
                  <a:lnTo>
                    <a:pt x="3062" y="7447"/>
                  </a:lnTo>
                  <a:lnTo>
                    <a:pt x="3121" y="7407"/>
                  </a:lnTo>
                  <a:lnTo>
                    <a:pt x="3319" y="7407"/>
                  </a:lnTo>
                  <a:lnTo>
                    <a:pt x="3279" y="7427"/>
                  </a:lnTo>
                  <a:lnTo>
                    <a:pt x="3299" y="7447"/>
                  </a:lnTo>
                  <a:lnTo>
                    <a:pt x="3299" y="7466"/>
                  </a:lnTo>
                  <a:lnTo>
                    <a:pt x="3319" y="7486"/>
                  </a:lnTo>
                  <a:lnTo>
                    <a:pt x="3259" y="7526"/>
                  </a:lnTo>
                  <a:lnTo>
                    <a:pt x="3220" y="7506"/>
                  </a:lnTo>
                  <a:lnTo>
                    <a:pt x="3200" y="7466"/>
                  </a:lnTo>
                  <a:lnTo>
                    <a:pt x="3160" y="7466"/>
                  </a:lnTo>
                  <a:lnTo>
                    <a:pt x="3180" y="7545"/>
                  </a:lnTo>
                  <a:lnTo>
                    <a:pt x="3200" y="7526"/>
                  </a:lnTo>
                  <a:lnTo>
                    <a:pt x="3321" y="7543"/>
                  </a:lnTo>
                  <a:lnTo>
                    <a:pt x="3321" y="7543"/>
                  </a:lnTo>
                  <a:lnTo>
                    <a:pt x="3338" y="7526"/>
                  </a:lnTo>
                  <a:lnTo>
                    <a:pt x="3378" y="7486"/>
                  </a:lnTo>
                  <a:lnTo>
                    <a:pt x="3457" y="7466"/>
                  </a:lnTo>
                  <a:lnTo>
                    <a:pt x="3496" y="7466"/>
                  </a:lnTo>
                  <a:lnTo>
                    <a:pt x="3496" y="7526"/>
                  </a:lnTo>
                  <a:lnTo>
                    <a:pt x="3477" y="7565"/>
                  </a:lnTo>
                  <a:lnTo>
                    <a:pt x="3437" y="7624"/>
                  </a:lnTo>
                  <a:lnTo>
                    <a:pt x="3378" y="7664"/>
                  </a:lnTo>
                  <a:lnTo>
                    <a:pt x="3457" y="7644"/>
                  </a:lnTo>
                  <a:lnTo>
                    <a:pt x="3516" y="7664"/>
                  </a:lnTo>
                  <a:lnTo>
                    <a:pt x="3575" y="7723"/>
                  </a:lnTo>
                  <a:lnTo>
                    <a:pt x="3615" y="7684"/>
                  </a:lnTo>
                  <a:lnTo>
                    <a:pt x="3654" y="7664"/>
                  </a:lnTo>
                  <a:lnTo>
                    <a:pt x="3733" y="7664"/>
                  </a:lnTo>
                  <a:lnTo>
                    <a:pt x="3654" y="7802"/>
                  </a:lnTo>
                  <a:lnTo>
                    <a:pt x="3615" y="7782"/>
                  </a:lnTo>
                  <a:lnTo>
                    <a:pt x="3595" y="7782"/>
                  </a:lnTo>
                  <a:lnTo>
                    <a:pt x="3556" y="7822"/>
                  </a:lnTo>
                  <a:lnTo>
                    <a:pt x="3516" y="7861"/>
                  </a:lnTo>
                  <a:lnTo>
                    <a:pt x="3457" y="7901"/>
                  </a:lnTo>
                  <a:lnTo>
                    <a:pt x="3378" y="7901"/>
                  </a:lnTo>
                  <a:lnTo>
                    <a:pt x="3338" y="7881"/>
                  </a:lnTo>
                  <a:lnTo>
                    <a:pt x="3338" y="7802"/>
                  </a:lnTo>
                  <a:lnTo>
                    <a:pt x="3299" y="7861"/>
                  </a:lnTo>
                  <a:lnTo>
                    <a:pt x="3279" y="7881"/>
                  </a:lnTo>
                  <a:lnTo>
                    <a:pt x="3319" y="7901"/>
                  </a:lnTo>
                  <a:lnTo>
                    <a:pt x="3358" y="7921"/>
                  </a:lnTo>
                  <a:lnTo>
                    <a:pt x="3437" y="7940"/>
                  </a:lnTo>
                  <a:lnTo>
                    <a:pt x="3457" y="7960"/>
                  </a:lnTo>
                  <a:lnTo>
                    <a:pt x="3457" y="7980"/>
                  </a:lnTo>
                  <a:lnTo>
                    <a:pt x="3358" y="8019"/>
                  </a:lnTo>
                  <a:lnTo>
                    <a:pt x="3338" y="8019"/>
                  </a:lnTo>
                  <a:lnTo>
                    <a:pt x="3319" y="8000"/>
                  </a:lnTo>
                  <a:lnTo>
                    <a:pt x="3319" y="8019"/>
                  </a:lnTo>
                  <a:lnTo>
                    <a:pt x="3378" y="8039"/>
                  </a:lnTo>
                  <a:lnTo>
                    <a:pt x="3417" y="8059"/>
                  </a:lnTo>
                  <a:lnTo>
                    <a:pt x="3437" y="8079"/>
                  </a:lnTo>
                  <a:lnTo>
                    <a:pt x="3417" y="8098"/>
                  </a:lnTo>
                  <a:lnTo>
                    <a:pt x="3516" y="8039"/>
                  </a:lnTo>
                  <a:lnTo>
                    <a:pt x="3575" y="8000"/>
                  </a:lnTo>
                  <a:lnTo>
                    <a:pt x="3635" y="8019"/>
                  </a:lnTo>
                  <a:lnTo>
                    <a:pt x="3516" y="8158"/>
                  </a:lnTo>
                  <a:lnTo>
                    <a:pt x="3536" y="8178"/>
                  </a:lnTo>
                  <a:lnTo>
                    <a:pt x="3556" y="8178"/>
                  </a:lnTo>
                  <a:lnTo>
                    <a:pt x="3615" y="8158"/>
                  </a:lnTo>
                  <a:lnTo>
                    <a:pt x="3714" y="8138"/>
                  </a:lnTo>
                  <a:lnTo>
                    <a:pt x="3793" y="8138"/>
                  </a:lnTo>
                  <a:lnTo>
                    <a:pt x="3872" y="8039"/>
                  </a:lnTo>
                  <a:lnTo>
                    <a:pt x="3931" y="8039"/>
                  </a:lnTo>
                  <a:lnTo>
                    <a:pt x="3970" y="8059"/>
                  </a:lnTo>
                  <a:lnTo>
                    <a:pt x="3990" y="8079"/>
                  </a:lnTo>
                  <a:lnTo>
                    <a:pt x="4069" y="8079"/>
                  </a:lnTo>
                  <a:lnTo>
                    <a:pt x="4030" y="8039"/>
                  </a:lnTo>
                  <a:lnTo>
                    <a:pt x="3990" y="8039"/>
                  </a:lnTo>
                  <a:lnTo>
                    <a:pt x="3951" y="8019"/>
                  </a:lnTo>
                  <a:lnTo>
                    <a:pt x="3951" y="8000"/>
                  </a:lnTo>
                  <a:lnTo>
                    <a:pt x="4010" y="7960"/>
                  </a:lnTo>
                  <a:lnTo>
                    <a:pt x="4049" y="7980"/>
                  </a:lnTo>
                  <a:lnTo>
                    <a:pt x="4089" y="8000"/>
                  </a:lnTo>
                  <a:lnTo>
                    <a:pt x="4128" y="8000"/>
                  </a:lnTo>
                  <a:lnTo>
                    <a:pt x="4109" y="8079"/>
                  </a:lnTo>
                  <a:lnTo>
                    <a:pt x="4089" y="8118"/>
                  </a:lnTo>
                  <a:lnTo>
                    <a:pt x="4010" y="8217"/>
                  </a:lnTo>
                  <a:lnTo>
                    <a:pt x="3872" y="8276"/>
                  </a:lnTo>
                  <a:lnTo>
                    <a:pt x="3753" y="8296"/>
                  </a:lnTo>
                  <a:lnTo>
                    <a:pt x="3615" y="8316"/>
                  </a:lnTo>
                  <a:lnTo>
                    <a:pt x="3516" y="8336"/>
                  </a:lnTo>
                  <a:lnTo>
                    <a:pt x="3437" y="8395"/>
                  </a:lnTo>
                  <a:lnTo>
                    <a:pt x="3496" y="8434"/>
                  </a:lnTo>
                  <a:lnTo>
                    <a:pt x="3556" y="8494"/>
                  </a:lnTo>
                  <a:lnTo>
                    <a:pt x="3595" y="8573"/>
                  </a:lnTo>
                  <a:lnTo>
                    <a:pt x="3595" y="8612"/>
                  </a:lnTo>
                  <a:lnTo>
                    <a:pt x="3575" y="8652"/>
                  </a:lnTo>
                  <a:lnTo>
                    <a:pt x="3674" y="8652"/>
                  </a:lnTo>
                  <a:lnTo>
                    <a:pt x="3773" y="8632"/>
                  </a:lnTo>
                  <a:lnTo>
                    <a:pt x="3872" y="8592"/>
                  </a:lnTo>
                  <a:lnTo>
                    <a:pt x="3970" y="8533"/>
                  </a:lnTo>
                  <a:lnTo>
                    <a:pt x="3990" y="8553"/>
                  </a:lnTo>
                  <a:lnTo>
                    <a:pt x="3990" y="8573"/>
                  </a:lnTo>
                  <a:lnTo>
                    <a:pt x="3970" y="8612"/>
                  </a:lnTo>
                  <a:lnTo>
                    <a:pt x="3891" y="8612"/>
                  </a:lnTo>
                  <a:lnTo>
                    <a:pt x="4030" y="8691"/>
                  </a:lnTo>
                  <a:lnTo>
                    <a:pt x="4089" y="8731"/>
                  </a:lnTo>
                  <a:lnTo>
                    <a:pt x="4148" y="8790"/>
                  </a:lnTo>
                  <a:lnTo>
                    <a:pt x="4188" y="8810"/>
                  </a:lnTo>
                  <a:lnTo>
                    <a:pt x="4267" y="8790"/>
                  </a:lnTo>
                  <a:lnTo>
                    <a:pt x="4425" y="8691"/>
                  </a:lnTo>
                  <a:lnTo>
                    <a:pt x="4464" y="8750"/>
                  </a:lnTo>
                  <a:lnTo>
                    <a:pt x="4484" y="8711"/>
                  </a:lnTo>
                  <a:lnTo>
                    <a:pt x="4602" y="8711"/>
                  </a:lnTo>
                  <a:lnTo>
                    <a:pt x="4622" y="8750"/>
                  </a:lnTo>
                  <a:lnTo>
                    <a:pt x="4622" y="8790"/>
                  </a:lnTo>
                  <a:lnTo>
                    <a:pt x="4563" y="8810"/>
                  </a:lnTo>
                  <a:lnTo>
                    <a:pt x="4504" y="8810"/>
                  </a:lnTo>
                  <a:lnTo>
                    <a:pt x="4504" y="8869"/>
                  </a:lnTo>
                  <a:lnTo>
                    <a:pt x="4504" y="8889"/>
                  </a:lnTo>
                  <a:lnTo>
                    <a:pt x="4543" y="8928"/>
                  </a:lnTo>
                  <a:lnTo>
                    <a:pt x="4583" y="8928"/>
                  </a:lnTo>
                  <a:lnTo>
                    <a:pt x="4464" y="8968"/>
                  </a:lnTo>
                  <a:lnTo>
                    <a:pt x="4425" y="8968"/>
                  </a:lnTo>
                  <a:lnTo>
                    <a:pt x="4405" y="8948"/>
                  </a:lnTo>
                  <a:lnTo>
                    <a:pt x="4405" y="8928"/>
                  </a:lnTo>
                  <a:lnTo>
                    <a:pt x="4444" y="8908"/>
                  </a:lnTo>
                  <a:lnTo>
                    <a:pt x="4346" y="8869"/>
                  </a:lnTo>
                  <a:lnTo>
                    <a:pt x="4346" y="8869"/>
                  </a:lnTo>
                  <a:lnTo>
                    <a:pt x="4365" y="8889"/>
                  </a:lnTo>
                  <a:lnTo>
                    <a:pt x="4385" y="8908"/>
                  </a:lnTo>
                  <a:lnTo>
                    <a:pt x="4385" y="8948"/>
                  </a:lnTo>
                  <a:lnTo>
                    <a:pt x="4365" y="8968"/>
                  </a:lnTo>
                  <a:lnTo>
                    <a:pt x="4286" y="9047"/>
                  </a:lnTo>
                  <a:lnTo>
                    <a:pt x="4188" y="9106"/>
                  </a:lnTo>
                  <a:lnTo>
                    <a:pt x="4247" y="9106"/>
                  </a:lnTo>
                  <a:lnTo>
                    <a:pt x="4286" y="9066"/>
                  </a:lnTo>
                  <a:lnTo>
                    <a:pt x="4346" y="9027"/>
                  </a:lnTo>
                  <a:lnTo>
                    <a:pt x="4405" y="9027"/>
                  </a:lnTo>
                  <a:lnTo>
                    <a:pt x="4346" y="9126"/>
                  </a:lnTo>
                  <a:lnTo>
                    <a:pt x="4326" y="9205"/>
                  </a:lnTo>
                  <a:lnTo>
                    <a:pt x="6321" y="8019"/>
                  </a:lnTo>
                  <a:lnTo>
                    <a:pt x="6321" y="7940"/>
                  </a:lnTo>
                  <a:lnTo>
                    <a:pt x="6341" y="7881"/>
                  </a:lnTo>
                  <a:lnTo>
                    <a:pt x="6341" y="7861"/>
                  </a:lnTo>
                  <a:lnTo>
                    <a:pt x="6321" y="7842"/>
                  </a:lnTo>
                  <a:lnTo>
                    <a:pt x="6202" y="7842"/>
                  </a:lnTo>
                  <a:lnTo>
                    <a:pt x="6183" y="7881"/>
                  </a:lnTo>
                  <a:lnTo>
                    <a:pt x="6163" y="7901"/>
                  </a:lnTo>
                  <a:lnTo>
                    <a:pt x="6104" y="7940"/>
                  </a:lnTo>
                  <a:lnTo>
                    <a:pt x="6064" y="7960"/>
                  </a:lnTo>
                  <a:lnTo>
                    <a:pt x="6084" y="7921"/>
                  </a:lnTo>
                  <a:lnTo>
                    <a:pt x="6084" y="7881"/>
                  </a:lnTo>
                  <a:lnTo>
                    <a:pt x="6104" y="7861"/>
                  </a:lnTo>
                  <a:lnTo>
                    <a:pt x="6143" y="7822"/>
                  </a:lnTo>
                  <a:lnTo>
                    <a:pt x="6183" y="7842"/>
                  </a:lnTo>
                  <a:lnTo>
                    <a:pt x="6183" y="7743"/>
                  </a:lnTo>
                  <a:lnTo>
                    <a:pt x="6163" y="7723"/>
                  </a:lnTo>
                  <a:lnTo>
                    <a:pt x="6143" y="7723"/>
                  </a:lnTo>
                  <a:lnTo>
                    <a:pt x="6005" y="7763"/>
                  </a:lnTo>
                  <a:lnTo>
                    <a:pt x="5946" y="7782"/>
                  </a:lnTo>
                  <a:lnTo>
                    <a:pt x="5886" y="7782"/>
                  </a:lnTo>
                  <a:lnTo>
                    <a:pt x="5906" y="7743"/>
                  </a:lnTo>
                  <a:lnTo>
                    <a:pt x="5926" y="7723"/>
                  </a:lnTo>
                  <a:lnTo>
                    <a:pt x="6025" y="7684"/>
                  </a:lnTo>
                  <a:lnTo>
                    <a:pt x="6123" y="7664"/>
                  </a:lnTo>
                  <a:lnTo>
                    <a:pt x="6163" y="7644"/>
                  </a:lnTo>
                  <a:lnTo>
                    <a:pt x="6202" y="7605"/>
                  </a:lnTo>
                  <a:lnTo>
                    <a:pt x="6044" y="7565"/>
                  </a:lnTo>
                  <a:lnTo>
                    <a:pt x="6123" y="7506"/>
                  </a:lnTo>
                  <a:lnTo>
                    <a:pt x="6123" y="7427"/>
                  </a:lnTo>
                  <a:lnTo>
                    <a:pt x="6084" y="7387"/>
                  </a:lnTo>
                  <a:lnTo>
                    <a:pt x="6025" y="7368"/>
                  </a:lnTo>
                  <a:lnTo>
                    <a:pt x="5965" y="7328"/>
                  </a:lnTo>
                  <a:lnTo>
                    <a:pt x="5827" y="7289"/>
                  </a:lnTo>
                  <a:lnTo>
                    <a:pt x="5768" y="7249"/>
                  </a:lnTo>
                  <a:lnTo>
                    <a:pt x="5728" y="7190"/>
                  </a:lnTo>
                  <a:lnTo>
                    <a:pt x="5827" y="7170"/>
                  </a:lnTo>
                  <a:lnTo>
                    <a:pt x="5926" y="7170"/>
                  </a:lnTo>
                  <a:lnTo>
                    <a:pt x="5985" y="7210"/>
                  </a:lnTo>
                  <a:lnTo>
                    <a:pt x="6025" y="7229"/>
                  </a:lnTo>
                  <a:lnTo>
                    <a:pt x="6044" y="7190"/>
                  </a:lnTo>
                  <a:lnTo>
                    <a:pt x="6064" y="7170"/>
                  </a:lnTo>
                  <a:lnTo>
                    <a:pt x="6025" y="7131"/>
                  </a:lnTo>
                  <a:lnTo>
                    <a:pt x="5985" y="7091"/>
                  </a:lnTo>
                  <a:lnTo>
                    <a:pt x="5965" y="7071"/>
                  </a:lnTo>
                  <a:lnTo>
                    <a:pt x="5985" y="7032"/>
                  </a:lnTo>
                  <a:lnTo>
                    <a:pt x="5985" y="7012"/>
                  </a:lnTo>
                  <a:lnTo>
                    <a:pt x="5965" y="6992"/>
                  </a:lnTo>
                  <a:lnTo>
                    <a:pt x="5886" y="6992"/>
                  </a:lnTo>
                  <a:lnTo>
                    <a:pt x="5807" y="7012"/>
                  </a:lnTo>
                  <a:lnTo>
                    <a:pt x="5748" y="7032"/>
                  </a:lnTo>
                  <a:lnTo>
                    <a:pt x="5709" y="7012"/>
                  </a:lnTo>
                  <a:lnTo>
                    <a:pt x="5709" y="6992"/>
                  </a:lnTo>
                  <a:lnTo>
                    <a:pt x="5748" y="6973"/>
                  </a:lnTo>
                  <a:lnTo>
                    <a:pt x="5827" y="6913"/>
                  </a:lnTo>
                  <a:lnTo>
                    <a:pt x="5768" y="6933"/>
                  </a:lnTo>
                  <a:lnTo>
                    <a:pt x="5728" y="6933"/>
                  </a:lnTo>
                  <a:lnTo>
                    <a:pt x="5689" y="6913"/>
                  </a:lnTo>
                  <a:lnTo>
                    <a:pt x="5669" y="6913"/>
                  </a:lnTo>
                  <a:lnTo>
                    <a:pt x="5629" y="6854"/>
                  </a:lnTo>
                  <a:lnTo>
                    <a:pt x="5610" y="6815"/>
                  </a:lnTo>
                  <a:lnTo>
                    <a:pt x="5689" y="6775"/>
                  </a:lnTo>
                  <a:lnTo>
                    <a:pt x="5531" y="6736"/>
                  </a:lnTo>
                  <a:lnTo>
                    <a:pt x="5511" y="6755"/>
                  </a:lnTo>
                  <a:lnTo>
                    <a:pt x="5471" y="6775"/>
                  </a:lnTo>
                  <a:lnTo>
                    <a:pt x="5373" y="6815"/>
                  </a:lnTo>
                  <a:lnTo>
                    <a:pt x="5373" y="6795"/>
                  </a:lnTo>
                  <a:lnTo>
                    <a:pt x="5333" y="6854"/>
                  </a:lnTo>
                  <a:lnTo>
                    <a:pt x="5333" y="6894"/>
                  </a:lnTo>
                  <a:lnTo>
                    <a:pt x="5353" y="6933"/>
                  </a:lnTo>
                  <a:lnTo>
                    <a:pt x="5412" y="6953"/>
                  </a:lnTo>
                  <a:lnTo>
                    <a:pt x="5452" y="6973"/>
                  </a:lnTo>
                  <a:lnTo>
                    <a:pt x="5471" y="7012"/>
                  </a:lnTo>
                  <a:lnTo>
                    <a:pt x="5471" y="7052"/>
                  </a:lnTo>
                  <a:lnTo>
                    <a:pt x="5392" y="7131"/>
                  </a:lnTo>
                  <a:lnTo>
                    <a:pt x="5373" y="7131"/>
                  </a:lnTo>
                  <a:lnTo>
                    <a:pt x="5333" y="7150"/>
                  </a:lnTo>
                  <a:lnTo>
                    <a:pt x="5294" y="7170"/>
                  </a:lnTo>
                  <a:lnTo>
                    <a:pt x="5274" y="7170"/>
                  </a:lnTo>
                  <a:lnTo>
                    <a:pt x="5274" y="7131"/>
                  </a:lnTo>
                  <a:lnTo>
                    <a:pt x="5313" y="7111"/>
                  </a:lnTo>
                  <a:lnTo>
                    <a:pt x="5313" y="7111"/>
                  </a:lnTo>
                  <a:lnTo>
                    <a:pt x="5195" y="7131"/>
                  </a:lnTo>
                  <a:lnTo>
                    <a:pt x="5175" y="7150"/>
                  </a:lnTo>
                  <a:lnTo>
                    <a:pt x="5175" y="7170"/>
                  </a:lnTo>
                  <a:lnTo>
                    <a:pt x="5096" y="7210"/>
                  </a:lnTo>
                  <a:lnTo>
                    <a:pt x="5017" y="7210"/>
                  </a:lnTo>
                  <a:lnTo>
                    <a:pt x="4978" y="7190"/>
                  </a:lnTo>
                  <a:lnTo>
                    <a:pt x="4938" y="7150"/>
                  </a:lnTo>
                  <a:lnTo>
                    <a:pt x="4879" y="7111"/>
                  </a:lnTo>
                  <a:lnTo>
                    <a:pt x="4918" y="7091"/>
                  </a:lnTo>
                  <a:lnTo>
                    <a:pt x="4958" y="7071"/>
                  </a:lnTo>
                  <a:lnTo>
                    <a:pt x="5037" y="7052"/>
                  </a:lnTo>
                  <a:lnTo>
                    <a:pt x="5136" y="7052"/>
                  </a:lnTo>
                  <a:lnTo>
                    <a:pt x="5096" y="7032"/>
                  </a:lnTo>
                  <a:lnTo>
                    <a:pt x="5116" y="7012"/>
                  </a:lnTo>
                  <a:lnTo>
                    <a:pt x="5274" y="6933"/>
                  </a:lnTo>
                  <a:lnTo>
                    <a:pt x="5195" y="6933"/>
                  </a:lnTo>
                  <a:lnTo>
                    <a:pt x="5116" y="6953"/>
                  </a:lnTo>
                  <a:lnTo>
                    <a:pt x="5057" y="6992"/>
                  </a:lnTo>
                  <a:lnTo>
                    <a:pt x="4958" y="7032"/>
                  </a:lnTo>
                  <a:lnTo>
                    <a:pt x="4899" y="7052"/>
                  </a:lnTo>
                  <a:lnTo>
                    <a:pt x="4879" y="7052"/>
                  </a:lnTo>
                  <a:lnTo>
                    <a:pt x="4859" y="7032"/>
                  </a:lnTo>
                  <a:lnTo>
                    <a:pt x="4859" y="7012"/>
                  </a:lnTo>
                  <a:lnTo>
                    <a:pt x="4899" y="6953"/>
                  </a:lnTo>
                  <a:lnTo>
                    <a:pt x="4899" y="6913"/>
                  </a:lnTo>
                  <a:lnTo>
                    <a:pt x="4958" y="6933"/>
                  </a:lnTo>
                  <a:lnTo>
                    <a:pt x="4958" y="6894"/>
                  </a:lnTo>
                  <a:lnTo>
                    <a:pt x="4938" y="6874"/>
                  </a:lnTo>
                  <a:lnTo>
                    <a:pt x="4899" y="6874"/>
                  </a:lnTo>
                  <a:lnTo>
                    <a:pt x="4839" y="6854"/>
                  </a:lnTo>
                  <a:lnTo>
                    <a:pt x="4820" y="6834"/>
                  </a:lnTo>
                  <a:lnTo>
                    <a:pt x="4800" y="6815"/>
                  </a:lnTo>
                  <a:lnTo>
                    <a:pt x="4899" y="6736"/>
                  </a:lnTo>
                  <a:lnTo>
                    <a:pt x="4879" y="6775"/>
                  </a:lnTo>
                  <a:lnTo>
                    <a:pt x="4899" y="6795"/>
                  </a:lnTo>
                  <a:lnTo>
                    <a:pt x="5116" y="6795"/>
                  </a:lnTo>
                  <a:lnTo>
                    <a:pt x="5155" y="6755"/>
                  </a:lnTo>
                  <a:lnTo>
                    <a:pt x="5215" y="6716"/>
                  </a:lnTo>
                  <a:lnTo>
                    <a:pt x="5254" y="6696"/>
                  </a:lnTo>
                  <a:lnTo>
                    <a:pt x="5333" y="6676"/>
                  </a:lnTo>
                  <a:lnTo>
                    <a:pt x="5452" y="6676"/>
                  </a:lnTo>
                  <a:lnTo>
                    <a:pt x="5570" y="6657"/>
                  </a:lnTo>
                  <a:lnTo>
                    <a:pt x="5550" y="6637"/>
                  </a:lnTo>
                  <a:lnTo>
                    <a:pt x="5531" y="6597"/>
                  </a:lnTo>
                  <a:lnTo>
                    <a:pt x="5550" y="6558"/>
                  </a:lnTo>
                  <a:lnTo>
                    <a:pt x="5590" y="6499"/>
                  </a:lnTo>
                  <a:lnTo>
                    <a:pt x="5531" y="6499"/>
                  </a:lnTo>
                  <a:lnTo>
                    <a:pt x="5491" y="6479"/>
                  </a:lnTo>
                  <a:lnTo>
                    <a:pt x="5471" y="6459"/>
                  </a:lnTo>
                  <a:lnTo>
                    <a:pt x="5471" y="6420"/>
                  </a:lnTo>
                  <a:lnTo>
                    <a:pt x="5471" y="6400"/>
                  </a:lnTo>
                  <a:lnTo>
                    <a:pt x="5452" y="6360"/>
                  </a:lnTo>
                  <a:lnTo>
                    <a:pt x="5313" y="6360"/>
                  </a:lnTo>
                  <a:lnTo>
                    <a:pt x="5353" y="6341"/>
                  </a:lnTo>
                  <a:lnTo>
                    <a:pt x="5392" y="6321"/>
                  </a:lnTo>
                  <a:lnTo>
                    <a:pt x="5412" y="6321"/>
                  </a:lnTo>
                  <a:lnTo>
                    <a:pt x="5432" y="6301"/>
                  </a:lnTo>
                  <a:lnTo>
                    <a:pt x="5412" y="6242"/>
                  </a:lnTo>
                  <a:lnTo>
                    <a:pt x="5373" y="6183"/>
                  </a:lnTo>
                  <a:lnTo>
                    <a:pt x="5294" y="6143"/>
                  </a:lnTo>
                  <a:lnTo>
                    <a:pt x="5215" y="6104"/>
                  </a:lnTo>
                  <a:lnTo>
                    <a:pt x="5215" y="6084"/>
                  </a:lnTo>
                  <a:lnTo>
                    <a:pt x="5254" y="6044"/>
                  </a:lnTo>
                  <a:lnTo>
                    <a:pt x="5333" y="6005"/>
                  </a:lnTo>
                  <a:lnTo>
                    <a:pt x="5313" y="5926"/>
                  </a:lnTo>
                  <a:lnTo>
                    <a:pt x="5274" y="5867"/>
                  </a:lnTo>
                  <a:lnTo>
                    <a:pt x="5195" y="5827"/>
                  </a:lnTo>
                  <a:lnTo>
                    <a:pt x="5116" y="5787"/>
                  </a:lnTo>
                  <a:lnTo>
                    <a:pt x="5057" y="5768"/>
                  </a:lnTo>
                  <a:lnTo>
                    <a:pt x="4978" y="5728"/>
                  </a:lnTo>
                  <a:lnTo>
                    <a:pt x="4938" y="5669"/>
                  </a:lnTo>
                  <a:lnTo>
                    <a:pt x="4899" y="5590"/>
                  </a:lnTo>
                  <a:lnTo>
                    <a:pt x="4997" y="5570"/>
                  </a:lnTo>
                  <a:lnTo>
                    <a:pt x="4997" y="5531"/>
                  </a:lnTo>
                  <a:lnTo>
                    <a:pt x="4997" y="5511"/>
                  </a:lnTo>
                  <a:lnTo>
                    <a:pt x="4958" y="5491"/>
                  </a:lnTo>
                  <a:lnTo>
                    <a:pt x="4879" y="5511"/>
                  </a:lnTo>
                  <a:lnTo>
                    <a:pt x="4938" y="5452"/>
                  </a:lnTo>
                  <a:lnTo>
                    <a:pt x="4958" y="5412"/>
                  </a:lnTo>
                  <a:lnTo>
                    <a:pt x="4918" y="5373"/>
                  </a:lnTo>
                  <a:lnTo>
                    <a:pt x="4879" y="5353"/>
                  </a:lnTo>
                  <a:lnTo>
                    <a:pt x="4839" y="5333"/>
                  </a:lnTo>
                  <a:lnTo>
                    <a:pt x="4800" y="5294"/>
                  </a:lnTo>
                  <a:lnTo>
                    <a:pt x="4820" y="5234"/>
                  </a:lnTo>
                  <a:lnTo>
                    <a:pt x="4879" y="5175"/>
                  </a:lnTo>
                  <a:lnTo>
                    <a:pt x="4859" y="5136"/>
                  </a:lnTo>
                  <a:lnTo>
                    <a:pt x="4839" y="5116"/>
                  </a:lnTo>
                  <a:lnTo>
                    <a:pt x="4602" y="5116"/>
                  </a:lnTo>
                  <a:lnTo>
                    <a:pt x="4583" y="5096"/>
                  </a:lnTo>
                  <a:lnTo>
                    <a:pt x="4681" y="5057"/>
                  </a:lnTo>
                  <a:lnTo>
                    <a:pt x="4741" y="5037"/>
                  </a:lnTo>
                  <a:lnTo>
                    <a:pt x="4760" y="4997"/>
                  </a:lnTo>
                  <a:lnTo>
                    <a:pt x="4622" y="4839"/>
                  </a:lnTo>
                  <a:lnTo>
                    <a:pt x="4484" y="4681"/>
                  </a:lnTo>
                  <a:lnTo>
                    <a:pt x="4247" y="4326"/>
                  </a:lnTo>
                  <a:lnTo>
                    <a:pt x="4306" y="4326"/>
                  </a:lnTo>
                  <a:lnTo>
                    <a:pt x="4267" y="4267"/>
                  </a:lnTo>
                  <a:lnTo>
                    <a:pt x="4207" y="4207"/>
                  </a:lnTo>
                  <a:lnTo>
                    <a:pt x="4069" y="4109"/>
                  </a:lnTo>
                  <a:lnTo>
                    <a:pt x="3951" y="4030"/>
                  </a:lnTo>
                  <a:lnTo>
                    <a:pt x="3911" y="3970"/>
                  </a:lnTo>
                  <a:lnTo>
                    <a:pt x="3911" y="3911"/>
                  </a:lnTo>
                  <a:lnTo>
                    <a:pt x="3812" y="3872"/>
                  </a:lnTo>
                  <a:lnTo>
                    <a:pt x="3733" y="3872"/>
                  </a:lnTo>
                  <a:lnTo>
                    <a:pt x="3674" y="3911"/>
                  </a:lnTo>
                  <a:lnTo>
                    <a:pt x="3654" y="3951"/>
                  </a:lnTo>
                  <a:lnTo>
                    <a:pt x="3595" y="3990"/>
                  </a:lnTo>
                  <a:lnTo>
                    <a:pt x="3457" y="4069"/>
                  </a:lnTo>
                  <a:lnTo>
                    <a:pt x="3417" y="4030"/>
                  </a:lnTo>
                  <a:lnTo>
                    <a:pt x="3417" y="4010"/>
                  </a:lnTo>
                  <a:lnTo>
                    <a:pt x="3437" y="3990"/>
                  </a:lnTo>
                  <a:lnTo>
                    <a:pt x="3477" y="3951"/>
                  </a:lnTo>
                  <a:lnTo>
                    <a:pt x="3536" y="3891"/>
                  </a:lnTo>
                  <a:lnTo>
                    <a:pt x="3556" y="3872"/>
                  </a:lnTo>
                  <a:lnTo>
                    <a:pt x="3536" y="3832"/>
                  </a:lnTo>
                  <a:lnTo>
                    <a:pt x="3654" y="3773"/>
                  </a:lnTo>
                  <a:lnTo>
                    <a:pt x="3773" y="3773"/>
                  </a:lnTo>
                  <a:lnTo>
                    <a:pt x="3872" y="3733"/>
                  </a:lnTo>
                  <a:lnTo>
                    <a:pt x="3694" y="3674"/>
                  </a:lnTo>
                  <a:lnTo>
                    <a:pt x="3694" y="3635"/>
                  </a:lnTo>
                  <a:lnTo>
                    <a:pt x="3694" y="3615"/>
                  </a:lnTo>
                  <a:lnTo>
                    <a:pt x="3654" y="3575"/>
                  </a:lnTo>
                  <a:lnTo>
                    <a:pt x="3615" y="3516"/>
                  </a:lnTo>
                  <a:lnTo>
                    <a:pt x="3615" y="3496"/>
                  </a:lnTo>
                  <a:lnTo>
                    <a:pt x="3635" y="3457"/>
                  </a:lnTo>
                  <a:lnTo>
                    <a:pt x="3654" y="3457"/>
                  </a:lnTo>
                  <a:lnTo>
                    <a:pt x="3694" y="3437"/>
                  </a:lnTo>
                  <a:lnTo>
                    <a:pt x="3753" y="3437"/>
                  </a:lnTo>
                  <a:lnTo>
                    <a:pt x="3733" y="3477"/>
                  </a:lnTo>
                  <a:lnTo>
                    <a:pt x="3694" y="3477"/>
                  </a:lnTo>
                  <a:lnTo>
                    <a:pt x="3714" y="3516"/>
                  </a:lnTo>
                  <a:lnTo>
                    <a:pt x="3733" y="3536"/>
                  </a:lnTo>
                  <a:lnTo>
                    <a:pt x="3872" y="3536"/>
                  </a:lnTo>
                  <a:lnTo>
                    <a:pt x="3911" y="3556"/>
                  </a:lnTo>
                  <a:lnTo>
                    <a:pt x="3911" y="3556"/>
                  </a:lnTo>
                  <a:lnTo>
                    <a:pt x="3852" y="3516"/>
                  </a:lnTo>
                  <a:lnTo>
                    <a:pt x="3773" y="3457"/>
                  </a:lnTo>
                  <a:lnTo>
                    <a:pt x="3733" y="3378"/>
                  </a:lnTo>
                  <a:lnTo>
                    <a:pt x="3714" y="3318"/>
                  </a:lnTo>
                  <a:lnTo>
                    <a:pt x="3654" y="3358"/>
                  </a:lnTo>
                  <a:lnTo>
                    <a:pt x="3615" y="3338"/>
                  </a:lnTo>
                  <a:lnTo>
                    <a:pt x="3595" y="3318"/>
                  </a:lnTo>
                  <a:lnTo>
                    <a:pt x="3536" y="3318"/>
                  </a:lnTo>
                  <a:lnTo>
                    <a:pt x="3536" y="3299"/>
                  </a:lnTo>
                  <a:lnTo>
                    <a:pt x="3496" y="3318"/>
                  </a:lnTo>
                  <a:lnTo>
                    <a:pt x="3457" y="3318"/>
                  </a:lnTo>
                  <a:lnTo>
                    <a:pt x="3398" y="3299"/>
                  </a:lnTo>
                  <a:lnTo>
                    <a:pt x="3556" y="3200"/>
                  </a:lnTo>
                  <a:lnTo>
                    <a:pt x="3536" y="3200"/>
                  </a:lnTo>
                  <a:lnTo>
                    <a:pt x="3496" y="3220"/>
                  </a:lnTo>
                  <a:lnTo>
                    <a:pt x="3477" y="3239"/>
                  </a:lnTo>
                  <a:lnTo>
                    <a:pt x="3437" y="3220"/>
                  </a:lnTo>
                  <a:lnTo>
                    <a:pt x="3398" y="3180"/>
                  </a:lnTo>
                  <a:lnTo>
                    <a:pt x="3358" y="3121"/>
                  </a:lnTo>
                  <a:lnTo>
                    <a:pt x="3358" y="3081"/>
                  </a:lnTo>
                  <a:lnTo>
                    <a:pt x="3358" y="3042"/>
                  </a:lnTo>
                  <a:lnTo>
                    <a:pt x="3398" y="2983"/>
                  </a:lnTo>
                  <a:lnTo>
                    <a:pt x="3457" y="2943"/>
                  </a:lnTo>
                  <a:lnTo>
                    <a:pt x="3417" y="2923"/>
                  </a:lnTo>
                  <a:lnTo>
                    <a:pt x="3358" y="2923"/>
                  </a:lnTo>
                  <a:lnTo>
                    <a:pt x="3319" y="2904"/>
                  </a:lnTo>
                  <a:lnTo>
                    <a:pt x="3299" y="2864"/>
                  </a:lnTo>
                  <a:lnTo>
                    <a:pt x="3398" y="2844"/>
                  </a:lnTo>
                  <a:lnTo>
                    <a:pt x="3358" y="2746"/>
                  </a:lnTo>
                  <a:lnTo>
                    <a:pt x="3299" y="2647"/>
                  </a:lnTo>
                  <a:lnTo>
                    <a:pt x="3279" y="2548"/>
                  </a:lnTo>
                  <a:lnTo>
                    <a:pt x="3259" y="2489"/>
                  </a:lnTo>
                  <a:lnTo>
                    <a:pt x="3279" y="2430"/>
                  </a:lnTo>
                  <a:lnTo>
                    <a:pt x="3141" y="2331"/>
                  </a:lnTo>
                  <a:lnTo>
                    <a:pt x="3062" y="2291"/>
                  </a:lnTo>
                  <a:lnTo>
                    <a:pt x="2963" y="2291"/>
                  </a:lnTo>
                  <a:lnTo>
                    <a:pt x="2983" y="2311"/>
                  </a:lnTo>
                  <a:lnTo>
                    <a:pt x="2983" y="2351"/>
                  </a:lnTo>
                  <a:lnTo>
                    <a:pt x="2943" y="2390"/>
                  </a:lnTo>
                  <a:lnTo>
                    <a:pt x="2864" y="2410"/>
                  </a:lnTo>
                  <a:lnTo>
                    <a:pt x="2825" y="2410"/>
                  </a:lnTo>
                  <a:lnTo>
                    <a:pt x="2785" y="2390"/>
                  </a:lnTo>
                  <a:lnTo>
                    <a:pt x="2765" y="2370"/>
                  </a:lnTo>
                  <a:lnTo>
                    <a:pt x="2746" y="2351"/>
                  </a:lnTo>
                  <a:lnTo>
                    <a:pt x="2785" y="2311"/>
                  </a:lnTo>
                  <a:lnTo>
                    <a:pt x="2805" y="2272"/>
                  </a:lnTo>
                  <a:lnTo>
                    <a:pt x="2825" y="2232"/>
                  </a:lnTo>
                  <a:lnTo>
                    <a:pt x="2884" y="2252"/>
                  </a:lnTo>
                  <a:lnTo>
                    <a:pt x="2923" y="2212"/>
                  </a:lnTo>
                  <a:lnTo>
                    <a:pt x="2943" y="2173"/>
                  </a:lnTo>
                  <a:lnTo>
                    <a:pt x="2923" y="2133"/>
                  </a:lnTo>
                  <a:lnTo>
                    <a:pt x="2904" y="2114"/>
                  </a:lnTo>
                  <a:lnTo>
                    <a:pt x="2884" y="2094"/>
                  </a:lnTo>
                  <a:lnTo>
                    <a:pt x="2884" y="2054"/>
                  </a:lnTo>
                  <a:lnTo>
                    <a:pt x="2904" y="2035"/>
                  </a:lnTo>
                  <a:lnTo>
                    <a:pt x="2943" y="1995"/>
                  </a:lnTo>
                  <a:lnTo>
                    <a:pt x="2904" y="1995"/>
                  </a:lnTo>
                  <a:lnTo>
                    <a:pt x="2864" y="1956"/>
                  </a:lnTo>
                  <a:lnTo>
                    <a:pt x="2805" y="1916"/>
                  </a:lnTo>
                  <a:lnTo>
                    <a:pt x="2765" y="1896"/>
                  </a:lnTo>
                  <a:lnTo>
                    <a:pt x="2726" y="1896"/>
                  </a:lnTo>
                  <a:lnTo>
                    <a:pt x="2785" y="1877"/>
                  </a:lnTo>
                  <a:lnTo>
                    <a:pt x="2805" y="1896"/>
                  </a:lnTo>
                  <a:lnTo>
                    <a:pt x="2884" y="1896"/>
                  </a:lnTo>
                  <a:lnTo>
                    <a:pt x="2825" y="1857"/>
                  </a:lnTo>
                  <a:lnTo>
                    <a:pt x="2884" y="1837"/>
                  </a:lnTo>
                  <a:lnTo>
                    <a:pt x="2864" y="1798"/>
                  </a:lnTo>
                  <a:lnTo>
                    <a:pt x="2844" y="1778"/>
                  </a:lnTo>
                  <a:lnTo>
                    <a:pt x="2588" y="1778"/>
                  </a:lnTo>
                  <a:lnTo>
                    <a:pt x="2548" y="1738"/>
                  </a:lnTo>
                  <a:lnTo>
                    <a:pt x="2726" y="1719"/>
                  </a:lnTo>
                  <a:lnTo>
                    <a:pt x="2667" y="1679"/>
                  </a:lnTo>
                  <a:lnTo>
                    <a:pt x="2509" y="1679"/>
                  </a:lnTo>
                  <a:lnTo>
                    <a:pt x="2449" y="1659"/>
                  </a:lnTo>
                  <a:lnTo>
                    <a:pt x="2489" y="1620"/>
                  </a:lnTo>
                  <a:lnTo>
                    <a:pt x="2410" y="1600"/>
                  </a:lnTo>
                  <a:lnTo>
                    <a:pt x="2469" y="1580"/>
                  </a:lnTo>
                  <a:lnTo>
                    <a:pt x="2469" y="1580"/>
                  </a:lnTo>
                  <a:lnTo>
                    <a:pt x="2370" y="1600"/>
                  </a:lnTo>
                  <a:lnTo>
                    <a:pt x="2311" y="1561"/>
                  </a:lnTo>
                  <a:lnTo>
                    <a:pt x="2252" y="1541"/>
                  </a:lnTo>
                  <a:lnTo>
                    <a:pt x="2173" y="1541"/>
                  </a:lnTo>
                  <a:lnTo>
                    <a:pt x="2193" y="1501"/>
                  </a:lnTo>
                  <a:lnTo>
                    <a:pt x="2232" y="1442"/>
                  </a:lnTo>
                  <a:lnTo>
                    <a:pt x="2252" y="1403"/>
                  </a:lnTo>
                  <a:lnTo>
                    <a:pt x="2193" y="1403"/>
                  </a:lnTo>
                  <a:lnTo>
                    <a:pt x="2390" y="1324"/>
                  </a:lnTo>
                  <a:lnTo>
                    <a:pt x="2410" y="1343"/>
                  </a:lnTo>
                  <a:lnTo>
                    <a:pt x="2410" y="1363"/>
                  </a:lnTo>
                  <a:lnTo>
                    <a:pt x="2370" y="1403"/>
                  </a:lnTo>
                  <a:lnTo>
                    <a:pt x="2351" y="1442"/>
                  </a:lnTo>
                  <a:lnTo>
                    <a:pt x="2370" y="1462"/>
                  </a:lnTo>
                  <a:lnTo>
                    <a:pt x="2390" y="1482"/>
                  </a:lnTo>
                  <a:lnTo>
                    <a:pt x="2449" y="1403"/>
                  </a:lnTo>
                  <a:lnTo>
                    <a:pt x="2489" y="1343"/>
                  </a:lnTo>
                  <a:lnTo>
                    <a:pt x="2489" y="1264"/>
                  </a:lnTo>
                  <a:lnTo>
                    <a:pt x="2489" y="1205"/>
                  </a:lnTo>
                  <a:lnTo>
                    <a:pt x="2449" y="1086"/>
                  </a:lnTo>
                  <a:lnTo>
                    <a:pt x="2370" y="988"/>
                  </a:lnTo>
                  <a:lnTo>
                    <a:pt x="2331" y="948"/>
                  </a:lnTo>
                  <a:lnTo>
                    <a:pt x="2291" y="909"/>
                  </a:lnTo>
                  <a:lnTo>
                    <a:pt x="2232" y="810"/>
                  </a:lnTo>
                  <a:lnTo>
                    <a:pt x="2212" y="770"/>
                  </a:lnTo>
                  <a:lnTo>
                    <a:pt x="2173" y="751"/>
                  </a:lnTo>
                  <a:lnTo>
                    <a:pt x="2094" y="751"/>
                  </a:lnTo>
                  <a:lnTo>
                    <a:pt x="2015" y="770"/>
                  </a:lnTo>
                  <a:lnTo>
                    <a:pt x="2133" y="711"/>
                  </a:lnTo>
                  <a:lnTo>
                    <a:pt x="2133" y="494"/>
                  </a:lnTo>
                  <a:lnTo>
                    <a:pt x="2054" y="375"/>
                  </a:lnTo>
                  <a:lnTo>
                    <a:pt x="1995" y="277"/>
                  </a:lnTo>
                  <a:lnTo>
                    <a:pt x="1956" y="217"/>
                  </a:lnTo>
                  <a:lnTo>
                    <a:pt x="1916" y="178"/>
                  </a:lnTo>
                  <a:lnTo>
                    <a:pt x="1857" y="138"/>
                  </a:lnTo>
                  <a:lnTo>
                    <a:pt x="1778" y="119"/>
                  </a:lnTo>
                  <a:lnTo>
                    <a:pt x="1857" y="40"/>
                  </a:lnTo>
                  <a:lnTo>
                    <a:pt x="1738" y="40"/>
                  </a:lnTo>
                  <a:lnTo>
                    <a:pt x="16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2"/>
            <p:cNvSpPr/>
            <p:nvPr/>
          </p:nvSpPr>
          <p:spPr>
            <a:xfrm>
              <a:off x="-1574350" y="3412650"/>
              <a:ext cx="1000" cy="25"/>
            </a:xfrm>
            <a:custGeom>
              <a:rect b="b" l="l" r="r" t="t"/>
              <a:pathLst>
                <a:path extrusionOk="0" h="1" w="40">
                  <a:moveTo>
                    <a:pt x="40" y="1"/>
                  </a:moveTo>
                  <a:lnTo>
                    <a:pt x="40" y="1"/>
                  </a:lnTo>
                  <a:lnTo>
                    <a:pt x="0" y="1"/>
                  </a:lnTo>
                  <a:lnTo>
                    <a:pt x="0" y="1"/>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
            <p:cNvSpPr/>
            <p:nvPr/>
          </p:nvSpPr>
          <p:spPr>
            <a:xfrm>
              <a:off x="-1557075" y="3441800"/>
              <a:ext cx="1025" cy="525"/>
            </a:xfrm>
            <a:custGeom>
              <a:rect b="b" l="l" r="r" t="t"/>
              <a:pathLst>
                <a:path extrusionOk="0" h="21" w="41">
                  <a:moveTo>
                    <a:pt x="40" y="0"/>
                  </a:moveTo>
                  <a:lnTo>
                    <a:pt x="40" y="0"/>
                  </a:lnTo>
                  <a:lnTo>
                    <a:pt x="1" y="20"/>
                  </a:lnTo>
                  <a:lnTo>
                    <a:pt x="1" y="20"/>
                  </a:lnTo>
                  <a:lnTo>
                    <a:pt x="40" y="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
            <p:cNvSpPr/>
            <p:nvPr/>
          </p:nvSpPr>
          <p:spPr>
            <a:xfrm>
              <a:off x="-1245975" y="3259100"/>
              <a:ext cx="260250" cy="195075"/>
            </a:xfrm>
            <a:custGeom>
              <a:rect b="b" l="l" r="r" t="t"/>
              <a:pathLst>
                <a:path extrusionOk="0" h="7803" w="10410">
                  <a:moveTo>
                    <a:pt x="0" y="0"/>
                  </a:moveTo>
                  <a:lnTo>
                    <a:pt x="139" y="277"/>
                  </a:lnTo>
                  <a:lnTo>
                    <a:pt x="356" y="612"/>
                  </a:lnTo>
                  <a:lnTo>
                    <a:pt x="652" y="1047"/>
                  </a:lnTo>
                  <a:lnTo>
                    <a:pt x="1047" y="1560"/>
                  </a:lnTo>
                  <a:lnTo>
                    <a:pt x="1284" y="1837"/>
                  </a:lnTo>
                  <a:lnTo>
                    <a:pt x="1541" y="2133"/>
                  </a:lnTo>
                  <a:lnTo>
                    <a:pt x="1837" y="2430"/>
                  </a:lnTo>
                  <a:lnTo>
                    <a:pt x="2153" y="2746"/>
                  </a:lnTo>
                  <a:lnTo>
                    <a:pt x="2509" y="3062"/>
                  </a:lnTo>
                  <a:lnTo>
                    <a:pt x="2884" y="3378"/>
                  </a:lnTo>
                  <a:lnTo>
                    <a:pt x="3615" y="3950"/>
                  </a:lnTo>
                  <a:lnTo>
                    <a:pt x="4445" y="4583"/>
                  </a:lnTo>
                  <a:lnTo>
                    <a:pt x="5333" y="5215"/>
                  </a:lnTo>
                  <a:lnTo>
                    <a:pt x="6242" y="5866"/>
                  </a:lnTo>
                  <a:lnTo>
                    <a:pt x="7901" y="7012"/>
                  </a:lnTo>
                  <a:lnTo>
                    <a:pt x="9067" y="7802"/>
                  </a:lnTo>
                  <a:lnTo>
                    <a:pt x="10410" y="5491"/>
                  </a:lnTo>
                  <a:lnTo>
                    <a:pt x="8652" y="4365"/>
                  </a:lnTo>
                  <a:lnTo>
                    <a:pt x="7447" y="3615"/>
                  </a:lnTo>
                  <a:lnTo>
                    <a:pt x="6124" y="2805"/>
                  </a:lnTo>
                  <a:lnTo>
                    <a:pt x="4800" y="2035"/>
                  </a:lnTo>
                  <a:lnTo>
                    <a:pt x="3576" y="1343"/>
                  </a:lnTo>
                  <a:lnTo>
                    <a:pt x="3023" y="1047"/>
                  </a:lnTo>
                  <a:lnTo>
                    <a:pt x="2529" y="810"/>
                  </a:lnTo>
                  <a:lnTo>
                    <a:pt x="2114" y="632"/>
                  </a:lnTo>
                  <a:lnTo>
                    <a:pt x="1778" y="514"/>
                  </a:lnTo>
                  <a:lnTo>
                    <a:pt x="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
            <p:cNvSpPr/>
            <p:nvPr/>
          </p:nvSpPr>
          <p:spPr>
            <a:xfrm>
              <a:off x="-1722000" y="3272425"/>
              <a:ext cx="240000" cy="328900"/>
            </a:xfrm>
            <a:custGeom>
              <a:rect b="b" l="l" r="r" t="t"/>
              <a:pathLst>
                <a:path extrusionOk="0" h="13156" w="9600">
                  <a:moveTo>
                    <a:pt x="4267" y="0"/>
                  </a:moveTo>
                  <a:lnTo>
                    <a:pt x="3990" y="40"/>
                  </a:lnTo>
                  <a:lnTo>
                    <a:pt x="3694" y="139"/>
                  </a:lnTo>
                  <a:lnTo>
                    <a:pt x="3339" y="257"/>
                  </a:lnTo>
                  <a:lnTo>
                    <a:pt x="2983" y="395"/>
                  </a:lnTo>
                  <a:lnTo>
                    <a:pt x="2608" y="573"/>
                  </a:lnTo>
                  <a:lnTo>
                    <a:pt x="2232" y="751"/>
                  </a:lnTo>
                  <a:lnTo>
                    <a:pt x="1620" y="1067"/>
                  </a:lnTo>
                  <a:lnTo>
                    <a:pt x="1067" y="1383"/>
                  </a:lnTo>
                  <a:lnTo>
                    <a:pt x="968" y="1442"/>
                  </a:lnTo>
                  <a:lnTo>
                    <a:pt x="909" y="1482"/>
                  </a:lnTo>
                  <a:lnTo>
                    <a:pt x="870" y="1502"/>
                  </a:lnTo>
                  <a:lnTo>
                    <a:pt x="336" y="1837"/>
                  </a:lnTo>
                  <a:lnTo>
                    <a:pt x="198" y="1936"/>
                  </a:lnTo>
                  <a:lnTo>
                    <a:pt x="119" y="2055"/>
                  </a:lnTo>
                  <a:lnTo>
                    <a:pt x="60" y="2153"/>
                  </a:lnTo>
                  <a:lnTo>
                    <a:pt x="20" y="2272"/>
                  </a:lnTo>
                  <a:lnTo>
                    <a:pt x="0" y="2410"/>
                  </a:lnTo>
                  <a:lnTo>
                    <a:pt x="0" y="2529"/>
                  </a:lnTo>
                  <a:lnTo>
                    <a:pt x="40" y="2667"/>
                  </a:lnTo>
                  <a:lnTo>
                    <a:pt x="80" y="2825"/>
                  </a:lnTo>
                  <a:lnTo>
                    <a:pt x="218" y="3141"/>
                  </a:lnTo>
                  <a:lnTo>
                    <a:pt x="396" y="3516"/>
                  </a:lnTo>
                  <a:lnTo>
                    <a:pt x="593" y="3911"/>
                  </a:lnTo>
                  <a:lnTo>
                    <a:pt x="791" y="4366"/>
                  </a:lnTo>
                  <a:lnTo>
                    <a:pt x="1620" y="6222"/>
                  </a:lnTo>
                  <a:lnTo>
                    <a:pt x="2924" y="9106"/>
                  </a:lnTo>
                  <a:lnTo>
                    <a:pt x="3595" y="10548"/>
                  </a:lnTo>
                  <a:lnTo>
                    <a:pt x="4188" y="11812"/>
                  </a:lnTo>
                  <a:lnTo>
                    <a:pt x="4662" y="12721"/>
                  </a:lnTo>
                  <a:lnTo>
                    <a:pt x="4820" y="12997"/>
                  </a:lnTo>
                  <a:lnTo>
                    <a:pt x="4919" y="13116"/>
                  </a:lnTo>
                  <a:lnTo>
                    <a:pt x="4958" y="13136"/>
                  </a:lnTo>
                  <a:lnTo>
                    <a:pt x="5018" y="13155"/>
                  </a:lnTo>
                  <a:lnTo>
                    <a:pt x="5195" y="13116"/>
                  </a:lnTo>
                  <a:lnTo>
                    <a:pt x="5413" y="13037"/>
                  </a:lnTo>
                  <a:lnTo>
                    <a:pt x="5669" y="12938"/>
                  </a:lnTo>
                  <a:lnTo>
                    <a:pt x="5966" y="12780"/>
                  </a:lnTo>
                  <a:lnTo>
                    <a:pt x="6282" y="12602"/>
                  </a:lnTo>
                  <a:lnTo>
                    <a:pt x="6953" y="12187"/>
                  </a:lnTo>
                  <a:lnTo>
                    <a:pt x="7645" y="11753"/>
                  </a:lnTo>
                  <a:lnTo>
                    <a:pt x="8277" y="11358"/>
                  </a:lnTo>
                  <a:lnTo>
                    <a:pt x="9067" y="10805"/>
                  </a:lnTo>
                  <a:lnTo>
                    <a:pt x="9225" y="10686"/>
                  </a:lnTo>
                  <a:lnTo>
                    <a:pt x="9343" y="10568"/>
                  </a:lnTo>
                  <a:lnTo>
                    <a:pt x="9442" y="10449"/>
                  </a:lnTo>
                  <a:lnTo>
                    <a:pt x="9521" y="10350"/>
                  </a:lnTo>
                  <a:lnTo>
                    <a:pt x="9560" y="10232"/>
                  </a:lnTo>
                  <a:lnTo>
                    <a:pt x="9580" y="10153"/>
                  </a:lnTo>
                  <a:lnTo>
                    <a:pt x="9600" y="10054"/>
                  </a:lnTo>
                  <a:lnTo>
                    <a:pt x="9600" y="9955"/>
                  </a:lnTo>
                  <a:lnTo>
                    <a:pt x="9541" y="9797"/>
                  </a:lnTo>
                  <a:lnTo>
                    <a:pt x="9481" y="9639"/>
                  </a:lnTo>
                  <a:lnTo>
                    <a:pt x="9402" y="9501"/>
                  </a:lnTo>
                  <a:lnTo>
                    <a:pt x="9343" y="9363"/>
                  </a:lnTo>
                  <a:lnTo>
                    <a:pt x="9323" y="9343"/>
                  </a:lnTo>
                  <a:lnTo>
                    <a:pt x="9323" y="9323"/>
                  </a:lnTo>
                  <a:lnTo>
                    <a:pt x="9304" y="9304"/>
                  </a:lnTo>
                  <a:lnTo>
                    <a:pt x="9304" y="9284"/>
                  </a:lnTo>
                  <a:lnTo>
                    <a:pt x="9304" y="9264"/>
                  </a:lnTo>
                  <a:lnTo>
                    <a:pt x="9067" y="8652"/>
                  </a:lnTo>
                  <a:lnTo>
                    <a:pt x="8770" y="7980"/>
                  </a:lnTo>
                  <a:lnTo>
                    <a:pt x="8138" y="6538"/>
                  </a:lnTo>
                  <a:lnTo>
                    <a:pt x="7427" y="4998"/>
                  </a:lnTo>
                  <a:lnTo>
                    <a:pt x="6677" y="3477"/>
                  </a:lnTo>
                  <a:lnTo>
                    <a:pt x="5966" y="2114"/>
                  </a:lnTo>
                  <a:lnTo>
                    <a:pt x="5650" y="1521"/>
                  </a:lnTo>
                  <a:lnTo>
                    <a:pt x="5353" y="1008"/>
                  </a:lnTo>
                  <a:lnTo>
                    <a:pt x="5334" y="968"/>
                  </a:lnTo>
                  <a:lnTo>
                    <a:pt x="5294" y="929"/>
                  </a:lnTo>
                  <a:lnTo>
                    <a:pt x="5294" y="909"/>
                  </a:lnTo>
                  <a:lnTo>
                    <a:pt x="5274" y="889"/>
                  </a:lnTo>
                  <a:lnTo>
                    <a:pt x="5235" y="830"/>
                  </a:lnTo>
                  <a:lnTo>
                    <a:pt x="5057" y="553"/>
                  </a:lnTo>
                  <a:lnTo>
                    <a:pt x="4899" y="316"/>
                  </a:lnTo>
                  <a:lnTo>
                    <a:pt x="4761" y="158"/>
                  </a:lnTo>
                  <a:lnTo>
                    <a:pt x="4662" y="60"/>
                  </a:lnTo>
                  <a:lnTo>
                    <a:pt x="4583" y="20"/>
                  </a:lnTo>
                  <a:lnTo>
                    <a:pt x="450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
            <p:cNvSpPr/>
            <p:nvPr/>
          </p:nvSpPr>
          <p:spPr>
            <a:xfrm>
              <a:off x="-1415350" y="3197850"/>
              <a:ext cx="229650" cy="228650"/>
            </a:xfrm>
            <a:custGeom>
              <a:rect b="b" l="l" r="r" t="t"/>
              <a:pathLst>
                <a:path extrusionOk="0" h="9146" w="9186">
                  <a:moveTo>
                    <a:pt x="7566" y="1"/>
                  </a:moveTo>
                  <a:lnTo>
                    <a:pt x="7368" y="60"/>
                  </a:lnTo>
                  <a:lnTo>
                    <a:pt x="7190" y="119"/>
                  </a:lnTo>
                  <a:lnTo>
                    <a:pt x="7012" y="198"/>
                  </a:lnTo>
                  <a:lnTo>
                    <a:pt x="6854" y="277"/>
                  </a:lnTo>
                  <a:lnTo>
                    <a:pt x="6696" y="376"/>
                  </a:lnTo>
                  <a:lnTo>
                    <a:pt x="6558" y="495"/>
                  </a:lnTo>
                  <a:lnTo>
                    <a:pt x="6282" y="751"/>
                  </a:lnTo>
                  <a:lnTo>
                    <a:pt x="6025" y="1028"/>
                  </a:lnTo>
                  <a:lnTo>
                    <a:pt x="5788" y="1304"/>
                  </a:lnTo>
                  <a:lnTo>
                    <a:pt x="5551" y="1581"/>
                  </a:lnTo>
                  <a:lnTo>
                    <a:pt x="5294" y="1838"/>
                  </a:lnTo>
                  <a:lnTo>
                    <a:pt x="5057" y="2075"/>
                  </a:lnTo>
                  <a:lnTo>
                    <a:pt x="4800" y="2292"/>
                  </a:lnTo>
                  <a:lnTo>
                    <a:pt x="4543" y="2490"/>
                  </a:lnTo>
                  <a:lnTo>
                    <a:pt x="4287" y="2648"/>
                  </a:lnTo>
                  <a:lnTo>
                    <a:pt x="4010" y="2786"/>
                  </a:lnTo>
                  <a:lnTo>
                    <a:pt x="3734" y="2885"/>
                  </a:lnTo>
                  <a:lnTo>
                    <a:pt x="3457" y="2983"/>
                  </a:lnTo>
                  <a:lnTo>
                    <a:pt x="3161" y="3023"/>
                  </a:lnTo>
                  <a:lnTo>
                    <a:pt x="3003" y="3062"/>
                  </a:lnTo>
                  <a:lnTo>
                    <a:pt x="2805" y="3122"/>
                  </a:lnTo>
                  <a:lnTo>
                    <a:pt x="2588" y="3240"/>
                  </a:lnTo>
                  <a:lnTo>
                    <a:pt x="2351" y="3378"/>
                  </a:lnTo>
                  <a:lnTo>
                    <a:pt x="2114" y="3536"/>
                  </a:lnTo>
                  <a:lnTo>
                    <a:pt x="1857" y="3714"/>
                  </a:lnTo>
                  <a:lnTo>
                    <a:pt x="1600" y="3931"/>
                  </a:lnTo>
                  <a:lnTo>
                    <a:pt x="1344" y="4168"/>
                  </a:lnTo>
                  <a:lnTo>
                    <a:pt x="1087" y="4425"/>
                  </a:lnTo>
                  <a:lnTo>
                    <a:pt x="870" y="4682"/>
                  </a:lnTo>
                  <a:lnTo>
                    <a:pt x="652" y="4978"/>
                  </a:lnTo>
                  <a:lnTo>
                    <a:pt x="455" y="5255"/>
                  </a:lnTo>
                  <a:lnTo>
                    <a:pt x="297" y="5571"/>
                  </a:lnTo>
                  <a:lnTo>
                    <a:pt x="159" y="5867"/>
                  </a:lnTo>
                  <a:lnTo>
                    <a:pt x="60" y="6183"/>
                  </a:lnTo>
                  <a:lnTo>
                    <a:pt x="20" y="6499"/>
                  </a:lnTo>
                  <a:lnTo>
                    <a:pt x="0" y="6796"/>
                  </a:lnTo>
                  <a:lnTo>
                    <a:pt x="40" y="7072"/>
                  </a:lnTo>
                  <a:lnTo>
                    <a:pt x="119" y="7349"/>
                  </a:lnTo>
                  <a:lnTo>
                    <a:pt x="218" y="7586"/>
                  </a:lnTo>
                  <a:lnTo>
                    <a:pt x="356" y="7823"/>
                  </a:lnTo>
                  <a:lnTo>
                    <a:pt x="514" y="8020"/>
                  </a:lnTo>
                  <a:lnTo>
                    <a:pt x="672" y="8218"/>
                  </a:lnTo>
                  <a:lnTo>
                    <a:pt x="830" y="8376"/>
                  </a:lnTo>
                  <a:lnTo>
                    <a:pt x="1008" y="8534"/>
                  </a:lnTo>
                  <a:lnTo>
                    <a:pt x="1186" y="8672"/>
                  </a:lnTo>
                  <a:lnTo>
                    <a:pt x="1482" y="8869"/>
                  </a:lnTo>
                  <a:lnTo>
                    <a:pt x="1699" y="8988"/>
                  </a:lnTo>
                  <a:lnTo>
                    <a:pt x="1778" y="9027"/>
                  </a:lnTo>
                  <a:lnTo>
                    <a:pt x="2094" y="9087"/>
                  </a:lnTo>
                  <a:lnTo>
                    <a:pt x="2450" y="9126"/>
                  </a:lnTo>
                  <a:lnTo>
                    <a:pt x="2904" y="9146"/>
                  </a:lnTo>
                  <a:lnTo>
                    <a:pt x="3141" y="9126"/>
                  </a:lnTo>
                  <a:lnTo>
                    <a:pt x="3378" y="9107"/>
                  </a:lnTo>
                  <a:lnTo>
                    <a:pt x="3615" y="9067"/>
                  </a:lnTo>
                  <a:lnTo>
                    <a:pt x="3872" y="9008"/>
                  </a:lnTo>
                  <a:lnTo>
                    <a:pt x="4089" y="8909"/>
                  </a:lnTo>
                  <a:lnTo>
                    <a:pt x="4326" y="8810"/>
                  </a:lnTo>
                  <a:lnTo>
                    <a:pt x="4524" y="8672"/>
                  </a:lnTo>
                  <a:lnTo>
                    <a:pt x="4721" y="8494"/>
                  </a:lnTo>
                  <a:lnTo>
                    <a:pt x="5037" y="8119"/>
                  </a:lnTo>
                  <a:lnTo>
                    <a:pt x="5314" y="7744"/>
                  </a:lnTo>
                  <a:lnTo>
                    <a:pt x="5531" y="7368"/>
                  </a:lnTo>
                  <a:lnTo>
                    <a:pt x="5748" y="6993"/>
                  </a:lnTo>
                  <a:lnTo>
                    <a:pt x="6143" y="6242"/>
                  </a:lnTo>
                  <a:lnTo>
                    <a:pt x="6361" y="5887"/>
                  </a:lnTo>
                  <a:lnTo>
                    <a:pt x="6598" y="5531"/>
                  </a:lnTo>
                  <a:lnTo>
                    <a:pt x="6736" y="5354"/>
                  </a:lnTo>
                  <a:lnTo>
                    <a:pt x="6894" y="5176"/>
                  </a:lnTo>
                  <a:lnTo>
                    <a:pt x="7249" y="4820"/>
                  </a:lnTo>
                  <a:lnTo>
                    <a:pt x="7625" y="4445"/>
                  </a:lnTo>
                  <a:lnTo>
                    <a:pt x="8020" y="4050"/>
                  </a:lnTo>
                  <a:lnTo>
                    <a:pt x="8415" y="3615"/>
                  </a:lnTo>
                  <a:lnTo>
                    <a:pt x="8573" y="3398"/>
                  </a:lnTo>
                  <a:lnTo>
                    <a:pt x="8731" y="3181"/>
                  </a:lnTo>
                  <a:lnTo>
                    <a:pt x="8869" y="2944"/>
                  </a:lnTo>
                  <a:lnTo>
                    <a:pt x="8988" y="2687"/>
                  </a:lnTo>
                  <a:lnTo>
                    <a:pt x="9086" y="2430"/>
                  </a:lnTo>
                  <a:lnTo>
                    <a:pt x="9146" y="2174"/>
                  </a:lnTo>
                  <a:lnTo>
                    <a:pt x="9185" y="1897"/>
                  </a:lnTo>
                  <a:lnTo>
                    <a:pt x="9185" y="1660"/>
                  </a:lnTo>
                  <a:lnTo>
                    <a:pt x="9165" y="1423"/>
                  </a:lnTo>
                  <a:lnTo>
                    <a:pt x="9126" y="1206"/>
                  </a:lnTo>
                  <a:lnTo>
                    <a:pt x="9047" y="1008"/>
                  </a:lnTo>
                  <a:lnTo>
                    <a:pt x="8948" y="811"/>
                  </a:lnTo>
                  <a:lnTo>
                    <a:pt x="8849" y="653"/>
                  </a:lnTo>
                  <a:lnTo>
                    <a:pt x="8731" y="495"/>
                  </a:lnTo>
                  <a:lnTo>
                    <a:pt x="8593" y="376"/>
                  </a:lnTo>
                  <a:lnTo>
                    <a:pt x="8454" y="258"/>
                  </a:lnTo>
                  <a:lnTo>
                    <a:pt x="8296" y="159"/>
                  </a:lnTo>
                  <a:lnTo>
                    <a:pt x="8158" y="100"/>
                  </a:lnTo>
                  <a:lnTo>
                    <a:pt x="8000" y="40"/>
                  </a:lnTo>
                  <a:lnTo>
                    <a:pt x="7862"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2"/>
            <p:cNvSpPr/>
            <p:nvPr/>
          </p:nvSpPr>
          <p:spPr>
            <a:xfrm>
              <a:off x="-1467200" y="3098100"/>
              <a:ext cx="269150" cy="274600"/>
            </a:xfrm>
            <a:custGeom>
              <a:rect b="b" l="l" r="r" t="t"/>
              <a:pathLst>
                <a:path extrusionOk="0" h="10984" w="10766">
                  <a:moveTo>
                    <a:pt x="9659" y="1"/>
                  </a:moveTo>
                  <a:lnTo>
                    <a:pt x="9363" y="21"/>
                  </a:lnTo>
                  <a:lnTo>
                    <a:pt x="9086" y="60"/>
                  </a:lnTo>
                  <a:lnTo>
                    <a:pt x="8830" y="119"/>
                  </a:lnTo>
                  <a:lnTo>
                    <a:pt x="8612" y="198"/>
                  </a:lnTo>
                  <a:lnTo>
                    <a:pt x="8435" y="297"/>
                  </a:lnTo>
                  <a:lnTo>
                    <a:pt x="8316" y="376"/>
                  </a:lnTo>
                  <a:lnTo>
                    <a:pt x="8198" y="435"/>
                  </a:lnTo>
                  <a:lnTo>
                    <a:pt x="7842" y="376"/>
                  </a:lnTo>
                  <a:lnTo>
                    <a:pt x="7526" y="317"/>
                  </a:lnTo>
                  <a:lnTo>
                    <a:pt x="7210" y="277"/>
                  </a:lnTo>
                  <a:lnTo>
                    <a:pt x="6914" y="258"/>
                  </a:lnTo>
                  <a:lnTo>
                    <a:pt x="6380" y="258"/>
                  </a:lnTo>
                  <a:lnTo>
                    <a:pt x="5926" y="297"/>
                  </a:lnTo>
                  <a:lnTo>
                    <a:pt x="5571" y="337"/>
                  </a:lnTo>
                  <a:lnTo>
                    <a:pt x="5314" y="396"/>
                  </a:lnTo>
                  <a:lnTo>
                    <a:pt x="5097" y="475"/>
                  </a:lnTo>
                  <a:lnTo>
                    <a:pt x="4840" y="514"/>
                  </a:lnTo>
                  <a:lnTo>
                    <a:pt x="4603" y="554"/>
                  </a:lnTo>
                  <a:lnTo>
                    <a:pt x="4405" y="613"/>
                  </a:lnTo>
                  <a:lnTo>
                    <a:pt x="4227" y="672"/>
                  </a:lnTo>
                  <a:lnTo>
                    <a:pt x="3931" y="811"/>
                  </a:lnTo>
                  <a:lnTo>
                    <a:pt x="3714" y="949"/>
                  </a:lnTo>
                  <a:lnTo>
                    <a:pt x="3556" y="1067"/>
                  </a:lnTo>
                  <a:lnTo>
                    <a:pt x="3457" y="1186"/>
                  </a:lnTo>
                  <a:lnTo>
                    <a:pt x="3378" y="1245"/>
                  </a:lnTo>
                  <a:lnTo>
                    <a:pt x="3339" y="1285"/>
                  </a:lnTo>
                  <a:lnTo>
                    <a:pt x="3102" y="1364"/>
                  </a:lnTo>
                  <a:lnTo>
                    <a:pt x="2647" y="1581"/>
                  </a:lnTo>
                  <a:lnTo>
                    <a:pt x="2351" y="1739"/>
                  </a:lnTo>
                  <a:lnTo>
                    <a:pt x="2055" y="1937"/>
                  </a:lnTo>
                  <a:lnTo>
                    <a:pt x="1739" y="2154"/>
                  </a:lnTo>
                  <a:lnTo>
                    <a:pt x="1442" y="2391"/>
                  </a:lnTo>
                  <a:lnTo>
                    <a:pt x="1304" y="2529"/>
                  </a:lnTo>
                  <a:lnTo>
                    <a:pt x="1146" y="2707"/>
                  </a:lnTo>
                  <a:lnTo>
                    <a:pt x="1008" y="2924"/>
                  </a:lnTo>
                  <a:lnTo>
                    <a:pt x="889" y="3141"/>
                  </a:lnTo>
                  <a:lnTo>
                    <a:pt x="633" y="3635"/>
                  </a:lnTo>
                  <a:lnTo>
                    <a:pt x="415" y="4129"/>
                  </a:lnTo>
                  <a:lnTo>
                    <a:pt x="238" y="4583"/>
                  </a:lnTo>
                  <a:lnTo>
                    <a:pt x="119" y="4978"/>
                  </a:lnTo>
                  <a:lnTo>
                    <a:pt x="1" y="5354"/>
                  </a:lnTo>
                  <a:lnTo>
                    <a:pt x="317" y="6223"/>
                  </a:lnTo>
                  <a:lnTo>
                    <a:pt x="672" y="7131"/>
                  </a:lnTo>
                  <a:lnTo>
                    <a:pt x="1087" y="8158"/>
                  </a:lnTo>
                  <a:lnTo>
                    <a:pt x="1541" y="9205"/>
                  </a:lnTo>
                  <a:lnTo>
                    <a:pt x="1758" y="9679"/>
                  </a:lnTo>
                  <a:lnTo>
                    <a:pt x="1976" y="10114"/>
                  </a:lnTo>
                  <a:lnTo>
                    <a:pt x="2193" y="10469"/>
                  </a:lnTo>
                  <a:lnTo>
                    <a:pt x="2391" y="10746"/>
                  </a:lnTo>
                  <a:lnTo>
                    <a:pt x="2470" y="10845"/>
                  </a:lnTo>
                  <a:lnTo>
                    <a:pt x="2549" y="10924"/>
                  </a:lnTo>
                  <a:lnTo>
                    <a:pt x="2628" y="10983"/>
                  </a:lnTo>
                  <a:lnTo>
                    <a:pt x="2766" y="10983"/>
                  </a:lnTo>
                  <a:lnTo>
                    <a:pt x="2845" y="10963"/>
                  </a:lnTo>
                  <a:lnTo>
                    <a:pt x="3042" y="10865"/>
                  </a:lnTo>
                  <a:lnTo>
                    <a:pt x="3240" y="10707"/>
                  </a:lnTo>
                  <a:lnTo>
                    <a:pt x="3477" y="10509"/>
                  </a:lnTo>
                  <a:lnTo>
                    <a:pt x="3734" y="10272"/>
                  </a:lnTo>
                  <a:lnTo>
                    <a:pt x="3990" y="9995"/>
                  </a:lnTo>
                  <a:lnTo>
                    <a:pt x="4247" y="9699"/>
                  </a:lnTo>
                  <a:lnTo>
                    <a:pt x="4524" y="9383"/>
                  </a:lnTo>
                  <a:lnTo>
                    <a:pt x="5018" y="8751"/>
                  </a:lnTo>
                  <a:lnTo>
                    <a:pt x="5452" y="8119"/>
                  </a:lnTo>
                  <a:lnTo>
                    <a:pt x="5610" y="7842"/>
                  </a:lnTo>
                  <a:lnTo>
                    <a:pt x="5748" y="7605"/>
                  </a:lnTo>
                  <a:lnTo>
                    <a:pt x="5847" y="7388"/>
                  </a:lnTo>
                  <a:lnTo>
                    <a:pt x="5906" y="7210"/>
                  </a:lnTo>
                  <a:lnTo>
                    <a:pt x="5985" y="6894"/>
                  </a:lnTo>
                  <a:lnTo>
                    <a:pt x="6124" y="6499"/>
                  </a:lnTo>
                  <a:lnTo>
                    <a:pt x="6301" y="6065"/>
                  </a:lnTo>
                  <a:lnTo>
                    <a:pt x="6499" y="5630"/>
                  </a:lnTo>
                  <a:lnTo>
                    <a:pt x="6696" y="5196"/>
                  </a:lnTo>
                  <a:lnTo>
                    <a:pt x="6894" y="4820"/>
                  </a:lnTo>
                  <a:lnTo>
                    <a:pt x="7052" y="4524"/>
                  </a:lnTo>
                  <a:lnTo>
                    <a:pt x="7171" y="4346"/>
                  </a:lnTo>
                  <a:lnTo>
                    <a:pt x="7329" y="4188"/>
                  </a:lnTo>
                  <a:lnTo>
                    <a:pt x="7585" y="3991"/>
                  </a:lnTo>
                  <a:lnTo>
                    <a:pt x="8296" y="3497"/>
                  </a:lnTo>
                  <a:lnTo>
                    <a:pt x="9146" y="2944"/>
                  </a:lnTo>
                  <a:lnTo>
                    <a:pt x="9580" y="2648"/>
                  </a:lnTo>
                  <a:lnTo>
                    <a:pt x="9975" y="2371"/>
                  </a:lnTo>
                  <a:lnTo>
                    <a:pt x="10153" y="2233"/>
                  </a:lnTo>
                  <a:lnTo>
                    <a:pt x="10311" y="2075"/>
                  </a:lnTo>
                  <a:lnTo>
                    <a:pt x="10430" y="1917"/>
                  </a:lnTo>
                  <a:lnTo>
                    <a:pt x="10548" y="1759"/>
                  </a:lnTo>
                  <a:lnTo>
                    <a:pt x="10627" y="1581"/>
                  </a:lnTo>
                  <a:lnTo>
                    <a:pt x="10706" y="1403"/>
                  </a:lnTo>
                  <a:lnTo>
                    <a:pt x="10746" y="1225"/>
                  </a:lnTo>
                  <a:lnTo>
                    <a:pt x="10765" y="1048"/>
                  </a:lnTo>
                  <a:lnTo>
                    <a:pt x="10746" y="890"/>
                  </a:lnTo>
                  <a:lnTo>
                    <a:pt x="10726" y="732"/>
                  </a:lnTo>
                  <a:lnTo>
                    <a:pt x="10667" y="574"/>
                  </a:lnTo>
                  <a:lnTo>
                    <a:pt x="10588" y="435"/>
                  </a:lnTo>
                  <a:lnTo>
                    <a:pt x="10489" y="317"/>
                  </a:lnTo>
                  <a:lnTo>
                    <a:pt x="10370" y="218"/>
                  </a:lnTo>
                  <a:lnTo>
                    <a:pt x="10212" y="139"/>
                  </a:lnTo>
                  <a:lnTo>
                    <a:pt x="10035" y="80"/>
                  </a:lnTo>
                  <a:lnTo>
                    <a:pt x="9798" y="21"/>
                  </a:lnTo>
                  <a:lnTo>
                    <a:pt x="9659"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
            <p:cNvSpPr/>
            <p:nvPr/>
          </p:nvSpPr>
          <p:spPr>
            <a:xfrm>
              <a:off x="-1390175" y="3108975"/>
              <a:ext cx="127925" cy="124950"/>
            </a:xfrm>
            <a:custGeom>
              <a:rect b="b" l="l" r="r" t="t"/>
              <a:pathLst>
                <a:path extrusionOk="0" h="4998" w="5117">
                  <a:moveTo>
                    <a:pt x="5117" y="0"/>
                  </a:moveTo>
                  <a:lnTo>
                    <a:pt x="4781" y="40"/>
                  </a:lnTo>
                  <a:lnTo>
                    <a:pt x="4406" y="99"/>
                  </a:lnTo>
                  <a:lnTo>
                    <a:pt x="3932" y="198"/>
                  </a:lnTo>
                  <a:lnTo>
                    <a:pt x="3675" y="277"/>
                  </a:lnTo>
                  <a:lnTo>
                    <a:pt x="3398" y="376"/>
                  </a:lnTo>
                  <a:lnTo>
                    <a:pt x="3102" y="474"/>
                  </a:lnTo>
                  <a:lnTo>
                    <a:pt x="2825" y="613"/>
                  </a:lnTo>
                  <a:lnTo>
                    <a:pt x="2529" y="771"/>
                  </a:lnTo>
                  <a:lnTo>
                    <a:pt x="2253" y="949"/>
                  </a:lnTo>
                  <a:lnTo>
                    <a:pt x="1976" y="1166"/>
                  </a:lnTo>
                  <a:lnTo>
                    <a:pt x="1719" y="1383"/>
                  </a:lnTo>
                  <a:lnTo>
                    <a:pt x="1482" y="1660"/>
                  </a:lnTo>
                  <a:lnTo>
                    <a:pt x="1265" y="1936"/>
                  </a:lnTo>
                  <a:lnTo>
                    <a:pt x="1067" y="2213"/>
                  </a:lnTo>
                  <a:lnTo>
                    <a:pt x="890" y="2509"/>
                  </a:lnTo>
                  <a:lnTo>
                    <a:pt x="732" y="2825"/>
                  </a:lnTo>
                  <a:lnTo>
                    <a:pt x="593" y="3121"/>
                  </a:lnTo>
                  <a:lnTo>
                    <a:pt x="475" y="3418"/>
                  </a:lnTo>
                  <a:lnTo>
                    <a:pt x="356" y="3694"/>
                  </a:lnTo>
                  <a:lnTo>
                    <a:pt x="198" y="4208"/>
                  </a:lnTo>
                  <a:lnTo>
                    <a:pt x="80" y="4622"/>
                  </a:lnTo>
                  <a:lnTo>
                    <a:pt x="1" y="4998"/>
                  </a:lnTo>
                  <a:lnTo>
                    <a:pt x="139" y="4583"/>
                  </a:lnTo>
                  <a:lnTo>
                    <a:pt x="317" y="4109"/>
                  </a:lnTo>
                  <a:lnTo>
                    <a:pt x="534" y="3556"/>
                  </a:lnTo>
                  <a:lnTo>
                    <a:pt x="672" y="3260"/>
                  </a:lnTo>
                  <a:lnTo>
                    <a:pt x="830" y="2963"/>
                  </a:lnTo>
                  <a:lnTo>
                    <a:pt x="1008" y="2667"/>
                  </a:lnTo>
                  <a:lnTo>
                    <a:pt x="1186" y="2371"/>
                  </a:lnTo>
                  <a:lnTo>
                    <a:pt x="1383" y="2094"/>
                  </a:lnTo>
                  <a:lnTo>
                    <a:pt x="1581" y="1837"/>
                  </a:lnTo>
                  <a:lnTo>
                    <a:pt x="1798" y="1600"/>
                  </a:lnTo>
                  <a:lnTo>
                    <a:pt x="2035" y="1403"/>
                  </a:lnTo>
                  <a:lnTo>
                    <a:pt x="2272" y="1245"/>
                  </a:lnTo>
                  <a:lnTo>
                    <a:pt x="2529" y="1087"/>
                  </a:lnTo>
                  <a:lnTo>
                    <a:pt x="3062" y="790"/>
                  </a:lnTo>
                  <a:lnTo>
                    <a:pt x="3576" y="553"/>
                  </a:lnTo>
                  <a:lnTo>
                    <a:pt x="4050" y="356"/>
                  </a:lnTo>
                  <a:lnTo>
                    <a:pt x="4485" y="198"/>
                  </a:lnTo>
                  <a:lnTo>
                    <a:pt x="4820" y="99"/>
                  </a:lnTo>
                  <a:lnTo>
                    <a:pt x="5117"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
            <p:cNvSpPr/>
            <p:nvPr/>
          </p:nvSpPr>
          <p:spPr>
            <a:xfrm>
              <a:off x="-1421275" y="3109475"/>
              <a:ext cx="81500" cy="108150"/>
            </a:xfrm>
            <a:custGeom>
              <a:rect b="b" l="l" r="r" t="t"/>
              <a:pathLst>
                <a:path extrusionOk="0" h="4326" w="3260">
                  <a:moveTo>
                    <a:pt x="3260" y="0"/>
                  </a:moveTo>
                  <a:lnTo>
                    <a:pt x="3023" y="119"/>
                  </a:lnTo>
                  <a:lnTo>
                    <a:pt x="2746" y="257"/>
                  </a:lnTo>
                  <a:lnTo>
                    <a:pt x="2410" y="474"/>
                  </a:lnTo>
                  <a:lnTo>
                    <a:pt x="2055" y="731"/>
                  </a:lnTo>
                  <a:lnTo>
                    <a:pt x="1857" y="869"/>
                  </a:lnTo>
                  <a:lnTo>
                    <a:pt x="1679" y="1047"/>
                  </a:lnTo>
                  <a:lnTo>
                    <a:pt x="1502" y="1225"/>
                  </a:lnTo>
                  <a:lnTo>
                    <a:pt x="1324" y="1422"/>
                  </a:lnTo>
                  <a:lnTo>
                    <a:pt x="1146" y="1640"/>
                  </a:lnTo>
                  <a:lnTo>
                    <a:pt x="988" y="1877"/>
                  </a:lnTo>
                  <a:lnTo>
                    <a:pt x="731" y="2351"/>
                  </a:lnTo>
                  <a:lnTo>
                    <a:pt x="514" y="2785"/>
                  </a:lnTo>
                  <a:lnTo>
                    <a:pt x="336" y="3200"/>
                  </a:lnTo>
                  <a:lnTo>
                    <a:pt x="198" y="3575"/>
                  </a:lnTo>
                  <a:lnTo>
                    <a:pt x="99" y="3891"/>
                  </a:lnTo>
                  <a:lnTo>
                    <a:pt x="40" y="4128"/>
                  </a:lnTo>
                  <a:lnTo>
                    <a:pt x="0" y="4326"/>
                  </a:lnTo>
                  <a:lnTo>
                    <a:pt x="40" y="4188"/>
                  </a:lnTo>
                  <a:lnTo>
                    <a:pt x="198" y="3753"/>
                  </a:lnTo>
                  <a:lnTo>
                    <a:pt x="336" y="3437"/>
                  </a:lnTo>
                  <a:lnTo>
                    <a:pt x="514" y="3062"/>
                  </a:lnTo>
                  <a:lnTo>
                    <a:pt x="751" y="2627"/>
                  </a:lnTo>
                  <a:lnTo>
                    <a:pt x="1028" y="2114"/>
                  </a:lnTo>
                  <a:lnTo>
                    <a:pt x="1186" y="1857"/>
                  </a:lnTo>
                  <a:lnTo>
                    <a:pt x="1363" y="1620"/>
                  </a:lnTo>
                  <a:lnTo>
                    <a:pt x="1541" y="1403"/>
                  </a:lnTo>
                  <a:lnTo>
                    <a:pt x="1719" y="1185"/>
                  </a:lnTo>
                  <a:lnTo>
                    <a:pt x="1897" y="988"/>
                  </a:lnTo>
                  <a:lnTo>
                    <a:pt x="2094" y="830"/>
                  </a:lnTo>
                  <a:lnTo>
                    <a:pt x="2450" y="533"/>
                  </a:lnTo>
                  <a:lnTo>
                    <a:pt x="2766" y="296"/>
                  </a:lnTo>
                  <a:lnTo>
                    <a:pt x="3023" y="138"/>
                  </a:lnTo>
                  <a:lnTo>
                    <a:pt x="32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
            <p:cNvSpPr/>
            <p:nvPr/>
          </p:nvSpPr>
          <p:spPr>
            <a:xfrm>
              <a:off x="-1439550" y="3130200"/>
              <a:ext cx="55825" cy="79050"/>
            </a:xfrm>
            <a:custGeom>
              <a:rect b="b" l="l" r="r" t="t"/>
              <a:pathLst>
                <a:path extrusionOk="0" h="3162" w="2233">
                  <a:moveTo>
                    <a:pt x="2233" y="1"/>
                  </a:moveTo>
                  <a:lnTo>
                    <a:pt x="1857" y="80"/>
                  </a:lnTo>
                  <a:lnTo>
                    <a:pt x="1798" y="119"/>
                  </a:lnTo>
                  <a:lnTo>
                    <a:pt x="1660" y="238"/>
                  </a:lnTo>
                  <a:lnTo>
                    <a:pt x="1541" y="337"/>
                  </a:lnTo>
                  <a:lnTo>
                    <a:pt x="1423" y="475"/>
                  </a:lnTo>
                  <a:lnTo>
                    <a:pt x="1285" y="653"/>
                  </a:lnTo>
                  <a:lnTo>
                    <a:pt x="1127" y="850"/>
                  </a:lnTo>
                  <a:lnTo>
                    <a:pt x="949" y="1146"/>
                  </a:lnTo>
                  <a:lnTo>
                    <a:pt x="771" y="1482"/>
                  </a:lnTo>
                  <a:lnTo>
                    <a:pt x="396" y="2252"/>
                  </a:lnTo>
                  <a:lnTo>
                    <a:pt x="119" y="2904"/>
                  </a:lnTo>
                  <a:lnTo>
                    <a:pt x="1" y="3161"/>
                  </a:lnTo>
                  <a:lnTo>
                    <a:pt x="672" y="1877"/>
                  </a:lnTo>
                  <a:lnTo>
                    <a:pt x="929" y="1423"/>
                  </a:lnTo>
                  <a:lnTo>
                    <a:pt x="1186" y="1028"/>
                  </a:lnTo>
                  <a:lnTo>
                    <a:pt x="1462" y="712"/>
                  </a:lnTo>
                  <a:lnTo>
                    <a:pt x="1699" y="455"/>
                  </a:lnTo>
                  <a:lnTo>
                    <a:pt x="1917" y="258"/>
                  </a:lnTo>
                  <a:lnTo>
                    <a:pt x="2075" y="119"/>
                  </a:lnTo>
                  <a:lnTo>
                    <a:pt x="223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2"/>
            <p:cNvSpPr/>
            <p:nvPr/>
          </p:nvSpPr>
          <p:spPr>
            <a:xfrm>
              <a:off x="-1268200" y="3098100"/>
              <a:ext cx="50400" cy="39550"/>
            </a:xfrm>
            <a:custGeom>
              <a:rect b="b" l="l" r="r" t="t"/>
              <a:pathLst>
                <a:path extrusionOk="0" h="1582" w="2016">
                  <a:moveTo>
                    <a:pt x="1699" y="1"/>
                  </a:moveTo>
                  <a:lnTo>
                    <a:pt x="1719" y="297"/>
                  </a:lnTo>
                  <a:lnTo>
                    <a:pt x="1759" y="574"/>
                  </a:lnTo>
                  <a:lnTo>
                    <a:pt x="1818" y="830"/>
                  </a:lnTo>
                  <a:lnTo>
                    <a:pt x="1838" y="929"/>
                  </a:lnTo>
                  <a:lnTo>
                    <a:pt x="1541" y="1087"/>
                  </a:lnTo>
                  <a:lnTo>
                    <a:pt x="1265" y="1225"/>
                  </a:lnTo>
                  <a:lnTo>
                    <a:pt x="949" y="1344"/>
                  </a:lnTo>
                  <a:lnTo>
                    <a:pt x="692" y="1423"/>
                  </a:lnTo>
                  <a:lnTo>
                    <a:pt x="514" y="1463"/>
                  </a:lnTo>
                  <a:lnTo>
                    <a:pt x="376" y="1463"/>
                  </a:lnTo>
                  <a:lnTo>
                    <a:pt x="336" y="1423"/>
                  </a:lnTo>
                  <a:lnTo>
                    <a:pt x="277" y="1384"/>
                  </a:lnTo>
                  <a:lnTo>
                    <a:pt x="198" y="1285"/>
                  </a:lnTo>
                  <a:lnTo>
                    <a:pt x="139" y="1186"/>
                  </a:lnTo>
                  <a:lnTo>
                    <a:pt x="99" y="1048"/>
                  </a:lnTo>
                  <a:lnTo>
                    <a:pt x="80" y="929"/>
                  </a:lnTo>
                  <a:lnTo>
                    <a:pt x="80" y="613"/>
                  </a:lnTo>
                  <a:lnTo>
                    <a:pt x="80" y="455"/>
                  </a:lnTo>
                  <a:lnTo>
                    <a:pt x="1" y="475"/>
                  </a:lnTo>
                  <a:lnTo>
                    <a:pt x="1" y="613"/>
                  </a:lnTo>
                  <a:lnTo>
                    <a:pt x="1" y="751"/>
                  </a:lnTo>
                  <a:lnTo>
                    <a:pt x="1" y="890"/>
                  </a:lnTo>
                  <a:lnTo>
                    <a:pt x="1" y="1048"/>
                  </a:lnTo>
                  <a:lnTo>
                    <a:pt x="40" y="1225"/>
                  </a:lnTo>
                  <a:lnTo>
                    <a:pt x="99" y="1384"/>
                  </a:lnTo>
                  <a:lnTo>
                    <a:pt x="139" y="1443"/>
                  </a:lnTo>
                  <a:lnTo>
                    <a:pt x="198" y="1502"/>
                  </a:lnTo>
                  <a:lnTo>
                    <a:pt x="257" y="1542"/>
                  </a:lnTo>
                  <a:lnTo>
                    <a:pt x="336" y="1581"/>
                  </a:lnTo>
                  <a:lnTo>
                    <a:pt x="514" y="1581"/>
                  </a:lnTo>
                  <a:lnTo>
                    <a:pt x="771" y="1542"/>
                  </a:lnTo>
                  <a:lnTo>
                    <a:pt x="1047" y="1443"/>
                  </a:lnTo>
                  <a:lnTo>
                    <a:pt x="1324" y="1324"/>
                  </a:lnTo>
                  <a:lnTo>
                    <a:pt x="1798" y="1087"/>
                  </a:lnTo>
                  <a:lnTo>
                    <a:pt x="2015" y="988"/>
                  </a:lnTo>
                  <a:lnTo>
                    <a:pt x="1976" y="890"/>
                  </a:lnTo>
                  <a:lnTo>
                    <a:pt x="1897" y="653"/>
                  </a:lnTo>
                  <a:lnTo>
                    <a:pt x="1838" y="356"/>
                  </a:lnTo>
                  <a:lnTo>
                    <a:pt x="1838" y="179"/>
                  </a:lnTo>
                  <a:lnTo>
                    <a:pt x="1838" y="21"/>
                  </a:lnTo>
                  <a:lnTo>
                    <a:pt x="169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2"/>
            <p:cNvSpPr/>
            <p:nvPr/>
          </p:nvSpPr>
          <p:spPr>
            <a:xfrm>
              <a:off x="-1265225" y="3218100"/>
              <a:ext cx="72600" cy="76075"/>
            </a:xfrm>
            <a:custGeom>
              <a:rect b="b" l="l" r="r" t="t"/>
              <a:pathLst>
                <a:path extrusionOk="0" h="3043" w="2904">
                  <a:moveTo>
                    <a:pt x="1304" y="198"/>
                  </a:moveTo>
                  <a:lnTo>
                    <a:pt x="2667" y="1541"/>
                  </a:lnTo>
                  <a:lnTo>
                    <a:pt x="2548" y="1699"/>
                  </a:lnTo>
                  <a:lnTo>
                    <a:pt x="2252" y="2094"/>
                  </a:lnTo>
                  <a:lnTo>
                    <a:pt x="2054" y="2292"/>
                  </a:lnTo>
                  <a:lnTo>
                    <a:pt x="1877" y="2489"/>
                  </a:lnTo>
                  <a:lnTo>
                    <a:pt x="1699" y="2647"/>
                  </a:lnTo>
                  <a:lnTo>
                    <a:pt x="1561" y="2766"/>
                  </a:lnTo>
                  <a:lnTo>
                    <a:pt x="1403" y="2825"/>
                  </a:lnTo>
                  <a:lnTo>
                    <a:pt x="1264" y="2845"/>
                  </a:lnTo>
                  <a:lnTo>
                    <a:pt x="1106" y="2865"/>
                  </a:lnTo>
                  <a:lnTo>
                    <a:pt x="948" y="2845"/>
                  </a:lnTo>
                  <a:lnTo>
                    <a:pt x="790" y="2825"/>
                  </a:lnTo>
                  <a:lnTo>
                    <a:pt x="632" y="2766"/>
                  </a:lnTo>
                  <a:lnTo>
                    <a:pt x="494" y="2687"/>
                  </a:lnTo>
                  <a:lnTo>
                    <a:pt x="375" y="2588"/>
                  </a:lnTo>
                  <a:lnTo>
                    <a:pt x="277" y="2470"/>
                  </a:lnTo>
                  <a:lnTo>
                    <a:pt x="198" y="2331"/>
                  </a:lnTo>
                  <a:lnTo>
                    <a:pt x="178" y="2173"/>
                  </a:lnTo>
                  <a:lnTo>
                    <a:pt x="158" y="2015"/>
                  </a:lnTo>
                  <a:lnTo>
                    <a:pt x="158" y="1857"/>
                  </a:lnTo>
                  <a:lnTo>
                    <a:pt x="178" y="1719"/>
                  </a:lnTo>
                  <a:lnTo>
                    <a:pt x="217" y="1581"/>
                  </a:lnTo>
                  <a:lnTo>
                    <a:pt x="257" y="1482"/>
                  </a:lnTo>
                  <a:lnTo>
                    <a:pt x="336" y="1344"/>
                  </a:lnTo>
                  <a:lnTo>
                    <a:pt x="454" y="1166"/>
                  </a:lnTo>
                  <a:lnTo>
                    <a:pt x="810" y="731"/>
                  </a:lnTo>
                  <a:lnTo>
                    <a:pt x="1304" y="198"/>
                  </a:lnTo>
                  <a:close/>
                  <a:moveTo>
                    <a:pt x="1323" y="1"/>
                  </a:moveTo>
                  <a:lnTo>
                    <a:pt x="1185" y="119"/>
                  </a:lnTo>
                  <a:lnTo>
                    <a:pt x="869" y="415"/>
                  </a:lnTo>
                  <a:lnTo>
                    <a:pt x="514" y="810"/>
                  </a:lnTo>
                  <a:lnTo>
                    <a:pt x="336" y="1008"/>
                  </a:lnTo>
                  <a:lnTo>
                    <a:pt x="217" y="1225"/>
                  </a:lnTo>
                  <a:lnTo>
                    <a:pt x="119" y="1423"/>
                  </a:lnTo>
                  <a:lnTo>
                    <a:pt x="40" y="1620"/>
                  </a:lnTo>
                  <a:lnTo>
                    <a:pt x="0" y="1818"/>
                  </a:lnTo>
                  <a:lnTo>
                    <a:pt x="0" y="2015"/>
                  </a:lnTo>
                  <a:lnTo>
                    <a:pt x="0" y="2193"/>
                  </a:lnTo>
                  <a:lnTo>
                    <a:pt x="59" y="2371"/>
                  </a:lnTo>
                  <a:lnTo>
                    <a:pt x="119" y="2529"/>
                  </a:lnTo>
                  <a:lnTo>
                    <a:pt x="237" y="2667"/>
                  </a:lnTo>
                  <a:lnTo>
                    <a:pt x="356" y="2786"/>
                  </a:lnTo>
                  <a:lnTo>
                    <a:pt x="533" y="2904"/>
                  </a:lnTo>
                  <a:lnTo>
                    <a:pt x="731" y="2983"/>
                  </a:lnTo>
                  <a:lnTo>
                    <a:pt x="948" y="3023"/>
                  </a:lnTo>
                  <a:lnTo>
                    <a:pt x="1165" y="3042"/>
                  </a:lnTo>
                  <a:lnTo>
                    <a:pt x="1383" y="3023"/>
                  </a:lnTo>
                  <a:lnTo>
                    <a:pt x="1501" y="2983"/>
                  </a:lnTo>
                  <a:lnTo>
                    <a:pt x="1600" y="2944"/>
                  </a:lnTo>
                  <a:lnTo>
                    <a:pt x="1719" y="2884"/>
                  </a:lnTo>
                  <a:lnTo>
                    <a:pt x="1798" y="2805"/>
                  </a:lnTo>
                  <a:lnTo>
                    <a:pt x="1995" y="2628"/>
                  </a:lnTo>
                  <a:lnTo>
                    <a:pt x="2193" y="2430"/>
                  </a:lnTo>
                  <a:lnTo>
                    <a:pt x="2548" y="1996"/>
                  </a:lnTo>
                  <a:lnTo>
                    <a:pt x="2805" y="1660"/>
                  </a:lnTo>
                  <a:lnTo>
                    <a:pt x="2904" y="1522"/>
                  </a:lnTo>
                  <a:lnTo>
                    <a:pt x="2785" y="1423"/>
                  </a:lnTo>
                  <a:lnTo>
                    <a:pt x="2607" y="1265"/>
                  </a:lnTo>
                  <a:lnTo>
                    <a:pt x="2193" y="850"/>
                  </a:lnTo>
                  <a:lnTo>
                    <a:pt x="1640" y="277"/>
                  </a:lnTo>
                  <a:lnTo>
                    <a:pt x="132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2"/>
            <p:cNvSpPr/>
            <p:nvPr/>
          </p:nvSpPr>
          <p:spPr>
            <a:xfrm>
              <a:off x="-1000075" y="3266000"/>
              <a:ext cx="252375" cy="325450"/>
            </a:xfrm>
            <a:custGeom>
              <a:rect b="b" l="l" r="r" t="t"/>
              <a:pathLst>
                <a:path extrusionOk="0" h="13018" w="10095">
                  <a:moveTo>
                    <a:pt x="6539" y="1"/>
                  </a:moveTo>
                  <a:lnTo>
                    <a:pt x="6361" y="20"/>
                  </a:lnTo>
                  <a:lnTo>
                    <a:pt x="6183" y="40"/>
                  </a:lnTo>
                  <a:lnTo>
                    <a:pt x="6025" y="99"/>
                  </a:lnTo>
                  <a:lnTo>
                    <a:pt x="5867" y="178"/>
                  </a:lnTo>
                  <a:lnTo>
                    <a:pt x="5729" y="277"/>
                  </a:lnTo>
                  <a:lnTo>
                    <a:pt x="5591" y="376"/>
                  </a:lnTo>
                  <a:lnTo>
                    <a:pt x="5472" y="514"/>
                  </a:lnTo>
                  <a:lnTo>
                    <a:pt x="5215" y="791"/>
                  </a:lnTo>
                  <a:lnTo>
                    <a:pt x="4939" y="1126"/>
                  </a:lnTo>
                  <a:lnTo>
                    <a:pt x="4623" y="1600"/>
                  </a:lnTo>
                  <a:lnTo>
                    <a:pt x="4188" y="2272"/>
                  </a:lnTo>
                  <a:lnTo>
                    <a:pt x="3655" y="3141"/>
                  </a:lnTo>
                  <a:lnTo>
                    <a:pt x="3063" y="4149"/>
                  </a:lnTo>
                  <a:lnTo>
                    <a:pt x="1779" y="6400"/>
                  </a:lnTo>
                  <a:lnTo>
                    <a:pt x="495" y="8711"/>
                  </a:lnTo>
                  <a:lnTo>
                    <a:pt x="356" y="8988"/>
                  </a:lnTo>
                  <a:lnTo>
                    <a:pt x="238" y="9245"/>
                  </a:lnTo>
                  <a:lnTo>
                    <a:pt x="139" y="9501"/>
                  </a:lnTo>
                  <a:lnTo>
                    <a:pt x="80" y="9738"/>
                  </a:lnTo>
                  <a:lnTo>
                    <a:pt x="40" y="9956"/>
                  </a:lnTo>
                  <a:lnTo>
                    <a:pt x="1" y="10173"/>
                  </a:lnTo>
                  <a:lnTo>
                    <a:pt x="1" y="10390"/>
                  </a:lnTo>
                  <a:lnTo>
                    <a:pt x="1" y="10568"/>
                  </a:lnTo>
                  <a:lnTo>
                    <a:pt x="40" y="10765"/>
                  </a:lnTo>
                  <a:lnTo>
                    <a:pt x="80" y="10923"/>
                  </a:lnTo>
                  <a:lnTo>
                    <a:pt x="119" y="11101"/>
                  </a:lnTo>
                  <a:lnTo>
                    <a:pt x="198" y="11240"/>
                  </a:lnTo>
                  <a:lnTo>
                    <a:pt x="258" y="11378"/>
                  </a:lnTo>
                  <a:lnTo>
                    <a:pt x="356" y="11516"/>
                  </a:lnTo>
                  <a:lnTo>
                    <a:pt x="534" y="11753"/>
                  </a:lnTo>
                  <a:lnTo>
                    <a:pt x="752" y="11970"/>
                  </a:lnTo>
                  <a:lnTo>
                    <a:pt x="969" y="12128"/>
                  </a:lnTo>
                  <a:lnTo>
                    <a:pt x="1166" y="12267"/>
                  </a:lnTo>
                  <a:lnTo>
                    <a:pt x="1364" y="12385"/>
                  </a:lnTo>
                  <a:lnTo>
                    <a:pt x="1680" y="12523"/>
                  </a:lnTo>
                  <a:lnTo>
                    <a:pt x="1798" y="12563"/>
                  </a:lnTo>
                  <a:lnTo>
                    <a:pt x="2075" y="12662"/>
                  </a:lnTo>
                  <a:lnTo>
                    <a:pt x="2391" y="12760"/>
                  </a:lnTo>
                  <a:lnTo>
                    <a:pt x="2786" y="12859"/>
                  </a:lnTo>
                  <a:lnTo>
                    <a:pt x="3240" y="12938"/>
                  </a:lnTo>
                  <a:lnTo>
                    <a:pt x="3774" y="12997"/>
                  </a:lnTo>
                  <a:lnTo>
                    <a:pt x="4030" y="13017"/>
                  </a:lnTo>
                  <a:lnTo>
                    <a:pt x="4327" y="13017"/>
                  </a:lnTo>
                  <a:lnTo>
                    <a:pt x="4603" y="12997"/>
                  </a:lnTo>
                  <a:lnTo>
                    <a:pt x="4880" y="12958"/>
                  </a:lnTo>
                  <a:lnTo>
                    <a:pt x="5156" y="12899"/>
                  </a:lnTo>
                  <a:lnTo>
                    <a:pt x="5413" y="12820"/>
                  </a:lnTo>
                  <a:lnTo>
                    <a:pt x="5670" y="12721"/>
                  </a:lnTo>
                  <a:lnTo>
                    <a:pt x="5887" y="12583"/>
                  </a:lnTo>
                  <a:lnTo>
                    <a:pt x="6104" y="12425"/>
                  </a:lnTo>
                  <a:lnTo>
                    <a:pt x="6322" y="12247"/>
                  </a:lnTo>
                  <a:lnTo>
                    <a:pt x="6519" y="12049"/>
                  </a:lnTo>
                  <a:lnTo>
                    <a:pt x="6717" y="11832"/>
                  </a:lnTo>
                  <a:lnTo>
                    <a:pt x="6894" y="11595"/>
                  </a:lnTo>
                  <a:lnTo>
                    <a:pt x="7072" y="11338"/>
                  </a:lnTo>
                  <a:lnTo>
                    <a:pt x="7428" y="10805"/>
                  </a:lnTo>
                  <a:lnTo>
                    <a:pt x="7763" y="10212"/>
                  </a:lnTo>
                  <a:lnTo>
                    <a:pt x="8099" y="9600"/>
                  </a:lnTo>
                  <a:lnTo>
                    <a:pt x="8455" y="8948"/>
                  </a:lnTo>
                  <a:lnTo>
                    <a:pt x="8791" y="8277"/>
                  </a:lnTo>
                  <a:lnTo>
                    <a:pt x="9126" y="7566"/>
                  </a:lnTo>
                  <a:lnTo>
                    <a:pt x="9423" y="6835"/>
                  </a:lnTo>
                  <a:lnTo>
                    <a:pt x="9679" y="6124"/>
                  </a:lnTo>
                  <a:lnTo>
                    <a:pt x="9798" y="5748"/>
                  </a:lnTo>
                  <a:lnTo>
                    <a:pt x="9877" y="5393"/>
                  </a:lnTo>
                  <a:lnTo>
                    <a:pt x="9956" y="5037"/>
                  </a:lnTo>
                  <a:lnTo>
                    <a:pt x="10035" y="4682"/>
                  </a:lnTo>
                  <a:lnTo>
                    <a:pt x="10074" y="4346"/>
                  </a:lnTo>
                  <a:lnTo>
                    <a:pt x="10094" y="3991"/>
                  </a:lnTo>
                  <a:lnTo>
                    <a:pt x="10094" y="3674"/>
                  </a:lnTo>
                  <a:lnTo>
                    <a:pt x="10074" y="3358"/>
                  </a:lnTo>
                  <a:lnTo>
                    <a:pt x="10035" y="3062"/>
                  </a:lnTo>
                  <a:lnTo>
                    <a:pt x="9956" y="2766"/>
                  </a:lnTo>
                  <a:lnTo>
                    <a:pt x="9877" y="2509"/>
                  </a:lnTo>
                  <a:lnTo>
                    <a:pt x="9758" y="2252"/>
                  </a:lnTo>
                  <a:lnTo>
                    <a:pt x="9640" y="1996"/>
                  </a:lnTo>
                  <a:lnTo>
                    <a:pt x="9482" y="1759"/>
                  </a:lnTo>
                  <a:lnTo>
                    <a:pt x="9324" y="1541"/>
                  </a:lnTo>
                  <a:lnTo>
                    <a:pt x="9146" y="1344"/>
                  </a:lnTo>
                  <a:lnTo>
                    <a:pt x="8929" y="1146"/>
                  </a:lnTo>
                  <a:lnTo>
                    <a:pt x="8712" y="949"/>
                  </a:lnTo>
                  <a:lnTo>
                    <a:pt x="8494" y="791"/>
                  </a:lnTo>
                  <a:lnTo>
                    <a:pt x="8238" y="613"/>
                  </a:lnTo>
                  <a:lnTo>
                    <a:pt x="7981" y="475"/>
                  </a:lnTo>
                  <a:lnTo>
                    <a:pt x="7704" y="317"/>
                  </a:lnTo>
                  <a:lnTo>
                    <a:pt x="7428" y="198"/>
                  </a:lnTo>
                  <a:lnTo>
                    <a:pt x="7171" y="119"/>
                  </a:lnTo>
                  <a:lnTo>
                    <a:pt x="6954" y="40"/>
                  </a:lnTo>
                  <a:lnTo>
                    <a:pt x="67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2"/>
            <p:cNvSpPr/>
            <p:nvPr/>
          </p:nvSpPr>
          <p:spPr>
            <a:xfrm>
              <a:off x="-1423750" y="3975100"/>
              <a:ext cx="253850" cy="137300"/>
            </a:xfrm>
            <a:custGeom>
              <a:rect b="b" l="l" r="r" t="t"/>
              <a:pathLst>
                <a:path extrusionOk="0" h="5492" w="10154">
                  <a:moveTo>
                    <a:pt x="178" y="1"/>
                  </a:moveTo>
                  <a:lnTo>
                    <a:pt x="1" y="277"/>
                  </a:lnTo>
                  <a:lnTo>
                    <a:pt x="1285" y="1008"/>
                  </a:lnTo>
                  <a:lnTo>
                    <a:pt x="2509" y="1680"/>
                  </a:lnTo>
                  <a:lnTo>
                    <a:pt x="3754" y="2351"/>
                  </a:lnTo>
                  <a:lnTo>
                    <a:pt x="5373" y="3200"/>
                  </a:lnTo>
                  <a:lnTo>
                    <a:pt x="7427" y="4228"/>
                  </a:lnTo>
                  <a:lnTo>
                    <a:pt x="9975" y="5492"/>
                  </a:lnTo>
                  <a:lnTo>
                    <a:pt x="10153" y="5097"/>
                  </a:lnTo>
                  <a:lnTo>
                    <a:pt x="9936" y="4998"/>
                  </a:lnTo>
                  <a:lnTo>
                    <a:pt x="9264" y="4702"/>
                  </a:lnTo>
                  <a:lnTo>
                    <a:pt x="8257" y="4188"/>
                  </a:lnTo>
                  <a:lnTo>
                    <a:pt x="7625" y="3872"/>
                  </a:lnTo>
                  <a:lnTo>
                    <a:pt x="6934" y="3477"/>
                  </a:lnTo>
                  <a:lnTo>
                    <a:pt x="6084" y="3023"/>
                  </a:lnTo>
                  <a:lnTo>
                    <a:pt x="5077" y="2489"/>
                  </a:lnTo>
                  <a:lnTo>
                    <a:pt x="2825" y="1344"/>
                  </a:lnTo>
                  <a:lnTo>
                    <a:pt x="178"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
            <p:cNvSpPr/>
            <p:nvPr/>
          </p:nvSpPr>
          <p:spPr>
            <a:xfrm>
              <a:off x="-1731375" y="3345000"/>
              <a:ext cx="124950" cy="251375"/>
            </a:xfrm>
            <a:custGeom>
              <a:rect b="b" l="l" r="r" t="t"/>
              <a:pathLst>
                <a:path extrusionOk="0" h="10055" w="4998">
                  <a:moveTo>
                    <a:pt x="395" y="1"/>
                  </a:moveTo>
                  <a:lnTo>
                    <a:pt x="178" y="40"/>
                  </a:lnTo>
                  <a:lnTo>
                    <a:pt x="40" y="60"/>
                  </a:lnTo>
                  <a:lnTo>
                    <a:pt x="20" y="100"/>
                  </a:lnTo>
                  <a:lnTo>
                    <a:pt x="0" y="119"/>
                  </a:lnTo>
                  <a:lnTo>
                    <a:pt x="2331" y="5117"/>
                  </a:lnTo>
                  <a:lnTo>
                    <a:pt x="4622" y="10055"/>
                  </a:lnTo>
                  <a:lnTo>
                    <a:pt x="4997" y="9699"/>
                  </a:lnTo>
                  <a:lnTo>
                    <a:pt x="4089" y="7823"/>
                  </a:lnTo>
                  <a:lnTo>
                    <a:pt x="2528" y="4524"/>
                  </a:lnTo>
                  <a:lnTo>
                    <a:pt x="395" y="1"/>
                  </a:lnTo>
                  <a:close/>
                </a:path>
              </a:pathLst>
            </a:custGeom>
            <a:solidFill>
              <a:srgbClr val="98B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
            <p:cNvSpPr/>
            <p:nvPr/>
          </p:nvSpPr>
          <p:spPr>
            <a:xfrm>
              <a:off x="-1187225" y="3148475"/>
              <a:ext cx="262250" cy="196550"/>
            </a:xfrm>
            <a:custGeom>
              <a:rect b="b" l="l" r="r" t="t"/>
              <a:pathLst>
                <a:path extrusionOk="0" h="7862" w="10490">
                  <a:moveTo>
                    <a:pt x="119" y="1"/>
                  </a:moveTo>
                  <a:lnTo>
                    <a:pt x="60" y="20"/>
                  </a:lnTo>
                  <a:lnTo>
                    <a:pt x="40" y="40"/>
                  </a:lnTo>
                  <a:lnTo>
                    <a:pt x="21" y="60"/>
                  </a:lnTo>
                  <a:lnTo>
                    <a:pt x="1" y="99"/>
                  </a:lnTo>
                  <a:lnTo>
                    <a:pt x="21" y="159"/>
                  </a:lnTo>
                  <a:lnTo>
                    <a:pt x="60" y="297"/>
                  </a:lnTo>
                  <a:lnTo>
                    <a:pt x="139" y="494"/>
                  </a:lnTo>
                  <a:lnTo>
                    <a:pt x="258" y="712"/>
                  </a:lnTo>
                  <a:lnTo>
                    <a:pt x="435" y="949"/>
                  </a:lnTo>
                  <a:lnTo>
                    <a:pt x="633" y="1225"/>
                  </a:lnTo>
                  <a:lnTo>
                    <a:pt x="870" y="1541"/>
                  </a:lnTo>
                  <a:lnTo>
                    <a:pt x="1127" y="1838"/>
                  </a:lnTo>
                  <a:lnTo>
                    <a:pt x="1423" y="2173"/>
                  </a:lnTo>
                  <a:lnTo>
                    <a:pt x="1739" y="2509"/>
                  </a:lnTo>
                  <a:lnTo>
                    <a:pt x="2095" y="2845"/>
                  </a:lnTo>
                  <a:lnTo>
                    <a:pt x="2470" y="3181"/>
                  </a:lnTo>
                  <a:lnTo>
                    <a:pt x="2845" y="3516"/>
                  </a:lnTo>
                  <a:lnTo>
                    <a:pt x="3260" y="3813"/>
                  </a:lnTo>
                  <a:lnTo>
                    <a:pt x="3695" y="4129"/>
                  </a:lnTo>
                  <a:lnTo>
                    <a:pt x="6993" y="6321"/>
                  </a:lnTo>
                  <a:lnTo>
                    <a:pt x="9265" y="7862"/>
                  </a:lnTo>
                  <a:lnTo>
                    <a:pt x="10489" y="5788"/>
                  </a:lnTo>
                  <a:lnTo>
                    <a:pt x="9028" y="4860"/>
                  </a:lnTo>
                  <a:lnTo>
                    <a:pt x="6796" y="3477"/>
                  </a:lnTo>
                  <a:lnTo>
                    <a:pt x="5887" y="2944"/>
                  </a:lnTo>
                  <a:lnTo>
                    <a:pt x="4880" y="2351"/>
                  </a:lnTo>
                  <a:lnTo>
                    <a:pt x="3813" y="1759"/>
                  </a:lnTo>
                  <a:lnTo>
                    <a:pt x="2766" y="1205"/>
                  </a:lnTo>
                  <a:lnTo>
                    <a:pt x="1798" y="712"/>
                  </a:lnTo>
                  <a:lnTo>
                    <a:pt x="969" y="317"/>
                  </a:lnTo>
                  <a:lnTo>
                    <a:pt x="653" y="178"/>
                  </a:lnTo>
                  <a:lnTo>
                    <a:pt x="376" y="80"/>
                  </a:lnTo>
                  <a:lnTo>
                    <a:pt x="179" y="20"/>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
            <p:cNvSpPr/>
            <p:nvPr/>
          </p:nvSpPr>
          <p:spPr>
            <a:xfrm>
              <a:off x="-1768900" y="3553400"/>
              <a:ext cx="25" cy="25"/>
            </a:xfrm>
            <a:custGeom>
              <a:rect b="b" l="l" r="r" t="t"/>
              <a:pathLst>
                <a:path extrusionOk="0" h="1" w="1">
                  <a:moveTo>
                    <a:pt x="0" y="0"/>
                  </a:move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
            <p:cNvSpPr/>
            <p:nvPr/>
          </p:nvSpPr>
          <p:spPr>
            <a:xfrm>
              <a:off x="-1768425" y="3550925"/>
              <a:ext cx="25" cy="525"/>
            </a:xfrm>
            <a:custGeom>
              <a:rect b="b" l="l" r="r" t="t"/>
              <a:pathLst>
                <a:path extrusionOk="0" h="21" w="1">
                  <a:moveTo>
                    <a:pt x="1" y="1"/>
                  </a:moveTo>
                  <a:lnTo>
                    <a:pt x="1" y="1"/>
                  </a:lnTo>
                  <a:lnTo>
                    <a:pt x="1" y="1"/>
                  </a:lnTo>
                  <a:lnTo>
                    <a:pt x="1" y="1"/>
                  </a:lnTo>
                  <a:lnTo>
                    <a:pt x="1" y="20"/>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
            <p:cNvSpPr/>
            <p:nvPr/>
          </p:nvSpPr>
          <p:spPr>
            <a:xfrm>
              <a:off x="-1782750" y="3483275"/>
              <a:ext cx="58800" cy="75075"/>
            </a:xfrm>
            <a:custGeom>
              <a:rect b="b" l="l" r="r" t="t"/>
              <a:pathLst>
                <a:path extrusionOk="0" h="3003" w="2352">
                  <a:moveTo>
                    <a:pt x="1324" y="20"/>
                  </a:moveTo>
                  <a:lnTo>
                    <a:pt x="1364" y="40"/>
                  </a:lnTo>
                  <a:lnTo>
                    <a:pt x="1364" y="40"/>
                  </a:lnTo>
                  <a:lnTo>
                    <a:pt x="1344" y="20"/>
                  </a:lnTo>
                  <a:close/>
                  <a:moveTo>
                    <a:pt x="969" y="99"/>
                  </a:moveTo>
                  <a:lnTo>
                    <a:pt x="969" y="119"/>
                  </a:lnTo>
                  <a:lnTo>
                    <a:pt x="949" y="119"/>
                  </a:lnTo>
                  <a:lnTo>
                    <a:pt x="1008" y="139"/>
                  </a:lnTo>
                  <a:lnTo>
                    <a:pt x="1008" y="139"/>
                  </a:lnTo>
                  <a:lnTo>
                    <a:pt x="989" y="119"/>
                  </a:lnTo>
                  <a:lnTo>
                    <a:pt x="1008" y="129"/>
                  </a:lnTo>
                  <a:lnTo>
                    <a:pt x="969" y="99"/>
                  </a:lnTo>
                  <a:close/>
                  <a:moveTo>
                    <a:pt x="1008" y="129"/>
                  </a:moveTo>
                  <a:lnTo>
                    <a:pt x="1048" y="159"/>
                  </a:lnTo>
                  <a:lnTo>
                    <a:pt x="1048" y="159"/>
                  </a:lnTo>
                  <a:lnTo>
                    <a:pt x="1041" y="145"/>
                  </a:lnTo>
                  <a:lnTo>
                    <a:pt x="1041" y="145"/>
                  </a:lnTo>
                  <a:lnTo>
                    <a:pt x="1028" y="139"/>
                  </a:lnTo>
                  <a:lnTo>
                    <a:pt x="1008" y="129"/>
                  </a:lnTo>
                  <a:close/>
                  <a:moveTo>
                    <a:pt x="1028" y="119"/>
                  </a:moveTo>
                  <a:lnTo>
                    <a:pt x="1041" y="145"/>
                  </a:lnTo>
                  <a:lnTo>
                    <a:pt x="1041" y="145"/>
                  </a:lnTo>
                  <a:lnTo>
                    <a:pt x="1068" y="159"/>
                  </a:lnTo>
                  <a:lnTo>
                    <a:pt x="1028" y="119"/>
                  </a:lnTo>
                  <a:close/>
                  <a:moveTo>
                    <a:pt x="1048" y="159"/>
                  </a:moveTo>
                  <a:lnTo>
                    <a:pt x="1074" y="172"/>
                  </a:lnTo>
                  <a:lnTo>
                    <a:pt x="1074" y="172"/>
                  </a:lnTo>
                  <a:lnTo>
                    <a:pt x="1068" y="159"/>
                  </a:lnTo>
                  <a:close/>
                  <a:moveTo>
                    <a:pt x="1087" y="435"/>
                  </a:moveTo>
                  <a:lnTo>
                    <a:pt x="1107" y="455"/>
                  </a:lnTo>
                  <a:lnTo>
                    <a:pt x="1068" y="435"/>
                  </a:lnTo>
                  <a:close/>
                  <a:moveTo>
                    <a:pt x="811" y="494"/>
                  </a:moveTo>
                  <a:lnTo>
                    <a:pt x="850" y="534"/>
                  </a:lnTo>
                  <a:lnTo>
                    <a:pt x="850" y="554"/>
                  </a:lnTo>
                  <a:lnTo>
                    <a:pt x="811" y="494"/>
                  </a:lnTo>
                  <a:close/>
                  <a:moveTo>
                    <a:pt x="613" y="731"/>
                  </a:moveTo>
                  <a:lnTo>
                    <a:pt x="673" y="771"/>
                  </a:lnTo>
                  <a:lnTo>
                    <a:pt x="653" y="751"/>
                  </a:lnTo>
                  <a:lnTo>
                    <a:pt x="633" y="731"/>
                  </a:lnTo>
                  <a:close/>
                  <a:moveTo>
                    <a:pt x="594" y="652"/>
                  </a:moveTo>
                  <a:lnTo>
                    <a:pt x="594" y="672"/>
                  </a:lnTo>
                  <a:lnTo>
                    <a:pt x="574" y="692"/>
                  </a:lnTo>
                  <a:lnTo>
                    <a:pt x="534" y="672"/>
                  </a:lnTo>
                  <a:lnTo>
                    <a:pt x="534" y="672"/>
                  </a:lnTo>
                  <a:lnTo>
                    <a:pt x="594" y="771"/>
                  </a:lnTo>
                  <a:lnTo>
                    <a:pt x="653" y="791"/>
                  </a:lnTo>
                  <a:lnTo>
                    <a:pt x="712" y="830"/>
                  </a:lnTo>
                  <a:lnTo>
                    <a:pt x="712" y="830"/>
                  </a:lnTo>
                  <a:lnTo>
                    <a:pt x="633" y="771"/>
                  </a:lnTo>
                  <a:lnTo>
                    <a:pt x="574" y="712"/>
                  </a:lnTo>
                  <a:lnTo>
                    <a:pt x="594" y="712"/>
                  </a:lnTo>
                  <a:lnTo>
                    <a:pt x="633" y="731"/>
                  </a:lnTo>
                  <a:lnTo>
                    <a:pt x="633" y="712"/>
                  </a:lnTo>
                  <a:lnTo>
                    <a:pt x="653" y="712"/>
                  </a:lnTo>
                  <a:lnTo>
                    <a:pt x="613" y="652"/>
                  </a:lnTo>
                  <a:close/>
                  <a:moveTo>
                    <a:pt x="475" y="988"/>
                  </a:moveTo>
                  <a:lnTo>
                    <a:pt x="495" y="1008"/>
                  </a:lnTo>
                  <a:lnTo>
                    <a:pt x="455" y="1008"/>
                  </a:lnTo>
                  <a:lnTo>
                    <a:pt x="475" y="1028"/>
                  </a:lnTo>
                  <a:lnTo>
                    <a:pt x="515" y="1047"/>
                  </a:lnTo>
                  <a:lnTo>
                    <a:pt x="475" y="1047"/>
                  </a:lnTo>
                  <a:lnTo>
                    <a:pt x="574" y="1087"/>
                  </a:lnTo>
                  <a:lnTo>
                    <a:pt x="554" y="1067"/>
                  </a:lnTo>
                  <a:lnTo>
                    <a:pt x="574" y="1067"/>
                  </a:lnTo>
                  <a:lnTo>
                    <a:pt x="607" y="1100"/>
                  </a:lnTo>
                  <a:lnTo>
                    <a:pt x="594" y="1087"/>
                  </a:lnTo>
                  <a:lnTo>
                    <a:pt x="594" y="1067"/>
                  </a:lnTo>
                  <a:lnTo>
                    <a:pt x="554" y="1028"/>
                  </a:lnTo>
                  <a:lnTo>
                    <a:pt x="475" y="988"/>
                  </a:lnTo>
                  <a:close/>
                  <a:moveTo>
                    <a:pt x="613" y="1107"/>
                  </a:moveTo>
                  <a:lnTo>
                    <a:pt x="633" y="1126"/>
                  </a:lnTo>
                  <a:lnTo>
                    <a:pt x="653" y="1146"/>
                  </a:lnTo>
                  <a:lnTo>
                    <a:pt x="613" y="1107"/>
                  </a:lnTo>
                  <a:close/>
                  <a:moveTo>
                    <a:pt x="436" y="1205"/>
                  </a:moveTo>
                  <a:lnTo>
                    <a:pt x="436" y="1205"/>
                  </a:lnTo>
                  <a:lnTo>
                    <a:pt x="436" y="1205"/>
                  </a:lnTo>
                  <a:close/>
                  <a:moveTo>
                    <a:pt x="455" y="1304"/>
                  </a:moveTo>
                  <a:lnTo>
                    <a:pt x="436" y="1324"/>
                  </a:lnTo>
                  <a:lnTo>
                    <a:pt x="440" y="1339"/>
                  </a:lnTo>
                  <a:lnTo>
                    <a:pt x="440" y="1339"/>
                  </a:lnTo>
                  <a:lnTo>
                    <a:pt x="455" y="1324"/>
                  </a:lnTo>
                  <a:lnTo>
                    <a:pt x="455" y="1304"/>
                  </a:lnTo>
                  <a:close/>
                  <a:moveTo>
                    <a:pt x="440" y="1339"/>
                  </a:moveTo>
                  <a:lnTo>
                    <a:pt x="436" y="1344"/>
                  </a:lnTo>
                  <a:lnTo>
                    <a:pt x="445" y="1354"/>
                  </a:lnTo>
                  <a:lnTo>
                    <a:pt x="440" y="1339"/>
                  </a:lnTo>
                  <a:close/>
                  <a:moveTo>
                    <a:pt x="1680" y="1477"/>
                  </a:moveTo>
                  <a:lnTo>
                    <a:pt x="1680" y="1482"/>
                  </a:lnTo>
                  <a:lnTo>
                    <a:pt x="1739" y="1521"/>
                  </a:lnTo>
                  <a:lnTo>
                    <a:pt x="1680" y="1477"/>
                  </a:lnTo>
                  <a:close/>
                  <a:moveTo>
                    <a:pt x="324" y="1732"/>
                  </a:moveTo>
                  <a:lnTo>
                    <a:pt x="357" y="1758"/>
                  </a:lnTo>
                  <a:lnTo>
                    <a:pt x="337" y="1758"/>
                  </a:lnTo>
                  <a:lnTo>
                    <a:pt x="324" y="1732"/>
                  </a:lnTo>
                  <a:close/>
                  <a:moveTo>
                    <a:pt x="495" y="1739"/>
                  </a:moveTo>
                  <a:lnTo>
                    <a:pt x="495" y="1758"/>
                  </a:lnTo>
                  <a:lnTo>
                    <a:pt x="515" y="1778"/>
                  </a:lnTo>
                  <a:lnTo>
                    <a:pt x="495" y="1739"/>
                  </a:lnTo>
                  <a:close/>
                  <a:moveTo>
                    <a:pt x="1087" y="2055"/>
                  </a:moveTo>
                  <a:lnTo>
                    <a:pt x="1107" y="2074"/>
                  </a:lnTo>
                  <a:lnTo>
                    <a:pt x="1166" y="2134"/>
                  </a:lnTo>
                  <a:lnTo>
                    <a:pt x="1166" y="2134"/>
                  </a:lnTo>
                  <a:lnTo>
                    <a:pt x="1147" y="2094"/>
                  </a:lnTo>
                  <a:lnTo>
                    <a:pt x="1206" y="2153"/>
                  </a:lnTo>
                  <a:lnTo>
                    <a:pt x="1166" y="2094"/>
                  </a:lnTo>
                  <a:lnTo>
                    <a:pt x="1087" y="2055"/>
                  </a:lnTo>
                  <a:close/>
                  <a:moveTo>
                    <a:pt x="199" y="2134"/>
                  </a:moveTo>
                  <a:lnTo>
                    <a:pt x="218" y="2153"/>
                  </a:lnTo>
                  <a:lnTo>
                    <a:pt x="218" y="2134"/>
                  </a:lnTo>
                  <a:close/>
                  <a:moveTo>
                    <a:pt x="515" y="2193"/>
                  </a:moveTo>
                  <a:lnTo>
                    <a:pt x="534" y="2213"/>
                  </a:lnTo>
                  <a:lnTo>
                    <a:pt x="554" y="2213"/>
                  </a:lnTo>
                  <a:lnTo>
                    <a:pt x="515" y="2193"/>
                  </a:lnTo>
                  <a:close/>
                  <a:moveTo>
                    <a:pt x="1" y="2351"/>
                  </a:moveTo>
                  <a:lnTo>
                    <a:pt x="40" y="2371"/>
                  </a:lnTo>
                  <a:lnTo>
                    <a:pt x="21" y="2351"/>
                  </a:lnTo>
                  <a:close/>
                  <a:moveTo>
                    <a:pt x="278" y="2391"/>
                  </a:moveTo>
                  <a:lnTo>
                    <a:pt x="317" y="2430"/>
                  </a:lnTo>
                  <a:lnTo>
                    <a:pt x="297" y="2430"/>
                  </a:lnTo>
                  <a:lnTo>
                    <a:pt x="238" y="2391"/>
                  </a:lnTo>
                  <a:close/>
                  <a:moveTo>
                    <a:pt x="1226" y="2430"/>
                  </a:moveTo>
                  <a:lnTo>
                    <a:pt x="1245" y="2450"/>
                  </a:lnTo>
                  <a:lnTo>
                    <a:pt x="1265" y="2470"/>
                  </a:lnTo>
                  <a:lnTo>
                    <a:pt x="1265" y="2470"/>
                  </a:lnTo>
                  <a:lnTo>
                    <a:pt x="1186" y="2430"/>
                  </a:lnTo>
                  <a:close/>
                  <a:moveTo>
                    <a:pt x="1324" y="2470"/>
                  </a:moveTo>
                  <a:lnTo>
                    <a:pt x="1324" y="2470"/>
                  </a:lnTo>
                  <a:lnTo>
                    <a:pt x="1324" y="2470"/>
                  </a:lnTo>
                  <a:close/>
                  <a:moveTo>
                    <a:pt x="1166" y="2509"/>
                  </a:moveTo>
                  <a:lnTo>
                    <a:pt x="1186" y="2529"/>
                  </a:lnTo>
                  <a:lnTo>
                    <a:pt x="1206" y="2549"/>
                  </a:lnTo>
                  <a:lnTo>
                    <a:pt x="1166" y="2509"/>
                  </a:lnTo>
                  <a:close/>
                  <a:moveTo>
                    <a:pt x="297" y="2549"/>
                  </a:moveTo>
                  <a:lnTo>
                    <a:pt x="317" y="2568"/>
                  </a:lnTo>
                  <a:lnTo>
                    <a:pt x="337" y="2568"/>
                  </a:lnTo>
                  <a:lnTo>
                    <a:pt x="297" y="2549"/>
                  </a:lnTo>
                  <a:close/>
                  <a:moveTo>
                    <a:pt x="673" y="2568"/>
                  </a:moveTo>
                  <a:lnTo>
                    <a:pt x="673" y="2608"/>
                  </a:lnTo>
                  <a:lnTo>
                    <a:pt x="692" y="2588"/>
                  </a:lnTo>
                  <a:lnTo>
                    <a:pt x="673" y="2568"/>
                  </a:lnTo>
                  <a:close/>
                  <a:moveTo>
                    <a:pt x="1166" y="2588"/>
                  </a:moveTo>
                  <a:lnTo>
                    <a:pt x="1166" y="2608"/>
                  </a:lnTo>
                  <a:lnTo>
                    <a:pt x="1226" y="2647"/>
                  </a:lnTo>
                  <a:lnTo>
                    <a:pt x="1226" y="2647"/>
                  </a:lnTo>
                  <a:lnTo>
                    <a:pt x="1206" y="2628"/>
                  </a:lnTo>
                  <a:lnTo>
                    <a:pt x="1166" y="2588"/>
                  </a:lnTo>
                  <a:close/>
                  <a:moveTo>
                    <a:pt x="771" y="2647"/>
                  </a:moveTo>
                  <a:lnTo>
                    <a:pt x="831" y="2707"/>
                  </a:lnTo>
                  <a:lnTo>
                    <a:pt x="929" y="2805"/>
                  </a:lnTo>
                  <a:lnTo>
                    <a:pt x="910" y="2766"/>
                  </a:lnTo>
                  <a:lnTo>
                    <a:pt x="870" y="2726"/>
                  </a:lnTo>
                  <a:lnTo>
                    <a:pt x="771" y="2647"/>
                  </a:lnTo>
                  <a:close/>
                  <a:moveTo>
                    <a:pt x="732" y="2825"/>
                  </a:moveTo>
                  <a:lnTo>
                    <a:pt x="752" y="2845"/>
                  </a:lnTo>
                  <a:lnTo>
                    <a:pt x="771" y="2884"/>
                  </a:lnTo>
                  <a:lnTo>
                    <a:pt x="791" y="2884"/>
                  </a:lnTo>
                  <a:lnTo>
                    <a:pt x="771" y="2865"/>
                  </a:lnTo>
                  <a:lnTo>
                    <a:pt x="752" y="2845"/>
                  </a:lnTo>
                  <a:lnTo>
                    <a:pt x="752" y="2845"/>
                  </a:lnTo>
                  <a:lnTo>
                    <a:pt x="791" y="2865"/>
                  </a:lnTo>
                  <a:lnTo>
                    <a:pt x="732" y="2825"/>
                  </a:lnTo>
                  <a:close/>
                  <a:moveTo>
                    <a:pt x="1443" y="1"/>
                  </a:moveTo>
                  <a:lnTo>
                    <a:pt x="1443" y="20"/>
                  </a:lnTo>
                  <a:lnTo>
                    <a:pt x="1463" y="40"/>
                  </a:lnTo>
                  <a:lnTo>
                    <a:pt x="1482" y="60"/>
                  </a:lnTo>
                  <a:lnTo>
                    <a:pt x="1463" y="60"/>
                  </a:lnTo>
                  <a:lnTo>
                    <a:pt x="1443" y="40"/>
                  </a:lnTo>
                  <a:lnTo>
                    <a:pt x="1443" y="60"/>
                  </a:lnTo>
                  <a:lnTo>
                    <a:pt x="1423" y="60"/>
                  </a:lnTo>
                  <a:lnTo>
                    <a:pt x="1364" y="40"/>
                  </a:lnTo>
                  <a:lnTo>
                    <a:pt x="1344" y="40"/>
                  </a:lnTo>
                  <a:lnTo>
                    <a:pt x="1344" y="60"/>
                  </a:lnTo>
                  <a:lnTo>
                    <a:pt x="1384" y="80"/>
                  </a:lnTo>
                  <a:lnTo>
                    <a:pt x="1384" y="80"/>
                  </a:lnTo>
                  <a:lnTo>
                    <a:pt x="1324" y="60"/>
                  </a:lnTo>
                  <a:lnTo>
                    <a:pt x="1423" y="139"/>
                  </a:lnTo>
                  <a:lnTo>
                    <a:pt x="1463" y="159"/>
                  </a:lnTo>
                  <a:lnTo>
                    <a:pt x="1482" y="198"/>
                  </a:lnTo>
                  <a:lnTo>
                    <a:pt x="1423" y="178"/>
                  </a:lnTo>
                  <a:lnTo>
                    <a:pt x="1384" y="139"/>
                  </a:lnTo>
                  <a:lnTo>
                    <a:pt x="1324" y="99"/>
                  </a:lnTo>
                  <a:lnTo>
                    <a:pt x="1324" y="99"/>
                  </a:lnTo>
                  <a:lnTo>
                    <a:pt x="1285" y="80"/>
                  </a:lnTo>
                  <a:lnTo>
                    <a:pt x="1245" y="80"/>
                  </a:lnTo>
                  <a:lnTo>
                    <a:pt x="1206" y="40"/>
                  </a:lnTo>
                  <a:lnTo>
                    <a:pt x="1147" y="40"/>
                  </a:lnTo>
                  <a:lnTo>
                    <a:pt x="1186" y="80"/>
                  </a:lnTo>
                  <a:lnTo>
                    <a:pt x="1147" y="80"/>
                  </a:lnTo>
                  <a:lnTo>
                    <a:pt x="1107" y="60"/>
                  </a:lnTo>
                  <a:lnTo>
                    <a:pt x="1107" y="60"/>
                  </a:lnTo>
                  <a:lnTo>
                    <a:pt x="1127" y="80"/>
                  </a:lnTo>
                  <a:lnTo>
                    <a:pt x="1107" y="80"/>
                  </a:lnTo>
                  <a:lnTo>
                    <a:pt x="1107" y="99"/>
                  </a:lnTo>
                  <a:lnTo>
                    <a:pt x="1127" y="119"/>
                  </a:lnTo>
                  <a:lnTo>
                    <a:pt x="1107" y="139"/>
                  </a:lnTo>
                  <a:lnTo>
                    <a:pt x="1087" y="119"/>
                  </a:lnTo>
                  <a:lnTo>
                    <a:pt x="1048" y="99"/>
                  </a:lnTo>
                  <a:lnTo>
                    <a:pt x="1107" y="159"/>
                  </a:lnTo>
                  <a:lnTo>
                    <a:pt x="1186" y="218"/>
                  </a:lnTo>
                  <a:lnTo>
                    <a:pt x="1186" y="218"/>
                  </a:lnTo>
                  <a:lnTo>
                    <a:pt x="1127" y="198"/>
                  </a:lnTo>
                  <a:lnTo>
                    <a:pt x="1074" y="172"/>
                  </a:lnTo>
                  <a:lnTo>
                    <a:pt x="1074" y="172"/>
                  </a:lnTo>
                  <a:lnTo>
                    <a:pt x="1087" y="198"/>
                  </a:lnTo>
                  <a:lnTo>
                    <a:pt x="1107" y="238"/>
                  </a:lnTo>
                  <a:lnTo>
                    <a:pt x="1186" y="297"/>
                  </a:lnTo>
                  <a:lnTo>
                    <a:pt x="1127" y="297"/>
                  </a:lnTo>
                  <a:lnTo>
                    <a:pt x="1087" y="257"/>
                  </a:lnTo>
                  <a:lnTo>
                    <a:pt x="1048" y="218"/>
                  </a:lnTo>
                  <a:lnTo>
                    <a:pt x="1048" y="238"/>
                  </a:lnTo>
                  <a:lnTo>
                    <a:pt x="1028" y="238"/>
                  </a:lnTo>
                  <a:lnTo>
                    <a:pt x="969" y="218"/>
                  </a:lnTo>
                  <a:lnTo>
                    <a:pt x="969" y="218"/>
                  </a:lnTo>
                  <a:lnTo>
                    <a:pt x="1008" y="238"/>
                  </a:lnTo>
                  <a:lnTo>
                    <a:pt x="1048" y="277"/>
                  </a:lnTo>
                  <a:lnTo>
                    <a:pt x="1048" y="277"/>
                  </a:lnTo>
                  <a:lnTo>
                    <a:pt x="969" y="238"/>
                  </a:lnTo>
                  <a:lnTo>
                    <a:pt x="949" y="257"/>
                  </a:lnTo>
                  <a:lnTo>
                    <a:pt x="890" y="257"/>
                  </a:lnTo>
                  <a:lnTo>
                    <a:pt x="890" y="277"/>
                  </a:lnTo>
                  <a:lnTo>
                    <a:pt x="969" y="317"/>
                  </a:lnTo>
                  <a:lnTo>
                    <a:pt x="969" y="317"/>
                  </a:lnTo>
                  <a:lnTo>
                    <a:pt x="910" y="277"/>
                  </a:lnTo>
                  <a:lnTo>
                    <a:pt x="1008" y="336"/>
                  </a:lnTo>
                  <a:lnTo>
                    <a:pt x="1087" y="415"/>
                  </a:lnTo>
                  <a:lnTo>
                    <a:pt x="1068" y="415"/>
                  </a:lnTo>
                  <a:lnTo>
                    <a:pt x="1028" y="396"/>
                  </a:lnTo>
                  <a:lnTo>
                    <a:pt x="1028" y="396"/>
                  </a:lnTo>
                  <a:lnTo>
                    <a:pt x="1041" y="422"/>
                  </a:lnTo>
                  <a:lnTo>
                    <a:pt x="1041" y="422"/>
                  </a:lnTo>
                  <a:lnTo>
                    <a:pt x="1028" y="415"/>
                  </a:lnTo>
                  <a:lnTo>
                    <a:pt x="1028" y="435"/>
                  </a:lnTo>
                  <a:lnTo>
                    <a:pt x="969" y="376"/>
                  </a:lnTo>
                  <a:lnTo>
                    <a:pt x="929" y="376"/>
                  </a:lnTo>
                  <a:lnTo>
                    <a:pt x="890" y="336"/>
                  </a:lnTo>
                  <a:lnTo>
                    <a:pt x="890" y="356"/>
                  </a:lnTo>
                  <a:lnTo>
                    <a:pt x="831" y="297"/>
                  </a:lnTo>
                  <a:lnTo>
                    <a:pt x="811" y="297"/>
                  </a:lnTo>
                  <a:lnTo>
                    <a:pt x="831" y="317"/>
                  </a:lnTo>
                  <a:lnTo>
                    <a:pt x="831" y="336"/>
                  </a:lnTo>
                  <a:lnTo>
                    <a:pt x="791" y="317"/>
                  </a:lnTo>
                  <a:lnTo>
                    <a:pt x="850" y="356"/>
                  </a:lnTo>
                  <a:lnTo>
                    <a:pt x="771" y="356"/>
                  </a:lnTo>
                  <a:lnTo>
                    <a:pt x="811" y="396"/>
                  </a:lnTo>
                  <a:lnTo>
                    <a:pt x="831" y="415"/>
                  </a:lnTo>
                  <a:lnTo>
                    <a:pt x="791" y="396"/>
                  </a:lnTo>
                  <a:lnTo>
                    <a:pt x="752" y="396"/>
                  </a:lnTo>
                  <a:lnTo>
                    <a:pt x="771" y="435"/>
                  </a:lnTo>
                  <a:lnTo>
                    <a:pt x="850" y="494"/>
                  </a:lnTo>
                  <a:lnTo>
                    <a:pt x="850" y="514"/>
                  </a:lnTo>
                  <a:lnTo>
                    <a:pt x="831" y="494"/>
                  </a:lnTo>
                  <a:lnTo>
                    <a:pt x="791" y="475"/>
                  </a:lnTo>
                  <a:lnTo>
                    <a:pt x="811" y="494"/>
                  </a:lnTo>
                  <a:lnTo>
                    <a:pt x="771" y="475"/>
                  </a:lnTo>
                  <a:lnTo>
                    <a:pt x="752" y="494"/>
                  </a:lnTo>
                  <a:lnTo>
                    <a:pt x="732" y="494"/>
                  </a:lnTo>
                  <a:lnTo>
                    <a:pt x="890" y="652"/>
                  </a:lnTo>
                  <a:lnTo>
                    <a:pt x="969" y="731"/>
                  </a:lnTo>
                  <a:lnTo>
                    <a:pt x="1068" y="791"/>
                  </a:lnTo>
                  <a:lnTo>
                    <a:pt x="1068" y="791"/>
                  </a:lnTo>
                  <a:lnTo>
                    <a:pt x="1008" y="771"/>
                  </a:lnTo>
                  <a:lnTo>
                    <a:pt x="969" y="771"/>
                  </a:lnTo>
                  <a:lnTo>
                    <a:pt x="910" y="731"/>
                  </a:lnTo>
                  <a:lnTo>
                    <a:pt x="870" y="712"/>
                  </a:lnTo>
                  <a:lnTo>
                    <a:pt x="870" y="692"/>
                  </a:lnTo>
                  <a:lnTo>
                    <a:pt x="910" y="712"/>
                  </a:lnTo>
                  <a:lnTo>
                    <a:pt x="929" y="731"/>
                  </a:lnTo>
                  <a:lnTo>
                    <a:pt x="929" y="712"/>
                  </a:lnTo>
                  <a:lnTo>
                    <a:pt x="791" y="652"/>
                  </a:lnTo>
                  <a:lnTo>
                    <a:pt x="752" y="613"/>
                  </a:lnTo>
                  <a:lnTo>
                    <a:pt x="732" y="593"/>
                  </a:lnTo>
                  <a:lnTo>
                    <a:pt x="653" y="534"/>
                  </a:lnTo>
                  <a:lnTo>
                    <a:pt x="653" y="554"/>
                  </a:lnTo>
                  <a:lnTo>
                    <a:pt x="673" y="573"/>
                  </a:lnTo>
                  <a:lnTo>
                    <a:pt x="633" y="573"/>
                  </a:lnTo>
                  <a:lnTo>
                    <a:pt x="653" y="593"/>
                  </a:lnTo>
                  <a:lnTo>
                    <a:pt x="653" y="613"/>
                  </a:lnTo>
                  <a:lnTo>
                    <a:pt x="692" y="652"/>
                  </a:lnTo>
                  <a:lnTo>
                    <a:pt x="673" y="652"/>
                  </a:lnTo>
                  <a:lnTo>
                    <a:pt x="633" y="633"/>
                  </a:lnTo>
                  <a:lnTo>
                    <a:pt x="653" y="672"/>
                  </a:lnTo>
                  <a:lnTo>
                    <a:pt x="712" y="712"/>
                  </a:lnTo>
                  <a:lnTo>
                    <a:pt x="791" y="771"/>
                  </a:lnTo>
                  <a:lnTo>
                    <a:pt x="811" y="810"/>
                  </a:lnTo>
                  <a:lnTo>
                    <a:pt x="791" y="810"/>
                  </a:lnTo>
                  <a:lnTo>
                    <a:pt x="771" y="791"/>
                  </a:lnTo>
                  <a:lnTo>
                    <a:pt x="752" y="771"/>
                  </a:lnTo>
                  <a:lnTo>
                    <a:pt x="771" y="810"/>
                  </a:lnTo>
                  <a:lnTo>
                    <a:pt x="712" y="791"/>
                  </a:lnTo>
                  <a:lnTo>
                    <a:pt x="712" y="771"/>
                  </a:lnTo>
                  <a:lnTo>
                    <a:pt x="692" y="751"/>
                  </a:lnTo>
                  <a:lnTo>
                    <a:pt x="692" y="771"/>
                  </a:lnTo>
                  <a:lnTo>
                    <a:pt x="752" y="830"/>
                  </a:lnTo>
                  <a:lnTo>
                    <a:pt x="712" y="830"/>
                  </a:lnTo>
                  <a:lnTo>
                    <a:pt x="633" y="791"/>
                  </a:lnTo>
                  <a:lnTo>
                    <a:pt x="574" y="791"/>
                  </a:lnTo>
                  <a:lnTo>
                    <a:pt x="653" y="850"/>
                  </a:lnTo>
                  <a:lnTo>
                    <a:pt x="692" y="889"/>
                  </a:lnTo>
                  <a:lnTo>
                    <a:pt x="692" y="870"/>
                  </a:lnTo>
                  <a:lnTo>
                    <a:pt x="712" y="889"/>
                  </a:lnTo>
                  <a:lnTo>
                    <a:pt x="732" y="909"/>
                  </a:lnTo>
                  <a:lnTo>
                    <a:pt x="771" y="929"/>
                  </a:lnTo>
                  <a:lnTo>
                    <a:pt x="811" y="968"/>
                  </a:lnTo>
                  <a:lnTo>
                    <a:pt x="791" y="968"/>
                  </a:lnTo>
                  <a:lnTo>
                    <a:pt x="771" y="949"/>
                  </a:lnTo>
                  <a:lnTo>
                    <a:pt x="752" y="929"/>
                  </a:lnTo>
                  <a:lnTo>
                    <a:pt x="712" y="929"/>
                  </a:lnTo>
                  <a:lnTo>
                    <a:pt x="594" y="810"/>
                  </a:lnTo>
                  <a:lnTo>
                    <a:pt x="574" y="791"/>
                  </a:lnTo>
                  <a:lnTo>
                    <a:pt x="574" y="810"/>
                  </a:lnTo>
                  <a:lnTo>
                    <a:pt x="574" y="810"/>
                  </a:lnTo>
                  <a:lnTo>
                    <a:pt x="594" y="830"/>
                  </a:lnTo>
                  <a:lnTo>
                    <a:pt x="633" y="850"/>
                  </a:lnTo>
                  <a:lnTo>
                    <a:pt x="692" y="929"/>
                  </a:lnTo>
                  <a:lnTo>
                    <a:pt x="732" y="1008"/>
                  </a:lnTo>
                  <a:lnTo>
                    <a:pt x="732" y="1008"/>
                  </a:lnTo>
                  <a:lnTo>
                    <a:pt x="673" y="949"/>
                  </a:lnTo>
                  <a:lnTo>
                    <a:pt x="633" y="909"/>
                  </a:lnTo>
                  <a:lnTo>
                    <a:pt x="594" y="870"/>
                  </a:lnTo>
                  <a:lnTo>
                    <a:pt x="534" y="830"/>
                  </a:lnTo>
                  <a:lnTo>
                    <a:pt x="534" y="830"/>
                  </a:lnTo>
                  <a:lnTo>
                    <a:pt x="554" y="870"/>
                  </a:lnTo>
                  <a:lnTo>
                    <a:pt x="574" y="889"/>
                  </a:lnTo>
                  <a:lnTo>
                    <a:pt x="534" y="870"/>
                  </a:lnTo>
                  <a:lnTo>
                    <a:pt x="534" y="889"/>
                  </a:lnTo>
                  <a:lnTo>
                    <a:pt x="554" y="929"/>
                  </a:lnTo>
                  <a:lnTo>
                    <a:pt x="574" y="929"/>
                  </a:lnTo>
                  <a:lnTo>
                    <a:pt x="594" y="949"/>
                  </a:lnTo>
                  <a:lnTo>
                    <a:pt x="574" y="968"/>
                  </a:lnTo>
                  <a:lnTo>
                    <a:pt x="554" y="968"/>
                  </a:lnTo>
                  <a:lnTo>
                    <a:pt x="574" y="988"/>
                  </a:lnTo>
                  <a:lnTo>
                    <a:pt x="554" y="988"/>
                  </a:lnTo>
                  <a:lnTo>
                    <a:pt x="554" y="1008"/>
                  </a:lnTo>
                  <a:lnTo>
                    <a:pt x="574" y="1028"/>
                  </a:lnTo>
                  <a:lnTo>
                    <a:pt x="574" y="1008"/>
                  </a:lnTo>
                  <a:lnTo>
                    <a:pt x="613" y="1008"/>
                  </a:lnTo>
                  <a:lnTo>
                    <a:pt x="653" y="1047"/>
                  </a:lnTo>
                  <a:lnTo>
                    <a:pt x="653" y="1067"/>
                  </a:lnTo>
                  <a:lnTo>
                    <a:pt x="673" y="1087"/>
                  </a:lnTo>
                  <a:lnTo>
                    <a:pt x="692" y="1107"/>
                  </a:lnTo>
                  <a:lnTo>
                    <a:pt x="692" y="1126"/>
                  </a:lnTo>
                  <a:lnTo>
                    <a:pt x="712" y="1146"/>
                  </a:lnTo>
                  <a:lnTo>
                    <a:pt x="712" y="1166"/>
                  </a:lnTo>
                  <a:lnTo>
                    <a:pt x="712" y="1186"/>
                  </a:lnTo>
                  <a:lnTo>
                    <a:pt x="673" y="1166"/>
                  </a:lnTo>
                  <a:lnTo>
                    <a:pt x="653" y="1146"/>
                  </a:lnTo>
                  <a:lnTo>
                    <a:pt x="653" y="1166"/>
                  </a:lnTo>
                  <a:lnTo>
                    <a:pt x="613" y="1126"/>
                  </a:lnTo>
                  <a:lnTo>
                    <a:pt x="613" y="1146"/>
                  </a:lnTo>
                  <a:lnTo>
                    <a:pt x="633" y="1166"/>
                  </a:lnTo>
                  <a:lnTo>
                    <a:pt x="613" y="1166"/>
                  </a:lnTo>
                  <a:lnTo>
                    <a:pt x="594" y="1126"/>
                  </a:lnTo>
                  <a:lnTo>
                    <a:pt x="534" y="1087"/>
                  </a:lnTo>
                  <a:lnTo>
                    <a:pt x="594" y="1146"/>
                  </a:lnTo>
                  <a:lnTo>
                    <a:pt x="554" y="1126"/>
                  </a:lnTo>
                  <a:lnTo>
                    <a:pt x="574" y="1146"/>
                  </a:lnTo>
                  <a:lnTo>
                    <a:pt x="594" y="1166"/>
                  </a:lnTo>
                  <a:lnTo>
                    <a:pt x="554" y="1146"/>
                  </a:lnTo>
                  <a:lnTo>
                    <a:pt x="554" y="1166"/>
                  </a:lnTo>
                  <a:lnTo>
                    <a:pt x="594" y="1205"/>
                  </a:lnTo>
                  <a:lnTo>
                    <a:pt x="633" y="1225"/>
                  </a:lnTo>
                  <a:lnTo>
                    <a:pt x="692" y="1265"/>
                  </a:lnTo>
                  <a:lnTo>
                    <a:pt x="692" y="1284"/>
                  </a:lnTo>
                  <a:lnTo>
                    <a:pt x="692" y="1304"/>
                  </a:lnTo>
                  <a:lnTo>
                    <a:pt x="673" y="1304"/>
                  </a:lnTo>
                  <a:lnTo>
                    <a:pt x="633" y="1284"/>
                  </a:lnTo>
                  <a:lnTo>
                    <a:pt x="673" y="1324"/>
                  </a:lnTo>
                  <a:lnTo>
                    <a:pt x="673" y="1324"/>
                  </a:lnTo>
                  <a:lnTo>
                    <a:pt x="633" y="1304"/>
                  </a:lnTo>
                  <a:lnTo>
                    <a:pt x="594" y="1284"/>
                  </a:lnTo>
                  <a:lnTo>
                    <a:pt x="594" y="1265"/>
                  </a:lnTo>
                  <a:lnTo>
                    <a:pt x="534" y="1225"/>
                  </a:lnTo>
                  <a:lnTo>
                    <a:pt x="495" y="1205"/>
                  </a:lnTo>
                  <a:lnTo>
                    <a:pt x="495" y="1205"/>
                  </a:lnTo>
                  <a:lnTo>
                    <a:pt x="542" y="1241"/>
                  </a:lnTo>
                  <a:lnTo>
                    <a:pt x="542" y="1241"/>
                  </a:lnTo>
                  <a:lnTo>
                    <a:pt x="495" y="1225"/>
                  </a:lnTo>
                  <a:lnTo>
                    <a:pt x="515" y="1265"/>
                  </a:lnTo>
                  <a:lnTo>
                    <a:pt x="534" y="1284"/>
                  </a:lnTo>
                  <a:lnTo>
                    <a:pt x="534" y="1284"/>
                  </a:lnTo>
                  <a:lnTo>
                    <a:pt x="436" y="1205"/>
                  </a:lnTo>
                  <a:lnTo>
                    <a:pt x="455" y="1225"/>
                  </a:lnTo>
                  <a:lnTo>
                    <a:pt x="436" y="1225"/>
                  </a:lnTo>
                  <a:lnTo>
                    <a:pt x="455" y="1245"/>
                  </a:lnTo>
                  <a:lnTo>
                    <a:pt x="475" y="1245"/>
                  </a:lnTo>
                  <a:lnTo>
                    <a:pt x="495" y="1265"/>
                  </a:lnTo>
                  <a:lnTo>
                    <a:pt x="495" y="1284"/>
                  </a:lnTo>
                  <a:lnTo>
                    <a:pt x="455" y="1284"/>
                  </a:lnTo>
                  <a:lnTo>
                    <a:pt x="495" y="1324"/>
                  </a:lnTo>
                  <a:lnTo>
                    <a:pt x="495" y="1304"/>
                  </a:lnTo>
                  <a:lnTo>
                    <a:pt x="515" y="1324"/>
                  </a:lnTo>
                  <a:lnTo>
                    <a:pt x="534" y="1344"/>
                  </a:lnTo>
                  <a:lnTo>
                    <a:pt x="534" y="1363"/>
                  </a:lnTo>
                  <a:lnTo>
                    <a:pt x="534" y="1383"/>
                  </a:lnTo>
                  <a:lnTo>
                    <a:pt x="554" y="1423"/>
                  </a:lnTo>
                  <a:lnTo>
                    <a:pt x="495" y="1403"/>
                  </a:lnTo>
                  <a:lnTo>
                    <a:pt x="445" y="1354"/>
                  </a:lnTo>
                  <a:lnTo>
                    <a:pt x="455" y="1383"/>
                  </a:lnTo>
                  <a:lnTo>
                    <a:pt x="436" y="1383"/>
                  </a:lnTo>
                  <a:lnTo>
                    <a:pt x="376" y="1363"/>
                  </a:lnTo>
                  <a:lnTo>
                    <a:pt x="337" y="1344"/>
                  </a:lnTo>
                  <a:lnTo>
                    <a:pt x="317" y="1344"/>
                  </a:lnTo>
                  <a:lnTo>
                    <a:pt x="396" y="1383"/>
                  </a:lnTo>
                  <a:lnTo>
                    <a:pt x="396" y="1403"/>
                  </a:lnTo>
                  <a:lnTo>
                    <a:pt x="436" y="1423"/>
                  </a:lnTo>
                  <a:lnTo>
                    <a:pt x="455" y="1442"/>
                  </a:lnTo>
                  <a:lnTo>
                    <a:pt x="455" y="1442"/>
                  </a:lnTo>
                  <a:lnTo>
                    <a:pt x="396" y="1423"/>
                  </a:lnTo>
                  <a:lnTo>
                    <a:pt x="376" y="1423"/>
                  </a:lnTo>
                  <a:lnTo>
                    <a:pt x="436" y="1462"/>
                  </a:lnTo>
                  <a:lnTo>
                    <a:pt x="455" y="1521"/>
                  </a:lnTo>
                  <a:lnTo>
                    <a:pt x="436" y="1502"/>
                  </a:lnTo>
                  <a:lnTo>
                    <a:pt x="416" y="1482"/>
                  </a:lnTo>
                  <a:lnTo>
                    <a:pt x="396" y="1462"/>
                  </a:lnTo>
                  <a:lnTo>
                    <a:pt x="436" y="1521"/>
                  </a:lnTo>
                  <a:lnTo>
                    <a:pt x="455" y="1541"/>
                  </a:lnTo>
                  <a:lnTo>
                    <a:pt x="475" y="1561"/>
                  </a:lnTo>
                  <a:lnTo>
                    <a:pt x="416" y="1541"/>
                  </a:lnTo>
                  <a:lnTo>
                    <a:pt x="455" y="1581"/>
                  </a:lnTo>
                  <a:lnTo>
                    <a:pt x="455" y="1600"/>
                  </a:lnTo>
                  <a:lnTo>
                    <a:pt x="495" y="1620"/>
                  </a:lnTo>
                  <a:lnTo>
                    <a:pt x="534" y="1660"/>
                  </a:lnTo>
                  <a:lnTo>
                    <a:pt x="455" y="1640"/>
                  </a:lnTo>
                  <a:lnTo>
                    <a:pt x="455" y="1620"/>
                  </a:lnTo>
                  <a:lnTo>
                    <a:pt x="416" y="1600"/>
                  </a:lnTo>
                  <a:lnTo>
                    <a:pt x="376" y="1561"/>
                  </a:lnTo>
                  <a:lnTo>
                    <a:pt x="337" y="1521"/>
                  </a:lnTo>
                  <a:lnTo>
                    <a:pt x="317" y="1521"/>
                  </a:lnTo>
                  <a:lnTo>
                    <a:pt x="337" y="1541"/>
                  </a:lnTo>
                  <a:lnTo>
                    <a:pt x="357" y="1561"/>
                  </a:lnTo>
                  <a:lnTo>
                    <a:pt x="357" y="1581"/>
                  </a:lnTo>
                  <a:lnTo>
                    <a:pt x="337" y="1561"/>
                  </a:lnTo>
                  <a:lnTo>
                    <a:pt x="297" y="1541"/>
                  </a:lnTo>
                  <a:lnTo>
                    <a:pt x="317" y="1561"/>
                  </a:lnTo>
                  <a:lnTo>
                    <a:pt x="297" y="1561"/>
                  </a:lnTo>
                  <a:lnTo>
                    <a:pt x="357" y="1600"/>
                  </a:lnTo>
                  <a:lnTo>
                    <a:pt x="396" y="1640"/>
                  </a:lnTo>
                  <a:lnTo>
                    <a:pt x="396" y="1640"/>
                  </a:lnTo>
                  <a:lnTo>
                    <a:pt x="317" y="1600"/>
                  </a:lnTo>
                  <a:lnTo>
                    <a:pt x="357" y="1640"/>
                  </a:lnTo>
                  <a:lnTo>
                    <a:pt x="416" y="1679"/>
                  </a:lnTo>
                  <a:lnTo>
                    <a:pt x="455" y="1719"/>
                  </a:lnTo>
                  <a:lnTo>
                    <a:pt x="495" y="1739"/>
                  </a:lnTo>
                  <a:lnTo>
                    <a:pt x="534" y="1758"/>
                  </a:lnTo>
                  <a:lnTo>
                    <a:pt x="554" y="1798"/>
                  </a:lnTo>
                  <a:lnTo>
                    <a:pt x="515" y="1778"/>
                  </a:lnTo>
                  <a:lnTo>
                    <a:pt x="455" y="1758"/>
                  </a:lnTo>
                  <a:lnTo>
                    <a:pt x="357" y="1679"/>
                  </a:lnTo>
                  <a:lnTo>
                    <a:pt x="218" y="1581"/>
                  </a:lnTo>
                  <a:lnTo>
                    <a:pt x="238" y="1620"/>
                  </a:lnTo>
                  <a:lnTo>
                    <a:pt x="199" y="1620"/>
                  </a:lnTo>
                  <a:lnTo>
                    <a:pt x="258" y="1679"/>
                  </a:lnTo>
                  <a:lnTo>
                    <a:pt x="321" y="1730"/>
                  </a:lnTo>
                  <a:lnTo>
                    <a:pt x="321" y="1730"/>
                  </a:lnTo>
                  <a:lnTo>
                    <a:pt x="337" y="1778"/>
                  </a:lnTo>
                  <a:lnTo>
                    <a:pt x="337" y="1798"/>
                  </a:lnTo>
                  <a:lnTo>
                    <a:pt x="337" y="1818"/>
                  </a:lnTo>
                  <a:lnTo>
                    <a:pt x="376" y="1857"/>
                  </a:lnTo>
                  <a:lnTo>
                    <a:pt x="455" y="1897"/>
                  </a:lnTo>
                  <a:lnTo>
                    <a:pt x="455" y="1916"/>
                  </a:lnTo>
                  <a:lnTo>
                    <a:pt x="475" y="1936"/>
                  </a:lnTo>
                  <a:lnTo>
                    <a:pt x="515" y="1976"/>
                  </a:lnTo>
                  <a:lnTo>
                    <a:pt x="495" y="1976"/>
                  </a:lnTo>
                  <a:lnTo>
                    <a:pt x="455" y="1936"/>
                  </a:lnTo>
                  <a:lnTo>
                    <a:pt x="436" y="1936"/>
                  </a:lnTo>
                  <a:lnTo>
                    <a:pt x="455" y="1976"/>
                  </a:lnTo>
                  <a:lnTo>
                    <a:pt x="396" y="1936"/>
                  </a:lnTo>
                  <a:lnTo>
                    <a:pt x="376" y="1916"/>
                  </a:lnTo>
                  <a:lnTo>
                    <a:pt x="416" y="1916"/>
                  </a:lnTo>
                  <a:lnTo>
                    <a:pt x="376" y="1877"/>
                  </a:lnTo>
                  <a:lnTo>
                    <a:pt x="376" y="1897"/>
                  </a:lnTo>
                  <a:lnTo>
                    <a:pt x="357" y="1897"/>
                  </a:lnTo>
                  <a:lnTo>
                    <a:pt x="278" y="1837"/>
                  </a:lnTo>
                  <a:lnTo>
                    <a:pt x="297" y="1857"/>
                  </a:lnTo>
                  <a:lnTo>
                    <a:pt x="317" y="1877"/>
                  </a:lnTo>
                  <a:lnTo>
                    <a:pt x="337" y="1897"/>
                  </a:lnTo>
                  <a:lnTo>
                    <a:pt x="357" y="1916"/>
                  </a:lnTo>
                  <a:lnTo>
                    <a:pt x="297" y="1897"/>
                  </a:lnTo>
                  <a:lnTo>
                    <a:pt x="278" y="1897"/>
                  </a:lnTo>
                  <a:lnTo>
                    <a:pt x="278" y="1916"/>
                  </a:lnTo>
                  <a:lnTo>
                    <a:pt x="258" y="1916"/>
                  </a:lnTo>
                  <a:lnTo>
                    <a:pt x="179" y="1857"/>
                  </a:lnTo>
                  <a:lnTo>
                    <a:pt x="179" y="1857"/>
                  </a:lnTo>
                  <a:lnTo>
                    <a:pt x="218" y="1936"/>
                  </a:lnTo>
                  <a:lnTo>
                    <a:pt x="238" y="1976"/>
                  </a:lnTo>
                  <a:lnTo>
                    <a:pt x="278" y="2015"/>
                  </a:lnTo>
                  <a:lnTo>
                    <a:pt x="317" y="2055"/>
                  </a:lnTo>
                  <a:lnTo>
                    <a:pt x="357" y="2055"/>
                  </a:lnTo>
                  <a:lnTo>
                    <a:pt x="337" y="2015"/>
                  </a:lnTo>
                  <a:lnTo>
                    <a:pt x="317" y="1995"/>
                  </a:lnTo>
                  <a:lnTo>
                    <a:pt x="357" y="1995"/>
                  </a:lnTo>
                  <a:lnTo>
                    <a:pt x="258" y="1916"/>
                  </a:lnTo>
                  <a:lnTo>
                    <a:pt x="258" y="1916"/>
                  </a:lnTo>
                  <a:lnTo>
                    <a:pt x="297" y="1936"/>
                  </a:lnTo>
                  <a:lnTo>
                    <a:pt x="376" y="1995"/>
                  </a:lnTo>
                  <a:lnTo>
                    <a:pt x="416" y="2035"/>
                  </a:lnTo>
                  <a:lnTo>
                    <a:pt x="416" y="2055"/>
                  </a:lnTo>
                  <a:lnTo>
                    <a:pt x="455" y="2074"/>
                  </a:lnTo>
                  <a:lnTo>
                    <a:pt x="475" y="2055"/>
                  </a:lnTo>
                  <a:lnTo>
                    <a:pt x="554" y="2114"/>
                  </a:lnTo>
                  <a:lnTo>
                    <a:pt x="613" y="2173"/>
                  </a:lnTo>
                  <a:lnTo>
                    <a:pt x="613" y="2173"/>
                  </a:lnTo>
                  <a:lnTo>
                    <a:pt x="673" y="2252"/>
                  </a:lnTo>
                  <a:lnTo>
                    <a:pt x="554" y="2173"/>
                  </a:lnTo>
                  <a:lnTo>
                    <a:pt x="554" y="2193"/>
                  </a:lnTo>
                  <a:lnTo>
                    <a:pt x="554" y="2213"/>
                  </a:lnTo>
                  <a:lnTo>
                    <a:pt x="594" y="2232"/>
                  </a:lnTo>
                  <a:lnTo>
                    <a:pt x="594" y="2213"/>
                  </a:lnTo>
                  <a:lnTo>
                    <a:pt x="633" y="2252"/>
                  </a:lnTo>
                  <a:lnTo>
                    <a:pt x="613" y="2252"/>
                  </a:lnTo>
                  <a:lnTo>
                    <a:pt x="653" y="2292"/>
                  </a:lnTo>
                  <a:lnTo>
                    <a:pt x="712" y="2331"/>
                  </a:lnTo>
                  <a:lnTo>
                    <a:pt x="673" y="2331"/>
                  </a:lnTo>
                  <a:lnTo>
                    <a:pt x="633" y="2311"/>
                  </a:lnTo>
                  <a:lnTo>
                    <a:pt x="594" y="2292"/>
                  </a:lnTo>
                  <a:lnTo>
                    <a:pt x="495" y="2193"/>
                  </a:lnTo>
                  <a:lnTo>
                    <a:pt x="515" y="2232"/>
                  </a:lnTo>
                  <a:lnTo>
                    <a:pt x="337" y="2094"/>
                  </a:lnTo>
                  <a:lnTo>
                    <a:pt x="297" y="2094"/>
                  </a:lnTo>
                  <a:lnTo>
                    <a:pt x="297" y="2114"/>
                  </a:lnTo>
                  <a:lnTo>
                    <a:pt x="159" y="2035"/>
                  </a:lnTo>
                  <a:lnTo>
                    <a:pt x="179" y="2074"/>
                  </a:lnTo>
                  <a:lnTo>
                    <a:pt x="159" y="2074"/>
                  </a:lnTo>
                  <a:lnTo>
                    <a:pt x="100" y="2055"/>
                  </a:lnTo>
                  <a:lnTo>
                    <a:pt x="120" y="2074"/>
                  </a:lnTo>
                  <a:lnTo>
                    <a:pt x="159" y="2094"/>
                  </a:lnTo>
                  <a:lnTo>
                    <a:pt x="218" y="2134"/>
                  </a:lnTo>
                  <a:lnTo>
                    <a:pt x="238" y="2134"/>
                  </a:lnTo>
                  <a:lnTo>
                    <a:pt x="278" y="2153"/>
                  </a:lnTo>
                  <a:lnTo>
                    <a:pt x="297" y="2173"/>
                  </a:lnTo>
                  <a:lnTo>
                    <a:pt x="357" y="2213"/>
                  </a:lnTo>
                  <a:lnTo>
                    <a:pt x="376" y="2213"/>
                  </a:lnTo>
                  <a:lnTo>
                    <a:pt x="416" y="2232"/>
                  </a:lnTo>
                  <a:lnTo>
                    <a:pt x="396" y="2252"/>
                  </a:lnTo>
                  <a:lnTo>
                    <a:pt x="396" y="2272"/>
                  </a:lnTo>
                  <a:lnTo>
                    <a:pt x="278" y="2173"/>
                  </a:lnTo>
                  <a:lnTo>
                    <a:pt x="278" y="2193"/>
                  </a:lnTo>
                  <a:lnTo>
                    <a:pt x="238" y="2193"/>
                  </a:lnTo>
                  <a:lnTo>
                    <a:pt x="199" y="2173"/>
                  </a:lnTo>
                  <a:lnTo>
                    <a:pt x="179" y="2153"/>
                  </a:lnTo>
                  <a:lnTo>
                    <a:pt x="159" y="2134"/>
                  </a:lnTo>
                  <a:lnTo>
                    <a:pt x="139" y="2114"/>
                  </a:lnTo>
                  <a:lnTo>
                    <a:pt x="100" y="2134"/>
                  </a:lnTo>
                  <a:lnTo>
                    <a:pt x="80" y="2114"/>
                  </a:lnTo>
                  <a:lnTo>
                    <a:pt x="80" y="2094"/>
                  </a:lnTo>
                  <a:lnTo>
                    <a:pt x="60" y="2094"/>
                  </a:lnTo>
                  <a:lnTo>
                    <a:pt x="60" y="2114"/>
                  </a:lnTo>
                  <a:lnTo>
                    <a:pt x="139" y="2173"/>
                  </a:lnTo>
                  <a:lnTo>
                    <a:pt x="80" y="2173"/>
                  </a:lnTo>
                  <a:lnTo>
                    <a:pt x="80" y="2193"/>
                  </a:lnTo>
                  <a:lnTo>
                    <a:pt x="120" y="2213"/>
                  </a:lnTo>
                  <a:lnTo>
                    <a:pt x="159" y="2252"/>
                  </a:lnTo>
                  <a:lnTo>
                    <a:pt x="199" y="2292"/>
                  </a:lnTo>
                  <a:lnTo>
                    <a:pt x="218" y="2311"/>
                  </a:lnTo>
                  <a:lnTo>
                    <a:pt x="238" y="2331"/>
                  </a:lnTo>
                  <a:lnTo>
                    <a:pt x="60" y="2213"/>
                  </a:lnTo>
                  <a:lnTo>
                    <a:pt x="80" y="2232"/>
                  </a:lnTo>
                  <a:lnTo>
                    <a:pt x="60" y="2232"/>
                  </a:lnTo>
                  <a:lnTo>
                    <a:pt x="120" y="2272"/>
                  </a:lnTo>
                  <a:lnTo>
                    <a:pt x="159" y="2311"/>
                  </a:lnTo>
                  <a:lnTo>
                    <a:pt x="179" y="2331"/>
                  </a:lnTo>
                  <a:lnTo>
                    <a:pt x="159" y="2331"/>
                  </a:lnTo>
                  <a:lnTo>
                    <a:pt x="179" y="2371"/>
                  </a:lnTo>
                  <a:lnTo>
                    <a:pt x="218" y="2391"/>
                  </a:lnTo>
                  <a:lnTo>
                    <a:pt x="278" y="2430"/>
                  </a:lnTo>
                  <a:lnTo>
                    <a:pt x="218" y="2430"/>
                  </a:lnTo>
                  <a:lnTo>
                    <a:pt x="139" y="2371"/>
                  </a:lnTo>
                  <a:lnTo>
                    <a:pt x="159" y="2371"/>
                  </a:lnTo>
                  <a:lnTo>
                    <a:pt x="139" y="2351"/>
                  </a:lnTo>
                  <a:lnTo>
                    <a:pt x="120" y="2371"/>
                  </a:lnTo>
                  <a:lnTo>
                    <a:pt x="80" y="2351"/>
                  </a:lnTo>
                  <a:lnTo>
                    <a:pt x="21" y="2311"/>
                  </a:lnTo>
                  <a:lnTo>
                    <a:pt x="40" y="2351"/>
                  </a:lnTo>
                  <a:lnTo>
                    <a:pt x="80" y="2371"/>
                  </a:lnTo>
                  <a:lnTo>
                    <a:pt x="80" y="2391"/>
                  </a:lnTo>
                  <a:lnTo>
                    <a:pt x="179" y="2470"/>
                  </a:lnTo>
                  <a:lnTo>
                    <a:pt x="199" y="2470"/>
                  </a:lnTo>
                  <a:lnTo>
                    <a:pt x="159" y="2450"/>
                  </a:lnTo>
                  <a:lnTo>
                    <a:pt x="139" y="2430"/>
                  </a:lnTo>
                  <a:lnTo>
                    <a:pt x="120" y="2410"/>
                  </a:lnTo>
                  <a:lnTo>
                    <a:pt x="120" y="2410"/>
                  </a:lnTo>
                  <a:lnTo>
                    <a:pt x="199" y="2450"/>
                  </a:lnTo>
                  <a:lnTo>
                    <a:pt x="238" y="2489"/>
                  </a:lnTo>
                  <a:lnTo>
                    <a:pt x="238" y="2489"/>
                  </a:lnTo>
                  <a:lnTo>
                    <a:pt x="199" y="2430"/>
                  </a:lnTo>
                  <a:lnTo>
                    <a:pt x="258" y="2489"/>
                  </a:lnTo>
                  <a:lnTo>
                    <a:pt x="278" y="2470"/>
                  </a:lnTo>
                  <a:lnTo>
                    <a:pt x="297" y="2470"/>
                  </a:lnTo>
                  <a:lnTo>
                    <a:pt x="357" y="2489"/>
                  </a:lnTo>
                  <a:lnTo>
                    <a:pt x="297" y="2430"/>
                  </a:lnTo>
                  <a:lnTo>
                    <a:pt x="297" y="2430"/>
                  </a:lnTo>
                  <a:lnTo>
                    <a:pt x="376" y="2489"/>
                  </a:lnTo>
                  <a:lnTo>
                    <a:pt x="475" y="2568"/>
                  </a:lnTo>
                  <a:lnTo>
                    <a:pt x="515" y="2608"/>
                  </a:lnTo>
                  <a:lnTo>
                    <a:pt x="534" y="2647"/>
                  </a:lnTo>
                  <a:lnTo>
                    <a:pt x="574" y="2687"/>
                  </a:lnTo>
                  <a:lnTo>
                    <a:pt x="594" y="2707"/>
                  </a:lnTo>
                  <a:lnTo>
                    <a:pt x="574" y="2707"/>
                  </a:lnTo>
                  <a:lnTo>
                    <a:pt x="633" y="2746"/>
                  </a:lnTo>
                  <a:lnTo>
                    <a:pt x="594" y="2746"/>
                  </a:lnTo>
                  <a:lnTo>
                    <a:pt x="613" y="2766"/>
                  </a:lnTo>
                  <a:lnTo>
                    <a:pt x="613" y="2766"/>
                  </a:lnTo>
                  <a:lnTo>
                    <a:pt x="455" y="2667"/>
                  </a:lnTo>
                  <a:lnTo>
                    <a:pt x="337" y="2568"/>
                  </a:lnTo>
                  <a:lnTo>
                    <a:pt x="317" y="2588"/>
                  </a:lnTo>
                  <a:lnTo>
                    <a:pt x="337" y="2628"/>
                  </a:lnTo>
                  <a:lnTo>
                    <a:pt x="337" y="2628"/>
                  </a:lnTo>
                  <a:lnTo>
                    <a:pt x="258" y="2568"/>
                  </a:lnTo>
                  <a:lnTo>
                    <a:pt x="179" y="2509"/>
                  </a:lnTo>
                  <a:lnTo>
                    <a:pt x="199" y="2529"/>
                  </a:lnTo>
                  <a:lnTo>
                    <a:pt x="258" y="2588"/>
                  </a:lnTo>
                  <a:lnTo>
                    <a:pt x="218" y="2568"/>
                  </a:lnTo>
                  <a:lnTo>
                    <a:pt x="199" y="2568"/>
                  </a:lnTo>
                  <a:lnTo>
                    <a:pt x="238" y="2608"/>
                  </a:lnTo>
                  <a:lnTo>
                    <a:pt x="297" y="2667"/>
                  </a:lnTo>
                  <a:lnTo>
                    <a:pt x="330" y="2667"/>
                  </a:lnTo>
                  <a:lnTo>
                    <a:pt x="357" y="2707"/>
                  </a:lnTo>
                  <a:lnTo>
                    <a:pt x="416" y="2707"/>
                  </a:lnTo>
                  <a:lnTo>
                    <a:pt x="455" y="2733"/>
                  </a:lnTo>
                  <a:lnTo>
                    <a:pt x="455" y="2733"/>
                  </a:lnTo>
                  <a:lnTo>
                    <a:pt x="455" y="2746"/>
                  </a:lnTo>
                  <a:lnTo>
                    <a:pt x="475" y="2766"/>
                  </a:lnTo>
                  <a:lnTo>
                    <a:pt x="495" y="2766"/>
                  </a:lnTo>
                  <a:lnTo>
                    <a:pt x="475" y="2726"/>
                  </a:lnTo>
                  <a:lnTo>
                    <a:pt x="475" y="2726"/>
                  </a:lnTo>
                  <a:lnTo>
                    <a:pt x="515" y="2746"/>
                  </a:lnTo>
                  <a:lnTo>
                    <a:pt x="554" y="2746"/>
                  </a:lnTo>
                  <a:lnTo>
                    <a:pt x="633" y="2825"/>
                  </a:lnTo>
                  <a:lnTo>
                    <a:pt x="554" y="2786"/>
                  </a:lnTo>
                  <a:lnTo>
                    <a:pt x="554" y="2805"/>
                  </a:lnTo>
                  <a:lnTo>
                    <a:pt x="574" y="2825"/>
                  </a:lnTo>
                  <a:lnTo>
                    <a:pt x="613" y="2825"/>
                  </a:lnTo>
                  <a:lnTo>
                    <a:pt x="653" y="2884"/>
                  </a:lnTo>
                  <a:lnTo>
                    <a:pt x="653" y="2904"/>
                  </a:lnTo>
                  <a:lnTo>
                    <a:pt x="673" y="2904"/>
                  </a:lnTo>
                  <a:lnTo>
                    <a:pt x="732" y="2963"/>
                  </a:lnTo>
                  <a:lnTo>
                    <a:pt x="791" y="3003"/>
                  </a:lnTo>
                  <a:lnTo>
                    <a:pt x="791" y="3003"/>
                  </a:lnTo>
                  <a:lnTo>
                    <a:pt x="771" y="2983"/>
                  </a:lnTo>
                  <a:lnTo>
                    <a:pt x="732" y="2944"/>
                  </a:lnTo>
                  <a:lnTo>
                    <a:pt x="752" y="2944"/>
                  </a:lnTo>
                  <a:lnTo>
                    <a:pt x="811" y="2983"/>
                  </a:lnTo>
                  <a:lnTo>
                    <a:pt x="771" y="2924"/>
                  </a:lnTo>
                  <a:lnTo>
                    <a:pt x="791" y="2944"/>
                  </a:lnTo>
                  <a:lnTo>
                    <a:pt x="811" y="2944"/>
                  </a:lnTo>
                  <a:lnTo>
                    <a:pt x="791" y="2904"/>
                  </a:lnTo>
                  <a:lnTo>
                    <a:pt x="752" y="2884"/>
                  </a:lnTo>
                  <a:lnTo>
                    <a:pt x="732" y="2845"/>
                  </a:lnTo>
                  <a:lnTo>
                    <a:pt x="673" y="2786"/>
                  </a:lnTo>
                  <a:lnTo>
                    <a:pt x="732" y="2825"/>
                  </a:lnTo>
                  <a:lnTo>
                    <a:pt x="771" y="2845"/>
                  </a:lnTo>
                  <a:lnTo>
                    <a:pt x="692" y="2766"/>
                  </a:lnTo>
                  <a:lnTo>
                    <a:pt x="673" y="2746"/>
                  </a:lnTo>
                  <a:lnTo>
                    <a:pt x="653" y="2726"/>
                  </a:lnTo>
                  <a:lnTo>
                    <a:pt x="633" y="2726"/>
                  </a:lnTo>
                  <a:lnTo>
                    <a:pt x="653" y="2746"/>
                  </a:lnTo>
                  <a:lnTo>
                    <a:pt x="673" y="2766"/>
                  </a:lnTo>
                  <a:lnTo>
                    <a:pt x="673" y="2766"/>
                  </a:lnTo>
                  <a:lnTo>
                    <a:pt x="613" y="2726"/>
                  </a:lnTo>
                  <a:lnTo>
                    <a:pt x="574" y="2667"/>
                  </a:lnTo>
                  <a:lnTo>
                    <a:pt x="633" y="2707"/>
                  </a:lnTo>
                  <a:lnTo>
                    <a:pt x="673" y="2707"/>
                  </a:lnTo>
                  <a:lnTo>
                    <a:pt x="692" y="2726"/>
                  </a:lnTo>
                  <a:lnTo>
                    <a:pt x="712" y="2746"/>
                  </a:lnTo>
                  <a:lnTo>
                    <a:pt x="752" y="2786"/>
                  </a:lnTo>
                  <a:lnTo>
                    <a:pt x="791" y="2805"/>
                  </a:lnTo>
                  <a:lnTo>
                    <a:pt x="752" y="2766"/>
                  </a:lnTo>
                  <a:lnTo>
                    <a:pt x="732" y="2746"/>
                  </a:lnTo>
                  <a:lnTo>
                    <a:pt x="673" y="2687"/>
                  </a:lnTo>
                  <a:lnTo>
                    <a:pt x="692" y="2687"/>
                  </a:lnTo>
                  <a:lnTo>
                    <a:pt x="692" y="2667"/>
                  </a:lnTo>
                  <a:lnTo>
                    <a:pt x="673" y="2647"/>
                  </a:lnTo>
                  <a:lnTo>
                    <a:pt x="673" y="2628"/>
                  </a:lnTo>
                  <a:lnTo>
                    <a:pt x="712" y="2647"/>
                  </a:lnTo>
                  <a:lnTo>
                    <a:pt x="633" y="2588"/>
                  </a:lnTo>
                  <a:lnTo>
                    <a:pt x="633" y="2568"/>
                  </a:lnTo>
                  <a:lnTo>
                    <a:pt x="633" y="2549"/>
                  </a:lnTo>
                  <a:lnTo>
                    <a:pt x="673" y="2568"/>
                  </a:lnTo>
                  <a:lnTo>
                    <a:pt x="633" y="2489"/>
                  </a:lnTo>
                  <a:lnTo>
                    <a:pt x="534" y="2450"/>
                  </a:lnTo>
                  <a:lnTo>
                    <a:pt x="503" y="2419"/>
                  </a:lnTo>
                  <a:lnTo>
                    <a:pt x="515" y="2430"/>
                  </a:lnTo>
                  <a:lnTo>
                    <a:pt x="554" y="2450"/>
                  </a:lnTo>
                  <a:lnTo>
                    <a:pt x="574" y="2450"/>
                  </a:lnTo>
                  <a:lnTo>
                    <a:pt x="554" y="2430"/>
                  </a:lnTo>
                  <a:lnTo>
                    <a:pt x="692" y="2529"/>
                  </a:lnTo>
                  <a:lnTo>
                    <a:pt x="653" y="2489"/>
                  </a:lnTo>
                  <a:lnTo>
                    <a:pt x="633" y="2450"/>
                  </a:lnTo>
                  <a:lnTo>
                    <a:pt x="712" y="2509"/>
                  </a:lnTo>
                  <a:lnTo>
                    <a:pt x="752" y="2549"/>
                  </a:lnTo>
                  <a:lnTo>
                    <a:pt x="712" y="2549"/>
                  </a:lnTo>
                  <a:lnTo>
                    <a:pt x="732" y="2568"/>
                  </a:lnTo>
                  <a:lnTo>
                    <a:pt x="732" y="2588"/>
                  </a:lnTo>
                  <a:lnTo>
                    <a:pt x="712" y="2588"/>
                  </a:lnTo>
                  <a:lnTo>
                    <a:pt x="752" y="2608"/>
                  </a:lnTo>
                  <a:lnTo>
                    <a:pt x="771" y="2628"/>
                  </a:lnTo>
                  <a:lnTo>
                    <a:pt x="771" y="2647"/>
                  </a:lnTo>
                  <a:lnTo>
                    <a:pt x="791" y="2647"/>
                  </a:lnTo>
                  <a:lnTo>
                    <a:pt x="831" y="2667"/>
                  </a:lnTo>
                  <a:lnTo>
                    <a:pt x="870" y="2687"/>
                  </a:lnTo>
                  <a:lnTo>
                    <a:pt x="850" y="2667"/>
                  </a:lnTo>
                  <a:lnTo>
                    <a:pt x="910" y="2687"/>
                  </a:lnTo>
                  <a:lnTo>
                    <a:pt x="949" y="2726"/>
                  </a:lnTo>
                  <a:lnTo>
                    <a:pt x="949" y="2746"/>
                  </a:lnTo>
                  <a:lnTo>
                    <a:pt x="969" y="2766"/>
                  </a:lnTo>
                  <a:lnTo>
                    <a:pt x="989" y="2766"/>
                  </a:lnTo>
                  <a:lnTo>
                    <a:pt x="1008" y="2746"/>
                  </a:lnTo>
                  <a:lnTo>
                    <a:pt x="850" y="2608"/>
                  </a:lnTo>
                  <a:lnTo>
                    <a:pt x="831" y="2568"/>
                  </a:lnTo>
                  <a:lnTo>
                    <a:pt x="850" y="2568"/>
                  </a:lnTo>
                  <a:lnTo>
                    <a:pt x="890" y="2608"/>
                  </a:lnTo>
                  <a:lnTo>
                    <a:pt x="929" y="2647"/>
                  </a:lnTo>
                  <a:lnTo>
                    <a:pt x="969" y="2647"/>
                  </a:lnTo>
                  <a:lnTo>
                    <a:pt x="929" y="2628"/>
                  </a:lnTo>
                  <a:lnTo>
                    <a:pt x="949" y="2608"/>
                  </a:lnTo>
                  <a:lnTo>
                    <a:pt x="1028" y="2647"/>
                  </a:lnTo>
                  <a:lnTo>
                    <a:pt x="1028" y="2667"/>
                  </a:lnTo>
                  <a:lnTo>
                    <a:pt x="1008" y="2667"/>
                  </a:lnTo>
                  <a:lnTo>
                    <a:pt x="1008" y="2687"/>
                  </a:lnTo>
                  <a:lnTo>
                    <a:pt x="1048" y="2707"/>
                  </a:lnTo>
                  <a:lnTo>
                    <a:pt x="1028" y="2707"/>
                  </a:lnTo>
                  <a:lnTo>
                    <a:pt x="1087" y="2726"/>
                  </a:lnTo>
                  <a:lnTo>
                    <a:pt x="1107" y="2726"/>
                  </a:lnTo>
                  <a:lnTo>
                    <a:pt x="1068" y="2707"/>
                  </a:lnTo>
                  <a:lnTo>
                    <a:pt x="1087" y="2707"/>
                  </a:lnTo>
                  <a:lnTo>
                    <a:pt x="1147" y="2746"/>
                  </a:lnTo>
                  <a:lnTo>
                    <a:pt x="1186" y="2726"/>
                  </a:lnTo>
                  <a:lnTo>
                    <a:pt x="1206" y="2726"/>
                  </a:lnTo>
                  <a:lnTo>
                    <a:pt x="1206" y="2707"/>
                  </a:lnTo>
                  <a:lnTo>
                    <a:pt x="1166" y="2667"/>
                  </a:lnTo>
                  <a:lnTo>
                    <a:pt x="1087" y="2588"/>
                  </a:lnTo>
                  <a:lnTo>
                    <a:pt x="1087" y="2588"/>
                  </a:lnTo>
                  <a:lnTo>
                    <a:pt x="1186" y="2647"/>
                  </a:lnTo>
                  <a:lnTo>
                    <a:pt x="1245" y="2667"/>
                  </a:lnTo>
                  <a:lnTo>
                    <a:pt x="1186" y="2628"/>
                  </a:lnTo>
                  <a:lnTo>
                    <a:pt x="1147" y="2588"/>
                  </a:lnTo>
                  <a:lnTo>
                    <a:pt x="1087" y="2549"/>
                  </a:lnTo>
                  <a:lnTo>
                    <a:pt x="1087" y="2529"/>
                  </a:lnTo>
                  <a:lnTo>
                    <a:pt x="1147" y="2568"/>
                  </a:lnTo>
                  <a:lnTo>
                    <a:pt x="1166" y="2588"/>
                  </a:lnTo>
                  <a:lnTo>
                    <a:pt x="1206" y="2588"/>
                  </a:lnTo>
                  <a:lnTo>
                    <a:pt x="1265" y="2608"/>
                  </a:lnTo>
                  <a:lnTo>
                    <a:pt x="1226" y="2568"/>
                  </a:lnTo>
                  <a:lnTo>
                    <a:pt x="1206" y="2549"/>
                  </a:lnTo>
                  <a:lnTo>
                    <a:pt x="1186" y="2549"/>
                  </a:lnTo>
                  <a:lnTo>
                    <a:pt x="1127" y="2489"/>
                  </a:lnTo>
                  <a:lnTo>
                    <a:pt x="1166" y="2489"/>
                  </a:lnTo>
                  <a:lnTo>
                    <a:pt x="1206" y="2509"/>
                  </a:lnTo>
                  <a:lnTo>
                    <a:pt x="1226" y="2529"/>
                  </a:lnTo>
                  <a:lnTo>
                    <a:pt x="1245" y="2549"/>
                  </a:lnTo>
                  <a:lnTo>
                    <a:pt x="1265" y="2549"/>
                  </a:lnTo>
                  <a:lnTo>
                    <a:pt x="1245" y="2529"/>
                  </a:lnTo>
                  <a:lnTo>
                    <a:pt x="1265" y="2509"/>
                  </a:lnTo>
                  <a:lnTo>
                    <a:pt x="1285" y="2529"/>
                  </a:lnTo>
                  <a:lnTo>
                    <a:pt x="1305" y="2509"/>
                  </a:lnTo>
                  <a:lnTo>
                    <a:pt x="1265" y="2470"/>
                  </a:lnTo>
                  <a:lnTo>
                    <a:pt x="1285" y="2470"/>
                  </a:lnTo>
                  <a:lnTo>
                    <a:pt x="1285" y="2450"/>
                  </a:lnTo>
                  <a:lnTo>
                    <a:pt x="1219" y="2397"/>
                  </a:lnTo>
                  <a:lnTo>
                    <a:pt x="1219" y="2397"/>
                  </a:lnTo>
                  <a:lnTo>
                    <a:pt x="1245" y="2410"/>
                  </a:lnTo>
                  <a:lnTo>
                    <a:pt x="1324" y="2470"/>
                  </a:lnTo>
                  <a:lnTo>
                    <a:pt x="1285" y="2410"/>
                  </a:lnTo>
                  <a:lnTo>
                    <a:pt x="1344" y="2430"/>
                  </a:lnTo>
                  <a:lnTo>
                    <a:pt x="1324" y="2391"/>
                  </a:lnTo>
                  <a:lnTo>
                    <a:pt x="1305" y="2331"/>
                  </a:lnTo>
                  <a:lnTo>
                    <a:pt x="1285" y="2292"/>
                  </a:lnTo>
                  <a:lnTo>
                    <a:pt x="1364" y="2371"/>
                  </a:lnTo>
                  <a:lnTo>
                    <a:pt x="1384" y="2391"/>
                  </a:lnTo>
                  <a:lnTo>
                    <a:pt x="1403" y="2410"/>
                  </a:lnTo>
                  <a:lnTo>
                    <a:pt x="1403" y="2391"/>
                  </a:lnTo>
                  <a:lnTo>
                    <a:pt x="1423" y="2391"/>
                  </a:lnTo>
                  <a:lnTo>
                    <a:pt x="1423" y="2371"/>
                  </a:lnTo>
                  <a:lnTo>
                    <a:pt x="1403" y="2351"/>
                  </a:lnTo>
                  <a:lnTo>
                    <a:pt x="1344" y="2311"/>
                  </a:lnTo>
                  <a:lnTo>
                    <a:pt x="1344" y="2292"/>
                  </a:lnTo>
                  <a:lnTo>
                    <a:pt x="1364" y="2311"/>
                  </a:lnTo>
                  <a:lnTo>
                    <a:pt x="1403" y="2331"/>
                  </a:lnTo>
                  <a:lnTo>
                    <a:pt x="1403" y="2331"/>
                  </a:lnTo>
                  <a:lnTo>
                    <a:pt x="1364" y="2292"/>
                  </a:lnTo>
                  <a:lnTo>
                    <a:pt x="1364" y="2272"/>
                  </a:lnTo>
                  <a:lnTo>
                    <a:pt x="1364" y="2252"/>
                  </a:lnTo>
                  <a:lnTo>
                    <a:pt x="1403" y="2292"/>
                  </a:lnTo>
                  <a:lnTo>
                    <a:pt x="1403" y="2292"/>
                  </a:lnTo>
                  <a:lnTo>
                    <a:pt x="1364" y="2232"/>
                  </a:lnTo>
                  <a:lnTo>
                    <a:pt x="1285" y="2173"/>
                  </a:lnTo>
                  <a:lnTo>
                    <a:pt x="1245" y="2153"/>
                  </a:lnTo>
                  <a:lnTo>
                    <a:pt x="1245" y="2153"/>
                  </a:lnTo>
                  <a:lnTo>
                    <a:pt x="1265" y="2193"/>
                  </a:lnTo>
                  <a:lnTo>
                    <a:pt x="1265" y="2213"/>
                  </a:lnTo>
                  <a:lnTo>
                    <a:pt x="1206" y="2193"/>
                  </a:lnTo>
                  <a:lnTo>
                    <a:pt x="1147" y="2153"/>
                  </a:lnTo>
                  <a:lnTo>
                    <a:pt x="1147" y="2153"/>
                  </a:lnTo>
                  <a:lnTo>
                    <a:pt x="1186" y="2173"/>
                  </a:lnTo>
                  <a:lnTo>
                    <a:pt x="1147" y="2134"/>
                  </a:lnTo>
                  <a:lnTo>
                    <a:pt x="1127" y="2114"/>
                  </a:lnTo>
                  <a:lnTo>
                    <a:pt x="1048" y="2055"/>
                  </a:lnTo>
                  <a:lnTo>
                    <a:pt x="1048" y="2015"/>
                  </a:lnTo>
                  <a:lnTo>
                    <a:pt x="1087" y="2055"/>
                  </a:lnTo>
                  <a:lnTo>
                    <a:pt x="1087" y="2055"/>
                  </a:lnTo>
                  <a:lnTo>
                    <a:pt x="1068" y="2015"/>
                  </a:lnTo>
                  <a:lnTo>
                    <a:pt x="1107" y="2035"/>
                  </a:lnTo>
                  <a:lnTo>
                    <a:pt x="1127" y="2035"/>
                  </a:lnTo>
                  <a:lnTo>
                    <a:pt x="1127" y="2015"/>
                  </a:lnTo>
                  <a:lnTo>
                    <a:pt x="1107" y="1995"/>
                  </a:lnTo>
                  <a:lnTo>
                    <a:pt x="1166" y="2015"/>
                  </a:lnTo>
                  <a:lnTo>
                    <a:pt x="1147" y="2015"/>
                  </a:lnTo>
                  <a:lnTo>
                    <a:pt x="1166" y="2055"/>
                  </a:lnTo>
                  <a:lnTo>
                    <a:pt x="1206" y="2074"/>
                  </a:lnTo>
                  <a:lnTo>
                    <a:pt x="1206" y="2094"/>
                  </a:lnTo>
                  <a:lnTo>
                    <a:pt x="1265" y="2114"/>
                  </a:lnTo>
                  <a:lnTo>
                    <a:pt x="1305" y="2153"/>
                  </a:lnTo>
                  <a:lnTo>
                    <a:pt x="1384" y="2232"/>
                  </a:lnTo>
                  <a:lnTo>
                    <a:pt x="1403" y="2232"/>
                  </a:lnTo>
                  <a:lnTo>
                    <a:pt x="1443" y="2252"/>
                  </a:lnTo>
                  <a:lnTo>
                    <a:pt x="1423" y="2213"/>
                  </a:lnTo>
                  <a:lnTo>
                    <a:pt x="1423" y="2193"/>
                  </a:lnTo>
                  <a:lnTo>
                    <a:pt x="1403" y="2153"/>
                  </a:lnTo>
                  <a:lnTo>
                    <a:pt x="1423" y="2173"/>
                  </a:lnTo>
                  <a:lnTo>
                    <a:pt x="1443" y="2193"/>
                  </a:lnTo>
                  <a:lnTo>
                    <a:pt x="1463" y="2153"/>
                  </a:lnTo>
                  <a:lnTo>
                    <a:pt x="1423" y="2114"/>
                  </a:lnTo>
                  <a:lnTo>
                    <a:pt x="1463" y="2114"/>
                  </a:lnTo>
                  <a:lnTo>
                    <a:pt x="1502" y="2153"/>
                  </a:lnTo>
                  <a:lnTo>
                    <a:pt x="1522" y="2134"/>
                  </a:lnTo>
                  <a:lnTo>
                    <a:pt x="1522" y="2114"/>
                  </a:lnTo>
                  <a:lnTo>
                    <a:pt x="1482" y="2074"/>
                  </a:lnTo>
                  <a:lnTo>
                    <a:pt x="1463" y="2035"/>
                  </a:lnTo>
                  <a:lnTo>
                    <a:pt x="1463" y="2015"/>
                  </a:lnTo>
                  <a:lnTo>
                    <a:pt x="1482" y="1995"/>
                  </a:lnTo>
                  <a:lnTo>
                    <a:pt x="1522" y="2035"/>
                  </a:lnTo>
                  <a:lnTo>
                    <a:pt x="1502" y="1995"/>
                  </a:lnTo>
                  <a:lnTo>
                    <a:pt x="1542" y="2015"/>
                  </a:lnTo>
                  <a:lnTo>
                    <a:pt x="1542" y="1976"/>
                  </a:lnTo>
                  <a:lnTo>
                    <a:pt x="1542" y="1956"/>
                  </a:lnTo>
                  <a:lnTo>
                    <a:pt x="1581" y="1976"/>
                  </a:lnTo>
                  <a:lnTo>
                    <a:pt x="1561" y="1936"/>
                  </a:lnTo>
                  <a:lnTo>
                    <a:pt x="1502" y="1877"/>
                  </a:lnTo>
                  <a:lnTo>
                    <a:pt x="1561" y="1916"/>
                  </a:lnTo>
                  <a:lnTo>
                    <a:pt x="1601" y="1936"/>
                  </a:lnTo>
                  <a:lnTo>
                    <a:pt x="1601" y="1837"/>
                  </a:lnTo>
                  <a:lnTo>
                    <a:pt x="1621" y="1758"/>
                  </a:lnTo>
                  <a:lnTo>
                    <a:pt x="1640" y="1778"/>
                  </a:lnTo>
                  <a:lnTo>
                    <a:pt x="1640" y="1739"/>
                  </a:lnTo>
                  <a:lnTo>
                    <a:pt x="1640" y="1699"/>
                  </a:lnTo>
                  <a:lnTo>
                    <a:pt x="1621" y="1660"/>
                  </a:lnTo>
                  <a:lnTo>
                    <a:pt x="1621" y="1640"/>
                  </a:lnTo>
                  <a:lnTo>
                    <a:pt x="1640" y="1640"/>
                  </a:lnTo>
                  <a:lnTo>
                    <a:pt x="1621" y="1600"/>
                  </a:lnTo>
                  <a:lnTo>
                    <a:pt x="1561" y="1561"/>
                  </a:lnTo>
                  <a:lnTo>
                    <a:pt x="1463" y="1502"/>
                  </a:lnTo>
                  <a:lnTo>
                    <a:pt x="1443" y="1482"/>
                  </a:lnTo>
                  <a:lnTo>
                    <a:pt x="1463" y="1482"/>
                  </a:lnTo>
                  <a:lnTo>
                    <a:pt x="1482" y="1502"/>
                  </a:lnTo>
                  <a:lnTo>
                    <a:pt x="1522" y="1521"/>
                  </a:lnTo>
                  <a:lnTo>
                    <a:pt x="1542" y="1521"/>
                  </a:lnTo>
                  <a:lnTo>
                    <a:pt x="1621" y="1581"/>
                  </a:lnTo>
                  <a:lnTo>
                    <a:pt x="1680" y="1620"/>
                  </a:lnTo>
                  <a:lnTo>
                    <a:pt x="1680" y="1620"/>
                  </a:lnTo>
                  <a:lnTo>
                    <a:pt x="1640" y="1561"/>
                  </a:lnTo>
                  <a:lnTo>
                    <a:pt x="1660" y="1561"/>
                  </a:lnTo>
                  <a:lnTo>
                    <a:pt x="1660" y="1541"/>
                  </a:lnTo>
                  <a:lnTo>
                    <a:pt x="1680" y="1541"/>
                  </a:lnTo>
                  <a:lnTo>
                    <a:pt x="1700" y="1561"/>
                  </a:lnTo>
                  <a:lnTo>
                    <a:pt x="1719" y="1581"/>
                  </a:lnTo>
                  <a:lnTo>
                    <a:pt x="1700" y="1581"/>
                  </a:lnTo>
                  <a:lnTo>
                    <a:pt x="1700" y="1600"/>
                  </a:lnTo>
                  <a:lnTo>
                    <a:pt x="1739" y="1640"/>
                  </a:lnTo>
                  <a:lnTo>
                    <a:pt x="1719" y="1600"/>
                  </a:lnTo>
                  <a:lnTo>
                    <a:pt x="1739" y="1581"/>
                  </a:lnTo>
                  <a:lnTo>
                    <a:pt x="1739" y="1561"/>
                  </a:lnTo>
                  <a:lnTo>
                    <a:pt x="1700" y="1541"/>
                  </a:lnTo>
                  <a:lnTo>
                    <a:pt x="1700" y="1521"/>
                  </a:lnTo>
                  <a:lnTo>
                    <a:pt x="1660" y="1462"/>
                  </a:lnTo>
                  <a:lnTo>
                    <a:pt x="1680" y="1477"/>
                  </a:lnTo>
                  <a:lnTo>
                    <a:pt x="1680" y="1477"/>
                  </a:lnTo>
                  <a:lnTo>
                    <a:pt x="1680" y="1462"/>
                  </a:lnTo>
                  <a:lnTo>
                    <a:pt x="1700" y="1442"/>
                  </a:lnTo>
                  <a:lnTo>
                    <a:pt x="1719" y="1442"/>
                  </a:lnTo>
                  <a:lnTo>
                    <a:pt x="1779" y="1482"/>
                  </a:lnTo>
                  <a:lnTo>
                    <a:pt x="1759" y="1442"/>
                  </a:lnTo>
                  <a:lnTo>
                    <a:pt x="1779" y="1462"/>
                  </a:lnTo>
                  <a:lnTo>
                    <a:pt x="1818" y="1423"/>
                  </a:lnTo>
                  <a:lnTo>
                    <a:pt x="1838" y="1403"/>
                  </a:lnTo>
                  <a:lnTo>
                    <a:pt x="1858" y="1403"/>
                  </a:lnTo>
                  <a:lnTo>
                    <a:pt x="1858" y="1363"/>
                  </a:lnTo>
                  <a:lnTo>
                    <a:pt x="1798" y="1304"/>
                  </a:lnTo>
                  <a:lnTo>
                    <a:pt x="1739" y="1284"/>
                  </a:lnTo>
                  <a:lnTo>
                    <a:pt x="1719" y="1245"/>
                  </a:lnTo>
                  <a:lnTo>
                    <a:pt x="1719" y="1225"/>
                  </a:lnTo>
                  <a:lnTo>
                    <a:pt x="1759" y="1265"/>
                  </a:lnTo>
                  <a:lnTo>
                    <a:pt x="1798" y="1284"/>
                  </a:lnTo>
                  <a:lnTo>
                    <a:pt x="1838" y="1304"/>
                  </a:lnTo>
                  <a:lnTo>
                    <a:pt x="1838" y="1284"/>
                  </a:lnTo>
                  <a:lnTo>
                    <a:pt x="1877" y="1304"/>
                  </a:lnTo>
                  <a:lnTo>
                    <a:pt x="1877" y="1265"/>
                  </a:lnTo>
                  <a:lnTo>
                    <a:pt x="1838" y="1225"/>
                  </a:lnTo>
                  <a:lnTo>
                    <a:pt x="1838" y="1225"/>
                  </a:lnTo>
                  <a:lnTo>
                    <a:pt x="1877" y="1245"/>
                  </a:lnTo>
                  <a:lnTo>
                    <a:pt x="1897" y="1284"/>
                  </a:lnTo>
                  <a:lnTo>
                    <a:pt x="1897" y="1265"/>
                  </a:lnTo>
                  <a:lnTo>
                    <a:pt x="1917" y="1284"/>
                  </a:lnTo>
                  <a:lnTo>
                    <a:pt x="1917" y="1265"/>
                  </a:lnTo>
                  <a:lnTo>
                    <a:pt x="1897" y="1225"/>
                  </a:lnTo>
                  <a:lnTo>
                    <a:pt x="1858" y="1186"/>
                  </a:lnTo>
                  <a:lnTo>
                    <a:pt x="1838" y="1126"/>
                  </a:lnTo>
                  <a:lnTo>
                    <a:pt x="1858" y="1126"/>
                  </a:lnTo>
                  <a:lnTo>
                    <a:pt x="1818" y="1087"/>
                  </a:lnTo>
                  <a:lnTo>
                    <a:pt x="1779" y="1028"/>
                  </a:lnTo>
                  <a:lnTo>
                    <a:pt x="1818" y="1067"/>
                  </a:lnTo>
                  <a:lnTo>
                    <a:pt x="1838" y="1067"/>
                  </a:lnTo>
                  <a:lnTo>
                    <a:pt x="1818" y="1047"/>
                  </a:lnTo>
                  <a:lnTo>
                    <a:pt x="1917" y="1107"/>
                  </a:lnTo>
                  <a:lnTo>
                    <a:pt x="1877" y="1107"/>
                  </a:lnTo>
                  <a:lnTo>
                    <a:pt x="1858" y="1087"/>
                  </a:lnTo>
                  <a:lnTo>
                    <a:pt x="1858" y="1107"/>
                  </a:lnTo>
                  <a:lnTo>
                    <a:pt x="1937" y="1146"/>
                  </a:lnTo>
                  <a:lnTo>
                    <a:pt x="1976" y="1146"/>
                  </a:lnTo>
                  <a:lnTo>
                    <a:pt x="1996" y="1126"/>
                  </a:lnTo>
                  <a:lnTo>
                    <a:pt x="1996" y="1107"/>
                  </a:lnTo>
                  <a:lnTo>
                    <a:pt x="1996" y="1067"/>
                  </a:lnTo>
                  <a:lnTo>
                    <a:pt x="2016" y="1047"/>
                  </a:lnTo>
                  <a:lnTo>
                    <a:pt x="1996" y="1028"/>
                  </a:lnTo>
                  <a:lnTo>
                    <a:pt x="1956" y="968"/>
                  </a:lnTo>
                  <a:lnTo>
                    <a:pt x="1996" y="1008"/>
                  </a:lnTo>
                  <a:lnTo>
                    <a:pt x="2075" y="1008"/>
                  </a:lnTo>
                  <a:lnTo>
                    <a:pt x="2075" y="988"/>
                  </a:lnTo>
                  <a:lnTo>
                    <a:pt x="2095" y="968"/>
                  </a:lnTo>
                  <a:lnTo>
                    <a:pt x="2095" y="949"/>
                  </a:lnTo>
                  <a:lnTo>
                    <a:pt x="2075" y="909"/>
                  </a:lnTo>
                  <a:lnTo>
                    <a:pt x="2075" y="909"/>
                  </a:lnTo>
                  <a:lnTo>
                    <a:pt x="2114" y="929"/>
                  </a:lnTo>
                  <a:lnTo>
                    <a:pt x="2055" y="850"/>
                  </a:lnTo>
                  <a:lnTo>
                    <a:pt x="2055" y="810"/>
                  </a:lnTo>
                  <a:lnTo>
                    <a:pt x="2016" y="751"/>
                  </a:lnTo>
                  <a:lnTo>
                    <a:pt x="1937" y="672"/>
                  </a:lnTo>
                  <a:lnTo>
                    <a:pt x="1996" y="712"/>
                  </a:lnTo>
                  <a:lnTo>
                    <a:pt x="2035" y="751"/>
                  </a:lnTo>
                  <a:lnTo>
                    <a:pt x="2035" y="731"/>
                  </a:lnTo>
                  <a:lnTo>
                    <a:pt x="2016" y="712"/>
                  </a:lnTo>
                  <a:lnTo>
                    <a:pt x="2016" y="692"/>
                  </a:lnTo>
                  <a:lnTo>
                    <a:pt x="2035" y="692"/>
                  </a:lnTo>
                  <a:lnTo>
                    <a:pt x="2055" y="712"/>
                  </a:lnTo>
                  <a:lnTo>
                    <a:pt x="2075" y="731"/>
                  </a:lnTo>
                  <a:lnTo>
                    <a:pt x="2095" y="731"/>
                  </a:lnTo>
                  <a:lnTo>
                    <a:pt x="2075" y="712"/>
                  </a:lnTo>
                  <a:lnTo>
                    <a:pt x="2095" y="712"/>
                  </a:lnTo>
                  <a:lnTo>
                    <a:pt x="2016" y="652"/>
                  </a:lnTo>
                  <a:lnTo>
                    <a:pt x="1996" y="613"/>
                  </a:lnTo>
                  <a:lnTo>
                    <a:pt x="1976" y="613"/>
                  </a:lnTo>
                  <a:lnTo>
                    <a:pt x="1956" y="573"/>
                  </a:lnTo>
                  <a:lnTo>
                    <a:pt x="1956" y="514"/>
                  </a:lnTo>
                  <a:lnTo>
                    <a:pt x="1956" y="435"/>
                  </a:lnTo>
                  <a:lnTo>
                    <a:pt x="1996" y="396"/>
                  </a:lnTo>
                  <a:lnTo>
                    <a:pt x="2035" y="356"/>
                  </a:lnTo>
                  <a:lnTo>
                    <a:pt x="2075" y="396"/>
                  </a:lnTo>
                  <a:lnTo>
                    <a:pt x="2075" y="376"/>
                  </a:lnTo>
                  <a:lnTo>
                    <a:pt x="2134" y="376"/>
                  </a:lnTo>
                  <a:lnTo>
                    <a:pt x="2114" y="356"/>
                  </a:lnTo>
                  <a:lnTo>
                    <a:pt x="2095" y="336"/>
                  </a:lnTo>
                  <a:lnTo>
                    <a:pt x="2134" y="356"/>
                  </a:lnTo>
                  <a:lnTo>
                    <a:pt x="2134" y="376"/>
                  </a:lnTo>
                  <a:lnTo>
                    <a:pt x="2154" y="356"/>
                  </a:lnTo>
                  <a:lnTo>
                    <a:pt x="2193" y="376"/>
                  </a:lnTo>
                  <a:lnTo>
                    <a:pt x="2213" y="376"/>
                  </a:lnTo>
                  <a:lnTo>
                    <a:pt x="2213" y="336"/>
                  </a:lnTo>
                  <a:lnTo>
                    <a:pt x="2272" y="376"/>
                  </a:lnTo>
                  <a:lnTo>
                    <a:pt x="2351" y="396"/>
                  </a:lnTo>
                  <a:lnTo>
                    <a:pt x="2351" y="396"/>
                  </a:lnTo>
                  <a:lnTo>
                    <a:pt x="2312" y="376"/>
                  </a:lnTo>
                  <a:lnTo>
                    <a:pt x="2292" y="336"/>
                  </a:lnTo>
                  <a:lnTo>
                    <a:pt x="2272" y="336"/>
                  </a:lnTo>
                  <a:lnTo>
                    <a:pt x="2253" y="317"/>
                  </a:lnTo>
                  <a:lnTo>
                    <a:pt x="2233" y="277"/>
                  </a:lnTo>
                  <a:lnTo>
                    <a:pt x="2095" y="198"/>
                  </a:lnTo>
                  <a:lnTo>
                    <a:pt x="1956" y="119"/>
                  </a:lnTo>
                  <a:lnTo>
                    <a:pt x="1937" y="119"/>
                  </a:lnTo>
                  <a:lnTo>
                    <a:pt x="1897" y="99"/>
                  </a:lnTo>
                  <a:lnTo>
                    <a:pt x="1838" y="60"/>
                  </a:lnTo>
                  <a:lnTo>
                    <a:pt x="1818" y="60"/>
                  </a:lnTo>
                  <a:lnTo>
                    <a:pt x="1858" y="99"/>
                  </a:lnTo>
                  <a:lnTo>
                    <a:pt x="1818" y="99"/>
                  </a:lnTo>
                  <a:lnTo>
                    <a:pt x="1798" y="80"/>
                  </a:lnTo>
                  <a:lnTo>
                    <a:pt x="1818" y="119"/>
                  </a:lnTo>
                  <a:lnTo>
                    <a:pt x="1759" y="80"/>
                  </a:lnTo>
                  <a:lnTo>
                    <a:pt x="1700" y="40"/>
                  </a:lnTo>
                  <a:lnTo>
                    <a:pt x="1680" y="40"/>
                  </a:lnTo>
                  <a:lnTo>
                    <a:pt x="1680" y="60"/>
                  </a:lnTo>
                  <a:lnTo>
                    <a:pt x="1700" y="80"/>
                  </a:lnTo>
                  <a:lnTo>
                    <a:pt x="1660" y="80"/>
                  </a:lnTo>
                  <a:lnTo>
                    <a:pt x="1640" y="40"/>
                  </a:lnTo>
                  <a:lnTo>
                    <a:pt x="1640" y="60"/>
                  </a:lnTo>
                  <a:lnTo>
                    <a:pt x="1621" y="40"/>
                  </a:lnTo>
                  <a:lnTo>
                    <a:pt x="1561" y="20"/>
                  </a:lnTo>
                  <a:lnTo>
                    <a:pt x="1640" y="80"/>
                  </a:lnTo>
                  <a:lnTo>
                    <a:pt x="1621" y="80"/>
                  </a:lnTo>
                  <a:lnTo>
                    <a:pt x="1700" y="119"/>
                  </a:lnTo>
                  <a:lnTo>
                    <a:pt x="1719" y="159"/>
                  </a:lnTo>
                  <a:lnTo>
                    <a:pt x="1680" y="119"/>
                  </a:lnTo>
                  <a:lnTo>
                    <a:pt x="1660" y="119"/>
                  </a:lnTo>
                  <a:lnTo>
                    <a:pt x="1640" y="99"/>
                  </a:lnTo>
                  <a:lnTo>
                    <a:pt x="1581" y="40"/>
                  </a:lnTo>
                  <a:lnTo>
                    <a:pt x="1542" y="40"/>
                  </a:lnTo>
                  <a:lnTo>
                    <a:pt x="1542" y="60"/>
                  </a:lnTo>
                  <a:lnTo>
                    <a:pt x="1522" y="40"/>
                  </a:lnTo>
                  <a:lnTo>
                    <a:pt x="1502" y="20"/>
                  </a:lnTo>
                  <a:lnTo>
                    <a:pt x="14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2"/>
            <p:cNvSpPr/>
            <p:nvPr/>
          </p:nvSpPr>
          <p:spPr>
            <a:xfrm>
              <a:off x="-1768900" y="3550925"/>
              <a:ext cx="500" cy="25"/>
            </a:xfrm>
            <a:custGeom>
              <a:rect b="b" l="l" r="r" t="t"/>
              <a:pathLst>
                <a:path extrusionOk="0" h="1" w="20">
                  <a:moveTo>
                    <a:pt x="20" y="1"/>
                  </a:moveTo>
                  <a:lnTo>
                    <a:pt x="20" y="1"/>
                  </a:lnTo>
                  <a:lnTo>
                    <a:pt x="20" y="1"/>
                  </a:ln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
            <p:cNvSpPr/>
            <p:nvPr/>
          </p:nvSpPr>
          <p:spPr>
            <a:xfrm>
              <a:off x="-1769400" y="3506975"/>
              <a:ext cx="525" cy="525"/>
            </a:xfrm>
            <a:custGeom>
              <a:rect b="b" l="l" r="r" t="t"/>
              <a:pathLst>
                <a:path extrusionOk="0" h="21" w="21">
                  <a:moveTo>
                    <a:pt x="20" y="20"/>
                  </a:moveTo>
                  <a:lnTo>
                    <a:pt x="20" y="20"/>
                  </a:lnTo>
                  <a:lnTo>
                    <a:pt x="0" y="1"/>
                  </a:lnTo>
                  <a:lnTo>
                    <a:pt x="0" y="1"/>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
            <p:cNvSpPr/>
            <p:nvPr/>
          </p:nvSpPr>
          <p:spPr>
            <a:xfrm>
              <a:off x="-1780750" y="354302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2"/>
            <p:cNvSpPr/>
            <p:nvPr/>
          </p:nvSpPr>
          <p:spPr>
            <a:xfrm>
              <a:off x="-1780275" y="341217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
            <p:cNvSpPr/>
            <p:nvPr/>
          </p:nvSpPr>
          <p:spPr>
            <a:xfrm>
              <a:off x="-1780750" y="3410675"/>
              <a:ext cx="0" cy="25"/>
            </a:xfrm>
            <a:custGeom>
              <a:rect b="b" l="l" r="r" t="t"/>
              <a:pathLst>
                <a:path extrusionOk="0" h="1" w="0">
                  <a:moveTo>
                    <a:pt x="0" y="1"/>
                  </a:moveTo>
                  <a:lnTo>
                    <a:pt x="0" y="1"/>
                  </a:lnTo>
                  <a:lnTo>
                    <a:pt x="0" y="1"/>
                  </a:lnTo>
                  <a:lnTo>
                    <a:pt x="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2"/>
            <p:cNvSpPr/>
            <p:nvPr/>
          </p:nvSpPr>
          <p:spPr>
            <a:xfrm>
              <a:off x="-1791625" y="3408700"/>
              <a:ext cx="19275" cy="5475"/>
            </a:xfrm>
            <a:custGeom>
              <a:rect b="b" l="l" r="r" t="t"/>
              <a:pathLst>
                <a:path extrusionOk="0" h="219" w="771">
                  <a:moveTo>
                    <a:pt x="438" y="43"/>
                  </a:moveTo>
                  <a:lnTo>
                    <a:pt x="455" y="60"/>
                  </a:lnTo>
                  <a:lnTo>
                    <a:pt x="435" y="80"/>
                  </a:lnTo>
                  <a:lnTo>
                    <a:pt x="475" y="80"/>
                  </a:lnTo>
                  <a:lnTo>
                    <a:pt x="438" y="43"/>
                  </a:lnTo>
                  <a:close/>
                  <a:moveTo>
                    <a:pt x="494" y="60"/>
                  </a:moveTo>
                  <a:lnTo>
                    <a:pt x="514" y="80"/>
                  </a:lnTo>
                  <a:lnTo>
                    <a:pt x="554" y="100"/>
                  </a:lnTo>
                  <a:lnTo>
                    <a:pt x="672" y="139"/>
                  </a:lnTo>
                  <a:lnTo>
                    <a:pt x="712" y="159"/>
                  </a:lnTo>
                  <a:lnTo>
                    <a:pt x="692" y="139"/>
                  </a:lnTo>
                  <a:lnTo>
                    <a:pt x="633" y="119"/>
                  </a:lnTo>
                  <a:lnTo>
                    <a:pt x="672" y="119"/>
                  </a:lnTo>
                  <a:lnTo>
                    <a:pt x="573" y="80"/>
                  </a:lnTo>
                  <a:lnTo>
                    <a:pt x="514" y="60"/>
                  </a:lnTo>
                  <a:close/>
                  <a:moveTo>
                    <a:pt x="0" y="1"/>
                  </a:moveTo>
                  <a:lnTo>
                    <a:pt x="20" y="21"/>
                  </a:lnTo>
                  <a:lnTo>
                    <a:pt x="99" y="40"/>
                  </a:lnTo>
                  <a:lnTo>
                    <a:pt x="40" y="40"/>
                  </a:lnTo>
                  <a:lnTo>
                    <a:pt x="99" y="60"/>
                  </a:lnTo>
                  <a:lnTo>
                    <a:pt x="178" y="100"/>
                  </a:lnTo>
                  <a:lnTo>
                    <a:pt x="198" y="80"/>
                  </a:lnTo>
                  <a:lnTo>
                    <a:pt x="237" y="100"/>
                  </a:lnTo>
                  <a:lnTo>
                    <a:pt x="356" y="119"/>
                  </a:lnTo>
                  <a:lnTo>
                    <a:pt x="395" y="119"/>
                  </a:lnTo>
                  <a:lnTo>
                    <a:pt x="415" y="100"/>
                  </a:lnTo>
                  <a:lnTo>
                    <a:pt x="435" y="100"/>
                  </a:lnTo>
                  <a:lnTo>
                    <a:pt x="554" y="139"/>
                  </a:lnTo>
                  <a:lnTo>
                    <a:pt x="573" y="159"/>
                  </a:lnTo>
                  <a:lnTo>
                    <a:pt x="573" y="159"/>
                  </a:lnTo>
                  <a:lnTo>
                    <a:pt x="534" y="139"/>
                  </a:lnTo>
                  <a:lnTo>
                    <a:pt x="455" y="119"/>
                  </a:lnTo>
                  <a:lnTo>
                    <a:pt x="455" y="139"/>
                  </a:lnTo>
                  <a:lnTo>
                    <a:pt x="514" y="139"/>
                  </a:lnTo>
                  <a:lnTo>
                    <a:pt x="593" y="179"/>
                  </a:lnTo>
                  <a:lnTo>
                    <a:pt x="672" y="198"/>
                  </a:lnTo>
                  <a:lnTo>
                    <a:pt x="692" y="198"/>
                  </a:lnTo>
                  <a:lnTo>
                    <a:pt x="771" y="218"/>
                  </a:lnTo>
                  <a:lnTo>
                    <a:pt x="771" y="218"/>
                  </a:lnTo>
                  <a:lnTo>
                    <a:pt x="692" y="179"/>
                  </a:lnTo>
                  <a:lnTo>
                    <a:pt x="731" y="179"/>
                  </a:lnTo>
                  <a:lnTo>
                    <a:pt x="712" y="159"/>
                  </a:lnTo>
                  <a:lnTo>
                    <a:pt x="672" y="159"/>
                  </a:lnTo>
                  <a:lnTo>
                    <a:pt x="672" y="139"/>
                  </a:lnTo>
                  <a:lnTo>
                    <a:pt x="633" y="139"/>
                  </a:lnTo>
                  <a:lnTo>
                    <a:pt x="554" y="100"/>
                  </a:lnTo>
                  <a:lnTo>
                    <a:pt x="475" y="80"/>
                  </a:lnTo>
                  <a:lnTo>
                    <a:pt x="475" y="80"/>
                  </a:lnTo>
                  <a:lnTo>
                    <a:pt x="494" y="100"/>
                  </a:lnTo>
                  <a:lnTo>
                    <a:pt x="316" y="60"/>
                  </a:lnTo>
                  <a:lnTo>
                    <a:pt x="158" y="21"/>
                  </a:lnTo>
                  <a:lnTo>
                    <a:pt x="158" y="40"/>
                  </a:lnTo>
                  <a:lnTo>
                    <a:pt x="178" y="60"/>
                  </a:lnTo>
                  <a:lnTo>
                    <a:pt x="178" y="60"/>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
            <p:cNvSpPr/>
            <p:nvPr/>
          </p:nvSpPr>
          <p:spPr>
            <a:xfrm>
              <a:off x="-1774825" y="3409200"/>
              <a:ext cx="2975" cy="1025"/>
            </a:xfrm>
            <a:custGeom>
              <a:rect b="b" l="l" r="r" t="t"/>
              <a:pathLst>
                <a:path extrusionOk="0" h="41" w="119">
                  <a:moveTo>
                    <a:pt x="119" y="40"/>
                  </a:moveTo>
                  <a:lnTo>
                    <a:pt x="119" y="40"/>
                  </a:lnTo>
                  <a:lnTo>
                    <a:pt x="0" y="1"/>
                  </a:lnTo>
                  <a:lnTo>
                    <a:pt x="0" y="1"/>
                  </a:lnTo>
                  <a:lnTo>
                    <a:pt x="119" y="40"/>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
            <p:cNvSpPr/>
            <p:nvPr/>
          </p:nvSpPr>
          <p:spPr>
            <a:xfrm>
              <a:off x="-1777300" y="3408225"/>
              <a:ext cx="2500" cy="1000"/>
            </a:xfrm>
            <a:custGeom>
              <a:rect b="b" l="l" r="r" t="t"/>
              <a:pathLst>
                <a:path extrusionOk="0" h="40" w="100">
                  <a:moveTo>
                    <a:pt x="0" y="0"/>
                  </a:moveTo>
                  <a:lnTo>
                    <a:pt x="20" y="20"/>
                  </a:lnTo>
                  <a:lnTo>
                    <a:pt x="99" y="4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2"/>
            <p:cNvSpPr/>
            <p:nvPr/>
          </p:nvSpPr>
          <p:spPr>
            <a:xfrm>
              <a:off x="-1798550" y="3390450"/>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
            <p:cNvSpPr/>
            <p:nvPr/>
          </p:nvSpPr>
          <p:spPr>
            <a:xfrm>
              <a:off x="-1800025" y="3362775"/>
              <a:ext cx="39525" cy="47925"/>
            </a:xfrm>
            <a:custGeom>
              <a:rect b="b" l="l" r="r" t="t"/>
              <a:pathLst>
                <a:path extrusionOk="0" h="1917" w="1581">
                  <a:moveTo>
                    <a:pt x="1423" y="337"/>
                  </a:moveTo>
                  <a:lnTo>
                    <a:pt x="1423" y="342"/>
                  </a:lnTo>
                  <a:lnTo>
                    <a:pt x="1423" y="342"/>
                  </a:lnTo>
                  <a:lnTo>
                    <a:pt x="1443" y="357"/>
                  </a:lnTo>
                  <a:lnTo>
                    <a:pt x="1423" y="337"/>
                  </a:lnTo>
                  <a:close/>
                  <a:moveTo>
                    <a:pt x="139" y="692"/>
                  </a:moveTo>
                  <a:lnTo>
                    <a:pt x="139" y="699"/>
                  </a:lnTo>
                  <a:lnTo>
                    <a:pt x="139" y="699"/>
                  </a:lnTo>
                  <a:lnTo>
                    <a:pt x="149" y="702"/>
                  </a:lnTo>
                  <a:lnTo>
                    <a:pt x="139" y="692"/>
                  </a:lnTo>
                  <a:close/>
                  <a:moveTo>
                    <a:pt x="149" y="702"/>
                  </a:moveTo>
                  <a:lnTo>
                    <a:pt x="159" y="712"/>
                  </a:lnTo>
                  <a:lnTo>
                    <a:pt x="188" y="722"/>
                  </a:lnTo>
                  <a:lnTo>
                    <a:pt x="188" y="722"/>
                  </a:lnTo>
                  <a:lnTo>
                    <a:pt x="178" y="712"/>
                  </a:lnTo>
                  <a:lnTo>
                    <a:pt x="149" y="702"/>
                  </a:lnTo>
                  <a:close/>
                  <a:moveTo>
                    <a:pt x="40" y="653"/>
                  </a:moveTo>
                  <a:lnTo>
                    <a:pt x="60" y="673"/>
                  </a:lnTo>
                  <a:lnTo>
                    <a:pt x="80" y="692"/>
                  </a:lnTo>
                  <a:lnTo>
                    <a:pt x="60" y="692"/>
                  </a:lnTo>
                  <a:lnTo>
                    <a:pt x="159" y="732"/>
                  </a:lnTo>
                  <a:lnTo>
                    <a:pt x="139" y="712"/>
                  </a:lnTo>
                  <a:lnTo>
                    <a:pt x="139" y="699"/>
                  </a:lnTo>
                  <a:lnTo>
                    <a:pt x="139" y="699"/>
                  </a:lnTo>
                  <a:lnTo>
                    <a:pt x="119" y="692"/>
                  </a:lnTo>
                  <a:lnTo>
                    <a:pt x="40" y="653"/>
                  </a:lnTo>
                  <a:close/>
                  <a:moveTo>
                    <a:pt x="188" y="722"/>
                  </a:moveTo>
                  <a:lnTo>
                    <a:pt x="198" y="732"/>
                  </a:lnTo>
                  <a:lnTo>
                    <a:pt x="228" y="742"/>
                  </a:lnTo>
                  <a:lnTo>
                    <a:pt x="228" y="742"/>
                  </a:lnTo>
                  <a:lnTo>
                    <a:pt x="218" y="732"/>
                  </a:lnTo>
                  <a:lnTo>
                    <a:pt x="188" y="722"/>
                  </a:lnTo>
                  <a:close/>
                  <a:moveTo>
                    <a:pt x="119" y="890"/>
                  </a:moveTo>
                  <a:lnTo>
                    <a:pt x="149" y="900"/>
                  </a:lnTo>
                  <a:lnTo>
                    <a:pt x="139" y="890"/>
                  </a:lnTo>
                  <a:close/>
                  <a:moveTo>
                    <a:pt x="149" y="900"/>
                  </a:moveTo>
                  <a:lnTo>
                    <a:pt x="159" y="910"/>
                  </a:lnTo>
                  <a:lnTo>
                    <a:pt x="178" y="910"/>
                  </a:lnTo>
                  <a:lnTo>
                    <a:pt x="149" y="900"/>
                  </a:lnTo>
                  <a:close/>
                  <a:moveTo>
                    <a:pt x="119" y="910"/>
                  </a:moveTo>
                  <a:lnTo>
                    <a:pt x="119" y="929"/>
                  </a:lnTo>
                  <a:lnTo>
                    <a:pt x="139" y="929"/>
                  </a:lnTo>
                  <a:lnTo>
                    <a:pt x="119" y="910"/>
                  </a:lnTo>
                  <a:close/>
                  <a:moveTo>
                    <a:pt x="119" y="929"/>
                  </a:moveTo>
                  <a:lnTo>
                    <a:pt x="119" y="949"/>
                  </a:lnTo>
                  <a:lnTo>
                    <a:pt x="146" y="956"/>
                  </a:lnTo>
                  <a:lnTo>
                    <a:pt x="146" y="956"/>
                  </a:lnTo>
                  <a:lnTo>
                    <a:pt x="119" y="929"/>
                  </a:lnTo>
                  <a:close/>
                  <a:moveTo>
                    <a:pt x="119" y="1028"/>
                  </a:moveTo>
                  <a:lnTo>
                    <a:pt x="119" y="1048"/>
                  </a:lnTo>
                  <a:lnTo>
                    <a:pt x="178" y="1068"/>
                  </a:lnTo>
                  <a:lnTo>
                    <a:pt x="178" y="1068"/>
                  </a:lnTo>
                  <a:lnTo>
                    <a:pt x="139" y="1048"/>
                  </a:lnTo>
                  <a:lnTo>
                    <a:pt x="119" y="1028"/>
                  </a:lnTo>
                  <a:close/>
                  <a:moveTo>
                    <a:pt x="1285" y="1502"/>
                  </a:moveTo>
                  <a:lnTo>
                    <a:pt x="1304" y="1522"/>
                  </a:lnTo>
                  <a:lnTo>
                    <a:pt x="1364" y="1522"/>
                  </a:lnTo>
                  <a:lnTo>
                    <a:pt x="1285" y="1502"/>
                  </a:lnTo>
                  <a:close/>
                  <a:moveTo>
                    <a:pt x="40" y="1601"/>
                  </a:moveTo>
                  <a:lnTo>
                    <a:pt x="99" y="1621"/>
                  </a:lnTo>
                  <a:lnTo>
                    <a:pt x="119" y="1621"/>
                  </a:lnTo>
                  <a:lnTo>
                    <a:pt x="40" y="1601"/>
                  </a:lnTo>
                  <a:close/>
                  <a:moveTo>
                    <a:pt x="257" y="1680"/>
                  </a:moveTo>
                  <a:lnTo>
                    <a:pt x="266" y="1688"/>
                  </a:lnTo>
                  <a:lnTo>
                    <a:pt x="266" y="1688"/>
                  </a:lnTo>
                  <a:lnTo>
                    <a:pt x="228" y="1680"/>
                  </a:lnTo>
                  <a:close/>
                  <a:moveTo>
                    <a:pt x="1304" y="1690"/>
                  </a:moveTo>
                  <a:lnTo>
                    <a:pt x="1304" y="1700"/>
                  </a:lnTo>
                  <a:lnTo>
                    <a:pt x="1324" y="1700"/>
                  </a:lnTo>
                  <a:lnTo>
                    <a:pt x="1304" y="1690"/>
                  </a:lnTo>
                  <a:close/>
                  <a:moveTo>
                    <a:pt x="652" y="1719"/>
                  </a:moveTo>
                  <a:lnTo>
                    <a:pt x="722" y="1739"/>
                  </a:lnTo>
                  <a:lnTo>
                    <a:pt x="633" y="1739"/>
                  </a:lnTo>
                  <a:lnTo>
                    <a:pt x="593" y="1719"/>
                  </a:lnTo>
                  <a:close/>
                  <a:moveTo>
                    <a:pt x="1048" y="1798"/>
                  </a:moveTo>
                  <a:lnTo>
                    <a:pt x="1087" y="1818"/>
                  </a:lnTo>
                  <a:lnTo>
                    <a:pt x="1087" y="1818"/>
                  </a:lnTo>
                  <a:lnTo>
                    <a:pt x="1067" y="1798"/>
                  </a:lnTo>
                  <a:close/>
                  <a:moveTo>
                    <a:pt x="119" y="1739"/>
                  </a:moveTo>
                  <a:lnTo>
                    <a:pt x="139" y="1759"/>
                  </a:lnTo>
                  <a:lnTo>
                    <a:pt x="119" y="1759"/>
                  </a:lnTo>
                  <a:lnTo>
                    <a:pt x="178" y="1779"/>
                  </a:lnTo>
                  <a:lnTo>
                    <a:pt x="198" y="1779"/>
                  </a:lnTo>
                  <a:lnTo>
                    <a:pt x="317" y="1818"/>
                  </a:lnTo>
                  <a:lnTo>
                    <a:pt x="336" y="1818"/>
                  </a:lnTo>
                  <a:lnTo>
                    <a:pt x="297" y="1798"/>
                  </a:lnTo>
                  <a:lnTo>
                    <a:pt x="238" y="1779"/>
                  </a:lnTo>
                  <a:lnTo>
                    <a:pt x="376" y="1818"/>
                  </a:lnTo>
                  <a:lnTo>
                    <a:pt x="336" y="1779"/>
                  </a:lnTo>
                  <a:lnTo>
                    <a:pt x="238" y="1759"/>
                  </a:lnTo>
                  <a:lnTo>
                    <a:pt x="257" y="1759"/>
                  </a:lnTo>
                  <a:lnTo>
                    <a:pt x="218" y="1739"/>
                  </a:lnTo>
                  <a:lnTo>
                    <a:pt x="238" y="1759"/>
                  </a:lnTo>
                  <a:lnTo>
                    <a:pt x="238" y="1759"/>
                  </a:lnTo>
                  <a:lnTo>
                    <a:pt x="119" y="1739"/>
                  </a:lnTo>
                  <a:close/>
                  <a:moveTo>
                    <a:pt x="376" y="1818"/>
                  </a:moveTo>
                  <a:lnTo>
                    <a:pt x="494" y="1858"/>
                  </a:lnTo>
                  <a:lnTo>
                    <a:pt x="494" y="1858"/>
                  </a:lnTo>
                  <a:lnTo>
                    <a:pt x="455" y="1838"/>
                  </a:lnTo>
                  <a:lnTo>
                    <a:pt x="376" y="1818"/>
                  </a:lnTo>
                  <a:close/>
                  <a:moveTo>
                    <a:pt x="1403" y="1"/>
                  </a:moveTo>
                  <a:lnTo>
                    <a:pt x="435" y="396"/>
                  </a:lnTo>
                  <a:lnTo>
                    <a:pt x="514" y="436"/>
                  </a:lnTo>
                  <a:lnTo>
                    <a:pt x="435" y="436"/>
                  </a:lnTo>
                  <a:lnTo>
                    <a:pt x="396" y="416"/>
                  </a:lnTo>
                  <a:lnTo>
                    <a:pt x="277" y="455"/>
                  </a:lnTo>
                  <a:lnTo>
                    <a:pt x="297" y="475"/>
                  </a:lnTo>
                  <a:lnTo>
                    <a:pt x="218" y="475"/>
                  </a:lnTo>
                  <a:lnTo>
                    <a:pt x="238" y="495"/>
                  </a:lnTo>
                  <a:lnTo>
                    <a:pt x="178" y="495"/>
                  </a:lnTo>
                  <a:lnTo>
                    <a:pt x="139" y="515"/>
                  </a:lnTo>
                  <a:lnTo>
                    <a:pt x="218" y="554"/>
                  </a:lnTo>
                  <a:lnTo>
                    <a:pt x="218" y="554"/>
                  </a:lnTo>
                  <a:lnTo>
                    <a:pt x="198" y="534"/>
                  </a:lnTo>
                  <a:lnTo>
                    <a:pt x="218" y="534"/>
                  </a:lnTo>
                  <a:lnTo>
                    <a:pt x="257" y="554"/>
                  </a:lnTo>
                  <a:lnTo>
                    <a:pt x="297" y="574"/>
                  </a:lnTo>
                  <a:lnTo>
                    <a:pt x="336" y="594"/>
                  </a:lnTo>
                  <a:lnTo>
                    <a:pt x="297" y="594"/>
                  </a:lnTo>
                  <a:lnTo>
                    <a:pt x="238" y="574"/>
                  </a:lnTo>
                  <a:lnTo>
                    <a:pt x="119" y="515"/>
                  </a:lnTo>
                  <a:lnTo>
                    <a:pt x="139" y="534"/>
                  </a:lnTo>
                  <a:lnTo>
                    <a:pt x="218" y="594"/>
                  </a:lnTo>
                  <a:lnTo>
                    <a:pt x="277" y="633"/>
                  </a:lnTo>
                  <a:lnTo>
                    <a:pt x="178" y="594"/>
                  </a:lnTo>
                  <a:lnTo>
                    <a:pt x="80" y="534"/>
                  </a:lnTo>
                  <a:lnTo>
                    <a:pt x="60" y="534"/>
                  </a:lnTo>
                  <a:lnTo>
                    <a:pt x="99" y="554"/>
                  </a:lnTo>
                  <a:lnTo>
                    <a:pt x="60" y="554"/>
                  </a:lnTo>
                  <a:lnTo>
                    <a:pt x="80" y="594"/>
                  </a:lnTo>
                  <a:lnTo>
                    <a:pt x="119" y="594"/>
                  </a:lnTo>
                  <a:lnTo>
                    <a:pt x="139" y="613"/>
                  </a:lnTo>
                  <a:lnTo>
                    <a:pt x="99" y="613"/>
                  </a:lnTo>
                  <a:lnTo>
                    <a:pt x="119" y="633"/>
                  </a:lnTo>
                  <a:lnTo>
                    <a:pt x="119" y="653"/>
                  </a:lnTo>
                  <a:lnTo>
                    <a:pt x="119" y="673"/>
                  </a:lnTo>
                  <a:lnTo>
                    <a:pt x="139" y="673"/>
                  </a:lnTo>
                  <a:lnTo>
                    <a:pt x="139" y="653"/>
                  </a:lnTo>
                  <a:lnTo>
                    <a:pt x="159" y="653"/>
                  </a:lnTo>
                  <a:lnTo>
                    <a:pt x="218" y="673"/>
                  </a:lnTo>
                  <a:lnTo>
                    <a:pt x="257" y="712"/>
                  </a:lnTo>
                  <a:lnTo>
                    <a:pt x="277" y="732"/>
                  </a:lnTo>
                  <a:lnTo>
                    <a:pt x="297" y="752"/>
                  </a:lnTo>
                  <a:lnTo>
                    <a:pt x="317" y="771"/>
                  </a:lnTo>
                  <a:lnTo>
                    <a:pt x="317" y="771"/>
                  </a:lnTo>
                  <a:lnTo>
                    <a:pt x="257" y="752"/>
                  </a:lnTo>
                  <a:lnTo>
                    <a:pt x="228" y="742"/>
                  </a:lnTo>
                  <a:lnTo>
                    <a:pt x="228" y="742"/>
                  </a:lnTo>
                  <a:lnTo>
                    <a:pt x="257" y="771"/>
                  </a:lnTo>
                  <a:lnTo>
                    <a:pt x="218" y="752"/>
                  </a:lnTo>
                  <a:lnTo>
                    <a:pt x="218" y="765"/>
                  </a:lnTo>
                  <a:lnTo>
                    <a:pt x="218" y="765"/>
                  </a:lnTo>
                  <a:lnTo>
                    <a:pt x="178" y="752"/>
                  </a:lnTo>
                  <a:lnTo>
                    <a:pt x="119" y="732"/>
                  </a:lnTo>
                  <a:lnTo>
                    <a:pt x="198" y="771"/>
                  </a:lnTo>
                  <a:lnTo>
                    <a:pt x="198" y="771"/>
                  </a:lnTo>
                  <a:lnTo>
                    <a:pt x="139" y="752"/>
                  </a:lnTo>
                  <a:lnTo>
                    <a:pt x="178" y="771"/>
                  </a:lnTo>
                  <a:lnTo>
                    <a:pt x="198" y="791"/>
                  </a:lnTo>
                  <a:lnTo>
                    <a:pt x="159" y="771"/>
                  </a:lnTo>
                  <a:lnTo>
                    <a:pt x="159" y="771"/>
                  </a:lnTo>
                  <a:lnTo>
                    <a:pt x="198" y="811"/>
                  </a:lnTo>
                  <a:lnTo>
                    <a:pt x="257" y="811"/>
                  </a:lnTo>
                  <a:lnTo>
                    <a:pt x="336" y="850"/>
                  </a:lnTo>
                  <a:lnTo>
                    <a:pt x="336" y="870"/>
                  </a:lnTo>
                  <a:lnTo>
                    <a:pt x="277" y="870"/>
                  </a:lnTo>
                  <a:lnTo>
                    <a:pt x="277" y="890"/>
                  </a:lnTo>
                  <a:lnTo>
                    <a:pt x="257" y="870"/>
                  </a:lnTo>
                  <a:lnTo>
                    <a:pt x="238" y="870"/>
                  </a:lnTo>
                  <a:lnTo>
                    <a:pt x="218" y="850"/>
                  </a:lnTo>
                  <a:lnTo>
                    <a:pt x="198" y="850"/>
                  </a:lnTo>
                  <a:lnTo>
                    <a:pt x="139" y="831"/>
                  </a:lnTo>
                  <a:lnTo>
                    <a:pt x="139" y="831"/>
                  </a:lnTo>
                  <a:lnTo>
                    <a:pt x="218" y="850"/>
                  </a:lnTo>
                  <a:lnTo>
                    <a:pt x="159" y="831"/>
                  </a:lnTo>
                  <a:lnTo>
                    <a:pt x="139" y="811"/>
                  </a:lnTo>
                  <a:lnTo>
                    <a:pt x="80" y="791"/>
                  </a:lnTo>
                  <a:lnTo>
                    <a:pt x="80" y="791"/>
                  </a:lnTo>
                  <a:lnTo>
                    <a:pt x="139" y="831"/>
                  </a:lnTo>
                  <a:lnTo>
                    <a:pt x="159" y="850"/>
                  </a:lnTo>
                  <a:lnTo>
                    <a:pt x="198" y="870"/>
                  </a:lnTo>
                  <a:lnTo>
                    <a:pt x="99" y="831"/>
                  </a:lnTo>
                  <a:lnTo>
                    <a:pt x="80" y="850"/>
                  </a:lnTo>
                  <a:lnTo>
                    <a:pt x="119" y="850"/>
                  </a:lnTo>
                  <a:lnTo>
                    <a:pt x="139" y="870"/>
                  </a:lnTo>
                  <a:lnTo>
                    <a:pt x="159" y="890"/>
                  </a:lnTo>
                  <a:lnTo>
                    <a:pt x="139" y="890"/>
                  </a:lnTo>
                  <a:lnTo>
                    <a:pt x="198" y="910"/>
                  </a:lnTo>
                  <a:lnTo>
                    <a:pt x="218" y="929"/>
                  </a:lnTo>
                  <a:lnTo>
                    <a:pt x="218" y="949"/>
                  </a:lnTo>
                  <a:lnTo>
                    <a:pt x="257" y="989"/>
                  </a:lnTo>
                  <a:lnTo>
                    <a:pt x="257" y="989"/>
                  </a:lnTo>
                  <a:lnTo>
                    <a:pt x="198" y="969"/>
                  </a:lnTo>
                  <a:lnTo>
                    <a:pt x="146" y="956"/>
                  </a:lnTo>
                  <a:lnTo>
                    <a:pt x="146" y="956"/>
                  </a:lnTo>
                  <a:lnTo>
                    <a:pt x="159" y="969"/>
                  </a:lnTo>
                  <a:lnTo>
                    <a:pt x="119" y="969"/>
                  </a:lnTo>
                  <a:lnTo>
                    <a:pt x="80" y="949"/>
                  </a:lnTo>
                  <a:lnTo>
                    <a:pt x="20" y="949"/>
                  </a:lnTo>
                  <a:lnTo>
                    <a:pt x="99" y="969"/>
                  </a:lnTo>
                  <a:lnTo>
                    <a:pt x="119" y="989"/>
                  </a:lnTo>
                  <a:lnTo>
                    <a:pt x="99" y="989"/>
                  </a:lnTo>
                  <a:lnTo>
                    <a:pt x="178" y="1008"/>
                  </a:lnTo>
                  <a:lnTo>
                    <a:pt x="99" y="1008"/>
                  </a:lnTo>
                  <a:lnTo>
                    <a:pt x="198" y="1068"/>
                  </a:lnTo>
                  <a:lnTo>
                    <a:pt x="178" y="1068"/>
                  </a:lnTo>
                  <a:lnTo>
                    <a:pt x="257" y="1107"/>
                  </a:lnTo>
                  <a:lnTo>
                    <a:pt x="238" y="1107"/>
                  </a:lnTo>
                  <a:lnTo>
                    <a:pt x="178" y="1087"/>
                  </a:lnTo>
                  <a:lnTo>
                    <a:pt x="218" y="1127"/>
                  </a:lnTo>
                  <a:lnTo>
                    <a:pt x="238" y="1127"/>
                  </a:lnTo>
                  <a:lnTo>
                    <a:pt x="277" y="1147"/>
                  </a:lnTo>
                  <a:lnTo>
                    <a:pt x="317" y="1166"/>
                  </a:lnTo>
                  <a:lnTo>
                    <a:pt x="238" y="1147"/>
                  </a:lnTo>
                  <a:lnTo>
                    <a:pt x="198" y="1127"/>
                  </a:lnTo>
                  <a:lnTo>
                    <a:pt x="139" y="1127"/>
                  </a:lnTo>
                  <a:lnTo>
                    <a:pt x="99" y="1087"/>
                  </a:lnTo>
                  <a:lnTo>
                    <a:pt x="80" y="1087"/>
                  </a:lnTo>
                  <a:lnTo>
                    <a:pt x="99" y="1107"/>
                  </a:lnTo>
                  <a:lnTo>
                    <a:pt x="119" y="1127"/>
                  </a:lnTo>
                  <a:lnTo>
                    <a:pt x="119" y="1127"/>
                  </a:lnTo>
                  <a:lnTo>
                    <a:pt x="60" y="1107"/>
                  </a:lnTo>
                  <a:lnTo>
                    <a:pt x="80" y="1127"/>
                  </a:lnTo>
                  <a:lnTo>
                    <a:pt x="139" y="1147"/>
                  </a:lnTo>
                  <a:lnTo>
                    <a:pt x="178" y="1166"/>
                  </a:lnTo>
                  <a:lnTo>
                    <a:pt x="99" y="1147"/>
                  </a:lnTo>
                  <a:lnTo>
                    <a:pt x="99" y="1147"/>
                  </a:lnTo>
                  <a:lnTo>
                    <a:pt x="119" y="1166"/>
                  </a:lnTo>
                  <a:lnTo>
                    <a:pt x="139" y="1166"/>
                  </a:lnTo>
                  <a:lnTo>
                    <a:pt x="218" y="1206"/>
                  </a:lnTo>
                  <a:lnTo>
                    <a:pt x="277" y="1206"/>
                  </a:lnTo>
                  <a:lnTo>
                    <a:pt x="317" y="1226"/>
                  </a:lnTo>
                  <a:lnTo>
                    <a:pt x="376" y="1245"/>
                  </a:lnTo>
                  <a:lnTo>
                    <a:pt x="396" y="1265"/>
                  </a:lnTo>
                  <a:lnTo>
                    <a:pt x="297" y="1245"/>
                  </a:lnTo>
                  <a:lnTo>
                    <a:pt x="159" y="1206"/>
                  </a:lnTo>
                  <a:lnTo>
                    <a:pt x="1" y="1147"/>
                  </a:lnTo>
                  <a:lnTo>
                    <a:pt x="20" y="1186"/>
                  </a:lnTo>
                  <a:lnTo>
                    <a:pt x="1" y="1186"/>
                  </a:lnTo>
                  <a:lnTo>
                    <a:pt x="80" y="1226"/>
                  </a:lnTo>
                  <a:lnTo>
                    <a:pt x="198" y="1265"/>
                  </a:lnTo>
                  <a:lnTo>
                    <a:pt x="178" y="1265"/>
                  </a:lnTo>
                  <a:lnTo>
                    <a:pt x="139" y="1245"/>
                  </a:lnTo>
                  <a:lnTo>
                    <a:pt x="139" y="1245"/>
                  </a:lnTo>
                  <a:lnTo>
                    <a:pt x="178" y="1285"/>
                  </a:lnTo>
                  <a:lnTo>
                    <a:pt x="198" y="1305"/>
                  </a:lnTo>
                  <a:lnTo>
                    <a:pt x="257" y="1344"/>
                  </a:lnTo>
                  <a:lnTo>
                    <a:pt x="336" y="1364"/>
                  </a:lnTo>
                  <a:lnTo>
                    <a:pt x="356" y="1364"/>
                  </a:lnTo>
                  <a:lnTo>
                    <a:pt x="376" y="1384"/>
                  </a:lnTo>
                  <a:lnTo>
                    <a:pt x="415" y="1403"/>
                  </a:lnTo>
                  <a:lnTo>
                    <a:pt x="356" y="1384"/>
                  </a:lnTo>
                  <a:lnTo>
                    <a:pt x="336" y="1384"/>
                  </a:lnTo>
                  <a:lnTo>
                    <a:pt x="356" y="1403"/>
                  </a:lnTo>
                  <a:lnTo>
                    <a:pt x="297" y="1384"/>
                  </a:lnTo>
                  <a:lnTo>
                    <a:pt x="277" y="1364"/>
                  </a:lnTo>
                  <a:lnTo>
                    <a:pt x="238" y="1364"/>
                  </a:lnTo>
                  <a:lnTo>
                    <a:pt x="139" y="1344"/>
                  </a:lnTo>
                  <a:lnTo>
                    <a:pt x="198" y="1364"/>
                  </a:lnTo>
                  <a:lnTo>
                    <a:pt x="257" y="1384"/>
                  </a:lnTo>
                  <a:lnTo>
                    <a:pt x="178" y="1384"/>
                  </a:lnTo>
                  <a:lnTo>
                    <a:pt x="159" y="1403"/>
                  </a:lnTo>
                  <a:lnTo>
                    <a:pt x="60" y="1384"/>
                  </a:lnTo>
                  <a:lnTo>
                    <a:pt x="60" y="1384"/>
                  </a:lnTo>
                  <a:lnTo>
                    <a:pt x="139" y="1423"/>
                  </a:lnTo>
                  <a:lnTo>
                    <a:pt x="178" y="1443"/>
                  </a:lnTo>
                  <a:lnTo>
                    <a:pt x="277" y="1482"/>
                  </a:lnTo>
                  <a:lnTo>
                    <a:pt x="297" y="1482"/>
                  </a:lnTo>
                  <a:lnTo>
                    <a:pt x="277" y="1463"/>
                  </a:lnTo>
                  <a:lnTo>
                    <a:pt x="238" y="1443"/>
                  </a:lnTo>
                  <a:lnTo>
                    <a:pt x="277" y="1443"/>
                  </a:lnTo>
                  <a:lnTo>
                    <a:pt x="178" y="1403"/>
                  </a:lnTo>
                  <a:lnTo>
                    <a:pt x="218" y="1403"/>
                  </a:lnTo>
                  <a:lnTo>
                    <a:pt x="297" y="1443"/>
                  </a:lnTo>
                  <a:lnTo>
                    <a:pt x="356" y="1463"/>
                  </a:lnTo>
                  <a:lnTo>
                    <a:pt x="415" y="1482"/>
                  </a:lnTo>
                  <a:lnTo>
                    <a:pt x="415" y="1463"/>
                  </a:lnTo>
                  <a:lnTo>
                    <a:pt x="514" y="1482"/>
                  </a:lnTo>
                  <a:lnTo>
                    <a:pt x="652" y="1542"/>
                  </a:lnTo>
                  <a:lnTo>
                    <a:pt x="573" y="1522"/>
                  </a:lnTo>
                  <a:lnTo>
                    <a:pt x="573" y="1522"/>
                  </a:lnTo>
                  <a:lnTo>
                    <a:pt x="672" y="1561"/>
                  </a:lnTo>
                  <a:lnTo>
                    <a:pt x="672" y="1561"/>
                  </a:lnTo>
                  <a:lnTo>
                    <a:pt x="534" y="1542"/>
                  </a:lnTo>
                  <a:lnTo>
                    <a:pt x="534" y="1542"/>
                  </a:lnTo>
                  <a:lnTo>
                    <a:pt x="554" y="1561"/>
                  </a:lnTo>
                  <a:lnTo>
                    <a:pt x="593" y="1581"/>
                  </a:lnTo>
                  <a:lnTo>
                    <a:pt x="593" y="1561"/>
                  </a:lnTo>
                  <a:lnTo>
                    <a:pt x="633" y="1581"/>
                  </a:lnTo>
                  <a:lnTo>
                    <a:pt x="672" y="1601"/>
                  </a:lnTo>
                  <a:lnTo>
                    <a:pt x="731" y="1621"/>
                  </a:lnTo>
                  <a:lnTo>
                    <a:pt x="633" y="1621"/>
                  </a:lnTo>
                  <a:lnTo>
                    <a:pt x="494" y="1561"/>
                  </a:lnTo>
                  <a:lnTo>
                    <a:pt x="514" y="1581"/>
                  </a:lnTo>
                  <a:lnTo>
                    <a:pt x="514" y="1581"/>
                  </a:lnTo>
                  <a:lnTo>
                    <a:pt x="317" y="1522"/>
                  </a:lnTo>
                  <a:lnTo>
                    <a:pt x="277" y="1522"/>
                  </a:lnTo>
                  <a:lnTo>
                    <a:pt x="277" y="1542"/>
                  </a:lnTo>
                  <a:lnTo>
                    <a:pt x="139" y="1502"/>
                  </a:lnTo>
                  <a:lnTo>
                    <a:pt x="159" y="1522"/>
                  </a:lnTo>
                  <a:lnTo>
                    <a:pt x="80" y="1522"/>
                  </a:lnTo>
                  <a:lnTo>
                    <a:pt x="139" y="1542"/>
                  </a:lnTo>
                  <a:lnTo>
                    <a:pt x="218" y="1561"/>
                  </a:lnTo>
                  <a:lnTo>
                    <a:pt x="198" y="1561"/>
                  </a:lnTo>
                  <a:lnTo>
                    <a:pt x="218" y="1581"/>
                  </a:lnTo>
                  <a:lnTo>
                    <a:pt x="277" y="1561"/>
                  </a:lnTo>
                  <a:lnTo>
                    <a:pt x="376" y="1601"/>
                  </a:lnTo>
                  <a:lnTo>
                    <a:pt x="396" y="1601"/>
                  </a:lnTo>
                  <a:lnTo>
                    <a:pt x="435" y="1621"/>
                  </a:lnTo>
                  <a:lnTo>
                    <a:pt x="435" y="1621"/>
                  </a:lnTo>
                  <a:lnTo>
                    <a:pt x="277" y="1581"/>
                  </a:lnTo>
                  <a:lnTo>
                    <a:pt x="297" y="1601"/>
                  </a:lnTo>
                  <a:lnTo>
                    <a:pt x="218" y="1601"/>
                  </a:lnTo>
                  <a:lnTo>
                    <a:pt x="198" y="1581"/>
                  </a:lnTo>
                  <a:lnTo>
                    <a:pt x="139" y="1581"/>
                  </a:lnTo>
                  <a:lnTo>
                    <a:pt x="139" y="1561"/>
                  </a:lnTo>
                  <a:lnTo>
                    <a:pt x="99" y="1581"/>
                  </a:lnTo>
                  <a:lnTo>
                    <a:pt x="60" y="1581"/>
                  </a:lnTo>
                  <a:lnTo>
                    <a:pt x="159" y="1621"/>
                  </a:lnTo>
                  <a:lnTo>
                    <a:pt x="119" y="1621"/>
                  </a:lnTo>
                  <a:lnTo>
                    <a:pt x="119" y="1640"/>
                  </a:lnTo>
                  <a:lnTo>
                    <a:pt x="159" y="1640"/>
                  </a:lnTo>
                  <a:lnTo>
                    <a:pt x="190" y="1671"/>
                  </a:lnTo>
                  <a:lnTo>
                    <a:pt x="139" y="1660"/>
                  </a:lnTo>
                  <a:lnTo>
                    <a:pt x="139" y="1680"/>
                  </a:lnTo>
                  <a:lnTo>
                    <a:pt x="119" y="1680"/>
                  </a:lnTo>
                  <a:lnTo>
                    <a:pt x="178" y="1700"/>
                  </a:lnTo>
                  <a:lnTo>
                    <a:pt x="238" y="1700"/>
                  </a:lnTo>
                  <a:lnTo>
                    <a:pt x="257" y="1719"/>
                  </a:lnTo>
                  <a:lnTo>
                    <a:pt x="238" y="1719"/>
                  </a:lnTo>
                  <a:lnTo>
                    <a:pt x="277" y="1739"/>
                  </a:lnTo>
                  <a:lnTo>
                    <a:pt x="376" y="1779"/>
                  </a:lnTo>
                  <a:lnTo>
                    <a:pt x="336" y="1779"/>
                  </a:lnTo>
                  <a:lnTo>
                    <a:pt x="396" y="1818"/>
                  </a:lnTo>
                  <a:lnTo>
                    <a:pt x="415" y="1798"/>
                  </a:lnTo>
                  <a:lnTo>
                    <a:pt x="435" y="1798"/>
                  </a:lnTo>
                  <a:lnTo>
                    <a:pt x="475" y="1779"/>
                  </a:lnTo>
                  <a:lnTo>
                    <a:pt x="415" y="1779"/>
                  </a:lnTo>
                  <a:lnTo>
                    <a:pt x="336" y="1739"/>
                  </a:lnTo>
                  <a:lnTo>
                    <a:pt x="376" y="1739"/>
                  </a:lnTo>
                  <a:lnTo>
                    <a:pt x="415" y="1759"/>
                  </a:lnTo>
                  <a:lnTo>
                    <a:pt x="494" y="1779"/>
                  </a:lnTo>
                  <a:lnTo>
                    <a:pt x="633" y="1838"/>
                  </a:lnTo>
                  <a:lnTo>
                    <a:pt x="712" y="1858"/>
                  </a:lnTo>
                  <a:lnTo>
                    <a:pt x="751" y="1877"/>
                  </a:lnTo>
                  <a:lnTo>
                    <a:pt x="830" y="1897"/>
                  </a:lnTo>
                  <a:lnTo>
                    <a:pt x="850" y="1897"/>
                  </a:lnTo>
                  <a:lnTo>
                    <a:pt x="850" y="1877"/>
                  </a:lnTo>
                  <a:lnTo>
                    <a:pt x="890" y="1897"/>
                  </a:lnTo>
                  <a:lnTo>
                    <a:pt x="909" y="1917"/>
                  </a:lnTo>
                  <a:lnTo>
                    <a:pt x="949" y="1917"/>
                  </a:lnTo>
                  <a:lnTo>
                    <a:pt x="929" y="1897"/>
                  </a:lnTo>
                  <a:lnTo>
                    <a:pt x="949" y="1897"/>
                  </a:lnTo>
                  <a:lnTo>
                    <a:pt x="850" y="1877"/>
                  </a:lnTo>
                  <a:lnTo>
                    <a:pt x="870" y="1877"/>
                  </a:lnTo>
                  <a:lnTo>
                    <a:pt x="870" y="1858"/>
                  </a:lnTo>
                  <a:lnTo>
                    <a:pt x="830" y="1838"/>
                  </a:lnTo>
                  <a:lnTo>
                    <a:pt x="870" y="1838"/>
                  </a:lnTo>
                  <a:lnTo>
                    <a:pt x="771" y="1818"/>
                  </a:lnTo>
                  <a:lnTo>
                    <a:pt x="751" y="1779"/>
                  </a:lnTo>
                  <a:lnTo>
                    <a:pt x="830" y="1818"/>
                  </a:lnTo>
                  <a:lnTo>
                    <a:pt x="830" y="1798"/>
                  </a:lnTo>
                  <a:lnTo>
                    <a:pt x="811" y="1779"/>
                  </a:lnTo>
                  <a:lnTo>
                    <a:pt x="745" y="1746"/>
                  </a:lnTo>
                  <a:lnTo>
                    <a:pt x="745" y="1746"/>
                  </a:lnTo>
                  <a:lnTo>
                    <a:pt x="791" y="1759"/>
                  </a:lnTo>
                  <a:lnTo>
                    <a:pt x="712" y="1719"/>
                  </a:lnTo>
                  <a:lnTo>
                    <a:pt x="811" y="1739"/>
                  </a:lnTo>
                  <a:lnTo>
                    <a:pt x="870" y="1779"/>
                  </a:lnTo>
                  <a:lnTo>
                    <a:pt x="850" y="1779"/>
                  </a:lnTo>
                  <a:lnTo>
                    <a:pt x="870" y="1798"/>
                  </a:lnTo>
                  <a:lnTo>
                    <a:pt x="890" y="1798"/>
                  </a:lnTo>
                  <a:lnTo>
                    <a:pt x="909" y="1818"/>
                  </a:lnTo>
                  <a:lnTo>
                    <a:pt x="988" y="1838"/>
                  </a:lnTo>
                  <a:lnTo>
                    <a:pt x="1028" y="1838"/>
                  </a:lnTo>
                  <a:lnTo>
                    <a:pt x="1008" y="1818"/>
                  </a:lnTo>
                  <a:lnTo>
                    <a:pt x="1127" y="1858"/>
                  </a:lnTo>
                  <a:lnTo>
                    <a:pt x="1146" y="1877"/>
                  </a:lnTo>
                  <a:lnTo>
                    <a:pt x="1166" y="1877"/>
                  </a:lnTo>
                  <a:lnTo>
                    <a:pt x="1166" y="1858"/>
                  </a:lnTo>
                  <a:lnTo>
                    <a:pt x="969" y="1798"/>
                  </a:lnTo>
                  <a:lnTo>
                    <a:pt x="949" y="1779"/>
                  </a:lnTo>
                  <a:lnTo>
                    <a:pt x="969" y="1759"/>
                  </a:lnTo>
                  <a:lnTo>
                    <a:pt x="1008" y="1779"/>
                  </a:lnTo>
                  <a:lnTo>
                    <a:pt x="1048" y="1798"/>
                  </a:lnTo>
                  <a:lnTo>
                    <a:pt x="1048" y="1798"/>
                  </a:lnTo>
                  <a:lnTo>
                    <a:pt x="1067" y="1779"/>
                  </a:lnTo>
                  <a:lnTo>
                    <a:pt x="1146" y="1798"/>
                  </a:lnTo>
                  <a:lnTo>
                    <a:pt x="1146" y="1818"/>
                  </a:lnTo>
                  <a:lnTo>
                    <a:pt x="1186" y="1818"/>
                  </a:lnTo>
                  <a:lnTo>
                    <a:pt x="1186" y="1838"/>
                  </a:lnTo>
                  <a:lnTo>
                    <a:pt x="1245" y="1838"/>
                  </a:lnTo>
                  <a:lnTo>
                    <a:pt x="1225" y="1818"/>
                  </a:lnTo>
                  <a:lnTo>
                    <a:pt x="1225" y="1818"/>
                  </a:lnTo>
                  <a:lnTo>
                    <a:pt x="1304" y="1838"/>
                  </a:lnTo>
                  <a:lnTo>
                    <a:pt x="1324" y="1818"/>
                  </a:lnTo>
                  <a:lnTo>
                    <a:pt x="1344" y="1818"/>
                  </a:lnTo>
                  <a:lnTo>
                    <a:pt x="1265" y="1779"/>
                  </a:lnTo>
                  <a:lnTo>
                    <a:pt x="1166" y="1739"/>
                  </a:lnTo>
                  <a:lnTo>
                    <a:pt x="1285" y="1779"/>
                  </a:lnTo>
                  <a:lnTo>
                    <a:pt x="1285" y="1759"/>
                  </a:lnTo>
                  <a:lnTo>
                    <a:pt x="1225" y="1739"/>
                  </a:lnTo>
                  <a:lnTo>
                    <a:pt x="1146" y="1719"/>
                  </a:lnTo>
                  <a:lnTo>
                    <a:pt x="1146" y="1700"/>
                  </a:lnTo>
                  <a:lnTo>
                    <a:pt x="1166" y="1700"/>
                  </a:lnTo>
                  <a:lnTo>
                    <a:pt x="1245" y="1739"/>
                  </a:lnTo>
                  <a:lnTo>
                    <a:pt x="1285" y="1719"/>
                  </a:lnTo>
                  <a:lnTo>
                    <a:pt x="1344" y="1739"/>
                  </a:lnTo>
                  <a:lnTo>
                    <a:pt x="1344" y="1739"/>
                  </a:lnTo>
                  <a:lnTo>
                    <a:pt x="1285" y="1700"/>
                  </a:lnTo>
                  <a:lnTo>
                    <a:pt x="1206" y="1680"/>
                  </a:lnTo>
                  <a:lnTo>
                    <a:pt x="1206" y="1680"/>
                  </a:lnTo>
                  <a:lnTo>
                    <a:pt x="1166" y="1660"/>
                  </a:lnTo>
                  <a:lnTo>
                    <a:pt x="1245" y="1660"/>
                  </a:lnTo>
                  <a:lnTo>
                    <a:pt x="1285" y="1680"/>
                  </a:lnTo>
                  <a:lnTo>
                    <a:pt x="1304" y="1690"/>
                  </a:lnTo>
                  <a:lnTo>
                    <a:pt x="1304" y="1690"/>
                  </a:lnTo>
                  <a:lnTo>
                    <a:pt x="1304" y="1680"/>
                  </a:lnTo>
                  <a:lnTo>
                    <a:pt x="1304" y="1660"/>
                  </a:lnTo>
                  <a:lnTo>
                    <a:pt x="1344" y="1660"/>
                  </a:lnTo>
                  <a:lnTo>
                    <a:pt x="1285" y="1640"/>
                  </a:lnTo>
                  <a:lnTo>
                    <a:pt x="1206" y="1621"/>
                  </a:lnTo>
                  <a:lnTo>
                    <a:pt x="1265" y="1621"/>
                  </a:lnTo>
                  <a:lnTo>
                    <a:pt x="1285" y="1640"/>
                  </a:lnTo>
                  <a:lnTo>
                    <a:pt x="1304" y="1640"/>
                  </a:lnTo>
                  <a:lnTo>
                    <a:pt x="1285" y="1621"/>
                  </a:lnTo>
                  <a:lnTo>
                    <a:pt x="1166" y="1581"/>
                  </a:lnTo>
                  <a:lnTo>
                    <a:pt x="1166" y="1581"/>
                  </a:lnTo>
                  <a:lnTo>
                    <a:pt x="1245" y="1601"/>
                  </a:lnTo>
                  <a:lnTo>
                    <a:pt x="1344" y="1621"/>
                  </a:lnTo>
                  <a:lnTo>
                    <a:pt x="1285" y="1601"/>
                  </a:lnTo>
                  <a:lnTo>
                    <a:pt x="1344" y="1601"/>
                  </a:lnTo>
                  <a:lnTo>
                    <a:pt x="1304" y="1581"/>
                  </a:lnTo>
                  <a:lnTo>
                    <a:pt x="1265" y="1542"/>
                  </a:lnTo>
                  <a:lnTo>
                    <a:pt x="1245" y="1522"/>
                  </a:lnTo>
                  <a:lnTo>
                    <a:pt x="1324" y="1561"/>
                  </a:lnTo>
                  <a:lnTo>
                    <a:pt x="1364" y="1581"/>
                  </a:lnTo>
                  <a:lnTo>
                    <a:pt x="1383" y="1581"/>
                  </a:lnTo>
                  <a:lnTo>
                    <a:pt x="1383" y="1561"/>
                  </a:lnTo>
                  <a:lnTo>
                    <a:pt x="1364" y="1542"/>
                  </a:lnTo>
                  <a:lnTo>
                    <a:pt x="1285" y="1522"/>
                  </a:lnTo>
                  <a:lnTo>
                    <a:pt x="1285" y="1502"/>
                  </a:lnTo>
                  <a:lnTo>
                    <a:pt x="1285" y="1482"/>
                  </a:lnTo>
                  <a:lnTo>
                    <a:pt x="1344" y="1502"/>
                  </a:lnTo>
                  <a:lnTo>
                    <a:pt x="1285" y="1463"/>
                  </a:lnTo>
                  <a:lnTo>
                    <a:pt x="1186" y="1443"/>
                  </a:lnTo>
                  <a:lnTo>
                    <a:pt x="1206" y="1443"/>
                  </a:lnTo>
                  <a:lnTo>
                    <a:pt x="1146" y="1423"/>
                  </a:lnTo>
                  <a:lnTo>
                    <a:pt x="1166" y="1443"/>
                  </a:lnTo>
                  <a:lnTo>
                    <a:pt x="1186" y="1463"/>
                  </a:lnTo>
                  <a:lnTo>
                    <a:pt x="1127" y="1463"/>
                  </a:lnTo>
                  <a:lnTo>
                    <a:pt x="1067" y="1443"/>
                  </a:lnTo>
                  <a:lnTo>
                    <a:pt x="1087" y="1443"/>
                  </a:lnTo>
                  <a:lnTo>
                    <a:pt x="1028" y="1423"/>
                  </a:lnTo>
                  <a:lnTo>
                    <a:pt x="929" y="1384"/>
                  </a:lnTo>
                  <a:lnTo>
                    <a:pt x="909" y="1364"/>
                  </a:lnTo>
                  <a:lnTo>
                    <a:pt x="909" y="1364"/>
                  </a:lnTo>
                  <a:lnTo>
                    <a:pt x="988" y="1384"/>
                  </a:lnTo>
                  <a:lnTo>
                    <a:pt x="1028" y="1403"/>
                  </a:lnTo>
                  <a:lnTo>
                    <a:pt x="1107" y="1423"/>
                  </a:lnTo>
                  <a:lnTo>
                    <a:pt x="1048" y="1403"/>
                  </a:lnTo>
                  <a:lnTo>
                    <a:pt x="969" y="1364"/>
                  </a:lnTo>
                  <a:lnTo>
                    <a:pt x="929" y="1344"/>
                  </a:lnTo>
                  <a:lnTo>
                    <a:pt x="969" y="1344"/>
                  </a:lnTo>
                  <a:lnTo>
                    <a:pt x="988" y="1364"/>
                  </a:lnTo>
                  <a:lnTo>
                    <a:pt x="1008" y="1364"/>
                  </a:lnTo>
                  <a:lnTo>
                    <a:pt x="988" y="1344"/>
                  </a:lnTo>
                  <a:lnTo>
                    <a:pt x="949" y="1324"/>
                  </a:lnTo>
                  <a:lnTo>
                    <a:pt x="1028" y="1344"/>
                  </a:lnTo>
                  <a:lnTo>
                    <a:pt x="1008" y="1344"/>
                  </a:lnTo>
                  <a:lnTo>
                    <a:pt x="1028" y="1364"/>
                  </a:lnTo>
                  <a:lnTo>
                    <a:pt x="1087" y="1384"/>
                  </a:lnTo>
                  <a:lnTo>
                    <a:pt x="1206" y="1423"/>
                  </a:lnTo>
                  <a:lnTo>
                    <a:pt x="1304" y="1463"/>
                  </a:lnTo>
                  <a:lnTo>
                    <a:pt x="1364" y="1463"/>
                  </a:lnTo>
                  <a:lnTo>
                    <a:pt x="1324" y="1443"/>
                  </a:lnTo>
                  <a:lnTo>
                    <a:pt x="1324" y="1423"/>
                  </a:lnTo>
                  <a:lnTo>
                    <a:pt x="1285" y="1403"/>
                  </a:lnTo>
                  <a:lnTo>
                    <a:pt x="1344" y="1423"/>
                  </a:lnTo>
                  <a:lnTo>
                    <a:pt x="1344" y="1403"/>
                  </a:lnTo>
                  <a:lnTo>
                    <a:pt x="1304" y="1384"/>
                  </a:lnTo>
                  <a:lnTo>
                    <a:pt x="1304" y="1384"/>
                  </a:lnTo>
                  <a:lnTo>
                    <a:pt x="1364" y="1403"/>
                  </a:lnTo>
                  <a:lnTo>
                    <a:pt x="1383" y="1384"/>
                  </a:lnTo>
                  <a:lnTo>
                    <a:pt x="1344" y="1344"/>
                  </a:lnTo>
                  <a:lnTo>
                    <a:pt x="1285" y="1324"/>
                  </a:lnTo>
                  <a:lnTo>
                    <a:pt x="1285" y="1305"/>
                  </a:lnTo>
                  <a:lnTo>
                    <a:pt x="1344" y="1305"/>
                  </a:lnTo>
                  <a:lnTo>
                    <a:pt x="1304" y="1285"/>
                  </a:lnTo>
                  <a:lnTo>
                    <a:pt x="1364" y="1305"/>
                  </a:lnTo>
                  <a:lnTo>
                    <a:pt x="1344" y="1285"/>
                  </a:lnTo>
                  <a:lnTo>
                    <a:pt x="1324" y="1265"/>
                  </a:lnTo>
                  <a:lnTo>
                    <a:pt x="1383" y="1265"/>
                  </a:lnTo>
                  <a:lnTo>
                    <a:pt x="1344" y="1245"/>
                  </a:lnTo>
                  <a:lnTo>
                    <a:pt x="1285" y="1206"/>
                  </a:lnTo>
                  <a:lnTo>
                    <a:pt x="1383" y="1245"/>
                  </a:lnTo>
                  <a:lnTo>
                    <a:pt x="1344" y="1186"/>
                  </a:lnTo>
                  <a:lnTo>
                    <a:pt x="1344" y="1107"/>
                  </a:lnTo>
                  <a:lnTo>
                    <a:pt x="1364" y="1127"/>
                  </a:lnTo>
                  <a:lnTo>
                    <a:pt x="1364" y="1107"/>
                  </a:lnTo>
                  <a:lnTo>
                    <a:pt x="1324" y="1068"/>
                  </a:lnTo>
                  <a:lnTo>
                    <a:pt x="1304" y="1048"/>
                  </a:lnTo>
                  <a:lnTo>
                    <a:pt x="1304" y="1028"/>
                  </a:lnTo>
                  <a:lnTo>
                    <a:pt x="1324" y="1028"/>
                  </a:lnTo>
                  <a:lnTo>
                    <a:pt x="1285" y="1008"/>
                  </a:lnTo>
                  <a:lnTo>
                    <a:pt x="1225" y="989"/>
                  </a:lnTo>
                  <a:lnTo>
                    <a:pt x="1107" y="949"/>
                  </a:lnTo>
                  <a:lnTo>
                    <a:pt x="1087" y="929"/>
                  </a:lnTo>
                  <a:lnTo>
                    <a:pt x="1127" y="929"/>
                  </a:lnTo>
                  <a:lnTo>
                    <a:pt x="1186" y="949"/>
                  </a:lnTo>
                  <a:lnTo>
                    <a:pt x="1265" y="989"/>
                  </a:lnTo>
                  <a:lnTo>
                    <a:pt x="1344" y="1028"/>
                  </a:lnTo>
                  <a:lnTo>
                    <a:pt x="1344" y="1028"/>
                  </a:lnTo>
                  <a:lnTo>
                    <a:pt x="1285" y="989"/>
                  </a:lnTo>
                  <a:lnTo>
                    <a:pt x="1304" y="969"/>
                  </a:lnTo>
                  <a:lnTo>
                    <a:pt x="1304" y="949"/>
                  </a:lnTo>
                  <a:lnTo>
                    <a:pt x="1324" y="969"/>
                  </a:lnTo>
                  <a:lnTo>
                    <a:pt x="1344" y="969"/>
                  </a:lnTo>
                  <a:lnTo>
                    <a:pt x="1344" y="989"/>
                  </a:lnTo>
                  <a:lnTo>
                    <a:pt x="1364" y="989"/>
                  </a:lnTo>
                  <a:lnTo>
                    <a:pt x="1403" y="1028"/>
                  </a:lnTo>
                  <a:lnTo>
                    <a:pt x="1383" y="989"/>
                  </a:lnTo>
                  <a:lnTo>
                    <a:pt x="1383" y="969"/>
                  </a:lnTo>
                  <a:lnTo>
                    <a:pt x="1344" y="949"/>
                  </a:lnTo>
                  <a:lnTo>
                    <a:pt x="1324" y="929"/>
                  </a:lnTo>
                  <a:lnTo>
                    <a:pt x="1265" y="910"/>
                  </a:lnTo>
                  <a:lnTo>
                    <a:pt x="1364" y="929"/>
                  </a:lnTo>
                  <a:lnTo>
                    <a:pt x="1304" y="910"/>
                  </a:lnTo>
                  <a:lnTo>
                    <a:pt x="1285" y="910"/>
                  </a:lnTo>
                  <a:lnTo>
                    <a:pt x="1285" y="890"/>
                  </a:lnTo>
                  <a:lnTo>
                    <a:pt x="1324" y="890"/>
                  </a:lnTo>
                  <a:lnTo>
                    <a:pt x="1383" y="910"/>
                  </a:lnTo>
                  <a:lnTo>
                    <a:pt x="1383" y="910"/>
                  </a:lnTo>
                  <a:lnTo>
                    <a:pt x="1344" y="890"/>
                  </a:lnTo>
                  <a:lnTo>
                    <a:pt x="1344" y="870"/>
                  </a:lnTo>
                  <a:lnTo>
                    <a:pt x="1383" y="890"/>
                  </a:lnTo>
                  <a:lnTo>
                    <a:pt x="1403" y="870"/>
                  </a:lnTo>
                  <a:lnTo>
                    <a:pt x="1403" y="850"/>
                  </a:lnTo>
                  <a:lnTo>
                    <a:pt x="1443" y="850"/>
                  </a:lnTo>
                  <a:lnTo>
                    <a:pt x="1403" y="831"/>
                  </a:lnTo>
                  <a:lnTo>
                    <a:pt x="1364" y="791"/>
                  </a:lnTo>
                  <a:lnTo>
                    <a:pt x="1344" y="791"/>
                  </a:lnTo>
                  <a:lnTo>
                    <a:pt x="1285" y="771"/>
                  </a:lnTo>
                  <a:lnTo>
                    <a:pt x="1265" y="752"/>
                  </a:lnTo>
                  <a:lnTo>
                    <a:pt x="1245" y="732"/>
                  </a:lnTo>
                  <a:lnTo>
                    <a:pt x="1304" y="752"/>
                  </a:lnTo>
                  <a:lnTo>
                    <a:pt x="1324" y="771"/>
                  </a:lnTo>
                  <a:lnTo>
                    <a:pt x="1423" y="771"/>
                  </a:lnTo>
                  <a:lnTo>
                    <a:pt x="1403" y="752"/>
                  </a:lnTo>
                  <a:lnTo>
                    <a:pt x="1364" y="732"/>
                  </a:lnTo>
                  <a:lnTo>
                    <a:pt x="1423" y="752"/>
                  </a:lnTo>
                  <a:lnTo>
                    <a:pt x="1443" y="752"/>
                  </a:lnTo>
                  <a:lnTo>
                    <a:pt x="1403" y="732"/>
                  </a:lnTo>
                  <a:lnTo>
                    <a:pt x="1324" y="692"/>
                  </a:lnTo>
                  <a:lnTo>
                    <a:pt x="1344" y="692"/>
                  </a:lnTo>
                  <a:lnTo>
                    <a:pt x="1324" y="673"/>
                  </a:lnTo>
                  <a:lnTo>
                    <a:pt x="1403" y="712"/>
                  </a:lnTo>
                  <a:lnTo>
                    <a:pt x="1403" y="712"/>
                  </a:lnTo>
                  <a:lnTo>
                    <a:pt x="1324" y="653"/>
                  </a:lnTo>
                  <a:lnTo>
                    <a:pt x="1285" y="613"/>
                  </a:lnTo>
                  <a:lnTo>
                    <a:pt x="1245" y="594"/>
                  </a:lnTo>
                  <a:lnTo>
                    <a:pt x="1304" y="613"/>
                  </a:lnTo>
                  <a:lnTo>
                    <a:pt x="1383" y="633"/>
                  </a:lnTo>
                  <a:lnTo>
                    <a:pt x="1344" y="633"/>
                  </a:lnTo>
                  <a:lnTo>
                    <a:pt x="1423" y="653"/>
                  </a:lnTo>
                  <a:lnTo>
                    <a:pt x="1462" y="653"/>
                  </a:lnTo>
                  <a:lnTo>
                    <a:pt x="1462" y="633"/>
                  </a:lnTo>
                  <a:lnTo>
                    <a:pt x="1443" y="613"/>
                  </a:lnTo>
                  <a:lnTo>
                    <a:pt x="1462" y="594"/>
                  </a:lnTo>
                  <a:lnTo>
                    <a:pt x="1443" y="574"/>
                  </a:lnTo>
                  <a:lnTo>
                    <a:pt x="1502" y="574"/>
                  </a:lnTo>
                  <a:lnTo>
                    <a:pt x="1502" y="554"/>
                  </a:lnTo>
                  <a:lnTo>
                    <a:pt x="1502" y="534"/>
                  </a:lnTo>
                  <a:lnTo>
                    <a:pt x="1502" y="515"/>
                  </a:lnTo>
                  <a:lnTo>
                    <a:pt x="1462" y="475"/>
                  </a:lnTo>
                  <a:lnTo>
                    <a:pt x="1522" y="495"/>
                  </a:lnTo>
                  <a:lnTo>
                    <a:pt x="1522" y="495"/>
                  </a:lnTo>
                  <a:lnTo>
                    <a:pt x="1443" y="455"/>
                  </a:lnTo>
                  <a:lnTo>
                    <a:pt x="1423" y="416"/>
                  </a:lnTo>
                  <a:lnTo>
                    <a:pt x="1383" y="376"/>
                  </a:lnTo>
                  <a:lnTo>
                    <a:pt x="1285" y="317"/>
                  </a:lnTo>
                  <a:lnTo>
                    <a:pt x="1344" y="337"/>
                  </a:lnTo>
                  <a:lnTo>
                    <a:pt x="1403" y="376"/>
                  </a:lnTo>
                  <a:lnTo>
                    <a:pt x="1364" y="337"/>
                  </a:lnTo>
                  <a:lnTo>
                    <a:pt x="1344" y="317"/>
                  </a:lnTo>
                  <a:lnTo>
                    <a:pt x="1344" y="317"/>
                  </a:lnTo>
                  <a:lnTo>
                    <a:pt x="1383" y="337"/>
                  </a:lnTo>
                  <a:lnTo>
                    <a:pt x="1423" y="357"/>
                  </a:lnTo>
                  <a:lnTo>
                    <a:pt x="1423" y="342"/>
                  </a:lnTo>
                  <a:lnTo>
                    <a:pt x="1423" y="342"/>
                  </a:lnTo>
                  <a:lnTo>
                    <a:pt x="1364" y="297"/>
                  </a:lnTo>
                  <a:lnTo>
                    <a:pt x="1304" y="258"/>
                  </a:lnTo>
                  <a:lnTo>
                    <a:pt x="1265" y="238"/>
                  </a:lnTo>
                  <a:lnTo>
                    <a:pt x="1285" y="238"/>
                  </a:lnTo>
                  <a:lnTo>
                    <a:pt x="1245" y="179"/>
                  </a:lnTo>
                  <a:lnTo>
                    <a:pt x="1245" y="139"/>
                  </a:lnTo>
                  <a:lnTo>
                    <a:pt x="1245" y="100"/>
                  </a:lnTo>
                  <a:lnTo>
                    <a:pt x="1304" y="80"/>
                  </a:lnTo>
                  <a:lnTo>
                    <a:pt x="1324" y="100"/>
                  </a:lnTo>
                  <a:lnTo>
                    <a:pt x="1324" y="80"/>
                  </a:lnTo>
                  <a:lnTo>
                    <a:pt x="1344" y="80"/>
                  </a:lnTo>
                  <a:lnTo>
                    <a:pt x="1344" y="100"/>
                  </a:lnTo>
                  <a:lnTo>
                    <a:pt x="1383" y="100"/>
                  </a:lnTo>
                  <a:lnTo>
                    <a:pt x="1364" y="80"/>
                  </a:lnTo>
                  <a:lnTo>
                    <a:pt x="1344" y="60"/>
                  </a:lnTo>
                  <a:lnTo>
                    <a:pt x="1344" y="60"/>
                  </a:lnTo>
                  <a:lnTo>
                    <a:pt x="1383" y="80"/>
                  </a:lnTo>
                  <a:lnTo>
                    <a:pt x="1462" y="80"/>
                  </a:lnTo>
                  <a:lnTo>
                    <a:pt x="1443" y="60"/>
                  </a:lnTo>
                  <a:lnTo>
                    <a:pt x="1443" y="60"/>
                  </a:lnTo>
                  <a:lnTo>
                    <a:pt x="1581" y="120"/>
                  </a:lnTo>
                  <a:lnTo>
                    <a:pt x="1522" y="60"/>
                  </a:lnTo>
                  <a:lnTo>
                    <a:pt x="1502" y="60"/>
                  </a:lnTo>
                  <a:lnTo>
                    <a:pt x="1462" y="40"/>
                  </a:lnTo>
                  <a:lnTo>
                    <a:pt x="1443" y="21"/>
                  </a:lnTo>
                  <a:lnTo>
                    <a:pt x="140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
            <p:cNvSpPr/>
            <p:nvPr/>
          </p:nvSpPr>
          <p:spPr>
            <a:xfrm>
              <a:off x="-1781250" y="3410200"/>
              <a:ext cx="500" cy="500"/>
            </a:xfrm>
            <a:custGeom>
              <a:rect b="b" l="l" r="r" t="t"/>
              <a:pathLst>
                <a:path extrusionOk="0" h="20" w="20">
                  <a:moveTo>
                    <a:pt x="20" y="20"/>
                  </a:moveTo>
                  <a:lnTo>
                    <a:pt x="20" y="20"/>
                  </a:lnTo>
                  <a:lnTo>
                    <a:pt x="20" y="20"/>
                  </a:lnTo>
                  <a:lnTo>
                    <a:pt x="0" y="0"/>
                  </a:lnTo>
                  <a:lnTo>
                    <a:pt x="0" y="0"/>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
            <p:cNvSpPr/>
            <p:nvPr/>
          </p:nvSpPr>
          <p:spPr>
            <a:xfrm>
              <a:off x="-1798050" y="3378100"/>
              <a:ext cx="525" cy="25"/>
            </a:xfrm>
            <a:custGeom>
              <a:rect b="b" l="l" r="r" t="t"/>
              <a:pathLst>
                <a:path extrusionOk="0" h="1" w="21">
                  <a:moveTo>
                    <a:pt x="20" y="0"/>
                  </a:moveTo>
                  <a:lnTo>
                    <a:pt x="20" y="0"/>
                  </a:lnTo>
                  <a:lnTo>
                    <a:pt x="1" y="0"/>
                  </a:lnTo>
                  <a:lnTo>
                    <a:pt x="1"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2"/>
            <p:cNvSpPr/>
            <p:nvPr/>
          </p:nvSpPr>
          <p:spPr>
            <a:xfrm>
              <a:off x="-1795075" y="3407225"/>
              <a:ext cx="500" cy="25"/>
            </a:xfrm>
            <a:custGeom>
              <a:rect b="b" l="l" r="r" t="t"/>
              <a:pathLst>
                <a:path extrusionOk="0" h="1" w="20">
                  <a:moveTo>
                    <a:pt x="0" y="1"/>
                  </a:moveTo>
                  <a:lnTo>
                    <a:pt x="0" y="1"/>
                  </a:lnTo>
                  <a:lnTo>
                    <a:pt x="2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
            <p:cNvSpPr/>
            <p:nvPr/>
          </p:nvSpPr>
          <p:spPr>
            <a:xfrm>
              <a:off x="-1709150" y="3594375"/>
              <a:ext cx="52850" cy="55325"/>
            </a:xfrm>
            <a:custGeom>
              <a:rect b="b" l="l" r="r" t="t"/>
              <a:pathLst>
                <a:path extrusionOk="0" h="2213" w="2114">
                  <a:moveTo>
                    <a:pt x="178" y="574"/>
                  </a:moveTo>
                  <a:lnTo>
                    <a:pt x="158" y="593"/>
                  </a:lnTo>
                  <a:lnTo>
                    <a:pt x="178" y="574"/>
                  </a:lnTo>
                  <a:lnTo>
                    <a:pt x="178" y="574"/>
                  </a:lnTo>
                  <a:close/>
                  <a:moveTo>
                    <a:pt x="158" y="593"/>
                  </a:moveTo>
                  <a:lnTo>
                    <a:pt x="138" y="613"/>
                  </a:lnTo>
                  <a:lnTo>
                    <a:pt x="158" y="593"/>
                  </a:lnTo>
                  <a:close/>
                  <a:moveTo>
                    <a:pt x="1363" y="692"/>
                  </a:moveTo>
                  <a:lnTo>
                    <a:pt x="1323" y="712"/>
                  </a:lnTo>
                  <a:lnTo>
                    <a:pt x="1323" y="712"/>
                  </a:lnTo>
                  <a:lnTo>
                    <a:pt x="1323" y="712"/>
                  </a:lnTo>
                  <a:lnTo>
                    <a:pt x="1363" y="692"/>
                  </a:lnTo>
                  <a:close/>
                  <a:moveTo>
                    <a:pt x="79" y="811"/>
                  </a:moveTo>
                  <a:lnTo>
                    <a:pt x="40" y="830"/>
                  </a:lnTo>
                  <a:lnTo>
                    <a:pt x="59" y="830"/>
                  </a:lnTo>
                  <a:lnTo>
                    <a:pt x="79" y="811"/>
                  </a:lnTo>
                  <a:close/>
                  <a:moveTo>
                    <a:pt x="99" y="1127"/>
                  </a:moveTo>
                  <a:lnTo>
                    <a:pt x="79" y="1146"/>
                  </a:lnTo>
                  <a:lnTo>
                    <a:pt x="79" y="1146"/>
                  </a:lnTo>
                  <a:lnTo>
                    <a:pt x="105" y="1127"/>
                  </a:lnTo>
                  <a:close/>
                  <a:moveTo>
                    <a:pt x="79" y="1127"/>
                  </a:moveTo>
                  <a:lnTo>
                    <a:pt x="0" y="1186"/>
                  </a:lnTo>
                  <a:lnTo>
                    <a:pt x="20" y="1206"/>
                  </a:lnTo>
                  <a:lnTo>
                    <a:pt x="59" y="1186"/>
                  </a:lnTo>
                  <a:lnTo>
                    <a:pt x="99" y="1146"/>
                  </a:lnTo>
                  <a:lnTo>
                    <a:pt x="40" y="1186"/>
                  </a:lnTo>
                  <a:lnTo>
                    <a:pt x="59" y="1166"/>
                  </a:lnTo>
                  <a:lnTo>
                    <a:pt x="79" y="1146"/>
                  </a:lnTo>
                  <a:lnTo>
                    <a:pt x="79" y="1127"/>
                  </a:lnTo>
                  <a:close/>
                  <a:moveTo>
                    <a:pt x="573" y="1443"/>
                  </a:moveTo>
                  <a:lnTo>
                    <a:pt x="553" y="1462"/>
                  </a:lnTo>
                  <a:lnTo>
                    <a:pt x="514" y="1502"/>
                  </a:lnTo>
                  <a:lnTo>
                    <a:pt x="514" y="1502"/>
                  </a:lnTo>
                  <a:lnTo>
                    <a:pt x="514" y="1502"/>
                  </a:lnTo>
                  <a:lnTo>
                    <a:pt x="573" y="1443"/>
                  </a:lnTo>
                  <a:close/>
                  <a:moveTo>
                    <a:pt x="869" y="1838"/>
                  </a:moveTo>
                  <a:lnTo>
                    <a:pt x="834" y="1861"/>
                  </a:lnTo>
                  <a:lnTo>
                    <a:pt x="834" y="1861"/>
                  </a:lnTo>
                  <a:lnTo>
                    <a:pt x="849" y="1857"/>
                  </a:lnTo>
                  <a:lnTo>
                    <a:pt x="869" y="1838"/>
                  </a:lnTo>
                  <a:close/>
                  <a:moveTo>
                    <a:pt x="834" y="1861"/>
                  </a:moveTo>
                  <a:lnTo>
                    <a:pt x="770" y="1877"/>
                  </a:lnTo>
                  <a:lnTo>
                    <a:pt x="770" y="1887"/>
                  </a:lnTo>
                  <a:lnTo>
                    <a:pt x="770" y="1887"/>
                  </a:lnTo>
                  <a:lnTo>
                    <a:pt x="790" y="1877"/>
                  </a:lnTo>
                  <a:lnTo>
                    <a:pt x="810" y="1877"/>
                  </a:lnTo>
                  <a:lnTo>
                    <a:pt x="834" y="1861"/>
                  </a:lnTo>
                  <a:close/>
                  <a:moveTo>
                    <a:pt x="770" y="1887"/>
                  </a:moveTo>
                  <a:lnTo>
                    <a:pt x="751" y="1897"/>
                  </a:lnTo>
                  <a:lnTo>
                    <a:pt x="672" y="1956"/>
                  </a:lnTo>
                  <a:lnTo>
                    <a:pt x="691" y="1956"/>
                  </a:lnTo>
                  <a:lnTo>
                    <a:pt x="672" y="1996"/>
                  </a:lnTo>
                  <a:lnTo>
                    <a:pt x="672" y="1996"/>
                  </a:lnTo>
                  <a:lnTo>
                    <a:pt x="711" y="1956"/>
                  </a:lnTo>
                  <a:lnTo>
                    <a:pt x="731" y="1936"/>
                  </a:lnTo>
                  <a:lnTo>
                    <a:pt x="731" y="1956"/>
                  </a:lnTo>
                  <a:lnTo>
                    <a:pt x="810" y="1897"/>
                  </a:lnTo>
                  <a:lnTo>
                    <a:pt x="770" y="1897"/>
                  </a:lnTo>
                  <a:lnTo>
                    <a:pt x="770" y="1887"/>
                  </a:lnTo>
                  <a:close/>
                  <a:moveTo>
                    <a:pt x="968" y="2075"/>
                  </a:moveTo>
                  <a:lnTo>
                    <a:pt x="968" y="2094"/>
                  </a:lnTo>
                  <a:lnTo>
                    <a:pt x="988" y="2114"/>
                  </a:lnTo>
                  <a:lnTo>
                    <a:pt x="988" y="2094"/>
                  </a:lnTo>
                  <a:lnTo>
                    <a:pt x="988" y="2075"/>
                  </a:lnTo>
                  <a:close/>
                  <a:moveTo>
                    <a:pt x="751" y="1"/>
                  </a:moveTo>
                  <a:lnTo>
                    <a:pt x="711" y="20"/>
                  </a:lnTo>
                  <a:lnTo>
                    <a:pt x="672" y="40"/>
                  </a:lnTo>
                  <a:lnTo>
                    <a:pt x="632" y="80"/>
                  </a:lnTo>
                  <a:lnTo>
                    <a:pt x="612" y="80"/>
                  </a:lnTo>
                  <a:lnTo>
                    <a:pt x="474" y="178"/>
                  </a:lnTo>
                  <a:lnTo>
                    <a:pt x="356" y="277"/>
                  </a:lnTo>
                  <a:lnTo>
                    <a:pt x="356" y="297"/>
                  </a:lnTo>
                  <a:lnTo>
                    <a:pt x="316" y="337"/>
                  </a:lnTo>
                  <a:lnTo>
                    <a:pt x="277" y="356"/>
                  </a:lnTo>
                  <a:lnTo>
                    <a:pt x="257" y="376"/>
                  </a:lnTo>
                  <a:lnTo>
                    <a:pt x="296" y="376"/>
                  </a:lnTo>
                  <a:lnTo>
                    <a:pt x="277" y="396"/>
                  </a:lnTo>
                  <a:lnTo>
                    <a:pt x="277" y="416"/>
                  </a:lnTo>
                  <a:lnTo>
                    <a:pt x="296" y="416"/>
                  </a:lnTo>
                  <a:lnTo>
                    <a:pt x="257" y="455"/>
                  </a:lnTo>
                  <a:lnTo>
                    <a:pt x="198" y="495"/>
                  </a:lnTo>
                  <a:lnTo>
                    <a:pt x="178" y="514"/>
                  </a:lnTo>
                  <a:lnTo>
                    <a:pt x="217" y="514"/>
                  </a:lnTo>
                  <a:lnTo>
                    <a:pt x="217" y="534"/>
                  </a:lnTo>
                  <a:lnTo>
                    <a:pt x="178" y="554"/>
                  </a:lnTo>
                  <a:lnTo>
                    <a:pt x="178" y="574"/>
                  </a:lnTo>
                  <a:lnTo>
                    <a:pt x="198" y="554"/>
                  </a:lnTo>
                  <a:lnTo>
                    <a:pt x="217" y="554"/>
                  </a:lnTo>
                  <a:lnTo>
                    <a:pt x="198" y="574"/>
                  </a:lnTo>
                  <a:lnTo>
                    <a:pt x="198" y="574"/>
                  </a:lnTo>
                  <a:lnTo>
                    <a:pt x="257" y="534"/>
                  </a:lnTo>
                  <a:lnTo>
                    <a:pt x="257" y="554"/>
                  </a:lnTo>
                  <a:lnTo>
                    <a:pt x="237" y="574"/>
                  </a:lnTo>
                  <a:lnTo>
                    <a:pt x="158" y="613"/>
                  </a:lnTo>
                  <a:lnTo>
                    <a:pt x="138" y="633"/>
                  </a:lnTo>
                  <a:lnTo>
                    <a:pt x="79" y="672"/>
                  </a:lnTo>
                  <a:lnTo>
                    <a:pt x="138" y="653"/>
                  </a:lnTo>
                  <a:lnTo>
                    <a:pt x="158" y="653"/>
                  </a:lnTo>
                  <a:lnTo>
                    <a:pt x="138" y="672"/>
                  </a:lnTo>
                  <a:lnTo>
                    <a:pt x="119" y="672"/>
                  </a:lnTo>
                  <a:lnTo>
                    <a:pt x="59" y="732"/>
                  </a:lnTo>
                  <a:lnTo>
                    <a:pt x="79" y="732"/>
                  </a:lnTo>
                  <a:lnTo>
                    <a:pt x="119" y="712"/>
                  </a:lnTo>
                  <a:lnTo>
                    <a:pt x="138" y="712"/>
                  </a:lnTo>
                  <a:lnTo>
                    <a:pt x="119" y="732"/>
                  </a:lnTo>
                  <a:lnTo>
                    <a:pt x="119" y="751"/>
                  </a:lnTo>
                  <a:lnTo>
                    <a:pt x="79" y="811"/>
                  </a:lnTo>
                  <a:lnTo>
                    <a:pt x="79" y="830"/>
                  </a:lnTo>
                  <a:lnTo>
                    <a:pt x="99" y="830"/>
                  </a:lnTo>
                  <a:lnTo>
                    <a:pt x="138" y="811"/>
                  </a:lnTo>
                  <a:lnTo>
                    <a:pt x="138" y="811"/>
                  </a:lnTo>
                  <a:lnTo>
                    <a:pt x="79" y="850"/>
                  </a:lnTo>
                  <a:lnTo>
                    <a:pt x="178" y="791"/>
                  </a:lnTo>
                  <a:lnTo>
                    <a:pt x="237" y="751"/>
                  </a:lnTo>
                  <a:lnTo>
                    <a:pt x="257" y="751"/>
                  </a:lnTo>
                  <a:lnTo>
                    <a:pt x="217" y="791"/>
                  </a:lnTo>
                  <a:lnTo>
                    <a:pt x="178" y="830"/>
                  </a:lnTo>
                  <a:lnTo>
                    <a:pt x="119" y="870"/>
                  </a:lnTo>
                  <a:lnTo>
                    <a:pt x="79" y="909"/>
                  </a:lnTo>
                  <a:lnTo>
                    <a:pt x="99" y="909"/>
                  </a:lnTo>
                  <a:lnTo>
                    <a:pt x="59" y="929"/>
                  </a:lnTo>
                  <a:lnTo>
                    <a:pt x="20" y="949"/>
                  </a:lnTo>
                  <a:lnTo>
                    <a:pt x="20" y="969"/>
                  </a:lnTo>
                  <a:lnTo>
                    <a:pt x="0" y="1008"/>
                  </a:lnTo>
                  <a:lnTo>
                    <a:pt x="0" y="1028"/>
                  </a:lnTo>
                  <a:lnTo>
                    <a:pt x="59" y="988"/>
                  </a:lnTo>
                  <a:lnTo>
                    <a:pt x="40" y="1008"/>
                  </a:lnTo>
                  <a:lnTo>
                    <a:pt x="20" y="1048"/>
                  </a:lnTo>
                  <a:lnTo>
                    <a:pt x="40" y="1048"/>
                  </a:lnTo>
                  <a:lnTo>
                    <a:pt x="40" y="1067"/>
                  </a:lnTo>
                  <a:lnTo>
                    <a:pt x="20" y="1087"/>
                  </a:lnTo>
                  <a:lnTo>
                    <a:pt x="0" y="1107"/>
                  </a:lnTo>
                  <a:lnTo>
                    <a:pt x="20" y="1107"/>
                  </a:lnTo>
                  <a:lnTo>
                    <a:pt x="59" y="1067"/>
                  </a:lnTo>
                  <a:lnTo>
                    <a:pt x="99" y="1048"/>
                  </a:lnTo>
                  <a:lnTo>
                    <a:pt x="99" y="1048"/>
                  </a:lnTo>
                  <a:lnTo>
                    <a:pt x="79" y="1067"/>
                  </a:lnTo>
                  <a:lnTo>
                    <a:pt x="79" y="1087"/>
                  </a:lnTo>
                  <a:lnTo>
                    <a:pt x="59" y="1107"/>
                  </a:lnTo>
                  <a:lnTo>
                    <a:pt x="40" y="1127"/>
                  </a:lnTo>
                  <a:lnTo>
                    <a:pt x="99" y="1087"/>
                  </a:lnTo>
                  <a:lnTo>
                    <a:pt x="178" y="1028"/>
                  </a:lnTo>
                  <a:lnTo>
                    <a:pt x="158" y="1087"/>
                  </a:lnTo>
                  <a:lnTo>
                    <a:pt x="105" y="1127"/>
                  </a:lnTo>
                  <a:lnTo>
                    <a:pt x="138" y="1127"/>
                  </a:lnTo>
                  <a:lnTo>
                    <a:pt x="178" y="1107"/>
                  </a:lnTo>
                  <a:lnTo>
                    <a:pt x="277" y="1067"/>
                  </a:lnTo>
                  <a:lnTo>
                    <a:pt x="237" y="1107"/>
                  </a:lnTo>
                  <a:lnTo>
                    <a:pt x="138" y="1166"/>
                  </a:lnTo>
                  <a:lnTo>
                    <a:pt x="158" y="1166"/>
                  </a:lnTo>
                  <a:lnTo>
                    <a:pt x="119" y="1225"/>
                  </a:lnTo>
                  <a:lnTo>
                    <a:pt x="119" y="1225"/>
                  </a:lnTo>
                  <a:lnTo>
                    <a:pt x="198" y="1186"/>
                  </a:lnTo>
                  <a:lnTo>
                    <a:pt x="138" y="1245"/>
                  </a:lnTo>
                  <a:lnTo>
                    <a:pt x="138" y="1265"/>
                  </a:lnTo>
                  <a:lnTo>
                    <a:pt x="138" y="1304"/>
                  </a:lnTo>
                  <a:lnTo>
                    <a:pt x="119" y="1324"/>
                  </a:lnTo>
                  <a:lnTo>
                    <a:pt x="158" y="1344"/>
                  </a:lnTo>
                  <a:lnTo>
                    <a:pt x="217" y="1265"/>
                  </a:lnTo>
                  <a:lnTo>
                    <a:pt x="138" y="1324"/>
                  </a:lnTo>
                  <a:lnTo>
                    <a:pt x="138" y="1324"/>
                  </a:lnTo>
                  <a:lnTo>
                    <a:pt x="237" y="1245"/>
                  </a:lnTo>
                  <a:lnTo>
                    <a:pt x="336" y="1186"/>
                  </a:lnTo>
                  <a:lnTo>
                    <a:pt x="336" y="1206"/>
                  </a:lnTo>
                  <a:lnTo>
                    <a:pt x="296" y="1225"/>
                  </a:lnTo>
                  <a:lnTo>
                    <a:pt x="336" y="1225"/>
                  </a:lnTo>
                  <a:lnTo>
                    <a:pt x="356" y="1206"/>
                  </a:lnTo>
                  <a:lnTo>
                    <a:pt x="375" y="1186"/>
                  </a:lnTo>
                  <a:lnTo>
                    <a:pt x="356" y="1225"/>
                  </a:lnTo>
                  <a:lnTo>
                    <a:pt x="316" y="1245"/>
                  </a:lnTo>
                  <a:lnTo>
                    <a:pt x="336" y="1245"/>
                  </a:lnTo>
                  <a:lnTo>
                    <a:pt x="395" y="1225"/>
                  </a:lnTo>
                  <a:lnTo>
                    <a:pt x="336" y="1265"/>
                  </a:lnTo>
                  <a:lnTo>
                    <a:pt x="277" y="1285"/>
                  </a:lnTo>
                  <a:lnTo>
                    <a:pt x="237" y="1324"/>
                  </a:lnTo>
                  <a:lnTo>
                    <a:pt x="198" y="1364"/>
                  </a:lnTo>
                  <a:lnTo>
                    <a:pt x="217" y="1364"/>
                  </a:lnTo>
                  <a:lnTo>
                    <a:pt x="138" y="1403"/>
                  </a:lnTo>
                  <a:lnTo>
                    <a:pt x="178" y="1403"/>
                  </a:lnTo>
                  <a:lnTo>
                    <a:pt x="158" y="1423"/>
                  </a:lnTo>
                  <a:lnTo>
                    <a:pt x="158" y="1423"/>
                  </a:lnTo>
                  <a:lnTo>
                    <a:pt x="217" y="1383"/>
                  </a:lnTo>
                  <a:lnTo>
                    <a:pt x="178" y="1443"/>
                  </a:lnTo>
                  <a:lnTo>
                    <a:pt x="178" y="1482"/>
                  </a:lnTo>
                  <a:lnTo>
                    <a:pt x="217" y="1443"/>
                  </a:lnTo>
                  <a:lnTo>
                    <a:pt x="257" y="1443"/>
                  </a:lnTo>
                  <a:lnTo>
                    <a:pt x="237" y="1462"/>
                  </a:lnTo>
                  <a:lnTo>
                    <a:pt x="198" y="1482"/>
                  </a:lnTo>
                  <a:lnTo>
                    <a:pt x="198" y="1502"/>
                  </a:lnTo>
                  <a:lnTo>
                    <a:pt x="257" y="1502"/>
                  </a:lnTo>
                  <a:lnTo>
                    <a:pt x="336" y="1443"/>
                  </a:lnTo>
                  <a:lnTo>
                    <a:pt x="336" y="1462"/>
                  </a:lnTo>
                  <a:lnTo>
                    <a:pt x="296" y="1482"/>
                  </a:lnTo>
                  <a:lnTo>
                    <a:pt x="375" y="1462"/>
                  </a:lnTo>
                  <a:lnTo>
                    <a:pt x="375" y="1462"/>
                  </a:lnTo>
                  <a:lnTo>
                    <a:pt x="316" y="1482"/>
                  </a:lnTo>
                  <a:lnTo>
                    <a:pt x="296" y="1502"/>
                  </a:lnTo>
                  <a:lnTo>
                    <a:pt x="296" y="1522"/>
                  </a:lnTo>
                  <a:lnTo>
                    <a:pt x="296" y="1541"/>
                  </a:lnTo>
                  <a:lnTo>
                    <a:pt x="494" y="1462"/>
                  </a:lnTo>
                  <a:lnTo>
                    <a:pt x="593" y="1403"/>
                  </a:lnTo>
                  <a:lnTo>
                    <a:pt x="691" y="1344"/>
                  </a:lnTo>
                  <a:lnTo>
                    <a:pt x="652" y="1383"/>
                  </a:lnTo>
                  <a:lnTo>
                    <a:pt x="632" y="1423"/>
                  </a:lnTo>
                  <a:lnTo>
                    <a:pt x="573" y="1462"/>
                  </a:lnTo>
                  <a:lnTo>
                    <a:pt x="553" y="1482"/>
                  </a:lnTo>
                  <a:lnTo>
                    <a:pt x="514" y="1502"/>
                  </a:lnTo>
                  <a:lnTo>
                    <a:pt x="514" y="1502"/>
                  </a:lnTo>
                  <a:lnTo>
                    <a:pt x="454" y="1561"/>
                  </a:lnTo>
                  <a:lnTo>
                    <a:pt x="395" y="1581"/>
                  </a:lnTo>
                  <a:lnTo>
                    <a:pt x="454" y="1541"/>
                  </a:lnTo>
                  <a:lnTo>
                    <a:pt x="454" y="1541"/>
                  </a:lnTo>
                  <a:lnTo>
                    <a:pt x="415" y="1561"/>
                  </a:lnTo>
                  <a:lnTo>
                    <a:pt x="375" y="1581"/>
                  </a:lnTo>
                  <a:lnTo>
                    <a:pt x="296" y="1640"/>
                  </a:lnTo>
                  <a:lnTo>
                    <a:pt x="336" y="1640"/>
                  </a:lnTo>
                  <a:lnTo>
                    <a:pt x="336" y="1660"/>
                  </a:lnTo>
                  <a:lnTo>
                    <a:pt x="375" y="1660"/>
                  </a:lnTo>
                  <a:lnTo>
                    <a:pt x="356" y="1680"/>
                  </a:lnTo>
                  <a:lnTo>
                    <a:pt x="395" y="1660"/>
                  </a:lnTo>
                  <a:lnTo>
                    <a:pt x="435" y="1640"/>
                  </a:lnTo>
                  <a:lnTo>
                    <a:pt x="435" y="1640"/>
                  </a:lnTo>
                  <a:lnTo>
                    <a:pt x="415" y="1660"/>
                  </a:lnTo>
                  <a:lnTo>
                    <a:pt x="375" y="1699"/>
                  </a:lnTo>
                  <a:lnTo>
                    <a:pt x="415" y="1680"/>
                  </a:lnTo>
                  <a:lnTo>
                    <a:pt x="435" y="1680"/>
                  </a:lnTo>
                  <a:lnTo>
                    <a:pt x="494" y="1640"/>
                  </a:lnTo>
                  <a:lnTo>
                    <a:pt x="573" y="1581"/>
                  </a:lnTo>
                  <a:lnTo>
                    <a:pt x="612" y="1581"/>
                  </a:lnTo>
                  <a:lnTo>
                    <a:pt x="612" y="1601"/>
                  </a:lnTo>
                  <a:lnTo>
                    <a:pt x="593" y="1620"/>
                  </a:lnTo>
                  <a:lnTo>
                    <a:pt x="612" y="1620"/>
                  </a:lnTo>
                  <a:lnTo>
                    <a:pt x="553" y="1660"/>
                  </a:lnTo>
                  <a:lnTo>
                    <a:pt x="533" y="1660"/>
                  </a:lnTo>
                  <a:lnTo>
                    <a:pt x="533" y="1680"/>
                  </a:lnTo>
                  <a:lnTo>
                    <a:pt x="612" y="1640"/>
                  </a:lnTo>
                  <a:lnTo>
                    <a:pt x="612" y="1660"/>
                  </a:lnTo>
                  <a:lnTo>
                    <a:pt x="593" y="1680"/>
                  </a:lnTo>
                  <a:lnTo>
                    <a:pt x="514" y="1719"/>
                  </a:lnTo>
                  <a:lnTo>
                    <a:pt x="533" y="1699"/>
                  </a:lnTo>
                  <a:lnTo>
                    <a:pt x="533" y="1699"/>
                  </a:lnTo>
                  <a:lnTo>
                    <a:pt x="474" y="1739"/>
                  </a:lnTo>
                  <a:lnTo>
                    <a:pt x="514" y="1719"/>
                  </a:lnTo>
                  <a:lnTo>
                    <a:pt x="514" y="1719"/>
                  </a:lnTo>
                  <a:lnTo>
                    <a:pt x="454" y="1759"/>
                  </a:lnTo>
                  <a:lnTo>
                    <a:pt x="474" y="1739"/>
                  </a:lnTo>
                  <a:lnTo>
                    <a:pt x="474" y="1719"/>
                  </a:lnTo>
                  <a:lnTo>
                    <a:pt x="474" y="1699"/>
                  </a:lnTo>
                  <a:lnTo>
                    <a:pt x="415" y="1699"/>
                  </a:lnTo>
                  <a:lnTo>
                    <a:pt x="395" y="1739"/>
                  </a:lnTo>
                  <a:lnTo>
                    <a:pt x="415" y="1739"/>
                  </a:lnTo>
                  <a:lnTo>
                    <a:pt x="415" y="1759"/>
                  </a:lnTo>
                  <a:lnTo>
                    <a:pt x="395" y="1798"/>
                  </a:lnTo>
                  <a:lnTo>
                    <a:pt x="494" y="1759"/>
                  </a:lnTo>
                  <a:lnTo>
                    <a:pt x="553" y="1719"/>
                  </a:lnTo>
                  <a:lnTo>
                    <a:pt x="612" y="1680"/>
                  </a:lnTo>
                  <a:lnTo>
                    <a:pt x="533" y="1739"/>
                  </a:lnTo>
                  <a:lnTo>
                    <a:pt x="514" y="1778"/>
                  </a:lnTo>
                  <a:lnTo>
                    <a:pt x="593" y="1739"/>
                  </a:lnTo>
                  <a:lnTo>
                    <a:pt x="652" y="1719"/>
                  </a:lnTo>
                  <a:lnTo>
                    <a:pt x="632" y="1719"/>
                  </a:lnTo>
                  <a:lnTo>
                    <a:pt x="652" y="1699"/>
                  </a:lnTo>
                  <a:lnTo>
                    <a:pt x="672" y="1680"/>
                  </a:lnTo>
                  <a:lnTo>
                    <a:pt x="711" y="1660"/>
                  </a:lnTo>
                  <a:lnTo>
                    <a:pt x="751" y="1640"/>
                  </a:lnTo>
                  <a:lnTo>
                    <a:pt x="751" y="1660"/>
                  </a:lnTo>
                  <a:lnTo>
                    <a:pt x="731" y="1680"/>
                  </a:lnTo>
                  <a:lnTo>
                    <a:pt x="711" y="1680"/>
                  </a:lnTo>
                  <a:lnTo>
                    <a:pt x="691" y="1719"/>
                  </a:lnTo>
                  <a:lnTo>
                    <a:pt x="533" y="1778"/>
                  </a:lnTo>
                  <a:lnTo>
                    <a:pt x="533" y="1798"/>
                  </a:lnTo>
                  <a:lnTo>
                    <a:pt x="514" y="1818"/>
                  </a:lnTo>
                  <a:lnTo>
                    <a:pt x="514" y="1818"/>
                  </a:lnTo>
                  <a:lnTo>
                    <a:pt x="573" y="1778"/>
                  </a:lnTo>
                  <a:lnTo>
                    <a:pt x="612" y="1759"/>
                  </a:lnTo>
                  <a:lnTo>
                    <a:pt x="691" y="1739"/>
                  </a:lnTo>
                  <a:lnTo>
                    <a:pt x="770" y="1719"/>
                  </a:lnTo>
                  <a:lnTo>
                    <a:pt x="770" y="1719"/>
                  </a:lnTo>
                  <a:lnTo>
                    <a:pt x="711" y="1759"/>
                  </a:lnTo>
                  <a:lnTo>
                    <a:pt x="652" y="1778"/>
                  </a:lnTo>
                  <a:lnTo>
                    <a:pt x="612" y="1798"/>
                  </a:lnTo>
                  <a:lnTo>
                    <a:pt x="533" y="1857"/>
                  </a:lnTo>
                  <a:lnTo>
                    <a:pt x="573" y="1838"/>
                  </a:lnTo>
                  <a:lnTo>
                    <a:pt x="612" y="1818"/>
                  </a:lnTo>
                  <a:lnTo>
                    <a:pt x="593" y="1857"/>
                  </a:lnTo>
                  <a:lnTo>
                    <a:pt x="632" y="1857"/>
                  </a:lnTo>
                  <a:lnTo>
                    <a:pt x="652" y="1838"/>
                  </a:lnTo>
                  <a:lnTo>
                    <a:pt x="672" y="1838"/>
                  </a:lnTo>
                  <a:lnTo>
                    <a:pt x="672" y="1857"/>
                  </a:lnTo>
                  <a:lnTo>
                    <a:pt x="652" y="1877"/>
                  </a:lnTo>
                  <a:lnTo>
                    <a:pt x="691" y="1857"/>
                  </a:lnTo>
                  <a:lnTo>
                    <a:pt x="691" y="1877"/>
                  </a:lnTo>
                  <a:lnTo>
                    <a:pt x="711" y="1877"/>
                  </a:lnTo>
                  <a:lnTo>
                    <a:pt x="711" y="1897"/>
                  </a:lnTo>
                  <a:lnTo>
                    <a:pt x="751" y="1877"/>
                  </a:lnTo>
                  <a:lnTo>
                    <a:pt x="731" y="1857"/>
                  </a:lnTo>
                  <a:lnTo>
                    <a:pt x="711" y="1857"/>
                  </a:lnTo>
                  <a:lnTo>
                    <a:pt x="731" y="1838"/>
                  </a:lnTo>
                  <a:lnTo>
                    <a:pt x="790" y="1798"/>
                  </a:lnTo>
                  <a:lnTo>
                    <a:pt x="889" y="1798"/>
                  </a:lnTo>
                  <a:lnTo>
                    <a:pt x="928" y="1778"/>
                  </a:lnTo>
                  <a:lnTo>
                    <a:pt x="928" y="1798"/>
                  </a:lnTo>
                  <a:lnTo>
                    <a:pt x="909" y="1818"/>
                  </a:lnTo>
                  <a:lnTo>
                    <a:pt x="869" y="1838"/>
                  </a:lnTo>
                  <a:lnTo>
                    <a:pt x="889" y="1857"/>
                  </a:lnTo>
                  <a:lnTo>
                    <a:pt x="869" y="1857"/>
                  </a:lnTo>
                  <a:lnTo>
                    <a:pt x="849" y="1877"/>
                  </a:lnTo>
                  <a:lnTo>
                    <a:pt x="889" y="1877"/>
                  </a:lnTo>
                  <a:lnTo>
                    <a:pt x="849" y="1897"/>
                  </a:lnTo>
                  <a:lnTo>
                    <a:pt x="830" y="1936"/>
                  </a:lnTo>
                  <a:lnTo>
                    <a:pt x="849" y="1917"/>
                  </a:lnTo>
                  <a:lnTo>
                    <a:pt x="869" y="1897"/>
                  </a:lnTo>
                  <a:lnTo>
                    <a:pt x="869" y="1917"/>
                  </a:lnTo>
                  <a:lnTo>
                    <a:pt x="830" y="1936"/>
                  </a:lnTo>
                  <a:lnTo>
                    <a:pt x="849" y="1936"/>
                  </a:lnTo>
                  <a:lnTo>
                    <a:pt x="909" y="1917"/>
                  </a:lnTo>
                  <a:lnTo>
                    <a:pt x="948" y="1877"/>
                  </a:lnTo>
                  <a:lnTo>
                    <a:pt x="1007" y="1838"/>
                  </a:lnTo>
                  <a:lnTo>
                    <a:pt x="1027" y="1857"/>
                  </a:lnTo>
                  <a:lnTo>
                    <a:pt x="1027" y="1877"/>
                  </a:lnTo>
                  <a:lnTo>
                    <a:pt x="1007" y="1917"/>
                  </a:lnTo>
                  <a:lnTo>
                    <a:pt x="1027" y="1917"/>
                  </a:lnTo>
                  <a:lnTo>
                    <a:pt x="988" y="1936"/>
                  </a:lnTo>
                  <a:lnTo>
                    <a:pt x="968" y="1936"/>
                  </a:lnTo>
                  <a:lnTo>
                    <a:pt x="909" y="1976"/>
                  </a:lnTo>
                  <a:lnTo>
                    <a:pt x="869" y="1996"/>
                  </a:lnTo>
                  <a:lnTo>
                    <a:pt x="830" y="2035"/>
                  </a:lnTo>
                  <a:lnTo>
                    <a:pt x="830" y="2035"/>
                  </a:lnTo>
                  <a:lnTo>
                    <a:pt x="889" y="1996"/>
                  </a:lnTo>
                  <a:lnTo>
                    <a:pt x="968" y="1956"/>
                  </a:lnTo>
                  <a:lnTo>
                    <a:pt x="948" y="1976"/>
                  </a:lnTo>
                  <a:lnTo>
                    <a:pt x="928" y="1996"/>
                  </a:lnTo>
                  <a:lnTo>
                    <a:pt x="968" y="1996"/>
                  </a:lnTo>
                  <a:lnTo>
                    <a:pt x="869" y="2055"/>
                  </a:lnTo>
                  <a:lnTo>
                    <a:pt x="869" y="2075"/>
                  </a:lnTo>
                  <a:lnTo>
                    <a:pt x="909" y="2055"/>
                  </a:lnTo>
                  <a:lnTo>
                    <a:pt x="909" y="2035"/>
                  </a:lnTo>
                  <a:lnTo>
                    <a:pt x="948" y="2035"/>
                  </a:lnTo>
                  <a:lnTo>
                    <a:pt x="928" y="2055"/>
                  </a:lnTo>
                  <a:lnTo>
                    <a:pt x="948" y="2055"/>
                  </a:lnTo>
                  <a:lnTo>
                    <a:pt x="948" y="2075"/>
                  </a:lnTo>
                  <a:lnTo>
                    <a:pt x="968" y="2055"/>
                  </a:lnTo>
                  <a:lnTo>
                    <a:pt x="988" y="2015"/>
                  </a:lnTo>
                  <a:lnTo>
                    <a:pt x="1047" y="2015"/>
                  </a:lnTo>
                  <a:lnTo>
                    <a:pt x="1067" y="2035"/>
                  </a:lnTo>
                  <a:lnTo>
                    <a:pt x="1106" y="2035"/>
                  </a:lnTo>
                  <a:lnTo>
                    <a:pt x="1067" y="2075"/>
                  </a:lnTo>
                  <a:lnTo>
                    <a:pt x="1027" y="2094"/>
                  </a:lnTo>
                  <a:lnTo>
                    <a:pt x="1027" y="2094"/>
                  </a:lnTo>
                  <a:lnTo>
                    <a:pt x="1027" y="2134"/>
                  </a:lnTo>
                  <a:lnTo>
                    <a:pt x="988" y="2173"/>
                  </a:lnTo>
                  <a:lnTo>
                    <a:pt x="948" y="2193"/>
                  </a:lnTo>
                  <a:lnTo>
                    <a:pt x="948" y="2213"/>
                  </a:lnTo>
                  <a:lnTo>
                    <a:pt x="1027" y="2154"/>
                  </a:lnTo>
                  <a:lnTo>
                    <a:pt x="1027" y="2173"/>
                  </a:lnTo>
                  <a:lnTo>
                    <a:pt x="1067" y="2154"/>
                  </a:lnTo>
                  <a:lnTo>
                    <a:pt x="1047" y="2173"/>
                  </a:lnTo>
                  <a:lnTo>
                    <a:pt x="1027" y="2193"/>
                  </a:lnTo>
                  <a:lnTo>
                    <a:pt x="1007" y="2213"/>
                  </a:lnTo>
                  <a:lnTo>
                    <a:pt x="1047" y="2213"/>
                  </a:lnTo>
                  <a:lnTo>
                    <a:pt x="1047" y="2193"/>
                  </a:lnTo>
                  <a:lnTo>
                    <a:pt x="1106" y="2154"/>
                  </a:lnTo>
                  <a:lnTo>
                    <a:pt x="1165" y="2134"/>
                  </a:lnTo>
                  <a:lnTo>
                    <a:pt x="1146" y="2154"/>
                  </a:lnTo>
                  <a:lnTo>
                    <a:pt x="1106" y="2173"/>
                  </a:lnTo>
                  <a:lnTo>
                    <a:pt x="1086" y="2193"/>
                  </a:lnTo>
                  <a:lnTo>
                    <a:pt x="1165" y="2173"/>
                  </a:lnTo>
                  <a:lnTo>
                    <a:pt x="1146" y="2173"/>
                  </a:lnTo>
                  <a:lnTo>
                    <a:pt x="1185" y="2154"/>
                  </a:lnTo>
                  <a:lnTo>
                    <a:pt x="1225" y="2114"/>
                  </a:lnTo>
                  <a:lnTo>
                    <a:pt x="1225" y="2154"/>
                  </a:lnTo>
                  <a:lnTo>
                    <a:pt x="2074" y="1462"/>
                  </a:lnTo>
                  <a:lnTo>
                    <a:pt x="2114" y="1443"/>
                  </a:lnTo>
                  <a:lnTo>
                    <a:pt x="2094" y="1423"/>
                  </a:lnTo>
                  <a:lnTo>
                    <a:pt x="2054" y="1423"/>
                  </a:lnTo>
                  <a:lnTo>
                    <a:pt x="2074" y="1403"/>
                  </a:lnTo>
                  <a:lnTo>
                    <a:pt x="2114" y="1383"/>
                  </a:lnTo>
                  <a:lnTo>
                    <a:pt x="2094" y="1364"/>
                  </a:lnTo>
                  <a:lnTo>
                    <a:pt x="2094" y="1344"/>
                  </a:lnTo>
                  <a:lnTo>
                    <a:pt x="2035" y="1364"/>
                  </a:lnTo>
                  <a:lnTo>
                    <a:pt x="1955" y="1364"/>
                  </a:lnTo>
                  <a:lnTo>
                    <a:pt x="1955" y="1344"/>
                  </a:lnTo>
                  <a:lnTo>
                    <a:pt x="1995" y="1324"/>
                  </a:lnTo>
                  <a:lnTo>
                    <a:pt x="1995" y="1304"/>
                  </a:lnTo>
                  <a:lnTo>
                    <a:pt x="1955" y="1324"/>
                  </a:lnTo>
                  <a:lnTo>
                    <a:pt x="1995" y="1285"/>
                  </a:lnTo>
                  <a:lnTo>
                    <a:pt x="1936" y="1285"/>
                  </a:lnTo>
                  <a:lnTo>
                    <a:pt x="1975" y="1245"/>
                  </a:lnTo>
                  <a:lnTo>
                    <a:pt x="1975" y="1225"/>
                  </a:lnTo>
                  <a:lnTo>
                    <a:pt x="1936" y="1245"/>
                  </a:lnTo>
                  <a:lnTo>
                    <a:pt x="1857" y="1285"/>
                  </a:lnTo>
                  <a:lnTo>
                    <a:pt x="1916" y="1245"/>
                  </a:lnTo>
                  <a:lnTo>
                    <a:pt x="1936" y="1206"/>
                  </a:lnTo>
                  <a:lnTo>
                    <a:pt x="1857" y="1186"/>
                  </a:lnTo>
                  <a:lnTo>
                    <a:pt x="1778" y="1127"/>
                  </a:lnTo>
                  <a:lnTo>
                    <a:pt x="1797" y="1127"/>
                  </a:lnTo>
                  <a:lnTo>
                    <a:pt x="1778" y="1107"/>
                  </a:lnTo>
                  <a:lnTo>
                    <a:pt x="1679" y="1107"/>
                  </a:lnTo>
                  <a:lnTo>
                    <a:pt x="1679" y="1087"/>
                  </a:lnTo>
                  <a:lnTo>
                    <a:pt x="1639" y="1087"/>
                  </a:lnTo>
                  <a:lnTo>
                    <a:pt x="1580" y="1127"/>
                  </a:lnTo>
                  <a:lnTo>
                    <a:pt x="1481" y="1206"/>
                  </a:lnTo>
                  <a:lnTo>
                    <a:pt x="1462" y="1206"/>
                  </a:lnTo>
                  <a:lnTo>
                    <a:pt x="1481" y="1166"/>
                  </a:lnTo>
                  <a:lnTo>
                    <a:pt x="1521" y="1146"/>
                  </a:lnTo>
                  <a:lnTo>
                    <a:pt x="1521" y="1127"/>
                  </a:lnTo>
                  <a:lnTo>
                    <a:pt x="1600" y="1087"/>
                  </a:lnTo>
                  <a:lnTo>
                    <a:pt x="1679" y="1028"/>
                  </a:lnTo>
                  <a:lnTo>
                    <a:pt x="1679" y="1028"/>
                  </a:lnTo>
                  <a:lnTo>
                    <a:pt x="1600" y="1048"/>
                  </a:lnTo>
                  <a:lnTo>
                    <a:pt x="1600" y="1028"/>
                  </a:lnTo>
                  <a:lnTo>
                    <a:pt x="1580" y="1028"/>
                  </a:lnTo>
                  <a:lnTo>
                    <a:pt x="1600" y="1008"/>
                  </a:lnTo>
                  <a:lnTo>
                    <a:pt x="1620" y="988"/>
                  </a:lnTo>
                  <a:lnTo>
                    <a:pt x="1639" y="988"/>
                  </a:lnTo>
                  <a:lnTo>
                    <a:pt x="1620" y="1008"/>
                  </a:lnTo>
                  <a:lnTo>
                    <a:pt x="1659" y="1008"/>
                  </a:lnTo>
                  <a:lnTo>
                    <a:pt x="1699" y="988"/>
                  </a:lnTo>
                  <a:lnTo>
                    <a:pt x="1659" y="969"/>
                  </a:lnTo>
                  <a:lnTo>
                    <a:pt x="1639" y="969"/>
                  </a:lnTo>
                  <a:lnTo>
                    <a:pt x="1639" y="949"/>
                  </a:lnTo>
                  <a:lnTo>
                    <a:pt x="1600" y="969"/>
                  </a:lnTo>
                  <a:lnTo>
                    <a:pt x="1580" y="988"/>
                  </a:lnTo>
                  <a:lnTo>
                    <a:pt x="1521" y="1008"/>
                  </a:lnTo>
                  <a:lnTo>
                    <a:pt x="1521" y="1008"/>
                  </a:lnTo>
                  <a:lnTo>
                    <a:pt x="1600" y="949"/>
                  </a:lnTo>
                  <a:lnTo>
                    <a:pt x="1541" y="988"/>
                  </a:lnTo>
                  <a:lnTo>
                    <a:pt x="1521" y="988"/>
                  </a:lnTo>
                  <a:lnTo>
                    <a:pt x="1521" y="969"/>
                  </a:lnTo>
                  <a:lnTo>
                    <a:pt x="1521" y="949"/>
                  </a:lnTo>
                  <a:lnTo>
                    <a:pt x="1560" y="909"/>
                  </a:lnTo>
                  <a:lnTo>
                    <a:pt x="1501" y="909"/>
                  </a:lnTo>
                  <a:lnTo>
                    <a:pt x="1541" y="890"/>
                  </a:lnTo>
                  <a:lnTo>
                    <a:pt x="1541" y="850"/>
                  </a:lnTo>
                  <a:lnTo>
                    <a:pt x="1521" y="830"/>
                  </a:lnTo>
                  <a:lnTo>
                    <a:pt x="1541" y="791"/>
                  </a:lnTo>
                  <a:lnTo>
                    <a:pt x="1481" y="791"/>
                  </a:lnTo>
                  <a:lnTo>
                    <a:pt x="1422" y="811"/>
                  </a:lnTo>
                  <a:lnTo>
                    <a:pt x="1422" y="830"/>
                  </a:lnTo>
                  <a:lnTo>
                    <a:pt x="1363" y="850"/>
                  </a:lnTo>
                  <a:lnTo>
                    <a:pt x="1343" y="870"/>
                  </a:lnTo>
                  <a:lnTo>
                    <a:pt x="1323" y="870"/>
                  </a:lnTo>
                  <a:lnTo>
                    <a:pt x="1363" y="830"/>
                  </a:lnTo>
                  <a:lnTo>
                    <a:pt x="1383" y="811"/>
                  </a:lnTo>
                  <a:lnTo>
                    <a:pt x="1422" y="791"/>
                  </a:lnTo>
                  <a:lnTo>
                    <a:pt x="1402" y="771"/>
                  </a:lnTo>
                  <a:lnTo>
                    <a:pt x="1442" y="732"/>
                  </a:lnTo>
                  <a:lnTo>
                    <a:pt x="1402" y="732"/>
                  </a:lnTo>
                  <a:lnTo>
                    <a:pt x="1363" y="751"/>
                  </a:lnTo>
                  <a:lnTo>
                    <a:pt x="1383" y="732"/>
                  </a:lnTo>
                  <a:lnTo>
                    <a:pt x="1422" y="712"/>
                  </a:lnTo>
                  <a:lnTo>
                    <a:pt x="1402" y="712"/>
                  </a:lnTo>
                  <a:lnTo>
                    <a:pt x="1422" y="692"/>
                  </a:lnTo>
                  <a:lnTo>
                    <a:pt x="1383" y="712"/>
                  </a:lnTo>
                  <a:lnTo>
                    <a:pt x="1304" y="751"/>
                  </a:lnTo>
                  <a:lnTo>
                    <a:pt x="1304" y="732"/>
                  </a:lnTo>
                  <a:lnTo>
                    <a:pt x="1284" y="732"/>
                  </a:lnTo>
                  <a:lnTo>
                    <a:pt x="1323" y="712"/>
                  </a:lnTo>
                  <a:lnTo>
                    <a:pt x="1323" y="712"/>
                  </a:lnTo>
                  <a:lnTo>
                    <a:pt x="1264" y="732"/>
                  </a:lnTo>
                  <a:lnTo>
                    <a:pt x="1284" y="712"/>
                  </a:lnTo>
                  <a:lnTo>
                    <a:pt x="1205" y="732"/>
                  </a:lnTo>
                  <a:lnTo>
                    <a:pt x="1146" y="751"/>
                  </a:lnTo>
                  <a:lnTo>
                    <a:pt x="1146" y="751"/>
                  </a:lnTo>
                  <a:lnTo>
                    <a:pt x="1185" y="712"/>
                  </a:lnTo>
                  <a:lnTo>
                    <a:pt x="1264" y="653"/>
                  </a:lnTo>
                  <a:lnTo>
                    <a:pt x="1244" y="672"/>
                  </a:lnTo>
                  <a:lnTo>
                    <a:pt x="1244" y="692"/>
                  </a:lnTo>
                  <a:lnTo>
                    <a:pt x="1304" y="633"/>
                  </a:lnTo>
                  <a:lnTo>
                    <a:pt x="1323" y="593"/>
                  </a:lnTo>
                  <a:lnTo>
                    <a:pt x="1304" y="574"/>
                  </a:lnTo>
                  <a:lnTo>
                    <a:pt x="1284" y="554"/>
                  </a:lnTo>
                  <a:lnTo>
                    <a:pt x="1264" y="554"/>
                  </a:lnTo>
                  <a:lnTo>
                    <a:pt x="1244" y="534"/>
                  </a:lnTo>
                  <a:lnTo>
                    <a:pt x="1225" y="534"/>
                  </a:lnTo>
                  <a:lnTo>
                    <a:pt x="1165" y="574"/>
                  </a:lnTo>
                  <a:lnTo>
                    <a:pt x="1165" y="574"/>
                  </a:lnTo>
                  <a:lnTo>
                    <a:pt x="1205" y="534"/>
                  </a:lnTo>
                  <a:lnTo>
                    <a:pt x="1225" y="475"/>
                  </a:lnTo>
                  <a:lnTo>
                    <a:pt x="1205" y="455"/>
                  </a:lnTo>
                  <a:lnTo>
                    <a:pt x="1205" y="435"/>
                  </a:lnTo>
                  <a:lnTo>
                    <a:pt x="1165" y="416"/>
                  </a:lnTo>
                  <a:lnTo>
                    <a:pt x="1126" y="435"/>
                  </a:lnTo>
                  <a:lnTo>
                    <a:pt x="1165" y="396"/>
                  </a:lnTo>
                  <a:lnTo>
                    <a:pt x="1086" y="416"/>
                  </a:lnTo>
                  <a:lnTo>
                    <a:pt x="968" y="416"/>
                  </a:lnTo>
                  <a:lnTo>
                    <a:pt x="869" y="475"/>
                  </a:lnTo>
                  <a:lnTo>
                    <a:pt x="928" y="435"/>
                  </a:lnTo>
                  <a:lnTo>
                    <a:pt x="968" y="396"/>
                  </a:lnTo>
                  <a:lnTo>
                    <a:pt x="948" y="396"/>
                  </a:lnTo>
                  <a:lnTo>
                    <a:pt x="928" y="416"/>
                  </a:lnTo>
                  <a:lnTo>
                    <a:pt x="909" y="416"/>
                  </a:lnTo>
                  <a:lnTo>
                    <a:pt x="928" y="396"/>
                  </a:lnTo>
                  <a:lnTo>
                    <a:pt x="948" y="376"/>
                  </a:lnTo>
                  <a:lnTo>
                    <a:pt x="968" y="356"/>
                  </a:lnTo>
                  <a:lnTo>
                    <a:pt x="948" y="356"/>
                  </a:lnTo>
                  <a:lnTo>
                    <a:pt x="968" y="337"/>
                  </a:lnTo>
                  <a:lnTo>
                    <a:pt x="889" y="396"/>
                  </a:lnTo>
                  <a:lnTo>
                    <a:pt x="830" y="416"/>
                  </a:lnTo>
                  <a:lnTo>
                    <a:pt x="790" y="435"/>
                  </a:lnTo>
                  <a:lnTo>
                    <a:pt x="770" y="435"/>
                  </a:lnTo>
                  <a:lnTo>
                    <a:pt x="790" y="416"/>
                  </a:lnTo>
                  <a:lnTo>
                    <a:pt x="711" y="416"/>
                  </a:lnTo>
                  <a:lnTo>
                    <a:pt x="652" y="376"/>
                  </a:lnTo>
                  <a:lnTo>
                    <a:pt x="632" y="337"/>
                  </a:lnTo>
                  <a:lnTo>
                    <a:pt x="612" y="277"/>
                  </a:lnTo>
                  <a:lnTo>
                    <a:pt x="652" y="258"/>
                  </a:lnTo>
                  <a:lnTo>
                    <a:pt x="632" y="258"/>
                  </a:lnTo>
                  <a:lnTo>
                    <a:pt x="652" y="238"/>
                  </a:lnTo>
                  <a:lnTo>
                    <a:pt x="672" y="198"/>
                  </a:lnTo>
                  <a:lnTo>
                    <a:pt x="632" y="218"/>
                  </a:lnTo>
                  <a:lnTo>
                    <a:pt x="612" y="218"/>
                  </a:lnTo>
                  <a:lnTo>
                    <a:pt x="632" y="198"/>
                  </a:lnTo>
                  <a:lnTo>
                    <a:pt x="652" y="178"/>
                  </a:lnTo>
                  <a:lnTo>
                    <a:pt x="652" y="159"/>
                  </a:lnTo>
                  <a:lnTo>
                    <a:pt x="672" y="139"/>
                  </a:lnTo>
                  <a:lnTo>
                    <a:pt x="672" y="119"/>
                  </a:lnTo>
                  <a:lnTo>
                    <a:pt x="652" y="119"/>
                  </a:lnTo>
                  <a:lnTo>
                    <a:pt x="691" y="60"/>
                  </a:lnTo>
                  <a:lnTo>
                    <a:pt x="7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
            <p:cNvSpPr/>
            <p:nvPr/>
          </p:nvSpPr>
          <p:spPr>
            <a:xfrm>
              <a:off x="-1692875" y="3641300"/>
              <a:ext cx="525" cy="25"/>
            </a:xfrm>
            <a:custGeom>
              <a:rect b="b" l="l" r="r" t="t"/>
              <a:pathLst>
                <a:path extrusionOk="0" h="1" w="21">
                  <a:moveTo>
                    <a:pt x="21" y="0"/>
                  </a:moveTo>
                  <a:lnTo>
                    <a:pt x="21" y="0"/>
                  </a:lnTo>
                  <a:lnTo>
                    <a:pt x="1" y="0"/>
                  </a:lnTo>
                  <a:lnTo>
                    <a:pt x="1" y="0"/>
                  </a:lnTo>
                  <a:lnTo>
                    <a:pt x="21" y="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2"/>
            <p:cNvSpPr/>
            <p:nvPr/>
          </p:nvSpPr>
          <p:spPr>
            <a:xfrm>
              <a:off x="-1600025" y="3561300"/>
              <a:ext cx="25" cy="525"/>
            </a:xfrm>
            <a:custGeom>
              <a:rect b="b" l="l" r="r" t="t"/>
              <a:pathLst>
                <a:path extrusionOk="0" h="21" w="1">
                  <a:moveTo>
                    <a:pt x="0" y="20"/>
                  </a:move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
            <p:cNvSpPr/>
            <p:nvPr/>
          </p:nvSpPr>
          <p:spPr>
            <a:xfrm>
              <a:off x="-1619775" y="3485250"/>
              <a:ext cx="41500" cy="78050"/>
            </a:xfrm>
            <a:custGeom>
              <a:rect b="b" l="l" r="r" t="t"/>
              <a:pathLst>
                <a:path extrusionOk="0" h="3122" w="1660">
                  <a:moveTo>
                    <a:pt x="454" y="159"/>
                  </a:moveTo>
                  <a:lnTo>
                    <a:pt x="469" y="163"/>
                  </a:lnTo>
                  <a:lnTo>
                    <a:pt x="469" y="163"/>
                  </a:lnTo>
                  <a:lnTo>
                    <a:pt x="474" y="159"/>
                  </a:lnTo>
                  <a:close/>
                  <a:moveTo>
                    <a:pt x="1422" y="238"/>
                  </a:moveTo>
                  <a:lnTo>
                    <a:pt x="1422" y="257"/>
                  </a:lnTo>
                  <a:lnTo>
                    <a:pt x="1462" y="257"/>
                  </a:lnTo>
                  <a:lnTo>
                    <a:pt x="1422" y="238"/>
                  </a:lnTo>
                  <a:close/>
                  <a:moveTo>
                    <a:pt x="119" y="1057"/>
                  </a:moveTo>
                  <a:lnTo>
                    <a:pt x="138" y="1067"/>
                  </a:lnTo>
                  <a:lnTo>
                    <a:pt x="158" y="1067"/>
                  </a:lnTo>
                  <a:lnTo>
                    <a:pt x="119" y="1057"/>
                  </a:lnTo>
                  <a:close/>
                  <a:moveTo>
                    <a:pt x="40" y="988"/>
                  </a:moveTo>
                  <a:lnTo>
                    <a:pt x="40" y="1008"/>
                  </a:lnTo>
                  <a:lnTo>
                    <a:pt x="40" y="1028"/>
                  </a:lnTo>
                  <a:lnTo>
                    <a:pt x="0" y="1028"/>
                  </a:lnTo>
                  <a:lnTo>
                    <a:pt x="79" y="1087"/>
                  </a:lnTo>
                  <a:lnTo>
                    <a:pt x="138" y="1107"/>
                  </a:lnTo>
                  <a:lnTo>
                    <a:pt x="217" y="1126"/>
                  </a:lnTo>
                  <a:lnTo>
                    <a:pt x="217" y="1126"/>
                  </a:lnTo>
                  <a:lnTo>
                    <a:pt x="119" y="1087"/>
                  </a:lnTo>
                  <a:lnTo>
                    <a:pt x="40" y="1047"/>
                  </a:lnTo>
                  <a:lnTo>
                    <a:pt x="79" y="1047"/>
                  </a:lnTo>
                  <a:lnTo>
                    <a:pt x="119" y="1057"/>
                  </a:lnTo>
                  <a:lnTo>
                    <a:pt x="119" y="1057"/>
                  </a:lnTo>
                  <a:lnTo>
                    <a:pt x="99" y="1047"/>
                  </a:lnTo>
                  <a:lnTo>
                    <a:pt x="99" y="1028"/>
                  </a:lnTo>
                  <a:lnTo>
                    <a:pt x="119" y="1028"/>
                  </a:lnTo>
                  <a:lnTo>
                    <a:pt x="119" y="1008"/>
                  </a:lnTo>
                  <a:lnTo>
                    <a:pt x="79" y="988"/>
                  </a:lnTo>
                  <a:close/>
                  <a:moveTo>
                    <a:pt x="158" y="1146"/>
                  </a:moveTo>
                  <a:lnTo>
                    <a:pt x="178" y="1166"/>
                  </a:lnTo>
                  <a:lnTo>
                    <a:pt x="217" y="1185"/>
                  </a:lnTo>
                  <a:lnTo>
                    <a:pt x="138" y="1146"/>
                  </a:lnTo>
                  <a:close/>
                  <a:moveTo>
                    <a:pt x="217" y="1166"/>
                  </a:moveTo>
                  <a:lnTo>
                    <a:pt x="257" y="1186"/>
                  </a:lnTo>
                  <a:lnTo>
                    <a:pt x="296" y="1205"/>
                  </a:lnTo>
                  <a:lnTo>
                    <a:pt x="336" y="1205"/>
                  </a:lnTo>
                  <a:lnTo>
                    <a:pt x="316" y="1225"/>
                  </a:lnTo>
                  <a:lnTo>
                    <a:pt x="296" y="1225"/>
                  </a:lnTo>
                  <a:lnTo>
                    <a:pt x="277" y="1205"/>
                  </a:lnTo>
                  <a:lnTo>
                    <a:pt x="257" y="1205"/>
                  </a:lnTo>
                  <a:lnTo>
                    <a:pt x="217" y="1186"/>
                  </a:lnTo>
                  <a:lnTo>
                    <a:pt x="198" y="1166"/>
                  </a:lnTo>
                  <a:close/>
                  <a:moveTo>
                    <a:pt x="119" y="1699"/>
                  </a:moveTo>
                  <a:lnTo>
                    <a:pt x="119" y="1719"/>
                  </a:lnTo>
                  <a:lnTo>
                    <a:pt x="138" y="1719"/>
                  </a:lnTo>
                  <a:lnTo>
                    <a:pt x="138" y="1699"/>
                  </a:lnTo>
                  <a:close/>
                  <a:moveTo>
                    <a:pt x="119" y="1857"/>
                  </a:moveTo>
                  <a:lnTo>
                    <a:pt x="119" y="1877"/>
                  </a:lnTo>
                  <a:lnTo>
                    <a:pt x="178" y="1897"/>
                  </a:lnTo>
                  <a:lnTo>
                    <a:pt x="138" y="1877"/>
                  </a:lnTo>
                  <a:lnTo>
                    <a:pt x="138" y="1857"/>
                  </a:lnTo>
                  <a:close/>
                  <a:moveTo>
                    <a:pt x="79" y="1936"/>
                  </a:moveTo>
                  <a:lnTo>
                    <a:pt x="99" y="1956"/>
                  </a:lnTo>
                  <a:lnTo>
                    <a:pt x="119" y="1936"/>
                  </a:lnTo>
                  <a:close/>
                  <a:moveTo>
                    <a:pt x="277" y="2272"/>
                  </a:moveTo>
                  <a:lnTo>
                    <a:pt x="277" y="2292"/>
                  </a:lnTo>
                  <a:lnTo>
                    <a:pt x="316" y="2292"/>
                  </a:lnTo>
                  <a:lnTo>
                    <a:pt x="277" y="2272"/>
                  </a:lnTo>
                  <a:close/>
                  <a:moveTo>
                    <a:pt x="1245" y="2529"/>
                  </a:moveTo>
                  <a:lnTo>
                    <a:pt x="1264" y="2549"/>
                  </a:lnTo>
                  <a:lnTo>
                    <a:pt x="1284" y="2549"/>
                  </a:lnTo>
                  <a:lnTo>
                    <a:pt x="1245" y="2529"/>
                  </a:lnTo>
                  <a:close/>
                  <a:moveTo>
                    <a:pt x="40" y="2647"/>
                  </a:moveTo>
                  <a:lnTo>
                    <a:pt x="99" y="2667"/>
                  </a:lnTo>
                  <a:lnTo>
                    <a:pt x="107" y="2664"/>
                  </a:lnTo>
                  <a:lnTo>
                    <a:pt x="107" y="2664"/>
                  </a:lnTo>
                  <a:lnTo>
                    <a:pt x="40" y="2647"/>
                  </a:lnTo>
                  <a:close/>
                  <a:moveTo>
                    <a:pt x="119" y="2726"/>
                  </a:moveTo>
                  <a:lnTo>
                    <a:pt x="137" y="2728"/>
                  </a:lnTo>
                  <a:lnTo>
                    <a:pt x="137" y="2728"/>
                  </a:lnTo>
                  <a:lnTo>
                    <a:pt x="138" y="2726"/>
                  </a:lnTo>
                  <a:close/>
                  <a:moveTo>
                    <a:pt x="810" y="2786"/>
                  </a:moveTo>
                  <a:lnTo>
                    <a:pt x="830" y="2805"/>
                  </a:lnTo>
                  <a:lnTo>
                    <a:pt x="830" y="2786"/>
                  </a:lnTo>
                  <a:close/>
                  <a:moveTo>
                    <a:pt x="1136" y="2805"/>
                  </a:moveTo>
                  <a:lnTo>
                    <a:pt x="1146" y="2809"/>
                  </a:lnTo>
                  <a:lnTo>
                    <a:pt x="1146" y="2809"/>
                  </a:lnTo>
                  <a:lnTo>
                    <a:pt x="1146" y="2805"/>
                  </a:lnTo>
                  <a:close/>
                  <a:moveTo>
                    <a:pt x="237" y="2805"/>
                  </a:moveTo>
                  <a:lnTo>
                    <a:pt x="237" y="2825"/>
                  </a:lnTo>
                  <a:lnTo>
                    <a:pt x="257" y="2825"/>
                  </a:lnTo>
                  <a:lnTo>
                    <a:pt x="237" y="2805"/>
                  </a:lnTo>
                  <a:close/>
                  <a:moveTo>
                    <a:pt x="1146" y="2809"/>
                  </a:moveTo>
                  <a:lnTo>
                    <a:pt x="1146" y="2825"/>
                  </a:lnTo>
                  <a:lnTo>
                    <a:pt x="1126" y="2825"/>
                  </a:lnTo>
                  <a:lnTo>
                    <a:pt x="1166" y="2845"/>
                  </a:lnTo>
                  <a:lnTo>
                    <a:pt x="1185" y="2825"/>
                  </a:lnTo>
                  <a:lnTo>
                    <a:pt x="1146" y="2809"/>
                  </a:lnTo>
                  <a:close/>
                  <a:moveTo>
                    <a:pt x="929" y="2805"/>
                  </a:moveTo>
                  <a:lnTo>
                    <a:pt x="948" y="2825"/>
                  </a:lnTo>
                  <a:lnTo>
                    <a:pt x="929" y="2825"/>
                  </a:lnTo>
                  <a:lnTo>
                    <a:pt x="1027" y="2845"/>
                  </a:lnTo>
                  <a:lnTo>
                    <a:pt x="1146" y="2884"/>
                  </a:lnTo>
                  <a:lnTo>
                    <a:pt x="1126" y="2865"/>
                  </a:lnTo>
                  <a:lnTo>
                    <a:pt x="1067" y="2845"/>
                  </a:lnTo>
                  <a:lnTo>
                    <a:pt x="929" y="2805"/>
                  </a:lnTo>
                  <a:close/>
                  <a:moveTo>
                    <a:pt x="257" y="2884"/>
                  </a:moveTo>
                  <a:lnTo>
                    <a:pt x="316" y="2904"/>
                  </a:lnTo>
                  <a:lnTo>
                    <a:pt x="336" y="2904"/>
                  </a:lnTo>
                  <a:lnTo>
                    <a:pt x="296" y="2884"/>
                  </a:lnTo>
                  <a:close/>
                  <a:moveTo>
                    <a:pt x="1077" y="3062"/>
                  </a:moveTo>
                  <a:lnTo>
                    <a:pt x="1087" y="3082"/>
                  </a:lnTo>
                  <a:lnTo>
                    <a:pt x="1087" y="3062"/>
                  </a:lnTo>
                  <a:close/>
                  <a:moveTo>
                    <a:pt x="948" y="3082"/>
                  </a:moveTo>
                  <a:lnTo>
                    <a:pt x="929" y="3102"/>
                  </a:lnTo>
                  <a:lnTo>
                    <a:pt x="948" y="3102"/>
                  </a:lnTo>
                  <a:lnTo>
                    <a:pt x="948" y="3082"/>
                  </a:lnTo>
                  <a:close/>
                  <a:moveTo>
                    <a:pt x="1106" y="1"/>
                  </a:moveTo>
                  <a:lnTo>
                    <a:pt x="1087" y="20"/>
                  </a:lnTo>
                  <a:lnTo>
                    <a:pt x="1106" y="40"/>
                  </a:lnTo>
                  <a:lnTo>
                    <a:pt x="1047" y="40"/>
                  </a:lnTo>
                  <a:lnTo>
                    <a:pt x="1087" y="60"/>
                  </a:lnTo>
                  <a:lnTo>
                    <a:pt x="1027" y="40"/>
                  </a:lnTo>
                  <a:lnTo>
                    <a:pt x="948" y="20"/>
                  </a:lnTo>
                  <a:lnTo>
                    <a:pt x="929" y="20"/>
                  </a:lnTo>
                  <a:lnTo>
                    <a:pt x="948" y="40"/>
                  </a:lnTo>
                  <a:lnTo>
                    <a:pt x="948" y="60"/>
                  </a:lnTo>
                  <a:lnTo>
                    <a:pt x="929" y="60"/>
                  </a:lnTo>
                  <a:lnTo>
                    <a:pt x="889" y="40"/>
                  </a:lnTo>
                  <a:lnTo>
                    <a:pt x="889" y="60"/>
                  </a:lnTo>
                  <a:lnTo>
                    <a:pt x="869" y="40"/>
                  </a:lnTo>
                  <a:lnTo>
                    <a:pt x="810" y="40"/>
                  </a:lnTo>
                  <a:lnTo>
                    <a:pt x="909" y="80"/>
                  </a:lnTo>
                  <a:lnTo>
                    <a:pt x="889" y="80"/>
                  </a:lnTo>
                  <a:lnTo>
                    <a:pt x="968" y="99"/>
                  </a:lnTo>
                  <a:lnTo>
                    <a:pt x="1008" y="139"/>
                  </a:lnTo>
                  <a:lnTo>
                    <a:pt x="1008" y="139"/>
                  </a:lnTo>
                  <a:lnTo>
                    <a:pt x="948" y="99"/>
                  </a:lnTo>
                  <a:lnTo>
                    <a:pt x="909" y="99"/>
                  </a:lnTo>
                  <a:lnTo>
                    <a:pt x="830" y="60"/>
                  </a:lnTo>
                  <a:lnTo>
                    <a:pt x="810" y="60"/>
                  </a:lnTo>
                  <a:lnTo>
                    <a:pt x="731" y="40"/>
                  </a:lnTo>
                  <a:lnTo>
                    <a:pt x="790" y="60"/>
                  </a:lnTo>
                  <a:lnTo>
                    <a:pt x="790" y="80"/>
                  </a:lnTo>
                  <a:lnTo>
                    <a:pt x="770" y="80"/>
                  </a:lnTo>
                  <a:lnTo>
                    <a:pt x="751" y="60"/>
                  </a:lnTo>
                  <a:lnTo>
                    <a:pt x="691" y="40"/>
                  </a:lnTo>
                  <a:lnTo>
                    <a:pt x="691" y="60"/>
                  </a:lnTo>
                  <a:lnTo>
                    <a:pt x="731" y="99"/>
                  </a:lnTo>
                  <a:lnTo>
                    <a:pt x="731" y="119"/>
                  </a:lnTo>
                  <a:lnTo>
                    <a:pt x="711" y="99"/>
                  </a:lnTo>
                  <a:lnTo>
                    <a:pt x="672" y="99"/>
                  </a:lnTo>
                  <a:lnTo>
                    <a:pt x="691" y="119"/>
                  </a:lnTo>
                  <a:lnTo>
                    <a:pt x="691" y="119"/>
                  </a:lnTo>
                  <a:lnTo>
                    <a:pt x="632" y="99"/>
                  </a:lnTo>
                  <a:lnTo>
                    <a:pt x="573" y="99"/>
                  </a:lnTo>
                  <a:lnTo>
                    <a:pt x="612" y="119"/>
                  </a:lnTo>
                  <a:lnTo>
                    <a:pt x="612" y="139"/>
                  </a:lnTo>
                  <a:lnTo>
                    <a:pt x="652" y="159"/>
                  </a:lnTo>
                  <a:lnTo>
                    <a:pt x="593" y="139"/>
                  </a:lnTo>
                  <a:lnTo>
                    <a:pt x="593" y="139"/>
                  </a:lnTo>
                  <a:lnTo>
                    <a:pt x="691" y="198"/>
                  </a:lnTo>
                  <a:lnTo>
                    <a:pt x="751" y="218"/>
                  </a:lnTo>
                  <a:lnTo>
                    <a:pt x="770" y="238"/>
                  </a:lnTo>
                  <a:lnTo>
                    <a:pt x="770" y="238"/>
                  </a:lnTo>
                  <a:lnTo>
                    <a:pt x="711" y="218"/>
                  </a:lnTo>
                  <a:lnTo>
                    <a:pt x="652" y="198"/>
                  </a:lnTo>
                  <a:lnTo>
                    <a:pt x="593" y="178"/>
                  </a:lnTo>
                  <a:lnTo>
                    <a:pt x="553" y="178"/>
                  </a:lnTo>
                  <a:lnTo>
                    <a:pt x="553" y="198"/>
                  </a:lnTo>
                  <a:lnTo>
                    <a:pt x="514" y="178"/>
                  </a:lnTo>
                  <a:lnTo>
                    <a:pt x="469" y="163"/>
                  </a:lnTo>
                  <a:lnTo>
                    <a:pt x="469" y="163"/>
                  </a:lnTo>
                  <a:lnTo>
                    <a:pt x="454" y="178"/>
                  </a:lnTo>
                  <a:lnTo>
                    <a:pt x="395" y="178"/>
                  </a:lnTo>
                  <a:lnTo>
                    <a:pt x="454" y="218"/>
                  </a:lnTo>
                  <a:lnTo>
                    <a:pt x="435" y="218"/>
                  </a:lnTo>
                  <a:lnTo>
                    <a:pt x="375" y="198"/>
                  </a:lnTo>
                  <a:lnTo>
                    <a:pt x="395" y="218"/>
                  </a:lnTo>
                  <a:lnTo>
                    <a:pt x="375" y="238"/>
                  </a:lnTo>
                  <a:lnTo>
                    <a:pt x="336" y="238"/>
                  </a:lnTo>
                  <a:lnTo>
                    <a:pt x="375" y="257"/>
                  </a:lnTo>
                  <a:lnTo>
                    <a:pt x="435" y="277"/>
                  </a:lnTo>
                  <a:lnTo>
                    <a:pt x="336" y="277"/>
                  </a:lnTo>
                  <a:lnTo>
                    <a:pt x="395" y="317"/>
                  </a:lnTo>
                  <a:lnTo>
                    <a:pt x="494" y="336"/>
                  </a:lnTo>
                  <a:lnTo>
                    <a:pt x="435" y="336"/>
                  </a:lnTo>
                  <a:lnTo>
                    <a:pt x="356" y="317"/>
                  </a:lnTo>
                  <a:lnTo>
                    <a:pt x="257" y="297"/>
                  </a:lnTo>
                  <a:lnTo>
                    <a:pt x="257" y="317"/>
                  </a:lnTo>
                  <a:lnTo>
                    <a:pt x="237" y="317"/>
                  </a:lnTo>
                  <a:lnTo>
                    <a:pt x="296" y="336"/>
                  </a:lnTo>
                  <a:lnTo>
                    <a:pt x="356" y="356"/>
                  </a:lnTo>
                  <a:lnTo>
                    <a:pt x="277" y="317"/>
                  </a:lnTo>
                  <a:lnTo>
                    <a:pt x="316" y="317"/>
                  </a:lnTo>
                  <a:lnTo>
                    <a:pt x="375" y="336"/>
                  </a:lnTo>
                  <a:lnTo>
                    <a:pt x="395" y="356"/>
                  </a:lnTo>
                  <a:lnTo>
                    <a:pt x="435" y="376"/>
                  </a:lnTo>
                  <a:lnTo>
                    <a:pt x="514" y="435"/>
                  </a:lnTo>
                  <a:lnTo>
                    <a:pt x="454" y="435"/>
                  </a:lnTo>
                  <a:lnTo>
                    <a:pt x="415" y="415"/>
                  </a:lnTo>
                  <a:lnTo>
                    <a:pt x="356" y="396"/>
                  </a:lnTo>
                  <a:lnTo>
                    <a:pt x="375" y="415"/>
                  </a:lnTo>
                  <a:lnTo>
                    <a:pt x="336" y="415"/>
                  </a:lnTo>
                  <a:lnTo>
                    <a:pt x="375" y="435"/>
                  </a:lnTo>
                  <a:lnTo>
                    <a:pt x="395" y="455"/>
                  </a:lnTo>
                  <a:lnTo>
                    <a:pt x="375" y="455"/>
                  </a:lnTo>
                  <a:lnTo>
                    <a:pt x="296" y="435"/>
                  </a:lnTo>
                  <a:lnTo>
                    <a:pt x="277" y="455"/>
                  </a:lnTo>
                  <a:lnTo>
                    <a:pt x="237" y="475"/>
                  </a:lnTo>
                  <a:lnTo>
                    <a:pt x="217" y="475"/>
                  </a:lnTo>
                  <a:lnTo>
                    <a:pt x="217" y="514"/>
                  </a:lnTo>
                  <a:lnTo>
                    <a:pt x="296" y="514"/>
                  </a:lnTo>
                  <a:lnTo>
                    <a:pt x="356" y="534"/>
                  </a:lnTo>
                  <a:lnTo>
                    <a:pt x="454" y="573"/>
                  </a:lnTo>
                  <a:lnTo>
                    <a:pt x="395" y="573"/>
                  </a:lnTo>
                  <a:lnTo>
                    <a:pt x="415" y="593"/>
                  </a:lnTo>
                  <a:lnTo>
                    <a:pt x="454" y="593"/>
                  </a:lnTo>
                  <a:lnTo>
                    <a:pt x="474" y="613"/>
                  </a:lnTo>
                  <a:lnTo>
                    <a:pt x="435" y="613"/>
                  </a:lnTo>
                  <a:lnTo>
                    <a:pt x="395" y="593"/>
                  </a:lnTo>
                  <a:lnTo>
                    <a:pt x="395" y="613"/>
                  </a:lnTo>
                  <a:lnTo>
                    <a:pt x="336" y="593"/>
                  </a:lnTo>
                  <a:lnTo>
                    <a:pt x="277" y="573"/>
                  </a:lnTo>
                  <a:lnTo>
                    <a:pt x="237" y="554"/>
                  </a:lnTo>
                  <a:lnTo>
                    <a:pt x="237" y="573"/>
                  </a:lnTo>
                  <a:lnTo>
                    <a:pt x="158" y="554"/>
                  </a:lnTo>
                  <a:lnTo>
                    <a:pt x="158" y="573"/>
                  </a:lnTo>
                  <a:lnTo>
                    <a:pt x="138" y="573"/>
                  </a:lnTo>
                  <a:lnTo>
                    <a:pt x="217" y="593"/>
                  </a:lnTo>
                  <a:lnTo>
                    <a:pt x="158" y="613"/>
                  </a:lnTo>
                  <a:lnTo>
                    <a:pt x="119" y="633"/>
                  </a:lnTo>
                  <a:lnTo>
                    <a:pt x="178" y="633"/>
                  </a:lnTo>
                  <a:lnTo>
                    <a:pt x="198" y="652"/>
                  </a:lnTo>
                  <a:lnTo>
                    <a:pt x="119" y="652"/>
                  </a:lnTo>
                  <a:lnTo>
                    <a:pt x="119" y="672"/>
                  </a:lnTo>
                  <a:lnTo>
                    <a:pt x="158" y="712"/>
                  </a:lnTo>
                  <a:lnTo>
                    <a:pt x="237" y="731"/>
                  </a:lnTo>
                  <a:lnTo>
                    <a:pt x="237" y="751"/>
                  </a:lnTo>
                  <a:lnTo>
                    <a:pt x="198" y="731"/>
                  </a:lnTo>
                  <a:lnTo>
                    <a:pt x="257" y="771"/>
                  </a:lnTo>
                  <a:lnTo>
                    <a:pt x="277" y="791"/>
                  </a:lnTo>
                  <a:lnTo>
                    <a:pt x="257" y="791"/>
                  </a:lnTo>
                  <a:lnTo>
                    <a:pt x="198" y="751"/>
                  </a:lnTo>
                  <a:lnTo>
                    <a:pt x="158" y="751"/>
                  </a:lnTo>
                  <a:lnTo>
                    <a:pt x="158" y="771"/>
                  </a:lnTo>
                  <a:lnTo>
                    <a:pt x="138" y="771"/>
                  </a:lnTo>
                  <a:lnTo>
                    <a:pt x="316" y="889"/>
                  </a:lnTo>
                  <a:lnTo>
                    <a:pt x="435" y="909"/>
                  </a:lnTo>
                  <a:lnTo>
                    <a:pt x="533" y="968"/>
                  </a:lnTo>
                  <a:lnTo>
                    <a:pt x="454" y="968"/>
                  </a:lnTo>
                  <a:lnTo>
                    <a:pt x="375" y="949"/>
                  </a:lnTo>
                  <a:lnTo>
                    <a:pt x="336" y="949"/>
                  </a:lnTo>
                  <a:lnTo>
                    <a:pt x="316" y="929"/>
                  </a:lnTo>
                  <a:lnTo>
                    <a:pt x="375" y="929"/>
                  </a:lnTo>
                  <a:lnTo>
                    <a:pt x="237" y="909"/>
                  </a:lnTo>
                  <a:lnTo>
                    <a:pt x="198" y="870"/>
                  </a:lnTo>
                  <a:lnTo>
                    <a:pt x="158" y="870"/>
                  </a:lnTo>
                  <a:lnTo>
                    <a:pt x="59" y="850"/>
                  </a:lnTo>
                  <a:lnTo>
                    <a:pt x="59" y="850"/>
                  </a:lnTo>
                  <a:lnTo>
                    <a:pt x="79" y="870"/>
                  </a:lnTo>
                  <a:lnTo>
                    <a:pt x="99" y="889"/>
                  </a:lnTo>
                  <a:lnTo>
                    <a:pt x="59" y="870"/>
                  </a:lnTo>
                  <a:lnTo>
                    <a:pt x="59" y="870"/>
                  </a:lnTo>
                  <a:lnTo>
                    <a:pt x="79" y="889"/>
                  </a:lnTo>
                  <a:lnTo>
                    <a:pt x="99" y="909"/>
                  </a:lnTo>
                  <a:lnTo>
                    <a:pt x="59" y="929"/>
                  </a:lnTo>
                  <a:lnTo>
                    <a:pt x="99" y="929"/>
                  </a:lnTo>
                  <a:lnTo>
                    <a:pt x="138" y="949"/>
                  </a:lnTo>
                  <a:lnTo>
                    <a:pt x="59" y="949"/>
                  </a:lnTo>
                  <a:lnTo>
                    <a:pt x="99" y="968"/>
                  </a:lnTo>
                  <a:lnTo>
                    <a:pt x="99" y="988"/>
                  </a:lnTo>
                  <a:lnTo>
                    <a:pt x="178" y="1008"/>
                  </a:lnTo>
                  <a:lnTo>
                    <a:pt x="277" y="1028"/>
                  </a:lnTo>
                  <a:lnTo>
                    <a:pt x="296" y="1047"/>
                  </a:lnTo>
                  <a:lnTo>
                    <a:pt x="296" y="1067"/>
                  </a:lnTo>
                  <a:lnTo>
                    <a:pt x="257" y="1067"/>
                  </a:lnTo>
                  <a:lnTo>
                    <a:pt x="237" y="1047"/>
                  </a:lnTo>
                  <a:lnTo>
                    <a:pt x="257" y="1087"/>
                  </a:lnTo>
                  <a:lnTo>
                    <a:pt x="257" y="1087"/>
                  </a:lnTo>
                  <a:lnTo>
                    <a:pt x="198" y="1067"/>
                  </a:lnTo>
                  <a:lnTo>
                    <a:pt x="198" y="1047"/>
                  </a:lnTo>
                  <a:lnTo>
                    <a:pt x="178" y="1047"/>
                  </a:lnTo>
                  <a:lnTo>
                    <a:pt x="178" y="1067"/>
                  </a:lnTo>
                  <a:lnTo>
                    <a:pt x="237" y="1107"/>
                  </a:lnTo>
                  <a:lnTo>
                    <a:pt x="217" y="1126"/>
                  </a:lnTo>
                  <a:lnTo>
                    <a:pt x="119" y="1107"/>
                  </a:lnTo>
                  <a:lnTo>
                    <a:pt x="79" y="1126"/>
                  </a:lnTo>
                  <a:lnTo>
                    <a:pt x="79" y="1146"/>
                  </a:lnTo>
                  <a:lnTo>
                    <a:pt x="40" y="1146"/>
                  </a:lnTo>
                  <a:lnTo>
                    <a:pt x="119" y="1166"/>
                  </a:lnTo>
                  <a:lnTo>
                    <a:pt x="158" y="1166"/>
                  </a:lnTo>
                  <a:lnTo>
                    <a:pt x="217" y="1225"/>
                  </a:lnTo>
                  <a:lnTo>
                    <a:pt x="277" y="1284"/>
                  </a:lnTo>
                  <a:lnTo>
                    <a:pt x="217" y="1265"/>
                  </a:lnTo>
                  <a:lnTo>
                    <a:pt x="158" y="1225"/>
                  </a:lnTo>
                  <a:lnTo>
                    <a:pt x="119" y="1205"/>
                  </a:lnTo>
                  <a:lnTo>
                    <a:pt x="40" y="1186"/>
                  </a:lnTo>
                  <a:lnTo>
                    <a:pt x="79" y="1205"/>
                  </a:lnTo>
                  <a:lnTo>
                    <a:pt x="99" y="1225"/>
                  </a:lnTo>
                  <a:lnTo>
                    <a:pt x="59" y="1225"/>
                  </a:lnTo>
                  <a:lnTo>
                    <a:pt x="79" y="1265"/>
                  </a:lnTo>
                  <a:lnTo>
                    <a:pt x="119" y="1265"/>
                  </a:lnTo>
                  <a:lnTo>
                    <a:pt x="138" y="1284"/>
                  </a:lnTo>
                  <a:lnTo>
                    <a:pt x="119" y="1304"/>
                  </a:lnTo>
                  <a:lnTo>
                    <a:pt x="119" y="1324"/>
                  </a:lnTo>
                  <a:lnTo>
                    <a:pt x="119" y="1344"/>
                  </a:lnTo>
                  <a:lnTo>
                    <a:pt x="119" y="1363"/>
                  </a:lnTo>
                  <a:lnTo>
                    <a:pt x="158" y="1363"/>
                  </a:lnTo>
                  <a:lnTo>
                    <a:pt x="138" y="1344"/>
                  </a:lnTo>
                  <a:lnTo>
                    <a:pt x="217" y="1344"/>
                  </a:lnTo>
                  <a:lnTo>
                    <a:pt x="237" y="1363"/>
                  </a:lnTo>
                  <a:lnTo>
                    <a:pt x="257" y="1383"/>
                  </a:lnTo>
                  <a:lnTo>
                    <a:pt x="277" y="1403"/>
                  </a:lnTo>
                  <a:lnTo>
                    <a:pt x="277" y="1423"/>
                  </a:lnTo>
                  <a:lnTo>
                    <a:pt x="296" y="1423"/>
                  </a:lnTo>
                  <a:lnTo>
                    <a:pt x="336" y="1442"/>
                  </a:lnTo>
                  <a:lnTo>
                    <a:pt x="316" y="1462"/>
                  </a:lnTo>
                  <a:lnTo>
                    <a:pt x="296" y="1462"/>
                  </a:lnTo>
                  <a:lnTo>
                    <a:pt x="257" y="1442"/>
                  </a:lnTo>
                  <a:lnTo>
                    <a:pt x="198" y="1423"/>
                  </a:lnTo>
                  <a:lnTo>
                    <a:pt x="178" y="1403"/>
                  </a:lnTo>
                  <a:lnTo>
                    <a:pt x="138" y="1383"/>
                  </a:lnTo>
                  <a:lnTo>
                    <a:pt x="40" y="1363"/>
                  </a:lnTo>
                  <a:lnTo>
                    <a:pt x="40" y="1363"/>
                  </a:lnTo>
                  <a:lnTo>
                    <a:pt x="59" y="1383"/>
                  </a:lnTo>
                  <a:lnTo>
                    <a:pt x="20" y="1383"/>
                  </a:lnTo>
                  <a:lnTo>
                    <a:pt x="59" y="1403"/>
                  </a:lnTo>
                  <a:lnTo>
                    <a:pt x="158" y="1423"/>
                  </a:lnTo>
                  <a:lnTo>
                    <a:pt x="138" y="1403"/>
                  </a:lnTo>
                  <a:lnTo>
                    <a:pt x="158" y="1403"/>
                  </a:lnTo>
                  <a:lnTo>
                    <a:pt x="217" y="1442"/>
                  </a:lnTo>
                  <a:lnTo>
                    <a:pt x="257" y="1462"/>
                  </a:lnTo>
                  <a:lnTo>
                    <a:pt x="237" y="1462"/>
                  </a:lnTo>
                  <a:lnTo>
                    <a:pt x="237" y="1482"/>
                  </a:lnTo>
                  <a:lnTo>
                    <a:pt x="198" y="1462"/>
                  </a:lnTo>
                  <a:lnTo>
                    <a:pt x="119" y="1442"/>
                  </a:lnTo>
                  <a:lnTo>
                    <a:pt x="158" y="1462"/>
                  </a:lnTo>
                  <a:lnTo>
                    <a:pt x="158" y="1462"/>
                  </a:lnTo>
                  <a:lnTo>
                    <a:pt x="178" y="1482"/>
                  </a:lnTo>
                  <a:lnTo>
                    <a:pt x="198" y="1482"/>
                  </a:lnTo>
                  <a:lnTo>
                    <a:pt x="198" y="1502"/>
                  </a:lnTo>
                  <a:lnTo>
                    <a:pt x="158" y="1482"/>
                  </a:lnTo>
                  <a:lnTo>
                    <a:pt x="158" y="1482"/>
                  </a:lnTo>
                  <a:lnTo>
                    <a:pt x="178" y="1502"/>
                  </a:lnTo>
                  <a:lnTo>
                    <a:pt x="217" y="1521"/>
                  </a:lnTo>
                  <a:lnTo>
                    <a:pt x="277" y="1541"/>
                  </a:lnTo>
                  <a:lnTo>
                    <a:pt x="336" y="1561"/>
                  </a:lnTo>
                  <a:lnTo>
                    <a:pt x="336" y="1581"/>
                  </a:lnTo>
                  <a:lnTo>
                    <a:pt x="336" y="1600"/>
                  </a:lnTo>
                  <a:lnTo>
                    <a:pt x="277" y="1600"/>
                  </a:lnTo>
                  <a:lnTo>
                    <a:pt x="336" y="1620"/>
                  </a:lnTo>
                  <a:lnTo>
                    <a:pt x="257" y="1620"/>
                  </a:lnTo>
                  <a:lnTo>
                    <a:pt x="257" y="1600"/>
                  </a:lnTo>
                  <a:lnTo>
                    <a:pt x="237" y="1581"/>
                  </a:lnTo>
                  <a:lnTo>
                    <a:pt x="178" y="1561"/>
                  </a:lnTo>
                  <a:lnTo>
                    <a:pt x="138" y="1561"/>
                  </a:lnTo>
                  <a:lnTo>
                    <a:pt x="217" y="1600"/>
                  </a:lnTo>
                  <a:lnTo>
                    <a:pt x="198" y="1600"/>
                  </a:lnTo>
                  <a:lnTo>
                    <a:pt x="138" y="1581"/>
                  </a:lnTo>
                  <a:lnTo>
                    <a:pt x="178" y="1600"/>
                  </a:lnTo>
                  <a:lnTo>
                    <a:pt x="198" y="1620"/>
                  </a:lnTo>
                  <a:lnTo>
                    <a:pt x="79" y="1600"/>
                  </a:lnTo>
                  <a:lnTo>
                    <a:pt x="119" y="1620"/>
                  </a:lnTo>
                  <a:lnTo>
                    <a:pt x="138" y="1620"/>
                  </a:lnTo>
                  <a:lnTo>
                    <a:pt x="138" y="1640"/>
                  </a:lnTo>
                  <a:lnTo>
                    <a:pt x="119" y="1660"/>
                  </a:lnTo>
                  <a:lnTo>
                    <a:pt x="119" y="1679"/>
                  </a:lnTo>
                  <a:lnTo>
                    <a:pt x="158" y="1679"/>
                  </a:lnTo>
                  <a:lnTo>
                    <a:pt x="138" y="1660"/>
                  </a:lnTo>
                  <a:lnTo>
                    <a:pt x="198" y="1660"/>
                  </a:lnTo>
                  <a:lnTo>
                    <a:pt x="217" y="1679"/>
                  </a:lnTo>
                  <a:lnTo>
                    <a:pt x="217" y="1699"/>
                  </a:lnTo>
                  <a:lnTo>
                    <a:pt x="217" y="1739"/>
                  </a:lnTo>
                  <a:lnTo>
                    <a:pt x="257" y="1758"/>
                  </a:lnTo>
                  <a:lnTo>
                    <a:pt x="198" y="1758"/>
                  </a:lnTo>
                  <a:lnTo>
                    <a:pt x="138" y="1739"/>
                  </a:lnTo>
                  <a:lnTo>
                    <a:pt x="158" y="1758"/>
                  </a:lnTo>
                  <a:lnTo>
                    <a:pt x="20" y="1758"/>
                  </a:lnTo>
                  <a:lnTo>
                    <a:pt x="20" y="1778"/>
                  </a:lnTo>
                  <a:lnTo>
                    <a:pt x="99" y="1778"/>
                  </a:lnTo>
                  <a:lnTo>
                    <a:pt x="119" y="1798"/>
                  </a:lnTo>
                  <a:lnTo>
                    <a:pt x="99" y="1798"/>
                  </a:lnTo>
                  <a:lnTo>
                    <a:pt x="138" y="1818"/>
                  </a:lnTo>
                  <a:lnTo>
                    <a:pt x="40" y="1818"/>
                  </a:lnTo>
                  <a:lnTo>
                    <a:pt x="79" y="1837"/>
                  </a:lnTo>
                  <a:lnTo>
                    <a:pt x="99" y="1837"/>
                  </a:lnTo>
                  <a:lnTo>
                    <a:pt x="158" y="1857"/>
                  </a:lnTo>
                  <a:lnTo>
                    <a:pt x="198" y="1877"/>
                  </a:lnTo>
                  <a:lnTo>
                    <a:pt x="178" y="1877"/>
                  </a:lnTo>
                  <a:lnTo>
                    <a:pt x="178" y="1897"/>
                  </a:lnTo>
                  <a:lnTo>
                    <a:pt x="217" y="1897"/>
                  </a:lnTo>
                  <a:lnTo>
                    <a:pt x="257" y="1916"/>
                  </a:lnTo>
                  <a:lnTo>
                    <a:pt x="237" y="1936"/>
                  </a:lnTo>
                  <a:lnTo>
                    <a:pt x="158" y="1916"/>
                  </a:lnTo>
                  <a:lnTo>
                    <a:pt x="158" y="1916"/>
                  </a:lnTo>
                  <a:lnTo>
                    <a:pt x="217" y="1956"/>
                  </a:lnTo>
                  <a:lnTo>
                    <a:pt x="237" y="1976"/>
                  </a:lnTo>
                  <a:lnTo>
                    <a:pt x="277" y="1976"/>
                  </a:lnTo>
                  <a:lnTo>
                    <a:pt x="316" y="1995"/>
                  </a:lnTo>
                  <a:lnTo>
                    <a:pt x="237" y="1995"/>
                  </a:lnTo>
                  <a:lnTo>
                    <a:pt x="237" y="1976"/>
                  </a:lnTo>
                  <a:lnTo>
                    <a:pt x="138" y="1976"/>
                  </a:lnTo>
                  <a:lnTo>
                    <a:pt x="99" y="1956"/>
                  </a:lnTo>
                  <a:lnTo>
                    <a:pt x="99" y="1956"/>
                  </a:lnTo>
                  <a:lnTo>
                    <a:pt x="119" y="1976"/>
                  </a:lnTo>
                  <a:lnTo>
                    <a:pt x="79" y="1976"/>
                  </a:lnTo>
                  <a:lnTo>
                    <a:pt x="79" y="1995"/>
                  </a:lnTo>
                  <a:lnTo>
                    <a:pt x="138" y="1995"/>
                  </a:lnTo>
                  <a:lnTo>
                    <a:pt x="198" y="2015"/>
                  </a:lnTo>
                  <a:lnTo>
                    <a:pt x="99" y="2015"/>
                  </a:lnTo>
                  <a:lnTo>
                    <a:pt x="119" y="2035"/>
                  </a:lnTo>
                  <a:lnTo>
                    <a:pt x="138" y="2035"/>
                  </a:lnTo>
                  <a:lnTo>
                    <a:pt x="217" y="2074"/>
                  </a:lnTo>
                  <a:lnTo>
                    <a:pt x="316" y="2074"/>
                  </a:lnTo>
                  <a:lnTo>
                    <a:pt x="375" y="2094"/>
                  </a:lnTo>
                  <a:lnTo>
                    <a:pt x="395" y="2114"/>
                  </a:lnTo>
                  <a:lnTo>
                    <a:pt x="356" y="2114"/>
                  </a:lnTo>
                  <a:lnTo>
                    <a:pt x="336" y="2094"/>
                  </a:lnTo>
                  <a:lnTo>
                    <a:pt x="316" y="2074"/>
                  </a:lnTo>
                  <a:lnTo>
                    <a:pt x="316" y="2094"/>
                  </a:lnTo>
                  <a:lnTo>
                    <a:pt x="356" y="2114"/>
                  </a:lnTo>
                  <a:lnTo>
                    <a:pt x="296" y="2114"/>
                  </a:lnTo>
                  <a:lnTo>
                    <a:pt x="158" y="2074"/>
                  </a:lnTo>
                  <a:lnTo>
                    <a:pt x="0" y="2035"/>
                  </a:lnTo>
                  <a:lnTo>
                    <a:pt x="20" y="2074"/>
                  </a:lnTo>
                  <a:lnTo>
                    <a:pt x="20" y="2094"/>
                  </a:lnTo>
                  <a:lnTo>
                    <a:pt x="0" y="2094"/>
                  </a:lnTo>
                  <a:lnTo>
                    <a:pt x="79" y="2134"/>
                  </a:lnTo>
                  <a:lnTo>
                    <a:pt x="198" y="2153"/>
                  </a:lnTo>
                  <a:lnTo>
                    <a:pt x="198" y="2173"/>
                  </a:lnTo>
                  <a:lnTo>
                    <a:pt x="178" y="2173"/>
                  </a:lnTo>
                  <a:lnTo>
                    <a:pt x="138" y="2153"/>
                  </a:lnTo>
                  <a:lnTo>
                    <a:pt x="138" y="2153"/>
                  </a:lnTo>
                  <a:lnTo>
                    <a:pt x="198" y="2193"/>
                  </a:lnTo>
                  <a:lnTo>
                    <a:pt x="198" y="2213"/>
                  </a:lnTo>
                  <a:lnTo>
                    <a:pt x="198" y="2232"/>
                  </a:lnTo>
                  <a:lnTo>
                    <a:pt x="257" y="2252"/>
                  </a:lnTo>
                  <a:lnTo>
                    <a:pt x="356" y="2252"/>
                  </a:lnTo>
                  <a:lnTo>
                    <a:pt x="356" y="2272"/>
                  </a:lnTo>
                  <a:lnTo>
                    <a:pt x="375" y="2272"/>
                  </a:lnTo>
                  <a:lnTo>
                    <a:pt x="415" y="2292"/>
                  </a:lnTo>
                  <a:lnTo>
                    <a:pt x="415" y="2312"/>
                  </a:lnTo>
                  <a:lnTo>
                    <a:pt x="356" y="2292"/>
                  </a:lnTo>
                  <a:lnTo>
                    <a:pt x="336" y="2312"/>
                  </a:lnTo>
                  <a:lnTo>
                    <a:pt x="356" y="2331"/>
                  </a:lnTo>
                  <a:lnTo>
                    <a:pt x="356" y="2331"/>
                  </a:lnTo>
                  <a:lnTo>
                    <a:pt x="296" y="2312"/>
                  </a:lnTo>
                  <a:lnTo>
                    <a:pt x="277" y="2292"/>
                  </a:lnTo>
                  <a:lnTo>
                    <a:pt x="257" y="2292"/>
                  </a:lnTo>
                  <a:lnTo>
                    <a:pt x="138" y="2272"/>
                  </a:lnTo>
                  <a:lnTo>
                    <a:pt x="178" y="2292"/>
                  </a:lnTo>
                  <a:lnTo>
                    <a:pt x="237" y="2292"/>
                  </a:lnTo>
                  <a:lnTo>
                    <a:pt x="257" y="2312"/>
                  </a:lnTo>
                  <a:lnTo>
                    <a:pt x="198" y="2312"/>
                  </a:lnTo>
                  <a:lnTo>
                    <a:pt x="178" y="2331"/>
                  </a:lnTo>
                  <a:lnTo>
                    <a:pt x="158" y="2351"/>
                  </a:lnTo>
                  <a:lnTo>
                    <a:pt x="59" y="2331"/>
                  </a:lnTo>
                  <a:lnTo>
                    <a:pt x="138" y="2371"/>
                  </a:lnTo>
                  <a:lnTo>
                    <a:pt x="178" y="2391"/>
                  </a:lnTo>
                  <a:lnTo>
                    <a:pt x="178" y="2410"/>
                  </a:lnTo>
                  <a:lnTo>
                    <a:pt x="217" y="2430"/>
                  </a:lnTo>
                  <a:lnTo>
                    <a:pt x="277" y="2450"/>
                  </a:lnTo>
                  <a:lnTo>
                    <a:pt x="296" y="2450"/>
                  </a:lnTo>
                  <a:lnTo>
                    <a:pt x="277" y="2410"/>
                  </a:lnTo>
                  <a:lnTo>
                    <a:pt x="257" y="2410"/>
                  </a:lnTo>
                  <a:lnTo>
                    <a:pt x="296" y="2391"/>
                  </a:lnTo>
                  <a:lnTo>
                    <a:pt x="178" y="2371"/>
                  </a:lnTo>
                  <a:lnTo>
                    <a:pt x="178" y="2351"/>
                  </a:lnTo>
                  <a:lnTo>
                    <a:pt x="217" y="2351"/>
                  </a:lnTo>
                  <a:lnTo>
                    <a:pt x="316" y="2391"/>
                  </a:lnTo>
                  <a:lnTo>
                    <a:pt x="356" y="2391"/>
                  </a:lnTo>
                  <a:lnTo>
                    <a:pt x="375" y="2410"/>
                  </a:lnTo>
                  <a:lnTo>
                    <a:pt x="415" y="2410"/>
                  </a:lnTo>
                  <a:lnTo>
                    <a:pt x="435" y="2391"/>
                  </a:lnTo>
                  <a:lnTo>
                    <a:pt x="514" y="2410"/>
                  </a:lnTo>
                  <a:lnTo>
                    <a:pt x="652" y="2470"/>
                  </a:lnTo>
                  <a:lnTo>
                    <a:pt x="652" y="2470"/>
                  </a:lnTo>
                  <a:lnTo>
                    <a:pt x="593" y="2450"/>
                  </a:lnTo>
                  <a:lnTo>
                    <a:pt x="593" y="2450"/>
                  </a:lnTo>
                  <a:lnTo>
                    <a:pt x="672" y="2489"/>
                  </a:lnTo>
                  <a:lnTo>
                    <a:pt x="553" y="2470"/>
                  </a:lnTo>
                  <a:lnTo>
                    <a:pt x="553" y="2489"/>
                  </a:lnTo>
                  <a:lnTo>
                    <a:pt x="553" y="2509"/>
                  </a:lnTo>
                  <a:lnTo>
                    <a:pt x="612" y="2509"/>
                  </a:lnTo>
                  <a:lnTo>
                    <a:pt x="593" y="2489"/>
                  </a:lnTo>
                  <a:lnTo>
                    <a:pt x="652" y="2509"/>
                  </a:lnTo>
                  <a:lnTo>
                    <a:pt x="632" y="2509"/>
                  </a:lnTo>
                  <a:lnTo>
                    <a:pt x="632" y="2529"/>
                  </a:lnTo>
                  <a:lnTo>
                    <a:pt x="672" y="2529"/>
                  </a:lnTo>
                  <a:lnTo>
                    <a:pt x="751" y="2568"/>
                  </a:lnTo>
                  <a:lnTo>
                    <a:pt x="632" y="2568"/>
                  </a:lnTo>
                  <a:lnTo>
                    <a:pt x="494" y="2529"/>
                  </a:lnTo>
                  <a:lnTo>
                    <a:pt x="514" y="2549"/>
                  </a:lnTo>
                  <a:lnTo>
                    <a:pt x="316" y="2489"/>
                  </a:lnTo>
                  <a:lnTo>
                    <a:pt x="277" y="2509"/>
                  </a:lnTo>
                  <a:lnTo>
                    <a:pt x="277" y="2529"/>
                  </a:lnTo>
                  <a:lnTo>
                    <a:pt x="138" y="2509"/>
                  </a:lnTo>
                  <a:lnTo>
                    <a:pt x="158" y="2529"/>
                  </a:lnTo>
                  <a:lnTo>
                    <a:pt x="138" y="2529"/>
                  </a:lnTo>
                  <a:lnTo>
                    <a:pt x="79" y="2549"/>
                  </a:lnTo>
                  <a:lnTo>
                    <a:pt x="178" y="2549"/>
                  </a:lnTo>
                  <a:lnTo>
                    <a:pt x="217" y="2568"/>
                  </a:lnTo>
                  <a:lnTo>
                    <a:pt x="198" y="2568"/>
                  </a:lnTo>
                  <a:lnTo>
                    <a:pt x="217" y="2588"/>
                  </a:lnTo>
                  <a:lnTo>
                    <a:pt x="237" y="2568"/>
                  </a:lnTo>
                  <a:lnTo>
                    <a:pt x="277" y="2568"/>
                  </a:lnTo>
                  <a:lnTo>
                    <a:pt x="316" y="2588"/>
                  </a:lnTo>
                  <a:lnTo>
                    <a:pt x="435" y="2588"/>
                  </a:lnTo>
                  <a:lnTo>
                    <a:pt x="435" y="2608"/>
                  </a:lnTo>
                  <a:lnTo>
                    <a:pt x="435" y="2628"/>
                  </a:lnTo>
                  <a:lnTo>
                    <a:pt x="277" y="2588"/>
                  </a:lnTo>
                  <a:lnTo>
                    <a:pt x="296" y="2608"/>
                  </a:lnTo>
                  <a:lnTo>
                    <a:pt x="257" y="2628"/>
                  </a:lnTo>
                  <a:lnTo>
                    <a:pt x="217" y="2608"/>
                  </a:lnTo>
                  <a:lnTo>
                    <a:pt x="138" y="2608"/>
                  </a:lnTo>
                  <a:lnTo>
                    <a:pt x="138" y="2588"/>
                  </a:lnTo>
                  <a:lnTo>
                    <a:pt x="99" y="2628"/>
                  </a:lnTo>
                  <a:lnTo>
                    <a:pt x="79" y="2608"/>
                  </a:lnTo>
                  <a:lnTo>
                    <a:pt x="59" y="2608"/>
                  </a:lnTo>
                  <a:lnTo>
                    <a:pt x="59" y="2628"/>
                  </a:lnTo>
                  <a:lnTo>
                    <a:pt x="158" y="2647"/>
                  </a:lnTo>
                  <a:lnTo>
                    <a:pt x="107" y="2664"/>
                  </a:lnTo>
                  <a:lnTo>
                    <a:pt x="107" y="2664"/>
                  </a:lnTo>
                  <a:lnTo>
                    <a:pt x="119" y="2667"/>
                  </a:lnTo>
                  <a:lnTo>
                    <a:pt x="119" y="2687"/>
                  </a:lnTo>
                  <a:lnTo>
                    <a:pt x="158" y="2707"/>
                  </a:lnTo>
                  <a:lnTo>
                    <a:pt x="217" y="2726"/>
                  </a:lnTo>
                  <a:lnTo>
                    <a:pt x="257" y="2726"/>
                  </a:lnTo>
                  <a:lnTo>
                    <a:pt x="292" y="2744"/>
                  </a:lnTo>
                  <a:lnTo>
                    <a:pt x="292" y="2744"/>
                  </a:lnTo>
                  <a:lnTo>
                    <a:pt x="137" y="2728"/>
                  </a:lnTo>
                  <a:lnTo>
                    <a:pt x="137" y="2728"/>
                  </a:lnTo>
                  <a:lnTo>
                    <a:pt x="119" y="2746"/>
                  </a:lnTo>
                  <a:lnTo>
                    <a:pt x="178" y="2746"/>
                  </a:lnTo>
                  <a:lnTo>
                    <a:pt x="237" y="2766"/>
                  </a:lnTo>
                  <a:lnTo>
                    <a:pt x="257" y="2786"/>
                  </a:lnTo>
                  <a:lnTo>
                    <a:pt x="237" y="2786"/>
                  </a:lnTo>
                  <a:lnTo>
                    <a:pt x="277" y="2805"/>
                  </a:lnTo>
                  <a:lnTo>
                    <a:pt x="316" y="2825"/>
                  </a:lnTo>
                  <a:lnTo>
                    <a:pt x="395" y="2825"/>
                  </a:lnTo>
                  <a:lnTo>
                    <a:pt x="336" y="2845"/>
                  </a:lnTo>
                  <a:lnTo>
                    <a:pt x="237" y="2825"/>
                  </a:lnTo>
                  <a:lnTo>
                    <a:pt x="237" y="2845"/>
                  </a:lnTo>
                  <a:lnTo>
                    <a:pt x="138" y="2845"/>
                  </a:lnTo>
                  <a:lnTo>
                    <a:pt x="119" y="2865"/>
                  </a:lnTo>
                  <a:lnTo>
                    <a:pt x="198" y="2865"/>
                  </a:lnTo>
                  <a:lnTo>
                    <a:pt x="257" y="2884"/>
                  </a:lnTo>
                  <a:lnTo>
                    <a:pt x="237" y="2865"/>
                  </a:lnTo>
                  <a:lnTo>
                    <a:pt x="237" y="2865"/>
                  </a:lnTo>
                  <a:lnTo>
                    <a:pt x="316" y="2884"/>
                  </a:lnTo>
                  <a:lnTo>
                    <a:pt x="395" y="2904"/>
                  </a:lnTo>
                  <a:lnTo>
                    <a:pt x="435" y="2924"/>
                  </a:lnTo>
                  <a:lnTo>
                    <a:pt x="474" y="2924"/>
                  </a:lnTo>
                  <a:lnTo>
                    <a:pt x="375" y="2884"/>
                  </a:lnTo>
                  <a:lnTo>
                    <a:pt x="336" y="2865"/>
                  </a:lnTo>
                  <a:lnTo>
                    <a:pt x="395" y="2884"/>
                  </a:lnTo>
                  <a:lnTo>
                    <a:pt x="415" y="2865"/>
                  </a:lnTo>
                  <a:lnTo>
                    <a:pt x="435" y="2865"/>
                  </a:lnTo>
                  <a:lnTo>
                    <a:pt x="494" y="2845"/>
                  </a:lnTo>
                  <a:lnTo>
                    <a:pt x="415" y="2825"/>
                  </a:lnTo>
                  <a:lnTo>
                    <a:pt x="336" y="2805"/>
                  </a:lnTo>
                  <a:lnTo>
                    <a:pt x="395" y="2786"/>
                  </a:lnTo>
                  <a:lnTo>
                    <a:pt x="435" y="2805"/>
                  </a:lnTo>
                  <a:lnTo>
                    <a:pt x="415" y="2825"/>
                  </a:lnTo>
                  <a:lnTo>
                    <a:pt x="514" y="2825"/>
                  </a:lnTo>
                  <a:lnTo>
                    <a:pt x="632" y="2865"/>
                  </a:lnTo>
                  <a:lnTo>
                    <a:pt x="691" y="2884"/>
                  </a:lnTo>
                  <a:lnTo>
                    <a:pt x="711" y="2904"/>
                  </a:lnTo>
                  <a:lnTo>
                    <a:pt x="770" y="2944"/>
                  </a:lnTo>
                  <a:lnTo>
                    <a:pt x="790" y="2944"/>
                  </a:lnTo>
                  <a:lnTo>
                    <a:pt x="790" y="2963"/>
                  </a:lnTo>
                  <a:lnTo>
                    <a:pt x="810" y="2963"/>
                  </a:lnTo>
                  <a:lnTo>
                    <a:pt x="849" y="2983"/>
                  </a:lnTo>
                  <a:lnTo>
                    <a:pt x="849" y="2983"/>
                  </a:lnTo>
                  <a:lnTo>
                    <a:pt x="652" y="2963"/>
                  </a:lnTo>
                  <a:lnTo>
                    <a:pt x="494" y="2944"/>
                  </a:lnTo>
                  <a:lnTo>
                    <a:pt x="494" y="2963"/>
                  </a:lnTo>
                  <a:lnTo>
                    <a:pt x="533" y="2983"/>
                  </a:lnTo>
                  <a:lnTo>
                    <a:pt x="435" y="2963"/>
                  </a:lnTo>
                  <a:lnTo>
                    <a:pt x="336" y="2944"/>
                  </a:lnTo>
                  <a:lnTo>
                    <a:pt x="375" y="2963"/>
                  </a:lnTo>
                  <a:lnTo>
                    <a:pt x="435" y="2983"/>
                  </a:lnTo>
                  <a:lnTo>
                    <a:pt x="395" y="2983"/>
                  </a:lnTo>
                  <a:lnTo>
                    <a:pt x="435" y="3003"/>
                  </a:lnTo>
                  <a:lnTo>
                    <a:pt x="514" y="3042"/>
                  </a:lnTo>
                  <a:lnTo>
                    <a:pt x="514" y="3023"/>
                  </a:lnTo>
                  <a:lnTo>
                    <a:pt x="533" y="3023"/>
                  </a:lnTo>
                  <a:lnTo>
                    <a:pt x="593" y="3042"/>
                  </a:lnTo>
                  <a:lnTo>
                    <a:pt x="632" y="3023"/>
                  </a:lnTo>
                  <a:lnTo>
                    <a:pt x="672" y="3023"/>
                  </a:lnTo>
                  <a:lnTo>
                    <a:pt x="691" y="3042"/>
                  </a:lnTo>
                  <a:lnTo>
                    <a:pt x="731" y="3042"/>
                  </a:lnTo>
                  <a:lnTo>
                    <a:pt x="711" y="3023"/>
                  </a:lnTo>
                  <a:lnTo>
                    <a:pt x="751" y="3023"/>
                  </a:lnTo>
                  <a:lnTo>
                    <a:pt x="751" y="3003"/>
                  </a:lnTo>
                  <a:lnTo>
                    <a:pt x="790" y="3023"/>
                  </a:lnTo>
                  <a:lnTo>
                    <a:pt x="770" y="3003"/>
                  </a:lnTo>
                  <a:lnTo>
                    <a:pt x="790" y="3003"/>
                  </a:lnTo>
                  <a:lnTo>
                    <a:pt x="909" y="3042"/>
                  </a:lnTo>
                  <a:lnTo>
                    <a:pt x="869" y="3042"/>
                  </a:lnTo>
                  <a:lnTo>
                    <a:pt x="790" y="3023"/>
                  </a:lnTo>
                  <a:lnTo>
                    <a:pt x="790" y="3042"/>
                  </a:lnTo>
                  <a:lnTo>
                    <a:pt x="830" y="3062"/>
                  </a:lnTo>
                  <a:lnTo>
                    <a:pt x="869" y="3062"/>
                  </a:lnTo>
                  <a:lnTo>
                    <a:pt x="929" y="3082"/>
                  </a:lnTo>
                  <a:lnTo>
                    <a:pt x="948" y="3082"/>
                  </a:lnTo>
                  <a:lnTo>
                    <a:pt x="1027" y="3102"/>
                  </a:lnTo>
                  <a:lnTo>
                    <a:pt x="1047" y="3082"/>
                  </a:lnTo>
                  <a:lnTo>
                    <a:pt x="1106" y="3102"/>
                  </a:lnTo>
                  <a:lnTo>
                    <a:pt x="1106" y="3102"/>
                  </a:lnTo>
                  <a:lnTo>
                    <a:pt x="1047" y="3062"/>
                  </a:lnTo>
                  <a:lnTo>
                    <a:pt x="1077" y="3062"/>
                  </a:lnTo>
                  <a:lnTo>
                    <a:pt x="1067" y="3042"/>
                  </a:lnTo>
                  <a:lnTo>
                    <a:pt x="1027" y="3042"/>
                  </a:lnTo>
                  <a:lnTo>
                    <a:pt x="1008" y="3023"/>
                  </a:lnTo>
                  <a:lnTo>
                    <a:pt x="988" y="3023"/>
                  </a:lnTo>
                  <a:lnTo>
                    <a:pt x="889" y="2983"/>
                  </a:lnTo>
                  <a:lnTo>
                    <a:pt x="968" y="3003"/>
                  </a:lnTo>
                  <a:lnTo>
                    <a:pt x="1027" y="3023"/>
                  </a:lnTo>
                  <a:lnTo>
                    <a:pt x="1008" y="3003"/>
                  </a:lnTo>
                  <a:lnTo>
                    <a:pt x="1047" y="3003"/>
                  </a:lnTo>
                  <a:lnTo>
                    <a:pt x="968" y="2983"/>
                  </a:lnTo>
                  <a:lnTo>
                    <a:pt x="1008" y="2983"/>
                  </a:lnTo>
                  <a:lnTo>
                    <a:pt x="909" y="2963"/>
                  </a:lnTo>
                  <a:lnTo>
                    <a:pt x="889" y="2944"/>
                  </a:lnTo>
                  <a:lnTo>
                    <a:pt x="869" y="2924"/>
                  </a:lnTo>
                  <a:lnTo>
                    <a:pt x="849" y="2944"/>
                  </a:lnTo>
                  <a:lnTo>
                    <a:pt x="869" y="2944"/>
                  </a:lnTo>
                  <a:lnTo>
                    <a:pt x="909" y="2963"/>
                  </a:lnTo>
                  <a:lnTo>
                    <a:pt x="909" y="2963"/>
                  </a:lnTo>
                  <a:lnTo>
                    <a:pt x="830" y="2944"/>
                  </a:lnTo>
                  <a:lnTo>
                    <a:pt x="770" y="2924"/>
                  </a:lnTo>
                  <a:lnTo>
                    <a:pt x="869" y="2924"/>
                  </a:lnTo>
                  <a:lnTo>
                    <a:pt x="849" y="2904"/>
                  </a:lnTo>
                  <a:lnTo>
                    <a:pt x="909" y="2924"/>
                  </a:lnTo>
                  <a:lnTo>
                    <a:pt x="929" y="2944"/>
                  </a:lnTo>
                  <a:lnTo>
                    <a:pt x="968" y="2944"/>
                  </a:lnTo>
                  <a:lnTo>
                    <a:pt x="929" y="2924"/>
                  </a:lnTo>
                  <a:lnTo>
                    <a:pt x="948" y="2924"/>
                  </a:lnTo>
                  <a:lnTo>
                    <a:pt x="869" y="2884"/>
                  </a:lnTo>
                  <a:lnTo>
                    <a:pt x="849" y="2865"/>
                  </a:lnTo>
                  <a:lnTo>
                    <a:pt x="830" y="2845"/>
                  </a:lnTo>
                  <a:lnTo>
                    <a:pt x="869" y="2825"/>
                  </a:lnTo>
                  <a:lnTo>
                    <a:pt x="790" y="2825"/>
                  </a:lnTo>
                  <a:lnTo>
                    <a:pt x="770" y="2805"/>
                  </a:lnTo>
                  <a:lnTo>
                    <a:pt x="770" y="2786"/>
                  </a:lnTo>
                  <a:lnTo>
                    <a:pt x="810" y="2786"/>
                  </a:lnTo>
                  <a:lnTo>
                    <a:pt x="731" y="2726"/>
                  </a:lnTo>
                  <a:lnTo>
                    <a:pt x="632" y="2746"/>
                  </a:lnTo>
                  <a:lnTo>
                    <a:pt x="593" y="2726"/>
                  </a:lnTo>
                  <a:lnTo>
                    <a:pt x="652" y="2726"/>
                  </a:lnTo>
                  <a:lnTo>
                    <a:pt x="668" y="2710"/>
                  </a:lnTo>
                  <a:lnTo>
                    <a:pt x="668" y="2710"/>
                  </a:lnTo>
                  <a:lnTo>
                    <a:pt x="810" y="2746"/>
                  </a:lnTo>
                  <a:lnTo>
                    <a:pt x="810" y="2746"/>
                  </a:lnTo>
                  <a:lnTo>
                    <a:pt x="751" y="2707"/>
                  </a:lnTo>
                  <a:lnTo>
                    <a:pt x="711" y="2687"/>
                  </a:lnTo>
                  <a:lnTo>
                    <a:pt x="830" y="2707"/>
                  </a:lnTo>
                  <a:lnTo>
                    <a:pt x="869" y="2746"/>
                  </a:lnTo>
                  <a:lnTo>
                    <a:pt x="849" y="2746"/>
                  </a:lnTo>
                  <a:lnTo>
                    <a:pt x="869" y="2766"/>
                  </a:lnTo>
                  <a:lnTo>
                    <a:pt x="869" y="2786"/>
                  </a:lnTo>
                  <a:lnTo>
                    <a:pt x="909" y="2786"/>
                  </a:lnTo>
                  <a:lnTo>
                    <a:pt x="929" y="2805"/>
                  </a:lnTo>
                  <a:lnTo>
                    <a:pt x="1027" y="2805"/>
                  </a:lnTo>
                  <a:lnTo>
                    <a:pt x="1008" y="2786"/>
                  </a:lnTo>
                  <a:lnTo>
                    <a:pt x="1087" y="2805"/>
                  </a:lnTo>
                  <a:lnTo>
                    <a:pt x="1136" y="2805"/>
                  </a:lnTo>
                  <a:lnTo>
                    <a:pt x="988" y="2746"/>
                  </a:lnTo>
                  <a:lnTo>
                    <a:pt x="948" y="2726"/>
                  </a:lnTo>
                  <a:lnTo>
                    <a:pt x="968" y="2707"/>
                  </a:lnTo>
                  <a:lnTo>
                    <a:pt x="1027" y="2746"/>
                  </a:lnTo>
                  <a:lnTo>
                    <a:pt x="1106" y="2766"/>
                  </a:lnTo>
                  <a:lnTo>
                    <a:pt x="1087" y="2746"/>
                  </a:lnTo>
                  <a:lnTo>
                    <a:pt x="1106" y="2746"/>
                  </a:lnTo>
                  <a:lnTo>
                    <a:pt x="1067" y="2726"/>
                  </a:lnTo>
                  <a:lnTo>
                    <a:pt x="1087" y="2707"/>
                  </a:lnTo>
                  <a:lnTo>
                    <a:pt x="1166" y="2707"/>
                  </a:lnTo>
                  <a:lnTo>
                    <a:pt x="1185" y="2726"/>
                  </a:lnTo>
                  <a:lnTo>
                    <a:pt x="1166" y="2726"/>
                  </a:lnTo>
                  <a:lnTo>
                    <a:pt x="1166" y="2746"/>
                  </a:lnTo>
                  <a:lnTo>
                    <a:pt x="1205" y="2746"/>
                  </a:lnTo>
                  <a:lnTo>
                    <a:pt x="1205" y="2766"/>
                  </a:lnTo>
                  <a:lnTo>
                    <a:pt x="1264" y="2766"/>
                  </a:lnTo>
                  <a:lnTo>
                    <a:pt x="1264" y="2746"/>
                  </a:lnTo>
                  <a:lnTo>
                    <a:pt x="1324" y="2746"/>
                  </a:lnTo>
                  <a:lnTo>
                    <a:pt x="1343" y="2726"/>
                  </a:lnTo>
                  <a:lnTo>
                    <a:pt x="1363" y="2726"/>
                  </a:lnTo>
                  <a:lnTo>
                    <a:pt x="1343" y="2707"/>
                  </a:lnTo>
                  <a:lnTo>
                    <a:pt x="1363" y="2707"/>
                  </a:lnTo>
                  <a:lnTo>
                    <a:pt x="1343" y="2687"/>
                  </a:lnTo>
                  <a:lnTo>
                    <a:pt x="1284" y="2667"/>
                  </a:lnTo>
                  <a:lnTo>
                    <a:pt x="1205" y="2628"/>
                  </a:lnTo>
                  <a:lnTo>
                    <a:pt x="1304" y="2667"/>
                  </a:lnTo>
                  <a:lnTo>
                    <a:pt x="1304" y="2647"/>
                  </a:lnTo>
                  <a:lnTo>
                    <a:pt x="1245" y="2628"/>
                  </a:lnTo>
                  <a:lnTo>
                    <a:pt x="1185" y="2608"/>
                  </a:lnTo>
                  <a:lnTo>
                    <a:pt x="1166" y="2588"/>
                  </a:lnTo>
                  <a:lnTo>
                    <a:pt x="1225" y="2588"/>
                  </a:lnTo>
                  <a:lnTo>
                    <a:pt x="1264" y="2608"/>
                  </a:lnTo>
                  <a:lnTo>
                    <a:pt x="1284" y="2628"/>
                  </a:lnTo>
                  <a:lnTo>
                    <a:pt x="1324" y="2628"/>
                  </a:lnTo>
                  <a:lnTo>
                    <a:pt x="1284" y="2608"/>
                  </a:lnTo>
                  <a:lnTo>
                    <a:pt x="1304" y="2608"/>
                  </a:lnTo>
                  <a:lnTo>
                    <a:pt x="1383" y="2588"/>
                  </a:lnTo>
                  <a:lnTo>
                    <a:pt x="1324" y="2568"/>
                  </a:lnTo>
                  <a:lnTo>
                    <a:pt x="1284" y="2549"/>
                  </a:lnTo>
                  <a:lnTo>
                    <a:pt x="1264" y="2568"/>
                  </a:lnTo>
                  <a:lnTo>
                    <a:pt x="1205" y="2529"/>
                  </a:lnTo>
                  <a:lnTo>
                    <a:pt x="1225" y="2529"/>
                  </a:lnTo>
                  <a:lnTo>
                    <a:pt x="1284" y="2509"/>
                  </a:lnTo>
                  <a:lnTo>
                    <a:pt x="1304" y="2529"/>
                  </a:lnTo>
                  <a:lnTo>
                    <a:pt x="1324" y="2549"/>
                  </a:lnTo>
                  <a:lnTo>
                    <a:pt x="1363" y="2568"/>
                  </a:lnTo>
                  <a:lnTo>
                    <a:pt x="1343" y="2549"/>
                  </a:lnTo>
                  <a:lnTo>
                    <a:pt x="1343" y="2529"/>
                  </a:lnTo>
                  <a:lnTo>
                    <a:pt x="1324" y="2529"/>
                  </a:lnTo>
                  <a:lnTo>
                    <a:pt x="1324" y="2509"/>
                  </a:lnTo>
                  <a:lnTo>
                    <a:pt x="1363" y="2509"/>
                  </a:lnTo>
                  <a:lnTo>
                    <a:pt x="1363" y="2489"/>
                  </a:lnTo>
                  <a:lnTo>
                    <a:pt x="1304" y="2470"/>
                  </a:lnTo>
                  <a:lnTo>
                    <a:pt x="1225" y="2450"/>
                  </a:lnTo>
                  <a:lnTo>
                    <a:pt x="1304" y="2450"/>
                  </a:lnTo>
                  <a:lnTo>
                    <a:pt x="1304" y="2470"/>
                  </a:lnTo>
                  <a:lnTo>
                    <a:pt x="1324" y="2450"/>
                  </a:lnTo>
                  <a:lnTo>
                    <a:pt x="1185" y="2410"/>
                  </a:lnTo>
                  <a:lnTo>
                    <a:pt x="1284" y="2410"/>
                  </a:lnTo>
                  <a:lnTo>
                    <a:pt x="1363" y="2430"/>
                  </a:lnTo>
                  <a:lnTo>
                    <a:pt x="1363" y="2430"/>
                  </a:lnTo>
                  <a:lnTo>
                    <a:pt x="1324" y="2410"/>
                  </a:lnTo>
                  <a:lnTo>
                    <a:pt x="1383" y="2410"/>
                  </a:lnTo>
                  <a:lnTo>
                    <a:pt x="1383" y="2391"/>
                  </a:lnTo>
                  <a:lnTo>
                    <a:pt x="1343" y="2371"/>
                  </a:lnTo>
                  <a:lnTo>
                    <a:pt x="1284" y="2331"/>
                  </a:lnTo>
                  <a:lnTo>
                    <a:pt x="1264" y="2312"/>
                  </a:lnTo>
                  <a:lnTo>
                    <a:pt x="1363" y="2331"/>
                  </a:lnTo>
                  <a:lnTo>
                    <a:pt x="1383" y="2351"/>
                  </a:lnTo>
                  <a:lnTo>
                    <a:pt x="1422" y="2351"/>
                  </a:lnTo>
                  <a:lnTo>
                    <a:pt x="1403" y="2331"/>
                  </a:lnTo>
                  <a:lnTo>
                    <a:pt x="1422" y="2331"/>
                  </a:lnTo>
                  <a:lnTo>
                    <a:pt x="1422" y="2312"/>
                  </a:lnTo>
                  <a:lnTo>
                    <a:pt x="1383" y="2312"/>
                  </a:lnTo>
                  <a:lnTo>
                    <a:pt x="1324" y="2292"/>
                  </a:lnTo>
                  <a:lnTo>
                    <a:pt x="1304" y="2272"/>
                  </a:lnTo>
                  <a:lnTo>
                    <a:pt x="1343" y="2272"/>
                  </a:lnTo>
                  <a:lnTo>
                    <a:pt x="1324" y="2252"/>
                  </a:lnTo>
                  <a:lnTo>
                    <a:pt x="1304" y="2232"/>
                  </a:lnTo>
                  <a:lnTo>
                    <a:pt x="1363" y="2252"/>
                  </a:lnTo>
                  <a:lnTo>
                    <a:pt x="1304" y="2213"/>
                  </a:lnTo>
                  <a:lnTo>
                    <a:pt x="1225" y="2193"/>
                  </a:lnTo>
                  <a:lnTo>
                    <a:pt x="1185" y="2193"/>
                  </a:lnTo>
                  <a:lnTo>
                    <a:pt x="1205" y="2213"/>
                  </a:lnTo>
                  <a:lnTo>
                    <a:pt x="1205" y="2232"/>
                  </a:lnTo>
                  <a:lnTo>
                    <a:pt x="1146" y="2232"/>
                  </a:lnTo>
                  <a:lnTo>
                    <a:pt x="1087" y="2213"/>
                  </a:lnTo>
                  <a:lnTo>
                    <a:pt x="1126" y="2213"/>
                  </a:lnTo>
                  <a:lnTo>
                    <a:pt x="1067" y="2193"/>
                  </a:lnTo>
                  <a:lnTo>
                    <a:pt x="1047" y="2193"/>
                  </a:lnTo>
                  <a:lnTo>
                    <a:pt x="948" y="2173"/>
                  </a:lnTo>
                  <a:lnTo>
                    <a:pt x="929" y="2134"/>
                  </a:lnTo>
                  <a:lnTo>
                    <a:pt x="1008" y="2153"/>
                  </a:lnTo>
                  <a:lnTo>
                    <a:pt x="1087" y="2193"/>
                  </a:lnTo>
                  <a:lnTo>
                    <a:pt x="1067" y="2173"/>
                  </a:lnTo>
                  <a:lnTo>
                    <a:pt x="1146" y="2193"/>
                  </a:lnTo>
                  <a:lnTo>
                    <a:pt x="1087" y="2153"/>
                  </a:lnTo>
                  <a:lnTo>
                    <a:pt x="988" y="2134"/>
                  </a:lnTo>
                  <a:lnTo>
                    <a:pt x="948" y="2134"/>
                  </a:lnTo>
                  <a:lnTo>
                    <a:pt x="948" y="2114"/>
                  </a:lnTo>
                  <a:lnTo>
                    <a:pt x="988" y="2114"/>
                  </a:lnTo>
                  <a:lnTo>
                    <a:pt x="1008" y="2134"/>
                  </a:lnTo>
                  <a:lnTo>
                    <a:pt x="1027" y="2114"/>
                  </a:lnTo>
                  <a:lnTo>
                    <a:pt x="1008" y="2114"/>
                  </a:lnTo>
                  <a:lnTo>
                    <a:pt x="988" y="2094"/>
                  </a:lnTo>
                  <a:lnTo>
                    <a:pt x="1027" y="2094"/>
                  </a:lnTo>
                  <a:lnTo>
                    <a:pt x="1067" y="2114"/>
                  </a:lnTo>
                  <a:lnTo>
                    <a:pt x="1106" y="2134"/>
                  </a:lnTo>
                  <a:lnTo>
                    <a:pt x="1106" y="2153"/>
                  </a:lnTo>
                  <a:lnTo>
                    <a:pt x="1166" y="2153"/>
                  </a:lnTo>
                  <a:lnTo>
                    <a:pt x="1225" y="2173"/>
                  </a:lnTo>
                  <a:lnTo>
                    <a:pt x="1343" y="2213"/>
                  </a:lnTo>
                  <a:lnTo>
                    <a:pt x="1343" y="2193"/>
                  </a:lnTo>
                  <a:lnTo>
                    <a:pt x="1383" y="2193"/>
                  </a:lnTo>
                  <a:lnTo>
                    <a:pt x="1343" y="2173"/>
                  </a:lnTo>
                  <a:lnTo>
                    <a:pt x="1363" y="2173"/>
                  </a:lnTo>
                  <a:lnTo>
                    <a:pt x="1363" y="2153"/>
                  </a:lnTo>
                  <a:lnTo>
                    <a:pt x="1304" y="2134"/>
                  </a:lnTo>
                  <a:lnTo>
                    <a:pt x="1363" y="2134"/>
                  </a:lnTo>
                  <a:lnTo>
                    <a:pt x="1363" y="2114"/>
                  </a:lnTo>
                  <a:lnTo>
                    <a:pt x="1324" y="2074"/>
                  </a:lnTo>
                  <a:lnTo>
                    <a:pt x="1363" y="2074"/>
                  </a:lnTo>
                  <a:lnTo>
                    <a:pt x="1403" y="2094"/>
                  </a:lnTo>
                  <a:lnTo>
                    <a:pt x="1422" y="2074"/>
                  </a:lnTo>
                  <a:lnTo>
                    <a:pt x="1403" y="2055"/>
                  </a:lnTo>
                  <a:lnTo>
                    <a:pt x="1363" y="2035"/>
                  </a:lnTo>
                  <a:lnTo>
                    <a:pt x="1324" y="1995"/>
                  </a:lnTo>
                  <a:lnTo>
                    <a:pt x="1324" y="1976"/>
                  </a:lnTo>
                  <a:lnTo>
                    <a:pt x="1324" y="1956"/>
                  </a:lnTo>
                  <a:lnTo>
                    <a:pt x="1383" y="1976"/>
                  </a:lnTo>
                  <a:lnTo>
                    <a:pt x="1343" y="1956"/>
                  </a:lnTo>
                  <a:lnTo>
                    <a:pt x="1403" y="1956"/>
                  </a:lnTo>
                  <a:lnTo>
                    <a:pt x="1383" y="1936"/>
                  </a:lnTo>
                  <a:lnTo>
                    <a:pt x="1363" y="1916"/>
                  </a:lnTo>
                  <a:lnTo>
                    <a:pt x="1422" y="1916"/>
                  </a:lnTo>
                  <a:lnTo>
                    <a:pt x="1422" y="1897"/>
                  </a:lnTo>
                  <a:lnTo>
                    <a:pt x="1383" y="1877"/>
                  </a:lnTo>
                  <a:lnTo>
                    <a:pt x="1324" y="1837"/>
                  </a:lnTo>
                  <a:lnTo>
                    <a:pt x="1422" y="1877"/>
                  </a:lnTo>
                  <a:lnTo>
                    <a:pt x="1383" y="1778"/>
                  </a:lnTo>
                  <a:lnTo>
                    <a:pt x="1383" y="1699"/>
                  </a:lnTo>
                  <a:lnTo>
                    <a:pt x="1403" y="1699"/>
                  </a:lnTo>
                  <a:lnTo>
                    <a:pt x="1403" y="1679"/>
                  </a:lnTo>
                  <a:lnTo>
                    <a:pt x="1363" y="1640"/>
                  </a:lnTo>
                  <a:lnTo>
                    <a:pt x="1343" y="1600"/>
                  </a:lnTo>
                  <a:lnTo>
                    <a:pt x="1343" y="1581"/>
                  </a:lnTo>
                  <a:lnTo>
                    <a:pt x="1363" y="1581"/>
                  </a:lnTo>
                  <a:lnTo>
                    <a:pt x="1324" y="1561"/>
                  </a:lnTo>
                  <a:lnTo>
                    <a:pt x="1264" y="1541"/>
                  </a:lnTo>
                  <a:lnTo>
                    <a:pt x="1126" y="1502"/>
                  </a:lnTo>
                  <a:lnTo>
                    <a:pt x="1126" y="1482"/>
                  </a:lnTo>
                  <a:lnTo>
                    <a:pt x="1166" y="1502"/>
                  </a:lnTo>
                  <a:lnTo>
                    <a:pt x="1225" y="1502"/>
                  </a:lnTo>
                  <a:lnTo>
                    <a:pt x="1304" y="1521"/>
                  </a:lnTo>
                  <a:lnTo>
                    <a:pt x="1383" y="1561"/>
                  </a:lnTo>
                  <a:lnTo>
                    <a:pt x="1324" y="1502"/>
                  </a:lnTo>
                  <a:lnTo>
                    <a:pt x="1343" y="1502"/>
                  </a:lnTo>
                  <a:lnTo>
                    <a:pt x="1343" y="1482"/>
                  </a:lnTo>
                  <a:lnTo>
                    <a:pt x="1383" y="1482"/>
                  </a:lnTo>
                  <a:lnTo>
                    <a:pt x="1383" y="1502"/>
                  </a:lnTo>
                  <a:lnTo>
                    <a:pt x="1403" y="1521"/>
                  </a:lnTo>
                  <a:lnTo>
                    <a:pt x="1442" y="1541"/>
                  </a:lnTo>
                  <a:lnTo>
                    <a:pt x="1422" y="1502"/>
                  </a:lnTo>
                  <a:lnTo>
                    <a:pt x="1422" y="1482"/>
                  </a:lnTo>
                  <a:lnTo>
                    <a:pt x="1442" y="1482"/>
                  </a:lnTo>
                  <a:lnTo>
                    <a:pt x="1383" y="1462"/>
                  </a:lnTo>
                  <a:lnTo>
                    <a:pt x="1363" y="1442"/>
                  </a:lnTo>
                  <a:lnTo>
                    <a:pt x="1304" y="1403"/>
                  </a:lnTo>
                  <a:lnTo>
                    <a:pt x="1304" y="1403"/>
                  </a:lnTo>
                  <a:lnTo>
                    <a:pt x="1403" y="1442"/>
                  </a:lnTo>
                  <a:lnTo>
                    <a:pt x="1343" y="1403"/>
                  </a:lnTo>
                  <a:lnTo>
                    <a:pt x="1343" y="1383"/>
                  </a:lnTo>
                  <a:lnTo>
                    <a:pt x="1422" y="1383"/>
                  </a:lnTo>
                  <a:lnTo>
                    <a:pt x="1403" y="1363"/>
                  </a:lnTo>
                  <a:lnTo>
                    <a:pt x="1383" y="1344"/>
                  </a:lnTo>
                  <a:lnTo>
                    <a:pt x="1422" y="1363"/>
                  </a:lnTo>
                  <a:lnTo>
                    <a:pt x="1442" y="1324"/>
                  </a:lnTo>
                  <a:lnTo>
                    <a:pt x="1462" y="1304"/>
                  </a:lnTo>
                  <a:lnTo>
                    <a:pt x="1501" y="1304"/>
                  </a:lnTo>
                  <a:lnTo>
                    <a:pt x="1462" y="1265"/>
                  </a:lnTo>
                  <a:lnTo>
                    <a:pt x="1403" y="1225"/>
                  </a:lnTo>
                  <a:lnTo>
                    <a:pt x="1383" y="1225"/>
                  </a:lnTo>
                  <a:lnTo>
                    <a:pt x="1343" y="1205"/>
                  </a:lnTo>
                  <a:lnTo>
                    <a:pt x="1304" y="1186"/>
                  </a:lnTo>
                  <a:lnTo>
                    <a:pt x="1304" y="1166"/>
                  </a:lnTo>
                  <a:lnTo>
                    <a:pt x="1343" y="1186"/>
                  </a:lnTo>
                  <a:lnTo>
                    <a:pt x="1383" y="1186"/>
                  </a:lnTo>
                  <a:lnTo>
                    <a:pt x="1422" y="1205"/>
                  </a:lnTo>
                  <a:lnTo>
                    <a:pt x="1422" y="1186"/>
                  </a:lnTo>
                  <a:lnTo>
                    <a:pt x="1482" y="1186"/>
                  </a:lnTo>
                  <a:lnTo>
                    <a:pt x="1462" y="1166"/>
                  </a:lnTo>
                  <a:lnTo>
                    <a:pt x="1422" y="1126"/>
                  </a:lnTo>
                  <a:lnTo>
                    <a:pt x="1422" y="1126"/>
                  </a:lnTo>
                  <a:lnTo>
                    <a:pt x="1462" y="1146"/>
                  </a:lnTo>
                  <a:lnTo>
                    <a:pt x="1501" y="1146"/>
                  </a:lnTo>
                  <a:lnTo>
                    <a:pt x="1462" y="1126"/>
                  </a:lnTo>
                  <a:lnTo>
                    <a:pt x="1383" y="1087"/>
                  </a:lnTo>
                  <a:lnTo>
                    <a:pt x="1403" y="1087"/>
                  </a:lnTo>
                  <a:lnTo>
                    <a:pt x="1383" y="1067"/>
                  </a:lnTo>
                  <a:lnTo>
                    <a:pt x="1383" y="1067"/>
                  </a:lnTo>
                  <a:lnTo>
                    <a:pt x="1462" y="1107"/>
                  </a:lnTo>
                  <a:lnTo>
                    <a:pt x="1422" y="1067"/>
                  </a:lnTo>
                  <a:lnTo>
                    <a:pt x="1363" y="1047"/>
                  </a:lnTo>
                  <a:lnTo>
                    <a:pt x="1403" y="1047"/>
                  </a:lnTo>
                  <a:lnTo>
                    <a:pt x="1343" y="1008"/>
                  </a:lnTo>
                  <a:lnTo>
                    <a:pt x="1284" y="968"/>
                  </a:lnTo>
                  <a:lnTo>
                    <a:pt x="1343" y="968"/>
                  </a:lnTo>
                  <a:lnTo>
                    <a:pt x="1442" y="988"/>
                  </a:lnTo>
                  <a:lnTo>
                    <a:pt x="1422" y="1008"/>
                  </a:lnTo>
                  <a:lnTo>
                    <a:pt x="1403" y="1008"/>
                  </a:lnTo>
                  <a:lnTo>
                    <a:pt x="1482" y="1028"/>
                  </a:lnTo>
                  <a:lnTo>
                    <a:pt x="1521" y="1008"/>
                  </a:lnTo>
                  <a:lnTo>
                    <a:pt x="1521" y="988"/>
                  </a:lnTo>
                  <a:lnTo>
                    <a:pt x="1521" y="968"/>
                  </a:lnTo>
                  <a:lnTo>
                    <a:pt x="1501" y="929"/>
                  </a:lnTo>
                  <a:lnTo>
                    <a:pt x="1521" y="909"/>
                  </a:lnTo>
                  <a:lnTo>
                    <a:pt x="1501" y="889"/>
                  </a:lnTo>
                  <a:lnTo>
                    <a:pt x="1561" y="870"/>
                  </a:lnTo>
                  <a:lnTo>
                    <a:pt x="1561" y="830"/>
                  </a:lnTo>
                  <a:lnTo>
                    <a:pt x="1580" y="810"/>
                  </a:lnTo>
                  <a:lnTo>
                    <a:pt x="1561" y="791"/>
                  </a:lnTo>
                  <a:lnTo>
                    <a:pt x="1541" y="751"/>
                  </a:lnTo>
                  <a:lnTo>
                    <a:pt x="1541" y="751"/>
                  </a:lnTo>
                  <a:lnTo>
                    <a:pt x="1580" y="771"/>
                  </a:lnTo>
                  <a:lnTo>
                    <a:pt x="1580" y="771"/>
                  </a:lnTo>
                  <a:lnTo>
                    <a:pt x="1501" y="712"/>
                  </a:lnTo>
                  <a:lnTo>
                    <a:pt x="1482" y="672"/>
                  </a:lnTo>
                  <a:lnTo>
                    <a:pt x="1442" y="633"/>
                  </a:lnTo>
                  <a:lnTo>
                    <a:pt x="1343" y="573"/>
                  </a:lnTo>
                  <a:lnTo>
                    <a:pt x="1403" y="593"/>
                  </a:lnTo>
                  <a:lnTo>
                    <a:pt x="1462" y="613"/>
                  </a:lnTo>
                  <a:lnTo>
                    <a:pt x="1422" y="573"/>
                  </a:lnTo>
                  <a:lnTo>
                    <a:pt x="1442" y="573"/>
                  </a:lnTo>
                  <a:lnTo>
                    <a:pt x="1482" y="593"/>
                  </a:lnTo>
                  <a:lnTo>
                    <a:pt x="1501" y="593"/>
                  </a:lnTo>
                  <a:lnTo>
                    <a:pt x="1482" y="573"/>
                  </a:lnTo>
                  <a:lnTo>
                    <a:pt x="1501" y="573"/>
                  </a:lnTo>
                  <a:lnTo>
                    <a:pt x="1422" y="534"/>
                  </a:lnTo>
                  <a:lnTo>
                    <a:pt x="1383" y="494"/>
                  </a:lnTo>
                  <a:lnTo>
                    <a:pt x="1363" y="494"/>
                  </a:lnTo>
                  <a:lnTo>
                    <a:pt x="1324" y="475"/>
                  </a:lnTo>
                  <a:lnTo>
                    <a:pt x="1343" y="475"/>
                  </a:lnTo>
                  <a:lnTo>
                    <a:pt x="1304" y="415"/>
                  </a:lnTo>
                  <a:lnTo>
                    <a:pt x="1304" y="356"/>
                  </a:lnTo>
                  <a:lnTo>
                    <a:pt x="1324" y="297"/>
                  </a:lnTo>
                  <a:lnTo>
                    <a:pt x="1363" y="257"/>
                  </a:lnTo>
                  <a:lnTo>
                    <a:pt x="1403" y="277"/>
                  </a:lnTo>
                  <a:lnTo>
                    <a:pt x="1383" y="257"/>
                  </a:lnTo>
                  <a:lnTo>
                    <a:pt x="1403" y="257"/>
                  </a:lnTo>
                  <a:lnTo>
                    <a:pt x="1422" y="238"/>
                  </a:lnTo>
                  <a:lnTo>
                    <a:pt x="1422" y="218"/>
                  </a:lnTo>
                  <a:lnTo>
                    <a:pt x="1521" y="218"/>
                  </a:lnTo>
                  <a:lnTo>
                    <a:pt x="1541" y="198"/>
                  </a:lnTo>
                  <a:lnTo>
                    <a:pt x="1521" y="178"/>
                  </a:lnTo>
                  <a:lnTo>
                    <a:pt x="1521" y="178"/>
                  </a:lnTo>
                  <a:lnTo>
                    <a:pt x="1600" y="198"/>
                  </a:lnTo>
                  <a:lnTo>
                    <a:pt x="1659" y="218"/>
                  </a:lnTo>
                  <a:lnTo>
                    <a:pt x="1640" y="178"/>
                  </a:lnTo>
                  <a:lnTo>
                    <a:pt x="1600" y="159"/>
                  </a:lnTo>
                  <a:lnTo>
                    <a:pt x="1580" y="178"/>
                  </a:lnTo>
                  <a:lnTo>
                    <a:pt x="1541" y="139"/>
                  </a:lnTo>
                  <a:lnTo>
                    <a:pt x="1521" y="119"/>
                  </a:lnTo>
                  <a:lnTo>
                    <a:pt x="1383" y="80"/>
                  </a:lnTo>
                  <a:lnTo>
                    <a:pt x="1205" y="20"/>
                  </a:lnTo>
                  <a:lnTo>
                    <a:pt x="1205" y="40"/>
                  </a:lnTo>
                  <a:lnTo>
                    <a:pt x="1146" y="20"/>
                  </a:lnTo>
                  <a:lnTo>
                    <a:pt x="1106" y="1"/>
                  </a:lnTo>
                  <a:close/>
                  <a:moveTo>
                    <a:pt x="1027" y="3102"/>
                  </a:moveTo>
                  <a:lnTo>
                    <a:pt x="1106" y="3121"/>
                  </a:lnTo>
                  <a:lnTo>
                    <a:pt x="1067" y="3102"/>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
            <p:cNvSpPr/>
            <p:nvPr/>
          </p:nvSpPr>
          <p:spPr>
            <a:xfrm>
              <a:off x="-1617800" y="3517850"/>
              <a:ext cx="1000" cy="25"/>
            </a:xfrm>
            <a:custGeom>
              <a:rect b="b" l="l" r="r" t="t"/>
              <a:pathLst>
                <a:path extrusionOk="0" h="1" w="40">
                  <a:moveTo>
                    <a:pt x="40" y="0"/>
                  </a:moveTo>
                  <a:lnTo>
                    <a:pt x="40" y="0"/>
                  </a:lnTo>
                  <a:lnTo>
                    <a:pt x="0" y="0"/>
                  </a:lnTo>
                  <a:lnTo>
                    <a:pt x="0" y="0"/>
                  </a:lnTo>
                  <a:lnTo>
                    <a:pt x="40" y="0"/>
                  </a:lnTo>
                  <a:lnTo>
                    <a:pt x="4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
            <p:cNvSpPr/>
            <p:nvPr/>
          </p:nvSpPr>
          <p:spPr>
            <a:xfrm>
              <a:off x="-1614850" y="3556850"/>
              <a:ext cx="525" cy="525"/>
            </a:xfrm>
            <a:custGeom>
              <a:rect b="b" l="l" r="r" t="t"/>
              <a:pathLst>
                <a:path extrusionOk="0" h="21" w="21">
                  <a:moveTo>
                    <a:pt x="1" y="1"/>
                  </a:moveTo>
                  <a:lnTo>
                    <a:pt x="1" y="1"/>
                  </a:lnTo>
                  <a:lnTo>
                    <a:pt x="20" y="20"/>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2"/>
            <p:cNvSpPr/>
            <p:nvPr/>
          </p:nvSpPr>
          <p:spPr>
            <a:xfrm>
              <a:off x="-1530900" y="3470425"/>
              <a:ext cx="42000" cy="38550"/>
            </a:xfrm>
            <a:custGeom>
              <a:rect b="b" l="l" r="r" t="t"/>
              <a:pathLst>
                <a:path extrusionOk="0" h="1542" w="1680">
                  <a:moveTo>
                    <a:pt x="218" y="1245"/>
                  </a:moveTo>
                  <a:lnTo>
                    <a:pt x="218" y="1245"/>
                  </a:lnTo>
                  <a:lnTo>
                    <a:pt x="218" y="1245"/>
                  </a:lnTo>
                  <a:close/>
                  <a:moveTo>
                    <a:pt x="1344" y="1265"/>
                  </a:moveTo>
                  <a:lnTo>
                    <a:pt x="1344" y="1285"/>
                  </a:lnTo>
                  <a:lnTo>
                    <a:pt x="1354" y="1265"/>
                  </a:lnTo>
                  <a:close/>
                  <a:moveTo>
                    <a:pt x="310" y="1265"/>
                  </a:moveTo>
                  <a:lnTo>
                    <a:pt x="300" y="1296"/>
                  </a:lnTo>
                  <a:lnTo>
                    <a:pt x="310" y="1265"/>
                  </a:lnTo>
                  <a:close/>
                  <a:moveTo>
                    <a:pt x="1304" y="1314"/>
                  </a:moveTo>
                  <a:lnTo>
                    <a:pt x="1284" y="1344"/>
                  </a:lnTo>
                  <a:lnTo>
                    <a:pt x="1304" y="1324"/>
                  </a:lnTo>
                  <a:lnTo>
                    <a:pt x="1304" y="1314"/>
                  </a:lnTo>
                  <a:close/>
                  <a:moveTo>
                    <a:pt x="1284" y="1344"/>
                  </a:moveTo>
                  <a:lnTo>
                    <a:pt x="1284" y="1344"/>
                  </a:lnTo>
                  <a:lnTo>
                    <a:pt x="1284" y="1344"/>
                  </a:lnTo>
                  <a:close/>
                  <a:moveTo>
                    <a:pt x="1585" y="1348"/>
                  </a:moveTo>
                  <a:lnTo>
                    <a:pt x="1574" y="1364"/>
                  </a:lnTo>
                  <a:lnTo>
                    <a:pt x="1581" y="1364"/>
                  </a:lnTo>
                  <a:lnTo>
                    <a:pt x="1585" y="1348"/>
                  </a:lnTo>
                  <a:close/>
                  <a:moveTo>
                    <a:pt x="376" y="1265"/>
                  </a:moveTo>
                  <a:lnTo>
                    <a:pt x="336" y="1344"/>
                  </a:lnTo>
                  <a:lnTo>
                    <a:pt x="336" y="1364"/>
                  </a:lnTo>
                  <a:lnTo>
                    <a:pt x="336" y="1384"/>
                  </a:lnTo>
                  <a:lnTo>
                    <a:pt x="356" y="1324"/>
                  </a:lnTo>
                  <a:lnTo>
                    <a:pt x="376" y="1265"/>
                  </a:lnTo>
                  <a:close/>
                  <a:moveTo>
                    <a:pt x="1561" y="1344"/>
                  </a:moveTo>
                  <a:lnTo>
                    <a:pt x="1541" y="1364"/>
                  </a:lnTo>
                  <a:lnTo>
                    <a:pt x="1561" y="1384"/>
                  </a:lnTo>
                  <a:lnTo>
                    <a:pt x="1574" y="1364"/>
                  </a:lnTo>
                  <a:lnTo>
                    <a:pt x="1561" y="1364"/>
                  </a:lnTo>
                  <a:lnTo>
                    <a:pt x="1561" y="1344"/>
                  </a:lnTo>
                  <a:close/>
                  <a:moveTo>
                    <a:pt x="1092" y="1377"/>
                  </a:moveTo>
                  <a:lnTo>
                    <a:pt x="1087" y="1384"/>
                  </a:lnTo>
                  <a:lnTo>
                    <a:pt x="1084" y="1398"/>
                  </a:lnTo>
                  <a:lnTo>
                    <a:pt x="1092" y="1377"/>
                  </a:lnTo>
                  <a:close/>
                  <a:moveTo>
                    <a:pt x="1660" y="1384"/>
                  </a:moveTo>
                  <a:lnTo>
                    <a:pt x="1660" y="1423"/>
                  </a:lnTo>
                  <a:lnTo>
                    <a:pt x="1660" y="1443"/>
                  </a:lnTo>
                  <a:lnTo>
                    <a:pt x="1679" y="1423"/>
                  </a:lnTo>
                  <a:lnTo>
                    <a:pt x="1679" y="1403"/>
                  </a:lnTo>
                  <a:lnTo>
                    <a:pt x="1660" y="1384"/>
                  </a:lnTo>
                  <a:close/>
                  <a:moveTo>
                    <a:pt x="1304" y="1344"/>
                  </a:moveTo>
                  <a:lnTo>
                    <a:pt x="1304" y="1364"/>
                  </a:lnTo>
                  <a:lnTo>
                    <a:pt x="1284" y="1364"/>
                  </a:lnTo>
                  <a:lnTo>
                    <a:pt x="1284" y="1344"/>
                  </a:lnTo>
                  <a:lnTo>
                    <a:pt x="1265" y="1384"/>
                  </a:lnTo>
                  <a:lnTo>
                    <a:pt x="1265" y="1463"/>
                  </a:lnTo>
                  <a:lnTo>
                    <a:pt x="1284" y="1463"/>
                  </a:lnTo>
                  <a:lnTo>
                    <a:pt x="1284" y="1443"/>
                  </a:lnTo>
                  <a:lnTo>
                    <a:pt x="1304" y="1423"/>
                  </a:lnTo>
                  <a:lnTo>
                    <a:pt x="1304" y="1443"/>
                  </a:lnTo>
                  <a:lnTo>
                    <a:pt x="1324" y="1344"/>
                  </a:lnTo>
                  <a:close/>
                  <a:moveTo>
                    <a:pt x="1084" y="1398"/>
                  </a:moveTo>
                  <a:lnTo>
                    <a:pt x="1067" y="1443"/>
                  </a:lnTo>
                  <a:lnTo>
                    <a:pt x="1067" y="1463"/>
                  </a:lnTo>
                  <a:lnTo>
                    <a:pt x="1067" y="1482"/>
                  </a:lnTo>
                  <a:lnTo>
                    <a:pt x="1084" y="1398"/>
                  </a:lnTo>
                  <a:close/>
                  <a:moveTo>
                    <a:pt x="119" y="1"/>
                  </a:moveTo>
                  <a:lnTo>
                    <a:pt x="99" y="40"/>
                  </a:lnTo>
                  <a:lnTo>
                    <a:pt x="99" y="80"/>
                  </a:lnTo>
                  <a:lnTo>
                    <a:pt x="80" y="119"/>
                  </a:lnTo>
                  <a:lnTo>
                    <a:pt x="60" y="139"/>
                  </a:lnTo>
                  <a:lnTo>
                    <a:pt x="40" y="297"/>
                  </a:lnTo>
                  <a:lnTo>
                    <a:pt x="20" y="475"/>
                  </a:lnTo>
                  <a:lnTo>
                    <a:pt x="20" y="534"/>
                  </a:lnTo>
                  <a:lnTo>
                    <a:pt x="1" y="594"/>
                  </a:lnTo>
                  <a:lnTo>
                    <a:pt x="20" y="613"/>
                  </a:lnTo>
                  <a:lnTo>
                    <a:pt x="20" y="574"/>
                  </a:lnTo>
                  <a:lnTo>
                    <a:pt x="40" y="594"/>
                  </a:lnTo>
                  <a:lnTo>
                    <a:pt x="40" y="633"/>
                  </a:lnTo>
                  <a:lnTo>
                    <a:pt x="60" y="594"/>
                  </a:lnTo>
                  <a:lnTo>
                    <a:pt x="40" y="653"/>
                  </a:lnTo>
                  <a:lnTo>
                    <a:pt x="20" y="732"/>
                  </a:lnTo>
                  <a:lnTo>
                    <a:pt x="40" y="752"/>
                  </a:lnTo>
                  <a:lnTo>
                    <a:pt x="40" y="732"/>
                  </a:lnTo>
                  <a:lnTo>
                    <a:pt x="60" y="712"/>
                  </a:lnTo>
                  <a:lnTo>
                    <a:pt x="60" y="752"/>
                  </a:lnTo>
                  <a:lnTo>
                    <a:pt x="60" y="791"/>
                  </a:lnTo>
                  <a:lnTo>
                    <a:pt x="60" y="811"/>
                  </a:lnTo>
                  <a:lnTo>
                    <a:pt x="60" y="850"/>
                  </a:lnTo>
                  <a:lnTo>
                    <a:pt x="80" y="771"/>
                  </a:lnTo>
                  <a:lnTo>
                    <a:pt x="80" y="791"/>
                  </a:lnTo>
                  <a:lnTo>
                    <a:pt x="99" y="712"/>
                  </a:lnTo>
                  <a:lnTo>
                    <a:pt x="119" y="732"/>
                  </a:lnTo>
                  <a:lnTo>
                    <a:pt x="119" y="771"/>
                  </a:lnTo>
                  <a:lnTo>
                    <a:pt x="80" y="831"/>
                  </a:lnTo>
                  <a:lnTo>
                    <a:pt x="80" y="870"/>
                  </a:lnTo>
                  <a:lnTo>
                    <a:pt x="99" y="870"/>
                  </a:lnTo>
                  <a:lnTo>
                    <a:pt x="99" y="890"/>
                  </a:lnTo>
                  <a:lnTo>
                    <a:pt x="80" y="910"/>
                  </a:lnTo>
                  <a:lnTo>
                    <a:pt x="80" y="989"/>
                  </a:lnTo>
                  <a:lnTo>
                    <a:pt x="99" y="969"/>
                  </a:lnTo>
                  <a:lnTo>
                    <a:pt x="119" y="929"/>
                  </a:lnTo>
                  <a:lnTo>
                    <a:pt x="139" y="929"/>
                  </a:lnTo>
                  <a:lnTo>
                    <a:pt x="119" y="969"/>
                  </a:lnTo>
                  <a:lnTo>
                    <a:pt x="139" y="949"/>
                  </a:lnTo>
                  <a:lnTo>
                    <a:pt x="139" y="969"/>
                  </a:lnTo>
                  <a:lnTo>
                    <a:pt x="139" y="1028"/>
                  </a:lnTo>
                  <a:lnTo>
                    <a:pt x="139" y="1048"/>
                  </a:lnTo>
                  <a:lnTo>
                    <a:pt x="159" y="1048"/>
                  </a:lnTo>
                  <a:lnTo>
                    <a:pt x="178" y="1008"/>
                  </a:lnTo>
                  <a:lnTo>
                    <a:pt x="178" y="1068"/>
                  </a:lnTo>
                  <a:lnTo>
                    <a:pt x="198" y="949"/>
                  </a:lnTo>
                  <a:lnTo>
                    <a:pt x="218" y="910"/>
                  </a:lnTo>
                  <a:lnTo>
                    <a:pt x="238" y="870"/>
                  </a:lnTo>
                  <a:lnTo>
                    <a:pt x="238" y="929"/>
                  </a:lnTo>
                  <a:lnTo>
                    <a:pt x="218" y="989"/>
                  </a:lnTo>
                  <a:lnTo>
                    <a:pt x="198" y="1107"/>
                  </a:lnTo>
                  <a:lnTo>
                    <a:pt x="218" y="1107"/>
                  </a:lnTo>
                  <a:lnTo>
                    <a:pt x="218" y="1147"/>
                  </a:lnTo>
                  <a:lnTo>
                    <a:pt x="198" y="1186"/>
                  </a:lnTo>
                  <a:lnTo>
                    <a:pt x="218" y="1226"/>
                  </a:lnTo>
                  <a:lnTo>
                    <a:pt x="218" y="1245"/>
                  </a:lnTo>
                  <a:lnTo>
                    <a:pt x="238" y="1186"/>
                  </a:lnTo>
                  <a:lnTo>
                    <a:pt x="238" y="1206"/>
                  </a:lnTo>
                  <a:lnTo>
                    <a:pt x="238" y="1265"/>
                  </a:lnTo>
                  <a:lnTo>
                    <a:pt x="257" y="1245"/>
                  </a:lnTo>
                  <a:lnTo>
                    <a:pt x="257" y="1265"/>
                  </a:lnTo>
                  <a:lnTo>
                    <a:pt x="277" y="1245"/>
                  </a:lnTo>
                  <a:lnTo>
                    <a:pt x="297" y="1206"/>
                  </a:lnTo>
                  <a:lnTo>
                    <a:pt x="317" y="1245"/>
                  </a:lnTo>
                  <a:lnTo>
                    <a:pt x="310" y="1265"/>
                  </a:lnTo>
                  <a:lnTo>
                    <a:pt x="356" y="1127"/>
                  </a:lnTo>
                  <a:lnTo>
                    <a:pt x="356" y="1186"/>
                  </a:lnTo>
                  <a:lnTo>
                    <a:pt x="336" y="1285"/>
                  </a:lnTo>
                  <a:lnTo>
                    <a:pt x="336" y="1265"/>
                  </a:lnTo>
                  <a:lnTo>
                    <a:pt x="317" y="1305"/>
                  </a:lnTo>
                  <a:lnTo>
                    <a:pt x="317" y="1324"/>
                  </a:lnTo>
                  <a:lnTo>
                    <a:pt x="336" y="1305"/>
                  </a:lnTo>
                  <a:lnTo>
                    <a:pt x="356" y="1265"/>
                  </a:lnTo>
                  <a:lnTo>
                    <a:pt x="376" y="1226"/>
                  </a:lnTo>
                  <a:lnTo>
                    <a:pt x="396" y="1186"/>
                  </a:lnTo>
                  <a:lnTo>
                    <a:pt x="435" y="1087"/>
                  </a:lnTo>
                  <a:lnTo>
                    <a:pt x="435" y="1147"/>
                  </a:lnTo>
                  <a:lnTo>
                    <a:pt x="415" y="1265"/>
                  </a:lnTo>
                  <a:lnTo>
                    <a:pt x="415" y="1344"/>
                  </a:lnTo>
                  <a:lnTo>
                    <a:pt x="435" y="1285"/>
                  </a:lnTo>
                  <a:lnTo>
                    <a:pt x="455" y="1226"/>
                  </a:lnTo>
                  <a:lnTo>
                    <a:pt x="455" y="1305"/>
                  </a:lnTo>
                  <a:lnTo>
                    <a:pt x="475" y="1324"/>
                  </a:lnTo>
                  <a:lnTo>
                    <a:pt x="475" y="1364"/>
                  </a:lnTo>
                  <a:lnTo>
                    <a:pt x="494" y="1384"/>
                  </a:lnTo>
                  <a:lnTo>
                    <a:pt x="514" y="1384"/>
                  </a:lnTo>
                  <a:lnTo>
                    <a:pt x="514" y="1285"/>
                  </a:lnTo>
                  <a:lnTo>
                    <a:pt x="494" y="1364"/>
                  </a:lnTo>
                  <a:lnTo>
                    <a:pt x="514" y="1245"/>
                  </a:lnTo>
                  <a:lnTo>
                    <a:pt x="554" y="1147"/>
                  </a:lnTo>
                  <a:lnTo>
                    <a:pt x="554" y="1166"/>
                  </a:lnTo>
                  <a:lnTo>
                    <a:pt x="554" y="1206"/>
                  </a:lnTo>
                  <a:lnTo>
                    <a:pt x="573" y="1166"/>
                  </a:lnTo>
                  <a:lnTo>
                    <a:pt x="573" y="1127"/>
                  </a:lnTo>
                  <a:lnTo>
                    <a:pt x="593" y="1107"/>
                  </a:lnTo>
                  <a:lnTo>
                    <a:pt x="593" y="1147"/>
                  </a:lnTo>
                  <a:lnTo>
                    <a:pt x="573" y="1206"/>
                  </a:lnTo>
                  <a:lnTo>
                    <a:pt x="593" y="1186"/>
                  </a:lnTo>
                  <a:lnTo>
                    <a:pt x="573" y="1265"/>
                  </a:lnTo>
                  <a:lnTo>
                    <a:pt x="573" y="1305"/>
                  </a:lnTo>
                  <a:lnTo>
                    <a:pt x="554" y="1364"/>
                  </a:lnTo>
                  <a:lnTo>
                    <a:pt x="573" y="1344"/>
                  </a:lnTo>
                  <a:lnTo>
                    <a:pt x="573" y="1344"/>
                  </a:lnTo>
                  <a:lnTo>
                    <a:pt x="554" y="1423"/>
                  </a:lnTo>
                  <a:lnTo>
                    <a:pt x="554" y="1443"/>
                  </a:lnTo>
                  <a:lnTo>
                    <a:pt x="573" y="1423"/>
                  </a:lnTo>
                  <a:lnTo>
                    <a:pt x="573" y="1443"/>
                  </a:lnTo>
                  <a:lnTo>
                    <a:pt x="593" y="1384"/>
                  </a:lnTo>
                  <a:lnTo>
                    <a:pt x="613" y="1443"/>
                  </a:lnTo>
                  <a:lnTo>
                    <a:pt x="633" y="1463"/>
                  </a:lnTo>
                  <a:lnTo>
                    <a:pt x="633" y="1403"/>
                  </a:lnTo>
                  <a:lnTo>
                    <a:pt x="652" y="1384"/>
                  </a:lnTo>
                  <a:lnTo>
                    <a:pt x="652" y="1403"/>
                  </a:lnTo>
                  <a:lnTo>
                    <a:pt x="652" y="1443"/>
                  </a:lnTo>
                  <a:lnTo>
                    <a:pt x="652" y="1463"/>
                  </a:lnTo>
                  <a:lnTo>
                    <a:pt x="692" y="1423"/>
                  </a:lnTo>
                  <a:lnTo>
                    <a:pt x="712" y="1324"/>
                  </a:lnTo>
                  <a:lnTo>
                    <a:pt x="712" y="1344"/>
                  </a:lnTo>
                  <a:lnTo>
                    <a:pt x="712" y="1384"/>
                  </a:lnTo>
                  <a:lnTo>
                    <a:pt x="751" y="1305"/>
                  </a:lnTo>
                  <a:lnTo>
                    <a:pt x="731" y="1364"/>
                  </a:lnTo>
                  <a:lnTo>
                    <a:pt x="731" y="1403"/>
                  </a:lnTo>
                  <a:lnTo>
                    <a:pt x="751" y="1403"/>
                  </a:lnTo>
                  <a:lnTo>
                    <a:pt x="751" y="1423"/>
                  </a:lnTo>
                  <a:lnTo>
                    <a:pt x="830" y="1226"/>
                  </a:lnTo>
                  <a:lnTo>
                    <a:pt x="870" y="1127"/>
                  </a:lnTo>
                  <a:lnTo>
                    <a:pt x="889" y="1008"/>
                  </a:lnTo>
                  <a:lnTo>
                    <a:pt x="889" y="1068"/>
                  </a:lnTo>
                  <a:lnTo>
                    <a:pt x="909" y="1107"/>
                  </a:lnTo>
                  <a:lnTo>
                    <a:pt x="889" y="1186"/>
                  </a:lnTo>
                  <a:lnTo>
                    <a:pt x="889" y="1206"/>
                  </a:lnTo>
                  <a:lnTo>
                    <a:pt x="870" y="1245"/>
                  </a:lnTo>
                  <a:lnTo>
                    <a:pt x="870" y="1324"/>
                  </a:lnTo>
                  <a:lnTo>
                    <a:pt x="850" y="1384"/>
                  </a:lnTo>
                  <a:lnTo>
                    <a:pt x="850" y="1324"/>
                  </a:lnTo>
                  <a:lnTo>
                    <a:pt x="830" y="1364"/>
                  </a:lnTo>
                  <a:lnTo>
                    <a:pt x="830" y="1403"/>
                  </a:lnTo>
                  <a:lnTo>
                    <a:pt x="810" y="1502"/>
                  </a:lnTo>
                  <a:lnTo>
                    <a:pt x="830" y="1482"/>
                  </a:lnTo>
                  <a:lnTo>
                    <a:pt x="830" y="1463"/>
                  </a:lnTo>
                  <a:lnTo>
                    <a:pt x="850" y="1502"/>
                  </a:lnTo>
                  <a:lnTo>
                    <a:pt x="850" y="1482"/>
                  </a:lnTo>
                  <a:lnTo>
                    <a:pt x="870" y="1463"/>
                  </a:lnTo>
                  <a:lnTo>
                    <a:pt x="870" y="1482"/>
                  </a:lnTo>
                  <a:lnTo>
                    <a:pt x="889" y="1403"/>
                  </a:lnTo>
                  <a:lnTo>
                    <a:pt x="909" y="1403"/>
                  </a:lnTo>
                  <a:lnTo>
                    <a:pt x="909" y="1423"/>
                  </a:lnTo>
                  <a:lnTo>
                    <a:pt x="889" y="1482"/>
                  </a:lnTo>
                  <a:lnTo>
                    <a:pt x="909" y="1443"/>
                  </a:lnTo>
                  <a:lnTo>
                    <a:pt x="929" y="1443"/>
                  </a:lnTo>
                  <a:lnTo>
                    <a:pt x="949" y="1364"/>
                  </a:lnTo>
                  <a:lnTo>
                    <a:pt x="968" y="1265"/>
                  </a:lnTo>
                  <a:lnTo>
                    <a:pt x="988" y="1245"/>
                  </a:lnTo>
                  <a:lnTo>
                    <a:pt x="1008" y="1245"/>
                  </a:lnTo>
                  <a:lnTo>
                    <a:pt x="988" y="1285"/>
                  </a:lnTo>
                  <a:lnTo>
                    <a:pt x="968" y="1305"/>
                  </a:lnTo>
                  <a:lnTo>
                    <a:pt x="1008" y="1285"/>
                  </a:lnTo>
                  <a:lnTo>
                    <a:pt x="1008" y="1324"/>
                  </a:lnTo>
                  <a:lnTo>
                    <a:pt x="988" y="1344"/>
                  </a:lnTo>
                  <a:lnTo>
                    <a:pt x="988" y="1364"/>
                  </a:lnTo>
                  <a:lnTo>
                    <a:pt x="1008" y="1364"/>
                  </a:lnTo>
                  <a:lnTo>
                    <a:pt x="1028" y="1285"/>
                  </a:lnTo>
                  <a:lnTo>
                    <a:pt x="1047" y="1305"/>
                  </a:lnTo>
                  <a:lnTo>
                    <a:pt x="1047" y="1324"/>
                  </a:lnTo>
                  <a:lnTo>
                    <a:pt x="1047" y="1403"/>
                  </a:lnTo>
                  <a:lnTo>
                    <a:pt x="1047" y="1463"/>
                  </a:lnTo>
                  <a:lnTo>
                    <a:pt x="1067" y="1384"/>
                  </a:lnTo>
                  <a:lnTo>
                    <a:pt x="1107" y="1305"/>
                  </a:lnTo>
                  <a:lnTo>
                    <a:pt x="1087" y="1324"/>
                  </a:lnTo>
                  <a:lnTo>
                    <a:pt x="1087" y="1305"/>
                  </a:lnTo>
                  <a:lnTo>
                    <a:pt x="1087" y="1265"/>
                  </a:lnTo>
                  <a:lnTo>
                    <a:pt x="1107" y="1226"/>
                  </a:lnTo>
                  <a:lnTo>
                    <a:pt x="1126" y="1186"/>
                  </a:lnTo>
                  <a:lnTo>
                    <a:pt x="1126" y="1206"/>
                  </a:lnTo>
                  <a:lnTo>
                    <a:pt x="1126" y="1226"/>
                  </a:lnTo>
                  <a:lnTo>
                    <a:pt x="1126" y="1285"/>
                  </a:lnTo>
                  <a:lnTo>
                    <a:pt x="1092" y="1377"/>
                  </a:lnTo>
                  <a:lnTo>
                    <a:pt x="1146" y="1305"/>
                  </a:lnTo>
                  <a:lnTo>
                    <a:pt x="1186" y="1245"/>
                  </a:lnTo>
                  <a:lnTo>
                    <a:pt x="1166" y="1305"/>
                  </a:lnTo>
                  <a:lnTo>
                    <a:pt x="1146" y="1364"/>
                  </a:lnTo>
                  <a:lnTo>
                    <a:pt x="1126" y="1403"/>
                  </a:lnTo>
                  <a:lnTo>
                    <a:pt x="1107" y="1482"/>
                  </a:lnTo>
                  <a:lnTo>
                    <a:pt x="1126" y="1443"/>
                  </a:lnTo>
                  <a:lnTo>
                    <a:pt x="1146" y="1423"/>
                  </a:lnTo>
                  <a:lnTo>
                    <a:pt x="1146" y="1463"/>
                  </a:lnTo>
                  <a:lnTo>
                    <a:pt x="1186" y="1443"/>
                  </a:lnTo>
                  <a:lnTo>
                    <a:pt x="1186" y="1403"/>
                  </a:lnTo>
                  <a:lnTo>
                    <a:pt x="1186" y="1384"/>
                  </a:lnTo>
                  <a:lnTo>
                    <a:pt x="1205" y="1403"/>
                  </a:lnTo>
                  <a:lnTo>
                    <a:pt x="1225" y="1384"/>
                  </a:lnTo>
                  <a:lnTo>
                    <a:pt x="1245" y="1403"/>
                  </a:lnTo>
                  <a:lnTo>
                    <a:pt x="1245" y="1384"/>
                  </a:lnTo>
                  <a:lnTo>
                    <a:pt x="1265" y="1364"/>
                  </a:lnTo>
                  <a:lnTo>
                    <a:pt x="1245" y="1364"/>
                  </a:lnTo>
                  <a:lnTo>
                    <a:pt x="1245" y="1344"/>
                  </a:lnTo>
                  <a:lnTo>
                    <a:pt x="1245" y="1285"/>
                  </a:lnTo>
                  <a:lnTo>
                    <a:pt x="1284" y="1245"/>
                  </a:lnTo>
                  <a:lnTo>
                    <a:pt x="1304" y="1226"/>
                  </a:lnTo>
                  <a:lnTo>
                    <a:pt x="1304" y="1206"/>
                  </a:lnTo>
                  <a:lnTo>
                    <a:pt x="1324" y="1186"/>
                  </a:lnTo>
                  <a:lnTo>
                    <a:pt x="1344" y="1186"/>
                  </a:lnTo>
                  <a:lnTo>
                    <a:pt x="1344" y="1226"/>
                  </a:lnTo>
                  <a:lnTo>
                    <a:pt x="1324" y="1245"/>
                  </a:lnTo>
                  <a:lnTo>
                    <a:pt x="1304" y="1305"/>
                  </a:lnTo>
                  <a:lnTo>
                    <a:pt x="1304" y="1314"/>
                  </a:lnTo>
                  <a:lnTo>
                    <a:pt x="1324" y="1285"/>
                  </a:lnTo>
                  <a:lnTo>
                    <a:pt x="1344" y="1245"/>
                  </a:lnTo>
                  <a:lnTo>
                    <a:pt x="1363" y="1245"/>
                  </a:lnTo>
                  <a:lnTo>
                    <a:pt x="1354" y="1265"/>
                  </a:lnTo>
                  <a:lnTo>
                    <a:pt x="1363" y="1265"/>
                  </a:lnTo>
                  <a:lnTo>
                    <a:pt x="1344" y="1305"/>
                  </a:lnTo>
                  <a:lnTo>
                    <a:pt x="1324" y="1384"/>
                  </a:lnTo>
                  <a:lnTo>
                    <a:pt x="1363" y="1305"/>
                  </a:lnTo>
                  <a:lnTo>
                    <a:pt x="1344" y="1364"/>
                  </a:lnTo>
                  <a:lnTo>
                    <a:pt x="1363" y="1324"/>
                  </a:lnTo>
                  <a:lnTo>
                    <a:pt x="1383" y="1305"/>
                  </a:lnTo>
                  <a:lnTo>
                    <a:pt x="1383" y="1305"/>
                  </a:lnTo>
                  <a:lnTo>
                    <a:pt x="1363" y="1344"/>
                  </a:lnTo>
                  <a:lnTo>
                    <a:pt x="1383" y="1344"/>
                  </a:lnTo>
                  <a:lnTo>
                    <a:pt x="1403" y="1285"/>
                  </a:lnTo>
                  <a:lnTo>
                    <a:pt x="1403" y="1226"/>
                  </a:lnTo>
                  <a:lnTo>
                    <a:pt x="1423" y="1166"/>
                  </a:lnTo>
                  <a:lnTo>
                    <a:pt x="1462" y="1166"/>
                  </a:lnTo>
                  <a:lnTo>
                    <a:pt x="1462" y="1226"/>
                  </a:lnTo>
                  <a:lnTo>
                    <a:pt x="1482" y="1166"/>
                  </a:lnTo>
                  <a:lnTo>
                    <a:pt x="1482" y="1206"/>
                  </a:lnTo>
                  <a:lnTo>
                    <a:pt x="1482" y="1245"/>
                  </a:lnTo>
                  <a:lnTo>
                    <a:pt x="1462" y="1245"/>
                  </a:lnTo>
                  <a:lnTo>
                    <a:pt x="1462" y="1265"/>
                  </a:lnTo>
                  <a:lnTo>
                    <a:pt x="1442" y="1324"/>
                  </a:lnTo>
                  <a:lnTo>
                    <a:pt x="1442" y="1364"/>
                  </a:lnTo>
                  <a:lnTo>
                    <a:pt x="1462" y="1285"/>
                  </a:lnTo>
                  <a:lnTo>
                    <a:pt x="1462" y="1305"/>
                  </a:lnTo>
                  <a:lnTo>
                    <a:pt x="1462" y="1364"/>
                  </a:lnTo>
                  <a:lnTo>
                    <a:pt x="1475" y="1338"/>
                  </a:lnTo>
                  <a:lnTo>
                    <a:pt x="1475" y="1338"/>
                  </a:lnTo>
                  <a:lnTo>
                    <a:pt x="1462" y="1403"/>
                  </a:lnTo>
                  <a:lnTo>
                    <a:pt x="1482" y="1423"/>
                  </a:lnTo>
                  <a:lnTo>
                    <a:pt x="1482" y="1384"/>
                  </a:lnTo>
                  <a:lnTo>
                    <a:pt x="1482" y="1344"/>
                  </a:lnTo>
                  <a:lnTo>
                    <a:pt x="1502" y="1344"/>
                  </a:lnTo>
                  <a:lnTo>
                    <a:pt x="1502" y="1364"/>
                  </a:lnTo>
                  <a:lnTo>
                    <a:pt x="1521" y="1364"/>
                  </a:lnTo>
                  <a:lnTo>
                    <a:pt x="1521" y="1384"/>
                  </a:lnTo>
                  <a:lnTo>
                    <a:pt x="1541" y="1324"/>
                  </a:lnTo>
                  <a:lnTo>
                    <a:pt x="1521" y="1324"/>
                  </a:lnTo>
                  <a:lnTo>
                    <a:pt x="1521" y="1305"/>
                  </a:lnTo>
                  <a:lnTo>
                    <a:pt x="1541" y="1285"/>
                  </a:lnTo>
                  <a:lnTo>
                    <a:pt x="1561" y="1265"/>
                  </a:lnTo>
                  <a:lnTo>
                    <a:pt x="1581" y="1265"/>
                  </a:lnTo>
                  <a:lnTo>
                    <a:pt x="1600" y="1226"/>
                  </a:lnTo>
                  <a:lnTo>
                    <a:pt x="1600" y="1285"/>
                  </a:lnTo>
                  <a:lnTo>
                    <a:pt x="1585" y="1348"/>
                  </a:lnTo>
                  <a:lnTo>
                    <a:pt x="1600" y="1324"/>
                  </a:lnTo>
                  <a:lnTo>
                    <a:pt x="1620" y="1364"/>
                  </a:lnTo>
                  <a:lnTo>
                    <a:pt x="1600" y="1423"/>
                  </a:lnTo>
                  <a:lnTo>
                    <a:pt x="1600" y="1463"/>
                  </a:lnTo>
                  <a:lnTo>
                    <a:pt x="1600" y="1482"/>
                  </a:lnTo>
                  <a:lnTo>
                    <a:pt x="1620" y="1463"/>
                  </a:lnTo>
                  <a:lnTo>
                    <a:pt x="1620" y="1384"/>
                  </a:lnTo>
                  <a:lnTo>
                    <a:pt x="1640" y="1384"/>
                  </a:lnTo>
                  <a:lnTo>
                    <a:pt x="1660" y="1344"/>
                  </a:lnTo>
                  <a:lnTo>
                    <a:pt x="1423" y="732"/>
                  </a:lnTo>
                  <a:lnTo>
                    <a:pt x="1126" y="60"/>
                  </a:lnTo>
                  <a:lnTo>
                    <a:pt x="1087" y="119"/>
                  </a:lnTo>
                  <a:lnTo>
                    <a:pt x="1087" y="139"/>
                  </a:lnTo>
                  <a:lnTo>
                    <a:pt x="1087" y="198"/>
                  </a:lnTo>
                  <a:lnTo>
                    <a:pt x="1067" y="218"/>
                  </a:lnTo>
                  <a:lnTo>
                    <a:pt x="1047" y="238"/>
                  </a:lnTo>
                  <a:lnTo>
                    <a:pt x="1047" y="198"/>
                  </a:lnTo>
                  <a:lnTo>
                    <a:pt x="1067" y="159"/>
                  </a:lnTo>
                  <a:lnTo>
                    <a:pt x="1067" y="100"/>
                  </a:lnTo>
                  <a:lnTo>
                    <a:pt x="1047" y="100"/>
                  </a:lnTo>
                  <a:lnTo>
                    <a:pt x="1047" y="60"/>
                  </a:lnTo>
                  <a:lnTo>
                    <a:pt x="1028" y="80"/>
                  </a:lnTo>
                  <a:lnTo>
                    <a:pt x="1008" y="119"/>
                  </a:lnTo>
                  <a:lnTo>
                    <a:pt x="1008" y="80"/>
                  </a:lnTo>
                  <a:lnTo>
                    <a:pt x="1028" y="40"/>
                  </a:lnTo>
                  <a:lnTo>
                    <a:pt x="1008" y="40"/>
                  </a:lnTo>
                  <a:lnTo>
                    <a:pt x="988" y="80"/>
                  </a:lnTo>
                  <a:lnTo>
                    <a:pt x="988" y="80"/>
                  </a:lnTo>
                  <a:lnTo>
                    <a:pt x="968" y="159"/>
                  </a:lnTo>
                  <a:lnTo>
                    <a:pt x="968" y="139"/>
                  </a:lnTo>
                  <a:lnTo>
                    <a:pt x="949" y="159"/>
                  </a:lnTo>
                  <a:lnTo>
                    <a:pt x="988" y="80"/>
                  </a:lnTo>
                  <a:lnTo>
                    <a:pt x="929" y="179"/>
                  </a:lnTo>
                  <a:lnTo>
                    <a:pt x="929" y="159"/>
                  </a:lnTo>
                  <a:lnTo>
                    <a:pt x="889" y="218"/>
                  </a:lnTo>
                  <a:lnTo>
                    <a:pt x="870" y="258"/>
                  </a:lnTo>
                  <a:lnTo>
                    <a:pt x="870" y="218"/>
                  </a:lnTo>
                  <a:lnTo>
                    <a:pt x="870" y="198"/>
                  </a:lnTo>
                  <a:lnTo>
                    <a:pt x="850" y="218"/>
                  </a:lnTo>
                  <a:lnTo>
                    <a:pt x="870" y="119"/>
                  </a:lnTo>
                  <a:lnTo>
                    <a:pt x="889" y="119"/>
                  </a:lnTo>
                  <a:lnTo>
                    <a:pt x="889" y="80"/>
                  </a:lnTo>
                  <a:lnTo>
                    <a:pt x="889" y="40"/>
                  </a:lnTo>
                  <a:lnTo>
                    <a:pt x="850" y="40"/>
                  </a:lnTo>
                  <a:lnTo>
                    <a:pt x="810" y="60"/>
                  </a:lnTo>
                  <a:lnTo>
                    <a:pt x="791" y="40"/>
                  </a:lnTo>
                  <a:lnTo>
                    <a:pt x="771" y="60"/>
                  </a:lnTo>
                  <a:lnTo>
                    <a:pt x="751" y="1"/>
                  </a:lnTo>
                  <a:lnTo>
                    <a:pt x="692" y="1"/>
                  </a:lnTo>
                  <a:lnTo>
                    <a:pt x="672" y="21"/>
                  </a:lnTo>
                  <a:lnTo>
                    <a:pt x="652" y="40"/>
                  </a:lnTo>
                  <a:lnTo>
                    <a:pt x="652" y="1"/>
                  </a:lnTo>
                  <a:lnTo>
                    <a:pt x="613" y="80"/>
                  </a:lnTo>
                  <a:lnTo>
                    <a:pt x="573" y="119"/>
                  </a:lnTo>
                  <a:lnTo>
                    <a:pt x="534" y="159"/>
                  </a:lnTo>
                  <a:lnTo>
                    <a:pt x="494" y="258"/>
                  </a:lnTo>
                  <a:lnTo>
                    <a:pt x="494" y="198"/>
                  </a:lnTo>
                  <a:lnTo>
                    <a:pt x="514" y="139"/>
                  </a:lnTo>
                  <a:lnTo>
                    <a:pt x="494" y="179"/>
                  </a:lnTo>
                  <a:lnTo>
                    <a:pt x="475" y="198"/>
                  </a:lnTo>
                  <a:lnTo>
                    <a:pt x="475" y="159"/>
                  </a:lnTo>
                  <a:lnTo>
                    <a:pt x="494" y="119"/>
                  </a:lnTo>
                  <a:lnTo>
                    <a:pt x="494" y="100"/>
                  </a:lnTo>
                  <a:lnTo>
                    <a:pt x="475" y="119"/>
                  </a:lnTo>
                  <a:lnTo>
                    <a:pt x="475" y="100"/>
                  </a:lnTo>
                  <a:lnTo>
                    <a:pt x="455" y="179"/>
                  </a:lnTo>
                  <a:lnTo>
                    <a:pt x="415" y="238"/>
                  </a:lnTo>
                  <a:lnTo>
                    <a:pt x="415" y="277"/>
                  </a:lnTo>
                  <a:lnTo>
                    <a:pt x="356" y="317"/>
                  </a:lnTo>
                  <a:lnTo>
                    <a:pt x="297" y="337"/>
                  </a:lnTo>
                  <a:lnTo>
                    <a:pt x="238" y="317"/>
                  </a:lnTo>
                  <a:lnTo>
                    <a:pt x="198" y="277"/>
                  </a:lnTo>
                  <a:lnTo>
                    <a:pt x="218" y="238"/>
                  </a:lnTo>
                  <a:lnTo>
                    <a:pt x="198" y="258"/>
                  </a:lnTo>
                  <a:lnTo>
                    <a:pt x="178" y="238"/>
                  </a:lnTo>
                  <a:lnTo>
                    <a:pt x="198" y="238"/>
                  </a:lnTo>
                  <a:lnTo>
                    <a:pt x="178" y="198"/>
                  </a:lnTo>
                  <a:lnTo>
                    <a:pt x="178" y="218"/>
                  </a:lnTo>
                  <a:lnTo>
                    <a:pt x="159" y="238"/>
                  </a:lnTo>
                  <a:lnTo>
                    <a:pt x="159" y="198"/>
                  </a:lnTo>
                  <a:lnTo>
                    <a:pt x="159" y="179"/>
                  </a:lnTo>
                  <a:lnTo>
                    <a:pt x="139" y="139"/>
                  </a:lnTo>
                  <a:lnTo>
                    <a:pt x="139" y="119"/>
                  </a:lnTo>
                  <a:lnTo>
                    <a:pt x="119" y="139"/>
                  </a:lnTo>
                  <a:lnTo>
                    <a:pt x="119" y="80"/>
                  </a:lnTo>
                  <a:lnTo>
                    <a:pt x="119" y="1"/>
                  </a:lnTo>
                  <a:close/>
                  <a:moveTo>
                    <a:pt x="1047" y="1324"/>
                  </a:moveTo>
                  <a:lnTo>
                    <a:pt x="1008" y="1403"/>
                  </a:lnTo>
                  <a:lnTo>
                    <a:pt x="988" y="1482"/>
                  </a:lnTo>
                  <a:lnTo>
                    <a:pt x="988" y="1463"/>
                  </a:lnTo>
                  <a:lnTo>
                    <a:pt x="988" y="1443"/>
                  </a:lnTo>
                  <a:lnTo>
                    <a:pt x="968" y="1443"/>
                  </a:lnTo>
                  <a:lnTo>
                    <a:pt x="968" y="1423"/>
                  </a:lnTo>
                  <a:lnTo>
                    <a:pt x="949" y="1423"/>
                  </a:lnTo>
                  <a:lnTo>
                    <a:pt x="929" y="1463"/>
                  </a:lnTo>
                  <a:lnTo>
                    <a:pt x="929" y="1502"/>
                  </a:lnTo>
                  <a:lnTo>
                    <a:pt x="968" y="1502"/>
                  </a:lnTo>
                  <a:lnTo>
                    <a:pt x="968" y="1542"/>
                  </a:lnTo>
                  <a:lnTo>
                    <a:pt x="1028" y="1443"/>
                  </a:lnTo>
                  <a:lnTo>
                    <a:pt x="1028" y="1384"/>
                  </a:lnTo>
                  <a:lnTo>
                    <a:pt x="1047" y="1324"/>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
            <p:cNvSpPr/>
            <p:nvPr/>
          </p:nvSpPr>
          <p:spPr>
            <a:xfrm>
              <a:off x="-1500775" y="350550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
            <p:cNvSpPr/>
            <p:nvPr/>
          </p:nvSpPr>
          <p:spPr>
            <a:xfrm>
              <a:off x="-1570900" y="340822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
            <p:cNvSpPr/>
            <p:nvPr/>
          </p:nvSpPr>
          <p:spPr>
            <a:xfrm>
              <a:off x="-1572875" y="3408225"/>
              <a:ext cx="525" cy="500"/>
            </a:xfrm>
            <a:custGeom>
              <a:rect b="b" l="l" r="r" t="t"/>
              <a:pathLst>
                <a:path extrusionOk="0" h="20" w="21">
                  <a:moveTo>
                    <a:pt x="1" y="20"/>
                  </a:moveTo>
                  <a:lnTo>
                    <a:pt x="1" y="20"/>
                  </a:lnTo>
                  <a:lnTo>
                    <a:pt x="1" y="20"/>
                  </a:lnTo>
                  <a:lnTo>
                    <a:pt x="1" y="20"/>
                  </a:lnTo>
                  <a:lnTo>
                    <a:pt x="20"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
            <p:cNvSpPr/>
            <p:nvPr/>
          </p:nvSpPr>
          <p:spPr>
            <a:xfrm>
              <a:off x="-1629175" y="3384025"/>
              <a:ext cx="61750" cy="41500"/>
            </a:xfrm>
            <a:custGeom>
              <a:rect b="b" l="l" r="r" t="t"/>
              <a:pathLst>
                <a:path extrusionOk="0" h="1660" w="2470">
                  <a:moveTo>
                    <a:pt x="850" y="237"/>
                  </a:moveTo>
                  <a:lnTo>
                    <a:pt x="850" y="237"/>
                  </a:lnTo>
                  <a:lnTo>
                    <a:pt x="850" y="237"/>
                  </a:lnTo>
                  <a:close/>
                  <a:moveTo>
                    <a:pt x="1186" y="257"/>
                  </a:moveTo>
                  <a:lnTo>
                    <a:pt x="1186" y="257"/>
                  </a:lnTo>
                  <a:lnTo>
                    <a:pt x="1186" y="257"/>
                  </a:lnTo>
                  <a:close/>
                  <a:moveTo>
                    <a:pt x="1285" y="198"/>
                  </a:moveTo>
                  <a:lnTo>
                    <a:pt x="1245" y="237"/>
                  </a:lnTo>
                  <a:lnTo>
                    <a:pt x="1245" y="257"/>
                  </a:lnTo>
                  <a:lnTo>
                    <a:pt x="1225" y="277"/>
                  </a:lnTo>
                  <a:lnTo>
                    <a:pt x="1245" y="277"/>
                  </a:lnTo>
                  <a:lnTo>
                    <a:pt x="1265" y="257"/>
                  </a:lnTo>
                  <a:lnTo>
                    <a:pt x="1285" y="198"/>
                  </a:lnTo>
                  <a:close/>
                  <a:moveTo>
                    <a:pt x="2055" y="435"/>
                  </a:moveTo>
                  <a:lnTo>
                    <a:pt x="2055" y="435"/>
                  </a:lnTo>
                  <a:lnTo>
                    <a:pt x="2055" y="435"/>
                  </a:lnTo>
                  <a:close/>
                  <a:moveTo>
                    <a:pt x="1660" y="652"/>
                  </a:moveTo>
                  <a:lnTo>
                    <a:pt x="1660" y="672"/>
                  </a:lnTo>
                  <a:lnTo>
                    <a:pt x="1680" y="672"/>
                  </a:lnTo>
                  <a:lnTo>
                    <a:pt x="1660" y="652"/>
                  </a:lnTo>
                  <a:close/>
                  <a:moveTo>
                    <a:pt x="2253" y="692"/>
                  </a:moveTo>
                  <a:lnTo>
                    <a:pt x="2253" y="692"/>
                  </a:lnTo>
                  <a:lnTo>
                    <a:pt x="2253" y="692"/>
                  </a:lnTo>
                  <a:close/>
                  <a:moveTo>
                    <a:pt x="2470" y="692"/>
                  </a:moveTo>
                  <a:lnTo>
                    <a:pt x="2470" y="692"/>
                  </a:lnTo>
                  <a:lnTo>
                    <a:pt x="2470" y="692"/>
                  </a:lnTo>
                  <a:close/>
                  <a:moveTo>
                    <a:pt x="2253" y="692"/>
                  </a:moveTo>
                  <a:lnTo>
                    <a:pt x="2243" y="711"/>
                  </a:lnTo>
                  <a:lnTo>
                    <a:pt x="2253" y="692"/>
                  </a:lnTo>
                  <a:close/>
                  <a:moveTo>
                    <a:pt x="2243" y="711"/>
                  </a:moveTo>
                  <a:lnTo>
                    <a:pt x="2230" y="737"/>
                  </a:lnTo>
                  <a:lnTo>
                    <a:pt x="2233" y="731"/>
                  </a:lnTo>
                  <a:lnTo>
                    <a:pt x="2243" y="711"/>
                  </a:lnTo>
                  <a:close/>
                  <a:moveTo>
                    <a:pt x="2230" y="737"/>
                  </a:moveTo>
                  <a:lnTo>
                    <a:pt x="2218" y="761"/>
                  </a:lnTo>
                  <a:lnTo>
                    <a:pt x="2230" y="737"/>
                  </a:lnTo>
                  <a:close/>
                  <a:moveTo>
                    <a:pt x="2218" y="761"/>
                  </a:moveTo>
                  <a:lnTo>
                    <a:pt x="2213" y="771"/>
                  </a:lnTo>
                  <a:lnTo>
                    <a:pt x="2218" y="761"/>
                  </a:lnTo>
                  <a:close/>
                  <a:moveTo>
                    <a:pt x="2213" y="771"/>
                  </a:moveTo>
                  <a:lnTo>
                    <a:pt x="2204" y="789"/>
                  </a:lnTo>
                  <a:lnTo>
                    <a:pt x="2213" y="771"/>
                  </a:lnTo>
                  <a:close/>
                  <a:moveTo>
                    <a:pt x="2371" y="731"/>
                  </a:moveTo>
                  <a:lnTo>
                    <a:pt x="2332" y="790"/>
                  </a:lnTo>
                  <a:lnTo>
                    <a:pt x="2371" y="751"/>
                  </a:lnTo>
                  <a:lnTo>
                    <a:pt x="2391" y="731"/>
                  </a:lnTo>
                  <a:close/>
                  <a:moveTo>
                    <a:pt x="2401" y="850"/>
                  </a:moveTo>
                  <a:lnTo>
                    <a:pt x="2391" y="869"/>
                  </a:lnTo>
                  <a:lnTo>
                    <a:pt x="2391" y="869"/>
                  </a:lnTo>
                  <a:lnTo>
                    <a:pt x="2411" y="850"/>
                  </a:lnTo>
                  <a:close/>
                  <a:moveTo>
                    <a:pt x="2272" y="929"/>
                  </a:moveTo>
                  <a:lnTo>
                    <a:pt x="2246" y="968"/>
                  </a:lnTo>
                  <a:lnTo>
                    <a:pt x="2253" y="968"/>
                  </a:lnTo>
                  <a:lnTo>
                    <a:pt x="2272" y="929"/>
                  </a:lnTo>
                  <a:close/>
                  <a:moveTo>
                    <a:pt x="2238" y="968"/>
                  </a:moveTo>
                  <a:lnTo>
                    <a:pt x="2233" y="988"/>
                  </a:lnTo>
                  <a:lnTo>
                    <a:pt x="2246" y="968"/>
                  </a:lnTo>
                  <a:close/>
                  <a:moveTo>
                    <a:pt x="80" y="988"/>
                  </a:moveTo>
                  <a:lnTo>
                    <a:pt x="80" y="988"/>
                  </a:lnTo>
                  <a:lnTo>
                    <a:pt x="80" y="988"/>
                  </a:lnTo>
                  <a:lnTo>
                    <a:pt x="67" y="1027"/>
                  </a:lnTo>
                  <a:lnTo>
                    <a:pt x="80" y="988"/>
                  </a:lnTo>
                  <a:close/>
                  <a:moveTo>
                    <a:pt x="67" y="1027"/>
                  </a:moveTo>
                  <a:lnTo>
                    <a:pt x="62" y="1043"/>
                  </a:lnTo>
                  <a:lnTo>
                    <a:pt x="67" y="1027"/>
                  </a:lnTo>
                  <a:close/>
                  <a:moveTo>
                    <a:pt x="2312" y="1027"/>
                  </a:moveTo>
                  <a:lnTo>
                    <a:pt x="2292" y="1067"/>
                  </a:lnTo>
                  <a:lnTo>
                    <a:pt x="2312" y="1047"/>
                  </a:lnTo>
                  <a:lnTo>
                    <a:pt x="2312" y="1027"/>
                  </a:lnTo>
                  <a:close/>
                  <a:moveTo>
                    <a:pt x="1858" y="1087"/>
                  </a:moveTo>
                  <a:lnTo>
                    <a:pt x="1838" y="1146"/>
                  </a:lnTo>
                  <a:lnTo>
                    <a:pt x="1858" y="1126"/>
                  </a:lnTo>
                  <a:lnTo>
                    <a:pt x="1858" y="1146"/>
                  </a:lnTo>
                  <a:lnTo>
                    <a:pt x="1877" y="1106"/>
                  </a:lnTo>
                  <a:lnTo>
                    <a:pt x="1877" y="1087"/>
                  </a:lnTo>
                  <a:close/>
                  <a:moveTo>
                    <a:pt x="179" y="1264"/>
                  </a:moveTo>
                  <a:lnTo>
                    <a:pt x="179" y="1264"/>
                  </a:lnTo>
                  <a:lnTo>
                    <a:pt x="179" y="1264"/>
                  </a:lnTo>
                  <a:close/>
                  <a:moveTo>
                    <a:pt x="100" y="1284"/>
                  </a:moveTo>
                  <a:lnTo>
                    <a:pt x="100" y="1284"/>
                  </a:lnTo>
                  <a:lnTo>
                    <a:pt x="100" y="1284"/>
                  </a:lnTo>
                  <a:close/>
                  <a:moveTo>
                    <a:pt x="2154" y="1245"/>
                  </a:moveTo>
                  <a:lnTo>
                    <a:pt x="2154" y="1264"/>
                  </a:lnTo>
                  <a:lnTo>
                    <a:pt x="2138" y="1304"/>
                  </a:lnTo>
                  <a:lnTo>
                    <a:pt x="2174" y="1245"/>
                  </a:lnTo>
                  <a:close/>
                  <a:moveTo>
                    <a:pt x="2138" y="1304"/>
                  </a:moveTo>
                  <a:lnTo>
                    <a:pt x="2138" y="1304"/>
                  </a:lnTo>
                  <a:lnTo>
                    <a:pt x="2138" y="1304"/>
                  </a:lnTo>
                  <a:close/>
                  <a:moveTo>
                    <a:pt x="2174" y="1304"/>
                  </a:moveTo>
                  <a:lnTo>
                    <a:pt x="2174" y="1304"/>
                  </a:lnTo>
                  <a:lnTo>
                    <a:pt x="2174" y="1304"/>
                  </a:lnTo>
                  <a:close/>
                  <a:moveTo>
                    <a:pt x="2174" y="1304"/>
                  </a:moveTo>
                  <a:lnTo>
                    <a:pt x="2174" y="1304"/>
                  </a:lnTo>
                  <a:lnTo>
                    <a:pt x="2174" y="1304"/>
                  </a:lnTo>
                  <a:close/>
                  <a:moveTo>
                    <a:pt x="2174" y="1304"/>
                  </a:moveTo>
                  <a:lnTo>
                    <a:pt x="2168" y="1327"/>
                  </a:lnTo>
                  <a:lnTo>
                    <a:pt x="2174" y="1314"/>
                  </a:lnTo>
                  <a:lnTo>
                    <a:pt x="2174" y="1304"/>
                  </a:lnTo>
                  <a:close/>
                  <a:moveTo>
                    <a:pt x="2450" y="672"/>
                  </a:moveTo>
                  <a:lnTo>
                    <a:pt x="2411" y="731"/>
                  </a:lnTo>
                  <a:lnTo>
                    <a:pt x="2411" y="711"/>
                  </a:lnTo>
                  <a:lnTo>
                    <a:pt x="2430" y="692"/>
                  </a:lnTo>
                  <a:lnTo>
                    <a:pt x="2430" y="692"/>
                  </a:lnTo>
                  <a:lnTo>
                    <a:pt x="2391" y="711"/>
                  </a:lnTo>
                  <a:lnTo>
                    <a:pt x="2391" y="751"/>
                  </a:lnTo>
                  <a:lnTo>
                    <a:pt x="2371" y="771"/>
                  </a:lnTo>
                  <a:lnTo>
                    <a:pt x="2351" y="790"/>
                  </a:lnTo>
                  <a:lnTo>
                    <a:pt x="2312" y="869"/>
                  </a:lnTo>
                  <a:lnTo>
                    <a:pt x="2312" y="869"/>
                  </a:lnTo>
                  <a:lnTo>
                    <a:pt x="2332" y="790"/>
                  </a:lnTo>
                  <a:lnTo>
                    <a:pt x="2332" y="771"/>
                  </a:lnTo>
                  <a:lnTo>
                    <a:pt x="2292" y="850"/>
                  </a:lnTo>
                  <a:lnTo>
                    <a:pt x="2253" y="889"/>
                  </a:lnTo>
                  <a:lnTo>
                    <a:pt x="2272" y="909"/>
                  </a:lnTo>
                  <a:lnTo>
                    <a:pt x="2272" y="889"/>
                  </a:lnTo>
                  <a:lnTo>
                    <a:pt x="2292" y="869"/>
                  </a:lnTo>
                  <a:lnTo>
                    <a:pt x="2272" y="929"/>
                  </a:lnTo>
                  <a:lnTo>
                    <a:pt x="2292" y="889"/>
                  </a:lnTo>
                  <a:lnTo>
                    <a:pt x="2292" y="909"/>
                  </a:lnTo>
                  <a:lnTo>
                    <a:pt x="2272" y="948"/>
                  </a:lnTo>
                  <a:lnTo>
                    <a:pt x="2272" y="948"/>
                  </a:lnTo>
                  <a:lnTo>
                    <a:pt x="2292" y="929"/>
                  </a:lnTo>
                  <a:lnTo>
                    <a:pt x="2292" y="929"/>
                  </a:lnTo>
                  <a:lnTo>
                    <a:pt x="2233" y="1087"/>
                  </a:lnTo>
                  <a:lnTo>
                    <a:pt x="2174" y="1245"/>
                  </a:lnTo>
                  <a:lnTo>
                    <a:pt x="2193" y="1245"/>
                  </a:lnTo>
                  <a:lnTo>
                    <a:pt x="2213" y="1225"/>
                  </a:lnTo>
                  <a:lnTo>
                    <a:pt x="2174" y="1314"/>
                  </a:lnTo>
                  <a:lnTo>
                    <a:pt x="2174" y="1343"/>
                  </a:lnTo>
                  <a:lnTo>
                    <a:pt x="2174" y="1363"/>
                  </a:lnTo>
                  <a:lnTo>
                    <a:pt x="2213" y="1324"/>
                  </a:lnTo>
                  <a:lnTo>
                    <a:pt x="2193" y="1324"/>
                  </a:lnTo>
                  <a:lnTo>
                    <a:pt x="2253" y="1245"/>
                  </a:lnTo>
                  <a:lnTo>
                    <a:pt x="2253" y="1225"/>
                  </a:lnTo>
                  <a:lnTo>
                    <a:pt x="2233" y="1225"/>
                  </a:lnTo>
                  <a:lnTo>
                    <a:pt x="2272" y="1166"/>
                  </a:lnTo>
                  <a:lnTo>
                    <a:pt x="2292" y="1067"/>
                  </a:lnTo>
                  <a:lnTo>
                    <a:pt x="2292" y="1027"/>
                  </a:lnTo>
                  <a:lnTo>
                    <a:pt x="2292" y="1008"/>
                  </a:lnTo>
                  <a:lnTo>
                    <a:pt x="2312" y="968"/>
                  </a:lnTo>
                  <a:lnTo>
                    <a:pt x="2292" y="988"/>
                  </a:lnTo>
                  <a:lnTo>
                    <a:pt x="2292" y="988"/>
                  </a:lnTo>
                  <a:lnTo>
                    <a:pt x="2351" y="869"/>
                  </a:lnTo>
                  <a:lnTo>
                    <a:pt x="2371" y="869"/>
                  </a:lnTo>
                  <a:lnTo>
                    <a:pt x="2351" y="889"/>
                  </a:lnTo>
                  <a:lnTo>
                    <a:pt x="2312" y="968"/>
                  </a:lnTo>
                  <a:lnTo>
                    <a:pt x="2332" y="968"/>
                  </a:lnTo>
                  <a:lnTo>
                    <a:pt x="2351" y="929"/>
                  </a:lnTo>
                  <a:lnTo>
                    <a:pt x="2351" y="909"/>
                  </a:lnTo>
                  <a:lnTo>
                    <a:pt x="2391" y="850"/>
                  </a:lnTo>
                  <a:lnTo>
                    <a:pt x="2401" y="850"/>
                  </a:lnTo>
                  <a:lnTo>
                    <a:pt x="2411" y="830"/>
                  </a:lnTo>
                  <a:lnTo>
                    <a:pt x="2450" y="751"/>
                  </a:lnTo>
                  <a:lnTo>
                    <a:pt x="2470" y="692"/>
                  </a:lnTo>
                  <a:lnTo>
                    <a:pt x="2430" y="771"/>
                  </a:lnTo>
                  <a:lnTo>
                    <a:pt x="2430" y="751"/>
                  </a:lnTo>
                  <a:lnTo>
                    <a:pt x="2450" y="672"/>
                  </a:lnTo>
                  <a:close/>
                  <a:moveTo>
                    <a:pt x="1717" y="1387"/>
                  </a:moveTo>
                  <a:lnTo>
                    <a:pt x="1709" y="1403"/>
                  </a:lnTo>
                  <a:lnTo>
                    <a:pt x="1717" y="1387"/>
                  </a:lnTo>
                  <a:close/>
                  <a:moveTo>
                    <a:pt x="1917" y="1264"/>
                  </a:moveTo>
                  <a:lnTo>
                    <a:pt x="1838" y="1403"/>
                  </a:lnTo>
                  <a:lnTo>
                    <a:pt x="1877" y="1324"/>
                  </a:lnTo>
                  <a:lnTo>
                    <a:pt x="1877" y="1304"/>
                  </a:lnTo>
                  <a:lnTo>
                    <a:pt x="1897" y="1264"/>
                  </a:lnTo>
                  <a:close/>
                  <a:moveTo>
                    <a:pt x="1709" y="1403"/>
                  </a:moveTo>
                  <a:lnTo>
                    <a:pt x="1709" y="1403"/>
                  </a:lnTo>
                  <a:lnTo>
                    <a:pt x="1709" y="1403"/>
                  </a:lnTo>
                  <a:close/>
                  <a:moveTo>
                    <a:pt x="2138" y="1304"/>
                  </a:moveTo>
                  <a:lnTo>
                    <a:pt x="2114" y="1343"/>
                  </a:lnTo>
                  <a:lnTo>
                    <a:pt x="2075" y="1403"/>
                  </a:lnTo>
                  <a:lnTo>
                    <a:pt x="2114" y="1363"/>
                  </a:lnTo>
                  <a:lnTo>
                    <a:pt x="2138" y="1304"/>
                  </a:lnTo>
                  <a:close/>
                  <a:moveTo>
                    <a:pt x="2168" y="1327"/>
                  </a:moveTo>
                  <a:lnTo>
                    <a:pt x="2134" y="1403"/>
                  </a:lnTo>
                  <a:lnTo>
                    <a:pt x="2154" y="1383"/>
                  </a:lnTo>
                  <a:lnTo>
                    <a:pt x="2168" y="1327"/>
                  </a:lnTo>
                  <a:close/>
                  <a:moveTo>
                    <a:pt x="692" y="1442"/>
                  </a:moveTo>
                  <a:lnTo>
                    <a:pt x="692" y="1442"/>
                  </a:lnTo>
                  <a:lnTo>
                    <a:pt x="692" y="1442"/>
                  </a:lnTo>
                  <a:close/>
                  <a:moveTo>
                    <a:pt x="988" y="1363"/>
                  </a:moveTo>
                  <a:lnTo>
                    <a:pt x="969" y="1383"/>
                  </a:lnTo>
                  <a:lnTo>
                    <a:pt x="929" y="1442"/>
                  </a:lnTo>
                  <a:lnTo>
                    <a:pt x="929" y="1452"/>
                  </a:lnTo>
                  <a:lnTo>
                    <a:pt x="949" y="1422"/>
                  </a:lnTo>
                  <a:lnTo>
                    <a:pt x="969" y="1403"/>
                  </a:lnTo>
                  <a:lnTo>
                    <a:pt x="988" y="1363"/>
                  </a:lnTo>
                  <a:close/>
                  <a:moveTo>
                    <a:pt x="1146" y="1442"/>
                  </a:moveTo>
                  <a:lnTo>
                    <a:pt x="1140" y="1462"/>
                  </a:lnTo>
                  <a:lnTo>
                    <a:pt x="1146" y="1462"/>
                  </a:lnTo>
                  <a:lnTo>
                    <a:pt x="1146" y="1442"/>
                  </a:lnTo>
                  <a:close/>
                  <a:moveTo>
                    <a:pt x="1087" y="1383"/>
                  </a:moveTo>
                  <a:lnTo>
                    <a:pt x="1048" y="1482"/>
                  </a:lnTo>
                  <a:lnTo>
                    <a:pt x="1067" y="1442"/>
                  </a:lnTo>
                  <a:lnTo>
                    <a:pt x="1087" y="1383"/>
                  </a:lnTo>
                  <a:close/>
                  <a:moveTo>
                    <a:pt x="2095" y="1403"/>
                  </a:moveTo>
                  <a:lnTo>
                    <a:pt x="2075" y="1422"/>
                  </a:lnTo>
                  <a:lnTo>
                    <a:pt x="2055" y="1482"/>
                  </a:lnTo>
                  <a:lnTo>
                    <a:pt x="2055" y="1482"/>
                  </a:lnTo>
                  <a:lnTo>
                    <a:pt x="2095" y="1403"/>
                  </a:lnTo>
                  <a:close/>
                  <a:moveTo>
                    <a:pt x="1048" y="1482"/>
                  </a:moveTo>
                  <a:lnTo>
                    <a:pt x="1048" y="1482"/>
                  </a:lnTo>
                  <a:lnTo>
                    <a:pt x="1048" y="1482"/>
                  </a:lnTo>
                  <a:close/>
                  <a:moveTo>
                    <a:pt x="1067" y="1482"/>
                  </a:moveTo>
                  <a:lnTo>
                    <a:pt x="1067" y="1482"/>
                  </a:lnTo>
                  <a:lnTo>
                    <a:pt x="1067" y="1482"/>
                  </a:lnTo>
                  <a:close/>
                  <a:moveTo>
                    <a:pt x="969" y="1482"/>
                  </a:moveTo>
                  <a:lnTo>
                    <a:pt x="969" y="1482"/>
                  </a:lnTo>
                  <a:lnTo>
                    <a:pt x="969" y="1482"/>
                  </a:lnTo>
                  <a:close/>
                  <a:moveTo>
                    <a:pt x="1522" y="1475"/>
                  </a:moveTo>
                  <a:lnTo>
                    <a:pt x="1488" y="1498"/>
                  </a:lnTo>
                  <a:lnTo>
                    <a:pt x="1488" y="1498"/>
                  </a:lnTo>
                  <a:lnTo>
                    <a:pt x="1487" y="1499"/>
                  </a:lnTo>
                  <a:lnTo>
                    <a:pt x="1487" y="1499"/>
                  </a:lnTo>
                  <a:lnTo>
                    <a:pt x="1522" y="1482"/>
                  </a:lnTo>
                  <a:lnTo>
                    <a:pt x="1522" y="1475"/>
                  </a:lnTo>
                  <a:close/>
                  <a:moveTo>
                    <a:pt x="1305" y="1422"/>
                  </a:moveTo>
                  <a:lnTo>
                    <a:pt x="1305" y="1442"/>
                  </a:lnTo>
                  <a:lnTo>
                    <a:pt x="1285" y="1482"/>
                  </a:lnTo>
                  <a:lnTo>
                    <a:pt x="1265" y="1501"/>
                  </a:lnTo>
                  <a:lnTo>
                    <a:pt x="1305" y="1422"/>
                  </a:lnTo>
                  <a:close/>
                  <a:moveTo>
                    <a:pt x="1146" y="1482"/>
                  </a:moveTo>
                  <a:lnTo>
                    <a:pt x="1146" y="1501"/>
                  </a:lnTo>
                  <a:lnTo>
                    <a:pt x="1166" y="1501"/>
                  </a:lnTo>
                  <a:lnTo>
                    <a:pt x="1166" y="1482"/>
                  </a:lnTo>
                  <a:close/>
                  <a:moveTo>
                    <a:pt x="521" y="1508"/>
                  </a:moveTo>
                  <a:lnTo>
                    <a:pt x="514" y="1521"/>
                  </a:lnTo>
                  <a:lnTo>
                    <a:pt x="514" y="1541"/>
                  </a:lnTo>
                  <a:lnTo>
                    <a:pt x="521" y="1508"/>
                  </a:lnTo>
                  <a:close/>
                  <a:moveTo>
                    <a:pt x="761" y="1541"/>
                  </a:moveTo>
                  <a:lnTo>
                    <a:pt x="760" y="1543"/>
                  </a:lnTo>
                  <a:lnTo>
                    <a:pt x="760" y="1543"/>
                  </a:lnTo>
                  <a:lnTo>
                    <a:pt x="761" y="1541"/>
                  </a:lnTo>
                  <a:close/>
                  <a:moveTo>
                    <a:pt x="969" y="1442"/>
                  </a:moveTo>
                  <a:lnTo>
                    <a:pt x="949" y="1462"/>
                  </a:lnTo>
                  <a:lnTo>
                    <a:pt x="929" y="1462"/>
                  </a:lnTo>
                  <a:lnTo>
                    <a:pt x="929" y="1452"/>
                  </a:lnTo>
                  <a:lnTo>
                    <a:pt x="909" y="1482"/>
                  </a:lnTo>
                  <a:lnTo>
                    <a:pt x="890" y="1561"/>
                  </a:lnTo>
                  <a:lnTo>
                    <a:pt x="909" y="1541"/>
                  </a:lnTo>
                  <a:lnTo>
                    <a:pt x="929" y="1521"/>
                  </a:lnTo>
                  <a:lnTo>
                    <a:pt x="929" y="1541"/>
                  </a:lnTo>
                  <a:lnTo>
                    <a:pt x="969" y="1442"/>
                  </a:lnTo>
                  <a:close/>
                  <a:moveTo>
                    <a:pt x="1364" y="1501"/>
                  </a:moveTo>
                  <a:lnTo>
                    <a:pt x="1324" y="1541"/>
                  </a:lnTo>
                  <a:lnTo>
                    <a:pt x="1324" y="1561"/>
                  </a:lnTo>
                  <a:lnTo>
                    <a:pt x="1344" y="1541"/>
                  </a:lnTo>
                  <a:lnTo>
                    <a:pt x="1364" y="1501"/>
                  </a:lnTo>
                  <a:close/>
                  <a:moveTo>
                    <a:pt x="1818" y="1541"/>
                  </a:moveTo>
                  <a:lnTo>
                    <a:pt x="1818" y="1561"/>
                  </a:lnTo>
                  <a:lnTo>
                    <a:pt x="1825" y="1554"/>
                  </a:lnTo>
                  <a:lnTo>
                    <a:pt x="1825" y="1554"/>
                  </a:lnTo>
                  <a:lnTo>
                    <a:pt x="1818" y="1541"/>
                  </a:lnTo>
                  <a:close/>
                  <a:moveTo>
                    <a:pt x="1739" y="1383"/>
                  </a:moveTo>
                  <a:lnTo>
                    <a:pt x="1719" y="1403"/>
                  </a:lnTo>
                  <a:lnTo>
                    <a:pt x="1700" y="1422"/>
                  </a:lnTo>
                  <a:lnTo>
                    <a:pt x="1709" y="1403"/>
                  </a:lnTo>
                  <a:lnTo>
                    <a:pt x="1660" y="1501"/>
                  </a:lnTo>
                  <a:lnTo>
                    <a:pt x="1640" y="1482"/>
                  </a:lnTo>
                  <a:lnTo>
                    <a:pt x="1640" y="1501"/>
                  </a:lnTo>
                  <a:lnTo>
                    <a:pt x="1621" y="1600"/>
                  </a:lnTo>
                  <a:lnTo>
                    <a:pt x="1660" y="1521"/>
                  </a:lnTo>
                  <a:lnTo>
                    <a:pt x="1700" y="1501"/>
                  </a:lnTo>
                  <a:lnTo>
                    <a:pt x="1719" y="1442"/>
                  </a:lnTo>
                  <a:lnTo>
                    <a:pt x="1759" y="1403"/>
                  </a:lnTo>
                  <a:lnTo>
                    <a:pt x="1759" y="1383"/>
                  </a:lnTo>
                  <a:close/>
                  <a:moveTo>
                    <a:pt x="238" y="0"/>
                  </a:moveTo>
                  <a:lnTo>
                    <a:pt x="198" y="60"/>
                  </a:lnTo>
                  <a:lnTo>
                    <a:pt x="198" y="79"/>
                  </a:lnTo>
                  <a:lnTo>
                    <a:pt x="179" y="119"/>
                  </a:lnTo>
                  <a:lnTo>
                    <a:pt x="159" y="139"/>
                  </a:lnTo>
                  <a:lnTo>
                    <a:pt x="100" y="297"/>
                  </a:lnTo>
                  <a:lnTo>
                    <a:pt x="40" y="455"/>
                  </a:lnTo>
                  <a:lnTo>
                    <a:pt x="60" y="455"/>
                  </a:lnTo>
                  <a:lnTo>
                    <a:pt x="40" y="514"/>
                  </a:lnTo>
                  <a:lnTo>
                    <a:pt x="21" y="553"/>
                  </a:lnTo>
                  <a:lnTo>
                    <a:pt x="21" y="573"/>
                  </a:lnTo>
                  <a:lnTo>
                    <a:pt x="40" y="553"/>
                  </a:lnTo>
                  <a:lnTo>
                    <a:pt x="40" y="573"/>
                  </a:lnTo>
                  <a:lnTo>
                    <a:pt x="40" y="593"/>
                  </a:lnTo>
                  <a:lnTo>
                    <a:pt x="60" y="573"/>
                  </a:lnTo>
                  <a:lnTo>
                    <a:pt x="60" y="573"/>
                  </a:lnTo>
                  <a:lnTo>
                    <a:pt x="40" y="632"/>
                  </a:lnTo>
                  <a:lnTo>
                    <a:pt x="1" y="692"/>
                  </a:lnTo>
                  <a:lnTo>
                    <a:pt x="1" y="711"/>
                  </a:lnTo>
                  <a:lnTo>
                    <a:pt x="21" y="711"/>
                  </a:lnTo>
                  <a:lnTo>
                    <a:pt x="40" y="692"/>
                  </a:lnTo>
                  <a:lnTo>
                    <a:pt x="40" y="731"/>
                  </a:lnTo>
                  <a:lnTo>
                    <a:pt x="21" y="771"/>
                  </a:lnTo>
                  <a:lnTo>
                    <a:pt x="1" y="830"/>
                  </a:lnTo>
                  <a:lnTo>
                    <a:pt x="40" y="751"/>
                  </a:lnTo>
                  <a:lnTo>
                    <a:pt x="40" y="771"/>
                  </a:lnTo>
                  <a:lnTo>
                    <a:pt x="80" y="692"/>
                  </a:lnTo>
                  <a:lnTo>
                    <a:pt x="80" y="711"/>
                  </a:lnTo>
                  <a:lnTo>
                    <a:pt x="60" y="751"/>
                  </a:lnTo>
                  <a:lnTo>
                    <a:pt x="21" y="810"/>
                  </a:lnTo>
                  <a:lnTo>
                    <a:pt x="21" y="850"/>
                  </a:lnTo>
                  <a:lnTo>
                    <a:pt x="40" y="850"/>
                  </a:lnTo>
                  <a:lnTo>
                    <a:pt x="21" y="889"/>
                  </a:lnTo>
                  <a:lnTo>
                    <a:pt x="1" y="948"/>
                  </a:lnTo>
                  <a:lnTo>
                    <a:pt x="21" y="948"/>
                  </a:lnTo>
                  <a:lnTo>
                    <a:pt x="40" y="909"/>
                  </a:lnTo>
                  <a:lnTo>
                    <a:pt x="60" y="909"/>
                  </a:lnTo>
                  <a:lnTo>
                    <a:pt x="40" y="929"/>
                  </a:lnTo>
                  <a:lnTo>
                    <a:pt x="40" y="948"/>
                  </a:lnTo>
                  <a:lnTo>
                    <a:pt x="40" y="968"/>
                  </a:lnTo>
                  <a:lnTo>
                    <a:pt x="60" y="948"/>
                  </a:lnTo>
                  <a:lnTo>
                    <a:pt x="60" y="948"/>
                  </a:lnTo>
                  <a:lnTo>
                    <a:pt x="40" y="1008"/>
                  </a:lnTo>
                  <a:lnTo>
                    <a:pt x="21" y="1067"/>
                  </a:lnTo>
                  <a:lnTo>
                    <a:pt x="40" y="1027"/>
                  </a:lnTo>
                  <a:lnTo>
                    <a:pt x="60" y="1027"/>
                  </a:lnTo>
                  <a:lnTo>
                    <a:pt x="80" y="988"/>
                  </a:lnTo>
                  <a:lnTo>
                    <a:pt x="80" y="988"/>
                  </a:lnTo>
                  <a:lnTo>
                    <a:pt x="100" y="929"/>
                  </a:lnTo>
                  <a:lnTo>
                    <a:pt x="139" y="889"/>
                  </a:lnTo>
                  <a:lnTo>
                    <a:pt x="159" y="869"/>
                  </a:lnTo>
                  <a:lnTo>
                    <a:pt x="119" y="968"/>
                  </a:lnTo>
                  <a:lnTo>
                    <a:pt x="60" y="1087"/>
                  </a:lnTo>
                  <a:lnTo>
                    <a:pt x="100" y="1047"/>
                  </a:lnTo>
                  <a:lnTo>
                    <a:pt x="80" y="1087"/>
                  </a:lnTo>
                  <a:lnTo>
                    <a:pt x="80" y="1126"/>
                  </a:lnTo>
                  <a:lnTo>
                    <a:pt x="60" y="1166"/>
                  </a:lnTo>
                  <a:lnTo>
                    <a:pt x="60" y="1205"/>
                  </a:lnTo>
                  <a:lnTo>
                    <a:pt x="60" y="1225"/>
                  </a:lnTo>
                  <a:lnTo>
                    <a:pt x="100" y="1166"/>
                  </a:lnTo>
                  <a:lnTo>
                    <a:pt x="100" y="1166"/>
                  </a:lnTo>
                  <a:lnTo>
                    <a:pt x="80" y="1205"/>
                  </a:lnTo>
                  <a:lnTo>
                    <a:pt x="80" y="1225"/>
                  </a:lnTo>
                  <a:lnTo>
                    <a:pt x="100" y="1225"/>
                  </a:lnTo>
                  <a:lnTo>
                    <a:pt x="100" y="1264"/>
                  </a:lnTo>
                  <a:lnTo>
                    <a:pt x="100" y="1284"/>
                  </a:lnTo>
                  <a:lnTo>
                    <a:pt x="139" y="1185"/>
                  </a:lnTo>
                  <a:lnTo>
                    <a:pt x="139" y="1225"/>
                  </a:lnTo>
                  <a:lnTo>
                    <a:pt x="119" y="1284"/>
                  </a:lnTo>
                  <a:lnTo>
                    <a:pt x="198" y="1126"/>
                  </a:lnTo>
                  <a:lnTo>
                    <a:pt x="179" y="1185"/>
                  </a:lnTo>
                  <a:lnTo>
                    <a:pt x="159" y="1264"/>
                  </a:lnTo>
                  <a:lnTo>
                    <a:pt x="159" y="1245"/>
                  </a:lnTo>
                  <a:lnTo>
                    <a:pt x="139" y="1304"/>
                  </a:lnTo>
                  <a:lnTo>
                    <a:pt x="119" y="1343"/>
                  </a:lnTo>
                  <a:lnTo>
                    <a:pt x="139" y="1343"/>
                  </a:lnTo>
                  <a:lnTo>
                    <a:pt x="139" y="1363"/>
                  </a:lnTo>
                  <a:lnTo>
                    <a:pt x="159" y="1304"/>
                  </a:lnTo>
                  <a:lnTo>
                    <a:pt x="179" y="1264"/>
                  </a:lnTo>
                  <a:lnTo>
                    <a:pt x="165" y="1284"/>
                  </a:lnTo>
                  <a:lnTo>
                    <a:pt x="179" y="1245"/>
                  </a:lnTo>
                  <a:lnTo>
                    <a:pt x="218" y="1185"/>
                  </a:lnTo>
                  <a:lnTo>
                    <a:pt x="277" y="1106"/>
                  </a:lnTo>
                  <a:lnTo>
                    <a:pt x="258" y="1146"/>
                  </a:lnTo>
                  <a:lnTo>
                    <a:pt x="218" y="1264"/>
                  </a:lnTo>
                  <a:lnTo>
                    <a:pt x="238" y="1245"/>
                  </a:lnTo>
                  <a:lnTo>
                    <a:pt x="238" y="1264"/>
                  </a:lnTo>
                  <a:lnTo>
                    <a:pt x="218" y="1324"/>
                  </a:lnTo>
                  <a:lnTo>
                    <a:pt x="258" y="1225"/>
                  </a:lnTo>
                  <a:lnTo>
                    <a:pt x="277" y="1225"/>
                  </a:lnTo>
                  <a:lnTo>
                    <a:pt x="258" y="1245"/>
                  </a:lnTo>
                  <a:lnTo>
                    <a:pt x="238" y="1304"/>
                  </a:lnTo>
                  <a:lnTo>
                    <a:pt x="258" y="1324"/>
                  </a:lnTo>
                  <a:lnTo>
                    <a:pt x="258" y="1363"/>
                  </a:lnTo>
                  <a:lnTo>
                    <a:pt x="258" y="1383"/>
                  </a:lnTo>
                  <a:lnTo>
                    <a:pt x="277" y="1383"/>
                  </a:lnTo>
                  <a:lnTo>
                    <a:pt x="291" y="1330"/>
                  </a:lnTo>
                  <a:lnTo>
                    <a:pt x="317" y="1264"/>
                  </a:lnTo>
                  <a:lnTo>
                    <a:pt x="356" y="1199"/>
                  </a:lnTo>
                  <a:lnTo>
                    <a:pt x="356" y="1205"/>
                  </a:lnTo>
                  <a:lnTo>
                    <a:pt x="376" y="1185"/>
                  </a:lnTo>
                  <a:lnTo>
                    <a:pt x="376" y="1166"/>
                  </a:lnTo>
                  <a:lnTo>
                    <a:pt x="396" y="1126"/>
                  </a:lnTo>
                  <a:lnTo>
                    <a:pt x="396" y="1166"/>
                  </a:lnTo>
                  <a:lnTo>
                    <a:pt x="376" y="1225"/>
                  </a:lnTo>
                  <a:lnTo>
                    <a:pt x="396" y="1205"/>
                  </a:lnTo>
                  <a:lnTo>
                    <a:pt x="396" y="1205"/>
                  </a:lnTo>
                  <a:lnTo>
                    <a:pt x="356" y="1284"/>
                  </a:lnTo>
                  <a:lnTo>
                    <a:pt x="337" y="1324"/>
                  </a:lnTo>
                  <a:lnTo>
                    <a:pt x="317" y="1383"/>
                  </a:lnTo>
                  <a:lnTo>
                    <a:pt x="337" y="1363"/>
                  </a:lnTo>
                  <a:lnTo>
                    <a:pt x="297" y="1442"/>
                  </a:lnTo>
                  <a:lnTo>
                    <a:pt x="317" y="1442"/>
                  </a:lnTo>
                  <a:lnTo>
                    <a:pt x="317" y="1462"/>
                  </a:lnTo>
                  <a:lnTo>
                    <a:pt x="337" y="1383"/>
                  </a:lnTo>
                  <a:lnTo>
                    <a:pt x="337" y="1442"/>
                  </a:lnTo>
                  <a:lnTo>
                    <a:pt x="356" y="1482"/>
                  </a:lnTo>
                  <a:lnTo>
                    <a:pt x="376" y="1422"/>
                  </a:lnTo>
                  <a:lnTo>
                    <a:pt x="396" y="1403"/>
                  </a:lnTo>
                  <a:lnTo>
                    <a:pt x="396" y="1403"/>
                  </a:lnTo>
                  <a:lnTo>
                    <a:pt x="376" y="1442"/>
                  </a:lnTo>
                  <a:lnTo>
                    <a:pt x="376" y="1482"/>
                  </a:lnTo>
                  <a:lnTo>
                    <a:pt x="416" y="1442"/>
                  </a:lnTo>
                  <a:lnTo>
                    <a:pt x="455" y="1363"/>
                  </a:lnTo>
                  <a:lnTo>
                    <a:pt x="455" y="1403"/>
                  </a:lnTo>
                  <a:lnTo>
                    <a:pt x="455" y="1442"/>
                  </a:lnTo>
                  <a:lnTo>
                    <a:pt x="475" y="1462"/>
                  </a:lnTo>
                  <a:lnTo>
                    <a:pt x="574" y="1284"/>
                  </a:lnTo>
                  <a:lnTo>
                    <a:pt x="633" y="1166"/>
                  </a:lnTo>
                  <a:lnTo>
                    <a:pt x="672" y="1067"/>
                  </a:lnTo>
                  <a:lnTo>
                    <a:pt x="672" y="1126"/>
                  </a:lnTo>
                  <a:lnTo>
                    <a:pt x="653" y="1166"/>
                  </a:lnTo>
                  <a:lnTo>
                    <a:pt x="633" y="1245"/>
                  </a:lnTo>
                  <a:lnTo>
                    <a:pt x="633" y="1225"/>
                  </a:lnTo>
                  <a:lnTo>
                    <a:pt x="593" y="1383"/>
                  </a:lnTo>
                  <a:lnTo>
                    <a:pt x="554" y="1422"/>
                  </a:lnTo>
                  <a:lnTo>
                    <a:pt x="574" y="1363"/>
                  </a:lnTo>
                  <a:lnTo>
                    <a:pt x="534" y="1442"/>
                  </a:lnTo>
                  <a:lnTo>
                    <a:pt x="521" y="1508"/>
                  </a:lnTo>
                  <a:lnTo>
                    <a:pt x="534" y="1482"/>
                  </a:lnTo>
                  <a:lnTo>
                    <a:pt x="534" y="1541"/>
                  </a:lnTo>
                  <a:lnTo>
                    <a:pt x="554" y="1521"/>
                  </a:lnTo>
                  <a:lnTo>
                    <a:pt x="554" y="1541"/>
                  </a:lnTo>
                  <a:lnTo>
                    <a:pt x="593" y="1462"/>
                  </a:lnTo>
                  <a:lnTo>
                    <a:pt x="593" y="1482"/>
                  </a:lnTo>
                  <a:lnTo>
                    <a:pt x="574" y="1521"/>
                  </a:lnTo>
                  <a:lnTo>
                    <a:pt x="613" y="1501"/>
                  </a:lnTo>
                  <a:lnTo>
                    <a:pt x="653" y="1422"/>
                  </a:lnTo>
                  <a:lnTo>
                    <a:pt x="686" y="1357"/>
                  </a:lnTo>
                  <a:lnTo>
                    <a:pt x="686" y="1357"/>
                  </a:lnTo>
                  <a:lnTo>
                    <a:pt x="712" y="1343"/>
                  </a:lnTo>
                  <a:lnTo>
                    <a:pt x="692" y="1403"/>
                  </a:lnTo>
                  <a:lnTo>
                    <a:pt x="672" y="1403"/>
                  </a:lnTo>
                  <a:lnTo>
                    <a:pt x="672" y="1422"/>
                  </a:lnTo>
                  <a:lnTo>
                    <a:pt x="692" y="1422"/>
                  </a:lnTo>
                  <a:lnTo>
                    <a:pt x="732" y="1363"/>
                  </a:lnTo>
                  <a:lnTo>
                    <a:pt x="732" y="1383"/>
                  </a:lnTo>
                  <a:lnTo>
                    <a:pt x="672" y="1501"/>
                  </a:lnTo>
                  <a:lnTo>
                    <a:pt x="692" y="1442"/>
                  </a:lnTo>
                  <a:lnTo>
                    <a:pt x="653" y="1501"/>
                  </a:lnTo>
                  <a:lnTo>
                    <a:pt x="633" y="1521"/>
                  </a:lnTo>
                  <a:lnTo>
                    <a:pt x="653" y="1482"/>
                  </a:lnTo>
                  <a:lnTo>
                    <a:pt x="633" y="1482"/>
                  </a:lnTo>
                  <a:lnTo>
                    <a:pt x="613" y="1521"/>
                  </a:lnTo>
                  <a:lnTo>
                    <a:pt x="613" y="1541"/>
                  </a:lnTo>
                  <a:lnTo>
                    <a:pt x="633" y="1561"/>
                  </a:lnTo>
                  <a:lnTo>
                    <a:pt x="633" y="1580"/>
                  </a:lnTo>
                  <a:lnTo>
                    <a:pt x="692" y="1501"/>
                  </a:lnTo>
                  <a:lnTo>
                    <a:pt x="712" y="1442"/>
                  </a:lnTo>
                  <a:lnTo>
                    <a:pt x="751" y="1383"/>
                  </a:lnTo>
                  <a:lnTo>
                    <a:pt x="712" y="1482"/>
                  </a:lnTo>
                  <a:lnTo>
                    <a:pt x="712" y="1521"/>
                  </a:lnTo>
                  <a:lnTo>
                    <a:pt x="751" y="1442"/>
                  </a:lnTo>
                  <a:lnTo>
                    <a:pt x="791" y="1383"/>
                  </a:lnTo>
                  <a:lnTo>
                    <a:pt x="771" y="1403"/>
                  </a:lnTo>
                  <a:lnTo>
                    <a:pt x="771" y="1383"/>
                  </a:lnTo>
                  <a:lnTo>
                    <a:pt x="791" y="1343"/>
                  </a:lnTo>
                  <a:lnTo>
                    <a:pt x="811" y="1304"/>
                  </a:lnTo>
                  <a:lnTo>
                    <a:pt x="830" y="1264"/>
                  </a:lnTo>
                  <a:lnTo>
                    <a:pt x="830" y="1304"/>
                  </a:lnTo>
                  <a:lnTo>
                    <a:pt x="811" y="1363"/>
                  </a:lnTo>
                  <a:lnTo>
                    <a:pt x="732" y="1501"/>
                  </a:lnTo>
                  <a:lnTo>
                    <a:pt x="732" y="1521"/>
                  </a:lnTo>
                  <a:lnTo>
                    <a:pt x="732" y="1541"/>
                  </a:lnTo>
                  <a:lnTo>
                    <a:pt x="771" y="1442"/>
                  </a:lnTo>
                  <a:lnTo>
                    <a:pt x="811" y="1383"/>
                  </a:lnTo>
                  <a:lnTo>
                    <a:pt x="870" y="1324"/>
                  </a:lnTo>
                  <a:lnTo>
                    <a:pt x="811" y="1442"/>
                  </a:lnTo>
                  <a:lnTo>
                    <a:pt x="791" y="1482"/>
                  </a:lnTo>
                  <a:lnTo>
                    <a:pt x="761" y="1541"/>
                  </a:lnTo>
                  <a:lnTo>
                    <a:pt x="771" y="1521"/>
                  </a:lnTo>
                  <a:lnTo>
                    <a:pt x="791" y="1501"/>
                  </a:lnTo>
                  <a:lnTo>
                    <a:pt x="791" y="1541"/>
                  </a:lnTo>
                  <a:lnTo>
                    <a:pt x="830" y="1521"/>
                  </a:lnTo>
                  <a:lnTo>
                    <a:pt x="830" y="1482"/>
                  </a:lnTo>
                  <a:lnTo>
                    <a:pt x="850" y="1462"/>
                  </a:lnTo>
                  <a:lnTo>
                    <a:pt x="850" y="1482"/>
                  </a:lnTo>
                  <a:lnTo>
                    <a:pt x="850" y="1501"/>
                  </a:lnTo>
                  <a:lnTo>
                    <a:pt x="870" y="1482"/>
                  </a:lnTo>
                  <a:lnTo>
                    <a:pt x="890" y="1482"/>
                  </a:lnTo>
                  <a:lnTo>
                    <a:pt x="909" y="1462"/>
                  </a:lnTo>
                  <a:lnTo>
                    <a:pt x="890" y="1462"/>
                  </a:lnTo>
                  <a:lnTo>
                    <a:pt x="890" y="1442"/>
                  </a:lnTo>
                  <a:lnTo>
                    <a:pt x="909" y="1383"/>
                  </a:lnTo>
                  <a:lnTo>
                    <a:pt x="949" y="1343"/>
                  </a:lnTo>
                  <a:lnTo>
                    <a:pt x="969" y="1324"/>
                  </a:lnTo>
                  <a:lnTo>
                    <a:pt x="988" y="1324"/>
                  </a:lnTo>
                  <a:lnTo>
                    <a:pt x="988" y="1304"/>
                  </a:lnTo>
                  <a:lnTo>
                    <a:pt x="1008" y="1284"/>
                  </a:lnTo>
                  <a:lnTo>
                    <a:pt x="988" y="1363"/>
                  </a:lnTo>
                  <a:lnTo>
                    <a:pt x="1008" y="1343"/>
                  </a:lnTo>
                  <a:lnTo>
                    <a:pt x="988" y="1383"/>
                  </a:lnTo>
                  <a:lnTo>
                    <a:pt x="988" y="1403"/>
                  </a:lnTo>
                  <a:lnTo>
                    <a:pt x="1008" y="1383"/>
                  </a:lnTo>
                  <a:lnTo>
                    <a:pt x="1008" y="1383"/>
                  </a:lnTo>
                  <a:lnTo>
                    <a:pt x="988" y="1422"/>
                  </a:lnTo>
                  <a:lnTo>
                    <a:pt x="969" y="1482"/>
                  </a:lnTo>
                  <a:lnTo>
                    <a:pt x="1008" y="1422"/>
                  </a:lnTo>
                  <a:lnTo>
                    <a:pt x="1008" y="1442"/>
                  </a:lnTo>
                  <a:lnTo>
                    <a:pt x="1048" y="1403"/>
                  </a:lnTo>
                  <a:lnTo>
                    <a:pt x="1067" y="1343"/>
                  </a:lnTo>
                  <a:lnTo>
                    <a:pt x="1087" y="1284"/>
                  </a:lnTo>
                  <a:lnTo>
                    <a:pt x="1127" y="1284"/>
                  </a:lnTo>
                  <a:lnTo>
                    <a:pt x="1127" y="1324"/>
                  </a:lnTo>
                  <a:lnTo>
                    <a:pt x="1107" y="1363"/>
                  </a:lnTo>
                  <a:lnTo>
                    <a:pt x="1087" y="1383"/>
                  </a:lnTo>
                  <a:lnTo>
                    <a:pt x="1087" y="1422"/>
                  </a:lnTo>
                  <a:lnTo>
                    <a:pt x="1067" y="1482"/>
                  </a:lnTo>
                  <a:lnTo>
                    <a:pt x="1087" y="1442"/>
                  </a:lnTo>
                  <a:lnTo>
                    <a:pt x="1107" y="1422"/>
                  </a:lnTo>
                  <a:lnTo>
                    <a:pt x="1107" y="1422"/>
                  </a:lnTo>
                  <a:lnTo>
                    <a:pt x="1067" y="1521"/>
                  </a:lnTo>
                  <a:lnTo>
                    <a:pt x="1067" y="1541"/>
                  </a:lnTo>
                  <a:lnTo>
                    <a:pt x="1087" y="1501"/>
                  </a:lnTo>
                  <a:lnTo>
                    <a:pt x="1107" y="1462"/>
                  </a:lnTo>
                  <a:lnTo>
                    <a:pt x="1127" y="1442"/>
                  </a:lnTo>
                  <a:lnTo>
                    <a:pt x="1107" y="1482"/>
                  </a:lnTo>
                  <a:lnTo>
                    <a:pt x="1127" y="1482"/>
                  </a:lnTo>
                  <a:lnTo>
                    <a:pt x="1127" y="1501"/>
                  </a:lnTo>
                  <a:lnTo>
                    <a:pt x="1140" y="1462"/>
                  </a:lnTo>
                  <a:lnTo>
                    <a:pt x="1127" y="1462"/>
                  </a:lnTo>
                  <a:lnTo>
                    <a:pt x="1146" y="1422"/>
                  </a:lnTo>
                  <a:lnTo>
                    <a:pt x="1166" y="1403"/>
                  </a:lnTo>
                  <a:lnTo>
                    <a:pt x="1206" y="1403"/>
                  </a:lnTo>
                  <a:lnTo>
                    <a:pt x="1225" y="1363"/>
                  </a:lnTo>
                  <a:lnTo>
                    <a:pt x="1206" y="1422"/>
                  </a:lnTo>
                  <a:lnTo>
                    <a:pt x="1186" y="1482"/>
                  </a:lnTo>
                  <a:lnTo>
                    <a:pt x="1206" y="1462"/>
                  </a:lnTo>
                  <a:lnTo>
                    <a:pt x="1186" y="1541"/>
                  </a:lnTo>
                  <a:lnTo>
                    <a:pt x="1166" y="1600"/>
                  </a:lnTo>
                  <a:lnTo>
                    <a:pt x="1186" y="1600"/>
                  </a:lnTo>
                  <a:lnTo>
                    <a:pt x="1206" y="1521"/>
                  </a:lnTo>
                  <a:lnTo>
                    <a:pt x="1225" y="1501"/>
                  </a:lnTo>
                  <a:lnTo>
                    <a:pt x="1225" y="1521"/>
                  </a:lnTo>
                  <a:lnTo>
                    <a:pt x="1245" y="1442"/>
                  </a:lnTo>
                  <a:lnTo>
                    <a:pt x="1245" y="1501"/>
                  </a:lnTo>
                  <a:lnTo>
                    <a:pt x="1225" y="1541"/>
                  </a:lnTo>
                  <a:lnTo>
                    <a:pt x="1225" y="1580"/>
                  </a:lnTo>
                  <a:lnTo>
                    <a:pt x="1245" y="1541"/>
                  </a:lnTo>
                  <a:lnTo>
                    <a:pt x="1265" y="1501"/>
                  </a:lnTo>
                  <a:lnTo>
                    <a:pt x="1265" y="1501"/>
                  </a:lnTo>
                  <a:lnTo>
                    <a:pt x="1285" y="1521"/>
                  </a:lnTo>
                  <a:lnTo>
                    <a:pt x="1285" y="1501"/>
                  </a:lnTo>
                  <a:lnTo>
                    <a:pt x="1324" y="1442"/>
                  </a:lnTo>
                  <a:lnTo>
                    <a:pt x="1324" y="1422"/>
                  </a:lnTo>
                  <a:lnTo>
                    <a:pt x="1344" y="1363"/>
                  </a:lnTo>
                  <a:lnTo>
                    <a:pt x="1344" y="1403"/>
                  </a:lnTo>
                  <a:lnTo>
                    <a:pt x="1324" y="1462"/>
                  </a:lnTo>
                  <a:lnTo>
                    <a:pt x="1364" y="1422"/>
                  </a:lnTo>
                  <a:lnTo>
                    <a:pt x="1384" y="1403"/>
                  </a:lnTo>
                  <a:lnTo>
                    <a:pt x="1403" y="1363"/>
                  </a:lnTo>
                  <a:lnTo>
                    <a:pt x="1423" y="1324"/>
                  </a:lnTo>
                  <a:lnTo>
                    <a:pt x="1403" y="1403"/>
                  </a:lnTo>
                  <a:lnTo>
                    <a:pt x="1384" y="1442"/>
                  </a:lnTo>
                  <a:lnTo>
                    <a:pt x="1364" y="1501"/>
                  </a:lnTo>
                  <a:lnTo>
                    <a:pt x="1364" y="1521"/>
                  </a:lnTo>
                  <a:lnTo>
                    <a:pt x="1324" y="1580"/>
                  </a:lnTo>
                  <a:lnTo>
                    <a:pt x="1344" y="1561"/>
                  </a:lnTo>
                  <a:lnTo>
                    <a:pt x="1364" y="1541"/>
                  </a:lnTo>
                  <a:lnTo>
                    <a:pt x="1364" y="1561"/>
                  </a:lnTo>
                  <a:lnTo>
                    <a:pt x="1384" y="1501"/>
                  </a:lnTo>
                  <a:lnTo>
                    <a:pt x="1403" y="1442"/>
                  </a:lnTo>
                  <a:lnTo>
                    <a:pt x="1403" y="1442"/>
                  </a:lnTo>
                  <a:lnTo>
                    <a:pt x="1384" y="1521"/>
                  </a:lnTo>
                  <a:lnTo>
                    <a:pt x="1403" y="1521"/>
                  </a:lnTo>
                  <a:lnTo>
                    <a:pt x="1403" y="1501"/>
                  </a:lnTo>
                  <a:lnTo>
                    <a:pt x="1443" y="1422"/>
                  </a:lnTo>
                  <a:lnTo>
                    <a:pt x="1463" y="1363"/>
                  </a:lnTo>
                  <a:lnTo>
                    <a:pt x="1482" y="1343"/>
                  </a:lnTo>
                  <a:lnTo>
                    <a:pt x="1502" y="1304"/>
                  </a:lnTo>
                  <a:lnTo>
                    <a:pt x="1482" y="1324"/>
                  </a:lnTo>
                  <a:lnTo>
                    <a:pt x="1482" y="1324"/>
                  </a:lnTo>
                  <a:lnTo>
                    <a:pt x="1502" y="1284"/>
                  </a:lnTo>
                  <a:lnTo>
                    <a:pt x="1522" y="1264"/>
                  </a:lnTo>
                  <a:lnTo>
                    <a:pt x="1502" y="1363"/>
                  </a:lnTo>
                  <a:lnTo>
                    <a:pt x="1443" y="1482"/>
                  </a:lnTo>
                  <a:lnTo>
                    <a:pt x="1384" y="1620"/>
                  </a:lnTo>
                  <a:lnTo>
                    <a:pt x="1384" y="1620"/>
                  </a:lnTo>
                  <a:lnTo>
                    <a:pt x="1403" y="1600"/>
                  </a:lnTo>
                  <a:lnTo>
                    <a:pt x="1423" y="1620"/>
                  </a:lnTo>
                  <a:lnTo>
                    <a:pt x="1423" y="1640"/>
                  </a:lnTo>
                  <a:lnTo>
                    <a:pt x="1463" y="1561"/>
                  </a:lnTo>
                  <a:lnTo>
                    <a:pt x="1487" y="1499"/>
                  </a:lnTo>
                  <a:lnTo>
                    <a:pt x="1487" y="1499"/>
                  </a:lnTo>
                  <a:lnTo>
                    <a:pt x="1482" y="1501"/>
                  </a:lnTo>
                  <a:lnTo>
                    <a:pt x="1488" y="1498"/>
                  </a:lnTo>
                  <a:lnTo>
                    <a:pt x="1488" y="1498"/>
                  </a:lnTo>
                  <a:lnTo>
                    <a:pt x="1502" y="1462"/>
                  </a:lnTo>
                  <a:lnTo>
                    <a:pt x="1522" y="1462"/>
                  </a:lnTo>
                  <a:lnTo>
                    <a:pt x="1522" y="1475"/>
                  </a:lnTo>
                  <a:lnTo>
                    <a:pt x="1542" y="1462"/>
                  </a:lnTo>
                  <a:lnTo>
                    <a:pt x="1561" y="1442"/>
                  </a:lnTo>
                  <a:lnTo>
                    <a:pt x="1581" y="1403"/>
                  </a:lnTo>
                  <a:lnTo>
                    <a:pt x="1621" y="1324"/>
                  </a:lnTo>
                  <a:lnTo>
                    <a:pt x="1640" y="1304"/>
                  </a:lnTo>
                  <a:lnTo>
                    <a:pt x="1660" y="1245"/>
                  </a:lnTo>
                  <a:lnTo>
                    <a:pt x="1680" y="1264"/>
                  </a:lnTo>
                  <a:lnTo>
                    <a:pt x="1640" y="1304"/>
                  </a:lnTo>
                  <a:lnTo>
                    <a:pt x="1660" y="1324"/>
                  </a:lnTo>
                  <a:lnTo>
                    <a:pt x="1680" y="1304"/>
                  </a:lnTo>
                  <a:lnTo>
                    <a:pt x="1640" y="1363"/>
                  </a:lnTo>
                  <a:lnTo>
                    <a:pt x="1621" y="1383"/>
                  </a:lnTo>
                  <a:lnTo>
                    <a:pt x="1621" y="1403"/>
                  </a:lnTo>
                  <a:lnTo>
                    <a:pt x="1581" y="1501"/>
                  </a:lnTo>
                  <a:lnTo>
                    <a:pt x="1601" y="1462"/>
                  </a:lnTo>
                  <a:lnTo>
                    <a:pt x="1640" y="1403"/>
                  </a:lnTo>
                  <a:lnTo>
                    <a:pt x="1621" y="1482"/>
                  </a:lnTo>
                  <a:lnTo>
                    <a:pt x="1640" y="1482"/>
                  </a:lnTo>
                  <a:lnTo>
                    <a:pt x="1660" y="1442"/>
                  </a:lnTo>
                  <a:lnTo>
                    <a:pt x="1700" y="1363"/>
                  </a:lnTo>
                  <a:lnTo>
                    <a:pt x="1719" y="1324"/>
                  </a:lnTo>
                  <a:lnTo>
                    <a:pt x="1739" y="1304"/>
                  </a:lnTo>
                  <a:lnTo>
                    <a:pt x="1759" y="1264"/>
                  </a:lnTo>
                  <a:lnTo>
                    <a:pt x="1739" y="1245"/>
                  </a:lnTo>
                  <a:lnTo>
                    <a:pt x="1779" y="1166"/>
                  </a:lnTo>
                  <a:lnTo>
                    <a:pt x="1818" y="1106"/>
                  </a:lnTo>
                  <a:lnTo>
                    <a:pt x="1877" y="1027"/>
                  </a:lnTo>
                  <a:lnTo>
                    <a:pt x="1858" y="1087"/>
                  </a:lnTo>
                  <a:lnTo>
                    <a:pt x="1877" y="1047"/>
                  </a:lnTo>
                  <a:lnTo>
                    <a:pt x="1877" y="1067"/>
                  </a:lnTo>
                  <a:lnTo>
                    <a:pt x="1897" y="1067"/>
                  </a:lnTo>
                  <a:lnTo>
                    <a:pt x="1917" y="1027"/>
                  </a:lnTo>
                  <a:lnTo>
                    <a:pt x="1937" y="948"/>
                  </a:lnTo>
                  <a:lnTo>
                    <a:pt x="1937" y="988"/>
                  </a:lnTo>
                  <a:lnTo>
                    <a:pt x="1917" y="1047"/>
                  </a:lnTo>
                  <a:lnTo>
                    <a:pt x="1917" y="1067"/>
                  </a:lnTo>
                  <a:lnTo>
                    <a:pt x="1858" y="1205"/>
                  </a:lnTo>
                  <a:lnTo>
                    <a:pt x="1877" y="1185"/>
                  </a:lnTo>
                  <a:lnTo>
                    <a:pt x="1779" y="1363"/>
                  </a:lnTo>
                  <a:lnTo>
                    <a:pt x="1798" y="1403"/>
                  </a:lnTo>
                  <a:lnTo>
                    <a:pt x="1798" y="1422"/>
                  </a:lnTo>
                  <a:lnTo>
                    <a:pt x="1818" y="1403"/>
                  </a:lnTo>
                  <a:lnTo>
                    <a:pt x="1759" y="1541"/>
                  </a:lnTo>
                  <a:lnTo>
                    <a:pt x="1779" y="1521"/>
                  </a:lnTo>
                  <a:lnTo>
                    <a:pt x="1779" y="1541"/>
                  </a:lnTo>
                  <a:lnTo>
                    <a:pt x="1759" y="1600"/>
                  </a:lnTo>
                  <a:lnTo>
                    <a:pt x="1798" y="1541"/>
                  </a:lnTo>
                  <a:lnTo>
                    <a:pt x="1818" y="1462"/>
                  </a:lnTo>
                  <a:lnTo>
                    <a:pt x="1818" y="1482"/>
                  </a:lnTo>
                  <a:lnTo>
                    <a:pt x="1838" y="1462"/>
                  </a:lnTo>
                  <a:lnTo>
                    <a:pt x="1838" y="1403"/>
                  </a:lnTo>
                  <a:lnTo>
                    <a:pt x="1877" y="1403"/>
                  </a:lnTo>
                  <a:lnTo>
                    <a:pt x="1877" y="1442"/>
                  </a:lnTo>
                  <a:lnTo>
                    <a:pt x="1858" y="1482"/>
                  </a:lnTo>
                  <a:lnTo>
                    <a:pt x="1838" y="1501"/>
                  </a:lnTo>
                  <a:lnTo>
                    <a:pt x="1838" y="1541"/>
                  </a:lnTo>
                  <a:lnTo>
                    <a:pt x="1825" y="1554"/>
                  </a:lnTo>
                  <a:lnTo>
                    <a:pt x="1825" y="1554"/>
                  </a:lnTo>
                  <a:lnTo>
                    <a:pt x="1838" y="1580"/>
                  </a:lnTo>
                  <a:lnTo>
                    <a:pt x="1818" y="1620"/>
                  </a:lnTo>
                  <a:lnTo>
                    <a:pt x="1877" y="1541"/>
                  </a:lnTo>
                  <a:lnTo>
                    <a:pt x="1858" y="1600"/>
                  </a:lnTo>
                  <a:lnTo>
                    <a:pt x="1838" y="1660"/>
                  </a:lnTo>
                  <a:lnTo>
                    <a:pt x="1877" y="1580"/>
                  </a:lnTo>
                  <a:lnTo>
                    <a:pt x="1897" y="1541"/>
                  </a:lnTo>
                  <a:lnTo>
                    <a:pt x="1937" y="1501"/>
                  </a:lnTo>
                  <a:lnTo>
                    <a:pt x="1956" y="1442"/>
                  </a:lnTo>
                  <a:lnTo>
                    <a:pt x="1956" y="1462"/>
                  </a:lnTo>
                  <a:lnTo>
                    <a:pt x="1976" y="1422"/>
                  </a:lnTo>
                  <a:lnTo>
                    <a:pt x="1976" y="1383"/>
                  </a:lnTo>
                  <a:lnTo>
                    <a:pt x="1996" y="1383"/>
                  </a:lnTo>
                  <a:lnTo>
                    <a:pt x="1996" y="1403"/>
                  </a:lnTo>
                  <a:lnTo>
                    <a:pt x="1917" y="1580"/>
                  </a:lnTo>
                  <a:lnTo>
                    <a:pt x="1956" y="1521"/>
                  </a:lnTo>
                  <a:lnTo>
                    <a:pt x="1976" y="1482"/>
                  </a:lnTo>
                  <a:lnTo>
                    <a:pt x="1996" y="1462"/>
                  </a:lnTo>
                  <a:lnTo>
                    <a:pt x="2016" y="1442"/>
                  </a:lnTo>
                  <a:lnTo>
                    <a:pt x="2055" y="1343"/>
                  </a:lnTo>
                  <a:lnTo>
                    <a:pt x="2055" y="1383"/>
                  </a:lnTo>
                  <a:lnTo>
                    <a:pt x="2016" y="1482"/>
                  </a:lnTo>
                  <a:lnTo>
                    <a:pt x="2035" y="1482"/>
                  </a:lnTo>
                  <a:lnTo>
                    <a:pt x="1996" y="1600"/>
                  </a:lnTo>
                  <a:lnTo>
                    <a:pt x="2016" y="1580"/>
                  </a:lnTo>
                  <a:lnTo>
                    <a:pt x="2035" y="1541"/>
                  </a:lnTo>
                  <a:lnTo>
                    <a:pt x="2035" y="1521"/>
                  </a:lnTo>
                  <a:lnTo>
                    <a:pt x="2055" y="1482"/>
                  </a:lnTo>
                  <a:lnTo>
                    <a:pt x="2075" y="1403"/>
                  </a:lnTo>
                  <a:lnTo>
                    <a:pt x="2095" y="1324"/>
                  </a:lnTo>
                  <a:lnTo>
                    <a:pt x="2095" y="1284"/>
                  </a:lnTo>
                  <a:lnTo>
                    <a:pt x="2095" y="1245"/>
                  </a:lnTo>
                  <a:lnTo>
                    <a:pt x="2055" y="1324"/>
                  </a:lnTo>
                  <a:lnTo>
                    <a:pt x="2035" y="1383"/>
                  </a:lnTo>
                  <a:lnTo>
                    <a:pt x="2016" y="1383"/>
                  </a:lnTo>
                  <a:lnTo>
                    <a:pt x="2035" y="1343"/>
                  </a:lnTo>
                  <a:lnTo>
                    <a:pt x="2055" y="1304"/>
                  </a:lnTo>
                  <a:lnTo>
                    <a:pt x="2095" y="1225"/>
                  </a:lnTo>
                  <a:lnTo>
                    <a:pt x="2154" y="1106"/>
                  </a:lnTo>
                  <a:lnTo>
                    <a:pt x="2213" y="1027"/>
                  </a:lnTo>
                  <a:lnTo>
                    <a:pt x="2233" y="968"/>
                  </a:lnTo>
                  <a:lnTo>
                    <a:pt x="2238" y="968"/>
                  </a:lnTo>
                  <a:lnTo>
                    <a:pt x="2253" y="909"/>
                  </a:lnTo>
                  <a:lnTo>
                    <a:pt x="2253" y="889"/>
                  </a:lnTo>
                  <a:lnTo>
                    <a:pt x="2233" y="909"/>
                  </a:lnTo>
                  <a:lnTo>
                    <a:pt x="2272" y="850"/>
                  </a:lnTo>
                  <a:lnTo>
                    <a:pt x="2272" y="830"/>
                  </a:lnTo>
                  <a:lnTo>
                    <a:pt x="2272" y="810"/>
                  </a:lnTo>
                  <a:lnTo>
                    <a:pt x="2233" y="889"/>
                  </a:lnTo>
                  <a:lnTo>
                    <a:pt x="2233" y="869"/>
                  </a:lnTo>
                  <a:lnTo>
                    <a:pt x="2213" y="869"/>
                  </a:lnTo>
                  <a:lnTo>
                    <a:pt x="2193" y="889"/>
                  </a:lnTo>
                  <a:lnTo>
                    <a:pt x="2174" y="909"/>
                  </a:lnTo>
                  <a:lnTo>
                    <a:pt x="2154" y="948"/>
                  </a:lnTo>
                  <a:lnTo>
                    <a:pt x="2134" y="968"/>
                  </a:lnTo>
                  <a:lnTo>
                    <a:pt x="2114" y="968"/>
                  </a:lnTo>
                  <a:lnTo>
                    <a:pt x="2134" y="929"/>
                  </a:lnTo>
                  <a:lnTo>
                    <a:pt x="2075" y="988"/>
                  </a:lnTo>
                  <a:lnTo>
                    <a:pt x="2055" y="1087"/>
                  </a:lnTo>
                  <a:lnTo>
                    <a:pt x="2035" y="1126"/>
                  </a:lnTo>
                  <a:lnTo>
                    <a:pt x="2035" y="1106"/>
                  </a:lnTo>
                  <a:lnTo>
                    <a:pt x="2035" y="1067"/>
                  </a:lnTo>
                  <a:lnTo>
                    <a:pt x="2095" y="929"/>
                  </a:lnTo>
                  <a:lnTo>
                    <a:pt x="2035" y="1008"/>
                  </a:lnTo>
                  <a:lnTo>
                    <a:pt x="2075" y="909"/>
                  </a:lnTo>
                  <a:lnTo>
                    <a:pt x="2114" y="869"/>
                  </a:lnTo>
                  <a:lnTo>
                    <a:pt x="2114" y="889"/>
                  </a:lnTo>
                  <a:lnTo>
                    <a:pt x="2134" y="869"/>
                  </a:lnTo>
                  <a:lnTo>
                    <a:pt x="2134" y="889"/>
                  </a:lnTo>
                  <a:lnTo>
                    <a:pt x="2154" y="830"/>
                  </a:lnTo>
                  <a:lnTo>
                    <a:pt x="2174" y="830"/>
                  </a:lnTo>
                  <a:lnTo>
                    <a:pt x="2193" y="790"/>
                  </a:lnTo>
                  <a:lnTo>
                    <a:pt x="2193" y="751"/>
                  </a:lnTo>
                  <a:lnTo>
                    <a:pt x="2213" y="711"/>
                  </a:lnTo>
                  <a:lnTo>
                    <a:pt x="2193" y="731"/>
                  </a:lnTo>
                  <a:lnTo>
                    <a:pt x="2233" y="613"/>
                  </a:lnTo>
                  <a:lnTo>
                    <a:pt x="2253" y="613"/>
                  </a:lnTo>
                  <a:lnTo>
                    <a:pt x="2253" y="593"/>
                  </a:lnTo>
                  <a:lnTo>
                    <a:pt x="2253" y="573"/>
                  </a:lnTo>
                  <a:lnTo>
                    <a:pt x="2154" y="751"/>
                  </a:lnTo>
                  <a:lnTo>
                    <a:pt x="2134" y="771"/>
                  </a:lnTo>
                  <a:lnTo>
                    <a:pt x="2114" y="751"/>
                  </a:lnTo>
                  <a:lnTo>
                    <a:pt x="2154" y="711"/>
                  </a:lnTo>
                  <a:lnTo>
                    <a:pt x="2193" y="632"/>
                  </a:lnTo>
                  <a:lnTo>
                    <a:pt x="2174" y="652"/>
                  </a:lnTo>
                  <a:lnTo>
                    <a:pt x="2174" y="632"/>
                  </a:lnTo>
                  <a:lnTo>
                    <a:pt x="2154" y="672"/>
                  </a:lnTo>
                  <a:lnTo>
                    <a:pt x="2154" y="652"/>
                  </a:lnTo>
                  <a:lnTo>
                    <a:pt x="2174" y="573"/>
                  </a:lnTo>
                  <a:lnTo>
                    <a:pt x="2193" y="593"/>
                  </a:lnTo>
                  <a:lnTo>
                    <a:pt x="2213" y="534"/>
                  </a:lnTo>
                  <a:lnTo>
                    <a:pt x="2213" y="553"/>
                  </a:lnTo>
                  <a:lnTo>
                    <a:pt x="2233" y="494"/>
                  </a:lnTo>
                  <a:lnTo>
                    <a:pt x="2213" y="494"/>
                  </a:lnTo>
                  <a:lnTo>
                    <a:pt x="2213" y="514"/>
                  </a:lnTo>
                  <a:lnTo>
                    <a:pt x="2193" y="514"/>
                  </a:lnTo>
                  <a:lnTo>
                    <a:pt x="2233" y="435"/>
                  </a:lnTo>
                  <a:lnTo>
                    <a:pt x="2233" y="415"/>
                  </a:lnTo>
                  <a:lnTo>
                    <a:pt x="2213" y="395"/>
                  </a:lnTo>
                  <a:lnTo>
                    <a:pt x="2193" y="395"/>
                  </a:lnTo>
                  <a:lnTo>
                    <a:pt x="2174" y="455"/>
                  </a:lnTo>
                  <a:lnTo>
                    <a:pt x="2114" y="534"/>
                  </a:lnTo>
                  <a:lnTo>
                    <a:pt x="2154" y="435"/>
                  </a:lnTo>
                  <a:lnTo>
                    <a:pt x="2154" y="376"/>
                  </a:lnTo>
                  <a:lnTo>
                    <a:pt x="2144" y="405"/>
                  </a:lnTo>
                  <a:lnTo>
                    <a:pt x="2144" y="405"/>
                  </a:lnTo>
                  <a:lnTo>
                    <a:pt x="2134" y="415"/>
                  </a:lnTo>
                  <a:lnTo>
                    <a:pt x="2114" y="455"/>
                  </a:lnTo>
                  <a:lnTo>
                    <a:pt x="2114" y="455"/>
                  </a:lnTo>
                  <a:lnTo>
                    <a:pt x="2141" y="415"/>
                  </a:lnTo>
                  <a:lnTo>
                    <a:pt x="2141" y="415"/>
                  </a:lnTo>
                  <a:lnTo>
                    <a:pt x="2134" y="435"/>
                  </a:lnTo>
                  <a:lnTo>
                    <a:pt x="2114" y="494"/>
                  </a:lnTo>
                  <a:lnTo>
                    <a:pt x="2075" y="553"/>
                  </a:lnTo>
                  <a:lnTo>
                    <a:pt x="2055" y="553"/>
                  </a:lnTo>
                  <a:lnTo>
                    <a:pt x="2095" y="494"/>
                  </a:lnTo>
                  <a:lnTo>
                    <a:pt x="2114" y="474"/>
                  </a:lnTo>
                  <a:lnTo>
                    <a:pt x="2114" y="455"/>
                  </a:lnTo>
                  <a:lnTo>
                    <a:pt x="2114" y="435"/>
                  </a:lnTo>
                  <a:lnTo>
                    <a:pt x="2114" y="356"/>
                  </a:lnTo>
                  <a:lnTo>
                    <a:pt x="2075" y="415"/>
                  </a:lnTo>
                  <a:lnTo>
                    <a:pt x="2055" y="455"/>
                  </a:lnTo>
                  <a:lnTo>
                    <a:pt x="2075" y="435"/>
                  </a:lnTo>
                  <a:lnTo>
                    <a:pt x="2075" y="455"/>
                  </a:lnTo>
                  <a:lnTo>
                    <a:pt x="2035" y="534"/>
                  </a:lnTo>
                  <a:lnTo>
                    <a:pt x="2035" y="494"/>
                  </a:lnTo>
                  <a:lnTo>
                    <a:pt x="2035" y="455"/>
                  </a:lnTo>
                  <a:lnTo>
                    <a:pt x="2055" y="415"/>
                  </a:lnTo>
                  <a:lnTo>
                    <a:pt x="2055" y="435"/>
                  </a:lnTo>
                  <a:lnTo>
                    <a:pt x="2075" y="395"/>
                  </a:lnTo>
                  <a:lnTo>
                    <a:pt x="2035" y="395"/>
                  </a:lnTo>
                  <a:lnTo>
                    <a:pt x="2035" y="376"/>
                  </a:lnTo>
                  <a:lnTo>
                    <a:pt x="2035" y="356"/>
                  </a:lnTo>
                  <a:lnTo>
                    <a:pt x="1996" y="415"/>
                  </a:lnTo>
                  <a:lnTo>
                    <a:pt x="1976" y="494"/>
                  </a:lnTo>
                  <a:lnTo>
                    <a:pt x="1976" y="455"/>
                  </a:lnTo>
                  <a:lnTo>
                    <a:pt x="1996" y="415"/>
                  </a:lnTo>
                  <a:lnTo>
                    <a:pt x="1996" y="395"/>
                  </a:lnTo>
                  <a:lnTo>
                    <a:pt x="1976" y="395"/>
                  </a:lnTo>
                  <a:lnTo>
                    <a:pt x="1996" y="356"/>
                  </a:lnTo>
                  <a:lnTo>
                    <a:pt x="1956" y="395"/>
                  </a:lnTo>
                  <a:lnTo>
                    <a:pt x="1976" y="356"/>
                  </a:lnTo>
                  <a:lnTo>
                    <a:pt x="1976" y="336"/>
                  </a:lnTo>
                  <a:lnTo>
                    <a:pt x="1956" y="336"/>
                  </a:lnTo>
                  <a:lnTo>
                    <a:pt x="1917" y="376"/>
                  </a:lnTo>
                  <a:lnTo>
                    <a:pt x="1897" y="415"/>
                  </a:lnTo>
                  <a:lnTo>
                    <a:pt x="1858" y="435"/>
                  </a:lnTo>
                  <a:lnTo>
                    <a:pt x="1858" y="435"/>
                  </a:lnTo>
                  <a:lnTo>
                    <a:pt x="1917" y="356"/>
                  </a:lnTo>
                  <a:lnTo>
                    <a:pt x="1937" y="316"/>
                  </a:lnTo>
                  <a:lnTo>
                    <a:pt x="1937" y="297"/>
                  </a:lnTo>
                  <a:lnTo>
                    <a:pt x="1917" y="297"/>
                  </a:lnTo>
                  <a:lnTo>
                    <a:pt x="1897" y="316"/>
                  </a:lnTo>
                  <a:lnTo>
                    <a:pt x="1858" y="376"/>
                  </a:lnTo>
                  <a:lnTo>
                    <a:pt x="1858" y="376"/>
                  </a:lnTo>
                  <a:lnTo>
                    <a:pt x="1877" y="316"/>
                  </a:lnTo>
                  <a:lnTo>
                    <a:pt x="1838" y="376"/>
                  </a:lnTo>
                  <a:lnTo>
                    <a:pt x="1818" y="376"/>
                  </a:lnTo>
                  <a:lnTo>
                    <a:pt x="1838" y="336"/>
                  </a:lnTo>
                  <a:lnTo>
                    <a:pt x="1798" y="395"/>
                  </a:lnTo>
                  <a:lnTo>
                    <a:pt x="1759" y="474"/>
                  </a:lnTo>
                  <a:lnTo>
                    <a:pt x="1759" y="514"/>
                  </a:lnTo>
                  <a:lnTo>
                    <a:pt x="1779" y="494"/>
                  </a:lnTo>
                  <a:lnTo>
                    <a:pt x="1798" y="474"/>
                  </a:lnTo>
                  <a:lnTo>
                    <a:pt x="1798" y="474"/>
                  </a:lnTo>
                  <a:lnTo>
                    <a:pt x="1779" y="534"/>
                  </a:lnTo>
                  <a:lnTo>
                    <a:pt x="1759" y="613"/>
                  </a:lnTo>
                  <a:lnTo>
                    <a:pt x="1759" y="573"/>
                  </a:lnTo>
                  <a:lnTo>
                    <a:pt x="1739" y="613"/>
                  </a:lnTo>
                  <a:lnTo>
                    <a:pt x="1739" y="652"/>
                  </a:lnTo>
                  <a:lnTo>
                    <a:pt x="1680" y="711"/>
                  </a:lnTo>
                  <a:lnTo>
                    <a:pt x="1700" y="672"/>
                  </a:lnTo>
                  <a:lnTo>
                    <a:pt x="1719" y="632"/>
                  </a:lnTo>
                  <a:lnTo>
                    <a:pt x="1739" y="553"/>
                  </a:lnTo>
                  <a:lnTo>
                    <a:pt x="1719" y="593"/>
                  </a:lnTo>
                  <a:lnTo>
                    <a:pt x="1680" y="692"/>
                  </a:lnTo>
                  <a:lnTo>
                    <a:pt x="1660" y="731"/>
                  </a:lnTo>
                  <a:lnTo>
                    <a:pt x="1660" y="711"/>
                  </a:lnTo>
                  <a:lnTo>
                    <a:pt x="1660" y="672"/>
                  </a:lnTo>
                  <a:lnTo>
                    <a:pt x="1621" y="692"/>
                  </a:lnTo>
                  <a:lnTo>
                    <a:pt x="1660" y="632"/>
                  </a:lnTo>
                  <a:lnTo>
                    <a:pt x="1660" y="652"/>
                  </a:lnTo>
                  <a:lnTo>
                    <a:pt x="1680" y="613"/>
                  </a:lnTo>
                  <a:lnTo>
                    <a:pt x="1700" y="573"/>
                  </a:lnTo>
                  <a:lnTo>
                    <a:pt x="1719" y="514"/>
                  </a:lnTo>
                  <a:lnTo>
                    <a:pt x="1739" y="455"/>
                  </a:lnTo>
                  <a:lnTo>
                    <a:pt x="1798" y="356"/>
                  </a:lnTo>
                  <a:lnTo>
                    <a:pt x="1798" y="316"/>
                  </a:lnTo>
                  <a:lnTo>
                    <a:pt x="1779" y="336"/>
                  </a:lnTo>
                  <a:lnTo>
                    <a:pt x="1759" y="336"/>
                  </a:lnTo>
                  <a:lnTo>
                    <a:pt x="1739" y="376"/>
                  </a:lnTo>
                  <a:lnTo>
                    <a:pt x="1759" y="316"/>
                  </a:lnTo>
                  <a:lnTo>
                    <a:pt x="1739" y="316"/>
                  </a:lnTo>
                  <a:lnTo>
                    <a:pt x="1700" y="356"/>
                  </a:lnTo>
                  <a:lnTo>
                    <a:pt x="1700" y="356"/>
                  </a:lnTo>
                  <a:lnTo>
                    <a:pt x="1719" y="277"/>
                  </a:lnTo>
                  <a:lnTo>
                    <a:pt x="1700" y="277"/>
                  </a:lnTo>
                  <a:lnTo>
                    <a:pt x="1660" y="316"/>
                  </a:lnTo>
                  <a:lnTo>
                    <a:pt x="1621" y="356"/>
                  </a:lnTo>
                  <a:lnTo>
                    <a:pt x="1601" y="336"/>
                  </a:lnTo>
                  <a:lnTo>
                    <a:pt x="1601" y="277"/>
                  </a:lnTo>
                  <a:lnTo>
                    <a:pt x="1581" y="297"/>
                  </a:lnTo>
                  <a:lnTo>
                    <a:pt x="1561" y="297"/>
                  </a:lnTo>
                  <a:lnTo>
                    <a:pt x="1581" y="257"/>
                  </a:lnTo>
                  <a:lnTo>
                    <a:pt x="1581" y="237"/>
                  </a:lnTo>
                  <a:lnTo>
                    <a:pt x="1561" y="257"/>
                  </a:lnTo>
                  <a:lnTo>
                    <a:pt x="1542" y="277"/>
                  </a:lnTo>
                  <a:lnTo>
                    <a:pt x="1502" y="356"/>
                  </a:lnTo>
                  <a:lnTo>
                    <a:pt x="1542" y="257"/>
                  </a:lnTo>
                  <a:lnTo>
                    <a:pt x="1542" y="257"/>
                  </a:lnTo>
                  <a:lnTo>
                    <a:pt x="1463" y="277"/>
                  </a:lnTo>
                  <a:lnTo>
                    <a:pt x="1403" y="277"/>
                  </a:lnTo>
                  <a:lnTo>
                    <a:pt x="1403" y="257"/>
                  </a:lnTo>
                  <a:lnTo>
                    <a:pt x="1384" y="257"/>
                  </a:lnTo>
                  <a:lnTo>
                    <a:pt x="1344" y="297"/>
                  </a:lnTo>
                  <a:lnTo>
                    <a:pt x="1324" y="316"/>
                  </a:lnTo>
                  <a:lnTo>
                    <a:pt x="1305" y="316"/>
                  </a:lnTo>
                  <a:lnTo>
                    <a:pt x="1305" y="297"/>
                  </a:lnTo>
                  <a:lnTo>
                    <a:pt x="1285" y="336"/>
                  </a:lnTo>
                  <a:lnTo>
                    <a:pt x="1245" y="395"/>
                  </a:lnTo>
                  <a:lnTo>
                    <a:pt x="1206" y="514"/>
                  </a:lnTo>
                  <a:lnTo>
                    <a:pt x="1186" y="514"/>
                  </a:lnTo>
                  <a:lnTo>
                    <a:pt x="1206" y="474"/>
                  </a:lnTo>
                  <a:lnTo>
                    <a:pt x="1206" y="435"/>
                  </a:lnTo>
                  <a:lnTo>
                    <a:pt x="1206" y="415"/>
                  </a:lnTo>
                  <a:lnTo>
                    <a:pt x="1245" y="336"/>
                  </a:lnTo>
                  <a:lnTo>
                    <a:pt x="1285" y="257"/>
                  </a:lnTo>
                  <a:lnTo>
                    <a:pt x="1285" y="257"/>
                  </a:lnTo>
                  <a:lnTo>
                    <a:pt x="1245" y="316"/>
                  </a:lnTo>
                  <a:lnTo>
                    <a:pt x="1225" y="316"/>
                  </a:lnTo>
                  <a:lnTo>
                    <a:pt x="1225" y="277"/>
                  </a:lnTo>
                  <a:lnTo>
                    <a:pt x="1225" y="257"/>
                  </a:lnTo>
                  <a:lnTo>
                    <a:pt x="1245" y="237"/>
                  </a:lnTo>
                  <a:lnTo>
                    <a:pt x="1225" y="218"/>
                  </a:lnTo>
                  <a:lnTo>
                    <a:pt x="1206" y="257"/>
                  </a:lnTo>
                  <a:lnTo>
                    <a:pt x="1186" y="297"/>
                  </a:lnTo>
                  <a:lnTo>
                    <a:pt x="1186" y="277"/>
                  </a:lnTo>
                  <a:lnTo>
                    <a:pt x="1166" y="336"/>
                  </a:lnTo>
                  <a:lnTo>
                    <a:pt x="1186" y="257"/>
                  </a:lnTo>
                  <a:lnTo>
                    <a:pt x="1166" y="297"/>
                  </a:lnTo>
                  <a:lnTo>
                    <a:pt x="1146" y="316"/>
                  </a:lnTo>
                  <a:lnTo>
                    <a:pt x="1146" y="297"/>
                  </a:lnTo>
                  <a:lnTo>
                    <a:pt x="1146" y="277"/>
                  </a:lnTo>
                  <a:lnTo>
                    <a:pt x="1166" y="218"/>
                  </a:lnTo>
                  <a:lnTo>
                    <a:pt x="1127" y="257"/>
                  </a:lnTo>
                  <a:lnTo>
                    <a:pt x="1146" y="218"/>
                  </a:lnTo>
                  <a:lnTo>
                    <a:pt x="1107" y="198"/>
                  </a:lnTo>
                  <a:lnTo>
                    <a:pt x="1107" y="178"/>
                  </a:lnTo>
                  <a:lnTo>
                    <a:pt x="1087" y="158"/>
                  </a:lnTo>
                  <a:lnTo>
                    <a:pt x="1067" y="178"/>
                  </a:lnTo>
                  <a:lnTo>
                    <a:pt x="1028" y="237"/>
                  </a:lnTo>
                  <a:lnTo>
                    <a:pt x="1028" y="257"/>
                  </a:lnTo>
                  <a:lnTo>
                    <a:pt x="1008" y="297"/>
                  </a:lnTo>
                  <a:lnTo>
                    <a:pt x="988" y="336"/>
                  </a:lnTo>
                  <a:lnTo>
                    <a:pt x="969" y="336"/>
                  </a:lnTo>
                  <a:lnTo>
                    <a:pt x="988" y="297"/>
                  </a:lnTo>
                  <a:lnTo>
                    <a:pt x="988" y="257"/>
                  </a:lnTo>
                  <a:lnTo>
                    <a:pt x="1008" y="218"/>
                  </a:lnTo>
                  <a:lnTo>
                    <a:pt x="988" y="218"/>
                  </a:lnTo>
                  <a:lnTo>
                    <a:pt x="1008" y="178"/>
                  </a:lnTo>
                  <a:lnTo>
                    <a:pt x="988" y="198"/>
                  </a:lnTo>
                  <a:lnTo>
                    <a:pt x="949" y="218"/>
                  </a:lnTo>
                  <a:lnTo>
                    <a:pt x="969" y="198"/>
                  </a:lnTo>
                  <a:lnTo>
                    <a:pt x="988" y="158"/>
                  </a:lnTo>
                  <a:lnTo>
                    <a:pt x="969" y="178"/>
                  </a:lnTo>
                  <a:lnTo>
                    <a:pt x="988" y="139"/>
                  </a:lnTo>
                  <a:lnTo>
                    <a:pt x="969" y="158"/>
                  </a:lnTo>
                  <a:lnTo>
                    <a:pt x="949" y="178"/>
                  </a:lnTo>
                  <a:lnTo>
                    <a:pt x="909" y="257"/>
                  </a:lnTo>
                  <a:lnTo>
                    <a:pt x="909" y="237"/>
                  </a:lnTo>
                  <a:lnTo>
                    <a:pt x="890" y="257"/>
                  </a:lnTo>
                  <a:lnTo>
                    <a:pt x="949" y="178"/>
                  </a:lnTo>
                  <a:lnTo>
                    <a:pt x="870" y="277"/>
                  </a:lnTo>
                  <a:lnTo>
                    <a:pt x="890" y="237"/>
                  </a:lnTo>
                  <a:lnTo>
                    <a:pt x="870" y="257"/>
                  </a:lnTo>
                  <a:lnTo>
                    <a:pt x="870" y="237"/>
                  </a:lnTo>
                  <a:lnTo>
                    <a:pt x="830" y="297"/>
                  </a:lnTo>
                  <a:lnTo>
                    <a:pt x="811" y="336"/>
                  </a:lnTo>
                  <a:lnTo>
                    <a:pt x="811" y="297"/>
                  </a:lnTo>
                  <a:lnTo>
                    <a:pt x="850" y="198"/>
                  </a:lnTo>
                  <a:lnTo>
                    <a:pt x="850" y="218"/>
                  </a:lnTo>
                  <a:lnTo>
                    <a:pt x="850" y="237"/>
                  </a:lnTo>
                  <a:lnTo>
                    <a:pt x="870" y="178"/>
                  </a:lnTo>
                  <a:lnTo>
                    <a:pt x="870" y="139"/>
                  </a:lnTo>
                  <a:lnTo>
                    <a:pt x="850" y="119"/>
                  </a:lnTo>
                  <a:lnTo>
                    <a:pt x="830" y="119"/>
                  </a:lnTo>
                  <a:lnTo>
                    <a:pt x="811" y="139"/>
                  </a:lnTo>
                  <a:lnTo>
                    <a:pt x="791" y="119"/>
                  </a:lnTo>
                  <a:lnTo>
                    <a:pt x="771" y="139"/>
                  </a:lnTo>
                  <a:lnTo>
                    <a:pt x="751" y="79"/>
                  </a:lnTo>
                  <a:lnTo>
                    <a:pt x="692" y="79"/>
                  </a:lnTo>
                  <a:lnTo>
                    <a:pt x="672" y="119"/>
                  </a:lnTo>
                  <a:lnTo>
                    <a:pt x="672" y="60"/>
                  </a:lnTo>
                  <a:lnTo>
                    <a:pt x="633" y="139"/>
                  </a:lnTo>
                  <a:lnTo>
                    <a:pt x="593" y="158"/>
                  </a:lnTo>
                  <a:lnTo>
                    <a:pt x="554" y="198"/>
                  </a:lnTo>
                  <a:lnTo>
                    <a:pt x="495" y="297"/>
                  </a:lnTo>
                  <a:lnTo>
                    <a:pt x="514" y="237"/>
                  </a:lnTo>
                  <a:lnTo>
                    <a:pt x="554" y="178"/>
                  </a:lnTo>
                  <a:lnTo>
                    <a:pt x="514" y="218"/>
                  </a:lnTo>
                  <a:lnTo>
                    <a:pt x="495" y="237"/>
                  </a:lnTo>
                  <a:lnTo>
                    <a:pt x="495" y="237"/>
                  </a:lnTo>
                  <a:lnTo>
                    <a:pt x="514" y="198"/>
                  </a:lnTo>
                  <a:lnTo>
                    <a:pt x="514" y="178"/>
                  </a:lnTo>
                  <a:lnTo>
                    <a:pt x="534" y="158"/>
                  </a:lnTo>
                  <a:lnTo>
                    <a:pt x="534" y="139"/>
                  </a:lnTo>
                  <a:lnTo>
                    <a:pt x="514" y="158"/>
                  </a:lnTo>
                  <a:lnTo>
                    <a:pt x="514" y="139"/>
                  </a:lnTo>
                  <a:lnTo>
                    <a:pt x="475" y="218"/>
                  </a:lnTo>
                  <a:lnTo>
                    <a:pt x="435" y="277"/>
                  </a:lnTo>
                  <a:lnTo>
                    <a:pt x="416" y="316"/>
                  </a:lnTo>
                  <a:lnTo>
                    <a:pt x="416" y="297"/>
                  </a:lnTo>
                  <a:lnTo>
                    <a:pt x="356" y="336"/>
                  </a:lnTo>
                  <a:lnTo>
                    <a:pt x="277" y="336"/>
                  </a:lnTo>
                  <a:lnTo>
                    <a:pt x="238" y="297"/>
                  </a:lnTo>
                  <a:lnTo>
                    <a:pt x="258" y="257"/>
                  </a:lnTo>
                  <a:lnTo>
                    <a:pt x="238" y="257"/>
                  </a:lnTo>
                  <a:lnTo>
                    <a:pt x="238" y="237"/>
                  </a:lnTo>
                  <a:lnTo>
                    <a:pt x="258" y="198"/>
                  </a:lnTo>
                  <a:lnTo>
                    <a:pt x="238" y="218"/>
                  </a:lnTo>
                  <a:lnTo>
                    <a:pt x="218" y="237"/>
                  </a:lnTo>
                  <a:lnTo>
                    <a:pt x="218" y="198"/>
                  </a:lnTo>
                  <a:lnTo>
                    <a:pt x="238" y="198"/>
                  </a:lnTo>
                  <a:lnTo>
                    <a:pt x="218" y="178"/>
                  </a:lnTo>
                  <a:lnTo>
                    <a:pt x="218" y="158"/>
                  </a:lnTo>
                  <a:lnTo>
                    <a:pt x="218" y="119"/>
                  </a:lnTo>
                  <a:lnTo>
                    <a:pt x="198" y="139"/>
                  </a:lnTo>
                  <a:lnTo>
                    <a:pt x="2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2"/>
            <p:cNvSpPr/>
            <p:nvPr/>
          </p:nvSpPr>
          <p:spPr>
            <a:xfrm>
              <a:off x="-1572875" y="3408225"/>
              <a:ext cx="25" cy="500"/>
            </a:xfrm>
            <a:custGeom>
              <a:rect b="b" l="l" r="r" t="t"/>
              <a:pathLst>
                <a:path extrusionOk="0" h="20" w="1">
                  <a:moveTo>
                    <a:pt x="1" y="20"/>
                  </a:moveTo>
                  <a:lnTo>
                    <a:pt x="1" y="20"/>
                  </a:lnTo>
                  <a:lnTo>
                    <a:pt x="1" y="0"/>
                  </a:lnTo>
                  <a:lnTo>
                    <a:pt x="1" y="20"/>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
            <p:cNvSpPr/>
            <p:nvPr/>
          </p:nvSpPr>
          <p:spPr>
            <a:xfrm>
              <a:off x="-1607925" y="342155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
            <p:cNvSpPr/>
            <p:nvPr/>
          </p:nvSpPr>
          <p:spPr>
            <a:xfrm>
              <a:off x="-1578300" y="3422050"/>
              <a:ext cx="525" cy="25"/>
            </a:xfrm>
            <a:custGeom>
              <a:rect b="b" l="l" r="r" t="t"/>
              <a:pathLst>
                <a:path extrusionOk="0" h="1" w="21">
                  <a:moveTo>
                    <a:pt x="0" y="0"/>
                  </a:moveTo>
                  <a:lnTo>
                    <a:pt x="0" y="0"/>
                  </a:lnTo>
                  <a:lnTo>
                    <a:pt x="2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2"/>
            <p:cNvSpPr/>
            <p:nvPr/>
          </p:nvSpPr>
          <p:spPr>
            <a:xfrm>
              <a:off x="-1684975" y="3350450"/>
              <a:ext cx="25" cy="500"/>
            </a:xfrm>
            <a:custGeom>
              <a:rect b="b" l="l" r="r" t="t"/>
              <a:pathLst>
                <a:path extrusionOk="0" h="20" w="1">
                  <a:moveTo>
                    <a:pt x="1" y="20"/>
                  </a:move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
            <p:cNvSpPr/>
            <p:nvPr/>
          </p:nvSpPr>
          <p:spPr>
            <a:xfrm>
              <a:off x="-1685450" y="3348475"/>
              <a:ext cx="500" cy="25"/>
            </a:xfrm>
            <a:custGeom>
              <a:rect b="b" l="l" r="r" t="t"/>
              <a:pathLst>
                <a:path extrusionOk="0" h="1" w="20">
                  <a:moveTo>
                    <a:pt x="0" y="0"/>
                  </a:moveTo>
                  <a:lnTo>
                    <a:pt x="0" y="0"/>
                  </a:lnTo>
                  <a:lnTo>
                    <a:pt x="0" y="0"/>
                  </a:lnTo>
                  <a:lnTo>
                    <a:pt x="0" y="0"/>
                  </a:lnTo>
                  <a:lnTo>
                    <a:pt x="2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
            <p:cNvSpPr/>
            <p:nvPr/>
          </p:nvSpPr>
          <p:spPr>
            <a:xfrm>
              <a:off x="-1696325" y="3346500"/>
              <a:ext cx="18800" cy="6925"/>
            </a:xfrm>
            <a:custGeom>
              <a:rect b="b" l="l" r="r" t="t"/>
              <a:pathLst>
                <a:path extrusionOk="0" h="277" w="752">
                  <a:moveTo>
                    <a:pt x="435" y="40"/>
                  </a:moveTo>
                  <a:lnTo>
                    <a:pt x="455" y="59"/>
                  </a:lnTo>
                  <a:lnTo>
                    <a:pt x="455" y="79"/>
                  </a:lnTo>
                  <a:lnTo>
                    <a:pt x="494" y="79"/>
                  </a:lnTo>
                  <a:lnTo>
                    <a:pt x="435" y="40"/>
                  </a:lnTo>
                  <a:close/>
                  <a:moveTo>
                    <a:pt x="494" y="79"/>
                  </a:moveTo>
                  <a:lnTo>
                    <a:pt x="521" y="86"/>
                  </a:lnTo>
                  <a:lnTo>
                    <a:pt x="521" y="86"/>
                  </a:lnTo>
                  <a:lnTo>
                    <a:pt x="514" y="79"/>
                  </a:lnTo>
                  <a:close/>
                  <a:moveTo>
                    <a:pt x="652" y="158"/>
                  </a:moveTo>
                  <a:lnTo>
                    <a:pt x="672" y="178"/>
                  </a:lnTo>
                  <a:lnTo>
                    <a:pt x="712" y="178"/>
                  </a:lnTo>
                  <a:lnTo>
                    <a:pt x="692" y="158"/>
                  </a:lnTo>
                  <a:close/>
                  <a:moveTo>
                    <a:pt x="1" y="0"/>
                  </a:moveTo>
                  <a:lnTo>
                    <a:pt x="40" y="40"/>
                  </a:lnTo>
                  <a:lnTo>
                    <a:pt x="99" y="59"/>
                  </a:lnTo>
                  <a:lnTo>
                    <a:pt x="60" y="59"/>
                  </a:lnTo>
                  <a:lnTo>
                    <a:pt x="99" y="79"/>
                  </a:lnTo>
                  <a:lnTo>
                    <a:pt x="178" y="119"/>
                  </a:lnTo>
                  <a:lnTo>
                    <a:pt x="198" y="119"/>
                  </a:lnTo>
                  <a:lnTo>
                    <a:pt x="178" y="99"/>
                  </a:lnTo>
                  <a:lnTo>
                    <a:pt x="178" y="99"/>
                  </a:lnTo>
                  <a:lnTo>
                    <a:pt x="238" y="119"/>
                  </a:lnTo>
                  <a:lnTo>
                    <a:pt x="356" y="138"/>
                  </a:lnTo>
                  <a:lnTo>
                    <a:pt x="336" y="138"/>
                  </a:lnTo>
                  <a:lnTo>
                    <a:pt x="376" y="158"/>
                  </a:lnTo>
                  <a:lnTo>
                    <a:pt x="396" y="158"/>
                  </a:lnTo>
                  <a:lnTo>
                    <a:pt x="356" y="119"/>
                  </a:lnTo>
                  <a:lnTo>
                    <a:pt x="356" y="119"/>
                  </a:lnTo>
                  <a:lnTo>
                    <a:pt x="396" y="138"/>
                  </a:lnTo>
                  <a:lnTo>
                    <a:pt x="415" y="138"/>
                  </a:lnTo>
                  <a:lnTo>
                    <a:pt x="415" y="119"/>
                  </a:lnTo>
                  <a:lnTo>
                    <a:pt x="435" y="119"/>
                  </a:lnTo>
                  <a:lnTo>
                    <a:pt x="554" y="178"/>
                  </a:lnTo>
                  <a:lnTo>
                    <a:pt x="534" y="178"/>
                  </a:lnTo>
                  <a:lnTo>
                    <a:pt x="455" y="138"/>
                  </a:lnTo>
                  <a:lnTo>
                    <a:pt x="455" y="158"/>
                  </a:lnTo>
                  <a:lnTo>
                    <a:pt x="494" y="178"/>
                  </a:lnTo>
                  <a:lnTo>
                    <a:pt x="514" y="178"/>
                  </a:lnTo>
                  <a:lnTo>
                    <a:pt x="593" y="217"/>
                  </a:lnTo>
                  <a:lnTo>
                    <a:pt x="573" y="237"/>
                  </a:lnTo>
                  <a:lnTo>
                    <a:pt x="593" y="237"/>
                  </a:lnTo>
                  <a:lnTo>
                    <a:pt x="672" y="257"/>
                  </a:lnTo>
                  <a:lnTo>
                    <a:pt x="692" y="237"/>
                  </a:lnTo>
                  <a:lnTo>
                    <a:pt x="751" y="257"/>
                  </a:lnTo>
                  <a:lnTo>
                    <a:pt x="692" y="198"/>
                  </a:lnTo>
                  <a:lnTo>
                    <a:pt x="731" y="217"/>
                  </a:lnTo>
                  <a:lnTo>
                    <a:pt x="712" y="198"/>
                  </a:lnTo>
                  <a:lnTo>
                    <a:pt x="672" y="178"/>
                  </a:lnTo>
                  <a:lnTo>
                    <a:pt x="633" y="158"/>
                  </a:lnTo>
                  <a:lnTo>
                    <a:pt x="554" y="119"/>
                  </a:lnTo>
                  <a:lnTo>
                    <a:pt x="633" y="138"/>
                  </a:lnTo>
                  <a:lnTo>
                    <a:pt x="652" y="158"/>
                  </a:lnTo>
                  <a:lnTo>
                    <a:pt x="652" y="138"/>
                  </a:lnTo>
                  <a:lnTo>
                    <a:pt x="712" y="158"/>
                  </a:lnTo>
                  <a:lnTo>
                    <a:pt x="633" y="119"/>
                  </a:lnTo>
                  <a:lnTo>
                    <a:pt x="652" y="119"/>
                  </a:lnTo>
                  <a:lnTo>
                    <a:pt x="573" y="99"/>
                  </a:lnTo>
                  <a:lnTo>
                    <a:pt x="534" y="59"/>
                  </a:lnTo>
                  <a:lnTo>
                    <a:pt x="514" y="59"/>
                  </a:lnTo>
                  <a:lnTo>
                    <a:pt x="534" y="79"/>
                  </a:lnTo>
                  <a:lnTo>
                    <a:pt x="573" y="99"/>
                  </a:lnTo>
                  <a:lnTo>
                    <a:pt x="573" y="99"/>
                  </a:lnTo>
                  <a:lnTo>
                    <a:pt x="521" y="86"/>
                  </a:lnTo>
                  <a:lnTo>
                    <a:pt x="521" y="86"/>
                  </a:lnTo>
                  <a:lnTo>
                    <a:pt x="534" y="99"/>
                  </a:lnTo>
                  <a:lnTo>
                    <a:pt x="475" y="99"/>
                  </a:lnTo>
                  <a:lnTo>
                    <a:pt x="494" y="119"/>
                  </a:lnTo>
                  <a:lnTo>
                    <a:pt x="317" y="79"/>
                  </a:lnTo>
                  <a:lnTo>
                    <a:pt x="178" y="20"/>
                  </a:lnTo>
                  <a:lnTo>
                    <a:pt x="159" y="40"/>
                  </a:lnTo>
                  <a:lnTo>
                    <a:pt x="178" y="40"/>
                  </a:lnTo>
                  <a:lnTo>
                    <a:pt x="198" y="59"/>
                  </a:lnTo>
                  <a:lnTo>
                    <a:pt x="99" y="40"/>
                  </a:lnTo>
                  <a:lnTo>
                    <a:pt x="1" y="0"/>
                  </a:lnTo>
                  <a:close/>
                  <a:moveTo>
                    <a:pt x="672" y="257"/>
                  </a:moveTo>
                  <a:lnTo>
                    <a:pt x="751" y="277"/>
                  </a:lnTo>
                  <a:lnTo>
                    <a:pt x="712" y="257"/>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
            <p:cNvSpPr/>
            <p:nvPr/>
          </p:nvSpPr>
          <p:spPr>
            <a:xfrm>
              <a:off x="-1679050" y="3346000"/>
              <a:ext cx="3000" cy="1500"/>
            </a:xfrm>
            <a:custGeom>
              <a:rect b="b" l="l" r="r" t="t"/>
              <a:pathLst>
                <a:path extrusionOk="0" h="60" w="120">
                  <a:moveTo>
                    <a:pt x="119" y="60"/>
                  </a:moveTo>
                  <a:lnTo>
                    <a:pt x="119" y="60"/>
                  </a:lnTo>
                  <a:lnTo>
                    <a:pt x="1" y="0"/>
                  </a:lnTo>
                  <a:lnTo>
                    <a:pt x="1" y="0"/>
                  </a:lnTo>
                  <a:lnTo>
                    <a:pt x="80" y="40"/>
                  </a:lnTo>
                  <a:lnTo>
                    <a:pt x="119" y="60"/>
                  </a:lnTo>
                  <a:lnTo>
                    <a:pt x="119" y="6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
            <p:cNvSpPr/>
            <p:nvPr/>
          </p:nvSpPr>
          <p:spPr>
            <a:xfrm>
              <a:off x="-1681025" y="3345500"/>
              <a:ext cx="2000" cy="1025"/>
            </a:xfrm>
            <a:custGeom>
              <a:rect b="b" l="l" r="r" t="t"/>
              <a:pathLst>
                <a:path extrusionOk="0" h="41" w="80">
                  <a:moveTo>
                    <a:pt x="1" y="1"/>
                  </a:moveTo>
                  <a:lnTo>
                    <a:pt x="33" y="9"/>
                  </a:lnTo>
                  <a:lnTo>
                    <a:pt x="33" y="9"/>
                  </a:lnTo>
                  <a:lnTo>
                    <a:pt x="21" y="1"/>
                  </a:lnTo>
                  <a:close/>
                  <a:moveTo>
                    <a:pt x="33" y="9"/>
                  </a:moveTo>
                  <a:lnTo>
                    <a:pt x="80" y="40"/>
                  </a:lnTo>
                  <a:lnTo>
                    <a:pt x="80" y="20"/>
                  </a:lnTo>
                  <a:lnTo>
                    <a:pt x="33" y="9"/>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
            <p:cNvSpPr/>
            <p:nvPr/>
          </p:nvSpPr>
          <p:spPr>
            <a:xfrm>
              <a:off x="-1702750" y="3291175"/>
              <a:ext cx="39525" cy="57325"/>
            </a:xfrm>
            <a:custGeom>
              <a:rect b="b" l="l" r="r" t="t"/>
              <a:pathLst>
                <a:path extrusionOk="0" h="2293" w="1581">
                  <a:moveTo>
                    <a:pt x="1403" y="356"/>
                  </a:moveTo>
                  <a:lnTo>
                    <a:pt x="1403" y="376"/>
                  </a:lnTo>
                  <a:lnTo>
                    <a:pt x="1423" y="376"/>
                  </a:lnTo>
                  <a:lnTo>
                    <a:pt x="1403" y="356"/>
                  </a:lnTo>
                  <a:close/>
                  <a:moveTo>
                    <a:pt x="179" y="752"/>
                  </a:moveTo>
                  <a:lnTo>
                    <a:pt x="208" y="761"/>
                  </a:lnTo>
                  <a:lnTo>
                    <a:pt x="198" y="752"/>
                  </a:lnTo>
                  <a:close/>
                  <a:moveTo>
                    <a:pt x="139" y="732"/>
                  </a:moveTo>
                  <a:lnTo>
                    <a:pt x="100" y="752"/>
                  </a:lnTo>
                  <a:lnTo>
                    <a:pt x="179" y="771"/>
                  </a:lnTo>
                  <a:lnTo>
                    <a:pt x="159" y="752"/>
                  </a:lnTo>
                  <a:lnTo>
                    <a:pt x="179" y="752"/>
                  </a:lnTo>
                  <a:lnTo>
                    <a:pt x="139" y="732"/>
                  </a:lnTo>
                  <a:close/>
                  <a:moveTo>
                    <a:pt x="208" y="761"/>
                  </a:moveTo>
                  <a:lnTo>
                    <a:pt x="218" y="771"/>
                  </a:lnTo>
                  <a:lnTo>
                    <a:pt x="248" y="781"/>
                  </a:lnTo>
                  <a:lnTo>
                    <a:pt x="248" y="781"/>
                  </a:lnTo>
                  <a:lnTo>
                    <a:pt x="238" y="771"/>
                  </a:lnTo>
                  <a:lnTo>
                    <a:pt x="208" y="761"/>
                  </a:lnTo>
                  <a:close/>
                  <a:moveTo>
                    <a:pt x="1403" y="870"/>
                  </a:moveTo>
                  <a:lnTo>
                    <a:pt x="1443" y="910"/>
                  </a:lnTo>
                  <a:lnTo>
                    <a:pt x="1443" y="910"/>
                  </a:lnTo>
                  <a:lnTo>
                    <a:pt x="1423" y="870"/>
                  </a:lnTo>
                  <a:close/>
                  <a:moveTo>
                    <a:pt x="139" y="890"/>
                  </a:moveTo>
                  <a:lnTo>
                    <a:pt x="238" y="929"/>
                  </a:lnTo>
                  <a:lnTo>
                    <a:pt x="179" y="890"/>
                  </a:lnTo>
                  <a:close/>
                  <a:moveTo>
                    <a:pt x="1033" y="1537"/>
                  </a:moveTo>
                  <a:lnTo>
                    <a:pt x="1028" y="1542"/>
                  </a:lnTo>
                  <a:lnTo>
                    <a:pt x="1048" y="1542"/>
                  </a:lnTo>
                  <a:lnTo>
                    <a:pt x="1033" y="1537"/>
                  </a:lnTo>
                  <a:close/>
                  <a:moveTo>
                    <a:pt x="139" y="1561"/>
                  </a:moveTo>
                  <a:lnTo>
                    <a:pt x="159" y="1581"/>
                  </a:lnTo>
                  <a:lnTo>
                    <a:pt x="218" y="1581"/>
                  </a:lnTo>
                  <a:lnTo>
                    <a:pt x="139" y="1561"/>
                  </a:lnTo>
                  <a:close/>
                  <a:moveTo>
                    <a:pt x="40" y="1621"/>
                  </a:moveTo>
                  <a:lnTo>
                    <a:pt x="119" y="1660"/>
                  </a:lnTo>
                  <a:lnTo>
                    <a:pt x="139" y="1680"/>
                  </a:lnTo>
                  <a:lnTo>
                    <a:pt x="159" y="1700"/>
                  </a:lnTo>
                  <a:lnTo>
                    <a:pt x="198" y="1719"/>
                  </a:lnTo>
                  <a:lnTo>
                    <a:pt x="258" y="1739"/>
                  </a:lnTo>
                  <a:lnTo>
                    <a:pt x="277" y="1739"/>
                  </a:lnTo>
                  <a:lnTo>
                    <a:pt x="238" y="1719"/>
                  </a:lnTo>
                  <a:lnTo>
                    <a:pt x="218" y="1700"/>
                  </a:lnTo>
                  <a:lnTo>
                    <a:pt x="258" y="1700"/>
                  </a:lnTo>
                  <a:lnTo>
                    <a:pt x="139" y="1660"/>
                  </a:lnTo>
                  <a:lnTo>
                    <a:pt x="159" y="1640"/>
                  </a:lnTo>
                  <a:lnTo>
                    <a:pt x="139" y="1640"/>
                  </a:lnTo>
                  <a:lnTo>
                    <a:pt x="40" y="1621"/>
                  </a:lnTo>
                  <a:close/>
                  <a:moveTo>
                    <a:pt x="475" y="1818"/>
                  </a:moveTo>
                  <a:lnTo>
                    <a:pt x="495" y="1838"/>
                  </a:lnTo>
                  <a:lnTo>
                    <a:pt x="514" y="1838"/>
                  </a:lnTo>
                  <a:lnTo>
                    <a:pt x="475" y="1818"/>
                  </a:lnTo>
                  <a:close/>
                  <a:moveTo>
                    <a:pt x="1245" y="1996"/>
                  </a:moveTo>
                  <a:lnTo>
                    <a:pt x="1304" y="2016"/>
                  </a:lnTo>
                  <a:lnTo>
                    <a:pt x="1304" y="2016"/>
                  </a:lnTo>
                  <a:lnTo>
                    <a:pt x="1285" y="1996"/>
                  </a:lnTo>
                  <a:close/>
                  <a:moveTo>
                    <a:pt x="159" y="2095"/>
                  </a:moveTo>
                  <a:lnTo>
                    <a:pt x="179" y="2114"/>
                  </a:lnTo>
                  <a:lnTo>
                    <a:pt x="198" y="2095"/>
                  </a:lnTo>
                  <a:close/>
                  <a:moveTo>
                    <a:pt x="1462" y="1"/>
                  </a:moveTo>
                  <a:lnTo>
                    <a:pt x="850" y="317"/>
                  </a:lnTo>
                  <a:lnTo>
                    <a:pt x="297" y="633"/>
                  </a:lnTo>
                  <a:lnTo>
                    <a:pt x="198" y="692"/>
                  </a:lnTo>
                  <a:lnTo>
                    <a:pt x="238" y="692"/>
                  </a:lnTo>
                  <a:lnTo>
                    <a:pt x="238" y="712"/>
                  </a:lnTo>
                  <a:lnTo>
                    <a:pt x="277" y="732"/>
                  </a:lnTo>
                  <a:lnTo>
                    <a:pt x="297" y="752"/>
                  </a:lnTo>
                  <a:lnTo>
                    <a:pt x="297" y="771"/>
                  </a:lnTo>
                  <a:lnTo>
                    <a:pt x="317" y="771"/>
                  </a:lnTo>
                  <a:lnTo>
                    <a:pt x="337" y="791"/>
                  </a:lnTo>
                  <a:lnTo>
                    <a:pt x="337" y="811"/>
                  </a:lnTo>
                  <a:lnTo>
                    <a:pt x="297" y="791"/>
                  </a:lnTo>
                  <a:lnTo>
                    <a:pt x="277" y="791"/>
                  </a:lnTo>
                  <a:lnTo>
                    <a:pt x="248" y="781"/>
                  </a:lnTo>
                  <a:lnTo>
                    <a:pt x="248" y="781"/>
                  </a:lnTo>
                  <a:lnTo>
                    <a:pt x="258" y="791"/>
                  </a:lnTo>
                  <a:lnTo>
                    <a:pt x="277" y="811"/>
                  </a:lnTo>
                  <a:lnTo>
                    <a:pt x="258" y="811"/>
                  </a:lnTo>
                  <a:lnTo>
                    <a:pt x="238" y="791"/>
                  </a:lnTo>
                  <a:lnTo>
                    <a:pt x="238" y="811"/>
                  </a:lnTo>
                  <a:lnTo>
                    <a:pt x="258" y="831"/>
                  </a:lnTo>
                  <a:lnTo>
                    <a:pt x="198" y="811"/>
                  </a:lnTo>
                  <a:lnTo>
                    <a:pt x="218" y="831"/>
                  </a:lnTo>
                  <a:lnTo>
                    <a:pt x="159" y="831"/>
                  </a:lnTo>
                  <a:lnTo>
                    <a:pt x="179" y="850"/>
                  </a:lnTo>
                  <a:lnTo>
                    <a:pt x="218" y="870"/>
                  </a:lnTo>
                  <a:lnTo>
                    <a:pt x="277" y="870"/>
                  </a:lnTo>
                  <a:lnTo>
                    <a:pt x="356" y="910"/>
                  </a:lnTo>
                  <a:lnTo>
                    <a:pt x="356" y="929"/>
                  </a:lnTo>
                  <a:lnTo>
                    <a:pt x="297" y="929"/>
                  </a:lnTo>
                  <a:lnTo>
                    <a:pt x="337" y="949"/>
                  </a:lnTo>
                  <a:lnTo>
                    <a:pt x="297" y="949"/>
                  </a:lnTo>
                  <a:lnTo>
                    <a:pt x="297" y="969"/>
                  </a:lnTo>
                  <a:lnTo>
                    <a:pt x="258" y="949"/>
                  </a:lnTo>
                  <a:lnTo>
                    <a:pt x="258" y="929"/>
                  </a:lnTo>
                  <a:lnTo>
                    <a:pt x="198" y="929"/>
                  </a:lnTo>
                  <a:lnTo>
                    <a:pt x="159" y="910"/>
                  </a:lnTo>
                  <a:lnTo>
                    <a:pt x="176" y="945"/>
                  </a:lnTo>
                  <a:lnTo>
                    <a:pt x="176" y="945"/>
                  </a:lnTo>
                  <a:lnTo>
                    <a:pt x="100" y="929"/>
                  </a:lnTo>
                  <a:lnTo>
                    <a:pt x="80" y="929"/>
                  </a:lnTo>
                  <a:lnTo>
                    <a:pt x="119" y="949"/>
                  </a:lnTo>
                  <a:lnTo>
                    <a:pt x="159" y="949"/>
                  </a:lnTo>
                  <a:lnTo>
                    <a:pt x="159" y="969"/>
                  </a:lnTo>
                  <a:lnTo>
                    <a:pt x="139" y="969"/>
                  </a:lnTo>
                  <a:lnTo>
                    <a:pt x="139" y="989"/>
                  </a:lnTo>
                  <a:lnTo>
                    <a:pt x="119" y="989"/>
                  </a:lnTo>
                  <a:lnTo>
                    <a:pt x="179" y="1008"/>
                  </a:lnTo>
                  <a:lnTo>
                    <a:pt x="179" y="1008"/>
                  </a:lnTo>
                  <a:lnTo>
                    <a:pt x="159" y="989"/>
                  </a:lnTo>
                  <a:lnTo>
                    <a:pt x="198" y="989"/>
                  </a:lnTo>
                  <a:lnTo>
                    <a:pt x="218" y="1008"/>
                  </a:lnTo>
                  <a:lnTo>
                    <a:pt x="218" y="1028"/>
                  </a:lnTo>
                  <a:lnTo>
                    <a:pt x="238" y="1048"/>
                  </a:lnTo>
                  <a:lnTo>
                    <a:pt x="258" y="1087"/>
                  </a:lnTo>
                  <a:lnTo>
                    <a:pt x="198" y="1087"/>
                  </a:lnTo>
                  <a:lnTo>
                    <a:pt x="139" y="1048"/>
                  </a:lnTo>
                  <a:lnTo>
                    <a:pt x="139" y="1028"/>
                  </a:lnTo>
                  <a:lnTo>
                    <a:pt x="139" y="1008"/>
                  </a:lnTo>
                  <a:lnTo>
                    <a:pt x="119" y="1028"/>
                  </a:lnTo>
                  <a:lnTo>
                    <a:pt x="119" y="1048"/>
                  </a:lnTo>
                  <a:lnTo>
                    <a:pt x="159" y="1087"/>
                  </a:lnTo>
                  <a:lnTo>
                    <a:pt x="139" y="1087"/>
                  </a:lnTo>
                  <a:lnTo>
                    <a:pt x="80" y="1068"/>
                  </a:lnTo>
                  <a:lnTo>
                    <a:pt x="21" y="1068"/>
                  </a:lnTo>
                  <a:lnTo>
                    <a:pt x="21" y="1087"/>
                  </a:lnTo>
                  <a:lnTo>
                    <a:pt x="119" y="1107"/>
                  </a:lnTo>
                  <a:lnTo>
                    <a:pt x="100" y="1127"/>
                  </a:lnTo>
                  <a:lnTo>
                    <a:pt x="139" y="1127"/>
                  </a:lnTo>
                  <a:lnTo>
                    <a:pt x="179" y="1147"/>
                  </a:lnTo>
                  <a:lnTo>
                    <a:pt x="159" y="1147"/>
                  </a:lnTo>
                  <a:lnTo>
                    <a:pt x="119" y="1127"/>
                  </a:lnTo>
                  <a:lnTo>
                    <a:pt x="119" y="1147"/>
                  </a:lnTo>
                  <a:lnTo>
                    <a:pt x="100" y="1147"/>
                  </a:lnTo>
                  <a:lnTo>
                    <a:pt x="159" y="1166"/>
                  </a:lnTo>
                  <a:lnTo>
                    <a:pt x="198" y="1206"/>
                  </a:lnTo>
                  <a:lnTo>
                    <a:pt x="179" y="1206"/>
                  </a:lnTo>
                  <a:lnTo>
                    <a:pt x="159" y="1186"/>
                  </a:lnTo>
                  <a:lnTo>
                    <a:pt x="139" y="1186"/>
                  </a:lnTo>
                  <a:lnTo>
                    <a:pt x="139" y="1166"/>
                  </a:lnTo>
                  <a:lnTo>
                    <a:pt x="119" y="1186"/>
                  </a:lnTo>
                  <a:lnTo>
                    <a:pt x="179" y="1226"/>
                  </a:lnTo>
                  <a:lnTo>
                    <a:pt x="218" y="1226"/>
                  </a:lnTo>
                  <a:lnTo>
                    <a:pt x="258" y="1245"/>
                  </a:lnTo>
                  <a:lnTo>
                    <a:pt x="159" y="1245"/>
                  </a:lnTo>
                  <a:lnTo>
                    <a:pt x="218" y="1265"/>
                  </a:lnTo>
                  <a:lnTo>
                    <a:pt x="238" y="1285"/>
                  </a:lnTo>
                  <a:lnTo>
                    <a:pt x="277" y="1305"/>
                  </a:lnTo>
                  <a:lnTo>
                    <a:pt x="218" y="1305"/>
                  </a:lnTo>
                  <a:lnTo>
                    <a:pt x="198" y="1285"/>
                  </a:lnTo>
                  <a:lnTo>
                    <a:pt x="139" y="1285"/>
                  </a:lnTo>
                  <a:lnTo>
                    <a:pt x="100" y="1245"/>
                  </a:lnTo>
                  <a:lnTo>
                    <a:pt x="80" y="1245"/>
                  </a:lnTo>
                  <a:lnTo>
                    <a:pt x="100" y="1265"/>
                  </a:lnTo>
                  <a:lnTo>
                    <a:pt x="119" y="1285"/>
                  </a:lnTo>
                  <a:lnTo>
                    <a:pt x="80" y="1285"/>
                  </a:lnTo>
                  <a:lnTo>
                    <a:pt x="80" y="1305"/>
                  </a:lnTo>
                  <a:lnTo>
                    <a:pt x="119" y="1305"/>
                  </a:lnTo>
                  <a:lnTo>
                    <a:pt x="179" y="1324"/>
                  </a:lnTo>
                  <a:lnTo>
                    <a:pt x="100" y="1324"/>
                  </a:lnTo>
                  <a:lnTo>
                    <a:pt x="139" y="1344"/>
                  </a:lnTo>
                  <a:lnTo>
                    <a:pt x="218" y="1384"/>
                  </a:lnTo>
                  <a:lnTo>
                    <a:pt x="277" y="1384"/>
                  </a:lnTo>
                  <a:lnTo>
                    <a:pt x="297" y="1403"/>
                  </a:lnTo>
                  <a:lnTo>
                    <a:pt x="317" y="1403"/>
                  </a:lnTo>
                  <a:lnTo>
                    <a:pt x="356" y="1423"/>
                  </a:lnTo>
                  <a:lnTo>
                    <a:pt x="396" y="1423"/>
                  </a:lnTo>
                  <a:lnTo>
                    <a:pt x="356" y="1443"/>
                  </a:lnTo>
                  <a:lnTo>
                    <a:pt x="297" y="1443"/>
                  </a:lnTo>
                  <a:lnTo>
                    <a:pt x="159" y="1384"/>
                  </a:lnTo>
                  <a:lnTo>
                    <a:pt x="1" y="1324"/>
                  </a:lnTo>
                  <a:lnTo>
                    <a:pt x="21" y="1364"/>
                  </a:lnTo>
                  <a:lnTo>
                    <a:pt x="21" y="1384"/>
                  </a:lnTo>
                  <a:lnTo>
                    <a:pt x="1" y="1384"/>
                  </a:lnTo>
                  <a:lnTo>
                    <a:pt x="80" y="1423"/>
                  </a:lnTo>
                  <a:lnTo>
                    <a:pt x="179" y="1463"/>
                  </a:lnTo>
                  <a:lnTo>
                    <a:pt x="159" y="1463"/>
                  </a:lnTo>
                  <a:lnTo>
                    <a:pt x="179" y="1482"/>
                  </a:lnTo>
                  <a:lnTo>
                    <a:pt x="198" y="1502"/>
                  </a:lnTo>
                  <a:lnTo>
                    <a:pt x="198" y="1522"/>
                  </a:lnTo>
                  <a:lnTo>
                    <a:pt x="238" y="1542"/>
                  </a:lnTo>
                  <a:lnTo>
                    <a:pt x="337" y="1561"/>
                  </a:lnTo>
                  <a:lnTo>
                    <a:pt x="337" y="1581"/>
                  </a:lnTo>
                  <a:lnTo>
                    <a:pt x="356" y="1581"/>
                  </a:lnTo>
                  <a:lnTo>
                    <a:pt x="396" y="1621"/>
                  </a:lnTo>
                  <a:lnTo>
                    <a:pt x="337" y="1601"/>
                  </a:lnTo>
                  <a:lnTo>
                    <a:pt x="317" y="1621"/>
                  </a:lnTo>
                  <a:lnTo>
                    <a:pt x="337" y="1640"/>
                  </a:lnTo>
                  <a:lnTo>
                    <a:pt x="277" y="1601"/>
                  </a:lnTo>
                  <a:lnTo>
                    <a:pt x="297" y="1601"/>
                  </a:lnTo>
                  <a:lnTo>
                    <a:pt x="258" y="1581"/>
                  </a:lnTo>
                  <a:lnTo>
                    <a:pt x="218" y="1581"/>
                  </a:lnTo>
                  <a:lnTo>
                    <a:pt x="238" y="1601"/>
                  </a:lnTo>
                  <a:lnTo>
                    <a:pt x="179" y="1601"/>
                  </a:lnTo>
                  <a:lnTo>
                    <a:pt x="159" y="1621"/>
                  </a:lnTo>
                  <a:lnTo>
                    <a:pt x="159" y="1640"/>
                  </a:lnTo>
                  <a:lnTo>
                    <a:pt x="198" y="1640"/>
                  </a:lnTo>
                  <a:lnTo>
                    <a:pt x="277" y="1680"/>
                  </a:lnTo>
                  <a:lnTo>
                    <a:pt x="317" y="1700"/>
                  </a:lnTo>
                  <a:lnTo>
                    <a:pt x="337" y="1719"/>
                  </a:lnTo>
                  <a:lnTo>
                    <a:pt x="376" y="1719"/>
                  </a:lnTo>
                  <a:lnTo>
                    <a:pt x="396" y="1700"/>
                  </a:lnTo>
                  <a:lnTo>
                    <a:pt x="495" y="1719"/>
                  </a:lnTo>
                  <a:lnTo>
                    <a:pt x="613" y="1798"/>
                  </a:lnTo>
                  <a:lnTo>
                    <a:pt x="554" y="1779"/>
                  </a:lnTo>
                  <a:lnTo>
                    <a:pt x="633" y="1818"/>
                  </a:lnTo>
                  <a:lnTo>
                    <a:pt x="514" y="1798"/>
                  </a:lnTo>
                  <a:lnTo>
                    <a:pt x="534" y="1818"/>
                  </a:lnTo>
                  <a:lnTo>
                    <a:pt x="514" y="1838"/>
                  </a:lnTo>
                  <a:lnTo>
                    <a:pt x="574" y="1838"/>
                  </a:lnTo>
                  <a:lnTo>
                    <a:pt x="574" y="1818"/>
                  </a:lnTo>
                  <a:lnTo>
                    <a:pt x="613" y="1838"/>
                  </a:lnTo>
                  <a:lnTo>
                    <a:pt x="593" y="1858"/>
                  </a:lnTo>
                  <a:lnTo>
                    <a:pt x="633" y="1877"/>
                  </a:lnTo>
                  <a:lnTo>
                    <a:pt x="712" y="1897"/>
                  </a:lnTo>
                  <a:lnTo>
                    <a:pt x="593" y="1897"/>
                  </a:lnTo>
                  <a:lnTo>
                    <a:pt x="455" y="1838"/>
                  </a:lnTo>
                  <a:lnTo>
                    <a:pt x="475" y="1858"/>
                  </a:lnTo>
                  <a:lnTo>
                    <a:pt x="475" y="1858"/>
                  </a:lnTo>
                  <a:lnTo>
                    <a:pt x="277" y="1779"/>
                  </a:lnTo>
                  <a:lnTo>
                    <a:pt x="258" y="1798"/>
                  </a:lnTo>
                  <a:lnTo>
                    <a:pt x="238" y="1818"/>
                  </a:lnTo>
                  <a:lnTo>
                    <a:pt x="100" y="1779"/>
                  </a:lnTo>
                  <a:lnTo>
                    <a:pt x="119" y="1818"/>
                  </a:lnTo>
                  <a:lnTo>
                    <a:pt x="40" y="1818"/>
                  </a:lnTo>
                  <a:lnTo>
                    <a:pt x="80" y="1838"/>
                  </a:lnTo>
                  <a:lnTo>
                    <a:pt x="100" y="1838"/>
                  </a:lnTo>
                  <a:lnTo>
                    <a:pt x="179" y="1858"/>
                  </a:lnTo>
                  <a:lnTo>
                    <a:pt x="159" y="1858"/>
                  </a:lnTo>
                  <a:lnTo>
                    <a:pt x="179" y="1877"/>
                  </a:lnTo>
                  <a:lnTo>
                    <a:pt x="198" y="1858"/>
                  </a:lnTo>
                  <a:lnTo>
                    <a:pt x="238" y="1858"/>
                  </a:lnTo>
                  <a:lnTo>
                    <a:pt x="277" y="1877"/>
                  </a:lnTo>
                  <a:lnTo>
                    <a:pt x="337" y="1897"/>
                  </a:lnTo>
                  <a:lnTo>
                    <a:pt x="356" y="1877"/>
                  </a:lnTo>
                  <a:lnTo>
                    <a:pt x="396" y="1897"/>
                  </a:lnTo>
                  <a:lnTo>
                    <a:pt x="380" y="1913"/>
                  </a:lnTo>
                  <a:lnTo>
                    <a:pt x="380" y="1913"/>
                  </a:lnTo>
                  <a:lnTo>
                    <a:pt x="238" y="1877"/>
                  </a:lnTo>
                  <a:lnTo>
                    <a:pt x="258" y="1897"/>
                  </a:lnTo>
                  <a:lnTo>
                    <a:pt x="179" y="1897"/>
                  </a:lnTo>
                  <a:lnTo>
                    <a:pt x="159" y="1877"/>
                  </a:lnTo>
                  <a:lnTo>
                    <a:pt x="139" y="1877"/>
                  </a:lnTo>
                  <a:lnTo>
                    <a:pt x="139" y="1897"/>
                  </a:lnTo>
                  <a:lnTo>
                    <a:pt x="119" y="1877"/>
                  </a:lnTo>
                  <a:lnTo>
                    <a:pt x="100" y="1877"/>
                  </a:lnTo>
                  <a:lnTo>
                    <a:pt x="100" y="1858"/>
                  </a:lnTo>
                  <a:lnTo>
                    <a:pt x="60" y="1897"/>
                  </a:lnTo>
                  <a:lnTo>
                    <a:pt x="40" y="1877"/>
                  </a:lnTo>
                  <a:lnTo>
                    <a:pt x="21" y="1877"/>
                  </a:lnTo>
                  <a:lnTo>
                    <a:pt x="119" y="1937"/>
                  </a:lnTo>
                  <a:lnTo>
                    <a:pt x="60" y="1937"/>
                  </a:lnTo>
                  <a:lnTo>
                    <a:pt x="80" y="1956"/>
                  </a:lnTo>
                  <a:lnTo>
                    <a:pt x="100" y="1976"/>
                  </a:lnTo>
                  <a:lnTo>
                    <a:pt x="159" y="1996"/>
                  </a:lnTo>
                  <a:lnTo>
                    <a:pt x="218" y="2016"/>
                  </a:lnTo>
                  <a:lnTo>
                    <a:pt x="238" y="2016"/>
                  </a:lnTo>
                  <a:lnTo>
                    <a:pt x="258" y="2035"/>
                  </a:lnTo>
                  <a:lnTo>
                    <a:pt x="80" y="1996"/>
                  </a:lnTo>
                  <a:lnTo>
                    <a:pt x="60" y="1996"/>
                  </a:lnTo>
                  <a:lnTo>
                    <a:pt x="119" y="2035"/>
                  </a:lnTo>
                  <a:lnTo>
                    <a:pt x="179" y="2035"/>
                  </a:lnTo>
                  <a:lnTo>
                    <a:pt x="198" y="2055"/>
                  </a:lnTo>
                  <a:lnTo>
                    <a:pt x="179" y="2075"/>
                  </a:lnTo>
                  <a:lnTo>
                    <a:pt x="218" y="2095"/>
                  </a:lnTo>
                  <a:lnTo>
                    <a:pt x="258" y="2095"/>
                  </a:lnTo>
                  <a:lnTo>
                    <a:pt x="317" y="2134"/>
                  </a:lnTo>
                  <a:lnTo>
                    <a:pt x="277" y="2134"/>
                  </a:lnTo>
                  <a:lnTo>
                    <a:pt x="179" y="2114"/>
                  </a:lnTo>
                  <a:lnTo>
                    <a:pt x="119" y="2114"/>
                  </a:lnTo>
                  <a:lnTo>
                    <a:pt x="60" y="2095"/>
                  </a:lnTo>
                  <a:lnTo>
                    <a:pt x="80" y="2114"/>
                  </a:lnTo>
                  <a:lnTo>
                    <a:pt x="40" y="2114"/>
                  </a:lnTo>
                  <a:lnTo>
                    <a:pt x="80" y="2134"/>
                  </a:lnTo>
                  <a:lnTo>
                    <a:pt x="139" y="2134"/>
                  </a:lnTo>
                  <a:lnTo>
                    <a:pt x="258" y="2193"/>
                  </a:lnTo>
                  <a:lnTo>
                    <a:pt x="258" y="2174"/>
                  </a:lnTo>
                  <a:lnTo>
                    <a:pt x="238" y="2174"/>
                  </a:lnTo>
                  <a:lnTo>
                    <a:pt x="198" y="2154"/>
                  </a:lnTo>
                  <a:lnTo>
                    <a:pt x="179" y="2134"/>
                  </a:lnTo>
                  <a:lnTo>
                    <a:pt x="179" y="2134"/>
                  </a:lnTo>
                  <a:lnTo>
                    <a:pt x="258" y="2174"/>
                  </a:lnTo>
                  <a:lnTo>
                    <a:pt x="317" y="2193"/>
                  </a:lnTo>
                  <a:lnTo>
                    <a:pt x="376" y="2213"/>
                  </a:lnTo>
                  <a:lnTo>
                    <a:pt x="416" y="2233"/>
                  </a:lnTo>
                  <a:lnTo>
                    <a:pt x="396" y="2213"/>
                  </a:lnTo>
                  <a:lnTo>
                    <a:pt x="317" y="2174"/>
                  </a:lnTo>
                  <a:lnTo>
                    <a:pt x="297" y="2174"/>
                  </a:lnTo>
                  <a:lnTo>
                    <a:pt x="258" y="2154"/>
                  </a:lnTo>
                  <a:lnTo>
                    <a:pt x="337" y="2174"/>
                  </a:lnTo>
                  <a:lnTo>
                    <a:pt x="356" y="2154"/>
                  </a:lnTo>
                  <a:lnTo>
                    <a:pt x="376" y="2154"/>
                  </a:lnTo>
                  <a:lnTo>
                    <a:pt x="416" y="2134"/>
                  </a:lnTo>
                  <a:lnTo>
                    <a:pt x="356" y="2114"/>
                  </a:lnTo>
                  <a:lnTo>
                    <a:pt x="277" y="2095"/>
                  </a:lnTo>
                  <a:lnTo>
                    <a:pt x="277" y="2075"/>
                  </a:lnTo>
                  <a:lnTo>
                    <a:pt x="337" y="2095"/>
                  </a:lnTo>
                  <a:lnTo>
                    <a:pt x="356" y="2114"/>
                  </a:lnTo>
                  <a:lnTo>
                    <a:pt x="435" y="2134"/>
                  </a:lnTo>
                  <a:lnTo>
                    <a:pt x="574" y="2193"/>
                  </a:lnTo>
                  <a:lnTo>
                    <a:pt x="613" y="2213"/>
                  </a:lnTo>
                  <a:lnTo>
                    <a:pt x="633" y="2233"/>
                  </a:lnTo>
                  <a:lnTo>
                    <a:pt x="692" y="2253"/>
                  </a:lnTo>
                  <a:lnTo>
                    <a:pt x="751" y="2253"/>
                  </a:lnTo>
                  <a:lnTo>
                    <a:pt x="791" y="2272"/>
                  </a:lnTo>
                  <a:lnTo>
                    <a:pt x="791" y="2253"/>
                  </a:lnTo>
                  <a:lnTo>
                    <a:pt x="830" y="2272"/>
                  </a:lnTo>
                  <a:lnTo>
                    <a:pt x="850" y="2292"/>
                  </a:lnTo>
                  <a:lnTo>
                    <a:pt x="890" y="2292"/>
                  </a:lnTo>
                  <a:lnTo>
                    <a:pt x="870" y="2272"/>
                  </a:lnTo>
                  <a:lnTo>
                    <a:pt x="791" y="2233"/>
                  </a:lnTo>
                  <a:lnTo>
                    <a:pt x="811" y="2233"/>
                  </a:lnTo>
                  <a:lnTo>
                    <a:pt x="811" y="2213"/>
                  </a:lnTo>
                  <a:lnTo>
                    <a:pt x="771" y="2193"/>
                  </a:lnTo>
                  <a:lnTo>
                    <a:pt x="771" y="2174"/>
                  </a:lnTo>
                  <a:lnTo>
                    <a:pt x="811" y="2174"/>
                  </a:lnTo>
                  <a:lnTo>
                    <a:pt x="712" y="2154"/>
                  </a:lnTo>
                  <a:lnTo>
                    <a:pt x="712" y="2134"/>
                  </a:lnTo>
                  <a:lnTo>
                    <a:pt x="712" y="2114"/>
                  </a:lnTo>
                  <a:lnTo>
                    <a:pt x="751" y="2134"/>
                  </a:lnTo>
                  <a:lnTo>
                    <a:pt x="771" y="2154"/>
                  </a:lnTo>
                  <a:lnTo>
                    <a:pt x="771" y="2134"/>
                  </a:lnTo>
                  <a:lnTo>
                    <a:pt x="751" y="2114"/>
                  </a:lnTo>
                  <a:lnTo>
                    <a:pt x="672" y="2075"/>
                  </a:lnTo>
                  <a:lnTo>
                    <a:pt x="574" y="2055"/>
                  </a:lnTo>
                  <a:lnTo>
                    <a:pt x="534" y="2035"/>
                  </a:lnTo>
                  <a:lnTo>
                    <a:pt x="593" y="2035"/>
                  </a:lnTo>
                  <a:lnTo>
                    <a:pt x="751" y="2075"/>
                  </a:lnTo>
                  <a:lnTo>
                    <a:pt x="751" y="2075"/>
                  </a:lnTo>
                  <a:lnTo>
                    <a:pt x="712" y="2055"/>
                  </a:lnTo>
                  <a:lnTo>
                    <a:pt x="672" y="2016"/>
                  </a:lnTo>
                  <a:lnTo>
                    <a:pt x="771" y="2055"/>
                  </a:lnTo>
                  <a:lnTo>
                    <a:pt x="811" y="2095"/>
                  </a:lnTo>
                  <a:lnTo>
                    <a:pt x="791" y="2095"/>
                  </a:lnTo>
                  <a:lnTo>
                    <a:pt x="791" y="2114"/>
                  </a:lnTo>
                  <a:lnTo>
                    <a:pt x="850" y="2134"/>
                  </a:lnTo>
                  <a:lnTo>
                    <a:pt x="870" y="2174"/>
                  </a:lnTo>
                  <a:lnTo>
                    <a:pt x="929" y="2154"/>
                  </a:lnTo>
                  <a:lnTo>
                    <a:pt x="969" y="2174"/>
                  </a:lnTo>
                  <a:lnTo>
                    <a:pt x="949" y="2154"/>
                  </a:lnTo>
                  <a:lnTo>
                    <a:pt x="1008" y="2174"/>
                  </a:lnTo>
                  <a:lnTo>
                    <a:pt x="1067" y="2174"/>
                  </a:lnTo>
                  <a:lnTo>
                    <a:pt x="1067" y="2193"/>
                  </a:lnTo>
                  <a:lnTo>
                    <a:pt x="1087" y="2213"/>
                  </a:lnTo>
                  <a:lnTo>
                    <a:pt x="1107" y="2213"/>
                  </a:lnTo>
                  <a:lnTo>
                    <a:pt x="1127" y="2193"/>
                  </a:lnTo>
                  <a:lnTo>
                    <a:pt x="929" y="2114"/>
                  </a:lnTo>
                  <a:lnTo>
                    <a:pt x="909" y="2075"/>
                  </a:lnTo>
                  <a:lnTo>
                    <a:pt x="929" y="2075"/>
                  </a:lnTo>
                  <a:lnTo>
                    <a:pt x="969" y="2095"/>
                  </a:lnTo>
                  <a:lnTo>
                    <a:pt x="1048" y="2134"/>
                  </a:lnTo>
                  <a:lnTo>
                    <a:pt x="1048" y="2134"/>
                  </a:lnTo>
                  <a:lnTo>
                    <a:pt x="1028" y="2114"/>
                  </a:lnTo>
                  <a:lnTo>
                    <a:pt x="1048" y="2114"/>
                  </a:lnTo>
                  <a:lnTo>
                    <a:pt x="1008" y="2095"/>
                  </a:lnTo>
                  <a:lnTo>
                    <a:pt x="1028" y="2075"/>
                  </a:lnTo>
                  <a:lnTo>
                    <a:pt x="1107" y="2095"/>
                  </a:lnTo>
                  <a:lnTo>
                    <a:pt x="1127" y="2095"/>
                  </a:lnTo>
                  <a:lnTo>
                    <a:pt x="1107" y="2114"/>
                  </a:lnTo>
                  <a:lnTo>
                    <a:pt x="1146" y="2134"/>
                  </a:lnTo>
                  <a:lnTo>
                    <a:pt x="1127" y="2134"/>
                  </a:lnTo>
                  <a:lnTo>
                    <a:pt x="1186" y="2154"/>
                  </a:lnTo>
                  <a:lnTo>
                    <a:pt x="1206" y="2154"/>
                  </a:lnTo>
                  <a:lnTo>
                    <a:pt x="1206" y="2134"/>
                  </a:lnTo>
                  <a:lnTo>
                    <a:pt x="1186" y="2134"/>
                  </a:lnTo>
                  <a:lnTo>
                    <a:pt x="1186" y="2114"/>
                  </a:lnTo>
                  <a:lnTo>
                    <a:pt x="1265" y="2134"/>
                  </a:lnTo>
                  <a:lnTo>
                    <a:pt x="1285" y="2114"/>
                  </a:lnTo>
                  <a:lnTo>
                    <a:pt x="1304" y="2114"/>
                  </a:lnTo>
                  <a:lnTo>
                    <a:pt x="1285" y="2095"/>
                  </a:lnTo>
                  <a:lnTo>
                    <a:pt x="1304" y="2095"/>
                  </a:lnTo>
                  <a:lnTo>
                    <a:pt x="1285" y="2075"/>
                  </a:lnTo>
                  <a:lnTo>
                    <a:pt x="1245" y="2055"/>
                  </a:lnTo>
                  <a:lnTo>
                    <a:pt x="1146" y="2016"/>
                  </a:lnTo>
                  <a:lnTo>
                    <a:pt x="1146" y="2016"/>
                  </a:lnTo>
                  <a:lnTo>
                    <a:pt x="1265" y="2055"/>
                  </a:lnTo>
                  <a:lnTo>
                    <a:pt x="1245" y="2035"/>
                  </a:lnTo>
                  <a:lnTo>
                    <a:pt x="1304" y="2035"/>
                  </a:lnTo>
                  <a:lnTo>
                    <a:pt x="1245" y="2016"/>
                  </a:lnTo>
                  <a:lnTo>
                    <a:pt x="1206" y="1996"/>
                  </a:lnTo>
                  <a:lnTo>
                    <a:pt x="1127" y="1976"/>
                  </a:lnTo>
                  <a:lnTo>
                    <a:pt x="1127" y="1956"/>
                  </a:lnTo>
                  <a:lnTo>
                    <a:pt x="1186" y="1976"/>
                  </a:lnTo>
                  <a:lnTo>
                    <a:pt x="1206" y="1996"/>
                  </a:lnTo>
                  <a:lnTo>
                    <a:pt x="1225" y="1996"/>
                  </a:lnTo>
                  <a:lnTo>
                    <a:pt x="1265" y="1976"/>
                  </a:lnTo>
                  <a:lnTo>
                    <a:pt x="1324" y="1976"/>
                  </a:lnTo>
                  <a:lnTo>
                    <a:pt x="1265" y="1956"/>
                  </a:lnTo>
                  <a:lnTo>
                    <a:pt x="1206" y="1917"/>
                  </a:lnTo>
                  <a:lnTo>
                    <a:pt x="1225" y="1937"/>
                  </a:lnTo>
                  <a:lnTo>
                    <a:pt x="1225" y="1937"/>
                  </a:lnTo>
                  <a:lnTo>
                    <a:pt x="1146" y="1897"/>
                  </a:lnTo>
                  <a:lnTo>
                    <a:pt x="1245" y="1897"/>
                  </a:lnTo>
                  <a:lnTo>
                    <a:pt x="1265" y="1917"/>
                  </a:lnTo>
                  <a:lnTo>
                    <a:pt x="1285" y="1937"/>
                  </a:lnTo>
                  <a:lnTo>
                    <a:pt x="1304" y="1937"/>
                  </a:lnTo>
                  <a:lnTo>
                    <a:pt x="1304" y="1917"/>
                  </a:lnTo>
                  <a:lnTo>
                    <a:pt x="1285" y="1897"/>
                  </a:lnTo>
                  <a:lnTo>
                    <a:pt x="1324" y="1877"/>
                  </a:lnTo>
                  <a:lnTo>
                    <a:pt x="1285" y="1838"/>
                  </a:lnTo>
                  <a:lnTo>
                    <a:pt x="1285" y="1818"/>
                  </a:lnTo>
                  <a:lnTo>
                    <a:pt x="1166" y="1779"/>
                  </a:lnTo>
                  <a:lnTo>
                    <a:pt x="1206" y="1779"/>
                  </a:lnTo>
                  <a:lnTo>
                    <a:pt x="1245" y="1798"/>
                  </a:lnTo>
                  <a:lnTo>
                    <a:pt x="1344" y="1818"/>
                  </a:lnTo>
                  <a:lnTo>
                    <a:pt x="1285" y="1779"/>
                  </a:lnTo>
                  <a:lnTo>
                    <a:pt x="1344" y="1798"/>
                  </a:lnTo>
                  <a:lnTo>
                    <a:pt x="1344" y="1779"/>
                  </a:lnTo>
                  <a:lnTo>
                    <a:pt x="1304" y="1739"/>
                  </a:lnTo>
                  <a:lnTo>
                    <a:pt x="1265" y="1700"/>
                  </a:lnTo>
                  <a:lnTo>
                    <a:pt x="1245" y="1680"/>
                  </a:lnTo>
                  <a:lnTo>
                    <a:pt x="1344" y="1719"/>
                  </a:lnTo>
                  <a:lnTo>
                    <a:pt x="1364" y="1739"/>
                  </a:lnTo>
                  <a:lnTo>
                    <a:pt x="1383" y="1739"/>
                  </a:lnTo>
                  <a:lnTo>
                    <a:pt x="1383" y="1719"/>
                  </a:lnTo>
                  <a:lnTo>
                    <a:pt x="1403" y="1719"/>
                  </a:lnTo>
                  <a:lnTo>
                    <a:pt x="1403" y="1700"/>
                  </a:lnTo>
                  <a:lnTo>
                    <a:pt x="1364" y="1680"/>
                  </a:lnTo>
                  <a:lnTo>
                    <a:pt x="1304" y="1660"/>
                  </a:lnTo>
                  <a:lnTo>
                    <a:pt x="1364" y="1660"/>
                  </a:lnTo>
                  <a:lnTo>
                    <a:pt x="1324" y="1640"/>
                  </a:lnTo>
                  <a:lnTo>
                    <a:pt x="1304" y="1640"/>
                  </a:lnTo>
                  <a:lnTo>
                    <a:pt x="1285" y="1601"/>
                  </a:lnTo>
                  <a:lnTo>
                    <a:pt x="1344" y="1621"/>
                  </a:lnTo>
                  <a:lnTo>
                    <a:pt x="1285" y="1581"/>
                  </a:lnTo>
                  <a:lnTo>
                    <a:pt x="1206" y="1561"/>
                  </a:lnTo>
                  <a:lnTo>
                    <a:pt x="1166" y="1561"/>
                  </a:lnTo>
                  <a:lnTo>
                    <a:pt x="1186" y="1581"/>
                  </a:lnTo>
                  <a:lnTo>
                    <a:pt x="1186" y="1601"/>
                  </a:lnTo>
                  <a:lnTo>
                    <a:pt x="1127" y="1601"/>
                  </a:lnTo>
                  <a:lnTo>
                    <a:pt x="1067" y="1581"/>
                  </a:lnTo>
                  <a:lnTo>
                    <a:pt x="1107" y="1581"/>
                  </a:lnTo>
                  <a:lnTo>
                    <a:pt x="1048" y="1561"/>
                  </a:lnTo>
                  <a:lnTo>
                    <a:pt x="1028" y="1561"/>
                  </a:lnTo>
                  <a:lnTo>
                    <a:pt x="949" y="1522"/>
                  </a:lnTo>
                  <a:lnTo>
                    <a:pt x="909" y="1482"/>
                  </a:lnTo>
                  <a:lnTo>
                    <a:pt x="909" y="1482"/>
                  </a:lnTo>
                  <a:lnTo>
                    <a:pt x="988" y="1522"/>
                  </a:lnTo>
                  <a:lnTo>
                    <a:pt x="1033" y="1537"/>
                  </a:lnTo>
                  <a:lnTo>
                    <a:pt x="1033" y="1537"/>
                  </a:lnTo>
                  <a:lnTo>
                    <a:pt x="1048" y="1522"/>
                  </a:lnTo>
                  <a:lnTo>
                    <a:pt x="1127" y="1561"/>
                  </a:lnTo>
                  <a:lnTo>
                    <a:pt x="1067" y="1522"/>
                  </a:lnTo>
                  <a:lnTo>
                    <a:pt x="988" y="1502"/>
                  </a:lnTo>
                  <a:lnTo>
                    <a:pt x="929" y="1482"/>
                  </a:lnTo>
                  <a:lnTo>
                    <a:pt x="1008" y="1482"/>
                  </a:lnTo>
                  <a:lnTo>
                    <a:pt x="988" y="1463"/>
                  </a:lnTo>
                  <a:lnTo>
                    <a:pt x="969" y="1443"/>
                  </a:lnTo>
                  <a:lnTo>
                    <a:pt x="969" y="1443"/>
                  </a:lnTo>
                  <a:lnTo>
                    <a:pt x="1028" y="1463"/>
                  </a:lnTo>
                  <a:lnTo>
                    <a:pt x="1008" y="1463"/>
                  </a:lnTo>
                  <a:lnTo>
                    <a:pt x="1048" y="1482"/>
                  </a:lnTo>
                  <a:lnTo>
                    <a:pt x="1087" y="1502"/>
                  </a:lnTo>
                  <a:lnTo>
                    <a:pt x="1146" y="1522"/>
                  </a:lnTo>
                  <a:lnTo>
                    <a:pt x="1206" y="1542"/>
                  </a:lnTo>
                  <a:lnTo>
                    <a:pt x="1324" y="1581"/>
                  </a:lnTo>
                  <a:lnTo>
                    <a:pt x="1364" y="1581"/>
                  </a:lnTo>
                  <a:lnTo>
                    <a:pt x="1324" y="1542"/>
                  </a:lnTo>
                  <a:lnTo>
                    <a:pt x="1344" y="1542"/>
                  </a:lnTo>
                  <a:lnTo>
                    <a:pt x="1344" y="1522"/>
                  </a:lnTo>
                  <a:lnTo>
                    <a:pt x="1364" y="1522"/>
                  </a:lnTo>
                  <a:lnTo>
                    <a:pt x="1364" y="1502"/>
                  </a:lnTo>
                  <a:lnTo>
                    <a:pt x="1324" y="1463"/>
                  </a:lnTo>
                  <a:lnTo>
                    <a:pt x="1403" y="1463"/>
                  </a:lnTo>
                  <a:lnTo>
                    <a:pt x="1403" y="1443"/>
                  </a:lnTo>
                  <a:lnTo>
                    <a:pt x="1364" y="1403"/>
                  </a:lnTo>
                  <a:lnTo>
                    <a:pt x="1324" y="1364"/>
                  </a:lnTo>
                  <a:lnTo>
                    <a:pt x="1324" y="1344"/>
                  </a:lnTo>
                  <a:lnTo>
                    <a:pt x="1383" y="1344"/>
                  </a:lnTo>
                  <a:lnTo>
                    <a:pt x="1344" y="1324"/>
                  </a:lnTo>
                  <a:lnTo>
                    <a:pt x="1403" y="1324"/>
                  </a:lnTo>
                  <a:lnTo>
                    <a:pt x="1383" y="1305"/>
                  </a:lnTo>
                  <a:lnTo>
                    <a:pt x="1364" y="1285"/>
                  </a:lnTo>
                  <a:lnTo>
                    <a:pt x="1423" y="1285"/>
                  </a:lnTo>
                  <a:lnTo>
                    <a:pt x="1423" y="1265"/>
                  </a:lnTo>
                  <a:lnTo>
                    <a:pt x="1383" y="1245"/>
                  </a:lnTo>
                  <a:lnTo>
                    <a:pt x="1324" y="1206"/>
                  </a:lnTo>
                  <a:lnTo>
                    <a:pt x="1324" y="1206"/>
                  </a:lnTo>
                  <a:lnTo>
                    <a:pt x="1423" y="1245"/>
                  </a:lnTo>
                  <a:lnTo>
                    <a:pt x="1423" y="1245"/>
                  </a:lnTo>
                  <a:lnTo>
                    <a:pt x="1403" y="1147"/>
                  </a:lnTo>
                  <a:lnTo>
                    <a:pt x="1383" y="1068"/>
                  </a:lnTo>
                  <a:lnTo>
                    <a:pt x="1403" y="1068"/>
                  </a:lnTo>
                  <a:lnTo>
                    <a:pt x="1403" y="1048"/>
                  </a:lnTo>
                  <a:lnTo>
                    <a:pt x="1383" y="1008"/>
                  </a:lnTo>
                  <a:lnTo>
                    <a:pt x="1344" y="969"/>
                  </a:lnTo>
                  <a:lnTo>
                    <a:pt x="1344" y="949"/>
                  </a:lnTo>
                  <a:lnTo>
                    <a:pt x="1364" y="949"/>
                  </a:lnTo>
                  <a:lnTo>
                    <a:pt x="1324" y="929"/>
                  </a:lnTo>
                  <a:lnTo>
                    <a:pt x="1265" y="890"/>
                  </a:lnTo>
                  <a:lnTo>
                    <a:pt x="1146" y="870"/>
                  </a:lnTo>
                  <a:lnTo>
                    <a:pt x="1127" y="850"/>
                  </a:lnTo>
                  <a:lnTo>
                    <a:pt x="1166" y="850"/>
                  </a:lnTo>
                  <a:lnTo>
                    <a:pt x="1225" y="870"/>
                  </a:lnTo>
                  <a:lnTo>
                    <a:pt x="1324" y="890"/>
                  </a:lnTo>
                  <a:lnTo>
                    <a:pt x="1403" y="929"/>
                  </a:lnTo>
                  <a:lnTo>
                    <a:pt x="1344" y="870"/>
                  </a:lnTo>
                  <a:lnTo>
                    <a:pt x="1344" y="850"/>
                  </a:lnTo>
                  <a:lnTo>
                    <a:pt x="1383" y="850"/>
                  </a:lnTo>
                  <a:lnTo>
                    <a:pt x="1383" y="870"/>
                  </a:lnTo>
                  <a:lnTo>
                    <a:pt x="1403" y="870"/>
                  </a:lnTo>
                  <a:lnTo>
                    <a:pt x="1383" y="850"/>
                  </a:lnTo>
                  <a:lnTo>
                    <a:pt x="1403" y="850"/>
                  </a:lnTo>
                  <a:lnTo>
                    <a:pt x="1423" y="870"/>
                  </a:lnTo>
                  <a:lnTo>
                    <a:pt x="1423" y="850"/>
                  </a:lnTo>
                  <a:lnTo>
                    <a:pt x="1443" y="850"/>
                  </a:lnTo>
                  <a:lnTo>
                    <a:pt x="1403" y="831"/>
                  </a:lnTo>
                  <a:lnTo>
                    <a:pt x="1364" y="811"/>
                  </a:lnTo>
                  <a:lnTo>
                    <a:pt x="1383" y="811"/>
                  </a:lnTo>
                  <a:lnTo>
                    <a:pt x="1324" y="771"/>
                  </a:lnTo>
                  <a:lnTo>
                    <a:pt x="1403" y="791"/>
                  </a:lnTo>
                  <a:lnTo>
                    <a:pt x="1403" y="791"/>
                  </a:lnTo>
                  <a:lnTo>
                    <a:pt x="1344" y="771"/>
                  </a:lnTo>
                  <a:lnTo>
                    <a:pt x="1344" y="752"/>
                  </a:lnTo>
                  <a:lnTo>
                    <a:pt x="1423" y="752"/>
                  </a:lnTo>
                  <a:lnTo>
                    <a:pt x="1403" y="732"/>
                  </a:lnTo>
                  <a:lnTo>
                    <a:pt x="1383" y="712"/>
                  </a:lnTo>
                  <a:lnTo>
                    <a:pt x="1383" y="712"/>
                  </a:lnTo>
                  <a:lnTo>
                    <a:pt x="1443" y="732"/>
                  </a:lnTo>
                  <a:lnTo>
                    <a:pt x="1462" y="692"/>
                  </a:lnTo>
                  <a:lnTo>
                    <a:pt x="1462" y="673"/>
                  </a:lnTo>
                  <a:lnTo>
                    <a:pt x="1502" y="653"/>
                  </a:lnTo>
                  <a:lnTo>
                    <a:pt x="1482" y="633"/>
                  </a:lnTo>
                  <a:lnTo>
                    <a:pt x="1423" y="593"/>
                  </a:lnTo>
                  <a:lnTo>
                    <a:pt x="1403" y="593"/>
                  </a:lnTo>
                  <a:lnTo>
                    <a:pt x="1344" y="574"/>
                  </a:lnTo>
                  <a:lnTo>
                    <a:pt x="1324" y="554"/>
                  </a:lnTo>
                  <a:lnTo>
                    <a:pt x="1304" y="534"/>
                  </a:lnTo>
                  <a:lnTo>
                    <a:pt x="1304" y="534"/>
                  </a:lnTo>
                  <a:lnTo>
                    <a:pt x="1364" y="554"/>
                  </a:lnTo>
                  <a:lnTo>
                    <a:pt x="1383" y="554"/>
                  </a:lnTo>
                  <a:lnTo>
                    <a:pt x="1443" y="574"/>
                  </a:lnTo>
                  <a:lnTo>
                    <a:pt x="1443" y="554"/>
                  </a:lnTo>
                  <a:lnTo>
                    <a:pt x="1443" y="534"/>
                  </a:lnTo>
                  <a:lnTo>
                    <a:pt x="1482" y="554"/>
                  </a:lnTo>
                  <a:lnTo>
                    <a:pt x="1482" y="554"/>
                  </a:lnTo>
                  <a:lnTo>
                    <a:pt x="1462" y="534"/>
                  </a:lnTo>
                  <a:lnTo>
                    <a:pt x="1423" y="495"/>
                  </a:lnTo>
                  <a:lnTo>
                    <a:pt x="1462" y="514"/>
                  </a:lnTo>
                  <a:lnTo>
                    <a:pt x="1502" y="514"/>
                  </a:lnTo>
                  <a:lnTo>
                    <a:pt x="1502" y="495"/>
                  </a:lnTo>
                  <a:lnTo>
                    <a:pt x="1462" y="475"/>
                  </a:lnTo>
                  <a:lnTo>
                    <a:pt x="1383" y="455"/>
                  </a:lnTo>
                  <a:lnTo>
                    <a:pt x="1403" y="455"/>
                  </a:lnTo>
                  <a:lnTo>
                    <a:pt x="1383" y="435"/>
                  </a:lnTo>
                  <a:lnTo>
                    <a:pt x="1383" y="435"/>
                  </a:lnTo>
                  <a:lnTo>
                    <a:pt x="1482" y="475"/>
                  </a:lnTo>
                  <a:lnTo>
                    <a:pt x="1423" y="435"/>
                  </a:lnTo>
                  <a:lnTo>
                    <a:pt x="1383" y="416"/>
                  </a:lnTo>
                  <a:lnTo>
                    <a:pt x="1403" y="416"/>
                  </a:lnTo>
                  <a:lnTo>
                    <a:pt x="1383" y="396"/>
                  </a:lnTo>
                  <a:lnTo>
                    <a:pt x="1403" y="396"/>
                  </a:lnTo>
                  <a:lnTo>
                    <a:pt x="1344" y="376"/>
                  </a:lnTo>
                  <a:lnTo>
                    <a:pt x="1304" y="337"/>
                  </a:lnTo>
                  <a:lnTo>
                    <a:pt x="1364" y="337"/>
                  </a:lnTo>
                  <a:lnTo>
                    <a:pt x="1443" y="356"/>
                  </a:lnTo>
                  <a:lnTo>
                    <a:pt x="1443" y="376"/>
                  </a:lnTo>
                  <a:lnTo>
                    <a:pt x="1522" y="376"/>
                  </a:lnTo>
                  <a:lnTo>
                    <a:pt x="1541" y="356"/>
                  </a:lnTo>
                  <a:lnTo>
                    <a:pt x="1541" y="317"/>
                  </a:lnTo>
                  <a:lnTo>
                    <a:pt x="1522" y="297"/>
                  </a:lnTo>
                  <a:lnTo>
                    <a:pt x="1522" y="277"/>
                  </a:lnTo>
                  <a:lnTo>
                    <a:pt x="1502" y="258"/>
                  </a:lnTo>
                  <a:lnTo>
                    <a:pt x="1443" y="218"/>
                  </a:lnTo>
                  <a:lnTo>
                    <a:pt x="1502" y="238"/>
                  </a:lnTo>
                  <a:lnTo>
                    <a:pt x="1561" y="218"/>
                  </a:lnTo>
                  <a:lnTo>
                    <a:pt x="1561" y="198"/>
                  </a:lnTo>
                  <a:lnTo>
                    <a:pt x="1581" y="179"/>
                  </a:lnTo>
                  <a:lnTo>
                    <a:pt x="1561" y="139"/>
                  </a:lnTo>
                  <a:lnTo>
                    <a:pt x="1541" y="119"/>
                  </a:lnTo>
                  <a:lnTo>
                    <a:pt x="1581" y="119"/>
                  </a:lnTo>
                  <a:lnTo>
                    <a:pt x="1522" y="80"/>
                  </a:lnTo>
                  <a:lnTo>
                    <a:pt x="1502" y="60"/>
                  </a:lnTo>
                  <a:lnTo>
                    <a:pt x="146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
            <p:cNvSpPr/>
            <p:nvPr/>
          </p:nvSpPr>
          <p:spPr>
            <a:xfrm>
              <a:off x="-1685450" y="3348475"/>
              <a:ext cx="500" cy="25"/>
            </a:xfrm>
            <a:custGeom>
              <a:rect b="b" l="l" r="r" t="t"/>
              <a:pathLst>
                <a:path extrusionOk="0" h="1" w="20">
                  <a:moveTo>
                    <a:pt x="0" y="0"/>
                  </a:moveTo>
                  <a:lnTo>
                    <a:pt x="0" y="0"/>
                  </a:lnTo>
                  <a:lnTo>
                    <a:pt x="2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
            <p:cNvSpPr/>
            <p:nvPr/>
          </p:nvSpPr>
          <p:spPr>
            <a:xfrm>
              <a:off x="-1699275" y="3344525"/>
              <a:ext cx="25" cy="500"/>
            </a:xfrm>
            <a:custGeom>
              <a:rect b="b" l="l" r="r" t="t"/>
              <a:pathLst>
                <a:path extrusionOk="0" h="20" w="1">
                  <a:moveTo>
                    <a:pt x="0" y="0"/>
                  </a:moveTo>
                  <a:lnTo>
                    <a:pt x="0" y="0"/>
                  </a:lnTo>
                  <a:lnTo>
                    <a:pt x="0" y="2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
            <p:cNvSpPr/>
            <p:nvPr/>
          </p:nvSpPr>
          <p:spPr>
            <a:xfrm>
              <a:off x="-1610900" y="331490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
            <p:cNvSpPr/>
            <p:nvPr/>
          </p:nvSpPr>
          <p:spPr>
            <a:xfrm>
              <a:off x="-1608925" y="3313900"/>
              <a:ext cx="25" cy="525"/>
            </a:xfrm>
            <a:custGeom>
              <a:rect b="b" l="l" r="r" t="t"/>
              <a:pathLst>
                <a:path extrusionOk="0" h="21" w="1">
                  <a:moveTo>
                    <a:pt x="1" y="20"/>
                  </a:moveTo>
                  <a:lnTo>
                    <a:pt x="1" y="20"/>
                  </a:lnTo>
                  <a:lnTo>
                    <a:pt x="1" y="1"/>
                  </a:lnTo>
                  <a:lnTo>
                    <a:pt x="1" y="1"/>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
            <p:cNvSpPr/>
            <p:nvPr/>
          </p:nvSpPr>
          <p:spPr>
            <a:xfrm>
              <a:off x="-1607450" y="3317850"/>
              <a:ext cx="1525" cy="5450"/>
            </a:xfrm>
            <a:custGeom>
              <a:rect b="b" l="l" r="r" t="t"/>
              <a:pathLst>
                <a:path extrusionOk="0" h="218" w="61">
                  <a:moveTo>
                    <a:pt x="60" y="1"/>
                  </a:moveTo>
                  <a:lnTo>
                    <a:pt x="40" y="20"/>
                  </a:lnTo>
                  <a:lnTo>
                    <a:pt x="40" y="80"/>
                  </a:lnTo>
                  <a:lnTo>
                    <a:pt x="1" y="218"/>
                  </a:lnTo>
                  <a:lnTo>
                    <a:pt x="40" y="119"/>
                  </a:lnTo>
                  <a:lnTo>
                    <a:pt x="6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2"/>
            <p:cNvSpPr/>
            <p:nvPr/>
          </p:nvSpPr>
          <p:spPr>
            <a:xfrm>
              <a:off x="-1602000" y="3297600"/>
              <a:ext cx="500" cy="25"/>
            </a:xfrm>
            <a:custGeom>
              <a:rect b="b" l="l" r="r" t="t"/>
              <a:pathLst>
                <a:path extrusionOk="0" h="1" w="20">
                  <a:moveTo>
                    <a:pt x="0" y="1"/>
                  </a:moveTo>
                  <a:lnTo>
                    <a:pt x="20" y="1"/>
                  </a:lnTo>
                  <a:lnTo>
                    <a:pt x="20" y="1"/>
                  </a:lnTo>
                  <a:lnTo>
                    <a:pt x="2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
            <p:cNvSpPr/>
            <p:nvPr/>
          </p:nvSpPr>
          <p:spPr>
            <a:xfrm>
              <a:off x="-1612375" y="3293150"/>
              <a:ext cx="39525" cy="35600"/>
            </a:xfrm>
            <a:custGeom>
              <a:rect b="b" l="l" r="r" t="t"/>
              <a:pathLst>
                <a:path extrusionOk="0" h="1424" w="1581">
                  <a:moveTo>
                    <a:pt x="929" y="60"/>
                  </a:moveTo>
                  <a:lnTo>
                    <a:pt x="909" y="100"/>
                  </a:lnTo>
                  <a:lnTo>
                    <a:pt x="929" y="80"/>
                  </a:lnTo>
                  <a:lnTo>
                    <a:pt x="929" y="60"/>
                  </a:lnTo>
                  <a:close/>
                  <a:moveTo>
                    <a:pt x="376" y="100"/>
                  </a:moveTo>
                  <a:lnTo>
                    <a:pt x="376" y="100"/>
                  </a:lnTo>
                  <a:lnTo>
                    <a:pt x="376" y="100"/>
                  </a:lnTo>
                  <a:close/>
                  <a:moveTo>
                    <a:pt x="870" y="100"/>
                  </a:moveTo>
                  <a:lnTo>
                    <a:pt x="870" y="100"/>
                  </a:lnTo>
                  <a:lnTo>
                    <a:pt x="870" y="100"/>
                  </a:lnTo>
                  <a:close/>
                  <a:moveTo>
                    <a:pt x="474" y="119"/>
                  </a:moveTo>
                  <a:lnTo>
                    <a:pt x="474" y="119"/>
                  </a:lnTo>
                  <a:lnTo>
                    <a:pt x="474" y="119"/>
                  </a:lnTo>
                  <a:close/>
                  <a:moveTo>
                    <a:pt x="415" y="119"/>
                  </a:moveTo>
                  <a:lnTo>
                    <a:pt x="395" y="159"/>
                  </a:lnTo>
                  <a:lnTo>
                    <a:pt x="398" y="162"/>
                  </a:lnTo>
                  <a:lnTo>
                    <a:pt x="398" y="162"/>
                  </a:lnTo>
                  <a:lnTo>
                    <a:pt x="415" y="119"/>
                  </a:lnTo>
                  <a:close/>
                  <a:moveTo>
                    <a:pt x="771" y="139"/>
                  </a:moveTo>
                  <a:lnTo>
                    <a:pt x="751" y="179"/>
                  </a:lnTo>
                  <a:lnTo>
                    <a:pt x="756" y="184"/>
                  </a:lnTo>
                  <a:lnTo>
                    <a:pt x="771" y="139"/>
                  </a:lnTo>
                  <a:close/>
                  <a:moveTo>
                    <a:pt x="633" y="100"/>
                  </a:moveTo>
                  <a:lnTo>
                    <a:pt x="593" y="159"/>
                  </a:lnTo>
                  <a:lnTo>
                    <a:pt x="573" y="218"/>
                  </a:lnTo>
                  <a:lnTo>
                    <a:pt x="534" y="317"/>
                  </a:lnTo>
                  <a:lnTo>
                    <a:pt x="534" y="337"/>
                  </a:lnTo>
                  <a:lnTo>
                    <a:pt x="553" y="337"/>
                  </a:lnTo>
                  <a:lnTo>
                    <a:pt x="573" y="297"/>
                  </a:lnTo>
                  <a:lnTo>
                    <a:pt x="573" y="317"/>
                  </a:lnTo>
                  <a:lnTo>
                    <a:pt x="613" y="198"/>
                  </a:lnTo>
                  <a:lnTo>
                    <a:pt x="633" y="100"/>
                  </a:lnTo>
                  <a:close/>
                  <a:moveTo>
                    <a:pt x="672" y="297"/>
                  </a:moveTo>
                  <a:lnTo>
                    <a:pt x="672" y="337"/>
                  </a:lnTo>
                  <a:lnTo>
                    <a:pt x="692" y="297"/>
                  </a:lnTo>
                  <a:close/>
                  <a:moveTo>
                    <a:pt x="316" y="277"/>
                  </a:moveTo>
                  <a:lnTo>
                    <a:pt x="316" y="317"/>
                  </a:lnTo>
                  <a:lnTo>
                    <a:pt x="316" y="337"/>
                  </a:lnTo>
                  <a:lnTo>
                    <a:pt x="297" y="376"/>
                  </a:lnTo>
                  <a:lnTo>
                    <a:pt x="316" y="277"/>
                  </a:lnTo>
                  <a:close/>
                  <a:moveTo>
                    <a:pt x="158" y="831"/>
                  </a:moveTo>
                  <a:lnTo>
                    <a:pt x="152" y="850"/>
                  </a:lnTo>
                  <a:lnTo>
                    <a:pt x="158" y="850"/>
                  </a:lnTo>
                  <a:lnTo>
                    <a:pt x="158" y="831"/>
                  </a:lnTo>
                  <a:close/>
                  <a:moveTo>
                    <a:pt x="139" y="850"/>
                  </a:moveTo>
                  <a:lnTo>
                    <a:pt x="139" y="890"/>
                  </a:lnTo>
                  <a:lnTo>
                    <a:pt x="152" y="850"/>
                  </a:lnTo>
                  <a:close/>
                  <a:moveTo>
                    <a:pt x="277" y="870"/>
                  </a:moveTo>
                  <a:lnTo>
                    <a:pt x="257" y="890"/>
                  </a:lnTo>
                  <a:lnTo>
                    <a:pt x="277" y="890"/>
                  </a:lnTo>
                  <a:lnTo>
                    <a:pt x="277" y="870"/>
                  </a:lnTo>
                  <a:close/>
                  <a:moveTo>
                    <a:pt x="139" y="890"/>
                  </a:moveTo>
                  <a:lnTo>
                    <a:pt x="132" y="916"/>
                  </a:lnTo>
                  <a:lnTo>
                    <a:pt x="132" y="916"/>
                  </a:lnTo>
                  <a:lnTo>
                    <a:pt x="139" y="910"/>
                  </a:lnTo>
                  <a:lnTo>
                    <a:pt x="139" y="890"/>
                  </a:lnTo>
                  <a:close/>
                  <a:moveTo>
                    <a:pt x="830" y="989"/>
                  </a:moveTo>
                  <a:lnTo>
                    <a:pt x="810" y="1008"/>
                  </a:lnTo>
                  <a:lnTo>
                    <a:pt x="830" y="1008"/>
                  </a:lnTo>
                  <a:lnTo>
                    <a:pt x="830" y="989"/>
                  </a:lnTo>
                  <a:close/>
                  <a:moveTo>
                    <a:pt x="744" y="1324"/>
                  </a:moveTo>
                  <a:lnTo>
                    <a:pt x="731" y="1364"/>
                  </a:lnTo>
                  <a:lnTo>
                    <a:pt x="751" y="1324"/>
                  </a:lnTo>
                  <a:close/>
                  <a:moveTo>
                    <a:pt x="771" y="1384"/>
                  </a:moveTo>
                  <a:lnTo>
                    <a:pt x="771" y="1384"/>
                  </a:lnTo>
                  <a:lnTo>
                    <a:pt x="771" y="1384"/>
                  </a:lnTo>
                  <a:close/>
                  <a:moveTo>
                    <a:pt x="1028" y="1384"/>
                  </a:moveTo>
                  <a:lnTo>
                    <a:pt x="1028" y="1384"/>
                  </a:lnTo>
                  <a:lnTo>
                    <a:pt x="1028" y="1384"/>
                  </a:lnTo>
                  <a:close/>
                  <a:moveTo>
                    <a:pt x="810" y="1"/>
                  </a:moveTo>
                  <a:lnTo>
                    <a:pt x="791" y="100"/>
                  </a:lnTo>
                  <a:lnTo>
                    <a:pt x="771" y="198"/>
                  </a:lnTo>
                  <a:lnTo>
                    <a:pt x="756" y="184"/>
                  </a:lnTo>
                  <a:lnTo>
                    <a:pt x="751" y="198"/>
                  </a:lnTo>
                  <a:lnTo>
                    <a:pt x="712" y="218"/>
                  </a:lnTo>
                  <a:lnTo>
                    <a:pt x="692" y="277"/>
                  </a:lnTo>
                  <a:lnTo>
                    <a:pt x="692" y="356"/>
                  </a:lnTo>
                  <a:lnTo>
                    <a:pt x="672" y="376"/>
                  </a:lnTo>
                  <a:lnTo>
                    <a:pt x="672" y="396"/>
                  </a:lnTo>
                  <a:lnTo>
                    <a:pt x="672" y="435"/>
                  </a:lnTo>
                  <a:lnTo>
                    <a:pt x="652" y="435"/>
                  </a:lnTo>
                  <a:lnTo>
                    <a:pt x="672" y="376"/>
                  </a:lnTo>
                  <a:lnTo>
                    <a:pt x="652" y="356"/>
                  </a:lnTo>
                  <a:lnTo>
                    <a:pt x="633" y="376"/>
                  </a:lnTo>
                  <a:lnTo>
                    <a:pt x="652" y="317"/>
                  </a:lnTo>
                  <a:lnTo>
                    <a:pt x="652" y="297"/>
                  </a:lnTo>
                  <a:lnTo>
                    <a:pt x="672" y="297"/>
                  </a:lnTo>
                  <a:lnTo>
                    <a:pt x="672" y="277"/>
                  </a:lnTo>
                  <a:lnTo>
                    <a:pt x="672" y="218"/>
                  </a:lnTo>
                  <a:lnTo>
                    <a:pt x="652" y="277"/>
                  </a:lnTo>
                  <a:lnTo>
                    <a:pt x="652" y="218"/>
                  </a:lnTo>
                  <a:lnTo>
                    <a:pt x="633" y="198"/>
                  </a:lnTo>
                  <a:lnTo>
                    <a:pt x="613" y="198"/>
                  </a:lnTo>
                  <a:lnTo>
                    <a:pt x="613" y="238"/>
                  </a:lnTo>
                  <a:lnTo>
                    <a:pt x="593" y="337"/>
                  </a:lnTo>
                  <a:lnTo>
                    <a:pt x="573" y="376"/>
                  </a:lnTo>
                  <a:lnTo>
                    <a:pt x="573" y="396"/>
                  </a:lnTo>
                  <a:lnTo>
                    <a:pt x="573" y="435"/>
                  </a:lnTo>
                  <a:lnTo>
                    <a:pt x="593" y="455"/>
                  </a:lnTo>
                  <a:lnTo>
                    <a:pt x="573" y="534"/>
                  </a:lnTo>
                  <a:lnTo>
                    <a:pt x="553" y="613"/>
                  </a:lnTo>
                  <a:lnTo>
                    <a:pt x="514" y="712"/>
                  </a:lnTo>
                  <a:lnTo>
                    <a:pt x="514" y="712"/>
                  </a:lnTo>
                  <a:lnTo>
                    <a:pt x="534" y="594"/>
                  </a:lnTo>
                  <a:lnTo>
                    <a:pt x="514" y="574"/>
                  </a:lnTo>
                  <a:lnTo>
                    <a:pt x="494" y="594"/>
                  </a:lnTo>
                  <a:lnTo>
                    <a:pt x="494" y="633"/>
                  </a:lnTo>
                  <a:lnTo>
                    <a:pt x="514" y="633"/>
                  </a:lnTo>
                  <a:lnTo>
                    <a:pt x="494" y="673"/>
                  </a:lnTo>
                  <a:lnTo>
                    <a:pt x="474" y="712"/>
                  </a:lnTo>
                  <a:lnTo>
                    <a:pt x="455" y="791"/>
                  </a:lnTo>
                  <a:lnTo>
                    <a:pt x="455" y="752"/>
                  </a:lnTo>
                  <a:lnTo>
                    <a:pt x="455" y="692"/>
                  </a:lnTo>
                  <a:lnTo>
                    <a:pt x="455" y="673"/>
                  </a:lnTo>
                  <a:lnTo>
                    <a:pt x="474" y="534"/>
                  </a:lnTo>
                  <a:lnTo>
                    <a:pt x="474" y="554"/>
                  </a:lnTo>
                  <a:lnTo>
                    <a:pt x="514" y="337"/>
                  </a:lnTo>
                  <a:lnTo>
                    <a:pt x="494" y="317"/>
                  </a:lnTo>
                  <a:lnTo>
                    <a:pt x="474" y="317"/>
                  </a:lnTo>
                  <a:lnTo>
                    <a:pt x="494" y="179"/>
                  </a:lnTo>
                  <a:lnTo>
                    <a:pt x="474" y="198"/>
                  </a:lnTo>
                  <a:lnTo>
                    <a:pt x="474" y="179"/>
                  </a:lnTo>
                  <a:lnTo>
                    <a:pt x="474" y="119"/>
                  </a:lnTo>
                  <a:lnTo>
                    <a:pt x="455" y="179"/>
                  </a:lnTo>
                  <a:lnTo>
                    <a:pt x="455" y="258"/>
                  </a:lnTo>
                  <a:lnTo>
                    <a:pt x="435" y="238"/>
                  </a:lnTo>
                  <a:lnTo>
                    <a:pt x="435" y="258"/>
                  </a:lnTo>
                  <a:lnTo>
                    <a:pt x="435" y="277"/>
                  </a:lnTo>
                  <a:lnTo>
                    <a:pt x="455" y="317"/>
                  </a:lnTo>
                  <a:lnTo>
                    <a:pt x="435" y="416"/>
                  </a:lnTo>
                  <a:lnTo>
                    <a:pt x="435" y="435"/>
                  </a:lnTo>
                  <a:lnTo>
                    <a:pt x="435" y="475"/>
                  </a:lnTo>
                  <a:lnTo>
                    <a:pt x="417" y="475"/>
                  </a:lnTo>
                  <a:lnTo>
                    <a:pt x="435" y="317"/>
                  </a:lnTo>
                  <a:lnTo>
                    <a:pt x="415" y="337"/>
                  </a:lnTo>
                  <a:lnTo>
                    <a:pt x="415" y="297"/>
                  </a:lnTo>
                  <a:lnTo>
                    <a:pt x="415" y="258"/>
                  </a:lnTo>
                  <a:lnTo>
                    <a:pt x="415" y="238"/>
                  </a:lnTo>
                  <a:lnTo>
                    <a:pt x="415" y="198"/>
                  </a:lnTo>
                  <a:lnTo>
                    <a:pt x="415" y="179"/>
                  </a:lnTo>
                  <a:lnTo>
                    <a:pt x="398" y="162"/>
                  </a:lnTo>
                  <a:lnTo>
                    <a:pt x="398" y="162"/>
                  </a:lnTo>
                  <a:lnTo>
                    <a:pt x="376" y="218"/>
                  </a:lnTo>
                  <a:lnTo>
                    <a:pt x="376" y="159"/>
                  </a:lnTo>
                  <a:lnTo>
                    <a:pt x="376" y="100"/>
                  </a:lnTo>
                  <a:lnTo>
                    <a:pt x="356" y="159"/>
                  </a:lnTo>
                  <a:lnTo>
                    <a:pt x="356" y="179"/>
                  </a:lnTo>
                  <a:lnTo>
                    <a:pt x="336" y="198"/>
                  </a:lnTo>
                  <a:lnTo>
                    <a:pt x="326" y="228"/>
                  </a:lnTo>
                  <a:lnTo>
                    <a:pt x="336" y="179"/>
                  </a:lnTo>
                  <a:lnTo>
                    <a:pt x="316" y="198"/>
                  </a:lnTo>
                  <a:lnTo>
                    <a:pt x="316" y="179"/>
                  </a:lnTo>
                  <a:lnTo>
                    <a:pt x="297" y="238"/>
                  </a:lnTo>
                  <a:lnTo>
                    <a:pt x="297" y="297"/>
                  </a:lnTo>
                  <a:lnTo>
                    <a:pt x="277" y="317"/>
                  </a:lnTo>
                  <a:lnTo>
                    <a:pt x="277" y="297"/>
                  </a:lnTo>
                  <a:lnTo>
                    <a:pt x="257" y="337"/>
                  </a:lnTo>
                  <a:lnTo>
                    <a:pt x="257" y="376"/>
                  </a:lnTo>
                  <a:lnTo>
                    <a:pt x="237" y="455"/>
                  </a:lnTo>
                  <a:lnTo>
                    <a:pt x="237" y="396"/>
                  </a:lnTo>
                  <a:lnTo>
                    <a:pt x="237" y="317"/>
                  </a:lnTo>
                  <a:lnTo>
                    <a:pt x="257" y="297"/>
                  </a:lnTo>
                  <a:lnTo>
                    <a:pt x="237" y="297"/>
                  </a:lnTo>
                  <a:lnTo>
                    <a:pt x="237" y="179"/>
                  </a:lnTo>
                  <a:lnTo>
                    <a:pt x="218" y="198"/>
                  </a:lnTo>
                  <a:lnTo>
                    <a:pt x="218" y="218"/>
                  </a:lnTo>
                  <a:lnTo>
                    <a:pt x="218" y="238"/>
                  </a:lnTo>
                  <a:lnTo>
                    <a:pt x="218" y="258"/>
                  </a:lnTo>
                  <a:lnTo>
                    <a:pt x="178" y="396"/>
                  </a:lnTo>
                  <a:lnTo>
                    <a:pt x="198" y="376"/>
                  </a:lnTo>
                  <a:lnTo>
                    <a:pt x="218" y="317"/>
                  </a:lnTo>
                  <a:lnTo>
                    <a:pt x="198" y="396"/>
                  </a:lnTo>
                  <a:lnTo>
                    <a:pt x="178" y="455"/>
                  </a:lnTo>
                  <a:lnTo>
                    <a:pt x="158" y="514"/>
                  </a:lnTo>
                  <a:lnTo>
                    <a:pt x="158" y="554"/>
                  </a:lnTo>
                  <a:lnTo>
                    <a:pt x="178" y="534"/>
                  </a:lnTo>
                  <a:lnTo>
                    <a:pt x="198" y="435"/>
                  </a:lnTo>
                  <a:lnTo>
                    <a:pt x="218" y="396"/>
                  </a:lnTo>
                  <a:lnTo>
                    <a:pt x="198" y="455"/>
                  </a:lnTo>
                  <a:lnTo>
                    <a:pt x="218" y="475"/>
                  </a:lnTo>
                  <a:lnTo>
                    <a:pt x="218" y="495"/>
                  </a:lnTo>
                  <a:lnTo>
                    <a:pt x="237" y="554"/>
                  </a:lnTo>
                  <a:lnTo>
                    <a:pt x="237" y="475"/>
                  </a:lnTo>
                  <a:lnTo>
                    <a:pt x="257" y="396"/>
                  </a:lnTo>
                  <a:lnTo>
                    <a:pt x="277" y="376"/>
                  </a:lnTo>
                  <a:lnTo>
                    <a:pt x="277" y="396"/>
                  </a:lnTo>
                  <a:lnTo>
                    <a:pt x="277" y="435"/>
                  </a:lnTo>
                  <a:lnTo>
                    <a:pt x="257" y="475"/>
                  </a:lnTo>
                  <a:lnTo>
                    <a:pt x="237" y="574"/>
                  </a:lnTo>
                  <a:lnTo>
                    <a:pt x="198" y="692"/>
                  </a:lnTo>
                  <a:lnTo>
                    <a:pt x="178" y="771"/>
                  </a:lnTo>
                  <a:lnTo>
                    <a:pt x="158" y="850"/>
                  </a:lnTo>
                  <a:lnTo>
                    <a:pt x="158" y="890"/>
                  </a:lnTo>
                  <a:lnTo>
                    <a:pt x="158" y="910"/>
                  </a:lnTo>
                  <a:lnTo>
                    <a:pt x="139" y="929"/>
                  </a:lnTo>
                  <a:lnTo>
                    <a:pt x="119" y="969"/>
                  </a:lnTo>
                  <a:lnTo>
                    <a:pt x="132" y="916"/>
                  </a:lnTo>
                  <a:lnTo>
                    <a:pt x="132" y="916"/>
                  </a:lnTo>
                  <a:lnTo>
                    <a:pt x="119" y="929"/>
                  </a:lnTo>
                  <a:lnTo>
                    <a:pt x="119" y="910"/>
                  </a:lnTo>
                  <a:lnTo>
                    <a:pt x="139" y="732"/>
                  </a:lnTo>
                  <a:lnTo>
                    <a:pt x="158" y="574"/>
                  </a:lnTo>
                  <a:lnTo>
                    <a:pt x="139" y="554"/>
                  </a:lnTo>
                  <a:lnTo>
                    <a:pt x="139" y="574"/>
                  </a:lnTo>
                  <a:lnTo>
                    <a:pt x="119" y="594"/>
                  </a:lnTo>
                  <a:lnTo>
                    <a:pt x="119" y="594"/>
                  </a:lnTo>
                  <a:lnTo>
                    <a:pt x="158" y="396"/>
                  </a:lnTo>
                  <a:lnTo>
                    <a:pt x="139" y="435"/>
                  </a:lnTo>
                  <a:lnTo>
                    <a:pt x="119" y="495"/>
                  </a:lnTo>
                  <a:lnTo>
                    <a:pt x="119" y="455"/>
                  </a:lnTo>
                  <a:lnTo>
                    <a:pt x="99" y="514"/>
                  </a:lnTo>
                  <a:lnTo>
                    <a:pt x="99" y="495"/>
                  </a:lnTo>
                  <a:lnTo>
                    <a:pt x="79" y="594"/>
                  </a:lnTo>
                  <a:lnTo>
                    <a:pt x="79" y="613"/>
                  </a:lnTo>
                  <a:lnTo>
                    <a:pt x="99" y="594"/>
                  </a:lnTo>
                  <a:lnTo>
                    <a:pt x="79" y="653"/>
                  </a:lnTo>
                  <a:lnTo>
                    <a:pt x="79" y="752"/>
                  </a:lnTo>
                  <a:lnTo>
                    <a:pt x="79" y="771"/>
                  </a:lnTo>
                  <a:lnTo>
                    <a:pt x="60" y="791"/>
                  </a:lnTo>
                  <a:lnTo>
                    <a:pt x="79" y="791"/>
                  </a:lnTo>
                  <a:lnTo>
                    <a:pt x="79" y="811"/>
                  </a:lnTo>
                  <a:lnTo>
                    <a:pt x="99" y="811"/>
                  </a:lnTo>
                  <a:lnTo>
                    <a:pt x="99" y="850"/>
                  </a:lnTo>
                  <a:lnTo>
                    <a:pt x="79" y="969"/>
                  </a:lnTo>
                  <a:lnTo>
                    <a:pt x="60" y="989"/>
                  </a:lnTo>
                  <a:lnTo>
                    <a:pt x="60" y="949"/>
                  </a:lnTo>
                  <a:lnTo>
                    <a:pt x="79" y="870"/>
                  </a:lnTo>
                  <a:lnTo>
                    <a:pt x="60" y="870"/>
                  </a:lnTo>
                  <a:lnTo>
                    <a:pt x="60" y="910"/>
                  </a:lnTo>
                  <a:lnTo>
                    <a:pt x="60" y="929"/>
                  </a:lnTo>
                  <a:lnTo>
                    <a:pt x="40" y="1008"/>
                  </a:lnTo>
                  <a:lnTo>
                    <a:pt x="20" y="1008"/>
                  </a:lnTo>
                  <a:lnTo>
                    <a:pt x="20" y="1028"/>
                  </a:lnTo>
                  <a:lnTo>
                    <a:pt x="0" y="1107"/>
                  </a:lnTo>
                  <a:lnTo>
                    <a:pt x="0" y="1186"/>
                  </a:lnTo>
                  <a:lnTo>
                    <a:pt x="20" y="1087"/>
                  </a:lnTo>
                  <a:lnTo>
                    <a:pt x="20" y="1107"/>
                  </a:lnTo>
                  <a:lnTo>
                    <a:pt x="20" y="1186"/>
                  </a:lnTo>
                  <a:lnTo>
                    <a:pt x="40" y="1147"/>
                  </a:lnTo>
                  <a:lnTo>
                    <a:pt x="40" y="1166"/>
                  </a:lnTo>
                  <a:lnTo>
                    <a:pt x="60" y="1127"/>
                  </a:lnTo>
                  <a:lnTo>
                    <a:pt x="60" y="1087"/>
                  </a:lnTo>
                  <a:lnTo>
                    <a:pt x="79" y="1087"/>
                  </a:lnTo>
                  <a:lnTo>
                    <a:pt x="79" y="1107"/>
                  </a:lnTo>
                  <a:lnTo>
                    <a:pt x="99" y="1068"/>
                  </a:lnTo>
                  <a:lnTo>
                    <a:pt x="99" y="1107"/>
                  </a:lnTo>
                  <a:lnTo>
                    <a:pt x="119" y="1048"/>
                  </a:lnTo>
                  <a:lnTo>
                    <a:pt x="119" y="1068"/>
                  </a:lnTo>
                  <a:lnTo>
                    <a:pt x="139" y="969"/>
                  </a:lnTo>
                  <a:lnTo>
                    <a:pt x="158" y="929"/>
                  </a:lnTo>
                  <a:lnTo>
                    <a:pt x="178" y="929"/>
                  </a:lnTo>
                  <a:lnTo>
                    <a:pt x="158" y="969"/>
                  </a:lnTo>
                  <a:lnTo>
                    <a:pt x="158" y="989"/>
                  </a:lnTo>
                  <a:lnTo>
                    <a:pt x="139" y="1028"/>
                  </a:lnTo>
                  <a:lnTo>
                    <a:pt x="139" y="1068"/>
                  </a:lnTo>
                  <a:lnTo>
                    <a:pt x="158" y="1028"/>
                  </a:lnTo>
                  <a:lnTo>
                    <a:pt x="158" y="1008"/>
                  </a:lnTo>
                  <a:lnTo>
                    <a:pt x="198" y="929"/>
                  </a:lnTo>
                  <a:lnTo>
                    <a:pt x="218" y="910"/>
                  </a:lnTo>
                  <a:lnTo>
                    <a:pt x="237" y="890"/>
                  </a:lnTo>
                  <a:lnTo>
                    <a:pt x="237" y="929"/>
                  </a:lnTo>
                  <a:lnTo>
                    <a:pt x="257" y="831"/>
                  </a:lnTo>
                  <a:lnTo>
                    <a:pt x="277" y="811"/>
                  </a:lnTo>
                  <a:lnTo>
                    <a:pt x="277" y="870"/>
                  </a:lnTo>
                  <a:lnTo>
                    <a:pt x="316" y="791"/>
                  </a:lnTo>
                  <a:lnTo>
                    <a:pt x="316" y="692"/>
                  </a:lnTo>
                  <a:lnTo>
                    <a:pt x="336" y="653"/>
                  </a:lnTo>
                  <a:lnTo>
                    <a:pt x="336" y="673"/>
                  </a:lnTo>
                  <a:lnTo>
                    <a:pt x="336" y="712"/>
                  </a:lnTo>
                  <a:lnTo>
                    <a:pt x="316" y="850"/>
                  </a:lnTo>
                  <a:lnTo>
                    <a:pt x="356" y="771"/>
                  </a:lnTo>
                  <a:lnTo>
                    <a:pt x="336" y="870"/>
                  </a:lnTo>
                  <a:lnTo>
                    <a:pt x="316" y="929"/>
                  </a:lnTo>
                  <a:lnTo>
                    <a:pt x="316" y="890"/>
                  </a:lnTo>
                  <a:lnTo>
                    <a:pt x="297" y="910"/>
                  </a:lnTo>
                  <a:lnTo>
                    <a:pt x="297" y="929"/>
                  </a:lnTo>
                  <a:lnTo>
                    <a:pt x="277" y="929"/>
                  </a:lnTo>
                  <a:lnTo>
                    <a:pt x="277" y="949"/>
                  </a:lnTo>
                  <a:lnTo>
                    <a:pt x="257" y="989"/>
                  </a:lnTo>
                  <a:lnTo>
                    <a:pt x="257" y="1048"/>
                  </a:lnTo>
                  <a:lnTo>
                    <a:pt x="257" y="1087"/>
                  </a:lnTo>
                  <a:lnTo>
                    <a:pt x="277" y="1068"/>
                  </a:lnTo>
                  <a:lnTo>
                    <a:pt x="277" y="1127"/>
                  </a:lnTo>
                  <a:lnTo>
                    <a:pt x="257" y="1186"/>
                  </a:lnTo>
                  <a:lnTo>
                    <a:pt x="237" y="1186"/>
                  </a:lnTo>
                  <a:lnTo>
                    <a:pt x="237" y="1226"/>
                  </a:lnTo>
                  <a:lnTo>
                    <a:pt x="237" y="1245"/>
                  </a:lnTo>
                  <a:lnTo>
                    <a:pt x="257" y="1245"/>
                  </a:lnTo>
                  <a:lnTo>
                    <a:pt x="297" y="1028"/>
                  </a:lnTo>
                  <a:lnTo>
                    <a:pt x="316" y="1008"/>
                  </a:lnTo>
                  <a:lnTo>
                    <a:pt x="336" y="1028"/>
                  </a:lnTo>
                  <a:lnTo>
                    <a:pt x="316" y="1068"/>
                  </a:lnTo>
                  <a:lnTo>
                    <a:pt x="297" y="1166"/>
                  </a:lnTo>
                  <a:lnTo>
                    <a:pt x="316" y="1127"/>
                  </a:lnTo>
                  <a:lnTo>
                    <a:pt x="316" y="1107"/>
                  </a:lnTo>
                  <a:lnTo>
                    <a:pt x="336" y="1127"/>
                  </a:lnTo>
                  <a:lnTo>
                    <a:pt x="336" y="1226"/>
                  </a:lnTo>
                  <a:lnTo>
                    <a:pt x="316" y="1226"/>
                  </a:lnTo>
                  <a:lnTo>
                    <a:pt x="316" y="1265"/>
                  </a:lnTo>
                  <a:lnTo>
                    <a:pt x="297" y="1245"/>
                  </a:lnTo>
                  <a:lnTo>
                    <a:pt x="297" y="1305"/>
                  </a:lnTo>
                  <a:lnTo>
                    <a:pt x="316" y="1305"/>
                  </a:lnTo>
                  <a:lnTo>
                    <a:pt x="316" y="1384"/>
                  </a:lnTo>
                  <a:lnTo>
                    <a:pt x="336" y="1403"/>
                  </a:lnTo>
                  <a:lnTo>
                    <a:pt x="356" y="1384"/>
                  </a:lnTo>
                  <a:lnTo>
                    <a:pt x="376" y="1324"/>
                  </a:lnTo>
                  <a:lnTo>
                    <a:pt x="395" y="1245"/>
                  </a:lnTo>
                  <a:lnTo>
                    <a:pt x="376" y="1344"/>
                  </a:lnTo>
                  <a:lnTo>
                    <a:pt x="395" y="1344"/>
                  </a:lnTo>
                  <a:lnTo>
                    <a:pt x="395" y="1403"/>
                  </a:lnTo>
                  <a:lnTo>
                    <a:pt x="415" y="1344"/>
                  </a:lnTo>
                  <a:lnTo>
                    <a:pt x="415" y="1364"/>
                  </a:lnTo>
                  <a:lnTo>
                    <a:pt x="435" y="1305"/>
                  </a:lnTo>
                  <a:lnTo>
                    <a:pt x="415" y="1324"/>
                  </a:lnTo>
                  <a:lnTo>
                    <a:pt x="415" y="1285"/>
                  </a:lnTo>
                  <a:lnTo>
                    <a:pt x="435" y="1206"/>
                  </a:lnTo>
                  <a:lnTo>
                    <a:pt x="455" y="1206"/>
                  </a:lnTo>
                  <a:lnTo>
                    <a:pt x="435" y="1265"/>
                  </a:lnTo>
                  <a:lnTo>
                    <a:pt x="435" y="1305"/>
                  </a:lnTo>
                  <a:lnTo>
                    <a:pt x="435" y="1344"/>
                  </a:lnTo>
                  <a:lnTo>
                    <a:pt x="435" y="1403"/>
                  </a:lnTo>
                  <a:lnTo>
                    <a:pt x="474" y="1344"/>
                  </a:lnTo>
                  <a:lnTo>
                    <a:pt x="494" y="1265"/>
                  </a:lnTo>
                  <a:lnTo>
                    <a:pt x="474" y="1305"/>
                  </a:lnTo>
                  <a:lnTo>
                    <a:pt x="494" y="1226"/>
                  </a:lnTo>
                  <a:lnTo>
                    <a:pt x="494" y="1265"/>
                  </a:lnTo>
                  <a:lnTo>
                    <a:pt x="514" y="1305"/>
                  </a:lnTo>
                  <a:lnTo>
                    <a:pt x="494" y="1344"/>
                  </a:lnTo>
                  <a:lnTo>
                    <a:pt x="494" y="1324"/>
                  </a:lnTo>
                  <a:lnTo>
                    <a:pt x="474" y="1364"/>
                  </a:lnTo>
                  <a:lnTo>
                    <a:pt x="474" y="1403"/>
                  </a:lnTo>
                  <a:lnTo>
                    <a:pt x="494" y="1364"/>
                  </a:lnTo>
                  <a:lnTo>
                    <a:pt x="514" y="1344"/>
                  </a:lnTo>
                  <a:lnTo>
                    <a:pt x="514" y="1364"/>
                  </a:lnTo>
                  <a:lnTo>
                    <a:pt x="514" y="1384"/>
                  </a:lnTo>
                  <a:lnTo>
                    <a:pt x="534" y="1403"/>
                  </a:lnTo>
                  <a:lnTo>
                    <a:pt x="553" y="1344"/>
                  </a:lnTo>
                  <a:lnTo>
                    <a:pt x="573" y="1344"/>
                  </a:lnTo>
                  <a:lnTo>
                    <a:pt x="593" y="1206"/>
                  </a:lnTo>
                  <a:lnTo>
                    <a:pt x="593" y="1305"/>
                  </a:lnTo>
                  <a:lnTo>
                    <a:pt x="573" y="1384"/>
                  </a:lnTo>
                  <a:lnTo>
                    <a:pt x="593" y="1344"/>
                  </a:lnTo>
                  <a:lnTo>
                    <a:pt x="593" y="1384"/>
                  </a:lnTo>
                  <a:lnTo>
                    <a:pt x="613" y="1403"/>
                  </a:lnTo>
                  <a:lnTo>
                    <a:pt x="613" y="1384"/>
                  </a:lnTo>
                  <a:lnTo>
                    <a:pt x="633" y="1344"/>
                  </a:lnTo>
                  <a:lnTo>
                    <a:pt x="652" y="1305"/>
                  </a:lnTo>
                  <a:lnTo>
                    <a:pt x="692" y="1285"/>
                  </a:lnTo>
                  <a:lnTo>
                    <a:pt x="652" y="1364"/>
                  </a:lnTo>
                  <a:lnTo>
                    <a:pt x="633" y="1403"/>
                  </a:lnTo>
                  <a:lnTo>
                    <a:pt x="652" y="1423"/>
                  </a:lnTo>
                  <a:lnTo>
                    <a:pt x="672" y="1423"/>
                  </a:lnTo>
                  <a:lnTo>
                    <a:pt x="692" y="1403"/>
                  </a:lnTo>
                  <a:lnTo>
                    <a:pt x="692" y="1324"/>
                  </a:lnTo>
                  <a:lnTo>
                    <a:pt x="712" y="1324"/>
                  </a:lnTo>
                  <a:lnTo>
                    <a:pt x="712" y="1344"/>
                  </a:lnTo>
                  <a:lnTo>
                    <a:pt x="692" y="1384"/>
                  </a:lnTo>
                  <a:lnTo>
                    <a:pt x="692" y="1384"/>
                  </a:lnTo>
                  <a:lnTo>
                    <a:pt x="731" y="1324"/>
                  </a:lnTo>
                  <a:lnTo>
                    <a:pt x="744" y="1324"/>
                  </a:lnTo>
                  <a:lnTo>
                    <a:pt x="751" y="1305"/>
                  </a:lnTo>
                  <a:lnTo>
                    <a:pt x="771" y="1226"/>
                  </a:lnTo>
                  <a:lnTo>
                    <a:pt x="771" y="1166"/>
                  </a:lnTo>
                  <a:lnTo>
                    <a:pt x="751" y="1206"/>
                  </a:lnTo>
                  <a:lnTo>
                    <a:pt x="731" y="1206"/>
                  </a:lnTo>
                  <a:lnTo>
                    <a:pt x="731" y="1147"/>
                  </a:lnTo>
                  <a:lnTo>
                    <a:pt x="751" y="1087"/>
                  </a:lnTo>
                  <a:lnTo>
                    <a:pt x="751" y="1048"/>
                  </a:lnTo>
                  <a:lnTo>
                    <a:pt x="791" y="949"/>
                  </a:lnTo>
                  <a:lnTo>
                    <a:pt x="810" y="929"/>
                  </a:lnTo>
                  <a:lnTo>
                    <a:pt x="791" y="1008"/>
                  </a:lnTo>
                  <a:lnTo>
                    <a:pt x="771" y="1068"/>
                  </a:lnTo>
                  <a:lnTo>
                    <a:pt x="791" y="1048"/>
                  </a:lnTo>
                  <a:lnTo>
                    <a:pt x="771" y="1147"/>
                  </a:lnTo>
                  <a:lnTo>
                    <a:pt x="791" y="1068"/>
                  </a:lnTo>
                  <a:lnTo>
                    <a:pt x="810" y="989"/>
                  </a:lnTo>
                  <a:lnTo>
                    <a:pt x="810" y="949"/>
                  </a:lnTo>
                  <a:lnTo>
                    <a:pt x="830" y="989"/>
                  </a:lnTo>
                  <a:lnTo>
                    <a:pt x="850" y="969"/>
                  </a:lnTo>
                  <a:lnTo>
                    <a:pt x="850" y="1028"/>
                  </a:lnTo>
                  <a:lnTo>
                    <a:pt x="830" y="1008"/>
                  </a:lnTo>
                  <a:lnTo>
                    <a:pt x="830" y="1048"/>
                  </a:lnTo>
                  <a:lnTo>
                    <a:pt x="810" y="1107"/>
                  </a:lnTo>
                  <a:lnTo>
                    <a:pt x="810" y="1166"/>
                  </a:lnTo>
                  <a:lnTo>
                    <a:pt x="791" y="1226"/>
                  </a:lnTo>
                  <a:lnTo>
                    <a:pt x="771" y="1344"/>
                  </a:lnTo>
                  <a:lnTo>
                    <a:pt x="771" y="1384"/>
                  </a:lnTo>
                  <a:lnTo>
                    <a:pt x="791" y="1344"/>
                  </a:lnTo>
                  <a:lnTo>
                    <a:pt x="810" y="1344"/>
                  </a:lnTo>
                  <a:lnTo>
                    <a:pt x="830" y="1305"/>
                  </a:lnTo>
                  <a:lnTo>
                    <a:pt x="830" y="1364"/>
                  </a:lnTo>
                  <a:lnTo>
                    <a:pt x="850" y="1364"/>
                  </a:lnTo>
                  <a:lnTo>
                    <a:pt x="870" y="1324"/>
                  </a:lnTo>
                  <a:lnTo>
                    <a:pt x="870" y="1384"/>
                  </a:lnTo>
                  <a:lnTo>
                    <a:pt x="870" y="1403"/>
                  </a:lnTo>
                  <a:lnTo>
                    <a:pt x="889" y="1384"/>
                  </a:lnTo>
                  <a:lnTo>
                    <a:pt x="909" y="1344"/>
                  </a:lnTo>
                  <a:lnTo>
                    <a:pt x="949" y="1305"/>
                  </a:lnTo>
                  <a:lnTo>
                    <a:pt x="949" y="1285"/>
                  </a:lnTo>
                  <a:lnTo>
                    <a:pt x="968" y="1305"/>
                  </a:lnTo>
                  <a:lnTo>
                    <a:pt x="949" y="1344"/>
                  </a:lnTo>
                  <a:lnTo>
                    <a:pt x="968" y="1364"/>
                  </a:lnTo>
                  <a:lnTo>
                    <a:pt x="988" y="1305"/>
                  </a:lnTo>
                  <a:lnTo>
                    <a:pt x="988" y="1364"/>
                  </a:lnTo>
                  <a:lnTo>
                    <a:pt x="1008" y="1344"/>
                  </a:lnTo>
                  <a:lnTo>
                    <a:pt x="1008" y="1324"/>
                  </a:lnTo>
                  <a:lnTo>
                    <a:pt x="1028" y="1384"/>
                  </a:lnTo>
                  <a:lnTo>
                    <a:pt x="1047" y="1344"/>
                  </a:lnTo>
                  <a:lnTo>
                    <a:pt x="1067" y="1265"/>
                  </a:lnTo>
                  <a:lnTo>
                    <a:pt x="1047" y="1384"/>
                  </a:lnTo>
                  <a:lnTo>
                    <a:pt x="1126" y="1344"/>
                  </a:lnTo>
                  <a:lnTo>
                    <a:pt x="1205" y="1305"/>
                  </a:lnTo>
                  <a:lnTo>
                    <a:pt x="1186" y="1344"/>
                  </a:lnTo>
                  <a:lnTo>
                    <a:pt x="1205" y="1324"/>
                  </a:lnTo>
                  <a:lnTo>
                    <a:pt x="1245" y="1305"/>
                  </a:lnTo>
                  <a:lnTo>
                    <a:pt x="1265" y="1265"/>
                  </a:lnTo>
                  <a:lnTo>
                    <a:pt x="1284" y="1265"/>
                  </a:lnTo>
                  <a:lnTo>
                    <a:pt x="1304" y="1245"/>
                  </a:lnTo>
                  <a:lnTo>
                    <a:pt x="1324" y="1166"/>
                  </a:lnTo>
                  <a:lnTo>
                    <a:pt x="1324" y="1048"/>
                  </a:lnTo>
                  <a:lnTo>
                    <a:pt x="1344" y="1028"/>
                  </a:lnTo>
                  <a:lnTo>
                    <a:pt x="1344" y="1068"/>
                  </a:lnTo>
                  <a:lnTo>
                    <a:pt x="1344" y="1107"/>
                  </a:lnTo>
                  <a:lnTo>
                    <a:pt x="1344" y="1127"/>
                  </a:lnTo>
                  <a:lnTo>
                    <a:pt x="1324" y="1226"/>
                  </a:lnTo>
                  <a:lnTo>
                    <a:pt x="1304" y="1305"/>
                  </a:lnTo>
                  <a:lnTo>
                    <a:pt x="1344" y="1226"/>
                  </a:lnTo>
                  <a:lnTo>
                    <a:pt x="1344" y="1245"/>
                  </a:lnTo>
                  <a:lnTo>
                    <a:pt x="1363" y="1245"/>
                  </a:lnTo>
                  <a:lnTo>
                    <a:pt x="1383" y="1265"/>
                  </a:lnTo>
                  <a:lnTo>
                    <a:pt x="1363" y="1305"/>
                  </a:lnTo>
                  <a:lnTo>
                    <a:pt x="1363" y="1285"/>
                  </a:lnTo>
                  <a:lnTo>
                    <a:pt x="1344" y="1285"/>
                  </a:lnTo>
                  <a:lnTo>
                    <a:pt x="1344" y="1305"/>
                  </a:lnTo>
                  <a:lnTo>
                    <a:pt x="1324" y="1344"/>
                  </a:lnTo>
                  <a:lnTo>
                    <a:pt x="1363" y="1324"/>
                  </a:lnTo>
                  <a:lnTo>
                    <a:pt x="1383" y="1324"/>
                  </a:lnTo>
                  <a:lnTo>
                    <a:pt x="1383" y="1285"/>
                  </a:lnTo>
                  <a:lnTo>
                    <a:pt x="1403" y="1245"/>
                  </a:lnTo>
                  <a:lnTo>
                    <a:pt x="1403" y="1265"/>
                  </a:lnTo>
                  <a:lnTo>
                    <a:pt x="1423" y="1206"/>
                  </a:lnTo>
                  <a:lnTo>
                    <a:pt x="1403" y="1285"/>
                  </a:lnTo>
                  <a:lnTo>
                    <a:pt x="1423" y="1226"/>
                  </a:lnTo>
                  <a:lnTo>
                    <a:pt x="1442" y="1226"/>
                  </a:lnTo>
                  <a:lnTo>
                    <a:pt x="1462" y="1245"/>
                  </a:lnTo>
                  <a:lnTo>
                    <a:pt x="1462" y="1285"/>
                  </a:lnTo>
                  <a:lnTo>
                    <a:pt x="1482" y="1265"/>
                  </a:lnTo>
                  <a:lnTo>
                    <a:pt x="1482" y="1305"/>
                  </a:lnTo>
                  <a:lnTo>
                    <a:pt x="1502" y="1324"/>
                  </a:lnTo>
                  <a:lnTo>
                    <a:pt x="1521" y="1324"/>
                  </a:lnTo>
                  <a:lnTo>
                    <a:pt x="1541" y="1364"/>
                  </a:lnTo>
                  <a:lnTo>
                    <a:pt x="1561" y="1324"/>
                  </a:lnTo>
                  <a:lnTo>
                    <a:pt x="1581" y="1285"/>
                  </a:lnTo>
                  <a:lnTo>
                    <a:pt x="1265" y="692"/>
                  </a:lnTo>
                  <a:lnTo>
                    <a:pt x="968" y="179"/>
                  </a:lnTo>
                  <a:lnTo>
                    <a:pt x="949" y="238"/>
                  </a:lnTo>
                  <a:lnTo>
                    <a:pt x="949" y="218"/>
                  </a:lnTo>
                  <a:lnTo>
                    <a:pt x="949" y="159"/>
                  </a:lnTo>
                  <a:lnTo>
                    <a:pt x="929" y="198"/>
                  </a:lnTo>
                  <a:lnTo>
                    <a:pt x="909" y="218"/>
                  </a:lnTo>
                  <a:lnTo>
                    <a:pt x="909" y="258"/>
                  </a:lnTo>
                  <a:lnTo>
                    <a:pt x="889" y="297"/>
                  </a:lnTo>
                  <a:lnTo>
                    <a:pt x="889" y="238"/>
                  </a:lnTo>
                  <a:lnTo>
                    <a:pt x="909" y="198"/>
                  </a:lnTo>
                  <a:lnTo>
                    <a:pt x="909" y="119"/>
                  </a:lnTo>
                  <a:lnTo>
                    <a:pt x="909" y="100"/>
                  </a:lnTo>
                  <a:lnTo>
                    <a:pt x="909" y="80"/>
                  </a:lnTo>
                  <a:lnTo>
                    <a:pt x="909" y="40"/>
                  </a:lnTo>
                  <a:lnTo>
                    <a:pt x="889" y="60"/>
                  </a:lnTo>
                  <a:lnTo>
                    <a:pt x="889" y="119"/>
                  </a:lnTo>
                  <a:lnTo>
                    <a:pt x="870" y="179"/>
                  </a:lnTo>
                  <a:lnTo>
                    <a:pt x="870" y="100"/>
                  </a:lnTo>
                  <a:lnTo>
                    <a:pt x="850" y="139"/>
                  </a:lnTo>
                  <a:lnTo>
                    <a:pt x="830" y="218"/>
                  </a:lnTo>
                  <a:lnTo>
                    <a:pt x="830" y="277"/>
                  </a:lnTo>
                  <a:lnTo>
                    <a:pt x="830" y="317"/>
                  </a:lnTo>
                  <a:lnTo>
                    <a:pt x="830" y="376"/>
                  </a:lnTo>
                  <a:lnTo>
                    <a:pt x="810" y="396"/>
                  </a:lnTo>
                  <a:lnTo>
                    <a:pt x="791" y="297"/>
                  </a:lnTo>
                  <a:lnTo>
                    <a:pt x="830" y="159"/>
                  </a:lnTo>
                  <a:lnTo>
                    <a:pt x="850" y="1"/>
                  </a:lnTo>
                  <a:lnTo>
                    <a:pt x="830" y="21"/>
                  </a:lnTo>
                  <a:lnTo>
                    <a:pt x="810" y="21"/>
                  </a:lnTo>
                  <a:lnTo>
                    <a:pt x="81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
            <p:cNvSpPr/>
            <p:nvPr/>
          </p:nvSpPr>
          <p:spPr>
            <a:xfrm>
              <a:off x="-1608925" y="3313900"/>
              <a:ext cx="25" cy="525"/>
            </a:xfrm>
            <a:custGeom>
              <a:rect b="b" l="l" r="r" t="t"/>
              <a:pathLst>
                <a:path extrusionOk="0" h="21" w="1">
                  <a:moveTo>
                    <a:pt x="1" y="20"/>
                  </a:moveTo>
                  <a:lnTo>
                    <a:pt x="1" y="20"/>
                  </a:lnTo>
                  <a:lnTo>
                    <a:pt x="1" y="20"/>
                  </a:lnTo>
                  <a:lnTo>
                    <a:pt x="1" y="1"/>
                  </a:lnTo>
                  <a:lnTo>
                    <a:pt x="1"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
            <p:cNvSpPr/>
            <p:nvPr/>
          </p:nvSpPr>
          <p:spPr>
            <a:xfrm>
              <a:off x="-1607450" y="3299575"/>
              <a:ext cx="525" cy="525"/>
            </a:xfrm>
            <a:custGeom>
              <a:rect b="b" l="l" r="r" t="t"/>
              <a:pathLst>
                <a:path extrusionOk="0" h="21" w="21">
                  <a:moveTo>
                    <a:pt x="21" y="1"/>
                  </a:moveTo>
                  <a:lnTo>
                    <a:pt x="21" y="1"/>
                  </a:lnTo>
                  <a:lnTo>
                    <a:pt x="1" y="20"/>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2"/>
            <p:cNvSpPr/>
            <p:nvPr/>
          </p:nvSpPr>
          <p:spPr>
            <a:xfrm>
              <a:off x="-1360550" y="390845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
            <p:cNvSpPr/>
            <p:nvPr/>
          </p:nvSpPr>
          <p:spPr>
            <a:xfrm>
              <a:off x="-1362025" y="3906950"/>
              <a:ext cx="525" cy="525"/>
            </a:xfrm>
            <a:custGeom>
              <a:rect b="b" l="l" r="r" t="t"/>
              <a:pathLst>
                <a:path extrusionOk="0" h="21" w="21">
                  <a:moveTo>
                    <a:pt x="20" y="1"/>
                  </a:moveTo>
                  <a:lnTo>
                    <a:pt x="20" y="1"/>
                  </a:lnTo>
                  <a:lnTo>
                    <a:pt x="1" y="21"/>
                  </a:lnTo>
                  <a:lnTo>
                    <a:pt x="1" y="21"/>
                  </a:lnTo>
                  <a:lnTo>
                    <a:pt x="2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2"/>
            <p:cNvSpPr/>
            <p:nvPr/>
          </p:nvSpPr>
          <p:spPr>
            <a:xfrm>
              <a:off x="-1371900" y="3904975"/>
              <a:ext cx="19275" cy="6950"/>
            </a:xfrm>
            <a:custGeom>
              <a:rect b="b" l="l" r="r" t="t"/>
              <a:pathLst>
                <a:path extrusionOk="0" h="278" w="771">
                  <a:moveTo>
                    <a:pt x="672" y="1"/>
                  </a:moveTo>
                  <a:lnTo>
                    <a:pt x="593" y="21"/>
                  </a:lnTo>
                  <a:lnTo>
                    <a:pt x="613" y="21"/>
                  </a:lnTo>
                  <a:lnTo>
                    <a:pt x="672" y="1"/>
                  </a:lnTo>
                  <a:close/>
                  <a:moveTo>
                    <a:pt x="712" y="21"/>
                  </a:moveTo>
                  <a:lnTo>
                    <a:pt x="705" y="27"/>
                  </a:lnTo>
                  <a:lnTo>
                    <a:pt x="705" y="27"/>
                  </a:lnTo>
                  <a:lnTo>
                    <a:pt x="732" y="40"/>
                  </a:lnTo>
                  <a:lnTo>
                    <a:pt x="732" y="40"/>
                  </a:lnTo>
                  <a:lnTo>
                    <a:pt x="712" y="21"/>
                  </a:lnTo>
                  <a:close/>
                  <a:moveTo>
                    <a:pt x="613" y="1"/>
                  </a:moveTo>
                  <a:lnTo>
                    <a:pt x="514" y="21"/>
                  </a:lnTo>
                  <a:lnTo>
                    <a:pt x="475" y="40"/>
                  </a:lnTo>
                  <a:lnTo>
                    <a:pt x="514" y="40"/>
                  </a:lnTo>
                  <a:lnTo>
                    <a:pt x="593" y="21"/>
                  </a:lnTo>
                  <a:lnTo>
                    <a:pt x="613" y="1"/>
                  </a:lnTo>
                  <a:close/>
                  <a:moveTo>
                    <a:pt x="396" y="60"/>
                  </a:moveTo>
                  <a:lnTo>
                    <a:pt x="415" y="80"/>
                  </a:lnTo>
                  <a:lnTo>
                    <a:pt x="455" y="60"/>
                  </a:lnTo>
                  <a:close/>
                  <a:moveTo>
                    <a:pt x="613" y="100"/>
                  </a:moveTo>
                  <a:lnTo>
                    <a:pt x="593" y="119"/>
                  </a:lnTo>
                  <a:lnTo>
                    <a:pt x="613" y="119"/>
                  </a:lnTo>
                  <a:lnTo>
                    <a:pt x="613" y="100"/>
                  </a:lnTo>
                  <a:close/>
                  <a:moveTo>
                    <a:pt x="99" y="238"/>
                  </a:moveTo>
                  <a:lnTo>
                    <a:pt x="1" y="277"/>
                  </a:lnTo>
                  <a:lnTo>
                    <a:pt x="40" y="277"/>
                  </a:lnTo>
                  <a:lnTo>
                    <a:pt x="99" y="238"/>
                  </a:lnTo>
                  <a:close/>
                  <a:moveTo>
                    <a:pt x="692" y="21"/>
                  </a:moveTo>
                  <a:lnTo>
                    <a:pt x="652" y="40"/>
                  </a:lnTo>
                  <a:lnTo>
                    <a:pt x="514" y="40"/>
                  </a:lnTo>
                  <a:lnTo>
                    <a:pt x="455" y="60"/>
                  </a:lnTo>
                  <a:lnTo>
                    <a:pt x="494" y="60"/>
                  </a:lnTo>
                  <a:lnTo>
                    <a:pt x="455" y="80"/>
                  </a:lnTo>
                  <a:lnTo>
                    <a:pt x="475" y="80"/>
                  </a:lnTo>
                  <a:lnTo>
                    <a:pt x="297" y="139"/>
                  </a:lnTo>
                  <a:lnTo>
                    <a:pt x="159" y="198"/>
                  </a:lnTo>
                  <a:lnTo>
                    <a:pt x="198" y="218"/>
                  </a:lnTo>
                  <a:lnTo>
                    <a:pt x="99" y="238"/>
                  </a:lnTo>
                  <a:lnTo>
                    <a:pt x="80" y="277"/>
                  </a:lnTo>
                  <a:lnTo>
                    <a:pt x="99" y="277"/>
                  </a:lnTo>
                  <a:lnTo>
                    <a:pt x="119" y="258"/>
                  </a:lnTo>
                  <a:lnTo>
                    <a:pt x="198" y="258"/>
                  </a:lnTo>
                  <a:lnTo>
                    <a:pt x="218" y="238"/>
                  </a:lnTo>
                  <a:lnTo>
                    <a:pt x="198" y="238"/>
                  </a:lnTo>
                  <a:lnTo>
                    <a:pt x="257" y="218"/>
                  </a:lnTo>
                  <a:lnTo>
                    <a:pt x="356" y="179"/>
                  </a:lnTo>
                  <a:lnTo>
                    <a:pt x="396" y="179"/>
                  </a:lnTo>
                  <a:lnTo>
                    <a:pt x="396" y="159"/>
                  </a:lnTo>
                  <a:lnTo>
                    <a:pt x="356" y="159"/>
                  </a:lnTo>
                  <a:lnTo>
                    <a:pt x="396" y="139"/>
                  </a:lnTo>
                  <a:lnTo>
                    <a:pt x="415" y="119"/>
                  </a:lnTo>
                  <a:lnTo>
                    <a:pt x="435" y="119"/>
                  </a:lnTo>
                  <a:lnTo>
                    <a:pt x="554" y="80"/>
                  </a:lnTo>
                  <a:lnTo>
                    <a:pt x="554" y="100"/>
                  </a:lnTo>
                  <a:lnTo>
                    <a:pt x="534" y="100"/>
                  </a:lnTo>
                  <a:lnTo>
                    <a:pt x="455" y="119"/>
                  </a:lnTo>
                  <a:lnTo>
                    <a:pt x="455" y="139"/>
                  </a:lnTo>
                  <a:lnTo>
                    <a:pt x="494" y="119"/>
                  </a:lnTo>
                  <a:lnTo>
                    <a:pt x="514" y="119"/>
                  </a:lnTo>
                  <a:lnTo>
                    <a:pt x="593" y="100"/>
                  </a:lnTo>
                  <a:lnTo>
                    <a:pt x="613" y="100"/>
                  </a:lnTo>
                  <a:lnTo>
                    <a:pt x="692" y="80"/>
                  </a:lnTo>
                  <a:lnTo>
                    <a:pt x="692" y="60"/>
                  </a:lnTo>
                  <a:lnTo>
                    <a:pt x="771" y="40"/>
                  </a:lnTo>
                  <a:lnTo>
                    <a:pt x="692" y="40"/>
                  </a:lnTo>
                  <a:lnTo>
                    <a:pt x="705" y="27"/>
                  </a:lnTo>
                  <a:lnTo>
                    <a:pt x="705" y="27"/>
                  </a:lnTo>
                  <a:lnTo>
                    <a:pt x="692"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2"/>
            <p:cNvSpPr/>
            <p:nvPr/>
          </p:nvSpPr>
          <p:spPr>
            <a:xfrm>
              <a:off x="-1388675" y="3898575"/>
              <a:ext cx="500" cy="500"/>
            </a:xfrm>
            <a:custGeom>
              <a:rect b="b" l="l" r="r" t="t"/>
              <a:pathLst>
                <a:path extrusionOk="0" h="20" w="20">
                  <a:moveTo>
                    <a:pt x="20" y="0"/>
                  </a:moveTo>
                  <a:lnTo>
                    <a:pt x="0" y="20"/>
                  </a:lnTo>
                  <a:lnTo>
                    <a:pt x="2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
            <p:cNvSpPr/>
            <p:nvPr/>
          </p:nvSpPr>
          <p:spPr>
            <a:xfrm>
              <a:off x="-1360050" y="3902525"/>
              <a:ext cx="2500" cy="500"/>
            </a:xfrm>
            <a:custGeom>
              <a:rect b="b" l="l" r="r" t="t"/>
              <a:pathLst>
                <a:path extrusionOk="0" h="20" w="100">
                  <a:moveTo>
                    <a:pt x="99" y="0"/>
                  </a:moveTo>
                  <a:lnTo>
                    <a:pt x="1" y="20"/>
                  </a:lnTo>
                  <a:lnTo>
                    <a:pt x="20" y="20"/>
                  </a:lnTo>
                  <a:lnTo>
                    <a:pt x="99"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
            <p:cNvSpPr/>
            <p:nvPr/>
          </p:nvSpPr>
          <p:spPr>
            <a:xfrm>
              <a:off x="-1356600" y="3901525"/>
              <a:ext cx="2000" cy="525"/>
            </a:xfrm>
            <a:custGeom>
              <a:rect b="b" l="l" r="r" t="t"/>
              <a:pathLst>
                <a:path extrusionOk="0" h="21" w="80">
                  <a:moveTo>
                    <a:pt x="1" y="20"/>
                  </a:moveTo>
                  <a:lnTo>
                    <a:pt x="1" y="20"/>
                  </a:lnTo>
                  <a:lnTo>
                    <a:pt x="80" y="1"/>
                  </a:lnTo>
                  <a:lnTo>
                    <a:pt x="80"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
            <p:cNvSpPr/>
            <p:nvPr/>
          </p:nvSpPr>
          <p:spPr>
            <a:xfrm>
              <a:off x="-1395600" y="3860050"/>
              <a:ext cx="43975" cy="52850"/>
            </a:xfrm>
            <a:custGeom>
              <a:rect b="b" l="l" r="r" t="t"/>
              <a:pathLst>
                <a:path extrusionOk="0" h="2114" w="1759">
                  <a:moveTo>
                    <a:pt x="1225" y="573"/>
                  </a:moveTo>
                  <a:lnTo>
                    <a:pt x="1225" y="593"/>
                  </a:lnTo>
                  <a:lnTo>
                    <a:pt x="1284" y="593"/>
                  </a:lnTo>
                  <a:lnTo>
                    <a:pt x="1245" y="573"/>
                  </a:lnTo>
                  <a:close/>
                  <a:moveTo>
                    <a:pt x="60" y="1126"/>
                  </a:moveTo>
                  <a:lnTo>
                    <a:pt x="60" y="1146"/>
                  </a:lnTo>
                  <a:lnTo>
                    <a:pt x="80" y="1126"/>
                  </a:lnTo>
                  <a:close/>
                  <a:moveTo>
                    <a:pt x="80" y="1146"/>
                  </a:moveTo>
                  <a:lnTo>
                    <a:pt x="1" y="1185"/>
                  </a:lnTo>
                  <a:lnTo>
                    <a:pt x="20" y="1185"/>
                  </a:lnTo>
                  <a:lnTo>
                    <a:pt x="1" y="1205"/>
                  </a:lnTo>
                  <a:lnTo>
                    <a:pt x="1" y="1225"/>
                  </a:lnTo>
                  <a:lnTo>
                    <a:pt x="20" y="1205"/>
                  </a:lnTo>
                  <a:lnTo>
                    <a:pt x="60" y="1185"/>
                  </a:lnTo>
                  <a:lnTo>
                    <a:pt x="60" y="1185"/>
                  </a:lnTo>
                  <a:lnTo>
                    <a:pt x="40" y="1205"/>
                  </a:lnTo>
                  <a:lnTo>
                    <a:pt x="139" y="1166"/>
                  </a:lnTo>
                  <a:lnTo>
                    <a:pt x="99" y="1166"/>
                  </a:lnTo>
                  <a:lnTo>
                    <a:pt x="119" y="1146"/>
                  </a:lnTo>
                  <a:close/>
                  <a:moveTo>
                    <a:pt x="1284" y="1205"/>
                  </a:moveTo>
                  <a:lnTo>
                    <a:pt x="1253" y="1213"/>
                  </a:lnTo>
                  <a:lnTo>
                    <a:pt x="1253" y="1213"/>
                  </a:lnTo>
                  <a:lnTo>
                    <a:pt x="1265" y="1225"/>
                  </a:lnTo>
                  <a:lnTo>
                    <a:pt x="1284" y="1205"/>
                  </a:lnTo>
                  <a:close/>
                  <a:moveTo>
                    <a:pt x="218" y="1264"/>
                  </a:moveTo>
                  <a:lnTo>
                    <a:pt x="198" y="1284"/>
                  </a:lnTo>
                  <a:lnTo>
                    <a:pt x="238" y="1264"/>
                  </a:lnTo>
                  <a:close/>
                  <a:moveTo>
                    <a:pt x="1620" y="1363"/>
                  </a:moveTo>
                  <a:lnTo>
                    <a:pt x="1581" y="1383"/>
                  </a:lnTo>
                  <a:lnTo>
                    <a:pt x="1633" y="1370"/>
                  </a:lnTo>
                  <a:lnTo>
                    <a:pt x="1633" y="1370"/>
                  </a:lnTo>
                  <a:lnTo>
                    <a:pt x="1640" y="1363"/>
                  </a:lnTo>
                  <a:close/>
                  <a:moveTo>
                    <a:pt x="1699" y="1403"/>
                  </a:moveTo>
                  <a:lnTo>
                    <a:pt x="1640" y="1423"/>
                  </a:lnTo>
                  <a:lnTo>
                    <a:pt x="1660" y="1423"/>
                  </a:lnTo>
                  <a:lnTo>
                    <a:pt x="1719" y="1403"/>
                  </a:lnTo>
                  <a:close/>
                  <a:moveTo>
                    <a:pt x="376" y="1423"/>
                  </a:moveTo>
                  <a:lnTo>
                    <a:pt x="356" y="1442"/>
                  </a:lnTo>
                  <a:lnTo>
                    <a:pt x="336" y="1442"/>
                  </a:lnTo>
                  <a:lnTo>
                    <a:pt x="376" y="1423"/>
                  </a:lnTo>
                  <a:close/>
                  <a:moveTo>
                    <a:pt x="336" y="1502"/>
                  </a:moveTo>
                  <a:lnTo>
                    <a:pt x="297" y="1521"/>
                  </a:lnTo>
                  <a:lnTo>
                    <a:pt x="317" y="1521"/>
                  </a:lnTo>
                  <a:lnTo>
                    <a:pt x="336" y="1502"/>
                  </a:lnTo>
                  <a:close/>
                  <a:moveTo>
                    <a:pt x="1541" y="1581"/>
                  </a:moveTo>
                  <a:lnTo>
                    <a:pt x="1541" y="1590"/>
                  </a:lnTo>
                  <a:lnTo>
                    <a:pt x="1541" y="1590"/>
                  </a:lnTo>
                  <a:lnTo>
                    <a:pt x="1561" y="1581"/>
                  </a:lnTo>
                  <a:close/>
                  <a:moveTo>
                    <a:pt x="613" y="1640"/>
                  </a:moveTo>
                  <a:lnTo>
                    <a:pt x="633" y="1660"/>
                  </a:lnTo>
                  <a:lnTo>
                    <a:pt x="652" y="1640"/>
                  </a:lnTo>
                  <a:close/>
                  <a:moveTo>
                    <a:pt x="1008" y="1640"/>
                  </a:moveTo>
                  <a:lnTo>
                    <a:pt x="949" y="1660"/>
                  </a:lnTo>
                  <a:lnTo>
                    <a:pt x="968" y="1660"/>
                  </a:lnTo>
                  <a:lnTo>
                    <a:pt x="968" y="1679"/>
                  </a:lnTo>
                  <a:lnTo>
                    <a:pt x="1008" y="1660"/>
                  </a:lnTo>
                  <a:lnTo>
                    <a:pt x="1008" y="1640"/>
                  </a:lnTo>
                  <a:close/>
                  <a:moveTo>
                    <a:pt x="1034" y="1923"/>
                  </a:moveTo>
                  <a:lnTo>
                    <a:pt x="968" y="1956"/>
                  </a:lnTo>
                  <a:lnTo>
                    <a:pt x="889" y="1976"/>
                  </a:lnTo>
                  <a:lnTo>
                    <a:pt x="909" y="1956"/>
                  </a:lnTo>
                  <a:lnTo>
                    <a:pt x="929" y="1936"/>
                  </a:lnTo>
                  <a:lnTo>
                    <a:pt x="968" y="1936"/>
                  </a:lnTo>
                  <a:lnTo>
                    <a:pt x="1034" y="1923"/>
                  </a:lnTo>
                  <a:close/>
                  <a:moveTo>
                    <a:pt x="830" y="2015"/>
                  </a:moveTo>
                  <a:lnTo>
                    <a:pt x="810" y="2035"/>
                  </a:lnTo>
                  <a:lnTo>
                    <a:pt x="830" y="2035"/>
                  </a:lnTo>
                  <a:lnTo>
                    <a:pt x="830" y="2015"/>
                  </a:lnTo>
                  <a:close/>
                  <a:moveTo>
                    <a:pt x="791" y="0"/>
                  </a:moveTo>
                  <a:lnTo>
                    <a:pt x="633" y="198"/>
                  </a:lnTo>
                  <a:lnTo>
                    <a:pt x="475" y="415"/>
                  </a:lnTo>
                  <a:lnTo>
                    <a:pt x="297" y="672"/>
                  </a:lnTo>
                  <a:lnTo>
                    <a:pt x="139" y="968"/>
                  </a:lnTo>
                  <a:lnTo>
                    <a:pt x="178" y="948"/>
                  </a:lnTo>
                  <a:lnTo>
                    <a:pt x="159" y="968"/>
                  </a:lnTo>
                  <a:lnTo>
                    <a:pt x="119" y="968"/>
                  </a:lnTo>
                  <a:lnTo>
                    <a:pt x="99" y="1008"/>
                  </a:lnTo>
                  <a:lnTo>
                    <a:pt x="159" y="1027"/>
                  </a:lnTo>
                  <a:lnTo>
                    <a:pt x="99" y="1047"/>
                  </a:lnTo>
                  <a:lnTo>
                    <a:pt x="40" y="1106"/>
                  </a:lnTo>
                  <a:lnTo>
                    <a:pt x="60" y="1126"/>
                  </a:lnTo>
                  <a:lnTo>
                    <a:pt x="99" y="1106"/>
                  </a:lnTo>
                  <a:lnTo>
                    <a:pt x="159" y="1087"/>
                  </a:lnTo>
                  <a:lnTo>
                    <a:pt x="198" y="1087"/>
                  </a:lnTo>
                  <a:lnTo>
                    <a:pt x="218" y="1106"/>
                  </a:lnTo>
                  <a:lnTo>
                    <a:pt x="238" y="1106"/>
                  </a:lnTo>
                  <a:lnTo>
                    <a:pt x="257" y="1087"/>
                  </a:lnTo>
                  <a:lnTo>
                    <a:pt x="277" y="1087"/>
                  </a:lnTo>
                  <a:lnTo>
                    <a:pt x="277" y="1106"/>
                  </a:lnTo>
                  <a:lnTo>
                    <a:pt x="218" y="1126"/>
                  </a:lnTo>
                  <a:lnTo>
                    <a:pt x="159" y="1146"/>
                  </a:lnTo>
                  <a:lnTo>
                    <a:pt x="198" y="1146"/>
                  </a:lnTo>
                  <a:lnTo>
                    <a:pt x="198" y="1166"/>
                  </a:lnTo>
                  <a:lnTo>
                    <a:pt x="178" y="1166"/>
                  </a:lnTo>
                  <a:lnTo>
                    <a:pt x="99" y="1205"/>
                  </a:lnTo>
                  <a:lnTo>
                    <a:pt x="178" y="1185"/>
                  </a:lnTo>
                  <a:lnTo>
                    <a:pt x="198" y="1185"/>
                  </a:lnTo>
                  <a:lnTo>
                    <a:pt x="159" y="1205"/>
                  </a:lnTo>
                  <a:lnTo>
                    <a:pt x="218" y="1205"/>
                  </a:lnTo>
                  <a:lnTo>
                    <a:pt x="277" y="1185"/>
                  </a:lnTo>
                  <a:lnTo>
                    <a:pt x="356" y="1166"/>
                  </a:lnTo>
                  <a:lnTo>
                    <a:pt x="356" y="1185"/>
                  </a:lnTo>
                  <a:lnTo>
                    <a:pt x="317" y="1205"/>
                  </a:lnTo>
                  <a:lnTo>
                    <a:pt x="356" y="1205"/>
                  </a:lnTo>
                  <a:lnTo>
                    <a:pt x="336" y="1225"/>
                  </a:lnTo>
                  <a:lnTo>
                    <a:pt x="297" y="1245"/>
                  </a:lnTo>
                  <a:lnTo>
                    <a:pt x="297" y="1225"/>
                  </a:lnTo>
                  <a:lnTo>
                    <a:pt x="257" y="1225"/>
                  </a:lnTo>
                  <a:lnTo>
                    <a:pt x="198" y="1245"/>
                  </a:lnTo>
                  <a:lnTo>
                    <a:pt x="178" y="1264"/>
                  </a:lnTo>
                  <a:lnTo>
                    <a:pt x="257" y="1245"/>
                  </a:lnTo>
                  <a:lnTo>
                    <a:pt x="238" y="1264"/>
                  </a:lnTo>
                  <a:lnTo>
                    <a:pt x="257" y="1264"/>
                  </a:lnTo>
                  <a:lnTo>
                    <a:pt x="139" y="1304"/>
                  </a:lnTo>
                  <a:lnTo>
                    <a:pt x="159" y="1304"/>
                  </a:lnTo>
                  <a:lnTo>
                    <a:pt x="139" y="1324"/>
                  </a:lnTo>
                  <a:lnTo>
                    <a:pt x="178" y="1304"/>
                  </a:lnTo>
                  <a:lnTo>
                    <a:pt x="238" y="1304"/>
                  </a:lnTo>
                  <a:lnTo>
                    <a:pt x="218" y="1324"/>
                  </a:lnTo>
                  <a:lnTo>
                    <a:pt x="198" y="1343"/>
                  </a:lnTo>
                  <a:lnTo>
                    <a:pt x="277" y="1324"/>
                  </a:lnTo>
                  <a:lnTo>
                    <a:pt x="238" y="1324"/>
                  </a:lnTo>
                  <a:lnTo>
                    <a:pt x="277" y="1304"/>
                  </a:lnTo>
                  <a:lnTo>
                    <a:pt x="317" y="1304"/>
                  </a:lnTo>
                  <a:lnTo>
                    <a:pt x="336" y="1324"/>
                  </a:lnTo>
                  <a:lnTo>
                    <a:pt x="376" y="1324"/>
                  </a:lnTo>
                  <a:lnTo>
                    <a:pt x="317" y="1343"/>
                  </a:lnTo>
                  <a:lnTo>
                    <a:pt x="238" y="1363"/>
                  </a:lnTo>
                  <a:lnTo>
                    <a:pt x="238" y="1343"/>
                  </a:lnTo>
                  <a:lnTo>
                    <a:pt x="218" y="1363"/>
                  </a:lnTo>
                  <a:lnTo>
                    <a:pt x="277" y="1383"/>
                  </a:lnTo>
                  <a:lnTo>
                    <a:pt x="257" y="1383"/>
                  </a:lnTo>
                  <a:lnTo>
                    <a:pt x="218" y="1423"/>
                  </a:lnTo>
                  <a:lnTo>
                    <a:pt x="257" y="1403"/>
                  </a:lnTo>
                  <a:lnTo>
                    <a:pt x="257" y="1423"/>
                  </a:lnTo>
                  <a:lnTo>
                    <a:pt x="336" y="1403"/>
                  </a:lnTo>
                  <a:lnTo>
                    <a:pt x="336" y="1403"/>
                  </a:lnTo>
                  <a:lnTo>
                    <a:pt x="277" y="1423"/>
                  </a:lnTo>
                  <a:lnTo>
                    <a:pt x="277" y="1442"/>
                  </a:lnTo>
                  <a:lnTo>
                    <a:pt x="238" y="1462"/>
                  </a:lnTo>
                  <a:lnTo>
                    <a:pt x="257" y="1462"/>
                  </a:lnTo>
                  <a:lnTo>
                    <a:pt x="297" y="1452"/>
                  </a:lnTo>
                  <a:lnTo>
                    <a:pt x="297" y="1452"/>
                  </a:lnTo>
                  <a:lnTo>
                    <a:pt x="297" y="1462"/>
                  </a:lnTo>
                  <a:lnTo>
                    <a:pt x="376" y="1462"/>
                  </a:lnTo>
                  <a:lnTo>
                    <a:pt x="396" y="1442"/>
                  </a:lnTo>
                  <a:lnTo>
                    <a:pt x="455" y="1423"/>
                  </a:lnTo>
                  <a:lnTo>
                    <a:pt x="435" y="1442"/>
                  </a:lnTo>
                  <a:lnTo>
                    <a:pt x="396" y="1462"/>
                  </a:lnTo>
                  <a:lnTo>
                    <a:pt x="494" y="1462"/>
                  </a:lnTo>
                  <a:lnTo>
                    <a:pt x="534" y="1442"/>
                  </a:lnTo>
                  <a:lnTo>
                    <a:pt x="475" y="1482"/>
                  </a:lnTo>
                  <a:lnTo>
                    <a:pt x="415" y="1482"/>
                  </a:lnTo>
                  <a:lnTo>
                    <a:pt x="356" y="1521"/>
                  </a:lnTo>
                  <a:lnTo>
                    <a:pt x="356" y="1541"/>
                  </a:lnTo>
                  <a:lnTo>
                    <a:pt x="317" y="1541"/>
                  </a:lnTo>
                  <a:lnTo>
                    <a:pt x="317" y="1561"/>
                  </a:lnTo>
                  <a:lnTo>
                    <a:pt x="435" y="1521"/>
                  </a:lnTo>
                  <a:lnTo>
                    <a:pt x="356" y="1561"/>
                  </a:lnTo>
                  <a:lnTo>
                    <a:pt x="396" y="1561"/>
                  </a:lnTo>
                  <a:lnTo>
                    <a:pt x="475" y="1541"/>
                  </a:lnTo>
                  <a:lnTo>
                    <a:pt x="534" y="1521"/>
                  </a:lnTo>
                  <a:lnTo>
                    <a:pt x="573" y="1521"/>
                  </a:lnTo>
                  <a:lnTo>
                    <a:pt x="613" y="1502"/>
                  </a:lnTo>
                  <a:lnTo>
                    <a:pt x="573" y="1502"/>
                  </a:lnTo>
                  <a:lnTo>
                    <a:pt x="633" y="1482"/>
                  </a:lnTo>
                  <a:lnTo>
                    <a:pt x="652" y="1482"/>
                  </a:lnTo>
                  <a:lnTo>
                    <a:pt x="613" y="1521"/>
                  </a:lnTo>
                  <a:lnTo>
                    <a:pt x="573" y="1541"/>
                  </a:lnTo>
                  <a:lnTo>
                    <a:pt x="435" y="1581"/>
                  </a:lnTo>
                  <a:lnTo>
                    <a:pt x="277" y="1620"/>
                  </a:lnTo>
                  <a:lnTo>
                    <a:pt x="317" y="1640"/>
                  </a:lnTo>
                  <a:lnTo>
                    <a:pt x="297" y="1660"/>
                  </a:lnTo>
                  <a:lnTo>
                    <a:pt x="396" y="1640"/>
                  </a:lnTo>
                  <a:lnTo>
                    <a:pt x="494" y="1600"/>
                  </a:lnTo>
                  <a:lnTo>
                    <a:pt x="494" y="1620"/>
                  </a:lnTo>
                  <a:lnTo>
                    <a:pt x="455" y="1620"/>
                  </a:lnTo>
                  <a:lnTo>
                    <a:pt x="514" y="1640"/>
                  </a:lnTo>
                  <a:lnTo>
                    <a:pt x="593" y="1640"/>
                  </a:lnTo>
                  <a:lnTo>
                    <a:pt x="672" y="1600"/>
                  </a:lnTo>
                  <a:lnTo>
                    <a:pt x="692" y="1620"/>
                  </a:lnTo>
                  <a:lnTo>
                    <a:pt x="712" y="1600"/>
                  </a:lnTo>
                  <a:lnTo>
                    <a:pt x="751" y="1600"/>
                  </a:lnTo>
                  <a:lnTo>
                    <a:pt x="692" y="1620"/>
                  </a:lnTo>
                  <a:lnTo>
                    <a:pt x="692" y="1640"/>
                  </a:lnTo>
                  <a:lnTo>
                    <a:pt x="712" y="1640"/>
                  </a:lnTo>
                  <a:lnTo>
                    <a:pt x="652" y="1660"/>
                  </a:lnTo>
                  <a:lnTo>
                    <a:pt x="613" y="1660"/>
                  </a:lnTo>
                  <a:lnTo>
                    <a:pt x="514" y="1699"/>
                  </a:lnTo>
                  <a:lnTo>
                    <a:pt x="554" y="1699"/>
                  </a:lnTo>
                  <a:lnTo>
                    <a:pt x="613" y="1679"/>
                  </a:lnTo>
                  <a:lnTo>
                    <a:pt x="554" y="1719"/>
                  </a:lnTo>
                  <a:lnTo>
                    <a:pt x="554" y="1739"/>
                  </a:lnTo>
                  <a:lnTo>
                    <a:pt x="455" y="1778"/>
                  </a:lnTo>
                  <a:lnTo>
                    <a:pt x="652" y="1778"/>
                  </a:lnTo>
                  <a:lnTo>
                    <a:pt x="692" y="1758"/>
                  </a:lnTo>
                  <a:lnTo>
                    <a:pt x="712" y="1758"/>
                  </a:lnTo>
                  <a:lnTo>
                    <a:pt x="712" y="1739"/>
                  </a:lnTo>
                  <a:lnTo>
                    <a:pt x="652" y="1739"/>
                  </a:lnTo>
                  <a:lnTo>
                    <a:pt x="692" y="1719"/>
                  </a:lnTo>
                  <a:lnTo>
                    <a:pt x="554" y="1758"/>
                  </a:lnTo>
                  <a:lnTo>
                    <a:pt x="573" y="1739"/>
                  </a:lnTo>
                  <a:lnTo>
                    <a:pt x="593" y="1719"/>
                  </a:lnTo>
                  <a:lnTo>
                    <a:pt x="692" y="1699"/>
                  </a:lnTo>
                  <a:lnTo>
                    <a:pt x="771" y="1699"/>
                  </a:lnTo>
                  <a:lnTo>
                    <a:pt x="791" y="1679"/>
                  </a:lnTo>
                  <a:lnTo>
                    <a:pt x="810" y="1660"/>
                  </a:lnTo>
                  <a:lnTo>
                    <a:pt x="889" y="1620"/>
                  </a:lnTo>
                  <a:lnTo>
                    <a:pt x="1028" y="1600"/>
                  </a:lnTo>
                  <a:lnTo>
                    <a:pt x="968" y="1620"/>
                  </a:lnTo>
                  <a:lnTo>
                    <a:pt x="1067" y="1620"/>
                  </a:lnTo>
                  <a:lnTo>
                    <a:pt x="1008" y="1640"/>
                  </a:lnTo>
                  <a:lnTo>
                    <a:pt x="1087" y="1640"/>
                  </a:lnTo>
                  <a:lnTo>
                    <a:pt x="1166" y="1620"/>
                  </a:lnTo>
                  <a:lnTo>
                    <a:pt x="1146" y="1640"/>
                  </a:lnTo>
                  <a:lnTo>
                    <a:pt x="1067" y="1679"/>
                  </a:lnTo>
                  <a:lnTo>
                    <a:pt x="909" y="1719"/>
                  </a:lnTo>
                  <a:lnTo>
                    <a:pt x="949" y="1719"/>
                  </a:lnTo>
                  <a:lnTo>
                    <a:pt x="731" y="1778"/>
                  </a:lnTo>
                  <a:lnTo>
                    <a:pt x="731" y="1798"/>
                  </a:lnTo>
                  <a:lnTo>
                    <a:pt x="731" y="1818"/>
                  </a:lnTo>
                  <a:lnTo>
                    <a:pt x="593" y="1877"/>
                  </a:lnTo>
                  <a:lnTo>
                    <a:pt x="613" y="1877"/>
                  </a:lnTo>
                  <a:lnTo>
                    <a:pt x="554" y="1916"/>
                  </a:lnTo>
                  <a:lnTo>
                    <a:pt x="613" y="1897"/>
                  </a:lnTo>
                  <a:lnTo>
                    <a:pt x="692" y="1857"/>
                  </a:lnTo>
                  <a:lnTo>
                    <a:pt x="672" y="1877"/>
                  </a:lnTo>
                  <a:lnTo>
                    <a:pt x="692" y="1877"/>
                  </a:lnTo>
                  <a:lnTo>
                    <a:pt x="712" y="1857"/>
                  </a:lnTo>
                  <a:lnTo>
                    <a:pt x="751" y="1837"/>
                  </a:lnTo>
                  <a:lnTo>
                    <a:pt x="850" y="1818"/>
                  </a:lnTo>
                  <a:lnTo>
                    <a:pt x="850" y="1798"/>
                  </a:lnTo>
                  <a:lnTo>
                    <a:pt x="889" y="1778"/>
                  </a:lnTo>
                  <a:lnTo>
                    <a:pt x="889" y="1798"/>
                  </a:lnTo>
                  <a:lnTo>
                    <a:pt x="909" y="1798"/>
                  </a:lnTo>
                  <a:lnTo>
                    <a:pt x="751" y="1857"/>
                  </a:lnTo>
                  <a:lnTo>
                    <a:pt x="791" y="1857"/>
                  </a:lnTo>
                  <a:lnTo>
                    <a:pt x="751" y="1877"/>
                  </a:lnTo>
                  <a:lnTo>
                    <a:pt x="712" y="1897"/>
                  </a:lnTo>
                  <a:lnTo>
                    <a:pt x="692" y="1897"/>
                  </a:lnTo>
                  <a:lnTo>
                    <a:pt x="672" y="1916"/>
                  </a:lnTo>
                  <a:lnTo>
                    <a:pt x="633" y="1916"/>
                  </a:lnTo>
                  <a:lnTo>
                    <a:pt x="613" y="1956"/>
                  </a:lnTo>
                  <a:lnTo>
                    <a:pt x="573" y="1956"/>
                  </a:lnTo>
                  <a:lnTo>
                    <a:pt x="573" y="1976"/>
                  </a:lnTo>
                  <a:lnTo>
                    <a:pt x="672" y="1956"/>
                  </a:lnTo>
                  <a:lnTo>
                    <a:pt x="672" y="1956"/>
                  </a:lnTo>
                  <a:lnTo>
                    <a:pt x="633" y="1976"/>
                  </a:lnTo>
                  <a:lnTo>
                    <a:pt x="573" y="2015"/>
                  </a:lnTo>
                  <a:lnTo>
                    <a:pt x="652" y="1976"/>
                  </a:lnTo>
                  <a:lnTo>
                    <a:pt x="652" y="1995"/>
                  </a:lnTo>
                  <a:lnTo>
                    <a:pt x="692" y="1976"/>
                  </a:lnTo>
                  <a:lnTo>
                    <a:pt x="751" y="1976"/>
                  </a:lnTo>
                  <a:lnTo>
                    <a:pt x="791" y="1956"/>
                  </a:lnTo>
                  <a:lnTo>
                    <a:pt x="850" y="1936"/>
                  </a:lnTo>
                  <a:lnTo>
                    <a:pt x="870" y="1936"/>
                  </a:lnTo>
                  <a:lnTo>
                    <a:pt x="870" y="1956"/>
                  </a:lnTo>
                  <a:lnTo>
                    <a:pt x="672" y="2015"/>
                  </a:lnTo>
                  <a:lnTo>
                    <a:pt x="692" y="2015"/>
                  </a:lnTo>
                  <a:lnTo>
                    <a:pt x="672" y="2035"/>
                  </a:lnTo>
                  <a:lnTo>
                    <a:pt x="731" y="2015"/>
                  </a:lnTo>
                  <a:lnTo>
                    <a:pt x="791" y="1995"/>
                  </a:lnTo>
                  <a:lnTo>
                    <a:pt x="810" y="1995"/>
                  </a:lnTo>
                  <a:lnTo>
                    <a:pt x="810" y="2015"/>
                  </a:lnTo>
                  <a:lnTo>
                    <a:pt x="850" y="1995"/>
                  </a:lnTo>
                  <a:lnTo>
                    <a:pt x="949" y="1976"/>
                  </a:lnTo>
                  <a:lnTo>
                    <a:pt x="909" y="1995"/>
                  </a:lnTo>
                  <a:lnTo>
                    <a:pt x="830" y="2035"/>
                  </a:lnTo>
                  <a:lnTo>
                    <a:pt x="712" y="2094"/>
                  </a:lnTo>
                  <a:lnTo>
                    <a:pt x="731" y="2094"/>
                  </a:lnTo>
                  <a:lnTo>
                    <a:pt x="731" y="2114"/>
                  </a:lnTo>
                  <a:lnTo>
                    <a:pt x="751" y="2094"/>
                  </a:lnTo>
                  <a:lnTo>
                    <a:pt x="791" y="2074"/>
                  </a:lnTo>
                  <a:lnTo>
                    <a:pt x="810" y="2074"/>
                  </a:lnTo>
                  <a:lnTo>
                    <a:pt x="929" y="2055"/>
                  </a:lnTo>
                  <a:lnTo>
                    <a:pt x="929" y="2035"/>
                  </a:lnTo>
                  <a:lnTo>
                    <a:pt x="909" y="2055"/>
                  </a:lnTo>
                  <a:lnTo>
                    <a:pt x="850" y="2055"/>
                  </a:lnTo>
                  <a:lnTo>
                    <a:pt x="909" y="2035"/>
                  </a:lnTo>
                  <a:lnTo>
                    <a:pt x="988" y="2015"/>
                  </a:lnTo>
                  <a:lnTo>
                    <a:pt x="1087" y="1995"/>
                  </a:lnTo>
                  <a:lnTo>
                    <a:pt x="1087" y="1976"/>
                  </a:lnTo>
                  <a:lnTo>
                    <a:pt x="1067" y="1995"/>
                  </a:lnTo>
                  <a:lnTo>
                    <a:pt x="968" y="2015"/>
                  </a:lnTo>
                  <a:lnTo>
                    <a:pt x="909" y="2015"/>
                  </a:lnTo>
                  <a:lnTo>
                    <a:pt x="988" y="1995"/>
                  </a:lnTo>
                  <a:lnTo>
                    <a:pt x="988" y="1976"/>
                  </a:lnTo>
                  <a:lnTo>
                    <a:pt x="1008" y="1956"/>
                  </a:lnTo>
                  <a:lnTo>
                    <a:pt x="1042" y="1921"/>
                  </a:lnTo>
                  <a:lnTo>
                    <a:pt x="1042" y="1921"/>
                  </a:lnTo>
                  <a:lnTo>
                    <a:pt x="1067" y="1916"/>
                  </a:lnTo>
                  <a:lnTo>
                    <a:pt x="1186" y="1877"/>
                  </a:lnTo>
                  <a:lnTo>
                    <a:pt x="1284" y="1877"/>
                  </a:lnTo>
                  <a:lnTo>
                    <a:pt x="1324" y="1857"/>
                  </a:lnTo>
                  <a:lnTo>
                    <a:pt x="1383" y="1837"/>
                  </a:lnTo>
                  <a:lnTo>
                    <a:pt x="1423" y="1818"/>
                  </a:lnTo>
                  <a:lnTo>
                    <a:pt x="1403" y="1818"/>
                  </a:lnTo>
                  <a:lnTo>
                    <a:pt x="1462" y="1798"/>
                  </a:lnTo>
                  <a:lnTo>
                    <a:pt x="1521" y="1798"/>
                  </a:lnTo>
                  <a:lnTo>
                    <a:pt x="1541" y="1778"/>
                  </a:lnTo>
                  <a:lnTo>
                    <a:pt x="1502" y="1778"/>
                  </a:lnTo>
                  <a:lnTo>
                    <a:pt x="1403" y="1798"/>
                  </a:lnTo>
                  <a:lnTo>
                    <a:pt x="1403" y="1778"/>
                  </a:lnTo>
                  <a:lnTo>
                    <a:pt x="1363" y="1778"/>
                  </a:lnTo>
                  <a:lnTo>
                    <a:pt x="1363" y="1758"/>
                  </a:lnTo>
                  <a:lnTo>
                    <a:pt x="1304" y="1778"/>
                  </a:lnTo>
                  <a:lnTo>
                    <a:pt x="1265" y="1758"/>
                  </a:lnTo>
                  <a:lnTo>
                    <a:pt x="1344" y="1758"/>
                  </a:lnTo>
                  <a:lnTo>
                    <a:pt x="1344" y="1739"/>
                  </a:lnTo>
                  <a:lnTo>
                    <a:pt x="1304" y="1739"/>
                  </a:lnTo>
                  <a:lnTo>
                    <a:pt x="1225" y="1758"/>
                  </a:lnTo>
                  <a:lnTo>
                    <a:pt x="1126" y="1798"/>
                  </a:lnTo>
                  <a:lnTo>
                    <a:pt x="1107" y="1798"/>
                  </a:lnTo>
                  <a:lnTo>
                    <a:pt x="1146" y="1778"/>
                  </a:lnTo>
                  <a:lnTo>
                    <a:pt x="1146" y="1758"/>
                  </a:lnTo>
                  <a:lnTo>
                    <a:pt x="1126" y="1758"/>
                  </a:lnTo>
                  <a:lnTo>
                    <a:pt x="1284" y="1719"/>
                  </a:lnTo>
                  <a:lnTo>
                    <a:pt x="1186" y="1719"/>
                  </a:lnTo>
                  <a:lnTo>
                    <a:pt x="1284" y="1699"/>
                  </a:lnTo>
                  <a:lnTo>
                    <a:pt x="1324" y="1699"/>
                  </a:lnTo>
                  <a:lnTo>
                    <a:pt x="1344" y="1719"/>
                  </a:lnTo>
                  <a:lnTo>
                    <a:pt x="1363" y="1719"/>
                  </a:lnTo>
                  <a:lnTo>
                    <a:pt x="1383" y="1699"/>
                  </a:lnTo>
                  <a:lnTo>
                    <a:pt x="1423" y="1719"/>
                  </a:lnTo>
                  <a:lnTo>
                    <a:pt x="1482" y="1679"/>
                  </a:lnTo>
                  <a:lnTo>
                    <a:pt x="1521" y="1660"/>
                  </a:lnTo>
                  <a:lnTo>
                    <a:pt x="1502" y="1660"/>
                  </a:lnTo>
                  <a:lnTo>
                    <a:pt x="1600" y="1620"/>
                  </a:lnTo>
                  <a:lnTo>
                    <a:pt x="1620" y="1620"/>
                  </a:lnTo>
                  <a:lnTo>
                    <a:pt x="1620" y="1640"/>
                  </a:lnTo>
                  <a:lnTo>
                    <a:pt x="1640" y="1620"/>
                  </a:lnTo>
                  <a:lnTo>
                    <a:pt x="1660" y="1620"/>
                  </a:lnTo>
                  <a:lnTo>
                    <a:pt x="1660" y="1600"/>
                  </a:lnTo>
                  <a:lnTo>
                    <a:pt x="1442" y="1640"/>
                  </a:lnTo>
                  <a:lnTo>
                    <a:pt x="1423" y="1640"/>
                  </a:lnTo>
                  <a:lnTo>
                    <a:pt x="1423" y="1620"/>
                  </a:lnTo>
                  <a:lnTo>
                    <a:pt x="1482" y="1620"/>
                  </a:lnTo>
                  <a:lnTo>
                    <a:pt x="1561" y="1600"/>
                  </a:lnTo>
                  <a:lnTo>
                    <a:pt x="1541" y="1600"/>
                  </a:lnTo>
                  <a:lnTo>
                    <a:pt x="1541" y="1590"/>
                  </a:lnTo>
                  <a:lnTo>
                    <a:pt x="1541" y="1590"/>
                  </a:lnTo>
                  <a:lnTo>
                    <a:pt x="1521" y="1600"/>
                  </a:lnTo>
                  <a:lnTo>
                    <a:pt x="1521" y="1581"/>
                  </a:lnTo>
                  <a:lnTo>
                    <a:pt x="1600" y="1541"/>
                  </a:lnTo>
                  <a:lnTo>
                    <a:pt x="1600" y="1561"/>
                  </a:lnTo>
                  <a:lnTo>
                    <a:pt x="1640" y="1541"/>
                  </a:lnTo>
                  <a:lnTo>
                    <a:pt x="1640" y="1561"/>
                  </a:lnTo>
                  <a:lnTo>
                    <a:pt x="1699" y="1541"/>
                  </a:lnTo>
                  <a:lnTo>
                    <a:pt x="1699" y="1521"/>
                  </a:lnTo>
                  <a:lnTo>
                    <a:pt x="1680" y="1521"/>
                  </a:lnTo>
                  <a:lnTo>
                    <a:pt x="1759" y="1502"/>
                  </a:lnTo>
                  <a:lnTo>
                    <a:pt x="1739" y="1482"/>
                  </a:lnTo>
                  <a:lnTo>
                    <a:pt x="1759" y="1462"/>
                  </a:lnTo>
                  <a:lnTo>
                    <a:pt x="1739" y="1442"/>
                  </a:lnTo>
                  <a:lnTo>
                    <a:pt x="1680" y="1462"/>
                  </a:lnTo>
                  <a:lnTo>
                    <a:pt x="1581" y="1462"/>
                  </a:lnTo>
                  <a:lnTo>
                    <a:pt x="1699" y="1442"/>
                  </a:lnTo>
                  <a:lnTo>
                    <a:pt x="1680" y="1442"/>
                  </a:lnTo>
                  <a:lnTo>
                    <a:pt x="1699" y="1423"/>
                  </a:lnTo>
                  <a:lnTo>
                    <a:pt x="1739" y="1403"/>
                  </a:lnTo>
                  <a:lnTo>
                    <a:pt x="1680" y="1423"/>
                  </a:lnTo>
                  <a:lnTo>
                    <a:pt x="1620" y="1442"/>
                  </a:lnTo>
                  <a:lnTo>
                    <a:pt x="1561" y="1462"/>
                  </a:lnTo>
                  <a:lnTo>
                    <a:pt x="1541" y="1442"/>
                  </a:lnTo>
                  <a:lnTo>
                    <a:pt x="1600" y="1423"/>
                  </a:lnTo>
                  <a:lnTo>
                    <a:pt x="1640" y="1423"/>
                  </a:lnTo>
                  <a:lnTo>
                    <a:pt x="1660" y="1383"/>
                  </a:lnTo>
                  <a:lnTo>
                    <a:pt x="1719" y="1363"/>
                  </a:lnTo>
                  <a:lnTo>
                    <a:pt x="1660" y="1363"/>
                  </a:lnTo>
                  <a:lnTo>
                    <a:pt x="1633" y="1370"/>
                  </a:lnTo>
                  <a:lnTo>
                    <a:pt x="1633" y="1370"/>
                  </a:lnTo>
                  <a:lnTo>
                    <a:pt x="1620" y="1383"/>
                  </a:lnTo>
                  <a:lnTo>
                    <a:pt x="1541" y="1403"/>
                  </a:lnTo>
                  <a:lnTo>
                    <a:pt x="1561" y="1363"/>
                  </a:lnTo>
                  <a:lnTo>
                    <a:pt x="1600" y="1343"/>
                  </a:lnTo>
                  <a:lnTo>
                    <a:pt x="1660" y="1343"/>
                  </a:lnTo>
                  <a:lnTo>
                    <a:pt x="1660" y="1324"/>
                  </a:lnTo>
                  <a:lnTo>
                    <a:pt x="1640" y="1324"/>
                  </a:lnTo>
                  <a:lnTo>
                    <a:pt x="1660" y="1304"/>
                  </a:lnTo>
                  <a:lnTo>
                    <a:pt x="1680" y="1284"/>
                  </a:lnTo>
                  <a:lnTo>
                    <a:pt x="1600" y="1304"/>
                  </a:lnTo>
                  <a:lnTo>
                    <a:pt x="1521" y="1324"/>
                  </a:lnTo>
                  <a:lnTo>
                    <a:pt x="1561" y="1304"/>
                  </a:lnTo>
                  <a:lnTo>
                    <a:pt x="1600" y="1304"/>
                  </a:lnTo>
                  <a:lnTo>
                    <a:pt x="1600" y="1284"/>
                  </a:lnTo>
                  <a:lnTo>
                    <a:pt x="1620" y="1284"/>
                  </a:lnTo>
                  <a:lnTo>
                    <a:pt x="1600" y="1264"/>
                  </a:lnTo>
                  <a:lnTo>
                    <a:pt x="1600" y="1264"/>
                  </a:lnTo>
                  <a:lnTo>
                    <a:pt x="1640" y="1245"/>
                  </a:lnTo>
                  <a:lnTo>
                    <a:pt x="1581" y="1245"/>
                  </a:lnTo>
                  <a:lnTo>
                    <a:pt x="1640" y="1225"/>
                  </a:lnTo>
                  <a:lnTo>
                    <a:pt x="1640" y="1205"/>
                  </a:lnTo>
                  <a:lnTo>
                    <a:pt x="1502" y="1205"/>
                  </a:lnTo>
                  <a:lnTo>
                    <a:pt x="1600" y="1185"/>
                  </a:lnTo>
                  <a:lnTo>
                    <a:pt x="1620" y="1185"/>
                  </a:lnTo>
                  <a:lnTo>
                    <a:pt x="1660" y="1166"/>
                  </a:lnTo>
                  <a:lnTo>
                    <a:pt x="1640" y="1166"/>
                  </a:lnTo>
                  <a:lnTo>
                    <a:pt x="1640" y="1146"/>
                  </a:lnTo>
                  <a:lnTo>
                    <a:pt x="1600" y="1146"/>
                  </a:lnTo>
                  <a:lnTo>
                    <a:pt x="1541" y="1166"/>
                  </a:lnTo>
                  <a:lnTo>
                    <a:pt x="1521" y="1166"/>
                  </a:lnTo>
                  <a:lnTo>
                    <a:pt x="1541" y="1146"/>
                  </a:lnTo>
                  <a:lnTo>
                    <a:pt x="1521" y="1146"/>
                  </a:lnTo>
                  <a:lnTo>
                    <a:pt x="1502" y="1126"/>
                  </a:lnTo>
                  <a:lnTo>
                    <a:pt x="1561" y="1106"/>
                  </a:lnTo>
                  <a:lnTo>
                    <a:pt x="1482" y="1126"/>
                  </a:lnTo>
                  <a:lnTo>
                    <a:pt x="1403" y="1146"/>
                  </a:lnTo>
                  <a:lnTo>
                    <a:pt x="1363" y="1166"/>
                  </a:lnTo>
                  <a:lnTo>
                    <a:pt x="1403" y="1185"/>
                  </a:lnTo>
                  <a:lnTo>
                    <a:pt x="1423" y="1185"/>
                  </a:lnTo>
                  <a:lnTo>
                    <a:pt x="1363" y="1205"/>
                  </a:lnTo>
                  <a:lnTo>
                    <a:pt x="1304" y="1225"/>
                  </a:lnTo>
                  <a:lnTo>
                    <a:pt x="1265" y="1225"/>
                  </a:lnTo>
                  <a:lnTo>
                    <a:pt x="1245" y="1245"/>
                  </a:lnTo>
                  <a:lnTo>
                    <a:pt x="1166" y="1264"/>
                  </a:lnTo>
                  <a:lnTo>
                    <a:pt x="1126" y="1245"/>
                  </a:lnTo>
                  <a:lnTo>
                    <a:pt x="1205" y="1225"/>
                  </a:lnTo>
                  <a:lnTo>
                    <a:pt x="1253" y="1213"/>
                  </a:lnTo>
                  <a:lnTo>
                    <a:pt x="1253" y="1213"/>
                  </a:lnTo>
                  <a:lnTo>
                    <a:pt x="1245" y="1205"/>
                  </a:lnTo>
                  <a:lnTo>
                    <a:pt x="1324" y="1185"/>
                  </a:lnTo>
                  <a:lnTo>
                    <a:pt x="1265" y="1185"/>
                  </a:lnTo>
                  <a:lnTo>
                    <a:pt x="1186" y="1225"/>
                  </a:lnTo>
                  <a:lnTo>
                    <a:pt x="1146" y="1225"/>
                  </a:lnTo>
                  <a:lnTo>
                    <a:pt x="1166" y="1205"/>
                  </a:lnTo>
                  <a:lnTo>
                    <a:pt x="1186" y="1205"/>
                  </a:lnTo>
                  <a:lnTo>
                    <a:pt x="1146" y="1185"/>
                  </a:lnTo>
                  <a:lnTo>
                    <a:pt x="1205" y="1166"/>
                  </a:lnTo>
                  <a:lnTo>
                    <a:pt x="1205" y="1166"/>
                  </a:lnTo>
                  <a:lnTo>
                    <a:pt x="1186" y="1185"/>
                  </a:lnTo>
                  <a:lnTo>
                    <a:pt x="1225" y="1185"/>
                  </a:lnTo>
                  <a:lnTo>
                    <a:pt x="1284" y="1166"/>
                  </a:lnTo>
                  <a:lnTo>
                    <a:pt x="1344" y="1146"/>
                  </a:lnTo>
                  <a:lnTo>
                    <a:pt x="1403" y="1126"/>
                  </a:lnTo>
                  <a:lnTo>
                    <a:pt x="1521" y="1106"/>
                  </a:lnTo>
                  <a:lnTo>
                    <a:pt x="1521" y="1087"/>
                  </a:lnTo>
                  <a:lnTo>
                    <a:pt x="1541" y="1067"/>
                  </a:lnTo>
                  <a:lnTo>
                    <a:pt x="1502" y="1067"/>
                  </a:lnTo>
                  <a:lnTo>
                    <a:pt x="1502" y="1047"/>
                  </a:lnTo>
                  <a:lnTo>
                    <a:pt x="1502" y="1027"/>
                  </a:lnTo>
                  <a:lnTo>
                    <a:pt x="1442" y="1027"/>
                  </a:lnTo>
                  <a:lnTo>
                    <a:pt x="1521" y="988"/>
                  </a:lnTo>
                  <a:lnTo>
                    <a:pt x="1521" y="968"/>
                  </a:lnTo>
                  <a:lnTo>
                    <a:pt x="1462" y="968"/>
                  </a:lnTo>
                  <a:lnTo>
                    <a:pt x="1403" y="948"/>
                  </a:lnTo>
                  <a:lnTo>
                    <a:pt x="1383" y="948"/>
                  </a:lnTo>
                  <a:lnTo>
                    <a:pt x="1383" y="929"/>
                  </a:lnTo>
                  <a:lnTo>
                    <a:pt x="1442" y="929"/>
                  </a:lnTo>
                  <a:lnTo>
                    <a:pt x="1442" y="909"/>
                  </a:lnTo>
                  <a:lnTo>
                    <a:pt x="1403" y="929"/>
                  </a:lnTo>
                  <a:lnTo>
                    <a:pt x="1403" y="929"/>
                  </a:lnTo>
                  <a:lnTo>
                    <a:pt x="1442" y="889"/>
                  </a:lnTo>
                  <a:lnTo>
                    <a:pt x="1403" y="889"/>
                  </a:lnTo>
                  <a:lnTo>
                    <a:pt x="1442" y="850"/>
                  </a:lnTo>
                  <a:lnTo>
                    <a:pt x="1403" y="850"/>
                  </a:lnTo>
                  <a:lnTo>
                    <a:pt x="1324" y="869"/>
                  </a:lnTo>
                  <a:lnTo>
                    <a:pt x="1423" y="830"/>
                  </a:lnTo>
                  <a:lnTo>
                    <a:pt x="1344" y="790"/>
                  </a:lnTo>
                  <a:lnTo>
                    <a:pt x="1304" y="731"/>
                  </a:lnTo>
                  <a:lnTo>
                    <a:pt x="1324" y="731"/>
                  </a:lnTo>
                  <a:lnTo>
                    <a:pt x="1304" y="711"/>
                  </a:lnTo>
                  <a:lnTo>
                    <a:pt x="1265" y="692"/>
                  </a:lnTo>
                  <a:lnTo>
                    <a:pt x="1225" y="692"/>
                  </a:lnTo>
                  <a:lnTo>
                    <a:pt x="1225" y="672"/>
                  </a:lnTo>
                  <a:lnTo>
                    <a:pt x="1186" y="672"/>
                  </a:lnTo>
                  <a:lnTo>
                    <a:pt x="1107" y="692"/>
                  </a:lnTo>
                  <a:lnTo>
                    <a:pt x="1008" y="731"/>
                  </a:lnTo>
                  <a:lnTo>
                    <a:pt x="988" y="731"/>
                  </a:lnTo>
                  <a:lnTo>
                    <a:pt x="1028" y="711"/>
                  </a:lnTo>
                  <a:lnTo>
                    <a:pt x="1067" y="692"/>
                  </a:lnTo>
                  <a:lnTo>
                    <a:pt x="1067" y="672"/>
                  </a:lnTo>
                  <a:lnTo>
                    <a:pt x="1166" y="652"/>
                  </a:lnTo>
                  <a:lnTo>
                    <a:pt x="1245" y="632"/>
                  </a:lnTo>
                  <a:lnTo>
                    <a:pt x="1166" y="632"/>
                  </a:lnTo>
                  <a:lnTo>
                    <a:pt x="1166" y="613"/>
                  </a:lnTo>
                  <a:lnTo>
                    <a:pt x="1166" y="593"/>
                  </a:lnTo>
                  <a:lnTo>
                    <a:pt x="1205" y="593"/>
                  </a:lnTo>
                  <a:lnTo>
                    <a:pt x="1225" y="573"/>
                  </a:lnTo>
                  <a:lnTo>
                    <a:pt x="1245" y="553"/>
                  </a:lnTo>
                  <a:lnTo>
                    <a:pt x="1245" y="553"/>
                  </a:lnTo>
                  <a:lnTo>
                    <a:pt x="1186" y="573"/>
                  </a:lnTo>
                  <a:lnTo>
                    <a:pt x="1107" y="573"/>
                  </a:lnTo>
                  <a:lnTo>
                    <a:pt x="1186" y="553"/>
                  </a:lnTo>
                  <a:lnTo>
                    <a:pt x="1107" y="553"/>
                  </a:lnTo>
                  <a:lnTo>
                    <a:pt x="1126" y="534"/>
                  </a:lnTo>
                  <a:lnTo>
                    <a:pt x="1186" y="494"/>
                  </a:lnTo>
                  <a:lnTo>
                    <a:pt x="1166" y="494"/>
                  </a:lnTo>
                  <a:lnTo>
                    <a:pt x="1166" y="455"/>
                  </a:lnTo>
                  <a:lnTo>
                    <a:pt x="1166" y="435"/>
                  </a:lnTo>
                  <a:lnTo>
                    <a:pt x="1186" y="415"/>
                  </a:lnTo>
                  <a:lnTo>
                    <a:pt x="1146" y="395"/>
                  </a:lnTo>
                  <a:lnTo>
                    <a:pt x="1087" y="395"/>
                  </a:lnTo>
                  <a:lnTo>
                    <a:pt x="1067" y="415"/>
                  </a:lnTo>
                  <a:lnTo>
                    <a:pt x="1008" y="435"/>
                  </a:lnTo>
                  <a:lnTo>
                    <a:pt x="968" y="435"/>
                  </a:lnTo>
                  <a:lnTo>
                    <a:pt x="1008" y="415"/>
                  </a:lnTo>
                  <a:lnTo>
                    <a:pt x="1047" y="395"/>
                  </a:lnTo>
                  <a:lnTo>
                    <a:pt x="1087" y="376"/>
                  </a:lnTo>
                  <a:lnTo>
                    <a:pt x="1087" y="356"/>
                  </a:lnTo>
                  <a:lnTo>
                    <a:pt x="1126" y="336"/>
                  </a:lnTo>
                  <a:lnTo>
                    <a:pt x="1107" y="336"/>
                  </a:lnTo>
                  <a:lnTo>
                    <a:pt x="1087" y="316"/>
                  </a:lnTo>
                  <a:lnTo>
                    <a:pt x="1126" y="316"/>
                  </a:lnTo>
                  <a:lnTo>
                    <a:pt x="1107" y="297"/>
                  </a:lnTo>
                  <a:lnTo>
                    <a:pt x="1067" y="316"/>
                  </a:lnTo>
                  <a:lnTo>
                    <a:pt x="988" y="316"/>
                  </a:lnTo>
                  <a:lnTo>
                    <a:pt x="1067" y="297"/>
                  </a:lnTo>
                  <a:lnTo>
                    <a:pt x="1008" y="297"/>
                  </a:lnTo>
                  <a:lnTo>
                    <a:pt x="968" y="316"/>
                  </a:lnTo>
                  <a:lnTo>
                    <a:pt x="988" y="297"/>
                  </a:lnTo>
                  <a:lnTo>
                    <a:pt x="850" y="297"/>
                  </a:lnTo>
                  <a:lnTo>
                    <a:pt x="909" y="277"/>
                  </a:lnTo>
                  <a:lnTo>
                    <a:pt x="889" y="277"/>
                  </a:lnTo>
                  <a:lnTo>
                    <a:pt x="988" y="237"/>
                  </a:lnTo>
                  <a:lnTo>
                    <a:pt x="988" y="257"/>
                  </a:lnTo>
                  <a:lnTo>
                    <a:pt x="968" y="257"/>
                  </a:lnTo>
                  <a:lnTo>
                    <a:pt x="949" y="277"/>
                  </a:lnTo>
                  <a:lnTo>
                    <a:pt x="968" y="277"/>
                  </a:lnTo>
                  <a:lnTo>
                    <a:pt x="1028" y="237"/>
                  </a:lnTo>
                  <a:lnTo>
                    <a:pt x="1067" y="218"/>
                  </a:lnTo>
                  <a:lnTo>
                    <a:pt x="1067" y="198"/>
                  </a:lnTo>
                  <a:lnTo>
                    <a:pt x="1047" y="178"/>
                  </a:lnTo>
                  <a:lnTo>
                    <a:pt x="1008" y="158"/>
                  </a:lnTo>
                  <a:lnTo>
                    <a:pt x="988" y="139"/>
                  </a:lnTo>
                  <a:lnTo>
                    <a:pt x="1028" y="99"/>
                  </a:lnTo>
                  <a:lnTo>
                    <a:pt x="1008" y="79"/>
                  </a:lnTo>
                  <a:lnTo>
                    <a:pt x="1008" y="60"/>
                  </a:lnTo>
                  <a:lnTo>
                    <a:pt x="988" y="40"/>
                  </a:lnTo>
                  <a:lnTo>
                    <a:pt x="929" y="40"/>
                  </a:lnTo>
                  <a:lnTo>
                    <a:pt x="988" y="20"/>
                  </a:lnTo>
                  <a:lnTo>
                    <a:pt x="870" y="20"/>
                  </a:lnTo>
                  <a:lnTo>
                    <a:pt x="83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
            <p:cNvSpPr/>
            <p:nvPr/>
          </p:nvSpPr>
          <p:spPr>
            <a:xfrm>
              <a:off x="-1362025" y="3906950"/>
              <a:ext cx="525" cy="525"/>
            </a:xfrm>
            <a:custGeom>
              <a:rect b="b" l="l" r="r" t="t"/>
              <a:pathLst>
                <a:path extrusionOk="0" h="21" w="21">
                  <a:moveTo>
                    <a:pt x="20" y="1"/>
                  </a:moveTo>
                  <a:lnTo>
                    <a:pt x="20" y="1"/>
                  </a:lnTo>
                  <a:lnTo>
                    <a:pt x="20" y="1"/>
                  </a:lnTo>
                  <a:lnTo>
                    <a:pt x="1" y="21"/>
                  </a:lnTo>
                  <a:lnTo>
                    <a:pt x="1" y="2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
            <p:cNvSpPr/>
            <p:nvPr/>
          </p:nvSpPr>
          <p:spPr>
            <a:xfrm>
              <a:off x="-1375850" y="3911900"/>
              <a:ext cx="525" cy="25"/>
            </a:xfrm>
            <a:custGeom>
              <a:rect b="b" l="l" r="r" t="t"/>
              <a:pathLst>
                <a:path extrusionOk="0" h="1"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
            <p:cNvSpPr/>
            <p:nvPr/>
          </p:nvSpPr>
          <p:spPr>
            <a:xfrm>
              <a:off x="-1318575" y="400077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2"/>
            <p:cNvSpPr/>
            <p:nvPr/>
          </p:nvSpPr>
          <p:spPr>
            <a:xfrm>
              <a:off x="-1317575" y="3999800"/>
              <a:ext cx="25" cy="25"/>
            </a:xfrm>
            <a:custGeom>
              <a:rect b="b" l="l" r="r" t="t"/>
              <a:pathLst>
                <a:path extrusionOk="0" h="1" w="1">
                  <a:moveTo>
                    <a:pt x="0" y="0"/>
                  </a:moveTo>
                  <a:lnTo>
                    <a:pt x="0" y="0"/>
                  </a:ln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
            <p:cNvSpPr/>
            <p:nvPr/>
          </p:nvSpPr>
          <p:spPr>
            <a:xfrm>
              <a:off x="-1323500" y="3961275"/>
              <a:ext cx="57300" cy="48900"/>
            </a:xfrm>
            <a:custGeom>
              <a:rect b="b" l="l" r="r" t="t"/>
              <a:pathLst>
                <a:path extrusionOk="0" h="1956" w="2292">
                  <a:moveTo>
                    <a:pt x="1699" y="60"/>
                  </a:moveTo>
                  <a:lnTo>
                    <a:pt x="1699" y="60"/>
                  </a:lnTo>
                  <a:lnTo>
                    <a:pt x="1699" y="60"/>
                  </a:lnTo>
                  <a:close/>
                  <a:moveTo>
                    <a:pt x="1758" y="1"/>
                  </a:moveTo>
                  <a:lnTo>
                    <a:pt x="1758" y="40"/>
                  </a:lnTo>
                  <a:lnTo>
                    <a:pt x="1778" y="60"/>
                  </a:lnTo>
                  <a:lnTo>
                    <a:pt x="1778" y="99"/>
                  </a:lnTo>
                  <a:lnTo>
                    <a:pt x="1798" y="99"/>
                  </a:lnTo>
                  <a:lnTo>
                    <a:pt x="1798" y="60"/>
                  </a:lnTo>
                  <a:lnTo>
                    <a:pt x="1778" y="40"/>
                  </a:lnTo>
                  <a:lnTo>
                    <a:pt x="1778" y="1"/>
                  </a:lnTo>
                  <a:close/>
                  <a:moveTo>
                    <a:pt x="929" y="218"/>
                  </a:moveTo>
                  <a:lnTo>
                    <a:pt x="948" y="257"/>
                  </a:lnTo>
                  <a:lnTo>
                    <a:pt x="948" y="297"/>
                  </a:lnTo>
                  <a:lnTo>
                    <a:pt x="929" y="277"/>
                  </a:lnTo>
                  <a:lnTo>
                    <a:pt x="968" y="376"/>
                  </a:lnTo>
                  <a:lnTo>
                    <a:pt x="968" y="336"/>
                  </a:lnTo>
                  <a:lnTo>
                    <a:pt x="988" y="356"/>
                  </a:lnTo>
                  <a:lnTo>
                    <a:pt x="988" y="317"/>
                  </a:lnTo>
                  <a:lnTo>
                    <a:pt x="948" y="238"/>
                  </a:lnTo>
                  <a:lnTo>
                    <a:pt x="929" y="218"/>
                  </a:lnTo>
                  <a:close/>
                  <a:moveTo>
                    <a:pt x="652" y="415"/>
                  </a:moveTo>
                  <a:lnTo>
                    <a:pt x="652" y="455"/>
                  </a:lnTo>
                  <a:lnTo>
                    <a:pt x="672" y="475"/>
                  </a:lnTo>
                  <a:lnTo>
                    <a:pt x="672" y="455"/>
                  </a:lnTo>
                  <a:lnTo>
                    <a:pt x="652" y="415"/>
                  </a:lnTo>
                  <a:close/>
                  <a:moveTo>
                    <a:pt x="593" y="494"/>
                  </a:moveTo>
                  <a:lnTo>
                    <a:pt x="593" y="514"/>
                  </a:lnTo>
                  <a:lnTo>
                    <a:pt x="613" y="534"/>
                  </a:lnTo>
                  <a:lnTo>
                    <a:pt x="613" y="534"/>
                  </a:lnTo>
                  <a:lnTo>
                    <a:pt x="593" y="494"/>
                  </a:lnTo>
                  <a:close/>
                  <a:moveTo>
                    <a:pt x="652" y="494"/>
                  </a:moveTo>
                  <a:lnTo>
                    <a:pt x="652" y="514"/>
                  </a:lnTo>
                  <a:lnTo>
                    <a:pt x="652" y="534"/>
                  </a:lnTo>
                  <a:lnTo>
                    <a:pt x="672" y="514"/>
                  </a:lnTo>
                  <a:lnTo>
                    <a:pt x="652" y="494"/>
                  </a:lnTo>
                  <a:close/>
                  <a:moveTo>
                    <a:pt x="139" y="751"/>
                  </a:moveTo>
                  <a:lnTo>
                    <a:pt x="139" y="771"/>
                  </a:lnTo>
                  <a:lnTo>
                    <a:pt x="158" y="771"/>
                  </a:lnTo>
                  <a:lnTo>
                    <a:pt x="139" y="751"/>
                  </a:lnTo>
                  <a:close/>
                  <a:moveTo>
                    <a:pt x="79" y="988"/>
                  </a:moveTo>
                  <a:lnTo>
                    <a:pt x="79" y="1008"/>
                  </a:lnTo>
                  <a:lnTo>
                    <a:pt x="99" y="1028"/>
                  </a:lnTo>
                  <a:lnTo>
                    <a:pt x="79" y="988"/>
                  </a:lnTo>
                  <a:close/>
                  <a:moveTo>
                    <a:pt x="2173" y="1047"/>
                  </a:moveTo>
                  <a:lnTo>
                    <a:pt x="2193" y="1087"/>
                  </a:lnTo>
                  <a:lnTo>
                    <a:pt x="2193" y="1047"/>
                  </a:lnTo>
                  <a:close/>
                  <a:moveTo>
                    <a:pt x="415" y="1146"/>
                  </a:moveTo>
                  <a:lnTo>
                    <a:pt x="415" y="1166"/>
                  </a:lnTo>
                  <a:lnTo>
                    <a:pt x="422" y="1166"/>
                  </a:lnTo>
                  <a:lnTo>
                    <a:pt x="415" y="1146"/>
                  </a:lnTo>
                  <a:close/>
                  <a:moveTo>
                    <a:pt x="435" y="1146"/>
                  </a:moveTo>
                  <a:lnTo>
                    <a:pt x="435" y="1166"/>
                  </a:lnTo>
                  <a:lnTo>
                    <a:pt x="422" y="1166"/>
                  </a:lnTo>
                  <a:lnTo>
                    <a:pt x="435" y="1205"/>
                  </a:lnTo>
                  <a:lnTo>
                    <a:pt x="450" y="1191"/>
                  </a:lnTo>
                  <a:lnTo>
                    <a:pt x="435" y="1146"/>
                  </a:lnTo>
                  <a:close/>
                  <a:moveTo>
                    <a:pt x="455" y="1186"/>
                  </a:moveTo>
                  <a:lnTo>
                    <a:pt x="450" y="1191"/>
                  </a:lnTo>
                  <a:lnTo>
                    <a:pt x="455" y="1205"/>
                  </a:lnTo>
                  <a:lnTo>
                    <a:pt x="455" y="1186"/>
                  </a:lnTo>
                  <a:close/>
                  <a:moveTo>
                    <a:pt x="455" y="1205"/>
                  </a:moveTo>
                  <a:lnTo>
                    <a:pt x="455" y="1205"/>
                  </a:lnTo>
                  <a:lnTo>
                    <a:pt x="455" y="1205"/>
                  </a:lnTo>
                  <a:close/>
                  <a:moveTo>
                    <a:pt x="107" y="1186"/>
                  </a:moveTo>
                  <a:lnTo>
                    <a:pt x="119" y="1245"/>
                  </a:lnTo>
                  <a:lnTo>
                    <a:pt x="139" y="1265"/>
                  </a:lnTo>
                  <a:lnTo>
                    <a:pt x="107" y="1186"/>
                  </a:lnTo>
                  <a:close/>
                  <a:moveTo>
                    <a:pt x="1660" y="1344"/>
                  </a:moveTo>
                  <a:lnTo>
                    <a:pt x="1660" y="1344"/>
                  </a:lnTo>
                  <a:lnTo>
                    <a:pt x="1660" y="1344"/>
                  </a:lnTo>
                  <a:close/>
                  <a:moveTo>
                    <a:pt x="845" y="1462"/>
                  </a:moveTo>
                  <a:lnTo>
                    <a:pt x="850" y="1482"/>
                  </a:lnTo>
                  <a:lnTo>
                    <a:pt x="869" y="1561"/>
                  </a:lnTo>
                  <a:lnTo>
                    <a:pt x="869" y="1561"/>
                  </a:lnTo>
                  <a:lnTo>
                    <a:pt x="850" y="1462"/>
                  </a:lnTo>
                  <a:close/>
                  <a:moveTo>
                    <a:pt x="198" y="1581"/>
                  </a:moveTo>
                  <a:lnTo>
                    <a:pt x="208" y="1600"/>
                  </a:lnTo>
                  <a:lnTo>
                    <a:pt x="198" y="1581"/>
                  </a:lnTo>
                  <a:close/>
                  <a:moveTo>
                    <a:pt x="208" y="1600"/>
                  </a:moveTo>
                  <a:lnTo>
                    <a:pt x="208" y="1600"/>
                  </a:lnTo>
                  <a:lnTo>
                    <a:pt x="208" y="1600"/>
                  </a:lnTo>
                  <a:close/>
                  <a:moveTo>
                    <a:pt x="208" y="1600"/>
                  </a:moveTo>
                  <a:lnTo>
                    <a:pt x="218" y="1620"/>
                  </a:lnTo>
                  <a:lnTo>
                    <a:pt x="208" y="1600"/>
                  </a:lnTo>
                  <a:close/>
                  <a:moveTo>
                    <a:pt x="316" y="1719"/>
                  </a:moveTo>
                  <a:lnTo>
                    <a:pt x="316" y="1739"/>
                  </a:lnTo>
                  <a:lnTo>
                    <a:pt x="336" y="1798"/>
                  </a:lnTo>
                  <a:lnTo>
                    <a:pt x="316" y="1719"/>
                  </a:lnTo>
                  <a:close/>
                  <a:moveTo>
                    <a:pt x="395" y="1600"/>
                  </a:moveTo>
                  <a:lnTo>
                    <a:pt x="395" y="1620"/>
                  </a:lnTo>
                  <a:lnTo>
                    <a:pt x="415" y="1699"/>
                  </a:lnTo>
                  <a:lnTo>
                    <a:pt x="435" y="1837"/>
                  </a:lnTo>
                  <a:lnTo>
                    <a:pt x="435" y="1739"/>
                  </a:lnTo>
                  <a:lnTo>
                    <a:pt x="395" y="1600"/>
                  </a:lnTo>
                  <a:close/>
                  <a:moveTo>
                    <a:pt x="711" y="1837"/>
                  </a:moveTo>
                  <a:lnTo>
                    <a:pt x="731" y="1857"/>
                  </a:lnTo>
                  <a:lnTo>
                    <a:pt x="731" y="1837"/>
                  </a:lnTo>
                  <a:close/>
                  <a:moveTo>
                    <a:pt x="60" y="1126"/>
                  </a:moveTo>
                  <a:lnTo>
                    <a:pt x="60" y="1166"/>
                  </a:lnTo>
                  <a:lnTo>
                    <a:pt x="79" y="1245"/>
                  </a:lnTo>
                  <a:lnTo>
                    <a:pt x="60" y="1205"/>
                  </a:lnTo>
                  <a:lnTo>
                    <a:pt x="60" y="1186"/>
                  </a:lnTo>
                  <a:lnTo>
                    <a:pt x="40" y="1186"/>
                  </a:lnTo>
                  <a:lnTo>
                    <a:pt x="40" y="1205"/>
                  </a:lnTo>
                  <a:lnTo>
                    <a:pt x="60" y="1245"/>
                  </a:lnTo>
                  <a:lnTo>
                    <a:pt x="79" y="1344"/>
                  </a:lnTo>
                  <a:lnTo>
                    <a:pt x="99" y="1344"/>
                  </a:lnTo>
                  <a:lnTo>
                    <a:pt x="99" y="1383"/>
                  </a:lnTo>
                  <a:lnTo>
                    <a:pt x="158" y="1482"/>
                  </a:lnTo>
                  <a:lnTo>
                    <a:pt x="158" y="1521"/>
                  </a:lnTo>
                  <a:lnTo>
                    <a:pt x="178" y="1521"/>
                  </a:lnTo>
                  <a:lnTo>
                    <a:pt x="178" y="1482"/>
                  </a:lnTo>
                  <a:lnTo>
                    <a:pt x="198" y="1541"/>
                  </a:lnTo>
                  <a:lnTo>
                    <a:pt x="198" y="1521"/>
                  </a:lnTo>
                  <a:lnTo>
                    <a:pt x="218" y="1581"/>
                  </a:lnTo>
                  <a:lnTo>
                    <a:pt x="218" y="1561"/>
                  </a:lnTo>
                  <a:lnTo>
                    <a:pt x="257" y="1679"/>
                  </a:lnTo>
                  <a:lnTo>
                    <a:pt x="237" y="1679"/>
                  </a:lnTo>
                  <a:lnTo>
                    <a:pt x="237" y="1660"/>
                  </a:lnTo>
                  <a:lnTo>
                    <a:pt x="218" y="1620"/>
                  </a:lnTo>
                  <a:lnTo>
                    <a:pt x="218" y="1620"/>
                  </a:lnTo>
                  <a:lnTo>
                    <a:pt x="218" y="1640"/>
                  </a:lnTo>
                  <a:lnTo>
                    <a:pt x="237" y="1719"/>
                  </a:lnTo>
                  <a:lnTo>
                    <a:pt x="237" y="1739"/>
                  </a:lnTo>
                  <a:lnTo>
                    <a:pt x="257" y="1818"/>
                  </a:lnTo>
                  <a:lnTo>
                    <a:pt x="297" y="1897"/>
                  </a:lnTo>
                  <a:lnTo>
                    <a:pt x="257" y="1798"/>
                  </a:lnTo>
                  <a:lnTo>
                    <a:pt x="257" y="1798"/>
                  </a:lnTo>
                  <a:lnTo>
                    <a:pt x="277" y="1818"/>
                  </a:lnTo>
                  <a:lnTo>
                    <a:pt x="297" y="1897"/>
                  </a:lnTo>
                  <a:lnTo>
                    <a:pt x="297" y="1818"/>
                  </a:lnTo>
                  <a:lnTo>
                    <a:pt x="316" y="1837"/>
                  </a:lnTo>
                  <a:lnTo>
                    <a:pt x="316" y="1818"/>
                  </a:lnTo>
                  <a:lnTo>
                    <a:pt x="297" y="1778"/>
                  </a:lnTo>
                  <a:lnTo>
                    <a:pt x="297" y="1739"/>
                  </a:lnTo>
                  <a:lnTo>
                    <a:pt x="277" y="1640"/>
                  </a:lnTo>
                  <a:lnTo>
                    <a:pt x="297" y="1719"/>
                  </a:lnTo>
                  <a:lnTo>
                    <a:pt x="316" y="1778"/>
                  </a:lnTo>
                  <a:lnTo>
                    <a:pt x="316" y="1758"/>
                  </a:lnTo>
                  <a:lnTo>
                    <a:pt x="297" y="1660"/>
                  </a:lnTo>
                  <a:lnTo>
                    <a:pt x="297" y="1600"/>
                  </a:lnTo>
                  <a:lnTo>
                    <a:pt x="277" y="1581"/>
                  </a:lnTo>
                  <a:lnTo>
                    <a:pt x="277" y="1620"/>
                  </a:lnTo>
                  <a:lnTo>
                    <a:pt x="277" y="1620"/>
                  </a:lnTo>
                  <a:lnTo>
                    <a:pt x="257" y="1581"/>
                  </a:lnTo>
                  <a:lnTo>
                    <a:pt x="257" y="1541"/>
                  </a:lnTo>
                  <a:lnTo>
                    <a:pt x="237" y="1541"/>
                  </a:lnTo>
                  <a:lnTo>
                    <a:pt x="257" y="1600"/>
                  </a:lnTo>
                  <a:lnTo>
                    <a:pt x="257" y="1600"/>
                  </a:lnTo>
                  <a:lnTo>
                    <a:pt x="178" y="1442"/>
                  </a:lnTo>
                  <a:lnTo>
                    <a:pt x="139" y="1284"/>
                  </a:lnTo>
                  <a:lnTo>
                    <a:pt x="119" y="1284"/>
                  </a:lnTo>
                  <a:lnTo>
                    <a:pt x="119" y="1324"/>
                  </a:lnTo>
                  <a:lnTo>
                    <a:pt x="60" y="1126"/>
                  </a:lnTo>
                  <a:close/>
                  <a:moveTo>
                    <a:pt x="297" y="1897"/>
                  </a:moveTo>
                  <a:lnTo>
                    <a:pt x="297" y="1897"/>
                  </a:lnTo>
                  <a:lnTo>
                    <a:pt x="297" y="1897"/>
                  </a:lnTo>
                  <a:close/>
                  <a:moveTo>
                    <a:pt x="652" y="1837"/>
                  </a:moveTo>
                  <a:lnTo>
                    <a:pt x="672" y="1916"/>
                  </a:lnTo>
                  <a:lnTo>
                    <a:pt x="657" y="1840"/>
                  </a:lnTo>
                  <a:lnTo>
                    <a:pt x="652" y="1837"/>
                  </a:lnTo>
                  <a:close/>
                  <a:moveTo>
                    <a:pt x="711" y="1916"/>
                  </a:moveTo>
                  <a:lnTo>
                    <a:pt x="711" y="1916"/>
                  </a:lnTo>
                  <a:lnTo>
                    <a:pt x="711" y="1916"/>
                  </a:lnTo>
                  <a:close/>
                  <a:moveTo>
                    <a:pt x="1482" y="1"/>
                  </a:moveTo>
                  <a:lnTo>
                    <a:pt x="1502" y="60"/>
                  </a:lnTo>
                  <a:lnTo>
                    <a:pt x="1502" y="80"/>
                  </a:lnTo>
                  <a:lnTo>
                    <a:pt x="1482" y="60"/>
                  </a:lnTo>
                  <a:lnTo>
                    <a:pt x="1482" y="20"/>
                  </a:lnTo>
                  <a:lnTo>
                    <a:pt x="1462" y="20"/>
                  </a:lnTo>
                  <a:lnTo>
                    <a:pt x="1442" y="80"/>
                  </a:lnTo>
                  <a:lnTo>
                    <a:pt x="1462" y="159"/>
                  </a:lnTo>
                  <a:lnTo>
                    <a:pt x="1462" y="178"/>
                  </a:lnTo>
                  <a:lnTo>
                    <a:pt x="1442" y="159"/>
                  </a:lnTo>
                  <a:lnTo>
                    <a:pt x="1442" y="198"/>
                  </a:lnTo>
                  <a:lnTo>
                    <a:pt x="1442" y="218"/>
                  </a:lnTo>
                  <a:lnTo>
                    <a:pt x="1423" y="198"/>
                  </a:lnTo>
                  <a:lnTo>
                    <a:pt x="1442" y="139"/>
                  </a:lnTo>
                  <a:lnTo>
                    <a:pt x="1423" y="99"/>
                  </a:lnTo>
                  <a:lnTo>
                    <a:pt x="1403" y="99"/>
                  </a:lnTo>
                  <a:lnTo>
                    <a:pt x="1403" y="80"/>
                  </a:lnTo>
                  <a:lnTo>
                    <a:pt x="1383" y="297"/>
                  </a:lnTo>
                  <a:lnTo>
                    <a:pt x="1403" y="415"/>
                  </a:lnTo>
                  <a:lnTo>
                    <a:pt x="1423" y="514"/>
                  </a:lnTo>
                  <a:lnTo>
                    <a:pt x="1403" y="475"/>
                  </a:lnTo>
                  <a:lnTo>
                    <a:pt x="1383" y="435"/>
                  </a:lnTo>
                  <a:lnTo>
                    <a:pt x="1363" y="356"/>
                  </a:lnTo>
                  <a:lnTo>
                    <a:pt x="1383" y="376"/>
                  </a:lnTo>
                  <a:lnTo>
                    <a:pt x="1344" y="218"/>
                  </a:lnTo>
                  <a:lnTo>
                    <a:pt x="1344" y="139"/>
                  </a:lnTo>
                  <a:lnTo>
                    <a:pt x="1324" y="40"/>
                  </a:lnTo>
                  <a:lnTo>
                    <a:pt x="1304" y="60"/>
                  </a:lnTo>
                  <a:lnTo>
                    <a:pt x="1284" y="80"/>
                  </a:lnTo>
                  <a:lnTo>
                    <a:pt x="1284" y="99"/>
                  </a:lnTo>
                  <a:lnTo>
                    <a:pt x="1265" y="80"/>
                  </a:lnTo>
                  <a:lnTo>
                    <a:pt x="1284" y="159"/>
                  </a:lnTo>
                  <a:lnTo>
                    <a:pt x="1284" y="159"/>
                  </a:lnTo>
                  <a:lnTo>
                    <a:pt x="1265" y="139"/>
                  </a:lnTo>
                  <a:lnTo>
                    <a:pt x="1245" y="80"/>
                  </a:lnTo>
                  <a:lnTo>
                    <a:pt x="1245" y="139"/>
                  </a:lnTo>
                  <a:lnTo>
                    <a:pt x="1245" y="218"/>
                  </a:lnTo>
                  <a:lnTo>
                    <a:pt x="1265" y="297"/>
                  </a:lnTo>
                  <a:lnTo>
                    <a:pt x="1265" y="336"/>
                  </a:lnTo>
                  <a:lnTo>
                    <a:pt x="1245" y="336"/>
                  </a:lnTo>
                  <a:lnTo>
                    <a:pt x="1245" y="297"/>
                  </a:lnTo>
                  <a:lnTo>
                    <a:pt x="1245" y="277"/>
                  </a:lnTo>
                  <a:lnTo>
                    <a:pt x="1225" y="317"/>
                  </a:lnTo>
                  <a:lnTo>
                    <a:pt x="1225" y="257"/>
                  </a:lnTo>
                  <a:lnTo>
                    <a:pt x="1225" y="238"/>
                  </a:lnTo>
                  <a:lnTo>
                    <a:pt x="1225" y="218"/>
                  </a:lnTo>
                  <a:lnTo>
                    <a:pt x="1205" y="238"/>
                  </a:lnTo>
                  <a:lnTo>
                    <a:pt x="1205" y="297"/>
                  </a:lnTo>
                  <a:lnTo>
                    <a:pt x="1185" y="297"/>
                  </a:lnTo>
                  <a:lnTo>
                    <a:pt x="1185" y="198"/>
                  </a:lnTo>
                  <a:lnTo>
                    <a:pt x="1185" y="159"/>
                  </a:lnTo>
                  <a:lnTo>
                    <a:pt x="1205" y="218"/>
                  </a:lnTo>
                  <a:lnTo>
                    <a:pt x="1185" y="139"/>
                  </a:lnTo>
                  <a:lnTo>
                    <a:pt x="1205" y="159"/>
                  </a:lnTo>
                  <a:lnTo>
                    <a:pt x="1225" y="159"/>
                  </a:lnTo>
                  <a:lnTo>
                    <a:pt x="1225" y="99"/>
                  </a:lnTo>
                  <a:lnTo>
                    <a:pt x="1225" y="80"/>
                  </a:lnTo>
                  <a:lnTo>
                    <a:pt x="1205" y="80"/>
                  </a:lnTo>
                  <a:lnTo>
                    <a:pt x="1185" y="99"/>
                  </a:lnTo>
                  <a:lnTo>
                    <a:pt x="1166" y="60"/>
                  </a:lnTo>
                  <a:lnTo>
                    <a:pt x="1166" y="159"/>
                  </a:lnTo>
                  <a:lnTo>
                    <a:pt x="1166" y="198"/>
                  </a:lnTo>
                  <a:lnTo>
                    <a:pt x="1146" y="159"/>
                  </a:lnTo>
                  <a:lnTo>
                    <a:pt x="1146" y="257"/>
                  </a:lnTo>
                  <a:lnTo>
                    <a:pt x="1146" y="297"/>
                  </a:lnTo>
                  <a:lnTo>
                    <a:pt x="1166" y="317"/>
                  </a:lnTo>
                  <a:lnTo>
                    <a:pt x="1166" y="356"/>
                  </a:lnTo>
                  <a:lnTo>
                    <a:pt x="1166" y="396"/>
                  </a:lnTo>
                  <a:lnTo>
                    <a:pt x="1146" y="356"/>
                  </a:lnTo>
                  <a:lnTo>
                    <a:pt x="1126" y="178"/>
                  </a:lnTo>
                  <a:lnTo>
                    <a:pt x="1126" y="159"/>
                  </a:lnTo>
                  <a:lnTo>
                    <a:pt x="1106" y="139"/>
                  </a:lnTo>
                  <a:lnTo>
                    <a:pt x="1106" y="139"/>
                  </a:lnTo>
                  <a:lnTo>
                    <a:pt x="1126" y="257"/>
                  </a:lnTo>
                  <a:lnTo>
                    <a:pt x="1126" y="336"/>
                  </a:lnTo>
                  <a:lnTo>
                    <a:pt x="1106" y="415"/>
                  </a:lnTo>
                  <a:lnTo>
                    <a:pt x="1087" y="336"/>
                  </a:lnTo>
                  <a:lnTo>
                    <a:pt x="1106" y="297"/>
                  </a:lnTo>
                  <a:lnTo>
                    <a:pt x="1106" y="238"/>
                  </a:lnTo>
                  <a:lnTo>
                    <a:pt x="1087" y="159"/>
                  </a:lnTo>
                  <a:lnTo>
                    <a:pt x="1087" y="198"/>
                  </a:lnTo>
                  <a:lnTo>
                    <a:pt x="1087" y="238"/>
                  </a:lnTo>
                  <a:lnTo>
                    <a:pt x="1067" y="198"/>
                  </a:lnTo>
                  <a:lnTo>
                    <a:pt x="1047" y="198"/>
                  </a:lnTo>
                  <a:lnTo>
                    <a:pt x="1047" y="238"/>
                  </a:lnTo>
                  <a:lnTo>
                    <a:pt x="1047" y="277"/>
                  </a:lnTo>
                  <a:lnTo>
                    <a:pt x="1027" y="277"/>
                  </a:lnTo>
                  <a:lnTo>
                    <a:pt x="1027" y="297"/>
                  </a:lnTo>
                  <a:lnTo>
                    <a:pt x="988" y="297"/>
                  </a:lnTo>
                  <a:lnTo>
                    <a:pt x="1008" y="336"/>
                  </a:lnTo>
                  <a:lnTo>
                    <a:pt x="1008" y="317"/>
                  </a:lnTo>
                  <a:lnTo>
                    <a:pt x="1027" y="336"/>
                  </a:lnTo>
                  <a:lnTo>
                    <a:pt x="1047" y="396"/>
                  </a:lnTo>
                  <a:lnTo>
                    <a:pt x="1027" y="435"/>
                  </a:lnTo>
                  <a:lnTo>
                    <a:pt x="1027" y="455"/>
                  </a:lnTo>
                  <a:lnTo>
                    <a:pt x="1008" y="475"/>
                  </a:lnTo>
                  <a:lnTo>
                    <a:pt x="1027" y="494"/>
                  </a:lnTo>
                  <a:lnTo>
                    <a:pt x="1008" y="534"/>
                  </a:lnTo>
                  <a:lnTo>
                    <a:pt x="988" y="455"/>
                  </a:lnTo>
                  <a:lnTo>
                    <a:pt x="968" y="475"/>
                  </a:lnTo>
                  <a:lnTo>
                    <a:pt x="968" y="455"/>
                  </a:lnTo>
                  <a:lnTo>
                    <a:pt x="948" y="455"/>
                  </a:lnTo>
                  <a:lnTo>
                    <a:pt x="948" y="415"/>
                  </a:lnTo>
                  <a:lnTo>
                    <a:pt x="929" y="376"/>
                  </a:lnTo>
                  <a:lnTo>
                    <a:pt x="909" y="396"/>
                  </a:lnTo>
                  <a:lnTo>
                    <a:pt x="909" y="455"/>
                  </a:lnTo>
                  <a:lnTo>
                    <a:pt x="929" y="514"/>
                  </a:lnTo>
                  <a:lnTo>
                    <a:pt x="948" y="573"/>
                  </a:lnTo>
                  <a:lnTo>
                    <a:pt x="929" y="573"/>
                  </a:lnTo>
                  <a:lnTo>
                    <a:pt x="929" y="593"/>
                  </a:lnTo>
                  <a:lnTo>
                    <a:pt x="909" y="593"/>
                  </a:lnTo>
                  <a:lnTo>
                    <a:pt x="889" y="554"/>
                  </a:lnTo>
                  <a:lnTo>
                    <a:pt x="869" y="534"/>
                  </a:lnTo>
                  <a:lnTo>
                    <a:pt x="889" y="514"/>
                  </a:lnTo>
                  <a:lnTo>
                    <a:pt x="889" y="494"/>
                  </a:lnTo>
                  <a:lnTo>
                    <a:pt x="869" y="435"/>
                  </a:lnTo>
                  <a:lnTo>
                    <a:pt x="869" y="455"/>
                  </a:lnTo>
                  <a:lnTo>
                    <a:pt x="850" y="415"/>
                  </a:lnTo>
                  <a:lnTo>
                    <a:pt x="850" y="455"/>
                  </a:lnTo>
                  <a:lnTo>
                    <a:pt x="850" y="475"/>
                  </a:lnTo>
                  <a:lnTo>
                    <a:pt x="830" y="356"/>
                  </a:lnTo>
                  <a:lnTo>
                    <a:pt x="830" y="376"/>
                  </a:lnTo>
                  <a:lnTo>
                    <a:pt x="810" y="376"/>
                  </a:lnTo>
                  <a:lnTo>
                    <a:pt x="810" y="396"/>
                  </a:lnTo>
                  <a:lnTo>
                    <a:pt x="810" y="415"/>
                  </a:lnTo>
                  <a:lnTo>
                    <a:pt x="830" y="396"/>
                  </a:lnTo>
                  <a:lnTo>
                    <a:pt x="830" y="435"/>
                  </a:lnTo>
                  <a:lnTo>
                    <a:pt x="810" y="435"/>
                  </a:lnTo>
                  <a:lnTo>
                    <a:pt x="790" y="415"/>
                  </a:lnTo>
                  <a:lnTo>
                    <a:pt x="790" y="475"/>
                  </a:lnTo>
                  <a:lnTo>
                    <a:pt x="810" y="455"/>
                  </a:lnTo>
                  <a:lnTo>
                    <a:pt x="810" y="494"/>
                  </a:lnTo>
                  <a:lnTo>
                    <a:pt x="810" y="514"/>
                  </a:lnTo>
                  <a:lnTo>
                    <a:pt x="790" y="534"/>
                  </a:lnTo>
                  <a:lnTo>
                    <a:pt x="790" y="554"/>
                  </a:lnTo>
                  <a:lnTo>
                    <a:pt x="771" y="593"/>
                  </a:lnTo>
                  <a:lnTo>
                    <a:pt x="771" y="534"/>
                  </a:lnTo>
                  <a:lnTo>
                    <a:pt x="751" y="455"/>
                  </a:lnTo>
                  <a:lnTo>
                    <a:pt x="771" y="455"/>
                  </a:lnTo>
                  <a:lnTo>
                    <a:pt x="771" y="435"/>
                  </a:lnTo>
                  <a:lnTo>
                    <a:pt x="751" y="435"/>
                  </a:lnTo>
                  <a:lnTo>
                    <a:pt x="731" y="494"/>
                  </a:lnTo>
                  <a:lnTo>
                    <a:pt x="731" y="475"/>
                  </a:lnTo>
                  <a:lnTo>
                    <a:pt x="711" y="415"/>
                  </a:lnTo>
                  <a:lnTo>
                    <a:pt x="692" y="376"/>
                  </a:lnTo>
                  <a:lnTo>
                    <a:pt x="672" y="376"/>
                  </a:lnTo>
                  <a:lnTo>
                    <a:pt x="711" y="455"/>
                  </a:lnTo>
                  <a:lnTo>
                    <a:pt x="692" y="475"/>
                  </a:lnTo>
                  <a:lnTo>
                    <a:pt x="711" y="534"/>
                  </a:lnTo>
                  <a:lnTo>
                    <a:pt x="692" y="494"/>
                  </a:lnTo>
                  <a:lnTo>
                    <a:pt x="672" y="475"/>
                  </a:lnTo>
                  <a:lnTo>
                    <a:pt x="672" y="573"/>
                  </a:lnTo>
                  <a:lnTo>
                    <a:pt x="652" y="534"/>
                  </a:lnTo>
                  <a:lnTo>
                    <a:pt x="652" y="573"/>
                  </a:lnTo>
                  <a:lnTo>
                    <a:pt x="672" y="613"/>
                  </a:lnTo>
                  <a:lnTo>
                    <a:pt x="672" y="652"/>
                  </a:lnTo>
                  <a:lnTo>
                    <a:pt x="652" y="633"/>
                  </a:lnTo>
                  <a:lnTo>
                    <a:pt x="632" y="573"/>
                  </a:lnTo>
                  <a:lnTo>
                    <a:pt x="632" y="633"/>
                  </a:lnTo>
                  <a:lnTo>
                    <a:pt x="632" y="652"/>
                  </a:lnTo>
                  <a:lnTo>
                    <a:pt x="652" y="692"/>
                  </a:lnTo>
                  <a:lnTo>
                    <a:pt x="652" y="731"/>
                  </a:lnTo>
                  <a:lnTo>
                    <a:pt x="613" y="672"/>
                  </a:lnTo>
                  <a:lnTo>
                    <a:pt x="613" y="633"/>
                  </a:lnTo>
                  <a:lnTo>
                    <a:pt x="593" y="573"/>
                  </a:lnTo>
                  <a:lnTo>
                    <a:pt x="593" y="554"/>
                  </a:lnTo>
                  <a:lnTo>
                    <a:pt x="573" y="554"/>
                  </a:lnTo>
                  <a:lnTo>
                    <a:pt x="573" y="494"/>
                  </a:lnTo>
                  <a:lnTo>
                    <a:pt x="553" y="514"/>
                  </a:lnTo>
                  <a:lnTo>
                    <a:pt x="573" y="573"/>
                  </a:lnTo>
                  <a:lnTo>
                    <a:pt x="573" y="633"/>
                  </a:lnTo>
                  <a:lnTo>
                    <a:pt x="553" y="554"/>
                  </a:lnTo>
                  <a:lnTo>
                    <a:pt x="534" y="573"/>
                  </a:lnTo>
                  <a:lnTo>
                    <a:pt x="553" y="593"/>
                  </a:lnTo>
                  <a:lnTo>
                    <a:pt x="573" y="672"/>
                  </a:lnTo>
                  <a:lnTo>
                    <a:pt x="593" y="731"/>
                  </a:lnTo>
                  <a:lnTo>
                    <a:pt x="593" y="771"/>
                  </a:lnTo>
                  <a:lnTo>
                    <a:pt x="613" y="830"/>
                  </a:lnTo>
                  <a:lnTo>
                    <a:pt x="613" y="850"/>
                  </a:lnTo>
                  <a:lnTo>
                    <a:pt x="553" y="771"/>
                  </a:lnTo>
                  <a:lnTo>
                    <a:pt x="534" y="633"/>
                  </a:lnTo>
                  <a:lnTo>
                    <a:pt x="494" y="475"/>
                  </a:lnTo>
                  <a:lnTo>
                    <a:pt x="474" y="514"/>
                  </a:lnTo>
                  <a:lnTo>
                    <a:pt x="455" y="494"/>
                  </a:lnTo>
                  <a:lnTo>
                    <a:pt x="474" y="593"/>
                  </a:lnTo>
                  <a:lnTo>
                    <a:pt x="494" y="692"/>
                  </a:lnTo>
                  <a:lnTo>
                    <a:pt x="474" y="672"/>
                  </a:lnTo>
                  <a:lnTo>
                    <a:pt x="474" y="692"/>
                  </a:lnTo>
                  <a:lnTo>
                    <a:pt x="455" y="731"/>
                  </a:lnTo>
                  <a:lnTo>
                    <a:pt x="474" y="791"/>
                  </a:lnTo>
                  <a:lnTo>
                    <a:pt x="494" y="870"/>
                  </a:lnTo>
                  <a:lnTo>
                    <a:pt x="494" y="889"/>
                  </a:lnTo>
                  <a:lnTo>
                    <a:pt x="494" y="949"/>
                  </a:lnTo>
                  <a:lnTo>
                    <a:pt x="474" y="889"/>
                  </a:lnTo>
                  <a:lnTo>
                    <a:pt x="455" y="870"/>
                  </a:lnTo>
                  <a:lnTo>
                    <a:pt x="455" y="909"/>
                  </a:lnTo>
                  <a:lnTo>
                    <a:pt x="435" y="850"/>
                  </a:lnTo>
                  <a:lnTo>
                    <a:pt x="455" y="830"/>
                  </a:lnTo>
                  <a:lnTo>
                    <a:pt x="455" y="810"/>
                  </a:lnTo>
                  <a:lnTo>
                    <a:pt x="435" y="791"/>
                  </a:lnTo>
                  <a:lnTo>
                    <a:pt x="395" y="692"/>
                  </a:lnTo>
                  <a:lnTo>
                    <a:pt x="415" y="751"/>
                  </a:lnTo>
                  <a:lnTo>
                    <a:pt x="415" y="810"/>
                  </a:lnTo>
                  <a:lnTo>
                    <a:pt x="395" y="751"/>
                  </a:lnTo>
                  <a:lnTo>
                    <a:pt x="356" y="751"/>
                  </a:lnTo>
                  <a:lnTo>
                    <a:pt x="316" y="652"/>
                  </a:lnTo>
                  <a:lnTo>
                    <a:pt x="316" y="731"/>
                  </a:lnTo>
                  <a:lnTo>
                    <a:pt x="316" y="791"/>
                  </a:lnTo>
                  <a:lnTo>
                    <a:pt x="336" y="830"/>
                  </a:lnTo>
                  <a:lnTo>
                    <a:pt x="336" y="889"/>
                  </a:lnTo>
                  <a:lnTo>
                    <a:pt x="356" y="909"/>
                  </a:lnTo>
                  <a:lnTo>
                    <a:pt x="356" y="870"/>
                  </a:lnTo>
                  <a:lnTo>
                    <a:pt x="356" y="830"/>
                  </a:lnTo>
                  <a:lnTo>
                    <a:pt x="376" y="870"/>
                  </a:lnTo>
                  <a:lnTo>
                    <a:pt x="356" y="751"/>
                  </a:lnTo>
                  <a:lnTo>
                    <a:pt x="376" y="791"/>
                  </a:lnTo>
                  <a:lnTo>
                    <a:pt x="395" y="889"/>
                  </a:lnTo>
                  <a:lnTo>
                    <a:pt x="395" y="929"/>
                  </a:lnTo>
                  <a:lnTo>
                    <a:pt x="395" y="949"/>
                  </a:lnTo>
                  <a:lnTo>
                    <a:pt x="415" y="988"/>
                  </a:lnTo>
                  <a:lnTo>
                    <a:pt x="435" y="988"/>
                  </a:lnTo>
                  <a:lnTo>
                    <a:pt x="474" y="1087"/>
                  </a:lnTo>
                  <a:lnTo>
                    <a:pt x="494" y="1225"/>
                  </a:lnTo>
                  <a:lnTo>
                    <a:pt x="474" y="1166"/>
                  </a:lnTo>
                  <a:lnTo>
                    <a:pt x="474" y="1265"/>
                  </a:lnTo>
                  <a:lnTo>
                    <a:pt x="455" y="1205"/>
                  </a:lnTo>
                  <a:lnTo>
                    <a:pt x="455" y="1245"/>
                  </a:lnTo>
                  <a:lnTo>
                    <a:pt x="455" y="1284"/>
                  </a:lnTo>
                  <a:lnTo>
                    <a:pt x="474" y="1344"/>
                  </a:lnTo>
                  <a:lnTo>
                    <a:pt x="474" y="1344"/>
                  </a:lnTo>
                  <a:lnTo>
                    <a:pt x="455" y="1324"/>
                  </a:lnTo>
                  <a:lnTo>
                    <a:pt x="435" y="1265"/>
                  </a:lnTo>
                  <a:lnTo>
                    <a:pt x="415" y="1245"/>
                  </a:lnTo>
                  <a:lnTo>
                    <a:pt x="376" y="1107"/>
                  </a:lnTo>
                  <a:lnTo>
                    <a:pt x="376" y="1146"/>
                  </a:lnTo>
                  <a:lnTo>
                    <a:pt x="336" y="929"/>
                  </a:lnTo>
                  <a:lnTo>
                    <a:pt x="297" y="909"/>
                  </a:lnTo>
                  <a:lnTo>
                    <a:pt x="277" y="929"/>
                  </a:lnTo>
                  <a:lnTo>
                    <a:pt x="297" y="1028"/>
                  </a:lnTo>
                  <a:lnTo>
                    <a:pt x="297" y="1047"/>
                  </a:lnTo>
                  <a:lnTo>
                    <a:pt x="316" y="1087"/>
                  </a:lnTo>
                  <a:lnTo>
                    <a:pt x="297" y="1087"/>
                  </a:lnTo>
                  <a:lnTo>
                    <a:pt x="297" y="1107"/>
                  </a:lnTo>
                  <a:lnTo>
                    <a:pt x="257" y="949"/>
                  </a:lnTo>
                  <a:lnTo>
                    <a:pt x="257" y="968"/>
                  </a:lnTo>
                  <a:lnTo>
                    <a:pt x="218" y="929"/>
                  </a:lnTo>
                  <a:lnTo>
                    <a:pt x="218" y="889"/>
                  </a:lnTo>
                  <a:lnTo>
                    <a:pt x="237" y="889"/>
                  </a:lnTo>
                  <a:lnTo>
                    <a:pt x="277" y="929"/>
                  </a:lnTo>
                  <a:lnTo>
                    <a:pt x="277" y="929"/>
                  </a:lnTo>
                  <a:lnTo>
                    <a:pt x="237" y="771"/>
                  </a:lnTo>
                  <a:lnTo>
                    <a:pt x="237" y="810"/>
                  </a:lnTo>
                  <a:lnTo>
                    <a:pt x="218" y="791"/>
                  </a:lnTo>
                  <a:lnTo>
                    <a:pt x="198" y="731"/>
                  </a:lnTo>
                  <a:lnTo>
                    <a:pt x="218" y="810"/>
                  </a:lnTo>
                  <a:lnTo>
                    <a:pt x="237" y="889"/>
                  </a:lnTo>
                  <a:lnTo>
                    <a:pt x="237" y="889"/>
                  </a:lnTo>
                  <a:lnTo>
                    <a:pt x="218" y="870"/>
                  </a:lnTo>
                  <a:lnTo>
                    <a:pt x="198" y="850"/>
                  </a:lnTo>
                  <a:lnTo>
                    <a:pt x="178" y="830"/>
                  </a:lnTo>
                  <a:lnTo>
                    <a:pt x="178" y="810"/>
                  </a:lnTo>
                  <a:lnTo>
                    <a:pt x="158" y="810"/>
                  </a:lnTo>
                  <a:lnTo>
                    <a:pt x="139" y="771"/>
                  </a:lnTo>
                  <a:lnTo>
                    <a:pt x="158" y="870"/>
                  </a:lnTo>
                  <a:lnTo>
                    <a:pt x="119" y="810"/>
                  </a:lnTo>
                  <a:lnTo>
                    <a:pt x="99" y="751"/>
                  </a:lnTo>
                  <a:lnTo>
                    <a:pt x="119" y="830"/>
                  </a:lnTo>
                  <a:lnTo>
                    <a:pt x="119" y="870"/>
                  </a:lnTo>
                  <a:lnTo>
                    <a:pt x="139" y="929"/>
                  </a:lnTo>
                  <a:lnTo>
                    <a:pt x="158" y="988"/>
                  </a:lnTo>
                  <a:lnTo>
                    <a:pt x="158" y="1008"/>
                  </a:lnTo>
                  <a:lnTo>
                    <a:pt x="178" y="1047"/>
                  </a:lnTo>
                  <a:lnTo>
                    <a:pt x="158" y="1047"/>
                  </a:lnTo>
                  <a:lnTo>
                    <a:pt x="99" y="850"/>
                  </a:lnTo>
                  <a:lnTo>
                    <a:pt x="99" y="870"/>
                  </a:lnTo>
                  <a:lnTo>
                    <a:pt x="79" y="870"/>
                  </a:lnTo>
                  <a:lnTo>
                    <a:pt x="99" y="929"/>
                  </a:lnTo>
                  <a:lnTo>
                    <a:pt x="119" y="968"/>
                  </a:lnTo>
                  <a:lnTo>
                    <a:pt x="119" y="988"/>
                  </a:lnTo>
                  <a:lnTo>
                    <a:pt x="99" y="988"/>
                  </a:lnTo>
                  <a:lnTo>
                    <a:pt x="119" y="1028"/>
                  </a:lnTo>
                  <a:lnTo>
                    <a:pt x="139" y="1146"/>
                  </a:lnTo>
                  <a:lnTo>
                    <a:pt x="119" y="1107"/>
                  </a:lnTo>
                  <a:lnTo>
                    <a:pt x="79" y="1008"/>
                  </a:lnTo>
                  <a:lnTo>
                    <a:pt x="20" y="889"/>
                  </a:lnTo>
                  <a:lnTo>
                    <a:pt x="20" y="909"/>
                  </a:lnTo>
                  <a:lnTo>
                    <a:pt x="0" y="909"/>
                  </a:lnTo>
                  <a:lnTo>
                    <a:pt x="20" y="929"/>
                  </a:lnTo>
                  <a:lnTo>
                    <a:pt x="40" y="968"/>
                  </a:lnTo>
                  <a:lnTo>
                    <a:pt x="40" y="988"/>
                  </a:lnTo>
                  <a:lnTo>
                    <a:pt x="79" y="1107"/>
                  </a:lnTo>
                  <a:lnTo>
                    <a:pt x="79" y="1097"/>
                  </a:lnTo>
                  <a:lnTo>
                    <a:pt x="99" y="1166"/>
                  </a:lnTo>
                  <a:lnTo>
                    <a:pt x="107" y="1186"/>
                  </a:lnTo>
                  <a:lnTo>
                    <a:pt x="107" y="1186"/>
                  </a:lnTo>
                  <a:lnTo>
                    <a:pt x="99" y="1146"/>
                  </a:lnTo>
                  <a:lnTo>
                    <a:pt x="99" y="1107"/>
                  </a:lnTo>
                  <a:lnTo>
                    <a:pt x="119" y="1166"/>
                  </a:lnTo>
                  <a:lnTo>
                    <a:pt x="139" y="1166"/>
                  </a:lnTo>
                  <a:lnTo>
                    <a:pt x="158" y="1186"/>
                  </a:lnTo>
                  <a:lnTo>
                    <a:pt x="178" y="1225"/>
                  </a:lnTo>
                  <a:lnTo>
                    <a:pt x="158" y="1146"/>
                  </a:lnTo>
                  <a:lnTo>
                    <a:pt x="139" y="1067"/>
                  </a:lnTo>
                  <a:lnTo>
                    <a:pt x="158" y="1087"/>
                  </a:lnTo>
                  <a:lnTo>
                    <a:pt x="178" y="1126"/>
                  </a:lnTo>
                  <a:lnTo>
                    <a:pt x="178" y="1166"/>
                  </a:lnTo>
                  <a:lnTo>
                    <a:pt x="198" y="1245"/>
                  </a:lnTo>
                  <a:lnTo>
                    <a:pt x="237" y="1383"/>
                  </a:lnTo>
                  <a:lnTo>
                    <a:pt x="237" y="1462"/>
                  </a:lnTo>
                  <a:lnTo>
                    <a:pt x="257" y="1521"/>
                  </a:lnTo>
                  <a:lnTo>
                    <a:pt x="257" y="1502"/>
                  </a:lnTo>
                  <a:lnTo>
                    <a:pt x="297" y="1581"/>
                  </a:lnTo>
                  <a:lnTo>
                    <a:pt x="316" y="1620"/>
                  </a:lnTo>
                  <a:lnTo>
                    <a:pt x="316" y="1660"/>
                  </a:lnTo>
                  <a:lnTo>
                    <a:pt x="336" y="1699"/>
                  </a:lnTo>
                  <a:lnTo>
                    <a:pt x="336" y="1679"/>
                  </a:lnTo>
                  <a:lnTo>
                    <a:pt x="316" y="1581"/>
                  </a:lnTo>
                  <a:lnTo>
                    <a:pt x="336" y="1581"/>
                  </a:lnTo>
                  <a:lnTo>
                    <a:pt x="336" y="1561"/>
                  </a:lnTo>
                  <a:lnTo>
                    <a:pt x="336" y="1541"/>
                  </a:lnTo>
                  <a:lnTo>
                    <a:pt x="356" y="1561"/>
                  </a:lnTo>
                  <a:lnTo>
                    <a:pt x="336" y="1482"/>
                  </a:lnTo>
                  <a:lnTo>
                    <a:pt x="336" y="1462"/>
                  </a:lnTo>
                  <a:lnTo>
                    <a:pt x="336" y="1442"/>
                  </a:lnTo>
                  <a:lnTo>
                    <a:pt x="356" y="1521"/>
                  </a:lnTo>
                  <a:lnTo>
                    <a:pt x="376" y="1502"/>
                  </a:lnTo>
                  <a:lnTo>
                    <a:pt x="356" y="1403"/>
                  </a:lnTo>
                  <a:lnTo>
                    <a:pt x="316" y="1324"/>
                  </a:lnTo>
                  <a:lnTo>
                    <a:pt x="297" y="1265"/>
                  </a:lnTo>
                  <a:lnTo>
                    <a:pt x="316" y="1304"/>
                  </a:lnTo>
                  <a:lnTo>
                    <a:pt x="336" y="1324"/>
                  </a:lnTo>
                  <a:lnTo>
                    <a:pt x="395" y="1462"/>
                  </a:lnTo>
                  <a:lnTo>
                    <a:pt x="376" y="1363"/>
                  </a:lnTo>
                  <a:lnTo>
                    <a:pt x="415" y="1482"/>
                  </a:lnTo>
                  <a:lnTo>
                    <a:pt x="415" y="1541"/>
                  </a:lnTo>
                  <a:lnTo>
                    <a:pt x="395" y="1521"/>
                  </a:lnTo>
                  <a:lnTo>
                    <a:pt x="395" y="1541"/>
                  </a:lnTo>
                  <a:lnTo>
                    <a:pt x="376" y="1521"/>
                  </a:lnTo>
                  <a:lnTo>
                    <a:pt x="376" y="1521"/>
                  </a:lnTo>
                  <a:lnTo>
                    <a:pt x="395" y="1581"/>
                  </a:lnTo>
                  <a:lnTo>
                    <a:pt x="395" y="1600"/>
                  </a:lnTo>
                  <a:lnTo>
                    <a:pt x="435" y="1679"/>
                  </a:lnTo>
                  <a:lnTo>
                    <a:pt x="474" y="1798"/>
                  </a:lnTo>
                  <a:lnTo>
                    <a:pt x="474" y="1818"/>
                  </a:lnTo>
                  <a:lnTo>
                    <a:pt x="494" y="1837"/>
                  </a:lnTo>
                  <a:lnTo>
                    <a:pt x="455" y="1640"/>
                  </a:lnTo>
                  <a:lnTo>
                    <a:pt x="455" y="1600"/>
                  </a:lnTo>
                  <a:lnTo>
                    <a:pt x="474" y="1620"/>
                  </a:lnTo>
                  <a:lnTo>
                    <a:pt x="474" y="1660"/>
                  </a:lnTo>
                  <a:lnTo>
                    <a:pt x="494" y="1739"/>
                  </a:lnTo>
                  <a:lnTo>
                    <a:pt x="494" y="1719"/>
                  </a:lnTo>
                  <a:lnTo>
                    <a:pt x="514" y="1739"/>
                  </a:lnTo>
                  <a:lnTo>
                    <a:pt x="494" y="1699"/>
                  </a:lnTo>
                  <a:lnTo>
                    <a:pt x="514" y="1719"/>
                  </a:lnTo>
                  <a:lnTo>
                    <a:pt x="553" y="1778"/>
                  </a:lnTo>
                  <a:lnTo>
                    <a:pt x="553" y="1798"/>
                  </a:lnTo>
                  <a:lnTo>
                    <a:pt x="534" y="1778"/>
                  </a:lnTo>
                  <a:lnTo>
                    <a:pt x="534" y="1798"/>
                  </a:lnTo>
                  <a:lnTo>
                    <a:pt x="553" y="1837"/>
                  </a:lnTo>
                  <a:lnTo>
                    <a:pt x="534" y="1837"/>
                  </a:lnTo>
                  <a:lnTo>
                    <a:pt x="553" y="1877"/>
                  </a:lnTo>
                  <a:lnTo>
                    <a:pt x="573" y="1897"/>
                  </a:lnTo>
                  <a:lnTo>
                    <a:pt x="573" y="1857"/>
                  </a:lnTo>
                  <a:lnTo>
                    <a:pt x="593" y="1936"/>
                  </a:lnTo>
                  <a:lnTo>
                    <a:pt x="613" y="1936"/>
                  </a:lnTo>
                  <a:lnTo>
                    <a:pt x="613" y="1956"/>
                  </a:lnTo>
                  <a:lnTo>
                    <a:pt x="632" y="1956"/>
                  </a:lnTo>
                  <a:lnTo>
                    <a:pt x="632" y="1877"/>
                  </a:lnTo>
                  <a:lnTo>
                    <a:pt x="613" y="1778"/>
                  </a:lnTo>
                  <a:lnTo>
                    <a:pt x="652" y="1897"/>
                  </a:lnTo>
                  <a:lnTo>
                    <a:pt x="672" y="1936"/>
                  </a:lnTo>
                  <a:lnTo>
                    <a:pt x="632" y="1818"/>
                  </a:lnTo>
                  <a:lnTo>
                    <a:pt x="632" y="1739"/>
                  </a:lnTo>
                  <a:lnTo>
                    <a:pt x="652" y="1818"/>
                  </a:lnTo>
                  <a:lnTo>
                    <a:pt x="657" y="1840"/>
                  </a:lnTo>
                  <a:lnTo>
                    <a:pt x="692" y="1857"/>
                  </a:lnTo>
                  <a:lnTo>
                    <a:pt x="711" y="1916"/>
                  </a:lnTo>
                  <a:lnTo>
                    <a:pt x="711" y="1857"/>
                  </a:lnTo>
                  <a:lnTo>
                    <a:pt x="692" y="1778"/>
                  </a:lnTo>
                  <a:lnTo>
                    <a:pt x="692" y="1818"/>
                  </a:lnTo>
                  <a:lnTo>
                    <a:pt x="672" y="1739"/>
                  </a:lnTo>
                  <a:lnTo>
                    <a:pt x="672" y="1739"/>
                  </a:lnTo>
                  <a:lnTo>
                    <a:pt x="692" y="1758"/>
                  </a:lnTo>
                  <a:lnTo>
                    <a:pt x="711" y="1798"/>
                  </a:lnTo>
                  <a:lnTo>
                    <a:pt x="731" y="1837"/>
                  </a:lnTo>
                  <a:lnTo>
                    <a:pt x="751" y="1837"/>
                  </a:lnTo>
                  <a:lnTo>
                    <a:pt x="771" y="1877"/>
                  </a:lnTo>
                  <a:lnTo>
                    <a:pt x="771" y="1818"/>
                  </a:lnTo>
                  <a:lnTo>
                    <a:pt x="731" y="1739"/>
                  </a:lnTo>
                  <a:lnTo>
                    <a:pt x="731" y="1739"/>
                  </a:lnTo>
                  <a:lnTo>
                    <a:pt x="751" y="1758"/>
                  </a:lnTo>
                  <a:lnTo>
                    <a:pt x="771" y="1798"/>
                  </a:lnTo>
                  <a:lnTo>
                    <a:pt x="771" y="1818"/>
                  </a:lnTo>
                  <a:lnTo>
                    <a:pt x="790" y="1818"/>
                  </a:lnTo>
                  <a:lnTo>
                    <a:pt x="781" y="1783"/>
                  </a:lnTo>
                  <a:lnTo>
                    <a:pt x="781" y="1783"/>
                  </a:lnTo>
                  <a:lnTo>
                    <a:pt x="810" y="1857"/>
                  </a:lnTo>
                  <a:lnTo>
                    <a:pt x="810" y="1837"/>
                  </a:lnTo>
                  <a:lnTo>
                    <a:pt x="830" y="1857"/>
                  </a:lnTo>
                  <a:lnTo>
                    <a:pt x="830" y="1837"/>
                  </a:lnTo>
                  <a:lnTo>
                    <a:pt x="830" y="1798"/>
                  </a:lnTo>
                  <a:lnTo>
                    <a:pt x="830" y="1739"/>
                  </a:lnTo>
                  <a:lnTo>
                    <a:pt x="850" y="1719"/>
                  </a:lnTo>
                  <a:lnTo>
                    <a:pt x="869" y="1818"/>
                  </a:lnTo>
                  <a:lnTo>
                    <a:pt x="850" y="1837"/>
                  </a:lnTo>
                  <a:lnTo>
                    <a:pt x="869" y="1877"/>
                  </a:lnTo>
                  <a:lnTo>
                    <a:pt x="869" y="1857"/>
                  </a:lnTo>
                  <a:lnTo>
                    <a:pt x="889" y="1857"/>
                  </a:lnTo>
                  <a:lnTo>
                    <a:pt x="889" y="1837"/>
                  </a:lnTo>
                  <a:lnTo>
                    <a:pt x="869" y="1758"/>
                  </a:lnTo>
                  <a:lnTo>
                    <a:pt x="869" y="1739"/>
                  </a:lnTo>
                  <a:lnTo>
                    <a:pt x="889" y="1758"/>
                  </a:lnTo>
                  <a:lnTo>
                    <a:pt x="889" y="1739"/>
                  </a:lnTo>
                  <a:lnTo>
                    <a:pt x="909" y="1719"/>
                  </a:lnTo>
                  <a:lnTo>
                    <a:pt x="889" y="1620"/>
                  </a:lnTo>
                  <a:lnTo>
                    <a:pt x="889" y="1640"/>
                  </a:lnTo>
                  <a:lnTo>
                    <a:pt x="869" y="1581"/>
                  </a:lnTo>
                  <a:lnTo>
                    <a:pt x="869" y="1620"/>
                  </a:lnTo>
                  <a:lnTo>
                    <a:pt x="869" y="1640"/>
                  </a:lnTo>
                  <a:lnTo>
                    <a:pt x="830" y="1581"/>
                  </a:lnTo>
                  <a:lnTo>
                    <a:pt x="830" y="1541"/>
                  </a:lnTo>
                  <a:lnTo>
                    <a:pt x="810" y="1462"/>
                  </a:lnTo>
                  <a:lnTo>
                    <a:pt x="810" y="1383"/>
                  </a:lnTo>
                  <a:lnTo>
                    <a:pt x="810" y="1344"/>
                  </a:lnTo>
                  <a:lnTo>
                    <a:pt x="830" y="1423"/>
                  </a:lnTo>
                  <a:lnTo>
                    <a:pt x="830" y="1462"/>
                  </a:lnTo>
                  <a:lnTo>
                    <a:pt x="845" y="1462"/>
                  </a:lnTo>
                  <a:lnTo>
                    <a:pt x="830" y="1403"/>
                  </a:lnTo>
                  <a:lnTo>
                    <a:pt x="830" y="1363"/>
                  </a:lnTo>
                  <a:lnTo>
                    <a:pt x="850" y="1403"/>
                  </a:lnTo>
                  <a:lnTo>
                    <a:pt x="850" y="1363"/>
                  </a:lnTo>
                  <a:lnTo>
                    <a:pt x="869" y="1423"/>
                  </a:lnTo>
                  <a:lnTo>
                    <a:pt x="869" y="1462"/>
                  </a:lnTo>
                  <a:lnTo>
                    <a:pt x="869" y="1502"/>
                  </a:lnTo>
                  <a:lnTo>
                    <a:pt x="909" y="1620"/>
                  </a:lnTo>
                  <a:lnTo>
                    <a:pt x="929" y="1739"/>
                  </a:lnTo>
                  <a:lnTo>
                    <a:pt x="948" y="1778"/>
                  </a:lnTo>
                  <a:lnTo>
                    <a:pt x="948" y="1739"/>
                  </a:lnTo>
                  <a:lnTo>
                    <a:pt x="968" y="1739"/>
                  </a:lnTo>
                  <a:lnTo>
                    <a:pt x="968" y="1679"/>
                  </a:lnTo>
                  <a:lnTo>
                    <a:pt x="988" y="1739"/>
                  </a:lnTo>
                  <a:lnTo>
                    <a:pt x="1008" y="1679"/>
                  </a:lnTo>
                  <a:lnTo>
                    <a:pt x="1027" y="1758"/>
                  </a:lnTo>
                  <a:lnTo>
                    <a:pt x="1047" y="1758"/>
                  </a:lnTo>
                  <a:lnTo>
                    <a:pt x="1047" y="1699"/>
                  </a:lnTo>
                  <a:lnTo>
                    <a:pt x="1047" y="1640"/>
                  </a:lnTo>
                  <a:lnTo>
                    <a:pt x="1067" y="1640"/>
                  </a:lnTo>
                  <a:lnTo>
                    <a:pt x="1087" y="1679"/>
                  </a:lnTo>
                  <a:lnTo>
                    <a:pt x="1087" y="1640"/>
                  </a:lnTo>
                  <a:lnTo>
                    <a:pt x="1106" y="1699"/>
                  </a:lnTo>
                  <a:lnTo>
                    <a:pt x="1106" y="1679"/>
                  </a:lnTo>
                  <a:lnTo>
                    <a:pt x="1126" y="1640"/>
                  </a:lnTo>
                  <a:lnTo>
                    <a:pt x="1146" y="1699"/>
                  </a:lnTo>
                  <a:lnTo>
                    <a:pt x="1146" y="1660"/>
                  </a:lnTo>
                  <a:lnTo>
                    <a:pt x="1146" y="1581"/>
                  </a:lnTo>
                  <a:lnTo>
                    <a:pt x="1166" y="1679"/>
                  </a:lnTo>
                  <a:lnTo>
                    <a:pt x="1205" y="1620"/>
                  </a:lnTo>
                  <a:lnTo>
                    <a:pt x="1265" y="1581"/>
                  </a:lnTo>
                  <a:lnTo>
                    <a:pt x="1265" y="1600"/>
                  </a:lnTo>
                  <a:lnTo>
                    <a:pt x="1284" y="1581"/>
                  </a:lnTo>
                  <a:lnTo>
                    <a:pt x="1284" y="1541"/>
                  </a:lnTo>
                  <a:lnTo>
                    <a:pt x="1304" y="1502"/>
                  </a:lnTo>
                  <a:lnTo>
                    <a:pt x="1324" y="1502"/>
                  </a:lnTo>
                  <a:lnTo>
                    <a:pt x="1324" y="1462"/>
                  </a:lnTo>
                  <a:lnTo>
                    <a:pt x="1304" y="1403"/>
                  </a:lnTo>
                  <a:lnTo>
                    <a:pt x="1284" y="1284"/>
                  </a:lnTo>
                  <a:lnTo>
                    <a:pt x="1284" y="1265"/>
                  </a:lnTo>
                  <a:lnTo>
                    <a:pt x="1304" y="1304"/>
                  </a:lnTo>
                  <a:lnTo>
                    <a:pt x="1304" y="1344"/>
                  </a:lnTo>
                  <a:lnTo>
                    <a:pt x="1324" y="1363"/>
                  </a:lnTo>
                  <a:lnTo>
                    <a:pt x="1344" y="1442"/>
                  </a:lnTo>
                  <a:lnTo>
                    <a:pt x="1344" y="1462"/>
                  </a:lnTo>
                  <a:lnTo>
                    <a:pt x="1363" y="1462"/>
                  </a:lnTo>
                  <a:lnTo>
                    <a:pt x="1383" y="1482"/>
                  </a:lnTo>
                  <a:lnTo>
                    <a:pt x="1383" y="1502"/>
                  </a:lnTo>
                  <a:lnTo>
                    <a:pt x="1383" y="1521"/>
                  </a:lnTo>
                  <a:lnTo>
                    <a:pt x="1363" y="1581"/>
                  </a:lnTo>
                  <a:lnTo>
                    <a:pt x="1383" y="1541"/>
                  </a:lnTo>
                  <a:lnTo>
                    <a:pt x="1403" y="1541"/>
                  </a:lnTo>
                  <a:lnTo>
                    <a:pt x="1403" y="1482"/>
                  </a:lnTo>
                  <a:lnTo>
                    <a:pt x="1403" y="1462"/>
                  </a:lnTo>
                  <a:lnTo>
                    <a:pt x="1403" y="1403"/>
                  </a:lnTo>
                  <a:lnTo>
                    <a:pt x="1423" y="1502"/>
                  </a:lnTo>
                  <a:lnTo>
                    <a:pt x="1423" y="1442"/>
                  </a:lnTo>
                  <a:lnTo>
                    <a:pt x="1423" y="1423"/>
                  </a:lnTo>
                  <a:lnTo>
                    <a:pt x="1442" y="1423"/>
                  </a:lnTo>
                  <a:lnTo>
                    <a:pt x="1442" y="1442"/>
                  </a:lnTo>
                  <a:lnTo>
                    <a:pt x="1462" y="1502"/>
                  </a:lnTo>
                  <a:lnTo>
                    <a:pt x="1462" y="1462"/>
                  </a:lnTo>
                  <a:lnTo>
                    <a:pt x="1462" y="1442"/>
                  </a:lnTo>
                  <a:lnTo>
                    <a:pt x="1482" y="1482"/>
                  </a:lnTo>
                  <a:lnTo>
                    <a:pt x="1502" y="1502"/>
                  </a:lnTo>
                  <a:lnTo>
                    <a:pt x="1521" y="1502"/>
                  </a:lnTo>
                  <a:lnTo>
                    <a:pt x="1541" y="1521"/>
                  </a:lnTo>
                  <a:lnTo>
                    <a:pt x="1561" y="1482"/>
                  </a:lnTo>
                  <a:lnTo>
                    <a:pt x="1561" y="1423"/>
                  </a:lnTo>
                  <a:lnTo>
                    <a:pt x="1541" y="1403"/>
                  </a:lnTo>
                  <a:lnTo>
                    <a:pt x="1541" y="1344"/>
                  </a:lnTo>
                  <a:lnTo>
                    <a:pt x="1541" y="1324"/>
                  </a:lnTo>
                  <a:lnTo>
                    <a:pt x="1541" y="1304"/>
                  </a:lnTo>
                  <a:lnTo>
                    <a:pt x="1561" y="1344"/>
                  </a:lnTo>
                  <a:lnTo>
                    <a:pt x="1561" y="1383"/>
                  </a:lnTo>
                  <a:lnTo>
                    <a:pt x="1581" y="1423"/>
                  </a:lnTo>
                  <a:lnTo>
                    <a:pt x="1600" y="1423"/>
                  </a:lnTo>
                  <a:lnTo>
                    <a:pt x="1600" y="1462"/>
                  </a:lnTo>
                  <a:lnTo>
                    <a:pt x="1620" y="1442"/>
                  </a:lnTo>
                  <a:lnTo>
                    <a:pt x="1620" y="1482"/>
                  </a:lnTo>
                  <a:lnTo>
                    <a:pt x="1640" y="1462"/>
                  </a:lnTo>
                  <a:lnTo>
                    <a:pt x="1640" y="1423"/>
                  </a:lnTo>
                  <a:lnTo>
                    <a:pt x="1660" y="1324"/>
                  </a:lnTo>
                  <a:lnTo>
                    <a:pt x="1660" y="1344"/>
                  </a:lnTo>
                  <a:lnTo>
                    <a:pt x="1679" y="1265"/>
                  </a:lnTo>
                  <a:lnTo>
                    <a:pt x="1679" y="1205"/>
                  </a:lnTo>
                  <a:lnTo>
                    <a:pt x="1699" y="1265"/>
                  </a:lnTo>
                  <a:lnTo>
                    <a:pt x="1699" y="1324"/>
                  </a:lnTo>
                  <a:lnTo>
                    <a:pt x="1679" y="1324"/>
                  </a:lnTo>
                  <a:lnTo>
                    <a:pt x="1699" y="1403"/>
                  </a:lnTo>
                  <a:lnTo>
                    <a:pt x="1719" y="1423"/>
                  </a:lnTo>
                  <a:lnTo>
                    <a:pt x="1739" y="1442"/>
                  </a:lnTo>
                  <a:lnTo>
                    <a:pt x="1758" y="1423"/>
                  </a:lnTo>
                  <a:lnTo>
                    <a:pt x="1778" y="1403"/>
                  </a:lnTo>
                  <a:lnTo>
                    <a:pt x="1798" y="1383"/>
                  </a:lnTo>
                  <a:lnTo>
                    <a:pt x="1798" y="1363"/>
                  </a:lnTo>
                  <a:lnTo>
                    <a:pt x="1837" y="1423"/>
                  </a:lnTo>
                  <a:lnTo>
                    <a:pt x="1857" y="1403"/>
                  </a:lnTo>
                  <a:lnTo>
                    <a:pt x="1877" y="1403"/>
                  </a:lnTo>
                  <a:lnTo>
                    <a:pt x="1897" y="1344"/>
                  </a:lnTo>
                  <a:lnTo>
                    <a:pt x="1897" y="1403"/>
                  </a:lnTo>
                  <a:lnTo>
                    <a:pt x="1916" y="1304"/>
                  </a:lnTo>
                  <a:lnTo>
                    <a:pt x="1936" y="1265"/>
                  </a:lnTo>
                  <a:lnTo>
                    <a:pt x="1956" y="1225"/>
                  </a:lnTo>
                  <a:lnTo>
                    <a:pt x="1976" y="1186"/>
                  </a:lnTo>
                  <a:lnTo>
                    <a:pt x="1976" y="1205"/>
                  </a:lnTo>
                  <a:lnTo>
                    <a:pt x="1976" y="1245"/>
                  </a:lnTo>
                  <a:lnTo>
                    <a:pt x="1995" y="1265"/>
                  </a:lnTo>
                  <a:lnTo>
                    <a:pt x="1995" y="1166"/>
                  </a:lnTo>
                  <a:lnTo>
                    <a:pt x="1995" y="1107"/>
                  </a:lnTo>
                  <a:lnTo>
                    <a:pt x="1995" y="1067"/>
                  </a:lnTo>
                  <a:lnTo>
                    <a:pt x="2015" y="1047"/>
                  </a:lnTo>
                  <a:lnTo>
                    <a:pt x="2015" y="1067"/>
                  </a:lnTo>
                  <a:lnTo>
                    <a:pt x="2035" y="1008"/>
                  </a:lnTo>
                  <a:lnTo>
                    <a:pt x="2074" y="988"/>
                  </a:lnTo>
                  <a:lnTo>
                    <a:pt x="2114" y="968"/>
                  </a:lnTo>
                  <a:lnTo>
                    <a:pt x="2173" y="988"/>
                  </a:lnTo>
                  <a:lnTo>
                    <a:pt x="2153" y="1047"/>
                  </a:lnTo>
                  <a:lnTo>
                    <a:pt x="2173" y="1028"/>
                  </a:lnTo>
                  <a:lnTo>
                    <a:pt x="2193" y="1047"/>
                  </a:lnTo>
                  <a:lnTo>
                    <a:pt x="2193" y="1028"/>
                  </a:lnTo>
                  <a:lnTo>
                    <a:pt x="2213" y="1067"/>
                  </a:lnTo>
                  <a:lnTo>
                    <a:pt x="2213" y="1087"/>
                  </a:lnTo>
                  <a:lnTo>
                    <a:pt x="2232" y="1126"/>
                  </a:lnTo>
                  <a:lnTo>
                    <a:pt x="2252" y="1146"/>
                  </a:lnTo>
                  <a:lnTo>
                    <a:pt x="2252" y="1126"/>
                  </a:lnTo>
                  <a:lnTo>
                    <a:pt x="2292" y="1265"/>
                  </a:lnTo>
                  <a:lnTo>
                    <a:pt x="2292" y="1186"/>
                  </a:lnTo>
                  <a:lnTo>
                    <a:pt x="2292" y="1166"/>
                  </a:lnTo>
                  <a:lnTo>
                    <a:pt x="2292" y="1126"/>
                  </a:lnTo>
                  <a:lnTo>
                    <a:pt x="2292" y="1107"/>
                  </a:lnTo>
                  <a:lnTo>
                    <a:pt x="2292" y="929"/>
                  </a:lnTo>
                  <a:lnTo>
                    <a:pt x="2272" y="771"/>
                  </a:lnTo>
                  <a:lnTo>
                    <a:pt x="2252" y="771"/>
                  </a:lnTo>
                  <a:lnTo>
                    <a:pt x="2252" y="712"/>
                  </a:lnTo>
                  <a:lnTo>
                    <a:pt x="2252" y="652"/>
                  </a:lnTo>
                  <a:lnTo>
                    <a:pt x="2232" y="652"/>
                  </a:lnTo>
                  <a:lnTo>
                    <a:pt x="2232" y="672"/>
                  </a:lnTo>
                  <a:lnTo>
                    <a:pt x="2213" y="652"/>
                  </a:lnTo>
                  <a:lnTo>
                    <a:pt x="2193" y="593"/>
                  </a:lnTo>
                  <a:lnTo>
                    <a:pt x="2193" y="534"/>
                  </a:lnTo>
                  <a:lnTo>
                    <a:pt x="2193" y="514"/>
                  </a:lnTo>
                  <a:lnTo>
                    <a:pt x="2173" y="534"/>
                  </a:lnTo>
                  <a:lnTo>
                    <a:pt x="2173" y="554"/>
                  </a:lnTo>
                  <a:lnTo>
                    <a:pt x="2153" y="514"/>
                  </a:lnTo>
                  <a:lnTo>
                    <a:pt x="2153" y="475"/>
                  </a:lnTo>
                  <a:lnTo>
                    <a:pt x="2153" y="455"/>
                  </a:lnTo>
                  <a:lnTo>
                    <a:pt x="2134" y="415"/>
                  </a:lnTo>
                  <a:lnTo>
                    <a:pt x="2134" y="494"/>
                  </a:lnTo>
                  <a:lnTo>
                    <a:pt x="2134" y="554"/>
                  </a:lnTo>
                  <a:lnTo>
                    <a:pt x="2114" y="514"/>
                  </a:lnTo>
                  <a:lnTo>
                    <a:pt x="2134" y="435"/>
                  </a:lnTo>
                  <a:lnTo>
                    <a:pt x="2114" y="396"/>
                  </a:lnTo>
                  <a:lnTo>
                    <a:pt x="2094" y="396"/>
                  </a:lnTo>
                  <a:lnTo>
                    <a:pt x="2094" y="356"/>
                  </a:lnTo>
                  <a:lnTo>
                    <a:pt x="2074" y="297"/>
                  </a:lnTo>
                  <a:lnTo>
                    <a:pt x="2074" y="317"/>
                  </a:lnTo>
                  <a:lnTo>
                    <a:pt x="2074" y="356"/>
                  </a:lnTo>
                  <a:lnTo>
                    <a:pt x="2055" y="356"/>
                  </a:lnTo>
                  <a:lnTo>
                    <a:pt x="2055" y="336"/>
                  </a:lnTo>
                  <a:lnTo>
                    <a:pt x="2055" y="317"/>
                  </a:lnTo>
                  <a:lnTo>
                    <a:pt x="2035" y="297"/>
                  </a:lnTo>
                  <a:lnTo>
                    <a:pt x="2035" y="257"/>
                  </a:lnTo>
                  <a:lnTo>
                    <a:pt x="2015" y="218"/>
                  </a:lnTo>
                  <a:lnTo>
                    <a:pt x="2015" y="257"/>
                  </a:lnTo>
                  <a:lnTo>
                    <a:pt x="1995" y="257"/>
                  </a:lnTo>
                  <a:lnTo>
                    <a:pt x="1995" y="356"/>
                  </a:lnTo>
                  <a:lnTo>
                    <a:pt x="1995" y="415"/>
                  </a:lnTo>
                  <a:lnTo>
                    <a:pt x="1995" y="435"/>
                  </a:lnTo>
                  <a:lnTo>
                    <a:pt x="1976" y="336"/>
                  </a:lnTo>
                  <a:lnTo>
                    <a:pt x="1956" y="198"/>
                  </a:lnTo>
                  <a:lnTo>
                    <a:pt x="1956" y="218"/>
                  </a:lnTo>
                  <a:lnTo>
                    <a:pt x="1936" y="218"/>
                  </a:lnTo>
                  <a:lnTo>
                    <a:pt x="1936" y="178"/>
                  </a:lnTo>
                  <a:lnTo>
                    <a:pt x="1936" y="139"/>
                  </a:lnTo>
                  <a:lnTo>
                    <a:pt x="1916" y="99"/>
                  </a:lnTo>
                  <a:lnTo>
                    <a:pt x="1897" y="80"/>
                  </a:lnTo>
                  <a:lnTo>
                    <a:pt x="1897" y="159"/>
                  </a:lnTo>
                  <a:lnTo>
                    <a:pt x="1877" y="119"/>
                  </a:lnTo>
                  <a:lnTo>
                    <a:pt x="1877" y="99"/>
                  </a:lnTo>
                  <a:lnTo>
                    <a:pt x="1857" y="99"/>
                  </a:lnTo>
                  <a:lnTo>
                    <a:pt x="1837" y="60"/>
                  </a:lnTo>
                  <a:lnTo>
                    <a:pt x="1837" y="159"/>
                  </a:lnTo>
                  <a:lnTo>
                    <a:pt x="1818" y="119"/>
                  </a:lnTo>
                  <a:lnTo>
                    <a:pt x="1818" y="238"/>
                  </a:lnTo>
                  <a:lnTo>
                    <a:pt x="1798" y="178"/>
                  </a:lnTo>
                  <a:lnTo>
                    <a:pt x="1778" y="99"/>
                  </a:lnTo>
                  <a:lnTo>
                    <a:pt x="1778" y="119"/>
                  </a:lnTo>
                  <a:lnTo>
                    <a:pt x="1778" y="198"/>
                  </a:lnTo>
                  <a:lnTo>
                    <a:pt x="1758" y="297"/>
                  </a:lnTo>
                  <a:lnTo>
                    <a:pt x="1739" y="238"/>
                  </a:lnTo>
                  <a:lnTo>
                    <a:pt x="1739" y="159"/>
                  </a:lnTo>
                  <a:lnTo>
                    <a:pt x="1719" y="139"/>
                  </a:lnTo>
                  <a:lnTo>
                    <a:pt x="1699" y="60"/>
                  </a:lnTo>
                  <a:lnTo>
                    <a:pt x="1719" y="178"/>
                  </a:lnTo>
                  <a:lnTo>
                    <a:pt x="1699" y="178"/>
                  </a:lnTo>
                  <a:lnTo>
                    <a:pt x="1699" y="159"/>
                  </a:lnTo>
                  <a:lnTo>
                    <a:pt x="1679" y="99"/>
                  </a:lnTo>
                  <a:lnTo>
                    <a:pt x="1660" y="80"/>
                  </a:lnTo>
                  <a:lnTo>
                    <a:pt x="1640" y="60"/>
                  </a:lnTo>
                  <a:lnTo>
                    <a:pt x="1620" y="40"/>
                  </a:lnTo>
                  <a:lnTo>
                    <a:pt x="1620" y="60"/>
                  </a:lnTo>
                  <a:lnTo>
                    <a:pt x="1640" y="178"/>
                  </a:lnTo>
                  <a:lnTo>
                    <a:pt x="1640" y="238"/>
                  </a:lnTo>
                  <a:lnTo>
                    <a:pt x="1620" y="277"/>
                  </a:lnTo>
                  <a:lnTo>
                    <a:pt x="1640" y="297"/>
                  </a:lnTo>
                  <a:lnTo>
                    <a:pt x="1640" y="336"/>
                  </a:lnTo>
                  <a:lnTo>
                    <a:pt x="1620" y="297"/>
                  </a:lnTo>
                  <a:lnTo>
                    <a:pt x="1620" y="238"/>
                  </a:lnTo>
                  <a:lnTo>
                    <a:pt x="1600" y="257"/>
                  </a:lnTo>
                  <a:lnTo>
                    <a:pt x="1600" y="178"/>
                  </a:lnTo>
                  <a:lnTo>
                    <a:pt x="1581" y="139"/>
                  </a:lnTo>
                  <a:lnTo>
                    <a:pt x="1581" y="80"/>
                  </a:lnTo>
                  <a:lnTo>
                    <a:pt x="1561" y="99"/>
                  </a:lnTo>
                  <a:lnTo>
                    <a:pt x="1561" y="20"/>
                  </a:lnTo>
                  <a:lnTo>
                    <a:pt x="1541" y="40"/>
                  </a:lnTo>
                  <a:lnTo>
                    <a:pt x="1541" y="80"/>
                  </a:lnTo>
                  <a:lnTo>
                    <a:pt x="1521" y="2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
            <p:cNvSpPr/>
            <p:nvPr/>
          </p:nvSpPr>
          <p:spPr>
            <a:xfrm>
              <a:off x="-1317575" y="3999300"/>
              <a:ext cx="25" cy="525"/>
            </a:xfrm>
            <a:custGeom>
              <a:rect b="b" l="l" r="r" t="t"/>
              <a:pathLst>
                <a:path extrusionOk="0" h="21" w="1">
                  <a:moveTo>
                    <a:pt x="0" y="20"/>
                  </a:moveTo>
                  <a:lnTo>
                    <a:pt x="0" y="20"/>
                  </a:ln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
            <p:cNvSpPr/>
            <p:nvPr/>
          </p:nvSpPr>
          <p:spPr>
            <a:xfrm>
              <a:off x="-1297825" y="3967200"/>
              <a:ext cx="25" cy="1025"/>
            </a:xfrm>
            <a:custGeom>
              <a:rect b="b" l="l" r="r" t="t"/>
              <a:pathLst>
                <a:path extrusionOk="0" h="41" w="1">
                  <a:moveTo>
                    <a:pt x="0" y="40"/>
                  </a:moveTo>
                  <a:lnTo>
                    <a:pt x="0" y="40"/>
                  </a:lnTo>
                  <a:lnTo>
                    <a:pt x="0" y="1"/>
                  </a:lnTo>
                  <a:lnTo>
                    <a:pt x="0" y="1"/>
                  </a:lnTo>
                  <a:lnTo>
                    <a:pt x="0" y="40"/>
                  </a:lnTo>
                  <a:lnTo>
                    <a:pt x="0"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
            <p:cNvSpPr/>
            <p:nvPr/>
          </p:nvSpPr>
          <p:spPr>
            <a:xfrm>
              <a:off x="-1322525" y="3985975"/>
              <a:ext cx="25" cy="500"/>
            </a:xfrm>
            <a:custGeom>
              <a:rect b="b" l="l" r="r" t="t"/>
              <a:pathLst>
                <a:path extrusionOk="0" h="20" w="1">
                  <a:moveTo>
                    <a:pt x="1" y="0"/>
                  </a:moveTo>
                  <a:lnTo>
                    <a:pt x="1" y="0"/>
                  </a:lnTo>
                  <a:lnTo>
                    <a:pt x="1" y="2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2"/>
            <p:cNvSpPr/>
            <p:nvPr/>
          </p:nvSpPr>
          <p:spPr>
            <a:xfrm>
              <a:off x="-1189200" y="3983500"/>
              <a:ext cx="25" cy="525"/>
            </a:xfrm>
            <a:custGeom>
              <a:rect b="b" l="l" r="r" t="t"/>
              <a:pathLst>
                <a:path extrusionOk="0" h="21" w="1">
                  <a:moveTo>
                    <a:pt x="1" y="20"/>
                  </a:moveTo>
                  <a:lnTo>
                    <a:pt x="1" y="20"/>
                  </a:lnTo>
                  <a:lnTo>
                    <a:pt x="1" y="0"/>
                  </a:lnTo>
                  <a:lnTo>
                    <a:pt x="1" y="0"/>
                  </a:ln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2"/>
            <p:cNvSpPr/>
            <p:nvPr/>
          </p:nvSpPr>
          <p:spPr>
            <a:xfrm>
              <a:off x="-1161050" y="3983000"/>
              <a:ext cx="1025" cy="2500"/>
            </a:xfrm>
            <a:custGeom>
              <a:rect b="b" l="l" r="r" t="t"/>
              <a:pathLst>
                <a:path extrusionOk="0" h="100" w="41">
                  <a:moveTo>
                    <a:pt x="1" y="1"/>
                  </a:moveTo>
                  <a:lnTo>
                    <a:pt x="1" y="80"/>
                  </a:lnTo>
                  <a:lnTo>
                    <a:pt x="21" y="80"/>
                  </a:lnTo>
                  <a:lnTo>
                    <a:pt x="40" y="99"/>
                  </a:lnTo>
                  <a:lnTo>
                    <a:pt x="40" y="99"/>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
            <p:cNvSpPr/>
            <p:nvPr/>
          </p:nvSpPr>
          <p:spPr>
            <a:xfrm>
              <a:off x="-1146725" y="3974600"/>
              <a:ext cx="25" cy="25"/>
            </a:xfrm>
            <a:custGeom>
              <a:rect b="b" l="l" r="r" t="t"/>
              <a:pathLst>
                <a:path extrusionOk="0" h="1" w="1">
                  <a:moveTo>
                    <a:pt x="1" y="1"/>
                  </a:moveTo>
                  <a:lnTo>
                    <a:pt x="1" y="1"/>
                  </a:lnTo>
                  <a:lnTo>
                    <a:pt x="1" y="1"/>
                  </a:lnTo>
                  <a:lnTo>
                    <a:pt x="1" y="1"/>
                  </a:ln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
            <p:cNvSpPr/>
            <p:nvPr/>
          </p:nvSpPr>
          <p:spPr>
            <a:xfrm>
              <a:off x="-1145250" y="3963750"/>
              <a:ext cx="525" cy="525"/>
            </a:xfrm>
            <a:custGeom>
              <a:rect b="b" l="l" r="r" t="t"/>
              <a:pathLst>
                <a:path extrusionOk="0" h="21" w="21">
                  <a:moveTo>
                    <a:pt x="1" y="0"/>
                  </a:moveTo>
                  <a:lnTo>
                    <a:pt x="1" y="20"/>
                  </a:lnTo>
                  <a:lnTo>
                    <a:pt x="21" y="2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
            <p:cNvSpPr/>
            <p:nvPr/>
          </p:nvSpPr>
          <p:spPr>
            <a:xfrm>
              <a:off x="-1144750" y="3964250"/>
              <a:ext cx="4475" cy="5450"/>
            </a:xfrm>
            <a:custGeom>
              <a:rect b="b" l="l" r="r" t="t"/>
              <a:pathLst>
                <a:path extrusionOk="0" h="218" w="179">
                  <a:moveTo>
                    <a:pt x="40" y="79"/>
                  </a:moveTo>
                  <a:lnTo>
                    <a:pt x="40" y="99"/>
                  </a:lnTo>
                  <a:lnTo>
                    <a:pt x="53" y="112"/>
                  </a:lnTo>
                  <a:lnTo>
                    <a:pt x="40" y="79"/>
                  </a:lnTo>
                  <a:close/>
                  <a:moveTo>
                    <a:pt x="1" y="0"/>
                  </a:moveTo>
                  <a:lnTo>
                    <a:pt x="20" y="40"/>
                  </a:lnTo>
                  <a:lnTo>
                    <a:pt x="20" y="59"/>
                  </a:lnTo>
                  <a:lnTo>
                    <a:pt x="40" y="79"/>
                  </a:lnTo>
                  <a:lnTo>
                    <a:pt x="80" y="119"/>
                  </a:lnTo>
                  <a:lnTo>
                    <a:pt x="119" y="119"/>
                  </a:lnTo>
                  <a:lnTo>
                    <a:pt x="99" y="79"/>
                  </a:lnTo>
                  <a:lnTo>
                    <a:pt x="80" y="40"/>
                  </a:lnTo>
                  <a:lnTo>
                    <a:pt x="1" y="0"/>
                  </a:lnTo>
                  <a:close/>
                  <a:moveTo>
                    <a:pt x="53" y="112"/>
                  </a:moveTo>
                  <a:lnTo>
                    <a:pt x="80" y="178"/>
                  </a:lnTo>
                  <a:lnTo>
                    <a:pt x="80" y="138"/>
                  </a:lnTo>
                  <a:lnTo>
                    <a:pt x="60" y="119"/>
                  </a:lnTo>
                  <a:lnTo>
                    <a:pt x="53" y="112"/>
                  </a:lnTo>
                  <a:close/>
                  <a:moveTo>
                    <a:pt x="99" y="40"/>
                  </a:moveTo>
                  <a:lnTo>
                    <a:pt x="119" y="119"/>
                  </a:lnTo>
                  <a:lnTo>
                    <a:pt x="178" y="217"/>
                  </a:lnTo>
                  <a:lnTo>
                    <a:pt x="159" y="119"/>
                  </a:lnTo>
                  <a:lnTo>
                    <a:pt x="159" y="79"/>
                  </a:lnTo>
                  <a:lnTo>
                    <a:pt x="9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2"/>
            <p:cNvSpPr/>
            <p:nvPr/>
          </p:nvSpPr>
          <p:spPr>
            <a:xfrm>
              <a:off x="-1198075" y="3951400"/>
              <a:ext cx="54350" cy="41500"/>
            </a:xfrm>
            <a:custGeom>
              <a:rect b="b" l="l" r="r" t="t"/>
              <a:pathLst>
                <a:path extrusionOk="0" h="1660" w="2174">
                  <a:moveTo>
                    <a:pt x="1008" y="0"/>
                  </a:moveTo>
                  <a:lnTo>
                    <a:pt x="988" y="40"/>
                  </a:lnTo>
                  <a:lnTo>
                    <a:pt x="988" y="60"/>
                  </a:lnTo>
                  <a:lnTo>
                    <a:pt x="1008" y="79"/>
                  </a:lnTo>
                  <a:lnTo>
                    <a:pt x="1008" y="60"/>
                  </a:lnTo>
                  <a:lnTo>
                    <a:pt x="1008" y="0"/>
                  </a:lnTo>
                  <a:close/>
                  <a:moveTo>
                    <a:pt x="2035" y="850"/>
                  </a:moveTo>
                  <a:lnTo>
                    <a:pt x="2035" y="870"/>
                  </a:lnTo>
                  <a:lnTo>
                    <a:pt x="2055" y="909"/>
                  </a:lnTo>
                  <a:lnTo>
                    <a:pt x="2055" y="889"/>
                  </a:lnTo>
                  <a:lnTo>
                    <a:pt x="2074" y="889"/>
                  </a:lnTo>
                  <a:lnTo>
                    <a:pt x="2035" y="850"/>
                  </a:lnTo>
                  <a:close/>
                  <a:moveTo>
                    <a:pt x="2015" y="870"/>
                  </a:moveTo>
                  <a:lnTo>
                    <a:pt x="2015" y="889"/>
                  </a:lnTo>
                  <a:lnTo>
                    <a:pt x="1995" y="889"/>
                  </a:lnTo>
                  <a:lnTo>
                    <a:pt x="2035" y="929"/>
                  </a:lnTo>
                  <a:lnTo>
                    <a:pt x="2035" y="889"/>
                  </a:lnTo>
                  <a:lnTo>
                    <a:pt x="2015" y="870"/>
                  </a:lnTo>
                  <a:close/>
                  <a:moveTo>
                    <a:pt x="1837" y="988"/>
                  </a:moveTo>
                  <a:lnTo>
                    <a:pt x="1837" y="1008"/>
                  </a:lnTo>
                  <a:lnTo>
                    <a:pt x="1857" y="1008"/>
                  </a:lnTo>
                  <a:lnTo>
                    <a:pt x="1837" y="988"/>
                  </a:lnTo>
                  <a:close/>
                  <a:moveTo>
                    <a:pt x="1600" y="1028"/>
                  </a:moveTo>
                  <a:lnTo>
                    <a:pt x="1620" y="1087"/>
                  </a:lnTo>
                  <a:lnTo>
                    <a:pt x="1620" y="1067"/>
                  </a:lnTo>
                  <a:lnTo>
                    <a:pt x="1600" y="1028"/>
                  </a:lnTo>
                  <a:close/>
                  <a:moveTo>
                    <a:pt x="1640" y="1107"/>
                  </a:moveTo>
                  <a:lnTo>
                    <a:pt x="1640" y="1126"/>
                  </a:lnTo>
                  <a:lnTo>
                    <a:pt x="1640" y="1146"/>
                  </a:lnTo>
                  <a:lnTo>
                    <a:pt x="1620" y="1146"/>
                  </a:lnTo>
                  <a:lnTo>
                    <a:pt x="1620" y="1166"/>
                  </a:lnTo>
                  <a:lnTo>
                    <a:pt x="1660" y="1245"/>
                  </a:lnTo>
                  <a:lnTo>
                    <a:pt x="1660" y="1225"/>
                  </a:lnTo>
                  <a:lnTo>
                    <a:pt x="1679" y="1245"/>
                  </a:lnTo>
                  <a:lnTo>
                    <a:pt x="1699" y="1265"/>
                  </a:lnTo>
                  <a:lnTo>
                    <a:pt x="1699" y="1265"/>
                  </a:lnTo>
                  <a:lnTo>
                    <a:pt x="1679" y="1225"/>
                  </a:lnTo>
                  <a:lnTo>
                    <a:pt x="1679" y="1205"/>
                  </a:lnTo>
                  <a:lnTo>
                    <a:pt x="1640" y="1107"/>
                  </a:lnTo>
                  <a:close/>
                  <a:moveTo>
                    <a:pt x="1344" y="1265"/>
                  </a:moveTo>
                  <a:lnTo>
                    <a:pt x="1344" y="1265"/>
                  </a:lnTo>
                  <a:lnTo>
                    <a:pt x="1344" y="1265"/>
                  </a:lnTo>
                  <a:close/>
                  <a:moveTo>
                    <a:pt x="1482" y="1265"/>
                  </a:moveTo>
                  <a:lnTo>
                    <a:pt x="1482" y="1265"/>
                  </a:lnTo>
                  <a:lnTo>
                    <a:pt x="1482" y="1265"/>
                  </a:lnTo>
                  <a:close/>
                  <a:moveTo>
                    <a:pt x="1541" y="1363"/>
                  </a:moveTo>
                  <a:lnTo>
                    <a:pt x="1541" y="1363"/>
                  </a:lnTo>
                  <a:lnTo>
                    <a:pt x="1541" y="1363"/>
                  </a:lnTo>
                  <a:close/>
                  <a:moveTo>
                    <a:pt x="1383" y="1383"/>
                  </a:moveTo>
                  <a:lnTo>
                    <a:pt x="1403" y="1442"/>
                  </a:lnTo>
                  <a:lnTo>
                    <a:pt x="1442" y="1442"/>
                  </a:lnTo>
                  <a:lnTo>
                    <a:pt x="1462" y="1462"/>
                  </a:lnTo>
                  <a:lnTo>
                    <a:pt x="1462" y="1423"/>
                  </a:lnTo>
                  <a:lnTo>
                    <a:pt x="1442" y="1403"/>
                  </a:lnTo>
                  <a:lnTo>
                    <a:pt x="1423" y="1383"/>
                  </a:lnTo>
                  <a:lnTo>
                    <a:pt x="1423" y="1403"/>
                  </a:lnTo>
                  <a:lnTo>
                    <a:pt x="1403" y="1383"/>
                  </a:lnTo>
                  <a:close/>
                  <a:moveTo>
                    <a:pt x="1223" y="1482"/>
                  </a:moveTo>
                  <a:lnTo>
                    <a:pt x="1225" y="1502"/>
                  </a:lnTo>
                  <a:lnTo>
                    <a:pt x="1225" y="1482"/>
                  </a:lnTo>
                  <a:close/>
                  <a:moveTo>
                    <a:pt x="1080" y="1581"/>
                  </a:moveTo>
                  <a:lnTo>
                    <a:pt x="1087" y="1600"/>
                  </a:lnTo>
                  <a:lnTo>
                    <a:pt x="1087" y="1581"/>
                  </a:lnTo>
                  <a:close/>
                  <a:moveTo>
                    <a:pt x="1107" y="0"/>
                  </a:moveTo>
                  <a:lnTo>
                    <a:pt x="1107" y="40"/>
                  </a:lnTo>
                  <a:lnTo>
                    <a:pt x="1087" y="60"/>
                  </a:lnTo>
                  <a:lnTo>
                    <a:pt x="1087" y="99"/>
                  </a:lnTo>
                  <a:lnTo>
                    <a:pt x="1107" y="159"/>
                  </a:lnTo>
                  <a:lnTo>
                    <a:pt x="1146" y="277"/>
                  </a:lnTo>
                  <a:lnTo>
                    <a:pt x="1146" y="297"/>
                  </a:lnTo>
                  <a:lnTo>
                    <a:pt x="1126" y="257"/>
                  </a:lnTo>
                  <a:lnTo>
                    <a:pt x="1107" y="218"/>
                  </a:lnTo>
                  <a:lnTo>
                    <a:pt x="1087" y="218"/>
                  </a:lnTo>
                  <a:lnTo>
                    <a:pt x="1067" y="119"/>
                  </a:lnTo>
                  <a:lnTo>
                    <a:pt x="1047" y="40"/>
                  </a:lnTo>
                  <a:lnTo>
                    <a:pt x="1047" y="119"/>
                  </a:lnTo>
                  <a:lnTo>
                    <a:pt x="1027" y="119"/>
                  </a:lnTo>
                  <a:lnTo>
                    <a:pt x="1027" y="139"/>
                  </a:lnTo>
                  <a:lnTo>
                    <a:pt x="1008" y="119"/>
                  </a:lnTo>
                  <a:lnTo>
                    <a:pt x="988" y="79"/>
                  </a:lnTo>
                  <a:lnTo>
                    <a:pt x="988" y="60"/>
                  </a:lnTo>
                  <a:lnTo>
                    <a:pt x="968" y="60"/>
                  </a:lnTo>
                  <a:lnTo>
                    <a:pt x="988" y="99"/>
                  </a:lnTo>
                  <a:lnTo>
                    <a:pt x="988" y="139"/>
                  </a:lnTo>
                  <a:lnTo>
                    <a:pt x="988" y="198"/>
                  </a:lnTo>
                  <a:lnTo>
                    <a:pt x="948" y="99"/>
                  </a:lnTo>
                  <a:lnTo>
                    <a:pt x="968" y="159"/>
                  </a:lnTo>
                  <a:lnTo>
                    <a:pt x="968" y="178"/>
                  </a:lnTo>
                  <a:lnTo>
                    <a:pt x="948" y="178"/>
                  </a:lnTo>
                  <a:lnTo>
                    <a:pt x="929" y="159"/>
                  </a:lnTo>
                  <a:lnTo>
                    <a:pt x="909" y="119"/>
                  </a:lnTo>
                  <a:lnTo>
                    <a:pt x="909" y="139"/>
                  </a:lnTo>
                  <a:lnTo>
                    <a:pt x="909" y="178"/>
                  </a:lnTo>
                  <a:lnTo>
                    <a:pt x="889" y="119"/>
                  </a:lnTo>
                  <a:lnTo>
                    <a:pt x="830" y="119"/>
                  </a:lnTo>
                  <a:lnTo>
                    <a:pt x="810" y="99"/>
                  </a:lnTo>
                  <a:lnTo>
                    <a:pt x="810" y="159"/>
                  </a:lnTo>
                  <a:lnTo>
                    <a:pt x="810" y="218"/>
                  </a:lnTo>
                  <a:lnTo>
                    <a:pt x="810" y="238"/>
                  </a:lnTo>
                  <a:lnTo>
                    <a:pt x="850" y="277"/>
                  </a:lnTo>
                  <a:lnTo>
                    <a:pt x="850" y="317"/>
                  </a:lnTo>
                  <a:lnTo>
                    <a:pt x="830" y="336"/>
                  </a:lnTo>
                  <a:lnTo>
                    <a:pt x="810" y="297"/>
                  </a:lnTo>
                  <a:lnTo>
                    <a:pt x="810" y="257"/>
                  </a:lnTo>
                  <a:lnTo>
                    <a:pt x="790" y="218"/>
                  </a:lnTo>
                  <a:lnTo>
                    <a:pt x="771" y="218"/>
                  </a:lnTo>
                  <a:lnTo>
                    <a:pt x="751" y="178"/>
                  </a:lnTo>
                  <a:lnTo>
                    <a:pt x="731" y="218"/>
                  </a:lnTo>
                  <a:lnTo>
                    <a:pt x="711" y="178"/>
                  </a:lnTo>
                  <a:lnTo>
                    <a:pt x="711" y="198"/>
                  </a:lnTo>
                  <a:lnTo>
                    <a:pt x="711" y="238"/>
                  </a:lnTo>
                  <a:lnTo>
                    <a:pt x="731" y="317"/>
                  </a:lnTo>
                  <a:lnTo>
                    <a:pt x="692" y="238"/>
                  </a:lnTo>
                  <a:lnTo>
                    <a:pt x="711" y="336"/>
                  </a:lnTo>
                  <a:lnTo>
                    <a:pt x="692" y="317"/>
                  </a:lnTo>
                  <a:lnTo>
                    <a:pt x="692" y="356"/>
                  </a:lnTo>
                  <a:lnTo>
                    <a:pt x="692" y="396"/>
                  </a:lnTo>
                  <a:lnTo>
                    <a:pt x="711" y="455"/>
                  </a:lnTo>
                  <a:lnTo>
                    <a:pt x="692" y="415"/>
                  </a:lnTo>
                  <a:lnTo>
                    <a:pt x="672" y="396"/>
                  </a:lnTo>
                  <a:lnTo>
                    <a:pt x="632" y="317"/>
                  </a:lnTo>
                  <a:lnTo>
                    <a:pt x="652" y="317"/>
                  </a:lnTo>
                  <a:lnTo>
                    <a:pt x="652" y="336"/>
                  </a:lnTo>
                  <a:lnTo>
                    <a:pt x="672" y="356"/>
                  </a:lnTo>
                  <a:lnTo>
                    <a:pt x="672" y="336"/>
                  </a:lnTo>
                  <a:lnTo>
                    <a:pt x="632" y="277"/>
                  </a:lnTo>
                  <a:lnTo>
                    <a:pt x="613" y="257"/>
                  </a:lnTo>
                  <a:lnTo>
                    <a:pt x="573" y="257"/>
                  </a:lnTo>
                  <a:lnTo>
                    <a:pt x="553" y="297"/>
                  </a:lnTo>
                  <a:lnTo>
                    <a:pt x="534" y="317"/>
                  </a:lnTo>
                  <a:lnTo>
                    <a:pt x="553" y="396"/>
                  </a:lnTo>
                  <a:lnTo>
                    <a:pt x="553" y="396"/>
                  </a:lnTo>
                  <a:lnTo>
                    <a:pt x="534" y="336"/>
                  </a:lnTo>
                  <a:lnTo>
                    <a:pt x="474" y="297"/>
                  </a:lnTo>
                  <a:lnTo>
                    <a:pt x="455" y="297"/>
                  </a:lnTo>
                  <a:lnTo>
                    <a:pt x="435" y="317"/>
                  </a:lnTo>
                  <a:lnTo>
                    <a:pt x="435" y="336"/>
                  </a:lnTo>
                  <a:lnTo>
                    <a:pt x="435" y="376"/>
                  </a:lnTo>
                  <a:lnTo>
                    <a:pt x="395" y="336"/>
                  </a:lnTo>
                  <a:lnTo>
                    <a:pt x="395" y="336"/>
                  </a:lnTo>
                  <a:lnTo>
                    <a:pt x="415" y="415"/>
                  </a:lnTo>
                  <a:lnTo>
                    <a:pt x="395" y="475"/>
                  </a:lnTo>
                  <a:lnTo>
                    <a:pt x="395" y="514"/>
                  </a:lnTo>
                  <a:lnTo>
                    <a:pt x="415" y="633"/>
                  </a:lnTo>
                  <a:lnTo>
                    <a:pt x="395" y="573"/>
                  </a:lnTo>
                  <a:lnTo>
                    <a:pt x="376" y="514"/>
                  </a:lnTo>
                  <a:lnTo>
                    <a:pt x="376" y="554"/>
                  </a:lnTo>
                  <a:lnTo>
                    <a:pt x="376" y="573"/>
                  </a:lnTo>
                  <a:lnTo>
                    <a:pt x="356" y="554"/>
                  </a:lnTo>
                  <a:lnTo>
                    <a:pt x="356" y="514"/>
                  </a:lnTo>
                  <a:lnTo>
                    <a:pt x="336" y="494"/>
                  </a:lnTo>
                  <a:lnTo>
                    <a:pt x="336" y="514"/>
                  </a:lnTo>
                  <a:lnTo>
                    <a:pt x="316" y="494"/>
                  </a:lnTo>
                  <a:lnTo>
                    <a:pt x="356" y="593"/>
                  </a:lnTo>
                  <a:lnTo>
                    <a:pt x="356" y="652"/>
                  </a:lnTo>
                  <a:lnTo>
                    <a:pt x="356" y="692"/>
                  </a:lnTo>
                  <a:lnTo>
                    <a:pt x="336" y="751"/>
                  </a:lnTo>
                  <a:lnTo>
                    <a:pt x="297" y="791"/>
                  </a:lnTo>
                  <a:lnTo>
                    <a:pt x="237" y="810"/>
                  </a:lnTo>
                  <a:lnTo>
                    <a:pt x="198" y="810"/>
                  </a:lnTo>
                  <a:lnTo>
                    <a:pt x="198" y="751"/>
                  </a:lnTo>
                  <a:lnTo>
                    <a:pt x="178" y="771"/>
                  </a:lnTo>
                  <a:lnTo>
                    <a:pt x="158" y="771"/>
                  </a:lnTo>
                  <a:lnTo>
                    <a:pt x="158" y="751"/>
                  </a:lnTo>
                  <a:lnTo>
                    <a:pt x="139" y="731"/>
                  </a:lnTo>
                  <a:lnTo>
                    <a:pt x="139" y="771"/>
                  </a:lnTo>
                  <a:lnTo>
                    <a:pt x="139" y="791"/>
                  </a:lnTo>
                  <a:lnTo>
                    <a:pt x="119" y="751"/>
                  </a:lnTo>
                  <a:lnTo>
                    <a:pt x="99" y="731"/>
                  </a:lnTo>
                  <a:lnTo>
                    <a:pt x="79" y="712"/>
                  </a:lnTo>
                  <a:lnTo>
                    <a:pt x="60" y="692"/>
                  </a:lnTo>
                  <a:lnTo>
                    <a:pt x="60" y="712"/>
                  </a:lnTo>
                  <a:lnTo>
                    <a:pt x="20" y="652"/>
                  </a:lnTo>
                  <a:lnTo>
                    <a:pt x="0" y="593"/>
                  </a:lnTo>
                  <a:lnTo>
                    <a:pt x="0" y="672"/>
                  </a:lnTo>
                  <a:lnTo>
                    <a:pt x="20" y="672"/>
                  </a:lnTo>
                  <a:lnTo>
                    <a:pt x="20" y="712"/>
                  </a:lnTo>
                  <a:lnTo>
                    <a:pt x="20" y="751"/>
                  </a:lnTo>
                  <a:lnTo>
                    <a:pt x="79" y="909"/>
                  </a:lnTo>
                  <a:lnTo>
                    <a:pt x="139" y="1047"/>
                  </a:lnTo>
                  <a:lnTo>
                    <a:pt x="139" y="1067"/>
                  </a:lnTo>
                  <a:lnTo>
                    <a:pt x="158" y="1107"/>
                  </a:lnTo>
                  <a:lnTo>
                    <a:pt x="198" y="1146"/>
                  </a:lnTo>
                  <a:lnTo>
                    <a:pt x="198" y="1126"/>
                  </a:lnTo>
                  <a:lnTo>
                    <a:pt x="218" y="1146"/>
                  </a:lnTo>
                  <a:lnTo>
                    <a:pt x="237" y="1166"/>
                  </a:lnTo>
                  <a:lnTo>
                    <a:pt x="237" y="1146"/>
                  </a:lnTo>
                  <a:lnTo>
                    <a:pt x="257" y="1205"/>
                  </a:lnTo>
                  <a:lnTo>
                    <a:pt x="277" y="1265"/>
                  </a:lnTo>
                  <a:lnTo>
                    <a:pt x="297" y="1284"/>
                  </a:lnTo>
                  <a:lnTo>
                    <a:pt x="297" y="1265"/>
                  </a:lnTo>
                  <a:lnTo>
                    <a:pt x="297" y="1245"/>
                  </a:lnTo>
                  <a:lnTo>
                    <a:pt x="316" y="1265"/>
                  </a:lnTo>
                  <a:lnTo>
                    <a:pt x="336" y="1304"/>
                  </a:lnTo>
                  <a:lnTo>
                    <a:pt x="356" y="1324"/>
                  </a:lnTo>
                  <a:lnTo>
                    <a:pt x="336" y="1284"/>
                  </a:lnTo>
                  <a:lnTo>
                    <a:pt x="336" y="1265"/>
                  </a:lnTo>
                  <a:lnTo>
                    <a:pt x="356" y="1284"/>
                  </a:lnTo>
                  <a:lnTo>
                    <a:pt x="316" y="1205"/>
                  </a:lnTo>
                  <a:lnTo>
                    <a:pt x="316" y="1166"/>
                  </a:lnTo>
                  <a:lnTo>
                    <a:pt x="336" y="1225"/>
                  </a:lnTo>
                  <a:lnTo>
                    <a:pt x="356" y="1265"/>
                  </a:lnTo>
                  <a:lnTo>
                    <a:pt x="376" y="1344"/>
                  </a:lnTo>
                  <a:lnTo>
                    <a:pt x="395" y="1363"/>
                  </a:lnTo>
                  <a:lnTo>
                    <a:pt x="415" y="1363"/>
                  </a:lnTo>
                  <a:lnTo>
                    <a:pt x="415" y="1383"/>
                  </a:lnTo>
                  <a:lnTo>
                    <a:pt x="415" y="1403"/>
                  </a:lnTo>
                  <a:lnTo>
                    <a:pt x="455" y="1462"/>
                  </a:lnTo>
                  <a:lnTo>
                    <a:pt x="455" y="1442"/>
                  </a:lnTo>
                  <a:lnTo>
                    <a:pt x="455" y="1403"/>
                  </a:lnTo>
                  <a:lnTo>
                    <a:pt x="455" y="1383"/>
                  </a:lnTo>
                  <a:lnTo>
                    <a:pt x="474" y="1383"/>
                  </a:lnTo>
                  <a:lnTo>
                    <a:pt x="474" y="1423"/>
                  </a:lnTo>
                  <a:lnTo>
                    <a:pt x="494" y="1423"/>
                  </a:lnTo>
                  <a:lnTo>
                    <a:pt x="514" y="1482"/>
                  </a:lnTo>
                  <a:lnTo>
                    <a:pt x="553" y="1521"/>
                  </a:lnTo>
                  <a:lnTo>
                    <a:pt x="534" y="1482"/>
                  </a:lnTo>
                  <a:lnTo>
                    <a:pt x="553" y="1482"/>
                  </a:lnTo>
                  <a:lnTo>
                    <a:pt x="534" y="1423"/>
                  </a:lnTo>
                  <a:lnTo>
                    <a:pt x="573" y="1482"/>
                  </a:lnTo>
                  <a:lnTo>
                    <a:pt x="573" y="1482"/>
                  </a:lnTo>
                  <a:lnTo>
                    <a:pt x="534" y="1363"/>
                  </a:lnTo>
                  <a:lnTo>
                    <a:pt x="514" y="1324"/>
                  </a:lnTo>
                  <a:lnTo>
                    <a:pt x="514" y="1284"/>
                  </a:lnTo>
                  <a:lnTo>
                    <a:pt x="573" y="1403"/>
                  </a:lnTo>
                  <a:lnTo>
                    <a:pt x="593" y="1462"/>
                  </a:lnTo>
                  <a:lnTo>
                    <a:pt x="613" y="1502"/>
                  </a:lnTo>
                  <a:lnTo>
                    <a:pt x="632" y="1502"/>
                  </a:lnTo>
                  <a:lnTo>
                    <a:pt x="632" y="1521"/>
                  </a:lnTo>
                  <a:lnTo>
                    <a:pt x="652" y="1581"/>
                  </a:lnTo>
                  <a:lnTo>
                    <a:pt x="672" y="1600"/>
                  </a:lnTo>
                  <a:lnTo>
                    <a:pt x="692" y="1620"/>
                  </a:lnTo>
                  <a:lnTo>
                    <a:pt x="692" y="1541"/>
                  </a:lnTo>
                  <a:lnTo>
                    <a:pt x="711" y="1600"/>
                  </a:lnTo>
                  <a:lnTo>
                    <a:pt x="751" y="1600"/>
                  </a:lnTo>
                  <a:lnTo>
                    <a:pt x="751" y="1581"/>
                  </a:lnTo>
                  <a:lnTo>
                    <a:pt x="751" y="1541"/>
                  </a:lnTo>
                  <a:lnTo>
                    <a:pt x="771" y="1561"/>
                  </a:lnTo>
                  <a:lnTo>
                    <a:pt x="790" y="1620"/>
                  </a:lnTo>
                  <a:lnTo>
                    <a:pt x="771" y="1541"/>
                  </a:lnTo>
                  <a:lnTo>
                    <a:pt x="751" y="1442"/>
                  </a:lnTo>
                  <a:lnTo>
                    <a:pt x="790" y="1502"/>
                  </a:lnTo>
                  <a:lnTo>
                    <a:pt x="810" y="1581"/>
                  </a:lnTo>
                  <a:lnTo>
                    <a:pt x="810" y="1620"/>
                  </a:lnTo>
                  <a:lnTo>
                    <a:pt x="830" y="1620"/>
                  </a:lnTo>
                  <a:lnTo>
                    <a:pt x="814" y="1589"/>
                  </a:lnTo>
                  <a:lnTo>
                    <a:pt x="850" y="1660"/>
                  </a:lnTo>
                  <a:lnTo>
                    <a:pt x="869" y="1660"/>
                  </a:lnTo>
                  <a:lnTo>
                    <a:pt x="850" y="1600"/>
                  </a:lnTo>
                  <a:lnTo>
                    <a:pt x="830" y="1561"/>
                  </a:lnTo>
                  <a:lnTo>
                    <a:pt x="850" y="1640"/>
                  </a:lnTo>
                  <a:lnTo>
                    <a:pt x="850" y="1640"/>
                  </a:lnTo>
                  <a:lnTo>
                    <a:pt x="830" y="1600"/>
                  </a:lnTo>
                  <a:lnTo>
                    <a:pt x="810" y="1561"/>
                  </a:lnTo>
                  <a:lnTo>
                    <a:pt x="810" y="1521"/>
                  </a:lnTo>
                  <a:lnTo>
                    <a:pt x="810" y="1482"/>
                  </a:lnTo>
                  <a:lnTo>
                    <a:pt x="790" y="1383"/>
                  </a:lnTo>
                  <a:lnTo>
                    <a:pt x="830" y="1423"/>
                  </a:lnTo>
                  <a:lnTo>
                    <a:pt x="869" y="1541"/>
                  </a:lnTo>
                  <a:lnTo>
                    <a:pt x="869" y="1521"/>
                  </a:lnTo>
                  <a:lnTo>
                    <a:pt x="909" y="1561"/>
                  </a:lnTo>
                  <a:lnTo>
                    <a:pt x="869" y="1482"/>
                  </a:lnTo>
                  <a:lnTo>
                    <a:pt x="889" y="1462"/>
                  </a:lnTo>
                  <a:lnTo>
                    <a:pt x="889" y="1482"/>
                  </a:lnTo>
                  <a:lnTo>
                    <a:pt x="929" y="1561"/>
                  </a:lnTo>
                  <a:lnTo>
                    <a:pt x="948" y="1561"/>
                  </a:lnTo>
                  <a:lnTo>
                    <a:pt x="968" y="1581"/>
                  </a:lnTo>
                  <a:lnTo>
                    <a:pt x="988" y="1600"/>
                  </a:lnTo>
                  <a:lnTo>
                    <a:pt x="1008" y="1581"/>
                  </a:lnTo>
                  <a:lnTo>
                    <a:pt x="968" y="1502"/>
                  </a:lnTo>
                  <a:lnTo>
                    <a:pt x="988" y="1581"/>
                  </a:lnTo>
                  <a:lnTo>
                    <a:pt x="948" y="1462"/>
                  </a:lnTo>
                  <a:lnTo>
                    <a:pt x="934" y="1373"/>
                  </a:lnTo>
                  <a:lnTo>
                    <a:pt x="948" y="1403"/>
                  </a:lnTo>
                  <a:lnTo>
                    <a:pt x="948" y="1363"/>
                  </a:lnTo>
                  <a:lnTo>
                    <a:pt x="929" y="1344"/>
                  </a:lnTo>
                  <a:lnTo>
                    <a:pt x="929" y="1344"/>
                  </a:lnTo>
                  <a:lnTo>
                    <a:pt x="929" y="1344"/>
                  </a:lnTo>
                  <a:lnTo>
                    <a:pt x="929" y="1304"/>
                  </a:lnTo>
                  <a:lnTo>
                    <a:pt x="948" y="1344"/>
                  </a:lnTo>
                  <a:lnTo>
                    <a:pt x="968" y="1383"/>
                  </a:lnTo>
                  <a:lnTo>
                    <a:pt x="968" y="1363"/>
                  </a:lnTo>
                  <a:lnTo>
                    <a:pt x="968" y="1324"/>
                  </a:lnTo>
                  <a:lnTo>
                    <a:pt x="988" y="1363"/>
                  </a:lnTo>
                  <a:lnTo>
                    <a:pt x="1008" y="1442"/>
                  </a:lnTo>
                  <a:lnTo>
                    <a:pt x="1027" y="1482"/>
                  </a:lnTo>
                  <a:lnTo>
                    <a:pt x="1027" y="1541"/>
                  </a:lnTo>
                  <a:lnTo>
                    <a:pt x="1047" y="1521"/>
                  </a:lnTo>
                  <a:lnTo>
                    <a:pt x="1067" y="1600"/>
                  </a:lnTo>
                  <a:lnTo>
                    <a:pt x="1067" y="1581"/>
                  </a:lnTo>
                  <a:lnTo>
                    <a:pt x="1080" y="1581"/>
                  </a:lnTo>
                  <a:lnTo>
                    <a:pt x="1067" y="1541"/>
                  </a:lnTo>
                  <a:lnTo>
                    <a:pt x="1107" y="1581"/>
                  </a:lnTo>
                  <a:lnTo>
                    <a:pt x="1146" y="1581"/>
                  </a:lnTo>
                  <a:lnTo>
                    <a:pt x="1126" y="1541"/>
                  </a:lnTo>
                  <a:lnTo>
                    <a:pt x="1126" y="1521"/>
                  </a:lnTo>
                  <a:lnTo>
                    <a:pt x="1146" y="1541"/>
                  </a:lnTo>
                  <a:lnTo>
                    <a:pt x="1166" y="1561"/>
                  </a:lnTo>
                  <a:lnTo>
                    <a:pt x="1166" y="1521"/>
                  </a:lnTo>
                  <a:lnTo>
                    <a:pt x="1146" y="1442"/>
                  </a:lnTo>
                  <a:lnTo>
                    <a:pt x="1186" y="1482"/>
                  </a:lnTo>
                  <a:lnTo>
                    <a:pt x="1166" y="1403"/>
                  </a:lnTo>
                  <a:lnTo>
                    <a:pt x="1166" y="1383"/>
                  </a:lnTo>
                  <a:lnTo>
                    <a:pt x="1186" y="1383"/>
                  </a:lnTo>
                  <a:lnTo>
                    <a:pt x="1186" y="1462"/>
                  </a:lnTo>
                  <a:lnTo>
                    <a:pt x="1205" y="1482"/>
                  </a:lnTo>
                  <a:lnTo>
                    <a:pt x="1223" y="1482"/>
                  </a:lnTo>
                  <a:lnTo>
                    <a:pt x="1205" y="1284"/>
                  </a:lnTo>
                  <a:lnTo>
                    <a:pt x="1166" y="1186"/>
                  </a:lnTo>
                  <a:lnTo>
                    <a:pt x="1126" y="1067"/>
                  </a:lnTo>
                  <a:lnTo>
                    <a:pt x="1146" y="1107"/>
                  </a:lnTo>
                  <a:lnTo>
                    <a:pt x="1186" y="1146"/>
                  </a:lnTo>
                  <a:lnTo>
                    <a:pt x="1205" y="1205"/>
                  </a:lnTo>
                  <a:lnTo>
                    <a:pt x="1225" y="1265"/>
                  </a:lnTo>
                  <a:lnTo>
                    <a:pt x="1205" y="1225"/>
                  </a:lnTo>
                  <a:lnTo>
                    <a:pt x="1186" y="1205"/>
                  </a:lnTo>
                  <a:lnTo>
                    <a:pt x="1265" y="1344"/>
                  </a:lnTo>
                  <a:lnTo>
                    <a:pt x="1265" y="1403"/>
                  </a:lnTo>
                  <a:lnTo>
                    <a:pt x="1284" y="1442"/>
                  </a:lnTo>
                  <a:lnTo>
                    <a:pt x="1324" y="1521"/>
                  </a:lnTo>
                  <a:lnTo>
                    <a:pt x="1324" y="1502"/>
                  </a:lnTo>
                  <a:lnTo>
                    <a:pt x="1324" y="1482"/>
                  </a:lnTo>
                  <a:lnTo>
                    <a:pt x="1344" y="1502"/>
                  </a:lnTo>
                  <a:lnTo>
                    <a:pt x="1344" y="1482"/>
                  </a:lnTo>
                  <a:lnTo>
                    <a:pt x="1344" y="1462"/>
                  </a:lnTo>
                  <a:lnTo>
                    <a:pt x="1363" y="1462"/>
                  </a:lnTo>
                  <a:lnTo>
                    <a:pt x="1344" y="1403"/>
                  </a:lnTo>
                  <a:lnTo>
                    <a:pt x="1344" y="1403"/>
                  </a:lnTo>
                  <a:lnTo>
                    <a:pt x="1363" y="1423"/>
                  </a:lnTo>
                  <a:lnTo>
                    <a:pt x="1383" y="1462"/>
                  </a:lnTo>
                  <a:lnTo>
                    <a:pt x="1383" y="1423"/>
                  </a:lnTo>
                  <a:lnTo>
                    <a:pt x="1383" y="1403"/>
                  </a:lnTo>
                  <a:lnTo>
                    <a:pt x="1363" y="1344"/>
                  </a:lnTo>
                  <a:lnTo>
                    <a:pt x="1324" y="1245"/>
                  </a:lnTo>
                  <a:lnTo>
                    <a:pt x="1324" y="1205"/>
                  </a:lnTo>
                  <a:lnTo>
                    <a:pt x="1344" y="1205"/>
                  </a:lnTo>
                  <a:lnTo>
                    <a:pt x="1344" y="1245"/>
                  </a:lnTo>
                  <a:lnTo>
                    <a:pt x="1344" y="1265"/>
                  </a:lnTo>
                  <a:lnTo>
                    <a:pt x="1363" y="1225"/>
                  </a:lnTo>
                  <a:lnTo>
                    <a:pt x="1383" y="1284"/>
                  </a:lnTo>
                  <a:lnTo>
                    <a:pt x="1383" y="1304"/>
                  </a:lnTo>
                  <a:lnTo>
                    <a:pt x="1383" y="1324"/>
                  </a:lnTo>
                  <a:lnTo>
                    <a:pt x="1403" y="1304"/>
                  </a:lnTo>
                  <a:lnTo>
                    <a:pt x="1383" y="1225"/>
                  </a:lnTo>
                  <a:lnTo>
                    <a:pt x="1403" y="1225"/>
                  </a:lnTo>
                  <a:lnTo>
                    <a:pt x="1403" y="1245"/>
                  </a:lnTo>
                  <a:lnTo>
                    <a:pt x="1442" y="1344"/>
                  </a:lnTo>
                  <a:lnTo>
                    <a:pt x="1462" y="1423"/>
                  </a:lnTo>
                  <a:lnTo>
                    <a:pt x="1462" y="1363"/>
                  </a:lnTo>
                  <a:lnTo>
                    <a:pt x="1442" y="1304"/>
                  </a:lnTo>
                  <a:lnTo>
                    <a:pt x="1423" y="1245"/>
                  </a:lnTo>
                  <a:lnTo>
                    <a:pt x="1462" y="1324"/>
                  </a:lnTo>
                  <a:lnTo>
                    <a:pt x="1482" y="1363"/>
                  </a:lnTo>
                  <a:lnTo>
                    <a:pt x="1482" y="1363"/>
                  </a:lnTo>
                  <a:lnTo>
                    <a:pt x="1462" y="1284"/>
                  </a:lnTo>
                  <a:lnTo>
                    <a:pt x="1442" y="1205"/>
                  </a:lnTo>
                  <a:lnTo>
                    <a:pt x="1423" y="1166"/>
                  </a:lnTo>
                  <a:lnTo>
                    <a:pt x="1423" y="1126"/>
                  </a:lnTo>
                  <a:lnTo>
                    <a:pt x="1403" y="1087"/>
                  </a:lnTo>
                  <a:lnTo>
                    <a:pt x="1423" y="1107"/>
                  </a:lnTo>
                  <a:lnTo>
                    <a:pt x="1423" y="1126"/>
                  </a:lnTo>
                  <a:lnTo>
                    <a:pt x="1462" y="1166"/>
                  </a:lnTo>
                  <a:lnTo>
                    <a:pt x="1482" y="1265"/>
                  </a:lnTo>
                  <a:lnTo>
                    <a:pt x="1482" y="1186"/>
                  </a:lnTo>
                  <a:lnTo>
                    <a:pt x="1482" y="1107"/>
                  </a:lnTo>
                  <a:lnTo>
                    <a:pt x="1502" y="1166"/>
                  </a:lnTo>
                  <a:lnTo>
                    <a:pt x="1502" y="1225"/>
                  </a:lnTo>
                  <a:lnTo>
                    <a:pt x="1521" y="1265"/>
                  </a:lnTo>
                  <a:lnTo>
                    <a:pt x="1541" y="1363"/>
                  </a:lnTo>
                  <a:lnTo>
                    <a:pt x="1541" y="1304"/>
                  </a:lnTo>
                  <a:lnTo>
                    <a:pt x="1541" y="1284"/>
                  </a:lnTo>
                  <a:lnTo>
                    <a:pt x="1561" y="1304"/>
                  </a:lnTo>
                  <a:lnTo>
                    <a:pt x="1581" y="1265"/>
                  </a:lnTo>
                  <a:lnTo>
                    <a:pt x="1561" y="1245"/>
                  </a:lnTo>
                  <a:lnTo>
                    <a:pt x="1561" y="1225"/>
                  </a:lnTo>
                  <a:lnTo>
                    <a:pt x="1581" y="1225"/>
                  </a:lnTo>
                  <a:lnTo>
                    <a:pt x="1581" y="1205"/>
                  </a:lnTo>
                  <a:lnTo>
                    <a:pt x="1620" y="1205"/>
                  </a:lnTo>
                  <a:lnTo>
                    <a:pt x="1620" y="1186"/>
                  </a:lnTo>
                  <a:lnTo>
                    <a:pt x="1600" y="1166"/>
                  </a:lnTo>
                  <a:lnTo>
                    <a:pt x="1600" y="1186"/>
                  </a:lnTo>
                  <a:lnTo>
                    <a:pt x="1581" y="1166"/>
                  </a:lnTo>
                  <a:lnTo>
                    <a:pt x="1561" y="1107"/>
                  </a:lnTo>
                  <a:lnTo>
                    <a:pt x="1561" y="1067"/>
                  </a:lnTo>
                  <a:lnTo>
                    <a:pt x="1561" y="1028"/>
                  </a:lnTo>
                  <a:lnTo>
                    <a:pt x="1581" y="1028"/>
                  </a:lnTo>
                  <a:lnTo>
                    <a:pt x="1561" y="1008"/>
                  </a:lnTo>
                  <a:lnTo>
                    <a:pt x="1561" y="968"/>
                  </a:lnTo>
                  <a:lnTo>
                    <a:pt x="1581" y="968"/>
                  </a:lnTo>
                  <a:lnTo>
                    <a:pt x="1600" y="1028"/>
                  </a:lnTo>
                  <a:lnTo>
                    <a:pt x="1620" y="1008"/>
                  </a:lnTo>
                  <a:lnTo>
                    <a:pt x="1620" y="1047"/>
                  </a:lnTo>
                  <a:lnTo>
                    <a:pt x="1640" y="1067"/>
                  </a:lnTo>
                  <a:lnTo>
                    <a:pt x="1640" y="1047"/>
                  </a:lnTo>
                  <a:lnTo>
                    <a:pt x="1640" y="1028"/>
                  </a:lnTo>
                  <a:lnTo>
                    <a:pt x="1660" y="1067"/>
                  </a:lnTo>
                  <a:lnTo>
                    <a:pt x="1660" y="1047"/>
                  </a:lnTo>
                  <a:lnTo>
                    <a:pt x="1679" y="1087"/>
                  </a:lnTo>
                  <a:lnTo>
                    <a:pt x="1679" y="1067"/>
                  </a:lnTo>
                  <a:lnTo>
                    <a:pt x="1679" y="1028"/>
                  </a:lnTo>
                  <a:lnTo>
                    <a:pt x="1660" y="968"/>
                  </a:lnTo>
                  <a:lnTo>
                    <a:pt x="1640" y="909"/>
                  </a:lnTo>
                  <a:lnTo>
                    <a:pt x="1640" y="889"/>
                  </a:lnTo>
                  <a:lnTo>
                    <a:pt x="1660" y="889"/>
                  </a:lnTo>
                  <a:lnTo>
                    <a:pt x="1679" y="929"/>
                  </a:lnTo>
                  <a:lnTo>
                    <a:pt x="1679" y="889"/>
                  </a:lnTo>
                  <a:lnTo>
                    <a:pt x="1699" y="929"/>
                  </a:lnTo>
                  <a:lnTo>
                    <a:pt x="1699" y="909"/>
                  </a:lnTo>
                  <a:lnTo>
                    <a:pt x="1719" y="949"/>
                  </a:lnTo>
                  <a:lnTo>
                    <a:pt x="1699" y="968"/>
                  </a:lnTo>
                  <a:lnTo>
                    <a:pt x="1699" y="988"/>
                  </a:lnTo>
                  <a:lnTo>
                    <a:pt x="1719" y="1047"/>
                  </a:lnTo>
                  <a:lnTo>
                    <a:pt x="1739" y="1067"/>
                  </a:lnTo>
                  <a:lnTo>
                    <a:pt x="1719" y="988"/>
                  </a:lnTo>
                  <a:lnTo>
                    <a:pt x="1719" y="988"/>
                  </a:lnTo>
                  <a:lnTo>
                    <a:pt x="1739" y="1008"/>
                  </a:lnTo>
                  <a:lnTo>
                    <a:pt x="1758" y="1047"/>
                  </a:lnTo>
                  <a:lnTo>
                    <a:pt x="1758" y="1008"/>
                  </a:lnTo>
                  <a:lnTo>
                    <a:pt x="1758" y="988"/>
                  </a:lnTo>
                  <a:lnTo>
                    <a:pt x="1798" y="1087"/>
                  </a:lnTo>
                  <a:lnTo>
                    <a:pt x="1798" y="1067"/>
                  </a:lnTo>
                  <a:lnTo>
                    <a:pt x="1778" y="1028"/>
                  </a:lnTo>
                  <a:lnTo>
                    <a:pt x="1837" y="1028"/>
                  </a:lnTo>
                  <a:lnTo>
                    <a:pt x="1798" y="968"/>
                  </a:lnTo>
                  <a:lnTo>
                    <a:pt x="1798" y="988"/>
                  </a:lnTo>
                  <a:lnTo>
                    <a:pt x="1798" y="1008"/>
                  </a:lnTo>
                  <a:lnTo>
                    <a:pt x="1778" y="968"/>
                  </a:lnTo>
                  <a:lnTo>
                    <a:pt x="1778" y="929"/>
                  </a:lnTo>
                  <a:lnTo>
                    <a:pt x="1798" y="929"/>
                  </a:lnTo>
                  <a:lnTo>
                    <a:pt x="1818" y="909"/>
                  </a:lnTo>
                  <a:lnTo>
                    <a:pt x="1818" y="870"/>
                  </a:lnTo>
                  <a:lnTo>
                    <a:pt x="1837" y="909"/>
                  </a:lnTo>
                  <a:lnTo>
                    <a:pt x="1857" y="988"/>
                  </a:lnTo>
                  <a:lnTo>
                    <a:pt x="1857" y="949"/>
                  </a:lnTo>
                  <a:lnTo>
                    <a:pt x="1877" y="968"/>
                  </a:lnTo>
                  <a:lnTo>
                    <a:pt x="1916" y="1008"/>
                  </a:lnTo>
                  <a:lnTo>
                    <a:pt x="1936" y="1047"/>
                  </a:lnTo>
                  <a:lnTo>
                    <a:pt x="1936" y="1067"/>
                  </a:lnTo>
                  <a:lnTo>
                    <a:pt x="1956" y="1047"/>
                  </a:lnTo>
                  <a:lnTo>
                    <a:pt x="1916" y="968"/>
                  </a:lnTo>
                  <a:lnTo>
                    <a:pt x="1916" y="949"/>
                  </a:lnTo>
                  <a:lnTo>
                    <a:pt x="1936" y="949"/>
                  </a:lnTo>
                  <a:lnTo>
                    <a:pt x="1956" y="988"/>
                  </a:lnTo>
                  <a:lnTo>
                    <a:pt x="1976" y="1008"/>
                  </a:lnTo>
                  <a:lnTo>
                    <a:pt x="1976" y="1008"/>
                  </a:lnTo>
                  <a:lnTo>
                    <a:pt x="1956" y="968"/>
                  </a:lnTo>
                  <a:lnTo>
                    <a:pt x="1946" y="929"/>
                  </a:lnTo>
                  <a:lnTo>
                    <a:pt x="1956" y="929"/>
                  </a:lnTo>
                  <a:lnTo>
                    <a:pt x="1956" y="909"/>
                  </a:lnTo>
                  <a:lnTo>
                    <a:pt x="1956" y="889"/>
                  </a:lnTo>
                  <a:lnTo>
                    <a:pt x="1943" y="916"/>
                  </a:lnTo>
                  <a:lnTo>
                    <a:pt x="1936" y="889"/>
                  </a:lnTo>
                  <a:lnTo>
                    <a:pt x="1916" y="850"/>
                  </a:lnTo>
                  <a:lnTo>
                    <a:pt x="1916" y="850"/>
                  </a:lnTo>
                  <a:lnTo>
                    <a:pt x="1936" y="870"/>
                  </a:lnTo>
                  <a:lnTo>
                    <a:pt x="1936" y="850"/>
                  </a:lnTo>
                  <a:lnTo>
                    <a:pt x="1956" y="889"/>
                  </a:lnTo>
                  <a:lnTo>
                    <a:pt x="1956" y="850"/>
                  </a:lnTo>
                  <a:lnTo>
                    <a:pt x="1936" y="830"/>
                  </a:lnTo>
                  <a:lnTo>
                    <a:pt x="1916" y="771"/>
                  </a:lnTo>
                  <a:lnTo>
                    <a:pt x="1936" y="791"/>
                  </a:lnTo>
                  <a:lnTo>
                    <a:pt x="1956" y="830"/>
                  </a:lnTo>
                  <a:lnTo>
                    <a:pt x="1956" y="791"/>
                  </a:lnTo>
                  <a:lnTo>
                    <a:pt x="1956" y="771"/>
                  </a:lnTo>
                  <a:lnTo>
                    <a:pt x="1936" y="731"/>
                  </a:lnTo>
                  <a:lnTo>
                    <a:pt x="1936" y="692"/>
                  </a:lnTo>
                  <a:lnTo>
                    <a:pt x="1976" y="751"/>
                  </a:lnTo>
                  <a:lnTo>
                    <a:pt x="1995" y="791"/>
                  </a:lnTo>
                  <a:lnTo>
                    <a:pt x="2015" y="850"/>
                  </a:lnTo>
                  <a:lnTo>
                    <a:pt x="2015" y="870"/>
                  </a:lnTo>
                  <a:lnTo>
                    <a:pt x="2035" y="850"/>
                  </a:lnTo>
                  <a:lnTo>
                    <a:pt x="2015" y="791"/>
                  </a:lnTo>
                  <a:lnTo>
                    <a:pt x="2074" y="850"/>
                  </a:lnTo>
                  <a:lnTo>
                    <a:pt x="2055" y="810"/>
                  </a:lnTo>
                  <a:lnTo>
                    <a:pt x="2035" y="731"/>
                  </a:lnTo>
                  <a:lnTo>
                    <a:pt x="2015" y="692"/>
                  </a:lnTo>
                  <a:lnTo>
                    <a:pt x="1995" y="652"/>
                  </a:lnTo>
                  <a:lnTo>
                    <a:pt x="1976" y="593"/>
                  </a:lnTo>
                  <a:lnTo>
                    <a:pt x="1976" y="573"/>
                  </a:lnTo>
                  <a:lnTo>
                    <a:pt x="2035" y="652"/>
                  </a:lnTo>
                  <a:lnTo>
                    <a:pt x="2074" y="771"/>
                  </a:lnTo>
                  <a:lnTo>
                    <a:pt x="2134" y="929"/>
                  </a:lnTo>
                  <a:lnTo>
                    <a:pt x="2153" y="889"/>
                  </a:lnTo>
                  <a:lnTo>
                    <a:pt x="2173" y="889"/>
                  </a:lnTo>
                  <a:lnTo>
                    <a:pt x="2153" y="810"/>
                  </a:lnTo>
                  <a:lnTo>
                    <a:pt x="2114" y="712"/>
                  </a:lnTo>
                  <a:lnTo>
                    <a:pt x="2134" y="712"/>
                  </a:lnTo>
                  <a:lnTo>
                    <a:pt x="2134" y="692"/>
                  </a:lnTo>
                  <a:lnTo>
                    <a:pt x="2134" y="672"/>
                  </a:lnTo>
                  <a:lnTo>
                    <a:pt x="2153" y="672"/>
                  </a:lnTo>
                  <a:lnTo>
                    <a:pt x="2134" y="613"/>
                  </a:lnTo>
                  <a:lnTo>
                    <a:pt x="2094" y="534"/>
                  </a:lnTo>
                  <a:lnTo>
                    <a:pt x="2094" y="514"/>
                  </a:lnTo>
                  <a:lnTo>
                    <a:pt x="2094" y="494"/>
                  </a:lnTo>
                  <a:lnTo>
                    <a:pt x="2094" y="475"/>
                  </a:lnTo>
                  <a:lnTo>
                    <a:pt x="11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2"/>
            <p:cNvSpPr/>
            <p:nvPr/>
          </p:nvSpPr>
          <p:spPr>
            <a:xfrm>
              <a:off x="-1158575" y="3982025"/>
              <a:ext cx="525" cy="1000"/>
            </a:xfrm>
            <a:custGeom>
              <a:rect b="b" l="l" r="r" t="t"/>
              <a:pathLst>
                <a:path extrusionOk="0" h="40" w="21">
                  <a:moveTo>
                    <a:pt x="1" y="0"/>
                  </a:moveTo>
                  <a:lnTo>
                    <a:pt x="1" y="0"/>
                  </a:lnTo>
                  <a:lnTo>
                    <a:pt x="20" y="40"/>
                  </a:lnTo>
                  <a:lnTo>
                    <a:pt x="20" y="4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
            <p:cNvSpPr/>
            <p:nvPr/>
          </p:nvSpPr>
          <p:spPr>
            <a:xfrm>
              <a:off x="-1159550" y="4098050"/>
              <a:ext cx="500" cy="525"/>
            </a:xfrm>
            <a:custGeom>
              <a:rect b="b" l="l" r="r" t="t"/>
              <a:pathLst>
                <a:path extrusionOk="0" h="21" w="20">
                  <a:moveTo>
                    <a:pt x="0" y="21"/>
                  </a:moveTo>
                  <a:lnTo>
                    <a:pt x="0" y="21"/>
                  </a:lnTo>
                  <a:lnTo>
                    <a:pt x="20" y="1"/>
                  </a:lnTo>
                  <a:lnTo>
                    <a:pt x="20" y="1"/>
                  </a:lnTo>
                  <a:lnTo>
                    <a:pt x="0" y="21"/>
                  </a:lnTo>
                  <a:lnTo>
                    <a:pt x="0" y="21"/>
                  </a:lnTo>
                  <a:lnTo>
                    <a:pt x="0" y="21"/>
                  </a:lnTo>
                  <a:lnTo>
                    <a:pt x="0"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
            <p:cNvSpPr/>
            <p:nvPr/>
          </p:nvSpPr>
          <p:spPr>
            <a:xfrm>
              <a:off x="-1161050" y="4097075"/>
              <a:ext cx="2500" cy="1000"/>
            </a:xfrm>
            <a:custGeom>
              <a:rect b="b" l="l" r="r" t="t"/>
              <a:pathLst>
                <a:path extrusionOk="0" h="40" w="100">
                  <a:moveTo>
                    <a:pt x="100" y="0"/>
                  </a:moveTo>
                  <a:lnTo>
                    <a:pt x="60" y="20"/>
                  </a:lnTo>
                  <a:lnTo>
                    <a:pt x="1" y="40"/>
                  </a:lnTo>
                  <a:lnTo>
                    <a:pt x="1" y="40"/>
                  </a:lnTo>
                  <a:lnTo>
                    <a:pt x="80" y="20"/>
                  </a:lnTo>
                  <a:lnTo>
                    <a:pt x="10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
            <p:cNvSpPr/>
            <p:nvPr/>
          </p:nvSpPr>
          <p:spPr>
            <a:xfrm>
              <a:off x="-1159075" y="4096575"/>
              <a:ext cx="1025" cy="525"/>
            </a:xfrm>
            <a:custGeom>
              <a:rect b="b" l="l" r="r" t="t"/>
              <a:pathLst>
                <a:path extrusionOk="0" h="21" w="41">
                  <a:moveTo>
                    <a:pt x="1" y="1"/>
                  </a:moveTo>
                  <a:lnTo>
                    <a:pt x="1" y="20"/>
                  </a:lnTo>
                  <a:lnTo>
                    <a:pt x="40" y="20"/>
                  </a:lnTo>
                  <a:lnTo>
                    <a:pt x="4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
            <p:cNvSpPr/>
            <p:nvPr/>
          </p:nvSpPr>
          <p:spPr>
            <a:xfrm>
              <a:off x="-1164000" y="4095600"/>
              <a:ext cx="6450" cy="3475"/>
            </a:xfrm>
            <a:custGeom>
              <a:rect b="b" l="l" r="r" t="t"/>
              <a:pathLst>
                <a:path extrusionOk="0" h="139" w="258">
                  <a:moveTo>
                    <a:pt x="257" y="0"/>
                  </a:moveTo>
                  <a:lnTo>
                    <a:pt x="198" y="20"/>
                  </a:lnTo>
                  <a:lnTo>
                    <a:pt x="158" y="40"/>
                  </a:lnTo>
                  <a:lnTo>
                    <a:pt x="237" y="40"/>
                  </a:lnTo>
                  <a:lnTo>
                    <a:pt x="257" y="0"/>
                  </a:lnTo>
                  <a:close/>
                  <a:moveTo>
                    <a:pt x="79" y="40"/>
                  </a:moveTo>
                  <a:lnTo>
                    <a:pt x="0" y="99"/>
                  </a:lnTo>
                  <a:lnTo>
                    <a:pt x="20" y="99"/>
                  </a:lnTo>
                  <a:lnTo>
                    <a:pt x="0" y="138"/>
                  </a:lnTo>
                  <a:lnTo>
                    <a:pt x="40" y="99"/>
                  </a:lnTo>
                  <a:lnTo>
                    <a:pt x="79" y="99"/>
                  </a:lnTo>
                  <a:lnTo>
                    <a:pt x="60" y="119"/>
                  </a:lnTo>
                  <a:lnTo>
                    <a:pt x="139" y="59"/>
                  </a:lnTo>
                  <a:lnTo>
                    <a:pt x="99" y="59"/>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
            <p:cNvSpPr/>
            <p:nvPr/>
          </p:nvSpPr>
          <p:spPr>
            <a:xfrm>
              <a:off x="-1174375" y="4056575"/>
              <a:ext cx="31625" cy="40025"/>
            </a:xfrm>
            <a:custGeom>
              <a:rect b="b" l="l" r="r" t="t"/>
              <a:pathLst>
                <a:path extrusionOk="0" h="1601" w="1265">
                  <a:moveTo>
                    <a:pt x="1028" y="149"/>
                  </a:moveTo>
                  <a:lnTo>
                    <a:pt x="1028" y="159"/>
                  </a:lnTo>
                  <a:lnTo>
                    <a:pt x="1047" y="159"/>
                  </a:lnTo>
                  <a:lnTo>
                    <a:pt x="1028" y="149"/>
                  </a:lnTo>
                  <a:close/>
                  <a:moveTo>
                    <a:pt x="60" y="573"/>
                  </a:moveTo>
                  <a:lnTo>
                    <a:pt x="40" y="593"/>
                  </a:lnTo>
                  <a:lnTo>
                    <a:pt x="60" y="593"/>
                  </a:lnTo>
                  <a:lnTo>
                    <a:pt x="50" y="603"/>
                  </a:lnTo>
                  <a:lnTo>
                    <a:pt x="50" y="603"/>
                  </a:lnTo>
                  <a:lnTo>
                    <a:pt x="99" y="593"/>
                  </a:lnTo>
                  <a:lnTo>
                    <a:pt x="99" y="573"/>
                  </a:lnTo>
                  <a:close/>
                  <a:moveTo>
                    <a:pt x="50" y="603"/>
                  </a:moveTo>
                  <a:lnTo>
                    <a:pt x="0" y="613"/>
                  </a:lnTo>
                  <a:lnTo>
                    <a:pt x="20" y="613"/>
                  </a:lnTo>
                  <a:lnTo>
                    <a:pt x="0" y="633"/>
                  </a:lnTo>
                  <a:lnTo>
                    <a:pt x="60" y="613"/>
                  </a:lnTo>
                  <a:lnTo>
                    <a:pt x="40" y="613"/>
                  </a:lnTo>
                  <a:lnTo>
                    <a:pt x="50" y="603"/>
                  </a:lnTo>
                  <a:close/>
                  <a:moveTo>
                    <a:pt x="336" y="1344"/>
                  </a:moveTo>
                  <a:lnTo>
                    <a:pt x="257" y="1383"/>
                  </a:lnTo>
                  <a:lnTo>
                    <a:pt x="277" y="1383"/>
                  </a:lnTo>
                  <a:lnTo>
                    <a:pt x="317" y="1364"/>
                  </a:lnTo>
                  <a:lnTo>
                    <a:pt x="336" y="1344"/>
                  </a:lnTo>
                  <a:close/>
                  <a:moveTo>
                    <a:pt x="791" y="1"/>
                  </a:moveTo>
                  <a:lnTo>
                    <a:pt x="791" y="20"/>
                  </a:lnTo>
                  <a:lnTo>
                    <a:pt x="652" y="20"/>
                  </a:lnTo>
                  <a:lnTo>
                    <a:pt x="692" y="40"/>
                  </a:lnTo>
                  <a:lnTo>
                    <a:pt x="672" y="40"/>
                  </a:lnTo>
                  <a:lnTo>
                    <a:pt x="652" y="60"/>
                  </a:lnTo>
                  <a:lnTo>
                    <a:pt x="534" y="60"/>
                  </a:lnTo>
                  <a:lnTo>
                    <a:pt x="514" y="80"/>
                  </a:lnTo>
                  <a:lnTo>
                    <a:pt x="534" y="80"/>
                  </a:lnTo>
                  <a:lnTo>
                    <a:pt x="554" y="99"/>
                  </a:lnTo>
                  <a:lnTo>
                    <a:pt x="534" y="119"/>
                  </a:lnTo>
                  <a:lnTo>
                    <a:pt x="475" y="99"/>
                  </a:lnTo>
                  <a:lnTo>
                    <a:pt x="494" y="119"/>
                  </a:lnTo>
                  <a:lnTo>
                    <a:pt x="415" y="119"/>
                  </a:lnTo>
                  <a:lnTo>
                    <a:pt x="514" y="139"/>
                  </a:lnTo>
                  <a:lnTo>
                    <a:pt x="573" y="139"/>
                  </a:lnTo>
                  <a:lnTo>
                    <a:pt x="554" y="159"/>
                  </a:lnTo>
                  <a:lnTo>
                    <a:pt x="514" y="159"/>
                  </a:lnTo>
                  <a:lnTo>
                    <a:pt x="435" y="139"/>
                  </a:lnTo>
                  <a:lnTo>
                    <a:pt x="415" y="159"/>
                  </a:lnTo>
                  <a:lnTo>
                    <a:pt x="396" y="178"/>
                  </a:lnTo>
                  <a:lnTo>
                    <a:pt x="297" y="178"/>
                  </a:lnTo>
                  <a:lnTo>
                    <a:pt x="317" y="198"/>
                  </a:lnTo>
                  <a:lnTo>
                    <a:pt x="356" y="218"/>
                  </a:lnTo>
                  <a:lnTo>
                    <a:pt x="336" y="218"/>
                  </a:lnTo>
                  <a:lnTo>
                    <a:pt x="336" y="238"/>
                  </a:lnTo>
                  <a:lnTo>
                    <a:pt x="297" y="238"/>
                  </a:lnTo>
                  <a:lnTo>
                    <a:pt x="317" y="257"/>
                  </a:lnTo>
                  <a:lnTo>
                    <a:pt x="238" y="257"/>
                  </a:lnTo>
                  <a:lnTo>
                    <a:pt x="218" y="277"/>
                  </a:lnTo>
                  <a:lnTo>
                    <a:pt x="257" y="277"/>
                  </a:lnTo>
                  <a:lnTo>
                    <a:pt x="257" y="297"/>
                  </a:lnTo>
                  <a:lnTo>
                    <a:pt x="317" y="297"/>
                  </a:lnTo>
                  <a:lnTo>
                    <a:pt x="238" y="317"/>
                  </a:lnTo>
                  <a:lnTo>
                    <a:pt x="435" y="317"/>
                  </a:lnTo>
                  <a:lnTo>
                    <a:pt x="396" y="336"/>
                  </a:lnTo>
                  <a:lnTo>
                    <a:pt x="198" y="336"/>
                  </a:lnTo>
                  <a:lnTo>
                    <a:pt x="257" y="356"/>
                  </a:lnTo>
                  <a:lnTo>
                    <a:pt x="218" y="356"/>
                  </a:lnTo>
                  <a:lnTo>
                    <a:pt x="218" y="376"/>
                  </a:lnTo>
                  <a:lnTo>
                    <a:pt x="139" y="376"/>
                  </a:lnTo>
                  <a:lnTo>
                    <a:pt x="139" y="396"/>
                  </a:lnTo>
                  <a:lnTo>
                    <a:pt x="99" y="415"/>
                  </a:lnTo>
                  <a:lnTo>
                    <a:pt x="79" y="415"/>
                  </a:lnTo>
                  <a:lnTo>
                    <a:pt x="159" y="435"/>
                  </a:lnTo>
                  <a:lnTo>
                    <a:pt x="119" y="455"/>
                  </a:lnTo>
                  <a:lnTo>
                    <a:pt x="99" y="455"/>
                  </a:lnTo>
                  <a:lnTo>
                    <a:pt x="99" y="475"/>
                  </a:lnTo>
                  <a:lnTo>
                    <a:pt x="79" y="494"/>
                  </a:lnTo>
                  <a:lnTo>
                    <a:pt x="99" y="494"/>
                  </a:lnTo>
                  <a:lnTo>
                    <a:pt x="60" y="514"/>
                  </a:lnTo>
                  <a:lnTo>
                    <a:pt x="119" y="514"/>
                  </a:lnTo>
                  <a:lnTo>
                    <a:pt x="119" y="534"/>
                  </a:lnTo>
                  <a:lnTo>
                    <a:pt x="99" y="534"/>
                  </a:lnTo>
                  <a:lnTo>
                    <a:pt x="60" y="554"/>
                  </a:lnTo>
                  <a:lnTo>
                    <a:pt x="238" y="554"/>
                  </a:lnTo>
                  <a:lnTo>
                    <a:pt x="178" y="573"/>
                  </a:lnTo>
                  <a:lnTo>
                    <a:pt x="99" y="593"/>
                  </a:lnTo>
                  <a:lnTo>
                    <a:pt x="119" y="593"/>
                  </a:lnTo>
                  <a:lnTo>
                    <a:pt x="159" y="613"/>
                  </a:lnTo>
                  <a:lnTo>
                    <a:pt x="297" y="613"/>
                  </a:lnTo>
                  <a:lnTo>
                    <a:pt x="257" y="633"/>
                  </a:lnTo>
                  <a:lnTo>
                    <a:pt x="198" y="653"/>
                  </a:lnTo>
                  <a:lnTo>
                    <a:pt x="139" y="653"/>
                  </a:lnTo>
                  <a:lnTo>
                    <a:pt x="159" y="672"/>
                  </a:lnTo>
                  <a:lnTo>
                    <a:pt x="79" y="712"/>
                  </a:lnTo>
                  <a:lnTo>
                    <a:pt x="178" y="692"/>
                  </a:lnTo>
                  <a:lnTo>
                    <a:pt x="198" y="692"/>
                  </a:lnTo>
                  <a:lnTo>
                    <a:pt x="178" y="712"/>
                  </a:lnTo>
                  <a:lnTo>
                    <a:pt x="99" y="732"/>
                  </a:lnTo>
                  <a:lnTo>
                    <a:pt x="99" y="751"/>
                  </a:lnTo>
                  <a:lnTo>
                    <a:pt x="79" y="791"/>
                  </a:lnTo>
                  <a:lnTo>
                    <a:pt x="60" y="811"/>
                  </a:lnTo>
                  <a:lnTo>
                    <a:pt x="79" y="830"/>
                  </a:lnTo>
                  <a:lnTo>
                    <a:pt x="139" y="801"/>
                  </a:lnTo>
                  <a:lnTo>
                    <a:pt x="139" y="801"/>
                  </a:lnTo>
                  <a:lnTo>
                    <a:pt x="198" y="791"/>
                  </a:lnTo>
                  <a:lnTo>
                    <a:pt x="317" y="771"/>
                  </a:lnTo>
                  <a:lnTo>
                    <a:pt x="297" y="791"/>
                  </a:lnTo>
                  <a:lnTo>
                    <a:pt x="257" y="791"/>
                  </a:lnTo>
                  <a:lnTo>
                    <a:pt x="297" y="811"/>
                  </a:lnTo>
                  <a:lnTo>
                    <a:pt x="317" y="791"/>
                  </a:lnTo>
                  <a:lnTo>
                    <a:pt x="356" y="791"/>
                  </a:lnTo>
                  <a:lnTo>
                    <a:pt x="317" y="811"/>
                  </a:lnTo>
                  <a:lnTo>
                    <a:pt x="257" y="830"/>
                  </a:lnTo>
                  <a:lnTo>
                    <a:pt x="336" y="830"/>
                  </a:lnTo>
                  <a:lnTo>
                    <a:pt x="297" y="850"/>
                  </a:lnTo>
                  <a:lnTo>
                    <a:pt x="198" y="850"/>
                  </a:lnTo>
                  <a:lnTo>
                    <a:pt x="159" y="870"/>
                  </a:lnTo>
                  <a:lnTo>
                    <a:pt x="119" y="870"/>
                  </a:lnTo>
                  <a:lnTo>
                    <a:pt x="119" y="890"/>
                  </a:lnTo>
                  <a:lnTo>
                    <a:pt x="40" y="909"/>
                  </a:lnTo>
                  <a:lnTo>
                    <a:pt x="60" y="909"/>
                  </a:lnTo>
                  <a:lnTo>
                    <a:pt x="60" y="929"/>
                  </a:lnTo>
                  <a:lnTo>
                    <a:pt x="119" y="929"/>
                  </a:lnTo>
                  <a:lnTo>
                    <a:pt x="60" y="969"/>
                  </a:lnTo>
                  <a:lnTo>
                    <a:pt x="60" y="1008"/>
                  </a:lnTo>
                  <a:lnTo>
                    <a:pt x="99" y="988"/>
                  </a:lnTo>
                  <a:lnTo>
                    <a:pt x="139" y="988"/>
                  </a:lnTo>
                  <a:lnTo>
                    <a:pt x="99" y="1008"/>
                  </a:lnTo>
                  <a:lnTo>
                    <a:pt x="79" y="1028"/>
                  </a:lnTo>
                  <a:lnTo>
                    <a:pt x="60" y="1028"/>
                  </a:lnTo>
                  <a:lnTo>
                    <a:pt x="79" y="1048"/>
                  </a:lnTo>
                  <a:lnTo>
                    <a:pt x="119" y="1048"/>
                  </a:lnTo>
                  <a:lnTo>
                    <a:pt x="218" y="1028"/>
                  </a:lnTo>
                  <a:lnTo>
                    <a:pt x="218" y="1048"/>
                  </a:lnTo>
                  <a:lnTo>
                    <a:pt x="178" y="1067"/>
                  </a:lnTo>
                  <a:lnTo>
                    <a:pt x="238" y="1048"/>
                  </a:lnTo>
                  <a:lnTo>
                    <a:pt x="277" y="1067"/>
                  </a:lnTo>
                  <a:lnTo>
                    <a:pt x="198" y="1067"/>
                  </a:lnTo>
                  <a:lnTo>
                    <a:pt x="159" y="1087"/>
                  </a:lnTo>
                  <a:lnTo>
                    <a:pt x="159" y="1107"/>
                  </a:lnTo>
                  <a:lnTo>
                    <a:pt x="159" y="1127"/>
                  </a:lnTo>
                  <a:lnTo>
                    <a:pt x="356" y="1107"/>
                  </a:lnTo>
                  <a:lnTo>
                    <a:pt x="475" y="1067"/>
                  </a:lnTo>
                  <a:lnTo>
                    <a:pt x="593" y="1048"/>
                  </a:lnTo>
                  <a:lnTo>
                    <a:pt x="593" y="1048"/>
                  </a:lnTo>
                  <a:lnTo>
                    <a:pt x="534" y="1087"/>
                  </a:lnTo>
                  <a:lnTo>
                    <a:pt x="514" y="1107"/>
                  </a:lnTo>
                  <a:lnTo>
                    <a:pt x="435" y="1127"/>
                  </a:lnTo>
                  <a:lnTo>
                    <a:pt x="396" y="1146"/>
                  </a:lnTo>
                  <a:lnTo>
                    <a:pt x="376" y="1146"/>
                  </a:lnTo>
                  <a:lnTo>
                    <a:pt x="435" y="1127"/>
                  </a:lnTo>
                  <a:lnTo>
                    <a:pt x="435" y="1107"/>
                  </a:lnTo>
                  <a:lnTo>
                    <a:pt x="297" y="1186"/>
                  </a:lnTo>
                  <a:lnTo>
                    <a:pt x="257" y="1186"/>
                  </a:lnTo>
                  <a:lnTo>
                    <a:pt x="297" y="1166"/>
                  </a:lnTo>
                  <a:lnTo>
                    <a:pt x="297" y="1166"/>
                  </a:lnTo>
                  <a:lnTo>
                    <a:pt x="238" y="1186"/>
                  </a:lnTo>
                  <a:lnTo>
                    <a:pt x="218" y="1186"/>
                  </a:lnTo>
                  <a:lnTo>
                    <a:pt x="119" y="1225"/>
                  </a:lnTo>
                  <a:lnTo>
                    <a:pt x="139" y="1245"/>
                  </a:lnTo>
                  <a:lnTo>
                    <a:pt x="159" y="1245"/>
                  </a:lnTo>
                  <a:lnTo>
                    <a:pt x="139" y="1265"/>
                  </a:lnTo>
                  <a:lnTo>
                    <a:pt x="198" y="1265"/>
                  </a:lnTo>
                  <a:lnTo>
                    <a:pt x="178" y="1285"/>
                  </a:lnTo>
                  <a:lnTo>
                    <a:pt x="257" y="1265"/>
                  </a:lnTo>
                  <a:lnTo>
                    <a:pt x="238" y="1285"/>
                  </a:lnTo>
                  <a:lnTo>
                    <a:pt x="198" y="1304"/>
                  </a:lnTo>
                  <a:lnTo>
                    <a:pt x="238" y="1304"/>
                  </a:lnTo>
                  <a:lnTo>
                    <a:pt x="238" y="1324"/>
                  </a:lnTo>
                  <a:lnTo>
                    <a:pt x="317" y="1285"/>
                  </a:lnTo>
                  <a:lnTo>
                    <a:pt x="415" y="1265"/>
                  </a:lnTo>
                  <a:lnTo>
                    <a:pt x="435" y="1265"/>
                  </a:lnTo>
                  <a:lnTo>
                    <a:pt x="455" y="1285"/>
                  </a:lnTo>
                  <a:lnTo>
                    <a:pt x="376" y="1285"/>
                  </a:lnTo>
                  <a:lnTo>
                    <a:pt x="435" y="1304"/>
                  </a:lnTo>
                  <a:lnTo>
                    <a:pt x="376" y="1324"/>
                  </a:lnTo>
                  <a:lnTo>
                    <a:pt x="356" y="1324"/>
                  </a:lnTo>
                  <a:lnTo>
                    <a:pt x="336" y="1344"/>
                  </a:lnTo>
                  <a:lnTo>
                    <a:pt x="356" y="1344"/>
                  </a:lnTo>
                  <a:lnTo>
                    <a:pt x="435" y="1324"/>
                  </a:lnTo>
                  <a:lnTo>
                    <a:pt x="415" y="1344"/>
                  </a:lnTo>
                  <a:lnTo>
                    <a:pt x="415" y="1364"/>
                  </a:lnTo>
                  <a:lnTo>
                    <a:pt x="415" y="1364"/>
                  </a:lnTo>
                  <a:lnTo>
                    <a:pt x="415" y="1364"/>
                  </a:lnTo>
                  <a:lnTo>
                    <a:pt x="317" y="1383"/>
                  </a:lnTo>
                  <a:lnTo>
                    <a:pt x="238" y="1403"/>
                  </a:lnTo>
                  <a:lnTo>
                    <a:pt x="257" y="1383"/>
                  </a:lnTo>
                  <a:lnTo>
                    <a:pt x="277" y="1364"/>
                  </a:lnTo>
                  <a:lnTo>
                    <a:pt x="238" y="1364"/>
                  </a:lnTo>
                  <a:lnTo>
                    <a:pt x="277" y="1344"/>
                  </a:lnTo>
                  <a:lnTo>
                    <a:pt x="277" y="1324"/>
                  </a:lnTo>
                  <a:lnTo>
                    <a:pt x="218" y="1324"/>
                  </a:lnTo>
                  <a:lnTo>
                    <a:pt x="198" y="1364"/>
                  </a:lnTo>
                  <a:lnTo>
                    <a:pt x="218" y="1383"/>
                  </a:lnTo>
                  <a:lnTo>
                    <a:pt x="178" y="1403"/>
                  </a:lnTo>
                  <a:lnTo>
                    <a:pt x="297" y="1423"/>
                  </a:lnTo>
                  <a:lnTo>
                    <a:pt x="356" y="1383"/>
                  </a:lnTo>
                  <a:lnTo>
                    <a:pt x="415" y="1364"/>
                  </a:lnTo>
                  <a:lnTo>
                    <a:pt x="415" y="1364"/>
                  </a:lnTo>
                  <a:lnTo>
                    <a:pt x="336" y="1403"/>
                  </a:lnTo>
                  <a:lnTo>
                    <a:pt x="297" y="1443"/>
                  </a:lnTo>
                  <a:lnTo>
                    <a:pt x="376" y="1423"/>
                  </a:lnTo>
                  <a:lnTo>
                    <a:pt x="455" y="1403"/>
                  </a:lnTo>
                  <a:lnTo>
                    <a:pt x="475" y="1383"/>
                  </a:lnTo>
                  <a:lnTo>
                    <a:pt x="534" y="1364"/>
                  </a:lnTo>
                  <a:lnTo>
                    <a:pt x="573" y="1364"/>
                  </a:lnTo>
                  <a:lnTo>
                    <a:pt x="554" y="1383"/>
                  </a:lnTo>
                  <a:lnTo>
                    <a:pt x="534" y="1383"/>
                  </a:lnTo>
                  <a:lnTo>
                    <a:pt x="514" y="1403"/>
                  </a:lnTo>
                  <a:lnTo>
                    <a:pt x="494" y="1423"/>
                  </a:lnTo>
                  <a:lnTo>
                    <a:pt x="317" y="1443"/>
                  </a:lnTo>
                  <a:lnTo>
                    <a:pt x="297" y="1462"/>
                  </a:lnTo>
                  <a:lnTo>
                    <a:pt x="317" y="1462"/>
                  </a:lnTo>
                  <a:lnTo>
                    <a:pt x="297" y="1482"/>
                  </a:lnTo>
                  <a:lnTo>
                    <a:pt x="297" y="1482"/>
                  </a:lnTo>
                  <a:lnTo>
                    <a:pt x="356" y="1462"/>
                  </a:lnTo>
                  <a:lnTo>
                    <a:pt x="396" y="1443"/>
                  </a:lnTo>
                  <a:lnTo>
                    <a:pt x="554" y="1443"/>
                  </a:lnTo>
                  <a:lnTo>
                    <a:pt x="494" y="1462"/>
                  </a:lnTo>
                  <a:lnTo>
                    <a:pt x="435" y="1482"/>
                  </a:lnTo>
                  <a:lnTo>
                    <a:pt x="396" y="1482"/>
                  </a:lnTo>
                  <a:lnTo>
                    <a:pt x="297" y="1522"/>
                  </a:lnTo>
                  <a:lnTo>
                    <a:pt x="356" y="1502"/>
                  </a:lnTo>
                  <a:lnTo>
                    <a:pt x="376" y="1502"/>
                  </a:lnTo>
                  <a:lnTo>
                    <a:pt x="356" y="1522"/>
                  </a:lnTo>
                  <a:lnTo>
                    <a:pt x="356" y="1541"/>
                  </a:lnTo>
                  <a:lnTo>
                    <a:pt x="396" y="1561"/>
                  </a:lnTo>
                  <a:lnTo>
                    <a:pt x="435" y="1541"/>
                  </a:lnTo>
                  <a:lnTo>
                    <a:pt x="455" y="1541"/>
                  </a:lnTo>
                  <a:lnTo>
                    <a:pt x="435" y="1561"/>
                  </a:lnTo>
                  <a:lnTo>
                    <a:pt x="455" y="1561"/>
                  </a:lnTo>
                  <a:lnTo>
                    <a:pt x="455" y="1581"/>
                  </a:lnTo>
                  <a:lnTo>
                    <a:pt x="475" y="1581"/>
                  </a:lnTo>
                  <a:lnTo>
                    <a:pt x="514" y="1561"/>
                  </a:lnTo>
                  <a:lnTo>
                    <a:pt x="554" y="1522"/>
                  </a:lnTo>
                  <a:lnTo>
                    <a:pt x="613" y="1541"/>
                  </a:lnTo>
                  <a:lnTo>
                    <a:pt x="692" y="1541"/>
                  </a:lnTo>
                  <a:lnTo>
                    <a:pt x="830" y="1304"/>
                  </a:lnTo>
                  <a:lnTo>
                    <a:pt x="968" y="1048"/>
                  </a:lnTo>
                  <a:lnTo>
                    <a:pt x="1245" y="396"/>
                  </a:lnTo>
                  <a:lnTo>
                    <a:pt x="1107" y="396"/>
                  </a:lnTo>
                  <a:lnTo>
                    <a:pt x="1166" y="376"/>
                  </a:lnTo>
                  <a:lnTo>
                    <a:pt x="1186" y="376"/>
                  </a:lnTo>
                  <a:lnTo>
                    <a:pt x="1166" y="356"/>
                  </a:lnTo>
                  <a:lnTo>
                    <a:pt x="1245" y="356"/>
                  </a:lnTo>
                  <a:lnTo>
                    <a:pt x="1245" y="336"/>
                  </a:lnTo>
                  <a:lnTo>
                    <a:pt x="1067" y="336"/>
                  </a:lnTo>
                  <a:lnTo>
                    <a:pt x="1047" y="317"/>
                  </a:lnTo>
                  <a:lnTo>
                    <a:pt x="1067" y="317"/>
                  </a:lnTo>
                  <a:lnTo>
                    <a:pt x="1008" y="277"/>
                  </a:lnTo>
                  <a:lnTo>
                    <a:pt x="988" y="238"/>
                  </a:lnTo>
                  <a:lnTo>
                    <a:pt x="968" y="198"/>
                  </a:lnTo>
                  <a:lnTo>
                    <a:pt x="1008" y="139"/>
                  </a:lnTo>
                  <a:lnTo>
                    <a:pt x="1028" y="149"/>
                  </a:lnTo>
                  <a:lnTo>
                    <a:pt x="1028" y="149"/>
                  </a:lnTo>
                  <a:lnTo>
                    <a:pt x="1028" y="139"/>
                  </a:lnTo>
                  <a:lnTo>
                    <a:pt x="1067" y="139"/>
                  </a:lnTo>
                  <a:lnTo>
                    <a:pt x="1087" y="119"/>
                  </a:lnTo>
                  <a:lnTo>
                    <a:pt x="1047" y="119"/>
                  </a:lnTo>
                  <a:lnTo>
                    <a:pt x="1087" y="99"/>
                  </a:lnTo>
                  <a:lnTo>
                    <a:pt x="1087" y="119"/>
                  </a:lnTo>
                  <a:lnTo>
                    <a:pt x="1107" y="99"/>
                  </a:lnTo>
                  <a:lnTo>
                    <a:pt x="1126" y="80"/>
                  </a:lnTo>
                  <a:lnTo>
                    <a:pt x="1146" y="80"/>
                  </a:lnTo>
                  <a:lnTo>
                    <a:pt x="1146" y="60"/>
                  </a:lnTo>
                  <a:lnTo>
                    <a:pt x="1265" y="60"/>
                  </a:lnTo>
                  <a:lnTo>
                    <a:pt x="1205" y="40"/>
                  </a:lnTo>
                  <a:lnTo>
                    <a:pt x="1146" y="40"/>
                  </a:lnTo>
                  <a:lnTo>
                    <a:pt x="1126" y="20"/>
                  </a:lnTo>
                  <a:lnTo>
                    <a:pt x="968" y="1"/>
                  </a:lnTo>
                  <a:close/>
                  <a:moveTo>
                    <a:pt x="475" y="1581"/>
                  </a:moveTo>
                  <a:lnTo>
                    <a:pt x="475" y="1601"/>
                  </a:lnTo>
                  <a:lnTo>
                    <a:pt x="514" y="158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
            <p:cNvSpPr/>
            <p:nvPr/>
          </p:nvSpPr>
          <p:spPr>
            <a:xfrm>
              <a:off x="-1164000" y="4095600"/>
              <a:ext cx="525" cy="500"/>
            </a:xfrm>
            <a:custGeom>
              <a:rect b="b" l="l" r="r" t="t"/>
              <a:pathLst>
                <a:path extrusionOk="0" h="20" w="21">
                  <a:moveTo>
                    <a:pt x="20" y="0"/>
                  </a:moveTo>
                  <a:lnTo>
                    <a:pt x="20" y="0"/>
                  </a:lnTo>
                  <a:lnTo>
                    <a:pt x="0" y="20"/>
                  </a:lnTo>
                  <a:lnTo>
                    <a:pt x="0" y="2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
            <p:cNvSpPr/>
            <p:nvPr/>
          </p:nvSpPr>
          <p:spPr>
            <a:xfrm>
              <a:off x="-1395600" y="410002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
            <p:cNvSpPr/>
            <p:nvPr/>
          </p:nvSpPr>
          <p:spPr>
            <a:xfrm>
              <a:off x="-1397075" y="4099050"/>
              <a:ext cx="25" cy="25"/>
            </a:xfrm>
            <a:custGeom>
              <a:rect b="b" l="l" r="r" t="t"/>
              <a:pathLst>
                <a:path extrusionOk="0" h="1" w="1">
                  <a:moveTo>
                    <a:pt x="0" y="0"/>
                  </a:move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
            <p:cNvSpPr/>
            <p:nvPr/>
          </p:nvSpPr>
          <p:spPr>
            <a:xfrm>
              <a:off x="-1435600" y="4052125"/>
              <a:ext cx="48425" cy="55350"/>
            </a:xfrm>
            <a:custGeom>
              <a:rect b="b" l="l" r="r" t="t"/>
              <a:pathLst>
                <a:path extrusionOk="0" h="2214" w="1937">
                  <a:moveTo>
                    <a:pt x="652" y="80"/>
                  </a:moveTo>
                  <a:lnTo>
                    <a:pt x="692" y="100"/>
                  </a:lnTo>
                  <a:lnTo>
                    <a:pt x="633" y="80"/>
                  </a:lnTo>
                  <a:close/>
                  <a:moveTo>
                    <a:pt x="1403" y="712"/>
                  </a:moveTo>
                  <a:lnTo>
                    <a:pt x="1403" y="732"/>
                  </a:lnTo>
                  <a:lnTo>
                    <a:pt x="1304" y="732"/>
                  </a:lnTo>
                  <a:lnTo>
                    <a:pt x="1344" y="712"/>
                  </a:lnTo>
                  <a:close/>
                  <a:moveTo>
                    <a:pt x="336" y="831"/>
                  </a:moveTo>
                  <a:lnTo>
                    <a:pt x="277" y="850"/>
                  </a:lnTo>
                  <a:lnTo>
                    <a:pt x="356" y="831"/>
                  </a:lnTo>
                  <a:close/>
                  <a:moveTo>
                    <a:pt x="218" y="969"/>
                  </a:moveTo>
                  <a:lnTo>
                    <a:pt x="198" y="989"/>
                  </a:lnTo>
                  <a:lnTo>
                    <a:pt x="238" y="989"/>
                  </a:lnTo>
                  <a:lnTo>
                    <a:pt x="218" y="969"/>
                  </a:lnTo>
                  <a:close/>
                  <a:moveTo>
                    <a:pt x="80" y="969"/>
                  </a:moveTo>
                  <a:lnTo>
                    <a:pt x="60" y="989"/>
                  </a:lnTo>
                  <a:lnTo>
                    <a:pt x="60" y="1008"/>
                  </a:lnTo>
                  <a:lnTo>
                    <a:pt x="40" y="1028"/>
                  </a:lnTo>
                  <a:lnTo>
                    <a:pt x="139" y="1048"/>
                  </a:lnTo>
                  <a:lnTo>
                    <a:pt x="198" y="1028"/>
                  </a:lnTo>
                  <a:lnTo>
                    <a:pt x="80" y="1028"/>
                  </a:lnTo>
                  <a:lnTo>
                    <a:pt x="99" y="1008"/>
                  </a:lnTo>
                  <a:lnTo>
                    <a:pt x="119" y="1008"/>
                  </a:lnTo>
                  <a:lnTo>
                    <a:pt x="99" y="989"/>
                  </a:lnTo>
                  <a:lnTo>
                    <a:pt x="139" y="989"/>
                  </a:lnTo>
                  <a:lnTo>
                    <a:pt x="139" y="969"/>
                  </a:lnTo>
                  <a:close/>
                  <a:moveTo>
                    <a:pt x="1778" y="1265"/>
                  </a:moveTo>
                  <a:lnTo>
                    <a:pt x="1719" y="1285"/>
                  </a:lnTo>
                  <a:lnTo>
                    <a:pt x="1739" y="1285"/>
                  </a:lnTo>
                  <a:lnTo>
                    <a:pt x="1778" y="1265"/>
                  </a:lnTo>
                  <a:close/>
                  <a:moveTo>
                    <a:pt x="376" y="1285"/>
                  </a:moveTo>
                  <a:lnTo>
                    <a:pt x="317" y="1305"/>
                  </a:lnTo>
                  <a:lnTo>
                    <a:pt x="317" y="1305"/>
                  </a:lnTo>
                  <a:lnTo>
                    <a:pt x="396" y="1285"/>
                  </a:lnTo>
                  <a:close/>
                  <a:moveTo>
                    <a:pt x="297" y="1245"/>
                  </a:moveTo>
                  <a:lnTo>
                    <a:pt x="198" y="1265"/>
                  </a:lnTo>
                  <a:lnTo>
                    <a:pt x="218" y="1265"/>
                  </a:lnTo>
                  <a:lnTo>
                    <a:pt x="218" y="1285"/>
                  </a:lnTo>
                  <a:lnTo>
                    <a:pt x="198" y="1305"/>
                  </a:lnTo>
                  <a:lnTo>
                    <a:pt x="198" y="1305"/>
                  </a:lnTo>
                  <a:lnTo>
                    <a:pt x="238" y="1285"/>
                  </a:lnTo>
                  <a:lnTo>
                    <a:pt x="336" y="1265"/>
                  </a:lnTo>
                  <a:lnTo>
                    <a:pt x="317" y="1265"/>
                  </a:lnTo>
                  <a:lnTo>
                    <a:pt x="336" y="1245"/>
                  </a:lnTo>
                  <a:close/>
                  <a:moveTo>
                    <a:pt x="1522" y="1324"/>
                  </a:moveTo>
                  <a:lnTo>
                    <a:pt x="1443" y="1344"/>
                  </a:lnTo>
                  <a:lnTo>
                    <a:pt x="1443" y="1349"/>
                  </a:lnTo>
                  <a:lnTo>
                    <a:pt x="1443" y="1349"/>
                  </a:lnTo>
                  <a:lnTo>
                    <a:pt x="1462" y="1344"/>
                  </a:lnTo>
                  <a:lnTo>
                    <a:pt x="1522" y="1324"/>
                  </a:lnTo>
                  <a:close/>
                  <a:moveTo>
                    <a:pt x="1482" y="1344"/>
                  </a:moveTo>
                  <a:lnTo>
                    <a:pt x="1443" y="1354"/>
                  </a:lnTo>
                  <a:lnTo>
                    <a:pt x="1443" y="1354"/>
                  </a:lnTo>
                  <a:lnTo>
                    <a:pt x="1443" y="1364"/>
                  </a:lnTo>
                  <a:lnTo>
                    <a:pt x="1482" y="1344"/>
                  </a:lnTo>
                  <a:close/>
                  <a:moveTo>
                    <a:pt x="1443" y="1349"/>
                  </a:moveTo>
                  <a:lnTo>
                    <a:pt x="1383" y="1364"/>
                  </a:lnTo>
                  <a:lnTo>
                    <a:pt x="1324" y="1384"/>
                  </a:lnTo>
                  <a:lnTo>
                    <a:pt x="1324" y="1384"/>
                  </a:lnTo>
                  <a:lnTo>
                    <a:pt x="1403" y="1364"/>
                  </a:lnTo>
                  <a:lnTo>
                    <a:pt x="1443" y="1354"/>
                  </a:lnTo>
                  <a:lnTo>
                    <a:pt x="1443" y="1354"/>
                  </a:lnTo>
                  <a:lnTo>
                    <a:pt x="1443" y="1349"/>
                  </a:lnTo>
                  <a:close/>
                  <a:moveTo>
                    <a:pt x="1798" y="1423"/>
                  </a:moveTo>
                  <a:lnTo>
                    <a:pt x="1786" y="1435"/>
                  </a:lnTo>
                  <a:lnTo>
                    <a:pt x="1786" y="1435"/>
                  </a:lnTo>
                  <a:lnTo>
                    <a:pt x="1798" y="1432"/>
                  </a:lnTo>
                  <a:lnTo>
                    <a:pt x="1798" y="1432"/>
                  </a:lnTo>
                  <a:lnTo>
                    <a:pt x="1798" y="1423"/>
                  </a:lnTo>
                  <a:close/>
                  <a:moveTo>
                    <a:pt x="1786" y="1435"/>
                  </a:moveTo>
                  <a:lnTo>
                    <a:pt x="1759" y="1443"/>
                  </a:lnTo>
                  <a:lnTo>
                    <a:pt x="1778" y="1443"/>
                  </a:lnTo>
                  <a:lnTo>
                    <a:pt x="1786" y="1435"/>
                  </a:lnTo>
                  <a:close/>
                  <a:moveTo>
                    <a:pt x="415" y="1443"/>
                  </a:moveTo>
                  <a:lnTo>
                    <a:pt x="396" y="1463"/>
                  </a:lnTo>
                  <a:lnTo>
                    <a:pt x="396" y="1463"/>
                  </a:lnTo>
                  <a:lnTo>
                    <a:pt x="455" y="1443"/>
                  </a:lnTo>
                  <a:close/>
                  <a:moveTo>
                    <a:pt x="1877" y="1443"/>
                  </a:moveTo>
                  <a:lnTo>
                    <a:pt x="1824" y="1456"/>
                  </a:lnTo>
                  <a:lnTo>
                    <a:pt x="1824" y="1456"/>
                  </a:lnTo>
                  <a:lnTo>
                    <a:pt x="1818" y="1463"/>
                  </a:lnTo>
                  <a:lnTo>
                    <a:pt x="1818" y="1463"/>
                  </a:lnTo>
                  <a:lnTo>
                    <a:pt x="1877" y="1443"/>
                  </a:lnTo>
                  <a:close/>
                  <a:moveTo>
                    <a:pt x="415" y="1463"/>
                  </a:moveTo>
                  <a:lnTo>
                    <a:pt x="415" y="1482"/>
                  </a:lnTo>
                  <a:lnTo>
                    <a:pt x="435" y="1489"/>
                  </a:lnTo>
                  <a:lnTo>
                    <a:pt x="435" y="1489"/>
                  </a:lnTo>
                  <a:lnTo>
                    <a:pt x="435" y="1482"/>
                  </a:lnTo>
                  <a:lnTo>
                    <a:pt x="435" y="1463"/>
                  </a:lnTo>
                  <a:close/>
                  <a:moveTo>
                    <a:pt x="435" y="1489"/>
                  </a:moveTo>
                  <a:lnTo>
                    <a:pt x="435" y="1502"/>
                  </a:lnTo>
                  <a:lnTo>
                    <a:pt x="458" y="1496"/>
                  </a:lnTo>
                  <a:lnTo>
                    <a:pt x="458" y="1496"/>
                  </a:lnTo>
                  <a:lnTo>
                    <a:pt x="435" y="1489"/>
                  </a:lnTo>
                  <a:close/>
                  <a:moveTo>
                    <a:pt x="514" y="1640"/>
                  </a:moveTo>
                  <a:lnTo>
                    <a:pt x="475" y="1660"/>
                  </a:lnTo>
                  <a:lnTo>
                    <a:pt x="514" y="1660"/>
                  </a:lnTo>
                  <a:lnTo>
                    <a:pt x="514" y="1640"/>
                  </a:lnTo>
                  <a:close/>
                  <a:moveTo>
                    <a:pt x="1818" y="1640"/>
                  </a:moveTo>
                  <a:lnTo>
                    <a:pt x="1778" y="1660"/>
                  </a:lnTo>
                  <a:lnTo>
                    <a:pt x="1818" y="1640"/>
                  </a:lnTo>
                  <a:close/>
                  <a:moveTo>
                    <a:pt x="1620" y="1719"/>
                  </a:moveTo>
                  <a:lnTo>
                    <a:pt x="1601" y="1739"/>
                  </a:lnTo>
                  <a:lnTo>
                    <a:pt x="1601" y="1739"/>
                  </a:lnTo>
                  <a:lnTo>
                    <a:pt x="1620" y="1731"/>
                  </a:lnTo>
                  <a:lnTo>
                    <a:pt x="1620" y="1731"/>
                  </a:lnTo>
                  <a:lnTo>
                    <a:pt x="1620" y="1719"/>
                  </a:lnTo>
                  <a:close/>
                  <a:moveTo>
                    <a:pt x="1778" y="1660"/>
                  </a:moveTo>
                  <a:lnTo>
                    <a:pt x="1739" y="1680"/>
                  </a:lnTo>
                  <a:lnTo>
                    <a:pt x="1620" y="1731"/>
                  </a:lnTo>
                  <a:lnTo>
                    <a:pt x="1620" y="1731"/>
                  </a:lnTo>
                  <a:lnTo>
                    <a:pt x="1620" y="1739"/>
                  </a:lnTo>
                  <a:lnTo>
                    <a:pt x="1699" y="1700"/>
                  </a:lnTo>
                  <a:lnTo>
                    <a:pt x="1778" y="1660"/>
                  </a:lnTo>
                  <a:close/>
                  <a:moveTo>
                    <a:pt x="850" y="1846"/>
                  </a:moveTo>
                  <a:lnTo>
                    <a:pt x="771" y="1877"/>
                  </a:lnTo>
                  <a:lnTo>
                    <a:pt x="791" y="1858"/>
                  </a:lnTo>
                  <a:lnTo>
                    <a:pt x="850" y="1846"/>
                  </a:lnTo>
                  <a:close/>
                  <a:moveTo>
                    <a:pt x="1581" y="1897"/>
                  </a:moveTo>
                  <a:lnTo>
                    <a:pt x="1561" y="1907"/>
                  </a:lnTo>
                  <a:lnTo>
                    <a:pt x="1561" y="1907"/>
                  </a:lnTo>
                  <a:lnTo>
                    <a:pt x="1561" y="1917"/>
                  </a:lnTo>
                  <a:lnTo>
                    <a:pt x="1581" y="1897"/>
                  </a:lnTo>
                  <a:close/>
                  <a:moveTo>
                    <a:pt x="1660" y="1858"/>
                  </a:moveTo>
                  <a:lnTo>
                    <a:pt x="1581" y="1897"/>
                  </a:lnTo>
                  <a:lnTo>
                    <a:pt x="1601" y="1917"/>
                  </a:lnTo>
                  <a:lnTo>
                    <a:pt x="1640" y="1897"/>
                  </a:lnTo>
                  <a:lnTo>
                    <a:pt x="1660" y="1877"/>
                  </a:lnTo>
                  <a:lnTo>
                    <a:pt x="1699" y="1858"/>
                  </a:lnTo>
                  <a:close/>
                  <a:moveTo>
                    <a:pt x="1522" y="1956"/>
                  </a:moveTo>
                  <a:lnTo>
                    <a:pt x="1502" y="1976"/>
                  </a:lnTo>
                  <a:lnTo>
                    <a:pt x="1522" y="1976"/>
                  </a:lnTo>
                  <a:lnTo>
                    <a:pt x="1541" y="1956"/>
                  </a:lnTo>
                  <a:close/>
                  <a:moveTo>
                    <a:pt x="731" y="1"/>
                  </a:moveTo>
                  <a:lnTo>
                    <a:pt x="771" y="21"/>
                  </a:lnTo>
                  <a:lnTo>
                    <a:pt x="731" y="21"/>
                  </a:lnTo>
                  <a:lnTo>
                    <a:pt x="751" y="40"/>
                  </a:lnTo>
                  <a:lnTo>
                    <a:pt x="692" y="21"/>
                  </a:lnTo>
                  <a:lnTo>
                    <a:pt x="593" y="21"/>
                  </a:lnTo>
                  <a:lnTo>
                    <a:pt x="613" y="40"/>
                  </a:lnTo>
                  <a:lnTo>
                    <a:pt x="633" y="40"/>
                  </a:lnTo>
                  <a:lnTo>
                    <a:pt x="613" y="60"/>
                  </a:lnTo>
                  <a:lnTo>
                    <a:pt x="554" y="40"/>
                  </a:lnTo>
                  <a:lnTo>
                    <a:pt x="573" y="60"/>
                  </a:lnTo>
                  <a:lnTo>
                    <a:pt x="562" y="72"/>
                  </a:lnTo>
                  <a:lnTo>
                    <a:pt x="562" y="72"/>
                  </a:lnTo>
                  <a:lnTo>
                    <a:pt x="514" y="60"/>
                  </a:lnTo>
                  <a:lnTo>
                    <a:pt x="475" y="80"/>
                  </a:lnTo>
                  <a:lnTo>
                    <a:pt x="475" y="100"/>
                  </a:lnTo>
                  <a:lnTo>
                    <a:pt x="455" y="80"/>
                  </a:lnTo>
                  <a:lnTo>
                    <a:pt x="376" y="80"/>
                  </a:lnTo>
                  <a:lnTo>
                    <a:pt x="376" y="100"/>
                  </a:lnTo>
                  <a:lnTo>
                    <a:pt x="415" y="100"/>
                  </a:lnTo>
                  <a:lnTo>
                    <a:pt x="435" y="119"/>
                  </a:lnTo>
                  <a:lnTo>
                    <a:pt x="376" y="119"/>
                  </a:lnTo>
                  <a:lnTo>
                    <a:pt x="376" y="139"/>
                  </a:lnTo>
                  <a:lnTo>
                    <a:pt x="317" y="139"/>
                  </a:lnTo>
                  <a:lnTo>
                    <a:pt x="317" y="159"/>
                  </a:lnTo>
                  <a:lnTo>
                    <a:pt x="376" y="179"/>
                  </a:lnTo>
                  <a:lnTo>
                    <a:pt x="297" y="179"/>
                  </a:lnTo>
                  <a:lnTo>
                    <a:pt x="415" y="198"/>
                  </a:lnTo>
                  <a:lnTo>
                    <a:pt x="317" y="198"/>
                  </a:lnTo>
                  <a:lnTo>
                    <a:pt x="277" y="218"/>
                  </a:lnTo>
                  <a:lnTo>
                    <a:pt x="178" y="218"/>
                  </a:lnTo>
                  <a:lnTo>
                    <a:pt x="159" y="238"/>
                  </a:lnTo>
                  <a:lnTo>
                    <a:pt x="139" y="238"/>
                  </a:lnTo>
                  <a:lnTo>
                    <a:pt x="198" y="258"/>
                  </a:lnTo>
                  <a:lnTo>
                    <a:pt x="119" y="258"/>
                  </a:lnTo>
                  <a:lnTo>
                    <a:pt x="139" y="277"/>
                  </a:lnTo>
                  <a:lnTo>
                    <a:pt x="119" y="297"/>
                  </a:lnTo>
                  <a:lnTo>
                    <a:pt x="139" y="297"/>
                  </a:lnTo>
                  <a:lnTo>
                    <a:pt x="178" y="317"/>
                  </a:lnTo>
                  <a:lnTo>
                    <a:pt x="159" y="317"/>
                  </a:lnTo>
                  <a:lnTo>
                    <a:pt x="80" y="337"/>
                  </a:lnTo>
                  <a:lnTo>
                    <a:pt x="257" y="356"/>
                  </a:lnTo>
                  <a:lnTo>
                    <a:pt x="218" y="356"/>
                  </a:lnTo>
                  <a:lnTo>
                    <a:pt x="119" y="376"/>
                  </a:lnTo>
                  <a:lnTo>
                    <a:pt x="119" y="376"/>
                  </a:lnTo>
                  <a:lnTo>
                    <a:pt x="139" y="356"/>
                  </a:lnTo>
                  <a:lnTo>
                    <a:pt x="119" y="356"/>
                  </a:lnTo>
                  <a:lnTo>
                    <a:pt x="20" y="376"/>
                  </a:lnTo>
                  <a:lnTo>
                    <a:pt x="40" y="376"/>
                  </a:lnTo>
                  <a:lnTo>
                    <a:pt x="20" y="396"/>
                  </a:lnTo>
                  <a:lnTo>
                    <a:pt x="139" y="396"/>
                  </a:lnTo>
                  <a:lnTo>
                    <a:pt x="60" y="376"/>
                  </a:lnTo>
                  <a:lnTo>
                    <a:pt x="178" y="376"/>
                  </a:lnTo>
                  <a:lnTo>
                    <a:pt x="218" y="396"/>
                  </a:lnTo>
                  <a:lnTo>
                    <a:pt x="317" y="416"/>
                  </a:lnTo>
                  <a:lnTo>
                    <a:pt x="257" y="435"/>
                  </a:lnTo>
                  <a:lnTo>
                    <a:pt x="139" y="416"/>
                  </a:lnTo>
                  <a:lnTo>
                    <a:pt x="178" y="435"/>
                  </a:lnTo>
                  <a:lnTo>
                    <a:pt x="159" y="435"/>
                  </a:lnTo>
                  <a:lnTo>
                    <a:pt x="80" y="455"/>
                  </a:lnTo>
                  <a:lnTo>
                    <a:pt x="198" y="455"/>
                  </a:lnTo>
                  <a:lnTo>
                    <a:pt x="178" y="475"/>
                  </a:lnTo>
                  <a:lnTo>
                    <a:pt x="99" y="475"/>
                  </a:lnTo>
                  <a:lnTo>
                    <a:pt x="99" y="495"/>
                  </a:lnTo>
                  <a:lnTo>
                    <a:pt x="60" y="514"/>
                  </a:lnTo>
                  <a:lnTo>
                    <a:pt x="40" y="534"/>
                  </a:lnTo>
                  <a:lnTo>
                    <a:pt x="60" y="554"/>
                  </a:lnTo>
                  <a:lnTo>
                    <a:pt x="139" y="534"/>
                  </a:lnTo>
                  <a:lnTo>
                    <a:pt x="297" y="534"/>
                  </a:lnTo>
                  <a:lnTo>
                    <a:pt x="277" y="554"/>
                  </a:lnTo>
                  <a:lnTo>
                    <a:pt x="336" y="554"/>
                  </a:lnTo>
                  <a:lnTo>
                    <a:pt x="297" y="574"/>
                  </a:lnTo>
                  <a:lnTo>
                    <a:pt x="257" y="574"/>
                  </a:lnTo>
                  <a:lnTo>
                    <a:pt x="317" y="593"/>
                  </a:lnTo>
                  <a:lnTo>
                    <a:pt x="257" y="593"/>
                  </a:lnTo>
                  <a:lnTo>
                    <a:pt x="178" y="574"/>
                  </a:lnTo>
                  <a:lnTo>
                    <a:pt x="139" y="593"/>
                  </a:lnTo>
                  <a:lnTo>
                    <a:pt x="20" y="593"/>
                  </a:lnTo>
                  <a:lnTo>
                    <a:pt x="20" y="613"/>
                  </a:lnTo>
                  <a:lnTo>
                    <a:pt x="1" y="613"/>
                  </a:lnTo>
                  <a:lnTo>
                    <a:pt x="80" y="633"/>
                  </a:lnTo>
                  <a:lnTo>
                    <a:pt x="20" y="653"/>
                  </a:lnTo>
                  <a:lnTo>
                    <a:pt x="1" y="672"/>
                  </a:lnTo>
                  <a:lnTo>
                    <a:pt x="80" y="672"/>
                  </a:lnTo>
                  <a:lnTo>
                    <a:pt x="60" y="692"/>
                  </a:lnTo>
                  <a:lnTo>
                    <a:pt x="1" y="692"/>
                  </a:lnTo>
                  <a:lnTo>
                    <a:pt x="20" y="712"/>
                  </a:lnTo>
                  <a:lnTo>
                    <a:pt x="60" y="732"/>
                  </a:lnTo>
                  <a:lnTo>
                    <a:pt x="99" y="732"/>
                  </a:lnTo>
                  <a:lnTo>
                    <a:pt x="178" y="751"/>
                  </a:lnTo>
                  <a:lnTo>
                    <a:pt x="198" y="751"/>
                  </a:lnTo>
                  <a:lnTo>
                    <a:pt x="178" y="771"/>
                  </a:lnTo>
                  <a:lnTo>
                    <a:pt x="119" y="751"/>
                  </a:lnTo>
                  <a:lnTo>
                    <a:pt x="80" y="751"/>
                  </a:lnTo>
                  <a:lnTo>
                    <a:pt x="80" y="771"/>
                  </a:lnTo>
                  <a:lnTo>
                    <a:pt x="80" y="791"/>
                  </a:lnTo>
                  <a:lnTo>
                    <a:pt x="277" y="811"/>
                  </a:lnTo>
                  <a:lnTo>
                    <a:pt x="455" y="811"/>
                  </a:lnTo>
                  <a:lnTo>
                    <a:pt x="415" y="831"/>
                  </a:lnTo>
                  <a:lnTo>
                    <a:pt x="336" y="850"/>
                  </a:lnTo>
                  <a:lnTo>
                    <a:pt x="277" y="850"/>
                  </a:lnTo>
                  <a:lnTo>
                    <a:pt x="198" y="870"/>
                  </a:lnTo>
                  <a:lnTo>
                    <a:pt x="139" y="850"/>
                  </a:lnTo>
                  <a:lnTo>
                    <a:pt x="119" y="850"/>
                  </a:lnTo>
                  <a:lnTo>
                    <a:pt x="20" y="870"/>
                  </a:lnTo>
                  <a:lnTo>
                    <a:pt x="80" y="870"/>
                  </a:lnTo>
                  <a:lnTo>
                    <a:pt x="40" y="890"/>
                  </a:lnTo>
                  <a:lnTo>
                    <a:pt x="60" y="910"/>
                  </a:lnTo>
                  <a:lnTo>
                    <a:pt x="80" y="910"/>
                  </a:lnTo>
                  <a:lnTo>
                    <a:pt x="60" y="929"/>
                  </a:lnTo>
                  <a:lnTo>
                    <a:pt x="139" y="910"/>
                  </a:lnTo>
                  <a:lnTo>
                    <a:pt x="139" y="929"/>
                  </a:lnTo>
                  <a:lnTo>
                    <a:pt x="119" y="929"/>
                  </a:lnTo>
                  <a:lnTo>
                    <a:pt x="60" y="949"/>
                  </a:lnTo>
                  <a:lnTo>
                    <a:pt x="317" y="949"/>
                  </a:lnTo>
                  <a:lnTo>
                    <a:pt x="317" y="969"/>
                  </a:lnTo>
                  <a:lnTo>
                    <a:pt x="277" y="969"/>
                  </a:lnTo>
                  <a:lnTo>
                    <a:pt x="297" y="989"/>
                  </a:lnTo>
                  <a:lnTo>
                    <a:pt x="277" y="1008"/>
                  </a:lnTo>
                  <a:lnTo>
                    <a:pt x="257" y="1028"/>
                  </a:lnTo>
                  <a:lnTo>
                    <a:pt x="277" y="1028"/>
                  </a:lnTo>
                  <a:lnTo>
                    <a:pt x="178" y="1048"/>
                  </a:lnTo>
                  <a:lnTo>
                    <a:pt x="139" y="1068"/>
                  </a:lnTo>
                  <a:lnTo>
                    <a:pt x="297" y="1068"/>
                  </a:lnTo>
                  <a:lnTo>
                    <a:pt x="336" y="1048"/>
                  </a:lnTo>
                  <a:lnTo>
                    <a:pt x="396" y="1048"/>
                  </a:lnTo>
                  <a:lnTo>
                    <a:pt x="376" y="1068"/>
                  </a:lnTo>
                  <a:lnTo>
                    <a:pt x="336" y="1087"/>
                  </a:lnTo>
                  <a:lnTo>
                    <a:pt x="159" y="1068"/>
                  </a:lnTo>
                  <a:lnTo>
                    <a:pt x="139" y="1087"/>
                  </a:lnTo>
                  <a:lnTo>
                    <a:pt x="119" y="1107"/>
                  </a:lnTo>
                  <a:lnTo>
                    <a:pt x="218" y="1087"/>
                  </a:lnTo>
                  <a:lnTo>
                    <a:pt x="317" y="1107"/>
                  </a:lnTo>
                  <a:lnTo>
                    <a:pt x="396" y="1127"/>
                  </a:lnTo>
                  <a:lnTo>
                    <a:pt x="178" y="1127"/>
                  </a:lnTo>
                  <a:lnTo>
                    <a:pt x="198" y="1147"/>
                  </a:lnTo>
                  <a:lnTo>
                    <a:pt x="178" y="1147"/>
                  </a:lnTo>
                  <a:lnTo>
                    <a:pt x="178" y="1166"/>
                  </a:lnTo>
                  <a:lnTo>
                    <a:pt x="198" y="1186"/>
                  </a:lnTo>
                  <a:lnTo>
                    <a:pt x="238" y="1166"/>
                  </a:lnTo>
                  <a:lnTo>
                    <a:pt x="257" y="1166"/>
                  </a:lnTo>
                  <a:lnTo>
                    <a:pt x="238" y="1186"/>
                  </a:lnTo>
                  <a:lnTo>
                    <a:pt x="257" y="1186"/>
                  </a:lnTo>
                  <a:lnTo>
                    <a:pt x="238" y="1206"/>
                  </a:lnTo>
                  <a:lnTo>
                    <a:pt x="257" y="1206"/>
                  </a:lnTo>
                  <a:lnTo>
                    <a:pt x="257" y="1226"/>
                  </a:lnTo>
                  <a:lnTo>
                    <a:pt x="297" y="1226"/>
                  </a:lnTo>
                  <a:lnTo>
                    <a:pt x="277" y="1206"/>
                  </a:lnTo>
                  <a:lnTo>
                    <a:pt x="317" y="1206"/>
                  </a:lnTo>
                  <a:lnTo>
                    <a:pt x="356" y="1186"/>
                  </a:lnTo>
                  <a:lnTo>
                    <a:pt x="415" y="1206"/>
                  </a:lnTo>
                  <a:lnTo>
                    <a:pt x="435" y="1206"/>
                  </a:lnTo>
                  <a:lnTo>
                    <a:pt x="455" y="1226"/>
                  </a:lnTo>
                  <a:lnTo>
                    <a:pt x="475" y="1206"/>
                  </a:lnTo>
                  <a:lnTo>
                    <a:pt x="494" y="1206"/>
                  </a:lnTo>
                  <a:lnTo>
                    <a:pt x="494" y="1226"/>
                  </a:lnTo>
                  <a:lnTo>
                    <a:pt x="435" y="1245"/>
                  </a:lnTo>
                  <a:lnTo>
                    <a:pt x="455" y="1265"/>
                  </a:lnTo>
                  <a:lnTo>
                    <a:pt x="435" y="1265"/>
                  </a:lnTo>
                  <a:lnTo>
                    <a:pt x="435" y="1285"/>
                  </a:lnTo>
                  <a:lnTo>
                    <a:pt x="396" y="1285"/>
                  </a:lnTo>
                  <a:lnTo>
                    <a:pt x="336" y="1305"/>
                  </a:lnTo>
                  <a:lnTo>
                    <a:pt x="356" y="1305"/>
                  </a:lnTo>
                  <a:lnTo>
                    <a:pt x="376" y="1324"/>
                  </a:lnTo>
                  <a:lnTo>
                    <a:pt x="415" y="1324"/>
                  </a:lnTo>
                  <a:lnTo>
                    <a:pt x="475" y="1305"/>
                  </a:lnTo>
                  <a:lnTo>
                    <a:pt x="554" y="1285"/>
                  </a:lnTo>
                  <a:lnTo>
                    <a:pt x="554" y="1305"/>
                  </a:lnTo>
                  <a:lnTo>
                    <a:pt x="573" y="1305"/>
                  </a:lnTo>
                  <a:lnTo>
                    <a:pt x="554" y="1324"/>
                  </a:lnTo>
                  <a:lnTo>
                    <a:pt x="573" y="1324"/>
                  </a:lnTo>
                  <a:lnTo>
                    <a:pt x="534" y="1344"/>
                  </a:lnTo>
                  <a:lnTo>
                    <a:pt x="494" y="1364"/>
                  </a:lnTo>
                  <a:lnTo>
                    <a:pt x="494" y="1344"/>
                  </a:lnTo>
                  <a:lnTo>
                    <a:pt x="475" y="1344"/>
                  </a:lnTo>
                  <a:lnTo>
                    <a:pt x="396" y="1364"/>
                  </a:lnTo>
                  <a:lnTo>
                    <a:pt x="376" y="1364"/>
                  </a:lnTo>
                  <a:lnTo>
                    <a:pt x="317" y="1384"/>
                  </a:lnTo>
                  <a:lnTo>
                    <a:pt x="376" y="1384"/>
                  </a:lnTo>
                  <a:lnTo>
                    <a:pt x="415" y="1374"/>
                  </a:lnTo>
                  <a:lnTo>
                    <a:pt x="396" y="1384"/>
                  </a:lnTo>
                  <a:lnTo>
                    <a:pt x="455" y="1384"/>
                  </a:lnTo>
                  <a:lnTo>
                    <a:pt x="336" y="1423"/>
                  </a:lnTo>
                  <a:lnTo>
                    <a:pt x="376" y="1423"/>
                  </a:lnTo>
                  <a:lnTo>
                    <a:pt x="415" y="1403"/>
                  </a:lnTo>
                  <a:lnTo>
                    <a:pt x="415" y="1423"/>
                  </a:lnTo>
                  <a:lnTo>
                    <a:pt x="396" y="1423"/>
                  </a:lnTo>
                  <a:lnTo>
                    <a:pt x="396" y="1443"/>
                  </a:lnTo>
                  <a:lnTo>
                    <a:pt x="415" y="1443"/>
                  </a:lnTo>
                  <a:lnTo>
                    <a:pt x="475" y="1423"/>
                  </a:lnTo>
                  <a:lnTo>
                    <a:pt x="494" y="1423"/>
                  </a:lnTo>
                  <a:lnTo>
                    <a:pt x="514" y="1443"/>
                  </a:lnTo>
                  <a:lnTo>
                    <a:pt x="554" y="1463"/>
                  </a:lnTo>
                  <a:lnTo>
                    <a:pt x="514" y="1482"/>
                  </a:lnTo>
                  <a:lnTo>
                    <a:pt x="458" y="1496"/>
                  </a:lnTo>
                  <a:lnTo>
                    <a:pt x="458" y="1496"/>
                  </a:lnTo>
                  <a:lnTo>
                    <a:pt x="475" y="1502"/>
                  </a:lnTo>
                  <a:lnTo>
                    <a:pt x="455" y="1522"/>
                  </a:lnTo>
                  <a:lnTo>
                    <a:pt x="396" y="1542"/>
                  </a:lnTo>
                  <a:lnTo>
                    <a:pt x="356" y="1561"/>
                  </a:lnTo>
                  <a:lnTo>
                    <a:pt x="435" y="1542"/>
                  </a:lnTo>
                  <a:lnTo>
                    <a:pt x="455" y="1542"/>
                  </a:lnTo>
                  <a:lnTo>
                    <a:pt x="455" y="1561"/>
                  </a:lnTo>
                  <a:lnTo>
                    <a:pt x="475" y="1542"/>
                  </a:lnTo>
                  <a:lnTo>
                    <a:pt x="514" y="1542"/>
                  </a:lnTo>
                  <a:lnTo>
                    <a:pt x="475" y="1561"/>
                  </a:lnTo>
                  <a:lnTo>
                    <a:pt x="435" y="1581"/>
                  </a:lnTo>
                  <a:lnTo>
                    <a:pt x="415" y="1601"/>
                  </a:lnTo>
                  <a:lnTo>
                    <a:pt x="435" y="1601"/>
                  </a:lnTo>
                  <a:lnTo>
                    <a:pt x="455" y="1581"/>
                  </a:lnTo>
                  <a:lnTo>
                    <a:pt x="554" y="1565"/>
                  </a:lnTo>
                  <a:lnTo>
                    <a:pt x="554" y="1581"/>
                  </a:lnTo>
                  <a:lnTo>
                    <a:pt x="593" y="1581"/>
                  </a:lnTo>
                  <a:lnTo>
                    <a:pt x="633" y="1561"/>
                  </a:lnTo>
                  <a:lnTo>
                    <a:pt x="613" y="1581"/>
                  </a:lnTo>
                  <a:lnTo>
                    <a:pt x="554" y="1601"/>
                  </a:lnTo>
                  <a:lnTo>
                    <a:pt x="633" y="1601"/>
                  </a:lnTo>
                  <a:lnTo>
                    <a:pt x="672" y="1581"/>
                  </a:lnTo>
                  <a:lnTo>
                    <a:pt x="731" y="1581"/>
                  </a:lnTo>
                  <a:lnTo>
                    <a:pt x="652" y="1621"/>
                  </a:lnTo>
                  <a:lnTo>
                    <a:pt x="613" y="1621"/>
                  </a:lnTo>
                  <a:lnTo>
                    <a:pt x="554" y="1660"/>
                  </a:lnTo>
                  <a:lnTo>
                    <a:pt x="534" y="1660"/>
                  </a:lnTo>
                  <a:lnTo>
                    <a:pt x="475" y="1680"/>
                  </a:lnTo>
                  <a:lnTo>
                    <a:pt x="514" y="1680"/>
                  </a:lnTo>
                  <a:lnTo>
                    <a:pt x="514" y="1700"/>
                  </a:lnTo>
                  <a:lnTo>
                    <a:pt x="554" y="1680"/>
                  </a:lnTo>
                  <a:lnTo>
                    <a:pt x="613" y="1660"/>
                  </a:lnTo>
                  <a:lnTo>
                    <a:pt x="554" y="1700"/>
                  </a:lnTo>
                  <a:lnTo>
                    <a:pt x="593" y="1700"/>
                  </a:lnTo>
                  <a:lnTo>
                    <a:pt x="672" y="1680"/>
                  </a:lnTo>
                  <a:lnTo>
                    <a:pt x="712" y="1640"/>
                  </a:lnTo>
                  <a:lnTo>
                    <a:pt x="771" y="1640"/>
                  </a:lnTo>
                  <a:lnTo>
                    <a:pt x="810" y="1621"/>
                  </a:lnTo>
                  <a:lnTo>
                    <a:pt x="850" y="1621"/>
                  </a:lnTo>
                  <a:lnTo>
                    <a:pt x="751" y="1680"/>
                  </a:lnTo>
                  <a:lnTo>
                    <a:pt x="633" y="1719"/>
                  </a:lnTo>
                  <a:lnTo>
                    <a:pt x="475" y="1759"/>
                  </a:lnTo>
                  <a:lnTo>
                    <a:pt x="514" y="1779"/>
                  </a:lnTo>
                  <a:lnTo>
                    <a:pt x="494" y="1798"/>
                  </a:lnTo>
                  <a:lnTo>
                    <a:pt x="573" y="1779"/>
                  </a:lnTo>
                  <a:lnTo>
                    <a:pt x="692" y="1739"/>
                  </a:lnTo>
                  <a:lnTo>
                    <a:pt x="672" y="1759"/>
                  </a:lnTo>
                  <a:lnTo>
                    <a:pt x="633" y="1759"/>
                  </a:lnTo>
                  <a:lnTo>
                    <a:pt x="692" y="1779"/>
                  </a:lnTo>
                  <a:lnTo>
                    <a:pt x="731" y="1779"/>
                  </a:lnTo>
                  <a:lnTo>
                    <a:pt x="791" y="1759"/>
                  </a:lnTo>
                  <a:lnTo>
                    <a:pt x="870" y="1739"/>
                  </a:lnTo>
                  <a:lnTo>
                    <a:pt x="890" y="1739"/>
                  </a:lnTo>
                  <a:lnTo>
                    <a:pt x="949" y="1719"/>
                  </a:lnTo>
                  <a:lnTo>
                    <a:pt x="949" y="1739"/>
                  </a:lnTo>
                  <a:lnTo>
                    <a:pt x="890" y="1759"/>
                  </a:lnTo>
                  <a:lnTo>
                    <a:pt x="909" y="1759"/>
                  </a:lnTo>
                  <a:lnTo>
                    <a:pt x="850" y="1779"/>
                  </a:lnTo>
                  <a:lnTo>
                    <a:pt x="810" y="1779"/>
                  </a:lnTo>
                  <a:lnTo>
                    <a:pt x="791" y="1798"/>
                  </a:lnTo>
                  <a:lnTo>
                    <a:pt x="751" y="1818"/>
                  </a:lnTo>
                  <a:lnTo>
                    <a:pt x="751" y="1818"/>
                  </a:lnTo>
                  <a:lnTo>
                    <a:pt x="810" y="1798"/>
                  </a:lnTo>
                  <a:lnTo>
                    <a:pt x="810" y="1798"/>
                  </a:lnTo>
                  <a:lnTo>
                    <a:pt x="751" y="1838"/>
                  </a:lnTo>
                  <a:lnTo>
                    <a:pt x="751" y="1858"/>
                  </a:lnTo>
                  <a:lnTo>
                    <a:pt x="751" y="1877"/>
                  </a:lnTo>
                  <a:lnTo>
                    <a:pt x="672" y="1937"/>
                  </a:lnTo>
                  <a:lnTo>
                    <a:pt x="672" y="1937"/>
                  </a:lnTo>
                  <a:lnTo>
                    <a:pt x="751" y="1917"/>
                  </a:lnTo>
                  <a:lnTo>
                    <a:pt x="791" y="1917"/>
                  </a:lnTo>
                  <a:lnTo>
                    <a:pt x="850" y="1897"/>
                  </a:lnTo>
                  <a:lnTo>
                    <a:pt x="909" y="1877"/>
                  </a:lnTo>
                  <a:lnTo>
                    <a:pt x="909" y="1858"/>
                  </a:lnTo>
                  <a:lnTo>
                    <a:pt x="870" y="1877"/>
                  </a:lnTo>
                  <a:lnTo>
                    <a:pt x="850" y="1877"/>
                  </a:lnTo>
                  <a:lnTo>
                    <a:pt x="868" y="1842"/>
                  </a:lnTo>
                  <a:lnTo>
                    <a:pt x="868" y="1842"/>
                  </a:lnTo>
                  <a:lnTo>
                    <a:pt x="890" y="1838"/>
                  </a:lnTo>
                  <a:lnTo>
                    <a:pt x="929" y="1818"/>
                  </a:lnTo>
                  <a:lnTo>
                    <a:pt x="949" y="1818"/>
                  </a:lnTo>
                  <a:lnTo>
                    <a:pt x="988" y="1798"/>
                  </a:lnTo>
                  <a:lnTo>
                    <a:pt x="988" y="1779"/>
                  </a:lnTo>
                  <a:lnTo>
                    <a:pt x="1087" y="1739"/>
                  </a:lnTo>
                  <a:lnTo>
                    <a:pt x="1225" y="1700"/>
                  </a:lnTo>
                  <a:lnTo>
                    <a:pt x="1225" y="1700"/>
                  </a:lnTo>
                  <a:lnTo>
                    <a:pt x="1166" y="1719"/>
                  </a:lnTo>
                  <a:lnTo>
                    <a:pt x="1245" y="1700"/>
                  </a:lnTo>
                  <a:lnTo>
                    <a:pt x="1146" y="1759"/>
                  </a:lnTo>
                  <a:lnTo>
                    <a:pt x="1166" y="1759"/>
                  </a:lnTo>
                  <a:lnTo>
                    <a:pt x="1166" y="1779"/>
                  </a:lnTo>
                  <a:lnTo>
                    <a:pt x="1206" y="1759"/>
                  </a:lnTo>
                  <a:lnTo>
                    <a:pt x="1186" y="1739"/>
                  </a:lnTo>
                  <a:lnTo>
                    <a:pt x="1225" y="1719"/>
                  </a:lnTo>
                  <a:lnTo>
                    <a:pt x="1225" y="1739"/>
                  </a:lnTo>
                  <a:lnTo>
                    <a:pt x="1265" y="1719"/>
                  </a:lnTo>
                  <a:lnTo>
                    <a:pt x="1344" y="1700"/>
                  </a:lnTo>
                  <a:lnTo>
                    <a:pt x="1344" y="1700"/>
                  </a:lnTo>
                  <a:lnTo>
                    <a:pt x="1324" y="1719"/>
                  </a:lnTo>
                  <a:lnTo>
                    <a:pt x="1245" y="1759"/>
                  </a:lnTo>
                  <a:lnTo>
                    <a:pt x="1107" y="1818"/>
                  </a:lnTo>
                  <a:lnTo>
                    <a:pt x="1146" y="1818"/>
                  </a:lnTo>
                  <a:lnTo>
                    <a:pt x="949" y="1877"/>
                  </a:lnTo>
                  <a:lnTo>
                    <a:pt x="929" y="1917"/>
                  </a:lnTo>
                  <a:lnTo>
                    <a:pt x="929" y="1937"/>
                  </a:lnTo>
                  <a:lnTo>
                    <a:pt x="810" y="1996"/>
                  </a:lnTo>
                  <a:lnTo>
                    <a:pt x="830" y="1996"/>
                  </a:lnTo>
                  <a:lnTo>
                    <a:pt x="830" y="2016"/>
                  </a:lnTo>
                  <a:lnTo>
                    <a:pt x="909" y="1996"/>
                  </a:lnTo>
                  <a:lnTo>
                    <a:pt x="909" y="1976"/>
                  </a:lnTo>
                  <a:lnTo>
                    <a:pt x="949" y="1956"/>
                  </a:lnTo>
                  <a:lnTo>
                    <a:pt x="1048" y="1917"/>
                  </a:lnTo>
                  <a:lnTo>
                    <a:pt x="1048" y="1897"/>
                  </a:lnTo>
                  <a:lnTo>
                    <a:pt x="1107" y="1897"/>
                  </a:lnTo>
                  <a:lnTo>
                    <a:pt x="969" y="1956"/>
                  </a:lnTo>
                  <a:lnTo>
                    <a:pt x="988" y="1956"/>
                  </a:lnTo>
                  <a:lnTo>
                    <a:pt x="969" y="1996"/>
                  </a:lnTo>
                  <a:lnTo>
                    <a:pt x="929" y="2016"/>
                  </a:lnTo>
                  <a:lnTo>
                    <a:pt x="890" y="2016"/>
                  </a:lnTo>
                  <a:lnTo>
                    <a:pt x="890" y="2035"/>
                  </a:lnTo>
                  <a:lnTo>
                    <a:pt x="870" y="2035"/>
                  </a:lnTo>
                  <a:lnTo>
                    <a:pt x="850" y="2055"/>
                  </a:lnTo>
                  <a:lnTo>
                    <a:pt x="850" y="2075"/>
                  </a:lnTo>
                  <a:lnTo>
                    <a:pt x="810" y="2095"/>
                  </a:lnTo>
                  <a:lnTo>
                    <a:pt x="909" y="2075"/>
                  </a:lnTo>
                  <a:lnTo>
                    <a:pt x="850" y="2114"/>
                  </a:lnTo>
                  <a:lnTo>
                    <a:pt x="791" y="2154"/>
                  </a:lnTo>
                  <a:lnTo>
                    <a:pt x="791" y="2154"/>
                  </a:lnTo>
                  <a:lnTo>
                    <a:pt x="870" y="2114"/>
                  </a:lnTo>
                  <a:lnTo>
                    <a:pt x="890" y="2114"/>
                  </a:lnTo>
                  <a:lnTo>
                    <a:pt x="909" y="2095"/>
                  </a:lnTo>
                  <a:lnTo>
                    <a:pt x="969" y="2075"/>
                  </a:lnTo>
                  <a:lnTo>
                    <a:pt x="1028" y="2055"/>
                  </a:lnTo>
                  <a:lnTo>
                    <a:pt x="1048" y="2055"/>
                  </a:lnTo>
                  <a:lnTo>
                    <a:pt x="890" y="2134"/>
                  </a:lnTo>
                  <a:lnTo>
                    <a:pt x="929" y="2134"/>
                  </a:lnTo>
                  <a:lnTo>
                    <a:pt x="909" y="2154"/>
                  </a:lnTo>
                  <a:lnTo>
                    <a:pt x="909" y="2154"/>
                  </a:lnTo>
                  <a:lnTo>
                    <a:pt x="969" y="2114"/>
                  </a:lnTo>
                  <a:lnTo>
                    <a:pt x="1028" y="2095"/>
                  </a:lnTo>
                  <a:lnTo>
                    <a:pt x="1067" y="2095"/>
                  </a:lnTo>
                  <a:lnTo>
                    <a:pt x="1166" y="2035"/>
                  </a:lnTo>
                  <a:lnTo>
                    <a:pt x="1146" y="2075"/>
                  </a:lnTo>
                  <a:lnTo>
                    <a:pt x="1048" y="2114"/>
                  </a:lnTo>
                  <a:lnTo>
                    <a:pt x="1067" y="2114"/>
                  </a:lnTo>
                  <a:lnTo>
                    <a:pt x="1028" y="2134"/>
                  </a:lnTo>
                  <a:lnTo>
                    <a:pt x="1048" y="2134"/>
                  </a:lnTo>
                  <a:lnTo>
                    <a:pt x="949" y="2213"/>
                  </a:lnTo>
                  <a:lnTo>
                    <a:pt x="988" y="2193"/>
                  </a:lnTo>
                  <a:lnTo>
                    <a:pt x="969" y="2213"/>
                  </a:lnTo>
                  <a:lnTo>
                    <a:pt x="988" y="2213"/>
                  </a:lnTo>
                  <a:lnTo>
                    <a:pt x="1028" y="2174"/>
                  </a:lnTo>
                  <a:lnTo>
                    <a:pt x="1048" y="2174"/>
                  </a:lnTo>
                  <a:lnTo>
                    <a:pt x="1097" y="2144"/>
                  </a:lnTo>
                  <a:lnTo>
                    <a:pt x="1097" y="2144"/>
                  </a:lnTo>
                  <a:lnTo>
                    <a:pt x="1087" y="2154"/>
                  </a:lnTo>
                  <a:lnTo>
                    <a:pt x="1206" y="2075"/>
                  </a:lnTo>
                  <a:lnTo>
                    <a:pt x="1304" y="2035"/>
                  </a:lnTo>
                  <a:lnTo>
                    <a:pt x="1285" y="2035"/>
                  </a:lnTo>
                  <a:lnTo>
                    <a:pt x="1186" y="2075"/>
                  </a:lnTo>
                  <a:lnTo>
                    <a:pt x="1146" y="2095"/>
                  </a:lnTo>
                  <a:lnTo>
                    <a:pt x="1206" y="2055"/>
                  </a:lnTo>
                  <a:lnTo>
                    <a:pt x="1225" y="2035"/>
                  </a:lnTo>
                  <a:lnTo>
                    <a:pt x="1265" y="1996"/>
                  </a:lnTo>
                  <a:lnTo>
                    <a:pt x="1186" y="2016"/>
                  </a:lnTo>
                  <a:lnTo>
                    <a:pt x="1133" y="2042"/>
                  </a:lnTo>
                  <a:lnTo>
                    <a:pt x="1133" y="2042"/>
                  </a:lnTo>
                  <a:lnTo>
                    <a:pt x="1146" y="2016"/>
                  </a:lnTo>
                  <a:lnTo>
                    <a:pt x="1186" y="2016"/>
                  </a:lnTo>
                  <a:lnTo>
                    <a:pt x="1265" y="1976"/>
                  </a:lnTo>
                  <a:lnTo>
                    <a:pt x="1383" y="1917"/>
                  </a:lnTo>
                  <a:lnTo>
                    <a:pt x="1482" y="1897"/>
                  </a:lnTo>
                  <a:lnTo>
                    <a:pt x="1541" y="1877"/>
                  </a:lnTo>
                  <a:lnTo>
                    <a:pt x="1561" y="1877"/>
                  </a:lnTo>
                  <a:lnTo>
                    <a:pt x="1601" y="1858"/>
                  </a:lnTo>
                  <a:lnTo>
                    <a:pt x="1640" y="1838"/>
                  </a:lnTo>
                  <a:lnTo>
                    <a:pt x="1640" y="1838"/>
                  </a:lnTo>
                  <a:lnTo>
                    <a:pt x="1620" y="1858"/>
                  </a:lnTo>
                  <a:lnTo>
                    <a:pt x="1601" y="1858"/>
                  </a:lnTo>
                  <a:lnTo>
                    <a:pt x="1462" y="1956"/>
                  </a:lnTo>
                  <a:lnTo>
                    <a:pt x="1324" y="2035"/>
                  </a:lnTo>
                  <a:lnTo>
                    <a:pt x="1364" y="2035"/>
                  </a:lnTo>
                  <a:lnTo>
                    <a:pt x="1186" y="2134"/>
                  </a:lnTo>
                  <a:lnTo>
                    <a:pt x="1225" y="2114"/>
                  </a:lnTo>
                  <a:lnTo>
                    <a:pt x="1285" y="2095"/>
                  </a:lnTo>
                  <a:lnTo>
                    <a:pt x="1245" y="2114"/>
                  </a:lnTo>
                  <a:lnTo>
                    <a:pt x="1225" y="2114"/>
                  </a:lnTo>
                  <a:lnTo>
                    <a:pt x="1225" y="2134"/>
                  </a:lnTo>
                  <a:lnTo>
                    <a:pt x="1245" y="2134"/>
                  </a:lnTo>
                  <a:lnTo>
                    <a:pt x="1304" y="2114"/>
                  </a:lnTo>
                  <a:lnTo>
                    <a:pt x="1285" y="2114"/>
                  </a:lnTo>
                  <a:lnTo>
                    <a:pt x="1383" y="2075"/>
                  </a:lnTo>
                  <a:lnTo>
                    <a:pt x="1364" y="2075"/>
                  </a:lnTo>
                  <a:lnTo>
                    <a:pt x="1383" y="2055"/>
                  </a:lnTo>
                  <a:lnTo>
                    <a:pt x="1364" y="2055"/>
                  </a:lnTo>
                  <a:lnTo>
                    <a:pt x="1423" y="2035"/>
                  </a:lnTo>
                  <a:lnTo>
                    <a:pt x="1522" y="1956"/>
                  </a:lnTo>
                  <a:lnTo>
                    <a:pt x="1561" y="1937"/>
                  </a:lnTo>
                  <a:lnTo>
                    <a:pt x="1541" y="1917"/>
                  </a:lnTo>
                  <a:lnTo>
                    <a:pt x="1561" y="1907"/>
                  </a:lnTo>
                  <a:lnTo>
                    <a:pt x="1561" y="1907"/>
                  </a:lnTo>
                  <a:lnTo>
                    <a:pt x="1561" y="1897"/>
                  </a:lnTo>
                  <a:lnTo>
                    <a:pt x="1680" y="1838"/>
                  </a:lnTo>
                  <a:lnTo>
                    <a:pt x="1699" y="1858"/>
                  </a:lnTo>
                  <a:lnTo>
                    <a:pt x="1739" y="1838"/>
                  </a:lnTo>
                  <a:lnTo>
                    <a:pt x="1818" y="1798"/>
                  </a:lnTo>
                  <a:lnTo>
                    <a:pt x="1877" y="1759"/>
                  </a:lnTo>
                  <a:lnTo>
                    <a:pt x="1818" y="1779"/>
                  </a:lnTo>
                  <a:lnTo>
                    <a:pt x="1857" y="1759"/>
                  </a:lnTo>
                  <a:lnTo>
                    <a:pt x="1818" y="1759"/>
                  </a:lnTo>
                  <a:lnTo>
                    <a:pt x="1778" y="1779"/>
                  </a:lnTo>
                  <a:lnTo>
                    <a:pt x="1739" y="1798"/>
                  </a:lnTo>
                  <a:lnTo>
                    <a:pt x="1640" y="1818"/>
                  </a:lnTo>
                  <a:lnTo>
                    <a:pt x="1640" y="1818"/>
                  </a:lnTo>
                  <a:lnTo>
                    <a:pt x="1778" y="1779"/>
                  </a:lnTo>
                  <a:lnTo>
                    <a:pt x="1798" y="1759"/>
                  </a:lnTo>
                  <a:lnTo>
                    <a:pt x="1778" y="1759"/>
                  </a:lnTo>
                  <a:lnTo>
                    <a:pt x="1719" y="1779"/>
                  </a:lnTo>
                  <a:lnTo>
                    <a:pt x="1739" y="1759"/>
                  </a:lnTo>
                  <a:lnTo>
                    <a:pt x="1660" y="1798"/>
                  </a:lnTo>
                  <a:lnTo>
                    <a:pt x="1601" y="1818"/>
                  </a:lnTo>
                  <a:lnTo>
                    <a:pt x="1601" y="1838"/>
                  </a:lnTo>
                  <a:lnTo>
                    <a:pt x="1620" y="1818"/>
                  </a:lnTo>
                  <a:lnTo>
                    <a:pt x="1660" y="1818"/>
                  </a:lnTo>
                  <a:lnTo>
                    <a:pt x="1581" y="1858"/>
                  </a:lnTo>
                  <a:lnTo>
                    <a:pt x="1522" y="1877"/>
                  </a:lnTo>
                  <a:lnTo>
                    <a:pt x="1581" y="1838"/>
                  </a:lnTo>
                  <a:lnTo>
                    <a:pt x="1601" y="1818"/>
                  </a:lnTo>
                  <a:lnTo>
                    <a:pt x="1581" y="1818"/>
                  </a:lnTo>
                  <a:lnTo>
                    <a:pt x="1640" y="1798"/>
                  </a:lnTo>
                  <a:lnTo>
                    <a:pt x="1660" y="1798"/>
                  </a:lnTo>
                  <a:lnTo>
                    <a:pt x="1739" y="1739"/>
                  </a:lnTo>
                  <a:lnTo>
                    <a:pt x="1680" y="1759"/>
                  </a:lnTo>
                  <a:lnTo>
                    <a:pt x="1660" y="1779"/>
                  </a:lnTo>
                  <a:lnTo>
                    <a:pt x="1680" y="1779"/>
                  </a:lnTo>
                  <a:lnTo>
                    <a:pt x="1581" y="1798"/>
                  </a:lnTo>
                  <a:lnTo>
                    <a:pt x="1541" y="1798"/>
                  </a:lnTo>
                  <a:lnTo>
                    <a:pt x="1561" y="1779"/>
                  </a:lnTo>
                  <a:lnTo>
                    <a:pt x="1482" y="1818"/>
                  </a:lnTo>
                  <a:lnTo>
                    <a:pt x="1462" y="1798"/>
                  </a:lnTo>
                  <a:lnTo>
                    <a:pt x="1522" y="1779"/>
                  </a:lnTo>
                  <a:lnTo>
                    <a:pt x="1502" y="1779"/>
                  </a:lnTo>
                  <a:lnTo>
                    <a:pt x="1403" y="1798"/>
                  </a:lnTo>
                  <a:lnTo>
                    <a:pt x="1324" y="1858"/>
                  </a:lnTo>
                  <a:lnTo>
                    <a:pt x="1285" y="1877"/>
                  </a:lnTo>
                  <a:lnTo>
                    <a:pt x="1285" y="1877"/>
                  </a:lnTo>
                  <a:lnTo>
                    <a:pt x="1304" y="1858"/>
                  </a:lnTo>
                  <a:lnTo>
                    <a:pt x="1344" y="1838"/>
                  </a:lnTo>
                  <a:lnTo>
                    <a:pt x="1344" y="1818"/>
                  </a:lnTo>
                  <a:lnTo>
                    <a:pt x="1324" y="1818"/>
                  </a:lnTo>
                  <a:lnTo>
                    <a:pt x="1462" y="1759"/>
                  </a:lnTo>
                  <a:lnTo>
                    <a:pt x="1383" y="1779"/>
                  </a:lnTo>
                  <a:lnTo>
                    <a:pt x="1383" y="1779"/>
                  </a:lnTo>
                  <a:lnTo>
                    <a:pt x="1482" y="1739"/>
                  </a:lnTo>
                  <a:lnTo>
                    <a:pt x="1522" y="1719"/>
                  </a:lnTo>
                  <a:lnTo>
                    <a:pt x="1502" y="1739"/>
                  </a:lnTo>
                  <a:lnTo>
                    <a:pt x="1541" y="1739"/>
                  </a:lnTo>
                  <a:lnTo>
                    <a:pt x="1522" y="1759"/>
                  </a:lnTo>
                  <a:lnTo>
                    <a:pt x="1581" y="1739"/>
                  </a:lnTo>
                  <a:lnTo>
                    <a:pt x="1601" y="1739"/>
                  </a:lnTo>
                  <a:lnTo>
                    <a:pt x="1660" y="1680"/>
                  </a:lnTo>
                  <a:lnTo>
                    <a:pt x="1778" y="1621"/>
                  </a:lnTo>
                  <a:lnTo>
                    <a:pt x="1818" y="1621"/>
                  </a:lnTo>
                  <a:lnTo>
                    <a:pt x="1818" y="1601"/>
                  </a:lnTo>
                  <a:lnTo>
                    <a:pt x="1620" y="1680"/>
                  </a:lnTo>
                  <a:lnTo>
                    <a:pt x="1601" y="1680"/>
                  </a:lnTo>
                  <a:lnTo>
                    <a:pt x="1601" y="1660"/>
                  </a:lnTo>
                  <a:lnTo>
                    <a:pt x="1739" y="1621"/>
                  </a:lnTo>
                  <a:lnTo>
                    <a:pt x="1699" y="1621"/>
                  </a:lnTo>
                  <a:lnTo>
                    <a:pt x="1719" y="1601"/>
                  </a:lnTo>
                  <a:lnTo>
                    <a:pt x="1719" y="1601"/>
                  </a:lnTo>
                  <a:lnTo>
                    <a:pt x="1680" y="1621"/>
                  </a:lnTo>
                  <a:lnTo>
                    <a:pt x="1699" y="1601"/>
                  </a:lnTo>
                  <a:lnTo>
                    <a:pt x="1759" y="1561"/>
                  </a:lnTo>
                  <a:lnTo>
                    <a:pt x="1778" y="1561"/>
                  </a:lnTo>
                  <a:lnTo>
                    <a:pt x="1759" y="1581"/>
                  </a:lnTo>
                  <a:lnTo>
                    <a:pt x="1778" y="1581"/>
                  </a:lnTo>
                  <a:lnTo>
                    <a:pt x="1818" y="1561"/>
                  </a:lnTo>
                  <a:lnTo>
                    <a:pt x="1857" y="1542"/>
                  </a:lnTo>
                  <a:lnTo>
                    <a:pt x="1857" y="1532"/>
                  </a:lnTo>
                  <a:lnTo>
                    <a:pt x="1857" y="1532"/>
                  </a:lnTo>
                  <a:lnTo>
                    <a:pt x="1917" y="1502"/>
                  </a:lnTo>
                  <a:lnTo>
                    <a:pt x="1897" y="1502"/>
                  </a:lnTo>
                  <a:lnTo>
                    <a:pt x="1917" y="1482"/>
                  </a:lnTo>
                  <a:lnTo>
                    <a:pt x="1936" y="1463"/>
                  </a:lnTo>
                  <a:lnTo>
                    <a:pt x="1917" y="1463"/>
                  </a:lnTo>
                  <a:lnTo>
                    <a:pt x="1857" y="1482"/>
                  </a:lnTo>
                  <a:lnTo>
                    <a:pt x="1759" y="1502"/>
                  </a:lnTo>
                  <a:lnTo>
                    <a:pt x="1857" y="1463"/>
                  </a:lnTo>
                  <a:lnTo>
                    <a:pt x="1897" y="1443"/>
                  </a:lnTo>
                  <a:lnTo>
                    <a:pt x="1798" y="1482"/>
                  </a:lnTo>
                  <a:lnTo>
                    <a:pt x="1719" y="1502"/>
                  </a:lnTo>
                  <a:lnTo>
                    <a:pt x="1719" y="1502"/>
                  </a:lnTo>
                  <a:lnTo>
                    <a:pt x="1798" y="1463"/>
                  </a:lnTo>
                  <a:lnTo>
                    <a:pt x="1824" y="1456"/>
                  </a:lnTo>
                  <a:lnTo>
                    <a:pt x="1824" y="1456"/>
                  </a:lnTo>
                  <a:lnTo>
                    <a:pt x="1838" y="1443"/>
                  </a:lnTo>
                  <a:lnTo>
                    <a:pt x="1897" y="1403"/>
                  </a:lnTo>
                  <a:lnTo>
                    <a:pt x="1897" y="1403"/>
                  </a:lnTo>
                  <a:lnTo>
                    <a:pt x="1798" y="1432"/>
                  </a:lnTo>
                  <a:lnTo>
                    <a:pt x="1798" y="1432"/>
                  </a:lnTo>
                  <a:lnTo>
                    <a:pt x="1798" y="1443"/>
                  </a:lnTo>
                  <a:lnTo>
                    <a:pt x="1719" y="1463"/>
                  </a:lnTo>
                  <a:lnTo>
                    <a:pt x="1739" y="1443"/>
                  </a:lnTo>
                  <a:lnTo>
                    <a:pt x="1778" y="1423"/>
                  </a:lnTo>
                  <a:lnTo>
                    <a:pt x="1818" y="1403"/>
                  </a:lnTo>
                  <a:lnTo>
                    <a:pt x="1818" y="1403"/>
                  </a:lnTo>
                  <a:lnTo>
                    <a:pt x="1798" y="1423"/>
                  </a:lnTo>
                  <a:lnTo>
                    <a:pt x="1877" y="1403"/>
                  </a:lnTo>
                  <a:lnTo>
                    <a:pt x="1818" y="1403"/>
                  </a:lnTo>
                  <a:lnTo>
                    <a:pt x="1818" y="1384"/>
                  </a:lnTo>
                  <a:lnTo>
                    <a:pt x="1838" y="1384"/>
                  </a:lnTo>
                  <a:lnTo>
                    <a:pt x="1838" y="1364"/>
                  </a:lnTo>
                  <a:lnTo>
                    <a:pt x="1778" y="1384"/>
                  </a:lnTo>
                  <a:lnTo>
                    <a:pt x="1699" y="1423"/>
                  </a:lnTo>
                  <a:lnTo>
                    <a:pt x="1759" y="1384"/>
                  </a:lnTo>
                  <a:lnTo>
                    <a:pt x="1778" y="1384"/>
                  </a:lnTo>
                  <a:lnTo>
                    <a:pt x="1798" y="1364"/>
                  </a:lnTo>
                  <a:lnTo>
                    <a:pt x="1778" y="1364"/>
                  </a:lnTo>
                  <a:lnTo>
                    <a:pt x="1818" y="1344"/>
                  </a:lnTo>
                  <a:lnTo>
                    <a:pt x="1759" y="1344"/>
                  </a:lnTo>
                  <a:lnTo>
                    <a:pt x="1818" y="1324"/>
                  </a:lnTo>
                  <a:lnTo>
                    <a:pt x="1680" y="1324"/>
                  </a:lnTo>
                  <a:lnTo>
                    <a:pt x="1778" y="1305"/>
                  </a:lnTo>
                  <a:lnTo>
                    <a:pt x="1818" y="1305"/>
                  </a:lnTo>
                  <a:lnTo>
                    <a:pt x="1838" y="1285"/>
                  </a:lnTo>
                  <a:lnTo>
                    <a:pt x="1818" y="1285"/>
                  </a:lnTo>
                  <a:lnTo>
                    <a:pt x="1838" y="1265"/>
                  </a:lnTo>
                  <a:lnTo>
                    <a:pt x="1719" y="1305"/>
                  </a:lnTo>
                  <a:lnTo>
                    <a:pt x="1719" y="1285"/>
                  </a:lnTo>
                  <a:lnTo>
                    <a:pt x="1699" y="1285"/>
                  </a:lnTo>
                  <a:lnTo>
                    <a:pt x="1739" y="1265"/>
                  </a:lnTo>
                  <a:lnTo>
                    <a:pt x="1680" y="1265"/>
                  </a:lnTo>
                  <a:lnTo>
                    <a:pt x="1601" y="1305"/>
                  </a:lnTo>
                  <a:lnTo>
                    <a:pt x="1601" y="1285"/>
                  </a:lnTo>
                  <a:lnTo>
                    <a:pt x="1561" y="1305"/>
                  </a:lnTo>
                  <a:lnTo>
                    <a:pt x="1581" y="1324"/>
                  </a:lnTo>
                  <a:lnTo>
                    <a:pt x="1601" y="1324"/>
                  </a:lnTo>
                  <a:lnTo>
                    <a:pt x="1561" y="1344"/>
                  </a:lnTo>
                  <a:lnTo>
                    <a:pt x="1482" y="1364"/>
                  </a:lnTo>
                  <a:lnTo>
                    <a:pt x="1443" y="1384"/>
                  </a:lnTo>
                  <a:lnTo>
                    <a:pt x="1364" y="1403"/>
                  </a:lnTo>
                  <a:lnTo>
                    <a:pt x="1324" y="1384"/>
                  </a:lnTo>
                  <a:lnTo>
                    <a:pt x="1344" y="1364"/>
                  </a:lnTo>
                  <a:lnTo>
                    <a:pt x="1364" y="1344"/>
                  </a:lnTo>
                  <a:lnTo>
                    <a:pt x="1344" y="1344"/>
                  </a:lnTo>
                  <a:lnTo>
                    <a:pt x="1403" y="1324"/>
                  </a:lnTo>
                  <a:lnTo>
                    <a:pt x="1482" y="1324"/>
                  </a:lnTo>
                  <a:lnTo>
                    <a:pt x="1601" y="1285"/>
                  </a:lnTo>
                  <a:lnTo>
                    <a:pt x="1719" y="1245"/>
                  </a:lnTo>
                  <a:lnTo>
                    <a:pt x="1699" y="1245"/>
                  </a:lnTo>
                  <a:lnTo>
                    <a:pt x="1739" y="1226"/>
                  </a:lnTo>
                  <a:lnTo>
                    <a:pt x="1660" y="1226"/>
                  </a:lnTo>
                  <a:lnTo>
                    <a:pt x="1719" y="1206"/>
                  </a:lnTo>
                  <a:lnTo>
                    <a:pt x="1699" y="1186"/>
                  </a:lnTo>
                  <a:lnTo>
                    <a:pt x="1660" y="1186"/>
                  </a:lnTo>
                  <a:lnTo>
                    <a:pt x="1719" y="1166"/>
                  </a:lnTo>
                  <a:lnTo>
                    <a:pt x="1719" y="1147"/>
                  </a:lnTo>
                  <a:lnTo>
                    <a:pt x="1601" y="1147"/>
                  </a:lnTo>
                  <a:lnTo>
                    <a:pt x="1601" y="1127"/>
                  </a:lnTo>
                  <a:lnTo>
                    <a:pt x="1620" y="1127"/>
                  </a:lnTo>
                  <a:lnTo>
                    <a:pt x="1660" y="1107"/>
                  </a:lnTo>
                  <a:lnTo>
                    <a:pt x="1620" y="1107"/>
                  </a:lnTo>
                  <a:lnTo>
                    <a:pt x="1680" y="1068"/>
                  </a:lnTo>
                  <a:lnTo>
                    <a:pt x="1620" y="1068"/>
                  </a:lnTo>
                  <a:lnTo>
                    <a:pt x="1541" y="1087"/>
                  </a:lnTo>
                  <a:lnTo>
                    <a:pt x="1541" y="1087"/>
                  </a:lnTo>
                  <a:lnTo>
                    <a:pt x="1660" y="1048"/>
                  </a:lnTo>
                  <a:lnTo>
                    <a:pt x="1601" y="1028"/>
                  </a:lnTo>
                  <a:lnTo>
                    <a:pt x="1561" y="989"/>
                  </a:lnTo>
                  <a:lnTo>
                    <a:pt x="1581" y="989"/>
                  </a:lnTo>
                  <a:lnTo>
                    <a:pt x="1561" y="969"/>
                  </a:lnTo>
                  <a:lnTo>
                    <a:pt x="1522" y="949"/>
                  </a:lnTo>
                  <a:lnTo>
                    <a:pt x="1482" y="949"/>
                  </a:lnTo>
                  <a:lnTo>
                    <a:pt x="1482" y="929"/>
                  </a:lnTo>
                  <a:lnTo>
                    <a:pt x="1383" y="929"/>
                  </a:lnTo>
                  <a:lnTo>
                    <a:pt x="1265" y="969"/>
                  </a:lnTo>
                  <a:lnTo>
                    <a:pt x="1245" y="949"/>
                  </a:lnTo>
                  <a:lnTo>
                    <a:pt x="1285" y="949"/>
                  </a:lnTo>
                  <a:lnTo>
                    <a:pt x="1344" y="929"/>
                  </a:lnTo>
                  <a:lnTo>
                    <a:pt x="1423" y="910"/>
                  </a:lnTo>
                  <a:lnTo>
                    <a:pt x="1443" y="910"/>
                  </a:lnTo>
                  <a:lnTo>
                    <a:pt x="1443" y="890"/>
                  </a:lnTo>
                  <a:lnTo>
                    <a:pt x="1462" y="870"/>
                  </a:lnTo>
                  <a:lnTo>
                    <a:pt x="1482" y="870"/>
                  </a:lnTo>
                  <a:lnTo>
                    <a:pt x="1482" y="890"/>
                  </a:lnTo>
                  <a:lnTo>
                    <a:pt x="1561" y="890"/>
                  </a:lnTo>
                  <a:lnTo>
                    <a:pt x="1522" y="870"/>
                  </a:lnTo>
                  <a:lnTo>
                    <a:pt x="1522" y="850"/>
                  </a:lnTo>
                  <a:lnTo>
                    <a:pt x="1423" y="850"/>
                  </a:lnTo>
                  <a:lnTo>
                    <a:pt x="1403" y="831"/>
                  </a:lnTo>
                  <a:lnTo>
                    <a:pt x="1482" y="811"/>
                  </a:lnTo>
                  <a:lnTo>
                    <a:pt x="1443" y="811"/>
                  </a:lnTo>
                  <a:lnTo>
                    <a:pt x="1423" y="791"/>
                  </a:lnTo>
                  <a:lnTo>
                    <a:pt x="1482" y="791"/>
                  </a:lnTo>
                  <a:lnTo>
                    <a:pt x="1482" y="771"/>
                  </a:lnTo>
                  <a:lnTo>
                    <a:pt x="1482" y="751"/>
                  </a:lnTo>
                  <a:lnTo>
                    <a:pt x="1522" y="751"/>
                  </a:lnTo>
                  <a:lnTo>
                    <a:pt x="1482" y="732"/>
                  </a:lnTo>
                  <a:lnTo>
                    <a:pt x="1403" y="712"/>
                  </a:lnTo>
                  <a:lnTo>
                    <a:pt x="1423" y="712"/>
                  </a:lnTo>
                  <a:lnTo>
                    <a:pt x="1423" y="692"/>
                  </a:lnTo>
                  <a:lnTo>
                    <a:pt x="1462" y="692"/>
                  </a:lnTo>
                  <a:lnTo>
                    <a:pt x="1443" y="672"/>
                  </a:lnTo>
                  <a:lnTo>
                    <a:pt x="1482" y="672"/>
                  </a:lnTo>
                  <a:lnTo>
                    <a:pt x="1462" y="653"/>
                  </a:lnTo>
                  <a:lnTo>
                    <a:pt x="1423" y="653"/>
                  </a:lnTo>
                  <a:lnTo>
                    <a:pt x="1324" y="633"/>
                  </a:lnTo>
                  <a:lnTo>
                    <a:pt x="1344" y="633"/>
                  </a:lnTo>
                  <a:lnTo>
                    <a:pt x="1324" y="613"/>
                  </a:lnTo>
                  <a:lnTo>
                    <a:pt x="1225" y="613"/>
                  </a:lnTo>
                  <a:lnTo>
                    <a:pt x="1265" y="593"/>
                  </a:lnTo>
                  <a:lnTo>
                    <a:pt x="1324" y="593"/>
                  </a:lnTo>
                  <a:lnTo>
                    <a:pt x="1324" y="613"/>
                  </a:lnTo>
                  <a:lnTo>
                    <a:pt x="1403" y="593"/>
                  </a:lnTo>
                  <a:lnTo>
                    <a:pt x="1443" y="574"/>
                  </a:lnTo>
                  <a:lnTo>
                    <a:pt x="1443" y="554"/>
                  </a:lnTo>
                  <a:lnTo>
                    <a:pt x="1423" y="534"/>
                  </a:lnTo>
                  <a:lnTo>
                    <a:pt x="1403" y="514"/>
                  </a:lnTo>
                  <a:lnTo>
                    <a:pt x="1383" y="514"/>
                  </a:lnTo>
                  <a:lnTo>
                    <a:pt x="1443" y="495"/>
                  </a:lnTo>
                  <a:lnTo>
                    <a:pt x="1443" y="475"/>
                  </a:lnTo>
                  <a:lnTo>
                    <a:pt x="1443" y="455"/>
                  </a:lnTo>
                  <a:lnTo>
                    <a:pt x="1423" y="435"/>
                  </a:lnTo>
                  <a:lnTo>
                    <a:pt x="1383" y="435"/>
                  </a:lnTo>
                  <a:lnTo>
                    <a:pt x="1443" y="416"/>
                  </a:lnTo>
                  <a:lnTo>
                    <a:pt x="1344" y="416"/>
                  </a:lnTo>
                  <a:lnTo>
                    <a:pt x="1304" y="376"/>
                  </a:lnTo>
                  <a:lnTo>
                    <a:pt x="1265" y="356"/>
                  </a:lnTo>
                  <a:lnTo>
                    <a:pt x="1146" y="337"/>
                  </a:lnTo>
                  <a:lnTo>
                    <a:pt x="1206" y="337"/>
                  </a:lnTo>
                  <a:lnTo>
                    <a:pt x="1265" y="356"/>
                  </a:lnTo>
                  <a:lnTo>
                    <a:pt x="1225" y="337"/>
                  </a:lnTo>
                  <a:lnTo>
                    <a:pt x="1285" y="337"/>
                  </a:lnTo>
                  <a:lnTo>
                    <a:pt x="1304" y="317"/>
                  </a:lnTo>
                  <a:lnTo>
                    <a:pt x="1206" y="317"/>
                  </a:lnTo>
                  <a:lnTo>
                    <a:pt x="1146" y="297"/>
                  </a:lnTo>
                  <a:lnTo>
                    <a:pt x="1107" y="297"/>
                  </a:lnTo>
                  <a:lnTo>
                    <a:pt x="1107" y="277"/>
                  </a:lnTo>
                  <a:lnTo>
                    <a:pt x="1107" y="277"/>
                  </a:lnTo>
                  <a:lnTo>
                    <a:pt x="1067" y="238"/>
                  </a:lnTo>
                  <a:lnTo>
                    <a:pt x="1048" y="198"/>
                  </a:lnTo>
                  <a:lnTo>
                    <a:pt x="1048" y="159"/>
                  </a:lnTo>
                  <a:lnTo>
                    <a:pt x="1067" y="139"/>
                  </a:lnTo>
                  <a:lnTo>
                    <a:pt x="1107" y="139"/>
                  </a:lnTo>
                  <a:lnTo>
                    <a:pt x="1127" y="119"/>
                  </a:lnTo>
                  <a:lnTo>
                    <a:pt x="1107" y="100"/>
                  </a:lnTo>
                  <a:lnTo>
                    <a:pt x="1206" y="100"/>
                  </a:lnTo>
                  <a:lnTo>
                    <a:pt x="1225" y="80"/>
                  </a:lnTo>
                  <a:lnTo>
                    <a:pt x="1344" y="80"/>
                  </a:lnTo>
                  <a:lnTo>
                    <a:pt x="1265" y="60"/>
                  </a:lnTo>
                  <a:lnTo>
                    <a:pt x="1225" y="40"/>
                  </a:lnTo>
                  <a:lnTo>
                    <a:pt x="1206" y="40"/>
                  </a:lnTo>
                  <a:lnTo>
                    <a:pt x="10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
            <p:cNvSpPr/>
            <p:nvPr/>
          </p:nvSpPr>
          <p:spPr>
            <a:xfrm>
              <a:off x="-1397075" y="4099050"/>
              <a:ext cx="525" cy="525"/>
            </a:xfrm>
            <a:custGeom>
              <a:rect b="b" l="l" r="r" t="t"/>
              <a:pathLst>
                <a:path extrusionOk="0" h="21" w="21">
                  <a:moveTo>
                    <a:pt x="0" y="0"/>
                  </a:moveTo>
                  <a:lnTo>
                    <a:pt x="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
            <p:cNvSpPr/>
            <p:nvPr/>
          </p:nvSpPr>
          <p:spPr>
            <a:xfrm>
              <a:off x="-1430175" y="4082250"/>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
            <p:cNvSpPr/>
            <p:nvPr/>
          </p:nvSpPr>
          <p:spPr>
            <a:xfrm>
              <a:off x="-1409425" y="4106450"/>
              <a:ext cx="25" cy="25"/>
            </a:xfrm>
            <a:custGeom>
              <a:rect b="b" l="l" r="r" t="t"/>
              <a:pathLst>
                <a:path extrusionOk="0" h="1" w="1">
                  <a:moveTo>
                    <a:pt x="1" y="1"/>
                  </a:move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2"/>
            <p:cNvSpPr/>
            <p:nvPr/>
          </p:nvSpPr>
          <p:spPr>
            <a:xfrm>
              <a:off x="-1243500" y="413657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
            <p:cNvSpPr/>
            <p:nvPr/>
          </p:nvSpPr>
          <p:spPr>
            <a:xfrm>
              <a:off x="-1245000" y="4137075"/>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
            <p:cNvSpPr/>
            <p:nvPr/>
          </p:nvSpPr>
          <p:spPr>
            <a:xfrm>
              <a:off x="-1295850" y="4123725"/>
              <a:ext cx="53850" cy="43975"/>
            </a:xfrm>
            <a:custGeom>
              <a:rect b="b" l="l" r="r" t="t"/>
              <a:pathLst>
                <a:path extrusionOk="0" h="1759" w="2154">
                  <a:moveTo>
                    <a:pt x="1699" y="100"/>
                  </a:moveTo>
                  <a:lnTo>
                    <a:pt x="1699" y="139"/>
                  </a:lnTo>
                  <a:lnTo>
                    <a:pt x="1709" y="100"/>
                  </a:lnTo>
                  <a:close/>
                  <a:moveTo>
                    <a:pt x="1976" y="179"/>
                  </a:moveTo>
                  <a:lnTo>
                    <a:pt x="1956" y="278"/>
                  </a:lnTo>
                  <a:lnTo>
                    <a:pt x="1943" y="370"/>
                  </a:lnTo>
                  <a:lnTo>
                    <a:pt x="1956" y="317"/>
                  </a:lnTo>
                  <a:lnTo>
                    <a:pt x="1976" y="179"/>
                  </a:lnTo>
                  <a:close/>
                  <a:moveTo>
                    <a:pt x="1943" y="370"/>
                  </a:moveTo>
                  <a:lnTo>
                    <a:pt x="1936" y="396"/>
                  </a:lnTo>
                  <a:lnTo>
                    <a:pt x="1936" y="416"/>
                  </a:lnTo>
                  <a:lnTo>
                    <a:pt x="1943" y="370"/>
                  </a:lnTo>
                  <a:close/>
                  <a:moveTo>
                    <a:pt x="2045" y="455"/>
                  </a:moveTo>
                  <a:lnTo>
                    <a:pt x="2035" y="475"/>
                  </a:lnTo>
                  <a:lnTo>
                    <a:pt x="2035" y="495"/>
                  </a:lnTo>
                  <a:lnTo>
                    <a:pt x="2045" y="455"/>
                  </a:lnTo>
                  <a:close/>
                  <a:moveTo>
                    <a:pt x="2035" y="495"/>
                  </a:moveTo>
                  <a:lnTo>
                    <a:pt x="2022" y="534"/>
                  </a:lnTo>
                  <a:lnTo>
                    <a:pt x="2035" y="534"/>
                  </a:lnTo>
                  <a:lnTo>
                    <a:pt x="2035" y="495"/>
                  </a:lnTo>
                  <a:close/>
                  <a:moveTo>
                    <a:pt x="2134" y="198"/>
                  </a:moveTo>
                  <a:lnTo>
                    <a:pt x="2114" y="258"/>
                  </a:lnTo>
                  <a:lnTo>
                    <a:pt x="2114" y="238"/>
                  </a:lnTo>
                  <a:lnTo>
                    <a:pt x="2114" y="218"/>
                  </a:lnTo>
                  <a:lnTo>
                    <a:pt x="2094" y="258"/>
                  </a:lnTo>
                  <a:lnTo>
                    <a:pt x="2094" y="297"/>
                  </a:lnTo>
                  <a:lnTo>
                    <a:pt x="2074" y="337"/>
                  </a:lnTo>
                  <a:lnTo>
                    <a:pt x="2074" y="297"/>
                  </a:lnTo>
                  <a:lnTo>
                    <a:pt x="2074" y="278"/>
                  </a:lnTo>
                  <a:lnTo>
                    <a:pt x="2055" y="337"/>
                  </a:lnTo>
                  <a:lnTo>
                    <a:pt x="2055" y="317"/>
                  </a:lnTo>
                  <a:lnTo>
                    <a:pt x="2035" y="396"/>
                  </a:lnTo>
                  <a:lnTo>
                    <a:pt x="2015" y="455"/>
                  </a:lnTo>
                  <a:lnTo>
                    <a:pt x="2035" y="475"/>
                  </a:lnTo>
                  <a:lnTo>
                    <a:pt x="2035" y="455"/>
                  </a:lnTo>
                  <a:lnTo>
                    <a:pt x="2055" y="416"/>
                  </a:lnTo>
                  <a:lnTo>
                    <a:pt x="2045" y="455"/>
                  </a:lnTo>
                  <a:lnTo>
                    <a:pt x="2055" y="436"/>
                  </a:lnTo>
                  <a:lnTo>
                    <a:pt x="2055" y="475"/>
                  </a:lnTo>
                  <a:lnTo>
                    <a:pt x="2055" y="653"/>
                  </a:lnTo>
                  <a:lnTo>
                    <a:pt x="2035" y="811"/>
                  </a:lnTo>
                  <a:lnTo>
                    <a:pt x="2055" y="791"/>
                  </a:lnTo>
                  <a:lnTo>
                    <a:pt x="2042" y="923"/>
                  </a:lnTo>
                  <a:lnTo>
                    <a:pt x="2042" y="923"/>
                  </a:lnTo>
                  <a:lnTo>
                    <a:pt x="2055" y="870"/>
                  </a:lnTo>
                  <a:lnTo>
                    <a:pt x="2055" y="910"/>
                  </a:lnTo>
                  <a:lnTo>
                    <a:pt x="2055" y="929"/>
                  </a:lnTo>
                  <a:lnTo>
                    <a:pt x="2074" y="870"/>
                  </a:lnTo>
                  <a:lnTo>
                    <a:pt x="2074" y="890"/>
                  </a:lnTo>
                  <a:lnTo>
                    <a:pt x="2094" y="791"/>
                  </a:lnTo>
                  <a:lnTo>
                    <a:pt x="2094" y="771"/>
                  </a:lnTo>
                  <a:lnTo>
                    <a:pt x="2074" y="791"/>
                  </a:lnTo>
                  <a:lnTo>
                    <a:pt x="2094" y="732"/>
                  </a:lnTo>
                  <a:lnTo>
                    <a:pt x="2094" y="613"/>
                  </a:lnTo>
                  <a:lnTo>
                    <a:pt x="2094" y="594"/>
                  </a:lnTo>
                  <a:lnTo>
                    <a:pt x="2094" y="574"/>
                  </a:lnTo>
                  <a:lnTo>
                    <a:pt x="2074" y="613"/>
                  </a:lnTo>
                  <a:lnTo>
                    <a:pt x="2074" y="574"/>
                  </a:lnTo>
                  <a:lnTo>
                    <a:pt x="2074" y="554"/>
                  </a:lnTo>
                  <a:lnTo>
                    <a:pt x="2074" y="534"/>
                  </a:lnTo>
                  <a:lnTo>
                    <a:pt x="2094" y="416"/>
                  </a:lnTo>
                  <a:lnTo>
                    <a:pt x="2114" y="396"/>
                  </a:lnTo>
                  <a:lnTo>
                    <a:pt x="2094" y="436"/>
                  </a:lnTo>
                  <a:lnTo>
                    <a:pt x="2094" y="515"/>
                  </a:lnTo>
                  <a:lnTo>
                    <a:pt x="2114" y="475"/>
                  </a:lnTo>
                  <a:lnTo>
                    <a:pt x="2114" y="455"/>
                  </a:lnTo>
                  <a:lnTo>
                    <a:pt x="2134" y="376"/>
                  </a:lnTo>
                  <a:lnTo>
                    <a:pt x="2134" y="357"/>
                  </a:lnTo>
                  <a:lnTo>
                    <a:pt x="2153" y="278"/>
                  </a:lnTo>
                  <a:lnTo>
                    <a:pt x="2153" y="198"/>
                  </a:lnTo>
                  <a:lnTo>
                    <a:pt x="2134" y="278"/>
                  </a:lnTo>
                  <a:lnTo>
                    <a:pt x="2134" y="258"/>
                  </a:lnTo>
                  <a:lnTo>
                    <a:pt x="2134" y="198"/>
                  </a:lnTo>
                  <a:close/>
                  <a:moveTo>
                    <a:pt x="1815" y="935"/>
                  </a:moveTo>
                  <a:lnTo>
                    <a:pt x="1810" y="981"/>
                  </a:lnTo>
                  <a:lnTo>
                    <a:pt x="1798" y="969"/>
                  </a:lnTo>
                  <a:lnTo>
                    <a:pt x="1815" y="935"/>
                  </a:lnTo>
                  <a:close/>
                  <a:moveTo>
                    <a:pt x="2042" y="923"/>
                  </a:moveTo>
                  <a:lnTo>
                    <a:pt x="2035" y="949"/>
                  </a:lnTo>
                  <a:lnTo>
                    <a:pt x="2035" y="989"/>
                  </a:lnTo>
                  <a:lnTo>
                    <a:pt x="2042" y="923"/>
                  </a:lnTo>
                  <a:close/>
                  <a:moveTo>
                    <a:pt x="1947" y="898"/>
                  </a:moveTo>
                  <a:lnTo>
                    <a:pt x="1936" y="989"/>
                  </a:lnTo>
                  <a:lnTo>
                    <a:pt x="1936" y="949"/>
                  </a:lnTo>
                  <a:lnTo>
                    <a:pt x="1936" y="910"/>
                  </a:lnTo>
                  <a:lnTo>
                    <a:pt x="1947" y="898"/>
                  </a:lnTo>
                  <a:close/>
                  <a:moveTo>
                    <a:pt x="2035" y="989"/>
                  </a:moveTo>
                  <a:lnTo>
                    <a:pt x="2035" y="989"/>
                  </a:lnTo>
                  <a:lnTo>
                    <a:pt x="2035" y="989"/>
                  </a:lnTo>
                  <a:close/>
                  <a:moveTo>
                    <a:pt x="1995" y="989"/>
                  </a:moveTo>
                  <a:lnTo>
                    <a:pt x="1988" y="1044"/>
                  </a:lnTo>
                  <a:lnTo>
                    <a:pt x="1995" y="1028"/>
                  </a:lnTo>
                  <a:lnTo>
                    <a:pt x="1995" y="989"/>
                  </a:lnTo>
                  <a:close/>
                  <a:moveTo>
                    <a:pt x="1620" y="1127"/>
                  </a:moveTo>
                  <a:lnTo>
                    <a:pt x="1620" y="1147"/>
                  </a:lnTo>
                  <a:lnTo>
                    <a:pt x="1625" y="1132"/>
                  </a:lnTo>
                  <a:lnTo>
                    <a:pt x="1625" y="1132"/>
                  </a:lnTo>
                  <a:lnTo>
                    <a:pt x="1620" y="1127"/>
                  </a:lnTo>
                  <a:close/>
                  <a:moveTo>
                    <a:pt x="1818" y="1127"/>
                  </a:moveTo>
                  <a:lnTo>
                    <a:pt x="1808" y="1137"/>
                  </a:lnTo>
                  <a:lnTo>
                    <a:pt x="1818" y="1147"/>
                  </a:lnTo>
                  <a:lnTo>
                    <a:pt x="1818" y="1127"/>
                  </a:lnTo>
                  <a:close/>
                  <a:moveTo>
                    <a:pt x="1995" y="1166"/>
                  </a:moveTo>
                  <a:lnTo>
                    <a:pt x="1976" y="1186"/>
                  </a:lnTo>
                  <a:lnTo>
                    <a:pt x="1976" y="1206"/>
                  </a:lnTo>
                  <a:lnTo>
                    <a:pt x="1995" y="1166"/>
                  </a:lnTo>
                  <a:close/>
                  <a:moveTo>
                    <a:pt x="1857" y="1226"/>
                  </a:moveTo>
                  <a:lnTo>
                    <a:pt x="1857" y="1226"/>
                  </a:lnTo>
                  <a:lnTo>
                    <a:pt x="1857" y="1226"/>
                  </a:lnTo>
                  <a:close/>
                  <a:moveTo>
                    <a:pt x="1719" y="1087"/>
                  </a:moveTo>
                  <a:lnTo>
                    <a:pt x="1699" y="1107"/>
                  </a:lnTo>
                  <a:lnTo>
                    <a:pt x="1679" y="1226"/>
                  </a:lnTo>
                  <a:lnTo>
                    <a:pt x="1679" y="1324"/>
                  </a:lnTo>
                  <a:lnTo>
                    <a:pt x="1699" y="1245"/>
                  </a:lnTo>
                  <a:lnTo>
                    <a:pt x="1719" y="1206"/>
                  </a:lnTo>
                  <a:lnTo>
                    <a:pt x="1719" y="1087"/>
                  </a:lnTo>
                  <a:close/>
                  <a:moveTo>
                    <a:pt x="1482" y="1344"/>
                  </a:moveTo>
                  <a:lnTo>
                    <a:pt x="1482" y="1344"/>
                  </a:lnTo>
                  <a:lnTo>
                    <a:pt x="1482" y="1344"/>
                  </a:lnTo>
                  <a:close/>
                  <a:moveTo>
                    <a:pt x="277" y="1285"/>
                  </a:moveTo>
                  <a:lnTo>
                    <a:pt x="277" y="1305"/>
                  </a:lnTo>
                  <a:lnTo>
                    <a:pt x="277" y="1324"/>
                  </a:lnTo>
                  <a:lnTo>
                    <a:pt x="297" y="1384"/>
                  </a:lnTo>
                  <a:lnTo>
                    <a:pt x="277" y="1285"/>
                  </a:lnTo>
                  <a:close/>
                  <a:moveTo>
                    <a:pt x="1344" y="1364"/>
                  </a:moveTo>
                  <a:lnTo>
                    <a:pt x="1330" y="1403"/>
                  </a:lnTo>
                  <a:lnTo>
                    <a:pt x="1344" y="1403"/>
                  </a:lnTo>
                  <a:lnTo>
                    <a:pt x="1344" y="1364"/>
                  </a:lnTo>
                  <a:close/>
                  <a:moveTo>
                    <a:pt x="1442" y="1364"/>
                  </a:moveTo>
                  <a:lnTo>
                    <a:pt x="1462" y="1403"/>
                  </a:lnTo>
                  <a:lnTo>
                    <a:pt x="1462" y="1384"/>
                  </a:lnTo>
                  <a:lnTo>
                    <a:pt x="1442" y="1364"/>
                  </a:lnTo>
                  <a:close/>
                  <a:moveTo>
                    <a:pt x="1304" y="1403"/>
                  </a:moveTo>
                  <a:lnTo>
                    <a:pt x="1324" y="1423"/>
                  </a:lnTo>
                  <a:lnTo>
                    <a:pt x="1330" y="1403"/>
                  </a:lnTo>
                  <a:close/>
                  <a:moveTo>
                    <a:pt x="1482" y="1344"/>
                  </a:moveTo>
                  <a:lnTo>
                    <a:pt x="1462" y="1423"/>
                  </a:lnTo>
                  <a:lnTo>
                    <a:pt x="1482" y="1403"/>
                  </a:lnTo>
                  <a:lnTo>
                    <a:pt x="1482" y="1384"/>
                  </a:lnTo>
                  <a:lnTo>
                    <a:pt x="1482" y="1344"/>
                  </a:lnTo>
                  <a:close/>
                  <a:moveTo>
                    <a:pt x="1265" y="1443"/>
                  </a:moveTo>
                  <a:lnTo>
                    <a:pt x="1265" y="1463"/>
                  </a:lnTo>
                  <a:lnTo>
                    <a:pt x="1284" y="1482"/>
                  </a:lnTo>
                  <a:lnTo>
                    <a:pt x="1265" y="1443"/>
                  </a:lnTo>
                  <a:close/>
                  <a:moveTo>
                    <a:pt x="988" y="1522"/>
                  </a:moveTo>
                  <a:lnTo>
                    <a:pt x="968" y="1542"/>
                  </a:lnTo>
                  <a:lnTo>
                    <a:pt x="988" y="1561"/>
                  </a:lnTo>
                  <a:lnTo>
                    <a:pt x="988" y="1542"/>
                  </a:lnTo>
                  <a:lnTo>
                    <a:pt x="988" y="1522"/>
                  </a:lnTo>
                  <a:close/>
                  <a:moveTo>
                    <a:pt x="1166" y="1423"/>
                  </a:moveTo>
                  <a:lnTo>
                    <a:pt x="1146" y="1443"/>
                  </a:lnTo>
                  <a:lnTo>
                    <a:pt x="1146" y="1482"/>
                  </a:lnTo>
                  <a:lnTo>
                    <a:pt x="1166" y="1581"/>
                  </a:lnTo>
                  <a:lnTo>
                    <a:pt x="1186" y="1601"/>
                  </a:lnTo>
                  <a:lnTo>
                    <a:pt x="1186" y="1601"/>
                  </a:lnTo>
                  <a:lnTo>
                    <a:pt x="1166" y="1561"/>
                  </a:lnTo>
                  <a:lnTo>
                    <a:pt x="1166" y="1522"/>
                  </a:lnTo>
                  <a:lnTo>
                    <a:pt x="1186" y="1542"/>
                  </a:lnTo>
                  <a:lnTo>
                    <a:pt x="1166" y="1443"/>
                  </a:lnTo>
                  <a:lnTo>
                    <a:pt x="1166" y="1423"/>
                  </a:lnTo>
                  <a:close/>
                  <a:moveTo>
                    <a:pt x="949" y="1423"/>
                  </a:moveTo>
                  <a:lnTo>
                    <a:pt x="968" y="1443"/>
                  </a:lnTo>
                  <a:lnTo>
                    <a:pt x="968" y="1463"/>
                  </a:lnTo>
                  <a:lnTo>
                    <a:pt x="988" y="1522"/>
                  </a:lnTo>
                  <a:lnTo>
                    <a:pt x="988" y="1463"/>
                  </a:lnTo>
                  <a:lnTo>
                    <a:pt x="1008" y="1502"/>
                  </a:lnTo>
                  <a:lnTo>
                    <a:pt x="1008" y="1621"/>
                  </a:lnTo>
                  <a:lnTo>
                    <a:pt x="988" y="1561"/>
                  </a:lnTo>
                  <a:lnTo>
                    <a:pt x="988" y="1561"/>
                  </a:lnTo>
                  <a:lnTo>
                    <a:pt x="1008" y="1640"/>
                  </a:lnTo>
                  <a:lnTo>
                    <a:pt x="988" y="1621"/>
                  </a:lnTo>
                  <a:lnTo>
                    <a:pt x="968" y="1621"/>
                  </a:lnTo>
                  <a:lnTo>
                    <a:pt x="968" y="1640"/>
                  </a:lnTo>
                  <a:lnTo>
                    <a:pt x="949" y="1463"/>
                  </a:lnTo>
                  <a:lnTo>
                    <a:pt x="949" y="1423"/>
                  </a:lnTo>
                  <a:close/>
                  <a:moveTo>
                    <a:pt x="534" y="1700"/>
                  </a:moveTo>
                  <a:lnTo>
                    <a:pt x="534" y="1700"/>
                  </a:lnTo>
                  <a:lnTo>
                    <a:pt x="534" y="1700"/>
                  </a:lnTo>
                  <a:close/>
                  <a:moveTo>
                    <a:pt x="652" y="1700"/>
                  </a:moveTo>
                  <a:lnTo>
                    <a:pt x="652" y="1700"/>
                  </a:lnTo>
                  <a:lnTo>
                    <a:pt x="652" y="1700"/>
                  </a:lnTo>
                  <a:close/>
                  <a:moveTo>
                    <a:pt x="534" y="1700"/>
                  </a:moveTo>
                  <a:lnTo>
                    <a:pt x="534" y="1700"/>
                  </a:lnTo>
                  <a:lnTo>
                    <a:pt x="534" y="1700"/>
                  </a:lnTo>
                  <a:close/>
                  <a:moveTo>
                    <a:pt x="652" y="1700"/>
                  </a:moveTo>
                  <a:lnTo>
                    <a:pt x="652" y="1700"/>
                  </a:lnTo>
                  <a:lnTo>
                    <a:pt x="652" y="1700"/>
                  </a:lnTo>
                  <a:close/>
                  <a:moveTo>
                    <a:pt x="1521" y="1"/>
                  </a:moveTo>
                  <a:lnTo>
                    <a:pt x="1502" y="40"/>
                  </a:lnTo>
                  <a:lnTo>
                    <a:pt x="1482" y="119"/>
                  </a:lnTo>
                  <a:lnTo>
                    <a:pt x="1462" y="119"/>
                  </a:lnTo>
                  <a:lnTo>
                    <a:pt x="1462" y="80"/>
                  </a:lnTo>
                  <a:lnTo>
                    <a:pt x="1442" y="139"/>
                  </a:lnTo>
                  <a:lnTo>
                    <a:pt x="1442" y="218"/>
                  </a:lnTo>
                  <a:lnTo>
                    <a:pt x="1462" y="278"/>
                  </a:lnTo>
                  <a:lnTo>
                    <a:pt x="1462" y="238"/>
                  </a:lnTo>
                  <a:lnTo>
                    <a:pt x="1482" y="218"/>
                  </a:lnTo>
                  <a:lnTo>
                    <a:pt x="1482" y="278"/>
                  </a:lnTo>
                  <a:lnTo>
                    <a:pt x="1482" y="357"/>
                  </a:lnTo>
                  <a:lnTo>
                    <a:pt x="1482" y="396"/>
                  </a:lnTo>
                  <a:lnTo>
                    <a:pt x="1482" y="495"/>
                  </a:lnTo>
                  <a:lnTo>
                    <a:pt x="1462" y="515"/>
                  </a:lnTo>
                  <a:lnTo>
                    <a:pt x="1462" y="436"/>
                  </a:lnTo>
                  <a:lnTo>
                    <a:pt x="1462" y="396"/>
                  </a:lnTo>
                  <a:lnTo>
                    <a:pt x="1462" y="297"/>
                  </a:lnTo>
                  <a:lnTo>
                    <a:pt x="1442" y="376"/>
                  </a:lnTo>
                  <a:lnTo>
                    <a:pt x="1442" y="436"/>
                  </a:lnTo>
                  <a:lnTo>
                    <a:pt x="1423" y="436"/>
                  </a:lnTo>
                  <a:lnTo>
                    <a:pt x="1423" y="455"/>
                  </a:lnTo>
                  <a:lnTo>
                    <a:pt x="1423" y="495"/>
                  </a:lnTo>
                  <a:lnTo>
                    <a:pt x="1403" y="416"/>
                  </a:lnTo>
                  <a:lnTo>
                    <a:pt x="1423" y="436"/>
                  </a:lnTo>
                  <a:lnTo>
                    <a:pt x="1423" y="396"/>
                  </a:lnTo>
                  <a:lnTo>
                    <a:pt x="1423" y="357"/>
                  </a:lnTo>
                  <a:lnTo>
                    <a:pt x="1423" y="297"/>
                  </a:lnTo>
                  <a:lnTo>
                    <a:pt x="1423" y="218"/>
                  </a:lnTo>
                  <a:lnTo>
                    <a:pt x="1442" y="100"/>
                  </a:lnTo>
                  <a:lnTo>
                    <a:pt x="1423" y="100"/>
                  </a:lnTo>
                  <a:lnTo>
                    <a:pt x="1423" y="60"/>
                  </a:lnTo>
                  <a:lnTo>
                    <a:pt x="1403" y="100"/>
                  </a:lnTo>
                  <a:lnTo>
                    <a:pt x="1383" y="159"/>
                  </a:lnTo>
                  <a:lnTo>
                    <a:pt x="1383" y="100"/>
                  </a:lnTo>
                  <a:lnTo>
                    <a:pt x="1363" y="100"/>
                  </a:lnTo>
                  <a:lnTo>
                    <a:pt x="1344" y="139"/>
                  </a:lnTo>
                  <a:lnTo>
                    <a:pt x="1344" y="80"/>
                  </a:lnTo>
                  <a:lnTo>
                    <a:pt x="1324" y="60"/>
                  </a:lnTo>
                  <a:lnTo>
                    <a:pt x="1324" y="80"/>
                  </a:lnTo>
                  <a:lnTo>
                    <a:pt x="1304" y="119"/>
                  </a:lnTo>
                  <a:lnTo>
                    <a:pt x="1284" y="179"/>
                  </a:lnTo>
                  <a:lnTo>
                    <a:pt x="1265" y="179"/>
                  </a:lnTo>
                  <a:lnTo>
                    <a:pt x="1265" y="139"/>
                  </a:lnTo>
                  <a:lnTo>
                    <a:pt x="1245" y="119"/>
                  </a:lnTo>
                  <a:lnTo>
                    <a:pt x="1245" y="159"/>
                  </a:lnTo>
                  <a:lnTo>
                    <a:pt x="1225" y="119"/>
                  </a:lnTo>
                  <a:lnTo>
                    <a:pt x="1225" y="139"/>
                  </a:lnTo>
                  <a:lnTo>
                    <a:pt x="1205" y="159"/>
                  </a:lnTo>
                  <a:lnTo>
                    <a:pt x="1205" y="100"/>
                  </a:lnTo>
                  <a:lnTo>
                    <a:pt x="1186" y="100"/>
                  </a:lnTo>
                  <a:lnTo>
                    <a:pt x="1186" y="139"/>
                  </a:lnTo>
                  <a:lnTo>
                    <a:pt x="1166" y="218"/>
                  </a:lnTo>
                  <a:lnTo>
                    <a:pt x="1166" y="119"/>
                  </a:lnTo>
                  <a:lnTo>
                    <a:pt x="1107" y="179"/>
                  </a:lnTo>
                  <a:lnTo>
                    <a:pt x="1047" y="218"/>
                  </a:lnTo>
                  <a:lnTo>
                    <a:pt x="1047" y="179"/>
                  </a:lnTo>
                  <a:lnTo>
                    <a:pt x="1028" y="198"/>
                  </a:lnTo>
                  <a:lnTo>
                    <a:pt x="1008" y="238"/>
                  </a:lnTo>
                  <a:lnTo>
                    <a:pt x="988" y="278"/>
                  </a:lnTo>
                  <a:lnTo>
                    <a:pt x="968" y="317"/>
                  </a:lnTo>
                  <a:lnTo>
                    <a:pt x="968" y="376"/>
                  </a:lnTo>
                  <a:lnTo>
                    <a:pt x="988" y="495"/>
                  </a:lnTo>
                  <a:lnTo>
                    <a:pt x="988" y="515"/>
                  </a:lnTo>
                  <a:lnTo>
                    <a:pt x="968" y="475"/>
                  </a:lnTo>
                  <a:lnTo>
                    <a:pt x="968" y="436"/>
                  </a:lnTo>
                  <a:lnTo>
                    <a:pt x="968" y="416"/>
                  </a:lnTo>
                  <a:lnTo>
                    <a:pt x="949" y="317"/>
                  </a:lnTo>
                  <a:lnTo>
                    <a:pt x="929" y="297"/>
                  </a:lnTo>
                  <a:lnTo>
                    <a:pt x="929" y="317"/>
                  </a:lnTo>
                  <a:lnTo>
                    <a:pt x="909" y="317"/>
                  </a:lnTo>
                  <a:lnTo>
                    <a:pt x="909" y="297"/>
                  </a:lnTo>
                  <a:lnTo>
                    <a:pt x="909" y="258"/>
                  </a:lnTo>
                  <a:lnTo>
                    <a:pt x="929" y="238"/>
                  </a:lnTo>
                  <a:lnTo>
                    <a:pt x="929" y="198"/>
                  </a:lnTo>
                  <a:lnTo>
                    <a:pt x="909" y="238"/>
                  </a:lnTo>
                  <a:lnTo>
                    <a:pt x="889" y="238"/>
                  </a:lnTo>
                  <a:lnTo>
                    <a:pt x="889" y="278"/>
                  </a:lnTo>
                  <a:lnTo>
                    <a:pt x="889" y="297"/>
                  </a:lnTo>
                  <a:lnTo>
                    <a:pt x="870" y="376"/>
                  </a:lnTo>
                  <a:lnTo>
                    <a:pt x="870" y="357"/>
                  </a:lnTo>
                  <a:lnTo>
                    <a:pt x="850" y="357"/>
                  </a:lnTo>
                  <a:lnTo>
                    <a:pt x="830" y="337"/>
                  </a:lnTo>
                  <a:lnTo>
                    <a:pt x="830" y="278"/>
                  </a:lnTo>
                  <a:lnTo>
                    <a:pt x="810" y="297"/>
                  </a:lnTo>
                  <a:lnTo>
                    <a:pt x="810" y="278"/>
                  </a:lnTo>
                  <a:lnTo>
                    <a:pt x="771" y="278"/>
                  </a:lnTo>
                  <a:lnTo>
                    <a:pt x="751" y="258"/>
                  </a:lnTo>
                  <a:lnTo>
                    <a:pt x="751" y="238"/>
                  </a:lnTo>
                  <a:lnTo>
                    <a:pt x="731" y="278"/>
                  </a:lnTo>
                  <a:lnTo>
                    <a:pt x="712" y="357"/>
                  </a:lnTo>
                  <a:lnTo>
                    <a:pt x="731" y="357"/>
                  </a:lnTo>
                  <a:lnTo>
                    <a:pt x="731" y="416"/>
                  </a:lnTo>
                  <a:lnTo>
                    <a:pt x="731" y="455"/>
                  </a:lnTo>
                  <a:lnTo>
                    <a:pt x="712" y="416"/>
                  </a:lnTo>
                  <a:lnTo>
                    <a:pt x="712" y="376"/>
                  </a:lnTo>
                  <a:lnTo>
                    <a:pt x="692" y="337"/>
                  </a:lnTo>
                  <a:lnTo>
                    <a:pt x="672" y="297"/>
                  </a:lnTo>
                  <a:lnTo>
                    <a:pt x="672" y="317"/>
                  </a:lnTo>
                  <a:lnTo>
                    <a:pt x="652" y="376"/>
                  </a:lnTo>
                  <a:lnTo>
                    <a:pt x="652" y="337"/>
                  </a:lnTo>
                  <a:lnTo>
                    <a:pt x="652" y="297"/>
                  </a:lnTo>
                  <a:lnTo>
                    <a:pt x="633" y="278"/>
                  </a:lnTo>
                  <a:lnTo>
                    <a:pt x="633" y="297"/>
                  </a:lnTo>
                  <a:lnTo>
                    <a:pt x="633" y="337"/>
                  </a:lnTo>
                  <a:lnTo>
                    <a:pt x="613" y="455"/>
                  </a:lnTo>
                  <a:lnTo>
                    <a:pt x="613" y="495"/>
                  </a:lnTo>
                  <a:lnTo>
                    <a:pt x="593" y="554"/>
                  </a:lnTo>
                  <a:lnTo>
                    <a:pt x="593" y="495"/>
                  </a:lnTo>
                  <a:lnTo>
                    <a:pt x="573" y="475"/>
                  </a:lnTo>
                  <a:lnTo>
                    <a:pt x="573" y="436"/>
                  </a:lnTo>
                  <a:lnTo>
                    <a:pt x="593" y="455"/>
                  </a:lnTo>
                  <a:lnTo>
                    <a:pt x="593" y="436"/>
                  </a:lnTo>
                  <a:lnTo>
                    <a:pt x="573" y="357"/>
                  </a:lnTo>
                  <a:lnTo>
                    <a:pt x="554" y="337"/>
                  </a:lnTo>
                  <a:lnTo>
                    <a:pt x="514" y="337"/>
                  </a:lnTo>
                  <a:lnTo>
                    <a:pt x="494" y="376"/>
                  </a:lnTo>
                  <a:lnTo>
                    <a:pt x="475" y="376"/>
                  </a:lnTo>
                  <a:lnTo>
                    <a:pt x="475" y="396"/>
                  </a:lnTo>
                  <a:lnTo>
                    <a:pt x="435" y="357"/>
                  </a:lnTo>
                  <a:lnTo>
                    <a:pt x="396" y="357"/>
                  </a:lnTo>
                  <a:lnTo>
                    <a:pt x="376" y="376"/>
                  </a:lnTo>
                  <a:lnTo>
                    <a:pt x="376" y="416"/>
                  </a:lnTo>
                  <a:lnTo>
                    <a:pt x="356" y="376"/>
                  </a:lnTo>
                  <a:lnTo>
                    <a:pt x="356" y="455"/>
                  </a:lnTo>
                  <a:lnTo>
                    <a:pt x="336" y="515"/>
                  </a:lnTo>
                  <a:lnTo>
                    <a:pt x="336" y="554"/>
                  </a:lnTo>
                  <a:lnTo>
                    <a:pt x="336" y="673"/>
                  </a:lnTo>
                  <a:lnTo>
                    <a:pt x="317" y="613"/>
                  </a:lnTo>
                  <a:lnTo>
                    <a:pt x="297" y="594"/>
                  </a:lnTo>
                  <a:lnTo>
                    <a:pt x="297" y="534"/>
                  </a:lnTo>
                  <a:lnTo>
                    <a:pt x="277" y="515"/>
                  </a:lnTo>
                  <a:lnTo>
                    <a:pt x="277" y="534"/>
                  </a:lnTo>
                  <a:lnTo>
                    <a:pt x="297" y="613"/>
                  </a:lnTo>
                  <a:lnTo>
                    <a:pt x="297" y="673"/>
                  </a:lnTo>
                  <a:lnTo>
                    <a:pt x="297" y="692"/>
                  </a:lnTo>
                  <a:lnTo>
                    <a:pt x="297" y="712"/>
                  </a:lnTo>
                  <a:lnTo>
                    <a:pt x="257" y="771"/>
                  </a:lnTo>
                  <a:lnTo>
                    <a:pt x="238" y="811"/>
                  </a:lnTo>
                  <a:lnTo>
                    <a:pt x="198" y="831"/>
                  </a:lnTo>
                  <a:lnTo>
                    <a:pt x="159" y="811"/>
                  </a:lnTo>
                  <a:lnTo>
                    <a:pt x="159" y="791"/>
                  </a:lnTo>
                  <a:lnTo>
                    <a:pt x="139" y="791"/>
                  </a:lnTo>
                  <a:lnTo>
                    <a:pt x="139" y="771"/>
                  </a:lnTo>
                  <a:lnTo>
                    <a:pt x="119" y="732"/>
                  </a:lnTo>
                  <a:lnTo>
                    <a:pt x="119" y="771"/>
                  </a:lnTo>
                  <a:lnTo>
                    <a:pt x="119" y="791"/>
                  </a:lnTo>
                  <a:lnTo>
                    <a:pt x="99" y="752"/>
                  </a:lnTo>
                  <a:lnTo>
                    <a:pt x="99" y="732"/>
                  </a:lnTo>
                  <a:lnTo>
                    <a:pt x="79" y="732"/>
                  </a:lnTo>
                  <a:lnTo>
                    <a:pt x="60" y="712"/>
                  </a:lnTo>
                  <a:lnTo>
                    <a:pt x="60" y="692"/>
                  </a:lnTo>
                  <a:lnTo>
                    <a:pt x="40" y="712"/>
                  </a:lnTo>
                  <a:lnTo>
                    <a:pt x="0" y="574"/>
                  </a:lnTo>
                  <a:lnTo>
                    <a:pt x="0" y="653"/>
                  </a:lnTo>
                  <a:lnTo>
                    <a:pt x="20" y="712"/>
                  </a:lnTo>
                  <a:lnTo>
                    <a:pt x="20" y="732"/>
                  </a:lnTo>
                  <a:lnTo>
                    <a:pt x="60" y="890"/>
                  </a:lnTo>
                  <a:lnTo>
                    <a:pt x="119" y="1048"/>
                  </a:lnTo>
                  <a:lnTo>
                    <a:pt x="139" y="1107"/>
                  </a:lnTo>
                  <a:lnTo>
                    <a:pt x="178" y="1166"/>
                  </a:lnTo>
                  <a:lnTo>
                    <a:pt x="159" y="1127"/>
                  </a:lnTo>
                  <a:lnTo>
                    <a:pt x="159" y="1127"/>
                  </a:lnTo>
                  <a:lnTo>
                    <a:pt x="178" y="1147"/>
                  </a:lnTo>
                  <a:lnTo>
                    <a:pt x="198" y="1186"/>
                  </a:lnTo>
                  <a:lnTo>
                    <a:pt x="198" y="1147"/>
                  </a:lnTo>
                  <a:lnTo>
                    <a:pt x="218" y="1206"/>
                  </a:lnTo>
                  <a:lnTo>
                    <a:pt x="238" y="1285"/>
                  </a:lnTo>
                  <a:lnTo>
                    <a:pt x="238" y="1265"/>
                  </a:lnTo>
                  <a:lnTo>
                    <a:pt x="238" y="1245"/>
                  </a:lnTo>
                  <a:lnTo>
                    <a:pt x="257" y="1285"/>
                  </a:lnTo>
                  <a:lnTo>
                    <a:pt x="257" y="1324"/>
                  </a:lnTo>
                  <a:lnTo>
                    <a:pt x="277" y="1305"/>
                  </a:lnTo>
                  <a:lnTo>
                    <a:pt x="257" y="1226"/>
                  </a:lnTo>
                  <a:lnTo>
                    <a:pt x="257" y="1186"/>
                  </a:lnTo>
                  <a:lnTo>
                    <a:pt x="277" y="1226"/>
                  </a:lnTo>
                  <a:lnTo>
                    <a:pt x="297" y="1285"/>
                  </a:lnTo>
                  <a:lnTo>
                    <a:pt x="297" y="1364"/>
                  </a:lnTo>
                  <a:lnTo>
                    <a:pt x="317" y="1384"/>
                  </a:lnTo>
                  <a:lnTo>
                    <a:pt x="336" y="1384"/>
                  </a:lnTo>
                  <a:lnTo>
                    <a:pt x="336" y="1423"/>
                  </a:lnTo>
                  <a:lnTo>
                    <a:pt x="356" y="1482"/>
                  </a:lnTo>
                  <a:lnTo>
                    <a:pt x="356" y="1443"/>
                  </a:lnTo>
                  <a:lnTo>
                    <a:pt x="356" y="1423"/>
                  </a:lnTo>
                  <a:lnTo>
                    <a:pt x="376" y="1443"/>
                  </a:lnTo>
                  <a:lnTo>
                    <a:pt x="376" y="1463"/>
                  </a:lnTo>
                  <a:lnTo>
                    <a:pt x="396" y="1522"/>
                  </a:lnTo>
                  <a:lnTo>
                    <a:pt x="415" y="1561"/>
                  </a:lnTo>
                  <a:lnTo>
                    <a:pt x="415" y="1522"/>
                  </a:lnTo>
                  <a:lnTo>
                    <a:pt x="415" y="1463"/>
                  </a:lnTo>
                  <a:lnTo>
                    <a:pt x="435" y="1522"/>
                  </a:lnTo>
                  <a:lnTo>
                    <a:pt x="415" y="1423"/>
                  </a:lnTo>
                  <a:lnTo>
                    <a:pt x="396" y="1344"/>
                  </a:lnTo>
                  <a:lnTo>
                    <a:pt x="435" y="1443"/>
                  </a:lnTo>
                  <a:lnTo>
                    <a:pt x="455" y="1561"/>
                  </a:lnTo>
                  <a:lnTo>
                    <a:pt x="455" y="1502"/>
                  </a:lnTo>
                  <a:lnTo>
                    <a:pt x="475" y="1542"/>
                  </a:lnTo>
                  <a:lnTo>
                    <a:pt x="475" y="1581"/>
                  </a:lnTo>
                  <a:lnTo>
                    <a:pt x="494" y="1640"/>
                  </a:lnTo>
                  <a:lnTo>
                    <a:pt x="494" y="1621"/>
                  </a:lnTo>
                  <a:lnTo>
                    <a:pt x="514" y="1660"/>
                  </a:lnTo>
                  <a:lnTo>
                    <a:pt x="514" y="1621"/>
                  </a:lnTo>
                  <a:lnTo>
                    <a:pt x="534" y="1700"/>
                  </a:lnTo>
                  <a:lnTo>
                    <a:pt x="534" y="1660"/>
                  </a:lnTo>
                  <a:lnTo>
                    <a:pt x="554" y="1680"/>
                  </a:lnTo>
                  <a:lnTo>
                    <a:pt x="554" y="1660"/>
                  </a:lnTo>
                  <a:lnTo>
                    <a:pt x="573" y="1700"/>
                  </a:lnTo>
                  <a:lnTo>
                    <a:pt x="573" y="1700"/>
                  </a:lnTo>
                  <a:lnTo>
                    <a:pt x="554" y="1621"/>
                  </a:lnTo>
                  <a:lnTo>
                    <a:pt x="573" y="1640"/>
                  </a:lnTo>
                  <a:lnTo>
                    <a:pt x="593" y="1700"/>
                  </a:lnTo>
                  <a:lnTo>
                    <a:pt x="554" y="1522"/>
                  </a:lnTo>
                  <a:lnTo>
                    <a:pt x="573" y="1581"/>
                  </a:lnTo>
                  <a:lnTo>
                    <a:pt x="593" y="1660"/>
                  </a:lnTo>
                  <a:lnTo>
                    <a:pt x="613" y="1759"/>
                  </a:lnTo>
                  <a:lnTo>
                    <a:pt x="613" y="1739"/>
                  </a:lnTo>
                  <a:lnTo>
                    <a:pt x="633" y="1759"/>
                  </a:lnTo>
                  <a:lnTo>
                    <a:pt x="633" y="1759"/>
                  </a:lnTo>
                  <a:lnTo>
                    <a:pt x="613" y="1660"/>
                  </a:lnTo>
                  <a:lnTo>
                    <a:pt x="613" y="1700"/>
                  </a:lnTo>
                  <a:lnTo>
                    <a:pt x="593" y="1640"/>
                  </a:lnTo>
                  <a:lnTo>
                    <a:pt x="593" y="1561"/>
                  </a:lnTo>
                  <a:lnTo>
                    <a:pt x="593" y="1463"/>
                  </a:lnTo>
                  <a:lnTo>
                    <a:pt x="613" y="1522"/>
                  </a:lnTo>
                  <a:lnTo>
                    <a:pt x="633" y="1640"/>
                  </a:lnTo>
                  <a:lnTo>
                    <a:pt x="633" y="1621"/>
                  </a:lnTo>
                  <a:lnTo>
                    <a:pt x="652" y="1700"/>
                  </a:lnTo>
                  <a:lnTo>
                    <a:pt x="633" y="1601"/>
                  </a:lnTo>
                  <a:lnTo>
                    <a:pt x="652" y="1581"/>
                  </a:lnTo>
                  <a:lnTo>
                    <a:pt x="652" y="1601"/>
                  </a:lnTo>
                  <a:lnTo>
                    <a:pt x="672" y="1660"/>
                  </a:lnTo>
                  <a:lnTo>
                    <a:pt x="672" y="1680"/>
                  </a:lnTo>
                  <a:lnTo>
                    <a:pt x="692" y="1700"/>
                  </a:lnTo>
                  <a:lnTo>
                    <a:pt x="712" y="1719"/>
                  </a:lnTo>
                  <a:lnTo>
                    <a:pt x="712" y="1700"/>
                  </a:lnTo>
                  <a:lnTo>
                    <a:pt x="672" y="1463"/>
                  </a:lnTo>
                  <a:lnTo>
                    <a:pt x="692" y="1482"/>
                  </a:lnTo>
                  <a:lnTo>
                    <a:pt x="692" y="1463"/>
                  </a:lnTo>
                  <a:lnTo>
                    <a:pt x="712" y="1522"/>
                  </a:lnTo>
                  <a:lnTo>
                    <a:pt x="712" y="1581"/>
                  </a:lnTo>
                  <a:lnTo>
                    <a:pt x="731" y="1680"/>
                  </a:lnTo>
                  <a:lnTo>
                    <a:pt x="751" y="1660"/>
                  </a:lnTo>
                  <a:lnTo>
                    <a:pt x="751" y="1739"/>
                  </a:lnTo>
                  <a:lnTo>
                    <a:pt x="771" y="1739"/>
                  </a:lnTo>
                  <a:lnTo>
                    <a:pt x="771" y="1680"/>
                  </a:lnTo>
                  <a:lnTo>
                    <a:pt x="791" y="1739"/>
                  </a:lnTo>
                  <a:lnTo>
                    <a:pt x="810" y="1759"/>
                  </a:lnTo>
                  <a:lnTo>
                    <a:pt x="810" y="1759"/>
                  </a:lnTo>
                  <a:lnTo>
                    <a:pt x="791" y="1700"/>
                  </a:lnTo>
                  <a:lnTo>
                    <a:pt x="791" y="1680"/>
                  </a:lnTo>
                  <a:lnTo>
                    <a:pt x="810" y="1700"/>
                  </a:lnTo>
                  <a:lnTo>
                    <a:pt x="810" y="1739"/>
                  </a:lnTo>
                  <a:lnTo>
                    <a:pt x="830" y="1739"/>
                  </a:lnTo>
                  <a:lnTo>
                    <a:pt x="830" y="1700"/>
                  </a:lnTo>
                  <a:lnTo>
                    <a:pt x="810" y="1601"/>
                  </a:lnTo>
                  <a:lnTo>
                    <a:pt x="830" y="1601"/>
                  </a:lnTo>
                  <a:lnTo>
                    <a:pt x="830" y="1621"/>
                  </a:lnTo>
                  <a:lnTo>
                    <a:pt x="850" y="1680"/>
                  </a:lnTo>
                  <a:lnTo>
                    <a:pt x="850" y="1660"/>
                  </a:lnTo>
                  <a:lnTo>
                    <a:pt x="870" y="1680"/>
                  </a:lnTo>
                  <a:lnTo>
                    <a:pt x="870" y="1463"/>
                  </a:lnTo>
                  <a:lnTo>
                    <a:pt x="830" y="1245"/>
                  </a:lnTo>
                  <a:lnTo>
                    <a:pt x="850" y="1285"/>
                  </a:lnTo>
                  <a:lnTo>
                    <a:pt x="870" y="1324"/>
                  </a:lnTo>
                  <a:lnTo>
                    <a:pt x="889" y="1403"/>
                  </a:lnTo>
                  <a:lnTo>
                    <a:pt x="889" y="1463"/>
                  </a:lnTo>
                  <a:lnTo>
                    <a:pt x="870" y="1403"/>
                  </a:lnTo>
                  <a:lnTo>
                    <a:pt x="909" y="1542"/>
                  </a:lnTo>
                  <a:lnTo>
                    <a:pt x="909" y="1601"/>
                  </a:lnTo>
                  <a:lnTo>
                    <a:pt x="889" y="1561"/>
                  </a:lnTo>
                  <a:lnTo>
                    <a:pt x="909" y="1640"/>
                  </a:lnTo>
                  <a:lnTo>
                    <a:pt x="909" y="1719"/>
                  </a:lnTo>
                  <a:lnTo>
                    <a:pt x="929" y="1719"/>
                  </a:lnTo>
                  <a:lnTo>
                    <a:pt x="929" y="1700"/>
                  </a:lnTo>
                  <a:lnTo>
                    <a:pt x="949" y="1680"/>
                  </a:lnTo>
                  <a:lnTo>
                    <a:pt x="949" y="1640"/>
                  </a:lnTo>
                  <a:lnTo>
                    <a:pt x="968" y="1680"/>
                  </a:lnTo>
                  <a:lnTo>
                    <a:pt x="988" y="1700"/>
                  </a:lnTo>
                  <a:lnTo>
                    <a:pt x="1008" y="1700"/>
                  </a:lnTo>
                  <a:lnTo>
                    <a:pt x="1008" y="1719"/>
                  </a:lnTo>
                  <a:lnTo>
                    <a:pt x="1028" y="1621"/>
                  </a:lnTo>
                  <a:lnTo>
                    <a:pt x="1008" y="1482"/>
                  </a:lnTo>
                  <a:lnTo>
                    <a:pt x="1028" y="1581"/>
                  </a:lnTo>
                  <a:lnTo>
                    <a:pt x="1047" y="1621"/>
                  </a:lnTo>
                  <a:lnTo>
                    <a:pt x="1028" y="1542"/>
                  </a:lnTo>
                  <a:lnTo>
                    <a:pt x="1028" y="1463"/>
                  </a:lnTo>
                  <a:lnTo>
                    <a:pt x="1028" y="1423"/>
                  </a:lnTo>
                  <a:lnTo>
                    <a:pt x="1028" y="1384"/>
                  </a:lnTo>
                  <a:lnTo>
                    <a:pt x="1047" y="1423"/>
                  </a:lnTo>
                  <a:lnTo>
                    <a:pt x="1047" y="1443"/>
                  </a:lnTo>
                  <a:lnTo>
                    <a:pt x="1067" y="1384"/>
                  </a:lnTo>
                  <a:lnTo>
                    <a:pt x="1067" y="1502"/>
                  </a:lnTo>
                  <a:lnTo>
                    <a:pt x="1067" y="1640"/>
                  </a:lnTo>
                  <a:lnTo>
                    <a:pt x="1087" y="1561"/>
                  </a:lnTo>
                  <a:lnTo>
                    <a:pt x="1087" y="1601"/>
                  </a:lnTo>
                  <a:lnTo>
                    <a:pt x="1107" y="1581"/>
                  </a:lnTo>
                  <a:lnTo>
                    <a:pt x="1107" y="1542"/>
                  </a:lnTo>
                  <a:lnTo>
                    <a:pt x="1126" y="1522"/>
                  </a:lnTo>
                  <a:lnTo>
                    <a:pt x="1146" y="1502"/>
                  </a:lnTo>
                  <a:lnTo>
                    <a:pt x="1126" y="1482"/>
                  </a:lnTo>
                  <a:lnTo>
                    <a:pt x="1126" y="1403"/>
                  </a:lnTo>
                  <a:lnTo>
                    <a:pt x="1126" y="1364"/>
                  </a:lnTo>
                  <a:lnTo>
                    <a:pt x="1146" y="1324"/>
                  </a:lnTo>
                  <a:lnTo>
                    <a:pt x="1146" y="1305"/>
                  </a:lnTo>
                  <a:lnTo>
                    <a:pt x="1146" y="1285"/>
                  </a:lnTo>
                  <a:lnTo>
                    <a:pt x="1166" y="1344"/>
                  </a:lnTo>
                  <a:lnTo>
                    <a:pt x="1166" y="1384"/>
                  </a:lnTo>
                  <a:lnTo>
                    <a:pt x="1186" y="1364"/>
                  </a:lnTo>
                  <a:lnTo>
                    <a:pt x="1186" y="1403"/>
                  </a:lnTo>
                  <a:lnTo>
                    <a:pt x="1186" y="1423"/>
                  </a:lnTo>
                  <a:lnTo>
                    <a:pt x="1205" y="1384"/>
                  </a:lnTo>
                  <a:lnTo>
                    <a:pt x="1205" y="1364"/>
                  </a:lnTo>
                  <a:lnTo>
                    <a:pt x="1205" y="1305"/>
                  </a:lnTo>
                  <a:lnTo>
                    <a:pt x="1205" y="1245"/>
                  </a:lnTo>
                  <a:lnTo>
                    <a:pt x="1225" y="1226"/>
                  </a:lnTo>
                  <a:lnTo>
                    <a:pt x="1245" y="1285"/>
                  </a:lnTo>
                  <a:lnTo>
                    <a:pt x="1245" y="1324"/>
                  </a:lnTo>
                  <a:lnTo>
                    <a:pt x="1245" y="1364"/>
                  </a:lnTo>
                  <a:lnTo>
                    <a:pt x="1265" y="1423"/>
                  </a:lnTo>
                  <a:lnTo>
                    <a:pt x="1265" y="1443"/>
                  </a:lnTo>
                  <a:lnTo>
                    <a:pt x="1284" y="1403"/>
                  </a:lnTo>
                  <a:lnTo>
                    <a:pt x="1284" y="1423"/>
                  </a:lnTo>
                  <a:lnTo>
                    <a:pt x="1304" y="1423"/>
                  </a:lnTo>
                  <a:lnTo>
                    <a:pt x="1304" y="1403"/>
                  </a:lnTo>
                  <a:lnTo>
                    <a:pt x="1284" y="1344"/>
                  </a:lnTo>
                  <a:lnTo>
                    <a:pt x="1304" y="1324"/>
                  </a:lnTo>
                  <a:lnTo>
                    <a:pt x="1324" y="1305"/>
                  </a:lnTo>
                  <a:lnTo>
                    <a:pt x="1324" y="1265"/>
                  </a:lnTo>
                  <a:lnTo>
                    <a:pt x="1344" y="1324"/>
                  </a:lnTo>
                  <a:lnTo>
                    <a:pt x="1344" y="1364"/>
                  </a:lnTo>
                  <a:lnTo>
                    <a:pt x="1363" y="1443"/>
                  </a:lnTo>
                  <a:lnTo>
                    <a:pt x="1363" y="1403"/>
                  </a:lnTo>
                  <a:lnTo>
                    <a:pt x="1383" y="1403"/>
                  </a:lnTo>
                  <a:lnTo>
                    <a:pt x="1383" y="1423"/>
                  </a:lnTo>
                  <a:lnTo>
                    <a:pt x="1403" y="1463"/>
                  </a:lnTo>
                  <a:lnTo>
                    <a:pt x="1403" y="1423"/>
                  </a:lnTo>
                  <a:lnTo>
                    <a:pt x="1403" y="1403"/>
                  </a:lnTo>
                  <a:lnTo>
                    <a:pt x="1403" y="1364"/>
                  </a:lnTo>
                  <a:lnTo>
                    <a:pt x="1423" y="1305"/>
                  </a:lnTo>
                  <a:lnTo>
                    <a:pt x="1403" y="1344"/>
                  </a:lnTo>
                  <a:lnTo>
                    <a:pt x="1403" y="1305"/>
                  </a:lnTo>
                  <a:lnTo>
                    <a:pt x="1423" y="1305"/>
                  </a:lnTo>
                  <a:lnTo>
                    <a:pt x="1423" y="1245"/>
                  </a:lnTo>
                  <a:lnTo>
                    <a:pt x="1442" y="1324"/>
                  </a:lnTo>
                  <a:lnTo>
                    <a:pt x="1442" y="1245"/>
                  </a:lnTo>
                  <a:lnTo>
                    <a:pt x="1442" y="1226"/>
                  </a:lnTo>
                  <a:lnTo>
                    <a:pt x="1462" y="1147"/>
                  </a:lnTo>
                  <a:lnTo>
                    <a:pt x="1462" y="1226"/>
                  </a:lnTo>
                  <a:lnTo>
                    <a:pt x="1462" y="1265"/>
                  </a:lnTo>
                  <a:lnTo>
                    <a:pt x="1462" y="1324"/>
                  </a:lnTo>
                  <a:lnTo>
                    <a:pt x="1462" y="1344"/>
                  </a:lnTo>
                  <a:lnTo>
                    <a:pt x="1482" y="1344"/>
                  </a:lnTo>
                  <a:lnTo>
                    <a:pt x="1482" y="1265"/>
                  </a:lnTo>
                  <a:lnTo>
                    <a:pt x="1502" y="1344"/>
                  </a:lnTo>
                  <a:lnTo>
                    <a:pt x="1502" y="1305"/>
                  </a:lnTo>
                  <a:lnTo>
                    <a:pt x="1502" y="1226"/>
                  </a:lnTo>
                  <a:lnTo>
                    <a:pt x="1502" y="1166"/>
                  </a:lnTo>
                  <a:lnTo>
                    <a:pt x="1502" y="1127"/>
                  </a:lnTo>
                  <a:lnTo>
                    <a:pt x="1502" y="1068"/>
                  </a:lnTo>
                  <a:lnTo>
                    <a:pt x="1521" y="1048"/>
                  </a:lnTo>
                  <a:lnTo>
                    <a:pt x="1521" y="1147"/>
                  </a:lnTo>
                  <a:lnTo>
                    <a:pt x="1521" y="1285"/>
                  </a:lnTo>
                  <a:lnTo>
                    <a:pt x="1521" y="1443"/>
                  </a:lnTo>
                  <a:lnTo>
                    <a:pt x="1541" y="1423"/>
                  </a:lnTo>
                  <a:lnTo>
                    <a:pt x="1541" y="1443"/>
                  </a:lnTo>
                  <a:lnTo>
                    <a:pt x="1561" y="1344"/>
                  </a:lnTo>
                  <a:lnTo>
                    <a:pt x="1561" y="1285"/>
                  </a:lnTo>
                  <a:lnTo>
                    <a:pt x="1581" y="1245"/>
                  </a:lnTo>
                  <a:lnTo>
                    <a:pt x="1600" y="1206"/>
                  </a:lnTo>
                  <a:lnTo>
                    <a:pt x="1600" y="1068"/>
                  </a:lnTo>
                  <a:lnTo>
                    <a:pt x="1620" y="1048"/>
                  </a:lnTo>
                  <a:lnTo>
                    <a:pt x="1620" y="989"/>
                  </a:lnTo>
                  <a:lnTo>
                    <a:pt x="1640" y="989"/>
                  </a:lnTo>
                  <a:lnTo>
                    <a:pt x="1620" y="1048"/>
                  </a:lnTo>
                  <a:lnTo>
                    <a:pt x="1640" y="1068"/>
                  </a:lnTo>
                  <a:lnTo>
                    <a:pt x="1640" y="1087"/>
                  </a:lnTo>
                  <a:lnTo>
                    <a:pt x="1625" y="1132"/>
                  </a:lnTo>
                  <a:lnTo>
                    <a:pt x="1625" y="1132"/>
                  </a:lnTo>
                  <a:lnTo>
                    <a:pt x="1640" y="1147"/>
                  </a:lnTo>
                  <a:lnTo>
                    <a:pt x="1660" y="1206"/>
                  </a:lnTo>
                  <a:lnTo>
                    <a:pt x="1679" y="1226"/>
                  </a:lnTo>
                  <a:lnTo>
                    <a:pt x="1679" y="1186"/>
                  </a:lnTo>
                  <a:lnTo>
                    <a:pt x="1679" y="1087"/>
                  </a:lnTo>
                  <a:lnTo>
                    <a:pt x="1699" y="1008"/>
                  </a:lnTo>
                  <a:lnTo>
                    <a:pt x="1699" y="969"/>
                  </a:lnTo>
                  <a:lnTo>
                    <a:pt x="1679" y="969"/>
                  </a:lnTo>
                  <a:lnTo>
                    <a:pt x="1679" y="870"/>
                  </a:lnTo>
                  <a:lnTo>
                    <a:pt x="1699" y="732"/>
                  </a:lnTo>
                  <a:lnTo>
                    <a:pt x="1699" y="791"/>
                  </a:lnTo>
                  <a:lnTo>
                    <a:pt x="1719" y="712"/>
                  </a:lnTo>
                  <a:lnTo>
                    <a:pt x="1719" y="831"/>
                  </a:lnTo>
                  <a:lnTo>
                    <a:pt x="1739" y="831"/>
                  </a:lnTo>
                  <a:lnTo>
                    <a:pt x="1739" y="850"/>
                  </a:lnTo>
                  <a:lnTo>
                    <a:pt x="1758" y="831"/>
                  </a:lnTo>
                  <a:lnTo>
                    <a:pt x="1739" y="771"/>
                  </a:lnTo>
                  <a:lnTo>
                    <a:pt x="1739" y="732"/>
                  </a:lnTo>
                  <a:lnTo>
                    <a:pt x="1758" y="732"/>
                  </a:lnTo>
                  <a:lnTo>
                    <a:pt x="1758" y="692"/>
                  </a:lnTo>
                  <a:lnTo>
                    <a:pt x="1758" y="613"/>
                  </a:lnTo>
                  <a:lnTo>
                    <a:pt x="1778" y="653"/>
                  </a:lnTo>
                  <a:lnTo>
                    <a:pt x="1778" y="732"/>
                  </a:lnTo>
                  <a:lnTo>
                    <a:pt x="1758" y="870"/>
                  </a:lnTo>
                  <a:lnTo>
                    <a:pt x="1758" y="870"/>
                  </a:lnTo>
                  <a:lnTo>
                    <a:pt x="1778" y="850"/>
                  </a:lnTo>
                  <a:lnTo>
                    <a:pt x="1778" y="850"/>
                  </a:lnTo>
                  <a:lnTo>
                    <a:pt x="1739" y="1068"/>
                  </a:lnTo>
                  <a:lnTo>
                    <a:pt x="1758" y="1087"/>
                  </a:lnTo>
                  <a:lnTo>
                    <a:pt x="1778" y="1087"/>
                  </a:lnTo>
                  <a:lnTo>
                    <a:pt x="1778" y="1226"/>
                  </a:lnTo>
                  <a:lnTo>
                    <a:pt x="1798" y="1285"/>
                  </a:lnTo>
                  <a:lnTo>
                    <a:pt x="1798" y="1226"/>
                  </a:lnTo>
                  <a:lnTo>
                    <a:pt x="1798" y="1147"/>
                  </a:lnTo>
                  <a:lnTo>
                    <a:pt x="1808" y="1137"/>
                  </a:lnTo>
                  <a:lnTo>
                    <a:pt x="1798" y="1127"/>
                  </a:lnTo>
                  <a:lnTo>
                    <a:pt x="1798" y="1087"/>
                  </a:lnTo>
                  <a:lnTo>
                    <a:pt x="1818" y="1048"/>
                  </a:lnTo>
                  <a:lnTo>
                    <a:pt x="1837" y="1107"/>
                  </a:lnTo>
                  <a:lnTo>
                    <a:pt x="1818" y="1166"/>
                  </a:lnTo>
                  <a:lnTo>
                    <a:pt x="1818" y="1206"/>
                  </a:lnTo>
                  <a:lnTo>
                    <a:pt x="1818" y="1226"/>
                  </a:lnTo>
                  <a:lnTo>
                    <a:pt x="1837" y="1245"/>
                  </a:lnTo>
                  <a:lnTo>
                    <a:pt x="1837" y="1285"/>
                  </a:lnTo>
                  <a:lnTo>
                    <a:pt x="1857" y="1186"/>
                  </a:lnTo>
                  <a:lnTo>
                    <a:pt x="1857" y="1226"/>
                  </a:lnTo>
                  <a:lnTo>
                    <a:pt x="1877" y="1186"/>
                  </a:lnTo>
                  <a:lnTo>
                    <a:pt x="1897" y="1127"/>
                  </a:lnTo>
                  <a:lnTo>
                    <a:pt x="1897" y="1087"/>
                  </a:lnTo>
                  <a:lnTo>
                    <a:pt x="1897" y="1048"/>
                  </a:lnTo>
                  <a:lnTo>
                    <a:pt x="1916" y="1008"/>
                  </a:lnTo>
                  <a:lnTo>
                    <a:pt x="1897" y="1226"/>
                  </a:lnTo>
                  <a:lnTo>
                    <a:pt x="1916" y="1087"/>
                  </a:lnTo>
                  <a:lnTo>
                    <a:pt x="1936" y="1087"/>
                  </a:lnTo>
                  <a:lnTo>
                    <a:pt x="1936" y="1048"/>
                  </a:lnTo>
                  <a:lnTo>
                    <a:pt x="1956" y="949"/>
                  </a:lnTo>
                  <a:lnTo>
                    <a:pt x="1976" y="989"/>
                  </a:lnTo>
                  <a:lnTo>
                    <a:pt x="1956" y="1087"/>
                  </a:lnTo>
                  <a:lnTo>
                    <a:pt x="1956" y="1107"/>
                  </a:lnTo>
                  <a:lnTo>
                    <a:pt x="1976" y="1087"/>
                  </a:lnTo>
                  <a:lnTo>
                    <a:pt x="1956" y="1206"/>
                  </a:lnTo>
                  <a:lnTo>
                    <a:pt x="1976" y="1186"/>
                  </a:lnTo>
                  <a:lnTo>
                    <a:pt x="1976" y="1147"/>
                  </a:lnTo>
                  <a:lnTo>
                    <a:pt x="1976" y="1127"/>
                  </a:lnTo>
                  <a:lnTo>
                    <a:pt x="1988" y="1044"/>
                  </a:lnTo>
                  <a:lnTo>
                    <a:pt x="1976" y="1068"/>
                  </a:lnTo>
                  <a:lnTo>
                    <a:pt x="1991" y="957"/>
                  </a:lnTo>
                  <a:lnTo>
                    <a:pt x="1991" y="957"/>
                  </a:lnTo>
                  <a:lnTo>
                    <a:pt x="1976" y="989"/>
                  </a:lnTo>
                  <a:lnTo>
                    <a:pt x="1976" y="989"/>
                  </a:lnTo>
                  <a:lnTo>
                    <a:pt x="1995" y="929"/>
                  </a:lnTo>
                  <a:lnTo>
                    <a:pt x="1991" y="957"/>
                  </a:lnTo>
                  <a:lnTo>
                    <a:pt x="1991" y="957"/>
                  </a:lnTo>
                  <a:lnTo>
                    <a:pt x="1995" y="949"/>
                  </a:lnTo>
                  <a:lnTo>
                    <a:pt x="2015" y="850"/>
                  </a:lnTo>
                  <a:lnTo>
                    <a:pt x="2015" y="831"/>
                  </a:lnTo>
                  <a:lnTo>
                    <a:pt x="1995" y="929"/>
                  </a:lnTo>
                  <a:lnTo>
                    <a:pt x="1976" y="890"/>
                  </a:lnTo>
                  <a:lnTo>
                    <a:pt x="1956" y="831"/>
                  </a:lnTo>
                  <a:lnTo>
                    <a:pt x="1976" y="692"/>
                  </a:lnTo>
                  <a:lnTo>
                    <a:pt x="2015" y="613"/>
                  </a:lnTo>
                  <a:lnTo>
                    <a:pt x="2015" y="554"/>
                  </a:lnTo>
                  <a:lnTo>
                    <a:pt x="2022" y="534"/>
                  </a:lnTo>
                  <a:lnTo>
                    <a:pt x="2015" y="534"/>
                  </a:lnTo>
                  <a:lnTo>
                    <a:pt x="2015" y="475"/>
                  </a:lnTo>
                  <a:lnTo>
                    <a:pt x="2015" y="455"/>
                  </a:lnTo>
                  <a:lnTo>
                    <a:pt x="1995" y="475"/>
                  </a:lnTo>
                  <a:lnTo>
                    <a:pt x="2015" y="416"/>
                  </a:lnTo>
                  <a:lnTo>
                    <a:pt x="2015" y="396"/>
                  </a:lnTo>
                  <a:lnTo>
                    <a:pt x="2035" y="357"/>
                  </a:lnTo>
                  <a:lnTo>
                    <a:pt x="2035" y="317"/>
                  </a:lnTo>
                  <a:lnTo>
                    <a:pt x="2015" y="357"/>
                  </a:lnTo>
                  <a:lnTo>
                    <a:pt x="2015" y="376"/>
                  </a:lnTo>
                  <a:lnTo>
                    <a:pt x="1995" y="455"/>
                  </a:lnTo>
                  <a:lnTo>
                    <a:pt x="1976" y="455"/>
                  </a:lnTo>
                  <a:lnTo>
                    <a:pt x="1956" y="475"/>
                  </a:lnTo>
                  <a:lnTo>
                    <a:pt x="1956" y="455"/>
                  </a:lnTo>
                  <a:lnTo>
                    <a:pt x="1936" y="554"/>
                  </a:lnTo>
                  <a:lnTo>
                    <a:pt x="1916" y="574"/>
                  </a:lnTo>
                  <a:lnTo>
                    <a:pt x="1936" y="495"/>
                  </a:lnTo>
                  <a:lnTo>
                    <a:pt x="1916" y="495"/>
                  </a:lnTo>
                  <a:lnTo>
                    <a:pt x="1916" y="515"/>
                  </a:lnTo>
                  <a:lnTo>
                    <a:pt x="1877" y="613"/>
                  </a:lnTo>
                  <a:lnTo>
                    <a:pt x="1897" y="712"/>
                  </a:lnTo>
                  <a:lnTo>
                    <a:pt x="1877" y="752"/>
                  </a:lnTo>
                  <a:lnTo>
                    <a:pt x="1877" y="732"/>
                  </a:lnTo>
                  <a:lnTo>
                    <a:pt x="1877" y="692"/>
                  </a:lnTo>
                  <a:lnTo>
                    <a:pt x="1877" y="534"/>
                  </a:lnTo>
                  <a:lnTo>
                    <a:pt x="1857" y="633"/>
                  </a:lnTo>
                  <a:lnTo>
                    <a:pt x="1857" y="515"/>
                  </a:lnTo>
                  <a:lnTo>
                    <a:pt x="1877" y="475"/>
                  </a:lnTo>
                  <a:lnTo>
                    <a:pt x="1897" y="495"/>
                  </a:lnTo>
                  <a:lnTo>
                    <a:pt x="1897" y="475"/>
                  </a:lnTo>
                  <a:lnTo>
                    <a:pt x="1916" y="475"/>
                  </a:lnTo>
                  <a:lnTo>
                    <a:pt x="1916" y="436"/>
                  </a:lnTo>
                  <a:lnTo>
                    <a:pt x="1936" y="416"/>
                  </a:lnTo>
                  <a:lnTo>
                    <a:pt x="1916" y="337"/>
                  </a:lnTo>
                  <a:lnTo>
                    <a:pt x="1916" y="317"/>
                  </a:lnTo>
                  <a:lnTo>
                    <a:pt x="1916" y="198"/>
                  </a:lnTo>
                  <a:lnTo>
                    <a:pt x="1936" y="198"/>
                  </a:lnTo>
                  <a:lnTo>
                    <a:pt x="1936" y="179"/>
                  </a:lnTo>
                  <a:lnTo>
                    <a:pt x="1936" y="159"/>
                  </a:lnTo>
                  <a:lnTo>
                    <a:pt x="1916" y="159"/>
                  </a:lnTo>
                  <a:lnTo>
                    <a:pt x="1877" y="357"/>
                  </a:lnTo>
                  <a:lnTo>
                    <a:pt x="1877" y="396"/>
                  </a:lnTo>
                  <a:lnTo>
                    <a:pt x="1857" y="376"/>
                  </a:lnTo>
                  <a:lnTo>
                    <a:pt x="1877" y="317"/>
                  </a:lnTo>
                  <a:lnTo>
                    <a:pt x="1877" y="238"/>
                  </a:lnTo>
                  <a:lnTo>
                    <a:pt x="1857" y="278"/>
                  </a:lnTo>
                  <a:lnTo>
                    <a:pt x="1857" y="258"/>
                  </a:lnTo>
                  <a:lnTo>
                    <a:pt x="1837" y="179"/>
                  </a:lnTo>
                  <a:lnTo>
                    <a:pt x="1877" y="179"/>
                  </a:lnTo>
                  <a:lnTo>
                    <a:pt x="1877" y="139"/>
                  </a:lnTo>
                  <a:lnTo>
                    <a:pt x="1877" y="100"/>
                  </a:lnTo>
                  <a:lnTo>
                    <a:pt x="1857" y="100"/>
                  </a:lnTo>
                  <a:lnTo>
                    <a:pt x="1857" y="21"/>
                  </a:lnTo>
                  <a:lnTo>
                    <a:pt x="1837" y="1"/>
                  </a:lnTo>
                  <a:lnTo>
                    <a:pt x="1818" y="21"/>
                  </a:lnTo>
                  <a:lnTo>
                    <a:pt x="1798" y="60"/>
                  </a:lnTo>
                  <a:lnTo>
                    <a:pt x="1778" y="60"/>
                  </a:lnTo>
                  <a:lnTo>
                    <a:pt x="1778" y="119"/>
                  </a:lnTo>
                  <a:lnTo>
                    <a:pt x="1758" y="198"/>
                  </a:lnTo>
                  <a:lnTo>
                    <a:pt x="1739" y="198"/>
                  </a:lnTo>
                  <a:lnTo>
                    <a:pt x="1758" y="100"/>
                  </a:lnTo>
                  <a:lnTo>
                    <a:pt x="1739" y="60"/>
                  </a:lnTo>
                  <a:lnTo>
                    <a:pt x="1739" y="1"/>
                  </a:lnTo>
                  <a:lnTo>
                    <a:pt x="1719" y="60"/>
                  </a:lnTo>
                  <a:lnTo>
                    <a:pt x="1709" y="100"/>
                  </a:lnTo>
                  <a:lnTo>
                    <a:pt x="1719" y="100"/>
                  </a:lnTo>
                  <a:lnTo>
                    <a:pt x="1699" y="179"/>
                  </a:lnTo>
                  <a:lnTo>
                    <a:pt x="1699" y="159"/>
                  </a:lnTo>
                  <a:lnTo>
                    <a:pt x="1679" y="100"/>
                  </a:lnTo>
                  <a:lnTo>
                    <a:pt x="1699" y="80"/>
                  </a:lnTo>
                  <a:lnTo>
                    <a:pt x="1699" y="60"/>
                  </a:lnTo>
                  <a:lnTo>
                    <a:pt x="1699" y="40"/>
                  </a:lnTo>
                  <a:lnTo>
                    <a:pt x="1679" y="40"/>
                  </a:lnTo>
                  <a:lnTo>
                    <a:pt x="1679" y="60"/>
                  </a:lnTo>
                  <a:lnTo>
                    <a:pt x="1660" y="60"/>
                  </a:lnTo>
                  <a:lnTo>
                    <a:pt x="1660" y="40"/>
                  </a:lnTo>
                  <a:lnTo>
                    <a:pt x="1660" y="21"/>
                  </a:lnTo>
                  <a:lnTo>
                    <a:pt x="1640" y="80"/>
                  </a:lnTo>
                  <a:lnTo>
                    <a:pt x="1620" y="80"/>
                  </a:lnTo>
                  <a:lnTo>
                    <a:pt x="1600" y="218"/>
                  </a:lnTo>
                  <a:lnTo>
                    <a:pt x="1600" y="119"/>
                  </a:lnTo>
                  <a:lnTo>
                    <a:pt x="1600" y="80"/>
                  </a:lnTo>
                  <a:lnTo>
                    <a:pt x="1581" y="40"/>
                  </a:lnTo>
                  <a:lnTo>
                    <a:pt x="1561" y="80"/>
                  </a:lnTo>
                  <a:lnTo>
                    <a:pt x="1541" y="119"/>
                  </a:lnTo>
                  <a:lnTo>
                    <a:pt x="1521" y="159"/>
                  </a:lnTo>
                  <a:lnTo>
                    <a:pt x="1541" y="60"/>
                  </a:lnTo>
                  <a:lnTo>
                    <a:pt x="1541" y="21"/>
                  </a:lnTo>
                  <a:lnTo>
                    <a:pt x="1541" y="1"/>
                  </a:lnTo>
                  <a:lnTo>
                    <a:pt x="1521" y="21"/>
                  </a:lnTo>
                  <a:lnTo>
                    <a:pt x="1521" y="1"/>
                  </a:lnTo>
                  <a:close/>
                  <a:moveTo>
                    <a:pt x="613" y="1759"/>
                  </a:moveTo>
                  <a:lnTo>
                    <a:pt x="613" y="1759"/>
                  </a:lnTo>
                  <a:lnTo>
                    <a:pt x="613" y="1759"/>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
            <p:cNvSpPr/>
            <p:nvPr/>
          </p:nvSpPr>
          <p:spPr>
            <a:xfrm>
              <a:off x="-1245000" y="4137075"/>
              <a:ext cx="25" cy="525"/>
            </a:xfrm>
            <a:custGeom>
              <a:rect b="b" l="l" r="r" t="t"/>
              <a:pathLst>
                <a:path extrusionOk="0" h="21" w="1">
                  <a:moveTo>
                    <a:pt x="1" y="0"/>
                  </a:moveTo>
                  <a:lnTo>
                    <a:pt x="1" y="0"/>
                  </a:lnTo>
                  <a:lnTo>
                    <a:pt x="1" y="0"/>
                  </a:lnTo>
                  <a:lnTo>
                    <a:pt x="1" y="20"/>
                  </a:lnTo>
                  <a:lnTo>
                    <a:pt x="1" y="2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
            <p:cNvSpPr/>
            <p:nvPr/>
          </p:nvSpPr>
          <p:spPr>
            <a:xfrm>
              <a:off x="-1267700" y="4162250"/>
              <a:ext cx="25" cy="525"/>
            </a:xfrm>
            <a:custGeom>
              <a:rect b="b" l="l" r="r" t="t"/>
              <a:pathLst>
                <a:path extrusionOk="0" h="21" w="1">
                  <a:moveTo>
                    <a:pt x="0" y="1"/>
                  </a:moveTo>
                  <a:lnTo>
                    <a:pt x="0" y="1"/>
                  </a:lnTo>
                  <a:lnTo>
                    <a:pt x="0" y="20"/>
                  </a:lnTo>
                  <a:lnTo>
                    <a:pt x="0" y="20"/>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
            <p:cNvSpPr/>
            <p:nvPr/>
          </p:nvSpPr>
          <p:spPr>
            <a:xfrm>
              <a:off x="-1246475" y="4151400"/>
              <a:ext cx="525" cy="500"/>
            </a:xfrm>
            <a:custGeom>
              <a:rect b="b" l="l" r="r" t="t"/>
              <a:pathLst>
                <a:path extrusionOk="0" h="20" w="21">
                  <a:moveTo>
                    <a:pt x="1" y="20"/>
                  </a:moveTo>
                  <a:lnTo>
                    <a:pt x="1" y="20"/>
                  </a:lnTo>
                  <a:lnTo>
                    <a:pt x="20" y="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
            <p:cNvSpPr/>
            <p:nvPr/>
          </p:nvSpPr>
          <p:spPr>
            <a:xfrm>
              <a:off x="-1245000" y="4279275"/>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
            <p:cNvSpPr/>
            <p:nvPr/>
          </p:nvSpPr>
          <p:spPr>
            <a:xfrm>
              <a:off x="-1226225" y="4308925"/>
              <a:ext cx="525" cy="0"/>
            </a:xfrm>
            <a:custGeom>
              <a:rect b="b" l="l" r="r" t="t"/>
              <a:pathLst>
                <a:path extrusionOk="0" h="0"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29" name="Shape 529"/>
        <p:cNvGrpSpPr/>
        <p:nvPr/>
      </p:nvGrpSpPr>
      <p:grpSpPr>
        <a:xfrm>
          <a:off x="0" y="0"/>
          <a:ext cx="0" cy="0"/>
          <a:chOff x="0" y="0"/>
          <a:chExt cx="0" cy="0"/>
        </a:xfrm>
      </p:grpSpPr>
      <p:grpSp>
        <p:nvGrpSpPr>
          <p:cNvPr id="530" name="Google Shape;530;p3"/>
          <p:cNvGrpSpPr/>
          <p:nvPr/>
        </p:nvGrpSpPr>
        <p:grpSpPr>
          <a:xfrm flipH="1">
            <a:off x="28" y="16530"/>
            <a:ext cx="9143944" cy="4940153"/>
            <a:chOff x="0" y="0"/>
            <a:chExt cx="2940175" cy="3566125"/>
          </a:xfrm>
        </p:grpSpPr>
        <p:sp>
          <p:nvSpPr>
            <p:cNvPr id="531" name="Google Shape;531;p3"/>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3"/>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3"/>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3"/>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3"/>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3"/>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3"/>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3"/>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3"/>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3"/>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3"/>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3"/>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3"/>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3"/>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3"/>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3"/>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3"/>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3"/>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3"/>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3"/>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3"/>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3"/>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3"/>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3"/>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3"/>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3"/>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3"/>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3"/>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3"/>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3"/>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3"/>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3"/>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3"/>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3"/>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3"/>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3"/>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3"/>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3"/>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3"/>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3"/>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3"/>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3"/>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3"/>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3"/>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3"/>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3"/>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3"/>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3"/>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3"/>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3"/>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3"/>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3"/>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3"/>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3"/>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3"/>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3"/>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3"/>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3"/>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3"/>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3"/>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3"/>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3"/>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3"/>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3"/>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3"/>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3"/>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3"/>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3"/>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3"/>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3"/>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3"/>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3"/>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3"/>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3"/>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3"/>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3"/>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3"/>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3"/>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3"/>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3"/>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3"/>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3"/>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3"/>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3"/>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3"/>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3"/>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3"/>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3"/>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3"/>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48" name="Google Shape;648;p3"/>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3"/>
          <p:cNvSpPr txBox="1"/>
          <p:nvPr>
            <p:ph type="title"/>
          </p:nvPr>
        </p:nvSpPr>
        <p:spPr>
          <a:xfrm>
            <a:off x="881100" y="2653494"/>
            <a:ext cx="7381800" cy="914400"/>
          </a:xfrm>
          <a:prstGeom prst="rect">
            <a:avLst/>
          </a:prstGeom>
          <a:noFill/>
        </p:spPr>
        <p:txBody>
          <a:bodyPr anchorCtr="0" anchor="t" bIns="91425" lIns="91425" spcFirstLastPara="1" rIns="91425" wrap="square" tIns="91425">
            <a:noAutofit/>
          </a:bodyPr>
          <a:lstStyle>
            <a:lvl1pPr lvl="0">
              <a:spcBef>
                <a:spcPts val="0"/>
              </a:spcBef>
              <a:spcAft>
                <a:spcPts val="0"/>
              </a:spcAft>
              <a:buSzPts val="3600"/>
              <a:buNone/>
              <a:defRPr sz="4000"/>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p:txBody>
      </p:sp>
      <p:sp>
        <p:nvSpPr>
          <p:cNvPr id="650" name="Google Shape;650;p3"/>
          <p:cNvSpPr txBox="1"/>
          <p:nvPr>
            <p:ph hasCustomPrompt="1" idx="2" type="title"/>
          </p:nvPr>
        </p:nvSpPr>
        <p:spPr>
          <a:xfrm>
            <a:off x="4114800" y="1517469"/>
            <a:ext cx="914400" cy="690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6000"/>
              <a:buNone/>
              <a:defRPr sz="5500">
                <a:solidFill>
                  <a:schemeClr val="dk1"/>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651" name="Google Shape;651;p3"/>
          <p:cNvSpPr txBox="1"/>
          <p:nvPr>
            <p:ph idx="1" type="subTitle"/>
          </p:nvPr>
        </p:nvSpPr>
        <p:spPr>
          <a:xfrm>
            <a:off x="882450" y="3494571"/>
            <a:ext cx="7379100" cy="365700"/>
          </a:xfrm>
          <a:prstGeom prst="rect">
            <a:avLst/>
          </a:prstGeom>
          <a:noFill/>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6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652" name="Google Shape;652;p3"/>
          <p:cNvGrpSpPr/>
          <p:nvPr/>
        </p:nvGrpSpPr>
        <p:grpSpPr>
          <a:xfrm rot="-1727288">
            <a:off x="-838377" y="3669706"/>
            <a:ext cx="1646350" cy="1753736"/>
            <a:chOff x="-2092800" y="-1252032"/>
            <a:chExt cx="1956171" cy="2083646"/>
          </a:xfrm>
        </p:grpSpPr>
        <p:sp>
          <p:nvSpPr>
            <p:cNvPr id="653" name="Google Shape;653;p3"/>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3"/>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3"/>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3"/>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3"/>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3"/>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3"/>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3"/>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3"/>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3"/>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3"/>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3"/>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3"/>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3"/>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3"/>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3"/>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3"/>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3"/>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3"/>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3"/>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3"/>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3"/>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3"/>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3"/>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3"/>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3"/>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3"/>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3"/>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3"/>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3"/>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3"/>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3"/>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3"/>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3"/>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3"/>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3"/>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3"/>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3"/>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3"/>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2" name="Google Shape;702;p3"/>
          <p:cNvGrpSpPr/>
          <p:nvPr/>
        </p:nvGrpSpPr>
        <p:grpSpPr>
          <a:xfrm>
            <a:off x="-90099" y="-182926"/>
            <a:ext cx="1047258" cy="979600"/>
            <a:chOff x="-252624" y="1601574"/>
            <a:chExt cx="1047258" cy="979600"/>
          </a:xfrm>
        </p:grpSpPr>
        <p:sp>
          <p:nvSpPr>
            <p:cNvPr id="703" name="Google Shape;703;p3"/>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3"/>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3"/>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3"/>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3"/>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3"/>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3"/>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3"/>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3"/>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3"/>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3"/>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6" name="Google Shape;716;p3"/>
          <p:cNvGrpSpPr/>
          <p:nvPr/>
        </p:nvGrpSpPr>
        <p:grpSpPr>
          <a:xfrm>
            <a:off x="8430775" y="0"/>
            <a:ext cx="1436750" cy="1718156"/>
            <a:chOff x="3853575" y="-2474775"/>
            <a:chExt cx="1436750" cy="1718156"/>
          </a:xfrm>
        </p:grpSpPr>
        <p:sp>
          <p:nvSpPr>
            <p:cNvPr id="717" name="Google Shape;717;p3"/>
            <p:cNvSpPr/>
            <p:nvPr/>
          </p:nvSpPr>
          <p:spPr>
            <a:xfrm>
              <a:off x="3873611" y="-1465718"/>
              <a:ext cx="573999" cy="351203"/>
            </a:xfrm>
            <a:custGeom>
              <a:rect b="b" l="l" r="r" t="t"/>
              <a:pathLst>
                <a:path extrusionOk="0" h="9343" w="15270">
                  <a:moveTo>
                    <a:pt x="9205" y="0"/>
                  </a:moveTo>
                  <a:lnTo>
                    <a:pt x="8988" y="20"/>
                  </a:lnTo>
                  <a:lnTo>
                    <a:pt x="8751" y="79"/>
                  </a:lnTo>
                  <a:lnTo>
                    <a:pt x="8514" y="178"/>
                  </a:lnTo>
                  <a:lnTo>
                    <a:pt x="8277" y="316"/>
                  </a:lnTo>
                  <a:lnTo>
                    <a:pt x="8040" y="454"/>
                  </a:lnTo>
                  <a:lnTo>
                    <a:pt x="7783" y="632"/>
                  </a:lnTo>
                  <a:lnTo>
                    <a:pt x="7309" y="1008"/>
                  </a:lnTo>
                  <a:lnTo>
                    <a:pt x="6855" y="1363"/>
                  </a:lnTo>
                  <a:lnTo>
                    <a:pt x="6420" y="1699"/>
                  </a:lnTo>
                  <a:lnTo>
                    <a:pt x="6223" y="1817"/>
                  </a:lnTo>
                  <a:lnTo>
                    <a:pt x="6025" y="1916"/>
                  </a:lnTo>
                  <a:lnTo>
                    <a:pt x="5867" y="1975"/>
                  </a:lnTo>
                  <a:lnTo>
                    <a:pt x="5709" y="1995"/>
                  </a:lnTo>
                  <a:lnTo>
                    <a:pt x="5551" y="1975"/>
                  </a:lnTo>
                  <a:lnTo>
                    <a:pt x="5354" y="1916"/>
                  </a:lnTo>
                  <a:lnTo>
                    <a:pt x="4840" y="1778"/>
                  </a:lnTo>
                  <a:lnTo>
                    <a:pt x="4228" y="1600"/>
                  </a:lnTo>
                  <a:lnTo>
                    <a:pt x="3576" y="1363"/>
                  </a:lnTo>
                  <a:lnTo>
                    <a:pt x="2312" y="968"/>
                  </a:lnTo>
                  <a:lnTo>
                    <a:pt x="1798" y="810"/>
                  </a:lnTo>
                  <a:lnTo>
                    <a:pt x="1581" y="770"/>
                  </a:lnTo>
                  <a:lnTo>
                    <a:pt x="1423" y="751"/>
                  </a:lnTo>
                  <a:lnTo>
                    <a:pt x="1028" y="751"/>
                  </a:lnTo>
                  <a:lnTo>
                    <a:pt x="831" y="790"/>
                  </a:lnTo>
                  <a:lnTo>
                    <a:pt x="633" y="869"/>
                  </a:lnTo>
                  <a:lnTo>
                    <a:pt x="455" y="968"/>
                  </a:lnTo>
                  <a:lnTo>
                    <a:pt x="317" y="1106"/>
                  </a:lnTo>
                  <a:lnTo>
                    <a:pt x="238" y="1185"/>
                  </a:lnTo>
                  <a:lnTo>
                    <a:pt x="179" y="1284"/>
                  </a:lnTo>
                  <a:lnTo>
                    <a:pt x="139" y="1383"/>
                  </a:lnTo>
                  <a:lnTo>
                    <a:pt x="100" y="1501"/>
                  </a:lnTo>
                  <a:lnTo>
                    <a:pt x="60" y="1699"/>
                  </a:lnTo>
                  <a:lnTo>
                    <a:pt x="21" y="1877"/>
                  </a:lnTo>
                  <a:lnTo>
                    <a:pt x="1" y="2054"/>
                  </a:lnTo>
                  <a:lnTo>
                    <a:pt x="1" y="2232"/>
                  </a:lnTo>
                  <a:lnTo>
                    <a:pt x="21" y="2410"/>
                  </a:lnTo>
                  <a:lnTo>
                    <a:pt x="60" y="2568"/>
                  </a:lnTo>
                  <a:lnTo>
                    <a:pt x="139" y="2726"/>
                  </a:lnTo>
                  <a:lnTo>
                    <a:pt x="238" y="2884"/>
                  </a:lnTo>
                  <a:lnTo>
                    <a:pt x="356" y="3002"/>
                  </a:lnTo>
                  <a:lnTo>
                    <a:pt x="495" y="3121"/>
                  </a:lnTo>
                  <a:lnTo>
                    <a:pt x="653" y="3239"/>
                  </a:lnTo>
                  <a:lnTo>
                    <a:pt x="1008" y="3477"/>
                  </a:lnTo>
                  <a:lnTo>
                    <a:pt x="1403" y="3674"/>
                  </a:lnTo>
                  <a:lnTo>
                    <a:pt x="1798" y="3852"/>
                  </a:lnTo>
                  <a:lnTo>
                    <a:pt x="1937" y="3911"/>
                  </a:lnTo>
                  <a:lnTo>
                    <a:pt x="1996" y="3931"/>
                  </a:lnTo>
                  <a:lnTo>
                    <a:pt x="2766" y="4207"/>
                  </a:lnTo>
                  <a:lnTo>
                    <a:pt x="3300" y="4385"/>
                  </a:lnTo>
                  <a:lnTo>
                    <a:pt x="3616" y="4464"/>
                  </a:lnTo>
                  <a:lnTo>
                    <a:pt x="3714" y="4484"/>
                  </a:lnTo>
                  <a:lnTo>
                    <a:pt x="3793" y="4622"/>
                  </a:lnTo>
                  <a:lnTo>
                    <a:pt x="4011" y="4918"/>
                  </a:lnTo>
                  <a:lnTo>
                    <a:pt x="4169" y="5116"/>
                  </a:lnTo>
                  <a:lnTo>
                    <a:pt x="4366" y="5313"/>
                  </a:lnTo>
                  <a:lnTo>
                    <a:pt x="4564" y="5531"/>
                  </a:lnTo>
                  <a:lnTo>
                    <a:pt x="4801" y="5709"/>
                  </a:lnTo>
                  <a:lnTo>
                    <a:pt x="5038" y="5886"/>
                  </a:lnTo>
                  <a:lnTo>
                    <a:pt x="5275" y="6005"/>
                  </a:lnTo>
                  <a:lnTo>
                    <a:pt x="5512" y="6104"/>
                  </a:lnTo>
                  <a:lnTo>
                    <a:pt x="5709" y="6163"/>
                  </a:lnTo>
                  <a:lnTo>
                    <a:pt x="6025" y="6242"/>
                  </a:lnTo>
                  <a:lnTo>
                    <a:pt x="6144" y="6262"/>
                  </a:lnTo>
                  <a:lnTo>
                    <a:pt x="6164" y="6400"/>
                  </a:lnTo>
                  <a:lnTo>
                    <a:pt x="6183" y="6578"/>
                  </a:lnTo>
                  <a:lnTo>
                    <a:pt x="6262" y="6775"/>
                  </a:lnTo>
                  <a:lnTo>
                    <a:pt x="6341" y="6992"/>
                  </a:lnTo>
                  <a:lnTo>
                    <a:pt x="6480" y="7210"/>
                  </a:lnTo>
                  <a:lnTo>
                    <a:pt x="6578" y="7308"/>
                  </a:lnTo>
                  <a:lnTo>
                    <a:pt x="6677" y="7407"/>
                  </a:lnTo>
                  <a:lnTo>
                    <a:pt x="6796" y="7506"/>
                  </a:lnTo>
                  <a:lnTo>
                    <a:pt x="6914" y="7585"/>
                  </a:lnTo>
                  <a:lnTo>
                    <a:pt x="7309" y="7802"/>
                  </a:lnTo>
                  <a:lnTo>
                    <a:pt x="7605" y="7921"/>
                  </a:lnTo>
                  <a:lnTo>
                    <a:pt x="7783" y="7980"/>
                  </a:lnTo>
                  <a:lnTo>
                    <a:pt x="7862" y="7980"/>
                  </a:lnTo>
                  <a:lnTo>
                    <a:pt x="7961" y="8138"/>
                  </a:lnTo>
                  <a:lnTo>
                    <a:pt x="8080" y="8296"/>
                  </a:lnTo>
                  <a:lnTo>
                    <a:pt x="8218" y="8474"/>
                  </a:lnTo>
                  <a:lnTo>
                    <a:pt x="8415" y="8671"/>
                  </a:lnTo>
                  <a:lnTo>
                    <a:pt x="8613" y="8849"/>
                  </a:lnTo>
                  <a:lnTo>
                    <a:pt x="8830" y="9007"/>
                  </a:lnTo>
                  <a:lnTo>
                    <a:pt x="8949" y="9066"/>
                  </a:lnTo>
                  <a:lnTo>
                    <a:pt x="9067" y="9106"/>
                  </a:lnTo>
                  <a:lnTo>
                    <a:pt x="9541" y="9205"/>
                  </a:lnTo>
                  <a:lnTo>
                    <a:pt x="10015" y="9284"/>
                  </a:lnTo>
                  <a:lnTo>
                    <a:pt x="10489" y="9343"/>
                  </a:lnTo>
                  <a:lnTo>
                    <a:pt x="11398" y="9343"/>
                  </a:lnTo>
                  <a:lnTo>
                    <a:pt x="11813" y="9303"/>
                  </a:lnTo>
                  <a:lnTo>
                    <a:pt x="12208" y="9264"/>
                  </a:lnTo>
                  <a:lnTo>
                    <a:pt x="12583" y="9185"/>
                  </a:lnTo>
                  <a:lnTo>
                    <a:pt x="12938" y="9126"/>
                  </a:lnTo>
                  <a:lnTo>
                    <a:pt x="13235" y="9047"/>
                  </a:lnTo>
                  <a:lnTo>
                    <a:pt x="13748" y="8889"/>
                  </a:lnTo>
                  <a:lnTo>
                    <a:pt x="14064" y="8790"/>
                  </a:lnTo>
                  <a:lnTo>
                    <a:pt x="14183" y="8731"/>
                  </a:lnTo>
                  <a:lnTo>
                    <a:pt x="15269" y="869"/>
                  </a:lnTo>
                  <a:lnTo>
                    <a:pt x="14479" y="731"/>
                  </a:lnTo>
                  <a:lnTo>
                    <a:pt x="12682" y="454"/>
                  </a:lnTo>
                  <a:lnTo>
                    <a:pt x="11635" y="296"/>
                  </a:lnTo>
                  <a:lnTo>
                    <a:pt x="10647" y="158"/>
                  </a:lnTo>
                  <a:lnTo>
                    <a:pt x="9798" y="59"/>
                  </a:lnTo>
                  <a:lnTo>
                    <a:pt x="920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3"/>
            <p:cNvSpPr/>
            <p:nvPr/>
          </p:nvSpPr>
          <p:spPr>
            <a:xfrm>
              <a:off x="4013224" y="-1297197"/>
              <a:ext cx="118822" cy="26050"/>
            </a:xfrm>
            <a:custGeom>
              <a:rect b="b" l="l" r="r" t="t"/>
              <a:pathLst>
                <a:path extrusionOk="0" h="693" w="3161">
                  <a:moveTo>
                    <a:pt x="0" y="1"/>
                  </a:moveTo>
                  <a:lnTo>
                    <a:pt x="158" y="258"/>
                  </a:lnTo>
                  <a:lnTo>
                    <a:pt x="1620" y="554"/>
                  </a:lnTo>
                  <a:lnTo>
                    <a:pt x="1896" y="613"/>
                  </a:lnTo>
                  <a:lnTo>
                    <a:pt x="2153" y="633"/>
                  </a:lnTo>
                  <a:lnTo>
                    <a:pt x="2647" y="672"/>
                  </a:lnTo>
                  <a:lnTo>
                    <a:pt x="3003" y="692"/>
                  </a:lnTo>
                  <a:lnTo>
                    <a:pt x="3161" y="692"/>
                  </a:lnTo>
                  <a:lnTo>
                    <a:pt x="2904" y="613"/>
                  </a:lnTo>
                  <a:lnTo>
                    <a:pt x="2568" y="554"/>
                  </a:lnTo>
                  <a:lnTo>
                    <a:pt x="2074" y="495"/>
                  </a:lnTo>
                  <a:lnTo>
                    <a:pt x="1758" y="435"/>
                  </a:lnTo>
                  <a:lnTo>
                    <a:pt x="1403" y="376"/>
                  </a:lnTo>
                  <a:lnTo>
                    <a:pt x="731" y="218"/>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3"/>
            <p:cNvSpPr/>
            <p:nvPr/>
          </p:nvSpPr>
          <p:spPr>
            <a:xfrm>
              <a:off x="4103067" y="-1230360"/>
              <a:ext cx="60896" cy="10450"/>
            </a:xfrm>
            <a:custGeom>
              <a:rect b="b" l="l" r="r" t="t"/>
              <a:pathLst>
                <a:path extrusionOk="0" h="278" w="1620">
                  <a:moveTo>
                    <a:pt x="40" y="1"/>
                  </a:moveTo>
                  <a:lnTo>
                    <a:pt x="20" y="20"/>
                  </a:lnTo>
                  <a:lnTo>
                    <a:pt x="0" y="99"/>
                  </a:lnTo>
                  <a:lnTo>
                    <a:pt x="20" y="178"/>
                  </a:lnTo>
                  <a:lnTo>
                    <a:pt x="40" y="218"/>
                  </a:lnTo>
                  <a:lnTo>
                    <a:pt x="79" y="238"/>
                  </a:lnTo>
                  <a:lnTo>
                    <a:pt x="178" y="257"/>
                  </a:lnTo>
                  <a:lnTo>
                    <a:pt x="356" y="277"/>
                  </a:lnTo>
                  <a:lnTo>
                    <a:pt x="889" y="277"/>
                  </a:lnTo>
                  <a:lnTo>
                    <a:pt x="1620" y="257"/>
                  </a:lnTo>
                  <a:lnTo>
                    <a:pt x="1264" y="218"/>
                  </a:lnTo>
                  <a:lnTo>
                    <a:pt x="929" y="178"/>
                  </a:lnTo>
                  <a:lnTo>
                    <a:pt x="514" y="99"/>
                  </a:lnTo>
                  <a:lnTo>
                    <a:pt x="4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3"/>
            <p:cNvSpPr/>
            <p:nvPr/>
          </p:nvSpPr>
          <p:spPr>
            <a:xfrm>
              <a:off x="4169152" y="-1165779"/>
              <a:ext cx="41612" cy="11202"/>
            </a:xfrm>
            <a:custGeom>
              <a:rect b="b" l="l" r="r" t="t"/>
              <a:pathLst>
                <a:path extrusionOk="0" h="298" w="1107">
                  <a:moveTo>
                    <a:pt x="0" y="1"/>
                  </a:moveTo>
                  <a:lnTo>
                    <a:pt x="40" y="120"/>
                  </a:lnTo>
                  <a:lnTo>
                    <a:pt x="99" y="199"/>
                  </a:lnTo>
                  <a:lnTo>
                    <a:pt x="138" y="278"/>
                  </a:lnTo>
                  <a:lnTo>
                    <a:pt x="218" y="297"/>
                  </a:lnTo>
                  <a:lnTo>
                    <a:pt x="356" y="278"/>
                  </a:lnTo>
                  <a:lnTo>
                    <a:pt x="711" y="199"/>
                  </a:lnTo>
                  <a:lnTo>
                    <a:pt x="1047" y="100"/>
                  </a:lnTo>
                  <a:lnTo>
                    <a:pt x="1106" y="60"/>
                  </a:lnTo>
                  <a:lnTo>
                    <a:pt x="1087" y="40"/>
                  </a:lnTo>
                  <a:lnTo>
                    <a:pt x="455" y="21"/>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3"/>
            <p:cNvSpPr/>
            <p:nvPr/>
          </p:nvSpPr>
          <p:spPr>
            <a:xfrm>
              <a:off x="3882520" y="-1393693"/>
              <a:ext cx="75030" cy="75030"/>
            </a:xfrm>
            <a:custGeom>
              <a:rect b="b" l="l" r="r" t="t"/>
              <a:pathLst>
                <a:path extrusionOk="0" h="1996" w="1996">
                  <a:moveTo>
                    <a:pt x="376" y="0"/>
                  </a:moveTo>
                  <a:lnTo>
                    <a:pt x="1" y="968"/>
                  </a:lnTo>
                  <a:lnTo>
                    <a:pt x="119" y="1086"/>
                  </a:lnTo>
                  <a:lnTo>
                    <a:pt x="416" y="198"/>
                  </a:lnTo>
                  <a:lnTo>
                    <a:pt x="1048" y="494"/>
                  </a:lnTo>
                  <a:lnTo>
                    <a:pt x="1502" y="731"/>
                  </a:lnTo>
                  <a:lnTo>
                    <a:pt x="1680" y="830"/>
                  </a:lnTo>
                  <a:lnTo>
                    <a:pt x="1779" y="909"/>
                  </a:lnTo>
                  <a:lnTo>
                    <a:pt x="1798" y="968"/>
                  </a:lnTo>
                  <a:lnTo>
                    <a:pt x="1838" y="1067"/>
                  </a:lnTo>
                  <a:lnTo>
                    <a:pt x="1838" y="1146"/>
                  </a:lnTo>
                  <a:lnTo>
                    <a:pt x="1838" y="1264"/>
                  </a:lnTo>
                  <a:lnTo>
                    <a:pt x="1798" y="1482"/>
                  </a:lnTo>
                  <a:lnTo>
                    <a:pt x="1719" y="1719"/>
                  </a:lnTo>
                  <a:lnTo>
                    <a:pt x="1640" y="1857"/>
                  </a:lnTo>
                  <a:lnTo>
                    <a:pt x="1561" y="1936"/>
                  </a:lnTo>
                  <a:lnTo>
                    <a:pt x="1700" y="1995"/>
                  </a:lnTo>
                  <a:lnTo>
                    <a:pt x="1779" y="1896"/>
                  </a:lnTo>
                  <a:lnTo>
                    <a:pt x="1838" y="1738"/>
                  </a:lnTo>
                  <a:lnTo>
                    <a:pt x="1897" y="1580"/>
                  </a:lnTo>
                  <a:lnTo>
                    <a:pt x="1956" y="1402"/>
                  </a:lnTo>
                  <a:lnTo>
                    <a:pt x="1976" y="1244"/>
                  </a:lnTo>
                  <a:lnTo>
                    <a:pt x="1996" y="1067"/>
                  </a:lnTo>
                  <a:lnTo>
                    <a:pt x="1956" y="928"/>
                  </a:lnTo>
                  <a:lnTo>
                    <a:pt x="1937" y="869"/>
                  </a:lnTo>
                  <a:lnTo>
                    <a:pt x="1897" y="810"/>
                  </a:lnTo>
                  <a:lnTo>
                    <a:pt x="1798" y="711"/>
                  </a:lnTo>
                  <a:lnTo>
                    <a:pt x="1640" y="593"/>
                  </a:lnTo>
                  <a:lnTo>
                    <a:pt x="1463" y="494"/>
                  </a:lnTo>
                  <a:lnTo>
                    <a:pt x="1285" y="395"/>
                  </a:lnTo>
                  <a:lnTo>
                    <a:pt x="989" y="257"/>
                  </a:lnTo>
                  <a:lnTo>
                    <a:pt x="870" y="217"/>
                  </a:lnTo>
                  <a:lnTo>
                    <a:pt x="37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3"/>
            <p:cNvSpPr/>
            <p:nvPr/>
          </p:nvSpPr>
          <p:spPr>
            <a:xfrm>
              <a:off x="4047357" y="-2278023"/>
              <a:ext cx="1045453" cy="331920"/>
            </a:xfrm>
            <a:custGeom>
              <a:rect b="b" l="l" r="r" t="t"/>
              <a:pathLst>
                <a:path extrusionOk="0" h="8830" w="27812">
                  <a:moveTo>
                    <a:pt x="9581" y="0"/>
                  </a:moveTo>
                  <a:lnTo>
                    <a:pt x="9363" y="40"/>
                  </a:lnTo>
                  <a:lnTo>
                    <a:pt x="9166" y="60"/>
                  </a:lnTo>
                  <a:lnTo>
                    <a:pt x="8988" y="119"/>
                  </a:lnTo>
                  <a:lnTo>
                    <a:pt x="8830" y="178"/>
                  </a:lnTo>
                  <a:lnTo>
                    <a:pt x="8692" y="237"/>
                  </a:lnTo>
                  <a:lnTo>
                    <a:pt x="8573" y="297"/>
                  </a:lnTo>
                  <a:lnTo>
                    <a:pt x="8396" y="435"/>
                  </a:lnTo>
                  <a:lnTo>
                    <a:pt x="8277" y="553"/>
                  </a:lnTo>
                  <a:lnTo>
                    <a:pt x="8178" y="692"/>
                  </a:lnTo>
                  <a:lnTo>
                    <a:pt x="8099" y="672"/>
                  </a:lnTo>
                  <a:lnTo>
                    <a:pt x="7862" y="672"/>
                  </a:lnTo>
                  <a:lnTo>
                    <a:pt x="7507" y="692"/>
                  </a:lnTo>
                  <a:lnTo>
                    <a:pt x="7309" y="731"/>
                  </a:lnTo>
                  <a:lnTo>
                    <a:pt x="7092" y="771"/>
                  </a:lnTo>
                  <a:lnTo>
                    <a:pt x="6875" y="830"/>
                  </a:lnTo>
                  <a:lnTo>
                    <a:pt x="6638" y="929"/>
                  </a:lnTo>
                  <a:lnTo>
                    <a:pt x="6401" y="1027"/>
                  </a:lnTo>
                  <a:lnTo>
                    <a:pt x="6183" y="1166"/>
                  </a:lnTo>
                  <a:lnTo>
                    <a:pt x="5966" y="1324"/>
                  </a:lnTo>
                  <a:lnTo>
                    <a:pt x="5749" y="1521"/>
                  </a:lnTo>
                  <a:lnTo>
                    <a:pt x="5571" y="1758"/>
                  </a:lnTo>
                  <a:lnTo>
                    <a:pt x="5413" y="2035"/>
                  </a:lnTo>
                  <a:lnTo>
                    <a:pt x="5354" y="2035"/>
                  </a:lnTo>
                  <a:lnTo>
                    <a:pt x="5196" y="2074"/>
                  </a:lnTo>
                  <a:lnTo>
                    <a:pt x="4959" y="2153"/>
                  </a:lnTo>
                  <a:lnTo>
                    <a:pt x="4820" y="2213"/>
                  </a:lnTo>
                  <a:lnTo>
                    <a:pt x="4662" y="2292"/>
                  </a:lnTo>
                  <a:lnTo>
                    <a:pt x="4504" y="2390"/>
                  </a:lnTo>
                  <a:lnTo>
                    <a:pt x="4346" y="2509"/>
                  </a:lnTo>
                  <a:lnTo>
                    <a:pt x="4169" y="2647"/>
                  </a:lnTo>
                  <a:lnTo>
                    <a:pt x="3991" y="2825"/>
                  </a:lnTo>
                  <a:lnTo>
                    <a:pt x="3813" y="3022"/>
                  </a:lnTo>
                  <a:lnTo>
                    <a:pt x="3655" y="3259"/>
                  </a:lnTo>
                  <a:lnTo>
                    <a:pt x="3497" y="3536"/>
                  </a:lnTo>
                  <a:lnTo>
                    <a:pt x="3339" y="3832"/>
                  </a:lnTo>
                  <a:lnTo>
                    <a:pt x="2983" y="3813"/>
                  </a:lnTo>
                  <a:lnTo>
                    <a:pt x="2628" y="3793"/>
                  </a:lnTo>
                  <a:lnTo>
                    <a:pt x="2174" y="3813"/>
                  </a:lnTo>
                  <a:lnTo>
                    <a:pt x="1937" y="3832"/>
                  </a:lnTo>
                  <a:lnTo>
                    <a:pt x="1680" y="3872"/>
                  </a:lnTo>
                  <a:lnTo>
                    <a:pt x="1443" y="3931"/>
                  </a:lnTo>
                  <a:lnTo>
                    <a:pt x="1206" y="3990"/>
                  </a:lnTo>
                  <a:lnTo>
                    <a:pt x="969" y="4069"/>
                  </a:lnTo>
                  <a:lnTo>
                    <a:pt x="751" y="4168"/>
                  </a:lnTo>
                  <a:lnTo>
                    <a:pt x="554" y="4306"/>
                  </a:lnTo>
                  <a:lnTo>
                    <a:pt x="376" y="4445"/>
                  </a:lnTo>
                  <a:lnTo>
                    <a:pt x="238" y="4603"/>
                  </a:lnTo>
                  <a:lnTo>
                    <a:pt x="139" y="4780"/>
                  </a:lnTo>
                  <a:lnTo>
                    <a:pt x="60" y="4938"/>
                  </a:lnTo>
                  <a:lnTo>
                    <a:pt x="21" y="5096"/>
                  </a:lnTo>
                  <a:lnTo>
                    <a:pt x="1" y="5254"/>
                  </a:lnTo>
                  <a:lnTo>
                    <a:pt x="1" y="5393"/>
                  </a:lnTo>
                  <a:lnTo>
                    <a:pt x="40" y="5551"/>
                  </a:lnTo>
                  <a:lnTo>
                    <a:pt x="80" y="5669"/>
                  </a:lnTo>
                  <a:lnTo>
                    <a:pt x="159" y="5807"/>
                  </a:lnTo>
                  <a:lnTo>
                    <a:pt x="238" y="5906"/>
                  </a:lnTo>
                  <a:lnTo>
                    <a:pt x="337" y="6005"/>
                  </a:lnTo>
                  <a:lnTo>
                    <a:pt x="435" y="6104"/>
                  </a:lnTo>
                  <a:lnTo>
                    <a:pt x="534" y="6163"/>
                  </a:lnTo>
                  <a:lnTo>
                    <a:pt x="653" y="6203"/>
                  </a:lnTo>
                  <a:lnTo>
                    <a:pt x="751" y="6242"/>
                  </a:lnTo>
                  <a:lnTo>
                    <a:pt x="870" y="6242"/>
                  </a:lnTo>
                  <a:lnTo>
                    <a:pt x="1265" y="6262"/>
                  </a:lnTo>
                  <a:lnTo>
                    <a:pt x="1937" y="6321"/>
                  </a:lnTo>
                  <a:lnTo>
                    <a:pt x="3813" y="6479"/>
                  </a:lnTo>
                  <a:lnTo>
                    <a:pt x="5808" y="6677"/>
                  </a:lnTo>
                  <a:lnTo>
                    <a:pt x="6598" y="6756"/>
                  </a:lnTo>
                  <a:lnTo>
                    <a:pt x="7171" y="6835"/>
                  </a:lnTo>
                  <a:lnTo>
                    <a:pt x="7388" y="6894"/>
                  </a:lnTo>
                  <a:lnTo>
                    <a:pt x="7625" y="6973"/>
                  </a:lnTo>
                  <a:lnTo>
                    <a:pt x="8198" y="7170"/>
                  </a:lnTo>
                  <a:lnTo>
                    <a:pt x="8810" y="7427"/>
                  </a:lnTo>
                  <a:lnTo>
                    <a:pt x="9482" y="7704"/>
                  </a:lnTo>
                  <a:lnTo>
                    <a:pt x="10134" y="7980"/>
                  </a:lnTo>
                  <a:lnTo>
                    <a:pt x="10766" y="8217"/>
                  </a:lnTo>
                  <a:lnTo>
                    <a:pt x="11062" y="8316"/>
                  </a:lnTo>
                  <a:lnTo>
                    <a:pt x="11319" y="8395"/>
                  </a:lnTo>
                  <a:lnTo>
                    <a:pt x="11576" y="8434"/>
                  </a:lnTo>
                  <a:lnTo>
                    <a:pt x="11793" y="8454"/>
                  </a:lnTo>
                  <a:lnTo>
                    <a:pt x="16336" y="8593"/>
                  </a:lnTo>
                  <a:lnTo>
                    <a:pt x="17837" y="8632"/>
                  </a:lnTo>
                  <a:lnTo>
                    <a:pt x="24493" y="8790"/>
                  </a:lnTo>
                  <a:lnTo>
                    <a:pt x="26864" y="8830"/>
                  </a:lnTo>
                  <a:lnTo>
                    <a:pt x="27555" y="8830"/>
                  </a:lnTo>
                  <a:lnTo>
                    <a:pt x="27812" y="8810"/>
                  </a:lnTo>
                  <a:lnTo>
                    <a:pt x="27792" y="8691"/>
                  </a:lnTo>
                  <a:lnTo>
                    <a:pt x="27654" y="8415"/>
                  </a:lnTo>
                  <a:lnTo>
                    <a:pt x="27199" y="7427"/>
                  </a:lnTo>
                  <a:lnTo>
                    <a:pt x="25758" y="4484"/>
                  </a:lnTo>
                  <a:lnTo>
                    <a:pt x="23644" y="257"/>
                  </a:lnTo>
                  <a:lnTo>
                    <a:pt x="16178" y="771"/>
                  </a:lnTo>
                  <a:lnTo>
                    <a:pt x="16138" y="771"/>
                  </a:lnTo>
                  <a:lnTo>
                    <a:pt x="16099" y="790"/>
                  </a:lnTo>
                  <a:lnTo>
                    <a:pt x="15309" y="830"/>
                  </a:lnTo>
                  <a:lnTo>
                    <a:pt x="13985" y="929"/>
                  </a:lnTo>
                  <a:lnTo>
                    <a:pt x="13590" y="810"/>
                  </a:lnTo>
                  <a:lnTo>
                    <a:pt x="12583" y="514"/>
                  </a:lnTo>
                  <a:lnTo>
                    <a:pt x="11951" y="356"/>
                  </a:lnTo>
                  <a:lnTo>
                    <a:pt x="11299" y="218"/>
                  </a:lnTo>
                  <a:lnTo>
                    <a:pt x="10667" y="99"/>
                  </a:lnTo>
                  <a:lnTo>
                    <a:pt x="10074" y="20"/>
                  </a:lnTo>
                  <a:lnTo>
                    <a:pt x="9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3"/>
            <p:cNvSpPr/>
            <p:nvPr/>
          </p:nvSpPr>
          <p:spPr>
            <a:xfrm>
              <a:off x="4160957" y="-2074580"/>
              <a:ext cx="235426" cy="66873"/>
            </a:xfrm>
            <a:custGeom>
              <a:rect b="b" l="l" r="r" t="t"/>
              <a:pathLst>
                <a:path extrusionOk="0" h="1779" w="6263">
                  <a:moveTo>
                    <a:pt x="1482" y="0"/>
                  </a:moveTo>
                  <a:lnTo>
                    <a:pt x="1305" y="40"/>
                  </a:lnTo>
                  <a:lnTo>
                    <a:pt x="1127" y="79"/>
                  </a:lnTo>
                  <a:lnTo>
                    <a:pt x="969" y="139"/>
                  </a:lnTo>
                  <a:lnTo>
                    <a:pt x="831" y="198"/>
                  </a:lnTo>
                  <a:lnTo>
                    <a:pt x="712" y="297"/>
                  </a:lnTo>
                  <a:lnTo>
                    <a:pt x="495" y="494"/>
                  </a:lnTo>
                  <a:lnTo>
                    <a:pt x="317" y="672"/>
                  </a:lnTo>
                  <a:lnTo>
                    <a:pt x="198" y="850"/>
                  </a:lnTo>
                  <a:lnTo>
                    <a:pt x="119" y="1008"/>
                  </a:lnTo>
                  <a:lnTo>
                    <a:pt x="40" y="1126"/>
                  </a:lnTo>
                  <a:lnTo>
                    <a:pt x="21" y="1225"/>
                  </a:lnTo>
                  <a:lnTo>
                    <a:pt x="1" y="1304"/>
                  </a:lnTo>
                  <a:lnTo>
                    <a:pt x="969" y="1403"/>
                  </a:lnTo>
                  <a:lnTo>
                    <a:pt x="3122" y="1600"/>
                  </a:lnTo>
                  <a:lnTo>
                    <a:pt x="4267" y="1699"/>
                  </a:lnTo>
                  <a:lnTo>
                    <a:pt x="5255" y="1758"/>
                  </a:lnTo>
                  <a:lnTo>
                    <a:pt x="5986" y="1778"/>
                  </a:lnTo>
                  <a:lnTo>
                    <a:pt x="6183" y="1758"/>
                  </a:lnTo>
                  <a:lnTo>
                    <a:pt x="6243" y="1758"/>
                  </a:lnTo>
                  <a:lnTo>
                    <a:pt x="6262" y="1739"/>
                  </a:lnTo>
                  <a:lnTo>
                    <a:pt x="6243" y="1699"/>
                  </a:lnTo>
                  <a:lnTo>
                    <a:pt x="6223" y="1660"/>
                  </a:lnTo>
                  <a:lnTo>
                    <a:pt x="6144" y="1541"/>
                  </a:lnTo>
                  <a:lnTo>
                    <a:pt x="6025" y="1403"/>
                  </a:lnTo>
                  <a:lnTo>
                    <a:pt x="5848" y="1265"/>
                  </a:lnTo>
                  <a:lnTo>
                    <a:pt x="5670" y="1146"/>
                  </a:lnTo>
                  <a:lnTo>
                    <a:pt x="5472" y="1028"/>
                  </a:lnTo>
                  <a:lnTo>
                    <a:pt x="5294" y="949"/>
                  </a:lnTo>
                  <a:lnTo>
                    <a:pt x="5117" y="889"/>
                  </a:lnTo>
                  <a:lnTo>
                    <a:pt x="4939" y="850"/>
                  </a:lnTo>
                  <a:lnTo>
                    <a:pt x="4761" y="791"/>
                  </a:lnTo>
                  <a:lnTo>
                    <a:pt x="4327" y="613"/>
                  </a:lnTo>
                  <a:lnTo>
                    <a:pt x="3872" y="415"/>
                  </a:lnTo>
                  <a:lnTo>
                    <a:pt x="3616" y="316"/>
                  </a:lnTo>
                  <a:lnTo>
                    <a:pt x="3379" y="237"/>
                  </a:lnTo>
                  <a:lnTo>
                    <a:pt x="3082" y="158"/>
                  </a:lnTo>
                  <a:lnTo>
                    <a:pt x="2766" y="99"/>
                  </a:lnTo>
                  <a:lnTo>
                    <a:pt x="2411" y="40"/>
                  </a:lnTo>
                  <a:lnTo>
                    <a:pt x="2035"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
            <p:cNvSpPr/>
            <p:nvPr/>
          </p:nvSpPr>
          <p:spPr>
            <a:xfrm>
              <a:off x="3853575" y="-2047101"/>
              <a:ext cx="670493" cy="670493"/>
            </a:xfrm>
            <a:custGeom>
              <a:rect b="b" l="l" r="r" t="t"/>
              <a:pathLst>
                <a:path extrusionOk="0" h="17837" w="17837">
                  <a:moveTo>
                    <a:pt x="8395" y="0"/>
                  </a:moveTo>
                  <a:lnTo>
                    <a:pt x="8040" y="20"/>
                  </a:lnTo>
                  <a:lnTo>
                    <a:pt x="7684" y="40"/>
                  </a:lnTo>
                  <a:lnTo>
                    <a:pt x="7329" y="99"/>
                  </a:lnTo>
                  <a:lnTo>
                    <a:pt x="6993" y="158"/>
                  </a:lnTo>
                  <a:lnTo>
                    <a:pt x="6657" y="237"/>
                  </a:lnTo>
                  <a:lnTo>
                    <a:pt x="6341" y="336"/>
                  </a:lnTo>
                  <a:lnTo>
                    <a:pt x="6025" y="455"/>
                  </a:lnTo>
                  <a:lnTo>
                    <a:pt x="5709" y="573"/>
                  </a:lnTo>
                  <a:lnTo>
                    <a:pt x="5413" y="711"/>
                  </a:lnTo>
                  <a:lnTo>
                    <a:pt x="5116" y="869"/>
                  </a:lnTo>
                  <a:lnTo>
                    <a:pt x="4840" y="1027"/>
                  </a:lnTo>
                  <a:lnTo>
                    <a:pt x="4563" y="1185"/>
                  </a:lnTo>
                  <a:lnTo>
                    <a:pt x="4307" y="1363"/>
                  </a:lnTo>
                  <a:lnTo>
                    <a:pt x="3793" y="1738"/>
                  </a:lnTo>
                  <a:lnTo>
                    <a:pt x="3339" y="2153"/>
                  </a:lnTo>
                  <a:lnTo>
                    <a:pt x="2904" y="2568"/>
                  </a:lnTo>
                  <a:lnTo>
                    <a:pt x="2489" y="2983"/>
                  </a:lnTo>
                  <a:lnTo>
                    <a:pt x="2134" y="3417"/>
                  </a:lnTo>
                  <a:lnTo>
                    <a:pt x="1798" y="3832"/>
                  </a:lnTo>
                  <a:lnTo>
                    <a:pt x="1482" y="4267"/>
                  </a:lnTo>
                  <a:lnTo>
                    <a:pt x="1186" y="4741"/>
                  </a:lnTo>
                  <a:lnTo>
                    <a:pt x="929" y="5254"/>
                  </a:lnTo>
                  <a:lnTo>
                    <a:pt x="692" y="5807"/>
                  </a:lnTo>
                  <a:lnTo>
                    <a:pt x="475" y="6380"/>
                  </a:lnTo>
                  <a:lnTo>
                    <a:pt x="297" y="6992"/>
                  </a:lnTo>
                  <a:lnTo>
                    <a:pt x="159" y="7625"/>
                  </a:lnTo>
                  <a:lnTo>
                    <a:pt x="60" y="8276"/>
                  </a:lnTo>
                  <a:lnTo>
                    <a:pt x="20" y="8612"/>
                  </a:lnTo>
                  <a:lnTo>
                    <a:pt x="1" y="8948"/>
                  </a:lnTo>
                  <a:lnTo>
                    <a:pt x="1" y="9284"/>
                  </a:lnTo>
                  <a:lnTo>
                    <a:pt x="1" y="9639"/>
                  </a:lnTo>
                  <a:lnTo>
                    <a:pt x="20" y="9975"/>
                  </a:lnTo>
                  <a:lnTo>
                    <a:pt x="40" y="10331"/>
                  </a:lnTo>
                  <a:lnTo>
                    <a:pt x="99" y="10706"/>
                  </a:lnTo>
                  <a:lnTo>
                    <a:pt x="159" y="11061"/>
                  </a:lnTo>
                  <a:lnTo>
                    <a:pt x="218" y="11417"/>
                  </a:lnTo>
                  <a:lnTo>
                    <a:pt x="317" y="11792"/>
                  </a:lnTo>
                  <a:lnTo>
                    <a:pt x="415" y="12148"/>
                  </a:lnTo>
                  <a:lnTo>
                    <a:pt x="534" y="12523"/>
                  </a:lnTo>
                  <a:lnTo>
                    <a:pt x="672" y="12879"/>
                  </a:lnTo>
                  <a:lnTo>
                    <a:pt x="830" y="13254"/>
                  </a:lnTo>
                  <a:lnTo>
                    <a:pt x="1008" y="13629"/>
                  </a:lnTo>
                  <a:lnTo>
                    <a:pt x="1205" y="14004"/>
                  </a:lnTo>
                  <a:lnTo>
                    <a:pt x="1403" y="14360"/>
                  </a:lnTo>
                  <a:lnTo>
                    <a:pt x="1640" y="14696"/>
                  </a:lnTo>
                  <a:lnTo>
                    <a:pt x="1877" y="15012"/>
                  </a:lnTo>
                  <a:lnTo>
                    <a:pt x="2134" y="15288"/>
                  </a:lnTo>
                  <a:lnTo>
                    <a:pt x="2410" y="15565"/>
                  </a:lnTo>
                  <a:lnTo>
                    <a:pt x="2687" y="15822"/>
                  </a:lnTo>
                  <a:lnTo>
                    <a:pt x="2983" y="16059"/>
                  </a:lnTo>
                  <a:lnTo>
                    <a:pt x="3299" y="16256"/>
                  </a:lnTo>
                  <a:lnTo>
                    <a:pt x="3595" y="16454"/>
                  </a:lnTo>
                  <a:lnTo>
                    <a:pt x="3912" y="16632"/>
                  </a:lnTo>
                  <a:lnTo>
                    <a:pt x="4228" y="16809"/>
                  </a:lnTo>
                  <a:lnTo>
                    <a:pt x="4544" y="16948"/>
                  </a:lnTo>
                  <a:lnTo>
                    <a:pt x="4860" y="17086"/>
                  </a:lnTo>
                  <a:lnTo>
                    <a:pt x="5195" y="17204"/>
                  </a:lnTo>
                  <a:lnTo>
                    <a:pt x="5808" y="17402"/>
                  </a:lnTo>
                  <a:lnTo>
                    <a:pt x="6420" y="17560"/>
                  </a:lnTo>
                  <a:lnTo>
                    <a:pt x="6973" y="17659"/>
                  </a:lnTo>
                  <a:lnTo>
                    <a:pt x="7487" y="17738"/>
                  </a:lnTo>
                  <a:lnTo>
                    <a:pt x="7921" y="17797"/>
                  </a:lnTo>
                  <a:lnTo>
                    <a:pt x="8296" y="17817"/>
                  </a:lnTo>
                  <a:lnTo>
                    <a:pt x="8573" y="17836"/>
                  </a:lnTo>
                  <a:lnTo>
                    <a:pt x="8830" y="17836"/>
                  </a:lnTo>
                  <a:lnTo>
                    <a:pt x="9363" y="17817"/>
                  </a:lnTo>
                  <a:lnTo>
                    <a:pt x="9877" y="17777"/>
                  </a:lnTo>
                  <a:lnTo>
                    <a:pt x="10390" y="17718"/>
                  </a:lnTo>
                  <a:lnTo>
                    <a:pt x="10884" y="17619"/>
                  </a:lnTo>
                  <a:lnTo>
                    <a:pt x="11358" y="17481"/>
                  </a:lnTo>
                  <a:lnTo>
                    <a:pt x="11832" y="17343"/>
                  </a:lnTo>
                  <a:lnTo>
                    <a:pt x="12267" y="17165"/>
                  </a:lnTo>
                  <a:lnTo>
                    <a:pt x="12701" y="16967"/>
                  </a:lnTo>
                  <a:lnTo>
                    <a:pt x="13116" y="16730"/>
                  </a:lnTo>
                  <a:lnTo>
                    <a:pt x="13531" y="16493"/>
                  </a:lnTo>
                  <a:lnTo>
                    <a:pt x="13906" y="16236"/>
                  </a:lnTo>
                  <a:lnTo>
                    <a:pt x="14281" y="15960"/>
                  </a:lnTo>
                  <a:lnTo>
                    <a:pt x="14617" y="15664"/>
                  </a:lnTo>
                  <a:lnTo>
                    <a:pt x="14953" y="15348"/>
                  </a:lnTo>
                  <a:lnTo>
                    <a:pt x="15269" y="15012"/>
                  </a:lnTo>
                  <a:lnTo>
                    <a:pt x="15565" y="14676"/>
                  </a:lnTo>
                  <a:lnTo>
                    <a:pt x="15842" y="14321"/>
                  </a:lnTo>
                  <a:lnTo>
                    <a:pt x="16118" y="13965"/>
                  </a:lnTo>
                  <a:lnTo>
                    <a:pt x="16355" y="13590"/>
                  </a:lnTo>
                  <a:lnTo>
                    <a:pt x="16592" y="13195"/>
                  </a:lnTo>
                  <a:lnTo>
                    <a:pt x="16790" y="12800"/>
                  </a:lnTo>
                  <a:lnTo>
                    <a:pt x="16987" y="12405"/>
                  </a:lnTo>
                  <a:lnTo>
                    <a:pt x="17165" y="12010"/>
                  </a:lnTo>
                  <a:lnTo>
                    <a:pt x="17303" y="11595"/>
                  </a:lnTo>
                  <a:lnTo>
                    <a:pt x="17442" y="11180"/>
                  </a:lnTo>
                  <a:lnTo>
                    <a:pt x="17560" y="10765"/>
                  </a:lnTo>
                  <a:lnTo>
                    <a:pt x="17659" y="10350"/>
                  </a:lnTo>
                  <a:lnTo>
                    <a:pt x="17738" y="9936"/>
                  </a:lnTo>
                  <a:lnTo>
                    <a:pt x="17797" y="9541"/>
                  </a:lnTo>
                  <a:lnTo>
                    <a:pt x="17837" y="9126"/>
                  </a:lnTo>
                  <a:lnTo>
                    <a:pt x="17837" y="8711"/>
                  </a:lnTo>
                  <a:lnTo>
                    <a:pt x="17837" y="8316"/>
                  </a:lnTo>
                  <a:lnTo>
                    <a:pt x="17797" y="7723"/>
                  </a:lnTo>
                  <a:lnTo>
                    <a:pt x="17698" y="7151"/>
                  </a:lnTo>
                  <a:lnTo>
                    <a:pt x="17639" y="6854"/>
                  </a:lnTo>
                  <a:lnTo>
                    <a:pt x="17580" y="6578"/>
                  </a:lnTo>
                  <a:lnTo>
                    <a:pt x="17481" y="6281"/>
                  </a:lnTo>
                  <a:lnTo>
                    <a:pt x="17382" y="6005"/>
                  </a:lnTo>
                  <a:lnTo>
                    <a:pt x="17284" y="5728"/>
                  </a:lnTo>
                  <a:lnTo>
                    <a:pt x="17165" y="5452"/>
                  </a:lnTo>
                  <a:lnTo>
                    <a:pt x="17027" y="5175"/>
                  </a:lnTo>
                  <a:lnTo>
                    <a:pt x="16889" y="4919"/>
                  </a:lnTo>
                  <a:lnTo>
                    <a:pt x="16731" y="4642"/>
                  </a:lnTo>
                  <a:lnTo>
                    <a:pt x="16553" y="4385"/>
                  </a:lnTo>
                  <a:lnTo>
                    <a:pt x="16375" y="4128"/>
                  </a:lnTo>
                  <a:lnTo>
                    <a:pt x="16178" y="3872"/>
                  </a:lnTo>
                  <a:lnTo>
                    <a:pt x="15960" y="3615"/>
                  </a:lnTo>
                  <a:lnTo>
                    <a:pt x="15743" y="3378"/>
                  </a:lnTo>
                  <a:lnTo>
                    <a:pt x="15506" y="3141"/>
                  </a:lnTo>
                  <a:lnTo>
                    <a:pt x="15249" y="2904"/>
                  </a:lnTo>
                  <a:lnTo>
                    <a:pt x="14992" y="2667"/>
                  </a:lnTo>
                  <a:lnTo>
                    <a:pt x="14716" y="2430"/>
                  </a:lnTo>
                  <a:lnTo>
                    <a:pt x="14420" y="2212"/>
                  </a:lnTo>
                  <a:lnTo>
                    <a:pt x="14123" y="1995"/>
                  </a:lnTo>
                  <a:lnTo>
                    <a:pt x="13807" y="1798"/>
                  </a:lnTo>
                  <a:lnTo>
                    <a:pt x="13471" y="1600"/>
                  </a:lnTo>
                  <a:lnTo>
                    <a:pt x="13116" y="1403"/>
                  </a:lnTo>
                  <a:lnTo>
                    <a:pt x="12760" y="1205"/>
                  </a:lnTo>
                  <a:lnTo>
                    <a:pt x="12385" y="1027"/>
                  </a:lnTo>
                  <a:lnTo>
                    <a:pt x="12010" y="850"/>
                  </a:lnTo>
                  <a:lnTo>
                    <a:pt x="11595" y="672"/>
                  </a:lnTo>
                  <a:lnTo>
                    <a:pt x="11180" y="514"/>
                  </a:lnTo>
                  <a:lnTo>
                    <a:pt x="10765" y="376"/>
                  </a:lnTo>
                  <a:lnTo>
                    <a:pt x="10351" y="257"/>
                  </a:lnTo>
                  <a:lnTo>
                    <a:pt x="9936" y="158"/>
                  </a:lnTo>
                  <a:lnTo>
                    <a:pt x="9541" y="79"/>
                  </a:lnTo>
                  <a:lnTo>
                    <a:pt x="9146" y="40"/>
                  </a:lnTo>
                  <a:lnTo>
                    <a:pt x="8771"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
            <p:cNvSpPr/>
            <p:nvPr/>
          </p:nvSpPr>
          <p:spPr>
            <a:xfrm>
              <a:off x="4167648" y="-2064920"/>
              <a:ext cx="414355" cy="185657"/>
            </a:xfrm>
            <a:custGeom>
              <a:rect b="b" l="l" r="r" t="t"/>
              <a:pathLst>
                <a:path extrusionOk="0" h="4939" w="11023">
                  <a:moveTo>
                    <a:pt x="1620" y="0"/>
                  </a:moveTo>
                  <a:lnTo>
                    <a:pt x="1443" y="20"/>
                  </a:lnTo>
                  <a:lnTo>
                    <a:pt x="1265" y="40"/>
                  </a:lnTo>
                  <a:lnTo>
                    <a:pt x="1087" y="79"/>
                  </a:lnTo>
                  <a:lnTo>
                    <a:pt x="929" y="138"/>
                  </a:lnTo>
                  <a:lnTo>
                    <a:pt x="791" y="198"/>
                  </a:lnTo>
                  <a:lnTo>
                    <a:pt x="653" y="277"/>
                  </a:lnTo>
                  <a:lnTo>
                    <a:pt x="534" y="356"/>
                  </a:lnTo>
                  <a:lnTo>
                    <a:pt x="435" y="455"/>
                  </a:lnTo>
                  <a:lnTo>
                    <a:pt x="337" y="573"/>
                  </a:lnTo>
                  <a:lnTo>
                    <a:pt x="258" y="711"/>
                  </a:lnTo>
                  <a:lnTo>
                    <a:pt x="178" y="850"/>
                  </a:lnTo>
                  <a:lnTo>
                    <a:pt x="119" y="1008"/>
                  </a:lnTo>
                  <a:lnTo>
                    <a:pt x="60" y="1185"/>
                  </a:lnTo>
                  <a:lnTo>
                    <a:pt x="20" y="1383"/>
                  </a:lnTo>
                  <a:lnTo>
                    <a:pt x="1" y="1561"/>
                  </a:lnTo>
                  <a:lnTo>
                    <a:pt x="20" y="1738"/>
                  </a:lnTo>
                  <a:lnTo>
                    <a:pt x="60" y="1916"/>
                  </a:lnTo>
                  <a:lnTo>
                    <a:pt x="119" y="2074"/>
                  </a:lnTo>
                  <a:lnTo>
                    <a:pt x="218" y="2212"/>
                  </a:lnTo>
                  <a:lnTo>
                    <a:pt x="337" y="2351"/>
                  </a:lnTo>
                  <a:lnTo>
                    <a:pt x="475" y="2489"/>
                  </a:lnTo>
                  <a:lnTo>
                    <a:pt x="633" y="2607"/>
                  </a:lnTo>
                  <a:lnTo>
                    <a:pt x="811" y="2726"/>
                  </a:lnTo>
                  <a:lnTo>
                    <a:pt x="1008" y="2825"/>
                  </a:lnTo>
                  <a:lnTo>
                    <a:pt x="1206" y="2924"/>
                  </a:lnTo>
                  <a:lnTo>
                    <a:pt x="1403" y="3003"/>
                  </a:lnTo>
                  <a:lnTo>
                    <a:pt x="1838" y="3141"/>
                  </a:lnTo>
                  <a:lnTo>
                    <a:pt x="2292" y="3240"/>
                  </a:lnTo>
                  <a:lnTo>
                    <a:pt x="2549" y="3299"/>
                  </a:lnTo>
                  <a:lnTo>
                    <a:pt x="2825" y="3378"/>
                  </a:lnTo>
                  <a:lnTo>
                    <a:pt x="3536" y="3635"/>
                  </a:lnTo>
                  <a:lnTo>
                    <a:pt x="4346" y="3951"/>
                  </a:lnTo>
                  <a:lnTo>
                    <a:pt x="5215" y="4286"/>
                  </a:lnTo>
                  <a:lnTo>
                    <a:pt x="5670" y="4444"/>
                  </a:lnTo>
                  <a:lnTo>
                    <a:pt x="6124" y="4583"/>
                  </a:lnTo>
                  <a:lnTo>
                    <a:pt x="6558" y="4721"/>
                  </a:lnTo>
                  <a:lnTo>
                    <a:pt x="6993" y="4820"/>
                  </a:lnTo>
                  <a:lnTo>
                    <a:pt x="7408" y="4899"/>
                  </a:lnTo>
                  <a:lnTo>
                    <a:pt x="7783" y="4938"/>
                  </a:lnTo>
                  <a:lnTo>
                    <a:pt x="8139" y="4918"/>
                  </a:lnTo>
                  <a:lnTo>
                    <a:pt x="8316" y="4918"/>
                  </a:lnTo>
                  <a:lnTo>
                    <a:pt x="8474" y="4879"/>
                  </a:lnTo>
                  <a:lnTo>
                    <a:pt x="8771" y="4800"/>
                  </a:lnTo>
                  <a:lnTo>
                    <a:pt x="9047" y="4681"/>
                  </a:lnTo>
                  <a:lnTo>
                    <a:pt x="9304" y="4523"/>
                  </a:lnTo>
                  <a:lnTo>
                    <a:pt x="9541" y="4365"/>
                  </a:lnTo>
                  <a:lnTo>
                    <a:pt x="9778" y="4188"/>
                  </a:lnTo>
                  <a:lnTo>
                    <a:pt x="9975" y="4010"/>
                  </a:lnTo>
                  <a:lnTo>
                    <a:pt x="10173" y="3812"/>
                  </a:lnTo>
                  <a:lnTo>
                    <a:pt x="10351" y="3615"/>
                  </a:lnTo>
                  <a:lnTo>
                    <a:pt x="10627" y="3240"/>
                  </a:lnTo>
                  <a:lnTo>
                    <a:pt x="10845" y="2943"/>
                  </a:lnTo>
                  <a:lnTo>
                    <a:pt x="11022" y="2647"/>
                  </a:lnTo>
                  <a:lnTo>
                    <a:pt x="10469" y="2390"/>
                  </a:lnTo>
                  <a:lnTo>
                    <a:pt x="9857" y="2133"/>
                  </a:lnTo>
                  <a:lnTo>
                    <a:pt x="9146" y="1837"/>
                  </a:lnTo>
                  <a:lnTo>
                    <a:pt x="8356" y="1561"/>
                  </a:lnTo>
                  <a:lnTo>
                    <a:pt x="7586" y="1304"/>
                  </a:lnTo>
                  <a:lnTo>
                    <a:pt x="7230" y="1205"/>
                  </a:lnTo>
                  <a:lnTo>
                    <a:pt x="6894" y="1126"/>
                  </a:lnTo>
                  <a:lnTo>
                    <a:pt x="6578" y="1067"/>
                  </a:lnTo>
                  <a:lnTo>
                    <a:pt x="6321" y="1047"/>
                  </a:lnTo>
                  <a:lnTo>
                    <a:pt x="6084" y="1047"/>
                  </a:lnTo>
                  <a:lnTo>
                    <a:pt x="5828" y="1008"/>
                  </a:lnTo>
                  <a:lnTo>
                    <a:pt x="5551" y="968"/>
                  </a:lnTo>
                  <a:lnTo>
                    <a:pt x="5294" y="909"/>
                  </a:lnTo>
                  <a:lnTo>
                    <a:pt x="4721" y="751"/>
                  </a:lnTo>
                  <a:lnTo>
                    <a:pt x="4149" y="573"/>
                  </a:lnTo>
                  <a:lnTo>
                    <a:pt x="3576" y="395"/>
                  </a:lnTo>
                  <a:lnTo>
                    <a:pt x="3023" y="237"/>
                  </a:lnTo>
                  <a:lnTo>
                    <a:pt x="2509" y="99"/>
                  </a:lnTo>
                  <a:lnTo>
                    <a:pt x="2272" y="59"/>
                  </a:lnTo>
                  <a:lnTo>
                    <a:pt x="2035" y="20"/>
                  </a:lnTo>
                  <a:lnTo>
                    <a:pt x="1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
            <p:cNvSpPr/>
            <p:nvPr/>
          </p:nvSpPr>
          <p:spPr>
            <a:xfrm>
              <a:off x="4172836" y="-2147357"/>
              <a:ext cx="207948" cy="21577"/>
            </a:xfrm>
            <a:custGeom>
              <a:rect b="b" l="l" r="r" t="t"/>
              <a:pathLst>
                <a:path extrusionOk="0" h="574" w="5532">
                  <a:moveTo>
                    <a:pt x="1305" y="1"/>
                  </a:moveTo>
                  <a:lnTo>
                    <a:pt x="969" y="40"/>
                  </a:lnTo>
                  <a:lnTo>
                    <a:pt x="673" y="80"/>
                  </a:lnTo>
                  <a:lnTo>
                    <a:pt x="436" y="119"/>
                  </a:lnTo>
                  <a:lnTo>
                    <a:pt x="238" y="178"/>
                  </a:lnTo>
                  <a:lnTo>
                    <a:pt x="100" y="218"/>
                  </a:lnTo>
                  <a:lnTo>
                    <a:pt x="1" y="356"/>
                  </a:lnTo>
                  <a:lnTo>
                    <a:pt x="811" y="356"/>
                  </a:lnTo>
                  <a:lnTo>
                    <a:pt x="1739" y="376"/>
                  </a:lnTo>
                  <a:lnTo>
                    <a:pt x="2885" y="416"/>
                  </a:lnTo>
                  <a:lnTo>
                    <a:pt x="5532" y="574"/>
                  </a:lnTo>
                  <a:lnTo>
                    <a:pt x="4228" y="356"/>
                  </a:lnTo>
                  <a:lnTo>
                    <a:pt x="3102" y="178"/>
                  </a:lnTo>
                  <a:lnTo>
                    <a:pt x="2095" y="40"/>
                  </a:lnTo>
                  <a:lnTo>
                    <a:pt x="16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3"/>
            <p:cNvSpPr/>
            <p:nvPr/>
          </p:nvSpPr>
          <p:spPr>
            <a:xfrm>
              <a:off x="4250800" y="-2217126"/>
              <a:ext cx="159682" cy="15600"/>
            </a:xfrm>
            <a:custGeom>
              <a:rect b="b" l="l" r="r" t="t"/>
              <a:pathLst>
                <a:path extrusionOk="0" h="415" w="4248">
                  <a:moveTo>
                    <a:pt x="1621" y="0"/>
                  </a:moveTo>
                  <a:lnTo>
                    <a:pt x="1305" y="20"/>
                  </a:lnTo>
                  <a:lnTo>
                    <a:pt x="969" y="59"/>
                  </a:lnTo>
                  <a:lnTo>
                    <a:pt x="673" y="119"/>
                  </a:lnTo>
                  <a:lnTo>
                    <a:pt x="396" y="198"/>
                  </a:lnTo>
                  <a:lnTo>
                    <a:pt x="198" y="257"/>
                  </a:lnTo>
                  <a:lnTo>
                    <a:pt x="40" y="336"/>
                  </a:lnTo>
                  <a:lnTo>
                    <a:pt x="1" y="375"/>
                  </a:lnTo>
                  <a:lnTo>
                    <a:pt x="1" y="415"/>
                  </a:lnTo>
                  <a:lnTo>
                    <a:pt x="198" y="375"/>
                  </a:lnTo>
                  <a:lnTo>
                    <a:pt x="732" y="277"/>
                  </a:lnTo>
                  <a:lnTo>
                    <a:pt x="1107" y="237"/>
                  </a:lnTo>
                  <a:lnTo>
                    <a:pt x="1502" y="217"/>
                  </a:lnTo>
                  <a:lnTo>
                    <a:pt x="1937" y="217"/>
                  </a:lnTo>
                  <a:lnTo>
                    <a:pt x="2411" y="237"/>
                  </a:lnTo>
                  <a:lnTo>
                    <a:pt x="3793" y="336"/>
                  </a:lnTo>
                  <a:lnTo>
                    <a:pt x="4248" y="375"/>
                  </a:lnTo>
                  <a:lnTo>
                    <a:pt x="4011" y="316"/>
                  </a:lnTo>
                  <a:lnTo>
                    <a:pt x="3418" y="198"/>
                  </a:lnTo>
                  <a:lnTo>
                    <a:pt x="2667" y="59"/>
                  </a:lnTo>
                  <a:lnTo>
                    <a:pt x="2292" y="20"/>
                  </a:lnTo>
                  <a:lnTo>
                    <a:pt x="195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3"/>
            <p:cNvSpPr/>
            <p:nvPr/>
          </p:nvSpPr>
          <p:spPr>
            <a:xfrm>
              <a:off x="4354777" y="-2259453"/>
              <a:ext cx="69090" cy="17103"/>
            </a:xfrm>
            <a:custGeom>
              <a:rect b="b" l="l" r="r" t="t"/>
              <a:pathLst>
                <a:path extrusionOk="0" h="455" w="1838">
                  <a:moveTo>
                    <a:pt x="138" y="0"/>
                  </a:moveTo>
                  <a:lnTo>
                    <a:pt x="99" y="20"/>
                  </a:lnTo>
                  <a:lnTo>
                    <a:pt x="59" y="40"/>
                  </a:lnTo>
                  <a:lnTo>
                    <a:pt x="20" y="99"/>
                  </a:lnTo>
                  <a:lnTo>
                    <a:pt x="0" y="158"/>
                  </a:lnTo>
                  <a:lnTo>
                    <a:pt x="0" y="198"/>
                  </a:lnTo>
                  <a:lnTo>
                    <a:pt x="652" y="277"/>
                  </a:lnTo>
                  <a:lnTo>
                    <a:pt x="1521" y="395"/>
                  </a:lnTo>
                  <a:lnTo>
                    <a:pt x="1837" y="454"/>
                  </a:lnTo>
                  <a:lnTo>
                    <a:pt x="1047" y="217"/>
                  </a:lnTo>
                  <a:lnTo>
                    <a:pt x="455" y="59"/>
                  </a:lnTo>
                  <a:lnTo>
                    <a:pt x="257" y="20"/>
                  </a:lnTo>
                  <a:lnTo>
                    <a:pt x="138"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3"/>
            <p:cNvSpPr/>
            <p:nvPr/>
          </p:nvSpPr>
          <p:spPr>
            <a:xfrm>
              <a:off x="4064461" y="-2125065"/>
              <a:ext cx="73526" cy="41612"/>
            </a:xfrm>
            <a:custGeom>
              <a:rect b="b" l="l" r="r" t="t"/>
              <a:pathLst>
                <a:path extrusionOk="0" h="1107" w="1956">
                  <a:moveTo>
                    <a:pt x="1936" y="0"/>
                  </a:moveTo>
                  <a:lnTo>
                    <a:pt x="1896" y="158"/>
                  </a:lnTo>
                  <a:lnTo>
                    <a:pt x="1798" y="415"/>
                  </a:lnTo>
                  <a:lnTo>
                    <a:pt x="1719" y="553"/>
                  </a:lnTo>
                  <a:lnTo>
                    <a:pt x="1640" y="672"/>
                  </a:lnTo>
                  <a:lnTo>
                    <a:pt x="1561" y="771"/>
                  </a:lnTo>
                  <a:lnTo>
                    <a:pt x="1462" y="850"/>
                  </a:lnTo>
                  <a:lnTo>
                    <a:pt x="1343" y="889"/>
                  </a:lnTo>
                  <a:lnTo>
                    <a:pt x="1146" y="929"/>
                  </a:lnTo>
                  <a:lnTo>
                    <a:pt x="711" y="948"/>
                  </a:lnTo>
                  <a:lnTo>
                    <a:pt x="336" y="968"/>
                  </a:lnTo>
                  <a:lnTo>
                    <a:pt x="178" y="948"/>
                  </a:lnTo>
                  <a:lnTo>
                    <a:pt x="257" y="316"/>
                  </a:lnTo>
                  <a:lnTo>
                    <a:pt x="79" y="494"/>
                  </a:lnTo>
                  <a:lnTo>
                    <a:pt x="0" y="1087"/>
                  </a:lnTo>
                  <a:lnTo>
                    <a:pt x="198" y="1106"/>
                  </a:lnTo>
                  <a:lnTo>
                    <a:pt x="909" y="1106"/>
                  </a:lnTo>
                  <a:lnTo>
                    <a:pt x="1166" y="1087"/>
                  </a:lnTo>
                  <a:lnTo>
                    <a:pt x="1403" y="1027"/>
                  </a:lnTo>
                  <a:lnTo>
                    <a:pt x="1521" y="988"/>
                  </a:lnTo>
                  <a:lnTo>
                    <a:pt x="1600" y="948"/>
                  </a:lnTo>
                  <a:lnTo>
                    <a:pt x="1679" y="889"/>
                  </a:lnTo>
                  <a:lnTo>
                    <a:pt x="1738" y="830"/>
                  </a:lnTo>
                  <a:lnTo>
                    <a:pt x="1837" y="692"/>
                  </a:lnTo>
                  <a:lnTo>
                    <a:pt x="1896" y="534"/>
                  </a:lnTo>
                  <a:lnTo>
                    <a:pt x="1936" y="376"/>
                  </a:lnTo>
                  <a:lnTo>
                    <a:pt x="1956" y="237"/>
                  </a:lnTo>
                  <a:lnTo>
                    <a:pt x="1956" y="119"/>
                  </a:lnTo>
                  <a:lnTo>
                    <a:pt x="193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3"/>
            <p:cNvSpPr/>
            <p:nvPr/>
          </p:nvSpPr>
          <p:spPr>
            <a:xfrm>
              <a:off x="4368122" y="-1450155"/>
              <a:ext cx="596253" cy="494534"/>
            </a:xfrm>
            <a:custGeom>
              <a:rect b="b" l="l" r="r" t="t"/>
              <a:pathLst>
                <a:path extrusionOk="0" h="13156" w="15862">
                  <a:moveTo>
                    <a:pt x="1680" y="1"/>
                  </a:moveTo>
                  <a:lnTo>
                    <a:pt x="1" y="7902"/>
                  </a:lnTo>
                  <a:lnTo>
                    <a:pt x="2865" y="9423"/>
                  </a:lnTo>
                  <a:lnTo>
                    <a:pt x="4129" y="10094"/>
                  </a:lnTo>
                  <a:lnTo>
                    <a:pt x="8020" y="12148"/>
                  </a:lnTo>
                  <a:lnTo>
                    <a:pt x="9403" y="12860"/>
                  </a:lnTo>
                  <a:lnTo>
                    <a:pt x="9995" y="13156"/>
                  </a:lnTo>
                  <a:lnTo>
                    <a:pt x="10035" y="13136"/>
                  </a:lnTo>
                  <a:lnTo>
                    <a:pt x="10094" y="13077"/>
                  </a:lnTo>
                  <a:lnTo>
                    <a:pt x="10311" y="12800"/>
                  </a:lnTo>
                  <a:lnTo>
                    <a:pt x="10627" y="12405"/>
                  </a:lnTo>
                  <a:lnTo>
                    <a:pt x="11042" y="11872"/>
                  </a:lnTo>
                  <a:lnTo>
                    <a:pt x="12010" y="10509"/>
                  </a:lnTo>
                  <a:lnTo>
                    <a:pt x="13116" y="8949"/>
                  </a:lnTo>
                  <a:lnTo>
                    <a:pt x="14183" y="7388"/>
                  </a:lnTo>
                  <a:lnTo>
                    <a:pt x="15091" y="6025"/>
                  </a:lnTo>
                  <a:lnTo>
                    <a:pt x="15447" y="5492"/>
                  </a:lnTo>
                  <a:lnTo>
                    <a:pt x="15684" y="5057"/>
                  </a:lnTo>
                  <a:lnTo>
                    <a:pt x="15842" y="4781"/>
                  </a:lnTo>
                  <a:lnTo>
                    <a:pt x="15862" y="4722"/>
                  </a:lnTo>
                  <a:lnTo>
                    <a:pt x="15862" y="4702"/>
                  </a:lnTo>
                  <a:lnTo>
                    <a:pt x="15842" y="4682"/>
                  </a:lnTo>
                  <a:lnTo>
                    <a:pt x="15585" y="4623"/>
                  </a:lnTo>
                  <a:lnTo>
                    <a:pt x="14973" y="4425"/>
                  </a:lnTo>
                  <a:lnTo>
                    <a:pt x="12899" y="3754"/>
                  </a:lnTo>
                  <a:lnTo>
                    <a:pt x="7131" y="1818"/>
                  </a:lnTo>
                  <a:lnTo>
                    <a:pt x="6005" y="1443"/>
                  </a:lnTo>
                  <a:lnTo>
                    <a:pt x="5946" y="1423"/>
                  </a:lnTo>
                  <a:lnTo>
                    <a:pt x="5907" y="1423"/>
                  </a:lnTo>
                  <a:lnTo>
                    <a:pt x="1680"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
            <p:cNvSpPr/>
            <p:nvPr/>
          </p:nvSpPr>
          <p:spPr>
            <a:xfrm>
              <a:off x="4091188" y="-1384784"/>
              <a:ext cx="191596" cy="27478"/>
            </a:xfrm>
            <a:custGeom>
              <a:rect b="b" l="l" r="r" t="t"/>
              <a:pathLst>
                <a:path extrusionOk="0" h="731" w="5097">
                  <a:moveTo>
                    <a:pt x="0" y="0"/>
                  </a:moveTo>
                  <a:lnTo>
                    <a:pt x="158" y="59"/>
                  </a:lnTo>
                  <a:lnTo>
                    <a:pt x="593" y="217"/>
                  </a:lnTo>
                  <a:lnTo>
                    <a:pt x="1245" y="415"/>
                  </a:lnTo>
                  <a:lnTo>
                    <a:pt x="1620" y="514"/>
                  </a:lnTo>
                  <a:lnTo>
                    <a:pt x="2015" y="593"/>
                  </a:lnTo>
                  <a:lnTo>
                    <a:pt x="2430" y="672"/>
                  </a:lnTo>
                  <a:lnTo>
                    <a:pt x="2864" y="711"/>
                  </a:lnTo>
                  <a:lnTo>
                    <a:pt x="3299" y="731"/>
                  </a:lnTo>
                  <a:lnTo>
                    <a:pt x="3694" y="731"/>
                  </a:lnTo>
                  <a:lnTo>
                    <a:pt x="4069" y="691"/>
                  </a:lnTo>
                  <a:lnTo>
                    <a:pt x="4405" y="632"/>
                  </a:lnTo>
                  <a:lnTo>
                    <a:pt x="4681" y="553"/>
                  </a:lnTo>
                  <a:lnTo>
                    <a:pt x="4780" y="514"/>
                  </a:lnTo>
                  <a:lnTo>
                    <a:pt x="4879" y="454"/>
                  </a:lnTo>
                  <a:lnTo>
                    <a:pt x="4998" y="356"/>
                  </a:lnTo>
                  <a:lnTo>
                    <a:pt x="5077" y="296"/>
                  </a:lnTo>
                  <a:lnTo>
                    <a:pt x="5096" y="237"/>
                  </a:lnTo>
                  <a:lnTo>
                    <a:pt x="5077" y="198"/>
                  </a:lnTo>
                  <a:lnTo>
                    <a:pt x="5057" y="178"/>
                  </a:lnTo>
                  <a:lnTo>
                    <a:pt x="4978" y="178"/>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3"/>
            <p:cNvSpPr/>
            <p:nvPr/>
          </p:nvSpPr>
          <p:spPr>
            <a:xfrm>
              <a:off x="4190692" y="-2054544"/>
              <a:ext cx="86908" cy="92096"/>
            </a:xfrm>
            <a:custGeom>
              <a:rect b="b" l="l" r="r" t="t"/>
              <a:pathLst>
                <a:path extrusionOk="0" h="2450" w="2312">
                  <a:moveTo>
                    <a:pt x="711" y="139"/>
                  </a:moveTo>
                  <a:lnTo>
                    <a:pt x="849" y="179"/>
                  </a:lnTo>
                  <a:lnTo>
                    <a:pt x="1205" y="258"/>
                  </a:lnTo>
                  <a:lnTo>
                    <a:pt x="1422" y="337"/>
                  </a:lnTo>
                  <a:lnTo>
                    <a:pt x="1639" y="416"/>
                  </a:lnTo>
                  <a:lnTo>
                    <a:pt x="1857" y="495"/>
                  </a:lnTo>
                  <a:lnTo>
                    <a:pt x="2015" y="613"/>
                  </a:lnTo>
                  <a:lnTo>
                    <a:pt x="2094" y="672"/>
                  </a:lnTo>
                  <a:lnTo>
                    <a:pt x="2133" y="751"/>
                  </a:lnTo>
                  <a:lnTo>
                    <a:pt x="2173" y="850"/>
                  </a:lnTo>
                  <a:lnTo>
                    <a:pt x="2193" y="969"/>
                  </a:lnTo>
                  <a:lnTo>
                    <a:pt x="2193" y="1107"/>
                  </a:lnTo>
                  <a:lnTo>
                    <a:pt x="2173" y="1225"/>
                  </a:lnTo>
                  <a:lnTo>
                    <a:pt x="2114" y="1502"/>
                  </a:lnTo>
                  <a:lnTo>
                    <a:pt x="2015" y="1778"/>
                  </a:lnTo>
                  <a:lnTo>
                    <a:pt x="1896" y="2015"/>
                  </a:lnTo>
                  <a:lnTo>
                    <a:pt x="1778" y="2193"/>
                  </a:lnTo>
                  <a:lnTo>
                    <a:pt x="1699" y="2252"/>
                  </a:lnTo>
                  <a:lnTo>
                    <a:pt x="1639" y="2292"/>
                  </a:lnTo>
                  <a:lnTo>
                    <a:pt x="1560" y="2312"/>
                  </a:lnTo>
                  <a:lnTo>
                    <a:pt x="1481" y="2312"/>
                  </a:lnTo>
                  <a:lnTo>
                    <a:pt x="1264" y="2272"/>
                  </a:lnTo>
                  <a:lnTo>
                    <a:pt x="1007" y="2213"/>
                  </a:lnTo>
                  <a:lnTo>
                    <a:pt x="770" y="2114"/>
                  </a:lnTo>
                  <a:lnTo>
                    <a:pt x="533" y="2015"/>
                  </a:lnTo>
                  <a:lnTo>
                    <a:pt x="316" y="1917"/>
                  </a:lnTo>
                  <a:lnTo>
                    <a:pt x="178" y="1838"/>
                  </a:lnTo>
                  <a:lnTo>
                    <a:pt x="138" y="1798"/>
                  </a:lnTo>
                  <a:lnTo>
                    <a:pt x="119" y="1759"/>
                  </a:lnTo>
                  <a:lnTo>
                    <a:pt x="138" y="1660"/>
                  </a:lnTo>
                  <a:lnTo>
                    <a:pt x="158" y="1462"/>
                  </a:lnTo>
                  <a:lnTo>
                    <a:pt x="217" y="1206"/>
                  </a:lnTo>
                  <a:lnTo>
                    <a:pt x="296" y="929"/>
                  </a:lnTo>
                  <a:lnTo>
                    <a:pt x="395" y="633"/>
                  </a:lnTo>
                  <a:lnTo>
                    <a:pt x="494" y="396"/>
                  </a:lnTo>
                  <a:lnTo>
                    <a:pt x="553" y="297"/>
                  </a:lnTo>
                  <a:lnTo>
                    <a:pt x="593" y="218"/>
                  </a:lnTo>
                  <a:lnTo>
                    <a:pt x="652" y="159"/>
                  </a:lnTo>
                  <a:lnTo>
                    <a:pt x="711" y="139"/>
                  </a:lnTo>
                  <a:close/>
                  <a:moveTo>
                    <a:pt x="652" y="1"/>
                  </a:moveTo>
                  <a:lnTo>
                    <a:pt x="593" y="40"/>
                  </a:lnTo>
                  <a:lnTo>
                    <a:pt x="533" y="99"/>
                  </a:lnTo>
                  <a:lnTo>
                    <a:pt x="474" y="179"/>
                  </a:lnTo>
                  <a:lnTo>
                    <a:pt x="415" y="297"/>
                  </a:lnTo>
                  <a:lnTo>
                    <a:pt x="296" y="574"/>
                  </a:lnTo>
                  <a:lnTo>
                    <a:pt x="198" y="890"/>
                  </a:lnTo>
                  <a:lnTo>
                    <a:pt x="119" y="1225"/>
                  </a:lnTo>
                  <a:lnTo>
                    <a:pt x="40" y="1502"/>
                  </a:lnTo>
                  <a:lnTo>
                    <a:pt x="0" y="1719"/>
                  </a:lnTo>
                  <a:lnTo>
                    <a:pt x="0" y="1838"/>
                  </a:lnTo>
                  <a:lnTo>
                    <a:pt x="20" y="1877"/>
                  </a:lnTo>
                  <a:lnTo>
                    <a:pt x="59" y="1917"/>
                  </a:lnTo>
                  <a:lnTo>
                    <a:pt x="217" y="2015"/>
                  </a:lnTo>
                  <a:lnTo>
                    <a:pt x="454" y="2134"/>
                  </a:lnTo>
                  <a:lnTo>
                    <a:pt x="711" y="2233"/>
                  </a:lnTo>
                  <a:lnTo>
                    <a:pt x="1007" y="2351"/>
                  </a:lnTo>
                  <a:lnTo>
                    <a:pt x="1284" y="2410"/>
                  </a:lnTo>
                  <a:lnTo>
                    <a:pt x="1521" y="2450"/>
                  </a:lnTo>
                  <a:lnTo>
                    <a:pt x="1620" y="2450"/>
                  </a:lnTo>
                  <a:lnTo>
                    <a:pt x="1699" y="2430"/>
                  </a:lnTo>
                  <a:lnTo>
                    <a:pt x="1778" y="2391"/>
                  </a:lnTo>
                  <a:lnTo>
                    <a:pt x="1857" y="2312"/>
                  </a:lnTo>
                  <a:lnTo>
                    <a:pt x="1936" y="2233"/>
                  </a:lnTo>
                  <a:lnTo>
                    <a:pt x="1995" y="2114"/>
                  </a:lnTo>
                  <a:lnTo>
                    <a:pt x="2133" y="1857"/>
                  </a:lnTo>
                  <a:lnTo>
                    <a:pt x="2232" y="1561"/>
                  </a:lnTo>
                  <a:lnTo>
                    <a:pt x="2311" y="1245"/>
                  </a:lnTo>
                  <a:lnTo>
                    <a:pt x="2311" y="1087"/>
                  </a:lnTo>
                  <a:lnTo>
                    <a:pt x="2311" y="949"/>
                  </a:lnTo>
                  <a:lnTo>
                    <a:pt x="2311" y="811"/>
                  </a:lnTo>
                  <a:lnTo>
                    <a:pt x="2272" y="712"/>
                  </a:lnTo>
                  <a:lnTo>
                    <a:pt x="2212" y="613"/>
                  </a:lnTo>
                  <a:lnTo>
                    <a:pt x="2133" y="534"/>
                  </a:lnTo>
                  <a:lnTo>
                    <a:pt x="1936" y="416"/>
                  </a:lnTo>
                  <a:lnTo>
                    <a:pt x="1718" y="317"/>
                  </a:lnTo>
                  <a:lnTo>
                    <a:pt x="1462" y="218"/>
                  </a:lnTo>
                  <a:lnTo>
                    <a:pt x="1225" y="159"/>
                  </a:lnTo>
                  <a:lnTo>
                    <a:pt x="830" y="40"/>
                  </a:lnTo>
                  <a:lnTo>
                    <a:pt x="652"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3"/>
            <p:cNvSpPr/>
            <p:nvPr/>
          </p:nvSpPr>
          <p:spPr>
            <a:xfrm>
              <a:off x="4035478" y="-1510263"/>
              <a:ext cx="409167" cy="144797"/>
            </a:xfrm>
            <a:custGeom>
              <a:rect b="b" l="l" r="r" t="t"/>
              <a:pathLst>
                <a:path extrusionOk="0" h="3852" w="10885">
                  <a:moveTo>
                    <a:pt x="7665" y="0"/>
                  </a:moveTo>
                  <a:lnTo>
                    <a:pt x="6894" y="20"/>
                  </a:lnTo>
                  <a:lnTo>
                    <a:pt x="6084" y="59"/>
                  </a:lnTo>
                  <a:lnTo>
                    <a:pt x="5275" y="138"/>
                  </a:lnTo>
                  <a:lnTo>
                    <a:pt x="4485" y="217"/>
                  </a:lnTo>
                  <a:lnTo>
                    <a:pt x="3734" y="277"/>
                  </a:lnTo>
                  <a:lnTo>
                    <a:pt x="3043" y="316"/>
                  </a:lnTo>
                  <a:lnTo>
                    <a:pt x="2727" y="336"/>
                  </a:lnTo>
                  <a:lnTo>
                    <a:pt x="2430" y="316"/>
                  </a:lnTo>
                  <a:lnTo>
                    <a:pt x="1937" y="296"/>
                  </a:lnTo>
                  <a:lnTo>
                    <a:pt x="1502" y="277"/>
                  </a:lnTo>
                  <a:lnTo>
                    <a:pt x="1166" y="296"/>
                  </a:lnTo>
                  <a:lnTo>
                    <a:pt x="1008" y="316"/>
                  </a:lnTo>
                  <a:lnTo>
                    <a:pt x="870" y="356"/>
                  </a:lnTo>
                  <a:lnTo>
                    <a:pt x="751" y="395"/>
                  </a:lnTo>
                  <a:lnTo>
                    <a:pt x="633" y="474"/>
                  </a:lnTo>
                  <a:lnTo>
                    <a:pt x="534" y="533"/>
                  </a:lnTo>
                  <a:lnTo>
                    <a:pt x="455" y="632"/>
                  </a:lnTo>
                  <a:lnTo>
                    <a:pt x="356" y="751"/>
                  </a:lnTo>
                  <a:lnTo>
                    <a:pt x="277" y="889"/>
                  </a:lnTo>
                  <a:lnTo>
                    <a:pt x="218" y="1027"/>
                  </a:lnTo>
                  <a:lnTo>
                    <a:pt x="139" y="1205"/>
                  </a:lnTo>
                  <a:lnTo>
                    <a:pt x="80" y="1383"/>
                  </a:lnTo>
                  <a:lnTo>
                    <a:pt x="40" y="1560"/>
                  </a:lnTo>
                  <a:lnTo>
                    <a:pt x="21" y="1718"/>
                  </a:lnTo>
                  <a:lnTo>
                    <a:pt x="1" y="1876"/>
                  </a:lnTo>
                  <a:lnTo>
                    <a:pt x="1" y="2015"/>
                  </a:lnTo>
                  <a:lnTo>
                    <a:pt x="21" y="2153"/>
                  </a:lnTo>
                  <a:lnTo>
                    <a:pt x="60" y="2291"/>
                  </a:lnTo>
                  <a:lnTo>
                    <a:pt x="100" y="2410"/>
                  </a:lnTo>
                  <a:lnTo>
                    <a:pt x="159" y="2528"/>
                  </a:lnTo>
                  <a:lnTo>
                    <a:pt x="238" y="2647"/>
                  </a:lnTo>
                  <a:lnTo>
                    <a:pt x="317" y="2765"/>
                  </a:lnTo>
                  <a:lnTo>
                    <a:pt x="416" y="2864"/>
                  </a:lnTo>
                  <a:lnTo>
                    <a:pt x="613" y="3042"/>
                  </a:lnTo>
                  <a:lnTo>
                    <a:pt x="870" y="3200"/>
                  </a:lnTo>
                  <a:lnTo>
                    <a:pt x="1028" y="3279"/>
                  </a:lnTo>
                  <a:lnTo>
                    <a:pt x="1186" y="3338"/>
                  </a:lnTo>
                  <a:lnTo>
                    <a:pt x="1384" y="3397"/>
                  </a:lnTo>
                  <a:lnTo>
                    <a:pt x="1601" y="3457"/>
                  </a:lnTo>
                  <a:lnTo>
                    <a:pt x="2095" y="3536"/>
                  </a:lnTo>
                  <a:lnTo>
                    <a:pt x="2628" y="3595"/>
                  </a:lnTo>
                  <a:lnTo>
                    <a:pt x="3754" y="3694"/>
                  </a:lnTo>
                  <a:lnTo>
                    <a:pt x="4287" y="3733"/>
                  </a:lnTo>
                  <a:lnTo>
                    <a:pt x="4781" y="3792"/>
                  </a:lnTo>
                  <a:lnTo>
                    <a:pt x="5275" y="3832"/>
                  </a:lnTo>
                  <a:lnTo>
                    <a:pt x="5788" y="3852"/>
                  </a:lnTo>
                  <a:lnTo>
                    <a:pt x="6341" y="3852"/>
                  </a:lnTo>
                  <a:lnTo>
                    <a:pt x="6934" y="3812"/>
                  </a:lnTo>
                  <a:lnTo>
                    <a:pt x="7507" y="3753"/>
                  </a:lnTo>
                  <a:lnTo>
                    <a:pt x="8079" y="3674"/>
                  </a:lnTo>
                  <a:lnTo>
                    <a:pt x="8632" y="3575"/>
                  </a:lnTo>
                  <a:lnTo>
                    <a:pt x="9166" y="3437"/>
                  </a:lnTo>
                  <a:lnTo>
                    <a:pt x="9640" y="3299"/>
                  </a:lnTo>
                  <a:lnTo>
                    <a:pt x="10015" y="3180"/>
                  </a:lnTo>
                  <a:lnTo>
                    <a:pt x="10311" y="3062"/>
                  </a:lnTo>
                  <a:lnTo>
                    <a:pt x="10548" y="2943"/>
                  </a:lnTo>
                  <a:lnTo>
                    <a:pt x="10805" y="2805"/>
                  </a:lnTo>
                  <a:lnTo>
                    <a:pt x="10884" y="2746"/>
                  </a:lnTo>
                  <a:lnTo>
                    <a:pt x="10884" y="2627"/>
                  </a:lnTo>
                  <a:lnTo>
                    <a:pt x="10825" y="2351"/>
                  </a:lnTo>
                  <a:lnTo>
                    <a:pt x="10785" y="2153"/>
                  </a:lnTo>
                  <a:lnTo>
                    <a:pt x="10726" y="1936"/>
                  </a:lnTo>
                  <a:lnTo>
                    <a:pt x="10627" y="1718"/>
                  </a:lnTo>
                  <a:lnTo>
                    <a:pt x="10529" y="1481"/>
                  </a:lnTo>
                  <a:lnTo>
                    <a:pt x="10390" y="1225"/>
                  </a:lnTo>
                  <a:lnTo>
                    <a:pt x="10213" y="988"/>
                  </a:lnTo>
                  <a:lnTo>
                    <a:pt x="10015" y="770"/>
                  </a:lnTo>
                  <a:lnTo>
                    <a:pt x="9778" y="553"/>
                  </a:lnTo>
                  <a:lnTo>
                    <a:pt x="9640" y="454"/>
                  </a:lnTo>
                  <a:lnTo>
                    <a:pt x="9502" y="375"/>
                  </a:lnTo>
                  <a:lnTo>
                    <a:pt x="9344" y="296"/>
                  </a:lnTo>
                  <a:lnTo>
                    <a:pt x="9186" y="217"/>
                  </a:lnTo>
                  <a:lnTo>
                    <a:pt x="9008" y="158"/>
                  </a:lnTo>
                  <a:lnTo>
                    <a:pt x="8830" y="99"/>
                  </a:lnTo>
                  <a:lnTo>
                    <a:pt x="8632" y="59"/>
                  </a:lnTo>
                  <a:lnTo>
                    <a:pt x="8415" y="40"/>
                  </a:lnTo>
                  <a:lnTo>
                    <a:pt x="8040" y="20"/>
                  </a:lnTo>
                  <a:lnTo>
                    <a:pt x="766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3"/>
            <p:cNvSpPr/>
            <p:nvPr/>
          </p:nvSpPr>
          <p:spPr>
            <a:xfrm>
              <a:off x="4061491" y="-1489475"/>
              <a:ext cx="86156" cy="83938"/>
            </a:xfrm>
            <a:custGeom>
              <a:rect b="b" l="l" r="r" t="t"/>
              <a:pathLst>
                <a:path extrusionOk="0" h="2233" w="2292">
                  <a:moveTo>
                    <a:pt x="1106" y="119"/>
                  </a:moveTo>
                  <a:lnTo>
                    <a:pt x="1343" y="138"/>
                  </a:lnTo>
                  <a:lnTo>
                    <a:pt x="1580" y="138"/>
                  </a:lnTo>
                  <a:lnTo>
                    <a:pt x="1798" y="178"/>
                  </a:lnTo>
                  <a:lnTo>
                    <a:pt x="1956" y="237"/>
                  </a:lnTo>
                  <a:lnTo>
                    <a:pt x="2015" y="277"/>
                  </a:lnTo>
                  <a:lnTo>
                    <a:pt x="2074" y="356"/>
                  </a:lnTo>
                  <a:lnTo>
                    <a:pt x="2114" y="435"/>
                  </a:lnTo>
                  <a:lnTo>
                    <a:pt x="2153" y="533"/>
                  </a:lnTo>
                  <a:lnTo>
                    <a:pt x="2193" y="770"/>
                  </a:lnTo>
                  <a:lnTo>
                    <a:pt x="2193" y="1047"/>
                  </a:lnTo>
                  <a:lnTo>
                    <a:pt x="2153" y="1323"/>
                  </a:lnTo>
                  <a:lnTo>
                    <a:pt x="2133" y="1442"/>
                  </a:lnTo>
                  <a:lnTo>
                    <a:pt x="2074" y="1580"/>
                  </a:lnTo>
                  <a:lnTo>
                    <a:pt x="2035" y="1679"/>
                  </a:lnTo>
                  <a:lnTo>
                    <a:pt x="1956" y="1778"/>
                  </a:lnTo>
                  <a:lnTo>
                    <a:pt x="1877" y="1877"/>
                  </a:lnTo>
                  <a:lnTo>
                    <a:pt x="1798" y="1936"/>
                  </a:lnTo>
                  <a:lnTo>
                    <a:pt x="1699" y="1975"/>
                  </a:lnTo>
                  <a:lnTo>
                    <a:pt x="1580" y="2015"/>
                  </a:lnTo>
                  <a:lnTo>
                    <a:pt x="1343" y="2074"/>
                  </a:lnTo>
                  <a:lnTo>
                    <a:pt x="1067" y="2094"/>
                  </a:lnTo>
                  <a:lnTo>
                    <a:pt x="810" y="2114"/>
                  </a:lnTo>
                  <a:lnTo>
                    <a:pt x="553" y="2094"/>
                  </a:lnTo>
                  <a:lnTo>
                    <a:pt x="356" y="2054"/>
                  </a:lnTo>
                  <a:lnTo>
                    <a:pt x="217" y="1995"/>
                  </a:lnTo>
                  <a:lnTo>
                    <a:pt x="178" y="1956"/>
                  </a:lnTo>
                  <a:lnTo>
                    <a:pt x="158" y="1936"/>
                  </a:lnTo>
                  <a:lnTo>
                    <a:pt x="158" y="1798"/>
                  </a:lnTo>
                  <a:lnTo>
                    <a:pt x="158" y="1600"/>
                  </a:lnTo>
                  <a:lnTo>
                    <a:pt x="178" y="1343"/>
                  </a:lnTo>
                  <a:lnTo>
                    <a:pt x="217" y="1047"/>
                  </a:lnTo>
                  <a:lnTo>
                    <a:pt x="257" y="751"/>
                  </a:lnTo>
                  <a:lnTo>
                    <a:pt x="336" y="494"/>
                  </a:lnTo>
                  <a:lnTo>
                    <a:pt x="415" y="277"/>
                  </a:lnTo>
                  <a:lnTo>
                    <a:pt x="454" y="198"/>
                  </a:lnTo>
                  <a:lnTo>
                    <a:pt x="494" y="158"/>
                  </a:lnTo>
                  <a:lnTo>
                    <a:pt x="672" y="138"/>
                  </a:lnTo>
                  <a:lnTo>
                    <a:pt x="1106" y="119"/>
                  </a:lnTo>
                  <a:close/>
                  <a:moveTo>
                    <a:pt x="1067" y="0"/>
                  </a:moveTo>
                  <a:lnTo>
                    <a:pt x="593" y="20"/>
                  </a:lnTo>
                  <a:lnTo>
                    <a:pt x="395" y="40"/>
                  </a:lnTo>
                  <a:lnTo>
                    <a:pt x="336" y="99"/>
                  </a:lnTo>
                  <a:lnTo>
                    <a:pt x="277" y="178"/>
                  </a:lnTo>
                  <a:lnTo>
                    <a:pt x="198" y="415"/>
                  </a:lnTo>
                  <a:lnTo>
                    <a:pt x="119" y="711"/>
                  </a:lnTo>
                  <a:lnTo>
                    <a:pt x="59" y="1047"/>
                  </a:lnTo>
                  <a:lnTo>
                    <a:pt x="20" y="1363"/>
                  </a:lnTo>
                  <a:lnTo>
                    <a:pt x="0" y="1659"/>
                  </a:lnTo>
                  <a:lnTo>
                    <a:pt x="0" y="1896"/>
                  </a:lnTo>
                  <a:lnTo>
                    <a:pt x="0" y="2035"/>
                  </a:lnTo>
                  <a:lnTo>
                    <a:pt x="20" y="2074"/>
                  </a:lnTo>
                  <a:lnTo>
                    <a:pt x="59" y="2114"/>
                  </a:lnTo>
                  <a:lnTo>
                    <a:pt x="237" y="2173"/>
                  </a:lnTo>
                  <a:lnTo>
                    <a:pt x="454" y="2212"/>
                  </a:lnTo>
                  <a:lnTo>
                    <a:pt x="731" y="2232"/>
                  </a:lnTo>
                  <a:lnTo>
                    <a:pt x="1027" y="2232"/>
                  </a:lnTo>
                  <a:lnTo>
                    <a:pt x="1324" y="2193"/>
                  </a:lnTo>
                  <a:lnTo>
                    <a:pt x="1600" y="2133"/>
                  </a:lnTo>
                  <a:lnTo>
                    <a:pt x="1738" y="2094"/>
                  </a:lnTo>
                  <a:lnTo>
                    <a:pt x="1837" y="2035"/>
                  </a:lnTo>
                  <a:lnTo>
                    <a:pt x="1936" y="1975"/>
                  </a:lnTo>
                  <a:lnTo>
                    <a:pt x="2035" y="1877"/>
                  </a:lnTo>
                  <a:lnTo>
                    <a:pt x="2114" y="1758"/>
                  </a:lnTo>
                  <a:lnTo>
                    <a:pt x="2173" y="1640"/>
                  </a:lnTo>
                  <a:lnTo>
                    <a:pt x="2212" y="1501"/>
                  </a:lnTo>
                  <a:lnTo>
                    <a:pt x="2252" y="1343"/>
                  </a:lnTo>
                  <a:lnTo>
                    <a:pt x="2291" y="1047"/>
                  </a:lnTo>
                  <a:lnTo>
                    <a:pt x="2291" y="731"/>
                  </a:lnTo>
                  <a:lnTo>
                    <a:pt x="2272" y="593"/>
                  </a:lnTo>
                  <a:lnTo>
                    <a:pt x="2252" y="474"/>
                  </a:lnTo>
                  <a:lnTo>
                    <a:pt x="2212" y="356"/>
                  </a:lnTo>
                  <a:lnTo>
                    <a:pt x="2153" y="257"/>
                  </a:lnTo>
                  <a:lnTo>
                    <a:pt x="2094" y="178"/>
                  </a:lnTo>
                  <a:lnTo>
                    <a:pt x="2035" y="119"/>
                  </a:lnTo>
                  <a:lnTo>
                    <a:pt x="1857" y="59"/>
                  </a:lnTo>
                  <a:lnTo>
                    <a:pt x="1600" y="20"/>
                  </a:lnTo>
                  <a:lnTo>
                    <a:pt x="1343" y="20"/>
                  </a:lnTo>
                  <a:lnTo>
                    <a:pt x="106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
            <p:cNvSpPr/>
            <p:nvPr/>
          </p:nvSpPr>
          <p:spPr>
            <a:xfrm>
              <a:off x="4011006" y="-1882265"/>
              <a:ext cx="351955" cy="350489"/>
            </a:xfrm>
            <a:custGeom>
              <a:rect b="b" l="l" r="r" t="t"/>
              <a:pathLst>
                <a:path extrusionOk="0" h="9324" w="9363">
                  <a:moveTo>
                    <a:pt x="4859" y="376"/>
                  </a:moveTo>
                  <a:lnTo>
                    <a:pt x="5234" y="395"/>
                  </a:lnTo>
                  <a:lnTo>
                    <a:pt x="5610" y="455"/>
                  </a:lnTo>
                  <a:lnTo>
                    <a:pt x="5965" y="514"/>
                  </a:lnTo>
                  <a:lnTo>
                    <a:pt x="6163" y="573"/>
                  </a:lnTo>
                  <a:lnTo>
                    <a:pt x="6340" y="632"/>
                  </a:lnTo>
                  <a:lnTo>
                    <a:pt x="6696" y="771"/>
                  </a:lnTo>
                  <a:lnTo>
                    <a:pt x="7052" y="968"/>
                  </a:lnTo>
                  <a:lnTo>
                    <a:pt x="7387" y="1205"/>
                  </a:lnTo>
                  <a:lnTo>
                    <a:pt x="7684" y="1482"/>
                  </a:lnTo>
                  <a:lnTo>
                    <a:pt x="7980" y="1798"/>
                  </a:lnTo>
                  <a:lnTo>
                    <a:pt x="8237" y="2133"/>
                  </a:lnTo>
                  <a:lnTo>
                    <a:pt x="8454" y="2489"/>
                  </a:lnTo>
                  <a:lnTo>
                    <a:pt x="8651" y="2884"/>
                  </a:lnTo>
                  <a:lnTo>
                    <a:pt x="8790" y="3299"/>
                  </a:lnTo>
                  <a:lnTo>
                    <a:pt x="8849" y="3496"/>
                  </a:lnTo>
                  <a:lnTo>
                    <a:pt x="8908" y="3714"/>
                  </a:lnTo>
                  <a:lnTo>
                    <a:pt x="8928" y="3931"/>
                  </a:lnTo>
                  <a:lnTo>
                    <a:pt x="8948" y="4168"/>
                  </a:lnTo>
                  <a:lnTo>
                    <a:pt x="8967" y="4385"/>
                  </a:lnTo>
                  <a:lnTo>
                    <a:pt x="8948" y="4622"/>
                  </a:lnTo>
                  <a:lnTo>
                    <a:pt x="8928" y="4839"/>
                  </a:lnTo>
                  <a:lnTo>
                    <a:pt x="8908" y="5077"/>
                  </a:lnTo>
                  <a:lnTo>
                    <a:pt x="8849" y="5294"/>
                  </a:lnTo>
                  <a:lnTo>
                    <a:pt x="8790" y="5531"/>
                  </a:lnTo>
                  <a:lnTo>
                    <a:pt x="8711" y="5768"/>
                  </a:lnTo>
                  <a:lnTo>
                    <a:pt x="8612" y="6005"/>
                  </a:lnTo>
                  <a:lnTo>
                    <a:pt x="8493" y="6242"/>
                  </a:lnTo>
                  <a:lnTo>
                    <a:pt x="8375" y="6459"/>
                  </a:lnTo>
                  <a:lnTo>
                    <a:pt x="8237" y="6676"/>
                  </a:lnTo>
                  <a:lnTo>
                    <a:pt x="8098" y="6894"/>
                  </a:lnTo>
                  <a:lnTo>
                    <a:pt x="7940" y="7111"/>
                  </a:lnTo>
                  <a:lnTo>
                    <a:pt x="7782" y="7308"/>
                  </a:lnTo>
                  <a:lnTo>
                    <a:pt x="7605" y="7486"/>
                  </a:lnTo>
                  <a:lnTo>
                    <a:pt x="7427" y="7664"/>
                  </a:lnTo>
                  <a:lnTo>
                    <a:pt x="7249" y="7842"/>
                  </a:lnTo>
                  <a:lnTo>
                    <a:pt x="7052" y="8000"/>
                  </a:lnTo>
                  <a:lnTo>
                    <a:pt x="6854" y="8158"/>
                  </a:lnTo>
                  <a:lnTo>
                    <a:pt x="6637" y="8296"/>
                  </a:lnTo>
                  <a:lnTo>
                    <a:pt x="6439" y="8415"/>
                  </a:lnTo>
                  <a:lnTo>
                    <a:pt x="6222" y="8533"/>
                  </a:lnTo>
                  <a:lnTo>
                    <a:pt x="6005" y="8632"/>
                  </a:lnTo>
                  <a:lnTo>
                    <a:pt x="5768" y="8711"/>
                  </a:lnTo>
                  <a:lnTo>
                    <a:pt x="5531" y="8790"/>
                  </a:lnTo>
                  <a:lnTo>
                    <a:pt x="5313" y="8849"/>
                  </a:lnTo>
                  <a:lnTo>
                    <a:pt x="5076" y="8908"/>
                  </a:lnTo>
                  <a:lnTo>
                    <a:pt x="4820" y="8928"/>
                  </a:lnTo>
                  <a:lnTo>
                    <a:pt x="4583" y="8948"/>
                  </a:lnTo>
                  <a:lnTo>
                    <a:pt x="4345" y="8948"/>
                  </a:lnTo>
                  <a:lnTo>
                    <a:pt x="4089" y="8928"/>
                  </a:lnTo>
                  <a:lnTo>
                    <a:pt x="3852" y="8889"/>
                  </a:lnTo>
                  <a:lnTo>
                    <a:pt x="3595" y="8829"/>
                  </a:lnTo>
                  <a:lnTo>
                    <a:pt x="3338" y="8750"/>
                  </a:lnTo>
                  <a:lnTo>
                    <a:pt x="3101" y="8671"/>
                  </a:lnTo>
                  <a:lnTo>
                    <a:pt x="2844" y="8553"/>
                  </a:lnTo>
                  <a:lnTo>
                    <a:pt x="2607" y="8434"/>
                  </a:lnTo>
                  <a:lnTo>
                    <a:pt x="2351" y="8276"/>
                  </a:lnTo>
                  <a:lnTo>
                    <a:pt x="2114" y="8099"/>
                  </a:lnTo>
                  <a:lnTo>
                    <a:pt x="1857" y="7921"/>
                  </a:lnTo>
                  <a:lnTo>
                    <a:pt x="1521" y="7605"/>
                  </a:lnTo>
                  <a:lnTo>
                    <a:pt x="1343" y="7427"/>
                  </a:lnTo>
                  <a:lnTo>
                    <a:pt x="1165" y="7229"/>
                  </a:lnTo>
                  <a:lnTo>
                    <a:pt x="988" y="7012"/>
                  </a:lnTo>
                  <a:lnTo>
                    <a:pt x="830" y="6775"/>
                  </a:lnTo>
                  <a:lnTo>
                    <a:pt x="691" y="6518"/>
                  </a:lnTo>
                  <a:lnTo>
                    <a:pt x="573" y="6262"/>
                  </a:lnTo>
                  <a:lnTo>
                    <a:pt x="474" y="5965"/>
                  </a:lnTo>
                  <a:lnTo>
                    <a:pt x="395" y="5669"/>
                  </a:lnTo>
                  <a:lnTo>
                    <a:pt x="356" y="5333"/>
                  </a:lnTo>
                  <a:lnTo>
                    <a:pt x="356" y="4998"/>
                  </a:lnTo>
                  <a:lnTo>
                    <a:pt x="375" y="4622"/>
                  </a:lnTo>
                  <a:lnTo>
                    <a:pt x="454" y="4247"/>
                  </a:lnTo>
                  <a:lnTo>
                    <a:pt x="593" y="3832"/>
                  </a:lnTo>
                  <a:lnTo>
                    <a:pt x="770" y="3398"/>
                  </a:lnTo>
                  <a:lnTo>
                    <a:pt x="1007" y="2904"/>
                  </a:lnTo>
                  <a:lnTo>
                    <a:pt x="1264" y="2469"/>
                  </a:lnTo>
                  <a:lnTo>
                    <a:pt x="1541" y="2074"/>
                  </a:lnTo>
                  <a:lnTo>
                    <a:pt x="1837" y="1719"/>
                  </a:lnTo>
                  <a:lnTo>
                    <a:pt x="2133" y="1422"/>
                  </a:lnTo>
                  <a:lnTo>
                    <a:pt x="2449" y="1166"/>
                  </a:lnTo>
                  <a:lnTo>
                    <a:pt x="2765" y="948"/>
                  </a:lnTo>
                  <a:lnTo>
                    <a:pt x="3101" y="751"/>
                  </a:lnTo>
                  <a:lnTo>
                    <a:pt x="3437" y="613"/>
                  </a:lnTo>
                  <a:lnTo>
                    <a:pt x="3792" y="514"/>
                  </a:lnTo>
                  <a:lnTo>
                    <a:pt x="4148" y="435"/>
                  </a:lnTo>
                  <a:lnTo>
                    <a:pt x="4504" y="395"/>
                  </a:lnTo>
                  <a:lnTo>
                    <a:pt x="4859" y="376"/>
                  </a:lnTo>
                  <a:close/>
                  <a:moveTo>
                    <a:pt x="4899" y="0"/>
                  </a:moveTo>
                  <a:lnTo>
                    <a:pt x="4504" y="20"/>
                  </a:lnTo>
                  <a:lnTo>
                    <a:pt x="4108" y="59"/>
                  </a:lnTo>
                  <a:lnTo>
                    <a:pt x="3733" y="138"/>
                  </a:lnTo>
                  <a:lnTo>
                    <a:pt x="3358" y="257"/>
                  </a:lnTo>
                  <a:lnTo>
                    <a:pt x="2983" y="415"/>
                  </a:lnTo>
                  <a:lnTo>
                    <a:pt x="2627" y="613"/>
                  </a:lnTo>
                  <a:lnTo>
                    <a:pt x="2272" y="850"/>
                  </a:lnTo>
                  <a:lnTo>
                    <a:pt x="1936" y="1146"/>
                  </a:lnTo>
                  <a:lnTo>
                    <a:pt x="1600" y="1462"/>
                  </a:lnTo>
                  <a:lnTo>
                    <a:pt x="1284" y="1857"/>
                  </a:lnTo>
                  <a:lnTo>
                    <a:pt x="988" y="2272"/>
                  </a:lnTo>
                  <a:lnTo>
                    <a:pt x="711" y="2766"/>
                  </a:lnTo>
                  <a:lnTo>
                    <a:pt x="435" y="3299"/>
                  </a:lnTo>
                  <a:lnTo>
                    <a:pt x="257" y="3753"/>
                  </a:lnTo>
                  <a:lnTo>
                    <a:pt x="119" y="4207"/>
                  </a:lnTo>
                  <a:lnTo>
                    <a:pt x="20" y="4622"/>
                  </a:lnTo>
                  <a:lnTo>
                    <a:pt x="0" y="5017"/>
                  </a:lnTo>
                  <a:lnTo>
                    <a:pt x="0" y="5393"/>
                  </a:lnTo>
                  <a:lnTo>
                    <a:pt x="40" y="5748"/>
                  </a:lnTo>
                  <a:lnTo>
                    <a:pt x="119" y="6084"/>
                  </a:lnTo>
                  <a:lnTo>
                    <a:pt x="237" y="6400"/>
                  </a:lnTo>
                  <a:lnTo>
                    <a:pt x="375" y="6696"/>
                  </a:lnTo>
                  <a:lnTo>
                    <a:pt x="514" y="6953"/>
                  </a:lnTo>
                  <a:lnTo>
                    <a:pt x="691" y="7210"/>
                  </a:lnTo>
                  <a:lnTo>
                    <a:pt x="869" y="7447"/>
                  </a:lnTo>
                  <a:lnTo>
                    <a:pt x="1067" y="7664"/>
                  </a:lnTo>
                  <a:lnTo>
                    <a:pt x="1264" y="7862"/>
                  </a:lnTo>
                  <a:lnTo>
                    <a:pt x="1639" y="8197"/>
                  </a:lnTo>
                  <a:lnTo>
                    <a:pt x="1896" y="8415"/>
                  </a:lnTo>
                  <a:lnTo>
                    <a:pt x="2173" y="8592"/>
                  </a:lnTo>
                  <a:lnTo>
                    <a:pt x="2430" y="8750"/>
                  </a:lnTo>
                  <a:lnTo>
                    <a:pt x="2706" y="8908"/>
                  </a:lnTo>
                  <a:lnTo>
                    <a:pt x="2983" y="9027"/>
                  </a:lnTo>
                  <a:lnTo>
                    <a:pt x="3259" y="9126"/>
                  </a:lnTo>
                  <a:lnTo>
                    <a:pt x="3516" y="9205"/>
                  </a:lnTo>
                  <a:lnTo>
                    <a:pt x="3792" y="9264"/>
                  </a:lnTo>
                  <a:lnTo>
                    <a:pt x="4069" y="9303"/>
                  </a:lnTo>
                  <a:lnTo>
                    <a:pt x="4326" y="9323"/>
                  </a:lnTo>
                  <a:lnTo>
                    <a:pt x="4602" y="9323"/>
                  </a:lnTo>
                  <a:lnTo>
                    <a:pt x="4859" y="9303"/>
                  </a:lnTo>
                  <a:lnTo>
                    <a:pt x="5136" y="9264"/>
                  </a:lnTo>
                  <a:lnTo>
                    <a:pt x="5392" y="9224"/>
                  </a:lnTo>
                  <a:lnTo>
                    <a:pt x="5629" y="9165"/>
                  </a:lnTo>
                  <a:lnTo>
                    <a:pt x="5886" y="9086"/>
                  </a:lnTo>
                  <a:lnTo>
                    <a:pt x="6143" y="8987"/>
                  </a:lnTo>
                  <a:lnTo>
                    <a:pt x="6380" y="8869"/>
                  </a:lnTo>
                  <a:lnTo>
                    <a:pt x="6617" y="8750"/>
                  </a:lnTo>
                  <a:lnTo>
                    <a:pt x="6834" y="8612"/>
                  </a:lnTo>
                  <a:lnTo>
                    <a:pt x="7071" y="8454"/>
                  </a:lnTo>
                  <a:lnTo>
                    <a:pt x="7289" y="8296"/>
                  </a:lnTo>
                  <a:lnTo>
                    <a:pt x="7486" y="8118"/>
                  </a:lnTo>
                  <a:lnTo>
                    <a:pt x="7684" y="7941"/>
                  </a:lnTo>
                  <a:lnTo>
                    <a:pt x="7881" y="7743"/>
                  </a:lnTo>
                  <a:lnTo>
                    <a:pt x="8079" y="7546"/>
                  </a:lnTo>
                  <a:lnTo>
                    <a:pt x="8256" y="7328"/>
                  </a:lnTo>
                  <a:lnTo>
                    <a:pt x="8414" y="7091"/>
                  </a:lnTo>
                  <a:lnTo>
                    <a:pt x="8572" y="6854"/>
                  </a:lnTo>
                  <a:lnTo>
                    <a:pt x="8711" y="6617"/>
                  </a:lnTo>
                  <a:lnTo>
                    <a:pt x="8849" y="6380"/>
                  </a:lnTo>
                  <a:lnTo>
                    <a:pt x="8987" y="6123"/>
                  </a:lnTo>
                  <a:lnTo>
                    <a:pt x="9086" y="5867"/>
                  </a:lnTo>
                  <a:lnTo>
                    <a:pt x="9165" y="5610"/>
                  </a:lnTo>
                  <a:lnTo>
                    <a:pt x="9244" y="5353"/>
                  </a:lnTo>
                  <a:lnTo>
                    <a:pt x="9303" y="5116"/>
                  </a:lnTo>
                  <a:lnTo>
                    <a:pt x="9343" y="4859"/>
                  </a:lnTo>
                  <a:lnTo>
                    <a:pt x="9363" y="4602"/>
                  </a:lnTo>
                  <a:lnTo>
                    <a:pt x="9363" y="4365"/>
                  </a:lnTo>
                  <a:lnTo>
                    <a:pt x="9363" y="4109"/>
                  </a:lnTo>
                  <a:lnTo>
                    <a:pt x="9323" y="3872"/>
                  </a:lnTo>
                  <a:lnTo>
                    <a:pt x="9303" y="3635"/>
                  </a:lnTo>
                  <a:lnTo>
                    <a:pt x="9244" y="3398"/>
                  </a:lnTo>
                  <a:lnTo>
                    <a:pt x="9185" y="3180"/>
                  </a:lnTo>
                  <a:lnTo>
                    <a:pt x="9106" y="2943"/>
                  </a:lnTo>
                  <a:lnTo>
                    <a:pt x="9027" y="2726"/>
                  </a:lnTo>
                  <a:lnTo>
                    <a:pt x="8928" y="2509"/>
                  </a:lnTo>
                  <a:lnTo>
                    <a:pt x="8809" y="2311"/>
                  </a:lnTo>
                  <a:lnTo>
                    <a:pt x="8572" y="1916"/>
                  </a:lnTo>
                  <a:lnTo>
                    <a:pt x="8296" y="1541"/>
                  </a:lnTo>
                  <a:lnTo>
                    <a:pt x="7980" y="1205"/>
                  </a:lnTo>
                  <a:lnTo>
                    <a:pt x="7644" y="909"/>
                  </a:lnTo>
                  <a:lnTo>
                    <a:pt x="7289" y="652"/>
                  </a:lnTo>
                  <a:lnTo>
                    <a:pt x="6913" y="435"/>
                  </a:lnTo>
                  <a:lnTo>
                    <a:pt x="6716" y="336"/>
                  </a:lnTo>
                  <a:lnTo>
                    <a:pt x="6518" y="257"/>
                  </a:lnTo>
                  <a:lnTo>
                    <a:pt x="6321" y="198"/>
                  </a:lnTo>
                  <a:lnTo>
                    <a:pt x="6103" y="158"/>
                  </a:lnTo>
                  <a:lnTo>
                    <a:pt x="5708" y="79"/>
                  </a:lnTo>
                  <a:lnTo>
                    <a:pt x="5313" y="20"/>
                  </a:lnTo>
                  <a:lnTo>
                    <a:pt x="489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3"/>
            <p:cNvSpPr/>
            <p:nvPr/>
          </p:nvSpPr>
          <p:spPr>
            <a:xfrm>
              <a:off x="4556002" y="-1142735"/>
              <a:ext cx="752" cy="789"/>
            </a:xfrm>
            <a:custGeom>
              <a:rect b="b" l="l" r="r" t="t"/>
              <a:pathLst>
                <a:path extrusionOk="0" h="21" w="20">
                  <a:moveTo>
                    <a:pt x="20" y="20"/>
                  </a:moveTo>
                  <a:lnTo>
                    <a:pt x="20" y="20"/>
                  </a:lnTo>
                  <a:lnTo>
                    <a:pt x="0" y="0"/>
                  </a:lnTo>
                  <a:lnTo>
                    <a:pt x="0" y="0"/>
                  </a:lnTo>
                  <a:lnTo>
                    <a:pt x="20" y="20"/>
                  </a:lnTo>
                  <a:lnTo>
                    <a:pt x="2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3"/>
            <p:cNvSpPr/>
            <p:nvPr/>
          </p:nvSpPr>
          <p:spPr>
            <a:xfrm>
              <a:off x="4619831" y="-1325390"/>
              <a:ext cx="38" cy="789"/>
            </a:xfrm>
            <a:custGeom>
              <a:rect b="b" l="l" r="r" t="t"/>
              <a:pathLst>
                <a:path extrusionOk="0" h="21" w="1">
                  <a:moveTo>
                    <a:pt x="1" y="20"/>
                  </a:moveTo>
                  <a:lnTo>
                    <a:pt x="1" y="20"/>
                  </a:lnTo>
                  <a:lnTo>
                    <a:pt x="1" y="0"/>
                  </a:lnTo>
                  <a:lnTo>
                    <a:pt x="1" y="0"/>
                  </a:lnTo>
                  <a:lnTo>
                    <a:pt x="1" y="20"/>
                  </a:lnTo>
                  <a:lnTo>
                    <a:pt x="1"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
            <p:cNvSpPr/>
            <p:nvPr/>
          </p:nvSpPr>
          <p:spPr>
            <a:xfrm>
              <a:off x="4475782" y="-1401136"/>
              <a:ext cx="160434" cy="330454"/>
            </a:xfrm>
            <a:custGeom>
              <a:rect b="b" l="l" r="r" t="t"/>
              <a:pathLst>
                <a:path extrusionOk="0" h="8791" w="4268">
                  <a:moveTo>
                    <a:pt x="2450" y="5551"/>
                  </a:moveTo>
                  <a:lnTo>
                    <a:pt x="2470" y="5610"/>
                  </a:lnTo>
                  <a:lnTo>
                    <a:pt x="2490" y="5669"/>
                  </a:lnTo>
                  <a:lnTo>
                    <a:pt x="2509" y="5669"/>
                  </a:lnTo>
                  <a:lnTo>
                    <a:pt x="2529" y="5650"/>
                  </a:lnTo>
                  <a:lnTo>
                    <a:pt x="2529" y="5610"/>
                  </a:lnTo>
                  <a:lnTo>
                    <a:pt x="2569" y="5590"/>
                  </a:lnTo>
                  <a:lnTo>
                    <a:pt x="2529" y="5590"/>
                  </a:lnTo>
                  <a:lnTo>
                    <a:pt x="2509" y="5571"/>
                  </a:lnTo>
                  <a:lnTo>
                    <a:pt x="2470" y="5551"/>
                  </a:lnTo>
                  <a:close/>
                  <a:moveTo>
                    <a:pt x="3062" y="1"/>
                  </a:moveTo>
                  <a:lnTo>
                    <a:pt x="3082" y="40"/>
                  </a:lnTo>
                  <a:lnTo>
                    <a:pt x="3082" y="60"/>
                  </a:lnTo>
                  <a:lnTo>
                    <a:pt x="3043" y="119"/>
                  </a:lnTo>
                  <a:lnTo>
                    <a:pt x="3043" y="139"/>
                  </a:lnTo>
                  <a:lnTo>
                    <a:pt x="3043" y="159"/>
                  </a:lnTo>
                  <a:lnTo>
                    <a:pt x="3023" y="198"/>
                  </a:lnTo>
                  <a:lnTo>
                    <a:pt x="3003" y="238"/>
                  </a:lnTo>
                  <a:lnTo>
                    <a:pt x="2944" y="297"/>
                  </a:lnTo>
                  <a:lnTo>
                    <a:pt x="2924" y="317"/>
                  </a:lnTo>
                  <a:lnTo>
                    <a:pt x="2924" y="336"/>
                  </a:lnTo>
                  <a:lnTo>
                    <a:pt x="2924" y="376"/>
                  </a:lnTo>
                  <a:lnTo>
                    <a:pt x="2964" y="415"/>
                  </a:lnTo>
                  <a:lnTo>
                    <a:pt x="3003" y="396"/>
                  </a:lnTo>
                  <a:lnTo>
                    <a:pt x="3043" y="396"/>
                  </a:lnTo>
                  <a:lnTo>
                    <a:pt x="3062" y="415"/>
                  </a:lnTo>
                  <a:lnTo>
                    <a:pt x="3023" y="435"/>
                  </a:lnTo>
                  <a:lnTo>
                    <a:pt x="3003" y="455"/>
                  </a:lnTo>
                  <a:lnTo>
                    <a:pt x="2983" y="475"/>
                  </a:lnTo>
                  <a:lnTo>
                    <a:pt x="2964" y="475"/>
                  </a:lnTo>
                  <a:lnTo>
                    <a:pt x="2944" y="435"/>
                  </a:lnTo>
                  <a:lnTo>
                    <a:pt x="2904" y="514"/>
                  </a:lnTo>
                  <a:lnTo>
                    <a:pt x="2885" y="554"/>
                  </a:lnTo>
                  <a:lnTo>
                    <a:pt x="2964" y="593"/>
                  </a:lnTo>
                  <a:lnTo>
                    <a:pt x="2983" y="633"/>
                  </a:lnTo>
                  <a:lnTo>
                    <a:pt x="3003" y="652"/>
                  </a:lnTo>
                  <a:lnTo>
                    <a:pt x="2964" y="672"/>
                  </a:lnTo>
                  <a:lnTo>
                    <a:pt x="2944" y="672"/>
                  </a:lnTo>
                  <a:lnTo>
                    <a:pt x="2904" y="652"/>
                  </a:lnTo>
                  <a:lnTo>
                    <a:pt x="2865" y="613"/>
                  </a:lnTo>
                  <a:lnTo>
                    <a:pt x="2845" y="593"/>
                  </a:lnTo>
                  <a:lnTo>
                    <a:pt x="2806" y="613"/>
                  </a:lnTo>
                  <a:lnTo>
                    <a:pt x="2825" y="731"/>
                  </a:lnTo>
                  <a:lnTo>
                    <a:pt x="2766" y="731"/>
                  </a:lnTo>
                  <a:lnTo>
                    <a:pt x="2727" y="771"/>
                  </a:lnTo>
                  <a:lnTo>
                    <a:pt x="2707" y="830"/>
                  </a:lnTo>
                  <a:lnTo>
                    <a:pt x="2707" y="949"/>
                  </a:lnTo>
                  <a:lnTo>
                    <a:pt x="2707" y="1067"/>
                  </a:lnTo>
                  <a:lnTo>
                    <a:pt x="2707" y="1126"/>
                  </a:lnTo>
                  <a:lnTo>
                    <a:pt x="2687" y="1186"/>
                  </a:lnTo>
                  <a:lnTo>
                    <a:pt x="2648" y="1146"/>
                  </a:lnTo>
                  <a:lnTo>
                    <a:pt x="2628" y="1087"/>
                  </a:lnTo>
                  <a:lnTo>
                    <a:pt x="2628" y="1028"/>
                  </a:lnTo>
                  <a:lnTo>
                    <a:pt x="2628" y="988"/>
                  </a:lnTo>
                  <a:lnTo>
                    <a:pt x="2608" y="988"/>
                  </a:lnTo>
                  <a:lnTo>
                    <a:pt x="2588" y="1008"/>
                  </a:lnTo>
                  <a:lnTo>
                    <a:pt x="2569" y="1067"/>
                  </a:lnTo>
                  <a:lnTo>
                    <a:pt x="2569" y="1107"/>
                  </a:lnTo>
                  <a:lnTo>
                    <a:pt x="2549" y="1126"/>
                  </a:lnTo>
                  <a:lnTo>
                    <a:pt x="2529" y="1146"/>
                  </a:lnTo>
                  <a:lnTo>
                    <a:pt x="2509" y="1205"/>
                  </a:lnTo>
                  <a:lnTo>
                    <a:pt x="2529" y="1245"/>
                  </a:lnTo>
                  <a:lnTo>
                    <a:pt x="2549" y="1284"/>
                  </a:lnTo>
                  <a:lnTo>
                    <a:pt x="2588" y="1304"/>
                  </a:lnTo>
                  <a:lnTo>
                    <a:pt x="2588" y="1344"/>
                  </a:lnTo>
                  <a:lnTo>
                    <a:pt x="2549" y="1344"/>
                  </a:lnTo>
                  <a:lnTo>
                    <a:pt x="2509" y="1324"/>
                  </a:lnTo>
                  <a:lnTo>
                    <a:pt x="2529" y="1383"/>
                  </a:lnTo>
                  <a:lnTo>
                    <a:pt x="2529" y="1442"/>
                  </a:lnTo>
                  <a:lnTo>
                    <a:pt x="2509" y="1541"/>
                  </a:lnTo>
                  <a:lnTo>
                    <a:pt x="2450" y="1521"/>
                  </a:lnTo>
                  <a:lnTo>
                    <a:pt x="2470" y="1640"/>
                  </a:lnTo>
                  <a:lnTo>
                    <a:pt x="2509" y="1640"/>
                  </a:lnTo>
                  <a:lnTo>
                    <a:pt x="2569" y="1680"/>
                  </a:lnTo>
                  <a:lnTo>
                    <a:pt x="2549" y="1699"/>
                  </a:lnTo>
                  <a:lnTo>
                    <a:pt x="2608" y="1680"/>
                  </a:lnTo>
                  <a:lnTo>
                    <a:pt x="2628" y="1660"/>
                  </a:lnTo>
                  <a:lnTo>
                    <a:pt x="2628" y="1561"/>
                  </a:lnTo>
                  <a:lnTo>
                    <a:pt x="2648" y="1521"/>
                  </a:lnTo>
                  <a:lnTo>
                    <a:pt x="2648" y="1482"/>
                  </a:lnTo>
                  <a:lnTo>
                    <a:pt x="2687" y="1442"/>
                  </a:lnTo>
                  <a:lnTo>
                    <a:pt x="2746" y="1442"/>
                  </a:lnTo>
                  <a:lnTo>
                    <a:pt x="2766" y="1462"/>
                  </a:lnTo>
                  <a:lnTo>
                    <a:pt x="2786" y="1462"/>
                  </a:lnTo>
                  <a:lnTo>
                    <a:pt x="2806" y="1482"/>
                  </a:lnTo>
                  <a:lnTo>
                    <a:pt x="2786" y="1502"/>
                  </a:lnTo>
                  <a:lnTo>
                    <a:pt x="2746" y="1502"/>
                  </a:lnTo>
                  <a:lnTo>
                    <a:pt x="2806" y="1541"/>
                  </a:lnTo>
                  <a:lnTo>
                    <a:pt x="2825" y="1561"/>
                  </a:lnTo>
                  <a:lnTo>
                    <a:pt x="2825" y="1541"/>
                  </a:lnTo>
                  <a:lnTo>
                    <a:pt x="2865" y="1561"/>
                  </a:lnTo>
                  <a:lnTo>
                    <a:pt x="2885" y="1581"/>
                  </a:lnTo>
                  <a:lnTo>
                    <a:pt x="2904" y="1640"/>
                  </a:lnTo>
                  <a:lnTo>
                    <a:pt x="2885" y="1699"/>
                  </a:lnTo>
                  <a:lnTo>
                    <a:pt x="2885" y="1759"/>
                  </a:lnTo>
                  <a:lnTo>
                    <a:pt x="2825" y="1759"/>
                  </a:lnTo>
                  <a:lnTo>
                    <a:pt x="2806" y="1719"/>
                  </a:lnTo>
                  <a:lnTo>
                    <a:pt x="2786" y="1660"/>
                  </a:lnTo>
                  <a:lnTo>
                    <a:pt x="2766" y="1600"/>
                  </a:lnTo>
                  <a:lnTo>
                    <a:pt x="2766" y="1660"/>
                  </a:lnTo>
                  <a:lnTo>
                    <a:pt x="2766" y="1680"/>
                  </a:lnTo>
                  <a:lnTo>
                    <a:pt x="2746" y="1699"/>
                  </a:lnTo>
                  <a:lnTo>
                    <a:pt x="2667" y="1660"/>
                  </a:lnTo>
                  <a:lnTo>
                    <a:pt x="2687" y="1719"/>
                  </a:lnTo>
                  <a:lnTo>
                    <a:pt x="2707" y="1739"/>
                  </a:lnTo>
                  <a:lnTo>
                    <a:pt x="2746" y="1739"/>
                  </a:lnTo>
                  <a:lnTo>
                    <a:pt x="2806" y="1778"/>
                  </a:lnTo>
                  <a:lnTo>
                    <a:pt x="2825" y="1798"/>
                  </a:lnTo>
                  <a:lnTo>
                    <a:pt x="2845" y="1818"/>
                  </a:lnTo>
                  <a:lnTo>
                    <a:pt x="2825" y="1838"/>
                  </a:lnTo>
                  <a:lnTo>
                    <a:pt x="2786" y="1857"/>
                  </a:lnTo>
                  <a:lnTo>
                    <a:pt x="2746" y="1877"/>
                  </a:lnTo>
                  <a:lnTo>
                    <a:pt x="2746" y="1838"/>
                  </a:lnTo>
                  <a:lnTo>
                    <a:pt x="2727" y="1897"/>
                  </a:lnTo>
                  <a:lnTo>
                    <a:pt x="2727" y="1936"/>
                  </a:lnTo>
                  <a:lnTo>
                    <a:pt x="2727" y="1976"/>
                  </a:lnTo>
                  <a:lnTo>
                    <a:pt x="2727" y="2015"/>
                  </a:lnTo>
                  <a:lnTo>
                    <a:pt x="2667" y="2015"/>
                  </a:lnTo>
                  <a:lnTo>
                    <a:pt x="2687" y="1976"/>
                  </a:lnTo>
                  <a:lnTo>
                    <a:pt x="2667" y="1936"/>
                  </a:lnTo>
                  <a:lnTo>
                    <a:pt x="2628" y="1877"/>
                  </a:lnTo>
                  <a:lnTo>
                    <a:pt x="2628" y="1857"/>
                  </a:lnTo>
                  <a:lnTo>
                    <a:pt x="2549" y="1857"/>
                  </a:lnTo>
                  <a:lnTo>
                    <a:pt x="2529" y="1838"/>
                  </a:lnTo>
                  <a:lnTo>
                    <a:pt x="2490" y="1818"/>
                  </a:lnTo>
                  <a:lnTo>
                    <a:pt x="2411" y="1680"/>
                  </a:lnTo>
                  <a:lnTo>
                    <a:pt x="2411" y="1719"/>
                  </a:lnTo>
                  <a:lnTo>
                    <a:pt x="2391" y="1739"/>
                  </a:lnTo>
                  <a:lnTo>
                    <a:pt x="2371" y="1778"/>
                  </a:lnTo>
                  <a:lnTo>
                    <a:pt x="2332" y="1778"/>
                  </a:lnTo>
                  <a:lnTo>
                    <a:pt x="2351" y="1818"/>
                  </a:lnTo>
                  <a:lnTo>
                    <a:pt x="2332" y="1857"/>
                  </a:lnTo>
                  <a:lnTo>
                    <a:pt x="2312" y="1917"/>
                  </a:lnTo>
                  <a:lnTo>
                    <a:pt x="2272" y="1976"/>
                  </a:lnTo>
                  <a:lnTo>
                    <a:pt x="2292" y="2015"/>
                  </a:lnTo>
                  <a:lnTo>
                    <a:pt x="2312" y="2055"/>
                  </a:lnTo>
                  <a:lnTo>
                    <a:pt x="2292" y="2055"/>
                  </a:lnTo>
                  <a:lnTo>
                    <a:pt x="2272" y="2035"/>
                  </a:lnTo>
                  <a:lnTo>
                    <a:pt x="2253" y="2015"/>
                  </a:lnTo>
                  <a:lnTo>
                    <a:pt x="2253" y="2035"/>
                  </a:lnTo>
                  <a:lnTo>
                    <a:pt x="2193" y="2154"/>
                  </a:lnTo>
                  <a:lnTo>
                    <a:pt x="2193" y="2233"/>
                  </a:lnTo>
                  <a:lnTo>
                    <a:pt x="2193" y="2312"/>
                  </a:lnTo>
                  <a:lnTo>
                    <a:pt x="2174" y="2331"/>
                  </a:lnTo>
                  <a:lnTo>
                    <a:pt x="2154" y="2331"/>
                  </a:lnTo>
                  <a:lnTo>
                    <a:pt x="2095" y="2312"/>
                  </a:lnTo>
                  <a:lnTo>
                    <a:pt x="2055" y="2391"/>
                  </a:lnTo>
                  <a:lnTo>
                    <a:pt x="2035" y="2450"/>
                  </a:lnTo>
                  <a:lnTo>
                    <a:pt x="2035" y="2588"/>
                  </a:lnTo>
                  <a:lnTo>
                    <a:pt x="2035" y="2726"/>
                  </a:lnTo>
                  <a:lnTo>
                    <a:pt x="2016" y="2805"/>
                  </a:lnTo>
                  <a:lnTo>
                    <a:pt x="1976" y="2884"/>
                  </a:lnTo>
                  <a:lnTo>
                    <a:pt x="1956" y="2825"/>
                  </a:lnTo>
                  <a:lnTo>
                    <a:pt x="1917" y="2884"/>
                  </a:lnTo>
                  <a:lnTo>
                    <a:pt x="1917" y="2924"/>
                  </a:lnTo>
                  <a:lnTo>
                    <a:pt x="1937" y="2944"/>
                  </a:lnTo>
                  <a:lnTo>
                    <a:pt x="1877" y="2963"/>
                  </a:lnTo>
                  <a:lnTo>
                    <a:pt x="1858" y="2983"/>
                  </a:lnTo>
                  <a:lnTo>
                    <a:pt x="1858" y="3062"/>
                  </a:lnTo>
                  <a:lnTo>
                    <a:pt x="1838" y="3121"/>
                  </a:lnTo>
                  <a:lnTo>
                    <a:pt x="1838" y="3161"/>
                  </a:lnTo>
                  <a:lnTo>
                    <a:pt x="1798" y="3181"/>
                  </a:lnTo>
                  <a:lnTo>
                    <a:pt x="1759" y="3200"/>
                  </a:lnTo>
                  <a:lnTo>
                    <a:pt x="1739" y="3240"/>
                  </a:lnTo>
                  <a:lnTo>
                    <a:pt x="1719" y="3260"/>
                  </a:lnTo>
                  <a:lnTo>
                    <a:pt x="1739" y="3319"/>
                  </a:lnTo>
                  <a:lnTo>
                    <a:pt x="1778" y="3378"/>
                  </a:lnTo>
                  <a:lnTo>
                    <a:pt x="1798" y="3437"/>
                  </a:lnTo>
                  <a:lnTo>
                    <a:pt x="1739" y="3398"/>
                  </a:lnTo>
                  <a:lnTo>
                    <a:pt x="1680" y="3398"/>
                  </a:lnTo>
                  <a:lnTo>
                    <a:pt x="1620" y="3615"/>
                  </a:lnTo>
                  <a:lnTo>
                    <a:pt x="1581" y="3813"/>
                  </a:lnTo>
                  <a:lnTo>
                    <a:pt x="1443" y="4208"/>
                  </a:lnTo>
                  <a:lnTo>
                    <a:pt x="1423" y="4188"/>
                  </a:lnTo>
                  <a:lnTo>
                    <a:pt x="1403" y="4247"/>
                  </a:lnTo>
                  <a:lnTo>
                    <a:pt x="1383" y="4326"/>
                  </a:lnTo>
                  <a:lnTo>
                    <a:pt x="1364" y="4465"/>
                  </a:lnTo>
                  <a:lnTo>
                    <a:pt x="1344" y="4623"/>
                  </a:lnTo>
                  <a:lnTo>
                    <a:pt x="1324" y="4682"/>
                  </a:lnTo>
                  <a:lnTo>
                    <a:pt x="1285" y="4741"/>
                  </a:lnTo>
                  <a:lnTo>
                    <a:pt x="1304" y="4820"/>
                  </a:lnTo>
                  <a:lnTo>
                    <a:pt x="1324" y="4860"/>
                  </a:lnTo>
                  <a:lnTo>
                    <a:pt x="1423" y="4860"/>
                  </a:lnTo>
                  <a:lnTo>
                    <a:pt x="1502" y="4879"/>
                  </a:lnTo>
                  <a:lnTo>
                    <a:pt x="1502" y="4919"/>
                  </a:lnTo>
                  <a:lnTo>
                    <a:pt x="1482" y="4958"/>
                  </a:lnTo>
                  <a:lnTo>
                    <a:pt x="1383" y="4958"/>
                  </a:lnTo>
                  <a:lnTo>
                    <a:pt x="1364" y="4978"/>
                  </a:lnTo>
                  <a:lnTo>
                    <a:pt x="1364" y="4998"/>
                  </a:lnTo>
                  <a:lnTo>
                    <a:pt x="1304" y="4978"/>
                  </a:lnTo>
                  <a:lnTo>
                    <a:pt x="1265" y="4939"/>
                  </a:lnTo>
                  <a:lnTo>
                    <a:pt x="1245" y="4899"/>
                  </a:lnTo>
                  <a:lnTo>
                    <a:pt x="1206" y="4879"/>
                  </a:lnTo>
                  <a:lnTo>
                    <a:pt x="1225" y="5037"/>
                  </a:lnTo>
                  <a:lnTo>
                    <a:pt x="1186" y="5077"/>
                  </a:lnTo>
                  <a:lnTo>
                    <a:pt x="1166" y="5136"/>
                  </a:lnTo>
                  <a:lnTo>
                    <a:pt x="1146" y="5195"/>
                  </a:lnTo>
                  <a:lnTo>
                    <a:pt x="1107" y="5235"/>
                  </a:lnTo>
                  <a:lnTo>
                    <a:pt x="1107" y="5215"/>
                  </a:lnTo>
                  <a:lnTo>
                    <a:pt x="1087" y="5195"/>
                  </a:lnTo>
                  <a:lnTo>
                    <a:pt x="1067" y="5176"/>
                  </a:lnTo>
                  <a:lnTo>
                    <a:pt x="1087" y="5156"/>
                  </a:lnTo>
                  <a:lnTo>
                    <a:pt x="1107" y="5176"/>
                  </a:lnTo>
                  <a:lnTo>
                    <a:pt x="1127" y="5116"/>
                  </a:lnTo>
                  <a:lnTo>
                    <a:pt x="1127" y="5097"/>
                  </a:lnTo>
                  <a:lnTo>
                    <a:pt x="1107" y="5057"/>
                  </a:lnTo>
                  <a:lnTo>
                    <a:pt x="1087" y="5018"/>
                  </a:lnTo>
                  <a:lnTo>
                    <a:pt x="1067" y="5156"/>
                  </a:lnTo>
                  <a:lnTo>
                    <a:pt x="1048" y="5235"/>
                  </a:lnTo>
                  <a:lnTo>
                    <a:pt x="1008" y="5274"/>
                  </a:lnTo>
                  <a:lnTo>
                    <a:pt x="1048" y="5294"/>
                  </a:lnTo>
                  <a:lnTo>
                    <a:pt x="1048" y="5334"/>
                  </a:lnTo>
                  <a:lnTo>
                    <a:pt x="1048" y="5373"/>
                  </a:lnTo>
                  <a:lnTo>
                    <a:pt x="1067" y="5393"/>
                  </a:lnTo>
                  <a:lnTo>
                    <a:pt x="1048" y="5393"/>
                  </a:lnTo>
                  <a:lnTo>
                    <a:pt x="1067" y="5413"/>
                  </a:lnTo>
                  <a:lnTo>
                    <a:pt x="1087" y="5452"/>
                  </a:lnTo>
                  <a:lnTo>
                    <a:pt x="1087" y="5492"/>
                  </a:lnTo>
                  <a:lnTo>
                    <a:pt x="988" y="5472"/>
                  </a:lnTo>
                  <a:lnTo>
                    <a:pt x="988" y="5492"/>
                  </a:lnTo>
                  <a:lnTo>
                    <a:pt x="1028" y="5492"/>
                  </a:lnTo>
                  <a:lnTo>
                    <a:pt x="1048" y="5511"/>
                  </a:lnTo>
                  <a:lnTo>
                    <a:pt x="1028" y="5571"/>
                  </a:lnTo>
                  <a:lnTo>
                    <a:pt x="1008" y="5650"/>
                  </a:lnTo>
                  <a:lnTo>
                    <a:pt x="949" y="5709"/>
                  </a:lnTo>
                  <a:lnTo>
                    <a:pt x="909" y="5729"/>
                  </a:lnTo>
                  <a:lnTo>
                    <a:pt x="870" y="5729"/>
                  </a:lnTo>
                  <a:lnTo>
                    <a:pt x="870" y="5768"/>
                  </a:lnTo>
                  <a:lnTo>
                    <a:pt x="890" y="5808"/>
                  </a:lnTo>
                  <a:lnTo>
                    <a:pt x="890" y="5827"/>
                  </a:lnTo>
                  <a:lnTo>
                    <a:pt x="870" y="5867"/>
                  </a:lnTo>
                  <a:lnTo>
                    <a:pt x="830" y="5827"/>
                  </a:lnTo>
                  <a:lnTo>
                    <a:pt x="751" y="6025"/>
                  </a:lnTo>
                  <a:lnTo>
                    <a:pt x="692" y="6143"/>
                  </a:lnTo>
                  <a:lnTo>
                    <a:pt x="633" y="6222"/>
                  </a:lnTo>
                  <a:lnTo>
                    <a:pt x="613" y="6361"/>
                  </a:lnTo>
                  <a:lnTo>
                    <a:pt x="613" y="6440"/>
                  </a:lnTo>
                  <a:lnTo>
                    <a:pt x="633" y="6499"/>
                  </a:lnTo>
                  <a:lnTo>
                    <a:pt x="653" y="6479"/>
                  </a:lnTo>
                  <a:lnTo>
                    <a:pt x="672" y="6460"/>
                  </a:lnTo>
                  <a:lnTo>
                    <a:pt x="692" y="6440"/>
                  </a:lnTo>
                  <a:lnTo>
                    <a:pt x="732" y="6479"/>
                  </a:lnTo>
                  <a:lnTo>
                    <a:pt x="751" y="6519"/>
                  </a:lnTo>
                  <a:lnTo>
                    <a:pt x="751" y="6539"/>
                  </a:lnTo>
                  <a:lnTo>
                    <a:pt x="732" y="6598"/>
                  </a:lnTo>
                  <a:lnTo>
                    <a:pt x="692" y="6598"/>
                  </a:lnTo>
                  <a:lnTo>
                    <a:pt x="672" y="6618"/>
                  </a:lnTo>
                  <a:lnTo>
                    <a:pt x="653" y="6637"/>
                  </a:lnTo>
                  <a:lnTo>
                    <a:pt x="633" y="6598"/>
                  </a:lnTo>
                  <a:lnTo>
                    <a:pt x="593" y="6598"/>
                  </a:lnTo>
                  <a:lnTo>
                    <a:pt x="574" y="6618"/>
                  </a:lnTo>
                  <a:lnTo>
                    <a:pt x="554" y="6677"/>
                  </a:lnTo>
                  <a:lnTo>
                    <a:pt x="534" y="6716"/>
                  </a:lnTo>
                  <a:lnTo>
                    <a:pt x="514" y="6736"/>
                  </a:lnTo>
                  <a:lnTo>
                    <a:pt x="475" y="6736"/>
                  </a:lnTo>
                  <a:lnTo>
                    <a:pt x="495" y="6776"/>
                  </a:lnTo>
                  <a:lnTo>
                    <a:pt x="475" y="6815"/>
                  </a:lnTo>
                  <a:lnTo>
                    <a:pt x="475" y="6874"/>
                  </a:lnTo>
                  <a:lnTo>
                    <a:pt x="495" y="6934"/>
                  </a:lnTo>
                  <a:lnTo>
                    <a:pt x="455" y="6914"/>
                  </a:lnTo>
                  <a:lnTo>
                    <a:pt x="455" y="6894"/>
                  </a:lnTo>
                  <a:lnTo>
                    <a:pt x="455" y="6874"/>
                  </a:lnTo>
                  <a:lnTo>
                    <a:pt x="435" y="6855"/>
                  </a:lnTo>
                  <a:lnTo>
                    <a:pt x="435" y="6914"/>
                  </a:lnTo>
                  <a:lnTo>
                    <a:pt x="396" y="6894"/>
                  </a:lnTo>
                  <a:lnTo>
                    <a:pt x="376" y="6934"/>
                  </a:lnTo>
                  <a:lnTo>
                    <a:pt x="376" y="6953"/>
                  </a:lnTo>
                  <a:lnTo>
                    <a:pt x="416" y="7013"/>
                  </a:lnTo>
                  <a:lnTo>
                    <a:pt x="435" y="7072"/>
                  </a:lnTo>
                  <a:lnTo>
                    <a:pt x="455" y="7131"/>
                  </a:lnTo>
                  <a:lnTo>
                    <a:pt x="455" y="7171"/>
                  </a:lnTo>
                  <a:lnTo>
                    <a:pt x="376" y="7092"/>
                  </a:lnTo>
                  <a:lnTo>
                    <a:pt x="376" y="7131"/>
                  </a:lnTo>
                  <a:lnTo>
                    <a:pt x="396" y="7190"/>
                  </a:lnTo>
                  <a:lnTo>
                    <a:pt x="416" y="7250"/>
                  </a:lnTo>
                  <a:lnTo>
                    <a:pt x="416" y="7289"/>
                  </a:lnTo>
                  <a:lnTo>
                    <a:pt x="396" y="7289"/>
                  </a:lnTo>
                  <a:lnTo>
                    <a:pt x="396" y="7348"/>
                  </a:lnTo>
                  <a:lnTo>
                    <a:pt x="376" y="7329"/>
                  </a:lnTo>
                  <a:lnTo>
                    <a:pt x="416" y="7388"/>
                  </a:lnTo>
                  <a:lnTo>
                    <a:pt x="416" y="7447"/>
                  </a:lnTo>
                  <a:lnTo>
                    <a:pt x="416" y="7506"/>
                  </a:lnTo>
                  <a:lnTo>
                    <a:pt x="435" y="7546"/>
                  </a:lnTo>
                  <a:lnTo>
                    <a:pt x="356" y="7566"/>
                  </a:lnTo>
                  <a:lnTo>
                    <a:pt x="337" y="7585"/>
                  </a:lnTo>
                  <a:lnTo>
                    <a:pt x="356" y="7625"/>
                  </a:lnTo>
                  <a:lnTo>
                    <a:pt x="258" y="7585"/>
                  </a:lnTo>
                  <a:lnTo>
                    <a:pt x="277" y="7526"/>
                  </a:lnTo>
                  <a:lnTo>
                    <a:pt x="297" y="7526"/>
                  </a:lnTo>
                  <a:lnTo>
                    <a:pt x="337" y="7506"/>
                  </a:lnTo>
                  <a:lnTo>
                    <a:pt x="337" y="7447"/>
                  </a:lnTo>
                  <a:lnTo>
                    <a:pt x="277" y="7467"/>
                  </a:lnTo>
                  <a:lnTo>
                    <a:pt x="238" y="7506"/>
                  </a:lnTo>
                  <a:lnTo>
                    <a:pt x="159" y="7605"/>
                  </a:lnTo>
                  <a:lnTo>
                    <a:pt x="100" y="7724"/>
                  </a:lnTo>
                  <a:lnTo>
                    <a:pt x="60" y="7842"/>
                  </a:lnTo>
                  <a:lnTo>
                    <a:pt x="60" y="7901"/>
                  </a:lnTo>
                  <a:lnTo>
                    <a:pt x="40" y="7980"/>
                  </a:lnTo>
                  <a:lnTo>
                    <a:pt x="1" y="8040"/>
                  </a:lnTo>
                  <a:lnTo>
                    <a:pt x="1" y="8119"/>
                  </a:lnTo>
                  <a:lnTo>
                    <a:pt x="1265" y="8790"/>
                  </a:lnTo>
                  <a:lnTo>
                    <a:pt x="1383" y="8652"/>
                  </a:lnTo>
                  <a:lnTo>
                    <a:pt x="1423" y="8593"/>
                  </a:lnTo>
                  <a:lnTo>
                    <a:pt x="1423" y="8514"/>
                  </a:lnTo>
                  <a:lnTo>
                    <a:pt x="1304" y="8533"/>
                  </a:lnTo>
                  <a:lnTo>
                    <a:pt x="1383" y="8593"/>
                  </a:lnTo>
                  <a:lnTo>
                    <a:pt x="1324" y="8593"/>
                  </a:lnTo>
                  <a:lnTo>
                    <a:pt x="1265" y="8553"/>
                  </a:lnTo>
                  <a:lnTo>
                    <a:pt x="1166" y="8454"/>
                  </a:lnTo>
                  <a:lnTo>
                    <a:pt x="1186" y="8454"/>
                  </a:lnTo>
                  <a:lnTo>
                    <a:pt x="1206" y="8415"/>
                  </a:lnTo>
                  <a:lnTo>
                    <a:pt x="1245" y="8415"/>
                  </a:lnTo>
                  <a:lnTo>
                    <a:pt x="1245" y="8336"/>
                  </a:lnTo>
                  <a:lnTo>
                    <a:pt x="1206" y="8336"/>
                  </a:lnTo>
                  <a:lnTo>
                    <a:pt x="1206" y="8356"/>
                  </a:lnTo>
                  <a:lnTo>
                    <a:pt x="1186" y="8356"/>
                  </a:lnTo>
                  <a:lnTo>
                    <a:pt x="1166" y="8336"/>
                  </a:lnTo>
                  <a:lnTo>
                    <a:pt x="1225" y="8277"/>
                  </a:lnTo>
                  <a:lnTo>
                    <a:pt x="1265" y="8277"/>
                  </a:lnTo>
                  <a:lnTo>
                    <a:pt x="1285" y="8316"/>
                  </a:lnTo>
                  <a:lnTo>
                    <a:pt x="1285" y="8277"/>
                  </a:lnTo>
                  <a:lnTo>
                    <a:pt x="1285" y="8237"/>
                  </a:lnTo>
                  <a:lnTo>
                    <a:pt x="1285" y="8198"/>
                  </a:lnTo>
                  <a:lnTo>
                    <a:pt x="1245" y="8198"/>
                  </a:lnTo>
                  <a:lnTo>
                    <a:pt x="1265" y="8178"/>
                  </a:lnTo>
                  <a:lnTo>
                    <a:pt x="1304" y="8198"/>
                  </a:lnTo>
                  <a:lnTo>
                    <a:pt x="1364" y="8277"/>
                  </a:lnTo>
                  <a:lnTo>
                    <a:pt x="1403" y="8257"/>
                  </a:lnTo>
                  <a:lnTo>
                    <a:pt x="1423" y="8257"/>
                  </a:lnTo>
                  <a:lnTo>
                    <a:pt x="1482" y="8296"/>
                  </a:lnTo>
                  <a:lnTo>
                    <a:pt x="1502" y="8217"/>
                  </a:lnTo>
                  <a:lnTo>
                    <a:pt x="1541" y="8237"/>
                  </a:lnTo>
                  <a:lnTo>
                    <a:pt x="1561" y="8277"/>
                  </a:lnTo>
                  <a:lnTo>
                    <a:pt x="1581" y="8237"/>
                  </a:lnTo>
                  <a:lnTo>
                    <a:pt x="1581" y="8198"/>
                  </a:lnTo>
                  <a:lnTo>
                    <a:pt x="1581" y="8178"/>
                  </a:lnTo>
                  <a:lnTo>
                    <a:pt x="1620" y="8158"/>
                  </a:lnTo>
                  <a:lnTo>
                    <a:pt x="1561" y="8099"/>
                  </a:lnTo>
                  <a:lnTo>
                    <a:pt x="1680" y="8000"/>
                  </a:lnTo>
                  <a:lnTo>
                    <a:pt x="1739" y="7882"/>
                  </a:lnTo>
                  <a:lnTo>
                    <a:pt x="1680" y="7882"/>
                  </a:lnTo>
                  <a:lnTo>
                    <a:pt x="1660" y="7842"/>
                  </a:lnTo>
                  <a:lnTo>
                    <a:pt x="1680" y="7822"/>
                  </a:lnTo>
                  <a:lnTo>
                    <a:pt x="1719" y="7803"/>
                  </a:lnTo>
                  <a:lnTo>
                    <a:pt x="1778" y="7763"/>
                  </a:lnTo>
                  <a:lnTo>
                    <a:pt x="1798" y="7743"/>
                  </a:lnTo>
                  <a:lnTo>
                    <a:pt x="1798" y="7704"/>
                  </a:lnTo>
                  <a:lnTo>
                    <a:pt x="1798" y="7645"/>
                  </a:lnTo>
                  <a:lnTo>
                    <a:pt x="1798" y="7585"/>
                  </a:lnTo>
                  <a:lnTo>
                    <a:pt x="1759" y="7546"/>
                  </a:lnTo>
                  <a:lnTo>
                    <a:pt x="1719" y="7526"/>
                  </a:lnTo>
                  <a:lnTo>
                    <a:pt x="1719" y="7506"/>
                  </a:lnTo>
                  <a:lnTo>
                    <a:pt x="1739" y="7487"/>
                  </a:lnTo>
                  <a:lnTo>
                    <a:pt x="1798" y="7487"/>
                  </a:lnTo>
                  <a:lnTo>
                    <a:pt x="1739" y="7368"/>
                  </a:lnTo>
                  <a:lnTo>
                    <a:pt x="1739" y="7329"/>
                  </a:lnTo>
                  <a:lnTo>
                    <a:pt x="1759" y="7309"/>
                  </a:lnTo>
                  <a:lnTo>
                    <a:pt x="1778" y="7289"/>
                  </a:lnTo>
                  <a:lnTo>
                    <a:pt x="1798" y="7408"/>
                  </a:lnTo>
                  <a:lnTo>
                    <a:pt x="1838" y="7408"/>
                  </a:lnTo>
                  <a:lnTo>
                    <a:pt x="1858" y="7368"/>
                  </a:lnTo>
                  <a:lnTo>
                    <a:pt x="1877" y="7309"/>
                  </a:lnTo>
                  <a:lnTo>
                    <a:pt x="1917" y="7269"/>
                  </a:lnTo>
                  <a:lnTo>
                    <a:pt x="1858" y="7131"/>
                  </a:lnTo>
                  <a:lnTo>
                    <a:pt x="1798" y="6953"/>
                  </a:lnTo>
                  <a:lnTo>
                    <a:pt x="1739" y="6934"/>
                  </a:lnTo>
                  <a:lnTo>
                    <a:pt x="1680" y="6914"/>
                  </a:lnTo>
                  <a:lnTo>
                    <a:pt x="1620" y="6874"/>
                  </a:lnTo>
                  <a:lnTo>
                    <a:pt x="1581" y="6815"/>
                  </a:lnTo>
                  <a:lnTo>
                    <a:pt x="1620" y="6815"/>
                  </a:lnTo>
                  <a:lnTo>
                    <a:pt x="1640" y="6795"/>
                  </a:lnTo>
                  <a:lnTo>
                    <a:pt x="1680" y="6756"/>
                  </a:lnTo>
                  <a:lnTo>
                    <a:pt x="1719" y="6716"/>
                  </a:lnTo>
                  <a:lnTo>
                    <a:pt x="1759" y="6736"/>
                  </a:lnTo>
                  <a:lnTo>
                    <a:pt x="1818" y="6716"/>
                  </a:lnTo>
                  <a:lnTo>
                    <a:pt x="1858" y="6736"/>
                  </a:lnTo>
                  <a:lnTo>
                    <a:pt x="1858" y="6776"/>
                  </a:lnTo>
                  <a:lnTo>
                    <a:pt x="1798" y="6776"/>
                  </a:lnTo>
                  <a:lnTo>
                    <a:pt x="1759" y="6795"/>
                  </a:lnTo>
                  <a:lnTo>
                    <a:pt x="1759" y="6815"/>
                  </a:lnTo>
                  <a:lnTo>
                    <a:pt x="1858" y="6795"/>
                  </a:lnTo>
                  <a:lnTo>
                    <a:pt x="1976" y="6736"/>
                  </a:lnTo>
                  <a:lnTo>
                    <a:pt x="2016" y="6776"/>
                  </a:lnTo>
                  <a:lnTo>
                    <a:pt x="2016" y="6835"/>
                  </a:lnTo>
                  <a:lnTo>
                    <a:pt x="1976" y="6815"/>
                  </a:lnTo>
                  <a:lnTo>
                    <a:pt x="1956" y="6815"/>
                  </a:lnTo>
                  <a:lnTo>
                    <a:pt x="1956" y="6855"/>
                  </a:lnTo>
                  <a:lnTo>
                    <a:pt x="1976" y="6874"/>
                  </a:lnTo>
                  <a:lnTo>
                    <a:pt x="2035" y="6874"/>
                  </a:lnTo>
                  <a:lnTo>
                    <a:pt x="2095" y="6855"/>
                  </a:lnTo>
                  <a:lnTo>
                    <a:pt x="2134" y="6874"/>
                  </a:lnTo>
                  <a:lnTo>
                    <a:pt x="2134" y="6815"/>
                  </a:lnTo>
                  <a:lnTo>
                    <a:pt x="2134" y="6795"/>
                  </a:lnTo>
                  <a:lnTo>
                    <a:pt x="2114" y="6795"/>
                  </a:lnTo>
                  <a:lnTo>
                    <a:pt x="2154" y="6776"/>
                  </a:lnTo>
                  <a:lnTo>
                    <a:pt x="2174" y="6756"/>
                  </a:lnTo>
                  <a:lnTo>
                    <a:pt x="2174" y="6677"/>
                  </a:lnTo>
                  <a:lnTo>
                    <a:pt x="2174" y="6618"/>
                  </a:lnTo>
                  <a:lnTo>
                    <a:pt x="2193" y="6578"/>
                  </a:lnTo>
                  <a:lnTo>
                    <a:pt x="2233" y="6558"/>
                  </a:lnTo>
                  <a:lnTo>
                    <a:pt x="2174" y="6558"/>
                  </a:lnTo>
                  <a:lnTo>
                    <a:pt x="2154" y="6519"/>
                  </a:lnTo>
                  <a:lnTo>
                    <a:pt x="2174" y="6479"/>
                  </a:lnTo>
                  <a:lnTo>
                    <a:pt x="2193" y="6479"/>
                  </a:lnTo>
                  <a:lnTo>
                    <a:pt x="2253" y="6460"/>
                  </a:lnTo>
                  <a:lnTo>
                    <a:pt x="2253" y="6420"/>
                  </a:lnTo>
                  <a:lnTo>
                    <a:pt x="2233" y="6381"/>
                  </a:lnTo>
                  <a:lnTo>
                    <a:pt x="2253" y="6341"/>
                  </a:lnTo>
                  <a:lnTo>
                    <a:pt x="2253" y="6321"/>
                  </a:lnTo>
                  <a:lnTo>
                    <a:pt x="2233" y="6321"/>
                  </a:lnTo>
                  <a:lnTo>
                    <a:pt x="2174" y="6301"/>
                  </a:lnTo>
                  <a:lnTo>
                    <a:pt x="2114" y="6301"/>
                  </a:lnTo>
                  <a:lnTo>
                    <a:pt x="2095" y="6282"/>
                  </a:lnTo>
                  <a:lnTo>
                    <a:pt x="2095" y="6262"/>
                  </a:lnTo>
                  <a:lnTo>
                    <a:pt x="2055" y="6203"/>
                  </a:lnTo>
                  <a:lnTo>
                    <a:pt x="2075" y="6163"/>
                  </a:lnTo>
                  <a:lnTo>
                    <a:pt x="2095" y="6143"/>
                  </a:lnTo>
                  <a:lnTo>
                    <a:pt x="2114" y="6104"/>
                  </a:lnTo>
                  <a:lnTo>
                    <a:pt x="2154" y="6104"/>
                  </a:lnTo>
                  <a:lnTo>
                    <a:pt x="2154" y="6124"/>
                  </a:lnTo>
                  <a:lnTo>
                    <a:pt x="2134" y="6163"/>
                  </a:lnTo>
                  <a:lnTo>
                    <a:pt x="2154" y="6203"/>
                  </a:lnTo>
                  <a:lnTo>
                    <a:pt x="2174" y="6025"/>
                  </a:lnTo>
                  <a:lnTo>
                    <a:pt x="2213" y="6025"/>
                  </a:lnTo>
                  <a:lnTo>
                    <a:pt x="2233" y="6045"/>
                  </a:lnTo>
                  <a:lnTo>
                    <a:pt x="2233" y="6084"/>
                  </a:lnTo>
                  <a:lnTo>
                    <a:pt x="2213" y="6124"/>
                  </a:lnTo>
                  <a:lnTo>
                    <a:pt x="2253" y="6084"/>
                  </a:lnTo>
                  <a:lnTo>
                    <a:pt x="2272" y="6025"/>
                  </a:lnTo>
                  <a:lnTo>
                    <a:pt x="2253" y="5985"/>
                  </a:lnTo>
                  <a:lnTo>
                    <a:pt x="2213" y="5926"/>
                  </a:lnTo>
                  <a:lnTo>
                    <a:pt x="2253" y="5887"/>
                  </a:lnTo>
                  <a:lnTo>
                    <a:pt x="2292" y="5847"/>
                  </a:lnTo>
                  <a:lnTo>
                    <a:pt x="2312" y="5887"/>
                  </a:lnTo>
                  <a:lnTo>
                    <a:pt x="2371" y="5926"/>
                  </a:lnTo>
                  <a:lnTo>
                    <a:pt x="2411" y="5966"/>
                  </a:lnTo>
                  <a:lnTo>
                    <a:pt x="2430" y="6005"/>
                  </a:lnTo>
                  <a:lnTo>
                    <a:pt x="2411" y="6045"/>
                  </a:lnTo>
                  <a:lnTo>
                    <a:pt x="2391" y="6045"/>
                  </a:lnTo>
                  <a:lnTo>
                    <a:pt x="2371" y="6025"/>
                  </a:lnTo>
                  <a:lnTo>
                    <a:pt x="2332" y="6005"/>
                  </a:lnTo>
                  <a:lnTo>
                    <a:pt x="2312" y="6005"/>
                  </a:lnTo>
                  <a:lnTo>
                    <a:pt x="2292" y="6025"/>
                  </a:lnTo>
                  <a:lnTo>
                    <a:pt x="2371" y="6045"/>
                  </a:lnTo>
                  <a:lnTo>
                    <a:pt x="2351" y="6064"/>
                  </a:lnTo>
                  <a:lnTo>
                    <a:pt x="2332" y="6104"/>
                  </a:lnTo>
                  <a:lnTo>
                    <a:pt x="2351" y="6163"/>
                  </a:lnTo>
                  <a:lnTo>
                    <a:pt x="2312" y="6163"/>
                  </a:lnTo>
                  <a:lnTo>
                    <a:pt x="2312" y="6124"/>
                  </a:lnTo>
                  <a:lnTo>
                    <a:pt x="2272" y="6222"/>
                  </a:lnTo>
                  <a:lnTo>
                    <a:pt x="2272" y="6262"/>
                  </a:lnTo>
                  <a:lnTo>
                    <a:pt x="2292" y="6321"/>
                  </a:lnTo>
                  <a:lnTo>
                    <a:pt x="2332" y="6301"/>
                  </a:lnTo>
                  <a:lnTo>
                    <a:pt x="2351" y="6262"/>
                  </a:lnTo>
                  <a:lnTo>
                    <a:pt x="2371" y="6183"/>
                  </a:lnTo>
                  <a:lnTo>
                    <a:pt x="2411" y="6104"/>
                  </a:lnTo>
                  <a:lnTo>
                    <a:pt x="2430" y="6084"/>
                  </a:lnTo>
                  <a:lnTo>
                    <a:pt x="2470" y="6064"/>
                  </a:lnTo>
                  <a:lnTo>
                    <a:pt x="2430" y="5847"/>
                  </a:lnTo>
                  <a:lnTo>
                    <a:pt x="2332" y="5847"/>
                  </a:lnTo>
                  <a:lnTo>
                    <a:pt x="2292" y="5808"/>
                  </a:lnTo>
                  <a:lnTo>
                    <a:pt x="2351" y="5808"/>
                  </a:lnTo>
                  <a:lnTo>
                    <a:pt x="2411" y="5788"/>
                  </a:lnTo>
                  <a:lnTo>
                    <a:pt x="2450" y="5748"/>
                  </a:lnTo>
                  <a:lnTo>
                    <a:pt x="2490" y="5709"/>
                  </a:lnTo>
                  <a:lnTo>
                    <a:pt x="2470" y="5709"/>
                  </a:lnTo>
                  <a:lnTo>
                    <a:pt x="2450" y="5689"/>
                  </a:lnTo>
                  <a:lnTo>
                    <a:pt x="2430" y="5630"/>
                  </a:lnTo>
                  <a:lnTo>
                    <a:pt x="2411" y="5590"/>
                  </a:lnTo>
                  <a:lnTo>
                    <a:pt x="2391" y="5571"/>
                  </a:lnTo>
                  <a:lnTo>
                    <a:pt x="2371" y="5571"/>
                  </a:lnTo>
                  <a:lnTo>
                    <a:pt x="2371" y="5590"/>
                  </a:lnTo>
                  <a:lnTo>
                    <a:pt x="2351" y="5610"/>
                  </a:lnTo>
                  <a:lnTo>
                    <a:pt x="2312" y="5610"/>
                  </a:lnTo>
                  <a:lnTo>
                    <a:pt x="2312" y="5571"/>
                  </a:lnTo>
                  <a:lnTo>
                    <a:pt x="2272" y="5551"/>
                  </a:lnTo>
                  <a:lnTo>
                    <a:pt x="2253" y="5551"/>
                  </a:lnTo>
                  <a:lnTo>
                    <a:pt x="2233" y="5531"/>
                  </a:lnTo>
                  <a:lnTo>
                    <a:pt x="2272" y="5472"/>
                  </a:lnTo>
                  <a:lnTo>
                    <a:pt x="2312" y="5492"/>
                  </a:lnTo>
                  <a:lnTo>
                    <a:pt x="2332" y="5492"/>
                  </a:lnTo>
                  <a:lnTo>
                    <a:pt x="2371" y="5452"/>
                  </a:lnTo>
                  <a:lnTo>
                    <a:pt x="2450" y="5551"/>
                  </a:lnTo>
                  <a:lnTo>
                    <a:pt x="2430" y="5373"/>
                  </a:lnTo>
                  <a:lnTo>
                    <a:pt x="2430" y="5255"/>
                  </a:lnTo>
                  <a:lnTo>
                    <a:pt x="2450" y="5156"/>
                  </a:lnTo>
                  <a:lnTo>
                    <a:pt x="2470" y="5195"/>
                  </a:lnTo>
                  <a:lnTo>
                    <a:pt x="2509" y="5235"/>
                  </a:lnTo>
                  <a:lnTo>
                    <a:pt x="2529" y="5314"/>
                  </a:lnTo>
                  <a:lnTo>
                    <a:pt x="2529" y="5353"/>
                  </a:lnTo>
                  <a:lnTo>
                    <a:pt x="2549" y="5393"/>
                  </a:lnTo>
                  <a:lnTo>
                    <a:pt x="2588" y="5413"/>
                  </a:lnTo>
                  <a:lnTo>
                    <a:pt x="2628" y="5432"/>
                  </a:lnTo>
                  <a:lnTo>
                    <a:pt x="2628" y="5393"/>
                  </a:lnTo>
                  <a:lnTo>
                    <a:pt x="2608" y="5353"/>
                  </a:lnTo>
                  <a:lnTo>
                    <a:pt x="2588" y="5334"/>
                  </a:lnTo>
                  <a:lnTo>
                    <a:pt x="2608" y="5294"/>
                  </a:lnTo>
                  <a:lnTo>
                    <a:pt x="2628" y="5294"/>
                  </a:lnTo>
                  <a:lnTo>
                    <a:pt x="2648" y="5274"/>
                  </a:lnTo>
                  <a:lnTo>
                    <a:pt x="2687" y="5215"/>
                  </a:lnTo>
                  <a:lnTo>
                    <a:pt x="2687" y="5136"/>
                  </a:lnTo>
                  <a:lnTo>
                    <a:pt x="2707" y="5077"/>
                  </a:lnTo>
                  <a:lnTo>
                    <a:pt x="2648" y="5097"/>
                  </a:lnTo>
                  <a:lnTo>
                    <a:pt x="2648" y="5057"/>
                  </a:lnTo>
                  <a:lnTo>
                    <a:pt x="2648" y="5037"/>
                  </a:lnTo>
                  <a:lnTo>
                    <a:pt x="2687" y="4978"/>
                  </a:lnTo>
                  <a:lnTo>
                    <a:pt x="2707" y="4998"/>
                  </a:lnTo>
                  <a:lnTo>
                    <a:pt x="2707" y="4939"/>
                  </a:lnTo>
                  <a:lnTo>
                    <a:pt x="2707" y="4899"/>
                  </a:lnTo>
                  <a:lnTo>
                    <a:pt x="2727" y="4840"/>
                  </a:lnTo>
                  <a:lnTo>
                    <a:pt x="2766" y="4781"/>
                  </a:lnTo>
                  <a:lnTo>
                    <a:pt x="2766" y="4721"/>
                  </a:lnTo>
                  <a:lnTo>
                    <a:pt x="2746" y="4721"/>
                  </a:lnTo>
                  <a:lnTo>
                    <a:pt x="2727" y="4741"/>
                  </a:lnTo>
                  <a:lnTo>
                    <a:pt x="2727" y="4781"/>
                  </a:lnTo>
                  <a:lnTo>
                    <a:pt x="2727" y="4820"/>
                  </a:lnTo>
                  <a:lnTo>
                    <a:pt x="2667" y="4840"/>
                  </a:lnTo>
                  <a:lnTo>
                    <a:pt x="2648" y="4860"/>
                  </a:lnTo>
                  <a:lnTo>
                    <a:pt x="2608" y="4840"/>
                  </a:lnTo>
                  <a:lnTo>
                    <a:pt x="2628" y="4761"/>
                  </a:lnTo>
                  <a:lnTo>
                    <a:pt x="2628" y="4682"/>
                  </a:lnTo>
                  <a:lnTo>
                    <a:pt x="2628" y="4623"/>
                  </a:lnTo>
                  <a:lnTo>
                    <a:pt x="2648" y="4544"/>
                  </a:lnTo>
                  <a:lnTo>
                    <a:pt x="2608" y="4563"/>
                  </a:lnTo>
                  <a:lnTo>
                    <a:pt x="2588" y="4524"/>
                  </a:lnTo>
                  <a:lnTo>
                    <a:pt x="2608" y="4504"/>
                  </a:lnTo>
                  <a:lnTo>
                    <a:pt x="2628" y="4425"/>
                  </a:lnTo>
                  <a:lnTo>
                    <a:pt x="2667" y="4405"/>
                  </a:lnTo>
                  <a:lnTo>
                    <a:pt x="2687" y="4405"/>
                  </a:lnTo>
                  <a:lnTo>
                    <a:pt x="2707" y="4445"/>
                  </a:lnTo>
                  <a:lnTo>
                    <a:pt x="2727" y="4484"/>
                  </a:lnTo>
                  <a:lnTo>
                    <a:pt x="2746" y="4504"/>
                  </a:lnTo>
                  <a:lnTo>
                    <a:pt x="2766" y="4484"/>
                  </a:lnTo>
                  <a:lnTo>
                    <a:pt x="2766" y="4524"/>
                  </a:lnTo>
                  <a:lnTo>
                    <a:pt x="2766" y="4563"/>
                  </a:lnTo>
                  <a:lnTo>
                    <a:pt x="2766" y="4603"/>
                  </a:lnTo>
                  <a:lnTo>
                    <a:pt x="2786" y="4623"/>
                  </a:lnTo>
                  <a:lnTo>
                    <a:pt x="2904" y="4603"/>
                  </a:lnTo>
                  <a:lnTo>
                    <a:pt x="2904" y="4563"/>
                  </a:lnTo>
                  <a:lnTo>
                    <a:pt x="2924" y="4544"/>
                  </a:lnTo>
                  <a:lnTo>
                    <a:pt x="2964" y="4504"/>
                  </a:lnTo>
                  <a:lnTo>
                    <a:pt x="2983" y="4484"/>
                  </a:lnTo>
                  <a:lnTo>
                    <a:pt x="2924" y="4504"/>
                  </a:lnTo>
                  <a:lnTo>
                    <a:pt x="2904" y="4484"/>
                  </a:lnTo>
                  <a:lnTo>
                    <a:pt x="2904" y="4465"/>
                  </a:lnTo>
                  <a:lnTo>
                    <a:pt x="2944" y="4445"/>
                  </a:lnTo>
                  <a:lnTo>
                    <a:pt x="2825" y="4425"/>
                  </a:lnTo>
                  <a:lnTo>
                    <a:pt x="2806" y="4465"/>
                  </a:lnTo>
                  <a:lnTo>
                    <a:pt x="2825" y="4504"/>
                  </a:lnTo>
                  <a:lnTo>
                    <a:pt x="2825" y="4544"/>
                  </a:lnTo>
                  <a:lnTo>
                    <a:pt x="2786" y="4563"/>
                  </a:lnTo>
                  <a:lnTo>
                    <a:pt x="2786" y="4484"/>
                  </a:lnTo>
                  <a:lnTo>
                    <a:pt x="2746" y="4445"/>
                  </a:lnTo>
                  <a:lnTo>
                    <a:pt x="2727" y="4386"/>
                  </a:lnTo>
                  <a:lnTo>
                    <a:pt x="2746" y="4326"/>
                  </a:lnTo>
                  <a:lnTo>
                    <a:pt x="2766" y="4326"/>
                  </a:lnTo>
                  <a:lnTo>
                    <a:pt x="2766" y="4346"/>
                  </a:lnTo>
                  <a:lnTo>
                    <a:pt x="2766" y="4366"/>
                  </a:lnTo>
                  <a:lnTo>
                    <a:pt x="2786" y="4346"/>
                  </a:lnTo>
                  <a:lnTo>
                    <a:pt x="2786" y="4307"/>
                  </a:lnTo>
                  <a:lnTo>
                    <a:pt x="2786" y="4267"/>
                  </a:lnTo>
                  <a:lnTo>
                    <a:pt x="2806" y="4228"/>
                  </a:lnTo>
                  <a:lnTo>
                    <a:pt x="2845" y="4307"/>
                  </a:lnTo>
                  <a:lnTo>
                    <a:pt x="2865" y="4326"/>
                  </a:lnTo>
                  <a:lnTo>
                    <a:pt x="2904" y="4326"/>
                  </a:lnTo>
                  <a:lnTo>
                    <a:pt x="2845" y="4267"/>
                  </a:lnTo>
                  <a:lnTo>
                    <a:pt x="2885" y="4247"/>
                  </a:lnTo>
                  <a:lnTo>
                    <a:pt x="2904" y="4247"/>
                  </a:lnTo>
                  <a:lnTo>
                    <a:pt x="2904" y="4228"/>
                  </a:lnTo>
                  <a:lnTo>
                    <a:pt x="2885" y="4228"/>
                  </a:lnTo>
                  <a:lnTo>
                    <a:pt x="2865" y="4208"/>
                  </a:lnTo>
                  <a:lnTo>
                    <a:pt x="2865" y="4168"/>
                  </a:lnTo>
                  <a:lnTo>
                    <a:pt x="2924" y="4168"/>
                  </a:lnTo>
                  <a:lnTo>
                    <a:pt x="2944" y="4129"/>
                  </a:lnTo>
                  <a:lnTo>
                    <a:pt x="2924" y="4109"/>
                  </a:lnTo>
                  <a:lnTo>
                    <a:pt x="2924" y="4089"/>
                  </a:lnTo>
                  <a:lnTo>
                    <a:pt x="2904" y="4030"/>
                  </a:lnTo>
                  <a:lnTo>
                    <a:pt x="2885" y="4050"/>
                  </a:lnTo>
                  <a:lnTo>
                    <a:pt x="2865" y="4070"/>
                  </a:lnTo>
                  <a:lnTo>
                    <a:pt x="2825" y="4070"/>
                  </a:lnTo>
                  <a:lnTo>
                    <a:pt x="2786" y="4030"/>
                  </a:lnTo>
                  <a:lnTo>
                    <a:pt x="2766" y="3991"/>
                  </a:lnTo>
                  <a:lnTo>
                    <a:pt x="2806" y="3911"/>
                  </a:lnTo>
                  <a:lnTo>
                    <a:pt x="2806" y="3852"/>
                  </a:lnTo>
                  <a:lnTo>
                    <a:pt x="2845" y="3813"/>
                  </a:lnTo>
                  <a:lnTo>
                    <a:pt x="2904" y="3793"/>
                  </a:lnTo>
                  <a:lnTo>
                    <a:pt x="2865" y="3734"/>
                  </a:lnTo>
                  <a:lnTo>
                    <a:pt x="2904" y="3753"/>
                  </a:lnTo>
                  <a:lnTo>
                    <a:pt x="2924" y="3714"/>
                  </a:lnTo>
                  <a:lnTo>
                    <a:pt x="2944" y="3655"/>
                  </a:lnTo>
                  <a:lnTo>
                    <a:pt x="2964" y="3674"/>
                  </a:lnTo>
                  <a:lnTo>
                    <a:pt x="2983" y="3694"/>
                  </a:lnTo>
                  <a:lnTo>
                    <a:pt x="2964" y="3734"/>
                  </a:lnTo>
                  <a:lnTo>
                    <a:pt x="2964" y="3793"/>
                  </a:lnTo>
                  <a:lnTo>
                    <a:pt x="2983" y="3832"/>
                  </a:lnTo>
                  <a:lnTo>
                    <a:pt x="3023" y="3852"/>
                  </a:lnTo>
                  <a:lnTo>
                    <a:pt x="3043" y="3832"/>
                  </a:lnTo>
                  <a:lnTo>
                    <a:pt x="3062" y="3832"/>
                  </a:lnTo>
                  <a:lnTo>
                    <a:pt x="3122" y="3872"/>
                  </a:lnTo>
                  <a:lnTo>
                    <a:pt x="3102" y="3832"/>
                  </a:lnTo>
                  <a:lnTo>
                    <a:pt x="3082" y="3813"/>
                  </a:lnTo>
                  <a:lnTo>
                    <a:pt x="3023" y="3793"/>
                  </a:lnTo>
                  <a:lnTo>
                    <a:pt x="2983" y="3753"/>
                  </a:lnTo>
                  <a:lnTo>
                    <a:pt x="3023" y="3753"/>
                  </a:lnTo>
                  <a:lnTo>
                    <a:pt x="3043" y="3714"/>
                  </a:lnTo>
                  <a:lnTo>
                    <a:pt x="3062" y="3694"/>
                  </a:lnTo>
                  <a:lnTo>
                    <a:pt x="3102" y="3714"/>
                  </a:lnTo>
                  <a:lnTo>
                    <a:pt x="3102" y="3674"/>
                  </a:lnTo>
                  <a:lnTo>
                    <a:pt x="3082" y="3655"/>
                  </a:lnTo>
                  <a:lnTo>
                    <a:pt x="3082" y="3615"/>
                  </a:lnTo>
                  <a:lnTo>
                    <a:pt x="3082" y="3595"/>
                  </a:lnTo>
                  <a:lnTo>
                    <a:pt x="3201" y="3655"/>
                  </a:lnTo>
                  <a:lnTo>
                    <a:pt x="3181" y="3635"/>
                  </a:lnTo>
                  <a:lnTo>
                    <a:pt x="3201" y="3615"/>
                  </a:lnTo>
                  <a:lnTo>
                    <a:pt x="3240" y="3595"/>
                  </a:lnTo>
                  <a:lnTo>
                    <a:pt x="3201" y="3576"/>
                  </a:lnTo>
                  <a:lnTo>
                    <a:pt x="3181" y="3576"/>
                  </a:lnTo>
                  <a:lnTo>
                    <a:pt x="3181" y="3595"/>
                  </a:lnTo>
                  <a:lnTo>
                    <a:pt x="3161" y="3576"/>
                  </a:lnTo>
                  <a:lnTo>
                    <a:pt x="3161" y="3556"/>
                  </a:lnTo>
                  <a:lnTo>
                    <a:pt x="3161" y="3516"/>
                  </a:lnTo>
                  <a:lnTo>
                    <a:pt x="3181" y="3497"/>
                  </a:lnTo>
                  <a:lnTo>
                    <a:pt x="3181" y="3477"/>
                  </a:lnTo>
                  <a:lnTo>
                    <a:pt x="3201" y="3457"/>
                  </a:lnTo>
                  <a:lnTo>
                    <a:pt x="3220" y="3418"/>
                  </a:lnTo>
                  <a:lnTo>
                    <a:pt x="3240" y="3378"/>
                  </a:lnTo>
                  <a:lnTo>
                    <a:pt x="3280" y="3339"/>
                  </a:lnTo>
                  <a:lnTo>
                    <a:pt x="3220" y="3319"/>
                  </a:lnTo>
                  <a:lnTo>
                    <a:pt x="3201" y="3319"/>
                  </a:lnTo>
                  <a:lnTo>
                    <a:pt x="3201" y="3339"/>
                  </a:lnTo>
                  <a:lnTo>
                    <a:pt x="3201" y="3358"/>
                  </a:lnTo>
                  <a:lnTo>
                    <a:pt x="3201" y="3398"/>
                  </a:lnTo>
                  <a:lnTo>
                    <a:pt x="3201" y="3418"/>
                  </a:lnTo>
                  <a:lnTo>
                    <a:pt x="3141" y="3418"/>
                  </a:lnTo>
                  <a:lnTo>
                    <a:pt x="3141" y="3339"/>
                  </a:lnTo>
                  <a:lnTo>
                    <a:pt x="3181" y="3240"/>
                  </a:lnTo>
                  <a:lnTo>
                    <a:pt x="3201" y="3141"/>
                  </a:lnTo>
                  <a:lnTo>
                    <a:pt x="3220" y="3102"/>
                  </a:lnTo>
                  <a:lnTo>
                    <a:pt x="3201" y="3042"/>
                  </a:lnTo>
                  <a:lnTo>
                    <a:pt x="3260" y="3023"/>
                  </a:lnTo>
                  <a:lnTo>
                    <a:pt x="3280" y="3023"/>
                  </a:lnTo>
                  <a:lnTo>
                    <a:pt x="3299" y="3062"/>
                  </a:lnTo>
                  <a:lnTo>
                    <a:pt x="3339" y="3082"/>
                  </a:lnTo>
                  <a:lnTo>
                    <a:pt x="3339" y="3141"/>
                  </a:lnTo>
                  <a:lnTo>
                    <a:pt x="3319" y="3181"/>
                  </a:lnTo>
                  <a:lnTo>
                    <a:pt x="3280" y="3220"/>
                  </a:lnTo>
                  <a:lnTo>
                    <a:pt x="3280" y="3260"/>
                  </a:lnTo>
                  <a:lnTo>
                    <a:pt x="3319" y="3200"/>
                  </a:lnTo>
                  <a:lnTo>
                    <a:pt x="3359" y="3121"/>
                  </a:lnTo>
                  <a:lnTo>
                    <a:pt x="3359" y="3042"/>
                  </a:lnTo>
                  <a:lnTo>
                    <a:pt x="3359" y="2983"/>
                  </a:lnTo>
                  <a:lnTo>
                    <a:pt x="3378" y="2944"/>
                  </a:lnTo>
                  <a:lnTo>
                    <a:pt x="3398" y="2944"/>
                  </a:lnTo>
                  <a:lnTo>
                    <a:pt x="3477" y="2924"/>
                  </a:lnTo>
                  <a:lnTo>
                    <a:pt x="3536" y="2884"/>
                  </a:lnTo>
                  <a:lnTo>
                    <a:pt x="3556" y="2865"/>
                  </a:lnTo>
                  <a:lnTo>
                    <a:pt x="3576" y="2825"/>
                  </a:lnTo>
                  <a:lnTo>
                    <a:pt x="3497" y="2825"/>
                  </a:lnTo>
                  <a:lnTo>
                    <a:pt x="3457" y="2845"/>
                  </a:lnTo>
                  <a:lnTo>
                    <a:pt x="3457" y="2805"/>
                  </a:lnTo>
                  <a:lnTo>
                    <a:pt x="3477" y="2786"/>
                  </a:lnTo>
                  <a:lnTo>
                    <a:pt x="3497" y="2746"/>
                  </a:lnTo>
                  <a:lnTo>
                    <a:pt x="3477" y="2726"/>
                  </a:lnTo>
                  <a:lnTo>
                    <a:pt x="3457" y="2746"/>
                  </a:lnTo>
                  <a:lnTo>
                    <a:pt x="3438" y="2746"/>
                  </a:lnTo>
                  <a:lnTo>
                    <a:pt x="3418" y="2726"/>
                  </a:lnTo>
                  <a:lnTo>
                    <a:pt x="3457" y="2687"/>
                  </a:lnTo>
                  <a:lnTo>
                    <a:pt x="3477" y="2687"/>
                  </a:lnTo>
                  <a:lnTo>
                    <a:pt x="3497" y="2707"/>
                  </a:lnTo>
                  <a:lnTo>
                    <a:pt x="3517" y="2667"/>
                  </a:lnTo>
                  <a:lnTo>
                    <a:pt x="3517" y="2647"/>
                  </a:lnTo>
                  <a:lnTo>
                    <a:pt x="3576" y="2647"/>
                  </a:lnTo>
                  <a:lnTo>
                    <a:pt x="3615" y="2628"/>
                  </a:lnTo>
                  <a:lnTo>
                    <a:pt x="3615" y="2608"/>
                  </a:lnTo>
                  <a:lnTo>
                    <a:pt x="3596" y="2568"/>
                  </a:lnTo>
                  <a:lnTo>
                    <a:pt x="3576" y="2568"/>
                  </a:lnTo>
                  <a:lnTo>
                    <a:pt x="3576" y="2588"/>
                  </a:lnTo>
                  <a:lnTo>
                    <a:pt x="3576" y="2608"/>
                  </a:lnTo>
                  <a:lnTo>
                    <a:pt x="3536" y="2588"/>
                  </a:lnTo>
                  <a:lnTo>
                    <a:pt x="3497" y="2549"/>
                  </a:lnTo>
                  <a:lnTo>
                    <a:pt x="3477" y="2470"/>
                  </a:lnTo>
                  <a:lnTo>
                    <a:pt x="3517" y="2470"/>
                  </a:lnTo>
                  <a:lnTo>
                    <a:pt x="3536" y="2410"/>
                  </a:lnTo>
                  <a:lnTo>
                    <a:pt x="3556" y="2430"/>
                  </a:lnTo>
                  <a:lnTo>
                    <a:pt x="3556" y="2470"/>
                  </a:lnTo>
                  <a:lnTo>
                    <a:pt x="3536" y="2489"/>
                  </a:lnTo>
                  <a:lnTo>
                    <a:pt x="3556" y="2529"/>
                  </a:lnTo>
                  <a:lnTo>
                    <a:pt x="3596" y="2450"/>
                  </a:lnTo>
                  <a:lnTo>
                    <a:pt x="3576" y="2470"/>
                  </a:lnTo>
                  <a:lnTo>
                    <a:pt x="3556" y="2351"/>
                  </a:lnTo>
                  <a:lnTo>
                    <a:pt x="3536" y="2391"/>
                  </a:lnTo>
                  <a:lnTo>
                    <a:pt x="3517" y="2371"/>
                  </a:lnTo>
                  <a:lnTo>
                    <a:pt x="3477" y="2351"/>
                  </a:lnTo>
                  <a:lnTo>
                    <a:pt x="3477" y="2331"/>
                  </a:lnTo>
                  <a:lnTo>
                    <a:pt x="3536" y="2252"/>
                  </a:lnTo>
                  <a:lnTo>
                    <a:pt x="3576" y="2233"/>
                  </a:lnTo>
                  <a:lnTo>
                    <a:pt x="3615" y="2252"/>
                  </a:lnTo>
                  <a:lnTo>
                    <a:pt x="3576" y="2213"/>
                  </a:lnTo>
                  <a:lnTo>
                    <a:pt x="3576" y="2173"/>
                  </a:lnTo>
                  <a:lnTo>
                    <a:pt x="3596" y="2094"/>
                  </a:lnTo>
                  <a:lnTo>
                    <a:pt x="3536" y="2094"/>
                  </a:lnTo>
                  <a:lnTo>
                    <a:pt x="3517" y="2035"/>
                  </a:lnTo>
                  <a:lnTo>
                    <a:pt x="3615" y="1996"/>
                  </a:lnTo>
                  <a:lnTo>
                    <a:pt x="3615" y="2035"/>
                  </a:lnTo>
                  <a:lnTo>
                    <a:pt x="3734" y="2035"/>
                  </a:lnTo>
                  <a:lnTo>
                    <a:pt x="3754" y="2075"/>
                  </a:lnTo>
                  <a:lnTo>
                    <a:pt x="3754" y="2114"/>
                  </a:lnTo>
                  <a:lnTo>
                    <a:pt x="3694" y="2173"/>
                  </a:lnTo>
                  <a:lnTo>
                    <a:pt x="3754" y="2154"/>
                  </a:lnTo>
                  <a:lnTo>
                    <a:pt x="3773" y="2134"/>
                  </a:lnTo>
                  <a:lnTo>
                    <a:pt x="3773" y="2114"/>
                  </a:lnTo>
                  <a:lnTo>
                    <a:pt x="3773" y="2075"/>
                  </a:lnTo>
                  <a:lnTo>
                    <a:pt x="3754" y="2015"/>
                  </a:lnTo>
                  <a:lnTo>
                    <a:pt x="3754" y="1996"/>
                  </a:lnTo>
                  <a:lnTo>
                    <a:pt x="3773" y="1956"/>
                  </a:lnTo>
                  <a:lnTo>
                    <a:pt x="3813" y="1976"/>
                  </a:lnTo>
                  <a:lnTo>
                    <a:pt x="3833" y="2015"/>
                  </a:lnTo>
                  <a:lnTo>
                    <a:pt x="3833" y="1956"/>
                  </a:lnTo>
                  <a:lnTo>
                    <a:pt x="3833" y="1917"/>
                  </a:lnTo>
                  <a:lnTo>
                    <a:pt x="3852" y="1897"/>
                  </a:lnTo>
                  <a:lnTo>
                    <a:pt x="3793" y="1897"/>
                  </a:lnTo>
                  <a:lnTo>
                    <a:pt x="3754" y="1877"/>
                  </a:lnTo>
                  <a:lnTo>
                    <a:pt x="3734" y="1838"/>
                  </a:lnTo>
                  <a:lnTo>
                    <a:pt x="3852" y="1798"/>
                  </a:lnTo>
                  <a:lnTo>
                    <a:pt x="3872" y="1778"/>
                  </a:lnTo>
                  <a:lnTo>
                    <a:pt x="3872" y="1759"/>
                  </a:lnTo>
                  <a:lnTo>
                    <a:pt x="3833" y="1739"/>
                  </a:lnTo>
                  <a:lnTo>
                    <a:pt x="3793" y="1699"/>
                  </a:lnTo>
                  <a:lnTo>
                    <a:pt x="3773" y="1660"/>
                  </a:lnTo>
                  <a:lnTo>
                    <a:pt x="3694" y="1660"/>
                  </a:lnTo>
                  <a:lnTo>
                    <a:pt x="3675" y="1640"/>
                  </a:lnTo>
                  <a:lnTo>
                    <a:pt x="3675" y="1600"/>
                  </a:lnTo>
                  <a:lnTo>
                    <a:pt x="3694" y="1581"/>
                  </a:lnTo>
                  <a:lnTo>
                    <a:pt x="3655" y="1541"/>
                  </a:lnTo>
                  <a:lnTo>
                    <a:pt x="3655" y="1581"/>
                  </a:lnTo>
                  <a:lnTo>
                    <a:pt x="3655" y="1600"/>
                  </a:lnTo>
                  <a:lnTo>
                    <a:pt x="3655" y="1640"/>
                  </a:lnTo>
                  <a:lnTo>
                    <a:pt x="3655" y="1660"/>
                  </a:lnTo>
                  <a:lnTo>
                    <a:pt x="3615" y="1640"/>
                  </a:lnTo>
                  <a:lnTo>
                    <a:pt x="3596" y="1620"/>
                  </a:lnTo>
                  <a:lnTo>
                    <a:pt x="3615" y="1581"/>
                  </a:lnTo>
                  <a:lnTo>
                    <a:pt x="3596" y="1541"/>
                  </a:lnTo>
                  <a:lnTo>
                    <a:pt x="3675" y="1482"/>
                  </a:lnTo>
                  <a:lnTo>
                    <a:pt x="3754" y="1442"/>
                  </a:lnTo>
                  <a:lnTo>
                    <a:pt x="3833" y="1502"/>
                  </a:lnTo>
                  <a:lnTo>
                    <a:pt x="3872" y="1561"/>
                  </a:lnTo>
                  <a:lnTo>
                    <a:pt x="3931" y="1640"/>
                  </a:lnTo>
                  <a:lnTo>
                    <a:pt x="3971" y="1660"/>
                  </a:lnTo>
                  <a:lnTo>
                    <a:pt x="4010" y="1680"/>
                  </a:lnTo>
                  <a:lnTo>
                    <a:pt x="4050" y="1521"/>
                  </a:lnTo>
                  <a:lnTo>
                    <a:pt x="4089" y="1442"/>
                  </a:lnTo>
                  <a:lnTo>
                    <a:pt x="4129" y="1403"/>
                  </a:lnTo>
                  <a:lnTo>
                    <a:pt x="4109" y="1344"/>
                  </a:lnTo>
                  <a:lnTo>
                    <a:pt x="4070" y="1304"/>
                  </a:lnTo>
                  <a:lnTo>
                    <a:pt x="4030" y="1284"/>
                  </a:lnTo>
                  <a:lnTo>
                    <a:pt x="3971" y="1265"/>
                  </a:lnTo>
                  <a:lnTo>
                    <a:pt x="3971" y="1205"/>
                  </a:lnTo>
                  <a:lnTo>
                    <a:pt x="4010" y="1186"/>
                  </a:lnTo>
                  <a:lnTo>
                    <a:pt x="4030" y="1245"/>
                  </a:lnTo>
                  <a:lnTo>
                    <a:pt x="4030" y="1107"/>
                  </a:lnTo>
                  <a:lnTo>
                    <a:pt x="4050" y="1028"/>
                  </a:lnTo>
                  <a:lnTo>
                    <a:pt x="4070" y="949"/>
                  </a:lnTo>
                  <a:lnTo>
                    <a:pt x="4070" y="909"/>
                  </a:lnTo>
                  <a:lnTo>
                    <a:pt x="4030" y="889"/>
                  </a:lnTo>
                  <a:lnTo>
                    <a:pt x="3931" y="870"/>
                  </a:lnTo>
                  <a:lnTo>
                    <a:pt x="3951" y="791"/>
                  </a:lnTo>
                  <a:lnTo>
                    <a:pt x="3931" y="810"/>
                  </a:lnTo>
                  <a:lnTo>
                    <a:pt x="3892" y="771"/>
                  </a:lnTo>
                  <a:lnTo>
                    <a:pt x="3892" y="731"/>
                  </a:lnTo>
                  <a:lnTo>
                    <a:pt x="3931" y="672"/>
                  </a:lnTo>
                  <a:lnTo>
                    <a:pt x="3971" y="692"/>
                  </a:lnTo>
                  <a:lnTo>
                    <a:pt x="3991" y="712"/>
                  </a:lnTo>
                  <a:lnTo>
                    <a:pt x="4010" y="692"/>
                  </a:lnTo>
                  <a:lnTo>
                    <a:pt x="4030" y="672"/>
                  </a:lnTo>
                  <a:lnTo>
                    <a:pt x="4030" y="633"/>
                  </a:lnTo>
                  <a:lnTo>
                    <a:pt x="4030" y="593"/>
                  </a:lnTo>
                  <a:lnTo>
                    <a:pt x="4089" y="633"/>
                  </a:lnTo>
                  <a:lnTo>
                    <a:pt x="4089" y="672"/>
                  </a:lnTo>
                  <a:lnTo>
                    <a:pt x="4070" y="692"/>
                  </a:lnTo>
                  <a:lnTo>
                    <a:pt x="4050" y="692"/>
                  </a:lnTo>
                  <a:lnTo>
                    <a:pt x="4050" y="791"/>
                  </a:lnTo>
                  <a:lnTo>
                    <a:pt x="4070" y="731"/>
                  </a:lnTo>
                  <a:lnTo>
                    <a:pt x="4129" y="692"/>
                  </a:lnTo>
                  <a:lnTo>
                    <a:pt x="4188" y="692"/>
                  </a:lnTo>
                  <a:lnTo>
                    <a:pt x="4247" y="712"/>
                  </a:lnTo>
                  <a:lnTo>
                    <a:pt x="4228" y="672"/>
                  </a:lnTo>
                  <a:lnTo>
                    <a:pt x="4149" y="672"/>
                  </a:lnTo>
                  <a:lnTo>
                    <a:pt x="4149" y="652"/>
                  </a:lnTo>
                  <a:lnTo>
                    <a:pt x="4149" y="633"/>
                  </a:lnTo>
                  <a:lnTo>
                    <a:pt x="4228" y="573"/>
                  </a:lnTo>
                  <a:lnTo>
                    <a:pt x="4267" y="514"/>
                  </a:lnTo>
                  <a:lnTo>
                    <a:pt x="3141" y="139"/>
                  </a:lnTo>
                  <a:lnTo>
                    <a:pt x="3102" y="178"/>
                  </a:lnTo>
                  <a:lnTo>
                    <a:pt x="3082" y="119"/>
                  </a:lnTo>
                  <a:lnTo>
                    <a:pt x="3082" y="99"/>
                  </a:lnTo>
                  <a:lnTo>
                    <a:pt x="3102" y="119"/>
                  </a:lnTo>
                  <a:lnTo>
                    <a:pt x="3082" y="80"/>
                  </a:lnTo>
                  <a:lnTo>
                    <a:pt x="3102" y="60"/>
                  </a:lnTo>
                  <a:lnTo>
                    <a:pt x="3082" y="20"/>
                  </a:lnTo>
                  <a:lnTo>
                    <a:pt x="306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
            <p:cNvSpPr/>
            <p:nvPr/>
          </p:nvSpPr>
          <p:spPr>
            <a:xfrm>
              <a:off x="4577504" y="-1215512"/>
              <a:ext cx="789" cy="789"/>
            </a:xfrm>
            <a:custGeom>
              <a:rect b="b" l="l" r="r" t="t"/>
              <a:pathLst>
                <a:path extrusionOk="0" h="21" w="21">
                  <a:moveTo>
                    <a:pt x="1" y="1"/>
                  </a:moveTo>
                  <a:lnTo>
                    <a:pt x="1" y="1"/>
                  </a:lnTo>
                  <a:lnTo>
                    <a:pt x="21" y="20"/>
                  </a:lnTo>
                  <a:lnTo>
                    <a:pt x="21" y="20"/>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
            <p:cNvSpPr/>
            <p:nvPr/>
          </p:nvSpPr>
          <p:spPr>
            <a:xfrm>
              <a:off x="4712644" y="-2018156"/>
              <a:ext cx="789" cy="38"/>
            </a:xfrm>
            <a:custGeom>
              <a:rect b="b" l="l" r="r" t="t"/>
              <a:pathLst>
                <a:path extrusionOk="0" h="1" w="21">
                  <a:moveTo>
                    <a:pt x="1" y="1"/>
                  </a:moveTo>
                  <a:lnTo>
                    <a:pt x="1" y="1"/>
                  </a:lnTo>
                  <a:lnTo>
                    <a:pt x="20" y="1"/>
                  </a:lnTo>
                  <a:lnTo>
                    <a:pt x="20" y="1"/>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
            <p:cNvSpPr/>
            <p:nvPr/>
          </p:nvSpPr>
          <p:spPr>
            <a:xfrm>
              <a:off x="4622049" y="-2251296"/>
              <a:ext cx="96569" cy="297788"/>
            </a:xfrm>
            <a:custGeom>
              <a:rect b="b" l="l" r="r" t="t"/>
              <a:pathLst>
                <a:path extrusionOk="0" h="7922" w="2569">
                  <a:moveTo>
                    <a:pt x="1206" y="60"/>
                  </a:moveTo>
                  <a:lnTo>
                    <a:pt x="1186" y="79"/>
                  </a:lnTo>
                  <a:lnTo>
                    <a:pt x="1186" y="119"/>
                  </a:lnTo>
                  <a:lnTo>
                    <a:pt x="1226" y="178"/>
                  </a:lnTo>
                  <a:lnTo>
                    <a:pt x="1245" y="237"/>
                  </a:lnTo>
                  <a:lnTo>
                    <a:pt x="1245" y="257"/>
                  </a:lnTo>
                  <a:lnTo>
                    <a:pt x="1206" y="277"/>
                  </a:lnTo>
                  <a:lnTo>
                    <a:pt x="1245" y="297"/>
                  </a:lnTo>
                  <a:lnTo>
                    <a:pt x="1265" y="316"/>
                  </a:lnTo>
                  <a:lnTo>
                    <a:pt x="1344" y="336"/>
                  </a:lnTo>
                  <a:lnTo>
                    <a:pt x="1344" y="376"/>
                  </a:lnTo>
                  <a:lnTo>
                    <a:pt x="1384" y="356"/>
                  </a:lnTo>
                  <a:lnTo>
                    <a:pt x="1463" y="316"/>
                  </a:lnTo>
                  <a:lnTo>
                    <a:pt x="1364" y="218"/>
                  </a:lnTo>
                  <a:lnTo>
                    <a:pt x="1344" y="178"/>
                  </a:lnTo>
                  <a:lnTo>
                    <a:pt x="1324" y="99"/>
                  </a:lnTo>
                  <a:lnTo>
                    <a:pt x="1285" y="99"/>
                  </a:lnTo>
                  <a:lnTo>
                    <a:pt x="1265" y="79"/>
                  </a:lnTo>
                  <a:lnTo>
                    <a:pt x="1245" y="60"/>
                  </a:lnTo>
                  <a:close/>
                  <a:moveTo>
                    <a:pt x="21" y="593"/>
                  </a:moveTo>
                  <a:lnTo>
                    <a:pt x="60" y="613"/>
                  </a:lnTo>
                  <a:lnTo>
                    <a:pt x="60" y="593"/>
                  </a:lnTo>
                  <a:close/>
                  <a:moveTo>
                    <a:pt x="1265" y="1521"/>
                  </a:moveTo>
                  <a:lnTo>
                    <a:pt x="1265" y="1561"/>
                  </a:lnTo>
                  <a:lnTo>
                    <a:pt x="1285" y="1581"/>
                  </a:lnTo>
                  <a:lnTo>
                    <a:pt x="1305" y="1600"/>
                  </a:lnTo>
                  <a:lnTo>
                    <a:pt x="1305" y="1561"/>
                  </a:lnTo>
                  <a:lnTo>
                    <a:pt x="1305" y="1541"/>
                  </a:lnTo>
                  <a:lnTo>
                    <a:pt x="1265" y="1521"/>
                  </a:lnTo>
                  <a:close/>
                  <a:moveTo>
                    <a:pt x="2068" y="5065"/>
                  </a:moveTo>
                  <a:lnTo>
                    <a:pt x="2075" y="5077"/>
                  </a:lnTo>
                  <a:lnTo>
                    <a:pt x="2079" y="5073"/>
                  </a:lnTo>
                  <a:lnTo>
                    <a:pt x="2079" y="5073"/>
                  </a:lnTo>
                  <a:lnTo>
                    <a:pt x="2068" y="5065"/>
                  </a:lnTo>
                  <a:close/>
                  <a:moveTo>
                    <a:pt x="2095" y="5057"/>
                  </a:moveTo>
                  <a:lnTo>
                    <a:pt x="2079" y="5073"/>
                  </a:lnTo>
                  <a:lnTo>
                    <a:pt x="2079" y="5073"/>
                  </a:lnTo>
                  <a:lnTo>
                    <a:pt x="2114" y="5096"/>
                  </a:lnTo>
                  <a:lnTo>
                    <a:pt x="2154" y="5136"/>
                  </a:lnTo>
                  <a:lnTo>
                    <a:pt x="2174" y="5136"/>
                  </a:lnTo>
                  <a:lnTo>
                    <a:pt x="2174" y="5096"/>
                  </a:lnTo>
                  <a:lnTo>
                    <a:pt x="2174" y="5077"/>
                  </a:lnTo>
                  <a:lnTo>
                    <a:pt x="2193" y="5057"/>
                  </a:lnTo>
                  <a:close/>
                  <a:moveTo>
                    <a:pt x="613" y="5254"/>
                  </a:moveTo>
                  <a:lnTo>
                    <a:pt x="673" y="5373"/>
                  </a:lnTo>
                  <a:lnTo>
                    <a:pt x="673" y="5393"/>
                  </a:lnTo>
                  <a:lnTo>
                    <a:pt x="692" y="5373"/>
                  </a:lnTo>
                  <a:lnTo>
                    <a:pt x="712" y="5373"/>
                  </a:lnTo>
                  <a:lnTo>
                    <a:pt x="692" y="5314"/>
                  </a:lnTo>
                  <a:lnTo>
                    <a:pt x="673" y="5294"/>
                  </a:lnTo>
                  <a:lnTo>
                    <a:pt x="653" y="5294"/>
                  </a:lnTo>
                  <a:lnTo>
                    <a:pt x="613" y="5254"/>
                  </a:lnTo>
                  <a:close/>
                  <a:moveTo>
                    <a:pt x="890" y="0"/>
                  </a:moveTo>
                  <a:lnTo>
                    <a:pt x="850" y="60"/>
                  </a:lnTo>
                  <a:lnTo>
                    <a:pt x="850" y="139"/>
                  </a:lnTo>
                  <a:lnTo>
                    <a:pt x="811" y="139"/>
                  </a:lnTo>
                  <a:lnTo>
                    <a:pt x="791" y="119"/>
                  </a:lnTo>
                  <a:lnTo>
                    <a:pt x="811" y="79"/>
                  </a:lnTo>
                  <a:lnTo>
                    <a:pt x="21" y="119"/>
                  </a:lnTo>
                  <a:lnTo>
                    <a:pt x="1" y="158"/>
                  </a:lnTo>
                  <a:lnTo>
                    <a:pt x="40" y="139"/>
                  </a:lnTo>
                  <a:lnTo>
                    <a:pt x="80" y="158"/>
                  </a:lnTo>
                  <a:lnTo>
                    <a:pt x="179" y="158"/>
                  </a:lnTo>
                  <a:lnTo>
                    <a:pt x="218" y="198"/>
                  </a:lnTo>
                  <a:lnTo>
                    <a:pt x="218" y="237"/>
                  </a:lnTo>
                  <a:lnTo>
                    <a:pt x="218" y="297"/>
                  </a:lnTo>
                  <a:lnTo>
                    <a:pt x="179" y="297"/>
                  </a:lnTo>
                  <a:lnTo>
                    <a:pt x="159" y="277"/>
                  </a:lnTo>
                  <a:lnTo>
                    <a:pt x="119" y="237"/>
                  </a:lnTo>
                  <a:lnTo>
                    <a:pt x="80" y="198"/>
                  </a:lnTo>
                  <a:lnTo>
                    <a:pt x="60" y="198"/>
                  </a:lnTo>
                  <a:lnTo>
                    <a:pt x="21" y="218"/>
                  </a:lnTo>
                  <a:lnTo>
                    <a:pt x="21" y="237"/>
                  </a:lnTo>
                  <a:lnTo>
                    <a:pt x="40" y="257"/>
                  </a:lnTo>
                  <a:lnTo>
                    <a:pt x="80" y="257"/>
                  </a:lnTo>
                  <a:lnTo>
                    <a:pt x="100" y="237"/>
                  </a:lnTo>
                  <a:lnTo>
                    <a:pt x="80" y="336"/>
                  </a:lnTo>
                  <a:lnTo>
                    <a:pt x="40" y="395"/>
                  </a:lnTo>
                  <a:lnTo>
                    <a:pt x="1" y="435"/>
                  </a:lnTo>
                  <a:lnTo>
                    <a:pt x="40" y="474"/>
                  </a:lnTo>
                  <a:lnTo>
                    <a:pt x="80" y="514"/>
                  </a:lnTo>
                  <a:lnTo>
                    <a:pt x="100" y="534"/>
                  </a:lnTo>
                  <a:lnTo>
                    <a:pt x="159" y="573"/>
                  </a:lnTo>
                  <a:lnTo>
                    <a:pt x="139" y="553"/>
                  </a:lnTo>
                  <a:lnTo>
                    <a:pt x="119" y="534"/>
                  </a:lnTo>
                  <a:lnTo>
                    <a:pt x="100" y="514"/>
                  </a:lnTo>
                  <a:lnTo>
                    <a:pt x="119" y="494"/>
                  </a:lnTo>
                  <a:lnTo>
                    <a:pt x="218" y="534"/>
                  </a:lnTo>
                  <a:lnTo>
                    <a:pt x="198" y="593"/>
                  </a:lnTo>
                  <a:lnTo>
                    <a:pt x="179" y="632"/>
                  </a:lnTo>
                  <a:lnTo>
                    <a:pt x="139" y="712"/>
                  </a:lnTo>
                  <a:lnTo>
                    <a:pt x="80" y="652"/>
                  </a:lnTo>
                  <a:lnTo>
                    <a:pt x="100" y="652"/>
                  </a:lnTo>
                  <a:lnTo>
                    <a:pt x="80" y="632"/>
                  </a:lnTo>
                  <a:lnTo>
                    <a:pt x="60" y="613"/>
                  </a:lnTo>
                  <a:lnTo>
                    <a:pt x="60" y="652"/>
                  </a:lnTo>
                  <a:lnTo>
                    <a:pt x="60" y="692"/>
                  </a:lnTo>
                  <a:lnTo>
                    <a:pt x="80" y="712"/>
                  </a:lnTo>
                  <a:lnTo>
                    <a:pt x="60" y="712"/>
                  </a:lnTo>
                  <a:lnTo>
                    <a:pt x="80" y="751"/>
                  </a:lnTo>
                  <a:lnTo>
                    <a:pt x="80" y="791"/>
                  </a:lnTo>
                  <a:lnTo>
                    <a:pt x="60" y="850"/>
                  </a:lnTo>
                  <a:lnTo>
                    <a:pt x="40" y="889"/>
                  </a:lnTo>
                  <a:lnTo>
                    <a:pt x="40" y="909"/>
                  </a:lnTo>
                  <a:lnTo>
                    <a:pt x="60" y="929"/>
                  </a:lnTo>
                  <a:lnTo>
                    <a:pt x="119" y="949"/>
                  </a:lnTo>
                  <a:lnTo>
                    <a:pt x="159" y="929"/>
                  </a:lnTo>
                  <a:lnTo>
                    <a:pt x="179" y="909"/>
                  </a:lnTo>
                  <a:lnTo>
                    <a:pt x="218" y="909"/>
                  </a:lnTo>
                  <a:lnTo>
                    <a:pt x="198" y="929"/>
                  </a:lnTo>
                  <a:lnTo>
                    <a:pt x="179" y="968"/>
                  </a:lnTo>
                  <a:lnTo>
                    <a:pt x="159" y="988"/>
                  </a:lnTo>
                  <a:lnTo>
                    <a:pt x="139" y="988"/>
                  </a:lnTo>
                  <a:lnTo>
                    <a:pt x="119" y="968"/>
                  </a:lnTo>
                  <a:lnTo>
                    <a:pt x="100" y="1047"/>
                  </a:lnTo>
                  <a:lnTo>
                    <a:pt x="119" y="1087"/>
                  </a:lnTo>
                  <a:lnTo>
                    <a:pt x="198" y="1087"/>
                  </a:lnTo>
                  <a:lnTo>
                    <a:pt x="238" y="1107"/>
                  </a:lnTo>
                  <a:lnTo>
                    <a:pt x="258" y="1126"/>
                  </a:lnTo>
                  <a:lnTo>
                    <a:pt x="238" y="1146"/>
                  </a:lnTo>
                  <a:lnTo>
                    <a:pt x="218" y="1166"/>
                  </a:lnTo>
                  <a:lnTo>
                    <a:pt x="179" y="1146"/>
                  </a:lnTo>
                  <a:lnTo>
                    <a:pt x="100" y="1146"/>
                  </a:lnTo>
                  <a:lnTo>
                    <a:pt x="60" y="1166"/>
                  </a:lnTo>
                  <a:lnTo>
                    <a:pt x="139" y="1245"/>
                  </a:lnTo>
                  <a:lnTo>
                    <a:pt x="80" y="1284"/>
                  </a:lnTo>
                  <a:lnTo>
                    <a:pt x="80" y="1324"/>
                  </a:lnTo>
                  <a:lnTo>
                    <a:pt x="80" y="1383"/>
                  </a:lnTo>
                  <a:lnTo>
                    <a:pt x="139" y="1462"/>
                  </a:lnTo>
                  <a:lnTo>
                    <a:pt x="198" y="1561"/>
                  </a:lnTo>
                  <a:lnTo>
                    <a:pt x="218" y="1600"/>
                  </a:lnTo>
                  <a:lnTo>
                    <a:pt x="238" y="1660"/>
                  </a:lnTo>
                  <a:lnTo>
                    <a:pt x="179" y="1660"/>
                  </a:lnTo>
                  <a:lnTo>
                    <a:pt x="119" y="1620"/>
                  </a:lnTo>
                  <a:lnTo>
                    <a:pt x="100" y="1561"/>
                  </a:lnTo>
                  <a:lnTo>
                    <a:pt x="80" y="1521"/>
                  </a:lnTo>
                  <a:lnTo>
                    <a:pt x="60" y="1541"/>
                  </a:lnTo>
                  <a:lnTo>
                    <a:pt x="60" y="1561"/>
                  </a:lnTo>
                  <a:lnTo>
                    <a:pt x="60" y="1620"/>
                  </a:lnTo>
                  <a:lnTo>
                    <a:pt x="80" y="1660"/>
                  </a:lnTo>
                  <a:lnTo>
                    <a:pt x="80" y="1679"/>
                  </a:lnTo>
                  <a:lnTo>
                    <a:pt x="80" y="1699"/>
                  </a:lnTo>
                  <a:lnTo>
                    <a:pt x="80" y="1739"/>
                  </a:lnTo>
                  <a:lnTo>
                    <a:pt x="119" y="1778"/>
                  </a:lnTo>
                  <a:lnTo>
                    <a:pt x="159" y="1798"/>
                  </a:lnTo>
                  <a:lnTo>
                    <a:pt x="198" y="1798"/>
                  </a:lnTo>
                  <a:lnTo>
                    <a:pt x="198" y="1818"/>
                  </a:lnTo>
                  <a:lnTo>
                    <a:pt x="179" y="1837"/>
                  </a:lnTo>
                  <a:lnTo>
                    <a:pt x="139" y="1857"/>
                  </a:lnTo>
                  <a:lnTo>
                    <a:pt x="179" y="1877"/>
                  </a:lnTo>
                  <a:lnTo>
                    <a:pt x="218" y="1916"/>
                  </a:lnTo>
                  <a:lnTo>
                    <a:pt x="238" y="2015"/>
                  </a:lnTo>
                  <a:lnTo>
                    <a:pt x="179" y="2015"/>
                  </a:lnTo>
                  <a:lnTo>
                    <a:pt x="258" y="2114"/>
                  </a:lnTo>
                  <a:lnTo>
                    <a:pt x="258" y="2094"/>
                  </a:lnTo>
                  <a:lnTo>
                    <a:pt x="337" y="2094"/>
                  </a:lnTo>
                  <a:lnTo>
                    <a:pt x="337" y="2114"/>
                  </a:lnTo>
                  <a:lnTo>
                    <a:pt x="376" y="2074"/>
                  </a:lnTo>
                  <a:lnTo>
                    <a:pt x="396" y="2055"/>
                  </a:lnTo>
                  <a:lnTo>
                    <a:pt x="356" y="1976"/>
                  </a:lnTo>
                  <a:lnTo>
                    <a:pt x="337" y="1936"/>
                  </a:lnTo>
                  <a:lnTo>
                    <a:pt x="337" y="1897"/>
                  </a:lnTo>
                  <a:lnTo>
                    <a:pt x="337" y="1857"/>
                  </a:lnTo>
                  <a:lnTo>
                    <a:pt x="396" y="1837"/>
                  </a:lnTo>
                  <a:lnTo>
                    <a:pt x="475" y="1837"/>
                  </a:lnTo>
                  <a:lnTo>
                    <a:pt x="455" y="1857"/>
                  </a:lnTo>
                  <a:lnTo>
                    <a:pt x="436" y="1877"/>
                  </a:lnTo>
                  <a:lnTo>
                    <a:pt x="495" y="1897"/>
                  </a:lnTo>
                  <a:lnTo>
                    <a:pt x="515" y="1897"/>
                  </a:lnTo>
                  <a:lnTo>
                    <a:pt x="515" y="1877"/>
                  </a:lnTo>
                  <a:lnTo>
                    <a:pt x="594" y="1877"/>
                  </a:lnTo>
                  <a:lnTo>
                    <a:pt x="613" y="1916"/>
                  </a:lnTo>
                  <a:lnTo>
                    <a:pt x="633" y="1976"/>
                  </a:lnTo>
                  <a:lnTo>
                    <a:pt x="673" y="2015"/>
                  </a:lnTo>
                  <a:lnTo>
                    <a:pt x="613" y="2035"/>
                  </a:lnTo>
                  <a:lnTo>
                    <a:pt x="574" y="2015"/>
                  </a:lnTo>
                  <a:lnTo>
                    <a:pt x="534" y="1976"/>
                  </a:lnTo>
                  <a:lnTo>
                    <a:pt x="475" y="1956"/>
                  </a:lnTo>
                  <a:lnTo>
                    <a:pt x="515" y="1995"/>
                  </a:lnTo>
                  <a:lnTo>
                    <a:pt x="534" y="2015"/>
                  </a:lnTo>
                  <a:lnTo>
                    <a:pt x="515" y="2035"/>
                  </a:lnTo>
                  <a:lnTo>
                    <a:pt x="436" y="2035"/>
                  </a:lnTo>
                  <a:lnTo>
                    <a:pt x="475" y="2074"/>
                  </a:lnTo>
                  <a:lnTo>
                    <a:pt x="534" y="2074"/>
                  </a:lnTo>
                  <a:lnTo>
                    <a:pt x="594" y="2055"/>
                  </a:lnTo>
                  <a:lnTo>
                    <a:pt x="653" y="2074"/>
                  </a:lnTo>
                  <a:lnTo>
                    <a:pt x="653" y="2114"/>
                  </a:lnTo>
                  <a:lnTo>
                    <a:pt x="613" y="2153"/>
                  </a:lnTo>
                  <a:lnTo>
                    <a:pt x="613" y="2173"/>
                  </a:lnTo>
                  <a:lnTo>
                    <a:pt x="594" y="2134"/>
                  </a:lnTo>
                  <a:lnTo>
                    <a:pt x="574" y="2193"/>
                  </a:lnTo>
                  <a:lnTo>
                    <a:pt x="613" y="2213"/>
                  </a:lnTo>
                  <a:lnTo>
                    <a:pt x="633" y="2252"/>
                  </a:lnTo>
                  <a:lnTo>
                    <a:pt x="653" y="2292"/>
                  </a:lnTo>
                  <a:lnTo>
                    <a:pt x="574" y="2331"/>
                  </a:lnTo>
                  <a:lnTo>
                    <a:pt x="594" y="2292"/>
                  </a:lnTo>
                  <a:lnTo>
                    <a:pt x="594" y="2272"/>
                  </a:lnTo>
                  <a:lnTo>
                    <a:pt x="554" y="2232"/>
                  </a:lnTo>
                  <a:lnTo>
                    <a:pt x="495" y="2213"/>
                  </a:lnTo>
                  <a:lnTo>
                    <a:pt x="475" y="2213"/>
                  </a:lnTo>
                  <a:lnTo>
                    <a:pt x="495" y="2193"/>
                  </a:lnTo>
                  <a:lnTo>
                    <a:pt x="455" y="2213"/>
                  </a:lnTo>
                  <a:lnTo>
                    <a:pt x="416" y="2232"/>
                  </a:lnTo>
                  <a:lnTo>
                    <a:pt x="356" y="2232"/>
                  </a:lnTo>
                  <a:lnTo>
                    <a:pt x="218" y="2153"/>
                  </a:lnTo>
                  <a:lnTo>
                    <a:pt x="218" y="2213"/>
                  </a:lnTo>
                  <a:lnTo>
                    <a:pt x="218" y="2252"/>
                  </a:lnTo>
                  <a:lnTo>
                    <a:pt x="179" y="2272"/>
                  </a:lnTo>
                  <a:lnTo>
                    <a:pt x="218" y="2292"/>
                  </a:lnTo>
                  <a:lnTo>
                    <a:pt x="238" y="2331"/>
                  </a:lnTo>
                  <a:lnTo>
                    <a:pt x="238" y="2390"/>
                  </a:lnTo>
                  <a:lnTo>
                    <a:pt x="238" y="2430"/>
                  </a:lnTo>
                  <a:lnTo>
                    <a:pt x="258" y="2469"/>
                  </a:lnTo>
                  <a:lnTo>
                    <a:pt x="297" y="2489"/>
                  </a:lnTo>
                  <a:lnTo>
                    <a:pt x="277" y="2509"/>
                  </a:lnTo>
                  <a:lnTo>
                    <a:pt x="258" y="2489"/>
                  </a:lnTo>
                  <a:lnTo>
                    <a:pt x="238" y="2489"/>
                  </a:lnTo>
                  <a:lnTo>
                    <a:pt x="238" y="2509"/>
                  </a:lnTo>
                  <a:lnTo>
                    <a:pt x="258" y="2608"/>
                  </a:lnTo>
                  <a:lnTo>
                    <a:pt x="277" y="2667"/>
                  </a:lnTo>
                  <a:lnTo>
                    <a:pt x="317" y="2726"/>
                  </a:lnTo>
                  <a:lnTo>
                    <a:pt x="297" y="2746"/>
                  </a:lnTo>
                  <a:lnTo>
                    <a:pt x="277" y="2766"/>
                  </a:lnTo>
                  <a:lnTo>
                    <a:pt x="238" y="2785"/>
                  </a:lnTo>
                  <a:lnTo>
                    <a:pt x="238" y="2845"/>
                  </a:lnTo>
                  <a:lnTo>
                    <a:pt x="238" y="2904"/>
                  </a:lnTo>
                  <a:lnTo>
                    <a:pt x="317" y="3003"/>
                  </a:lnTo>
                  <a:lnTo>
                    <a:pt x="376" y="3121"/>
                  </a:lnTo>
                  <a:lnTo>
                    <a:pt x="396" y="3181"/>
                  </a:lnTo>
                  <a:lnTo>
                    <a:pt x="396" y="3260"/>
                  </a:lnTo>
                  <a:lnTo>
                    <a:pt x="337" y="3220"/>
                  </a:lnTo>
                  <a:lnTo>
                    <a:pt x="337" y="3299"/>
                  </a:lnTo>
                  <a:lnTo>
                    <a:pt x="356" y="3319"/>
                  </a:lnTo>
                  <a:lnTo>
                    <a:pt x="396" y="3339"/>
                  </a:lnTo>
                  <a:lnTo>
                    <a:pt x="356" y="3358"/>
                  </a:lnTo>
                  <a:lnTo>
                    <a:pt x="337" y="3398"/>
                  </a:lnTo>
                  <a:lnTo>
                    <a:pt x="376" y="3457"/>
                  </a:lnTo>
                  <a:lnTo>
                    <a:pt x="396" y="3497"/>
                  </a:lnTo>
                  <a:lnTo>
                    <a:pt x="396" y="3536"/>
                  </a:lnTo>
                  <a:lnTo>
                    <a:pt x="376" y="3576"/>
                  </a:lnTo>
                  <a:lnTo>
                    <a:pt x="337" y="3595"/>
                  </a:lnTo>
                  <a:lnTo>
                    <a:pt x="337" y="3635"/>
                  </a:lnTo>
                  <a:lnTo>
                    <a:pt x="356" y="3655"/>
                  </a:lnTo>
                  <a:lnTo>
                    <a:pt x="396" y="3694"/>
                  </a:lnTo>
                  <a:lnTo>
                    <a:pt x="455" y="3714"/>
                  </a:lnTo>
                  <a:lnTo>
                    <a:pt x="495" y="3753"/>
                  </a:lnTo>
                  <a:lnTo>
                    <a:pt x="416" y="3753"/>
                  </a:lnTo>
                  <a:lnTo>
                    <a:pt x="396" y="3773"/>
                  </a:lnTo>
                  <a:lnTo>
                    <a:pt x="376" y="3793"/>
                  </a:lnTo>
                  <a:lnTo>
                    <a:pt x="475" y="4129"/>
                  </a:lnTo>
                  <a:lnTo>
                    <a:pt x="554" y="4504"/>
                  </a:lnTo>
                  <a:lnTo>
                    <a:pt x="515" y="4484"/>
                  </a:lnTo>
                  <a:lnTo>
                    <a:pt x="534" y="4543"/>
                  </a:lnTo>
                  <a:lnTo>
                    <a:pt x="554" y="4603"/>
                  </a:lnTo>
                  <a:lnTo>
                    <a:pt x="613" y="4721"/>
                  </a:lnTo>
                  <a:lnTo>
                    <a:pt x="653" y="4840"/>
                  </a:lnTo>
                  <a:lnTo>
                    <a:pt x="673" y="4899"/>
                  </a:lnTo>
                  <a:lnTo>
                    <a:pt x="653" y="4958"/>
                  </a:lnTo>
                  <a:lnTo>
                    <a:pt x="712" y="5017"/>
                  </a:lnTo>
                  <a:lnTo>
                    <a:pt x="752" y="5037"/>
                  </a:lnTo>
                  <a:lnTo>
                    <a:pt x="791" y="5017"/>
                  </a:lnTo>
                  <a:lnTo>
                    <a:pt x="811" y="4998"/>
                  </a:lnTo>
                  <a:lnTo>
                    <a:pt x="831" y="4978"/>
                  </a:lnTo>
                  <a:lnTo>
                    <a:pt x="929" y="4978"/>
                  </a:lnTo>
                  <a:lnTo>
                    <a:pt x="949" y="5017"/>
                  </a:lnTo>
                  <a:lnTo>
                    <a:pt x="949" y="5037"/>
                  </a:lnTo>
                  <a:lnTo>
                    <a:pt x="910" y="5057"/>
                  </a:lnTo>
                  <a:lnTo>
                    <a:pt x="850" y="5077"/>
                  </a:lnTo>
                  <a:lnTo>
                    <a:pt x="850" y="5096"/>
                  </a:lnTo>
                  <a:lnTo>
                    <a:pt x="850" y="5136"/>
                  </a:lnTo>
                  <a:lnTo>
                    <a:pt x="771" y="5136"/>
                  </a:lnTo>
                  <a:lnTo>
                    <a:pt x="752" y="5116"/>
                  </a:lnTo>
                  <a:lnTo>
                    <a:pt x="712" y="5096"/>
                  </a:lnTo>
                  <a:lnTo>
                    <a:pt x="653" y="5096"/>
                  </a:lnTo>
                  <a:lnTo>
                    <a:pt x="752" y="5215"/>
                  </a:lnTo>
                  <a:lnTo>
                    <a:pt x="732" y="5254"/>
                  </a:lnTo>
                  <a:lnTo>
                    <a:pt x="752" y="5314"/>
                  </a:lnTo>
                  <a:lnTo>
                    <a:pt x="752" y="5353"/>
                  </a:lnTo>
                  <a:lnTo>
                    <a:pt x="732" y="5413"/>
                  </a:lnTo>
                  <a:lnTo>
                    <a:pt x="732" y="5393"/>
                  </a:lnTo>
                  <a:lnTo>
                    <a:pt x="673" y="5393"/>
                  </a:lnTo>
                  <a:lnTo>
                    <a:pt x="673" y="5432"/>
                  </a:lnTo>
                  <a:lnTo>
                    <a:pt x="673" y="5492"/>
                  </a:lnTo>
                  <a:lnTo>
                    <a:pt x="712" y="5492"/>
                  </a:lnTo>
                  <a:lnTo>
                    <a:pt x="732" y="5511"/>
                  </a:lnTo>
                  <a:lnTo>
                    <a:pt x="752" y="5531"/>
                  </a:lnTo>
                  <a:lnTo>
                    <a:pt x="771" y="5551"/>
                  </a:lnTo>
                  <a:lnTo>
                    <a:pt x="771" y="5571"/>
                  </a:lnTo>
                  <a:lnTo>
                    <a:pt x="811" y="5571"/>
                  </a:lnTo>
                  <a:lnTo>
                    <a:pt x="850" y="5610"/>
                  </a:lnTo>
                  <a:lnTo>
                    <a:pt x="732" y="5650"/>
                  </a:lnTo>
                  <a:lnTo>
                    <a:pt x="811" y="5650"/>
                  </a:lnTo>
                  <a:lnTo>
                    <a:pt x="831" y="5709"/>
                  </a:lnTo>
                  <a:lnTo>
                    <a:pt x="831" y="5768"/>
                  </a:lnTo>
                  <a:lnTo>
                    <a:pt x="811" y="5847"/>
                  </a:lnTo>
                  <a:lnTo>
                    <a:pt x="791" y="5867"/>
                  </a:lnTo>
                  <a:lnTo>
                    <a:pt x="771" y="5887"/>
                  </a:lnTo>
                  <a:lnTo>
                    <a:pt x="771" y="5906"/>
                  </a:lnTo>
                  <a:lnTo>
                    <a:pt x="811" y="5926"/>
                  </a:lnTo>
                  <a:lnTo>
                    <a:pt x="831" y="5966"/>
                  </a:lnTo>
                  <a:lnTo>
                    <a:pt x="831" y="5985"/>
                  </a:lnTo>
                  <a:lnTo>
                    <a:pt x="771" y="5985"/>
                  </a:lnTo>
                  <a:lnTo>
                    <a:pt x="771" y="6064"/>
                  </a:lnTo>
                  <a:lnTo>
                    <a:pt x="791" y="6163"/>
                  </a:lnTo>
                  <a:lnTo>
                    <a:pt x="791" y="6262"/>
                  </a:lnTo>
                  <a:lnTo>
                    <a:pt x="771" y="6361"/>
                  </a:lnTo>
                  <a:lnTo>
                    <a:pt x="831" y="6479"/>
                  </a:lnTo>
                  <a:lnTo>
                    <a:pt x="870" y="6519"/>
                  </a:lnTo>
                  <a:lnTo>
                    <a:pt x="910" y="6578"/>
                  </a:lnTo>
                  <a:lnTo>
                    <a:pt x="910" y="6538"/>
                  </a:lnTo>
                  <a:lnTo>
                    <a:pt x="929" y="6519"/>
                  </a:lnTo>
                  <a:lnTo>
                    <a:pt x="949" y="6499"/>
                  </a:lnTo>
                  <a:lnTo>
                    <a:pt x="989" y="6519"/>
                  </a:lnTo>
                  <a:lnTo>
                    <a:pt x="1008" y="6519"/>
                  </a:lnTo>
                  <a:lnTo>
                    <a:pt x="1028" y="6558"/>
                  </a:lnTo>
                  <a:lnTo>
                    <a:pt x="1048" y="6598"/>
                  </a:lnTo>
                  <a:lnTo>
                    <a:pt x="1008" y="6617"/>
                  </a:lnTo>
                  <a:lnTo>
                    <a:pt x="1008" y="6637"/>
                  </a:lnTo>
                  <a:lnTo>
                    <a:pt x="989" y="6657"/>
                  </a:lnTo>
                  <a:lnTo>
                    <a:pt x="969" y="6637"/>
                  </a:lnTo>
                  <a:lnTo>
                    <a:pt x="929" y="6657"/>
                  </a:lnTo>
                  <a:lnTo>
                    <a:pt x="910" y="6677"/>
                  </a:lnTo>
                  <a:lnTo>
                    <a:pt x="929" y="6736"/>
                  </a:lnTo>
                  <a:lnTo>
                    <a:pt x="929" y="6775"/>
                  </a:lnTo>
                  <a:lnTo>
                    <a:pt x="910" y="6795"/>
                  </a:lnTo>
                  <a:lnTo>
                    <a:pt x="890" y="6815"/>
                  </a:lnTo>
                  <a:lnTo>
                    <a:pt x="910" y="6835"/>
                  </a:lnTo>
                  <a:lnTo>
                    <a:pt x="929" y="6874"/>
                  </a:lnTo>
                  <a:lnTo>
                    <a:pt x="949" y="6933"/>
                  </a:lnTo>
                  <a:lnTo>
                    <a:pt x="989" y="6953"/>
                  </a:lnTo>
                  <a:lnTo>
                    <a:pt x="949" y="6953"/>
                  </a:lnTo>
                  <a:lnTo>
                    <a:pt x="929" y="6933"/>
                  </a:lnTo>
                  <a:lnTo>
                    <a:pt x="929" y="6914"/>
                  </a:lnTo>
                  <a:lnTo>
                    <a:pt x="910" y="6914"/>
                  </a:lnTo>
                  <a:lnTo>
                    <a:pt x="929" y="6953"/>
                  </a:lnTo>
                  <a:lnTo>
                    <a:pt x="890" y="6953"/>
                  </a:lnTo>
                  <a:lnTo>
                    <a:pt x="890" y="6993"/>
                  </a:lnTo>
                  <a:lnTo>
                    <a:pt x="910" y="7012"/>
                  </a:lnTo>
                  <a:lnTo>
                    <a:pt x="949" y="7052"/>
                  </a:lnTo>
                  <a:lnTo>
                    <a:pt x="1008" y="7072"/>
                  </a:lnTo>
                  <a:lnTo>
                    <a:pt x="1048" y="7111"/>
                  </a:lnTo>
                  <a:lnTo>
                    <a:pt x="1028" y="7111"/>
                  </a:lnTo>
                  <a:lnTo>
                    <a:pt x="1068" y="7151"/>
                  </a:lnTo>
                  <a:lnTo>
                    <a:pt x="949" y="7111"/>
                  </a:lnTo>
                  <a:lnTo>
                    <a:pt x="989" y="7151"/>
                  </a:lnTo>
                  <a:lnTo>
                    <a:pt x="1028" y="7190"/>
                  </a:lnTo>
                  <a:lnTo>
                    <a:pt x="1068" y="7210"/>
                  </a:lnTo>
                  <a:lnTo>
                    <a:pt x="1087" y="7249"/>
                  </a:lnTo>
                  <a:lnTo>
                    <a:pt x="1068" y="7269"/>
                  </a:lnTo>
                  <a:lnTo>
                    <a:pt x="1107" y="7309"/>
                  </a:lnTo>
                  <a:lnTo>
                    <a:pt x="1068" y="7309"/>
                  </a:lnTo>
                  <a:lnTo>
                    <a:pt x="1127" y="7328"/>
                  </a:lnTo>
                  <a:lnTo>
                    <a:pt x="1147" y="7368"/>
                  </a:lnTo>
                  <a:lnTo>
                    <a:pt x="1186" y="7407"/>
                  </a:lnTo>
                  <a:lnTo>
                    <a:pt x="1226" y="7447"/>
                  </a:lnTo>
                  <a:lnTo>
                    <a:pt x="1166" y="7486"/>
                  </a:lnTo>
                  <a:lnTo>
                    <a:pt x="1147" y="7506"/>
                  </a:lnTo>
                  <a:lnTo>
                    <a:pt x="1186" y="7526"/>
                  </a:lnTo>
                  <a:lnTo>
                    <a:pt x="1068" y="7546"/>
                  </a:lnTo>
                  <a:lnTo>
                    <a:pt x="1068" y="7486"/>
                  </a:lnTo>
                  <a:lnTo>
                    <a:pt x="1087" y="7467"/>
                  </a:lnTo>
                  <a:lnTo>
                    <a:pt x="1107" y="7447"/>
                  </a:lnTo>
                  <a:lnTo>
                    <a:pt x="1087" y="7407"/>
                  </a:lnTo>
                  <a:lnTo>
                    <a:pt x="1048" y="7447"/>
                  </a:lnTo>
                  <a:lnTo>
                    <a:pt x="1028" y="7486"/>
                  </a:lnTo>
                  <a:lnTo>
                    <a:pt x="989" y="7605"/>
                  </a:lnTo>
                  <a:lnTo>
                    <a:pt x="1008" y="7704"/>
                  </a:lnTo>
                  <a:lnTo>
                    <a:pt x="1028" y="7803"/>
                  </a:lnTo>
                  <a:lnTo>
                    <a:pt x="1048" y="7842"/>
                  </a:lnTo>
                  <a:lnTo>
                    <a:pt x="1048" y="7882"/>
                  </a:lnTo>
                  <a:lnTo>
                    <a:pt x="2549" y="7921"/>
                  </a:lnTo>
                  <a:lnTo>
                    <a:pt x="2569" y="7842"/>
                  </a:lnTo>
                  <a:lnTo>
                    <a:pt x="2549" y="7783"/>
                  </a:lnTo>
                  <a:lnTo>
                    <a:pt x="2529" y="7743"/>
                  </a:lnTo>
                  <a:lnTo>
                    <a:pt x="2450" y="7822"/>
                  </a:lnTo>
                  <a:lnTo>
                    <a:pt x="2549" y="7822"/>
                  </a:lnTo>
                  <a:lnTo>
                    <a:pt x="2490" y="7862"/>
                  </a:lnTo>
                  <a:lnTo>
                    <a:pt x="2411" y="7862"/>
                  </a:lnTo>
                  <a:lnTo>
                    <a:pt x="2272" y="7822"/>
                  </a:lnTo>
                  <a:lnTo>
                    <a:pt x="2292" y="7803"/>
                  </a:lnTo>
                  <a:lnTo>
                    <a:pt x="2292" y="7783"/>
                  </a:lnTo>
                  <a:lnTo>
                    <a:pt x="2312" y="7763"/>
                  </a:lnTo>
                  <a:lnTo>
                    <a:pt x="2332" y="7763"/>
                  </a:lnTo>
                  <a:lnTo>
                    <a:pt x="2292" y="7684"/>
                  </a:lnTo>
                  <a:lnTo>
                    <a:pt x="2272" y="7704"/>
                  </a:lnTo>
                  <a:lnTo>
                    <a:pt x="2253" y="7723"/>
                  </a:lnTo>
                  <a:lnTo>
                    <a:pt x="2233" y="7723"/>
                  </a:lnTo>
                  <a:lnTo>
                    <a:pt x="2272" y="7664"/>
                  </a:lnTo>
                  <a:lnTo>
                    <a:pt x="2292" y="7644"/>
                  </a:lnTo>
                  <a:lnTo>
                    <a:pt x="2312" y="7664"/>
                  </a:lnTo>
                  <a:lnTo>
                    <a:pt x="2292" y="7605"/>
                  </a:lnTo>
                  <a:lnTo>
                    <a:pt x="2272" y="7585"/>
                  </a:lnTo>
                  <a:lnTo>
                    <a:pt x="2233" y="7585"/>
                  </a:lnTo>
                  <a:lnTo>
                    <a:pt x="2233" y="7565"/>
                  </a:lnTo>
                  <a:lnTo>
                    <a:pt x="2292" y="7565"/>
                  </a:lnTo>
                  <a:lnTo>
                    <a:pt x="2391" y="7605"/>
                  </a:lnTo>
                  <a:lnTo>
                    <a:pt x="2391" y="7565"/>
                  </a:lnTo>
                  <a:lnTo>
                    <a:pt x="2490" y="7565"/>
                  </a:lnTo>
                  <a:lnTo>
                    <a:pt x="2470" y="7486"/>
                  </a:lnTo>
                  <a:lnTo>
                    <a:pt x="2569" y="7506"/>
                  </a:lnTo>
                  <a:lnTo>
                    <a:pt x="2569" y="7486"/>
                  </a:lnTo>
                  <a:lnTo>
                    <a:pt x="2549" y="7447"/>
                  </a:lnTo>
                  <a:lnTo>
                    <a:pt x="2529" y="7427"/>
                  </a:lnTo>
                  <a:lnTo>
                    <a:pt x="2549" y="7388"/>
                  </a:lnTo>
                  <a:lnTo>
                    <a:pt x="2470" y="7388"/>
                  </a:lnTo>
                  <a:lnTo>
                    <a:pt x="2529" y="7249"/>
                  </a:lnTo>
                  <a:lnTo>
                    <a:pt x="2529" y="7131"/>
                  </a:lnTo>
                  <a:lnTo>
                    <a:pt x="2470" y="7170"/>
                  </a:lnTo>
                  <a:lnTo>
                    <a:pt x="2450" y="7131"/>
                  </a:lnTo>
                  <a:lnTo>
                    <a:pt x="2450" y="7111"/>
                  </a:lnTo>
                  <a:lnTo>
                    <a:pt x="2470" y="7072"/>
                  </a:lnTo>
                  <a:lnTo>
                    <a:pt x="2509" y="7032"/>
                  </a:lnTo>
                  <a:lnTo>
                    <a:pt x="2509" y="7012"/>
                  </a:lnTo>
                  <a:lnTo>
                    <a:pt x="2509" y="6973"/>
                  </a:lnTo>
                  <a:lnTo>
                    <a:pt x="2470" y="6933"/>
                  </a:lnTo>
                  <a:lnTo>
                    <a:pt x="2430" y="6894"/>
                  </a:lnTo>
                  <a:lnTo>
                    <a:pt x="2391" y="6874"/>
                  </a:lnTo>
                  <a:lnTo>
                    <a:pt x="2332" y="6874"/>
                  </a:lnTo>
                  <a:lnTo>
                    <a:pt x="2332" y="6854"/>
                  </a:lnTo>
                  <a:lnTo>
                    <a:pt x="2332" y="6835"/>
                  </a:lnTo>
                  <a:lnTo>
                    <a:pt x="2391" y="6815"/>
                  </a:lnTo>
                  <a:lnTo>
                    <a:pt x="2292" y="6756"/>
                  </a:lnTo>
                  <a:lnTo>
                    <a:pt x="2272" y="6716"/>
                  </a:lnTo>
                  <a:lnTo>
                    <a:pt x="2272" y="6696"/>
                  </a:lnTo>
                  <a:lnTo>
                    <a:pt x="2272" y="6677"/>
                  </a:lnTo>
                  <a:lnTo>
                    <a:pt x="2351" y="6756"/>
                  </a:lnTo>
                  <a:lnTo>
                    <a:pt x="2391" y="6736"/>
                  </a:lnTo>
                  <a:lnTo>
                    <a:pt x="2391" y="6677"/>
                  </a:lnTo>
                  <a:lnTo>
                    <a:pt x="2391" y="6637"/>
                  </a:lnTo>
                  <a:lnTo>
                    <a:pt x="2391" y="6598"/>
                  </a:lnTo>
                  <a:lnTo>
                    <a:pt x="2154" y="6400"/>
                  </a:lnTo>
                  <a:lnTo>
                    <a:pt x="2095" y="6420"/>
                  </a:lnTo>
                  <a:lnTo>
                    <a:pt x="2016" y="6440"/>
                  </a:lnTo>
                  <a:lnTo>
                    <a:pt x="1956" y="6420"/>
                  </a:lnTo>
                  <a:lnTo>
                    <a:pt x="1897" y="6400"/>
                  </a:lnTo>
                  <a:lnTo>
                    <a:pt x="1917" y="6380"/>
                  </a:lnTo>
                  <a:lnTo>
                    <a:pt x="1937" y="6341"/>
                  </a:lnTo>
                  <a:lnTo>
                    <a:pt x="1976" y="6262"/>
                  </a:lnTo>
                  <a:lnTo>
                    <a:pt x="2016" y="6262"/>
                  </a:lnTo>
                  <a:lnTo>
                    <a:pt x="2055" y="6222"/>
                  </a:lnTo>
                  <a:lnTo>
                    <a:pt x="2095" y="6203"/>
                  </a:lnTo>
                  <a:lnTo>
                    <a:pt x="2114" y="6222"/>
                  </a:lnTo>
                  <a:lnTo>
                    <a:pt x="2114" y="6242"/>
                  </a:lnTo>
                  <a:lnTo>
                    <a:pt x="2075" y="6282"/>
                  </a:lnTo>
                  <a:lnTo>
                    <a:pt x="2055" y="6301"/>
                  </a:lnTo>
                  <a:lnTo>
                    <a:pt x="2055" y="6321"/>
                  </a:lnTo>
                  <a:lnTo>
                    <a:pt x="2134" y="6262"/>
                  </a:lnTo>
                  <a:lnTo>
                    <a:pt x="2213" y="6163"/>
                  </a:lnTo>
                  <a:lnTo>
                    <a:pt x="2253" y="6183"/>
                  </a:lnTo>
                  <a:lnTo>
                    <a:pt x="2272" y="6222"/>
                  </a:lnTo>
                  <a:lnTo>
                    <a:pt x="2213" y="6222"/>
                  </a:lnTo>
                  <a:lnTo>
                    <a:pt x="2253" y="6262"/>
                  </a:lnTo>
                  <a:lnTo>
                    <a:pt x="2272" y="6262"/>
                  </a:lnTo>
                  <a:lnTo>
                    <a:pt x="2312" y="6242"/>
                  </a:lnTo>
                  <a:lnTo>
                    <a:pt x="2351" y="6203"/>
                  </a:lnTo>
                  <a:lnTo>
                    <a:pt x="2411" y="6203"/>
                  </a:lnTo>
                  <a:lnTo>
                    <a:pt x="2391" y="6143"/>
                  </a:lnTo>
                  <a:lnTo>
                    <a:pt x="2351" y="6143"/>
                  </a:lnTo>
                  <a:lnTo>
                    <a:pt x="2371" y="6124"/>
                  </a:lnTo>
                  <a:lnTo>
                    <a:pt x="2391" y="6084"/>
                  </a:lnTo>
                  <a:lnTo>
                    <a:pt x="2351" y="6045"/>
                  </a:lnTo>
                  <a:lnTo>
                    <a:pt x="2332" y="5985"/>
                  </a:lnTo>
                  <a:lnTo>
                    <a:pt x="2332" y="5946"/>
                  </a:lnTo>
                  <a:lnTo>
                    <a:pt x="2351" y="5926"/>
                  </a:lnTo>
                  <a:lnTo>
                    <a:pt x="2312" y="5946"/>
                  </a:lnTo>
                  <a:lnTo>
                    <a:pt x="2292" y="5946"/>
                  </a:lnTo>
                  <a:lnTo>
                    <a:pt x="2253" y="5926"/>
                  </a:lnTo>
                  <a:lnTo>
                    <a:pt x="2253" y="5887"/>
                  </a:lnTo>
                  <a:lnTo>
                    <a:pt x="2272" y="5867"/>
                  </a:lnTo>
                  <a:lnTo>
                    <a:pt x="2332" y="5827"/>
                  </a:lnTo>
                  <a:lnTo>
                    <a:pt x="2292" y="5808"/>
                  </a:lnTo>
                  <a:lnTo>
                    <a:pt x="2272" y="5788"/>
                  </a:lnTo>
                  <a:lnTo>
                    <a:pt x="2272" y="5748"/>
                  </a:lnTo>
                  <a:lnTo>
                    <a:pt x="2233" y="5729"/>
                  </a:lnTo>
                  <a:lnTo>
                    <a:pt x="2174" y="5748"/>
                  </a:lnTo>
                  <a:lnTo>
                    <a:pt x="2134" y="5768"/>
                  </a:lnTo>
                  <a:lnTo>
                    <a:pt x="2075" y="5748"/>
                  </a:lnTo>
                  <a:lnTo>
                    <a:pt x="2035" y="5729"/>
                  </a:lnTo>
                  <a:lnTo>
                    <a:pt x="2016" y="5689"/>
                  </a:lnTo>
                  <a:lnTo>
                    <a:pt x="2035" y="5650"/>
                  </a:lnTo>
                  <a:lnTo>
                    <a:pt x="2016" y="5630"/>
                  </a:lnTo>
                  <a:lnTo>
                    <a:pt x="2055" y="5610"/>
                  </a:lnTo>
                  <a:lnTo>
                    <a:pt x="2075" y="5630"/>
                  </a:lnTo>
                  <a:lnTo>
                    <a:pt x="2095" y="5669"/>
                  </a:lnTo>
                  <a:lnTo>
                    <a:pt x="2114" y="5689"/>
                  </a:lnTo>
                  <a:lnTo>
                    <a:pt x="2035" y="5551"/>
                  </a:lnTo>
                  <a:lnTo>
                    <a:pt x="2075" y="5531"/>
                  </a:lnTo>
                  <a:lnTo>
                    <a:pt x="2114" y="5531"/>
                  </a:lnTo>
                  <a:lnTo>
                    <a:pt x="2134" y="5571"/>
                  </a:lnTo>
                  <a:lnTo>
                    <a:pt x="2134" y="5610"/>
                  </a:lnTo>
                  <a:lnTo>
                    <a:pt x="2154" y="5551"/>
                  </a:lnTo>
                  <a:lnTo>
                    <a:pt x="2134" y="5511"/>
                  </a:lnTo>
                  <a:lnTo>
                    <a:pt x="2095" y="5472"/>
                  </a:lnTo>
                  <a:lnTo>
                    <a:pt x="2035" y="5452"/>
                  </a:lnTo>
                  <a:lnTo>
                    <a:pt x="2055" y="5413"/>
                  </a:lnTo>
                  <a:lnTo>
                    <a:pt x="2055" y="5353"/>
                  </a:lnTo>
                  <a:lnTo>
                    <a:pt x="2114" y="5373"/>
                  </a:lnTo>
                  <a:lnTo>
                    <a:pt x="2174" y="5373"/>
                  </a:lnTo>
                  <a:lnTo>
                    <a:pt x="2233" y="5393"/>
                  </a:lnTo>
                  <a:lnTo>
                    <a:pt x="2272" y="5413"/>
                  </a:lnTo>
                  <a:lnTo>
                    <a:pt x="2253" y="5452"/>
                  </a:lnTo>
                  <a:lnTo>
                    <a:pt x="2154" y="5452"/>
                  </a:lnTo>
                  <a:lnTo>
                    <a:pt x="2154" y="5472"/>
                  </a:lnTo>
                  <a:lnTo>
                    <a:pt x="2233" y="5472"/>
                  </a:lnTo>
                  <a:lnTo>
                    <a:pt x="2213" y="5511"/>
                  </a:lnTo>
                  <a:lnTo>
                    <a:pt x="2233" y="5531"/>
                  </a:lnTo>
                  <a:lnTo>
                    <a:pt x="2253" y="5571"/>
                  </a:lnTo>
                  <a:lnTo>
                    <a:pt x="2233" y="5571"/>
                  </a:lnTo>
                  <a:lnTo>
                    <a:pt x="2213" y="5551"/>
                  </a:lnTo>
                  <a:lnTo>
                    <a:pt x="2233" y="5650"/>
                  </a:lnTo>
                  <a:lnTo>
                    <a:pt x="2253" y="5689"/>
                  </a:lnTo>
                  <a:lnTo>
                    <a:pt x="2292" y="5709"/>
                  </a:lnTo>
                  <a:lnTo>
                    <a:pt x="2312" y="5669"/>
                  </a:lnTo>
                  <a:lnTo>
                    <a:pt x="2312" y="5650"/>
                  </a:lnTo>
                  <a:lnTo>
                    <a:pt x="2292" y="5571"/>
                  </a:lnTo>
                  <a:lnTo>
                    <a:pt x="2292" y="5492"/>
                  </a:lnTo>
                  <a:lnTo>
                    <a:pt x="2292" y="5472"/>
                  </a:lnTo>
                  <a:lnTo>
                    <a:pt x="2332" y="5452"/>
                  </a:lnTo>
                  <a:lnTo>
                    <a:pt x="2193" y="5294"/>
                  </a:lnTo>
                  <a:lnTo>
                    <a:pt x="2134" y="5333"/>
                  </a:lnTo>
                  <a:lnTo>
                    <a:pt x="2095" y="5333"/>
                  </a:lnTo>
                  <a:lnTo>
                    <a:pt x="2055" y="5314"/>
                  </a:lnTo>
                  <a:lnTo>
                    <a:pt x="2114" y="5294"/>
                  </a:lnTo>
                  <a:lnTo>
                    <a:pt x="2154" y="5254"/>
                  </a:lnTo>
                  <a:lnTo>
                    <a:pt x="2174" y="5215"/>
                  </a:lnTo>
                  <a:lnTo>
                    <a:pt x="2174" y="5175"/>
                  </a:lnTo>
                  <a:lnTo>
                    <a:pt x="2134" y="5175"/>
                  </a:lnTo>
                  <a:lnTo>
                    <a:pt x="2095" y="5136"/>
                  </a:lnTo>
                  <a:lnTo>
                    <a:pt x="2055" y="5116"/>
                  </a:lnTo>
                  <a:lnTo>
                    <a:pt x="1996" y="5116"/>
                  </a:lnTo>
                  <a:lnTo>
                    <a:pt x="2016" y="5136"/>
                  </a:lnTo>
                  <a:lnTo>
                    <a:pt x="2016" y="5156"/>
                  </a:lnTo>
                  <a:lnTo>
                    <a:pt x="1976" y="5175"/>
                  </a:lnTo>
                  <a:lnTo>
                    <a:pt x="1956" y="5136"/>
                  </a:lnTo>
                  <a:lnTo>
                    <a:pt x="1917" y="5136"/>
                  </a:lnTo>
                  <a:lnTo>
                    <a:pt x="1877" y="5156"/>
                  </a:lnTo>
                  <a:lnTo>
                    <a:pt x="1877" y="5136"/>
                  </a:lnTo>
                  <a:lnTo>
                    <a:pt x="1877" y="5077"/>
                  </a:lnTo>
                  <a:lnTo>
                    <a:pt x="1937" y="5077"/>
                  </a:lnTo>
                  <a:lnTo>
                    <a:pt x="1956" y="5017"/>
                  </a:lnTo>
                  <a:lnTo>
                    <a:pt x="2055" y="5057"/>
                  </a:lnTo>
                  <a:lnTo>
                    <a:pt x="2068" y="5065"/>
                  </a:lnTo>
                  <a:lnTo>
                    <a:pt x="1976" y="4919"/>
                  </a:lnTo>
                  <a:lnTo>
                    <a:pt x="1917" y="4859"/>
                  </a:lnTo>
                  <a:lnTo>
                    <a:pt x="1877" y="4780"/>
                  </a:lnTo>
                  <a:lnTo>
                    <a:pt x="1917" y="4780"/>
                  </a:lnTo>
                  <a:lnTo>
                    <a:pt x="1956" y="4800"/>
                  </a:lnTo>
                  <a:lnTo>
                    <a:pt x="2016" y="4859"/>
                  </a:lnTo>
                  <a:lnTo>
                    <a:pt x="2075" y="4899"/>
                  </a:lnTo>
                  <a:lnTo>
                    <a:pt x="2174" y="4899"/>
                  </a:lnTo>
                  <a:lnTo>
                    <a:pt x="2154" y="4859"/>
                  </a:lnTo>
                  <a:lnTo>
                    <a:pt x="2114" y="4840"/>
                  </a:lnTo>
                  <a:lnTo>
                    <a:pt x="2095" y="4840"/>
                  </a:lnTo>
                  <a:lnTo>
                    <a:pt x="2075" y="4800"/>
                  </a:lnTo>
                  <a:lnTo>
                    <a:pt x="2095" y="4780"/>
                  </a:lnTo>
                  <a:lnTo>
                    <a:pt x="2114" y="4761"/>
                  </a:lnTo>
                  <a:lnTo>
                    <a:pt x="2114" y="4721"/>
                  </a:lnTo>
                  <a:lnTo>
                    <a:pt x="2075" y="4662"/>
                  </a:lnTo>
                  <a:lnTo>
                    <a:pt x="2055" y="4603"/>
                  </a:lnTo>
                  <a:lnTo>
                    <a:pt x="2016" y="4642"/>
                  </a:lnTo>
                  <a:lnTo>
                    <a:pt x="1996" y="4622"/>
                  </a:lnTo>
                  <a:lnTo>
                    <a:pt x="1996" y="4583"/>
                  </a:lnTo>
                  <a:lnTo>
                    <a:pt x="2016" y="4524"/>
                  </a:lnTo>
                  <a:lnTo>
                    <a:pt x="2035" y="4524"/>
                  </a:lnTo>
                  <a:lnTo>
                    <a:pt x="1996" y="4504"/>
                  </a:lnTo>
                  <a:lnTo>
                    <a:pt x="2016" y="4484"/>
                  </a:lnTo>
                  <a:lnTo>
                    <a:pt x="1996" y="4464"/>
                  </a:lnTo>
                  <a:lnTo>
                    <a:pt x="1976" y="4405"/>
                  </a:lnTo>
                  <a:lnTo>
                    <a:pt x="1976" y="4346"/>
                  </a:lnTo>
                  <a:lnTo>
                    <a:pt x="1956" y="4306"/>
                  </a:lnTo>
                  <a:lnTo>
                    <a:pt x="1937" y="4306"/>
                  </a:lnTo>
                  <a:lnTo>
                    <a:pt x="1937" y="4346"/>
                  </a:lnTo>
                  <a:lnTo>
                    <a:pt x="1956" y="4366"/>
                  </a:lnTo>
                  <a:lnTo>
                    <a:pt x="1956" y="4405"/>
                  </a:lnTo>
                  <a:lnTo>
                    <a:pt x="1937" y="4445"/>
                  </a:lnTo>
                  <a:lnTo>
                    <a:pt x="1897" y="4464"/>
                  </a:lnTo>
                  <a:lnTo>
                    <a:pt x="1877" y="4445"/>
                  </a:lnTo>
                  <a:lnTo>
                    <a:pt x="1858" y="4385"/>
                  </a:lnTo>
                  <a:lnTo>
                    <a:pt x="1818" y="4346"/>
                  </a:lnTo>
                  <a:lnTo>
                    <a:pt x="1779" y="4287"/>
                  </a:lnTo>
                  <a:lnTo>
                    <a:pt x="1759" y="4227"/>
                  </a:lnTo>
                  <a:lnTo>
                    <a:pt x="1739" y="4247"/>
                  </a:lnTo>
                  <a:lnTo>
                    <a:pt x="1719" y="4227"/>
                  </a:lnTo>
                  <a:lnTo>
                    <a:pt x="1700" y="4208"/>
                  </a:lnTo>
                  <a:lnTo>
                    <a:pt x="1700" y="4148"/>
                  </a:lnTo>
                  <a:lnTo>
                    <a:pt x="1719" y="4109"/>
                  </a:lnTo>
                  <a:lnTo>
                    <a:pt x="1739" y="4109"/>
                  </a:lnTo>
                  <a:lnTo>
                    <a:pt x="1779" y="4129"/>
                  </a:lnTo>
                  <a:lnTo>
                    <a:pt x="1818" y="4148"/>
                  </a:lnTo>
                  <a:lnTo>
                    <a:pt x="1838" y="4129"/>
                  </a:lnTo>
                  <a:lnTo>
                    <a:pt x="1877" y="4168"/>
                  </a:lnTo>
                  <a:lnTo>
                    <a:pt x="1877" y="4188"/>
                  </a:lnTo>
                  <a:lnTo>
                    <a:pt x="1897" y="4208"/>
                  </a:lnTo>
                  <a:lnTo>
                    <a:pt x="1937" y="4227"/>
                  </a:lnTo>
                  <a:lnTo>
                    <a:pt x="2035" y="4168"/>
                  </a:lnTo>
                  <a:lnTo>
                    <a:pt x="1996" y="4129"/>
                  </a:lnTo>
                  <a:lnTo>
                    <a:pt x="2016" y="4089"/>
                  </a:lnTo>
                  <a:lnTo>
                    <a:pt x="2035" y="4069"/>
                  </a:lnTo>
                  <a:lnTo>
                    <a:pt x="2035" y="4030"/>
                  </a:lnTo>
                  <a:lnTo>
                    <a:pt x="1996" y="4069"/>
                  </a:lnTo>
                  <a:lnTo>
                    <a:pt x="1956" y="4069"/>
                  </a:lnTo>
                  <a:lnTo>
                    <a:pt x="1956" y="4050"/>
                  </a:lnTo>
                  <a:lnTo>
                    <a:pt x="1976" y="4030"/>
                  </a:lnTo>
                  <a:lnTo>
                    <a:pt x="1858" y="4050"/>
                  </a:lnTo>
                  <a:lnTo>
                    <a:pt x="1877" y="4089"/>
                  </a:lnTo>
                  <a:lnTo>
                    <a:pt x="1897" y="4109"/>
                  </a:lnTo>
                  <a:lnTo>
                    <a:pt x="1917" y="4148"/>
                  </a:lnTo>
                  <a:lnTo>
                    <a:pt x="1897" y="4168"/>
                  </a:lnTo>
                  <a:lnTo>
                    <a:pt x="1858" y="4129"/>
                  </a:lnTo>
                  <a:lnTo>
                    <a:pt x="1798" y="4109"/>
                  </a:lnTo>
                  <a:lnTo>
                    <a:pt x="1759" y="4069"/>
                  </a:lnTo>
                  <a:lnTo>
                    <a:pt x="1739" y="4010"/>
                  </a:lnTo>
                  <a:lnTo>
                    <a:pt x="1759" y="4010"/>
                  </a:lnTo>
                  <a:lnTo>
                    <a:pt x="1779" y="4030"/>
                  </a:lnTo>
                  <a:lnTo>
                    <a:pt x="1798" y="4050"/>
                  </a:lnTo>
                  <a:lnTo>
                    <a:pt x="1798" y="4010"/>
                  </a:lnTo>
                  <a:lnTo>
                    <a:pt x="1779" y="3990"/>
                  </a:lnTo>
                  <a:lnTo>
                    <a:pt x="1759" y="3951"/>
                  </a:lnTo>
                  <a:lnTo>
                    <a:pt x="1759" y="3911"/>
                  </a:lnTo>
                  <a:lnTo>
                    <a:pt x="1818" y="3951"/>
                  </a:lnTo>
                  <a:lnTo>
                    <a:pt x="1858" y="3971"/>
                  </a:lnTo>
                  <a:lnTo>
                    <a:pt x="1897" y="3951"/>
                  </a:lnTo>
                  <a:lnTo>
                    <a:pt x="1798" y="3931"/>
                  </a:lnTo>
                  <a:lnTo>
                    <a:pt x="1838" y="3892"/>
                  </a:lnTo>
                  <a:lnTo>
                    <a:pt x="1858" y="3892"/>
                  </a:lnTo>
                  <a:lnTo>
                    <a:pt x="1838" y="3872"/>
                  </a:lnTo>
                  <a:lnTo>
                    <a:pt x="1779" y="3872"/>
                  </a:lnTo>
                  <a:lnTo>
                    <a:pt x="1779" y="3852"/>
                  </a:lnTo>
                  <a:lnTo>
                    <a:pt x="1798" y="3832"/>
                  </a:lnTo>
                  <a:lnTo>
                    <a:pt x="1838" y="3813"/>
                  </a:lnTo>
                  <a:lnTo>
                    <a:pt x="1818" y="3793"/>
                  </a:lnTo>
                  <a:lnTo>
                    <a:pt x="1818" y="3773"/>
                  </a:lnTo>
                  <a:lnTo>
                    <a:pt x="1779" y="3753"/>
                  </a:lnTo>
                  <a:lnTo>
                    <a:pt x="1759" y="3734"/>
                  </a:lnTo>
                  <a:lnTo>
                    <a:pt x="1739" y="3773"/>
                  </a:lnTo>
                  <a:lnTo>
                    <a:pt x="1640" y="3773"/>
                  </a:lnTo>
                  <a:lnTo>
                    <a:pt x="1601" y="3753"/>
                  </a:lnTo>
                  <a:lnTo>
                    <a:pt x="1601" y="3694"/>
                  </a:lnTo>
                  <a:lnTo>
                    <a:pt x="1581" y="3635"/>
                  </a:lnTo>
                  <a:lnTo>
                    <a:pt x="1601" y="3595"/>
                  </a:lnTo>
                  <a:lnTo>
                    <a:pt x="1640" y="3536"/>
                  </a:lnTo>
                  <a:lnTo>
                    <a:pt x="1581" y="3516"/>
                  </a:lnTo>
                  <a:lnTo>
                    <a:pt x="1621" y="3516"/>
                  </a:lnTo>
                  <a:lnTo>
                    <a:pt x="1621" y="3477"/>
                  </a:lnTo>
                  <a:lnTo>
                    <a:pt x="1621" y="3437"/>
                  </a:lnTo>
                  <a:lnTo>
                    <a:pt x="1660" y="3437"/>
                  </a:lnTo>
                  <a:lnTo>
                    <a:pt x="1660" y="3477"/>
                  </a:lnTo>
                  <a:lnTo>
                    <a:pt x="1700" y="3516"/>
                  </a:lnTo>
                  <a:lnTo>
                    <a:pt x="1719" y="3536"/>
                  </a:lnTo>
                  <a:lnTo>
                    <a:pt x="1759" y="3536"/>
                  </a:lnTo>
                  <a:lnTo>
                    <a:pt x="1779" y="3516"/>
                  </a:lnTo>
                  <a:lnTo>
                    <a:pt x="1798" y="3497"/>
                  </a:lnTo>
                  <a:lnTo>
                    <a:pt x="1858" y="3516"/>
                  </a:lnTo>
                  <a:lnTo>
                    <a:pt x="1858" y="3516"/>
                  </a:lnTo>
                  <a:lnTo>
                    <a:pt x="1838" y="3497"/>
                  </a:lnTo>
                  <a:lnTo>
                    <a:pt x="1798" y="3477"/>
                  </a:lnTo>
                  <a:lnTo>
                    <a:pt x="1739" y="3497"/>
                  </a:lnTo>
                  <a:lnTo>
                    <a:pt x="1700" y="3477"/>
                  </a:lnTo>
                  <a:lnTo>
                    <a:pt x="1719" y="3457"/>
                  </a:lnTo>
                  <a:lnTo>
                    <a:pt x="1719" y="3437"/>
                  </a:lnTo>
                  <a:lnTo>
                    <a:pt x="1739" y="3418"/>
                  </a:lnTo>
                  <a:lnTo>
                    <a:pt x="1779" y="3418"/>
                  </a:lnTo>
                  <a:lnTo>
                    <a:pt x="1759" y="3378"/>
                  </a:lnTo>
                  <a:lnTo>
                    <a:pt x="1739" y="3358"/>
                  </a:lnTo>
                  <a:lnTo>
                    <a:pt x="1700" y="3339"/>
                  </a:lnTo>
                  <a:lnTo>
                    <a:pt x="1700" y="3319"/>
                  </a:lnTo>
                  <a:lnTo>
                    <a:pt x="1818" y="3319"/>
                  </a:lnTo>
                  <a:lnTo>
                    <a:pt x="1818" y="3299"/>
                  </a:lnTo>
                  <a:lnTo>
                    <a:pt x="1818" y="3279"/>
                  </a:lnTo>
                  <a:lnTo>
                    <a:pt x="1838" y="3260"/>
                  </a:lnTo>
                  <a:lnTo>
                    <a:pt x="1779" y="3260"/>
                  </a:lnTo>
                  <a:lnTo>
                    <a:pt x="1779" y="3279"/>
                  </a:lnTo>
                  <a:lnTo>
                    <a:pt x="1759" y="3260"/>
                  </a:lnTo>
                  <a:lnTo>
                    <a:pt x="1739" y="3240"/>
                  </a:lnTo>
                  <a:lnTo>
                    <a:pt x="1739" y="3200"/>
                  </a:lnTo>
                  <a:lnTo>
                    <a:pt x="1719" y="3181"/>
                  </a:lnTo>
                  <a:lnTo>
                    <a:pt x="1739" y="3161"/>
                  </a:lnTo>
                  <a:lnTo>
                    <a:pt x="1739" y="3121"/>
                  </a:lnTo>
                  <a:lnTo>
                    <a:pt x="1739" y="3082"/>
                  </a:lnTo>
                  <a:lnTo>
                    <a:pt x="1739" y="3042"/>
                  </a:lnTo>
                  <a:lnTo>
                    <a:pt x="1700" y="3062"/>
                  </a:lnTo>
                  <a:lnTo>
                    <a:pt x="1680" y="3062"/>
                  </a:lnTo>
                  <a:lnTo>
                    <a:pt x="1680" y="3082"/>
                  </a:lnTo>
                  <a:lnTo>
                    <a:pt x="1700" y="3102"/>
                  </a:lnTo>
                  <a:lnTo>
                    <a:pt x="1719" y="3121"/>
                  </a:lnTo>
                  <a:lnTo>
                    <a:pt x="1719" y="3141"/>
                  </a:lnTo>
                  <a:lnTo>
                    <a:pt x="1680" y="3161"/>
                  </a:lnTo>
                  <a:lnTo>
                    <a:pt x="1640" y="3102"/>
                  </a:lnTo>
                  <a:lnTo>
                    <a:pt x="1621" y="3022"/>
                  </a:lnTo>
                  <a:lnTo>
                    <a:pt x="1601" y="2924"/>
                  </a:lnTo>
                  <a:lnTo>
                    <a:pt x="1561" y="2864"/>
                  </a:lnTo>
                  <a:lnTo>
                    <a:pt x="1581" y="2825"/>
                  </a:lnTo>
                  <a:lnTo>
                    <a:pt x="1700" y="2825"/>
                  </a:lnTo>
                  <a:lnTo>
                    <a:pt x="1700" y="2864"/>
                  </a:lnTo>
                  <a:lnTo>
                    <a:pt x="1700" y="2904"/>
                  </a:lnTo>
                  <a:lnTo>
                    <a:pt x="1700" y="2943"/>
                  </a:lnTo>
                  <a:lnTo>
                    <a:pt x="1719" y="2983"/>
                  </a:lnTo>
                  <a:lnTo>
                    <a:pt x="1719" y="2924"/>
                  </a:lnTo>
                  <a:lnTo>
                    <a:pt x="1719" y="2864"/>
                  </a:lnTo>
                  <a:lnTo>
                    <a:pt x="1700" y="2785"/>
                  </a:lnTo>
                  <a:lnTo>
                    <a:pt x="1640" y="2746"/>
                  </a:lnTo>
                  <a:lnTo>
                    <a:pt x="1660" y="2706"/>
                  </a:lnTo>
                  <a:lnTo>
                    <a:pt x="1680" y="2687"/>
                  </a:lnTo>
                  <a:lnTo>
                    <a:pt x="1719" y="2647"/>
                  </a:lnTo>
                  <a:lnTo>
                    <a:pt x="1779" y="2608"/>
                  </a:lnTo>
                  <a:lnTo>
                    <a:pt x="1779" y="2568"/>
                  </a:lnTo>
                  <a:lnTo>
                    <a:pt x="1779" y="2548"/>
                  </a:lnTo>
                  <a:lnTo>
                    <a:pt x="1719" y="2568"/>
                  </a:lnTo>
                  <a:lnTo>
                    <a:pt x="1680" y="2588"/>
                  </a:lnTo>
                  <a:lnTo>
                    <a:pt x="1660" y="2568"/>
                  </a:lnTo>
                  <a:lnTo>
                    <a:pt x="1660" y="2548"/>
                  </a:lnTo>
                  <a:lnTo>
                    <a:pt x="1680" y="2509"/>
                  </a:lnTo>
                  <a:lnTo>
                    <a:pt x="1640" y="2509"/>
                  </a:lnTo>
                  <a:lnTo>
                    <a:pt x="1640" y="2529"/>
                  </a:lnTo>
                  <a:lnTo>
                    <a:pt x="1621" y="2529"/>
                  </a:lnTo>
                  <a:lnTo>
                    <a:pt x="1601" y="2509"/>
                  </a:lnTo>
                  <a:lnTo>
                    <a:pt x="1601" y="2489"/>
                  </a:lnTo>
                  <a:lnTo>
                    <a:pt x="1621" y="2469"/>
                  </a:lnTo>
                  <a:lnTo>
                    <a:pt x="1660" y="2469"/>
                  </a:lnTo>
                  <a:lnTo>
                    <a:pt x="1640" y="2450"/>
                  </a:lnTo>
                  <a:lnTo>
                    <a:pt x="1640" y="2430"/>
                  </a:lnTo>
                  <a:lnTo>
                    <a:pt x="1680" y="2390"/>
                  </a:lnTo>
                  <a:lnTo>
                    <a:pt x="1719" y="2371"/>
                  </a:lnTo>
                  <a:lnTo>
                    <a:pt x="1700" y="2351"/>
                  </a:lnTo>
                  <a:lnTo>
                    <a:pt x="1680" y="2331"/>
                  </a:lnTo>
                  <a:lnTo>
                    <a:pt x="1660" y="2331"/>
                  </a:lnTo>
                  <a:lnTo>
                    <a:pt x="1660" y="2351"/>
                  </a:lnTo>
                  <a:lnTo>
                    <a:pt x="1660" y="2371"/>
                  </a:lnTo>
                  <a:lnTo>
                    <a:pt x="1621" y="2371"/>
                  </a:lnTo>
                  <a:lnTo>
                    <a:pt x="1581" y="2351"/>
                  </a:lnTo>
                  <a:lnTo>
                    <a:pt x="1522" y="2311"/>
                  </a:lnTo>
                  <a:lnTo>
                    <a:pt x="1542" y="2311"/>
                  </a:lnTo>
                  <a:lnTo>
                    <a:pt x="1542" y="2292"/>
                  </a:lnTo>
                  <a:lnTo>
                    <a:pt x="1542" y="2252"/>
                  </a:lnTo>
                  <a:lnTo>
                    <a:pt x="1581" y="2252"/>
                  </a:lnTo>
                  <a:lnTo>
                    <a:pt x="1581" y="2272"/>
                  </a:lnTo>
                  <a:lnTo>
                    <a:pt x="1601" y="2311"/>
                  </a:lnTo>
                  <a:lnTo>
                    <a:pt x="1621" y="2311"/>
                  </a:lnTo>
                  <a:lnTo>
                    <a:pt x="1621" y="2252"/>
                  </a:lnTo>
                  <a:lnTo>
                    <a:pt x="1601" y="2272"/>
                  </a:lnTo>
                  <a:lnTo>
                    <a:pt x="1542" y="2193"/>
                  </a:lnTo>
                  <a:lnTo>
                    <a:pt x="1542" y="2213"/>
                  </a:lnTo>
                  <a:lnTo>
                    <a:pt x="1502" y="2232"/>
                  </a:lnTo>
                  <a:lnTo>
                    <a:pt x="1463" y="2213"/>
                  </a:lnTo>
                  <a:lnTo>
                    <a:pt x="1443" y="2193"/>
                  </a:lnTo>
                  <a:lnTo>
                    <a:pt x="1463" y="2114"/>
                  </a:lnTo>
                  <a:lnTo>
                    <a:pt x="1502" y="2094"/>
                  </a:lnTo>
                  <a:lnTo>
                    <a:pt x="1542" y="2094"/>
                  </a:lnTo>
                  <a:lnTo>
                    <a:pt x="1502" y="2074"/>
                  </a:lnTo>
                  <a:lnTo>
                    <a:pt x="1463" y="2055"/>
                  </a:lnTo>
                  <a:lnTo>
                    <a:pt x="1443" y="1976"/>
                  </a:lnTo>
                  <a:lnTo>
                    <a:pt x="1423" y="1995"/>
                  </a:lnTo>
                  <a:lnTo>
                    <a:pt x="1403" y="1995"/>
                  </a:lnTo>
                  <a:lnTo>
                    <a:pt x="1344" y="1976"/>
                  </a:lnTo>
                  <a:lnTo>
                    <a:pt x="1423" y="1877"/>
                  </a:lnTo>
                  <a:lnTo>
                    <a:pt x="1443" y="1916"/>
                  </a:lnTo>
                  <a:lnTo>
                    <a:pt x="1463" y="1916"/>
                  </a:lnTo>
                  <a:lnTo>
                    <a:pt x="1502" y="1877"/>
                  </a:lnTo>
                  <a:lnTo>
                    <a:pt x="1542" y="1877"/>
                  </a:lnTo>
                  <a:lnTo>
                    <a:pt x="1581" y="1897"/>
                  </a:lnTo>
                  <a:lnTo>
                    <a:pt x="1601" y="1936"/>
                  </a:lnTo>
                  <a:lnTo>
                    <a:pt x="1581" y="1995"/>
                  </a:lnTo>
                  <a:lnTo>
                    <a:pt x="1621" y="1956"/>
                  </a:lnTo>
                  <a:lnTo>
                    <a:pt x="1621" y="1936"/>
                  </a:lnTo>
                  <a:lnTo>
                    <a:pt x="1621" y="1916"/>
                  </a:lnTo>
                  <a:lnTo>
                    <a:pt x="1601" y="1897"/>
                  </a:lnTo>
                  <a:lnTo>
                    <a:pt x="1561" y="1857"/>
                  </a:lnTo>
                  <a:lnTo>
                    <a:pt x="1542" y="1837"/>
                  </a:lnTo>
                  <a:lnTo>
                    <a:pt x="1561" y="1798"/>
                  </a:lnTo>
                  <a:lnTo>
                    <a:pt x="1601" y="1798"/>
                  </a:lnTo>
                  <a:lnTo>
                    <a:pt x="1621" y="1818"/>
                  </a:lnTo>
                  <a:lnTo>
                    <a:pt x="1601" y="1778"/>
                  </a:lnTo>
                  <a:lnTo>
                    <a:pt x="1581" y="1739"/>
                  </a:lnTo>
                  <a:lnTo>
                    <a:pt x="1601" y="1719"/>
                  </a:lnTo>
                  <a:lnTo>
                    <a:pt x="1542" y="1739"/>
                  </a:lnTo>
                  <a:lnTo>
                    <a:pt x="1502" y="1739"/>
                  </a:lnTo>
                  <a:lnTo>
                    <a:pt x="1463" y="1719"/>
                  </a:lnTo>
                  <a:lnTo>
                    <a:pt x="1542" y="1640"/>
                  </a:lnTo>
                  <a:lnTo>
                    <a:pt x="1542" y="1620"/>
                  </a:lnTo>
                  <a:lnTo>
                    <a:pt x="1542" y="1600"/>
                  </a:lnTo>
                  <a:lnTo>
                    <a:pt x="1443" y="1600"/>
                  </a:lnTo>
                  <a:lnTo>
                    <a:pt x="1403" y="1561"/>
                  </a:lnTo>
                  <a:lnTo>
                    <a:pt x="1344" y="1620"/>
                  </a:lnTo>
                  <a:lnTo>
                    <a:pt x="1305" y="1600"/>
                  </a:lnTo>
                  <a:lnTo>
                    <a:pt x="1305" y="1640"/>
                  </a:lnTo>
                  <a:lnTo>
                    <a:pt x="1265" y="1640"/>
                  </a:lnTo>
                  <a:lnTo>
                    <a:pt x="1245" y="1620"/>
                  </a:lnTo>
                  <a:lnTo>
                    <a:pt x="1226" y="1581"/>
                  </a:lnTo>
                  <a:lnTo>
                    <a:pt x="1206" y="1561"/>
                  </a:lnTo>
                  <a:lnTo>
                    <a:pt x="1245" y="1482"/>
                  </a:lnTo>
                  <a:lnTo>
                    <a:pt x="1305" y="1423"/>
                  </a:lnTo>
                  <a:lnTo>
                    <a:pt x="1384" y="1423"/>
                  </a:lnTo>
                  <a:lnTo>
                    <a:pt x="1463" y="1462"/>
                  </a:lnTo>
                  <a:lnTo>
                    <a:pt x="1542" y="1482"/>
                  </a:lnTo>
                  <a:lnTo>
                    <a:pt x="1640" y="1482"/>
                  </a:lnTo>
                  <a:lnTo>
                    <a:pt x="1601" y="1363"/>
                  </a:lnTo>
                  <a:lnTo>
                    <a:pt x="1581" y="1284"/>
                  </a:lnTo>
                  <a:lnTo>
                    <a:pt x="1601" y="1245"/>
                  </a:lnTo>
                  <a:lnTo>
                    <a:pt x="1561" y="1205"/>
                  </a:lnTo>
                  <a:lnTo>
                    <a:pt x="1522" y="1186"/>
                  </a:lnTo>
                  <a:lnTo>
                    <a:pt x="1384" y="1186"/>
                  </a:lnTo>
                  <a:lnTo>
                    <a:pt x="1384" y="1146"/>
                  </a:lnTo>
                  <a:lnTo>
                    <a:pt x="1403" y="1126"/>
                  </a:lnTo>
                  <a:lnTo>
                    <a:pt x="1443" y="1166"/>
                  </a:lnTo>
                  <a:lnTo>
                    <a:pt x="1384" y="1047"/>
                  </a:lnTo>
                  <a:lnTo>
                    <a:pt x="1364" y="988"/>
                  </a:lnTo>
                  <a:lnTo>
                    <a:pt x="1364" y="929"/>
                  </a:lnTo>
                  <a:lnTo>
                    <a:pt x="1324" y="889"/>
                  </a:lnTo>
                  <a:lnTo>
                    <a:pt x="1285" y="889"/>
                  </a:lnTo>
                  <a:lnTo>
                    <a:pt x="1186" y="909"/>
                  </a:lnTo>
                  <a:lnTo>
                    <a:pt x="1166" y="850"/>
                  </a:lnTo>
                  <a:lnTo>
                    <a:pt x="1107" y="850"/>
                  </a:lnTo>
                  <a:lnTo>
                    <a:pt x="1107" y="810"/>
                  </a:lnTo>
                  <a:lnTo>
                    <a:pt x="1107" y="751"/>
                  </a:lnTo>
                  <a:lnTo>
                    <a:pt x="1147" y="771"/>
                  </a:lnTo>
                  <a:lnTo>
                    <a:pt x="1166" y="771"/>
                  </a:lnTo>
                  <a:lnTo>
                    <a:pt x="1186" y="751"/>
                  </a:lnTo>
                  <a:lnTo>
                    <a:pt x="1186" y="712"/>
                  </a:lnTo>
                  <a:lnTo>
                    <a:pt x="1166" y="672"/>
                  </a:lnTo>
                  <a:lnTo>
                    <a:pt x="1147" y="652"/>
                  </a:lnTo>
                  <a:lnTo>
                    <a:pt x="1226" y="672"/>
                  </a:lnTo>
                  <a:lnTo>
                    <a:pt x="1245" y="692"/>
                  </a:lnTo>
                  <a:lnTo>
                    <a:pt x="1245" y="712"/>
                  </a:lnTo>
                  <a:lnTo>
                    <a:pt x="1206" y="731"/>
                  </a:lnTo>
                  <a:lnTo>
                    <a:pt x="1265" y="791"/>
                  </a:lnTo>
                  <a:lnTo>
                    <a:pt x="1245" y="731"/>
                  </a:lnTo>
                  <a:lnTo>
                    <a:pt x="1285" y="692"/>
                  </a:lnTo>
                  <a:lnTo>
                    <a:pt x="1324" y="672"/>
                  </a:lnTo>
                  <a:lnTo>
                    <a:pt x="1403" y="672"/>
                  </a:lnTo>
                  <a:lnTo>
                    <a:pt x="1384" y="652"/>
                  </a:lnTo>
                  <a:lnTo>
                    <a:pt x="1364" y="632"/>
                  </a:lnTo>
                  <a:lnTo>
                    <a:pt x="1324" y="652"/>
                  </a:lnTo>
                  <a:lnTo>
                    <a:pt x="1305" y="672"/>
                  </a:lnTo>
                  <a:lnTo>
                    <a:pt x="1285" y="652"/>
                  </a:lnTo>
                  <a:lnTo>
                    <a:pt x="1265" y="632"/>
                  </a:lnTo>
                  <a:lnTo>
                    <a:pt x="1324" y="593"/>
                  </a:lnTo>
                  <a:lnTo>
                    <a:pt x="1344" y="534"/>
                  </a:lnTo>
                  <a:lnTo>
                    <a:pt x="1344" y="455"/>
                  </a:lnTo>
                  <a:lnTo>
                    <a:pt x="1344" y="415"/>
                  </a:lnTo>
                  <a:lnTo>
                    <a:pt x="1344" y="376"/>
                  </a:lnTo>
                  <a:lnTo>
                    <a:pt x="1324" y="395"/>
                  </a:lnTo>
                  <a:lnTo>
                    <a:pt x="1305" y="395"/>
                  </a:lnTo>
                  <a:lnTo>
                    <a:pt x="1285" y="376"/>
                  </a:lnTo>
                  <a:lnTo>
                    <a:pt x="1245" y="356"/>
                  </a:lnTo>
                  <a:lnTo>
                    <a:pt x="1186" y="356"/>
                  </a:lnTo>
                  <a:lnTo>
                    <a:pt x="1147" y="336"/>
                  </a:lnTo>
                  <a:lnTo>
                    <a:pt x="1127" y="316"/>
                  </a:lnTo>
                  <a:lnTo>
                    <a:pt x="1127" y="277"/>
                  </a:lnTo>
                  <a:lnTo>
                    <a:pt x="1087" y="297"/>
                  </a:lnTo>
                  <a:lnTo>
                    <a:pt x="1068" y="336"/>
                  </a:lnTo>
                  <a:lnTo>
                    <a:pt x="1068" y="415"/>
                  </a:lnTo>
                  <a:lnTo>
                    <a:pt x="1008" y="415"/>
                  </a:lnTo>
                  <a:lnTo>
                    <a:pt x="969" y="435"/>
                  </a:lnTo>
                  <a:lnTo>
                    <a:pt x="890" y="376"/>
                  </a:lnTo>
                  <a:lnTo>
                    <a:pt x="811" y="316"/>
                  </a:lnTo>
                  <a:lnTo>
                    <a:pt x="870" y="316"/>
                  </a:lnTo>
                  <a:lnTo>
                    <a:pt x="771" y="218"/>
                  </a:lnTo>
                  <a:lnTo>
                    <a:pt x="850" y="178"/>
                  </a:lnTo>
                  <a:lnTo>
                    <a:pt x="910" y="198"/>
                  </a:lnTo>
                  <a:lnTo>
                    <a:pt x="910" y="119"/>
                  </a:lnTo>
                  <a:lnTo>
                    <a:pt x="890" y="60"/>
                  </a:lnTo>
                  <a:lnTo>
                    <a:pt x="890" y="40"/>
                  </a:lnTo>
                  <a:lnTo>
                    <a:pt x="949" y="20"/>
                  </a:lnTo>
                  <a:lnTo>
                    <a:pt x="92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3"/>
            <p:cNvSpPr/>
            <p:nvPr/>
          </p:nvSpPr>
          <p:spPr>
            <a:xfrm>
              <a:off x="4697795" y="-2082738"/>
              <a:ext cx="789" cy="752"/>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3"/>
            <p:cNvSpPr/>
            <p:nvPr/>
          </p:nvSpPr>
          <p:spPr>
            <a:xfrm>
              <a:off x="4509953" y="-1421173"/>
              <a:ext cx="679402" cy="664554"/>
            </a:xfrm>
            <a:custGeom>
              <a:rect b="b" l="l" r="r" t="t"/>
              <a:pathLst>
                <a:path extrusionOk="0" h="17679" w="18074">
                  <a:moveTo>
                    <a:pt x="3892" y="0"/>
                  </a:moveTo>
                  <a:lnTo>
                    <a:pt x="3832" y="40"/>
                  </a:lnTo>
                  <a:lnTo>
                    <a:pt x="3734" y="139"/>
                  </a:lnTo>
                  <a:lnTo>
                    <a:pt x="3635" y="277"/>
                  </a:lnTo>
                  <a:lnTo>
                    <a:pt x="3516" y="455"/>
                  </a:lnTo>
                  <a:lnTo>
                    <a:pt x="3240" y="948"/>
                  </a:lnTo>
                  <a:lnTo>
                    <a:pt x="2924" y="1580"/>
                  </a:lnTo>
                  <a:lnTo>
                    <a:pt x="2588" y="2311"/>
                  </a:lnTo>
                  <a:lnTo>
                    <a:pt x="2232" y="3141"/>
                  </a:lnTo>
                  <a:lnTo>
                    <a:pt x="1877" y="4010"/>
                  </a:lnTo>
                  <a:lnTo>
                    <a:pt x="1521" y="4938"/>
                  </a:lnTo>
                  <a:lnTo>
                    <a:pt x="1166" y="5847"/>
                  </a:lnTo>
                  <a:lnTo>
                    <a:pt x="850" y="6736"/>
                  </a:lnTo>
                  <a:lnTo>
                    <a:pt x="573" y="7565"/>
                  </a:lnTo>
                  <a:lnTo>
                    <a:pt x="336" y="8316"/>
                  </a:lnTo>
                  <a:lnTo>
                    <a:pt x="158" y="8968"/>
                  </a:lnTo>
                  <a:lnTo>
                    <a:pt x="40" y="9481"/>
                  </a:lnTo>
                  <a:lnTo>
                    <a:pt x="20" y="9679"/>
                  </a:lnTo>
                  <a:lnTo>
                    <a:pt x="0" y="9837"/>
                  </a:lnTo>
                  <a:lnTo>
                    <a:pt x="20" y="9936"/>
                  </a:lnTo>
                  <a:lnTo>
                    <a:pt x="40" y="9975"/>
                  </a:lnTo>
                  <a:lnTo>
                    <a:pt x="60" y="9995"/>
                  </a:lnTo>
                  <a:lnTo>
                    <a:pt x="2272" y="11318"/>
                  </a:lnTo>
                  <a:lnTo>
                    <a:pt x="6578" y="13945"/>
                  </a:lnTo>
                  <a:lnTo>
                    <a:pt x="12701" y="17678"/>
                  </a:lnTo>
                  <a:lnTo>
                    <a:pt x="18074" y="4148"/>
                  </a:lnTo>
                  <a:lnTo>
                    <a:pt x="15960" y="3477"/>
                  </a:lnTo>
                  <a:lnTo>
                    <a:pt x="11239" y="2035"/>
                  </a:lnTo>
                  <a:lnTo>
                    <a:pt x="8691" y="1264"/>
                  </a:lnTo>
                  <a:lnTo>
                    <a:pt x="6400" y="613"/>
                  </a:lnTo>
                  <a:lnTo>
                    <a:pt x="5472" y="356"/>
                  </a:lnTo>
                  <a:lnTo>
                    <a:pt x="4701" y="158"/>
                  </a:lnTo>
                  <a:lnTo>
                    <a:pt x="4168" y="40"/>
                  </a:lnTo>
                  <a:lnTo>
                    <a:pt x="401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
            <p:cNvSpPr/>
            <p:nvPr/>
          </p:nvSpPr>
          <p:spPr>
            <a:xfrm>
              <a:off x="4648062" y="-2474775"/>
              <a:ext cx="642263" cy="596967"/>
            </a:xfrm>
            <a:custGeom>
              <a:rect b="b" l="l" r="r" t="t"/>
              <a:pathLst>
                <a:path extrusionOk="0" h="15881" w="17086">
                  <a:moveTo>
                    <a:pt x="12345" y="0"/>
                  </a:moveTo>
                  <a:lnTo>
                    <a:pt x="0" y="4444"/>
                  </a:lnTo>
                  <a:lnTo>
                    <a:pt x="1699" y="15802"/>
                  </a:lnTo>
                  <a:lnTo>
                    <a:pt x="1778" y="15821"/>
                  </a:lnTo>
                  <a:lnTo>
                    <a:pt x="1936" y="15861"/>
                  </a:lnTo>
                  <a:lnTo>
                    <a:pt x="2173" y="15861"/>
                  </a:lnTo>
                  <a:lnTo>
                    <a:pt x="2469" y="15881"/>
                  </a:lnTo>
                  <a:lnTo>
                    <a:pt x="3259" y="15861"/>
                  </a:lnTo>
                  <a:lnTo>
                    <a:pt x="4267" y="15802"/>
                  </a:lnTo>
                  <a:lnTo>
                    <a:pt x="5452" y="15723"/>
                  </a:lnTo>
                  <a:lnTo>
                    <a:pt x="6736" y="15644"/>
                  </a:lnTo>
                  <a:lnTo>
                    <a:pt x="9541" y="15407"/>
                  </a:lnTo>
                  <a:lnTo>
                    <a:pt x="12326" y="15170"/>
                  </a:lnTo>
                  <a:lnTo>
                    <a:pt x="14735" y="14933"/>
                  </a:lnTo>
                  <a:lnTo>
                    <a:pt x="17086" y="14696"/>
                  </a:lnTo>
                  <a:lnTo>
                    <a:pt x="1234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5" name="Google Shape;745;p3"/>
          <p:cNvGrpSpPr/>
          <p:nvPr/>
        </p:nvGrpSpPr>
        <p:grpSpPr>
          <a:xfrm>
            <a:off x="8042790" y="3923975"/>
            <a:ext cx="1294621" cy="1350901"/>
            <a:chOff x="8465725" y="2863051"/>
            <a:chExt cx="1956212" cy="2041561"/>
          </a:xfrm>
        </p:grpSpPr>
        <p:sp>
          <p:nvSpPr>
            <p:cNvPr id="746" name="Google Shape;746;p3"/>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3"/>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3"/>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3"/>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3"/>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3"/>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3"/>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3"/>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3"/>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3"/>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3"/>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3"/>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3"/>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3"/>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3"/>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3"/>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3"/>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3"/>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3"/>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3"/>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3"/>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3"/>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3"/>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3"/>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3"/>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3"/>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3"/>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3"/>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3"/>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3"/>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3"/>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3"/>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3"/>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3"/>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3"/>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3"/>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3"/>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3"/>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3"/>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3"/>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0" name="Google Shape;790;p3"/>
          <p:cNvGrpSpPr/>
          <p:nvPr/>
        </p:nvGrpSpPr>
        <p:grpSpPr>
          <a:xfrm>
            <a:off x="8525275" y="3413813"/>
            <a:ext cx="925639" cy="688028"/>
            <a:chOff x="8588925" y="2091476"/>
            <a:chExt cx="925639" cy="688028"/>
          </a:xfrm>
        </p:grpSpPr>
        <p:sp>
          <p:nvSpPr>
            <p:cNvPr id="791" name="Google Shape;791;p3"/>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3"/>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3"/>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3"/>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3"/>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3"/>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3"/>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3"/>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805" name="Shape 805"/>
        <p:cNvGrpSpPr/>
        <p:nvPr/>
      </p:nvGrpSpPr>
      <p:grpSpPr>
        <a:xfrm>
          <a:off x="0" y="0"/>
          <a:ext cx="0" cy="0"/>
          <a:chOff x="0" y="0"/>
          <a:chExt cx="0" cy="0"/>
        </a:xfrm>
      </p:grpSpPr>
      <p:grpSp>
        <p:nvGrpSpPr>
          <p:cNvPr id="806" name="Google Shape;806;p4"/>
          <p:cNvGrpSpPr/>
          <p:nvPr/>
        </p:nvGrpSpPr>
        <p:grpSpPr>
          <a:xfrm flipH="1">
            <a:off x="28" y="16530"/>
            <a:ext cx="9143944" cy="4940153"/>
            <a:chOff x="0" y="0"/>
            <a:chExt cx="2940175" cy="3566125"/>
          </a:xfrm>
        </p:grpSpPr>
        <p:sp>
          <p:nvSpPr>
            <p:cNvPr id="807" name="Google Shape;807;p4"/>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4"/>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4"/>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4"/>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4"/>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4"/>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4"/>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4"/>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4"/>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4"/>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4"/>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4"/>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4"/>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4"/>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4"/>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4"/>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4"/>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4"/>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4"/>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4"/>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4"/>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4"/>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4"/>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4"/>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4"/>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4"/>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4"/>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4"/>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4"/>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4"/>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4"/>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4"/>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4"/>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4"/>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4"/>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4"/>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4"/>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4"/>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4"/>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4"/>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4"/>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4"/>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4"/>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4"/>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4"/>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4"/>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4"/>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4"/>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4"/>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4"/>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4"/>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4"/>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4"/>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4"/>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4"/>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4"/>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4"/>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4"/>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4"/>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4"/>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4"/>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4"/>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4"/>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4"/>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4"/>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4"/>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4"/>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4"/>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4"/>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4"/>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4"/>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4"/>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4"/>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4"/>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4"/>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4"/>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4"/>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4"/>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4"/>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4"/>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4"/>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4"/>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4"/>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4"/>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4"/>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4"/>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4"/>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4"/>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4"/>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4"/>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4"/>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4"/>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4"/>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4"/>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4"/>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4"/>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24" name="Google Shape;924;p4"/>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4"/>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Clr>
                <a:schemeClr val="lt1"/>
              </a:buClr>
              <a:buSzPts val="3500"/>
              <a:buNone/>
              <a:defRPr>
                <a:solidFill>
                  <a:schemeClr val="lt1"/>
                </a:solidFill>
              </a:defRPr>
            </a:lvl2pPr>
            <a:lvl3pPr lvl="2" rtl="0" algn="ctr">
              <a:spcBef>
                <a:spcPts val="0"/>
              </a:spcBef>
              <a:spcAft>
                <a:spcPts val="0"/>
              </a:spcAft>
              <a:buClr>
                <a:schemeClr val="lt1"/>
              </a:buClr>
              <a:buSzPts val="3500"/>
              <a:buNone/>
              <a:defRPr>
                <a:solidFill>
                  <a:schemeClr val="lt1"/>
                </a:solidFill>
              </a:defRPr>
            </a:lvl3pPr>
            <a:lvl4pPr lvl="3" rtl="0" algn="ctr">
              <a:spcBef>
                <a:spcPts val="0"/>
              </a:spcBef>
              <a:spcAft>
                <a:spcPts val="0"/>
              </a:spcAft>
              <a:buClr>
                <a:schemeClr val="lt1"/>
              </a:buClr>
              <a:buSzPts val="3500"/>
              <a:buNone/>
              <a:defRPr>
                <a:solidFill>
                  <a:schemeClr val="lt1"/>
                </a:solidFill>
              </a:defRPr>
            </a:lvl4pPr>
            <a:lvl5pPr lvl="4" rtl="0" algn="ctr">
              <a:spcBef>
                <a:spcPts val="0"/>
              </a:spcBef>
              <a:spcAft>
                <a:spcPts val="0"/>
              </a:spcAft>
              <a:buClr>
                <a:schemeClr val="lt1"/>
              </a:buClr>
              <a:buSzPts val="3500"/>
              <a:buNone/>
              <a:defRPr>
                <a:solidFill>
                  <a:schemeClr val="lt1"/>
                </a:solidFill>
              </a:defRPr>
            </a:lvl5pPr>
            <a:lvl6pPr lvl="5" rtl="0" algn="ctr">
              <a:spcBef>
                <a:spcPts val="0"/>
              </a:spcBef>
              <a:spcAft>
                <a:spcPts val="0"/>
              </a:spcAft>
              <a:buClr>
                <a:schemeClr val="lt1"/>
              </a:buClr>
              <a:buSzPts val="3500"/>
              <a:buNone/>
              <a:defRPr>
                <a:solidFill>
                  <a:schemeClr val="lt1"/>
                </a:solidFill>
              </a:defRPr>
            </a:lvl6pPr>
            <a:lvl7pPr lvl="6" rtl="0" algn="ctr">
              <a:spcBef>
                <a:spcPts val="0"/>
              </a:spcBef>
              <a:spcAft>
                <a:spcPts val="0"/>
              </a:spcAft>
              <a:buClr>
                <a:schemeClr val="lt1"/>
              </a:buClr>
              <a:buSzPts val="3500"/>
              <a:buNone/>
              <a:defRPr>
                <a:solidFill>
                  <a:schemeClr val="lt1"/>
                </a:solidFill>
              </a:defRPr>
            </a:lvl7pPr>
            <a:lvl8pPr lvl="7" rtl="0" algn="ctr">
              <a:spcBef>
                <a:spcPts val="0"/>
              </a:spcBef>
              <a:spcAft>
                <a:spcPts val="0"/>
              </a:spcAft>
              <a:buClr>
                <a:schemeClr val="lt1"/>
              </a:buClr>
              <a:buSzPts val="3500"/>
              <a:buNone/>
              <a:defRPr>
                <a:solidFill>
                  <a:schemeClr val="lt1"/>
                </a:solidFill>
              </a:defRPr>
            </a:lvl8pPr>
            <a:lvl9pPr lvl="8" rtl="0" algn="ctr">
              <a:spcBef>
                <a:spcPts val="0"/>
              </a:spcBef>
              <a:spcAft>
                <a:spcPts val="0"/>
              </a:spcAft>
              <a:buClr>
                <a:schemeClr val="lt1"/>
              </a:buClr>
              <a:buSzPts val="3500"/>
              <a:buNone/>
              <a:defRPr>
                <a:solidFill>
                  <a:schemeClr val="lt1"/>
                </a:solidFill>
              </a:defRPr>
            </a:lvl9pPr>
          </a:lstStyle>
          <a:p/>
        </p:txBody>
      </p:sp>
      <p:sp>
        <p:nvSpPr>
          <p:cNvPr id="926" name="Google Shape;926;p4"/>
          <p:cNvSpPr txBox="1"/>
          <p:nvPr>
            <p:ph idx="1" type="body"/>
          </p:nvPr>
        </p:nvSpPr>
        <p:spPr>
          <a:xfrm>
            <a:off x="716900" y="1051849"/>
            <a:ext cx="7704000" cy="365700"/>
          </a:xfrm>
          <a:prstGeom prst="rect">
            <a:avLst/>
          </a:prstGeom>
        </p:spPr>
        <p:txBody>
          <a:bodyPr anchorCtr="0" anchor="t" bIns="91425" lIns="91425" spcFirstLastPara="1" rIns="91425" wrap="square" tIns="91425">
            <a:noAutofit/>
          </a:bodyPr>
          <a:lstStyle>
            <a:lvl1pPr indent="-330200" lvl="0" marL="457200" rtl="0" algn="ctr">
              <a:lnSpc>
                <a:spcPct val="100000"/>
              </a:lnSpc>
              <a:spcBef>
                <a:spcPts val="0"/>
              </a:spcBef>
              <a:spcAft>
                <a:spcPts val="0"/>
              </a:spcAft>
              <a:buSzPts val="1600"/>
              <a:buFont typeface="Mulish SemiBold"/>
              <a:buAutoNum type="arabicPeriod"/>
              <a:defRPr/>
            </a:lvl1pPr>
            <a:lvl2pPr indent="-330200" lvl="1" marL="914400" rtl="0">
              <a:lnSpc>
                <a:spcPct val="100000"/>
              </a:lnSpc>
              <a:spcBef>
                <a:spcPts val="0"/>
              </a:spcBef>
              <a:spcAft>
                <a:spcPts val="0"/>
              </a:spcAft>
              <a:buSzPts val="1600"/>
              <a:buFont typeface="Roboto Condensed Light"/>
              <a:buAutoNum type="alphaLcPeriod"/>
              <a:defRPr sz="1600"/>
            </a:lvl2pPr>
            <a:lvl3pPr indent="-330200" lvl="2" marL="1371600" rtl="0">
              <a:lnSpc>
                <a:spcPct val="100000"/>
              </a:lnSpc>
              <a:spcBef>
                <a:spcPts val="0"/>
              </a:spcBef>
              <a:spcAft>
                <a:spcPts val="0"/>
              </a:spcAft>
              <a:buSzPts val="1600"/>
              <a:buFont typeface="Roboto Condensed Light"/>
              <a:buAutoNum type="romanLcPeriod"/>
              <a:defRPr sz="1600"/>
            </a:lvl3pPr>
            <a:lvl4pPr indent="-330200" lvl="3" marL="1828800" rtl="0">
              <a:lnSpc>
                <a:spcPct val="100000"/>
              </a:lnSpc>
              <a:spcBef>
                <a:spcPts val="0"/>
              </a:spcBef>
              <a:spcAft>
                <a:spcPts val="0"/>
              </a:spcAft>
              <a:buSzPts val="1600"/>
              <a:buFont typeface="Roboto Condensed Light"/>
              <a:buAutoNum type="arabicPeriod"/>
              <a:defRPr sz="1600"/>
            </a:lvl4pPr>
            <a:lvl5pPr indent="-330200" lvl="4" marL="2286000" rtl="0">
              <a:lnSpc>
                <a:spcPct val="100000"/>
              </a:lnSpc>
              <a:spcBef>
                <a:spcPts val="0"/>
              </a:spcBef>
              <a:spcAft>
                <a:spcPts val="0"/>
              </a:spcAft>
              <a:buSzPts val="1600"/>
              <a:buFont typeface="Roboto Condensed Light"/>
              <a:buAutoNum type="alphaLcPeriod"/>
              <a:defRPr sz="1600"/>
            </a:lvl5pPr>
            <a:lvl6pPr indent="-330200" lvl="5" marL="2743200" rtl="0">
              <a:lnSpc>
                <a:spcPct val="100000"/>
              </a:lnSpc>
              <a:spcBef>
                <a:spcPts val="0"/>
              </a:spcBef>
              <a:spcAft>
                <a:spcPts val="0"/>
              </a:spcAft>
              <a:buSzPts val="1600"/>
              <a:buFont typeface="Roboto Condensed Light"/>
              <a:buAutoNum type="romanLcPeriod"/>
              <a:defRPr sz="1600"/>
            </a:lvl6pPr>
            <a:lvl7pPr indent="-330200" lvl="6" marL="3200400" rtl="0">
              <a:lnSpc>
                <a:spcPct val="100000"/>
              </a:lnSpc>
              <a:spcBef>
                <a:spcPts val="0"/>
              </a:spcBef>
              <a:spcAft>
                <a:spcPts val="0"/>
              </a:spcAft>
              <a:buSzPts val="1600"/>
              <a:buFont typeface="Roboto Condensed Light"/>
              <a:buAutoNum type="arabicPeriod"/>
              <a:defRPr sz="1600"/>
            </a:lvl7pPr>
            <a:lvl8pPr indent="-330200" lvl="7" marL="3657600" rtl="0">
              <a:lnSpc>
                <a:spcPct val="100000"/>
              </a:lnSpc>
              <a:spcBef>
                <a:spcPts val="0"/>
              </a:spcBef>
              <a:spcAft>
                <a:spcPts val="0"/>
              </a:spcAft>
              <a:buSzPts val="1600"/>
              <a:buFont typeface="Roboto Condensed Light"/>
              <a:buAutoNum type="alphaLcPeriod"/>
              <a:defRPr sz="1600"/>
            </a:lvl8pPr>
            <a:lvl9pPr indent="-330200" lvl="8" marL="4114800" rtl="0">
              <a:lnSpc>
                <a:spcPct val="100000"/>
              </a:lnSpc>
              <a:spcBef>
                <a:spcPts val="0"/>
              </a:spcBef>
              <a:spcAft>
                <a:spcPts val="0"/>
              </a:spcAft>
              <a:buSzPts val="1600"/>
              <a:buFont typeface="Roboto Condensed Light"/>
              <a:buAutoNum type="romanLcPeriod"/>
              <a:defRPr sz="1600"/>
            </a:lvl9pPr>
          </a:lstStyle>
          <a:p/>
        </p:txBody>
      </p:sp>
      <p:grpSp>
        <p:nvGrpSpPr>
          <p:cNvPr id="927" name="Google Shape;927;p4"/>
          <p:cNvGrpSpPr/>
          <p:nvPr/>
        </p:nvGrpSpPr>
        <p:grpSpPr>
          <a:xfrm>
            <a:off x="8365251" y="4250349"/>
            <a:ext cx="1047258" cy="979600"/>
            <a:chOff x="-252624" y="1601574"/>
            <a:chExt cx="1047258" cy="979600"/>
          </a:xfrm>
        </p:grpSpPr>
        <p:sp>
          <p:nvSpPr>
            <p:cNvPr id="928" name="Google Shape;928;p4"/>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4"/>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4"/>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4"/>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4"/>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4"/>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4"/>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4"/>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4"/>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4"/>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4"/>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4"/>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4"/>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1" name="Google Shape;941;p4"/>
          <p:cNvGrpSpPr/>
          <p:nvPr/>
        </p:nvGrpSpPr>
        <p:grpSpPr>
          <a:xfrm>
            <a:off x="59200" y="4284925"/>
            <a:ext cx="898165" cy="766770"/>
            <a:chOff x="-252625" y="2918525"/>
            <a:chExt cx="898165" cy="766770"/>
          </a:xfrm>
        </p:grpSpPr>
        <p:sp>
          <p:nvSpPr>
            <p:cNvPr id="942" name="Google Shape;942;p4"/>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4"/>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4"/>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4"/>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4"/>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4"/>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4"/>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4"/>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4"/>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4"/>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4"/>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4"/>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4"/>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4"/>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4"/>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4"/>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4"/>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4"/>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4"/>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4"/>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4"/>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4"/>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4"/>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4"/>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4"/>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4"/>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4"/>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4"/>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4"/>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4"/>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4"/>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4"/>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4"/>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4"/>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4"/>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78" name="Shape 978"/>
        <p:cNvGrpSpPr/>
        <p:nvPr/>
      </p:nvGrpSpPr>
      <p:grpSpPr>
        <a:xfrm>
          <a:off x="0" y="0"/>
          <a:ext cx="0" cy="0"/>
          <a:chOff x="0" y="0"/>
          <a:chExt cx="0" cy="0"/>
        </a:xfrm>
      </p:grpSpPr>
      <p:grpSp>
        <p:nvGrpSpPr>
          <p:cNvPr id="979" name="Google Shape;979;p5"/>
          <p:cNvGrpSpPr/>
          <p:nvPr/>
        </p:nvGrpSpPr>
        <p:grpSpPr>
          <a:xfrm rot="10800000">
            <a:off x="28" y="16530"/>
            <a:ext cx="9143944" cy="4940153"/>
            <a:chOff x="0" y="0"/>
            <a:chExt cx="2940175" cy="3566125"/>
          </a:xfrm>
        </p:grpSpPr>
        <p:sp>
          <p:nvSpPr>
            <p:cNvPr id="980" name="Google Shape;980;p5"/>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5"/>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5"/>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5"/>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5"/>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5"/>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5"/>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5"/>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5"/>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5"/>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5"/>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5"/>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5"/>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5"/>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5"/>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5"/>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5"/>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5"/>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5"/>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5"/>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5"/>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5"/>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5"/>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5"/>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5"/>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5"/>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5"/>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5"/>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5"/>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5"/>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5"/>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5"/>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5"/>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5"/>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5"/>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5"/>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5"/>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5"/>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5"/>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5"/>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5"/>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5"/>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5"/>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5"/>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5"/>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5"/>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5"/>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5"/>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5"/>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5"/>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5"/>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5"/>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5"/>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5"/>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5"/>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5"/>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5"/>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5"/>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5"/>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5"/>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5"/>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5"/>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5"/>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5"/>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5"/>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5"/>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5"/>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5"/>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5"/>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5"/>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5"/>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5"/>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5"/>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5"/>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5"/>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5"/>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5"/>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5"/>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5"/>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5"/>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5"/>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5"/>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5"/>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5"/>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5"/>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5"/>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5"/>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5"/>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5"/>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5"/>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5"/>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5"/>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5"/>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5"/>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5"/>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5"/>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7" name="Google Shape;1097;p5"/>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5"/>
          <p:cNvSpPr txBox="1"/>
          <p:nvPr>
            <p:ph type="title"/>
          </p:nvPr>
        </p:nvSpPr>
        <p:spPr>
          <a:xfrm>
            <a:off x="1527250" y="2601925"/>
            <a:ext cx="27765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099" name="Google Shape;1099;p5"/>
          <p:cNvSpPr txBox="1"/>
          <p:nvPr>
            <p:ph idx="2" type="title"/>
          </p:nvPr>
        </p:nvSpPr>
        <p:spPr>
          <a:xfrm>
            <a:off x="4602334" y="2601925"/>
            <a:ext cx="27765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100" name="Google Shape;1100;p5"/>
          <p:cNvSpPr txBox="1"/>
          <p:nvPr>
            <p:ph idx="1" type="subTitle"/>
          </p:nvPr>
        </p:nvSpPr>
        <p:spPr>
          <a:xfrm>
            <a:off x="4602334" y="2818550"/>
            <a:ext cx="27765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101" name="Google Shape;1101;p5"/>
          <p:cNvSpPr txBox="1"/>
          <p:nvPr>
            <p:ph idx="3" type="subTitle"/>
          </p:nvPr>
        </p:nvSpPr>
        <p:spPr>
          <a:xfrm>
            <a:off x="1526800" y="2818550"/>
            <a:ext cx="27774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102" name="Google Shape;1102;p5"/>
          <p:cNvSpPr txBox="1"/>
          <p:nvPr>
            <p:ph idx="4"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Clr>
                <a:schemeClr val="lt1"/>
              </a:buClr>
              <a:buSzPts val="3500"/>
              <a:buNone/>
              <a:defRPr>
                <a:solidFill>
                  <a:schemeClr val="lt1"/>
                </a:solidFill>
              </a:defRPr>
            </a:lvl2pPr>
            <a:lvl3pPr lvl="2" rtl="0" algn="ctr">
              <a:spcBef>
                <a:spcPts val="0"/>
              </a:spcBef>
              <a:spcAft>
                <a:spcPts val="0"/>
              </a:spcAft>
              <a:buClr>
                <a:schemeClr val="lt1"/>
              </a:buClr>
              <a:buSzPts val="3500"/>
              <a:buNone/>
              <a:defRPr>
                <a:solidFill>
                  <a:schemeClr val="lt1"/>
                </a:solidFill>
              </a:defRPr>
            </a:lvl3pPr>
            <a:lvl4pPr lvl="3" rtl="0" algn="ctr">
              <a:spcBef>
                <a:spcPts val="0"/>
              </a:spcBef>
              <a:spcAft>
                <a:spcPts val="0"/>
              </a:spcAft>
              <a:buClr>
                <a:schemeClr val="lt1"/>
              </a:buClr>
              <a:buSzPts val="3500"/>
              <a:buNone/>
              <a:defRPr>
                <a:solidFill>
                  <a:schemeClr val="lt1"/>
                </a:solidFill>
              </a:defRPr>
            </a:lvl4pPr>
            <a:lvl5pPr lvl="4" rtl="0" algn="ctr">
              <a:spcBef>
                <a:spcPts val="0"/>
              </a:spcBef>
              <a:spcAft>
                <a:spcPts val="0"/>
              </a:spcAft>
              <a:buClr>
                <a:schemeClr val="lt1"/>
              </a:buClr>
              <a:buSzPts val="3500"/>
              <a:buNone/>
              <a:defRPr>
                <a:solidFill>
                  <a:schemeClr val="lt1"/>
                </a:solidFill>
              </a:defRPr>
            </a:lvl5pPr>
            <a:lvl6pPr lvl="5" rtl="0" algn="ctr">
              <a:spcBef>
                <a:spcPts val="0"/>
              </a:spcBef>
              <a:spcAft>
                <a:spcPts val="0"/>
              </a:spcAft>
              <a:buClr>
                <a:schemeClr val="lt1"/>
              </a:buClr>
              <a:buSzPts val="3500"/>
              <a:buNone/>
              <a:defRPr>
                <a:solidFill>
                  <a:schemeClr val="lt1"/>
                </a:solidFill>
              </a:defRPr>
            </a:lvl6pPr>
            <a:lvl7pPr lvl="6" rtl="0" algn="ctr">
              <a:spcBef>
                <a:spcPts val="0"/>
              </a:spcBef>
              <a:spcAft>
                <a:spcPts val="0"/>
              </a:spcAft>
              <a:buClr>
                <a:schemeClr val="lt1"/>
              </a:buClr>
              <a:buSzPts val="3500"/>
              <a:buNone/>
              <a:defRPr>
                <a:solidFill>
                  <a:schemeClr val="lt1"/>
                </a:solidFill>
              </a:defRPr>
            </a:lvl7pPr>
            <a:lvl8pPr lvl="7" rtl="0" algn="ctr">
              <a:spcBef>
                <a:spcPts val="0"/>
              </a:spcBef>
              <a:spcAft>
                <a:spcPts val="0"/>
              </a:spcAft>
              <a:buClr>
                <a:schemeClr val="lt1"/>
              </a:buClr>
              <a:buSzPts val="3500"/>
              <a:buNone/>
              <a:defRPr>
                <a:solidFill>
                  <a:schemeClr val="lt1"/>
                </a:solidFill>
              </a:defRPr>
            </a:lvl8pPr>
            <a:lvl9pPr lvl="8" rtl="0" algn="ctr">
              <a:spcBef>
                <a:spcPts val="0"/>
              </a:spcBef>
              <a:spcAft>
                <a:spcPts val="0"/>
              </a:spcAft>
              <a:buClr>
                <a:schemeClr val="lt1"/>
              </a:buClr>
              <a:buSzPts val="3500"/>
              <a:buNone/>
              <a:defRPr>
                <a:solidFill>
                  <a:schemeClr val="lt1"/>
                </a:solidFill>
              </a:defRPr>
            </a:lvl9pPr>
          </a:lstStyle>
          <a:p/>
        </p:txBody>
      </p:sp>
      <p:grpSp>
        <p:nvGrpSpPr>
          <p:cNvPr id="1103" name="Google Shape;1103;p5"/>
          <p:cNvGrpSpPr/>
          <p:nvPr/>
        </p:nvGrpSpPr>
        <p:grpSpPr>
          <a:xfrm flipH="1">
            <a:off x="-658662" y="914441"/>
            <a:ext cx="1363145" cy="1433258"/>
            <a:chOff x="8529150" y="-173700"/>
            <a:chExt cx="1669089" cy="1754724"/>
          </a:xfrm>
        </p:grpSpPr>
        <p:sp>
          <p:nvSpPr>
            <p:cNvPr id="1104" name="Google Shape;1104;p5"/>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5"/>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5"/>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5"/>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5"/>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5"/>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5"/>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5"/>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5"/>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5"/>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5"/>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5"/>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5"/>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5"/>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5"/>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5"/>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5"/>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5"/>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5"/>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5"/>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5"/>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5"/>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5"/>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5"/>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5"/>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5"/>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5"/>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5"/>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5"/>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5"/>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5"/>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5"/>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5"/>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5"/>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5"/>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5"/>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6" name="Google Shape;1146;p5"/>
          <p:cNvGrpSpPr/>
          <p:nvPr/>
        </p:nvGrpSpPr>
        <p:grpSpPr>
          <a:xfrm flipH="1" rot="-1282427">
            <a:off x="-345303" y="4000189"/>
            <a:ext cx="1294657" cy="1350951"/>
            <a:chOff x="8465725" y="2863051"/>
            <a:chExt cx="1956212" cy="2041561"/>
          </a:xfrm>
        </p:grpSpPr>
        <p:sp>
          <p:nvSpPr>
            <p:cNvPr id="1147" name="Google Shape;1147;p5"/>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5"/>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5"/>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5"/>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5"/>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5"/>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5"/>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5"/>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5"/>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5"/>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5"/>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5"/>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5"/>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5"/>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5"/>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5"/>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5"/>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5"/>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p5"/>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5"/>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5"/>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5"/>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5"/>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5"/>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5"/>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5"/>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5"/>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5"/>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5"/>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 name="Google Shape;1176;p5"/>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p5"/>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5"/>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 name="Google Shape;1179;p5"/>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5"/>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5"/>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5"/>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5"/>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5"/>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5"/>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5"/>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5"/>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5"/>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5"/>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5"/>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1" name="Google Shape;1191;p5"/>
          <p:cNvGrpSpPr/>
          <p:nvPr/>
        </p:nvGrpSpPr>
        <p:grpSpPr>
          <a:xfrm>
            <a:off x="8430775" y="4331651"/>
            <a:ext cx="925639" cy="688028"/>
            <a:chOff x="8588925" y="2091476"/>
            <a:chExt cx="925639" cy="688028"/>
          </a:xfrm>
        </p:grpSpPr>
        <p:sp>
          <p:nvSpPr>
            <p:cNvPr id="1192" name="Google Shape;1192;p5"/>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5"/>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5"/>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5"/>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 name="Google Shape;1196;p5"/>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 name="Google Shape;1197;p5"/>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5"/>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5"/>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5"/>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5"/>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5"/>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5"/>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5"/>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5"/>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6" name="Google Shape;1206;p5"/>
          <p:cNvGrpSpPr/>
          <p:nvPr/>
        </p:nvGrpSpPr>
        <p:grpSpPr>
          <a:xfrm>
            <a:off x="8506975" y="3149155"/>
            <a:ext cx="679382" cy="871990"/>
            <a:chOff x="8619938" y="2813305"/>
            <a:chExt cx="679382" cy="871990"/>
          </a:xfrm>
        </p:grpSpPr>
        <p:sp>
          <p:nvSpPr>
            <p:cNvPr id="1207" name="Google Shape;1207;p5"/>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5"/>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5"/>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5"/>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5"/>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5"/>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p5"/>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5"/>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5"/>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5"/>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5"/>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5"/>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5"/>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5"/>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5"/>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5"/>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5"/>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5"/>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5"/>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5"/>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5"/>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5"/>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5"/>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5"/>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5"/>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5"/>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5"/>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5"/>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5" name="Google Shape;1235;p5"/>
            <p:cNvGrpSpPr/>
            <p:nvPr/>
          </p:nvGrpSpPr>
          <p:grpSpPr>
            <a:xfrm>
              <a:off x="8619938" y="2813305"/>
              <a:ext cx="679382" cy="871990"/>
              <a:chOff x="8619938" y="2813305"/>
              <a:chExt cx="679382" cy="871990"/>
            </a:xfrm>
          </p:grpSpPr>
          <p:sp>
            <p:nvSpPr>
              <p:cNvPr id="1236" name="Google Shape;1236;p5"/>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5"/>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38" name="Shape 1238"/>
        <p:cNvGrpSpPr/>
        <p:nvPr/>
      </p:nvGrpSpPr>
      <p:grpSpPr>
        <a:xfrm>
          <a:off x="0" y="0"/>
          <a:ext cx="0" cy="0"/>
          <a:chOff x="0" y="0"/>
          <a:chExt cx="0" cy="0"/>
        </a:xfrm>
      </p:grpSpPr>
      <p:grpSp>
        <p:nvGrpSpPr>
          <p:cNvPr id="1239" name="Google Shape;1239;p6"/>
          <p:cNvGrpSpPr/>
          <p:nvPr/>
        </p:nvGrpSpPr>
        <p:grpSpPr>
          <a:xfrm flipH="1">
            <a:off x="28" y="16530"/>
            <a:ext cx="9143944" cy="4940153"/>
            <a:chOff x="0" y="0"/>
            <a:chExt cx="2940175" cy="3566125"/>
          </a:xfrm>
        </p:grpSpPr>
        <p:sp>
          <p:nvSpPr>
            <p:cNvPr id="1240" name="Google Shape;1240;p6"/>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6"/>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6"/>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6"/>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6"/>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6"/>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 name="Google Shape;1246;p6"/>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6"/>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6"/>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6"/>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6"/>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6"/>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6"/>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 name="Google Shape;1254;p6"/>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6"/>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6"/>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6"/>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6"/>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6"/>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6"/>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6"/>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6"/>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p6"/>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p6"/>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6"/>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p6"/>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6"/>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6"/>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6"/>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6"/>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6"/>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6"/>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 name="Google Shape;1279;p6"/>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6"/>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6"/>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6"/>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6"/>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6"/>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6"/>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6"/>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6"/>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6"/>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6"/>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p6"/>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 name="Google Shape;1292;p6"/>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6"/>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6"/>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6"/>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6"/>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6"/>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6"/>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6"/>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6"/>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6"/>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6"/>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6"/>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6"/>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6"/>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 name="Google Shape;1311;p6"/>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6"/>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6"/>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 name="Google Shape;1314;p6"/>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6"/>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6"/>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6"/>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6"/>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6"/>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6"/>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 name="Google Shape;1323;p6"/>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 name="Google Shape;1324;p6"/>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6"/>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6"/>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6"/>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6"/>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6"/>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6"/>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6"/>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6"/>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6"/>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6"/>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6"/>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6"/>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6"/>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 name="Google Shape;1340;p6"/>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6"/>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6"/>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6"/>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 name="Google Shape;1344;p6"/>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6"/>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6"/>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6"/>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6"/>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6"/>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6"/>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6"/>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6"/>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6"/>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6"/>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6"/>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 name="Google Shape;1356;p6"/>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57" name="Google Shape;1357;p6"/>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 name="Google Shape;1358;p6"/>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Clr>
                <a:schemeClr val="lt1"/>
              </a:buClr>
              <a:buSzPts val="3500"/>
              <a:buNone/>
              <a:defRPr>
                <a:solidFill>
                  <a:schemeClr val="lt1"/>
                </a:solidFill>
              </a:defRPr>
            </a:lvl2pPr>
            <a:lvl3pPr lvl="2" rtl="0" algn="ctr">
              <a:spcBef>
                <a:spcPts val="0"/>
              </a:spcBef>
              <a:spcAft>
                <a:spcPts val="0"/>
              </a:spcAft>
              <a:buClr>
                <a:schemeClr val="lt1"/>
              </a:buClr>
              <a:buSzPts val="3500"/>
              <a:buNone/>
              <a:defRPr>
                <a:solidFill>
                  <a:schemeClr val="lt1"/>
                </a:solidFill>
              </a:defRPr>
            </a:lvl3pPr>
            <a:lvl4pPr lvl="3" rtl="0" algn="ctr">
              <a:spcBef>
                <a:spcPts val="0"/>
              </a:spcBef>
              <a:spcAft>
                <a:spcPts val="0"/>
              </a:spcAft>
              <a:buClr>
                <a:schemeClr val="lt1"/>
              </a:buClr>
              <a:buSzPts val="3500"/>
              <a:buNone/>
              <a:defRPr>
                <a:solidFill>
                  <a:schemeClr val="lt1"/>
                </a:solidFill>
              </a:defRPr>
            </a:lvl4pPr>
            <a:lvl5pPr lvl="4" rtl="0" algn="ctr">
              <a:spcBef>
                <a:spcPts val="0"/>
              </a:spcBef>
              <a:spcAft>
                <a:spcPts val="0"/>
              </a:spcAft>
              <a:buClr>
                <a:schemeClr val="lt1"/>
              </a:buClr>
              <a:buSzPts val="3500"/>
              <a:buNone/>
              <a:defRPr>
                <a:solidFill>
                  <a:schemeClr val="lt1"/>
                </a:solidFill>
              </a:defRPr>
            </a:lvl5pPr>
            <a:lvl6pPr lvl="5" rtl="0" algn="ctr">
              <a:spcBef>
                <a:spcPts val="0"/>
              </a:spcBef>
              <a:spcAft>
                <a:spcPts val="0"/>
              </a:spcAft>
              <a:buClr>
                <a:schemeClr val="lt1"/>
              </a:buClr>
              <a:buSzPts val="3500"/>
              <a:buNone/>
              <a:defRPr>
                <a:solidFill>
                  <a:schemeClr val="lt1"/>
                </a:solidFill>
              </a:defRPr>
            </a:lvl6pPr>
            <a:lvl7pPr lvl="6" rtl="0" algn="ctr">
              <a:spcBef>
                <a:spcPts val="0"/>
              </a:spcBef>
              <a:spcAft>
                <a:spcPts val="0"/>
              </a:spcAft>
              <a:buClr>
                <a:schemeClr val="lt1"/>
              </a:buClr>
              <a:buSzPts val="3500"/>
              <a:buNone/>
              <a:defRPr>
                <a:solidFill>
                  <a:schemeClr val="lt1"/>
                </a:solidFill>
              </a:defRPr>
            </a:lvl7pPr>
            <a:lvl8pPr lvl="7" rtl="0" algn="ctr">
              <a:spcBef>
                <a:spcPts val="0"/>
              </a:spcBef>
              <a:spcAft>
                <a:spcPts val="0"/>
              </a:spcAft>
              <a:buClr>
                <a:schemeClr val="lt1"/>
              </a:buClr>
              <a:buSzPts val="3500"/>
              <a:buNone/>
              <a:defRPr>
                <a:solidFill>
                  <a:schemeClr val="lt1"/>
                </a:solidFill>
              </a:defRPr>
            </a:lvl8pPr>
            <a:lvl9pPr lvl="8" rtl="0" algn="ctr">
              <a:spcBef>
                <a:spcPts val="0"/>
              </a:spcBef>
              <a:spcAft>
                <a:spcPts val="0"/>
              </a:spcAft>
              <a:buClr>
                <a:schemeClr val="lt1"/>
              </a:buClr>
              <a:buSzPts val="3500"/>
              <a:buNone/>
              <a:defRPr>
                <a:solidFill>
                  <a:schemeClr val="lt1"/>
                </a:solidFill>
              </a:defRPr>
            </a:lvl9pPr>
          </a:lstStyle>
          <a:p/>
        </p:txBody>
      </p:sp>
      <p:grpSp>
        <p:nvGrpSpPr>
          <p:cNvPr id="1359" name="Google Shape;1359;p6"/>
          <p:cNvGrpSpPr/>
          <p:nvPr/>
        </p:nvGrpSpPr>
        <p:grpSpPr>
          <a:xfrm>
            <a:off x="8430775" y="1761175"/>
            <a:ext cx="898165" cy="766770"/>
            <a:chOff x="-252625" y="2918525"/>
            <a:chExt cx="898165" cy="766770"/>
          </a:xfrm>
        </p:grpSpPr>
        <p:sp>
          <p:nvSpPr>
            <p:cNvPr id="1360" name="Google Shape;1360;p6"/>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 name="Google Shape;1361;p6"/>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6"/>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6"/>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6"/>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6"/>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 name="Google Shape;1366;p6"/>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 name="Google Shape;1367;p6"/>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6"/>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6"/>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 name="Google Shape;1370;p6"/>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6"/>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6"/>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6"/>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 name="Google Shape;1374;p6"/>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6"/>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6"/>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6"/>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6"/>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6"/>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6"/>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6"/>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6"/>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6"/>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6"/>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6"/>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6"/>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6"/>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 name="Google Shape;1388;p6"/>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 name="Google Shape;1389;p6"/>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 name="Google Shape;1390;p6"/>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6"/>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6"/>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6"/>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6"/>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6"/>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6" name="Google Shape;1396;p6"/>
          <p:cNvGrpSpPr/>
          <p:nvPr/>
        </p:nvGrpSpPr>
        <p:grpSpPr>
          <a:xfrm rot="1746424">
            <a:off x="8516823" y="-22181"/>
            <a:ext cx="1363220" cy="1433400"/>
            <a:chOff x="8529150" y="-173700"/>
            <a:chExt cx="1669089" cy="1754724"/>
          </a:xfrm>
        </p:grpSpPr>
        <p:sp>
          <p:nvSpPr>
            <p:cNvPr id="1397" name="Google Shape;1397;p6"/>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6"/>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6"/>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 name="Google Shape;1400;p6"/>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6"/>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6"/>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6"/>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6"/>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6"/>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6"/>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6"/>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 name="Google Shape;1408;p6"/>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6"/>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6"/>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6"/>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 name="Google Shape;1412;p6"/>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6"/>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6"/>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6"/>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 name="Google Shape;1416;p6"/>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 name="Google Shape;1417;p6"/>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6"/>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6"/>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6"/>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6"/>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6"/>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6"/>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6"/>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 name="Google Shape;1425;p6"/>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6"/>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 name="Google Shape;1427;p6"/>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 name="Google Shape;1428;p6"/>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6"/>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6"/>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6"/>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2" name="Google Shape;1432;p6"/>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6"/>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p6"/>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6"/>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6"/>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7" name="Google Shape;1437;p6"/>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6"/>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9" name="Google Shape;1439;p6"/>
          <p:cNvGrpSpPr/>
          <p:nvPr/>
        </p:nvGrpSpPr>
        <p:grpSpPr>
          <a:xfrm rot="-3141974">
            <a:off x="-1048377" y="2415637"/>
            <a:ext cx="1646342" cy="1753500"/>
            <a:chOff x="-2092800" y="-1252032"/>
            <a:chExt cx="1956171" cy="2083646"/>
          </a:xfrm>
        </p:grpSpPr>
        <p:sp>
          <p:nvSpPr>
            <p:cNvPr id="1440" name="Google Shape;1440;p6"/>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6"/>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 name="Google Shape;1442;p6"/>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6"/>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 name="Google Shape;1444;p6"/>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6"/>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6"/>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6"/>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6"/>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 name="Google Shape;1449;p6"/>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0" name="Google Shape;1450;p6"/>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6"/>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6"/>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6"/>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 name="Google Shape;1454;p6"/>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6"/>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 name="Google Shape;1456;p6"/>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6"/>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6"/>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 name="Google Shape;1459;p6"/>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6"/>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 name="Google Shape;1461;p6"/>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6"/>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 name="Google Shape;1463;p6"/>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p6"/>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6"/>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 name="Google Shape;1466;p6"/>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 name="Google Shape;1467;p6"/>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 name="Google Shape;1468;p6"/>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6"/>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6"/>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 name="Google Shape;1471;p6"/>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6"/>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3" name="Google Shape;1473;p6"/>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4" name="Google Shape;1474;p6"/>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6"/>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6"/>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6"/>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6"/>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 name="Google Shape;1479;p6"/>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6"/>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p6"/>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6"/>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6"/>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 name="Google Shape;1484;p6"/>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6"/>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6"/>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6"/>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 name="Google Shape;1488;p6"/>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9" name="Shape 1489"/>
        <p:cNvGrpSpPr/>
        <p:nvPr/>
      </p:nvGrpSpPr>
      <p:grpSpPr>
        <a:xfrm>
          <a:off x="0" y="0"/>
          <a:ext cx="0" cy="0"/>
          <a:chOff x="0" y="0"/>
          <a:chExt cx="0" cy="0"/>
        </a:xfrm>
      </p:grpSpPr>
      <p:grpSp>
        <p:nvGrpSpPr>
          <p:cNvPr id="1490" name="Google Shape;1490;p7"/>
          <p:cNvGrpSpPr/>
          <p:nvPr/>
        </p:nvGrpSpPr>
        <p:grpSpPr>
          <a:xfrm flipH="1">
            <a:off x="28" y="16530"/>
            <a:ext cx="9143944" cy="4940153"/>
            <a:chOff x="0" y="0"/>
            <a:chExt cx="2940175" cy="3566125"/>
          </a:xfrm>
        </p:grpSpPr>
        <p:sp>
          <p:nvSpPr>
            <p:cNvPr id="1491" name="Google Shape;1491;p7"/>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7"/>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 name="Google Shape;1493;p7"/>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7"/>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7"/>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7"/>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 name="Google Shape;1499;p7"/>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7"/>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7"/>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7"/>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7"/>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7"/>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7"/>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7"/>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7"/>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7"/>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7"/>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7"/>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7"/>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7"/>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7"/>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 name="Google Shape;1518;p7"/>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7"/>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7"/>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7"/>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 name="Google Shape;1523;p7"/>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 name="Google Shape;1524;p7"/>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 name="Google Shape;1525;p7"/>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 name="Google Shape;1527;p7"/>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 name="Google Shape;1528;p7"/>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7"/>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7"/>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7"/>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7"/>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7"/>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7"/>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7"/>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7"/>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7"/>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 name="Google Shape;1538;p7"/>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 name="Google Shape;1539;p7"/>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7"/>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7"/>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7"/>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 name="Google Shape;1543;p7"/>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 name="Google Shape;1544;p7"/>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7"/>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7"/>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 name="Google Shape;1547;p7"/>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7"/>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7"/>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7"/>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 name="Google Shape;1551;p7"/>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7"/>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7"/>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7"/>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7"/>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7"/>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 name="Google Shape;1557;p7"/>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7"/>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7"/>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7"/>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7"/>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7"/>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7"/>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4" name="Google Shape;1564;p7"/>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 name="Google Shape;1565;p7"/>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7"/>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7" name="Google Shape;1567;p7"/>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 name="Google Shape;1568;p7"/>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7"/>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7"/>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7"/>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7"/>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7"/>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7"/>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7"/>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 name="Google Shape;1576;p7"/>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7"/>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 name="Google Shape;1578;p7"/>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7"/>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7"/>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7"/>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 name="Google Shape;1582;p7"/>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7"/>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 name="Google Shape;1584;p7"/>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7"/>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7"/>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7"/>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7"/>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 name="Google Shape;1589;p7"/>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7"/>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7"/>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 name="Google Shape;1592;p7"/>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 name="Google Shape;1593;p7"/>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7"/>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7"/>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7"/>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 name="Google Shape;1597;p7"/>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7"/>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7"/>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 name="Google Shape;1600;p7"/>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 name="Google Shape;1601;p7"/>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7"/>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7"/>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 name="Google Shape;1604;p7"/>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 name="Google Shape;1605;p7"/>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7"/>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 name="Google Shape;1607;p7"/>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08" name="Google Shape;1608;p7"/>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 name="Google Shape;1609;p7"/>
          <p:cNvSpPr txBox="1"/>
          <p:nvPr>
            <p:ph idx="1" type="body"/>
          </p:nvPr>
        </p:nvSpPr>
        <p:spPr>
          <a:xfrm>
            <a:off x="2238000" y="1613956"/>
            <a:ext cx="4668000" cy="2194500"/>
          </a:xfrm>
          <a:prstGeom prst="rect">
            <a:avLst/>
          </a:prstGeom>
        </p:spPr>
        <p:txBody>
          <a:bodyPr anchorCtr="0" anchor="ctr" bIns="91425" lIns="91425" spcFirstLastPara="1" rIns="91425" wrap="square" tIns="91425">
            <a:noAutofit/>
          </a:bodyPr>
          <a:lstStyle>
            <a:lvl1pPr indent="-330200" lvl="0" marL="457200" rtl="0">
              <a:lnSpc>
                <a:spcPct val="100000"/>
              </a:lnSpc>
              <a:spcBef>
                <a:spcPts val="0"/>
              </a:spcBef>
              <a:spcAft>
                <a:spcPts val="0"/>
              </a:spcAft>
              <a:buClr>
                <a:schemeClr val="accent3"/>
              </a:buClr>
              <a:buSzPts val="1600"/>
              <a:buFont typeface="Nunito Light"/>
              <a:buChar char="●"/>
              <a:defRPr/>
            </a:lvl1pPr>
            <a:lvl2pPr indent="-330200" lvl="1" marL="914400" rtl="0">
              <a:lnSpc>
                <a:spcPct val="100000"/>
              </a:lnSpc>
              <a:spcBef>
                <a:spcPts val="0"/>
              </a:spcBef>
              <a:spcAft>
                <a:spcPts val="0"/>
              </a:spcAft>
              <a:buSzPts val="1600"/>
              <a:buFont typeface="Nunito Light"/>
              <a:buChar char="○"/>
              <a:defRPr/>
            </a:lvl2pPr>
            <a:lvl3pPr indent="-323850" lvl="2" marL="1371600" rtl="0">
              <a:lnSpc>
                <a:spcPct val="100000"/>
              </a:lnSpc>
              <a:spcBef>
                <a:spcPts val="1600"/>
              </a:spcBef>
              <a:spcAft>
                <a:spcPts val="0"/>
              </a:spcAft>
              <a:buSzPts val="1500"/>
              <a:buFont typeface="Nunito Light"/>
              <a:buChar char="■"/>
              <a:defRPr/>
            </a:lvl3pPr>
            <a:lvl4pPr indent="-323850" lvl="3" marL="1828800" rtl="0">
              <a:lnSpc>
                <a:spcPct val="100000"/>
              </a:lnSpc>
              <a:spcBef>
                <a:spcPts val="1600"/>
              </a:spcBef>
              <a:spcAft>
                <a:spcPts val="0"/>
              </a:spcAft>
              <a:buSzPts val="1500"/>
              <a:buFont typeface="Nunito Light"/>
              <a:buChar char="●"/>
              <a:defRPr/>
            </a:lvl4pPr>
            <a:lvl5pPr indent="-317500" lvl="4" marL="2286000" rtl="0">
              <a:lnSpc>
                <a:spcPct val="100000"/>
              </a:lnSpc>
              <a:spcBef>
                <a:spcPts val="1600"/>
              </a:spcBef>
              <a:spcAft>
                <a:spcPts val="0"/>
              </a:spcAft>
              <a:buSzPts val="1400"/>
              <a:buFont typeface="Nunito Light"/>
              <a:buChar char="○"/>
              <a:defRPr/>
            </a:lvl5pPr>
            <a:lvl6pPr indent="-317500" lvl="5" marL="2743200" rtl="0">
              <a:lnSpc>
                <a:spcPct val="100000"/>
              </a:lnSpc>
              <a:spcBef>
                <a:spcPts val="1600"/>
              </a:spcBef>
              <a:spcAft>
                <a:spcPts val="0"/>
              </a:spcAft>
              <a:buSzPts val="1400"/>
              <a:buFont typeface="Nunito Light"/>
              <a:buChar char="■"/>
              <a:defRPr/>
            </a:lvl6pPr>
            <a:lvl7pPr indent="-311150" lvl="6" marL="3200400" rtl="0">
              <a:lnSpc>
                <a:spcPct val="100000"/>
              </a:lnSpc>
              <a:spcBef>
                <a:spcPts val="1600"/>
              </a:spcBef>
              <a:spcAft>
                <a:spcPts val="0"/>
              </a:spcAft>
              <a:buSzPts val="1300"/>
              <a:buFont typeface="Nunito Light"/>
              <a:buChar char="●"/>
              <a:defRPr/>
            </a:lvl7pPr>
            <a:lvl8pPr indent="-311150" lvl="7" marL="3657600" rtl="0">
              <a:lnSpc>
                <a:spcPct val="100000"/>
              </a:lnSpc>
              <a:spcBef>
                <a:spcPts val="1600"/>
              </a:spcBef>
              <a:spcAft>
                <a:spcPts val="0"/>
              </a:spcAft>
              <a:buSzPts val="1300"/>
              <a:buFont typeface="Nunito Light"/>
              <a:buChar char="○"/>
              <a:defRPr/>
            </a:lvl8pPr>
            <a:lvl9pPr indent="-317500" lvl="8" marL="4114800" rtl="0">
              <a:lnSpc>
                <a:spcPct val="100000"/>
              </a:lnSpc>
              <a:spcBef>
                <a:spcPts val="1600"/>
              </a:spcBef>
              <a:spcAft>
                <a:spcPts val="1600"/>
              </a:spcAft>
              <a:buSzPts val="1400"/>
              <a:buFont typeface="Nunito Light"/>
              <a:buChar char="■"/>
              <a:defRPr/>
            </a:lvl9pPr>
          </a:lstStyle>
          <a:p/>
        </p:txBody>
      </p:sp>
      <p:sp>
        <p:nvSpPr>
          <p:cNvPr id="1610" name="Google Shape;1610;p7"/>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1611" name="Google Shape;1611;p7"/>
          <p:cNvGrpSpPr/>
          <p:nvPr/>
        </p:nvGrpSpPr>
        <p:grpSpPr>
          <a:xfrm rot="-1727288">
            <a:off x="-1085802" y="1263281"/>
            <a:ext cx="1646350" cy="1753736"/>
            <a:chOff x="-2092800" y="-1252032"/>
            <a:chExt cx="1956171" cy="2083646"/>
          </a:xfrm>
        </p:grpSpPr>
        <p:sp>
          <p:nvSpPr>
            <p:cNvPr id="1612" name="Google Shape;1612;p7"/>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7"/>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 name="Google Shape;1614;p7"/>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7"/>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 name="Google Shape;1616;p7"/>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7"/>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7"/>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7"/>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7"/>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 name="Google Shape;1621;p7"/>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 name="Google Shape;1622;p7"/>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7"/>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7"/>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7"/>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7"/>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7"/>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7"/>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 name="Google Shape;1629;p7"/>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7"/>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7"/>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 name="Google Shape;1632;p7"/>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7"/>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7"/>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7"/>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 name="Google Shape;1636;p7"/>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 name="Google Shape;1637;p7"/>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7"/>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7"/>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7"/>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 name="Google Shape;1641;p7"/>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7"/>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7"/>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7"/>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 name="Google Shape;1645;p7"/>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7"/>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7"/>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7"/>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7"/>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7"/>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 name="Google Shape;1651;p7"/>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 name="Google Shape;1652;p7"/>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7"/>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 name="Google Shape;1654;p7"/>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7"/>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7"/>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7"/>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7"/>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7"/>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 name="Google Shape;1660;p7"/>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1" name="Google Shape;1661;p7"/>
          <p:cNvGrpSpPr/>
          <p:nvPr/>
        </p:nvGrpSpPr>
        <p:grpSpPr>
          <a:xfrm>
            <a:off x="8536850" y="3236800"/>
            <a:ext cx="898165" cy="766770"/>
            <a:chOff x="-252625" y="2918525"/>
            <a:chExt cx="898165" cy="766770"/>
          </a:xfrm>
        </p:grpSpPr>
        <p:sp>
          <p:nvSpPr>
            <p:cNvPr id="1662" name="Google Shape;1662;p7"/>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7"/>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 name="Google Shape;1664;p7"/>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7"/>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 name="Google Shape;1666;p7"/>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 name="Google Shape;1667;p7"/>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7"/>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7"/>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 name="Google Shape;1670;p7"/>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 name="Google Shape;1671;p7"/>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 name="Google Shape;1672;p7"/>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 name="Google Shape;1673;p7"/>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 name="Google Shape;1674;p7"/>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7"/>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 name="Google Shape;1676;p7"/>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 name="Google Shape;1677;p7"/>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7"/>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7"/>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7"/>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7"/>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7"/>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 name="Google Shape;1683;p7"/>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7"/>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7"/>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7"/>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7"/>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 name="Google Shape;1688;p7"/>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7"/>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7"/>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7"/>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7"/>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 name="Google Shape;1693;p7"/>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 name="Google Shape;1694;p7"/>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 name="Google Shape;1695;p7"/>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7"/>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7"/>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8" name="Google Shape;1698;p7"/>
          <p:cNvGrpSpPr/>
          <p:nvPr/>
        </p:nvGrpSpPr>
        <p:grpSpPr>
          <a:xfrm rot="1746615">
            <a:off x="3514966" y="4512132"/>
            <a:ext cx="1047275" cy="979617"/>
            <a:chOff x="-252624" y="1601574"/>
            <a:chExt cx="1047258" cy="979600"/>
          </a:xfrm>
        </p:grpSpPr>
        <p:sp>
          <p:nvSpPr>
            <p:cNvPr id="1699" name="Google Shape;1699;p7"/>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7"/>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7"/>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7"/>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7"/>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7"/>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7"/>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7"/>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7"/>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7"/>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7"/>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7"/>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 name="Google Shape;1711;p7"/>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2" name="Google Shape;1712;p7"/>
          <p:cNvGrpSpPr/>
          <p:nvPr/>
        </p:nvGrpSpPr>
        <p:grpSpPr>
          <a:xfrm>
            <a:off x="8087125" y="4255401"/>
            <a:ext cx="925639" cy="688028"/>
            <a:chOff x="8588925" y="2091476"/>
            <a:chExt cx="925639" cy="688028"/>
          </a:xfrm>
        </p:grpSpPr>
        <p:sp>
          <p:nvSpPr>
            <p:cNvPr id="1713" name="Google Shape;1713;p7"/>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 name="Google Shape;1714;p7"/>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7"/>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7"/>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7"/>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7"/>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7"/>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7"/>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7"/>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 name="Google Shape;1722;p7"/>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 name="Google Shape;1723;p7"/>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7"/>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7"/>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7"/>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727" name="Shape 1727"/>
        <p:cNvGrpSpPr/>
        <p:nvPr/>
      </p:nvGrpSpPr>
      <p:grpSpPr>
        <a:xfrm>
          <a:off x="0" y="0"/>
          <a:ext cx="0" cy="0"/>
          <a:chOff x="0" y="0"/>
          <a:chExt cx="0" cy="0"/>
        </a:xfrm>
      </p:grpSpPr>
      <p:grpSp>
        <p:nvGrpSpPr>
          <p:cNvPr id="1728" name="Google Shape;1728;p8"/>
          <p:cNvGrpSpPr/>
          <p:nvPr/>
        </p:nvGrpSpPr>
        <p:grpSpPr>
          <a:xfrm flipH="1">
            <a:off x="28" y="16530"/>
            <a:ext cx="9143944" cy="4940153"/>
            <a:chOff x="0" y="0"/>
            <a:chExt cx="2940175" cy="3566125"/>
          </a:xfrm>
        </p:grpSpPr>
        <p:sp>
          <p:nvSpPr>
            <p:cNvPr id="1729" name="Google Shape;1729;p8"/>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 name="Google Shape;1730;p8"/>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 name="Google Shape;1731;p8"/>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 name="Google Shape;1732;p8"/>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 name="Google Shape;1733;p8"/>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 name="Google Shape;1734;p8"/>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 name="Google Shape;1735;p8"/>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 name="Google Shape;1736;p8"/>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8"/>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 name="Google Shape;1738;p8"/>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 name="Google Shape;1739;p8"/>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8"/>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8"/>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8"/>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8"/>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8"/>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8"/>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 name="Google Shape;1746;p8"/>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 name="Google Shape;1747;p8"/>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8"/>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8"/>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8"/>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 name="Google Shape;1751;p8"/>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 name="Google Shape;1752;p8"/>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8"/>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8"/>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 name="Google Shape;1755;p8"/>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 name="Google Shape;1756;p8"/>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8"/>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8"/>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 name="Google Shape;1759;p8"/>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 name="Google Shape;1760;p8"/>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8"/>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 name="Google Shape;1762;p8"/>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 name="Google Shape;1763;p8"/>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8"/>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 name="Google Shape;1765;p8"/>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 name="Google Shape;1766;p8"/>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 name="Google Shape;1767;p8"/>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 name="Google Shape;1768;p8"/>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 name="Google Shape;1769;p8"/>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8"/>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8"/>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 name="Google Shape;1772;p8"/>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8"/>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8"/>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8"/>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8"/>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8"/>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8"/>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8"/>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8"/>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8"/>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 name="Google Shape;1782;p8"/>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8"/>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8"/>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 name="Google Shape;1785;p8"/>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 name="Google Shape;1786;p8"/>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 name="Google Shape;1787;p8"/>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8"/>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8"/>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8"/>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 name="Google Shape;1791;p8"/>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8"/>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8"/>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8"/>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8"/>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 name="Google Shape;1796;p8"/>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 name="Google Shape;1797;p8"/>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8"/>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8"/>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8"/>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8"/>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8"/>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8"/>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8"/>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8"/>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8"/>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8"/>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8"/>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8"/>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8"/>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 name="Google Shape;1811;p8"/>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8"/>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8"/>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8"/>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8"/>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8"/>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8"/>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8"/>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8"/>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8"/>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8"/>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8"/>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 name="Google Shape;1823;p8"/>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8"/>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 name="Google Shape;1825;p8"/>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8"/>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8"/>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8"/>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 name="Google Shape;1829;p8"/>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8"/>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8"/>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 name="Google Shape;1832;p8"/>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8"/>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8"/>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 name="Google Shape;1835;p8"/>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 name="Google Shape;1836;p8"/>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 name="Google Shape;1837;p8"/>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 name="Google Shape;1838;p8"/>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 name="Google Shape;1839;p8"/>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 name="Google Shape;1840;p8"/>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8"/>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 name="Google Shape;1842;p8"/>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 name="Google Shape;1843;p8"/>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8"/>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 name="Google Shape;1845;p8"/>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46" name="Google Shape;1846;p8"/>
          <p:cNvSpPr txBox="1"/>
          <p:nvPr>
            <p:ph type="title"/>
          </p:nvPr>
        </p:nvSpPr>
        <p:spPr>
          <a:xfrm>
            <a:off x="1487100" y="1699950"/>
            <a:ext cx="6169800" cy="17436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SzPts val="4800"/>
              <a:buNone/>
              <a:defRPr sz="72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1847" name="Google Shape;1847;p8"/>
          <p:cNvGrpSpPr/>
          <p:nvPr/>
        </p:nvGrpSpPr>
        <p:grpSpPr>
          <a:xfrm rot="10800000">
            <a:off x="-330759" y="-125202"/>
            <a:ext cx="1436750" cy="1718156"/>
            <a:chOff x="3853575" y="-2474775"/>
            <a:chExt cx="1436750" cy="1718156"/>
          </a:xfrm>
        </p:grpSpPr>
        <p:sp>
          <p:nvSpPr>
            <p:cNvPr id="1848" name="Google Shape;1848;p8"/>
            <p:cNvSpPr/>
            <p:nvPr/>
          </p:nvSpPr>
          <p:spPr>
            <a:xfrm>
              <a:off x="3873611" y="-1465718"/>
              <a:ext cx="573999" cy="351203"/>
            </a:xfrm>
            <a:custGeom>
              <a:rect b="b" l="l" r="r" t="t"/>
              <a:pathLst>
                <a:path extrusionOk="0" h="9343" w="15270">
                  <a:moveTo>
                    <a:pt x="9205" y="0"/>
                  </a:moveTo>
                  <a:lnTo>
                    <a:pt x="8988" y="20"/>
                  </a:lnTo>
                  <a:lnTo>
                    <a:pt x="8751" y="79"/>
                  </a:lnTo>
                  <a:lnTo>
                    <a:pt x="8514" y="178"/>
                  </a:lnTo>
                  <a:lnTo>
                    <a:pt x="8277" y="316"/>
                  </a:lnTo>
                  <a:lnTo>
                    <a:pt x="8040" y="454"/>
                  </a:lnTo>
                  <a:lnTo>
                    <a:pt x="7783" y="632"/>
                  </a:lnTo>
                  <a:lnTo>
                    <a:pt x="7309" y="1008"/>
                  </a:lnTo>
                  <a:lnTo>
                    <a:pt x="6855" y="1363"/>
                  </a:lnTo>
                  <a:lnTo>
                    <a:pt x="6420" y="1699"/>
                  </a:lnTo>
                  <a:lnTo>
                    <a:pt x="6223" y="1817"/>
                  </a:lnTo>
                  <a:lnTo>
                    <a:pt x="6025" y="1916"/>
                  </a:lnTo>
                  <a:lnTo>
                    <a:pt x="5867" y="1975"/>
                  </a:lnTo>
                  <a:lnTo>
                    <a:pt x="5709" y="1995"/>
                  </a:lnTo>
                  <a:lnTo>
                    <a:pt x="5551" y="1975"/>
                  </a:lnTo>
                  <a:lnTo>
                    <a:pt x="5354" y="1916"/>
                  </a:lnTo>
                  <a:lnTo>
                    <a:pt x="4840" y="1778"/>
                  </a:lnTo>
                  <a:lnTo>
                    <a:pt x="4228" y="1600"/>
                  </a:lnTo>
                  <a:lnTo>
                    <a:pt x="3576" y="1363"/>
                  </a:lnTo>
                  <a:lnTo>
                    <a:pt x="2312" y="968"/>
                  </a:lnTo>
                  <a:lnTo>
                    <a:pt x="1798" y="810"/>
                  </a:lnTo>
                  <a:lnTo>
                    <a:pt x="1581" y="770"/>
                  </a:lnTo>
                  <a:lnTo>
                    <a:pt x="1423" y="751"/>
                  </a:lnTo>
                  <a:lnTo>
                    <a:pt x="1028" y="751"/>
                  </a:lnTo>
                  <a:lnTo>
                    <a:pt x="831" y="790"/>
                  </a:lnTo>
                  <a:lnTo>
                    <a:pt x="633" y="869"/>
                  </a:lnTo>
                  <a:lnTo>
                    <a:pt x="455" y="968"/>
                  </a:lnTo>
                  <a:lnTo>
                    <a:pt x="317" y="1106"/>
                  </a:lnTo>
                  <a:lnTo>
                    <a:pt x="238" y="1185"/>
                  </a:lnTo>
                  <a:lnTo>
                    <a:pt x="179" y="1284"/>
                  </a:lnTo>
                  <a:lnTo>
                    <a:pt x="139" y="1383"/>
                  </a:lnTo>
                  <a:lnTo>
                    <a:pt x="100" y="1501"/>
                  </a:lnTo>
                  <a:lnTo>
                    <a:pt x="60" y="1699"/>
                  </a:lnTo>
                  <a:lnTo>
                    <a:pt x="21" y="1877"/>
                  </a:lnTo>
                  <a:lnTo>
                    <a:pt x="1" y="2054"/>
                  </a:lnTo>
                  <a:lnTo>
                    <a:pt x="1" y="2232"/>
                  </a:lnTo>
                  <a:lnTo>
                    <a:pt x="21" y="2410"/>
                  </a:lnTo>
                  <a:lnTo>
                    <a:pt x="60" y="2568"/>
                  </a:lnTo>
                  <a:lnTo>
                    <a:pt x="139" y="2726"/>
                  </a:lnTo>
                  <a:lnTo>
                    <a:pt x="238" y="2884"/>
                  </a:lnTo>
                  <a:lnTo>
                    <a:pt x="356" y="3002"/>
                  </a:lnTo>
                  <a:lnTo>
                    <a:pt x="495" y="3121"/>
                  </a:lnTo>
                  <a:lnTo>
                    <a:pt x="653" y="3239"/>
                  </a:lnTo>
                  <a:lnTo>
                    <a:pt x="1008" y="3477"/>
                  </a:lnTo>
                  <a:lnTo>
                    <a:pt x="1403" y="3674"/>
                  </a:lnTo>
                  <a:lnTo>
                    <a:pt x="1798" y="3852"/>
                  </a:lnTo>
                  <a:lnTo>
                    <a:pt x="1937" y="3911"/>
                  </a:lnTo>
                  <a:lnTo>
                    <a:pt x="1996" y="3931"/>
                  </a:lnTo>
                  <a:lnTo>
                    <a:pt x="2766" y="4207"/>
                  </a:lnTo>
                  <a:lnTo>
                    <a:pt x="3300" y="4385"/>
                  </a:lnTo>
                  <a:lnTo>
                    <a:pt x="3616" y="4464"/>
                  </a:lnTo>
                  <a:lnTo>
                    <a:pt x="3714" y="4484"/>
                  </a:lnTo>
                  <a:lnTo>
                    <a:pt x="3793" y="4622"/>
                  </a:lnTo>
                  <a:lnTo>
                    <a:pt x="4011" y="4918"/>
                  </a:lnTo>
                  <a:lnTo>
                    <a:pt x="4169" y="5116"/>
                  </a:lnTo>
                  <a:lnTo>
                    <a:pt x="4366" y="5313"/>
                  </a:lnTo>
                  <a:lnTo>
                    <a:pt x="4564" y="5531"/>
                  </a:lnTo>
                  <a:lnTo>
                    <a:pt x="4801" y="5709"/>
                  </a:lnTo>
                  <a:lnTo>
                    <a:pt x="5038" y="5886"/>
                  </a:lnTo>
                  <a:lnTo>
                    <a:pt x="5275" y="6005"/>
                  </a:lnTo>
                  <a:lnTo>
                    <a:pt x="5512" y="6104"/>
                  </a:lnTo>
                  <a:lnTo>
                    <a:pt x="5709" y="6163"/>
                  </a:lnTo>
                  <a:lnTo>
                    <a:pt x="6025" y="6242"/>
                  </a:lnTo>
                  <a:lnTo>
                    <a:pt x="6144" y="6262"/>
                  </a:lnTo>
                  <a:lnTo>
                    <a:pt x="6164" y="6400"/>
                  </a:lnTo>
                  <a:lnTo>
                    <a:pt x="6183" y="6578"/>
                  </a:lnTo>
                  <a:lnTo>
                    <a:pt x="6262" y="6775"/>
                  </a:lnTo>
                  <a:lnTo>
                    <a:pt x="6341" y="6992"/>
                  </a:lnTo>
                  <a:lnTo>
                    <a:pt x="6480" y="7210"/>
                  </a:lnTo>
                  <a:lnTo>
                    <a:pt x="6578" y="7308"/>
                  </a:lnTo>
                  <a:lnTo>
                    <a:pt x="6677" y="7407"/>
                  </a:lnTo>
                  <a:lnTo>
                    <a:pt x="6796" y="7506"/>
                  </a:lnTo>
                  <a:lnTo>
                    <a:pt x="6914" y="7585"/>
                  </a:lnTo>
                  <a:lnTo>
                    <a:pt x="7309" y="7802"/>
                  </a:lnTo>
                  <a:lnTo>
                    <a:pt x="7605" y="7921"/>
                  </a:lnTo>
                  <a:lnTo>
                    <a:pt x="7783" y="7980"/>
                  </a:lnTo>
                  <a:lnTo>
                    <a:pt x="7862" y="7980"/>
                  </a:lnTo>
                  <a:lnTo>
                    <a:pt x="7961" y="8138"/>
                  </a:lnTo>
                  <a:lnTo>
                    <a:pt x="8080" y="8296"/>
                  </a:lnTo>
                  <a:lnTo>
                    <a:pt x="8218" y="8474"/>
                  </a:lnTo>
                  <a:lnTo>
                    <a:pt x="8415" y="8671"/>
                  </a:lnTo>
                  <a:lnTo>
                    <a:pt x="8613" y="8849"/>
                  </a:lnTo>
                  <a:lnTo>
                    <a:pt x="8830" y="9007"/>
                  </a:lnTo>
                  <a:lnTo>
                    <a:pt x="8949" y="9066"/>
                  </a:lnTo>
                  <a:lnTo>
                    <a:pt x="9067" y="9106"/>
                  </a:lnTo>
                  <a:lnTo>
                    <a:pt x="9541" y="9205"/>
                  </a:lnTo>
                  <a:lnTo>
                    <a:pt x="10015" y="9284"/>
                  </a:lnTo>
                  <a:lnTo>
                    <a:pt x="10489" y="9343"/>
                  </a:lnTo>
                  <a:lnTo>
                    <a:pt x="11398" y="9343"/>
                  </a:lnTo>
                  <a:lnTo>
                    <a:pt x="11813" y="9303"/>
                  </a:lnTo>
                  <a:lnTo>
                    <a:pt x="12208" y="9264"/>
                  </a:lnTo>
                  <a:lnTo>
                    <a:pt x="12583" y="9185"/>
                  </a:lnTo>
                  <a:lnTo>
                    <a:pt x="12938" y="9126"/>
                  </a:lnTo>
                  <a:lnTo>
                    <a:pt x="13235" y="9047"/>
                  </a:lnTo>
                  <a:lnTo>
                    <a:pt x="13748" y="8889"/>
                  </a:lnTo>
                  <a:lnTo>
                    <a:pt x="14064" y="8790"/>
                  </a:lnTo>
                  <a:lnTo>
                    <a:pt x="14183" y="8731"/>
                  </a:lnTo>
                  <a:lnTo>
                    <a:pt x="15269" y="869"/>
                  </a:lnTo>
                  <a:lnTo>
                    <a:pt x="14479" y="731"/>
                  </a:lnTo>
                  <a:lnTo>
                    <a:pt x="12682" y="454"/>
                  </a:lnTo>
                  <a:lnTo>
                    <a:pt x="11635" y="296"/>
                  </a:lnTo>
                  <a:lnTo>
                    <a:pt x="10647" y="158"/>
                  </a:lnTo>
                  <a:lnTo>
                    <a:pt x="9798" y="59"/>
                  </a:lnTo>
                  <a:lnTo>
                    <a:pt x="920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8"/>
            <p:cNvSpPr/>
            <p:nvPr/>
          </p:nvSpPr>
          <p:spPr>
            <a:xfrm>
              <a:off x="4013224" y="-1297197"/>
              <a:ext cx="118822" cy="26050"/>
            </a:xfrm>
            <a:custGeom>
              <a:rect b="b" l="l" r="r" t="t"/>
              <a:pathLst>
                <a:path extrusionOk="0" h="693" w="3161">
                  <a:moveTo>
                    <a:pt x="0" y="1"/>
                  </a:moveTo>
                  <a:lnTo>
                    <a:pt x="158" y="258"/>
                  </a:lnTo>
                  <a:lnTo>
                    <a:pt x="1620" y="554"/>
                  </a:lnTo>
                  <a:lnTo>
                    <a:pt x="1896" y="613"/>
                  </a:lnTo>
                  <a:lnTo>
                    <a:pt x="2153" y="633"/>
                  </a:lnTo>
                  <a:lnTo>
                    <a:pt x="2647" y="672"/>
                  </a:lnTo>
                  <a:lnTo>
                    <a:pt x="3003" y="692"/>
                  </a:lnTo>
                  <a:lnTo>
                    <a:pt x="3161" y="692"/>
                  </a:lnTo>
                  <a:lnTo>
                    <a:pt x="2904" y="613"/>
                  </a:lnTo>
                  <a:lnTo>
                    <a:pt x="2568" y="554"/>
                  </a:lnTo>
                  <a:lnTo>
                    <a:pt x="2074" y="495"/>
                  </a:lnTo>
                  <a:lnTo>
                    <a:pt x="1758" y="435"/>
                  </a:lnTo>
                  <a:lnTo>
                    <a:pt x="1403" y="376"/>
                  </a:lnTo>
                  <a:lnTo>
                    <a:pt x="731" y="218"/>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8"/>
            <p:cNvSpPr/>
            <p:nvPr/>
          </p:nvSpPr>
          <p:spPr>
            <a:xfrm>
              <a:off x="4103067" y="-1230360"/>
              <a:ext cx="60896" cy="10450"/>
            </a:xfrm>
            <a:custGeom>
              <a:rect b="b" l="l" r="r" t="t"/>
              <a:pathLst>
                <a:path extrusionOk="0" h="278" w="1620">
                  <a:moveTo>
                    <a:pt x="40" y="1"/>
                  </a:moveTo>
                  <a:lnTo>
                    <a:pt x="20" y="20"/>
                  </a:lnTo>
                  <a:lnTo>
                    <a:pt x="0" y="99"/>
                  </a:lnTo>
                  <a:lnTo>
                    <a:pt x="20" y="178"/>
                  </a:lnTo>
                  <a:lnTo>
                    <a:pt x="40" y="218"/>
                  </a:lnTo>
                  <a:lnTo>
                    <a:pt x="79" y="238"/>
                  </a:lnTo>
                  <a:lnTo>
                    <a:pt x="178" y="257"/>
                  </a:lnTo>
                  <a:lnTo>
                    <a:pt x="356" y="277"/>
                  </a:lnTo>
                  <a:lnTo>
                    <a:pt x="889" y="277"/>
                  </a:lnTo>
                  <a:lnTo>
                    <a:pt x="1620" y="257"/>
                  </a:lnTo>
                  <a:lnTo>
                    <a:pt x="1264" y="218"/>
                  </a:lnTo>
                  <a:lnTo>
                    <a:pt x="929" y="178"/>
                  </a:lnTo>
                  <a:lnTo>
                    <a:pt x="514" y="99"/>
                  </a:lnTo>
                  <a:lnTo>
                    <a:pt x="4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8"/>
            <p:cNvSpPr/>
            <p:nvPr/>
          </p:nvSpPr>
          <p:spPr>
            <a:xfrm>
              <a:off x="4169152" y="-1165779"/>
              <a:ext cx="41612" cy="11202"/>
            </a:xfrm>
            <a:custGeom>
              <a:rect b="b" l="l" r="r" t="t"/>
              <a:pathLst>
                <a:path extrusionOk="0" h="298" w="1107">
                  <a:moveTo>
                    <a:pt x="0" y="1"/>
                  </a:moveTo>
                  <a:lnTo>
                    <a:pt x="40" y="120"/>
                  </a:lnTo>
                  <a:lnTo>
                    <a:pt x="99" y="199"/>
                  </a:lnTo>
                  <a:lnTo>
                    <a:pt x="138" y="278"/>
                  </a:lnTo>
                  <a:lnTo>
                    <a:pt x="218" y="297"/>
                  </a:lnTo>
                  <a:lnTo>
                    <a:pt x="356" y="278"/>
                  </a:lnTo>
                  <a:lnTo>
                    <a:pt x="711" y="199"/>
                  </a:lnTo>
                  <a:lnTo>
                    <a:pt x="1047" y="100"/>
                  </a:lnTo>
                  <a:lnTo>
                    <a:pt x="1106" y="60"/>
                  </a:lnTo>
                  <a:lnTo>
                    <a:pt x="1087" y="40"/>
                  </a:lnTo>
                  <a:lnTo>
                    <a:pt x="455" y="21"/>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 name="Google Shape;1852;p8"/>
            <p:cNvSpPr/>
            <p:nvPr/>
          </p:nvSpPr>
          <p:spPr>
            <a:xfrm>
              <a:off x="3882520" y="-1393693"/>
              <a:ext cx="75030" cy="75030"/>
            </a:xfrm>
            <a:custGeom>
              <a:rect b="b" l="l" r="r" t="t"/>
              <a:pathLst>
                <a:path extrusionOk="0" h="1996" w="1996">
                  <a:moveTo>
                    <a:pt x="376" y="0"/>
                  </a:moveTo>
                  <a:lnTo>
                    <a:pt x="1" y="968"/>
                  </a:lnTo>
                  <a:lnTo>
                    <a:pt x="119" y="1086"/>
                  </a:lnTo>
                  <a:lnTo>
                    <a:pt x="416" y="198"/>
                  </a:lnTo>
                  <a:lnTo>
                    <a:pt x="1048" y="494"/>
                  </a:lnTo>
                  <a:lnTo>
                    <a:pt x="1502" y="731"/>
                  </a:lnTo>
                  <a:lnTo>
                    <a:pt x="1680" y="830"/>
                  </a:lnTo>
                  <a:lnTo>
                    <a:pt x="1779" y="909"/>
                  </a:lnTo>
                  <a:lnTo>
                    <a:pt x="1798" y="968"/>
                  </a:lnTo>
                  <a:lnTo>
                    <a:pt x="1838" y="1067"/>
                  </a:lnTo>
                  <a:lnTo>
                    <a:pt x="1838" y="1146"/>
                  </a:lnTo>
                  <a:lnTo>
                    <a:pt x="1838" y="1264"/>
                  </a:lnTo>
                  <a:lnTo>
                    <a:pt x="1798" y="1482"/>
                  </a:lnTo>
                  <a:lnTo>
                    <a:pt x="1719" y="1719"/>
                  </a:lnTo>
                  <a:lnTo>
                    <a:pt x="1640" y="1857"/>
                  </a:lnTo>
                  <a:lnTo>
                    <a:pt x="1561" y="1936"/>
                  </a:lnTo>
                  <a:lnTo>
                    <a:pt x="1700" y="1995"/>
                  </a:lnTo>
                  <a:lnTo>
                    <a:pt x="1779" y="1896"/>
                  </a:lnTo>
                  <a:lnTo>
                    <a:pt x="1838" y="1738"/>
                  </a:lnTo>
                  <a:lnTo>
                    <a:pt x="1897" y="1580"/>
                  </a:lnTo>
                  <a:lnTo>
                    <a:pt x="1956" y="1402"/>
                  </a:lnTo>
                  <a:lnTo>
                    <a:pt x="1976" y="1244"/>
                  </a:lnTo>
                  <a:lnTo>
                    <a:pt x="1996" y="1067"/>
                  </a:lnTo>
                  <a:lnTo>
                    <a:pt x="1956" y="928"/>
                  </a:lnTo>
                  <a:lnTo>
                    <a:pt x="1937" y="869"/>
                  </a:lnTo>
                  <a:lnTo>
                    <a:pt x="1897" y="810"/>
                  </a:lnTo>
                  <a:lnTo>
                    <a:pt x="1798" y="711"/>
                  </a:lnTo>
                  <a:lnTo>
                    <a:pt x="1640" y="593"/>
                  </a:lnTo>
                  <a:lnTo>
                    <a:pt x="1463" y="494"/>
                  </a:lnTo>
                  <a:lnTo>
                    <a:pt x="1285" y="395"/>
                  </a:lnTo>
                  <a:lnTo>
                    <a:pt x="989" y="257"/>
                  </a:lnTo>
                  <a:lnTo>
                    <a:pt x="870" y="217"/>
                  </a:lnTo>
                  <a:lnTo>
                    <a:pt x="37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 name="Google Shape;1853;p8"/>
            <p:cNvSpPr/>
            <p:nvPr/>
          </p:nvSpPr>
          <p:spPr>
            <a:xfrm>
              <a:off x="4047357" y="-2278023"/>
              <a:ext cx="1045453" cy="331920"/>
            </a:xfrm>
            <a:custGeom>
              <a:rect b="b" l="l" r="r" t="t"/>
              <a:pathLst>
                <a:path extrusionOk="0" h="8830" w="27812">
                  <a:moveTo>
                    <a:pt x="9581" y="0"/>
                  </a:moveTo>
                  <a:lnTo>
                    <a:pt x="9363" y="40"/>
                  </a:lnTo>
                  <a:lnTo>
                    <a:pt x="9166" y="60"/>
                  </a:lnTo>
                  <a:lnTo>
                    <a:pt x="8988" y="119"/>
                  </a:lnTo>
                  <a:lnTo>
                    <a:pt x="8830" y="178"/>
                  </a:lnTo>
                  <a:lnTo>
                    <a:pt x="8692" y="237"/>
                  </a:lnTo>
                  <a:lnTo>
                    <a:pt x="8573" y="297"/>
                  </a:lnTo>
                  <a:lnTo>
                    <a:pt x="8396" y="435"/>
                  </a:lnTo>
                  <a:lnTo>
                    <a:pt x="8277" y="553"/>
                  </a:lnTo>
                  <a:lnTo>
                    <a:pt x="8178" y="692"/>
                  </a:lnTo>
                  <a:lnTo>
                    <a:pt x="8099" y="672"/>
                  </a:lnTo>
                  <a:lnTo>
                    <a:pt x="7862" y="672"/>
                  </a:lnTo>
                  <a:lnTo>
                    <a:pt x="7507" y="692"/>
                  </a:lnTo>
                  <a:lnTo>
                    <a:pt x="7309" y="731"/>
                  </a:lnTo>
                  <a:lnTo>
                    <a:pt x="7092" y="771"/>
                  </a:lnTo>
                  <a:lnTo>
                    <a:pt x="6875" y="830"/>
                  </a:lnTo>
                  <a:lnTo>
                    <a:pt x="6638" y="929"/>
                  </a:lnTo>
                  <a:lnTo>
                    <a:pt x="6401" y="1027"/>
                  </a:lnTo>
                  <a:lnTo>
                    <a:pt x="6183" y="1166"/>
                  </a:lnTo>
                  <a:lnTo>
                    <a:pt x="5966" y="1324"/>
                  </a:lnTo>
                  <a:lnTo>
                    <a:pt x="5749" y="1521"/>
                  </a:lnTo>
                  <a:lnTo>
                    <a:pt x="5571" y="1758"/>
                  </a:lnTo>
                  <a:lnTo>
                    <a:pt x="5413" y="2035"/>
                  </a:lnTo>
                  <a:lnTo>
                    <a:pt x="5354" y="2035"/>
                  </a:lnTo>
                  <a:lnTo>
                    <a:pt x="5196" y="2074"/>
                  </a:lnTo>
                  <a:lnTo>
                    <a:pt x="4959" y="2153"/>
                  </a:lnTo>
                  <a:lnTo>
                    <a:pt x="4820" y="2213"/>
                  </a:lnTo>
                  <a:lnTo>
                    <a:pt x="4662" y="2292"/>
                  </a:lnTo>
                  <a:lnTo>
                    <a:pt x="4504" y="2390"/>
                  </a:lnTo>
                  <a:lnTo>
                    <a:pt x="4346" y="2509"/>
                  </a:lnTo>
                  <a:lnTo>
                    <a:pt x="4169" y="2647"/>
                  </a:lnTo>
                  <a:lnTo>
                    <a:pt x="3991" y="2825"/>
                  </a:lnTo>
                  <a:lnTo>
                    <a:pt x="3813" y="3022"/>
                  </a:lnTo>
                  <a:lnTo>
                    <a:pt x="3655" y="3259"/>
                  </a:lnTo>
                  <a:lnTo>
                    <a:pt x="3497" y="3536"/>
                  </a:lnTo>
                  <a:lnTo>
                    <a:pt x="3339" y="3832"/>
                  </a:lnTo>
                  <a:lnTo>
                    <a:pt x="2983" y="3813"/>
                  </a:lnTo>
                  <a:lnTo>
                    <a:pt x="2628" y="3793"/>
                  </a:lnTo>
                  <a:lnTo>
                    <a:pt x="2174" y="3813"/>
                  </a:lnTo>
                  <a:lnTo>
                    <a:pt x="1937" y="3832"/>
                  </a:lnTo>
                  <a:lnTo>
                    <a:pt x="1680" y="3872"/>
                  </a:lnTo>
                  <a:lnTo>
                    <a:pt x="1443" y="3931"/>
                  </a:lnTo>
                  <a:lnTo>
                    <a:pt x="1206" y="3990"/>
                  </a:lnTo>
                  <a:lnTo>
                    <a:pt x="969" y="4069"/>
                  </a:lnTo>
                  <a:lnTo>
                    <a:pt x="751" y="4168"/>
                  </a:lnTo>
                  <a:lnTo>
                    <a:pt x="554" y="4306"/>
                  </a:lnTo>
                  <a:lnTo>
                    <a:pt x="376" y="4445"/>
                  </a:lnTo>
                  <a:lnTo>
                    <a:pt x="238" y="4603"/>
                  </a:lnTo>
                  <a:lnTo>
                    <a:pt x="139" y="4780"/>
                  </a:lnTo>
                  <a:lnTo>
                    <a:pt x="60" y="4938"/>
                  </a:lnTo>
                  <a:lnTo>
                    <a:pt x="21" y="5096"/>
                  </a:lnTo>
                  <a:lnTo>
                    <a:pt x="1" y="5254"/>
                  </a:lnTo>
                  <a:lnTo>
                    <a:pt x="1" y="5393"/>
                  </a:lnTo>
                  <a:lnTo>
                    <a:pt x="40" y="5551"/>
                  </a:lnTo>
                  <a:lnTo>
                    <a:pt x="80" y="5669"/>
                  </a:lnTo>
                  <a:lnTo>
                    <a:pt x="159" y="5807"/>
                  </a:lnTo>
                  <a:lnTo>
                    <a:pt x="238" y="5906"/>
                  </a:lnTo>
                  <a:lnTo>
                    <a:pt x="337" y="6005"/>
                  </a:lnTo>
                  <a:lnTo>
                    <a:pt x="435" y="6104"/>
                  </a:lnTo>
                  <a:lnTo>
                    <a:pt x="534" y="6163"/>
                  </a:lnTo>
                  <a:lnTo>
                    <a:pt x="653" y="6203"/>
                  </a:lnTo>
                  <a:lnTo>
                    <a:pt x="751" y="6242"/>
                  </a:lnTo>
                  <a:lnTo>
                    <a:pt x="870" y="6242"/>
                  </a:lnTo>
                  <a:lnTo>
                    <a:pt x="1265" y="6262"/>
                  </a:lnTo>
                  <a:lnTo>
                    <a:pt x="1937" y="6321"/>
                  </a:lnTo>
                  <a:lnTo>
                    <a:pt x="3813" y="6479"/>
                  </a:lnTo>
                  <a:lnTo>
                    <a:pt x="5808" y="6677"/>
                  </a:lnTo>
                  <a:lnTo>
                    <a:pt x="6598" y="6756"/>
                  </a:lnTo>
                  <a:lnTo>
                    <a:pt x="7171" y="6835"/>
                  </a:lnTo>
                  <a:lnTo>
                    <a:pt x="7388" y="6894"/>
                  </a:lnTo>
                  <a:lnTo>
                    <a:pt x="7625" y="6973"/>
                  </a:lnTo>
                  <a:lnTo>
                    <a:pt x="8198" y="7170"/>
                  </a:lnTo>
                  <a:lnTo>
                    <a:pt x="8810" y="7427"/>
                  </a:lnTo>
                  <a:lnTo>
                    <a:pt x="9482" y="7704"/>
                  </a:lnTo>
                  <a:lnTo>
                    <a:pt x="10134" y="7980"/>
                  </a:lnTo>
                  <a:lnTo>
                    <a:pt x="10766" y="8217"/>
                  </a:lnTo>
                  <a:lnTo>
                    <a:pt x="11062" y="8316"/>
                  </a:lnTo>
                  <a:lnTo>
                    <a:pt x="11319" y="8395"/>
                  </a:lnTo>
                  <a:lnTo>
                    <a:pt x="11576" y="8434"/>
                  </a:lnTo>
                  <a:lnTo>
                    <a:pt x="11793" y="8454"/>
                  </a:lnTo>
                  <a:lnTo>
                    <a:pt x="16336" y="8593"/>
                  </a:lnTo>
                  <a:lnTo>
                    <a:pt x="17837" y="8632"/>
                  </a:lnTo>
                  <a:lnTo>
                    <a:pt x="24493" y="8790"/>
                  </a:lnTo>
                  <a:lnTo>
                    <a:pt x="26864" y="8830"/>
                  </a:lnTo>
                  <a:lnTo>
                    <a:pt x="27555" y="8830"/>
                  </a:lnTo>
                  <a:lnTo>
                    <a:pt x="27812" y="8810"/>
                  </a:lnTo>
                  <a:lnTo>
                    <a:pt x="27792" y="8691"/>
                  </a:lnTo>
                  <a:lnTo>
                    <a:pt x="27654" y="8415"/>
                  </a:lnTo>
                  <a:lnTo>
                    <a:pt x="27199" y="7427"/>
                  </a:lnTo>
                  <a:lnTo>
                    <a:pt x="25758" y="4484"/>
                  </a:lnTo>
                  <a:lnTo>
                    <a:pt x="23644" y="257"/>
                  </a:lnTo>
                  <a:lnTo>
                    <a:pt x="16178" y="771"/>
                  </a:lnTo>
                  <a:lnTo>
                    <a:pt x="16138" y="771"/>
                  </a:lnTo>
                  <a:lnTo>
                    <a:pt x="16099" y="790"/>
                  </a:lnTo>
                  <a:lnTo>
                    <a:pt x="15309" y="830"/>
                  </a:lnTo>
                  <a:lnTo>
                    <a:pt x="13985" y="929"/>
                  </a:lnTo>
                  <a:lnTo>
                    <a:pt x="13590" y="810"/>
                  </a:lnTo>
                  <a:lnTo>
                    <a:pt x="12583" y="514"/>
                  </a:lnTo>
                  <a:lnTo>
                    <a:pt x="11951" y="356"/>
                  </a:lnTo>
                  <a:lnTo>
                    <a:pt x="11299" y="218"/>
                  </a:lnTo>
                  <a:lnTo>
                    <a:pt x="10667" y="99"/>
                  </a:lnTo>
                  <a:lnTo>
                    <a:pt x="10074" y="20"/>
                  </a:lnTo>
                  <a:lnTo>
                    <a:pt x="9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8"/>
            <p:cNvSpPr/>
            <p:nvPr/>
          </p:nvSpPr>
          <p:spPr>
            <a:xfrm>
              <a:off x="4160957" y="-2074580"/>
              <a:ext cx="235426" cy="66873"/>
            </a:xfrm>
            <a:custGeom>
              <a:rect b="b" l="l" r="r" t="t"/>
              <a:pathLst>
                <a:path extrusionOk="0" h="1779" w="6263">
                  <a:moveTo>
                    <a:pt x="1482" y="0"/>
                  </a:moveTo>
                  <a:lnTo>
                    <a:pt x="1305" y="40"/>
                  </a:lnTo>
                  <a:lnTo>
                    <a:pt x="1127" y="79"/>
                  </a:lnTo>
                  <a:lnTo>
                    <a:pt x="969" y="139"/>
                  </a:lnTo>
                  <a:lnTo>
                    <a:pt x="831" y="198"/>
                  </a:lnTo>
                  <a:lnTo>
                    <a:pt x="712" y="297"/>
                  </a:lnTo>
                  <a:lnTo>
                    <a:pt x="495" y="494"/>
                  </a:lnTo>
                  <a:lnTo>
                    <a:pt x="317" y="672"/>
                  </a:lnTo>
                  <a:lnTo>
                    <a:pt x="198" y="850"/>
                  </a:lnTo>
                  <a:lnTo>
                    <a:pt x="119" y="1008"/>
                  </a:lnTo>
                  <a:lnTo>
                    <a:pt x="40" y="1126"/>
                  </a:lnTo>
                  <a:lnTo>
                    <a:pt x="21" y="1225"/>
                  </a:lnTo>
                  <a:lnTo>
                    <a:pt x="1" y="1304"/>
                  </a:lnTo>
                  <a:lnTo>
                    <a:pt x="969" y="1403"/>
                  </a:lnTo>
                  <a:lnTo>
                    <a:pt x="3122" y="1600"/>
                  </a:lnTo>
                  <a:lnTo>
                    <a:pt x="4267" y="1699"/>
                  </a:lnTo>
                  <a:lnTo>
                    <a:pt x="5255" y="1758"/>
                  </a:lnTo>
                  <a:lnTo>
                    <a:pt x="5986" y="1778"/>
                  </a:lnTo>
                  <a:lnTo>
                    <a:pt x="6183" y="1758"/>
                  </a:lnTo>
                  <a:lnTo>
                    <a:pt x="6243" y="1758"/>
                  </a:lnTo>
                  <a:lnTo>
                    <a:pt x="6262" y="1739"/>
                  </a:lnTo>
                  <a:lnTo>
                    <a:pt x="6243" y="1699"/>
                  </a:lnTo>
                  <a:lnTo>
                    <a:pt x="6223" y="1660"/>
                  </a:lnTo>
                  <a:lnTo>
                    <a:pt x="6144" y="1541"/>
                  </a:lnTo>
                  <a:lnTo>
                    <a:pt x="6025" y="1403"/>
                  </a:lnTo>
                  <a:lnTo>
                    <a:pt x="5848" y="1265"/>
                  </a:lnTo>
                  <a:lnTo>
                    <a:pt x="5670" y="1146"/>
                  </a:lnTo>
                  <a:lnTo>
                    <a:pt x="5472" y="1028"/>
                  </a:lnTo>
                  <a:lnTo>
                    <a:pt x="5294" y="949"/>
                  </a:lnTo>
                  <a:lnTo>
                    <a:pt x="5117" y="889"/>
                  </a:lnTo>
                  <a:lnTo>
                    <a:pt x="4939" y="850"/>
                  </a:lnTo>
                  <a:lnTo>
                    <a:pt x="4761" y="791"/>
                  </a:lnTo>
                  <a:lnTo>
                    <a:pt x="4327" y="613"/>
                  </a:lnTo>
                  <a:lnTo>
                    <a:pt x="3872" y="415"/>
                  </a:lnTo>
                  <a:lnTo>
                    <a:pt x="3616" y="316"/>
                  </a:lnTo>
                  <a:lnTo>
                    <a:pt x="3379" y="237"/>
                  </a:lnTo>
                  <a:lnTo>
                    <a:pt x="3082" y="158"/>
                  </a:lnTo>
                  <a:lnTo>
                    <a:pt x="2766" y="99"/>
                  </a:lnTo>
                  <a:lnTo>
                    <a:pt x="2411" y="40"/>
                  </a:lnTo>
                  <a:lnTo>
                    <a:pt x="2035"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 name="Google Shape;1855;p8"/>
            <p:cNvSpPr/>
            <p:nvPr/>
          </p:nvSpPr>
          <p:spPr>
            <a:xfrm>
              <a:off x="3853575" y="-2047101"/>
              <a:ext cx="670493" cy="670493"/>
            </a:xfrm>
            <a:custGeom>
              <a:rect b="b" l="l" r="r" t="t"/>
              <a:pathLst>
                <a:path extrusionOk="0" h="17837" w="17837">
                  <a:moveTo>
                    <a:pt x="8395" y="0"/>
                  </a:moveTo>
                  <a:lnTo>
                    <a:pt x="8040" y="20"/>
                  </a:lnTo>
                  <a:lnTo>
                    <a:pt x="7684" y="40"/>
                  </a:lnTo>
                  <a:lnTo>
                    <a:pt x="7329" y="99"/>
                  </a:lnTo>
                  <a:lnTo>
                    <a:pt x="6993" y="158"/>
                  </a:lnTo>
                  <a:lnTo>
                    <a:pt x="6657" y="237"/>
                  </a:lnTo>
                  <a:lnTo>
                    <a:pt x="6341" y="336"/>
                  </a:lnTo>
                  <a:lnTo>
                    <a:pt x="6025" y="455"/>
                  </a:lnTo>
                  <a:lnTo>
                    <a:pt x="5709" y="573"/>
                  </a:lnTo>
                  <a:lnTo>
                    <a:pt x="5413" y="711"/>
                  </a:lnTo>
                  <a:lnTo>
                    <a:pt x="5116" y="869"/>
                  </a:lnTo>
                  <a:lnTo>
                    <a:pt x="4840" y="1027"/>
                  </a:lnTo>
                  <a:lnTo>
                    <a:pt x="4563" y="1185"/>
                  </a:lnTo>
                  <a:lnTo>
                    <a:pt x="4307" y="1363"/>
                  </a:lnTo>
                  <a:lnTo>
                    <a:pt x="3793" y="1738"/>
                  </a:lnTo>
                  <a:lnTo>
                    <a:pt x="3339" y="2153"/>
                  </a:lnTo>
                  <a:lnTo>
                    <a:pt x="2904" y="2568"/>
                  </a:lnTo>
                  <a:lnTo>
                    <a:pt x="2489" y="2983"/>
                  </a:lnTo>
                  <a:lnTo>
                    <a:pt x="2134" y="3417"/>
                  </a:lnTo>
                  <a:lnTo>
                    <a:pt x="1798" y="3832"/>
                  </a:lnTo>
                  <a:lnTo>
                    <a:pt x="1482" y="4267"/>
                  </a:lnTo>
                  <a:lnTo>
                    <a:pt x="1186" y="4741"/>
                  </a:lnTo>
                  <a:lnTo>
                    <a:pt x="929" y="5254"/>
                  </a:lnTo>
                  <a:lnTo>
                    <a:pt x="692" y="5807"/>
                  </a:lnTo>
                  <a:lnTo>
                    <a:pt x="475" y="6380"/>
                  </a:lnTo>
                  <a:lnTo>
                    <a:pt x="297" y="6992"/>
                  </a:lnTo>
                  <a:lnTo>
                    <a:pt x="159" y="7625"/>
                  </a:lnTo>
                  <a:lnTo>
                    <a:pt x="60" y="8276"/>
                  </a:lnTo>
                  <a:lnTo>
                    <a:pt x="20" y="8612"/>
                  </a:lnTo>
                  <a:lnTo>
                    <a:pt x="1" y="8948"/>
                  </a:lnTo>
                  <a:lnTo>
                    <a:pt x="1" y="9284"/>
                  </a:lnTo>
                  <a:lnTo>
                    <a:pt x="1" y="9639"/>
                  </a:lnTo>
                  <a:lnTo>
                    <a:pt x="20" y="9975"/>
                  </a:lnTo>
                  <a:lnTo>
                    <a:pt x="40" y="10331"/>
                  </a:lnTo>
                  <a:lnTo>
                    <a:pt x="99" y="10706"/>
                  </a:lnTo>
                  <a:lnTo>
                    <a:pt x="159" y="11061"/>
                  </a:lnTo>
                  <a:lnTo>
                    <a:pt x="218" y="11417"/>
                  </a:lnTo>
                  <a:lnTo>
                    <a:pt x="317" y="11792"/>
                  </a:lnTo>
                  <a:lnTo>
                    <a:pt x="415" y="12148"/>
                  </a:lnTo>
                  <a:lnTo>
                    <a:pt x="534" y="12523"/>
                  </a:lnTo>
                  <a:lnTo>
                    <a:pt x="672" y="12879"/>
                  </a:lnTo>
                  <a:lnTo>
                    <a:pt x="830" y="13254"/>
                  </a:lnTo>
                  <a:lnTo>
                    <a:pt x="1008" y="13629"/>
                  </a:lnTo>
                  <a:lnTo>
                    <a:pt x="1205" y="14004"/>
                  </a:lnTo>
                  <a:lnTo>
                    <a:pt x="1403" y="14360"/>
                  </a:lnTo>
                  <a:lnTo>
                    <a:pt x="1640" y="14696"/>
                  </a:lnTo>
                  <a:lnTo>
                    <a:pt x="1877" y="15012"/>
                  </a:lnTo>
                  <a:lnTo>
                    <a:pt x="2134" y="15288"/>
                  </a:lnTo>
                  <a:lnTo>
                    <a:pt x="2410" y="15565"/>
                  </a:lnTo>
                  <a:lnTo>
                    <a:pt x="2687" y="15822"/>
                  </a:lnTo>
                  <a:lnTo>
                    <a:pt x="2983" y="16059"/>
                  </a:lnTo>
                  <a:lnTo>
                    <a:pt x="3299" y="16256"/>
                  </a:lnTo>
                  <a:lnTo>
                    <a:pt x="3595" y="16454"/>
                  </a:lnTo>
                  <a:lnTo>
                    <a:pt x="3912" y="16632"/>
                  </a:lnTo>
                  <a:lnTo>
                    <a:pt x="4228" y="16809"/>
                  </a:lnTo>
                  <a:lnTo>
                    <a:pt x="4544" y="16948"/>
                  </a:lnTo>
                  <a:lnTo>
                    <a:pt x="4860" y="17086"/>
                  </a:lnTo>
                  <a:lnTo>
                    <a:pt x="5195" y="17204"/>
                  </a:lnTo>
                  <a:lnTo>
                    <a:pt x="5808" y="17402"/>
                  </a:lnTo>
                  <a:lnTo>
                    <a:pt x="6420" y="17560"/>
                  </a:lnTo>
                  <a:lnTo>
                    <a:pt x="6973" y="17659"/>
                  </a:lnTo>
                  <a:lnTo>
                    <a:pt x="7487" y="17738"/>
                  </a:lnTo>
                  <a:lnTo>
                    <a:pt x="7921" y="17797"/>
                  </a:lnTo>
                  <a:lnTo>
                    <a:pt x="8296" y="17817"/>
                  </a:lnTo>
                  <a:lnTo>
                    <a:pt x="8573" y="17836"/>
                  </a:lnTo>
                  <a:lnTo>
                    <a:pt x="8830" y="17836"/>
                  </a:lnTo>
                  <a:lnTo>
                    <a:pt x="9363" y="17817"/>
                  </a:lnTo>
                  <a:lnTo>
                    <a:pt x="9877" y="17777"/>
                  </a:lnTo>
                  <a:lnTo>
                    <a:pt x="10390" y="17718"/>
                  </a:lnTo>
                  <a:lnTo>
                    <a:pt x="10884" y="17619"/>
                  </a:lnTo>
                  <a:lnTo>
                    <a:pt x="11358" y="17481"/>
                  </a:lnTo>
                  <a:lnTo>
                    <a:pt x="11832" y="17343"/>
                  </a:lnTo>
                  <a:lnTo>
                    <a:pt x="12267" y="17165"/>
                  </a:lnTo>
                  <a:lnTo>
                    <a:pt x="12701" y="16967"/>
                  </a:lnTo>
                  <a:lnTo>
                    <a:pt x="13116" y="16730"/>
                  </a:lnTo>
                  <a:lnTo>
                    <a:pt x="13531" y="16493"/>
                  </a:lnTo>
                  <a:lnTo>
                    <a:pt x="13906" y="16236"/>
                  </a:lnTo>
                  <a:lnTo>
                    <a:pt x="14281" y="15960"/>
                  </a:lnTo>
                  <a:lnTo>
                    <a:pt x="14617" y="15664"/>
                  </a:lnTo>
                  <a:lnTo>
                    <a:pt x="14953" y="15348"/>
                  </a:lnTo>
                  <a:lnTo>
                    <a:pt x="15269" y="15012"/>
                  </a:lnTo>
                  <a:lnTo>
                    <a:pt x="15565" y="14676"/>
                  </a:lnTo>
                  <a:lnTo>
                    <a:pt x="15842" y="14321"/>
                  </a:lnTo>
                  <a:lnTo>
                    <a:pt x="16118" y="13965"/>
                  </a:lnTo>
                  <a:lnTo>
                    <a:pt x="16355" y="13590"/>
                  </a:lnTo>
                  <a:lnTo>
                    <a:pt x="16592" y="13195"/>
                  </a:lnTo>
                  <a:lnTo>
                    <a:pt x="16790" y="12800"/>
                  </a:lnTo>
                  <a:lnTo>
                    <a:pt x="16987" y="12405"/>
                  </a:lnTo>
                  <a:lnTo>
                    <a:pt x="17165" y="12010"/>
                  </a:lnTo>
                  <a:lnTo>
                    <a:pt x="17303" y="11595"/>
                  </a:lnTo>
                  <a:lnTo>
                    <a:pt x="17442" y="11180"/>
                  </a:lnTo>
                  <a:lnTo>
                    <a:pt x="17560" y="10765"/>
                  </a:lnTo>
                  <a:lnTo>
                    <a:pt x="17659" y="10350"/>
                  </a:lnTo>
                  <a:lnTo>
                    <a:pt x="17738" y="9936"/>
                  </a:lnTo>
                  <a:lnTo>
                    <a:pt x="17797" y="9541"/>
                  </a:lnTo>
                  <a:lnTo>
                    <a:pt x="17837" y="9126"/>
                  </a:lnTo>
                  <a:lnTo>
                    <a:pt x="17837" y="8711"/>
                  </a:lnTo>
                  <a:lnTo>
                    <a:pt x="17837" y="8316"/>
                  </a:lnTo>
                  <a:lnTo>
                    <a:pt x="17797" y="7723"/>
                  </a:lnTo>
                  <a:lnTo>
                    <a:pt x="17698" y="7151"/>
                  </a:lnTo>
                  <a:lnTo>
                    <a:pt x="17639" y="6854"/>
                  </a:lnTo>
                  <a:lnTo>
                    <a:pt x="17580" y="6578"/>
                  </a:lnTo>
                  <a:lnTo>
                    <a:pt x="17481" y="6281"/>
                  </a:lnTo>
                  <a:lnTo>
                    <a:pt x="17382" y="6005"/>
                  </a:lnTo>
                  <a:lnTo>
                    <a:pt x="17284" y="5728"/>
                  </a:lnTo>
                  <a:lnTo>
                    <a:pt x="17165" y="5452"/>
                  </a:lnTo>
                  <a:lnTo>
                    <a:pt x="17027" y="5175"/>
                  </a:lnTo>
                  <a:lnTo>
                    <a:pt x="16889" y="4919"/>
                  </a:lnTo>
                  <a:lnTo>
                    <a:pt x="16731" y="4642"/>
                  </a:lnTo>
                  <a:lnTo>
                    <a:pt x="16553" y="4385"/>
                  </a:lnTo>
                  <a:lnTo>
                    <a:pt x="16375" y="4128"/>
                  </a:lnTo>
                  <a:lnTo>
                    <a:pt x="16178" y="3872"/>
                  </a:lnTo>
                  <a:lnTo>
                    <a:pt x="15960" y="3615"/>
                  </a:lnTo>
                  <a:lnTo>
                    <a:pt x="15743" y="3378"/>
                  </a:lnTo>
                  <a:lnTo>
                    <a:pt x="15506" y="3141"/>
                  </a:lnTo>
                  <a:lnTo>
                    <a:pt x="15249" y="2904"/>
                  </a:lnTo>
                  <a:lnTo>
                    <a:pt x="14992" y="2667"/>
                  </a:lnTo>
                  <a:lnTo>
                    <a:pt x="14716" y="2430"/>
                  </a:lnTo>
                  <a:lnTo>
                    <a:pt x="14420" y="2212"/>
                  </a:lnTo>
                  <a:lnTo>
                    <a:pt x="14123" y="1995"/>
                  </a:lnTo>
                  <a:lnTo>
                    <a:pt x="13807" y="1798"/>
                  </a:lnTo>
                  <a:lnTo>
                    <a:pt x="13471" y="1600"/>
                  </a:lnTo>
                  <a:lnTo>
                    <a:pt x="13116" y="1403"/>
                  </a:lnTo>
                  <a:lnTo>
                    <a:pt x="12760" y="1205"/>
                  </a:lnTo>
                  <a:lnTo>
                    <a:pt x="12385" y="1027"/>
                  </a:lnTo>
                  <a:lnTo>
                    <a:pt x="12010" y="850"/>
                  </a:lnTo>
                  <a:lnTo>
                    <a:pt x="11595" y="672"/>
                  </a:lnTo>
                  <a:lnTo>
                    <a:pt x="11180" y="514"/>
                  </a:lnTo>
                  <a:lnTo>
                    <a:pt x="10765" y="376"/>
                  </a:lnTo>
                  <a:lnTo>
                    <a:pt x="10351" y="257"/>
                  </a:lnTo>
                  <a:lnTo>
                    <a:pt x="9936" y="158"/>
                  </a:lnTo>
                  <a:lnTo>
                    <a:pt x="9541" y="79"/>
                  </a:lnTo>
                  <a:lnTo>
                    <a:pt x="9146" y="40"/>
                  </a:lnTo>
                  <a:lnTo>
                    <a:pt x="8771"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 name="Google Shape;1856;p8"/>
            <p:cNvSpPr/>
            <p:nvPr/>
          </p:nvSpPr>
          <p:spPr>
            <a:xfrm>
              <a:off x="4167648" y="-2064920"/>
              <a:ext cx="414355" cy="185657"/>
            </a:xfrm>
            <a:custGeom>
              <a:rect b="b" l="l" r="r" t="t"/>
              <a:pathLst>
                <a:path extrusionOk="0" h="4939" w="11023">
                  <a:moveTo>
                    <a:pt x="1620" y="0"/>
                  </a:moveTo>
                  <a:lnTo>
                    <a:pt x="1443" y="20"/>
                  </a:lnTo>
                  <a:lnTo>
                    <a:pt x="1265" y="40"/>
                  </a:lnTo>
                  <a:lnTo>
                    <a:pt x="1087" y="79"/>
                  </a:lnTo>
                  <a:lnTo>
                    <a:pt x="929" y="138"/>
                  </a:lnTo>
                  <a:lnTo>
                    <a:pt x="791" y="198"/>
                  </a:lnTo>
                  <a:lnTo>
                    <a:pt x="653" y="277"/>
                  </a:lnTo>
                  <a:lnTo>
                    <a:pt x="534" y="356"/>
                  </a:lnTo>
                  <a:lnTo>
                    <a:pt x="435" y="455"/>
                  </a:lnTo>
                  <a:lnTo>
                    <a:pt x="337" y="573"/>
                  </a:lnTo>
                  <a:lnTo>
                    <a:pt x="258" y="711"/>
                  </a:lnTo>
                  <a:lnTo>
                    <a:pt x="178" y="850"/>
                  </a:lnTo>
                  <a:lnTo>
                    <a:pt x="119" y="1008"/>
                  </a:lnTo>
                  <a:lnTo>
                    <a:pt x="60" y="1185"/>
                  </a:lnTo>
                  <a:lnTo>
                    <a:pt x="20" y="1383"/>
                  </a:lnTo>
                  <a:lnTo>
                    <a:pt x="1" y="1561"/>
                  </a:lnTo>
                  <a:lnTo>
                    <a:pt x="20" y="1738"/>
                  </a:lnTo>
                  <a:lnTo>
                    <a:pt x="60" y="1916"/>
                  </a:lnTo>
                  <a:lnTo>
                    <a:pt x="119" y="2074"/>
                  </a:lnTo>
                  <a:lnTo>
                    <a:pt x="218" y="2212"/>
                  </a:lnTo>
                  <a:lnTo>
                    <a:pt x="337" y="2351"/>
                  </a:lnTo>
                  <a:lnTo>
                    <a:pt x="475" y="2489"/>
                  </a:lnTo>
                  <a:lnTo>
                    <a:pt x="633" y="2607"/>
                  </a:lnTo>
                  <a:lnTo>
                    <a:pt x="811" y="2726"/>
                  </a:lnTo>
                  <a:lnTo>
                    <a:pt x="1008" y="2825"/>
                  </a:lnTo>
                  <a:lnTo>
                    <a:pt x="1206" y="2924"/>
                  </a:lnTo>
                  <a:lnTo>
                    <a:pt x="1403" y="3003"/>
                  </a:lnTo>
                  <a:lnTo>
                    <a:pt x="1838" y="3141"/>
                  </a:lnTo>
                  <a:lnTo>
                    <a:pt x="2292" y="3240"/>
                  </a:lnTo>
                  <a:lnTo>
                    <a:pt x="2549" y="3299"/>
                  </a:lnTo>
                  <a:lnTo>
                    <a:pt x="2825" y="3378"/>
                  </a:lnTo>
                  <a:lnTo>
                    <a:pt x="3536" y="3635"/>
                  </a:lnTo>
                  <a:lnTo>
                    <a:pt x="4346" y="3951"/>
                  </a:lnTo>
                  <a:lnTo>
                    <a:pt x="5215" y="4286"/>
                  </a:lnTo>
                  <a:lnTo>
                    <a:pt x="5670" y="4444"/>
                  </a:lnTo>
                  <a:lnTo>
                    <a:pt x="6124" y="4583"/>
                  </a:lnTo>
                  <a:lnTo>
                    <a:pt x="6558" y="4721"/>
                  </a:lnTo>
                  <a:lnTo>
                    <a:pt x="6993" y="4820"/>
                  </a:lnTo>
                  <a:lnTo>
                    <a:pt x="7408" y="4899"/>
                  </a:lnTo>
                  <a:lnTo>
                    <a:pt x="7783" y="4938"/>
                  </a:lnTo>
                  <a:lnTo>
                    <a:pt x="8139" y="4918"/>
                  </a:lnTo>
                  <a:lnTo>
                    <a:pt x="8316" y="4918"/>
                  </a:lnTo>
                  <a:lnTo>
                    <a:pt x="8474" y="4879"/>
                  </a:lnTo>
                  <a:lnTo>
                    <a:pt x="8771" y="4800"/>
                  </a:lnTo>
                  <a:lnTo>
                    <a:pt x="9047" y="4681"/>
                  </a:lnTo>
                  <a:lnTo>
                    <a:pt x="9304" y="4523"/>
                  </a:lnTo>
                  <a:lnTo>
                    <a:pt x="9541" y="4365"/>
                  </a:lnTo>
                  <a:lnTo>
                    <a:pt x="9778" y="4188"/>
                  </a:lnTo>
                  <a:lnTo>
                    <a:pt x="9975" y="4010"/>
                  </a:lnTo>
                  <a:lnTo>
                    <a:pt x="10173" y="3812"/>
                  </a:lnTo>
                  <a:lnTo>
                    <a:pt x="10351" y="3615"/>
                  </a:lnTo>
                  <a:lnTo>
                    <a:pt x="10627" y="3240"/>
                  </a:lnTo>
                  <a:lnTo>
                    <a:pt x="10845" y="2943"/>
                  </a:lnTo>
                  <a:lnTo>
                    <a:pt x="11022" y="2647"/>
                  </a:lnTo>
                  <a:lnTo>
                    <a:pt x="10469" y="2390"/>
                  </a:lnTo>
                  <a:lnTo>
                    <a:pt x="9857" y="2133"/>
                  </a:lnTo>
                  <a:lnTo>
                    <a:pt x="9146" y="1837"/>
                  </a:lnTo>
                  <a:lnTo>
                    <a:pt x="8356" y="1561"/>
                  </a:lnTo>
                  <a:lnTo>
                    <a:pt x="7586" y="1304"/>
                  </a:lnTo>
                  <a:lnTo>
                    <a:pt x="7230" y="1205"/>
                  </a:lnTo>
                  <a:lnTo>
                    <a:pt x="6894" y="1126"/>
                  </a:lnTo>
                  <a:lnTo>
                    <a:pt x="6578" y="1067"/>
                  </a:lnTo>
                  <a:lnTo>
                    <a:pt x="6321" y="1047"/>
                  </a:lnTo>
                  <a:lnTo>
                    <a:pt x="6084" y="1047"/>
                  </a:lnTo>
                  <a:lnTo>
                    <a:pt x="5828" y="1008"/>
                  </a:lnTo>
                  <a:lnTo>
                    <a:pt x="5551" y="968"/>
                  </a:lnTo>
                  <a:lnTo>
                    <a:pt x="5294" y="909"/>
                  </a:lnTo>
                  <a:lnTo>
                    <a:pt x="4721" y="751"/>
                  </a:lnTo>
                  <a:lnTo>
                    <a:pt x="4149" y="573"/>
                  </a:lnTo>
                  <a:lnTo>
                    <a:pt x="3576" y="395"/>
                  </a:lnTo>
                  <a:lnTo>
                    <a:pt x="3023" y="237"/>
                  </a:lnTo>
                  <a:lnTo>
                    <a:pt x="2509" y="99"/>
                  </a:lnTo>
                  <a:lnTo>
                    <a:pt x="2272" y="59"/>
                  </a:lnTo>
                  <a:lnTo>
                    <a:pt x="2035" y="20"/>
                  </a:lnTo>
                  <a:lnTo>
                    <a:pt x="1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 name="Google Shape;1857;p8"/>
            <p:cNvSpPr/>
            <p:nvPr/>
          </p:nvSpPr>
          <p:spPr>
            <a:xfrm>
              <a:off x="4172836" y="-2147357"/>
              <a:ext cx="207948" cy="21577"/>
            </a:xfrm>
            <a:custGeom>
              <a:rect b="b" l="l" r="r" t="t"/>
              <a:pathLst>
                <a:path extrusionOk="0" h="574" w="5532">
                  <a:moveTo>
                    <a:pt x="1305" y="1"/>
                  </a:moveTo>
                  <a:lnTo>
                    <a:pt x="969" y="40"/>
                  </a:lnTo>
                  <a:lnTo>
                    <a:pt x="673" y="80"/>
                  </a:lnTo>
                  <a:lnTo>
                    <a:pt x="436" y="119"/>
                  </a:lnTo>
                  <a:lnTo>
                    <a:pt x="238" y="178"/>
                  </a:lnTo>
                  <a:lnTo>
                    <a:pt x="100" y="218"/>
                  </a:lnTo>
                  <a:lnTo>
                    <a:pt x="1" y="356"/>
                  </a:lnTo>
                  <a:lnTo>
                    <a:pt x="811" y="356"/>
                  </a:lnTo>
                  <a:lnTo>
                    <a:pt x="1739" y="376"/>
                  </a:lnTo>
                  <a:lnTo>
                    <a:pt x="2885" y="416"/>
                  </a:lnTo>
                  <a:lnTo>
                    <a:pt x="5532" y="574"/>
                  </a:lnTo>
                  <a:lnTo>
                    <a:pt x="4228" y="356"/>
                  </a:lnTo>
                  <a:lnTo>
                    <a:pt x="3102" y="178"/>
                  </a:lnTo>
                  <a:lnTo>
                    <a:pt x="2095" y="40"/>
                  </a:lnTo>
                  <a:lnTo>
                    <a:pt x="16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 name="Google Shape;1858;p8"/>
            <p:cNvSpPr/>
            <p:nvPr/>
          </p:nvSpPr>
          <p:spPr>
            <a:xfrm>
              <a:off x="4250800" y="-2217126"/>
              <a:ext cx="159682" cy="15600"/>
            </a:xfrm>
            <a:custGeom>
              <a:rect b="b" l="l" r="r" t="t"/>
              <a:pathLst>
                <a:path extrusionOk="0" h="415" w="4248">
                  <a:moveTo>
                    <a:pt x="1621" y="0"/>
                  </a:moveTo>
                  <a:lnTo>
                    <a:pt x="1305" y="20"/>
                  </a:lnTo>
                  <a:lnTo>
                    <a:pt x="969" y="59"/>
                  </a:lnTo>
                  <a:lnTo>
                    <a:pt x="673" y="119"/>
                  </a:lnTo>
                  <a:lnTo>
                    <a:pt x="396" y="198"/>
                  </a:lnTo>
                  <a:lnTo>
                    <a:pt x="198" y="257"/>
                  </a:lnTo>
                  <a:lnTo>
                    <a:pt x="40" y="336"/>
                  </a:lnTo>
                  <a:lnTo>
                    <a:pt x="1" y="375"/>
                  </a:lnTo>
                  <a:lnTo>
                    <a:pt x="1" y="415"/>
                  </a:lnTo>
                  <a:lnTo>
                    <a:pt x="198" y="375"/>
                  </a:lnTo>
                  <a:lnTo>
                    <a:pt x="732" y="277"/>
                  </a:lnTo>
                  <a:lnTo>
                    <a:pt x="1107" y="237"/>
                  </a:lnTo>
                  <a:lnTo>
                    <a:pt x="1502" y="217"/>
                  </a:lnTo>
                  <a:lnTo>
                    <a:pt x="1937" y="217"/>
                  </a:lnTo>
                  <a:lnTo>
                    <a:pt x="2411" y="237"/>
                  </a:lnTo>
                  <a:lnTo>
                    <a:pt x="3793" y="336"/>
                  </a:lnTo>
                  <a:lnTo>
                    <a:pt x="4248" y="375"/>
                  </a:lnTo>
                  <a:lnTo>
                    <a:pt x="4011" y="316"/>
                  </a:lnTo>
                  <a:lnTo>
                    <a:pt x="3418" y="198"/>
                  </a:lnTo>
                  <a:lnTo>
                    <a:pt x="2667" y="59"/>
                  </a:lnTo>
                  <a:lnTo>
                    <a:pt x="2292" y="20"/>
                  </a:lnTo>
                  <a:lnTo>
                    <a:pt x="195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 name="Google Shape;1859;p8"/>
            <p:cNvSpPr/>
            <p:nvPr/>
          </p:nvSpPr>
          <p:spPr>
            <a:xfrm>
              <a:off x="4354777" y="-2259453"/>
              <a:ext cx="69090" cy="17103"/>
            </a:xfrm>
            <a:custGeom>
              <a:rect b="b" l="l" r="r" t="t"/>
              <a:pathLst>
                <a:path extrusionOk="0" h="455" w="1838">
                  <a:moveTo>
                    <a:pt x="138" y="0"/>
                  </a:moveTo>
                  <a:lnTo>
                    <a:pt x="99" y="20"/>
                  </a:lnTo>
                  <a:lnTo>
                    <a:pt x="59" y="40"/>
                  </a:lnTo>
                  <a:lnTo>
                    <a:pt x="20" y="99"/>
                  </a:lnTo>
                  <a:lnTo>
                    <a:pt x="0" y="158"/>
                  </a:lnTo>
                  <a:lnTo>
                    <a:pt x="0" y="198"/>
                  </a:lnTo>
                  <a:lnTo>
                    <a:pt x="652" y="277"/>
                  </a:lnTo>
                  <a:lnTo>
                    <a:pt x="1521" y="395"/>
                  </a:lnTo>
                  <a:lnTo>
                    <a:pt x="1837" y="454"/>
                  </a:lnTo>
                  <a:lnTo>
                    <a:pt x="1047" y="217"/>
                  </a:lnTo>
                  <a:lnTo>
                    <a:pt x="455" y="59"/>
                  </a:lnTo>
                  <a:lnTo>
                    <a:pt x="257" y="20"/>
                  </a:lnTo>
                  <a:lnTo>
                    <a:pt x="138"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 name="Google Shape;1860;p8"/>
            <p:cNvSpPr/>
            <p:nvPr/>
          </p:nvSpPr>
          <p:spPr>
            <a:xfrm>
              <a:off x="4064461" y="-2125065"/>
              <a:ext cx="73526" cy="41612"/>
            </a:xfrm>
            <a:custGeom>
              <a:rect b="b" l="l" r="r" t="t"/>
              <a:pathLst>
                <a:path extrusionOk="0" h="1107" w="1956">
                  <a:moveTo>
                    <a:pt x="1936" y="0"/>
                  </a:moveTo>
                  <a:lnTo>
                    <a:pt x="1896" y="158"/>
                  </a:lnTo>
                  <a:lnTo>
                    <a:pt x="1798" y="415"/>
                  </a:lnTo>
                  <a:lnTo>
                    <a:pt x="1719" y="553"/>
                  </a:lnTo>
                  <a:lnTo>
                    <a:pt x="1640" y="672"/>
                  </a:lnTo>
                  <a:lnTo>
                    <a:pt x="1561" y="771"/>
                  </a:lnTo>
                  <a:lnTo>
                    <a:pt x="1462" y="850"/>
                  </a:lnTo>
                  <a:lnTo>
                    <a:pt x="1343" y="889"/>
                  </a:lnTo>
                  <a:lnTo>
                    <a:pt x="1146" y="929"/>
                  </a:lnTo>
                  <a:lnTo>
                    <a:pt x="711" y="948"/>
                  </a:lnTo>
                  <a:lnTo>
                    <a:pt x="336" y="968"/>
                  </a:lnTo>
                  <a:lnTo>
                    <a:pt x="178" y="948"/>
                  </a:lnTo>
                  <a:lnTo>
                    <a:pt x="257" y="316"/>
                  </a:lnTo>
                  <a:lnTo>
                    <a:pt x="79" y="494"/>
                  </a:lnTo>
                  <a:lnTo>
                    <a:pt x="0" y="1087"/>
                  </a:lnTo>
                  <a:lnTo>
                    <a:pt x="198" y="1106"/>
                  </a:lnTo>
                  <a:lnTo>
                    <a:pt x="909" y="1106"/>
                  </a:lnTo>
                  <a:lnTo>
                    <a:pt x="1166" y="1087"/>
                  </a:lnTo>
                  <a:lnTo>
                    <a:pt x="1403" y="1027"/>
                  </a:lnTo>
                  <a:lnTo>
                    <a:pt x="1521" y="988"/>
                  </a:lnTo>
                  <a:lnTo>
                    <a:pt x="1600" y="948"/>
                  </a:lnTo>
                  <a:lnTo>
                    <a:pt x="1679" y="889"/>
                  </a:lnTo>
                  <a:lnTo>
                    <a:pt x="1738" y="830"/>
                  </a:lnTo>
                  <a:lnTo>
                    <a:pt x="1837" y="692"/>
                  </a:lnTo>
                  <a:lnTo>
                    <a:pt x="1896" y="534"/>
                  </a:lnTo>
                  <a:lnTo>
                    <a:pt x="1936" y="376"/>
                  </a:lnTo>
                  <a:lnTo>
                    <a:pt x="1956" y="237"/>
                  </a:lnTo>
                  <a:lnTo>
                    <a:pt x="1956" y="119"/>
                  </a:lnTo>
                  <a:lnTo>
                    <a:pt x="193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 name="Google Shape;1861;p8"/>
            <p:cNvSpPr/>
            <p:nvPr/>
          </p:nvSpPr>
          <p:spPr>
            <a:xfrm>
              <a:off x="4368122" y="-1450155"/>
              <a:ext cx="596253" cy="494534"/>
            </a:xfrm>
            <a:custGeom>
              <a:rect b="b" l="l" r="r" t="t"/>
              <a:pathLst>
                <a:path extrusionOk="0" h="13156" w="15862">
                  <a:moveTo>
                    <a:pt x="1680" y="1"/>
                  </a:moveTo>
                  <a:lnTo>
                    <a:pt x="1" y="7902"/>
                  </a:lnTo>
                  <a:lnTo>
                    <a:pt x="2865" y="9423"/>
                  </a:lnTo>
                  <a:lnTo>
                    <a:pt x="4129" y="10094"/>
                  </a:lnTo>
                  <a:lnTo>
                    <a:pt x="8020" y="12148"/>
                  </a:lnTo>
                  <a:lnTo>
                    <a:pt x="9403" y="12860"/>
                  </a:lnTo>
                  <a:lnTo>
                    <a:pt x="9995" y="13156"/>
                  </a:lnTo>
                  <a:lnTo>
                    <a:pt x="10035" y="13136"/>
                  </a:lnTo>
                  <a:lnTo>
                    <a:pt x="10094" y="13077"/>
                  </a:lnTo>
                  <a:lnTo>
                    <a:pt x="10311" y="12800"/>
                  </a:lnTo>
                  <a:lnTo>
                    <a:pt x="10627" y="12405"/>
                  </a:lnTo>
                  <a:lnTo>
                    <a:pt x="11042" y="11872"/>
                  </a:lnTo>
                  <a:lnTo>
                    <a:pt x="12010" y="10509"/>
                  </a:lnTo>
                  <a:lnTo>
                    <a:pt x="13116" y="8949"/>
                  </a:lnTo>
                  <a:lnTo>
                    <a:pt x="14183" y="7388"/>
                  </a:lnTo>
                  <a:lnTo>
                    <a:pt x="15091" y="6025"/>
                  </a:lnTo>
                  <a:lnTo>
                    <a:pt x="15447" y="5492"/>
                  </a:lnTo>
                  <a:lnTo>
                    <a:pt x="15684" y="5057"/>
                  </a:lnTo>
                  <a:lnTo>
                    <a:pt x="15842" y="4781"/>
                  </a:lnTo>
                  <a:lnTo>
                    <a:pt x="15862" y="4722"/>
                  </a:lnTo>
                  <a:lnTo>
                    <a:pt x="15862" y="4702"/>
                  </a:lnTo>
                  <a:lnTo>
                    <a:pt x="15842" y="4682"/>
                  </a:lnTo>
                  <a:lnTo>
                    <a:pt x="15585" y="4623"/>
                  </a:lnTo>
                  <a:lnTo>
                    <a:pt x="14973" y="4425"/>
                  </a:lnTo>
                  <a:lnTo>
                    <a:pt x="12899" y="3754"/>
                  </a:lnTo>
                  <a:lnTo>
                    <a:pt x="7131" y="1818"/>
                  </a:lnTo>
                  <a:lnTo>
                    <a:pt x="6005" y="1443"/>
                  </a:lnTo>
                  <a:lnTo>
                    <a:pt x="5946" y="1423"/>
                  </a:lnTo>
                  <a:lnTo>
                    <a:pt x="5907" y="1423"/>
                  </a:lnTo>
                  <a:lnTo>
                    <a:pt x="1680"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 name="Google Shape;1862;p8"/>
            <p:cNvSpPr/>
            <p:nvPr/>
          </p:nvSpPr>
          <p:spPr>
            <a:xfrm>
              <a:off x="4091188" y="-1384784"/>
              <a:ext cx="191596" cy="27478"/>
            </a:xfrm>
            <a:custGeom>
              <a:rect b="b" l="l" r="r" t="t"/>
              <a:pathLst>
                <a:path extrusionOk="0" h="731" w="5097">
                  <a:moveTo>
                    <a:pt x="0" y="0"/>
                  </a:moveTo>
                  <a:lnTo>
                    <a:pt x="158" y="59"/>
                  </a:lnTo>
                  <a:lnTo>
                    <a:pt x="593" y="217"/>
                  </a:lnTo>
                  <a:lnTo>
                    <a:pt x="1245" y="415"/>
                  </a:lnTo>
                  <a:lnTo>
                    <a:pt x="1620" y="514"/>
                  </a:lnTo>
                  <a:lnTo>
                    <a:pt x="2015" y="593"/>
                  </a:lnTo>
                  <a:lnTo>
                    <a:pt x="2430" y="672"/>
                  </a:lnTo>
                  <a:lnTo>
                    <a:pt x="2864" y="711"/>
                  </a:lnTo>
                  <a:lnTo>
                    <a:pt x="3299" y="731"/>
                  </a:lnTo>
                  <a:lnTo>
                    <a:pt x="3694" y="731"/>
                  </a:lnTo>
                  <a:lnTo>
                    <a:pt x="4069" y="691"/>
                  </a:lnTo>
                  <a:lnTo>
                    <a:pt x="4405" y="632"/>
                  </a:lnTo>
                  <a:lnTo>
                    <a:pt x="4681" y="553"/>
                  </a:lnTo>
                  <a:lnTo>
                    <a:pt x="4780" y="514"/>
                  </a:lnTo>
                  <a:lnTo>
                    <a:pt x="4879" y="454"/>
                  </a:lnTo>
                  <a:lnTo>
                    <a:pt x="4998" y="356"/>
                  </a:lnTo>
                  <a:lnTo>
                    <a:pt x="5077" y="296"/>
                  </a:lnTo>
                  <a:lnTo>
                    <a:pt x="5096" y="237"/>
                  </a:lnTo>
                  <a:lnTo>
                    <a:pt x="5077" y="198"/>
                  </a:lnTo>
                  <a:lnTo>
                    <a:pt x="5057" y="178"/>
                  </a:lnTo>
                  <a:lnTo>
                    <a:pt x="4978" y="178"/>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8"/>
            <p:cNvSpPr/>
            <p:nvPr/>
          </p:nvSpPr>
          <p:spPr>
            <a:xfrm>
              <a:off x="4190692" y="-2054544"/>
              <a:ext cx="86908" cy="92096"/>
            </a:xfrm>
            <a:custGeom>
              <a:rect b="b" l="l" r="r" t="t"/>
              <a:pathLst>
                <a:path extrusionOk="0" h="2450" w="2312">
                  <a:moveTo>
                    <a:pt x="711" y="139"/>
                  </a:moveTo>
                  <a:lnTo>
                    <a:pt x="849" y="179"/>
                  </a:lnTo>
                  <a:lnTo>
                    <a:pt x="1205" y="258"/>
                  </a:lnTo>
                  <a:lnTo>
                    <a:pt x="1422" y="337"/>
                  </a:lnTo>
                  <a:lnTo>
                    <a:pt x="1639" y="416"/>
                  </a:lnTo>
                  <a:lnTo>
                    <a:pt x="1857" y="495"/>
                  </a:lnTo>
                  <a:lnTo>
                    <a:pt x="2015" y="613"/>
                  </a:lnTo>
                  <a:lnTo>
                    <a:pt x="2094" y="672"/>
                  </a:lnTo>
                  <a:lnTo>
                    <a:pt x="2133" y="751"/>
                  </a:lnTo>
                  <a:lnTo>
                    <a:pt x="2173" y="850"/>
                  </a:lnTo>
                  <a:lnTo>
                    <a:pt x="2193" y="969"/>
                  </a:lnTo>
                  <a:lnTo>
                    <a:pt x="2193" y="1107"/>
                  </a:lnTo>
                  <a:lnTo>
                    <a:pt x="2173" y="1225"/>
                  </a:lnTo>
                  <a:lnTo>
                    <a:pt x="2114" y="1502"/>
                  </a:lnTo>
                  <a:lnTo>
                    <a:pt x="2015" y="1778"/>
                  </a:lnTo>
                  <a:lnTo>
                    <a:pt x="1896" y="2015"/>
                  </a:lnTo>
                  <a:lnTo>
                    <a:pt x="1778" y="2193"/>
                  </a:lnTo>
                  <a:lnTo>
                    <a:pt x="1699" y="2252"/>
                  </a:lnTo>
                  <a:lnTo>
                    <a:pt x="1639" y="2292"/>
                  </a:lnTo>
                  <a:lnTo>
                    <a:pt x="1560" y="2312"/>
                  </a:lnTo>
                  <a:lnTo>
                    <a:pt x="1481" y="2312"/>
                  </a:lnTo>
                  <a:lnTo>
                    <a:pt x="1264" y="2272"/>
                  </a:lnTo>
                  <a:lnTo>
                    <a:pt x="1007" y="2213"/>
                  </a:lnTo>
                  <a:lnTo>
                    <a:pt x="770" y="2114"/>
                  </a:lnTo>
                  <a:lnTo>
                    <a:pt x="533" y="2015"/>
                  </a:lnTo>
                  <a:lnTo>
                    <a:pt x="316" y="1917"/>
                  </a:lnTo>
                  <a:lnTo>
                    <a:pt x="178" y="1838"/>
                  </a:lnTo>
                  <a:lnTo>
                    <a:pt x="138" y="1798"/>
                  </a:lnTo>
                  <a:lnTo>
                    <a:pt x="119" y="1759"/>
                  </a:lnTo>
                  <a:lnTo>
                    <a:pt x="138" y="1660"/>
                  </a:lnTo>
                  <a:lnTo>
                    <a:pt x="158" y="1462"/>
                  </a:lnTo>
                  <a:lnTo>
                    <a:pt x="217" y="1206"/>
                  </a:lnTo>
                  <a:lnTo>
                    <a:pt x="296" y="929"/>
                  </a:lnTo>
                  <a:lnTo>
                    <a:pt x="395" y="633"/>
                  </a:lnTo>
                  <a:lnTo>
                    <a:pt x="494" y="396"/>
                  </a:lnTo>
                  <a:lnTo>
                    <a:pt x="553" y="297"/>
                  </a:lnTo>
                  <a:lnTo>
                    <a:pt x="593" y="218"/>
                  </a:lnTo>
                  <a:lnTo>
                    <a:pt x="652" y="159"/>
                  </a:lnTo>
                  <a:lnTo>
                    <a:pt x="711" y="139"/>
                  </a:lnTo>
                  <a:close/>
                  <a:moveTo>
                    <a:pt x="652" y="1"/>
                  </a:moveTo>
                  <a:lnTo>
                    <a:pt x="593" y="40"/>
                  </a:lnTo>
                  <a:lnTo>
                    <a:pt x="533" y="99"/>
                  </a:lnTo>
                  <a:lnTo>
                    <a:pt x="474" y="179"/>
                  </a:lnTo>
                  <a:lnTo>
                    <a:pt x="415" y="297"/>
                  </a:lnTo>
                  <a:lnTo>
                    <a:pt x="296" y="574"/>
                  </a:lnTo>
                  <a:lnTo>
                    <a:pt x="198" y="890"/>
                  </a:lnTo>
                  <a:lnTo>
                    <a:pt x="119" y="1225"/>
                  </a:lnTo>
                  <a:lnTo>
                    <a:pt x="40" y="1502"/>
                  </a:lnTo>
                  <a:lnTo>
                    <a:pt x="0" y="1719"/>
                  </a:lnTo>
                  <a:lnTo>
                    <a:pt x="0" y="1838"/>
                  </a:lnTo>
                  <a:lnTo>
                    <a:pt x="20" y="1877"/>
                  </a:lnTo>
                  <a:lnTo>
                    <a:pt x="59" y="1917"/>
                  </a:lnTo>
                  <a:lnTo>
                    <a:pt x="217" y="2015"/>
                  </a:lnTo>
                  <a:lnTo>
                    <a:pt x="454" y="2134"/>
                  </a:lnTo>
                  <a:lnTo>
                    <a:pt x="711" y="2233"/>
                  </a:lnTo>
                  <a:lnTo>
                    <a:pt x="1007" y="2351"/>
                  </a:lnTo>
                  <a:lnTo>
                    <a:pt x="1284" y="2410"/>
                  </a:lnTo>
                  <a:lnTo>
                    <a:pt x="1521" y="2450"/>
                  </a:lnTo>
                  <a:lnTo>
                    <a:pt x="1620" y="2450"/>
                  </a:lnTo>
                  <a:lnTo>
                    <a:pt x="1699" y="2430"/>
                  </a:lnTo>
                  <a:lnTo>
                    <a:pt x="1778" y="2391"/>
                  </a:lnTo>
                  <a:lnTo>
                    <a:pt x="1857" y="2312"/>
                  </a:lnTo>
                  <a:lnTo>
                    <a:pt x="1936" y="2233"/>
                  </a:lnTo>
                  <a:lnTo>
                    <a:pt x="1995" y="2114"/>
                  </a:lnTo>
                  <a:lnTo>
                    <a:pt x="2133" y="1857"/>
                  </a:lnTo>
                  <a:lnTo>
                    <a:pt x="2232" y="1561"/>
                  </a:lnTo>
                  <a:lnTo>
                    <a:pt x="2311" y="1245"/>
                  </a:lnTo>
                  <a:lnTo>
                    <a:pt x="2311" y="1087"/>
                  </a:lnTo>
                  <a:lnTo>
                    <a:pt x="2311" y="949"/>
                  </a:lnTo>
                  <a:lnTo>
                    <a:pt x="2311" y="811"/>
                  </a:lnTo>
                  <a:lnTo>
                    <a:pt x="2272" y="712"/>
                  </a:lnTo>
                  <a:lnTo>
                    <a:pt x="2212" y="613"/>
                  </a:lnTo>
                  <a:lnTo>
                    <a:pt x="2133" y="534"/>
                  </a:lnTo>
                  <a:lnTo>
                    <a:pt x="1936" y="416"/>
                  </a:lnTo>
                  <a:lnTo>
                    <a:pt x="1718" y="317"/>
                  </a:lnTo>
                  <a:lnTo>
                    <a:pt x="1462" y="218"/>
                  </a:lnTo>
                  <a:lnTo>
                    <a:pt x="1225" y="159"/>
                  </a:lnTo>
                  <a:lnTo>
                    <a:pt x="830" y="40"/>
                  </a:lnTo>
                  <a:lnTo>
                    <a:pt x="652"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 name="Google Shape;1864;p8"/>
            <p:cNvSpPr/>
            <p:nvPr/>
          </p:nvSpPr>
          <p:spPr>
            <a:xfrm>
              <a:off x="4035478" y="-1510263"/>
              <a:ext cx="409167" cy="144797"/>
            </a:xfrm>
            <a:custGeom>
              <a:rect b="b" l="l" r="r" t="t"/>
              <a:pathLst>
                <a:path extrusionOk="0" h="3852" w="10885">
                  <a:moveTo>
                    <a:pt x="7665" y="0"/>
                  </a:moveTo>
                  <a:lnTo>
                    <a:pt x="6894" y="20"/>
                  </a:lnTo>
                  <a:lnTo>
                    <a:pt x="6084" y="59"/>
                  </a:lnTo>
                  <a:lnTo>
                    <a:pt x="5275" y="138"/>
                  </a:lnTo>
                  <a:lnTo>
                    <a:pt x="4485" y="217"/>
                  </a:lnTo>
                  <a:lnTo>
                    <a:pt x="3734" y="277"/>
                  </a:lnTo>
                  <a:lnTo>
                    <a:pt x="3043" y="316"/>
                  </a:lnTo>
                  <a:lnTo>
                    <a:pt x="2727" y="336"/>
                  </a:lnTo>
                  <a:lnTo>
                    <a:pt x="2430" y="316"/>
                  </a:lnTo>
                  <a:lnTo>
                    <a:pt x="1937" y="296"/>
                  </a:lnTo>
                  <a:lnTo>
                    <a:pt x="1502" y="277"/>
                  </a:lnTo>
                  <a:lnTo>
                    <a:pt x="1166" y="296"/>
                  </a:lnTo>
                  <a:lnTo>
                    <a:pt x="1008" y="316"/>
                  </a:lnTo>
                  <a:lnTo>
                    <a:pt x="870" y="356"/>
                  </a:lnTo>
                  <a:lnTo>
                    <a:pt x="751" y="395"/>
                  </a:lnTo>
                  <a:lnTo>
                    <a:pt x="633" y="474"/>
                  </a:lnTo>
                  <a:lnTo>
                    <a:pt x="534" y="533"/>
                  </a:lnTo>
                  <a:lnTo>
                    <a:pt x="455" y="632"/>
                  </a:lnTo>
                  <a:lnTo>
                    <a:pt x="356" y="751"/>
                  </a:lnTo>
                  <a:lnTo>
                    <a:pt x="277" y="889"/>
                  </a:lnTo>
                  <a:lnTo>
                    <a:pt x="218" y="1027"/>
                  </a:lnTo>
                  <a:lnTo>
                    <a:pt x="139" y="1205"/>
                  </a:lnTo>
                  <a:lnTo>
                    <a:pt x="80" y="1383"/>
                  </a:lnTo>
                  <a:lnTo>
                    <a:pt x="40" y="1560"/>
                  </a:lnTo>
                  <a:lnTo>
                    <a:pt x="21" y="1718"/>
                  </a:lnTo>
                  <a:lnTo>
                    <a:pt x="1" y="1876"/>
                  </a:lnTo>
                  <a:lnTo>
                    <a:pt x="1" y="2015"/>
                  </a:lnTo>
                  <a:lnTo>
                    <a:pt x="21" y="2153"/>
                  </a:lnTo>
                  <a:lnTo>
                    <a:pt x="60" y="2291"/>
                  </a:lnTo>
                  <a:lnTo>
                    <a:pt x="100" y="2410"/>
                  </a:lnTo>
                  <a:lnTo>
                    <a:pt x="159" y="2528"/>
                  </a:lnTo>
                  <a:lnTo>
                    <a:pt x="238" y="2647"/>
                  </a:lnTo>
                  <a:lnTo>
                    <a:pt x="317" y="2765"/>
                  </a:lnTo>
                  <a:lnTo>
                    <a:pt x="416" y="2864"/>
                  </a:lnTo>
                  <a:lnTo>
                    <a:pt x="613" y="3042"/>
                  </a:lnTo>
                  <a:lnTo>
                    <a:pt x="870" y="3200"/>
                  </a:lnTo>
                  <a:lnTo>
                    <a:pt x="1028" y="3279"/>
                  </a:lnTo>
                  <a:lnTo>
                    <a:pt x="1186" y="3338"/>
                  </a:lnTo>
                  <a:lnTo>
                    <a:pt x="1384" y="3397"/>
                  </a:lnTo>
                  <a:lnTo>
                    <a:pt x="1601" y="3457"/>
                  </a:lnTo>
                  <a:lnTo>
                    <a:pt x="2095" y="3536"/>
                  </a:lnTo>
                  <a:lnTo>
                    <a:pt x="2628" y="3595"/>
                  </a:lnTo>
                  <a:lnTo>
                    <a:pt x="3754" y="3694"/>
                  </a:lnTo>
                  <a:lnTo>
                    <a:pt x="4287" y="3733"/>
                  </a:lnTo>
                  <a:lnTo>
                    <a:pt x="4781" y="3792"/>
                  </a:lnTo>
                  <a:lnTo>
                    <a:pt x="5275" y="3832"/>
                  </a:lnTo>
                  <a:lnTo>
                    <a:pt x="5788" y="3852"/>
                  </a:lnTo>
                  <a:lnTo>
                    <a:pt x="6341" y="3852"/>
                  </a:lnTo>
                  <a:lnTo>
                    <a:pt x="6934" y="3812"/>
                  </a:lnTo>
                  <a:lnTo>
                    <a:pt x="7507" y="3753"/>
                  </a:lnTo>
                  <a:lnTo>
                    <a:pt x="8079" y="3674"/>
                  </a:lnTo>
                  <a:lnTo>
                    <a:pt x="8632" y="3575"/>
                  </a:lnTo>
                  <a:lnTo>
                    <a:pt x="9166" y="3437"/>
                  </a:lnTo>
                  <a:lnTo>
                    <a:pt x="9640" y="3299"/>
                  </a:lnTo>
                  <a:lnTo>
                    <a:pt x="10015" y="3180"/>
                  </a:lnTo>
                  <a:lnTo>
                    <a:pt x="10311" y="3062"/>
                  </a:lnTo>
                  <a:lnTo>
                    <a:pt x="10548" y="2943"/>
                  </a:lnTo>
                  <a:lnTo>
                    <a:pt x="10805" y="2805"/>
                  </a:lnTo>
                  <a:lnTo>
                    <a:pt x="10884" y="2746"/>
                  </a:lnTo>
                  <a:lnTo>
                    <a:pt x="10884" y="2627"/>
                  </a:lnTo>
                  <a:lnTo>
                    <a:pt x="10825" y="2351"/>
                  </a:lnTo>
                  <a:lnTo>
                    <a:pt x="10785" y="2153"/>
                  </a:lnTo>
                  <a:lnTo>
                    <a:pt x="10726" y="1936"/>
                  </a:lnTo>
                  <a:lnTo>
                    <a:pt x="10627" y="1718"/>
                  </a:lnTo>
                  <a:lnTo>
                    <a:pt x="10529" y="1481"/>
                  </a:lnTo>
                  <a:lnTo>
                    <a:pt x="10390" y="1225"/>
                  </a:lnTo>
                  <a:lnTo>
                    <a:pt x="10213" y="988"/>
                  </a:lnTo>
                  <a:lnTo>
                    <a:pt x="10015" y="770"/>
                  </a:lnTo>
                  <a:lnTo>
                    <a:pt x="9778" y="553"/>
                  </a:lnTo>
                  <a:lnTo>
                    <a:pt x="9640" y="454"/>
                  </a:lnTo>
                  <a:lnTo>
                    <a:pt x="9502" y="375"/>
                  </a:lnTo>
                  <a:lnTo>
                    <a:pt x="9344" y="296"/>
                  </a:lnTo>
                  <a:lnTo>
                    <a:pt x="9186" y="217"/>
                  </a:lnTo>
                  <a:lnTo>
                    <a:pt x="9008" y="158"/>
                  </a:lnTo>
                  <a:lnTo>
                    <a:pt x="8830" y="99"/>
                  </a:lnTo>
                  <a:lnTo>
                    <a:pt x="8632" y="59"/>
                  </a:lnTo>
                  <a:lnTo>
                    <a:pt x="8415" y="40"/>
                  </a:lnTo>
                  <a:lnTo>
                    <a:pt x="8040" y="20"/>
                  </a:lnTo>
                  <a:lnTo>
                    <a:pt x="766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 name="Google Shape;1865;p8"/>
            <p:cNvSpPr/>
            <p:nvPr/>
          </p:nvSpPr>
          <p:spPr>
            <a:xfrm>
              <a:off x="4061491" y="-1489475"/>
              <a:ext cx="86156" cy="83938"/>
            </a:xfrm>
            <a:custGeom>
              <a:rect b="b" l="l" r="r" t="t"/>
              <a:pathLst>
                <a:path extrusionOk="0" h="2233" w="2292">
                  <a:moveTo>
                    <a:pt x="1106" y="119"/>
                  </a:moveTo>
                  <a:lnTo>
                    <a:pt x="1343" y="138"/>
                  </a:lnTo>
                  <a:lnTo>
                    <a:pt x="1580" y="138"/>
                  </a:lnTo>
                  <a:lnTo>
                    <a:pt x="1798" y="178"/>
                  </a:lnTo>
                  <a:lnTo>
                    <a:pt x="1956" y="237"/>
                  </a:lnTo>
                  <a:lnTo>
                    <a:pt x="2015" y="277"/>
                  </a:lnTo>
                  <a:lnTo>
                    <a:pt x="2074" y="356"/>
                  </a:lnTo>
                  <a:lnTo>
                    <a:pt x="2114" y="435"/>
                  </a:lnTo>
                  <a:lnTo>
                    <a:pt x="2153" y="533"/>
                  </a:lnTo>
                  <a:lnTo>
                    <a:pt x="2193" y="770"/>
                  </a:lnTo>
                  <a:lnTo>
                    <a:pt x="2193" y="1047"/>
                  </a:lnTo>
                  <a:lnTo>
                    <a:pt x="2153" y="1323"/>
                  </a:lnTo>
                  <a:lnTo>
                    <a:pt x="2133" y="1442"/>
                  </a:lnTo>
                  <a:lnTo>
                    <a:pt x="2074" y="1580"/>
                  </a:lnTo>
                  <a:lnTo>
                    <a:pt x="2035" y="1679"/>
                  </a:lnTo>
                  <a:lnTo>
                    <a:pt x="1956" y="1778"/>
                  </a:lnTo>
                  <a:lnTo>
                    <a:pt x="1877" y="1877"/>
                  </a:lnTo>
                  <a:lnTo>
                    <a:pt x="1798" y="1936"/>
                  </a:lnTo>
                  <a:lnTo>
                    <a:pt x="1699" y="1975"/>
                  </a:lnTo>
                  <a:lnTo>
                    <a:pt x="1580" y="2015"/>
                  </a:lnTo>
                  <a:lnTo>
                    <a:pt x="1343" y="2074"/>
                  </a:lnTo>
                  <a:lnTo>
                    <a:pt x="1067" y="2094"/>
                  </a:lnTo>
                  <a:lnTo>
                    <a:pt x="810" y="2114"/>
                  </a:lnTo>
                  <a:lnTo>
                    <a:pt x="553" y="2094"/>
                  </a:lnTo>
                  <a:lnTo>
                    <a:pt x="356" y="2054"/>
                  </a:lnTo>
                  <a:lnTo>
                    <a:pt x="217" y="1995"/>
                  </a:lnTo>
                  <a:lnTo>
                    <a:pt x="178" y="1956"/>
                  </a:lnTo>
                  <a:lnTo>
                    <a:pt x="158" y="1936"/>
                  </a:lnTo>
                  <a:lnTo>
                    <a:pt x="158" y="1798"/>
                  </a:lnTo>
                  <a:lnTo>
                    <a:pt x="158" y="1600"/>
                  </a:lnTo>
                  <a:lnTo>
                    <a:pt x="178" y="1343"/>
                  </a:lnTo>
                  <a:lnTo>
                    <a:pt x="217" y="1047"/>
                  </a:lnTo>
                  <a:lnTo>
                    <a:pt x="257" y="751"/>
                  </a:lnTo>
                  <a:lnTo>
                    <a:pt x="336" y="494"/>
                  </a:lnTo>
                  <a:lnTo>
                    <a:pt x="415" y="277"/>
                  </a:lnTo>
                  <a:lnTo>
                    <a:pt x="454" y="198"/>
                  </a:lnTo>
                  <a:lnTo>
                    <a:pt x="494" y="158"/>
                  </a:lnTo>
                  <a:lnTo>
                    <a:pt x="672" y="138"/>
                  </a:lnTo>
                  <a:lnTo>
                    <a:pt x="1106" y="119"/>
                  </a:lnTo>
                  <a:close/>
                  <a:moveTo>
                    <a:pt x="1067" y="0"/>
                  </a:moveTo>
                  <a:lnTo>
                    <a:pt x="593" y="20"/>
                  </a:lnTo>
                  <a:lnTo>
                    <a:pt x="395" y="40"/>
                  </a:lnTo>
                  <a:lnTo>
                    <a:pt x="336" y="99"/>
                  </a:lnTo>
                  <a:lnTo>
                    <a:pt x="277" y="178"/>
                  </a:lnTo>
                  <a:lnTo>
                    <a:pt x="198" y="415"/>
                  </a:lnTo>
                  <a:lnTo>
                    <a:pt x="119" y="711"/>
                  </a:lnTo>
                  <a:lnTo>
                    <a:pt x="59" y="1047"/>
                  </a:lnTo>
                  <a:lnTo>
                    <a:pt x="20" y="1363"/>
                  </a:lnTo>
                  <a:lnTo>
                    <a:pt x="0" y="1659"/>
                  </a:lnTo>
                  <a:lnTo>
                    <a:pt x="0" y="1896"/>
                  </a:lnTo>
                  <a:lnTo>
                    <a:pt x="0" y="2035"/>
                  </a:lnTo>
                  <a:lnTo>
                    <a:pt x="20" y="2074"/>
                  </a:lnTo>
                  <a:lnTo>
                    <a:pt x="59" y="2114"/>
                  </a:lnTo>
                  <a:lnTo>
                    <a:pt x="237" y="2173"/>
                  </a:lnTo>
                  <a:lnTo>
                    <a:pt x="454" y="2212"/>
                  </a:lnTo>
                  <a:lnTo>
                    <a:pt x="731" y="2232"/>
                  </a:lnTo>
                  <a:lnTo>
                    <a:pt x="1027" y="2232"/>
                  </a:lnTo>
                  <a:lnTo>
                    <a:pt x="1324" y="2193"/>
                  </a:lnTo>
                  <a:lnTo>
                    <a:pt x="1600" y="2133"/>
                  </a:lnTo>
                  <a:lnTo>
                    <a:pt x="1738" y="2094"/>
                  </a:lnTo>
                  <a:lnTo>
                    <a:pt x="1837" y="2035"/>
                  </a:lnTo>
                  <a:lnTo>
                    <a:pt x="1936" y="1975"/>
                  </a:lnTo>
                  <a:lnTo>
                    <a:pt x="2035" y="1877"/>
                  </a:lnTo>
                  <a:lnTo>
                    <a:pt x="2114" y="1758"/>
                  </a:lnTo>
                  <a:lnTo>
                    <a:pt x="2173" y="1640"/>
                  </a:lnTo>
                  <a:lnTo>
                    <a:pt x="2212" y="1501"/>
                  </a:lnTo>
                  <a:lnTo>
                    <a:pt x="2252" y="1343"/>
                  </a:lnTo>
                  <a:lnTo>
                    <a:pt x="2291" y="1047"/>
                  </a:lnTo>
                  <a:lnTo>
                    <a:pt x="2291" y="731"/>
                  </a:lnTo>
                  <a:lnTo>
                    <a:pt x="2272" y="593"/>
                  </a:lnTo>
                  <a:lnTo>
                    <a:pt x="2252" y="474"/>
                  </a:lnTo>
                  <a:lnTo>
                    <a:pt x="2212" y="356"/>
                  </a:lnTo>
                  <a:lnTo>
                    <a:pt x="2153" y="257"/>
                  </a:lnTo>
                  <a:lnTo>
                    <a:pt x="2094" y="178"/>
                  </a:lnTo>
                  <a:lnTo>
                    <a:pt x="2035" y="119"/>
                  </a:lnTo>
                  <a:lnTo>
                    <a:pt x="1857" y="59"/>
                  </a:lnTo>
                  <a:lnTo>
                    <a:pt x="1600" y="20"/>
                  </a:lnTo>
                  <a:lnTo>
                    <a:pt x="1343" y="20"/>
                  </a:lnTo>
                  <a:lnTo>
                    <a:pt x="106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8"/>
            <p:cNvSpPr/>
            <p:nvPr/>
          </p:nvSpPr>
          <p:spPr>
            <a:xfrm>
              <a:off x="4011006" y="-1882265"/>
              <a:ext cx="351955" cy="350489"/>
            </a:xfrm>
            <a:custGeom>
              <a:rect b="b" l="l" r="r" t="t"/>
              <a:pathLst>
                <a:path extrusionOk="0" h="9324" w="9363">
                  <a:moveTo>
                    <a:pt x="4859" y="376"/>
                  </a:moveTo>
                  <a:lnTo>
                    <a:pt x="5234" y="395"/>
                  </a:lnTo>
                  <a:lnTo>
                    <a:pt x="5610" y="455"/>
                  </a:lnTo>
                  <a:lnTo>
                    <a:pt x="5965" y="514"/>
                  </a:lnTo>
                  <a:lnTo>
                    <a:pt x="6163" y="573"/>
                  </a:lnTo>
                  <a:lnTo>
                    <a:pt x="6340" y="632"/>
                  </a:lnTo>
                  <a:lnTo>
                    <a:pt x="6696" y="771"/>
                  </a:lnTo>
                  <a:lnTo>
                    <a:pt x="7052" y="968"/>
                  </a:lnTo>
                  <a:lnTo>
                    <a:pt x="7387" y="1205"/>
                  </a:lnTo>
                  <a:lnTo>
                    <a:pt x="7684" y="1482"/>
                  </a:lnTo>
                  <a:lnTo>
                    <a:pt x="7980" y="1798"/>
                  </a:lnTo>
                  <a:lnTo>
                    <a:pt x="8237" y="2133"/>
                  </a:lnTo>
                  <a:lnTo>
                    <a:pt x="8454" y="2489"/>
                  </a:lnTo>
                  <a:lnTo>
                    <a:pt x="8651" y="2884"/>
                  </a:lnTo>
                  <a:lnTo>
                    <a:pt x="8790" y="3299"/>
                  </a:lnTo>
                  <a:lnTo>
                    <a:pt x="8849" y="3496"/>
                  </a:lnTo>
                  <a:lnTo>
                    <a:pt x="8908" y="3714"/>
                  </a:lnTo>
                  <a:lnTo>
                    <a:pt x="8928" y="3931"/>
                  </a:lnTo>
                  <a:lnTo>
                    <a:pt x="8948" y="4168"/>
                  </a:lnTo>
                  <a:lnTo>
                    <a:pt x="8967" y="4385"/>
                  </a:lnTo>
                  <a:lnTo>
                    <a:pt x="8948" y="4622"/>
                  </a:lnTo>
                  <a:lnTo>
                    <a:pt x="8928" y="4839"/>
                  </a:lnTo>
                  <a:lnTo>
                    <a:pt x="8908" y="5077"/>
                  </a:lnTo>
                  <a:lnTo>
                    <a:pt x="8849" y="5294"/>
                  </a:lnTo>
                  <a:lnTo>
                    <a:pt x="8790" y="5531"/>
                  </a:lnTo>
                  <a:lnTo>
                    <a:pt x="8711" y="5768"/>
                  </a:lnTo>
                  <a:lnTo>
                    <a:pt x="8612" y="6005"/>
                  </a:lnTo>
                  <a:lnTo>
                    <a:pt x="8493" y="6242"/>
                  </a:lnTo>
                  <a:lnTo>
                    <a:pt x="8375" y="6459"/>
                  </a:lnTo>
                  <a:lnTo>
                    <a:pt x="8237" y="6676"/>
                  </a:lnTo>
                  <a:lnTo>
                    <a:pt x="8098" y="6894"/>
                  </a:lnTo>
                  <a:lnTo>
                    <a:pt x="7940" y="7111"/>
                  </a:lnTo>
                  <a:lnTo>
                    <a:pt x="7782" y="7308"/>
                  </a:lnTo>
                  <a:lnTo>
                    <a:pt x="7605" y="7486"/>
                  </a:lnTo>
                  <a:lnTo>
                    <a:pt x="7427" y="7664"/>
                  </a:lnTo>
                  <a:lnTo>
                    <a:pt x="7249" y="7842"/>
                  </a:lnTo>
                  <a:lnTo>
                    <a:pt x="7052" y="8000"/>
                  </a:lnTo>
                  <a:lnTo>
                    <a:pt x="6854" y="8158"/>
                  </a:lnTo>
                  <a:lnTo>
                    <a:pt x="6637" y="8296"/>
                  </a:lnTo>
                  <a:lnTo>
                    <a:pt x="6439" y="8415"/>
                  </a:lnTo>
                  <a:lnTo>
                    <a:pt x="6222" y="8533"/>
                  </a:lnTo>
                  <a:lnTo>
                    <a:pt x="6005" y="8632"/>
                  </a:lnTo>
                  <a:lnTo>
                    <a:pt x="5768" y="8711"/>
                  </a:lnTo>
                  <a:lnTo>
                    <a:pt x="5531" y="8790"/>
                  </a:lnTo>
                  <a:lnTo>
                    <a:pt x="5313" y="8849"/>
                  </a:lnTo>
                  <a:lnTo>
                    <a:pt x="5076" y="8908"/>
                  </a:lnTo>
                  <a:lnTo>
                    <a:pt x="4820" y="8928"/>
                  </a:lnTo>
                  <a:lnTo>
                    <a:pt x="4583" y="8948"/>
                  </a:lnTo>
                  <a:lnTo>
                    <a:pt x="4345" y="8948"/>
                  </a:lnTo>
                  <a:lnTo>
                    <a:pt x="4089" y="8928"/>
                  </a:lnTo>
                  <a:lnTo>
                    <a:pt x="3852" y="8889"/>
                  </a:lnTo>
                  <a:lnTo>
                    <a:pt x="3595" y="8829"/>
                  </a:lnTo>
                  <a:lnTo>
                    <a:pt x="3338" y="8750"/>
                  </a:lnTo>
                  <a:lnTo>
                    <a:pt x="3101" y="8671"/>
                  </a:lnTo>
                  <a:lnTo>
                    <a:pt x="2844" y="8553"/>
                  </a:lnTo>
                  <a:lnTo>
                    <a:pt x="2607" y="8434"/>
                  </a:lnTo>
                  <a:lnTo>
                    <a:pt x="2351" y="8276"/>
                  </a:lnTo>
                  <a:lnTo>
                    <a:pt x="2114" y="8099"/>
                  </a:lnTo>
                  <a:lnTo>
                    <a:pt x="1857" y="7921"/>
                  </a:lnTo>
                  <a:lnTo>
                    <a:pt x="1521" y="7605"/>
                  </a:lnTo>
                  <a:lnTo>
                    <a:pt x="1343" y="7427"/>
                  </a:lnTo>
                  <a:lnTo>
                    <a:pt x="1165" y="7229"/>
                  </a:lnTo>
                  <a:lnTo>
                    <a:pt x="988" y="7012"/>
                  </a:lnTo>
                  <a:lnTo>
                    <a:pt x="830" y="6775"/>
                  </a:lnTo>
                  <a:lnTo>
                    <a:pt x="691" y="6518"/>
                  </a:lnTo>
                  <a:lnTo>
                    <a:pt x="573" y="6262"/>
                  </a:lnTo>
                  <a:lnTo>
                    <a:pt x="474" y="5965"/>
                  </a:lnTo>
                  <a:lnTo>
                    <a:pt x="395" y="5669"/>
                  </a:lnTo>
                  <a:lnTo>
                    <a:pt x="356" y="5333"/>
                  </a:lnTo>
                  <a:lnTo>
                    <a:pt x="356" y="4998"/>
                  </a:lnTo>
                  <a:lnTo>
                    <a:pt x="375" y="4622"/>
                  </a:lnTo>
                  <a:lnTo>
                    <a:pt x="454" y="4247"/>
                  </a:lnTo>
                  <a:lnTo>
                    <a:pt x="593" y="3832"/>
                  </a:lnTo>
                  <a:lnTo>
                    <a:pt x="770" y="3398"/>
                  </a:lnTo>
                  <a:lnTo>
                    <a:pt x="1007" y="2904"/>
                  </a:lnTo>
                  <a:lnTo>
                    <a:pt x="1264" y="2469"/>
                  </a:lnTo>
                  <a:lnTo>
                    <a:pt x="1541" y="2074"/>
                  </a:lnTo>
                  <a:lnTo>
                    <a:pt x="1837" y="1719"/>
                  </a:lnTo>
                  <a:lnTo>
                    <a:pt x="2133" y="1422"/>
                  </a:lnTo>
                  <a:lnTo>
                    <a:pt x="2449" y="1166"/>
                  </a:lnTo>
                  <a:lnTo>
                    <a:pt x="2765" y="948"/>
                  </a:lnTo>
                  <a:lnTo>
                    <a:pt x="3101" y="751"/>
                  </a:lnTo>
                  <a:lnTo>
                    <a:pt x="3437" y="613"/>
                  </a:lnTo>
                  <a:lnTo>
                    <a:pt x="3792" y="514"/>
                  </a:lnTo>
                  <a:lnTo>
                    <a:pt x="4148" y="435"/>
                  </a:lnTo>
                  <a:lnTo>
                    <a:pt x="4504" y="395"/>
                  </a:lnTo>
                  <a:lnTo>
                    <a:pt x="4859" y="376"/>
                  </a:lnTo>
                  <a:close/>
                  <a:moveTo>
                    <a:pt x="4899" y="0"/>
                  </a:moveTo>
                  <a:lnTo>
                    <a:pt x="4504" y="20"/>
                  </a:lnTo>
                  <a:lnTo>
                    <a:pt x="4108" y="59"/>
                  </a:lnTo>
                  <a:lnTo>
                    <a:pt x="3733" y="138"/>
                  </a:lnTo>
                  <a:lnTo>
                    <a:pt x="3358" y="257"/>
                  </a:lnTo>
                  <a:lnTo>
                    <a:pt x="2983" y="415"/>
                  </a:lnTo>
                  <a:lnTo>
                    <a:pt x="2627" y="613"/>
                  </a:lnTo>
                  <a:lnTo>
                    <a:pt x="2272" y="850"/>
                  </a:lnTo>
                  <a:lnTo>
                    <a:pt x="1936" y="1146"/>
                  </a:lnTo>
                  <a:lnTo>
                    <a:pt x="1600" y="1462"/>
                  </a:lnTo>
                  <a:lnTo>
                    <a:pt x="1284" y="1857"/>
                  </a:lnTo>
                  <a:lnTo>
                    <a:pt x="988" y="2272"/>
                  </a:lnTo>
                  <a:lnTo>
                    <a:pt x="711" y="2766"/>
                  </a:lnTo>
                  <a:lnTo>
                    <a:pt x="435" y="3299"/>
                  </a:lnTo>
                  <a:lnTo>
                    <a:pt x="257" y="3753"/>
                  </a:lnTo>
                  <a:lnTo>
                    <a:pt x="119" y="4207"/>
                  </a:lnTo>
                  <a:lnTo>
                    <a:pt x="20" y="4622"/>
                  </a:lnTo>
                  <a:lnTo>
                    <a:pt x="0" y="5017"/>
                  </a:lnTo>
                  <a:lnTo>
                    <a:pt x="0" y="5393"/>
                  </a:lnTo>
                  <a:lnTo>
                    <a:pt x="40" y="5748"/>
                  </a:lnTo>
                  <a:lnTo>
                    <a:pt x="119" y="6084"/>
                  </a:lnTo>
                  <a:lnTo>
                    <a:pt x="237" y="6400"/>
                  </a:lnTo>
                  <a:lnTo>
                    <a:pt x="375" y="6696"/>
                  </a:lnTo>
                  <a:lnTo>
                    <a:pt x="514" y="6953"/>
                  </a:lnTo>
                  <a:lnTo>
                    <a:pt x="691" y="7210"/>
                  </a:lnTo>
                  <a:lnTo>
                    <a:pt x="869" y="7447"/>
                  </a:lnTo>
                  <a:lnTo>
                    <a:pt x="1067" y="7664"/>
                  </a:lnTo>
                  <a:lnTo>
                    <a:pt x="1264" y="7862"/>
                  </a:lnTo>
                  <a:lnTo>
                    <a:pt x="1639" y="8197"/>
                  </a:lnTo>
                  <a:lnTo>
                    <a:pt x="1896" y="8415"/>
                  </a:lnTo>
                  <a:lnTo>
                    <a:pt x="2173" y="8592"/>
                  </a:lnTo>
                  <a:lnTo>
                    <a:pt x="2430" y="8750"/>
                  </a:lnTo>
                  <a:lnTo>
                    <a:pt x="2706" y="8908"/>
                  </a:lnTo>
                  <a:lnTo>
                    <a:pt x="2983" y="9027"/>
                  </a:lnTo>
                  <a:lnTo>
                    <a:pt x="3259" y="9126"/>
                  </a:lnTo>
                  <a:lnTo>
                    <a:pt x="3516" y="9205"/>
                  </a:lnTo>
                  <a:lnTo>
                    <a:pt x="3792" y="9264"/>
                  </a:lnTo>
                  <a:lnTo>
                    <a:pt x="4069" y="9303"/>
                  </a:lnTo>
                  <a:lnTo>
                    <a:pt x="4326" y="9323"/>
                  </a:lnTo>
                  <a:lnTo>
                    <a:pt x="4602" y="9323"/>
                  </a:lnTo>
                  <a:lnTo>
                    <a:pt x="4859" y="9303"/>
                  </a:lnTo>
                  <a:lnTo>
                    <a:pt x="5136" y="9264"/>
                  </a:lnTo>
                  <a:lnTo>
                    <a:pt x="5392" y="9224"/>
                  </a:lnTo>
                  <a:lnTo>
                    <a:pt x="5629" y="9165"/>
                  </a:lnTo>
                  <a:lnTo>
                    <a:pt x="5886" y="9086"/>
                  </a:lnTo>
                  <a:lnTo>
                    <a:pt x="6143" y="8987"/>
                  </a:lnTo>
                  <a:lnTo>
                    <a:pt x="6380" y="8869"/>
                  </a:lnTo>
                  <a:lnTo>
                    <a:pt x="6617" y="8750"/>
                  </a:lnTo>
                  <a:lnTo>
                    <a:pt x="6834" y="8612"/>
                  </a:lnTo>
                  <a:lnTo>
                    <a:pt x="7071" y="8454"/>
                  </a:lnTo>
                  <a:lnTo>
                    <a:pt x="7289" y="8296"/>
                  </a:lnTo>
                  <a:lnTo>
                    <a:pt x="7486" y="8118"/>
                  </a:lnTo>
                  <a:lnTo>
                    <a:pt x="7684" y="7941"/>
                  </a:lnTo>
                  <a:lnTo>
                    <a:pt x="7881" y="7743"/>
                  </a:lnTo>
                  <a:lnTo>
                    <a:pt x="8079" y="7546"/>
                  </a:lnTo>
                  <a:lnTo>
                    <a:pt x="8256" y="7328"/>
                  </a:lnTo>
                  <a:lnTo>
                    <a:pt x="8414" y="7091"/>
                  </a:lnTo>
                  <a:lnTo>
                    <a:pt x="8572" y="6854"/>
                  </a:lnTo>
                  <a:lnTo>
                    <a:pt x="8711" y="6617"/>
                  </a:lnTo>
                  <a:lnTo>
                    <a:pt x="8849" y="6380"/>
                  </a:lnTo>
                  <a:lnTo>
                    <a:pt x="8987" y="6123"/>
                  </a:lnTo>
                  <a:lnTo>
                    <a:pt x="9086" y="5867"/>
                  </a:lnTo>
                  <a:lnTo>
                    <a:pt x="9165" y="5610"/>
                  </a:lnTo>
                  <a:lnTo>
                    <a:pt x="9244" y="5353"/>
                  </a:lnTo>
                  <a:lnTo>
                    <a:pt x="9303" y="5116"/>
                  </a:lnTo>
                  <a:lnTo>
                    <a:pt x="9343" y="4859"/>
                  </a:lnTo>
                  <a:lnTo>
                    <a:pt x="9363" y="4602"/>
                  </a:lnTo>
                  <a:lnTo>
                    <a:pt x="9363" y="4365"/>
                  </a:lnTo>
                  <a:lnTo>
                    <a:pt x="9363" y="4109"/>
                  </a:lnTo>
                  <a:lnTo>
                    <a:pt x="9323" y="3872"/>
                  </a:lnTo>
                  <a:lnTo>
                    <a:pt x="9303" y="3635"/>
                  </a:lnTo>
                  <a:lnTo>
                    <a:pt x="9244" y="3398"/>
                  </a:lnTo>
                  <a:lnTo>
                    <a:pt x="9185" y="3180"/>
                  </a:lnTo>
                  <a:lnTo>
                    <a:pt x="9106" y="2943"/>
                  </a:lnTo>
                  <a:lnTo>
                    <a:pt x="9027" y="2726"/>
                  </a:lnTo>
                  <a:lnTo>
                    <a:pt x="8928" y="2509"/>
                  </a:lnTo>
                  <a:lnTo>
                    <a:pt x="8809" y="2311"/>
                  </a:lnTo>
                  <a:lnTo>
                    <a:pt x="8572" y="1916"/>
                  </a:lnTo>
                  <a:lnTo>
                    <a:pt x="8296" y="1541"/>
                  </a:lnTo>
                  <a:lnTo>
                    <a:pt x="7980" y="1205"/>
                  </a:lnTo>
                  <a:lnTo>
                    <a:pt x="7644" y="909"/>
                  </a:lnTo>
                  <a:lnTo>
                    <a:pt x="7289" y="652"/>
                  </a:lnTo>
                  <a:lnTo>
                    <a:pt x="6913" y="435"/>
                  </a:lnTo>
                  <a:lnTo>
                    <a:pt x="6716" y="336"/>
                  </a:lnTo>
                  <a:lnTo>
                    <a:pt x="6518" y="257"/>
                  </a:lnTo>
                  <a:lnTo>
                    <a:pt x="6321" y="198"/>
                  </a:lnTo>
                  <a:lnTo>
                    <a:pt x="6103" y="158"/>
                  </a:lnTo>
                  <a:lnTo>
                    <a:pt x="5708" y="79"/>
                  </a:lnTo>
                  <a:lnTo>
                    <a:pt x="5313" y="20"/>
                  </a:lnTo>
                  <a:lnTo>
                    <a:pt x="489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 name="Google Shape;1867;p8"/>
            <p:cNvSpPr/>
            <p:nvPr/>
          </p:nvSpPr>
          <p:spPr>
            <a:xfrm>
              <a:off x="4556002" y="-1142735"/>
              <a:ext cx="752" cy="789"/>
            </a:xfrm>
            <a:custGeom>
              <a:rect b="b" l="l" r="r" t="t"/>
              <a:pathLst>
                <a:path extrusionOk="0" h="21" w="20">
                  <a:moveTo>
                    <a:pt x="20" y="20"/>
                  </a:moveTo>
                  <a:lnTo>
                    <a:pt x="20" y="20"/>
                  </a:lnTo>
                  <a:lnTo>
                    <a:pt x="0" y="0"/>
                  </a:lnTo>
                  <a:lnTo>
                    <a:pt x="0" y="0"/>
                  </a:lnTo>
                  <a:lnTo>
                    <a:pt x="20" y="20"/>
                  </a:lnTo>
                  <a:lnTo>
                    <a:pt x="2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8"/>
            <p:cNvSpPr/>
            <p:nvPr/>
          </p:nvSpPr>
          <p:spPr>
            <a:xfrm>
              <a:off x="4619831" y="-1325390"/>
              <a:ext cx="38" cy="789"/>
            </a:xfrm>
            <a:custGeom>
              <a:rect b="b" l="l" r="r" t="t"/>
              <a:pathLst>
                <a:path extrusionOk="0" h="21" w="1">
                  <a:moveTo>
                    <a:pt x="1" y="20"/>
                  </a:moveTo>
                  <a:lnTo>
                    <a:pt x="1" y="20"/>
                  </a:lnTo>
                  <a:lnTo>
                    <a:pt x="1" y="0"/>
                  </a:lnTo>
                  <a:lnTo>
                    <a:pt x="1" y="0"/>
                  </a:lnTo>
                  <a:lnTo>
                    <a:pt x="1" y="20"/>
                  </a:lnTo>
                  <a:lnTo>
                    <a:pt x="1"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8"/>
            <p:cNvSpPr/>
            <p:nvPr/>
          </p:nvSpPr>
          <p:spPr>
            <a:xfrm>
              <a:off x="4475782" y="-1401136"/>
              <a:ext cx="160434" cy="330454"/>
            </a:xfrm>
            <a:custGeom>
              <a:rect b="b" l="l" r="r" t="t"/>
              <a:pathLst>
                <a:path extrusionOk="0" h="8791" w="4268">
                  <a:moveTo>
                    <a:pt x="2450" y="5551"/>
                  </a:moveTo>
                  <a:lnTo>
                    <a:pt x="2470" y="5610"/>
                  </a:lnTo>
                  <a:lnTo>
                    <a:pt x="2490" y="5669"/>
                  </a:lnTo>
                  <a:lnTo>
                    <a:pt x="2509" y="5669"/>
                  </a:lnTo>
                  <a:lnTo>
                    <a:pt x="2529" y="5650"/>
                  </a:lnTo>
                  <a:lnTo>
                    <a:pt x="2529" y="5610"/>
                  </a:lnTo>
                  <a:lnTo>
                    <a:pt x="2569" y="5590"/>
                  </a:lnTo>
                  <a:lnTo>
                    <a:pt x="2529" y="5590"/>
                  </a:lnTo>
                  <a:lnTo>
                    <a:pt x="2509" y="5571"/>
                  </a:lnTo>
                  <a:lnTo>
                    <a:pt x="2470" y="5551"/>
                  </a:lnTo>
                  <a:close/>
                  <a:moveTo>
                    <a:pt x="3062" y="1"/>
                  </a:moveTo>
                  <a:lnTo>
                    <a:pt x="3082" y="40"/>
                  </a:lnTo>
                  <a:lnTo>
                    <a:pt x="3082" y="60"/>
                  </a:lnTo>
                  <a:lnTo>
                    <a:pt x="3043" y="119"/>
                  </a:lnTo>
                  <a:lnTo>
                    <a:pt x="3043" y="139"/>
                  </a:lnTo>
                  <a:lnTo>
                    <a:pt x="3043" y="159"/>
                  </a:lnTo>
                  <a:lnTo>
                    <a:pt x="3023" y="198"/>
                  </a:lnTo>
                  <a:lnTo>
                    <a:pt x="3003" y="238"/>
                  </a:lnTo>
                  <a:lnTo>
                    <a:pt x="2944" y="297"/>
                  </a:lnTo>
                  <a:lnTo>
                    <a:pt x="2924" y="317"/>
                  </a:lnTo>
                  <a:lnTo>
                    <a:pt x="2924" y="336"/>
                  </a:lnTo>
                  <a:lnTo>
                    <a:pt x="2924" y="376"/>
                  </a:lnTo>
                  <a:lnTo>
                    <a:pt x="2964" y="415"/>
                  </a:lnTo>
                  <a:lnTo>
                    <a:pt x="3003" y="396"/>
                  </a:lnTo>
                  <a:lnTo>
                    <a:pt x="3043" y="396"/>
                  </a:lnTo>
                  <a:lnTo>
                    <a:pt x="3062" y="415"/>
                  </a:lnTo>
                  <a:lnTo>
                    <a:pt x="3023" y="435"/>
                  </a:lnTo>
                  <a:lnTo>
                    <a:pt x="3003" y="455"/>
                  </a:lnTo>
                  <a:lnTo>
                    <a:pt x="2983" y="475"/>
                  </a:lnTo>
                  <a:lnTo>
                    <a:pt x="2964" y="475"/>
                  </a:lnTo>
                  <a:lnTo>
                    <a:pt x="2944" y="435"/>
                  </a:lnTo>
                  <a:lnTo>
                    <a:pt x="2904" y="514"/>
                  </a:lnTo>
                  <a:lnTo>
                    <a:pt x="2885" y="554"/>
                  </a:lnTo>
                  <a:lnTo>
                    <a:pt x="2964" y="593"/>
                  </a:lnTo>
                  <a:lnTo>
                    <a:pt x="2983" y="633"/>
                  </a:lnTo>
                  <a:lnTo>
                    <a:pt x="3003" y="652"/>
                  </a:lnTo>
                  <a:lnTo>
                    <a:pt x="2964" y="672"/>
                  </a:lnTo>
                  <a:lnTo>
                    <a:pt x="2944" y="672"/>
                  </a:lnTo>
                  <a:lnTo>
                    <a:pt x="2904" y="652"/>
                  </a:lnTo>
                  <a:lnTo>
                    <a:pt x="2865" y="613"/>
                  </a:lnTo>
                  <a:lnTo>
                    <a:pt x="2845" y="593"/>
                  </a:lnTo>
                  <a:lnTo>
                    <a:pt x="2806" y="613"/>
                  </a:lnTo>
                  <a:lnTo>
                    <a:pt x="2825" y="731"/>
                  </a:lnTo>
                  <a:lnTo>
                    <a:pt x="2766" y="731"/>
                  </a:lnTo>
                  <a:lnTo>
                    <a:pt x="2727" y="771"/>
                  </a:lnTo>
                  <a:lnTo>
                    <a:pt x="2707" y="830"/>
                  </a:lnTo>
                  <a:lnTo>
                    <a:pt x="2707" y="949"/>
                  </a:lnTo>
                  <a:lnTo>
                    <a:pt x="2707" y="1067"/>
                  </a:lnTo>
                  <a:lnTo>
                    <a:pt x="2707" y="1126"/>
                  </a:lnTo>
                  <a:lnTo>
                    <a:pt x="2687" y="1186"/>
                  </a:lnTo>
                  <a:lnTo>
                    <a:pt x="2648" y="1146"/>
                  </a:lnTo>
                  <a:lnTo>
                    <a:pt x="2628" y="1087"/>
                  </a:lnTo>
                  <a:lnTo>
                    <a:pt x="2628" y="1028"/>
                  </a:lnTo>
                  <a:lnTo>
                    <a:pt x="2628" y="988"/>
                  </a:lnTo>
                  <a:lnTo>
                    <a:pt x="2608" y="988"/>
                  </a:lnTo>
                  <a:lnTo>
                    <a:pt x="2588" y="1008"/>
                  </a:lnTo>
                  <a:lnTo>
                    <a:pt x="2569" y="1067"/>
                  </a:lnTo>
                  <a:lnTo>
                    <a:pt x="2569" y="1107"/>
                  </a:lnTo>
                  <a:lnTo>
                    <a:pt x="2549" y="1126"/>
                  </a:lnTo>
                  <a:lnTo>
                    <a:pt x="2529" y="1146"/>
                  </a:lnTo>
                  <a:lnTo>
                    <a:pt x="2509" y="1205"/>
                  </a:lnTo>
                  <a:lnTo>
                    <a:pt x="2529" y="1245"/>
                  </a:lnTo>
                  <a:lnTo>
                    <a:pt x="2549" y="1284"/>
                  </a:lnTo>
                  <a:lnTo>
                    <a:pt x="2588" y="1304"/>
                  </a:lnTo>
                  <a:lnTo>
                    <a:pt x="2588" y="1344"/>
                  </a:lnTo>
                  <a:lnTo>
                    <a:pt x="2549" y="1344"/>
                  </a:lnTo>
                  <a:lnTo>
                    <a:pt x="2509" y="1324"/>
                  </a:lnTo>
                  <a:lnTo>
                    <a:pt x="2529" y="1383"/>
                  </a:lnTo>
                  <a:lnTo>
                    <a:pt x="2529" y="1442"/>
                  </a:lnTo>
                  <a:lnTo>
                    <a:pt x="2509" y="1541"/>
                  </a:lnTo>
                  <a:lnTo>
                    <a:pt x="2450" y="1521"/>
                  </a:lnTo>
                  <a:lnTo>
                    <a:pt x="2470" y="1640"/>
                  </a:lnTo>
                  <a:lnTo>
                    <a:pt x="2509" y="1640"/>
                  </a:lnTo>
                  <a:lnTo>
                    <a:pt x="2569" y="1680"/>
                  </a:lnTo>
                  <a:lnTo>
                    <a:pt x="2549" y="1699"/>
                  </a:lnTo>
                  <a:lnTo>
                    <a:pt x="2608" y="1680"/>
                  </a:lnTo>
                  <a:lnTo>
                    <a:pt x="2628" y="1660"/>
                  </a:lnTo>
                  <a:lnTo>
                    <a:pt x="2628" y="1561"/>
                  </a:lnTo>
                  <a:lnTo>
                    <a:pt x="2648" y="1521"/>
                  </a:lnTo>
                  <a:lnTo>
                    <a:pt x="2648" y="1482"/>
                  </a:lnTo>
                  <a:lnTo>
                    <a:pt x="2687" y="1442"/>
                  </a:lnTo>
                  <a:lnTo>
                    <a:pt x="2746" y="1442"/>
                  </a:lnTo>
                  <a:lnTo>
                    <a:pt x="2766" y="1462"/>
                  </a:lnTo>
                  <a:lnTo>
                    <a:pt x="2786" y="1462"/>
                  </a:lnTo>
                  <a:lnTo>
                    <a:pt x="2806" y="1482"/>
                  </a:lnTo>
                  <a:lnTo>
                    <a:pt x="2786" y="1502"/>
                  </a:lnTo>
                  <a:lnTo>
                    <a:pt x="2746" y="1502"/>
                  </a:lnTo>
                  <a:lnTo>
                    <a:pt x="2806" y="1541"/>
                  </a:lnTo>
                  <a:lnTo>
                    <a:pt x="2825" y="1561"/>
                  </a:lnTo>
                  <a:lnTo>
                    <a:pt x="2825" y="1541"/>
                  </a:lnTo>
                  <a:lnTo>
                    <a:pt x="2865" y="1561"/>
                  </a:lnTo>
                  <a:lnTo>
                    <a:pt x="2885" y="1581"/>
                  </a:lnTo>
                  <a:lnTo>
                    <a:pt x="2904" y="1640"/>
                  </a:lnTo>
                  <a:lnTo>
                    <a:pt x="2885" y="1699"/>
                  </a:lnTo>
                  <a:lnTo>
                    <a:pt x="2885" y="1759"/>
                  </a:lnTo>
                  <a:lnTo>
                    <a:pt x="2825" y="1759"/>
                  </a:lnTo>
                  <a:lnTo>
                    <a:pt x="2806" y="1719"/>
                  </a:lnTo>
                  <a:lnTo>
                    <a:pt x="2786" y="1660"/>
                  </a:lnTo>
                  <a:lnTo>
                    <a:pt x="2766" y="1600"/>
                  </a:lnTo>
                  <a:lnTo>
                    <a:pt x="2766" y="1660"/>
                  </a:lnTo>
                  <a:lnTo>
                    <a:pt x="2766" y="1680"/>
                  </a:lnTo>
                  <a:lnTo>
                    <a:pt x="2746" y="1699"/>
                  </a:lnTo>
                  <a:lnTo>
                    <a:pt x="2667" y="1660"/>
                  </a:lnTo>
                  <a:lnTo>
                    <a:pt x="2687" y="1719"/>
                  </a:lnTo>
                  <a:lnTo>
                    <a:pt x="2707" y="1739"/>
                  </a:lnTo>
                  <a:lnTo>
                    <a:pt x="2746" y="1739"/>
                  </a:lnTo>
                  <a:lnTo>
                    <a:pt x="2806" y="1778"/>
                  </a:lnTo>
                  <a:lnTo>
                    <a:pt x="2825" y="1798"/>
                  </a:lnTo>
                  <a:lnTo>
                    <a:pt x="2845" y="1818"/>
                  </a:lnTo>
                  <a:lnTo>
                    <a:pt x="2825" y="1838"/>
                  </a:lnTo>
                  <a:lnTo>
                    <a:pt x="2786" y="1857"/>
                  </a:lnTo>
                  <a:lnTo>
                    <a:pt x="2746" y="1877"/>
                  </a:lnTo>
                  <a:lnTo>
                    <a:pt x="2746" y="1838"/>
                  </a:lnTo>
                  <a:lnTo>
                    <a:pt x="2727" y="1897"/>
                  </a:lnTo>
                  <a:lnTo>
                    <a:pt x="2727" y="1936"/>
                  </a:lnTo>
                  <a:lnTo>
                    <a:pt x="2727" y="1976"/>
                  </a:lnTo>
                  <a:lnTo>
                    <a:pt x="2727" y="2015"/>
                  </a:lnTo>
                  <a:lnTo>
                    <a:pt x="2667" y="2015"/>
                  </a:lnTo>
                  <a:lnTo>
                    <a:pt x="2687" y="1976"/>
                  </a:lnTo>
                  <a:lnTo>
                    <a:pt x="2667" y="1936"/>
                  </a:lnTo>
                  <a:lnTo>
                    <a:pt x="2628" y="1877"/>
                  </a:lnTo>
                  <a:lnTo>
                    <a:pt x="2628" y="1857"/>
                  </a:lnTo>
                  <a:lnTo>
                    <a:pt x="2549" y="1857"/>
                  </a:lnTo>
                  <a:lnTo>
                    <a:pt x="2529" y="1838"/>
                  </a:lnTo>
                  <a:lnTo>
                    <a:pt x="2490" y="1818"/>
                  </a:lnTo>
                  <a:lnTo>
                    <a:pt x="2411" y="1680"/>
                  </a:lnTo>
                  <a:lnTo>
                    <a:pt x="2411" y="1719"/>
                  </a:lnTo>
                  <a:lnTo>
                    <a:pt x="2391" y="1739"/>
                  </a:lnTo>
                  <a:lnTo>
                    <a:pt x="2371" y="1778"/>
                  </a:lnTo>
                  <a:lnTo>
                    <a:pt x="2332" y="1778"/>
                  </a:lnTo>
                  <a:lnTo>
                    <a:pt x="2351" y="1818"/>
                  </a:lnTo>
                  <a:lnTo>
                    <a:pt x="2332" y="1857"/>
                  </a:lnTo>
                  <a:lnTo>
                    <a:pt x="2312" y="1917"/>
                  </a:lnTo>
                  <a:lnTo>
                    <a:pt x="2272" y="1976"/>
                  </a:lnTo>
                  <a:lnTo>
                    <a:pt x="2292" y="2015"/>
                  </a:lnTo>
                  <a:lnTo>
                    <a:pt x="2312" y="2055"/>
                  </a:lnTo>
                  <a:lnTo>
                    <a:pt x="2292" y="2055"/>
                  </a:lnTo>
                  <a:lnTo>
                    <a:pt x="2272" y="2035"/>
                  </a:lnTo>
                  <a:lnTo>
                    <a:pt x="2253" y="2015"/>
                  </a:lnTo>
                  <a:lnTo>
                    <a:pt x="2253" y="2035"/>
                  </a:lnTo>
                  <a:lnTo>
                    <a:pt x="2193" y="2154"/>
                  </a:lnTo>
                  <a:lnTo>
                    <a:pt x="2193" y="2233"/>
                  </a:lnTo>
                  <a:lnTo>
                    <a:pt x="2193" y="2312"/>
                  </a:lnTo>
                  <a:lnTo>
                    <a:pt x="2174" y="2331"/>
                  </a:lnTo>
                  <a:lnTo>
                    <a:pt x="2154" y="2331"/>
                  </a:lnTo>
                  <a:lnTo>
                    <a:pt x="2095" y="2312"/>
                  </a:lnTo>
                  <a:lnTo>
                    <a:pt x="2055" y="2391"/>
                  </a:lnTo>
                  <a:lnTo>
                    <a:pt x="2035" y="2450"/>
                  </a:lnTo>
                  <a:lnTo>
                    <a:pt x="2035" y="2588"/>
                  </a:lnTo>
                  <a:lnTo>
                    <a:pt x="2035" y="2726"/>
                  </a:lnTo>
                  <a:lnTo>
                    <a:pt x="2016" y="2805"/>
                  </a:lnTo>
                  <a:lnTo>
                    <a:pt x="1976" y="2884"/>
                  </a:lnTo>
                  <a:lnTo>
                    <a:pt x="1956" y="2825"/>
                  </a:lnTo>
                  <a:lnTo>
                    <a:pt x="1917" y="2884"/>
                  </a:lnTo>
                  <a:lnTo>
                    <a:pt x="1917" y="2924"/>
                  </a:lnTo>
                  <a:lnTo>
                    <a:pt x="1937" y="2944"/>
                  </a:lnTo>
                  <a:lnTo>
                    <a:pt x="1877" y="2963"/>
                  </a:lnTo>
                  <a:lnTo>
                    <a:pt x="1858" y="2983"/>
                  </a:lnTo>
                  <a:lnTo>
                    <a:pt x="1858" y="3062"/>
                  </a:lnTo>
                  <a:lnTo>
                    <a:pt x="1838" y="3121"/>
                  </a:lnTo>
                  <a:lnTo>
                    <a:pt x="1838" y="3161"/>
                  </a:lnTo>
                  <a:lnTo>
                    <a:pt x="1798" y="3181"/>
                  </a:lnTo>
                  <a:lnTo>
                    <a:pt x="1759" y="3200"/>
                  </a:lnTo>
                  <a:lnTo>
                    <a:pt x="1739" y="3240"/>
                  </a:lnTo>
                  <a:lnTo>
                    <a:pt x="1719" y="3260"/>
                  </a:lnTo>
                  <a:lnTo>
                    <a:pt x="1739" y="3319"/>
                  </a:lnTo>
                  <a:lnTo>
                    <a:pt x="1778" y="3378"/>
                  </a:lnTo>
                  <a:lnTo>
                    <a:pt x="1798" y="3437"/>
                  </a:lnTo>
                  <a:lnTo>
                    <a:pt x="1739" y="3398"/>
                  </a:lnTo>
                  <a:lnTo>
                    <a:pt x="1680" y="3398"/>
                  </a:lnTo>
                  <a:lnTo>
                    <a:pt x="1620" y="3615"/>
                  </a:lnTo>
                  <a:lnTo>
                    <a:pt x="1581" y="3813"/>
                  </a:lnTo>
                  <a:lnTo>
                    <a:pt x="1443" y="4208"/>
                  </a:lnTo>
                  <a:lnTo>
                    <a:pt x="1423" y="4188"/>
                  </a:lnTo>
                  <a:lnTo>
                    <a:pt x="1403" y="4247"/>
                  </a:lnTo>
                  <a:lnTo>
                    <a:pt x="1383" y="4326"/>
                  </a:lnTo>
                  <a:lnTo>
                    <a:pt x="1364" y="4465"/>
                  </a:lnTo>
                  <a:lnTo>
                    <a:pt x="1344" y="4623"/>
                  </a:lnTo>
                  <a:lnTo>
                    <a:pt x="1324" y="4682"/>
                  </a:lnTo>
                  <a:lnTo>
                    <a:pt x="1285" y="4741"/>
                  </a:lnTo>
                  <a:lnTo>
                    <a:pt x="1304" y="4820"/>
                  </a:lnTo>
                  <a:lnTo>
                    <a:pt x="1324" y="4860"/>
                  </a:lnTo>
                  <a:lnTo>
                    <a:pt x="1423" y="4860"/>
                  </a:lnTo>
                  <a:lnTo>
                    <a:pt x="1502" y="4879"/>
                  </a:lnTo>
                  <a:lnTo>
                    <a:pt x="1502" y="4919"/>
                  </a:lnTo>
                  <a:lnTo>
                    <a:pt x="1482" y="4958"/>
                  </a:lnTo>
                  <a:lnTo>
                    <a:pt x="1383" y="4958"/>
                  </a:lnTo>
                  <a:lnTo>
                    <a:pt x="1364" y="4978"/>
                  </a:lnTo>
                  <a:lnTo>
                    <a:pt x="1364" y="4998"/>
                  </a:lnTo>
                  <a:lnTo>
                    <a:pt x="1304" y="4978"/>
                  </a:lnTo>
                  <a:lnTo>
                    <a:pt x="1265" y="4939"/>
                  </a:lnTo>
                  <a:lnTo>
                    <a:pt x="1245" y="4899"/>
                  </a:lnTo>
                  <a:lnTo>
                    <a:pt x="1206" y="4879"/>
                  </a:lnTo>
                  <a:lnTo>
                    <a:pt x="1225" y="5037"/>
                  </a:lnTo>
                  <a:lnTo>
                    <a:pt x="1186" y="5077"/>
                  </a:lnTo>
                  <a:lnTo>
                    <a:pt x="1166" y="5136"/>
                  </a:lnTo>
                  <a:lnTo>
                    <a:pt x="1146" y="5195"/>
                  </a:lnTo>
                  <a:lnTo>
                    <a:pt x="1107" y="5235"/>
                  </a:lnTo>
                  <a:lnTo>
                    <a:pt x="1107" y="5215"/>
                  </a:lnTo>
                  <a:lnTo>
                    <a:pt x="1087" y="5195"/>
                  </a:lnTo>
                  <a:lnTo>
                    <a:pt x="1067" y="5176"/>
                  </a:lnTo>
                  <a:lnTo>
                    <a:pt x="1087" y="5156"/>
                  </a:lnTo>
                  <a:lnTo>
                    <a:pt x="1107" y="5176"/>
                  </a:lnTo>
                  <a:lnTo>
                    <a:pt x="1127" y="5116"/>
                  </a:lnTo>
                  <a:lnTo>
                    <a:pt x="1127" y="5097"/>
                  </a:lnTo>
                  <a:lnTo>
                    <a:pt x="1107" y="5057"/>
                  </a:lnTo>
                  <a:lnTo>
                    <a:pt x="1087" y="5018"/>
                  </a:lnTo>
                  <a:lnTo>
                    <a:pt x="1067" y="5156"/>
                  </a:lnTo>
                  <a:lnTo>
                    <a:pt x="1048" y="5235"/>
                  </a:lnTo>
                  <a:lnTo>
                    <a:pt x="1008" y="5274"/>
                  </a:lnTo>
                  <a:lnTo>
                    <a:pt x="1048" y="5294"/>
                  </a:lnTo>
                  <a:lnTo>
                    <a:pt x="1048" y="5334"/>
                  </a:lnTo>
                  <a:lnTo>
                    <a:pt x="1048" y="5373"/>
                  </a:lnTo>
                  <a:lnTo>
                    <a:pt x="1067" y="5393"/>
                  </a:lnTo>
                  <a:lnTo>
                    <a:pt x="1048" y="5393"/>
                  </a:lnTo>
                  <a:lnTo>
                    <a:pt x="1067" y="5413"/>
                  </a:lnTo>
                  <a:lnTo>
                    <a:pt x="1087" y="5452"/>
                  </a:lnTo>
                  <a:lnTo>
                    <a:pt x="1087" y="5492"/>
                  </a:lnTo>
                  <a:lnTo>
                    <a:pt x="988" y="5472"/>
                  </a:lnTo>
                  <a:lnTo>
                    <a:pt x="988" y="5492"/>
                  </a:lnTo>
                  <a:lnTo>
                    <a:pt x="1028" y="5492"/>
                  </a:lnTo>
                  <a:lnTo>
                    <a:pt x="1048" y="5511"/>
                  </a:lnTo>
                  <a:lnTo>
                    <a:pt x="1028" y="5571"/>
                  </a:lnTo>
                  <a:lnTo>
                    <a:pt x="1008" y="5650"/>
                  </a:lnTo>
                  <a:lnTo>
                    <a:pt x="949" y="5709"/>
                  </a:lnTo>
                  <a:lnTo>
                    <a:pt x="909" y="5729"/>
                  </a:lnTo>
                  <a:lnTo>
                    <a:pt x="870" y="5729"/>
                  </a:lnTo>
                  <a:lnTo>
                    <a:pt x="870" y="5768"/>
                  </a:lnTo>
                  <a:lnTo>
                    <a:pt x="890" y="5808"/>
                  </a:lnTo>
                  <a:lnTo>
                    <a:pt x="890" y="5827"/>
                  </a:lnTo>
                  <a:lnTo>
                    <a:pt x="870" y="5867"/>
                  </a:lnTo>
                  <a:lnTo>
                    <a:pt x="830" y="5827"/>
                  </a:lnTo>
                  <a:lnTo>
                    <a:pt x="751" y="6025"/>
                  </a:lnTo>
                  <a:lnTo>
                    <a:pt x="692" y="6143"/>
                  </a:lnTo>
                  <a:lnTo>
                    <a:pt x="633" y="6222"/>
                  </a:lnTo>
                  <a:lnTo>
                    <a:pt x="613" y="6361"/>
                  </a:lnTo>
                  <a:lnTo>
                    <a:pt x="613" y="6440"/>
                  </a:lnTo>
                  <a:lnTo>
                    <a:pt x="633" y="6499"/>
                  </a:lnTo>
                  <a:lnTo>
                    <a:pt x="653" y="6479"/>
                  </a:lnTo>
                  <a:lnTo>
                    <a:pt x="672" y="6460"/>
                  </a:lnTo>
                  <a:lnTo>
                    <a:pt x="692" y="6440"/>
                  </a:lnTo>
                  <a:lnTo>
                    <a:pt x="732" y="6479"/>
                  </a:lnTo>
                  <a:lnTo>
                    <a:pt x="751" y="6519"/>
                  </a:lnTo>
                  <a:lnTo>
                    <a:pt x="751" y="6539"/>
                  </a:lnTo>
                  <a:lnTo>
                    <a:pt x="732" y="6598"/>
                  </a:lnTo>
                  <a:lnTo>
                    <a:pt x="692" y="6598"/>
                  </a:lnTo>
                  <a:lnTo>
                    <a:pt x="672" y="6618"/>
                  </a:lnTo>
                  <a:lnTo>
                    <a:pt x="653" y="6637"/>
                  </a:lnTo>
                  <a:lnTo>
                    <a:pt x="633" y="6598"/>
                  </a:lnTo>
                  <a:lnTo>
                    <a:pt x="593" y="6598"/>
                  </a:lnTo>
                  <a:lnTo>
                    <a:pt x="574" y="6618"/>
                  </a:lnTo>
                  <a:lnTo>
                    <a:pt x="554" y="6677"/>
                  </a:lnTo>
                  <a:lnTo>
                    <a:pt x="534" y="6716"/>
                  </a:lnTo>
                  <a:lnTo>
                    <a:pt x="514" y="6736"/>
                  </a:lnTo>
                  <a:lnTo>
                    <a:pt x="475" y="6736"/>
                  </a:lnTo>
                  <a:lnTo>
                    <a:pt x="495" y="6776"/>
                  </a:lnTo>
                  <a:lnTo>
                    <a:pt x="475" y="6815"/>
                  </a:lnTo>
                  <a:lnTo>
                    <a:pt x="475" y="6874"/>
                  </a:lnTo>
                  <a:lnTo>
                    <a:pt x="495" y="6934"/>
                  </a:lnTo>
                  <a:lnTo>
                    <a:pt x="455" y="6914"/>
                  </a:lnTo>
                  <a:lnTo>
                    <a:pt x="455" y="6894"/>
                  </a:lnTo>
                  <a:lnTo>
                    <a:pt x="455" y="6874"/>
                  </a:lnTo>
                  <a:lnTo>
                    <a:pt x="435" y="6855"/>
                  </a:lnTo>
                  <a:lnTo>
                    <a:pt x="435" y="6914"/>
                  </a:lnTo>
                  <a:lnTo>
                    <a:pt x="396" y="6894"/>
                  </a:lnTo>
                  <a:lnTo>
                    <a:pt x="376" y="6934"/>
                  </a:lnTo>
                  <a:lnTo>
                    <a:pt x="376" y="6953"/>
                  </a:lnTo>
                  <a:lnTo>
                    <a:pt x="416" y="7013"/>
                  </a:lnTo>
                  <a:lnTo>
                    <a:pt x="435" y="7072"/>
                  </a:lnTo>
                  <a:lnTo>
                    <a:pt x="455" y="7131"/>
                  </a:lnTo>
                  <a:lnTo>
                    <a:pt x="455" y="7171"/>
                  </a:lnTo>
                  <a:lnTo>
                    <a:pt x="376" y="7092"/>
                  </a:lnTo>
                  <a:lnTo>
                    <a:pt x="376" y="7131"/>
                  </a:lnTo>
                  <a:lnTo>
                    <a:pt x="396" y="7190"/>
                  </a:lnTo>
                  <a:lnTo>
                    <a:pt x="416" y="7250"/>
                  </a:lnTo>
                  <a:lnTo>
                    <a:pt x="416" y="7289"/>
                  </a:lnTo>
                  <a:lnTo>
                    <a:pt x="396" y="7289"/>
                  </a:lnTo>
                  <a:lnTo>
                    <a:pt x="396" y="7348"/>
                  </a:lnTo>
                  <a:lnTo>
                    <a:pt x="376" y="7329"/>
                  </a:lnTo>
                  <a:lnTo>
                    <a:pt x="416" y="7388"/>
                  </a:lnTo>
                  <a:lnTo>
                    <a:pt x="416" y="7447"/>
                  </a:lnTo>
                  <a:lnTo>
                    <a:pt x="416" y="7506"/>
                  </a:lnTo>
                  <a:lnTo>
                    <a:pt x="435" y="7546"/>
                  </a:lnTo>
                  <a:lnTo>
                    <a:pt x="356" y="7566"/>
                  </a:lnTo>
                  <a:lnTo>
                    <a:pt x="337" y="7585"/>
                  </a:lnTo>
                  <a:lnTo>
                    <a:pt x="356" y="7625"/>
                  </a:lnTo>
                  <a:lnTo>
                    <a:pt x="258" y="7585"/>
                  </a:lnTo>
                  <a:lnTo>
                    <a:pt x="277" y="7526"/>
                  </a:lnTo>
                  <a:lnTo>
                    <a:pt x="297" y="7526"/>
                  </a:lnTo>
                  <a:lnTo>
                    <a:pt x="337" y="7506"/>
                  </a:lnTo>
                  <a:lnTo>
                    <a:pt x="337" y="7447"/>
                  </a:lnTo>
                  <a:lnTo>
                    <a:pt x="277" y="7467"/>
                  </a:lnTo>
                  <a:lnTo>
                    <a:pt x="238" y="7506"/>
                  </a:lnTo>
                  <a:lnTo>
                    <a:pt x="159" y="7605"/>
                  </a:lnTo>
                  <a:lnTo>
                    <a:pt x="100" y="7724"/>
                  </a:lnTo>
                  <a:lnTo>
                    <a:pt x="60" y="7842"/>
                  </a:lnTo>
                  <a:lnTo>
                    <a:pt x="60" y="7901"/>
                  </a:lnTo>
                  <a:lnTo>
                    <a:pt x="40" y="7980"/>
                  </a:lnTo>
                  <a:lnTo>
                    <a:pt x="1" y="8040"/>
                  </a:lnTo>
                  <a:lnTo>
                    <a:pt x="1" y="8119"/>
                  </a:lnTo>
                  <a:lnTo>
                    <a:pt x="1265" y="8790"/>
                  </a:lnTo>
                  <a:lnTo>
                    <a:pt x="1383" y="8652"/>
                  </a:lnTo>
                  <a:lnTo>
                    <a:pt x="1423" y="8593"/>
                  </a:lnTo>
                  <a:lnTo>
                    <a:pt x="1423" y="8514"/>
                  </a:lnTo>
                  <a:lnTo>
                    <a:pt x="1304" y="8533"/>
                  </a:lnTo>
                  <a:lnTo>
                    <a:pt x="1383" y="8593"/>
                  </a:lnTo>
                  <a:lnTo>
                    <a:pt x="1324" y="8593"/>
                  </a:lnTo>
                  <a:lnTo>
                    <a:pt x="1265" y="8553"/>
                  </a:lnTo>
                  <a:lnTo>
                    <a:pt x="1166" y="8454"/>
                  </a:lnTo>
                  <a:lnTo>
                    <a:pt x="1186" y="8454"/>
                  </a:lnTo>
                  <a:lnTo>
                    <a:pt x="1206" y="8415"/>
                  </a:lnTo>
                  <a:lnTo>
                    <a:pt x="1245" y="8415"/>
                  </a:lnTo>
                  <a:lnTo>
                    <a:pt x="1245" y="8336"/>
                  </a:lnTo>
                  <a:lnTo>
                    <a:pt x="1206" y="8336"/>
                  </a:lnTo>
                  <a:lnTo>
                    <a:pt x="1206" y="8356"/>
                  </a:lnTo>
                  <a:lnTo>
                    <a:pt x="1186" y="8356"/>
                  </a:lnTo>
                  <a:lnTo>
                    <a:pt x="1166" y="8336"/>
                  </a:lnTo>
                  <a:lnTo>
                    <a:pt x="1225" y="8277"/>
                  </a:lnTo>
                  <a:lnTo>
                    <a:pt x="1265" y="8277"/>
                  </a:lnTo>
                  <a:lnTo>
                    <a:pt x="1285" y="8316"/>
                  </a:lnTo>
                  <a:lnTo>
                    <a:pt x="1285" y="8277"/>
                  </a:lnTo>
                  <a:lnTo>
                    <a:pt x="1285" y="8237"/>
                  </a:lnTo>
                  <a:lnTo>
                    <a:pt x="1285" y="8198"/>
                  </a:lnTo>
                  <a:lnTo>
                    <a:pt x="1245" y="8198"/>
                  </a:lnTo>
                  <a:lnTo>
                    <a:pt x="1265" y="8178"/>
                  </a:lnTo>
                  <a:lnTo>
                    <a:pt x="1304" y="8198"/>
                  </a:lnTo>
                  <a:lnTo>
                    <a:pt x="1364" y="8277"/>
                  </a:lnTo>
                  <a:lnTo>
                    <a:pt x="1403" y="8257"/>
                  </a:lnTo>
                  <a:lnTo>
                    <a:pt x="1423" y="8257"/>
                  </a:lnTo>
                  <a:lnTo>
                    <a:pt x="1482" y="8296"/>
                  </a:lnTo>
                  <a:lnTo>
                    <a:pt x="1502" y="8217"/>
                  </a:lnTo>
                  <a:lnTo>
                    <a:pt x="1541" y="8237"/>
                  </a:lnTo>
                  <a:lnTo>
                    <a:pt x="1561" y="8277"/>
                  </a:lnTo>
                  <a:lnTo>
                    <a:pt x="1581" y="8237"/>
                  </a:lnTo>
                  <a:lnTo>
                    <a:pt x="1581" y="8198"/>
                  </a:lnTo>
                  <a:lnTo>
                    <a:pt x="1581" y="8178"/>
                  </a:lnTo>
                  <a:lnTo>
                    <a:pt x="1620" y="8158"/>
                  </a:lnTo>
                  <a:lnTo>
                    <a:pt x="1561" y="8099"/>
                  </a:lnTo>
                  <a:lnTo>
                    <a:pt x="1680" y="8000"/>
                  </a:lnTo>
                  <a:lnTo>
                    <a:pt x="1739" y="7882"/>
                  </a:lnTo>
                  <a:lnTo>
                    <a:pt x="1680" y="7882"/>
                  </a:lnTo>
                  <a:lnTo>
                    <a:pt x="1660" y="7842"/>
                  </a:lnTo>
                  <a:lnTo>
                    <a:pt x="1680" y="7822"/>
                  </a:lnTo>
                  <a:lnTo>
                    <a:pt x="1719" y="7803"/>
                  </a:lnTo>
                  <a:lnTo>
                    <a:pt x="1778" y="7763"/>
                  </a:lnTo>
                  <a:lnTo>
                    <a:pt x="1798" y="7743"/>
                  </a:lnTo>
                  <a:lnTo>
                    <a:pt x="1798" y="7704"/>
                  </a:lnTo>
                  <a:lnTo>
                    <a:pt x="1798" y="7645"/>
                  </a:lnTo>
                  <a:lnTo>
                    <a:pt x="1798" y="7585"/>
                  </a:lnTo>
                  <a:lnTo>
                    <a:pt x="1759" y="7546"/>
                  </a:lnTo>
                  <a:lnTo>
                    <a:pt x="1719" y="7526"/>
                  </a:lnTo>
                  <a:lnTo>
                    <a:pt x="1719" y="7506"/>
                  </a:lnTo>
                  <a:lnTo>
                    <a:pt x="1739" y="7487"/>
                  </a:lnTo>
                  <a:lnTo>
                    <a:pt x="1798" y="7487"/>
                  </a:lnTo>
                  <a:lnTo>
                    <a:pt x="1739" y="7368"/>
                  </a:lnTo>
                  <a:lnTo>
                    <a:pt x="1739" y="7329"/>
                  </a:lnTo>
                  <a:lnTo>
                    <a:pt x="1759" y="7309"/>
                  </a:lnTo>
                  <a:lnTo>
                    <a:pt x="1778" y="7289"/>
                  </a:lnTo>
                  <a:lnTo>
                    <a:pt x="1798" y="7408"/>
                  </a:lnTo>
                  <a:lnTo>
                    <a:pt x="1838" y="7408"/>
                  </a:lnTo>
                  <a:lnTo>
                    <a:pt x="1858" y="7368"/>
                  </a:lnTo>
                  <a:lnTo>
                    <a:pt x="1877" y="7309"/>
                  </a:lnTo>
                  <a:lnTo>
                    <a:pt x="1917" y="7269"/>
                  </a:lnTo>
                  <a:lnTo>
                    <a:pt x="1858" y="7131"/>
                  </a:lnTo>
                  <a:lnTo>
                    <a:pt x="1798" y="6953"/>
                  </a:lnTo>
                  <a:lnTo>
                    <a:pt x="1739" y="6934"/>
                  </a:lnTo>
                  <a:lnTo>
                    <a:pt x="1680" y="6914"/>
                  </a:lnTo>
                  <a:lnTo>
                    <a:pt x="1620" y="6874"/>
                  </a:lnTo>
                  <a:lnTo>
                    <a:pt x="1581" y="6815"/>
                  </a:lnTo>
                  <a:lnTo>
                    <a:pt x="1620" y="6815"/>
                  </a:lnTo>
                  <a:lnTo>
                    <a:pt x="1640" y="6795"/>
                  </a:lnTo>
                  <a:lnTo>
                    <a:pt x="1680" y="6756"/>
                  </a:lnTo>
                  <a:lnTo>
                    <a:pt x="1719" y="6716"/>
                  </a:lnTo>
                  <a:lnTo>
                    <a:pt x="1759" y="6736"/>
                  </a:lnTo>
                  <a:lnTo>
                    <a:pt x="1818" y="6716"/>
                  </a:lnTo>
                  <a:lnTo>
                    <a:pt x="1858" y="6736"/>
                  </a:lnTo>
                  <a:lnTo>
                    <a:pt x="1858" y="6776"/>
                  </a:lnTo>
                  <a:lnTo>
                    <a:pt x="1798" y="6776"/>
                  </a:lnTo>
                  <a:lnTo>
                    <a:pt x="1759" y="6795"/>
                  </a:lnTo>
                  <a:lnTo>
                    <a:pt x="1759" y="6815"/>
                  </a:lnTo>
                  <a:lnTo>
                    <a:pt x="1858" y="6795"/>
                  </a:lnTo>
                  <a:lnTo>
                    <a:pt x="1976" y="6736"/>
                  </a:lnTo>
                  <a:lnTo>
                    <a:pt x="2016" y="6776"/>
                  </a:lnTo>
                  <a:lnTo>
                    <a:pt x="2016" y="6835"/>
                  </a:lnTo>
                  <a:lnTo>
                    <a:pt x="1976" y="6815"/>
                  </a:lnTo>
                  <a:lnTo>
                    <a:pt x="1956" y="6815"/>
                  </a:lnTo>
                  <a:lnTo>
                    <a:pt x="1956" y="6855"/>
                  </a:lnTo>
                  <a:lnTo>
                    <a:pt x="1976" y="6874"/>
                  </a:lnTo>
                  <a:lnTo>
                    <a:pt x="2035" y="6874"/>
                  </a:lnTo>
                  <a:lnTo>
                    <a:pt x="2095" y="6855"/>
                  </a:lnTo>
                  <a:lnTo>
                    <a:pt x="2134" y="6874"/>
                  </a:lnTo>
                  <a:lnTo>
                    <a:pt x="2134" y="6815"/>
                  </a:lnTo>
                  <a:lnTo>
                    <a:pt x="2134" y="6795"/>
                  </a:lnTo>
                  <a:lnTo>
                    <a:pt x="2114" y="6795"/>
                  </a:lnTo>
                  <a:lnTo>
                    <a:pt x="2154" y="6776"/>
                  </a:lnTo>
                  <a:lnTo>
                    <a:pt x="2174" y="6756"/>
                  </a:lnTo>
                  <a:lnTo>
                    <a:pt x="2174" y="6677"/>
                  </a:lnTo>
                  <a:lnTo>
                    <a:pt x="2174" y="6618"/>
                  </a:lnTo>
                  <a:lnTo>
                    <a:pt x="2193" y="6578"/>
                  </a:lnTo>
                  <a:lnTo>
                    <a:pt x="2233" y="6558"/>
                  </a:lnTo>
                  <a:lnTo>
                    <a:pt x="2174" y="6558"/>
                  </a:lnTo>
                  <a:lnTo>
                    <a:pt x="2154" y="6519"/>
                  </a:lnTo>
                  <a:lnTo>
                    <a:pt x="2174" y="6479"/>
                  </a:lnTo>
                  <a:lnTo>
                    <a:pt x="2193" y="6479"/>
                  </a:lnTo>
                  <a:lnTo>
                    <a:pt x="2253" y="6460"/>
                  </a:lnTo>
                  <a:lnTo>
                    <a:pt x="2253" y="6420"/>
                  </a:lnTo>
                  <a:lnTo>
                    <a:pt x="2233" y="6381"/>
                  </a:lnTo>
                  <a:lnTo>
                    <a:pt x="2253" y="6341"/>
                  </a:lnTo>
                  <a:lnTo>
                    <a:pt x="2253" y="6321"/>
                  </a:lnTo>
                  <a:lnTo>
                    <a:pt x="2233" y="6321"/>
                  </a:lnTo>
                  <a:lnTo>
                    <a:pt x="2174" y="6301"/>
                  </a:lnTo>
                  <a:lnTo>
                    <a:pt x="2114" y="6301"/>
                  </a:lnTo>
                  <a:lnTo>
                    <a:pt x="2095" y="6282"/>
                  </a:lnTo>
                  <a:lnTo>
                    <a:pt x="2095" y="6262"/>
                  </a:lnTo>
                  <a:lnTo>
                    <a:pt x="2055" y="6203"/>
                  </a:lnTo>
                  <a:lnTo>
                    <a:pt x="2075" y="6163"/>
                  </a:lnTo>
                  <a:lnTo>
                    <a:pt x="2095" y="6143"/>
                  </a:lnTo>
                  <a:lnTo>
                    <a:pt x="2114" y="6104"/>
                  </a:lnTo>
                  <a:lnTo>
                    <a:pt x="2154" y="6104"/>
                  </a:lnTo>
                  <a:lnTo>
                    <a:pt x="2154" y="6124"/>
                  </a:lnTo>
                  <a:lnTo>
                    <a:pt x="2134" y="6163"/>
                  </a:lnTo>
                  <a:lnTo>
                    <a:pt x="2154" y="6203"/>
                  </a:lnTo>
                  <a:lnTo>
                    <a:pt x="2174" y="6025"/>
                  </a:lnTo>
                  <a:lnTo>
                    <a:pt x="2213" y="6025"/>
                  </a:lnTo>
                  <a:lnTo>
                    <a:pt x="2233" y="6045"/>
                  </a:lnTo>
                  <a:lnTo>
                    <a:pt x="2233" y="6084"/>
                  </a:lnTo>
                  <a:lnTo>
                    <a:pt x="2213" y="6124"/>
                  </a:lnTo>
                  <a:lnTo>
                    <a:pt x="2253" y="6084"/>
                  </a:lnTo>
                  <a:lnTo>
                    <a:pt x="2272" y="6025"/>
                  </a:lnTo>
                  <a:lnTo>
                    <a:pt x="2253" y="5985"/>
                  </a:lnTo>
                  <a:lnTo>
                    <a:pt x="2213" y="5926"/>
                  </a:lnTo>
                  <a:lnTo>
                    <a:pt x="2253" y="5887"/>
                  </a:lnTo>
                  <a:lnTo>
                    <a:pt x="2292" y="5847"/>
                  </a:lnTo>
                  <a:lnTo>
                    <a:pt x="2312" y="5887"/>
                  </a:lnTo>
                  <a:lnTo>
                    <a:pt x="2371" y="5926"/>
                  </a:lnTo>
                  <a:lnTo>
                    <a:pt x="2411" y="5966"/>
                  </a:lnTo>
                  <a:lnTo>
                    <a:pt x="2430" y="6005"/>
                  </a:lnTo>
                  <a:lnTo>
                    <a:pt x="2411" y="6045"/>
                  </a:lnTo>
                  <a:lnTo>
                    <a:pt x="2391" y="6045"/>
                  </a:lnTo>
                  <a:lnTo>
                    <a:pt x="2371" y="6025"/>
                  </a:lnTo>
                  <a:lnTo>
                    <a:pt x="2332" y="6005"/>
                  </a:lnTo>
                  <a:lnTo>
                    <a:pt x="2312" y="6005"/>
                  </a:lnTo>
                  <a:lnTo>
                    <a:pt x="2292" y="6025"/>
                  </a:lnTo>
                  <a:lnTo>
                    <a:pt x="2371" y="6045"/>
                  </a:lnTo>
                  <a:lnTo>
                    <a:pt x="2351" y="6064"/>
                  </a:lnTo>
                  <a:lnTo>
                    <a:pt x="2332" y="6104"/>
                  </a:lnTo>
                  <a:lnTo>
                    <a:pt x="2351" y="6163"/>
                  </a:lnTo>
                  <a:lnTo>
                    <a:pt x="2312" y="6163"/>
                  </a:lnTo>
                  <a:lnTo>
                    <a:pt x="2312" y="6124"/>
                  </a:lnTo>
                  <a:lnTo>
                    <a:pt x="2272" y="6222"/>
                  </a:lnTo>
                  <a:lnTo>
                    <a:pt x="2272" y="6262"/>
                  </a:lnTo>
                  <a:lnTo>
                    <a:pt x="2292" y="6321"/>
                  </a:lnTo>
                  <a:lnTo>
                    <a:pt x="2332" y="6301"/>
                  </a:lnTo>
                  <a:lnTo>
                    <a:pt x="2351" y="6262"/>
                  </a:lnTo>
                  <a:lnTo>
                    <a:pt x="2371" y="6183"/>
                  </a:lnTo>
                  <a:lnTo>
                    <a:pt x="2411" y="6104"/>
                  </a:lnTo>
                  <a:lnTo>
                    <a:pt x="2430" y="6084"/>
                  </a:lnTo>
                  <a:lnTo>
                    <a:pt x="2470" y="6064"/>
                  </a:lnTo>
                  <a:lnTo>
                    <a:pt x="2430" y="5847"/>
                  </a:lnTo>
                  <a:lnTo>
                    <a:pt x="2332" y="5847"/>
                  </a:lnTo>
                  <a:lnTo>
                    <a:pt x="2292" y="5808"/>
                  </a:lnTo>
                  <a:lnTo>
                    <a:pt x="2351" y="5808"/>
                  </a:lnTo>
                  <a:lnTo>
                    <a:pt x="2411" y="5788"/>
                  </a:lnTo>
                  <a:lnTo>
                    <a:pt x="2450" y="5748"/>
                  </a:lnTo>
                  <a:lnTo>
                    <a:pt x="2490" y="5709"/>
                  </a:lnTo>
                  <a:lnTo>
                    <a:pt x="2470" y="5709"/>
                  </a:lnTo>
                  <a:lnTo>
                    <a:pt x="2450" y="5689"/>
                  </a:lnTo>
                  <a:lnTo>
                    <a:pt x="2430" y="5630"/>
                  </a:lnTo>
                  <a:lnTo>
                    <a:pt x="2411" y="5590"/>
                  </a:lnTo>
                  <a:lnTo>
                    <a:pt x="2391" y="5571"/>
                  </a:lnTo>
                  <a:lnTo>
                    <a:pt x="2371" y="5571"/>
                  </a:lnTo>
                  <a:lnTo>
                    <a:pt x="2371" y="5590"/>
                  </a:lnTo>
                  <a:lnTo>
                    <a:pt x="2351" y="5610"/>
                  </a:lnTo>
                  <a:lnTo>
                    <a:pt x="2312" y="5610"/>
                  </a:lnTo>
                  <a:lnTo>
                    <a:pt x="2312" y="5571"/>
                  </a:lnTo>
                  <a:lnTo>
                    <a:pt x="2272" y="5551"/>
                  </a:lnTo>
                  <a:lnTo>
                    <a:pt x="2253" y="5551"/>
                  </a:lnTo>
                  <a:lnTo>
                    <a:pt x="2233" y="5531"/>
                  </a:lnTo>
                  <a:lnTo>
                    <a:pt x="2272" y="5472"/>
                  </a:lnTo>
                  <a:lnTo>
                    <a:pt x="2312" y="5492"/>
                  </a:lnTo>
                  <a:lnTo>
                    <a:pt x="2332" y="5492"/>
                  </a:lnTo>
                  <a:lnTo>
                    <a:pt x="2371" y="5452"/>
                  </a:lnTo>
                  <a:lnTo>
                    <a:pt x="2450" y="5551"/>
                  </a:lnTo>
                  <a:lnTo>
                    <a:pt x="2430" y="5373"/>
                  </a:lnTo>
                  <a:lnTo>
                    <a:pt x="2430" y="5255"/>
                  </a:lnTo>
                  <a:lnTo>
                    <a:pt x="2450" y="5156"/>
                  </a:lnTo>
                  <a:lnTo>
                    <a:pt x="2470" y="5195"/>
                  </a:lnTo>
                  <a:lnTo>
                    <a:pt x="2509" y="5235"/>
                  </a:lnTo>
                  <a:lnTo>
                    <a:pt x="2529" y="5314"/>
                  </a:lnTo>
                  <a:lnTo>
                    <a:pt x="2529" y="5353"/>
                  </a:lnTo>
                  <a:lnTo>
                    <a:pt x="2549" y="5393"/>
                  </a:lnTo>
                  <a:lnTo>
                    <a:pt x="2588" y="5413"/>
                  </a:lnTo>
                  <a:lnTo>
                    <a:pt x="2628" y="5432"/>
                  </a:lnTo>
                  <a:lnTo>
                    <a:pt x="2628" y="5393"/>
                  </a:lnTo>
                  <a:lnTo>
                    <a:pt x="2608" y="5353"/>
                  </a:lnTo>
                  <a:lnTo>
                    <a:pt x="2588" y="5334"/>
                  </a:lnTo>
                  <a:lnTo>
                    <a:pt x="2608" y="5294"/>
                  </a:lnTo>
                  <a:lnTo>
                    <a:pt x="2628" y="5294"/>
                  </a:lnTo>
                  <a:lnTo>
                    <a:pt x="2648" y="5274"/>
                  </a:lnTo>
                  <a:lnTo>
                    <a:pt x="2687" y="5215"/>
                  </a:lnTo>
                  <a:lnTo>
                    <a:pt x="2687" y="5136"/>
                  </a:lnTo>
                  <a:lnTo>
                    <a:pt x="2707" y="5077"/>
                  </a:lnTo>
                  <a:lnTo>
                    <a:pt x="2648" y="5097"/>
                  </a:lnTo>
                  <a:lnTo>
                    <a:pt x="2648" y="5057"/>
                  </a:lnTo>
                  <a:lnTo>
                    <a:pt x="2648" y="5037"/>
                  </a:lnTo>
                  <a:lnTo>
                    <a:pt x="2687" y="4978"/>
                  </a:lnTo>
                  <a:lnTo>
                    <a:pt x="2707" y="4998"/>
                  </a:lnTo>
                  <a:lnTo>
                    <a:pt x="2707" y="4939"/>
                  </a:lnTo>
                  <a:lnTo>
                    <a:pt x="2707" y="4899"/>
                  </a:lnTo>
                  <a:lnTo>
                    <a:pt x="2727" y="4840"/>
                  </a:lnTo>
                  <a:lnTo>
                    <a:pt x="2766" y="4781"/>
                  </a:lnTo>
                  <a:lnTo>
                    <a:pt x="2766" y="4721"/>
                  </a:lnTo>
                  <a:lnTo>
                    <a:pt x="2746" y="4721"/>
                  </a:lnTo>
                  <a:lnTo>
                    <a:pt x="2727" y="4741"/>
                  </a:lnTo>
                  <a:lnTo>
                    <a:pt x="2727" y="4781"/>
                  </a:lnTo>
                  <a:lnTo>
                    <a:pt x="2727" y="4820"/>
                  </a:lnTo>
                  <a:lnTo>
                    <a:pt x="2667" y="4840"/>
                  </a:lnTo>
                  <a:lnTo>
                    <a:pt x="2648" y="4860"/>
                  </a:lnTo>
                  <a:lnTo>
                    <a:pt x="2608" y="4840"/>
                  </a:lnTo>
                  <a:lnTo>
                    <a:pt x="2628" y="4761"/>
                  </a:lnTo>
                  <a:lnTo>
                    <a:pt x="2628" y="4682"/>
                  </a:lnTo>
                  <a:lnTo>
                    <a:pt x="2628" y="4623"/>
                  </a:lnTo>
                  <a:lnTo>
                    <a:pt x="2648" y="4544"/>
                  </a:lnTo>
                  <a:lnTo>
                    <a:pt x="2608" y="4563"/>
                  </a:lnTo>
                  <a:lnTo>
                    <a:pt x="2588" y="4524"/>
                  </a:lnTo>
                  <a:lnTo>
                    <a:pt x="2608" y="4504"/>
                  </a:lnTo>
                  <a:lnTo>
                    <a:pt x="2628" y="4425"/>
                  </a:lnTo>
                  <a:lnTo>
                    <a:pt x="2667" y="4405"/>
                  </a:lnTo>
                  <a:lnTo>
                    <a:pt x="2687" y="4405"/>
                  </a:lnTo>
                  <a:lnTo>
                    <a:pt x="2707" y="4445"/>
                  </a:lnTo>
                  <a:lnTo>
                    <a:pt x="2727" y="4484"/>
                  </a:lnTo>
                  <a:lnTo>
                    <a:pt x="2746" y="4504"/>
                  </a:lnTo>
                  <a:lnTo>
                    <a:pt x="2766" y="4484"/>
                  </a:lnTo>
                  <a:lnTo>
                    <a:pt x="2766" y="4524"/>
                  </a:lnTo>
                  <a:lnTo>
                    <a:pt x="2766" y="4563"/>
                  </a:lnTo>
                  <a:lnTo>
                    <a:pt x="2766" y="4603"/>
                  </a:lnTo>
                  <a:lnTo>
                    <a:pt x="2786" y="4623"/>
                  </a:lnTo>
                  <a:lnTo>
                    <a:pt x="2904" y="4603"/>
                  </a:lnTo>
                  <a:lnTo>
                    <a:pt x="2904" y="4563"/>
                  </a:lnTo>
                  <a:lnTo>
                    <a:pt x="2924" y="4544"/>
                  </a:lnTo>
                  <a:lnTo>
                    <a:pt x="2964" y="4504"/>
                  </a:lnTo>
                  <a:lnTo>
                    <a:pt x="2983" y="4484"/>
                  </a:lnTo>
                  <a:lnTo>
                    <a:pt x="2924" y="4504"/>
                  </a:lnTo>
                  <a:lnTo>
                    <a:pt x="2904" y="4484"/>
                  </a:lnTo>
                  <a:lnTo>
                    <a:pt x="2904" y="4465"/>
                  </a:lnTo>
                  <a:lnTo>
                    <a:pt x="2944" y="4445"/>
                  </a:lnTo>
                  <a:lnTo>
                    <a:pt x="2825" y="4425"/>
                  </a:lnTo>
                  <a:lnTo>
                    <a:pt x="2806" y="4465"/>
                  </a:lnTo>
                  <a:lnTo>
                    <a:pt x="2825" y="4504"/>
                  </a:lnTo>
                  <a:lnTo>
                    <a:pt x="2825" y="4544"/>
                  </a:lnTo>
                  <a:lnTo>
                    <a:pt x="2786" y="4563"/>
                  </a:lnTo>
                  <a:lnTo>
                    <a:pt x="2786" y="4484"/>
                  </a:lnTo>
                  <a:lnTo>
                    <a:pt x="2746" y="4445"/>
                  </a:lnTo>
                  <a:lnTo>
                    <a:pt x="2727" y="4386"/>
                  </a:lnTo>
                  <a:lnTo>
                    <a:pt x="2746" y="4326"/>
                  </a:lnTo>
                  <a:lnTo>
                    <a:pt x="2766" y="4326"/>
                  </a:lnTo>
                  <a:lnTo>
                    <a:pt x="2766" y="4346"/>
                  </a:lnTo>
                  <a:lnTo>
                    <a:pt x="2766" y="4366"/>
                  </a:lnTo>
                  <a:lnTo>
                    <a:pt x="2786" y="4346"/>
                  </a:lnTo>
                  <a:lnTo>
                    <a:pt x="2786" y="4307"/>
                  </a:lnTo>
                  <a:lnTo>
                    <a:pt x="2786" y="4267"/>
                  </a:lnTo>
                  <a:lnTo>
                    <a:pt x="2806" y="4228"/>
                  </a:lnTo>
                  <a:lnTo>
                    <a:pt x="2845" y="4307"/>
                  </a:lnTo>
                  <a:lnTo>
                    <a:pt x="2865" y="4326"/>
                  </a:lnTo>
                  <a:lnTo>
                    <a:pt x="2904" y="4326"/>
                  </a:lnTo>
                  <a:lnTo>
                    <a:pt x="2845" y="4267"/>
                  </a:lnTo>
                  <a:lnTo>
                    <a:pt x="2885" y="4247"/>
                  </a:lnTo>
                  <a:lnTo>
                    <a:pt x="2904" y="4247"/>
                  </a:lnTo>
                  <a:lnTo>
                    <a:pt x="2904" y="4228"/>
                  </a:lnTo>
                  <a:lnTo>
                    <a:pt x="2885" y="4228"/>
                  </a:lnTo>
                  <a:lnTo>
                    <a:pt x="2865" y="4208"/>
                  </a:lnTo>
                  <a:lnTo>
                    <a:pt x="2865" y="4168"/>
                  </a:lnTo>
                  <a:lnTo>
                    <a:pt x="2924" y="4168"/>
                  </a:lnTo>
                  <a:lnTo>
                    <a:pt x="2944" y="4129"/>
                  </a:lnTo>
                  <a:lnTo>
                    <a:pt x="2924" y="4109"/>
                  </a:lnTo>
                  <a:lnTo>
                    <a:pt x="2924" y="4089"/>
                  </a:lnTo>
                  <a:lnTo>
                    <a:pt x="2904" y="4030"/>
                  </a:lnTo>
                  <a:lnTo>
                    <a:pt x="2885" y="4050"/>
                  </a:lnTo>
                  <a:lnTo>
                    <a:pt x="2865" y="4070"/>
                  </a:lnTo>
                  <a:lnTo>
                    <a:pt x="2825" y="4070"/>
                  </a:lnTo>
                  <a:lnTo>
                    <a:pt x="2786" y="4030"/>
                  </a:lnTo>
                  <a:lnTo>
                    <a:pt x="2766" y="3991"/>
                  </a:lnTo>
                  <a:lnTo>
                    <a:pt x="2806" y="3911"/>
                  </a:lnTo>
                  <a:lnTo>
                    <a:pt x="2806" y="3852"/>
                  </a:lnTo>
                  <a:lnTo>
                    <a:pt x="2845" y="3813"/>
                  </a:lnTo>
                  <a:lnTo>
                    <a:pt x="2904" y="3793"/>
                  </a:lnTo>
                  <a:lnTo>
                    <a:pt x="2865" y="3734"/>
                  </a:lnTo>
                  <a:lnTo>
                    <a:pt x="2904" y="3753"/>
                  </a:lnTo>
                  <a:lnTo>
                    <a:pt x="2924" y="3714"/>
                  </a:lnTo>
                  <a:lnTo>
                    <a:pt x="2944" y="3655"/>
                  </a:lnTo>
                  <a:lnTo>
                    <a:pt x="2964" y="3674"/>
                  </a:lnTo>
                  <a:lnTo>
                    <a:pt x="2983" y="3694"/>
                  </a:lnTo>
                  <a:lnTo>
                    <a:pt x="2964" y="3734"/>
                  </a:lnTo>
                  <a:lnTo>
                    <a:pt x="2964" y="3793"/>
                  </a:lnTo>
                  <a:lnTo>
                    <a:pt x="2983" y="3832"/>
                  </a:lnTo>
                  <a:lnTo>
                    <a:pt x="3023" y="3852"/>
                  </a:lnTo>
                  <a:lnTo>
                    <a:pt x="3043" y="3832"/>
                  </a:lnTo>
                  <a:lnTo>
                    <a:pt x="3062" y="3832"/>
                  </a:lnTo>
                  <a:lnTo>
                    <a:pt x="3122" y="3872"/>
                  </a:lnTo>
                  <a:lnTo>
                    <a:pt x="3102" y="3832"/>
                  </a:lnTo>
                  <a:lnTo>
                    <a:pt x="3082" y="3813"/>
                  </a:lnTo>
                  <a:lnTo>
                    <a:pt x="3023" y="3793"/>
                  </a:lnTo>
                  <a:lnTo>
                    <a:pt x="2983" y="3753"/>
                  </a:lnTo>
                  <a:lnTo>
                    <a:pt x="3023" y="3753"/>
                  </a:lnTo>
                  <a:lnTo>
                    <a:pt x="3043" y="3714"/>
                  </a:lnTo>
                  <a:lnTo>
                    <a:pt x="3062" y="3694"/>
                  </a:lnTo>
                  <a:lnTo>
                    <a:pt x="3102" y="3714"/>
                  </a:lnTo>
                  <a:lnTo>
                    <a:pt x="3102" y="3674"/>
                  </a:lnTo>
                  <a:lnTo>
                    <a:pt x="3082" y="3655"/>
                  </a:lnTo>
                  <a:lnTo>
                    <a:pt x="3082" y="3615"/>
                  </a:lnTo>
                  <a:lnTo>
                    <a:pt x="3082" y="3595"/>
                  </a:lnTo>
                  <a:lnTo>
                    <a:pt x="3201" y="3655"/>
                  </a:lnTo>
                  <a:lnTo>
                    <a:pt x="3181" y="3635"/>
                  </a:lnTo>
                  <a:lnTo>
                    <a:pt x="3201" y="3615"/>
                  </a:lnTo>
                  <a:lnTo>
                    <a:pt x="3240" y="3595"/>
                  </a:lnTo>
                  <a:lnTo>
                    <a:pt x="3201" y="3576"/>
                  </a:lnTo>
                  <a:lnTo>
                    <a:pt x="3181" y="3576"/>
                  </a:lnTo>
                  <a:lnTo>
                    <a:pt x="3181" y="3595"/>
                  </a:lnTo>
                  <a:lnTo>
                    <a:pt x="3161" y="3576"/>
                  </a:lnTo>
                  <a:lnTo>
                    <a:pt x="3161" y="3556"/>
                  </a:lnTo>
                  <a:lnTo>
                    <a:pt x="3161" y="3516"/>
                  </a:lnTo>
                  <a:lnTo>
                    <a:pt x="3181" y="3497"/>
                  </a:lnTo>
                  <a:lnTo>
                    <a:pt x="3181" y="3477"/>
                  </a:lnTo>
                  <a:lnTo>
                    <a:pt x="3201" y="3457"/>
                  </a:lnTo>
                  <a:lnTo>
                    <a:pt x="3220" y="3418"/>
                  </a:lnTo>
                  <a:lnTo>
                    <a:pt x="3240" y="3378"/>
                  </a:lnTo>
                  <a:lnTo>
                    <a:pt x="3280" y="3339"/>
                  </a:lnTo>
                  <a:lnTo>
                    <a:pt x="3220" y="3319"/>
                  </a:lnTo>
                  <a:lnTo>
                    <a:pt x="3201" y="3319"/>
                  </a:lnTo>
                  <a:lnTo>
                    <a:pt x="3201" y="3339"/>
                  </a:lnTo>
                  <a:lnTo>
                    <a:pt x="3201" y="3358"/>
                  </a:lnTo>
                  <a:lnTo>
                    <a:pt x="3201" y="3398"/>
                  </a:lnTo>
                  <a:lnTo>
                    <a:pt x="3201" y="3418"/>
                  </a:lnTo>
                  <a:lnTo>
                    <a:pt x="3141" y="3418"/>
                  </a:lnTo>
                  <a:lnTo>
                    <a:pt x="3141" y="3339"/>
                  </a:lnTo>
                  <a:lnTo>
                    <a:pt x="3181" y="3240"/>
                  </a:lnTo>
                  <a:lnTo>
                    <a:pt x="3201" y="3141"/>
                  </a:lnTo>
                  <a:lnTo>
                    <a:pt x="3220" y="3102"/>
                  </a:lnTo>
                  <a:lnTo>
                    <a:pt x="3201" y="3042"/>
                  </a:lnTo>
                  <a:lnTo>
                    <a:pt x="3260" y="3023"/>
                  </a:lnTo>
                  <a:lnTo>
                    <a:pt x="3280" y="3023"/>
                  </a:lnTo>
                  <a:lnTo>
                    <a:pt x="3299" y="3062"/>
                  </a:lnTo>
                  <a:lnTo>
                    <a:pt x="3339" y="3082"/>
                  </a:lnTo>
                  <a:lnTo>
                    <a:pt x="3339" y="3141"/>
                  </a:lnTo>
                  <a:lnTo>
                    <a:pt x="3319" y="3181"/>
                  </a:lnTo>
                  <a:lnTo>
                    <a:pt x="3280" y="3220"/>
                  </a:lnTo>
                  <a:lnTo>
                    <a:pt x="3280" y="3260"/>
                  </a:lnTo>
                  <a:lnTo>
                    <a:pt x="3319" y="3200"/>
                  </a:lnTo>
                  <a:lnTo>
                    <a:pt x="3359" y="3121"/>
                  </a:lnTo>
                  <a:lnTo>
                    <a:pt x="3359" y="3042"/>
                  </a:lnTo>
                  <a:lnTo>
                    <a:pt x="3359" y="2983"/>
                  </a:lnTo>
                  <a:lnTo>
                    <a:pt x="3378" y="2944"/>
                  </a:lnTo>
                  <a:lnTo>
                    <a:pt x="3398" y="2944"/>
                  </a:lnTo>
                  <a:lnTo>
                    <a:pt x="3477" y="2924"/>
                  </a:lnTo>
                  <a:lnTo>
                    <a:pt x="3536" y="2884"/>
                  </a:lnTo>
                  <a:lnTo>
                    <a:pt x="3556" y="2865"/>
                  </a:lnTo>
                  <a:lnTo>
                    <a:pt x="3576" y="2825"/>
                  </a:lnTo>
                  <a:lnTo>
                    <a:pt x="3497" y="2825"/>
                  </a:lnTo>
                  <a:lnTo>
                    <a:pt x="3457" y="2845"/>
                  </a:lnTo>
                  <a:lnTo>
                    <a:pt x="3457" y="2805"/>
                  </a:lnTo>
                  <a:lnTo>
                    <a:pt x="3477" y="2786"/>
                  </a:lnTo>
                  <a:lnTo>
                    <a:pt x="3497" y="2746"/>
                  </a:lnTo>
                  <a:lnTo>
                    <a:pt x="3477" y="2726"/>
                  </a:lnTo>
                  <a:lnTo>
                    <a:pt x="3457" y="2746"/>
                  </a:lnTo>
                  <a:lnTo>
                    <a:pt x="3438" y="2746"/>
                  </a:lnTo>
                  <a:lnTo>
                    <a:pt x="3418" y="2726"/>
                  </a:lnTo>
                  <a:lnTo>
                    <a:pt x="3457" y="2687"/>
                  </a:lnTo>
                  <a:lnTo>
                    <a:pt x="3477" y="2687"/>
                  </a:lnTo>
                  <a:lnTo>
                    <a:pt x="3497" y="2707"/>
                  </a:lnTo>
                  <a:lnTo>
                    <a:pt x="3517" y="2667"/>
                  </a:lnTo>
                  <a:lnTo>
                    <a:pt x="3517" y="2647"/>
                  </a:lnTo>
                  <a:lnTo>
                    <a:pt x="3576" y="2647"/>
                  </a:lnTo>
                  <a:lnTo>
                    <a:pt x="3615" y="2628"/>
                  </a:lnTo>
                  <a:lnTo>
                    <a:pt x="3615" y="2608"/>
                  </a:lnTo>
                  <a:lnTo>
                    <a:pt x="3596" y="2568"/>
                  </a:lnTo>
                  <a:lnTo>
                    <a:pt x="3576" y="2568"/>
                  </a:lnTo>
                  <a:lnTo>
                    <a:pt x="3576" y="2588"/>
                  </a:lnTo>
                  <a:lnTo>
                    <a:pt x="3576" y="2608"/>
                  </a:lnTo>
                  <a:lnTo>
                    <a:pt x="3536" y="2588"/>
                  </a:lnTo>
                  <a:lnTo>
                    <a:pt x="3497" y="2549"/>
                  </a:lnTo>
                  <a:lnTo>
                    <a:pt x="3477" y="2470"/>
                  </a:lnTo>
                  <a:lnTo>
                    <a:pt x="3517" y="2470"/>
                  </a:lnTo>
                  <a:lnTo>
                    <a:pt x="3536" y="2410"/>
                  </a:lnTo>
                  <a:lnTo>
                    <a:pt x="3556" y="2430"/>
                  </a:lnTo>
                  <a:lnTo>
                    <a:pt x="3556" y="2470"/>
                  </a:lnTo>
                  <a:lnTo>
                    <a:pt x="3536" y="2489"/>
                  </a:lnTo>
                  <a:lnTo>
                    <a:pt x="3556" y="2529"/>
                  </a:lnTo>
                  <a:lnTo>
                    <a:pt x="3596" y="2450"/>
                  </a:lnTo>
                  <a:lnTo>
                    <a:pt x="3576" y="2470"/>
                  </a:lnTo>
                  <a:lnTo>
                    <a:pt x="3556" y="2351"/>
                  </a:lnTo>
                  <a:lnTo>
                    <a:pt x="3536" y="2391"/>
                  </a:lnTo>
                  <a:lnTo>
                    <a:pt x="3517" y="2371"/>
                  </a:lnTo>
                  <a:lnTo>
                    <a:pt x="3477" y="2351"/>
                  </a:lnTo>
                  <a:lnTo>
                    <a:pt x="3477" y="2331"/>
                  </a:lnTo>
                  <a:lnTo>
                    <a:pt x="3536" y="2252"/>
                  </a:lnTo>
                  <a:lnTo>
                    <a:pt x="3576" y="2233"/>
                  </a:lnTo>
                  <a:lnTo>
                    <a:pt x="3615" y="2252"/>
                  </a:lnTo>
                  <a:lnTo>
                    <a:pt x="3576" y="2213"/>
                  </a:lnTo>
                  <a:lnTo>
                    <a:pt x="3576" y="2173"/>
                  </a:lnTo>
                  <a:lnTo>
                    <a:pt x="3596" y="2094"/>
                  </a:lnTo>
                  <a:lnTo>
                    <a:pt x="3536" y="2094"/>
                  </a:lnTo>
                  <a:lnTo>
                    <a:pt x="3517" y="2035"/>
                  </a:lnTo>
                  <a:lnTo>
                    <a:pt x="3615" y="1996"/>
                  </a:lnTo>
                  <a:lnTo>
                    <a:pt x="3615" y="2035"/>
                  </a:lnTo>
                  <a:lnTo>
                    <a:pt x="3734" y="2035"/>
                  </a:lnTo>
                  <a:lnTo>
                    <a:pt x="3754" y="2075"/>
                  </a:lnTo>
                  <a:lnTo>
                    <a:pt x="3754" y="2114"/>
                  </a:lnTo>
                  <a:lnTo>
                    <a:pt x="3694" y="2173"/>
                  </a:lnTo>
                  <a:lnTo>
                    <a:pt x="3754" y="2154"/>
                  </a:lnTo>
                  <a:lnTo>
                    <a:pt x="3773" y="2134"/>
                  </a:lnTo>
                  <a:lnTo>
                    <a:pt x="3773" y="2114"/>
                  </a:lnTo>
                  <a:lnTo>
                    <a:pt x="3773" y="2075"/>
                  </a:lnTo>
                  <a:lnTo>
                    <a:pt x="3754" y="2015"/>
                  </a:lnTo>
                  <a:lnTo>
                    <a:pt x="3754" y="1996"/>
                  </a:lnTo>
                  <a:lnTo>
                    <a:pt x="3773" y="1956"/>
                  </a:lnTo>
                  <a:lnTo>
                    <a:pt x="3813" y="1976"/>
                  </a:lnTo>
                  <a:lnTo>
                    <a:pt x="3833" y="2015"/>
                  </a:lnTo>
                  <a:lnTo>
                    <a:pt x="3833" y="1956"/>
                  </a:lnTo>
                  <a:lnTo>
                    <a:pt x="3833" y="1917"/>
                  </a:lnTo>
                  <a:lnTo>
                    <a:pt x="3852" y="1897"/>
                  </a:lnTo>
                  <a:lnTo>
                    <a:pt x="3793" y="1897"/>
                  </a:lnTo>
                  <a:lnTo>
                    <a:pt x="3754" y="1877"/>
                  </a:lnTo>
                  <a:lnTo>
                    <a:pt x="3734" y="1838"/>
                  </a:lnTo>
                  <a:lnTo>
                    <a:pt x="3852" y="1798"/>
                  </a:lnTo>
                  <a:lnTo>
                    <a:pt x="3872" y="1778"/>
                  </a:lnTo>
                  <a:lnTo>
                    <a:pt x="3872" y="1759"/>
                  </a:lnTo>
                  <a:lnTo>
                    <a:pt x="3833" y="1739"/>
                  </a:lnTo>
                  <a:lnTo>
                    <a:pt x="3793" y="1699"/>
                  </a:lnTo>
                  <a:lnTo>
                    <a:pt x="3773" y="1660"/>
                  </a:lnTo>
                  <a:lnTo>
                    <a:pt x="3694" y="1660"/>
                  </a:lnTo>
                  <a:lnTo>
                    <a:pt x="3675" y="1640"/>
                  </a:lnTo>
                  <a:lnTo>
                    <a:pt x="3675" y="1600"/>
                  </a:lnTo>
                  <a:lnTo>
                    <a:pt x="3694" y="1581"/>
                  </a:lnTo>
                  <a:lnTo>
                    <a:pt x="3655" y="1541"/>
                  </a:lnTo>
                  <a:lnTo>
                    <a:pt x="3655" y="1581"/>
                  </a:lnTo>
                  <a:lnTo>
                    <a:pt x="3655" y="1600"/>
                  </a:lnTo>
                  <a:lnTo>
                    <a:pt x="3655" y="1640"/>
                  </a:lnTo>
                  <a:lnTo>
                    <a:pt x="3655" y="1660"/>
                  </a:lnTo>
                  <a:lnTo>
                    <a:pt x="3615" y="1640"/>
                  </a:lnTo>
                  <a:lnTo>
                    <a:pt x="3596" y="1620"/>
                  </a:lnTo>
                  <a:lnTo>
                    <a:pt x="3615" y="1581"/>
                  </a:lnTo>
                  <a:lnTo>
                    <a:pt x="3596" y="1541"/>
                  </a:lnTo>
                  <a:lnTo>
                    <a:pt x="3675" y="1482"/>
                  </a:lnTo>
                  <a:lnTo>
                    <a:pt x="3754" y="1442"/>
                  </a:lnTo>
                  <a:lnTo>
                    <a:pt x="3833" y="1502"/>
                  </a:lnTo>
                  <a:lnTo>
                    <a:pt x="3872" y="1561"/>
                  </a:lnTo>
                  <a:lnTo>
                    <a:pt x="3931" y="1640"/>
                  </a:lnTo>
                  <a:lnTo>
                    <a:pt x="3971" y="1660"/>
                  </a:lnTo>
                  <a:lnTo>
                    <a:pt x="4010" y="1680"/>
                  </a:lnTo>
                  <a:lnTo>
                    <a:pt x="4050" y="1521"/>
                  </a:lnTo>
                  <a:lnTo>
                    <a:pt x="4089" y="1442"/>
                  </a:lnTo>
                  <a:lnTo>
                    <a:pt x="4129" y="1403"/>
                  </a:lnTo>
                  <a:lnTo>
                    <a:pt x="4109" y="1344"/>
                  </a:lnTo>
                  <a:lnTo>
                    <a:pt x="4070" y="1304"/>
                  </a:lnTo>
                  <a:lnTo>
                    <a:pt x="4030" y="1284"/>
                  </a:lnTo>
                  <a:lnTo>
                    <a:pt x="3971" y="1265"/>
                  </a:lnTo>
                  <a:lnTo>
                    <a:pt x="3971" y="1205"/>
                  </a:lnTo>
                  <a:lnTo>
                    <a:pt x="4010" y="1186"/>
                  </a:lnTo>
                  <a:lnTo>
                    <a:pt x="4030" y="1245"/>
                  </a:lnTo>
                  <a:lnTo>
                    <a:pt x="4030" y="1107"/>
                  </a:lnTo>
                  <a:lnTo>
                    <a:pt x="4050" y="1028"/>
                  </a:lnTo>
                  <a:lnTo>
                    <a:pt x="4070" y="949"/>
                  </a:lnTo>
                  <a:lnTo>
                    <a:pt x="4070" y="909"/>
                  </a:lnTo>
                  <a:lnTo>
                    <a:pt x="4030" y="889"/>
                  </a:lnTo>
                  <a:lnTo>
                    <a:pt x="3931" y="870"/>
                  </a:lnTo>
                  <a:lnTo>
                    <a:pt x="3951" y="791"/>
                  </a:lnTo>
                  <a:lnTo>
                    <a:pt x="3931" y="810"/>
                  </a:lnTo>
                  <a:lnTo>
                    <a:pt x="3892" y="771"/>
                  </a:lnTo>
                  <a:lnTo>
                    <a:pt x="3892" y="731"/>
                  </a:lnTo>
                  <a:lnTo>
                    <a:pt x="3931" y="672"/>
                  </a:lnTo>
                  <a:lnTo>
                    <a:pt x="3971" y="692"/>
                  </a:lnTo>
                  <a:lnTo>
                    <a:pt x="3991" y="712"/>
                  </a:lnTo>
                  <a:lnTo>
                    <a:pt x="4010" y="692"/>
                  </a:lnTo>
                  <a:lnTo>
                    <a:pt x="4030" y="672"/>
                  </a:lnTo>
                  <a:lnTo>
                    <a:pt x="4030" y="633"/>
                  </a:lnTo>
                  <a:lnTo>
                    <a:pt x="4030" y="593"/>
                  </a:lnTo>
                  <a:lnTo>
                    <a:pt x="4089" y="633"/>
                  </a:lnTo>
                  <a:lnTo>
                    <a:pt x="4089" y="672"/>
                  </a:lnTo>
                  <a:lnTo>
                    <a:pt x="4070" y="692"/>
                  </a:lnTo>
                  <a:lnTo>
                    <a:pt x="4050" y="692"/>
                  </a:lnTo>
                  <a:lnTo>
                    <a:pt x="4050" y="791"/>
                  </a:lnTo>
                  <a:lnTo>
                    <a:pt x="4070" y="731"/>
                  </a:lnTo>
                  <a:lnTo>
                    <a:pt x="4129" y="692"/>
                  </a:lnTo>
                  <a:lnTo>
                    <a:pt x="4188" y="692"/>
                  </a:lnTo>
                  <a:lnTo>
                    <a:pt x="4247" y="712"/>
                  </a:lnTo>
                  <a:lnTo>
                    <a:pt x="4228" y="672"/>
                  </a:lnTo>
                  <a:lnTo>
                    <a:pt x="4149" y="672"/>
                  </a:lnTo>
                  <a:lnTo>
                    <a:pt x="4149" y="652"/>
                  </a:lnTo>
                  <a:lnTo>
                    <a:pt x="4149" y="633"/>
                  </a:lnTo>
                  <a:lnTo>
                    <a:pt x="4228" y="573"/>
                  </a:lnTo>
                  <a:lnTo>
                    <a:pt x="4267" y="514"/>
                  </a:lnTo>
                  <a:lnTo>
                    <a:pt x="3141" y="139"/>
                  </a:lnTo>
                  <a:lnTo>
                    <a:pt x="3102" y="178"/>
                  </a:lnTo>
                  <a:lnTo>
                    <a:pt x="3082" y="119"/>
                  </a:lnTo>
                  <a:lnTo>
                    <a:pt x="3082" y="99"/>
                  </a:lnTo>
                  <a:lnTo>
                    <a:pt x="3102" y="119"/>
                  </a:lnTo>
                  <a:lnTo>
                    <a:pt x="3082" y="80"/>
                  </a:lnTo>
                  <a:lnTo>
                    <a:pt x="3102" y="60"/>
                  </a:lnTo>
                  <a:lnTo>
                    <a:pt x="3082" y="20"/>
                  </a:lnTo>
                  <a:lnTo>
                    <a:pt x="306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8"/>
            <p:cNvSpPr/>
            <p:nvPr/>
          </p:nvSpPr>
          <p:spPr>
            <a:xfrm>
              <a:off x="4577504" y="-1215512"/>
              <a:ext cx="789" cy="789"/>
            </a:xfrm>
            <a:custGeom>
              <a:rect b="b" l="l" r="r" t="t"/>
              <a:pathLst>
                <a:path extrusionOk="0" h="21" w="21">
                  <a:moveTo>
                    <a:pt x="1" y="1"/>
                  </a:moveTo>
                  <a:lnTo>
                    <a:pt x="1" y="1"/>
                  </a:lnTo>
                  <a:lnTo>
                    <a:pt x="21" y="20"/>
                  </a:lnTo>
                  <a:lnTo>
                    <a:pt x="21" y="20"/>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 name="Google Shape;1871;p8"/>
            <p:cNvSpPr/>
            <p:nvPr/>
          </p:nvSpPr>
          <p:spPr>
            <a:xfrm>
              <a:off x="4712644" y="-2018156"/>
              <a:ext cx="789" cy="38"/>
            </a:xfrm>
            <a:custGeom>
              <a:rect b="b" l="l" r="r" t="t"/>
              <a:pathLst>
                <a:path extrusionOk="0" h="1" w="21">
                  <a:moveTo>
                    <a:pt x="1" y="1"/>
                  </a:moveTo>
                  <a:lnTo>
                    <a:pt x="1" y="1"/>
                  </a:lnTo>
                  <a:lnTo>
                    <a:pt x="20" y="1"/>
                  </a:lnTo>
                  <a:lnTo>
                    <a:pt x="20" y="1"/>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 name="Google Shape;1872;p8"/>
            <p:cNvSpPr/>
            <p:nvPr/>
          </p:nvSpPr>
          <p:spPr>
            <a:xfrm>
              <a:off x="4622049" y="-2251296"/>
              <a:ext cx="96569" cy="297788"/>
            </a:xfrm>
            <a:custGeom>
              <a:rect b="b" l="l" r="r" t="t"/>
              <a:pathLst>
                <a:path extrusionOk="0" h="7922" w="2569">
                  <a:moveTo>
                    <a:pt x="1206" y="60"/>
                  </a:moveTo>
                  <a:lnTo>
                    <a:pt x="1186" y="79"/>
                  </a:lnTo>
                  <a:lnTo>
                    <a:pt x="1186" y="119"/>
                  </a:lnTo>
                  <a:lnTo>
                    <a:pt x="1226" y="178"/>
                  </a:lnTo>
                  <a:lnTo>
                    <a:pt x="1245" y="237"/>
                  </a:lnTo>
                  <a:lnTo>
                    <a:pt x="1245" y="257"/>
                  </a:lnTo>
                  <a:lnTo>
                    <a:pt x="1206" y="277"/>
                  </a:lnTo>
                  <a:lnTo>
                    <a:pt x="1245" y="297"/>
                  </a:lnTo>
                  <a:lnTo>
                    <a:pt x="1265" y="316"/>
                  </a:lnTo>
                  <a:lnTo>
                    <a:pt x="1344" y="336"/>
                  </a:lnTo>
                  <a:lnTo>
                    <a:pt x="1344" y="376"/>
                  </a:lnTo>
                  <a:lnTo>
                    <a:pt x="1384" y="356"/>
                  </a:lnTo>
                  <a:lnTo>
                    <a:pt x="1463" y="316"/>
                  </a:lnTo>
                  <a:lnTo>
                    <a:pt x="1364" y="218"/>
                  </a:lnTo>
                  <a:lnTo>
                    <a:pt x="1344" y="178"/>
                  </a:lnTo>
                  <a:lnTo>
                    <a:pt x="1324" y="99"/>
                  </a:lnTo>
                  <a:lnTo>
                    <a:pt x="1285" y="99"/>
                  </a:lnTo>
                  <a:lnTo>
                    <a:pt x="1265" y="79"/>
                  </a:lnTo>
                  <a:lnTo>
                    <a:pt x="1245" y="60"/>
                  </a:lnTo>
                  <a:close/>
                  <a:moveTo>
                    <a:pt x="21" y="593"/>
                  </a:moveTo>
                  <a:lnTo>
                    <a:pt x="60" y="613"/>
                  </a:lnTo>
                  <a:lnTo>
                    <a:pt x="60" y="593"/>
                  </a:lnTo>
                  <a:close/>
                  <a:moveTo>
                    <a:pt x="1265" y="1521"/>
                  </a:moveTo>
                  <a:lnTo>
                    <a:pt x="1265" y="1561"/>
                  </a:lnTo>
                  <a:lnTo>
                    <a:pt x="1285" y="1581"/>
                  </a:lnTo>
                  <a:lnTo>
                    <a:pt x="1305" y="1600"/>
                  </a:lnTo>
                  <a:lnTo>
                    <a:pt x="1305" y="1561"/>
                  </a:lnTo>
                  <a:lnTo>
                    <a:pt x="1305" y="1541"/>
                  </a:lnTo>
                  <a:lnTo>
                    <a:pt x="1265" y="1521"/>
                  </a:lnTo>
                  <a:close/>
                  <a:moveTo>
                    <a:pt x="2068" y="5065"/>
                  </a:moveTo>
                  <a:lnTo>
                    <a:pt x="2075" y="5077"/>
                  </a:lnTo>
                  <a:lnTo>
                    <a:pt x="2079" y="5073"/>
                  </a:lnTo>
                  <a:lnTo>
                    <a:pt x="2079" y="5073"/>
                  </a:lnTo>
                  <a:lnTo>
                    <a:pt x="2068" y="5065"/>
                  </a:lnTo>
                  <a:close/>
                  <a:moveTo>
                    <a:pt x="2095" y="5057"/>
                  </a:moveTo>
                  <a:lnTo>
                    <a:pt x="2079" y="5073"/>
                  </a:lnTo>
                  <a:lnTo>
                    <a:pt x="2079" y="5073"/>
                  </a:lnTo>
                  <a:lnTo>
                    <a:pt x="2114" y="5096"/>
                  </a:lnTo>
                  <a:lnTo>
                    <a:pt x="2154" y="5136"/>
                  </a:lnTo>
                  <a:lnTo>
                    <a:pt x="2174" y="5136"/>
                  </a:lnTo>
                  <a:lnTo>
                    <a:pt x="2174" y="5096"/>
                  </a:lnTo>
                  <a:lnTo>
                    <a:pt x="2174" y="5077"/>
                  </a:lnTo>
                  <a:lnTo>
                    <a:pt x="2193" y="5057"/>
                  </a:lnTo>
                  <a:close/>
                  <a:moveTo>
                    <a:pt x="613" y="5254"/>
                  </a:moveTo>
                  <a:lnTo>
                    <a:pt x="673" y="5373"/>
                  </a:lnTo>
                  <a:lnTo>
                    <a:pt x="673" y="5393"/>
                  </a:lnTo>
                  <a:lnTo>
                    <a:pt x="692" y="5373"/>
                  </a:lnTo>
                  <a:lnTo>
                    <a:pt x="712" y="5373"/>
                  </a:lnTo>
                  <a:lnTo>
                    <a:pt x="692" y="5314"/>
                  </a:lnTo>
                  <a:lnTo>
                    <a:pt x="673" y="5294"/>
                  </a:lnTo>
                  <a:lnTo>
                    <a:pt x="653" y="5294"/>
                  </a:lnTo>
                  <a:lnTo>
                    <a:pt x="613" y="5254"/>
                  </a:lnTo>
                  <a:close/>
                  <a:moveTo>
                    <a:pt x="890" y="0"/>
                  </a:moveTo>
                  <a:lnTo>
                    <a:pt x="850" y="60"/>
                  </a:lnTo>
                  <a:lnTo>
                    <a:pt x="850" y="139"/>
                  </a:lnTo>
                  <a:lnTo>
                    <a:pt x="811" y="139"/>
                  </a:lnTo>
                  <a:lnTo>
                    <a:pt x="791" y="119"/>
                  </a:lnTo>
                  <a:lnTo>
                    <a:pt x="811" y="79"/>
                  </a:lnTo>
                  <a:lnTo>
                    <a:pt x="21" y="119"/>
                  </a:lnTo>
                  <a:lnTo>
                    <a:pt x="1" y="158"/>
                  </a:lnTo>
                  <a:lnTo>
                    <a:pt x="40" y="139"/>
                  </a:lnTo>
                  <a:lnTo>
                    <a:pt x="80" y="158"/>
                  </a:lnTo>
                  <a:lnTo>
                    <a:pt x="179" y="158"/>
                  </a:lnTo>
                  <a:lnTo>
                    <a:pt x="218" y="198"/>
                  </a:lnTo>
                  <a:lnTo>
                    <a:pt x="218" y="237"/>
                  </a:lnTo>
                  <a:lnTo>
                    <a:pt x="218" y="297"/>
                  </a:lnTo>
                  <a:lnTo>
                    <a:pt x="179" y="297"/>
                  </a:lnTo>
                  <a:lnTo>
                    <a:pt x="159" y="277"/>
                  </a:lnTo>
                  <a:lnTo>
                    <a:pt x="119" y="237"/>
                  </a:lnTo>
                  <a:lnTo>
                    <a:pt x="80" y="198"/>
                  </a:lnTo>
                  <a:lnTo>
                    <a:pt x="60" y="198"/>
                  </a:lnTo>
                  <a:lnTo>
                    <a:pt x="21" y="218"/>
                  </a:lnTo>
                  <a:lnTo>
                    <a:pt x="21" y="237"/>
                  </a:lnTo>
                  <a:lnTo>
                    <a:pt x="40" y="257"/>
                  </a:lnTo>
                  <a:lnTo>
                    <a:pt x="80" y="257"/>
                  </a:lnTo>
                  <a:lnTo>
                    <a:pt x="100" y="237"/>
                  </a:lnTo>
                  <a:lnTo>
                    <a:pt x="80" y="336"/>
                  </a:lnTo>
                  <a:lnTo>
                    <a:pt x="40" y="395"/>
                  </a:lnTo>
                  <a:lnTo>
                    <a:pt x="1" y="435"/>
                  </a:lnTo>
                  <a:lnTo>
                    <a:pt x="40" y="474"/>
                  </a:lnTo>
                  <a:lnTo>
                    <a:pt x="80" y="514"/>
                  </a:lnTo>
                  <a:lnTo>
                    <a:pt x="100" y="534"/>
                  </a:lnTo>
                  <a:lnTo>
                    <a:pt x="159" y="573"/>
                  </a:lnTo>
                  <a:lnTo>
                    <a:pt x="139" y="553"/>
                  </a:lnTo>
                  <a:lnTo>
                    <a:pt x="119" y="534"/>
                  </a:lnTo>
                  <a:lnTo>
                    <a:pt x="100" y="514"/>
                  </a:lnTo>
                  <a:lnTo>
                    <a:pt x="119" y="494"/>
                  </a:lnTo>
                  <a:lnTo>
                    <a:pt x="218" y="534"/>
                  </a:lnTo>
                  <a:lnTo>
                    <a:pt x="198" y="593"/>
                  </a:lnTo>
                  <a:lnTo>
                    <a:pt x="179" y="632"/>
                  </a:lnTo>
                  <a:lnTo>
                    <a:pt x="139" y="712"/>
                  </a:lnTo>
                  <a:lnTo>
                    <a:pt x="80" y="652"/>
                  </a:lnTo>
                  <a:lnTo>
                    <a:pt x="100" y="652"/>
                  </a:lnTo>
                  <a:lnTo>
                    <a:pt x="80" y="632"/>
                  </a:lnTo>
                  <a:lnTo>
                    <a:pt x="60" y="613"/>
                  </a:lnTo>
                  <a:lnTo>
                    <a:pt x="60" y="652"/>
                  </a:lnTo>
                  <a:lnTo>
                    <a:pt x="60" y="692"/>
                  </a:lnTo>
                  <a:lnTo>
                    <a:pt x="80" y="712"/>
                  </a:lnTo>
                  <a:lnTo>
                    <a:pt x="60" y="712"/>
                  </a:lnTo>
                  <a:lnTo>
                    <a:pt x="80" y="751"/>
                  </a:lnTo>
                  <a:lnTo>
                    <a:pt x="80" y="791"/>
                  </a:lnTo>
                  <a:lnTo>
                    <a:pt x="60" y="850"/>
                  </a:lnTo>
                  <a:lnTo>
                    <a:pt x="40" y="889"/>
                  </a:lnTo>
                  <a:lnTo>
                    <a:pt x="40" y="909"/>
                  </a:lnTo>
                  <a:lnTo>
                    <a:pt x="60" y="929"/>
                  </a:lnTo>
                  <a:lnTo>
                    <a:pt x="119" y="949"/>
                  </a:lnTo>
                  <a:lnTo>
                    <a:pt x="159" y="929"/>
                  </a:lnTo>
                  <a:lnTo>
                    <a:pt x="179" y="909"/>
                  </a:lnTo>
                  <a:lnTo>
                    <a:pt x="218" y="909"/>
                  </a:lnTo>
                  <a:lnTo>
                    <a:pt x="198" y="929"/>
                  </a:lnTo>
                  <a:lnTo>
                    <a:pt x="179" y="968"/>
                  </a:lnTo>
                  <a:lnTo>
                    <a:pt x="159" y="988"/>
                  </a:lnTo>
                  <a:lnTo>
                    <a:pt x="139" y="988"/>
                  </a:lnTo>
                  <a:lnTo>
                    <a:pt x="119" y="968"/>
                  </a:lnTo>
                  <a:lnTo>
                    <a:pt x="100" y="1047"/>
                  </a:lnTo>
                  <a:lnTo>
                    <a:pt x="119" y="1087"/>
                  </a:lnTo>
                  <a:lnTo>
                    <a:pt x="198" y="1087"/>
                  </a:lnTo>
                  <a:lnTo>
                    <a:pt x="238" y="1107"/>
                  </a:lnTo>
                  <a:lnTo>
                    <a:pt x="258" y="1126"/>
                  </a:lnTo>
                  <a:lnTo>
                    <a:pt x="238" y="1146"/>
                  </a:lnTo>
                  <a:lnTo>
                    <a:pt x="218" y="1166"/>
                  </a:lnTo>
                  <a:lnTo>
                    <a:pt x="179" y="1146"/>
                  </a:lnTo>
                  <a:lnTo>
                    <a:pt x="100" y="1146"/>
                  </a:lnTo>
                  <a:lnTo>
                    <a:pt x="60" y="1166"/>
                  </a:lnTo>
                  <a:lnTo>
                    <a:pt x="139" y="1245"/>
                  </a:lnTo>
                  <a:lnTo>
                    <a:pt x="80" y="1284"/>
                  </a:lnTo>
                  <a:lnTo>
                    <a:pt x="80" y="1324"/>
                  </a:lnTo>
                  <a:lnTo>
                    <a:pt x="80" y="1383"/>
                  </a:lnTo>
                  <a:lnTo>
                    <a:pt x="139" y="1462"/>
                  </a:lnTo>
                  <a:lnTo>
                    <a:pt x="198" y="1561"/>
                  </a:lnTo>
                  <a:lnTo>
                    <a:pt x="218" y="1600"/>
                  </a:lnTo>
                  <a:lnTo>
                    <a:pt x="238" y="1660"/>
                  </a:lnTo>
                  <a:lnTo>
                    <a:pt x="179" y="1660"/>
                  </a:lnTo>
                  <a:lnTo>
                    <a:pt x="119" y="1620"/>
                  </a:lnTo>
                  <a:lnTo>
                    <a:pt x="100" y="1561"/>
                  </a:lnTo>
                  <a:lnTo>
                    <a:pt x="80" y="1521"/>
                  </a:lnTo>
                  <a:lnTo>
                    <a:pt x="60" y="1541"/>
                  </a:lnTo>
                  <a:lnTo>
                    <a:pt x="60" y="1561"/>
                  </a:lnTo>
                  <a:lnTo>
                    <a:pt x="60" y="1620"/>
                  </a:lnTo>
                  <a:lnTo>
                    <a:pt x="80" y="1660"/>
                  </a:lnTo>
                  <a:lnTo>
                    <a:pt x="80" y="1679"/>
                  </a:lnTo>
                  <a:lnTo>
                    <a:pt x="80" y="1699"/>
                  </a:lnTo>
                  <a:lnTo>
                    <a:pt x="80" y="1739"/>
                  </a:lnTo>
                  <a:lnTo>
                    <a:pt x="119" y="1778"/>
                  </a:lnTo>
                  <a:lnTo>
                    <a:pt x="159" y="1798"/>
                  </a:lnTo>
                  <a:lnTo>
                    <a:pt x="198" y="1798"/>
                  </a:lnTo>
                  <a:lnTo>
                    <a:pt x="198" y="1818"/>
                  </a:lnTo>
                  <a:lnTo>
                    <a:pt x="179" y="1837"/>
                  </a:lnTo>
                  <a:lnTo>
                    <a:pt x="139" y="1857"/>
                  </a:lnTo>
                  <a:lnTo>
                    <a:pt x="179" y="1877"/>
                  </a:lnTo>
                  <a:lnTo>
                    <a:pt x="218" y="1916"/>
                  </a:lnTo>
                  <a:lnTo>
                    <a:pt x="238" y="2015"/>
                  </a:lnTo>
                  <a:lnTo>
                    <a:pt x="179" y="2015"/>
                  </a:lnTo>
                  <a:lnTo>
                    <a:pt x="258" y="2114"/>
                  </a:lnTo>
                  <a:lnTo>
                    <a:pt x="258" y="2094"/>
                  </a:lnTo>
                  <a:lnTo>
                    <a:pt x="337" y="2094"/>
                  </a:lnTo>
                  <a:lnTo>
                    <a:pt x="337" y="2114"/>
                  </a:lnTo>
                  <a:lnTo>
                    <a:pt x="376" y="2074"/>
                  </a:lnTo>
                  <a:lnTo>
                    <a:pt x="396" y="2055"/>
                  </a:lnTo>
                  <a:lnTo>
                    <a:pt x="356" y="1976"/>
                  </a:lnTo>
                  <a:lnTo>
                    <a:pt x="337" y="1936"/>
                  </a:lnTo>
                  <a:lnTo>
                    <a:pt x="337" y="1897"/>
                  </a:lnTo>
                  <a:lnTo>
                    <a:pt x="337" y="1857"/>
                  </a:lnTo>
                  <a:lnTo>
                    <a:pt x="396" y="1837"/>
                  </a:lnTo>
                  <a:lnTo>
                    <a:pt x="475" y="1837"/>
                  </a:lnTo>
                  <a:lnTo>
                    <a:pt x="455" y="1857"/>
                  </a:lnTo>
                  <a:lnTo>
                    <a:pt x="436" y="1877"/>
                  </a:lnTo>
                  <a:lnTo>
                    <a:pt x="495" y="1897"/>
                  </a:lnTo>
                  <a:lnTo>
                    <a:pt x="515" y="1897"/>
                  </a:lnTo>
                  <a:lnTo>
                    <a:pt x="515" y="1877"/>
                  </a:lnTo>
                  <a:lnTo>
                    <a:pt x="594" y="1877"/>
                  </a:lnTo>
                  <a:lnTo>
                    <a:pt x="613" y="1916"/>
                  </a:lnTo>
                  <a:lnTo>
                    <a:pt x="633" y="1976"/>
                  </a:lnTo>
                  <a:lnTo>
                    <a:pt x="673" y="2015"/>
                  </a:lnTo>
                  <a:lnTo>
                    <a:pt x="613" y="2035"/>
                  </a:lnTo>
                  <a:lnTo>
                    <a:pt x="574" y="2015"/>
                  </a:lnTo>
                  <a:lnTo>
                    <a:pt x="534" y="1976"/>
                  </a:lnTo>
                  <a:lnTo>
                    <a:pt x="475" y="1956"/>
                  </a:lnTo>
                  <a:lnTo>
                    <a:pt x="515" y="1995"/>
                  </a:lnTo>
                  <a:lnTo>
                    <a:pt x="534" y="2015"/>
                  </a:lnTo>
                  <a:lnTo>
                    <a:pt x="515" y="2035"/>
                  </a:lnTo>
                  <a:lnTo>
                    <a:pt x="436" y="2035"/>
                  </a:lnTo>
                  <a:lnTo>
                    <a:pt x="475" y="2074"/>
                  </a:lnTo>
                  <a:lnTo>
                    <a:pt x="534" y="2074"/>
                  </a:lnTo>
                  <a:lnTo>
                    <a:pt x="594" y="2055"/>
                  </a:lnTo>
                  <a:lnTo>
                    <a:pt x="653" y="2074"/>
                  </a:lnTo>
                  <a:lnTo>
                    <a:pt x="653" y="2114"/>
                  </a:lnTo>
                  <a:lnTo>
                    <a:pt x="613" y="2153"/>
                  </a:lnTo>
                  <a:lnTo>
                    <a:pt x="613" y="2173"/>
                  </a:lnTo>
                  <a:lnTo>
                    <a:pt x="594" y="2134"/>
                  </a:lnTo>
                  <a:lnTo>
                    <a:pt x="574" y="2193"/>
                  </a:lnTo>
                  <a:lnTo>
                    <a:pt x="613" y="2213"/>
                  </a:lnTo>
                  <a:lnTo>
                    <a:pt x="633" y="2252"/>
                  </a:lnTo>
                  <a:lnTo>
                    <a:pt x="653" y="2292"/>
                  </a:lnTo>
                  <a:lnTo>
                    <a:pt x="574" y="2331"/>
                  </a:lnTo>
                  <a:lnTo>
                    <a:pt x="594" y="2292"/>
                  </a:lnTo>
                  <a:lnTo>
                    <a:pt x="594" y="2272"/>
                  </a:lnTo>
                  <a:lnTo>
                    <a:pt x="554" y="2232"/>
                  </a:lnTo>
                  <a:lnTo>
                    <a:pt x="495" y="2213"/>
                  </a:lnTo>
                  <a:lnTo>
                    <a:pt x="475" y="2213"/>
                  </a:lnTo>
                  <a:lnTo>
                    <a:pt x="495" y="2193"/>
                  </a:lnTo>
                  <a:lnTo>
                    <a:pt x="455" y="2213"/>
                  </a:lnTo>
                  <a:lnTo>
                    <a:pt x="416" y="2232"/>
                  </a:lnTo>
                  <a:lnTo>
                    <a:pt x="356" y="2232"/>
                  </a:lnTo>
                  <a:lnTo>
                    <a:pt x="218" y="2153"/>
                  </a:lnTo>
                  <a:lnTo>
                    <a:pt x="218" y="2213"/>
                  </a:lnTo>
                  <a:lnTo>
                    <a:pt x="218" y="2252"/>
                  </a:lnTo>
                  <a:lnTo>
                    <a:pt x="179" y="2272"/>
                  </a:lnTo>
                  <a:lnTo>
                    <a:pt x="218" y="2292"/>
                  </a:lnTo>
                  <a:lnTo>
                    <a:pt x="238" y="2331"/>
                  </a:lnTo>
                  <a:lnTo>
                    <a:pt x="238" y="2390"/>
                  </a:lnTo>
                  <a:lnTo>
                    <a:pt x="238" y="2430"/>
                  </a:lnTo>
                  <a:lnTo>
                    <a:pt x="258" y="2469"/>
                  </a:lnTo>
                  <a:lnTo>
                    <a:pt x="297" y="2489"/>
                  </a:lnTo>
                  <a:lnTo>
                    <a:pt x="277" y="2509"/>
                  </a:lnTo>
                  <a:lnTo>
                    <a:pt x="258" y="2489"/>
                  </a:lnTo>
                  <a:lnTo>
                    <a:pt x="238" y="2489"/>
                  </a:lnTo>
                  <a:lnTo>
                    <a:pt x="238" y="2509"/>
                  </a:lnTo>
                  <a:lnTo>
                    <a:pt x="258" y="2608"/>
                  </a:lnTo>
                  <a:lnTo>
                    <a:pt x="277" y="2667"/>
                  </a:lnTo>
                  <a:lnTo>
                    <a:pt x="317" y="2726"/>
                  </a:lnTo>
                  <a:lnTo>
                    <a:pt x="297" y="2746"/>
                  </a:lnTo>
                  <a:lnTo>
                    <a:pt x="277" y="2766"/>
                  </a:lnTo>
                  <a:lnTo>
                    <a:pt x="238" y="2785"/>
                  </a:lnTo>
                  <a:lnTo>
                    <a:pt x="238" y="2845"/>
                  </a:lnTo>
                  <a:lnTo>
                    <a:pt x="238" y="2904"/>
                  </a:lnTo>
                  <a:lnTo>
                    <a:pt x="317" y="3003"/>
                  </a:lnTo>
                  <a:lnTo>
                    <a:pt x="376" y="3121"/>
                  </a:lnTo>
                  <a:lnTo>
                    <a:pt x="396" y="3181"/>
                  </a:lnTo>
                  <a:lnTo>
                    <a:pt x="396" y="3260"/>
                  </a:lnTo>
                  <a:lnTo>
                    <a:pt x="337" y="3220"/>
                  </a:lnTo>
                  <a:lnTo>
                    <a:pt x="337" y="3299"/>
                  </a:lnTo>
                  <a:lnTo>
                    <a:pt x="356" y="3319"/>
                  </a:lnTo>
                  <a:lnTo>
                    <a:pt x="396" y="3339"/>
                  </a:lnTo>
                  <a:lnTo>
                    <a:pt x="356" y="3358"/>
                  </a:lnTo>
                  <a:lnTo>
                    <a:pt x="337" y="3398"/>
                  </a:lnTo>
                  <a:lnTo>
                    <a:pt x="376" y="3457"/>
                  </a:lnTo>
                  <a:lnTo>
                    <a:pt x="396" y="3497"/>
                  </a:lnTo>
                  <a:lnTo>
                    <a:pt x="396" y="3536"/>
                  </a:lnTo>
                  <a:lnTo>
                    <a:pt x="376" y="3576"/>
                  </a:lnTo>
                  <a:lnTo>
                    <a:pt x="337" y="3595"/>
                  </a:lnTo>
                  <a:lnTo>
                    <a:pt x="337" y="3635"/>
                  </a:lnTo>
                  <a:lnTo>
                    <a:pt x="356" y="3655"/>
                  </a:lnTo>
                  <a:lnTo>
                    <a:pt x="396" y="3694"/>
                  </a:lnTo>
                  <a:lnTo>
                    <a:pt x="455" y="3714"/>
                  </a:lnTo>
                  <a:lnTo>
                    <a:pt x="495" y="3753"/>
                  </a:lnTo>
                  <a:lnTo>
                    <a:pt x="416" y="3753"/>
                  </a:lnTo>
                  <a:lnTo>
                    <a:pt x="396" y="3773"/>
                  </a:lnTo>
                  <a:lnTo>
                    <a:pt x="376" y="3793"/>
                  </a:lnTo>
                  <a:lnTo>
                    <a:pt x="475" y="4129"/>
                  </a:lnTo>
                  <a:lnTo>
                    <a:pt x="554" y="4504"/>
                  </a:lnTo>
                  <a:lnTo>
                    <a:pt x="515" y="4484"/>
                  </a:lnTo>
                  <a:lnTo>
                    <a:pt x="534" y="4543"/>
                  </a:lnTo>
                  <a:lnTo>
                    <a:pt x="554" y="4603"/>
                  </a:lnTo>
                  <a:lnTo>
                    <a:pt x="613" y="4721"/>
                  </a:lnTo>
                  <a:lnTo>
                    <a:pt x="653" y="4840"/>
                  </a:lnTo>
                  <a:lnTo>
                    <a:pt x="673" y="4899"/>
                  </a:lnTo>
                  <a:lnTo>
                    <a:pt x="653" y="4958"/>
                  </a:lnTo>
                  <a:lnTo>
                    <a:pt x="712" y="5017"/>
                  </a:lnTo>
                  <a:lnTo>
                    <a:pt x="752" y="5037"/>
                  </a:lnTo>
                  <a:lnTo>
                    <a:pt x="791" y="5017"/>
                  </a:lnTo>
                  <a:lnTo>
                    <a:pt x="811" y="4998"/>
                  </a:lnTo>
                  <a:lnTo>
                    <a:pt x="831" y="4978"/>
                  </a:lnTo>
                  <a:lnTo>
                    <a:pt x="929" y="4978"/>
                  </a:lnTo>
                  <a:lnTo>
                    <a:pt x="949" y="5017"/>
                  </a:lnTo>
                  <a:lnTo>
                    <a:pt x="949" y="5037"/>
                  </a:lnTo>
                  <a:lnTo>
                    <a:pt x="910" y="5057"/>
                  </a:lnTo>
                  <a:lnTo>
                    <a:pt x="850" y="5077"/>
                  </a:lnTo>
                  <a:lnTo>
                    <a:pt x="850" y="5096"/>
                  </a:lnTo>
                  <a:lnTo>
                    <a:pt x="850" y="5136"/>
                  </a:lnTo>
                  <a:lnTo>
                    <a:pt x="771" y="5136"/>
                  </a:lnTo>
                  <a:lnTo>
                    <a:pt x="752" y="5116"/>
                  </a:lnTo>
                  <a:lnTo>
                    <a:pt x="712" y="5096"/>
                  </a:lnTo>
                  <a:lnTo>
                    <a:pt x="653" y="5096"/>
                  </a:lnTo>
                  <a:lnTo>
                    <a:pt x="752" y="5215"/>
                  </a:lnTo>
                  <a:lnTo>
                    <a:pt x="732" y="5254"/>
                  </a:lnTo>
                  <a:lnTo>
                    <a:pt x="752" y="5314"/>
                  </a:lnTo>
                  <a:lnTo>
                    <a:pt x="752" y="5353"/>
                  </a:lnTo>
                  <a:lnTo>
                    <a:pt x="732" y="5413"/>
                  </a:lnTo>
                  <a:lnTo>
                    <a:pt x="732" y="5393"/>
                  </a:lnTo>
                  <a:lnTo>
                    <a:pt x="673" y="5393"/>
                  </a:lnTo>
                  <a:lnTo>
                    <a:pt x="673" y="5432"/>
                  </a:lnTo>
                  <a:lnTo>
                    <a:pt x="673" y="5492"/>
                  </a:lnTo>
                  <a:lnTo>
                    <a:pt x="712" y="5492"/>
                  </a:lnTo>
                  <a:lnTo>
                    <a:pt x="732" y="5511"/>
                  </a:lnTo>
                  <a:lnTo>
                    <a:pt x="752" y="5531"/>
                  </a:lnTo>
                  <a:lnTo>
                    <a:pt x="771" y="5551"/>
                  </a:lnTo>
                  <a:lnTo>
                    <a:pt x="771" y="5571"/>
                  </a:lnTo>
                  <a:lnTo>
                    <a:pt x="811" y="5571"/>
                  </a:lnTo>
                  <a:lnTo>
                    <a:pt x="850" y="5610"/>
                  </a:lnTo>
                  <a:lnTo>
                    <a:pt x="732" y="5650"/>
                  </a:lnTo>
                  <a:lnTo>
                    <a:pt x="811" y="5650"/>
                  </a:lnTo>
                  <a:lnTo>
                    <a:pt x="831" y="5709"/>
                  </a:lnTo>
                  <a:lnTo>
                    <a:pt x="831" y="5768"/>
                  </a:lnTo>
                  <a:lnTo>
                    <a:pt x="811" y="5847"/>
                  </a:lnTo>
                  <a:lnTo>
                    <a:pt x="791" y="5867"/>
                  </a:lnTo>
                  <a:lnTo>
                    <a:pt x="771" y="5887"/>
                  </a:lnTo>
                  <a:lnTo>
                    <a:pt x="771" y="5906"/>
                  </a:lnTo>
                  <a:lnTo>
                    <a:pt x="811" y="5926"/>
                  </a:lnTo>
                  <a:lnTo>
                    <a:pt x="831" y="5966"/>
                  </a:lnTo>
                  <a:lnTo>
                    <a:pt x="831" y="5985"/>
                  </a:lnTo>
                  <a:lnTo>
                    <a:pt x="771" y="5985"/>
                  </a:lnTo>
                  <a:lnTo>
                    <a:pt x="771" y="6064"/>
                  </a:lnTo>
                  <a:lnTo>
                    <a:pt x="791" y="6163"/>
                  </a:lnTo>
                  <a:lnTo>
                    <a:pt x="791" y="6262"/>
                  </a:lnTo>
                  <a:lnTo>
                    <a:pt x="771" y="6361"/>
                  </a:lnTo>
                  <a:lnTo>
                    <a:pt x="831" y="6479"/>
                  </a:lnTo>
                  <a:lnTo>
                    <a:pt x="870" y="6519"/>
                  </a:lnTo>
                  <a:lnTo>
                    <a:pt x="910" y="6578"/>
                  </a:lnTo>
                  <a:lnTo>
                    <a:pt x="910" y="6538"/>
                  </a:lnTo>
                  <a:lnTo>
                    <a:pt x="929" y="6519"/>
                  </a:lnTo>
                  <a:lnTo>
                    <a:pt x="949" y="6499"/>
                  </a:lnTo>
                  <a:lnTo>
                    <a:pt x="989" y="6519"/>
                  </a:lnTo>
                  <a:lnTo>
                    <a:pt x="1008" y="6519"/>
                  </a:lnTo>
                  <a:lnTo>
                    <a:pt x="1028" y="6558"/>
                  </a:lnTo>
                  <a:lnTo>
                    <a:pt x="1048" y="6598"/>
                  </a:lnTo>
                  <a:lnTo>
                    <a:pt x="1008" y="6617"/>
                  </a:lnTo>
                  <a:lnTo>
                    <a:pt x="1008" y="6637"/>
                  </a:lnTo>
                  <a:lnTo>
                    <a:pt x="989" y="6657"/>
                  </a:lnTo>
                  <a:lnTo>
                    <a:pt x="969" y="6637"/>
                  </a:lnTo>
                  <a:lnTo>
                    <a:pt x="929" y="6657"/>
                  </a:lnTo>
                  <a:lnTo>
                    <a:pt x="910" y="6677"/>
                  </a:lnTo>
                  <a:lnTo>
                    <a:pt x="929" y="6736"/>
                  </a:lnTo>
                  <a:lnTo>
                    <a:pt x="929" y="6775"/>
                  </a:lnTo>
                  <a:lnTo>
                    <a:pt x="910" y="6795"/>
                  </a:lnTo>
                  <a:lnTo>
                    <a:pt x="890" y="6815"/>
                  </a:lnTo>
                  <a:lnTo>
                    <a:pt x="910" y="6835"/>
                  </a:lnTo>
                  <a:lnTo>
                    <a:pt x="929" y="6874"/>
                  </a:lnTo>
                  <a:lnTo>
                    <a:pt x="949" y="6933"/>
                  </a:lnTo>
                  <a:lnTo>
                    <a:pt x="989" y="6953"/>
                  </a:lnTo>
                  <a:lnTo>
                    <a:pt x="949" y="6953"/>
                  </a:lnTo>
                  <a:lnTo>
                    <a:pt x="929" y="6933"/>
                  </a:lnTo>
                  <a:lnTo>
                    <a:pt x="929" y="6914"/>
                  </a:lnTo>
                  <a:lnTo>
                    <a:pt x="910" y="6914"/>
                  </a:lnTo>
                  <a:lnTo>
                    <a:pt x="929" y="6953"/>
                  </a:lnTo>
                  <a:lnTo>
                    <a:pt x="890" y="6953"/>
                  </a:lnTo>
                  <a:lnTo>
                    <a:pt x="890" y="6993"/>
                  </a:lnTo>
                  <a:lnTo>
                    <a:pt x="910" y="7012"/>
                  </a:lnTo>
                  <a:lnTo>
                    <a:pt x="949" y="7052"/>
                  </a:lnTo>
                  <a:lnTo>
                    <a:pt x="1008" y="7072"/>
                  </a:lnTo>
                  <a:lnTo>
                    <a:pt x="1048" y="7111"/>
                  </a:lnTo>
                  <a:lnTo>
                    <a:pt x="1028" y="7111"/>
                  </a:lnTo>
                  <a:lnTo>
                    <a:pt x="1068" y="7151"/>
                  </a:lnTo>
                  <a:lnTo>
                    <a:pt x="949" y="7111"/>
                  </a:lnTo>
                  <a:lnTo>
                    <a:pt x="989" y="7151"/>
                  </a:lnTo>
                  <a:lnTo>
                    <a:pt x="1028" y="7190"/>
                  </a:lnTo>
                  <a:lnTo>
                    <a:pt x="1068" y="7210"/>
                  </a:lnTo>
                  <a:lnTo>
                    <a:pt x="1087" y="7249"/>
                  </a:lnTo>
                  <a:lnTo>
                    <a:pt x="1068" y="7269"/>
                  </a:lnTo>
                  <a:lnTo>
                    <a:pt x="1107" y="7309"/>
                  </a:lnTo>
                  <a:lnTo>
                    <a:pt x="1068" y="7309"/>
                  </a:lnTo>
                  <a:lnTo>
                    <a:pt x="1127" y="7328"/>
                  </a:lnTo>
                  <a:lnTo>
                    <a:pt x="1147" y="7368"/>
                  </a:lnTo>
                  <a:lnTo>
                    <a:pt x="1186" y="7407"/>
                  </a:lnTo>
                  <a:lnTo>
                    <a:pt x="1226" y="7447"/>
                  </a:lnTo>
                  <a:lnTo>
                    <a:pt x="1166" y="7486"/>
                  </a:lnTo>
                  <a:lnTo>
                    <a:pt x="1147" y="7506"/>
                  </a:lnTo>
                  <a:lnTo>
                    <a:pt x="1186" y="7526"/>
                  </a:lnTo>
                  <a:lnTo>
                    <a:pt x="1068" y="7546"/>
                  </a:lnTo>
                  <a:lnTo>
                    <a:pt x="1068" y="7486"/>
                  </a:lnTo>
                  <a:lnTo>
                    <a:pt x="1087" y="7467"/>
                  </a:lnTo>
                  <a:lnTo>
                    <a:pt x="1107" y="7447"/>
                  </a:lnTo>
                  <a:lnTo>
                    <a:pt x="1087" y="7407"/>
                  </a:lnTo>
                  <a:lnTo>
                    <a:pt x="1048" y="7447"/>
                  </a:lnTo>
                  <a:lnTo>
                    <a:pt x="1028" y="7486"/>
                  </a:lnTo>
                  <a:lnTo>
                    <a:pt x="989" y="7605"/>
                  </a:lnTo>
                  <a:lnTo>
                    <a:pt x="1008" y="7704"/>
                  </a:lnTo>
                  <a:lnTo>
                    <a:pt x="1028" y="7803"/>
                  </a:lnTo>
                  <a:lnTo>
                    <a:pt x="1048" y="7842"/>
                  </a:lnTo>
                  <a:lnTo>
                    <a:pt x="1048" y="7882"/>
                  </a:lnTo>
                  <a:lnTo>
                    <a:pt x="2549" y="7921"/>
                  </a:lnTo>
                  <a:lnTo>
                    <a:pt x="2569" y="7842"/>
                  </a:lnTo>
                  <a:lnTo>
                    <a:pt x="2549" y="7783"/>
                  </a:lnTo>
                  <a:lnTo>
                    <a:pt x="2529" y="7743"/>
                  </a:lnTo>
                  <a:lnTo>
                    <a:pt x="2450" y="7822"/>
                  </a:lnTo>
                  <a:lnTo>
                    <a:pt x="2549" y="7822"/>
                  </a:lnTo>
                  <a:lnTo>
                    <a:pt x="2490" y="7862"/>
                  </a:lnTo>
                  <a:lnTo>
                    <a:pt x="2411" y="7862"/>
                  </a:lnTo>
                  <a:lnTo>
                    <a:pt x="2272" y="7822"/>
                  </a:lnTo>
                  <a:lnTo>
                    <a:pt x="2292" y="7803"/>
                  </a:lnTo>
                  <a:lnTo>
                    <a:pt x="2292" y="7783"/>
                  </a:lnTo>
                  <a:lnTo>
                    <a:pt x="2312" y="7763"/>
                  </a:lnTo>
                  <a:lnTo>
                    <a:pt x="2332" y="7763"/>
                  </a:lnTo>
                  <a:lnTo>
                    <a:pt x="2292" y="7684"/>
                  </a:lnTo>
                  <a:lnTo>
                    <a:pt x="2272" y="7704"/>
                  </a:lnTo>
                  <a:lnTo>
                    <a:pt x="2253" y="7723"/>
                  </a:lnTo>
                  <a:lnTo>
                    <a:pt x="2233" y="7723"/>
                  </a:lnTo>
                  <a:lnTo>
                    <a:pt x="2272" y="7664"/>
                  </a:lnTo>
                  <a:lnTo>
                    <a:pt x="2292" y="7644"/>
                  </a:lnTo>
                  <a:lnTo>
                    <a:pt x="2312" y="7664"/>
                  </a:lnTo>
                  <a:lnTo>
                    <a:pt x="2292" y="7605"/>
                  </a:lnTo>
                  <a:lnTo>
                    <a:pt x="2272" y="7585"/>
                  </a:lnTo>
                  <a:lnTo>
                    <a:pt x="2233" y="7585"/>
                  </a:lnTo>
                  <a:lnTo>
                    <a:pt x="2233" y="7565"/>
                  </a:lnTo>
                  <a:lnTo>
                    <a:pt x="2292" y="7565"/>
                  </a:lnTo>
                  <a:lnTo>
                    <a:pt x="2391" y="7605"/>
                  </a:lnTo>
                  <a:lnTo>
                    <a:pt x="2391" y="7565"/>
                  </a:lnTo>
                  <a:lnTo>
                    <a:pt x="2490" y="7565"/>
                  </a:lnTo>
                  <a:lnTo>
                    <a:pt x="2470" y="7486"/>
                  </a:lnTo>
                  <a:lnTo>
                    <a:pt x="2569" y="7506"/>
                  </a:lnTo>
                  <a:lnTo>
                    <a:pt x="2569" y="7486"/>
                  </a:lnTo>
                  <a:lnTo>
                    <a:pt x="2549" y="7447"/>
                  </a:lnTo>
                  <a:lnTo>
                    <a:pt x="2529" y="7427"/>
                  </a:lnTo>
                  <a:lnTo>
                    <a:pt x="2549" y="7388"/>
                  </a:lnTo>
                  <a:lnTo>
                    <a:pt x="2470" y="7388"/>
                  </a:lnTo>
                  <a:lnTo>
                    <a:pt x="2529" y="7249"/>
                  </a:lnTo>
                  <a:lnTo>
                    <a:pt x="2529" y="7131"/>
                  </a:lnTo>
                  <a:lnTo>
                    <a:pt x="2470" y="7170"/>
                  </a:lnTo>
                  <a:lnTo>
                    <a:pt x="2450" y="7131"/>
                  </a:lnTo>
                  <a:lnTo>
                    <a:pt x="2450" y="7111"/>
                  </a:lnTo>
                  <a:lnTo>
                    <a:pt x="2470" y="7072"/>
                  </a:lnTo>
                  <a:lnTo>
                    <a:pt x="2509" y="7032"/>
                  </a:lnTo>
                  <a:lnTo>
                    <a:pt x="2509" y="7012"/>
                  </a:lnTo>
                  <a:lnTo>
                    <a:pt x="2509" y="6973"/>
                  </a:lnTo>
                  <a:lnTo>
                    <a:pt x="2470" y="6933"/>
                  </a:lnTo>
                  <a:lnTo>
                    <a:pt x="2430" y="6894"/>
                  </a:lnTo>
                  <a:lnTo>
                    <a:pt x="2391" y="6874"/>
                  </a:lnTo>
                  <a:lnTo>
                    <a:pt x="2332" y="6874"/>
                  </a:lnTo>
                  <a:lnTo>
                    <a:pt x="2332" y="6854"/>
                  </a:lnTo>
                  <a:lnTo>
                    <a:pt x="2332" y="6835"/>
                  </a:lnTo>
                  <a:lnTo>
                    <a:pt x="2391" y="6815"/>
                  </a:lnTo>
                  <a:lnTo>
                    <a:pt x="2292" y="6756"/>
                  </a:lnTo>
                  <a:lnTo>
                    <a:pt x="2272" y="6716"/>
                  </a:lnTo>
                  <a:lnTo>
                    <a:pt x="2272" y="6696"/>
                  </a:lnTo>
                  <a:lnTo>
                    <a:pt x="2272" y="6677"/>
                  </a:lnTo>
                  <a:lnTo>
                    <a:pt x="2351" y="6756"/>
                  </a:lnTo>
                  <a:lnTo>
                    <a:pt x="2391" y="6736"/>
                  </a:lnTo>
                  <a:lnTo>
                    <a:pt x="2391" y="6677"/>
                  </a:lnTo>
                  <a:lnTo>
                    <a:pt x="2391" y="6637"/>
                  </a:lnTo>
                  <a:lnTo>
                    <a:pt x="2391" y="6598"/>
                  </a:lnTo>
                  <a:lnTo>
                    <a:pt x="2154" y="6400"/>
                  </a:lnTo>
                  <a:lnTo>
                    <a:pt x="2095" y="6420"/>
                  </a:lnTo>
                  <a:lnTo>
                    <a:pt x="2016" y="6440"/>
                  </a:lnTo>
                  <a:lnTo>
                    <a:pt x="1956" y="6420"/>
                  </a:lnTo>
                  <a:lnTo>
                    <a:pt x="1897" y="6400"/>
                  </a:lnTo>
                  <a:lnTo>
                    <a:pt x="1917" y="6380"/>
                  </a:lnTo>
                  <a:lnTo>
                    <a:pt x="1937" y="6341"/>
                  </a:lnTo>
                  <a:lnTo>
                    <a:pt x="1976" y="6262"/>
                  </a:lnTo>
                  <a:lnTo>
                    <a:pt x="2016" y="6262"/>
                  </a:lnTo>
                  <a:lnTo>
                    <a:pt x="2055" y="6222"/>
                  </a:lnTo>
                  <a:lnTo>
                    <a:pt x="2095" y="6203"/>
                  </a:lnTo>
                  <a:lnTo>
                    <a:pt x="2114" y="6222"/>
                  </a:lnTo>
                  <a:lnTo>
                    <a:pt x="2114" y="6242"/>
                  </a:lnTo>
                  <a:lnTo>
                    <a:pt x="2075" y="6282"/>
                  </a:lnTo>
                  <a:lnTo>
                    <a:pt x="2055" y="6301"/>
                  </a:lnTo>
                  <a:lnTo>
                    <a:pt x="2055" y="6321"/>
                  </a:lnTo>
                  <a:lnTo>
                    <a:pt x="2134" y="6262"/>
                  </a:lnTo>
                  <a:lnTo>
                    <a:pt x="2213" y="6163"/>
                  </a:lnTo>
                  <a:lnTo>
                    <a:pt x="2253" y="6183"/>
                  </a:lnTo>
                  <a:lnTo>
                    <a:pt x="2272" y="6222"/>
                  </a:lnTo>
                  <a:lnTo>
                    <a:pt x="2213" y="6222"/>
                  </a:lnTo>
                  <a:lnTo>
                    <a:pt x="2253" y="6262"/>
                  </a:lnTo>
                  <a:lnTo>
                    <a:pt x="2272" y="6262"/>
                  </a:lnTo>
                  <a:lnTo>
                    <a:pt x="2312" y="6242"/>
                  </a:lnTo>
                  <a:lnTo>
                    <a:pt x="2351" y="6203"/>
                  </a:lnTo>
                  <a:lnTo>
                    <a:pt x="2411" y="6203"/>
                  </a:lnTo>
                  <a:lnTo>
                    <a:pt x="2391" y="6143"/>
                  </a:lnTo>
                  <a:lnTo>
                    <a:pt x="2351" y="6143"/>
                  </a:lnTo>
                  <a:lnTo>
                    <a:pt x="2371" y="6124"/>
                  </a:lnTo>
                  <a:lnTo>
                    <a:pt x="2391" y="6084"/>
                  </a:lnTo>
                  <a:lnTo>
                    <a:pt x="2351" y="6045"/>
                  </a:lnTo>
                  <a:lnTo>
                    <a:pt x="2332" y="5985"/>
                  </a:lnTo>
                  <a:lnTo>
                    <a:pt x="2332" y="5946"/>
                  </a:lnTo>
                  <a:lnTo>
                    <a:pt x="2351" y="5926"/>
                  </a:lnTo>
                  <a:lnTo>
                    <a:pt x="2312" y="5946"/>
                  </a:lnTo>
                  <a:lnTo>
                    <a:pt x="2292" y="5946"/>
                  </a:lnTo>
                  <a:lnTo>
                    <a:pt x="2253" y="5926"/>
                  </a:lnTo>
                  <a:lnTo>
                    <a:pt x="2253" y="5887"/>
                  </a:lnTo>
                  <a:lnTo>
                    <a:pt x="2272" y="5867"/>
                  </a:lnTo>
                  <a:lnTo>
                    <a:pt x="2332" y="5827"/>
                  </a:lnTo>
                  <a:lnTo>
                    <a:pt x="2292" y="5808"/>
                  </a:lnTo>
                  <a:lnTo>
                    <a:pt x="2272" y="5788"/>
                  </a:lnTo>
                  <a:lnTo>
                    <a:pt x="2272" y="5748"/>
                  </a:lnTo>
                  <a:lnTo>
                    <a:pt x="2233" y="5729"/>
                  </a:lnTo>
                  <a:lnTo>
                    <a:pt x="2174" y="5748"/>
                  </a:lnTo>
                  <a:lnTo>
                    <a:pt x="2134" y="5768"/>
                  </a:lnTo>
                  <a:lnTo>
                    <a:pt x="2075" y="5748"/>
                  </a:lnTo>
                  <a:lnTo>
                    <a:pt x="2035" y="5729"/>
                  </a:lnTo>
                  <a:lnTo>
                    <a:pt x="2016" y="5689"/>
                  </a:lnTo>
                  <a:lnTo>
                    <a:pt x="2035" y="5650"/>
                  </a:lnTo>
                  <a:lnTo>
                    <a:pt x="2016" y="5630"/>
                  </a:lnTo>
                  <a:lnTo>
                    <a:pt x="2055" y="5610"/>
                  </a:lnTo>
                  <a:lnTo>
                    <a:pt x="2075" y="5630"/>
                  </a:lnTo>
                  <a:lnTo>
                    <a:pt x="2095" y="5669"/>
                  </a:lnTo>
                  <a:lnTo>
                    <a:pt x="2114" y="5689"/>
                  </a:lnTo>
                  <a:lnTo>
                    <a:pt x="2035" y="5551"/>
                  </a:lnTo>
                  <a:lnTo>
                    <a:pt x="2075" y="5531"/>
                  </a:lnTo>
                  <a:lnTo>
                    <a:pt x="2114" y="5531"/>
                  </a:lnTo>
                  <a:lnTo>
                    <a:pt x="2134" y="5571"/>
                  </a:lnTo>
                  <a:lnTo>
                    <a:pt x="2134" y="5610"/>
                  </a:lnTo>
                  <a:lnTo>
                    <a:pt x="2154" y="5551"/>
                  </a:lnTo>
                  <a:lnTo>
                    <a:pt x="2134" y="5511"/>
                  </a:lnTo>
                  <a:lnTo>
                    <a:pt x="2095" y="5472"/>
                  </a:lnTo>
                  <a:lnTo>
                    <a:pt x="2035" y="5452"/>
                  </a:lnTo>
                  <a:lnTo>
                    <a:pt x="2055" y="5413"/>
                  </a:lnTo>
                  <a:lnTo>
                    <a:pt x="2055" y="5353"/>
                  </a:lnTo>
                  <a:lnTo>
                    <a:pt x="2114" y="5373"/>
                  </a:lnTo>
                  <a:lnTo>
                    <a:pt x="2174" y="5373"/>
                  </a:lnTo>
                  <a:lnTo>
                    <a:pt x="2233" y="5393"/>
                  </a:lnTo>
                  <a:lnTo>
                    <a:pt x="2272" y="5413"/>
                  </a:lnTo>
                  <a:lnTo>
                    <a:pt x="2253" y="5452"/>
                  </a:lnTo>
                  <a:lnTo>
                    <a:pt x="2154" y="5452"/>
                  </a:lnTo>
                  <a:lnTo>
                    <a:pt x="2154" y="5472"/>
                  </a:lnTo>
                  <a:lnTo>
                    <a:pt x="2233" y="5472"/>
                  </a:lnTo>
                  <a:lnTo>
                    <a:pt x="2213" y="5511"/>
                  </a:lnTo>
                  <a:lnTo>
                    <a:pt x="2233" y="5531"/>
                  </a:lnTo>
                  <a:lnTo>
                    <a:pt x="2253" y="5571"/>
                  </a:lnTo>
                  <a:lnTo>
                    <a:pt x="2233" y="5571"/>
                  </a:lnTo>
                  <a:lnTo>
                    <a:pt x="2213" y="5551"/>
                  </a:lnTo>
                  <a:lnTo>
                    <a:pt x="2233" y="5650"/>
                  </a:lnTo>
                  <a:lnTo>
                    <a:pt x="2253" y="5689"/>
                  </a:lnTo>
                  <a:lnTo>
                    <a:pt x="2292" y="5709"/>
                  </a:lnTo>
                  <a:lnTo>
                    <a:pt x="2312" y="5669"/>
                  </a:lnTo>
                  <a:lnTo>
                    <a:pt x="2312" y="5650"/>
                  </a:lnTo>
                  <a:lnTo>
                    <a:pt x="2292" y="5571"/>
                  </a:lnTo>
                  <a:lnTo>
                    <a:pt x="2292" y="5492"/>
                  </a:lnTo>
                  <a:lnTo>
                    <a:pt x="2292" y="5472"/>
                  </a:lnTo>
                  <a:lnTo>
                    <a:pt x="2332" y="5452"/>
                  </a:lnTo>
                  <a:lnTo>
                    <a:pt x="2193" y="5294"/>
                  </a:lnTo>
                  <a:lnTo>
                    <a:pt x="2134" y="5333"/>
                  </a:lnTo>
                  <a:lnTo>
                    <a:pt x="2095" y="5333"/>
                  </a:lnTo>
                  <a:lnTo>
                    <a:pt x="2055" y="5314"/>
                  </a:lnTo>
                  <a:lnTo>
                    <a:pt x="2114" y="5294"/>
                  </a:lnTo>
                  <a:lnTo>
                    <a:pt x="2154" y="5254"/>
                  </a:lnTo>
                  <a:lnTo>
                    <a:pt x="2174" y="5215"/>
                  </a:lnTo>
                  <a:lnTo>
                    <a:pt x="2174" y="5175"/>
                  </a:lnTo>
                  <a:lnTo>
                    <a:pt x="2134" y="5175"/>
                  </a:lnTo>
                  <a:lnTo>
                    <a:pt x="2095" y="5136"/>
                  </a:lnTo>
                  <a:lnTo>
                    <a:pt x="2055" y="5116"/>
                  </a:lnTo>
                  <a:lnTo>
                    <a:pt x="1996" y="5116"/>
                  </a:lnTo>
                  <a:lnTo>
                    <a:pt x="2016" y="5136"/>
                  </a:lnTo>
                  <a:lnTo>
                    <a:pt x="2016" y="5156"/>
                  </a:lnTo>
                  <a:lnTo>
                    <a:pt x="1976" y="5175"/>
                  </a:lnTo>
                  <a:lnTo>
                    <a:pt x="1956" y="5136"/>
                  </a:lnTo>
                  <a:lnTo>
                    <a:pt x="1917" y="5136"/>
                  </a:lnTo>
                  <a:lnTo>
                    <a:pt x="1877" y="5156"/>
                  </a:lnTo>
                  <a:lnTo>
                    <a:pt x="1877" y="5136"/>
                  </a:lnTo>
                  <a:lnTo>
                    <a:pt x="1877" y="5077"/>
                  </a:lnTo>
                  <a:lnTo>
                    <a:pt x="1937" y="5077"/>
                  </a:lnTo>
                  <a:lnTo>
                    <a:pt x="1956" y="5017"/>
                  </a:lnTo>
                  <a:lnTo>
                    <a:pt x="2055" y="5057"/>
                  </a:lnTo>
                  <a:lnTo>
                    <a:pt x="2068" y="5065"/>
                  </a:lnTo>
                  <a:lnTo>
                    <a:pt x="1976" y="4919"/>
                  </a:lnTo>
                  <a:lnTo>
                    <a:pt x="1917" y="4859"/>
                  </a:lnTo>
                  <a:lnTo>
                    <a:pt x="1877" y="4780"/>
                  </a:lnTo>
                  <a:lnTo>
                    <a:pt x="1917" y="4780"/>
                  </a:lnTo>
                  <a:lnTo>
                    <a:pt x="1956" y="4800"/>
                  </a:lnTo>
                  <a:lnTo>
                    <a:pt x="2016" y="4859"/>
                  </a:lnTo>
                  <a:lnTo>
                    <a:pt x="2075" y="4899"/>
                  </a:lnTo>
                  <a:lnTo>
                    <a:pt x="2174" y="4899"/>
                  </a:lnTo>
                  <a:lnTo>
                    <a:pt x="2154" y="4859"/>
                  </a:lnTo>
                  <a:lnTo>
                    <a:pt x="2114" y="4840"/>
                  </a:lnTo>
                  <a:lnTo>
                    <a:pt x="2095" y="4840"/>
                  </a:lnTo>
                  <a:lnTo>
                    <a:pt x="2075" y="4800"/>
                  </a:lnTo>
                  <a:lnTo>
                    <a:pt x="2095" y="4780"/>
                  </a:lnTo>
                  <a:lnTo>
                    <a:pt x="2114" y="4761"/>
                  </a:lnTo>
                  <a:lnTo>
                    <a:pt x="2114" y="4721"/>
                  </a:lnTo>
                  <a:lnTo>
                    <a:pt x="2075" y="4662"/>
                  </a:lnTo>
                  <a:lnTo>
                    <a:pt x="2055" y="4603"/>
                  </a:lnTo>
                  <a:lnTo>
                    <a:pt x="2016" y="4642"/>
                  </a:lnTo>
                  <a:lnTo>
                    <a:pt x="1996" y="4622"/>
                  </a:lnTo>
                  <a:lnTo>
                    <a:pt x="1996" y="4583"/>
                  </a:lnTo>
                  <a:lnTo>
                    <a:pt x="2016" y="4524"/>
                  </a:lnTo>
                  <a:lnTo>
                    <a:pt x="2035" y="4524"/>
                  </a:lnTo>
                  <a:lnTo>
                    <a:pt x="1996" y="4504"/>
                  </a:lnTo>
                  <a:lnTo>
                    <a:pt x="2016" y="4484"/>
                  </a:lnTo>
                  <a:lnTo>
                    <a:pt x="1996" y="4464"/>
                  </a:lnTo>
                  <a:lnTo>
                    <a:pt x="1976" y="4405"/>
                  </a:lnTo>
                  <a:lnTo>
                    <a:pt x="1976" y="4346"/>
                  </a:lnTo>
                  <a:lnTo>
                    <a:pt x="1956" y="4306"/>
                  </a:lnTo>
                  <a:lnTo>
                    <a:pt x="1937" y="4306"/>
                  </a:lnTo>
                  <a:lnTo>
                    <a:pt x="1937" y="4346"/>
                  </a:lnTo>
                  <a:lnTo>
                    <a:pt x="1956" y="4366"/>
                  </a:lnTo>
                  <a:lnTo>
                    <a:pt x="1956" y="4405"/>
                  </a:lnTo>
                  <a:lnTo>
                    <a:pt x="1937" y="4445"/>
                  </a:lnTo>
                  <a:lnTo>
                    <a:pt x="1897" y="4464"/>
                  </a:lnTo>
                  <a:lnTo>
                    <a:pt x="1877" y="4445"/>
                  </a:lnTo>
                  <a:lnTo>
                    <a:pt x="1858" y="4385"/>
                  </a:lnTo>
                  <a:lnTo>
                    <a:pt x="1818" y="4346"/>
                  </a:lnTo>
                  <a:lnTo>
                    <a:pt x="1779" y="4287"/>
                  </a:lnTo>
                  <a:lnTo>
                    <a:pt x="1759" y="4227"/>
                  </a:lnTo>
                  <a:lnTo>
                    <a:pt x="1739" y="4247"/>
                  </a:lnTo>
                  <a:lnTo>
                    <a:pt x="1719" y="4227"/>
                  </a:lnTo>
                  <a:lnTo>
                    <a:pt x="1700" y="4208"/>
                  </a:lnTo>
                  <a:lnTo>
                    <a:pt x="1700" y="4148"/>
                  </a:lnTo>
                  <a:lnTo>
                    <a:pt x="1719" y="4109"/>
                  </a:lnTo>
                  <a:lnTo>
                    <a:pt x="1739" y="4109"/>
                  </a:lnTo>
                  <a:lnTo>
                    <a:pt x="1779" y="4129"/>
                  </a:lnTo>
                  <a:lnTo>
                    <a:pt x="1818" y="4148"/>
                  </a:lnTo>
                  <a:lnTo>
                    <a:pt x="1838" y="4129"/>
                  </a:lnTo>
                  <a:lnTo>
                    <a:pt x="1877" y="4168"/>
                  </a:lnTo>
                  <a:lnTo>
                    <a:pt x="1877" y="4188"/>
                  </a:lnTo>
                  <a:lnTo>
                    <a:pt x="1897" y="4208"/>
                  </a:lnTo>
                  <a:lnTo>
                    <a:pt x="1937" y="4227"/>
                  </a:lnTo>
                  <a:lnTo>
                    <a:pt x="2035" y="4168"/>
                  </a:lnTo>
                  <a:lnTo>
                    <a:pt x="1996" y="4129"/>
                  </a:lnTo>
                  <a:lnTo>
                    <a:pt x="2016" y="4089"/>
                  </a:lnTo>
                  <a:lnTo>
                    <a:pt x="2035" y="4069"/>
                  </a:lnTo>
                  <a:lnTo>
                    <a:pt x="2035" y="4030"/>
                  </a:lnTo>
                  <a:lnTo>
                    <a:pt x="1996" y="4069"/>
                  </a:lnTo>
                  <a:lnTo>
                    <a:pt x="1956" y="4069"/>
                  </a:lnTo>
                  <a:lnTo>
                    <a:pt x="1956" y="4050"/>
                  </a:lnTo>
                  <a:lnTo>
                    <a:pt x="1976" y="4030"/>
                  </a:lnTo>
                  <a:lnTo>
                    <a:pt x="1858" y="4050"/>
                  </a:lnTo>
                  <a:lnTo>
                    <a:pt x="1877" y="4089"/>
                  </a:lnTo>
                  <a:lnTo>
                    <a:pt x="1897" y="4109"/>
                  </a:lnTo>
                  <a:lnTo>
                    <a:pt x="1917" y="4148"/>
                  </a:lnTo>
                  <a:lnTo>
                    <a:pt x="1897" y="4168"/>
                  </a:lnTo>
                  <a:lnTo>
                    <a:pt x="1858" y="4129"/>
                  </a:lnTo>
                  <a:lnTo>
                    <a:pt x="1798" y="4109"/>
                  </a:lnTo>
                  <a:lnTo>
                    <a:pt x="1759" y="4069"/>
                  </a:lnTo>
                  <a:lnTo>
                    <a:pt x="1739" y="4010"/>
                  </a:lnTo>
                  <a:lnTo>
                    <a:pt x="1759" y="4010"/>
                  </a:lnTo>
                  <a:lnTo>
                    <a:pt x="1779" y="4030"/>
                  </a:lnTo>
                  <a:lnTo>
                    <a:pt x="1798" y="4050"/>
                  </a:lnTo>
                  <a:lnTo>
                    <a:pt x="1798" y="4010"/>
                  </a:lnTo>
                  <a:lnTo>
                    <a:pt x="1779" y="3990"/>
                  </a:lnTo>
                  <a:lnTo>
                    <a:pt x="1759" y="3951"/>
                  </a:lnTo>
                  <a:lnTo>
                    <a:pt x="1759" y="3911"/>
                  </a:lnTo>
                  <a:lnTo>
                    <a:pt x="1818" y="3951"/>
                  </a:lnTo>
                  <a:lnTo>
                    <a:pt x="1858" y="3971"/>
                  </a:lnTo>
                  <a:lnTo>
                    <a:pt x="1897" y="3951"/>
                  </a:lnTo>
                  <a:lnTo>
                    <a:pt x="1798" y="3931"/>
                  </a:lnTo>
                  <a:lnTo>
                    <a:pt x="1838" y="3892"/>
                  </a:lnTo>
                  <a:lnTo>
                    <a:pt x="1858" y="3892"/>
                  </a:lnTo>
                  <a:lnTo>
                    <a:pt x="1838" y="3872"/>
                  </a:lnTo>
                  <a:lnTo>
                    <a:pt x="1779" y="3872"/>
                  </a:lnTo>
                  <a:lnTo>
                    <a:pt x="1779" y="3852"/>
                  </a:lnTo>
                  <a:lnTo>
                    <a:pt x="1798" y="3832"/>
                  </a:lnTo>
                  <a:lnTo>
                    <a:pt x="1838" y="3813"/>
                  </a:lnTo>
                  <a:lnTo>
                    <a:pt x="1818" y="3793"/>
                  </a:lnTo>
                  <a:lnTo>
                    <a:pt x="1818" y="3773"/>
                  </a:lnTo>
                  <a:lnTo>
                    <a:pt x="1779" y="3753"/>
                  </a:lnTo>
                  <a:lnTo>
                    <a:pt x="1759" y="3734"/>
                  </a:lnTo>
                  <a:lnTo>
                    <a:pt x="1739" y="3773"/>
                  </a:lnTo>
                  <a:lnTo>
                    <a:pt x="1640" y="3773"/>
                  </a:lnTo>
                  <a:lnTo>
                    <a:pt x="1601" y="3753"/>
                  </a:lnTo>
                  <a:lnTo>
                    <a:pt x="1601" y="3694"/>
                  </a:lnTo>
                  <a:lnTo>
                    <a:pt x="1581" y="3635"/>
                  </a:lnTo>
                  <a:lnTo>
                    <a:pt x="1601" y="3595"/>
                  </a:lnTo>
                  <a:lnTo>
                    <a:pt x="1640" y="3536"/>
                  </a:lnTo>
                  <a:lnTo>
                    <a:pt x="1581" y="3516"/>
                  </a:lnTo>
                  <a:lnTo>
                    <a:pt x="1621" y="3516"/>
                  </a:lnTo>
                  <a:lnTo>
                    <a:pt x="1621" y="3477"/>
                  </a:lnTo>
                  <a:lnTo>
                    <a:pt x="1621" y="3437"/>
                  </a:lnTo>
                  <a:lnTo>
                    <a:pt x="1660" y="3437"/>
                  </a:lnTo>
                  <a:lnTo>
                    <a:pt x="1660" y="3477"/>
                  </a:lnTo>
                  <a:lnTo>
                    <a:pt x="1700" y="3516"/>
                  </a:lnTo>
                  <a:lnTo>
                    <a:pt x="1719" y="3536"/>
                  </a:lnTo>
                  <a:lnTo>
                    <a:pt x="1759" y="3536"/>
                  </a:lnTo>
                  <a:lnTo>
                    <a:pt x="1779" y="3516"/>
                  </a:lnTo>
                  <a:lnTo>
                    <a:pt x="1798" y="3497"/>
                  </a:lnTo>
                  <a:lnTo>
                    <a:pt x="1858" y="3516"/>
                  </a:lnTo>
                  <a:lnTo>
                    <a:pt x="1858" y="3516"/>
                  </a:lnTo>
                  <a:lnTo>
                    <a:pt x="1838" y="3497"/>
                  </a:lnTo>
                  <a:lnTo>
                    <a:pt x="1798" y="3477"/>
                  </a:lnTo>
                  <a:lnTo>
                    <a:pt x="1739" y="3497"/>
                  </a:lnTo>
                  <a:lnTo>
                    <a:pt x="1700" y="3477"/>
                  </a:lnTo>
                  <a:lnTo>
                    <a:pt x="1719" y="3457"/>
                  </a:lnTo>
                  <a:lnTo>
                    <a:pt x="1719" y="3437"/>
                  </a:lnTo>
                  <a:lnTo>
                    <a:pt x="1739" y="3418"/>
                  </a:lnTo>
                  <a:lnTo>
                    <a:pt x="1779" y="3418"/>
                  </a:lnTo>
                  <a:lnTo>
                    <a:pt x="1759" y="3378"/>
                  </a:lnTo>
                  <a:lnTo>
                    <a:pt x="1739" y="3358"/>
                  </a:lnTo>
                  <a:lnTo>
                    <a:pt x="1700" y="3339"/>
                  </a:lnTo>
                  <a:lnTo>
                    <a:pt x="1700" y="3319"/>
                  </a:lnTo>
                  <a:lnTo>
                    <a:pt x="1818" y="3319"/>
                  </a:lnTo>
                  <a:lnTo>
                    <a:pt x="1818" y="3299"/>
                  </a:lnTo>
                  <a:lnTo>
                    <a:pt x="1818" y="3279"/>
                  </a:lnTo>
                  <a:lnTo>
                    <a:pt x="1838" y="3260"/>
                  </a:lnTo>
                  <a:lnTo>
                    <a:pt x="1779" y="3260"/>
                  </a:lnTo>
                  <a:lnTo>
                    <a:pt x="1779" y="3279"/>
                  </a:lnTo>
                  <a:lnTo>
                    <a:pt x="1759" y="3260"/>
                  </a:lnTo>
                  <a:lnTo>
                    <a:pt x="1739" y="3240"/>
                  </a:lnTo>
                  <a:lnTo>
                    <a:pt x="1739" y="3200"/>
                  </a:lnTo>
                  <a:lnTo>
                    <a:pt x="1719" y="3181"/>
                  </a:lnTo>
                  <a:lnTo>
                    <a:pt x="1739" y="3161"/>
                  </a:lnTo>
                  <a:lnTo>
                    <a:pt x="1739" y="3121"/>
                  </a:lnTo>
                  <a:lnTo>
                    <a:pt x="1739" y="3082"/>
                  </a:lnTo>
                  <a:lnTo>
                    <a:pt x="1739" y="3042"/>
                  </a:lnTo>
                  <a:lnTo>
                    <a:pt x="1700" y="3062"/>
                  </a:lnTo>
                  <a:lnTo>
                    <a:pt x="1680" y="3062"/>
                  </a:lnTo>
                  <a:lnTo>
                    <a:pt x="1680" y="3082"/>
                  </a:lnTo>
                  <a:lnTo>
                    <a:pt x="1700" y="3102"/>
                  </a:lnTo>
                  <a:lnTo>
                    <a:pt x="1719" y="3121"/>
                  </a:lnTo>
                  <a:lnTo>
                    <a:pt x="1719" y="3141"/>
                  </a:lnTo>
                  <a:lnTo>
                    <a:pt x="1680" y="3161"/>
                  </a:lnTo>
                  <a:lnTo>
                    <a:pt x="1640" y="3102"/>
                  </a:lnTo>
                  <a:lnTo>
                    <a:pt x="1621" y="3022"/>
                  </a:lnTo>
                  <a:lnTo>
                    <a:pt x="1601" y="2924"/>
                  </a:lnTo>
                  <a:lnTo>
                    <a:pt x="1561" y="2864"/>
                  </a:lnTo>
                  <a:lnTo>
                    <a:pt x="1581" y="2825"/>
                  </a:lnTo>
                  <a:lnTo>
                    <a:pt x="1700" y="2825"/>
                  </a:lnTo>
                  <a:lnTo>
                    <a:pt x="1700" y="2864"/>
                  </a:lnTo>
                  <a:lnTo>
                    <a:pt x="1700" y="2904"/>
                  </a:lnTo>
                  <a:lnTo>
                    <a:pt x="1700" y="2943"/>
                  </a:lnTo>
                  <a:lnTo>
                    <a:pt x="1719" y="2983"/>
                  </a:lnTo>
                  <a:lnTo>
                    <a:pt x="1719" y="2924"/>
                  </a:lnTo>
                  <a:lnTo>
                    <a:pt x="1719" y="2864"/>
                  </a:lnTo>
                  <a:lnTo>
                    <a:pt x="1700" y="2785"/>
                  </a:lnTo>
                  <a:lnTo>
                    <a:pt x="1640" y="2746"/>
                  </a:lnTo>
                  <a:lnTo>
                    <a:pt x="1660" y="2706"/>
                  </a:lnTo>
                  <a:lnTo>
                    <a:pt x="1680" y="2687"/>
                  </a:lnTo>
                  <a:lnTo>
                    <a:pt x="1719" y="2647"/>
                  </a:lnTo>
                  <a:lnTo>
                    <a:pt x="1779" y="2608"/>
                  </a:lnTo>
                  <a:lnTo>
                    <a:pt x="1779" y="2568"/>
                  </a:lnTo>
                  <a:lnTo>
                    <a:pt x="1779" y="2548"/>
                  </a:lnTo>
                  <a:lnTo>
                    <a:pt x="1719" y="2568"/>
                  </a:lnTo>
                  <a:lnTo>
                    <a:pt x="1680" y="2588"/>
                  </a:lnTo>
                  <a:lnTo>
                    <a:pt x="1660" y="2568"/>
                  </a:lnTo>
                  <a:lnTo>
                    <a:pt x="1660" y="2548"/>
                  </a:lnTo>
                  <a:lnTo>
                    <a:pt x="1680" y="2509"/>
                  </a:lnTo>
                  <a:lnTo>
                    <a:pt x="1640" y="2509"/>
                  </a:lnTo>
                  <a:lnTo>
                    <a:pt x="1640" y="2529"/>
                  </a:lnTo>
                  <a:lnTo>
                    <a:pt x="1621" y="2529"/>
                  </a:lnTo>
                  <a:lnTo>
                    <a:pt x="1601" y="2509"/>
                  </a:lnTo>
                  <a:lnTo>
                    <a:pt x="1601" y="2489"/>
                  </a:lnTo>
                  <a:lnTo>
                    <a:pt x="1621" y="2469"/>
                  </a:lnTo>
                  <a:lnTo>
                    <a:pt x="1660" y="2469"/>
                  </a:lnTo>
                  <a:lnTo>
                    <a:pt x="1640" y="2450"/>
                  </a:lnTo>
                  <a:lnTo>
                    <a:pt x="1640" y="2430"/>
                  </a:lnTo>
                  <a:lnTo>
                    <a:pt x="1680" y="2390"/>
                  </a:lnTo>
                  <a:lnTo>
                    <a:pt x="1719" y="2371"/>
                  </a:lnTo>
                  <a:lnTo>
                    <a:pt x="1700" y="2351"/>
                  </a:lnTo>
                  <a:lnTo>
                    <a:pt x="1680" y="2331"/>
                  </a:lnTo>
                  <a:lnTo>
                    <a:pt x="1660" y="2331"/>
                  </a:lnTo>
                  <a:lnTo>
                    <a:pt x="1660" y="2351"/>
                  </a:lnTo>
                  <a:lnTo>
                    <a:pt x="1660" y="2371"/>
                  </a:lnTo>
                  <a:lnTo>
                    <a:pt x="1621" y="2371"/>
                  </a:lnTo>
                  <a:lnTo>
                    <a:pt x="1581" y="2351"/>
                  </a:lnTo>
                  <a:lnTo>
                    <a:pt x="1522" y="2311"/>
                  </a:lnTo>
                  <a:lnTo>
                    <a:pt x="1542" y="2311"/>
                  </a:lnTo>
                  <a:lnTo>
                    <a:pt x="1542" y="2292"/>
                  </a:lnTo>
                  <a:lnTo>
                    <a:pt x="1542" y="2252"/>
                  </a:lnTo>
                  <a:lnTo>
                    <a:pt x="1581" y="2252"/>
                  </a:lnTo>
                  <a:lnTo>
                    <a:pt x="1581" y="2272"/>
                  </a:lnTo>
                  <a:lnTo>
                    <a:pt x="1601" y="2311"/>
                  </a:lnTo>
                  <a:lnTo>
                    <a:pt x="1621" y="2311"/>
                  </a:lnTo>
                  <a:lnTo>
                    <a:pt x="1621" y="2252"/>
                  </a:lnTo>
                  <a:lnTo>
                    <a:pt x="1601" y="2272"/>
                  </a:lnTo>
                  <a:lnTo>
                    <a:pt x="1542" y="2193"/>
                  </a:lnTo>
                  <a:lnTo>
                    <a:pt x="1542" y="2213"/>
                  </a:lnTo>
                  <a:lnTo>
                    <a:pt x="1502" y="2232"/>
                  </a:lnTo>
                  <a:lnTo>
                    <a:pt x="1463" y="2213"/>
                  </a:lnTo>
                  <a:lnTo>
                    <a:pt x="1443" y="2193"/>
                  </a:lnTo>
                  <a:lnTo>
                    <a:pt x="1463" y="2114"/>
                  </a:lnTo>
                  <a:lnTo>
                    <a:pt x="1502" y="2094"/>
                  </a:lnTo>
                  <a:lnTo>
                    <a:pt x="1542" y="2094"/>
                  </a:lnTo>
                  <a:lnTo>
                    <a:pt x="1502" y="2074"/>
                  </a:lnTo>
                  <a:lnTo>
                    <a:pt x="1463" y="2055"/>
                  </a:lnTo>
                  <a:lnTo>
                    <a:pt x="1443" y="1976"/>
                  </a:lnTo>
                  <a:lnTo>
                    <a:pt x="1423" y="1995"/>
                  </a:lnTo>
                  <a:lnTo>
                    <a:pt x="1403" y="1995"/>
                  </a:lnTo>
                  <a:lnTo>
                    <a:pt x="1344" y="1976"/>
                  </a:lnTo>
                  <a:lnTo>
                    <a:pt x="1423" y="1877"/>
                  </a:lnTo>
                  <a:lnTo>
                    <a:pt x="1443" y="1916"/>
                  </a:lnTo>
                  <a:lnTo>
                    <a:pt x="1463" y="1916"/>
                  </a:lnTo>
                  <a:lnTo>
                    <a:pt x="1502" y="1877"/>
                  </a:lnTo>
                  <a:lnTo>
                    <a:pt x="1542" y="1877"/>
                  </a:lnTo>
                  <a:lnTo>
                    <a:pt x="1581" y="1897"/>
                  </a:lnTo>
                  <a:lnTo>
                    <a:pt x="1601" y="1936"/>
                  </a:lnTo>
                  <a:lnTo>
                    <a:pt x="1581" y="1995"/>
                  </a:lnTo>
                  <a:lnTo>
                    <a:pt x="1621" y="1956"/>
                  </a:lnTo>
                  <a:lnTo>
                    <a:pt x="1621" y="1936"/>
                  </a:lnTo>
                  <a:lnTo>
                    <a:pt x="1621" y="1916"/>
                  </a:lnTo>
                  <a:lnTo>
                    <a:pt x="1601" y="1897"/>
                  </a:lnTo>
                  <a:lnTo>
                    <a:pt x="1561" y="1857"/>
                  </a:lnTo>
                  <a:lnTo>
                    <a:pt x="1542" y="1837"/>
                  </a:lnTo>
                  <a:lnTo>
                    <a:pt x="1561" y="1798"/>
                  </a:lnTo>
                  <a:lnTo>
                    <a:pt x="1601" y="1798"/>
                  </a:lnTo>
                  <a:lnTo>
                    <a:pt x="1621" y="1818"/>
                  </a:lnTo>
                  <a:lnTo>
                    <a:pt x="1601" y="1778"/>
                  </a:lnTo>
                  <a:lnTo>
                    <a:pt x="1581" y="1739"/>
                  </a:lnTo>
                  <a:lnTo>
                    <a:pt x="1601" y="1719"/>
                  </a:lnTo>
                  <a:lnTo>
                    <a:pt x="1542" y="1739"/>
                  </a:lnTo>
                  <a:lnTo>
                    <a:pt x="1502" y="1739"/>
                  </a:lnTo>
                  <a:lnTo>
                    <a:pt x="1463" y="1719"/>
                  </a:lnTo>
                  <a:lnTo>
                    <a:pt x="1542" y="1640"/>
                  </a:lnTo>
                  <a:lnTo>
                    <a:pt x="1542" y="1620"/>
                  </a:lnTo>
                  <a:lnTo>
                    <a:pt x="1542" y="1600"/>
                  </a:lnTo>
                  <a:lnTo>
                    <a:pt x="1443" y="1600"/>
                  </a:lnTo>
                  <a:lnTo>
                    <a:pt x="1403" y="1561"/>
                  </a:lnTo>
                  <a:lnTo>
                    <a:pt x="1344" y="1620"/>
                  </a:lnTo>
                  <a:lnTo>
                    <a:pt x="1305" y="1600"/>
                  </a:lnTo>
                  <a:lnTo>
                    <a:pt x="1305" y="1640"/>
                  </a:lnTo>
                  <a:lnTo>
                    <a:pt x="1265" y="1640"/>
                  </a:lnTo>
                  <a:lnTo>
                    <a:pt x="1245" y="1620"/>
                  </a:lnTo>
                  <a:lnTo>
                    <a:pt x="1226" y="1581"/>
                  </a:lnTo>
                  <a:lnTo>
                    <a:pt x="1206" y="1561"/>
                  </a:lnTo>
                  <a:lnTo>
                    <a:pt x="1245" y="1482"/>
                  </a:lnTo>
                  <a:lnTo>
                    <a:pt x="1305" y="1423"/>
                  </a:lnTo>
                  <a:lnTo>
                    <a:pt x="1384" y="1423"/>
                  </a:lnTo>
                  <a:lnTo>
                    <a:pt x="1463" y="1462"/>
                  </a:lnTo>
                  <a:lnTo>
                    <a:pt x="1542" y="1482"/>
                  </a:lnTo>
                  <a:lnTo>
                    <a:pt x="1640" y="1482"/>
                  </a:lnTo>
                  <a:lnTo>
                    <a:pt x="1601" y="1363"/>
                  </a:lnTo>
                  <a:lnTo>
                    <a:pt x="1581" y="1284"/>
                  </a:lnTo>
                  <a:lnTo>
                    <a:pt x="1601" y="1245"/>
                  </a:lnTo>
                  <a:lnTo>
                    <a:pt x="1561" y="1205"/>
                  </a:lnTo>
                  <a:lnTo>
                    <a:pt x="1522" y="1186"/>
                  </a:lnTo>
                  <a:lnTo>
                    <a:pt x="1384" y="1186"/>
                  </a:lnTo>
                  <a:lnTo>
                    <a:pt x="1384" y="1146"/>
                  </a:lnTo>
                  <a:lnTo>
                    <a:pt x="1403" y="1126"/>
                  </a:lnTo>
                  <a:lnTo>
                    <a:pt x="1443" y="1166"/>
                  </a:lnTo>
                  <a:lnTo>
                    <a:pt x="1384" y="1047"/>
                  </a:lnTo>
                  <a:lnTo>
                    <a:pt x="1364" y="988"/>
                  </a:lnTo>
                  <a:lnTo>
                    <a:pt x="1364" y="929"/>
                  </a:lnTo>
                  <a:lnTo>
                    <a:pt x="1324" y="889"/>
                  </a:lnTo>
                  <a:lnTo>
                    <a:pt x="1285" y="889"/>
                  </a:lnTo>
                  <a:lnTo>
                    <a:pt x="1186" y="909"/>
                  </a:lnTo>
                  <a:lnTo>
                    <a:pt x="1166" y="850"/>
                  </a:lnTo>
                  <a:lnTo>
                    <a:pt x="1107" y="850"/>
                  </a:lnTo>
                  <a:lnTo>
                    <a:pt x="1107" y="810"/>
                  </a:lnTo>
                  <a:lnTo>
                    <a:pt x="1107" y="751"/>
                  </a:lnTo>
                  <a:lnTo>
                    <a:pt x="1147" y="771"/>
                  </a:lnTo>
                  <a:lnTo>
                    <a:pt x="1166" y="771"/>
                  </a:lnTo>
                  <a:lnTo>
                    <a:pt x="1186" y="751"/>
                  </a:lnTo>
                  <a:lnTo>
                    <a:pt x="1186" y="712"/>
                  </a:lnTo>
                  <a:lnTo>
                    <a:pt x="1166" y="672"/>
                  </a:lnTo>
                  <a:lnTo>
                    <a:pt x="1147" y="652"/>
                  </a:lnTo>
                  <a:lnTo>
                    <a:pt x="1226" y="672"/>
                  </a:lnTo>
                  <a:lnTo>
                    <a:pt x="1245" y="692"/>
                  </a:lnTo>
                  <a:lnTo>
                    <a:pt x="1245" y="712"/>
                  </a:lnTo>
                  <a:lnTo>
                    <a:pt x="1206" y="731"/>
                  </a:lnTo>
                  <a:lnTo>
                    <a:pt x="1265" y="791"/>
                  </a:lnTo>
                  <a:lnTo>
                    <a:pt x="1245" y="731"/>
                  </a:lnTo>
                  <a:lnTo>
                    <a:pt x="1285" y="692"/>
                  </a:lnTo>
                  <a:lnTo>
                    <a:pt x="1324" y="672"/>
                  </a:lnTo>
                  <a:lnTo>
                    <a:pt x="1403" y="672"/>
                  </a:lnTo>
                  <a:lnTo>
                    <a:pt x="1384" y="652"/>
                  </a:lnTo>
                  <a:lnTo>
                    <a:pt x="1364" y="632"/>
                  </a:lnTo>
                  <a:lnTo>
                    <a:pt x="1324" y="652"/>
                  </a:lnTo>
                  <a:lnTo>
                    <a:pt x="1305" y="672"/>
                  </a:lnTo>
                  <a:lnTo>
                    <a:pt x="1285" y="652"/>
                  </a:lnTo>
                  <a:lnTo>
                    <a:pt x="1265" y="632"/>
                  </a:lnTo>
                  <a:lnTo>
                    <a:pt x="1324" y="593"/>
                  </a:lnTo>
                  <a:lnTo>
                    <a:pt x="1344" y="534"/>
                  </a:lnTo>
                  <a:lnTo>
                    <a:pt x="1344" y="455"/>
                  </a:lnTo>
                  <a:lnTo>
                    <a:pt x="1344" y="415"/>
                  </a:lnTo>
                  <a:lnTo>
                    <a:pt x="1344" y="376"/>
                  </a:lnTo>
                  <a:lnTo>
                    <a:pt x="1324" y="395"/>
                  </a:lnTo>
                  <a:lnTo>
                    <a:pt x="1305" y="395"/>
                  </a:lnTo>
                  <a:lnTo>
                    <a:pt x="1285" y="376"/>
                  </a:lnTo>
                  <a:lnTo>
                    <a:pt x="1245" y="356"/>
                  </a:lnTo>
                  <a:lnTo>
                    <a:pt x="1186" y="356"/>
                  </a:lnTo>
                  <a:lnTo>
                    <a:pt x="1147" y="336"/>
                  </a:lnTo>
                  <a:lnTo>
                    <a:pt x="1127" y="316"/>
                  </a:lnTo>
                  <a:lnTo>
                    <a:pt x="1127" y="277"/>
                  </a:lnTo>
                  <a:lnTo>
                    <a:pt x="1087" y="297"/>
                  </a:lnTo>
                  <a:lnTo>
                    <a:pt x="1068" y="336"/>
                  </a:lnTo>
                  <a:lnTo>
                    <a:pt x="1068" y="415"/>
                  </a:lnTo>
                  <a:lnTo>
                    <a:pt x="1008" y="415"/>
                  </a:lnTo>
                  <a:lnTo>
                    <a:pt x="969" y="435"/>
                  </a:lnTo>
                  <a:lnTo>
                    <a:pt x="890" y="376"/>
                  </a:lnTo>
                  <a:lnTo>
                    <a:pt x="811" y="316"/>
                  </a:lnTo>
                  <a:lnTo>
                    <a:pt x="870" y="316"/>
                  </a:lnTo>
                  <a:lnTo>
                    <a:pt x="771" y="218"/>
                  </a:lnTo>
                  <a:lnTo>
                    <a:pt x="850" y="178"/>
                  </a:lnTo>
                  <a:lnTo>
                    <a:pt x="910" y="198"/>
                  </a:lnTo>
                  <a:lnTo>
                    <a:pt x="910" y="119"/>
                  </a:lnTo>
                  <a:lnTo>
                    <a:pt x="890" y="60"/>
                  </a:lnTo>
                  <a:lnTo>
                    <a:pt x="890" y="40"/>
                  </a:lnTo>
                  <a:lnTo>
                    <a:pt x="949" y="20"/>
                  </a:lnTo>
                  <a:lnTo>
                    <a:pt x="92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 name="Google Shape;1873;p8"/>
            <p:cNvSpPr/>
            <p:nvPr/>
          </p:nvSpPr>
          <p:spPr>
            <a:xfrm>
              <a:off x="4697795" y="-2082738"/>
              <a:ext cx="789" cy="752"/>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 name="Google Shape;1874;p8"/>
            <p:cNvSpPr/>
            <p:nvPr/>
          </p:nvSpPr>
          <p:spPr>
            <a:xfrm>
              <a:off x="4509953" y="-1421173"/>
              <a:ext cx="679402" cy="664554"/>
            </a:xfrm>
            <a:custGeom>
              <a:rect b="b" l="l" r="r" t="t"/>
              <a:pathLst>
                <a:path extrusionOk="0" h="17679" w="18074">
                  <a:moveTo>
                    <a:pt x="3892" y="0"/>
                  </a:moveTo>
                  <a:lnTo>
                    <a:pt x="3832" y="40"/>
                  </a:lnTo>
                  <a:lnTo>
                    <a:pt x="3734" y="139"/>
                  </a:lnTo>
                  <a:lnTo>
                    <a:pt x="3635" y="277"/>
                  </a:lnTo>
                  <a:lnTo>
                    <a:pt x="3516" y="455"/>
                  </a:lnTo>
                  <a:lnTo>
                    <a:pt x="3240" y="948"/>
                  </a:lnTo>
                  <a:lnTo>
                    <a:pt x="2924" y="1580"/>
                  </a:lnTo>
                  <a:lnTo>
                    <a:pt x="2588" y="2311"/>
                  </a:lnTo>
                  <a:lnTo>
                    <a:pt x="2232" y="3141"/>
                  </a:lnTo>
                  <a:lnTo>
                    <a:pt x="1877" y="4010"/>
                  </a:lnTo>
                  <a:lnTo>
                    <a:pt x="1521" y="4938"/>
                  </a:lnTo>
                  <a:lnTo>
                    <a:pt x="1166" y="5847"/>
                  </a:lnTo>
                  <a:lnTo>
                    <a:pt x="850" y="6736"/>
                  </a:lnTo>
                  <a:lnTo>
                    <a:pt x="573" y="7565"/>
                  </a:lnTo>
                  <a:lnTo>
                    <a:pt x="336" y="8316"/>
                  </a:lnTo>
                  <a:lnTo>
                    <a:pt x="158" y="8968"/>
                  </a:lnTo>
                  <a:lnTo>
                    <a:pt x="40" y="9481"/>
                  </a:lnTo>
                  <a:lnTo>
                    <a:pt x="20" y="9679"/>
                  </a:lnTo>
                  <a:lnTo>
                    <a:pt x="0" y="9837"/>
                  </a:lnTo>
                  <a:lnTo>
                    <a:pt x="20" y="9936"/>
                  </a:lnTo>
                  <a:lnTo>
                    <a:pt x="40" y="9975"/>
                  </a:lnTo>
                  <a:lnTo>
                    <a:pt x="60" y="9995"/>
                  </a:lnTo>
                  <a:lnTo>
                    <a:pt x="2272" y="11318"/>
                  </a:lnTo>
                  <a:lnTo>
                    <a:pt x="6578" y="13945"/>
                  </a:lnTo>
                  <a:lnTo>
                    <a:pt x="12701" y="17678"/>
                  </a:lnTo>
                  <a:lnTo>
                    <a:pt x="18074" y="4148"/>
                  </a:lnTo>
                  <a:lnTo>
                    <a:pt x="15960" y="3477"/>
                  </a:lnTo>
                  <a:lnTo>
                    <a:pt x="11239" y="2035"/>
                  </a:lnTo>
                  <a:lnTo>
                    <a:pt x="8691" y="1264"/>
                  </a:lnTo>
                  <a:lnTo>
                    <a:pt x="6400" y="613"/>
                  </a:lnTo>
                  <a:lnTo>
                    <a:pt x="5472" y="356"/>
                  </a:lnTo>
                  <a:lnTo>
                    <a:pt x="4701" y="158"/>
                  </a:lnTo>
                  <a:lnTo>
                    <a:pt x="4168" y="40"/>
                  </a:lnTo>
                  <a:lnTo>
                    <a:pt x="401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 name="Google Shape;1875;p8"/>
            <p:cNvSpPr/>
            <p:nvPr/>
          </p:nvSpPr>
          <p:spPr>
            <a:xfrm>
              <a:off x="4648062" y="-2474775"/>
              <a:ext cx="642263" cy="596967"/>
            </a:xfrm>
            <a:custGeom>
              <a:rect b="b" l="l" r="r" t="t"/>
              <a:pathLst>
                <a:path extrusionOk="0" h="15881" w="17086">
                  <a:moveTo>
                    <a:pt x="12345" y="0"/>
                  </a:moveTo>
                  <a:lnTo>
                    <a:pt x="0" y="4444"/>
                  </a:lnTo>
                  <a:lnTo>
                    <a:pt x="1699" y="15802"/>
                  </a:lnTo>
                  <a:lnTo>
                    <a:pt x="1778" y="15821"/>
                  </a:lnTo>
                  <a:lnTo>
                    <a:pt x="1936" y="15861"/>
                  </a:lnTo>
                  <a:lnTo>
                    <a:pt x="2173" y="15861"/>
                  </a:lnTo>
                  <a:lnTo>
                    <a:pt x="2469" y="15881"/>
                  </a:lnTo>
                  <a:lnTo>
                    <a:pt x="3259" y="15861"/>
                  </a:lnTo>
                  <a:lnTo>
                    <a:pt x="4267" y="15802"/>
                  </a:lnTo>
                  <a:lnTo>
                    <a:pt x="5452" y="15723"/>
                  </a:lnTo>
                  <a:lnTo>
                    <a:pt x="6736" y="15644"/>
                  </a:lnTo>
                  <a:lnTo>
                    <a:pt x="9541" y="15407"/>
                  </a:lnTo>
                  <a:lnTo>
                    <a:pt x="12326" y="15170"/>
                  </a:lnTo>
                  <a:lnTo>
                    <a:pt x="14735" y="14933"/>
                  </a:lnTo>
                  <a:lnTo>
                    <a:pt x="17086" y="14696"/>
                  </a:lnTo>
                  <a:lnTo>
                    <a:pt x="1234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6" name="Google Shape;1876;p8"/>
          <p:cNvGrpSpPr/>
          <p:nvPr/>
        </p:nvGrpSpPr>
        <p:grpSpPr>
          <a:xfrm rot="9072712">
            <a:off x="8167268" y="3117488"/>
            <a:ext cx="1646350" cy="1753736"/>
            <a:chOff x="-2092800" y="-1252032"/>
            <a:chExt cx="1956171" cy="2083646"/>
          </a:xfrm>
        </p:grpSpPr>
        <p:sp>
          <p:nvSpPr>
            <p:cNvPr id="1877" name="Google Shape;1877;p8"/>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 name="Google Shape;1878;p8"/>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 name="Google Shape;1879;p8"/>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8"/>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 name="Google Shape;1881;p8"/>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 name="Google Shape;1882;p8"/>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8"/>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8"/>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8"/>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8"/>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 name="Google Shape;1887;p8"/>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8"/>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 name="Google Shape;1889;p8"/>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8"/>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 name="Google Shape;1891;p8"/>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 name="Google Shape;1892;p8"/>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8"/>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8"/>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8"/>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 name="Google Shape;1896;p8"/>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 name="Google Shape;1897;p8"/>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8"/>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 name="Google Shape;1899;p8"/>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8"/>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 name="Google Shape;1901;p8"/>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 name="Google Shape;1902;p8"/>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8"/>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8"/>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8"/>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8"/>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 name="Google Shape;1907;p8"/>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8"/>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 name="Google Shape;1909;p8"/>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 name="Google Shape;1910;p8"/>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 name="Google Shape;1911;p8"/>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 name="Google Shape;1912;p8"/>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 name="Google Shape;1913;p8"/>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 name="Google Shape;1914;p8"/>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 name="Google Shape;1915;p8"/>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 name="Google Shape;1916;p8"/>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8"/>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 name="Google Shape;1918;p8"/>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 name="Google Shape;1919;p8"/>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8"/>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8"/>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8"/>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8"/>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8"/>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8"/>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6" name="Google Shape;1926;p8"/>
          <p:cNvGrpSpPr/>
          <p:nvPr/>
        </p:nvGrpSpPr>
        <p:grpSpPr>
          <a:xfrm rot="10800000">
            <a:off x="-479443" y="3954930"/>
            <a:ext cx="1363145" cy="1433258"/>
            <a:chOff x="8529150" y="-173700"/>
            <a:chExt cx="1669089" cy="1754724"/>
          </a:xfrm>
        </p:grpSpPr>
        <p:sp>
          <p:nvSpPr>
            <p:cNvPr id="1927" name="Google Shape;1927;p8"/>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 name="Google Shape;1928;p8"/>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8"/>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 name="Google Shape;1930;p8"/>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 name="Google Shape;1931;p8"/>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 name="Google Shape;1932;p8"/>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 name="Google Shape;1933;p8"/>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8"/>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8"/>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8"/>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8"/>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8"/>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8"/>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8"/>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8"/>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8"/>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 name="Google Shape;1943;p8"/>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8"/>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 name="Google Shape;1945;p8"/>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 name="Google Shape;1946;p8"/>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 name="Google Shape;1947;p8"/>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 name="Google Shape;1948;p8"/>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8"/>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8"/>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8"/>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 name="Google Shape;1952;p8"/>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 name="Google Shape;1953;p8"/>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8"/>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8"/>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 name="Google Shape;1956;p8"/>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 name="Google Shape;1957;p8"/>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 name="Google Shape;1958;p8"/>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8"/>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 name="Google Shape;1960;p8"/>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8"/>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8"/>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 name="Google Shape;1963;p8"/>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 name="Google Shape;1964;p8"/>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 name="Google Shape;1965;p8"/>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8"/>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 name="Google Shape;1967;p8"/>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8"/>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9" name="Google Shape;1969;p8"/>
          <p:cNvGrpSpPr/>
          <p:nvPr/>
        </p:nvGrpSpPr>
        <p:grpSpPr>
          <a:xfrm flipH="1" rot="9517573">
            <a:off x="8095837" y="-80211"/>
            <a:ext cx="1294657" cy="1350951"/>
            <a:chOff x="8465725" y="2863051"/>
            <a:chExt cx="1956212" cy="2041561"/>
          </a:xfrm>
        </p:grpSpPr>
        <p:sp>
          <p:nvSpPr>
            <p:cNvPr id="1970" name="Google Shape;1970;p8"/>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 name="Google Shape;1971;p8"/>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 name="Google Shape;1972;p8"/>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8"/>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 name="Google Shape;1974;p8"/>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 name="Google Shape;1975;p8"/>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 name="Google Shape;1976;p8"/>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 name="Google Shape;1977;p8"/>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 name="Google Shape;1978;p8"/>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 name="Google Shape;1979;p8"/>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 name="Google Shape;1980;p8"/>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 name="Google Shape;1981;p8"/>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8"/>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 name="Google Shape;1983;p8"/>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 name="Google Shape;1984;p8"/>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8"/>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 name="Google Shape;1986;p8"/>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 name="Google Shape;1987;p8"/>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8"/>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8"/>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 name="Google Shape;1990;p8"/>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8"/>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 name="Google Shape;1992;p8"/>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8"/>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8"/>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8"/>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8"/>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 name="Google Shape;1997;p8"/>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 name="Google Shape;1998;p8"/>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8"/>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8"/>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 name="Google Shape;2001;p8"/>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8"/>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 name="Google Shape;2003;p8"/>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 name="Google Shape;2004;p8"/>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8"/>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 name="Google Shape;2006;p8"/>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 name="Google Shape;2007;p8"/>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 name="Google Shape;2008;p8"/>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 name="Google Shape;2009;p8"/>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 name="Google Shape;2010;p8"/>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 name="Google Shape;2011;p8"/>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 name="Google Shape;2012;p8"/>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8"/>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014" name="Shape 2014"/>
        <p:cNvGrpSpPr/>
        <p:nvPr/>
      </p:nvGrpSpPr>
      <p:grpSpPr>
        <a:xfrm>
          <a:off x="0" y="0"/>
          <a:ext cx="0" cy="0"/>
          <a:chOff x="0" y="0"/>
          <a:chExt cx="0" cy="0"/>
        </a:xfrm>
      </p:grpSpPr>
      <p:grpSp>
        <p:nvGrpSpPr>
          <p:cNvPr id="2015" name="Google Shape;2015;p9"/>
          <p:cNvGrpSpPr/>
          <p:nvPr/>
        </p:nvGrpSpPr>
        <p:grpSpPr>
          <a:xfrm flipH="1">
            <a:off x="28" y="16530"/>
            <a:ext cx="9143944" cy="4940153"/>
            <a:chOff x="0" y="0"/>
            <a:chExt cx="2940175" cy="3566125"/>
          </a:xfrm>
        </p:grpSpPr>
        <p:sp>
          <p:nvSpPr>
            <p:cNvPr id="2016" name="Google Shape;2016;p9"/>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 name="Google Shape;2017;p9"/>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9"/>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9"/>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 name="Google Shape;2020;p9"/>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9"/>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9"/>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 name="Google Shape;2023;p9"/>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 name="Google Shape;2024;p9"/>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 name="Google Shape;2025;p9"/>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9"/>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 name="Google Shape;2027;p9"/>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 name="Google Shape;2028;p9"/>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9"/>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9"/>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 name="Google Shape;2031;p9"/>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p9"/>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 name="Google Shape;2033;p9"/>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9"/>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 name="Google Shape;2035;p9"/>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 name="Google Shape;2036;p9"/>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9"/>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9"/>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 name="Google Shape;2039;p9"/>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 name="Google Shape;2040;p9"/>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9"/>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9"/>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 name="Google Shape;2043;p9"/>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 name="Google Shape;2044;p9"/>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9"/>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9"/>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 name="Google Shape;2047;p9"/>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 name="Google Shape;2048;p9"/>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 name="Google Shape;2049;p9"/>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9"/>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 name="Google Shape;2051;p9"/>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 name="Google Shape;2052;p9"/>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9"/>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9"/>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 name="Google Shape;2055;p9"/>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 name="Google Shape;2056;p9"/>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 name="Google Shape;2057;p9"/>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9"/>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 name="Google Shape;2059;p9"/>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 name="Google Shape;2060;p9"/>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9"/>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9"/>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9"/>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 name="Google Shape;2064;p9"/>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 name="Google Shape;2065;p9"/>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 name="Google Shape;2066;p9"/>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 name="Google Shape;2067;p9"/>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 name="Google Shape;2068;p9"/>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 name="Google Shape;2069;p9"/>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 name="Google Shape;2070;p9"/>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 name="Google Shape;2071;p9"/>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 name="Google Shape;2072;p9"/>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 name="Google Shape;2073;p9"/>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 name="Google Shape;2074;p9"/>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9"/>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 name="Google Shape;2076;p9"/>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9"/>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 name="Google Shape;2078;p9"/>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 name="Google Shape;2079;p9"/>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9"/>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 name="Google Shape;2081;p9"/>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9"/>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 name="Google Shape;2083;p9"/>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9"/>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 name="Google Shape;2085;p9"/>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9"/>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9"/>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9"/>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 name="Google Shape;2089;p9"/>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 name="Google Shape;2090;p9"/>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 name="Google Shape;2091;p9"/>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 name="Google Shape;2092;p9"/>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 name="Google Shape;2093;p9"/>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 name="Google Shape;2094;p9"/>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 name="Google Shape;2095;p9"/>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 name="Google Shape;2096;p9"/>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 name="Google Shape;2097;p9"/>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9"/>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 name="Google Shape;2099;p9"/>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 name="Google Shape;2100;p9"/>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9"/>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 name="Google Shape;2102;p9"/>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9"/>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 name="Google Shape;2104;p9"/>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9"/>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 name="Google Shape;2106;p9"/>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 name="Google Shape;2107;p9"/>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9"/>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 name="Google Shape;2109;p9"/>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 name="Google Shape;2110;p9"/>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9"/>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 name="Google Shape;2112;p9"/>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 name="Google Shape;2113;p9"/>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 name="Google Shape;2114;p9"/>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 name="Google Shape;2115;p9"/>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 name="Google Shape;2116;p9"/>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 name="Google Shape;2117;p9"/>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 name="Google Shape;2118;p9"/>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 name="Google Shape;2119;p9"/>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9"/>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 name="Google Shape;2121;p9"/>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9"/>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 name="Google Shape;2123;p9"/>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 name="Google Shape;2124;p9"/>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9"/>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 name="Google Shape;2126;p9"/>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9"/>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 name="Google Shape;2128;p9"/>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9"/>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 name="Google Shape;2130;p9"/>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9"/>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9"/>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33" name="Google Shape;2133;p9"/>
          <p:cNvSpPr txBox="1"/>
          <p:nvPr>
            <p:ph type="title"/>
          </p:nvPr>
        </p:nvSpPr>
        <p:spPr>
          <a:xfrm>
            <a:off x="1920150" y="1885350"/>
            <a:ext cx="5303700" cy="822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134" name="Google Shape;2134;p9"/>
          <p:cNvSpPr txBox="1"/>
          <p:nvPr>
            <p:ph idx="1" type="subTitle"/>
          </p:nvPr>
        </p:nvSpPr>
        <p:spPr>
          <a:xfrm>
            <a:off x="1920150" y="2709450"/>
            <a:ext cx="5303700" cy="548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6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2135" name="Google Shape;2135;p9"/>
          <p:cNvGrpSpPr/>
          <p:nvPr/>
        </p:nvGrpSpPr>
        <p:grpSpPr>
          <a:xfrm flipH="1">
            <a:off x="-262192" y="-269659"/>
            <a:ext cx="1363145" cy="1433258"/>
            <a:chOff x="8529150" y="-173700"/>
            <a:chExt cx="1669089" cy="1754724"/>
          </a:xfrm>
        </p:grpSpPr>
        <p:sp>
          <p:nvSpPr>
            <p:cNvPr id="2136" name="Google Shape;2136;p9"/>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 name="Google Shape;2137;p9"/>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 name="Google Shape;2138;p9"/>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9"/>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9"/>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 name="Google Shape;2141;p9"/>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 name="Google Shape;2142;p9"/>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9"/>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9"/>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 name="Google Shape;2145;p9"/>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 name="Google Shape;2146;p9"/>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9"/>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 name="Google Shape;2148;p9"/>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 name="Google Shape;2149;p9"/>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 name="Google Shape;2150;p9"/>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 name="Google Shape;2151;p9"/>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 name="Google Shape;2152;p9"/>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 name="Google Shape;2153;p9"/>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 name="Google Shape;2154;p9"/>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 name="Google Shape;2155;p9"/>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9"/>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 name="Google Shape;2157;p9"/>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9"/>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9"/>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 name="Google Shape;2160;p9"/>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9"/>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 name="Google Shape;2162;p9"/>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9"/>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9"/>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 name="Google Shape;2165;p9"/>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 name="Google Shape;2166;p9"/>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 name="Google Shape;2167;p9"/>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9"/>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9"/>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 name="Google Shape;2170;p9"/>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 name="Google Shape;2171;p9"/>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9"/>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9"/>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 name="Google Shape;2174;p9"/>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 name="Google Shape;2175;p9"/>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9"/>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9"/>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8" name="Google Shape;2178;p9"/>
          <p:cNvGrpSpPr/>
          <p:nvPr/>
        </p:nvGrpSpPr>
        <p:grpSpPr>
          <a:xfrm flipH="1">
            <a:off x="-340873" y="3413813"/>
            <a:ext cx="925639" cy="688028"/>
            <a:chOff x="8588925" y="2091476"/>
            <a:chExt cx="925639" cy="688028"/>
          </a:xfrm>
        </p:grpSpPr>
        <p:sp>
          <p:nvSpPr>
            <p:cNvPr id="2179" name="Google Shape;2179;p9"/>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9"/>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 name="Google Shape;2181;p9"/>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 name="Google Shape;2182;p9"/>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 name="Google Shape;2183;p9"/>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 name="Google Shape;2184;p9"/>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 name="Google Shape;2185;p9"/>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 name="Google Shape;2186;p9"/>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 name="Google Shape;2187;p9"/>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9"/>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9"/>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 name="Google Shape;2190;p9"/>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 name="Google Shape;2191;p9"/>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9"/>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3" name="Google Shape;2193;p9"/>
          <p:cNvGrpSpPr/>
          <p:nvPr/>
        </p:nvGrpSpPr>
        <p:grpSpPr>
          <a:xfrm flipH="1">
            <a:off x="8526702" y="1642175"/>
            <a:ext cx="898165" cy="766770"/>
            <a:chOff x="-252625" y="2918525"/>
            <a:chExt cx="898165" cy="766770"/>
          </a:xfrm>
        </p:grpSpPr>
        <p:sp>
          <p:nvSpPr>
            <p:cNvPr id="2194" name="Google Shape;2194;p9"/>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9"/>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 name="Google Shape;2196;p9"/>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 name="Google Shape;2197;p9"/>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9"/>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 name="Google Shape;2199;p9"/>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9"/>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 name="Google Shape;2201;p9"/>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 name="Google Shape;2202;p9"/>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 name="Google Shape;2203;p9"/>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 name="Google Shape;2204;p9"/>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9"/>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 name="Google Shape;2206;p9"/>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 name="Google Shape;2207;p9"/>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 name="Google Shape;2208;p9"/>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 name="Google Shape;2209;p9"/>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 name="Google Shape;2210;p9"/>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 name="Google Shape;2211;p9"/>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 name="Google Shape;2212;p9"/>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9"/>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9"/>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 name="Google Shape;2215;p9"/>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 name="Google Shape;2216;p9"/>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 name="Google Shape;2217;p9"/>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 name="Google Shape;2218;p9"/>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9"/>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 name="Google Shape;2220;p9"/>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 name="Google Shape;2221;p9"/>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9"/>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 name="Google Shape;2223;p9"/>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 name="Google Shape;2224;p9"/>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9"/>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 name="Google Shape;2226;p9"/>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 name="Google Shape;2227;p9"/>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9"/>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 name="Google Shape;2229;p9"/>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0" name="Google Shape;2230;p9"/>
          <p:cNvGrpSpPr/>
          <p:nvPr/>
        </p:nvGrpSpPr>
        <p:grpSpPr>
          <a:xfrm flipH="1">
            <a:off x="-227370" y="3923975"/>
            <a:ext cx="1294621" cy="1350901"/>
            <a:chOff x="8465725" y="2863051"/>
            <a:chExt cx="1956212" cy="2041561"/>
          </a:xfrm>
        </p:grpSpPr>
        <p:sp>
          <p:nvSpPr>
            <p:cNvPr id="2231" name="Google Shape;2231;p9"/>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9"/>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9"/>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 name="Google Shape;2234;p9"/>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 name="Google Shape;2235;p9"/>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9"/>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9"/>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9"/>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9"/>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 name="Google Shape;2240;p9"/>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9"/>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9"/>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9"/>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9"/>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9"/>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9"/>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9"/>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9"/>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9"/>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9"/>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9"/>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9"/>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9"/>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9"/>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9"/>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9"/>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9"/>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9"/>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 name="Google Shape;2259;p9"/>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9"/>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 name="Google Shape;2261;p9"/>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 name="Google Shape;2262;p9"/>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9"/>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 name="Google Shape;2264;p9"/>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9"/>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 name="Google Shape;2266;p9"/>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 name="Google Shape;2267;p9"/>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9"/>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 name="Google Shape;2269;p9"/>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9"/>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 name="Google Shape;2271;p9"/>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9"/>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9"/>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 name="Google Shape;2274;p9"/>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75" name="Google Shape;2275;p9"/>
          <p:cNvGrpSpPr/>
          <p:nvPr/>
        </p:nvGrpSpPr>
        <p:grpSpPr>
          <a:xfrm flipH="1">
            <a:off x="7778562" y="-441745"/>
            <a:ext cx="1646313" cy="1753805"/>
            <a:chOff x="-2092800" y="-1252032"/>
            <a:chExt cx="1956171" cy="2083646"/>
          </a:xfrm>
        </p:grpSpPr>
        <p:sp>
          <p:nvSpPr>
            <p:cNvPr id="2276" name="Google Shape;2276;p9"/>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 name="Google Shape;2277;p9"/>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 name="Google Shape;2278;p9"/>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 name="Google Shape;2279;p9"/>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 name="Google Shape;2280;p9"/>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 name="Google Shape;2281;p9"/>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9"/>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 name="Google Shape;2283;p9"/>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 name="Google Shape;2284;p9"/>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9"/>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 name="Google Shape;2286;p9"/>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9"/>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 name="Google Shape;2288;p9"/>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9"/>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 name="Google Shape;2290;p9"/>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 name="Google Shape;2291;p9"/>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 name="Google Shape;2292;p9"/>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 name="Google Shape;2293;p9"/>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 name="Google Shape;2294;p9"/>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 name="Google Shape;2295;p9"/>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 name="Google Shape;2296;p9"/>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9"/>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 name="Google Shape;2298;p9"/>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9"/>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 name="Google Shape;2300;p9"/>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p9"/>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9"/>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9"/>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9"/>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9"/>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 name="Google Shape;2306;p9"/>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9"/>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 name="Google Shape;2308;p9"/>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9"/>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 name="Google Shape;2310;p9"/>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 name="Google Shape;2311;p9"/>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 name="Google Shape;2312;p9"/>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 name="Google Shape;2313;p9"/>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 name="Google Shape;2314;p9"/>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 name="Google Shape;2315;p9"/>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 name="Google Shape;2316;p9"/>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9"/>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9"/>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9"/>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 name="Google Shape;2320;p9"/>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 name="Google Shape;2321;p9"/>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9"/>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9"/>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9"/>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5" name="Google Shape;2325;p9"/>
          <p:cNvGrpSpPr/>
          <p:nvPr/>
        </p:nvGrpSpPr>
        <p:grpSpPr>
          <a:xfrm flipH="1">
            <a:off x="-18265" y="1260505"/>
            <a:ext cx="679382" cy="871990"/>
            <a:chOff x="8619938" y="2813305"/>
            <a:chExt cx="679382" cy="871990"/>
          </a:xfrm>
        </p:grpSpPr>
        <p:sp>
          <p:nvSpPr>
            <p:cNvPr id="2326" name="Google Shape;2326;p9"/>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9"/>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 name="Google Shape;2328;p9"/>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 name="Google Shape;2329;p9"/>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 name="Google Shape;2330;p9"/>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 name="Google Shape;2331;p9"/>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 name="Google Shape;2332;p9"/>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 name="Google Shape;2333;p9"/>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 name="Google Shape;2334;p9"/>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 name="Google Shape;2335;p9"/>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 name="Google Shape;2336;p9"/>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 name="Google Shape;2337;p9"/>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 name="Google Shape;2338;p9"/>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 name="Google Shape;2340;p9"/>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 name="Google Shape;2341;p9"/>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 name="Google Shape;2346;p9"/>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 name="Google Shape;2348;p9"/>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 name="Google Shape;2349;p9"/>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 name="Google Shape;2350;p9"/>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9"/>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 name="Google Shape;2352;p9"/>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 name="Google Shape;2353;p9"/>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54" name="Google Shape;2354;p9"/>
            <p:cNvGrpSpPr/>
            <p:nvPr/>
          </p:nvGrpSpPr>
          <p:grpSpPr>
            <a:xfrm>
              <a:off x="8619938" y="2813305"/>
              <a:ext cx="679382" cy="871990"/>
              <a:chOff x="8619938" y="2813305"/>
              <a:chExt cx="679382" cy="871990"/>
            </a:xfrm>
          </p:grpSpPr>
          <p:sp>
            <p:nvSpPr>
              <p:cNvPr id="2355" name="Google Shape;2355;p9"/>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357" name="Google Shape;2357;p9"/>
          <p:cNvGrpSpPr/>
          <p:nvPr/>
        </p:nvGrpSpPr>
        <p:grpSpPr>
          <a:xfrm flipH="1">
            <a:off x="7477155" y="3921240"/>
            <a:ext cx="1973759" cy="1718179"/>
            <a:chOff x="-1914575" y="2967750"/>
            <a:chExt cx="1540675" cy="1341175"/>
          </a:xfrm>
        </p:grpSpPr>
        <p:sp>
          <p:nvSpPr>
            <p:cNvPr id="2358" name="Google Shape;2358;p9"/>
            <p:cNvSpPr/>
            <p:nvPr/>
          </p:nvSpPr>
          <p:spPr>
            <a:xfrm>
              <a:off x="-484050" y="3675375"/>
              <a:ext cx="53850" cy="59775"/>
            </a:xfrm>
            <a:custGeom>
              <a:rect b="b" l="l" r="r" t="t"/>
              <a:pathLst>
                <a:path extrusionOk="0" h="2391" w="2154">
                  <a:moveTo>
                    <a:pt x="1186" y="0"/>
                  </a:moveTo>
                  <a:lnTo>
                    <a:pt x="1048" y="20"/>
                  </a:lnTo>
                  <a:lnTo>
                    <a:pt x="890" y="59"/>
                  </a:lnTo>
                  <a:lnTo>
                    <a:pt x="712" y="119"/>
                  </a:lnTo>
                  <a:lnTo>
                    <a:pt x="534" y="217"/>
                  </a:lnTo>
                  <a:lnTo>
                    <a:pt x="356" y="356"/>
                  </a:lnTo>
                  <a:lnTo>
                    <a:pt x="258" y="435"/>
                  </a:lnTo>
                  <a:lnTo>
                    <a:pt x="179" y="533"/>
                  </a:lnTo>
                  <a:lnTo>
                    <a:pt x="119" y="632"/>
                  </a:lnTo>
                  <a:lnTo>
                    <a:pt x="60" y="751"/>
                  </a:lnTo>
                  <a:lnTo>
                    <a:pt x="40" y="889"/>
                  </a:lnTo>
                  <a:lnTo>
                    <a:pt x="1" y="1007"/>
                  </a:lnTo>
                  <a:lnTo>
                    <a:pt x="1" y="1146"/>
                  </a:lnTo>
                  <a:lnTo>
                    <a:pt x="1" y="1264"/>
                  </a:lnTo>
                  <a:lnTo>
                    <a:pt x="21" y="1402"/>
                  </a:lnTo>
                  <a:lnTo>
                    <a:pt x="60" y="1521"/>
                  </a:lnTo>
                  <a:lnTo>
                    <a:pt x="119" y="1639"/>
                  </a:lnTo>
                  <a:lnTo>
                    <a:pt x="179" y="1758"/>
                  </a:lnTo>
                  <a:lnTo>
                    <a:pt x="258" y="1857"/>
                  </a:lnTo>
                  <a:lnTo>
                    <a:pt x="356" y="1956"/>
                  </a:lnTo>
                  <a:lnTo>
                    <a:pt x="475" y="2054"/>
                  </a:lnTo>
                  <a:lnTo>
                    <a:pt x="593" y="2133"/>
                  </a:lnTo>
                  <a:lnTo>
                    <a:pt x="732" y="2212"/>
                  </a:lnTo>
                  <a:lnTo>
                    <a:pt x="890" y="2272"/>
                  </a:lnTo>
                  <a:lnTo>
                    <a:pt x="1048" y="2331"/>
                  </a:lnTo>
                  <a:lnTo>
                    <a:pt x="1225" y="2370"/>
                  </a:lnTo>
                  <a:lnTo>
                    <a:pt x="1403" y="2390"/>
                  </a:lnTo>
                  <a:lnTo>
                    <a:pt x="1561" y="2370"/>
                  </a:lnTo>
                  <a:lnTo>
                    <a:pt x="1680" y="2331"/>
                  </a:lnTo>
                  <a:lnTo>
                    <a:pt x="1798" y="2272"/>
                  </a:lnTo>
                  <a:lnTo>
                    <a:pt x="1897" y="2193"/>
                  </a:lnTo>
                  <a:lnTo>
                    <a:pt x="1956" y="2094"/>
                  </a:lnTo>
                  <a:lnTo>
                    <a:pt x="2016" y="1995"/>
                  </a:lnTo>
                  <a:lnTo>
                    <a:pt x="2075" y="1877"/>
                  </a:lnTo>
                  <a:lnTo>
                    <a:pt x="2134" y="1659"/>
                  </a:lnTo>
                  <a:lnTo>
                    <a:pt x="2154" y="1462"/>
                  </a:lnTo>
                  <a:lnTo>
                    <a:pt x="2154" y="1264"/>
                  </a:lnTo>
                  <a:lnTo>
                    <a:pt x="2035" y="1304"/>
                  </a:lnTo>
                  <a:lnTo>
                    <a:pt x="1897" y="1323"/>
                  </a:lnTo>
                  <a:lnTo>
                    <a:pt x="1739" y="1343"/>
                  </a:lnTo>
                  <a:lnTo>
                    <a:pt x="1561" y="1363"/>
                  </a:lnTo>
                  <a:lnTo>
                    <a:pt x="1383" y="1323"/>
                  </a:lnTo>
                  <a:lnTo>
                    <a:pt x="1304" y="1304"/>
                  </a:lnTo>
                  <a:lnTo>
                    <a:pt x="1225" y="1244"/>
                  </a:lnTo>
                  <a:lnTo>
                    <a:pt x="1146" y="1205"/>
                  </a:lnTo>
                  <a:lnTo>
                    <a:pt x="1087" y="1126"/>
                  </a:lnTo>
                  <a:lnTo>
                    <a:pt x="1048" y="1047"/>
                  </a:lnTo>
                  <a:lnTo>
                    <a:pt x="1008" y="968"/>
                  </a:lnTo>
                  <a:lnTo>
                    <a:pt x="988" y="770"/>
                  </a:lnTo>
                  <a:lnTo>
                    <a:pt x="988" y="593"/>
                  </a:lnTo>
                  <a:lnTo>
                    <a:pt x="1028" y="395"/>
                  </a:lnTo>
                  <a:lnTo>
                    <a:pt x="1067" y="237"/>
                  </a:lnTo>
                  <a:lnTo>
                    <a:pt x="1127" y="119"/>
                  </a:lnTo>
                  <a:lnTo>
                    <a:pt x="118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
            <p:cNvSpPr/>
            <p:nvPr/>
          </p:nvSpPr>
          <p:spPr>
            <a:xfrm>
              <a:off x="-1182275" y="2967750"/>
              <a:ext cx="808375" cy="740725"/>
            </a:xfrm>
            <a:custGeom>
              <a:rect b="b" l="l" r="r" t="t"/>
              <a:pathLst>
                <a:path extrusionOk="0" h="29629" w="32335">
                  <a:moveTo>
                    <a:pt x="2706" y="0"/>
                  </a:moveTo>
                  <a:lnTo>
                    <a:pt x="2529" y="20"/>
                  </a:lnTo>
                  <a:lnTo>
                    <a:pt x="2331" y="40"/>
                  </a:lnTo>
                  <a:lnTo>
                    <a:pt x="1956" y="139"/>
                  </a:lnTo>
                  <a:lnTo>
                    <a:pt x="1581" y="277"/>
                  </a:lnTo>
                  <a:lnTo>
                    <a:pt x="1245" y="395"/>
                  </a:lnTo>
                  <a:lnTo>
                    <a:pt x="968" y="514"/>
                  </a:lnTo>
                  <a:lnTo>
                    <a:pt x="731" y="632"/>
                  </a:lnTo>
                  <a:lnTo>
                    <a:pt x="0" y="7309"/>
                  </a:lnTo>
                  <a:lnTo>
                    <a:pt x="4958" y="10943"/>
                  </a:lnTo>
                  <a:lnTo>
                    <a:pt x="10034" y="14637"/>
                  </a:lnTo>
                  <a:lnTo>
                    <a:pt x="15881" y="18844"/>
                  </a:lnTo>
                  <a:lnTo>
                    <a:pt x="18864" y="20957"/>
                  </a:lnTo>
                  <a:lnTo>
                    <a:pt x="21767" y="23012"/>
                  </a:lnTo>
                  <a:lnTo>
                    <a:pt x="24473" y="24888"/>
                  </a:lnTo>
                  <a:lnTo>
                    <a:pt x="26922" y="26547"/>
                  </a:lnTo>
                  <a:lnTo>
                    <a:pt x="28009" y="27278"/>
                  </a:lnTo>
                  <a:lnTo>
                    <a:pt x="29016" y="27930"/>
                  </a:lnTo>
                  <a:lnTo>
                    <a:pt x="29885" y="28483"/>
                  </a:lnTo>
                  <a:lnTo>
                    <a:pt x="30636" y="28937"/>
                  </a:lnTo>
                  <a:lnTo>
                    <a:pt x="31248" y="29293"/>
                  </a:lnTo>
                  <a:lnTo>
                    <a:pt x="31722" y="29530"/>
                  </a:lnTo>
                  <a:lnTo>
                    <a:pt x="31900" y="29589"/>
                  </a:lnTo>
                  <a:lnTo>
                    <a:pt x="32038" y="29628"/>
                  </a:lnTo>
                  <a:lnTo>
                    <a:pt x="32157" y="29628"/>
                  </a:lnTo>
                  <a:lnTo>
                    <a:pt x="32176" y="29609"/>
                  </a:lnTo>
                  <a:lnTo>
                    <a:pt x="32256" y="29411"/>
                  </a:lnTo>
                  <a:lnTo>
                    <a:pt x="32295" y="29194"/>
                  </a:lnTo>
                  <a:lnTo>
                    <a:pt x="32335" y="28996"/>
                  </a:lnTo>
                  <a:lnTo>
                    <a:pt x="32335" y="28799"/>
                  </a:lnTo>
                  <a:lnTo>
                    <a:pt x="32315" y="28582"/>
                  </a:lnTo>
                  <a:lnTo>
                    <a:pt x="32256" y="28384"/>
                  </a:lnTo>
                  <a:lnTo>
                    <a:pt x="32196" y="28187"/>
                  </a:lnTo>
                  <a:lnTo>
                    <a:pt x="32137" y="27969"/>
                  </a:lnTo>
                  <a:lnTo>
                    <a:pt x="32038" y="27792"/>
                  </a:lnTo>
                  <a:lnTo>
                    <a:pt x="31939" y="27594"/>
                  </a:lnTo>
                  <a:lnTo>
                    <a:pt x="31722" y="27238"/>
                  </a:lnTo>
                  <a:lnTo>
                    <a:pt x="31485" y="26942"/>
                  </a:lnTo>
                  <a:lnTo>
                    <a:pt x="31248" y="26685"/>
                  </a:lnTo>
                  <a:lnTo>
                    <a:pt x="31090" y="26547"/>
                  </a:lnTo>
                  <a:lnTo>
                    <a:pt x="30833" y="26369"/>
                  </a:lnTo>
                  <a:lnTo>
                    <a:pt x="30162" y="25915"/>
                  </a:lnTo>
                  <a:lnTo>
                    <a:pt x="29293" y="25362"/>
                  </a:lnTo>
                  <a:lnTo>
                    <a:pt x="28364" y="24809"/>
                  </a:lnTo>
                  <a:lnTo>
                    <a:pt x="26685" y="23802"/>
                  </a:lnTo>
                  <a:lnTo>
                    <a:pt x="25935" y="23367"/>
                  </a:lnTo>
                  <a:lnTo>
                    <a:pt x="26824" y="21096"/>
                  </a:lnTo>
                  <a:lnTo>
                    <a:pt x="27614" y="19061"/>
                  </a:lnTo>
                  <a:lnTo>
                    <a:pt x="28364" y="17185"/>
                  </a:lnTo>
                  <a:lnTo>
                    <a:pt x="28443" y="16967"/>
                  </a:lnTo>
                  <a:lnTo>
                    <a:pt x="28483" y="16770"/>
                  </a:lnTo>
                  <a:lnTo>
                    <a:pt x="28503" y="16572"/>
                  </a:lnTo>
                  <a:lnTo>
                    <a:pt x="28503" y="16355"/>
                  </a:lnTo>
                  <a:lnTo>
                    <a:pt x="28463" y="16158"/>
                  </a:lnTo>
                  <a:lnTo>
                    <a:pt x="28424" y="15960"/>
                  </a:lnTo>
                  <a:lnTo>
                    <a:pt x="28364" y="15762"/>
                  </a:lnTo>
                  <a:lnTo>
                    <a:pt x="28266" y="15545"/>
                  </a:lnTo>
                  <a:lnTo>
                    <a:pt x="28167" y="15348"/>
                  </a:lnTo>
                  <a:lnTo>
                    <a:pt x="28048" y="15150"/>
                  </a:lnTo>
                  <a:lnTo>
                    <a:pt x="27910" y="14972"/>
                  </a:lnTo>
                  <a:lnTo>
                    <a:pt x="27752" y="14775"/>
                  </a:lnTo>
                  <a:lnTo>
                    <a:pt x="27416" y="14400"/>
                  </a:lnTo>
                  <a:lnTo>
                    <a:pt x="27041" y="14024"/>
                  </a:lnTo>
                  <a:lnTo>
                    <a:pt x="26626" y="13689"/>
                  </a:lnTo>
                  <a:lnTo>
                    <a:pt x="26192" y="13353"/>
                  </a:lnTo>
                  <a:lnTo>
                    <a:pt x="25737" y="13037"/>
                  </a:lnTo>
                  <a:lnTo>
                    <a:pt x="25283" y="12740"/>
                  </a:lnTo>
                  <a:lnTo>
                    <a:pt x="24848" y="12464"/>
                  </a:lnTo>
                  <a:lnTo>
                    <a:pt x="24394" y="12207"/>
                  </a:lnTo>
                  <a:lnTo>
                    <a:pt x="23604" y="11773"/>
                  </a:lnTo>
                  <a:lnTo>
                    <a:pt x="23071" y="11476"/>
                  </a:lnTo>
                  <a:lnTo>
                    <a:pt x="22202" y="10982"/>
                  </a:lnTo>
                  <a:lnTo>
                    <a:pt x="19693" y="9541"/>
                  </a:lnTo>
                  <a:lnTo>
                    <a:pt x="12899" y="5570"/>
                  </a:lnTo>
                  <a:lnTo>
                    <a:pt x="9383" y="3536"/>
                  </a:lnTo>
                  <a:lnTo>
                    <a:pt x="6301" y="1778"/>
                  </a:lnTo>
                  <a:lnTo>
                    <a:pt x="5057" y="1067"/>
                  </a:lnTo>
                  <a:lnTo>
                    <a:pt x="4050" y="514"/>
                  </a:lnTo>
                  <a:lnTo>
                    <a:pt x="3358" y="158"/>
                  </a:lnTo>
                  <a:lnTo>
                    <a:pt x="3141" y="60"/>
                  </a:lnTo>
                  <a:lnTo>
                    <a:pt x="30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
            <p:cNvSpPr/>
            <p:nvPr/>
          </p:nvSpPr>
          <p:spPr>
            <a:xfrm>
              <a:off x="-1370425" y="2977625"/>
              <a:ext cx="991100" cy="806900"/>
            </a:xfrm>
            <a:custGeom>
              <a:rect b="b" l="l" r="r" t="t"/>
              <a:pathLst>
                <a:path extrusionOk="0" h="32276" w="39644">
                  <a:moveTo>
                    <a:pt x="36858" y="28068"/>
                  </a:moveTo>
                  <a:lnTo>
                    <a:pt x="36977" y="28108"/>
                  </a:lnTo>
                  <a:lnTo>
                    <a:pt x="37075" y="28147"/>
                  </a:lnTo>
                  <a:lnTo>
                    <a:pt x="37174" y="28206"/>
                  </a:lnTo>
                  <a:lnTo>
                    <a:pt x="37273" y="28266"/>
                  </a:lnTo>
                  <a:lnTo>
                    <a:pt x="37352" y="28345"/>
                  </a:lnTo>
                  <a:lnTo>
                    <a:pt x="37431" y="28424"/>
                  </a:lnTo>
                  <a:lnTo>
                    <a:pt x="37490" y="28522"/>
                  </a:lnTo>
                  <a:lnTo>
                    <a:pt x="37530" y="28621"/>
                  </a:lnTo>
                  <a:lnTo>
                    <a:pt x="37550" y="28740"/>
                  </a:lnTo>
                  <a:lnTo>
                    <a:pt x="37569" y="28957"/>
                  </a:lnTo>
                  <a:lnTo>
                    <a:pt x="37550" y="29154"/>
                  </a:lnTo>
                  <a:lnTo>
                    <a:pt x="37490" y="29332"/>
                  </a:lnTo>
                  <a:lnTo>
                    <a:pt x="37411" y="29510"/>
                  </a:lnTo>
                  <a:lnTo>
                    <a:pt x="37313" y="29648"/>
                  </a:lnTo>
                  <a:lnTo>
                    <a:pt x="37194" y="29747"/>
                  </a:lnTo>
                  <a:lnTo>
                    <a:pt x="37056" y="29826"/>
                  </a:lnTo>
                  <a:lnTo>
                    <a:pt x="36898" y="29866"/>
                  </a:lnTo>
                  <a:lnTo>
                    <a:pt x="36759" y="29885"/>
                  </a:lnTo>
                  <a:lnTo>
                    <a:pt x="36621" y="29866"/>
                  </a:lnTo>
                  <a:lnTo>
                    <a:pt x="36483" y="29826"/>
                  </a:lnTo>
                  <a:lnTo>
                    <a:pt x="36384" y="29806"/>
                  </a:lnTo>
                  <a:lnTo>
                    <a:pt x="36226" y="29727"/>
                  </a:lnTo>
                  <a:lnTo>
                    <a:pt x="36167" y="29688"/>
                  </a:lnTo>
                  <a:lnTo>
                    <a:pt x="36048" y="29569"/>
                  </a:lnTo>
                  <a:lnTo>
                    <a:pt x="35950" y="29431"/>
                  </a:lnTo>
                  <a:lnTo>
                    <a:pt x="35851" y="29273"/>
                  </a:lnTo>
                  <a:lnTo>
                    <a:pt x="35811" y="29174"/>
                  </a:lnTo>
                  <a:lnTo>
                    <a:pt x="35792" y="29056"/>
                  </a:lnTo>
                  <a:lnTo>
                    <a:pt x="35772" y="28957"/>
                  </a:lnTo>
                  <a:lnTo>
                    <a:pt x="35772" y="28838"/>
                  </a:lnTo>
                  <a:lnTo>
                    <a:pt x="35792" y="28720"/>
                  </a:lnTo>
                  <a:lnTo>
                    <a:pt x="35831" y="28601"/>
                  </a:lnTo>
                  <a:lnTo>
                    <a:pt x="35910" y="28483"/>
                  </a:lnTo>
                  <a:lnTo>
                    <a:pt x="36009" y="28364"/>
                  </a:lnTo>
                  <a:lnTo>
                    <a:pt x="36127" y="28266"/>
                  </a:lnTo>
                  <a:lnTo>
                    <a:pt x="36246" y="28187"/>
                  </a:lnTo>
                  <a:lnTo>
                    <a:pt x="36364" y="28127"/>
                  </a:lnTo>
                  <a:lnTo>
                    <a:pt x="36483" y="28088"/>
                  </a:lnTo>
                  <a:lnTo>
                    <a:pt x="36601" y="28068"/>
                  </a:lnTo>
                  <a:close/>
                  <a:moveTo>
                    <a:pt x="8949" y="0"/>
                  </a:moveTo>
                  <a:lnTo>
                    <a:pt x="8731" y="40"/>
                  </a:lnTo>
                  <a:lnTo>
                    <a:pt x="8514" y="99"/>
                  </a:lnTo>
                  <a:lnTo>
                    <a:pt x="8317" y="178"/>
                  </a:lnTo>
                  <a:lnTo>
                    <a:pt x="8119" y="277"/>
                  </a:lnTo>
                  <a:lnTo>
                    <a:pt x="7902" y="395"/>
                  </a:lnTo>
                  <a:lnTo>
                    <a:pt x="7704" y="553"/>
                  </a:lnTo>
                  <a:lnTo>
                    <a:pt x="7487" y="771"/>
                  </a:lnTo>
                  <a:lnTo>
                    <a:pt x="7210" y="1106"/>
                  </a:lnTo>
                  <a:lnTo>
                    <a:pt x="6894" y="1502"/>
                  </a:lnTo>
                  <a:lnTo>
                    <a:pt x="6559" y="1995"/>
                  </a:lnTo>
                  <a:lnTo>
                    <a:pt x="5808" y="3121"/>
                  </a:lnTo>
                  <a:lnTo>
                    <a:pt x="5038" y="4346"/>
                  </a:lnTo>
                  <a:lnTo>
                    <a:pt x="4307" y="5511"/>
                  </a:lnTo>
                  <a:lnTo>
                    <a:pt x="3695" y="6519"/>
                  </a:lnTo>
                  <a:lnTo>
                    <a:pt x="3122" y="7486"/>
                  </a:lnTo>
                  <a:lnTo>
                    <a:pt x="2964" y="7802"/>
                  </a:lnTo>
                  <a:lnTo>
                    <a:pt x="2529" y="8672"/>
                  </a:lnTo>
                  <a:lnTo>
                    <a:pt x="1956" y="9916"/>
                  </a:lnTo>
                  <a:lnTo>
                    <a:pt x="1621" y="10627"/>
                  </a:lnTo>
                  <a:lnTo>
                    <a:pt x="1305" y="11378"/>
                  </a:lnTo>
                  <a:lnTo>
                    <a:pt x="989" y="12148"/>
                  </a:lnTo>
                  <a:lnTo>
                    <a:pt x="692" y="12918"/>
                  </a:lnTo>
                  <a:lnTo>
                    <a:pt x="435" y="13669"/>
                  </a:lnTo>
                  <a:lnTo>
                    <a:pt x="238" y="14360"/>
                  </a:lnTo>
                  <a:lnTo>
                    <a:pt x="159" y="14676"/>
                  </a:lnTo>
                  <a:lnTo>
                    <a:pt x="80" y="14992"/>
                  </a:lnTo>
                  <a:lnTo>
                    <a:pt x="40" y="15288"/>
                  </a:lnTo>
                  <a:lnTo>
                    <a:pt x="21" y="15545"/>
                  </a:lnTo>
                  <a:lnTo>
                    <a:pt x="1" y="15782"/>
                  </a:lnTo>
                  <a:lnTo>
                    <a:pt x="21" y="16000"/>
                  </a:lnTo>
                  <a:lnTo>
                    <a:pt x="80" y="16177"/>
                  </a:lnTo>
                  <a:lnTo>
                    <a:pt x="139" y="16316"/>
                  </a:lnTo>
                  <a:lnTo>
                    <a:pt x="277" y="16474"/>
                  </a:lnTo>
                  <a:lnTo>
                    <a:pt x="495" y="16671"/>
                  </a:lnTo>
                  <a:lnTo>
                    <a:pt x="791" y="16928"/>
                  </a:lnTo>
                  <a:lnTo>
                    <a:pt x="1186" y="17224"/>
                  </a:lnTo>
                  <a:lnTo>
                    <a:pt x="2154" y="17935"/>
                  </a:lnTo>
                  <a:lnTo>
                    <a:pt x="3398" y="18785"/>
                  </a:lnTo>
                  <a:lnTo>
                    <a:pt x="4820" y="19733"/>
                  </a:lnTo>
                  <a:lnTo>
                    <a:pt x="6401" y="20760"/>
                  </a:lnTo>
                  <a:lnTo>
                    <a:pt x="9837" y="22952"/>
                  </a:lnTo>
                  <a:lnTo>
                    <a:pt x="13314" y="25125"/>
                  </a:lnTo>
                  <a:lnTo>
                    <a:pt x="16494" y="27080"/>
                  </a:lnTo>
                  <a:lnTo>
                    <a:pt x="20385" y="29490"/>
                  </a:lnTo>
                  <a:lnTo>
                    <a:pt x="21175" y="29984"/>
                  </a:lnTo>
                  <a:lnTo>
                    <a:pt x="22024" y="30537"/>
                  </a:lnTo>
                  <a:lnTo>
                    <a:pt x="22894" y="31070"/>
                  </a:lnTo>
                  <a:lnTo>
                    <a:pt x="23328" y="31327"/>
                  </a:lnTo>
                  <a:lnTo>
                    <a:pt x="23743" y="31564"/>
                  </a:lnTo>
                  <a:lnTo>
                    <a:pt x="24177" y="31762"/>
                  </a:lnTo>
                  <a:lnTo>
                    <a:pt x="24592" y="31939"/>
                  </a:lnTo>
                  <a:lnTo>
                    <a:pt x="25007" y="32098"/>
                  </a:lnTo>
                  <a:lnTo>
                    <a:pt x="25402" y="32196"/>
                  </a:lnTo>
                  <a:lnTo>
                    <a:pt x="25777" y="32256"/>
                  </a:lnTo>
                  <a:lnTo>
                    <a:pt x="25955" y="32275"/>
                  </a:lnTo>
                  <a:lnTo>
                    <a:pt x="26133" y="32275"/>
                  </a:lnTo>
                  <a:lnTo>
                    <a:pt x="26311" y="32256"/>
                  </a:lnTo>
                  <a:lnTo>
                    <a:pt x="26469" y="32216"/>
                  </a:lnTo>
                  <a:lnTo>
                    <a:pt x="26627" y="32177"/>
                  </a:lnTo>
                  <a:lnTo>
                    <a:pt x="26785" y="32117"/>
                  </a:lnTo>
                  <a:lnTo>
                    <a:pt x="26943" y="32019"/>
                  </a:lnTo>
                  <a:lnTo>
                    <a:pt x="27081" y="31939"/>
                  </a:lnTo>
                  <a:lnTo>
                    <a:pt x="27397" y="31702"/>
                  </a:lnTo>
                  <a:lnTo>
                    <a:pt x="27713" y="31406"/>
                  </a:lnTo>
                  <a:lnTo>
                    <a:pt x="28029" y="31070"/>
                  </a:lnTo>
                  <a:lnTo>
                    <a:pt x="28345" y="30715"/>
                  </a:lnTo>
                  <a:lnTo>
                    <a:pt x="28641" y="30320"/>
                  </a:lnTo>
                  <a:lnTo>
                    <a:pt x="28938" y="29925"/>
                  </a:lnTo>
                  <a:lnTo>
                    <a:pt x="29214" y="29530"/>
                  </a:lnTo>
                  <a:lnTo>
                    <a:pt x="29708" y="28779"/>
                  </a:lnTo>
                  <a:lnTo>
                    <a:pt x="30103" y="28127"/>
                  </a:lnTo>
                  <a:lnTo>
                    <a:pt x="30459" y="27515"/>
                  </a:lnTo>
                  <a:lnTo>
                    <a:pt x="32750" y="29194"/>
                  </a:lnTo>
                  <a:lnTo>
                    <a:pt x="34468" y="30438"/>
                  </a:lnTo>
                  <a:lnTo>
                    <a:pt x="35535" y="31189"/>
                  </a:lnTo>
                  <a:lnTo>
                    <a:pt x="35792" y="31367"/>
                  </a:lnTo>
                  <a:lnTo>
                    <a:pt x="36127" y="31525"/>
                  </a:lnTo>
                  <a:lnTo>
                    <a:pt x="36285" y="31604"/>
                  </a:lnTo>
                  <a:lnTo>
                    <a:pt x="36483" y="31663"/>
                  </a:lnTo>
                  <a:lnTo>
                    <a:pt x="36680" y="31702"/>
                  </a:lnTo>
                  <a:lnTo>
                    <a:pt x="36878" y="31742"/>
                  </a:lnTo>
                  <a:lnTo>
                    <a:pt x="37075" y="31762"/>
                  </a:lnTo>
                  <a:lnTo>
                    <a:pt x="37510" y="31762"/>
                  </a:lnTo>
                  <a:lnTo>
                    <a:pt x="37727" y="31702"/>
                  </a:lnTo>
                  <a:lnTo>
                    <a:pt x="37945" y="31643"/>
                  </a:lnTo>
                  <a:lnTo>
                    <a:pt x="38162" y="31544"/>
                  </a:lnTo>
                  <a:lnTo>
                    <a:pt x="38379" y="31426"/>
                  </a:lnTo>
                  <a:lnTo>
                    <a:pt x="38596" y="31268"/>
                  </a:lnTo>
                  <a:lnTo>
                    <a:pt x="38794" y="31090"/>
                  </a:lnTo>
                  <a:lnTo>
                    <a:pt x="38972" y="30893"/>
                  </a:lnTo>
                  <a:lnTo>
                    <a:pt x="39130" y="30675"/>
                  </a:lnTo>
                  <a:lnTo>
                    <a:pt x="39248" y="30438"/>
                  </a:lnTo>
                  <a:lnTo>
                    <a:pt x="39367" y="30201"/>
                  </a:lnTo>
                  <a:lnTo>
                    <a:pt x="39465" y="29964"/>
                  </a:lnTo>
                  <a:lnTo>
                    <a:pt x="39525" y="29708"/>
                  </a:lnTo>
                  <a:lnTo>
                    <a:pt x="39584" y="29470"/>
                  </a:lnTo>
                  <a:lnTo>
                    <a:pt x="39623" y="29214"/>
                  </a:lnTo>
                  <a:lnTo>
                    <a:pt x="39643" y="28977"/>
                  </a:lnTo>
                  <a:lnTo>
                    <a:pt x="39643" y="28759"/>
                  </a:lnTo>
                  <a:lnTo>
                    <a:pt x="39623" y="28542"/>
                  </a:lnTo>
                  <a:lnTo>
                    <a:pt x="39604" y="28345"/>
                  </a:lnTo>
                  <a:lnTo>
                    <a:pt x="39564" y="28167"/>
                  </a:lnTo>
                  <a:lnTo>
                    <a:pt x="39525" y="28009"/>
                  </a:lnTo>
                  <a:lnTo>
                    <a:pt x="39446" y="27871"/>
                  </a:lnTo>
                  <a:lnTo>
                    <a:pt x="39406" y="27811"/>
                  </a:lnTo>
                  <a:lnTo>
                    <a:pt x="39327" y="27713"/>
                  </a:lnTo>
                  <a:lnTo>
                    <a:pt x="39070" y="27515"/>
                  </a:lnTo>
                  <a:lnTo>
                    <a:pt x="38735" y="27258"/>
                  </a:lnTo>
                  <a:lnTo>
                    <a:pt x="38300" y="26942"/>
                  </a:lnTo>
                  <a:lnTo>
                    <a:pt x="37273" y="26271"/>
                  </a:lnTo>
                  <a:lnTo>
                    <a:pt x="36127" y="25560"/>
                  </a:lnTo>
                  <a:lnTo>
                    <a:pt x="35002" y="24868"/>
                  </a:lnTo>
                  <a:lnTo>
                    <a:pt x="34034" y="24276"/>
                  </a:lnTo>
                  <a:lnTo>
                    <a:pt x="33086" y="23723"/>
                  </a:lnTo>
                  <a:lnTo>
                    <a:pt x="33441" y="23051"/>
                  </a:lnTo>
                  <a:lnTo>
                    <a:pt x="34231" y="21451"/>
                  </a:lnTo>
                  <a:lnTo>
                    <a:pt x="34685" y="20464"/>
                  </a:lnTo>
                  <a:lnTo>
                    <a:pt x="35120" y="19476"/>
                  </a:lnTo>
                  <a:lnTo>
                    <a:pt x="35515" y="18548"/>
                  </a:lnTo>
                  <a:lnTo>
                    <a:pt x="35673" y="18113"/>
                  </a:lnTo>
                  <a:lnTo>
                    <a:pt x="35811" y="17738"/>
                  </a:lnTo>
                  <a:lnTo>
                    <a:pt x="35890" y="17382"/>
                  </a:lnTo>
                  <a:lnTo>
                    <a:pt x="35930" y="17066"/>
                  </a:lnTo>
                  <a:lnTo>
                    <a:pt x="35930" y="16750"/>
                  </a:lnTo>
                  <a:lnTo>
                    <a:pt x="35890" y="16474"/>
                  </a:lnTo>
                  <a:lnTo>
                    <a:pt x="35831" y="16217"/>
                  </a:lnTo>
                  <a:lnTo>
                    <a:pt x="35732" y="15960"/>
                  </a:lnTo>
                  <a:lnTo>
                    <a:pt x="35594" y="15723"/>
                  </a:lnTo>
                  <a:lnTo>
                    <a:pt x="35456" y="15506"/>
                  </a:lnTo>
                  <a:lnTo>
                    <a:pt x="35278" y="15308"/>
                  </a:lnTo>
                  <a:lnTo>
                    <a:pt x="35081" y="15111"/>
                  </a:lnTo>
                  <a:lnTo>
                    <a:pt x="34883" y="14933"/>
                  </a:lnTo>
                  <a:lnTo>
                    <a:pt x="34666" y="14755"/>
                  </a:lnTo>
                  <a:lnTo>
                    <a:pt x="34231" y="14439"/>
                  </a:lnTo>
                  <a:lnTo>
                    <a:pt x="33797" y="14143"/>
                  </a:lnTo>
                  <a:lnTo>
                    <a:pt x="32592" y="13373"/>
                  </a:lnTo>
                  <a:lnTo>
                    <a:pt x="30103" y="11812"/>
                  </a:lnTo>
                  <a:lnTo>
                    <a:pt x="26745" y="9758"/>
                  </a:lnTo>
                  <a:lnTo>
                    <a:pt x="22953" y="7427"/>
                  </a:lnTo>
                  <a:lnTo>
                    <a:pt x="19141" y="5096"/>
                  </a:lnTo>
                  <a:lnTo>
                    <a:pt x="15704" y="3042"/>
                  </a:lnTo>
                  <a:lnTo>
                    <a:pt x="13077" y="1482"/>
                  </a:lnTo>
                  <a:lnTo>
                    <a:pt x="12188" y="988"/>
                  </a:lnTo>
                  <a:lnTo>
                    <a:pt x="11655" y="711"/>
                  </a:lnTo>
                  <a:lnTo>
                    <a:pt x="11003" y="435"/>
                  </a:lnTo>
                  <a:lnTo>
                    <a:pt x="10430" y="218"/>
                  </a:lnTo>
                  <a:lnTo>
                    <a:pt x="10153" y="139"/>
                  </a:lnTo>
                  <a:lnTo>
                    <a:pt x="9897" y="79"/>
                  </a:lnTo>
                  <a:lnTo>
                    <a:pt x="9640" y="20"/>
                  </a:lnTo>
                  <a:lnTo>
                    <a:pt x="9403" y="0"/>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
            <p:cNvSpPr/>
            <p:nvPr/>
          </p:nvSpPr>
          <p:spPr>
            <a:xfrm>
              <a:off x="-1246975" y="3112925"/>
              <a:ext cx="4975" cy="3475"/>
            </a:xfrm>
            <a:custGeom>
              <a:rect b="b" l="l" r="r" t="t"/>
              <a:pathLst>
                <a:path extrusionOk="0" h="139" w="199">
                  <a:moveTo>
                    <a:pt x="198" y="0"/>
                  </a:moveTo>
                  <a:lnTo>
                    <a:pt x="1" y="139"/>
                  </a:lnTo>
                  <a:lnTo>
                    <a:pt x="1" y="139"/>
                  </a:lnTo>
                  <a:lnTo>
                    <a:pt x="80" y="99"/>
                  </a:lnTo>
                  <a:lnTo>
                    <a:pt x="198"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
            <p:cNvSpPr/>
            <p:nvPr/>
          </p:nvSpPr>
          <p:spPr>
            <a:xfrm>
              <a:off x="-1235125" y="3112925"/>
              <a:ext cx="525" cy="25"/>
            </a:xfrm>
            <a:custGeom>
              <a:rect b="b" l="l" r="r" t="t"/>
              <a:pathLst>
                <a:path extrusionOk="0" h="1" w="21">
                  <a:moveTo>
                    <a:pt x="1" y="0"/>
                  </a:moveTo>
                  <a:lnTo>
                    <a:pt x="1" y="0"/>
                  </a:lnTo>
                  <a:lnTo>
                    <a:pt x="21" y="0"/>
                  </a:lnTo>
                  <a:lnTo>
                    <a:pt x="21" y="0"/>
                  </a:lnTo>
                  <a:lnTo>
                    <a:pt x="1" y="0"/>
                  </a:lnTo>
                  <a:lnTo>
                    <a:pt x="1"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 name="Google Shape;2363;p9"/>
            <p:cNvSpPr/>
            <p:nvPr/>
          </p:nvSpPr>
          <p:spPr>
            <a:xfrm>
              <a:off x="-905750" y="3252175"/>
              <a:ext cx="3975" cy="1025"/>
            </a:xfrm>
            <a:custGeom>
              <a:rect b="b" l="l" r="r" t="t"/>
              <a:pathLst>
                <a:path extrusionOk="0" h="41" w="159">
                  <a:moveTo>
                    <a:pt x="1" y="1"/>
                  </a:moveTo>
                  <a:lnTo>
                    <a:pt x="99" y="40"/>
                  </a:lnTo>
                  <a:lnTo>
                    <a:pt x="159" y="40"/>
                  </a:lnTo>
                  <a:lnTo>
                    <a:pt x="60" y="20"/>
                  </a:lnTo>
                  <a:lnTo>
                    <a:pt x="1"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
            <p:cNvSpPr/>
            <p:nvPr/>
          </p:nvSpPr>
          <p:spPr>
            <a:xfrm>
              <a:off x="-582300" y="3332175"/>
              <a:ext cx="1000" cy="525"/>
            </a:xfrm>
            <a:custGeom>
              <a:rect b="b" l="l" r="r" t="t"/>
              <a:pathLst>
                <a:path extrusionOk="0" h="21" w="40">
                  <a:moveTo>
                    <a:pt x="0" y="0"/>
                  </a:moveTo>
                  <a:lnTo>
                    <a:pt x="20" y="2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 name="Google Shape;2365;p9"/>
            <p:cNvSpPr/>
            <p:nvPr/>
          </p:nvSpPr>
          <p:spPr>
            <a:xfrm>
              <a:off x="-1286950" y="3160825"/>
              <a:ext cx="2000" cy="2500"/>
            </a:xfrm>
            <a:custGeom>
              <a:rect b="b" l="l" r="r" t="t"/>
              <a:pathLst>
                <a:path extrusionOk="0" h="100" w="80">
                  <a:moveTo>
                    <a:pt x="59" y="0"/>
                  </a:moveTo>
                  <a:lnTo>
                    <a:pt x="20" y="20"/>
                  </a:lnTo>
                  <a:lnTo>
                    <a:pt x="0" y="99"/>
                  </a:lnTo>
                  <a:lnTo>
                    <a:pt x="0" y="99"/>
                  </a:lnTo>
                  <a:lnTo>
                    <a:pt x="79" y="20"/>
                  </a:lnTo>
                  <a:lnTo>
                    <a:pt x="59"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 name="Google Shape;2366;p9"/>
            <p:cNvSpPr/>
            <p:nvPr/>
          </p:nvSpPr>
          <p:spPr>
            <a:xfrm>
              <a:off x="-968950" y="3215150"/>
              <a:ext cx="1000" cy="500"/>
            </a:xfrm>
            <a:custGeom>
              <a:rect b="b" l="l" r="r" t="t"/>
              <a:pathLst>
                <a:path extrusionOk="0" h="20" w="40">
                  <a:moveTo>
                    <a:pt x="40" y="0"/>
                  </a:moveTo>
                  <a:lnTo>
                    <a:pt x="40" y="0"/>
                  </a:lnTo>
                  <a:lnTo>
                    <a:pt x="0" y="20"/>
                  </a:lnTo>
                  <a:lnTo>
                    <a:pt x="0" y="20"/>
                  </a:lnTo>
                  <a:lnTo>
                    <a:pt x="40" y="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 name="Google Shape;2367;p9"/>
            <p:cNvSpPr/>
            <p:nvPr/>
          </p:nvSpPr>
          <p:spPr>
            <a:xfrm>
              <a:off x="-1299300" y="3366250"/>
              <a:ext cx="1500" cy="2000"/>
            </a:xfrm>
            <a:custGeom>
              <a:rect b="b" l="l" r="r" t="t"/>
              <a:pathLst>
                <a:path extrusionOk="0" h="80" w="60">
                  <a:moveTo>
                    <a:pt x="59" y="79"/>
                  </a:moveTo>
                  <a:lnTo>
                    <a:pt x="59" y="79"/>
                  </a:lnTo>
                  <a:lnTo>
                    <a:pt x="0" y="0"/>
                  </a:lnTo>
                  <a:lnTo>
                    <a:pt x="0" y="0"/>
                  </a:lnTo>
                  <a:lnTo>
                    <a:pt x="59" y="79"/>
                  </a:lnTo>
                  <a:lnTo>
                    <a:pt x="59" y="79"/>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 name="Google Shape;2368;p9"/>
            <p:cNvSpPr/>
            <p:nvPr/>
          </p:nvSpPr>
          <p:spPr>
            <a:xfrm>
              <a:off x="-621825" y="3419575"/>
              <a:ext cx="1525" cy="525"/>
            </a:xfrm>
            <a:custGeom>
              <a:rect b="b" l="l" r="r" t="t"/>
              <a:pathLst>
                <a:path extrusionOk="0" h="21" w="61">
                  <a:moveTo>
                    <a:pt x="60" y="0"/>
                  </a:moveTo>
                  <a:lnTo>
                    <a:pt x="60" y="0"/>
                  </a:lnTo>
                  <a:lnTo>
                    <a:pt x="1" y="20"/>
                  </a:lnTo>
                  <a:lnTo>
                    <a:pt x="1" y="20"/>
                  </a:lnTo>
                  <a:lnTo>
                    <a:pt x="60" y="0"/>
                  </a:lnTo>
                  <a:lnTo>
                    <a:pt x="6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 name="Google Shape;2369;p9"/>
            <p:cNvSpPr/>
            <p:nvPr/>
          </p:nvSpPr>
          <p:spPr>
            <a:xfrm>
              <a:off x="-1302275" y="3165750"/>
              <a:ext cx="25" cy="525"/>
            </a:xfrm>
            <a:custGeom>
              <a:rect b="b" l="l" r="r" t="t"/>
              <a:pathLst>
                <a:path extrusionOk="0" h="21" w="1">
                  <a:moveTo>
                    <a:pt x="1" y="21"/>
                  </a:moveTo>
                  <a:lnTo>
                    <a:pt x="1" y="21"/>
                  </a:lnTo>
                  <a:lnTo>
                    <a:pt x="1" y="1"/>
                  </a:lnTo>
                  <a:lnTo>
                    <a:pt x="1" y="1"/>
                  </a:lnTo>
                  <a:lnTo>
                    <a:pt x="1" y="21"/>
                  </a:lnTo>
                  <a:lnTo>
                    <a:pt x="1" y="2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 name="Google Shape;2370;p9"/>
            <p:cNvSpPr/>
            <p:nvPr/>
          </p:nvSpPr>
          <p:spPr>
            <a:xfrm>
              <a:off x="-1336825" y="3072925"/>
              <a:ext cx="793050" cy="646900"/>
            </a:xfrm>
            <a:custGeom>
              <a:rect b="b" l="l" r="r" t="t"/>
              <a:pathLst>
                <a:path extrusionOk="0" h="25876" w="31722">
                  <a:moveTo>
                    <a:pt x="3773" y="889"/>
                  </a:moveTo>
                  <a:lnTo>
                    <a:pt x="3733" y="909"/>
                  </a:lnTo>
                  <a:lnTo>
                    <a:pt x="3773" y="892"/>
                  </a:lnTo>
                  <a:lnTo>
                    <a:pt x="3773" y="892"/>
                  </a:lnTo>
                  <a:lnTo>
                    <a:pt x="3773" y="889"/>
                  </a:lnTo>
                  <a:close/>
                  <a:moveTo>
                    <a:pt x="13115" y="3971"/>
                  </a:moveTo>
                  <a:lnTo>
                    <a:pt x="13115" y="3971"/>
                  </a:lnTo>
                  <a:lnTo>
                    <a:pt x="13115" y="3971"/>
                  </a:lnTo>
                  <a:close/>
                  <a:moveTo>
                    <a:pt x="13115" y="3971"/>
                  </a:moveTo>
                  <a:lnTo>
                    <a:pt x="13135" y="3990"/>
                  </a:lnTo>
                  <a:lnTo>
                    <a:pt x="13135" y="3990"/>
                  </a:lnTo>
                  <a:lnTo>
                    <a:pt x="13115" y="3971"/>
                  </a:lnTo>
                  <a:close/>
                  <a:moveTo>
                    <a:pt x="0" y="7566"/>
                  </a:moveTo>
                  <a:lnTo>
                    <a:pt x="20" y="7803"/>
                  </a:lnTo>
                  <a:lnTo>
                    <a:pt x="79" y="7980"/>
                  </a:lnTo>
                  <a:lnTo>
                    <a:pt x="158" y="8119"/>
                  </a:lnTo>
                  <a:lnTo>
                    <a:pt x="237" y="8217"/>
                  </a:lnTo>
                  <a:lnTo>
                    <a:pt x="395" y="8375"/>
                  </a:lnTo>
                  <a:lnTo>
                    <a:pt x="564" y="8525"/>
                  </a:lnTo>
                  <a:lnTo>
                    <a:pt x="564" y="8525"/>
                  </a:lnTo>
                  <a:lnTo>
                    <a:pt x="553" y="8494"/>
                  </a:lnTo>
                  <a:lnTo>
                    <a:pt x="454" y="8237"/>
                  </a:lnTo>
                  <a:lnTo>
                    <a:pt x="494" y="8237"/>
                  </a:lnTo>
                  <a:lnTo>
                    <a:pt x="296" y="8079"/>
                  </a:lnTo>
                  <a:lnTo>
                    <a:pt x="316" y="8277"/>
                  </a:lnTo>
                  <a:lnTo>
                    <a:pt x="217" y="8138"/>
                  </a:lnTo>
                  <a:lnTo>
                    <a:pt x="119" y="7941"/>
                  </a:lnTo>
                  <a:lnTo>
                    <a:pt x="20" y="7724"/>
                  </a:lnTo>
                  <a:lnTo>
                    <a:pt x="0" y="7566"/>
                  </a:lnTo>
                  <a:close/>
                  <a:moveTo>
                    <a:pt x="564" y="8525"/>
                  </a:moveTo>
                  <a:lnTo>
                    <a:pt x="576" y="8562"/>
                  </a:lnTo>
                  <a:lnTo>
                    <a:pt x="573" y="8533"/>
                  </a:lnTo>
                  <a:lnTo>
                    <a:pt x="564" y="8525"/>
                  </a:lnTo>
                  <a:close/>
                  <a:moveTo>
                    <a:pt x="4800" y="13432"/>
                  </a:moveTo>
                  <a:lnTo>
                    <a:pt x="4820" y="13452"/>
                  </a:lnTo>
                  <a:lnTo>
                    <a:pt x="4820" y="13447"/>
                  </a:lnTo>
                  <a:lnTo>
                    <a:pt x="4800" y="13432"/>
                  </a:lnTo>
                  <a:close/>
                  <a:moveTo>
                    <a:pt x="29253" y="16000"/>
                  </a:moveTo>
                  <a:lnTo>
                    <a:pt x="29253" y="16059"/>
                  </a:lnTo>
                  <a:lnTo>
                    <a:pt x="29257" y="16077"/>
                  </a:lnTo>
                  <a:lnTo>
                    <a:pt x="29257" y="16077"/>
                  </a:lnTo>
                  <a:lnTo>
                    <a:pt x="29253" y="16000"/>
                  </a:lnTo>
                  <a:close/>
                  <a:moveTo>
                    <a:pt x="9501" y="988"/>
                  </a:moveTo>
                  <a:lnTo>
                    <a:pt x="9481" y="1028"/>
                  </a:lnTo>
                  <a:lnTo>
                    <a:pt x="9422" y="1067"/>
                  </a:lnTo>
                  <a:lnTo>
                    <a:pt x="9303" y="1087"/>
                  </a:lnTo>
                  <a:lnTo>
                    <a:pt x="9481" y="1126"/>
                  </a:lnTo>
                  <a:lnTo>
                    <a:pt x="9600" y="1186"/>
                  </a:lnTo>
                  <a:lnTo>
                    <a:pt x="9639" y="1205"/>
                  </a:lnTo>
                  <a:lnTo>
                    <a:pt x="9659" y="1245"/>
                  </a:lnTo>
                  <a:lnTo>
                    <a:pt x="9442" y="1265"/>
                  </a:lnTo>
                  <a:lnTo>
                    <a:pt x="9343" y="1284"/>
                  </a:lnTo>
                  <a:lnTo>
                    <a:pt x="9244" y="1324"/>
                  </a:lnTo>
                  <a:lnTo>
                    <a:pt x="9442" y="1383"/>
                  </a:lnTo>
                  <a:lnTo>
                    <a:pt x="9442" y="1403"/>
                  </a:lnTo>
                  <a:lnTo>
                    <a:pt x="9442" y="1423"/>
                  </a:lnTo>
                  <a:lnTo>
                    <a:pt x="9422" y="1442"/>
                  </a:lnTo>
                  <a:lnTo>
                    <a:pt x="9402" y="1462"/>
                  </a:lnTo>
                  <a:lnTo>
                    <a:pt x="9422" y="1502"/>
                  </a:lnTo>
                  <a:lnTo>
                    <a:pt x="9461" y="1541"/>
                  </a:lnTo>
                  <a:lnTo>
                    <a:pt x="9461" y="1482"/>
                  </a:lnTo>
                  <a:lnTo>
                    <a:pt x="9521" y="1462"/>
                  </a:lnTo>
                  <a:lnTo>
                    <a:pt x="9679" y="1462"/>
                  </a:lnTo>
                  <a:lnTo>
                    <a:pt x="9876" y="1521"/>
                  </a:lnTo>
                  <a:lnTo>
                    <a:pt x="10093" y="1561"/>
                  </a:lnTo>
                  <a:lnTo>
                    <a:pt x="10074" y="1581"/>
                  </a:lnTo>
                  <a:lnTo>
                    <a:pt x="10054" y="1600"/>
                  </a:lnTo>
                  <a:lnTo>
                    <a:pt x="9995" y="1600"/>
                  </a:lnTo>
                  <a:lnTo>
                    <a:pt x="9916" y="1581"/>
                  </a:lnTo>
                  <a:lnTo>
                    <a:pt x="9837" y="1581"/>
                  </a:lnTo>
                  <a:lnTo>
                    <a:pt x="9975" y="1719"/>
                  </a:lnTo>
                  <a:lnTo>
                    <a:pt x="10093" y="1798"/>
                  </a:lnTo>
                  <a:lnTo>
                    <a:pt x="10232" y="1837"/>
                  </a:lnTo>
                  <a:lnTo>
                    <a:pt x="10350" y="1857"/>
                  </a:lnTo>
                  <a:lnTo>
                    <a:pt x="10508" y="1877"/>
                  </a:lnTo>
                  <a:lnTo>
                    <a:pt x="10666" y="1897"/>
                  </a:lnTo>
                  <a:lnTo>
                    <a:pt x="10844" y="1936"/>
                  </a:lnTo>
                  <a:lnTo>
                    <a:pt x="11022" y="2035"/>
                  </a:lnTo>
                  <a:lnTo>
                    <a:pt x="10883" y="2035"/>
                  </a:lnTo>
                  <a:lnTo>
                    <a:pt x="10982" y="2055"/>
                  </a:lnTo>
                  <a:lnTo>
                    <a:pt x="11061" y="2114"/>
                  </a:lnTo>
                  <a:lnTo>
                    <a:pt x="11199" y="2213"/>
                  </a:lnTo>
                  <a:lnTo>
                    <a:pt x="11318" y="2312"/>
                  </a:lnTo>
                  <a:lnTo>
                    <a:pt x="11377" y="2331"/>
                  </a:lnTo>
                  <a:lnTo>
                    <a:pt x="11456" y="2331"/>
                  </a:lnTo>
                  <a:lnTo>
                    <a:pt x="11496" y="2391"/>
                  </a:lnTo>
                  <a:lnTo>
                    <a:pt x="11535" y="2450"/>
                  </a:lnTo>
                  <a:lnTo>
                    <a:pt x="11535" y="2529"/>
                  </a:lnTo>
                  <a:lnTo>
                    <a:pt x="11535" y="2588"/>
                  </a:lnTo>
                  <a:lnTo>
                    <a:pt x="11555" y="2628"/>
                  </a:lnTo>
                  <a:lnTo>
                    <a:pt x="11614" y="2687"/>
                  </a:lnTo>
                  <a:lnTo>
                    <a:pt x="11713" y="2766"/>
                  </a:lnTo>
                  <a:lnTo>
                    <a:pt x="11713" y="2726"/>
                  </a:lnTo>
                  <a:lnTo>
                    <a:pt x="11733" y="2707"/>
                  </a:lnTo>
                  <a:lnTo>
                    <a:pt x="11772" y="2707"/>
                  </a:lnTo>
                  <a:lnTo>
                    <a:pt x="11832" y="2746"/>
                  </a:lnTo>
                  <a:lnTo>
                    <a:pt x="11911" y="2805"/>
                  </a:lnTo>
                  <a:lnTo>
                    <a:pt x="11990" y="2865"/>
                  </a:lnTo>
                  <a:lnTo>
                    <a:pt x="12069" y="2904"/>
                  </a:lnTo>
                  <a:lnTo>
                    <a:pt x="12148" y="2924"/>
                  </a:lnTo>
                  <a:lnTo>
                    <a:pt x="12167" y="2924"/>
                  </a:lnTo>
                  <a:lnTo>
                    <a:pt x="12207" y="2904"/>
                  </a:lnTo>
                  <a:lnTo>
                    <a:pt x="12365" y="3200"/>
                  </a:lnTo>
                  <a:lnTo>
                    <a:pt x="12444" y="3200"/>
                  </a:lnTo>
                  <a:lnTo>
                    <a:pt x="12523" y="3181"/>
                  </a:lnTo>
                  <a:lnTo>
                    <a:pt x="12622" y="3102"/>
                  </a:lnTo>
                  <a:lnTo>
                    <a:pt x="12661" y="3062"/>
                  </a:lnTo>
                  <a:lnTo>
                    <a:pt x="12740" y="3062"/>
                  </a:lnTo>
                  <a:lnTo>
                    <a:pt x="12839" y="3102"/>
                  </a:lnTo>
                  <a:lnTo>
                    <a:pt x="12977" y="3220"/>
                  </a:lnTo>
                  <a:lnTo>
                    <a:pt x="13056" y="3339"/>
                  </a:lnTo>
                  <a:lnTo>
                    <a:pt x="13076" y="3398"/>
                  </a:lnTo>
                  <a:lnTo>
                    <a:pt x="13076" y="3437"/>
                  </a:lnTo>
                  <a:lnTo>
                    <a:pt x="13056" y="3457"/>
                  </a:lnTo>
                  <a:lnTo>
                    <a:pt x="13036" y="3497"/>
                  </a:lnTo>
                  <a:lnTo>
                    <a:pt x="12977" y="3516"/>
                  </a:lnTo>
                  <a:lnTo>
                    <a:pt x="12898" y="3556"/>
                  </a:lnTo>
                  <a:lnTo>
                    <a:pt x="12839" y="3595"/>
                  </a:lnTo>
                  <a:lnTo>
                    <a:pt x="12819" y="3615"/>
                  </a:lnTo>
                  <a:lnTo>
                    <a:pt x="12819" y="3655"/>
                  </a:lnTo>
                  <a:lnTo>
                    <a:pt x="12819" y="3694"/>
                  </a:lnTo>
                  <a:lnTo>
                    <a:pt x="12839" y="3734"/>
                  </a:lnTo>
                  <a:lnTo>
                    <a:pt x="13017" y="3753"/>
                  </a:lnTo>
                  <a:lnTo>
                    <a:pt x="13135" y="3990"/>
                  </a:lnTo>
                  <a:lnTo>
                    <a:pt x="13214" y="4069"/>
                  </a:lnTo>
                  <a:lnTo>
                    <a:pt x="13333" y="4168"/>
                  </a:lnTo>
                  <a:lnTo>
                    <a:pt x="13412" y="4287"/>
                  </a:lnTo>
                  <a:lnTo>
                    <a:pt x="13412" y="4326"/>
                  </a:lnTo>
                  <a:lnTo>
                    <a:pt x="13412" y="4346"/>
                  </a:lnTo>
                  <a:lnTo>
                    <a:pt x="13352" y="4346"/>
                  </a:lnTo>
                  <a:lnTo>
                    <a:pt x="13293" y="4306"/>
                  </a:lnTo>
                  <a:lnTo>
                    <a:pt x="13214" y="4267"/>
                  </a:lnTo>
                  <a:lnTo>
                    <a:pt x="13175" y="4247"/>
                  </a:lnTo>
                  <a:lnTo>
                    <a:pt x="13214" y="4287"/>
                  </a:lnTo>
                  <a:lnTo>
                    <a:pt x="13273" y="4326"/>
                  </a:lnTo>
                  <a:lnTo>
                    <a:pt x="13392" y="4464"/>
                  </a:lnTo>
                  <a:lnTo>
                    <a:pt x="13668" y="4820"/>
                  </a:lnTo>
                  <a:lnTo>
                    <a:pt x="13826" y="4978"/>
                  </a:lnTo>
                  <a:lnTo>
                    <a:pt x="14004" y="5136"/>
                  </a:lnTo>
                  <a:lnTo>
                    <a:pt x="14103" y="5195"/>
                  </a:lnTo>
                  <a:lnTo>
                    <a:pt x="14202" y="5235"/>
                  </a:lnTo>
                  <a:lnTo>
                    <a:pt x="14281" y="5255"/>
                  </a:lnTo>
                  <a:lnTo>
                    <a:pt x="14380" y="5255"/>
                  </a:lnTo>
                  <a:lnTo>
                    <a:pt x="14518" y="5373"/>
                  </a:lnTo>
                  <a:lnTo>
                    <a:pt x="14656" y="5511"/>
                  </a:lnTo>
                  <a:lnTo>
                    <a:pt x="14755" y="5610"/>
                  </a:lnTo>
                  <a:lnTo>
                    <a:pt x="14775" y="5650"/>
                  </a:lnTo>
                  <a:lnTo>
                    <a:pt x="14755" y="5689"/>
                  </a:lnTo>
                  <a:lnTo>
                    <a:pt x="14854" y="5689"/>
                  </a:lnTo>
                  <a:lnTo>
                    <a:pt x="14972" y="5748"/>
                  </a:lnTo>
                  <a:lnTo>
                    <a:pt x="15249" y="5887"/>
                  </a:lnTo>
                  <a:lnTo>
                    <a:pt x="15505" y="6045"/>
                  </a:lnTo>
                  <a:lnTo>
                    <a:pt x="15624" y="6104"/>
                  </a:lnTo>
                  <a:lnTo>
                    <a:pt x="15742" y="6124"/>
                  </a:lnTo>
                  <a:lnTo>
                    <a:pt x="15723" y="6143"/>
                  </a:lnTo>
                  <a:lnTo>
                    <a:pt x="15742" y="6183"/>
                  </a:lnTo>
                  <a:lnTo>
                    <a:pt x="15802" y="6242"/>
                  </a:lnTo>
                  <a:lnTo>
                    <a:pt x="15900" y="6321"/>
                  </a:lnTo>
                  <a:lnTo>
                    <a:pt x="16019" y="6361"/>
                  </a:lnTo>
                  <a:lnTo>
                    <a:pt x="15960" y="6321"/>
                  </a:lnTo>
                  <a:lnTo>
                    <a:pt x="15940" y="6282"/>
                  </a:lnTo>
                  <a:lnTo>
                    <a:pt x="15940" y="6262"/>
                  </a:lnTo>
                  <a:lnTo>
                    <a:pt x="15960" y="6242"/>
                  </a:lnTo>
                  <a:lnTo>
                    <a:pt x="16039" y="6222"/>
                  </a:lnTo>
                  <a:lnTo>
                    <a:pt x="16157" y="6203"/>
                  </a:lnTo>
                  <a:lnTo>
                    <a:pt x="16216" y="6282"/>
                  </a:lnTo>
                  <a:lnTo>
                    <a:pt x="16315" y="6341"/>
                  </a:lnTo>
                  <a:lnTo>
                    <a:pt x="16513" y="6459"/>
                  </a:lnTo>
                  <a:lnTo>
                    <a:pt x="16612" y="6519"/>
                  </a:lnTo>
                  <a:lnTo>
                    <a:pt x="16691" y="6578"/>
                  </a:lnTo>
                  <a:lnTo>
                    <a:pt x="16750" y="6637"/>
                  </a:lnTo>
                  <a:lnTo>
                    <a:pt x="16750" y="6716"/>
                  </a:lnTo>
                  <a:lnTo>
                    <a:pt x="16849" y="6716"/>
                  </a:lnTo>
                  <a:lnTo>
                    <a:pt x="16908" y="6696"/>
                  </a:lnTo>
                  <a:lnTo>
                    <a:pt x="16967" y="6677"/>
                  </a:lnTo>
                  <a:lnTo>
                    <a:pt x="16987" y="6637"/>
                  </a:lnTo>
                  <a:lnTo>
                    <a:pt x="17046" y="6578"/>
                  </a:lnTo>
                  <a:lnTo>
                    <a:pt x="17105" y="6499"/>
                  </a:lnTo>
                  <a:lnTo>
                    <a:pt x="17165" y="6558"/>
                  </a:lnTo>
                  <a:lnTo>
                    <a:pt x="17224" y="6637"/>
                  </a:lnTo>
                  <a:lnTo>
                    <a:pt x="17382" y="6775"/>
                  </a:lnTo>
                  <a:lnTo>
                    <a:pt x="17441" y="6854"/>
                  </a:lnTo>
                  <a:lnTo>
                    <a:pt x="17500" y="6933"/>
                  </a:lnTo>
                  <a:lnTo>
                    <a:pt x="17500" y="6993"/>
                  </a:lnTo>
                  <a:lnTo>
                    <a:pt x="17481" y="7013"/>
                  </a:lnTo>
                  <a:lnTo>
                    <a:pt x="17461" y="7032"/>
                  </a:lnTo>
                  <a:lnTo>
                    <a:pt x="17362" y="6953"/>
                  </a:lnTo>
                  <a:lnTo>
                    <a:pt x="17244" y="6874"/>
                  </a:lnTo>
                  <a:lnTo>
                    <a:pt x="17184" y="6854"/>
                  </a:lnTo>
                  <a:lnTo>
                    <a:pt x="17125" y="6854"/>
                  </a:lnTo>
                  <a:lnTo>
                    <a:pt x="17105" y="6914"/>
                  </a:lnTo>
                  <a:lnTo>
                    <a:pt x="17184" y="6993"/>
                  </a:lnTo>
                  <a:lnTo>
                    <a:pt x="17244" y="6993"/>
                  </a:lnTo>
                  <a:lnTo>
                    <a:pt x="17303" y="6973"/>
                  </a:lnTo>
                  <a:lnTo>
                    <a:pt x="17342" y="6973"/>
                  </a:lnTo>
                  <a:lnTo>
                    <a:pt x="17402" y="7013"/>
                  </a:lnTo>
                  <a:lnTo>
                    <a:pt x="17402" y="7052"/>
                  </a:lnTo>
                  <a:lnTo>
                    <a:pt x="17421" y="7111"/>
                  </a:lnTo>
                  <a:lnTo>
                    <a:pt x="17421" y="7171"/>
                  </a:lnTo>
                  <a:lnTo>
                    <a:pt x="17421" y="7210"/>
                  </a:lnTo>
                  <a:lnTo>
                    <a:pt x="17402" y="7210"/>
                  </a:lnTo>
                  <a:lnTo>
                    <a:pt x="17619" y="7348"/>
                  </a:lnTo>
                  <a:lnTo>
                    <a:pt x="17876" y="7566"/>
                  </a:lnTo>
                  <a:lnTo>
                    <a:pt x="17816" y="7467"/>
                  </a:lnTo>
                  <a:lnTo>
                    <a:pt x="17797" y="7427"/>
                  </a:lnTo>
                  <a:lnTo>
                    <a:pt x="17895" y="7427"/>
                  </a:lnTo>
                  <a:lnTo>
                    <a:pt x="18014" y="7447"/>
                  </a:lnTo>
                  <a:lnTo>
                    <a:pt x="18034" y="7447"/>
                  </a:lnTo>
                  <a:lnTo>
                    <a:pt x="18034" y="7427"/>
                  </a:lnTo>
                  <a:lnTo>
                    <a:pt x="18014" y="7388"/>
                  </a:lnTo>
                  <a:lnTo>
                    <a:pt x="17639" y="7309"/>
                  </a:lnTo>
                  <a:lnTo>
                    <a:pt x="17560" y="7250"/>
                  </a:lnTo>
                  <a:lnTo>
                    <a:pt x="17500" y="7210"/>
                  </a:lnTo>
                  <a:lnTo>
                    <a:pt x="17500" y="7171"/>
                  </a:lnTo>
                  <a:lnTo>
                    <a:pt x="17520" y="7151"/>
                  </a:lnTo>
                  <a:lnTo>
                    <a:pt x="17560" y="7111"/>
                  </a:lnTo>
                  <a:lnTo>
                    <a:pt x="17560" y="7092"/>
                  </a:lnTo>
                  <a:lnTo>
                    <a:pt x="17560" y="7052"/>
                  </a:lnTo>
                  <a:lnTo>
                    <a:pt x="17737" y="7151"/>
                  </a:lnTo>
                  <a:lnTo>
                    <a:pt x="17895" y="7210"/>
                  </a:lnTo>
                  <a:lnTo>
                    <a:pt x="18034" y="7250"/>
                  </a:lnTo>
                  <a:lnTo>
                    <a:pt x="18152" y="7269"/>
                  </a:lnTo>
                  <a:lnTo>
                    <a:pt x="18429" y="7329"/>
                  </a:lnTo>
                  <a:lnTo>
                    <a:pt x="18606" y="7368"/>
                  </a:lnTo>
                  <a:lnTo>
                    <a:pt x="18843" y="7467"/>
                  </a:lnTo>
                  <a:lnTo>
                    <a:pt x="19081" y="7645"/>
                  </a:lnTo>
                  <a:lnTo>
                    <a:pt x="19278" y="7783"/>
                  </a:lnTo>
                  <a:lnTo>
                    <a:pt x="19179" y="7743"/>
                  </a:lnTo>
                  <a:lnTo>
                    <a:pt x="19120" y="7743"/>
                  </a:lnTo>
                  <a:lnTo>
                    <a:pt x="19081" y="7763"/>
                  </a:lnTo>
                  <a:lnTo>
                    <a:pt x="19041" y="7803"/>
                  </a:lnTo>
                  <a:lnTo>
                    <a:pt x="19041" y="7842"/>
                  </a:lnTo>
                  <a:lnTo>
                    <a:pt x="19041" y="7882"/>
                  </a:lnTo>
                  <a:lnTo>
                    <a:pt x="19081" y="7921"/>
                  </a:lnTo>
                  <a:lnTo>
                    <a:pt x="19120" y="7961"/>
                  </a:lnTo>
                  <a:lnTo>
                    <a:pt x="19298" y="8000"/>
                  </a:lnTo>
                  <a:lnTo>
                    <a:pt x="19436" y="8040"/>
                  </a:lnTo>
                  <a:lnTo>
                    <a:pt x="19594" y="8099"/>
                  </a:lnTo>
                  <a:lnTo>
                    <a:pt x="19713" y="8178"/>
                  </a:lnTo>
                  <a:lnTo>
                    <a:pt x="19950" y="8336"/>
                  </a:lnTo>
                  <a:lnTo>
                    <a:pt x="20068" y="8415"/>
                  </a:lnTo>
                  <a:lnTo>
                    <a:pt x="20206" y="8474"/>
                  </a:lnTo>
                  <a:lnTo>
                    <a:pt x="20206" y="8474"/>
                  </a:lnTo>
                  <a:lnTo>
                    <a:pt x="20108" y="8415"/>
                  </a:lnTo>
                  <a:lnTo>
                    <a:pt x="20068" y="8375"/>
                  </a:lnTo>
                  <a:lnTo>
                    <a:pt x="20048" y="8356"/>
                  </a:lnTo>
                  <a:lnTo>
                    <a:pt x="20048" y="8316"/>
                  </a:lnTo>
                  <a:lnTo>
                    <a:pt x="20088" y="8296"/>
                  </a:lnTo>
                  <a:lnTo>
                    <a:pt x="20127" y="8277"/>
                  </a:lnTo>
                  <a:lnTo>
                    <a:pt x="20226" y="8257"/>
                  </a:lnTo>
                  <a:lnTo>
                    <a:pt x="20443" y="8277"/>
                  </a:lnTo>
                  <a:lnTo>
                    <a:pt x="20562" y="8296"/>
                  </a:lnTo>
                  <a:lnTo>
                    <a:pt x="20621" y="8316"/>
                  </a:lnTo>
                  <a:lnTo>
                    <a:pt x="20641" y="8356"/>
                  </a:lnTo>
                  <a:lnTo>
                    <a:pt x="20641" y="8435"/>
                  </a:lnTo>
                  <a:lnTo>
                    <a:pt x="20680" y="8474"/>
                  </a:lnTo>
                  <a:lnTo>
                    <a:pt x="20740" y="8533"/>
                  </a:lnTo>
                  <a:lnTo>
                    <a:pt x="21115" y="8612"/>
                  </a:lnTo>
                  <a:lnTo>
                    <a:pt x="21411" y="8691"/>
                  </a:lnTo>
                  <a:lnTo>
                    <a:pt x="21984" y="8869"/>
                  </a:lnTo>
                  <a:lnTo>
                    <a:pt x="22241" y="8948"/>
                  </a:lnTo>
                  <a:lnTo>
                    <a:pt x="22498" y="9007"/>
                  </a:lnTo>
                  <a:lnTo>
                    <a:pt x="22774" y="9047"/>
                  </a:lnTo>
                  <a:lnTo>
                    <a:pt x="23051" y="9067"/>
                  </a:lnTo>
                  <a:lnTo>
                    <a:pt x="23051" y="9067"/>
                  </a:lnTo>
                  <a:lnTo>
                    <a:pt x="22735" y="8830"/>
                  </a:lnTo>
                  <a:lnTo>
                    <a:pt x="22577" y="8968"/>
                  </a:lnTo>
                  <a:lnTo>
                    <a:pt x="22517" y="8909"/>
                  </a:lnTo>
                  <a:lnTo>
                    <a:pt x="22498" y="8849"/>
                  </a:lnTo>
                  <a:lnTo>
                    <a:pt x="22517" y="8770"/>
                  </a:lnTo>
                  <a:lnTo>
                    <a:pt x="22557" y="8731"/>
                  </a:lnTo>
                  <a:lnTo>
                    <a:pt x="22636" y="8672"/>
                  </a:lnTo>
                  <a:lnTo>
                    <a:pt x="22715" y="8612"/>
                  </a:lnTo>
                  <a:lnTo>
                    <a:pt x="22873" y="8553"/>
                  </a:lnTo>
                  <a:lnTo>
                    <a:pt x="22912" y="8573"/>
                  </a:lnTo>
                  <a:lnTo>
                    <a:pt x="22972" y="8593"/>
                  </a:lnTo>
                  <a:lnTo>
                    <a:pt x="23110" y="8632"/>
                  </a:lnTo>
                  <a:lnTo>
                    <a:pt x="23209" y="8691"/>
                  </a:lnTo>
                  <a:lnTo>
                    <a:pt x="23228" y="8711"/>
                  </a:lnTo>
                  <a:lnTo>
                    <a:pt x="23169" y="8731"/>
                  </a:lnTo>
                  <a:lnTo>
                    <a:pt x="23643" y="8731"/>
                  </a:lnTo>
                  <a:lnTo>
                    <a:pt x="23604" y="8711"/>
                  </a:lnTo>
                  <a:lnTo>
                    <a:pt x="23564" y="8691"/>
                  </a:lnTo>
                  <a:lnTo>
                    <a:pt x="23465" y="8652"/>
                  </a:lnTo>
                  <a:lnTo>
                    <a:pt x="23446" y="8632"/>
                  </a:lnTo>
                  <a:lnTo>
                    <a:pt x="23426" y="8612"/>
                  </a:lnTo>
                  <a:lnTo>
                    <a:pt x="23446" y="8612"/>
                  </a:lnTo>
                  <a:lnTo>
                    <a:pt x="23505" y="8593"/>
                  </a:lnTo>
                  <a:lnTo>
                    <a:pt x="23663" y="8652"/>
                  </a:lnTo>
                  <a:lnTo>
                    <a:pt x="23821" y="8731"/>
                  </a:lnTo>
                  <a:lnTo>
                    <a:pt x="23880" y="8770"/>
                  </a:lnTo>
                  <a:lnTo>
                    <a:pt x="23900" y="8790"/>
                  </a:lnTo>
                  <a:lnTo>
                    <a:pt x="23880" y="8810"/>
                  </a:lnTo>
                  <a:lnTo>
                    <a:pt x="23801" y="8830"/>
                  </a:lnTo>
                  <a:lnTo>
                    <a:pt x="23979" y="8869"/>
                  </a:lnTo>
                  <a:lnTo>
                    <a:pt x="24236" y="8869"/>
                  </a:lnTo>
                  <a:lnTo>
                    <a:pt x="24295" y="8849"/>
                  </a:lnTo>
                  <a:lnTo>
                    <a:pt x="24315" y="8830"/>
                  </a:lnTo>
                  <a:lnTo>
                    <a:pt x="24315" y="8790"/>
                  </a:lnTo>
                  <a:lnTo>
                    <a:pt x="24433" y="8810"/>
                  </a:lnTo>
                  <a:lnTo>
                    <a:pt x="24473" y="8849"/>
                  </a:lnTo>
                  <a:lnTo>
                    <a:pt x="24453" y="8869"/>
                  </a:lnTo>
                  <a:lnTo>
                    <a:pt x="24394" y="8909"/>
                  </a:lnTo>
                  <a:lnTo>
                    <a:pt x="24236" y="8968"/>
                  </a:lnTo>
                  <a:lnTo>
                    <a:pt x="24058" y="9007"/>
                  </a:lnTo>
                  <a:lnTo>
                    <a:pt x="24157" y="9047"/>
                  </a:lnTo>
                  <a:lnTo>
                    <a:pt x="24216" y="9067"/>
                  </a:lnTo>
                  <a:lnTo>
                    <a:pt x="24256" y="9106"/>
                  </a:lnTo>
                  <a:lnTo>
                    <a:pt x="24275" y="9146"/>
                  </a:lnTo>
                  <a:lnTo>
                    <a:pt x="24275" y="9185"/>
                  </a:lnTo>
                  <a:lnTo>
                    <a:pt x="24256" y="9205"/>
                  </a:lnTo>
                  <a:lnTo>
                    <a:pt x="24196" y="9244"/>
                  </a:lnTo>
                  <a:lnTo>
                    <a:pt x="24611" y="9304"/>
                  </a:lnTo>
                  <a:lnTo>
                    <a:pt x="24552" y="9323"/>
                  </a:lnTo>
                  <a:lnTo>
                    <a:pt x="24512" y="9363"/>
                  </a:lnTo>
                  <a:lnTo>
                    <a:pt x="24453" y="9403"/>
                  </a:lnTo>
                  <a:lnTo>
                    <a:pt x="24394" y="9422"/>
                  </a:lnTo>
                  <a:lnTo>
                    <a:pt x="24493" y="9462"/>
                  </a:lnTo>
                  <a:lnTo>
                    <a:pt x="24769" y="9462"/>
                  </a:lnTo>
                  <a:lnTo>
                    <a:pt x="24848" y="9482"/>
                  </a:lnTo>
                  <a:lnTo>
                    <a:pt x="24927" y="9482"/>
                  </a:lnTo>
                  <a:lnTo>
                    <a:pt x="24986" y="9521"/>
                  </a:lnTo>
                  <a:lnTo>
                    <a:pt x="25065" y="9580"/>
                  </a:lnTo>
                  <a:lnTo>
                    <a:pt x="25184" y="9462"/>
                  </a:lnTo>
                  <a:lnTo>
                    <a:pt x="25539" y="9620"/>
                  </a:lnTo>
                  <a:lnTo>
                    <a:pt x="25757" y="9719"/>
                  </a:lnTo>
                  <a:lnTo>
                    <a:pt x="26231" y="9936"/>
                  </a:lnTo>
                  <a:lnTo>
                    <a:pt x="26191" y="9817"/>
                  </a:lnTo>
                  <a:lnTo>
                    <a:pt x="26330" y="9817"/>
                  </a:lnTo>
                  <a:lnTo>
                    <a:pt x="26409" y="9857"/>
                  </a:lnTo>
                  <a:lnTo>
                    <a:pt x="26468" y="9916"/>
                  </a:lnTo>
                  <a:lnTo>
                    <a:pt x="26507" y="9975"/>
                  </a:lnTo>
                  <a:lnTo>
                    <a:pt x="26547" y="10035"/>
                  </a:lnTo>
                  <a:lnTo>
                    <a:pt x="26586" y="10114"/>
                  </a:lnTo>
                  <a:lnTo>
                    <a:pt x="26665" y="10173"/>
                  </a:lnTo>
                  <a:lnTo>
                    <a:pt x="26784" y="10252"/>
                  </a:lnTo>
                  <a:lnTo>
                    <a:pt x="26942" y="10311"/>
                  </a:lnTo>
                  <a:lnTo>
                    <a:pt x="27060" y="10351"/>
                  </a:lnTo>
                  <a:lnTo>
                    <a:pt x="27120" y="10370"/>
                  </a:lnTo>
                  <a:lnTo>
                    <a:pt x="27159" y="10351"/>
                  </a:lnTo>
                  <a:lnTo>
                    <a:pt x="27199" y="10331"/>
                  </a:lnTo>
                  <a:lnTo>
                    <a:pt x="27238" y="10291"/>
                  </a:lnTo>
                  <a:lnTo>
                    <a:pt x="27317" y="10351"/>
                  </a:lnTo>
                  <a:lnTo>
                    <a:pt x="27337" y="10410"/>
                  </a:lnTo>
                  <a:lnTo>
                    <a:pt x="27337" y="10469"/>
                  </a:lnTo>
                  <a:lnTo>
                    <a:pt x="27317" y="10528"/>
                  </a:lnTo>
                  <a:lnTo>
                    <a:pt x="27436" y="10548"/>
                  </a:lnTo>
                  <a:lnTo>
                    <a:pt x="27554" y="10607"/>
                  </a:lnTo>
                  <a:lnTo>
                    <a:pt x="27613" y="10667"/>
                  </a:lnTo>
                  <a:lnTo>
                    <a:pt x="27633" y="10706"/>
                  </a:lnTo>
                  <a:lnTo>
                    <a:pt x="27653" y="10765"/>
                  </a:lnTo>
                  <a:lnTo>
                    <a:pt x="27653" y="10825"/>
                  </a:lnTo>
                  <a:lnTo>
                    <a:pt x="27436" y="10647"/>
                  </a:lnTo>
                  <a:lnTo>
                    <a:pt x="27416" y="10686"/>
                  </a:lnTo>
                  <a:lnTo>
                    <a:pt x="27396" y="10726"/>
                  </a:lnTo>
                  <a:lnTo>
                    <a:pt x="27436" y="10825"/>
                  </a:lnTo>
                  <a:lnTo>
                    <a:pt x="27475" y="10923"/>
                  </a:lnTo>
                  <a:lnTo>
                    <a:pt x="27475" y="10963"/>
                  </a:lnTo>
                  <a:lnTo>
                    <a:pt x="27455" y="11002"/>
                  </a:lnTo>
                  <a:lnTo>
                    <a:pt x="27495" y="11042"/>
                  </a:lnTo>
                  <a:lnTo>
                    <a:pt x="27515" y="11101"/>
                  </a:lnTo>
                  <a:lnTo>
                    <a:pt x="27574" y="11200"/>
                  </a:lnTo>
                  <a:lnTo>
                    <a:pt x="27613" y="11338"/>
                  </a:lnTo>
                  <a:lnTo>
                    <a:pt x="27673" y="11595"/>
                  </a:lnTo>
                  <a:lnTo>
                    <a:pt x="27771" y="11852"/>
                  </a:lnTo>
                  <a:lnTo>
                    <a:pt x="27870" y="12089"/>
                  </a:lnTo>
                  <a:lnTo>
                    <a:pt x="28008" y="12326"/>
                  </a:lnTo>
                  <a:lnTo>
                    <a:pt x="28166" y="12523"/>
                  </a:lnTo>
                  <a:lnTo>
                    <a:pt x="28324" y="12681"/>
                  </a:lnTo>
                  <a:lnTo>
                    <a:pt x="28305" y="12583"/>
                  </a:lnTo>
                  <a:lnTo>
                    <a:pt x="28344" y="12523"/>
                  </a:lnTo>
                  <a:lnTo>
                    <a:pt x="28384" y="12484"/>
                  </a:lnTo>
                  <a:lnTo>
                    <a:pt x="28443" y="12464"/>
                  </a:lnTo>
                  <a:lnTo>
                    <a:pt x="28542" y="12484"/>
                  </a:lnTo>
                  <a:lnTo>
                    <a:pt x="28641" y="12543"/>
                  </a:lnTo>
                  <a:lnTo>
                    <a:pt x="28917" y="12721"/>
                  </a:lnTo>
                  <a:lnTo>
                    <a:pt x="28897" y="12721"/>
                  </a:lnTo>
                  <a:lnTo>
                    <a:pt x="28897" y="12741"/>
                  </a:lnTo>
                  <a:lnTo>
                    <a:pt x="28917" y="12820"/>
                  </a:lnTo>
                  <a:lnTo>
                    <a:pt x="29055" y="13017"/>
                  </a:lnTo>
                  <a:lnTo>
                    <a:pt x="29194" y="13195"/>
                  </a:lnTo>
                  <a:lnTo>
                    <a:pt x="29253" y="13274"/>
                  </a:lnTo>
                  <a:lnTo>
                    <a:pt x="29273" y="13353"/>
                  </a:lnTo>
                  <a:lnTo>
                    <a:pt x="29233" y="13373"/>
                  </a:lnTo>
                  <a:lnTo>
                    <a:pt x="29213" y="13412"/>
                  </a:lnTo>
                  <a:lnTo>
                    <a:pt x="29194" y="13511"/>
                  </a:lnTo>
                  <a:lnTo>
                    <a:pt x="29174" y="13550"/>
                  </a:lnTo>
                  <a:lnTo>
                    <a:pt x="29154" y="13570"/>
                  </a:lnTo>
                  <a:lnTo>
                    <a:pt x="29115" y="13570"/>
                  </a:lnTo>
                  <a:lnTo>
                    <a:pt x="29055" y="13531"/>
                  </a:lnTo>
                  <a:lnTo>
                    <a:pt x="29075" y="13373"/>
                  </a:lnTo>
                  <a:lnTo>
                    <a:pt x="29055" y="13333"/>
                  </a:lnTo>
                  <a:lnTo>
                    <a:pt x="29036" y="13294"/>
                  </a:lnTo>
                  <a:lnTo>
                    <a:pt x="29016" y="13254"/>
                  </a:lnTo>
                  <a:lnTo>
                    <a:pt x="28957" y="13215"/>
                  </a:lnTo>
                  <a:lnTo>
                    <a:pt x="28976" y="13353"/>
                  </a:lnTo>
                  <a:lnTo>
                    <a:pt x="29016" y="13511"/>
                  </a:lnTo>
                  <a:lnTo>
                    <a:pt x="29016" y="13570"/>
                  </a:lnTo>
                  <a:lnTo>
                    <a:pt x="29016" y="13629"/>
                  </a:lnTo>
                  <a:lnTo>
                    <a:pt x="28996" y="13728"/>
                  </a:lnTo>
                  <a:lnTo>
                    <a:pt x="28858" y="13728"/>
                  </a:lnTo>
                  <a:lnTo>
                    <a:pt x="28838" y="13708"/>
                  </a:lnTo>
                  <a:lnTo>
                    <a:pt x="28897" y="13689"/>
                  </a:lnTo>
                  <a:lnTo>
                    <a:pt x="28937" y="13649"/>
                  </a:lnTo>
                  <a:lnTo>
                    <a:pt x="28838" y="13610"/>
                  </a:lnTo>
                  <a:lnTo>
                    <a:pt x="28779" y="13610"/>
                  </a:lnTo>
                  <a:lnTo>
                    <a:pt x="28759" y="13629"/>
                  </a:lnTo>
                  <a:lnTo>
                    <a:pt x="28759" y="13649"/>
                  </a:lnTo>
                  <a:lnTo>
                    <a:pt x="28739" y="13708"/>
                  </a:lnTo>
                  <a:lnTo>
                    <a:pt x="28739" y="13748"/>
                  </a:lnTo>
                  <a:lnTo>
                    <a:pt x="28720" y="13807"/>
                  </a:lnTo>
                  <a:lnTo>
                    <a:pt x="28660" y="13866"/>
                  </a:lnTo>
                  <a:lnTo>
                    <a:pt x="28680" y="13866"/>
                  </a:lnTo>
                  <a:lnTo>
                    <a:pt x="28700" y="13886"/>
                  </a:lnTo>
                  <a:lnTo>
                    <a:pt x="28720" y="13886"/>
                  </a:lnTo>
                  <a:lnTo>
                    <a:pt x="28759" y="13847"/>
                  </a:lnTo>
                  <a:lnTo>
                    <a:pt x="28720" y="13906"/>
                  </a:lnTo>
                  <a:lnTo>
                    <a:pt x="28720" y="13965"/>
                  </a:lnTo>
                  <a:lnTo>
                    <a:pt x="28739" y="14024"/>
                  </a:lnTo>
                  <a:lnTo>
                    <a:pt x="28799" y="14104"/>
                  </a:lnTo>
                  <a:lnTo>
                    <a:pt x="28838" y="14202"/>
                  </a:lnTo>
                  <a:lnTo>
                    <a:pt x="28878" y="14321"/>
                  </a:lnTo>
                  <a:lnTo>
                    <a:pt x="28878" y="14439"/>
                  </a:lnTo>
                  <a:lnTo>
                    <a:pt x="28858" y="14499"/>
                  </a:lnTo>
                  <a:lnTo>
                    <a:pt x="28838" y="14558"/>
                  </a:lnTo>
                  <a:lnTo>
                    <a:pt x="28858" y="14538"/>
                  </a:lnTo>
                  <a:lnTo>
                    <a:pt x="28897" y="14499"/>
                  </a:lnTo>
                  <a:lnTo>
                    <a:pt x="28957" y="14499"/>
                  </a:lnTo>
                  <a:lnTo>
                    <a:pt x="28976" y="14538"/>
                  </a:lnTo>
                  <a:lnTo>
                    <a:pt x="28996" y="14578"/>
                  </a:lnTo>
                  <a:lnTo>
                    <a:pt x="29016" y="14696"/>
                  </a:lnTo>
                  <a:lnTo>
                    <a:pt x="29016" y="14775"/>
                  </a:lnTo>
                  <a:lnTo>
                    <a:pt x="28996" y="14834"/>
                  </a:lnTo>
                  <a:lnTo>
                    <a:pt x="28976" y="14874"/>
                  </a:lnTo>
                  <a:lnTo>
                    <a:pt x="28917" y="14953"/>
                  </a:lnTo>
                  <a:lnTo>
                    <a:pt x="28878" y="15032"/>
                  </a:lnTo>
                  <a:lnTo>
                    <a:pt x="28897" y="15091"/>
                  </a:lnTo>
                  <a:lnTo>
                    <a:pt x="28937" y="15170"/>
                  </a:lnTo>
                  <a:lnTo>
                    <a:pt x="28957" y="15368"/>
                  </a:lnTo>
                  <a:lnTo>
                    <a:pt x="28976" y="15545"/>
                  </a:lnTo>
                  <a:lnTo>
                    <a:pt x="28976" y="15585"/>
                  </a:lnTo>
                  <a:lnTo>
                    <a:pt x="28996" y="15644"/>
                  </a:lnTo>
                  <a:lnTo>
                    <a:pt x="29036" y="15664"/>
                  </a:lnTo>
                  <a:lnTo>
                    <a:pt x="29075" y="15624"/>
                  </a:lnTo>
                  <a:lnTo>
                    <a:pt x="29134" y="15605"/>
                  </a:lnTo>
                  <a:lnTo>
                    <a:pt x="29174" y="15565"/>
                  </a:lnTo>
                  <a:lnTo>
                    <a:pt x="29233" y="15565"/>
                  </a:lnTo>
                  <a:lnTo>
                    <a:pt x="29273" y="15585"/>
                  </a:lnTo>
                  <a:lnTo>
                    <a:pt x="29312" y="15664"/>
                  </a:lnTo>
                  <a:lnTo>
                    <a:pt x="29371" y="15763"/>
                  </a:lnTo>
                  <a:lnTo>
                    <a:pt x="29391" y="15842"/>
                  </a:lnTo>
                  <a:lnTo>
                    <a:pt x="29391" y="15940"/>
                  </a:lnTo>
                  <a:lnTo>
                    <a:pt x="29391" y="16039"/>
                  </a:lnTo>
                  <a:lnTo>
                    <a:pt x="29371" y="16237"/>
                  </a:lnTo>
                  <a:lnTo>
                    <a:pt x="29371" y="16335"/>
                  </a:lnTo>
                  <a:lnTo>
                    <a:pt x="29371" y="16434"/>
                  </a:lnTo>
                  <a:lnTo>
                    <a:pt x="29332" y="16494"/>
                  </a:lnTo>
                  <a:lnTo>
                    <a:pt x="29312" y="16513"/>
                  </a:lnTo>
                  <a:lnTo>
                    <a:pt x="29292" y="16494"/>
                  </a:lnTo>
                  <a:lnTo>
                    <a:pt x="29292" y="16454"/>
                  </a:lnTo>
                  <a:lnTo>
                    <a:pt x="29273" y="16375"/>
                  </a:lnTo>
                  <a:lnTo>
                    <a:pt x="29273" y="16158"/>
                  </a:lnTo>
                  <a:lnTo>
                    <a:pt x="29257" y="16077"/>
                  </a:lnTo>
                  <a:lnTo>
                    <a:pt x="29257" y="16077"/>
                  </a:lnTo>
                  <a:lnTo>
                    <a:pt x="29273" y="16415"/>
                  </a:lnTo>
                  <a:lnTo>
                    <a:pt x="29273" y="16849"/>
                  </a:lnTo>
                  <a:lnTo>
                    <a:pt x="29233" y="16908"/>
                  </a:lnTo>
                  <a:lnTo>
                    <a:pt x="29213" y="16928"/>
                  </a:lnTo>
                  <a:lnTo>
                    <a:pt x="29174" y="16908"/>
                  </a:lnTo>
                  <a:lnTo>
                    <a:pt x="29154" y="16849"/>
                  </a:lnTo>
                  <a:lnTo>
                    <a:pt x="29154" y="16671"/>
                  </a:lnTo>
                  <a:lnTo>
                    <a:pt x="29154" y="16474"/>
                  </a:lnTo>
                  <a:lnTo>
                    <a:pt x="29115" y="16612"/>
                  </a:lnTo>
                  <a:lnTo>
                    <a:pt x="29095" y="16731"/>
                  </a:lnTo>
                  <a:lnTo>
                    <a:pt x="29095" y="16869"/>
                  </a:lnTo>
                  <a:lnTo>
                    <a:pt x="29095" y="16987"/>
                  </a:lnTo>
                  <a:lnTo>
                    <a:pt x="29115" y="17106"/>
                  </a:lnTo>
                  <a:lnTo>
                    <a:pt x="29134" y="17205"/>
                  </a:lnTo>
                  <a:lnTo>
                    <a:pt x="29174" y="17303"/>
                  </a:lnTo>
                  <a:lnTo>
                    <a:pt x="29213" y="17343"/>
                  </a:lnTo>
                  <a:lnTo>
                    <a:pt x="29174" y="17481"/>
                  </a:lnTo>
                  <a:lnTo>
                    <a:pt x="29154" y="17600"/>
                  </a:lnTo>
                  <a:lnTo>
                    <a:pt x="29134" y="17718"/>
                  </a:lnTo>
                  <a:lnTo>
                    <a:pt x="29075" y="17856"/>
                  </a:lnTo>
                  <a:lnTo>
                    <a:pt x="29055" y="17777"/>
                  </a:lnTo>
                  <a:lnTo>
                    <a:pt x="29016" y="17718"/>
                  </a:lnTo>
                  <a:lnTo>
                    <a:pt x="28917" y="17619"/>
                  </a:lnTo>
                  <a:lnTo>
                    <a:pt x="28878" y="17560"/>
                  </a:lnTo>
                  <a:lnTo>
                    <a:pt x="28838" y="17501"/>
                  </a:lnTo>
                  <a:lnTo>
                    <a:pt x="28799" y="17422"/>
                  </a:lnTo>
                  <a:lnTo>
                    <a:pt x="28799" y="17323"/>
                  </a:lnTo>
                  <a:lnTo>
                    <a:pt x="28818" y="17185"/>
                  </a:lnTo>
                  <a:lnTo>
                    <a:pt x="28858" y="17145"/>
                  </a:lnTo>
                  <a:lnTo>
                    <a:pt x="28878" y="17145"/>
                  </a:lnTo>
                  <a:lnTo>
                    <a:pt x="28917" y="17185"/>
                  </a:lnTo>
                  <a:lnTo>
                    <a:pt x="28937" y="17224"/>
                  </a:lnTo>
                  <a:lnTo>
                    <a:pt x="28976" y="17244"/>
                  </a:lnTo>
                  <a:lnTo>
                    <a:pt x="28996" y="17244"/>
                  </a:lnTo>
                  <a:lnTo>
                    <a:pt x="29016" y="17224"/>
                  </a:lnTo>
                  <a:lnTo>
                    <a:pt x="29036" y="17106"/>
                  </a:lnTo>
                  <a:lnTo>
                    <a:pt x="28897" y="17066"/>
                  </a:lnTo>
                  <a:lnTo>
                    <a:pt x="28937" y="16987"/>
                  </a:lnTo>
                  <a:lnTo>
                    <a:pt x="28937" y="16928"/>
                  </a:lnTo>
                  <a:lnTo>
                    <a:pt x="28937" y="16810"/>
                  </a:lnTo>
                  <a:lnTo>
                    <a:pt x="28917" y="16671"/>
                  </a:lnTo>
                  <a:lnTo>
                    <a:pt x="28917" y="16533"/>
                  </a:lnTo>
                  <a:lnTo>
                    <a:pt x="28937" y="16494"/>
                  </a:lnTo>
                  <a:lnTo>
                    <a:pt x="28957" y="16513"/>
                  </a:lnTo>
                  <a:lnTo>
                    <a:pt x="28976" y="16632"/>
                  </a:lnTo>
                  <a:lnTo>
                    <a:pt x="29016" y="16158"/>
                  </a:lnTo>
                  <a:lnTo>
                    <a:pt x="29016" y="16039"/>
                  </a:lnTo>
                  <a:lnTo>
                    <a:pt x="28996" y="15940"/>
                  </a:lnTo>
                  <a:lnTo>
                    <a:pt x="28957" y="15822"/>
                  </a:lnTo>
                  <a:lnTo>
                    <a:pt x="28917" y="15723"/>
                  </a:lnTo>
                  <a:lnTo>
                    <a:pt x="28878" y="15921"/>
                  </a:lnTo>
                  <a:lnTo>
                    <a:pt x="28858" y="16118"/>
                  </a:lnTo>
                  <a:lnTo>
                    <a:pt x="28838" y="16533"/>
                  </a:lnTo>
                  <a:lnTo>
                    <a:pt x="28838" y="16711"/>
                  </a:lnTo>
                  <a:lnTo>
                    <a:pt x="28818" y="16889"/>
                  </a:lnTo>
                  <a:lnTo>
                    <a:pt x="28779" y="17027"/>
                  </a:lnTo>
                  <a:lnTo>
                    <a:pt x="28759" y="17066"/>
                  </a:lnTo>
                  <a:lnTo>
                    <a:pt x="28720" y="17106"/>
                  </a:lnTo>
                  <a:lnTo>
                    <a:pt x="28759" y="17580"/>
                  </a:lnTo>
                  <a:lnTo>
                    <a:pt x="28779" y="18054"/>
                  </a:lnTo>
                  <a:lnTo>
                    <a:pt x="28799" y="18034"/>
                  </a:lnTo>
                  <a:lnTo>
                    <a:pt x="28838" y="18014"/>
                  </a:lnTo>
                  <a:lnTo>
                    <a:pt x="28917" y="17955"/>
                  </a:lnTo>
                  <a:lnTo>
                    <a:pt x="28957" y="17935"/>
                  </a:lnTo>
                  <a:lnTo>
                    <a:pt x="28996" y="17935"/>
                  </a:lnTo>
                  <a:lnTo>
                    <a:pt x="29036" y="17955"/>
                  </a:lnTo>
                  <a:lnTo>
                    <a:pt x="29055" y="18034"/>
                  </a:lnTo>
                  <a:lnTo>
                    <a:pt x="28976" y="18074"/>
                  </a:lnTo>
                  <a:lnTo>
                    <a:pt x="28917" y="18133"/>
                  </a:lnTo>
                  <a:lnTo>
                    <a:pt x="28818" y="18271"/>
                  </a:lnTo>
                  <a:lnTo>
                    <a:pt x="28700" y="18469"/>
                  </a:lnTo>
                  <a:lnTo>
                    <a:pt x="28621" y="18686"/>
                  </a:lnTo>
                  <a:lnTo>
                    <a:pt x="28660" y="18686"/>
                  </a:lnTo>
                  <a:lnTo>
                    <a:pt x="28680" y="18706"/>
                  </a:lnTo>
                  <a:lnTo>
                    <a:pt x="28720" y="18745"/>
                  </a:lnTo>
                  <a:lnTo>
                    <a:pt x="28720" y="18844"/>
                  </a:lnTo>
                  <a:lnTo>
                    <a:pt x="28720" y="18943"/>
                  </a:lnTo>
                  <a:lnTo>
                    <a:pt x="28720" y="19042"/>
                  </a:lnTo>
                  <a:lnTo>
                    <a:pt x="28720" y="19121"/>
                  </a:lnTo>
                  <a:lnTo>
                    <a:pt x="28759" y="19160"/>
                  </a:lnTo>
                  <a:lnTo>
                    <a:pt x="28799" y="19160"/>
                  </a:lnTo>
                  <a:lnTo>
                    <a:pt x="28799" y="19081"/>
                  </a:lnTo>
                  <a:lnTo>
                    <a:pt x="28818" y="19042"/>
                  </a:lnTo>
                  <a:lnTo>
                    <a:pt x="28838" y="19002"/>
                  </a:lnTo>
                  <a:lnTo>
                    <a:pt x="28858" y="18963"/>
                  </a:lnTo>
                  <a:lnTo>
                    <a:pt x="28917" y="18923"/>
                  </a:lnTo>
                  <a:lnTo>
                    <a:pt x="28957" y="18903"/>
                  </a:lnTo>
                  <a:lnTo>
                    <a:pt x="28937" y="19022"/>
                  </a:lnTo>
                  <a:lnTo>
                    <a:pt x="28937" y="19081"/>
                  </a:lnTo>
                  <a:lnTo>
                    <a:pt x="28957" y="19101"/>
                  </a:lnTo>
                  <a:lnTo>
                    <a:pt x="28996" y="19101"/>
                  </a:lnTo>
                  <a:lnTo>
                    <a:pt x="29055" y="19121"/>
                  </a:lnTo>
                  <a:lnTo>
                    <a:pt x="29055" y="19140"/>
                  </a:lnTo>
                  <a:lnTo>
                    <a:pt x="29055" y="19200"/>
                  </a:lnTo>
                  <a:lnTo>
                    <a:pt x="28976" y="19358"/>
                  </a:lnTo>
                  <a:lnTo>
                    <a:pt x="28937" y="19437"/>
                  </a:lnTo>
                  <a:lnTo>
                    <a:pt x="28897" y="19476"/>
                  </a:lnTo>
                  <a:lnTo>
                    <a:pt x="28878" y="19456"/>
                  </a:lnTo>
                  <a:lnTo>
                    <a:pt x="28858" y="19456"/>
                  </a:lnTo>
                  <a:lnTo>
                    <a:pt x="28818" y="19476"/>
                  </a:lnTo>
                  <a:lnTo>
                    <a:pt x="28759" y="19535"/>
                  </a:lnTo>
                  <a:lnTo>
                    <a:pt x="28680" y="19693"/>
                  </a:lnTo>
                  <a:lnTo>
                    <a:pt x="28641" y="19338"/>
                  </a:lnTo>
                  <a:lnTo>
                    <a:pt x="28621" y="19101"/>
                  </a:lnTo>
                  <a:lnTo>
                    <a:pt x="28621" y="18844"/>
                  </a:lnTo>
                  <a:lnTo>
                    <a:pt x="28581" y="18844"/>
                  </a:lnTo>
                  <a:lnTo>
                    <a:pt x="28561" y="18884"/>
                  </a:lnTo>
                  <a:lnTo>
                    <a:pt x="28522" y="19002"/>
                  </a:lnTo>
                  <a:lnTo>
                    <a:pt x="28482" y="19160"/>
                  </a:lnTo>
                  <a:lnTo>
                    <a:pt x="28443" y="19219"/>
                  </a:lnTo>
                  <a:lnTo>
                    <a:pt x="28482" y="19219"/>
                  </a:lnTo>
                  <a:lnTo>
                    <a:pt x="28502" y="19239"/>
                  </a:lnTo>
                  <a:lnTo>
                    <a:pt x="28522" y="19279"/>
                  </a:lnTo>
                  <a:lnTo>
                    <a:pt x="28561" y="19338"/>
                  </a:lnTo>
                  <a:lnTo>
                    <a:pt x="28581" y="19338"/>
                  </a:lnTo>
                  <a:lnTo>
                    <a:pt x="28601" y="19298"/>
                  </a:lnTo>
                  <a:lnTo>
                    <a:pt x="28542" y="19693"/>
                  </a:lnTo>
                  <a:lnTo>
                    <a:pt x="28463" y="20088"/>
                  </a:lnTo>
                  <a:lnTo>
                    <a:pt x="28403" y="20306"/>
                  </a:lnTo>
                  <a:lnTo>
                    <a:pt x="28344" y="20503"/>
                  </a:lnTo>
                  <a:lnTo>
                    <a:pt x="28265" y="20720"/>
                  </a:lnTo>
                  <a:lnTo>
                    <a:pt x="28166" y="20918"/>
                  </a:lnTo>
                  <a:lnTo>
                    <a:pt x="28127" y="20859"/>
                  </a:lnTo>
                  <a:lnTo>
                    <a:pt x="28127" y="20799"/>
                  </a:lnTo>
                  <a:lnTo>
                    <a:pt x="28127" y="20661"/>
                  </a:lnTo>
                  <a:lnTo>
                    <a:pt x="28206" y="20365"/>
                  </a:lnTo>
                  <a:lnTo>
                    <a:pt x="28226" y="20207"/>
                  </a:lnTo>
                  <a:lnTo>
                    <a:pt x="28245" y="20088"/>
                  </a:lnTo>
                  <a:lnTo>
                    <a:pt x="28226" y="20029"/>
                  </a:lnTo>
                  <a:lnTo>
                    <a:pt x="28186" y="19990"/>
                  </a:lnTo>
                  <a:lnTo>
                    <a:pt x="28147" y="19970"/>
                  </a:lnTo>
                  <a:lnTo>
                    <a:pt x="28087" y="19970"/>
                  </a:lnTo>
                  <a:lnTo>
                    <a:pt x="28048" y="20148"/>
                  </a:lnTo>
                  <a:lnTo>
                    <a:pt x="28048" y="20266"/>
                  </a:lnTo>
                  <a:lnTo>
                    <a:pt x="28048" y="20365"/>
                  </a:lnTo>
                  <a:lnTo>
                    <a:pt x="28028" y="20404"/>
                  </a:lnTo>
                  <a:lnTo>
                    <a:pt x="27989" y="20483"/>
                  </a:lnTo>
                  <a:lnTo>
                    <a:pt x="27910" y="20523"/>
                  </a:lnTo>
                  <a:lnTo>
                    <a:pt x="27831" y="20602"/>
                  </a:lnTo>
                  <a:lnTo>
                    <a:pt x="27771" y="20701"/>
                  </a:lnTo>
                  <a:lnTo>
                    <a:pt x="27692" y="20799"/>
                  </a:lnTo>
                  <a:lnTo>
                    <a:pt x="27554" y="21056"/>
                  </a:lnTo>
                  <a:lnTo>
                    <a:pt x="27475" y="21175"/>
                  </a:lnTo>
                  <a:lnTo>
                    <a:pt x="27396" y="21293"/>
                  </a:lnTo>
                  <a:lnTo>
                    <a:pt x="27554" y="21214"/>
                  </a:lnTo>
                  <a:lnTo>
                    <a:pt x="27534" y="21274"/>
                  </a:lnTo>
                  <a:lnTo>
                    <a:pt x="27495" y="21333"/>
                  </a:lnTo>
                  <a:lnTo>
                    <a:pt x="27396" y="21451"/>
                  </a:lnTo>
                  <a:lnTo>
                    <a:pt x="27179" y="21649"/>
                  </a:lnTo>
                  <a:lnTo>
                    <a:pt x="27179" y="21590"/>
                  </a:lnTo>
                  <a:lnTo>
                    <a:pt x="27100" y="21748"/>
                  </a:lnTo>
                  <a:lnTo>
                    <a:pt x="27060" y="21748"/>
                  </a:lnTo>
                  <a:lnTo>
                    <a:pt x="27021" y="21807"/>
                  </a:lnTo>
                  <a:lnTo>
                    <a:pt x="26962" y="21886"/>
                  </a:lnTo>
                  <a:lnTo>
                    <a:pt x="26764" y="22064"/>
                  </a:lnTo>
                  <a:lnTo>
                    <a:pt x="26547" y="22222"/>
                  </a:lnTo>
                  <a:lnTo>
                    <a:pt x="26349" y="22399"/>
                  </a:lnTo>
                  <a:lnTo>
                    <a:pt x="26369" y="22419"/>
                  </a:lnTo>
                  <a:lnTo>
                    <a:pt x="26409" y="22399"/>
                  </a:lnTo>
                  <a:lnTo>
                    <a:pt x="26527" y="22320"/>
                  </a:lnTo>
                  <a:lnTo>
                    <a:pt x="26646" y="22202"/>
                  </a:lnTo>
                  <a:lnTo>
                    <a:pt x="26764" y="22103"/>
                  </a:lnTo>
                  <a:lnTo>
                    <a:pt x="26942" y="22044"/>
                  </a:lnTo>
                  <a:lnTo>
                    <a:pt x="26981" y="22024"/>
                  </a:lnTo>
                  <a:lnTo>
                    <a:pt x="27021" y="22044"/>
                  </a:lnTo>
                  <a:lnTo>
                    <a:pt x="27041" y="22064"/>
                  </a:lnTo>
                  <a:lnTo>
                    <a:pt x="27041" y="22103"/>
                  </a:lnTo>
                  <a:lnTo>
                    <a:pt x="26804" y="22320"/>
                  </a:lnTo>
                  <a:lnTo>
                    <a:pt x="26606" y="22538"/>
                  </a:lnTo>
                  <a:lnTo>
                    <a:pt x="26389" y="22755"/>
                  </a:lnTo>
                  <a:lnTo>
                    <a:pt x="26251" y="22854"/>
                  </a:lnTo>
                  <a:lnTo>
                    <a:pt x="26092" y="22952"/>
                  </a:lnTo>
                  <a:lnTo>
                    <a:pt x="26092" y="22952"/>
                  </a:lnTo>
                  <a:lnTo>
                    <a:pt x="26251" y="22913"/>
                  </a:lnTo>
                  <a:lnTo>
                    <a:pt x="26211" y="22972"/>
                  </a:lnTo>
                  <a:lnTo>
                    <a:pt x="26152" y="23012"/>
                  </a:lnTo>
                  <a:lnTo>
                    <a:pt x="26033" y="23091"/>
                  </a:lnTo>
                  <a:lnTo>
                    <a:pt x="25717" y="23229"/>
                  </a:lnTo>
                  <a:lnTo>
                    <a:pt x="25599" y="23249"/>
                  </a:lnTo>
                  <a:lnTo>
                    <a:pt x="25579" y="23229"/>
                  </a:lnTo>
                  <a:lnTo>
                    <a:pt x="25559" y="23209"/>
                  </a:lnTo>
                  <a:lnTo>
                    <a:pt x="25579" y="23170"/>
                  </a:lnTo>
                  <a:lnTo>
                    <a:pt x="25638" y="23110"/>
                  </a:lnTo>
                  <a:lnTo>
                    <a:pt x="25717" y="23012"/>
                  </a:lnTo>
                  <a:lnTo>
                    <a:pt x="25737" y="22992"/>
                  </a:lnTo>
                  <a:lnTo>
                    <a:pt x="25717" y="22972"/>
                  </a:lnTo>
                  <a:lnTo>
                    <a:pt x="25658" y="22972"/>
                  </a:lnTo>
                  <a:lnTo>
                    <a:pt x="25717" y="22913"/>
                  </a:lnTo>
                  <a:lnTo>
                    <a:pt x="25776" y="22873"/>
                  </a:lnTo>
                  <a:lnTo>
                    <a:pt x="25895" y="22794"/>
                  </a:lnTo>
                  <a:lnTo>
                    <a:pt x="25954" y="22755"/>
                  </a:lnTo>
                  <a:lnTo>
                    <a:pt x="26013" y="22715"/>
                  </a:lnTo>
                  <a:lnTo>
                    <a:pt x="26033" y="22676"/>
                  </a:lnTo>
                  <a:lnTo>
                    <a:pt x="26033" y="22617"/>
                  </a:lnTo>
                  <a:lnTo>
                    <a:pt x="25875" y="22597"/>
                  </a:lnTo>
                  <a:lnTo>
                    <a:pt x="25717" y="22577"/>
                  </a:lnTo>
                  <a:lnTo>
                    <a:pt x="25678" y="22636"/>
                  </a:lnTo>
                  <a:lnTo>
                    <a:pt x="25599" y="22676"/>
                  </a:lnTo>
                  <a:lnTo>
                    <a:pt x="25441" y="22715"/>
                  </a:lnTo>
                  <a:lnTo>
                    <a:pt x="25302" y="22735"/>
                  </a:lnTo>
                  <a:lnTo>
                    <a:pt x="25243" y="22735"/>
                  </a:lnTo>
                  <a:lnTo>
                    <a:pt x="25184" y="22755"/>
                  </a:lnTo>
                  <a:lnTo>
                    <a:pt x="25362" y="22794"/>
                  </a:lnTo>
                  <a:lnTo>
                    <a:pt x="25362" y="22834"/>
                  </a:lnTo>
                  <a:lnTo>
                    <a:pt x="25342" y="22873"/>
                  </a:lnTo>
                  <a:lnTo>
                    <a:pt x="25322" y="22873"/>
                  </a:lnTo>
                  <a:lnTo>
                    <a:pt x="25283" y="22893"/>
                  </a:lnTo>
                  <a:lnTo>
                    <a:pt x="25144" y="22873"/>
                  </a:lnTo>
                  <a:lnTo>
                    <a:pt x="25302" y="23051"/>
                  </a:lnTo>
                  <a:lnTo>
                    <a:pt x="25381" y="23031"/>
                  </a:lnTo>
                  <a:lnTo>
                    <a:pt x="25460" y="22992"/>
                  </a:lnTo>
                  <a:lnTo>
                    <a:pt x="25579" y="22893"/>
                  </a:lnTo>
                  <a:lnTo>
                    <a:pt x="25618" y="22854"/>
                  </a:lnTo>
                  <a:lnTo>
                    <a:pt x="25678" y="22814"/>
                  </a:lnTo>
                  <a:lnTo>
                    <a:pt x="25737" y="22794"/>
                  </a:lnTo>
                  <a:lnTo>
                    <a:pt x="25816" y="22794"/>
                  </a:lnTo>
                  <a:lnTo>
                    <a:pt x="25618" y="22952"/>
                  </a:lnTo>
                  <a:lnTo>
                    <a:pt x="25520" y="23091"/>
                  </a:lnTo>
                  <a:lnTo>
                    <a:pt x="25460" y="23150"/>
                  </a:lnTo>
                  <a:lnTo>
                    <a:pt x="25381" y="23209"/>
                  </a:lnTo>
                  <a:lnTo>
                    <a:pt x="25283" y="23268"/>
                  </a:lnTo>
                  <a:lnTo>
                    <a:pt x="25105" y="23328"/>
                  </a:lnTo>
                  <a:lnTo>
                    <a:pt x="25105" y="23308"/>
                  </a:lnTo>
                  <a:lnTo>
                    <a:pt x="25105" y="23288"/>
                  </a:lnTo>
                  <a:lnTo>
                    <a:pt x="25144" y="23268"/>
                  </a:lnTo>
                  <a:lnTo>
                    <a:pt x="25204" y="23249"/>
                  </a:lnTo>
                  <a:lnTo>
                    <a:pt x="25243" y="23189"/>
                  </a:lnTo>
                  <a:lnTo>
                    <a:pt x="25243" y="23189"/>
                  </a:lnTo>
                  <a:lnTo>
                    <a:pt x="25164" y="23209"/>
                  </a:lnTo>
                  <a:lnTo>
                    <a:pt x="25105" y="23229"/>
                  </a:lnTo>
                  <a:lnTo>
                    <a:pt x="24967" y="23288"/>
                  </a:lnTo>
                  <a:lnTo>
                    <a:pt x="24888" y="23328"/>
                  </a:lnTo>
                  <a:lnTo>
                    <a:pt x="24809" y="23367"/>
                  </a:lnTo>
                  <a:lnTo>
                    <a:pt x="24730" y="23387"/>
                  </a:lnTo>
                  <a:lnTo>
                    <a:pt x="24611" y="23387"/>
                  </a:lnTo>
                  <a:lnTo>
                    <a:pt x="24749" y="23328"/>
                  </a:lnTo>
                  <a:lnTo>
                    <a:pt x="24848" y="23249"/>
                  </a:lnTo>
                  <a:lnTo>
                    <a:pt x="24868" y="23209"/>
                  </a:lnTo>
                  <a:lnTo>
                    <a:pt x="24868" y="23170"/>
                  </a:lnTo>
                  <a:lnTo>
                    <a:pt x="24848" y="23130"/>
                  </a:lnTo>
                  <a:lnTo>
                    <a:pt x="24789" y="23110"/>
                  </a:lnTo>
                  <a:lnTo>
                    <a:pt x="24670" y="23288"/>
                  </a:lnTo>
                  <a:lnTo>
                    <a:pt x="24591" y="23288"/>
                  </a:lnTo>
                  <a:lnTo>
                    <a:pt x="24572" y="23249"/>
                  </a:lnTo>
                  <a:lnTo>
                    <a:pt x="24552" y="23229"/>
                  </a:lnTo>
                  <a:lnTo>
                    <a:pt x="24473" y="23229"/>
                  </a:lnTo>
                  <a:lnTo>
                    <a:pt x="24453" y="23249"/>
                  </a:lnTo>
                  <a:lnTo>
                    <a:pt x="24453" y="23308"/>
                  </a:lnTo>
                  <a:lnTo>
                    <a:pt x="24453" y="23328"/>
                  </a:lnTo>
                  <a:lnTo>
                    <a:pt x="24433" y="23347"/>
                  </a:lnTo>
                  <a:lnTo>
                    <a:pt x="24394" y="23367"/>
                  </a:lnTo>
                  <a:lnTo>
                    <a:pt x="24295" y="23367"/>
                  </a:lnTo>
                  <a:lnTo>
                    <a:pt x="24216" y="23328"/>
                  </a:lnTo>
                  <a:lnTo>
                    <a:pt x="24196" y="23308"/>
                  </a:lnTo>
                  <a:lnTo>
                    <a:pt x="24196" y="23288"/>
                  </a:lnTo>
                  <a:lnTo>
                    <a:pt x="24038" y="23288"/>
                  </a:lnTo>
                  <a:lnTo>
                    <a:pt x="23979" y="23308"/>
                  </a:lnTo>
                  <a:lnTo>
                    <a:pt x="23900" y="23347"/>
                  </a:lnTo>
                  <a:lnTo>
                    <a:pt x="23841" y="23387"/>
                  </a:lnTo>
                  <a:lnTo>
                    <a:pt x="23742" y="23407"/>
                  </a:lnTo>
                  <a:lnTo>
                    <a:pt x="23841" y="23407"/>
                  </a:lnTo>
                  <a:lnTo>
                    <a:pt x="23900" y="23446"/>
                  </a:lnTo>
                  <a:lnTo>
                    <a:pt x="23940" y="23486"/>
                  </a:lnTo>
                  <a:lnTo>
                    <a:pt x="23959" y="23525"/>
                  </a:lnTo>
                  <a:lnTo>
                    <a:pt x="23940" y="23585"/>
                  </a:lnTo>
                  <a:lnTo>
                    <a:pt x="23900" y="23624"/>
                  </a:lnTo>
                  <a:lnTo>
                    <a:pt x="23821" y="23644"/>
                  </a:lnTo>
                  <a:lnTo>
                    <a:pt x="23722" y="23664"/>
                  </a:lnTo>
                  <a:lnTo>
                    <a:pt x="23169" y="23604"/>
                  </a:lnTo>
                  <a:lnTo>
                    <a:pt x="23051" y="23565"/>
                  </a:lnTo>
                  <a:lnTo>
                    <a:pt x="22952" y="23525"/>
                  </a:lnTo>
                  <a:lnTo>
                    <a:pt x="22853" y="23466"/>
                  </a:lnTo>
                  <a:lnTo>
                    <a:pt x="22754" y="23367"/>
                  </a:lnTo>
                  <a:lnTo>
                    <a:pt x="22537" y="23387"/>
                  </a:lnTo>
                  <a:lnTo>
                    <a:pt x="22577" y="23367"/>
                  </a:lnTo>
                  <a:lnTo>
                    <a:pt x="22577" y="23328"/>
                  </a:lnTo>
                  <a:lnTo>
                    <a:pt x="22478" y="23268"/>
                  </a:lnTo>
                  <a:lnTo>
                    <a:pt x="22320" y="23209"/>
                  </a:lnTo>
                  <a:lnTo>
                    <a:pt x="22201" y="23150"/>
                  </a:lnTo>
                  <a:lnTo>
                    <a:pt x="22221" y="23130"/>
                  </a:lnTo>
                  <a:lnTo>
                    <a:pt x="22300" y="23130"/>
                  </a:lnTo>
                  <a:lnTo>
                    <a:pt x="22517" y="23209"/>
                  </a:lnTo>
                  <a:lnTo>
                    <a:pt x="22636" y="23229"/>
                  </a:lnTo>
                  <a:lnTo>
                    <a:pt x="22735" y="23249"/>
                  </a:lnTo>
                  <a:lnTo>
                    <a:pt x="22833" y="23229"/>
                  </a:lnTo>
                  <a:lnTo>
                    <a:pt x="22853" y="23189"/>
                  </a:lnTo>
                  <a:lnTo>
                    <a:pt x="22873" y="23150"/>
                  </a:lnTo>
                  <a:lnTo>
                    <a:pt x="22754" y="23091"/>
                  </a:lnTo>
                  <a:lnTo>
                    <a:pt x="22754" y="23051"/>
                  </a:lnTo>
                  <a:lnTo>
                    <a:pt x="22754" y="23031"/>
                  </a:lnTo>
                  <a:lnTo>
                    <a:pt x="22794" y="22992"/>
                  </a:lnTo>
                  <a:lnTo>
                    <a:pt x="22873" y="22972"/>
                  </a:lnTo>
                  <a:lnTo>
                    <a:pt x="22794" y="22952"/>
                  </a:lnTo>
                  <a:lnTo>
                    <a:pt x="22735" y="22952"/>
                  </a:lnTo>
                  <a:lnTo>
                    <a:pt x="22695" y="22992"/>
                  </a:lnTo>
                  <a:lnTo>
                    <a:pt x="22675" y="23012"/>
                  </a:lnTo>
                  <a:lnTo>
                    <a:pt x="22636" y="23110"/>
                  </a:lnTo>
                  <a:lnTo>
                    <a:pt x="22596" y="23130"/>
                  </a:lnTo>
                  <a:lnTo>
                    <a:pt x="22557" y="23170"/>
                  </a:lnTo>
                  <a:lnTo>
                    <a:pt x="22537" y="23130"/>
                  </a:lnTo>
                  <a:lnTo>
                    <a:pt x="22498" y="23091"/>
                  </a:lnTo>
                  <a:lnTo>
                    <a:pt x="22379" y="23012"/>
                  </a:lnTo>
                  <a:lnTo>
                    <a:pt x="22320" y="22972"/>
                  </a:lnTo>
                  <a:lnTo>
                    <a:pt x="22280" y="22933"/>
                  </a:lnTo>
                  <a:lnTo>
                    <a:pt x="22280" y="22893"/>
                  </a:lnTo>
                  <a:lnTo>
                    <a:pt x="22340" y="22873"/>
                  </a:lnTo>
                  <a:lnTo>
                    <a:pt x="22261" y="22834"/>
                  </a:lnTo>
                  <a:lnTo>
                    <a:pt x="22201" y="22814"/>
                  </a:lnTo>
                  <a:lnTo>
                    <a:pt x="21964" y="22814"/>
                  </a:lnTo>
                  <a:lnTo>
                    <a:pt x="21925" y="22794"/>
                  </a:lnTo>
                  <a:lnTo>
                    <a:pt x="21866" y="22755"/>
                  </a:lnTo>
                  <a:lnTo>
                    <a:pt x="21964" y="22676"/>
                  </a:lnTo>
                  <a:lnTo>
                    <a:pt x="22004" y="22636"/>
                  </a:lnTo>
                  <a:lnTo>
                    <a:pt x="22043" y="22577"/>
                  </a:lnTo>
                  <a:lnTo>
                    <a:pt x="21984" y="22577"/>
                  </a:lnTo>
                  <a:lnTo>
                    <a:pt x="21925" y="22518"/>
                  </a:lnTo>
                  <a:lnTo>
                    <a:pt x="21826" y="22399"/>
                  </a:lnTo>
                  <a:lnTo>
                    <a:pt x="21826" y="22419"/>
                  </a:lnTo>
                  <a:lnTo>
                    <a:pt x="21806" y="22439"/>
                  </a:lnTo>
                  <a:lnTo>
                    <a:pt x="21767" y="22459"/>
                  </a:lnTo>
                  <a:lnTo>
                    <a:pt x="21767" y="22478"/>
                  </a:lnTo>
                  <a:lnTo>
                    <a:pt x="21767" y="22498"/>
                  </a:lnTo>
                  <a:lnTo>
                    <a:pt x="21866" y="22538"/>
                  </a:lnTo>
                  <a:lnTo>
                    <a:pt x="21806" y="22557"/>
                  </a:lnTo>
                  <a:lnTo>
                    <a:pt x="21747" y="22538"/>
                  </a:lnTo>
                  <a:lnTo>
                    <a:pt x="21609" y="22439"/>
                  </a:lnTo>
                  <a:lnTo>
                    <a:pt x="21510" y="22340"/>
                  </a:lnTo>
                  <a:lnTo>
                    <a:pt x="21451" y="22320"/>
                  </a:lnTo>
                  <a:lnTo>
                    <a:pt x="21431" y="22320"/>
                  </a:lnTo>
                  <a:lnTo>
                    <a:pt x="21431" y="22281"/>
                  </a:lnTo>
                  <a:lnTo>
                    <a:pt x="21411" y="22222"/>
                  </a:lnTo>
                  <a:lnTo>
                    <a:pt x="21372" y="22162"/>
                  </a:lnTo>
                  <a:lnTo>
                    <a:pt x="21313" y="22083"/>
                  </a:lnTo>
                  <a:lnTo>
                    <a:pt x="21174" y="21945"/>
                  </a:lnTo>
                  <a:lnTo>
                    <a:pt x="21115" y="21866"/>
                  </a:lnTo>
                  <a:lnTo>
                    <a:pt x="21095" y="21787"/>
                  </a:lnTo>
                  <a:lnTo>
                    <a:pt x="21016" y="21846"/>
                  </a:lnTo>
                  <a:lnTo>
                    <a:pt x="21016" y="21886"/>
                  </a:lnTo>
                  <a:lnTo>
                    <a:pt x="21016" y="21906"/>
                  </a:lnTo>
                  <a:lnTo>
                    <a:pt x="21056" y="21965"/>
                  </a:lnTo>
                  <a:lnTo>
                    <a:pt x="21135" y="22004"/>
                  </a:lnTo>
                  <a:lnTo>
                    <a:pt x="21194" y="22044"/>
                  </a:lnTo>
                  <a:lnTo>
                    <a:pt x="21253" y="22103"/>
                  </a:lnTo>
                  <a:lnTo>
                    <a:pt x="21273" y="22123"/>
                  </a:lnTo>
                  <a:lnTo>
                    <a:pt x="21273" y="22162"/>
                  </a:lnTo>
                  <a:lnTo>
                    <a:pt x="21273" y="22202"/>
                  </a:lnTo>
                  <a:lnTo>
                    <a:pt x="21253" y="22241"/>
                  </a:lnTo>
                  <a:lnTo>
                    <a:pt x="21135" y="22162"/>
                  </a:lnTo>
                  <a:lnTo>
                    <a:pt x="21036" y="22064"/>
                  </a:lnTo>
                  <a:lnTo>
                    <a:pt x="20917" y="21925"/>
                  </a:lnTo>
                  <a:lnTo>
                    <a:pt x="20858" y="21846"/>
                  </a:lnTo>
                  <a:lnTo>
                    <a:pt x="20819" y="21767"/>
                  </a:lnTo>
                  <a:lnTo>
                    <a:pt x="20700" y="21590"/>
                  </a:lnTo>
                  <a:lnTo>
                    <a:pt x="20700" y="21570"/>
                  </a:lnTo>
                  <a:lnTo>
                    <a:pt x="20680" y="21530"/>
                  </a:lnTo>
                  <a:lnTo>
                    <a:pt x="20641" y="21432"/>
                  </a:lnTo>
                  <a:lnTo>
                    <a:pt x="20582" y="21254"/>
                  </a:lnTo>
                  <a:lnTo>
                    <a:pt x="20522" y="21096"/>
                  </a:lnTo>
                  <a:lnTo>
                    <a:pt x="20463" y="20918"/>
                  </a:lnTo>
                  <a:lnTo>
                    <a:pt x="20404" y="20740"/>
                  </a:lnTo>
                  <a:lnTo>
                    <a:pt x="20345" y="20562"/>
                  </a:lnTo>
                  <a:lnTo>
                    <a:pt x="20325" y="20306"/>
                  </a:lnTo>
                  <a:lnTo>
                    <a:pt x="20345" y="20167"/>
                  </a:lnTo>
                  <a:lnTo>
                    <a:pt x="20364" y="20128"/>
                  </a:lnTo>
                  <a:lnTo>
                    <a:pt x="20384" y="20148"/>
                  </a:lnTo>
                  <a:lnTo>
                    <a:pt x="20463" y="20227"/>
                  </a:lnTo>
                  <a:lnTo>
                    <a:pt x="20503" y="20227"/>
                  </a:lnTo>
                  <a:lnTo>
                    <a:pt x="20522" y="20207"/>
                  </a:lnTo>
                  <a:lnTo>
                    <a:pt x="20542" y="20167"/>
                  </a:lnTo>
                  <a:lnTo>
                    <a:pt x="20661" y="20681"/>
                  </a:lnTo>
                  <a:lnTo>
                    <a:pt x="20700" y="20898"/>
                  </a:lnTo>
                  <a:lnTo>
                    <a:pt x="20740" y="21056"/>
                  </a:lnTo>
                  <a:lnTo>
                    <a:pt x="20819" y="21392"/>
                  </a:lnTo>
                  <a:lnTo>
                    <a:pt x="20858" y="21530"/>
                  </a:lnTo>
                  <a:lnTo>
                    <a:pt x="20898" y="21570"/>
                  </a:lnTo>
                  <a:lnTo>
                    <a:pt x="20937" y="21609"/>
                  </a:lnTo>
                  <a:lnTo>
                    <a:pt x="20898" y="21511"/>
                  </a:lnTo>
                  <a:lnTo>
                    <a:pt x="20878" y="21471"/>
                  </a:lnTo>
                  <a:lnTo>
                    <a:pt x="20858" y="21432"/>
                  </a:lnTo>
                  <a:lnTo>
                    <a:pt x="20838" y="21293"/>
                  </a:lnTo>
                  <a:lnTo>
                    <a:pt x="20759" y="21036"/>
                  </a:lnTo>
                  <a:lnTo>
                    <a:pt x="20720" y="20918"/>
                  </a:lnTo>
                  <a:lnTo>
                    <a:pt x="20700" y="20760"/>
                  </a:lnTo>
                  <a:lnTo>
                    <a:pt x="20562" y="20167"/>
                  </a:lnTo>
                  <a:lnTo>
                    <a:pt x="20463" y="19674"/>
                  </a:lnTo>
                  <a:lnTo>
                    <a:pt x="20364" y="19674"/>
                  </a:lnTo>
                  <a:lnTo>
                    <a:pt x="20246" y="19693"/>
                  </a:lnTo>
                  <a:lnTo>
                    <a:pt x="20068" y="19753"/>
                  </a:lnTo>
                  <a:lnTo>
                    <a:pt x="19792" y="19772"/>
                  </a:lnTo>
                  <a:lnTo>
                    <a:pt x="19594" y="19753"/>
                  </a:lnTo>
                  <a:lnTo>
                    <a:pt x="19416" y="19713"/>
                  </a:lnTo>
                  <a:lnTo>
                    <a:pt x="19239" y="19674"/>
                  </a:lnTo>
                  <a:lnTo>
                    <a:pt x="19041" y="19634"/>
                  </a:lnTo>
                  <a:lnTo>
                    <a:pt x="18824" y="19595"/>
                  </a:lnTo>
                  <a:lnTo>
                    <a:pt x="18527" y="19575"/>
                  </a:lnTo>
                  <a:lnTo>
                    <a:pt x="18448" y="19595"/>
                  </a:lnTo>
                  <a:lnTo>
                    <a:pt x="18409" y="19575"/>
                  </a:lnTo>
                  <a:lnTo>
                    <a:pt x="18310" y="19595"/>
                  </a:lnTo>
                  <a:lnTo>
                    <a:pt x="18350" y="19654"/>
                  </a:lnTo>
                  <a:lnTo>
                    <a:pt x="18369" y="19713"/>
                  </a:lnTo>
                  <a:lnTo>
                    <a:pt x="18429" y="19753"/>
                  </a:lnTo>
                  <a:lnTo>
                    <a:pt x="18606" y="19772"/>
                  </a:lnTo>
                  <a:lnTo>
                    <a:pt x="18508" y="19792"/>
                  </a:lnTo>
                  <a:lnTo>
                    <a:pt x="18409" y="19792"/>
                  </a:lnTo>
                  <a:lnTo>
                    <a:pt x="18290" y="19772"/>
                  </a:lnTo>
                  <a:lnTo>
                    <a:pt x="18053" y="19753"/>
                  </a:lnTo>
                  <a:lnTo>
                    <a:pt x="18034" y="19772"/>
                  </a:lnTo>
                  <a:lnTo>
                    <a:pt x="18034" y="19792"/>
                  </a:lnTo>
                  <a:lnTo>
                    <a:pt x="18093" y="19832"/>
                  </a:lnTo>
                  <a:lnTo>
                    <a:pt x="18132" y="19851"/>
                  </a:lnTo>
                  <a:lnTo>
                    <a:pt x="18132" y="19871"/>
                  </a:lnTo>
                  <a:lnTo>
                    <a:pt x="18113" y="19891"/>
                  </a:lnTo>
                  <a:lnTo>
                    <a:pt x="18053" y="19891"/>
                  </a:lnTo>
                  <a:lnTo>
                    <a:pt x="17915" y="19851"/>
                  </a:lnTo>
                  <a:lnTo>
                    <a:pt x="17856" y="19812"/>
                  </a:lnTo>
                  <a:lnTo>
                    <a:pt x="17856" y="19792"/>
                  </a:lnTo>
                  <a:lnTo>
                    <a:pt x="17856" y="19753"/>
                  </a:lnTo>
                  <a:lnTo>
                    <a:pt x="17737" y="19753"/>
                  </a:lnTo>
                  <a:lnTo>
                    <a:pt x="17619" y="19713"/>
                  </a:lnTo>
                  <a:lnTo>
                    <a:pt x="17540" y="19674"/>
                  </a:lnTo>
                  <a:lnTo>
                    <a:pt x="17500" y="19614"/>
                  </a:lnTo>
                  <a:lnTo>
                    <a:pt x="17441" y="19575"/>
                  </a:lnTo>
                  <a:lnTo>
                    <a:pt x="17382" y="19535"/>
                  </a:lnTo>
                  <a:lnTo>
                    <a:pt x="17283" y="19535"/>
                  </a:lnTo>
                  <a:lnTo>
                    <a:pt x="17125" y="19555"/>
                  </a:lnTo>
                  <a:lnTo>
                    <a:pt x="17165" y="19575"/>
                  </a:lnTo>
                  <a:lnTo>
                    <a:pt x="17224" y="19595"/>
                  </a:lnTo>
                  <a:lnTo>
                    <a:pt x="17283" y="19595"/>
                  </a:lnTo>
                  <a:lnTo>
                    <a:pt x="17362" y="19634"/>
                  </a:lnTo>
                  <a:lnTo>
                    <a:pt x="17362" y="19654"/>
                  </a:lnTo>
                  <a:lnTo>
                    <a:pt x="17342" y="19693"/>
                  </a:lnTo>
                  <a:lnTo>
                    <a:pt x="17303" y="19713"/>
                  </a:lnTo>
                  <a:lnTo>
                    <a:pt x="17244" y="19753"/>
                  </a:lnTo>
                  <a:lnTo>
                    <a:pt x="17086" y="19772"/>
                  </a:lnTo>
                  <a:lnTo>
                    <a:pt x="16908" y="19772"/>
                  </a:lnTo>
                  <a:lnTo>
                    <a:pt x="16928" y="19753"/>
                  </a:lnTo>
                  <a:lnTo>
                    <a:pt x="16908" y="19733"/>
                  </a:lnTo>
                  <a:lnTo>
                    <a:pt x="16849" y="19693"/>
                  </a:lnTo>
                  <a:lnTo>
                    <a:pt x="16730" y="19674"/>
                  </a:lnTo>
                  <a:lnTo>
                    <a:pt x="16631" y="19634"/>
                  </a:lnTo>
                  <a:lnTo>
                    <a:pt x="16631" y="19595"/>
                  </a:lnTo>
                  <a:lnTo>
                    <a:pt x="16651" y="19575"/>
                  </a:lnTo>
                  <a:lnTo>
                    <a:pt x="16789" y="19614"/>
                  </a:lnTo>
                  <a:lnTo>
                    <a:pt x="16947" y="19654"/>
                  </a:lnTo>
                  <a:lnTo>
                    <a:pt x="17007" y="19654"/>
                  </a:lnTo>
                  <a:lnTo>
                    <a:pt x="17066" y="19634"/>
                  </a:lnTo>
                  <a:lnTo>
                    <a:pt x="16710" y="19516"/>
                  </a:lnTo>
                  <a:lnTo>
                    <a:pt x="16770" y="19555"/>
                  </a:lnTo>
                  <a:lnTo>
                    <a:pt x="16335" y="19535"/>
                  </a:lnTo>
                  <a:lnTo>
                    <a:pt x="16335" y="19535"/>
                  </a:lnTo>
                  <a:lnTo>
                    <a:pt x="16414" y="19555"/>
                  </a:lnTo>
                  <a:lnTo>
                    <a:pt x="16473" y="19595"/>
                  </a:lnTo>
                  <a:lnTo>
                    <a:pt x="16473" y="19614"/>
                  </a:lnTo>
                  <a:lnTo>
                    <a:pt x="16473" y="19654"/>
                  </a:lnTo>
                  <a:lnTo>
                    <a:pt x="16434" y="19674"/>
                  </a:lnTo>
                  <a:lnTo>
                    <a:pt x="16394" y="19693"/>
                  </a:lnTo>
                  <a:lnTo>
                    <a:pt x="16276" y="19693"/>
                  </a:lnTo>
                  <a:lnTo>
                    <a:pt x="16078" y="19595"/>
                  </a:lnTo>
                  <a:lnTo>
                    <a:pt x="15920" y="19476"/>
                  </a:lnTo>
                  <a:lnTo>
                    <a:pt x="15861" y="19437"/>
                  </a:lnTo>
                  <a:lnTo>
                    <a:pt x="15841" y="19377"/>
                  </a:lnTo>
                  <a:lnTo>
                    <a:pt x="15821" y="19338"/>
                  </a:lnTo>
                  <a:lnTo>
                    <a:pt x="15841" y="19279"/>
                  </a:lnTo>
                  <a:lnTo>
                    <a:pt x="15841" y="19279"/>
                  </a:lnTo>
                  <a:lnTo>
                    <a:pt x="15802" y="19318"/>
                  </a:lnTo>
                  <a:lnTo>
                    <a:pt x="15663" y="19318"/>
                  </a:lnTo>
                  <a:lnTo>
                    <a:pt x="15565" y="19279"/>
                  </a:lnTo>
                  <a:lnTo>
                    <a:pt x="15367" y="19200"/>
                  </a:lnTo>
                  <a:lnTo>
                    <a:pt x="15170" y="19101"/>
                  </a:lnTo>
                  <a:lnTo>
                    <a:pt x="15170" y="19101"/>
                  </a:lnTo>
                  <a:lnTo>
                    <a:pt x="15249" y="19160"/>
                  </a:lnTo>
                  <a:lnTo>
                    <a:pt x="15268" y="19219"/>
                  </a:lnTo>
                  <a:lnTo>
                    <a:pt x="15268" y="19239"/>
                  </a:lnTo>
                  <a:lnTo>
                    <a:pt x="15150" y="19239"/>
                  </a:lnTo>
                  <a:lnTo>
                    <a:pt x="15051" y="19219"/>
                  </a:lnTo>
                  <a:lnTo>
                    <a:pt x="14913" y="19042"/>
                  </a:lnTo>
                  <a:lnTo>
                    <a:pt x="14775" y="18864"/>
                  </a:lnTo>
                  <a:lnTo>
                    <a:pt x="14873" y="18923"/>
                  </a:lnTo>
                  <a:lnTo>
                    <a:pt x="14952" y="18923"/>
                  </a:lnTo>
                  <a:lnTo>
                    <a:pt x="14952" y="18903"/>
                  </a:lnTo>
                  <a:lnTo>
                    <a:pt x="14933" y="18864"/>
                  </a:lnTo>
                  <a:lnTo>
                    <a:pt x="14873" y="18745"/>
                  </a:lnTo>
                  <a:lnTo>
                    <a:pt x="14873" y="18706"/>
                  </a:lnTo>
                  <a:lnTo>
                    <a:pt x="14893" y="18686"/>
                  </a:lnTo>
                  <a:lnTo>
                    <a:pt x="15051" y="18686"/>
                  </a:lnTo>
                  <a:lnTo>
                    <a:pt x="15110" y="18725"/>
                  </a:lnTo>
                  <a:lnTo>
                    <a:pt x="15189" y="18765"/>
                  </a:lnTo>
                  <a:lnTo>
                    <a:pt x="15466" y="18982"/>
                  </a:lnTo>
                  <a:lnTo>
                    <a:pt x="15367" y="18844"/>
                  </a:lnTo>
                  <a:lnTo>
                    <a:pt x="15249" y="18765"/>
                  </a:lnTo>
                  <a:lnTo>
                    <a:pt x="15150" y="18706"/>
                  </a:lnTo>
                  <a:lnTo>
                    <a:pt x="15031" y="18666"/>
                  </a:lnTo>
                  <a:lnTo>
                    <a:pt x="14913" y="18627"/>
                  </a:lnTo>
                  <a:lnTo>
                    <a:pt x="14814" y="18587"/>
                  </a:lnTo>
                  <a:lnTo>
                    <a:pt x="14696" y="18508"/>
                  </a:lnTo>
                  <a:lnTo>
                    <a:pt x="14656" y="18469"/>
                  </a:lnTo>
                  <a:lnTo>
                    <a:pt x="14617" y="18409"/>
                  </a:lnTo>
                  <a:lnTo>
                    <a:pt x="14656" y="18370"/>
                  </a:lnTo>
                  <a:lnTo>
                    <a:pt x="14696" y="18350"/>
                  </a:lnTo>
                  <a:lnTo>
                    <a:pt x="14775" y="18370"/>
                  </a:lnTo>
                  <a:lnTo>
                    <a:pt x="14854" y="18429"/>
                  </a:lnTo>
                  <a:lnTo>
                    <a:pt x="14834" y="18409"/>
                  </a:lnTo>
                  <a:lnTo>
                    <a:pt x="14794" y="18370"/>
                  </a:lnTo>
                  <a:lnTo>
                    <a:pt x="14656" y="18311"/>
                  </a:lnTo>
                  <a:lnTo>
                    <a:pt x="14498" y="18212"/>
                  </a:lnTo>
                  <a:lnTo>
                    <a:pt x="14419" y="18153"/>
                  </a:lnTo>
                  <a:lnTo>
                    <a:pt x="14360" y="18054"/>
                  </a:lnTo>
                  <a:lnTo>
                    <a:pt x="14360" y="18133"/>
                  </a:lnTo>
                  <a:lnTo>
                    <a:pt x="14360" y="18212"/>
                  </a:lnTo>
                  <a:lnTo>
                    <a:pt x="14340" y="18251"/>
                  </a:lnTo>
                  <a:lnTo>
                    <a:pt x="14301" y="18251"/>
                  </a:lnTo>
                  <a:lnTo>
                    <a:pt x="14241" y="18232"/>
                  </a:lnTo>
                  <a:lnTo>
                    <a:pt x="14162" y="18192"/>
                  </a:lnTo>
                  <a:lnTo>
                    <a:pt x="14064" y="17975"/>
                  </a:lnTo>
                  <a:lnTo>
                    <a:pt x="13925" y="17758"/>
                  </a:lnTo>
                  <a:lnTo>
                    <a:pt x="13787" y="17639"/>
                  </a:lnTo>
                  <a:lnTo>
                    <a:pt x="13668" y="17560"/>
                  </a:lnTo>
                  <a:lnTo>
                    <a:pt x="13550" y="17560"/>
                  </a:lnTo>
                  <a:lnTo>
                    <a:pt x="13491" y="17580"/>
                  </a:lnTo>
                  <a:lnTo>
                    <a:pt x="13313" y="17580"/>
                  </a:lnTo>
                  <a:lnTo>
                    <a:pt x="13155" y="17521"/>
                  </a:lnTo>
                  <a:lnTo>
                    <a:pt x="13293" y="17659"/>
                  </a:lnTo>
                  <a:lnTo>
                    <a:pt x="13412" y="17797"/>
                  </a:lnTo>
                  <a:lnTo>
                    <a:pt x="13372" y="17817"/>
                  </a:lnTo>
                  <a:lnTo>
                    <a:pt x="13333" y="17817"/>
                  </a:lnTo>
                  <a:lnTo>
                    <a:pt x="13254" y="17777"/>
                  </a:lnTo>
                  <a:lnTo>
                    <a:pt x="13056" y="17679"/>
                  </a:lnTo>
                  <a:lnTo>
                    <a:pt x="12938" y="17639"/>
                  </a:lnTo>
                  <a:lnTo>
                    <a:pt x="12859" y="17600"/>
                  </a:lnTo>
                  <a:lnTo>
                    <a:pt x="12760" y="17600"/>
                  </a:lnTo>
                  <a:lnTo>
                    <a:pt x="12740" y="17639"/>
                  </a:lnTo>
                  <a:lnTo>
                    <a:pt x="12918" y="17698"/>
                  </a:lnTo>
                  <a:lnTo>
                    <a:pt x="13096" y="17738"/>
                  </a:lnTo>
                  <a:lnTo>
                    <a:pt x="13273" y="17817"/>
                  </a:lnTo>
                  <a:lnTo>
                    <a:pt x="13372" y="17856"/>
                  </a:lnTo>
                  <a:lnTo>
                    <a:pt x="13451" y="17935"/>
                  </a:lnTo>
                  <a:lnTo>
                    <a:pt x="13431" y="17995"/>
                  </a:lnTo>
                  <a:lnTo>
                    <a:pt x="13392" y="17995"/>
                  </a:lnTo>
                  <a:lnTo>
                    <a:pt x="13333" y="17975"/>
                  </a:lnTo>
                  <a:lnTo>
                    <a:pt x="13234" y="17916"/>
                  </a:lnTo>
                  <a:lnTo>
                    <a:pt x="13036" y="17837"/>
                  </a:lnTo>
                  <a:lnTo>
                    <a:pt x="12957" y="17797"/>
                  </a:lnTo>
                  <a:lnTo>
                    <a:pt x="12878" y="17797"/>
                  </a:lnTo>
                  <a:lnTo>
                    <a:pt x="12582" y="17619"/>
                  </a:lnTo>
                  <a:lnTo>
                    <a:pt x="12424" y="17540"/>
                  </a:lnTo>
                  <a:lnTo>
                    <a:pt x="12108" y="17323"/>
                  </a:lnTo>
                  <a:lnTo>
                    <a:pt x="12128" y="17284"/>
                  </a:lnTo>
                  <a:lnTo>
                    <a:pt x="12167" y="17244"/>
                  </a:lnTo>
                  <a:lnTo>
                    <a:pt x="12246" y="17205"/>
                  </a:lnTo>
                  <a:lnTo>
                    <a:pt x="12365" y="17165"/>
                  </a:lnTo>
                  <a:lnTo>
                    <a:pt x="12503" y="17145"/>
                  </a:lnTo>
                  <a:lnTo>
                    <a:pt x="12641" y="17126"/>
                  </a:lnTo>
                  <a:lnTo>
                    <a:pt x="12760" y="17086"/>
                  </a:lnTo>
                  <a:lnTo>
                    <a:pt x="12799" y="17066"/>
                  </a:lnTo>
                  <a:lnTo>
                    <a:pt x="12859" y="17027"/>
                  </a:lnTo>
                  <a:lnTo>
                    <a:pt x="12878" y="16987"/>
                  </a:lnTo>
                  <a:lnTo>
                    <a:pt x="12878" y="16928"/>
                  </a:lnTo>
                  <a:lnTo>
                    <a:pt x="12424" y="16810"/>
                  </a:lnTo>
                  <a:lnTo>
                    <a:pt x="12029" y="16731"/>
                  </a:lnTo>
                  <a:lnTo>
                    <a:pt x="11891" y="16671"/>
                  </a:lnTo>
                  <a:lnTo>
                    <a:pt x="11753" y="16612"/>
                  </a:lnTo>
                  <a:lnTo>
                    <a:pt x="11634" y="16533"/>
                  </a:lnTo>
                  <a:lnTo>
                    <a:pt x="11535" y="16454"/>
                  </a:lnTo>
                  <a:lnTo>
                    <a:pt x="11417" y="16434"/>
                  </a:lnTo>
                  <a:lnTo>
                    <a:pt x="11318" y="16415"/>
                  </a:lnTo>
                  <a:lnTo>
                    <a:pt x="11239" y="16434"/>
                  </a:lnTo>
                  <a:lnTo>
                    <a:pt x="11180" y="16454"/>
                  </a:lnTo>
                  <a:lnTo>
                    <a:pt x="11140" y="16494"/>
                  </a:lnTo>
                  <a:lnTo>
                    <a:pt x="11101" y="16553"/>
                  </a:lnTo>
                  <a:lnTo>
                    <a:pt x="11081" y="16652"/>
                  </a:lnTo>
                  <a:lnTo>
                    <a:pt x="10982" y="16612"/>
                  </a:lnTo>
                  <a:lnTo>
                    <a:pt x="10903" y="16553"/>
                  </a:lnTo>
                  <a:lnTo>
                    <a:pt x="10785" y="16434"/>
                  </a:lnTo>
                  <a:lnTo>
                    <a:pt x="10785" y="16434"/>
                  </a:lnTo>
                  <a:lnTo>
                    <a:pt x="10982" y="16474"/>
                  </a:lnTo>
                  <a:lnTo>
                    <a:pt x="10666" y="16335"/>
                  </a:lnTo>
                  <a:lnTo>
                    <a:pt x="10370" y="16177"/>
                  </a:lnTo>
                  <a:lnTo>
                    <a:pt x="10074" y="16000"/>
                  </a:lnTo>
                  <a:lnTo>
                    <a:pt x="9738" y="15763"/>
                  </a:lnTo>
                  <a:lnTo>
                    <a:pt x="9639" y="15723"/>
                  </a:lnTo>
                  <a:lnTo>
                    <a:pt x="9560" y="15703"/>
                  </a:lnTo>
                  <a:lnTo>
                    <a:pt x="9521" y="15723"/>
                  </a:lnTo>
                  <a:lnTo>
                    <a:pt x="9481" y="15743"/>
                  </a:lnTo>
                  <a:lnTo>
                    <a:pt x="9461" y="15782"/>
                  </a:lnTo>
                  <a:lnTo>
                    <a:pt x="9461" y="15822"/>
                  </a:lnTo>
                  <a:lnTo>
                    <a:pt x="9461" y="15940"/>
                  </a:lnTo>
                  <a:lnTo>
                    <a:pt x="9145" y="15743"/>
                  </a:lnTo>
                  <a:lnTo>
                    <a:pt x="9185" y="15802"/>
                  </a:lnTo>
                  <a:lnTo>
                    <a:pt x="9106" y="15822"/>
                  </a:lnTo>
                  <a:lnTo>
                    <a:pt x="9046" y="15802"/>
                  </a:lnTo>
                  <a:lnTo>
                    <a:pt x="8967" y="15782"/>
                  </a:lnTo>
                  <a:lnTo>
                    <a:pt x="8888" y="15723"/>
                  </a:lnTo>
                  <a:lnTo>
                    <a:pt x="8730" y="15624"/>
                  </a:lnTo>
                  <a:lnTo>
                    <a:pt x="8592" y="15506"/>
                  </a:lnTo>
                  <a:lnTo>
                    <a:pt x="8592" y="15486"/>
                  </a:lnTo>
                  <a:lnTo>
                    <a:pt x="8770" y="15486"/>
                  </a:lnTo>
                  <a:lnTo>
                    <a:pt x="8632" y="15348"/>
                  </a:lnTo>
                  <a:lnTo>
                    <a:pt x="8474" y="15249"/>
                  </a:lnTo>
                  <a:lnTo>
                    <a:pt x="8296" y="15150"/>
                  </a:lnTo>
                  <a:lnTo>
                    <a:pt x="8158" y="15091"/>
                  </a:lnTo>
                  <a:lnTo>
                    <a:pt x="8217" y="15052"/>
                  </a:lnTo>
                  <a:lnTo>
                    <a:pt x="8375" y="15052"/>
                  </a:lnTo>
                  <a:lnTo>
                    <a:pt x="8434" y="15091"/>
                  </a:lnTo>
                  <a:lnTo>
                    <a:pt x="8513" y="15131"/>
                  </a:lnTo>
                  <a:lnTo>
                    <a:pt x="8592" y="15190"/>
                  </a:lnTo>
                  <a:lnTo>
                    <a:pt x="8592" y="15210"/>
                  </a:lnTo>
                  <a:lnTo>
                    <a:pt x="8592" y="15249"/>
                  </a:lnTo>
                  <a:lnTo>
                    <a:pt x="8987" y="15427"/>
                  </a:lnTo>
                  <a:lnTo>
                    <a:pt x="8829" y="15348"/>
                  </a:lnTo>
                  <a:lnTo>
                    <a:pt x="8711" y="15249"/>
                  </a:lnTo>
                  <a:lnTo>
                    <a:pt x="8592" y="15150"/>
                  </a:lnTo>
                  <a:lnTo>
                    <a:pt x="8533" y="15071"/>
                  </a:lnTo>
                  <a:lnTo>
                    <a:pt x="8474" y="14973"/>
                  </a:lnTo>
                  <a:lnTo>
                    <a:pt x="8454" y="14894"/>
                  </a:lnTo>
                  <a:lnTo>
                    <a:pt x="8454" y="14834"/>
                  </a:lnTo>
                  <a:lnTo>
                    <a:pt x="8474" y="14775"/>
                  </a:lnTo>
                  <a:lnTo>
                    <a:pt x="8355" y="14736"/>
                  </a:lnTo>
                  <a:lnTo>
                    <a:pt x="8316" y="14736"/>
                  </a:lnTo>
                  <a:lnTo>
                    <a:pt x="8316" y="14795"/>
                  </a:lnTo>
                  <a:lnTo>
                    <a:pt x="8355" y="14854"/>
                  </a:lnTo>
                  <a:lnTo>
                    <a:pt x="8395" y="14894"/>
                  </a:lnTo>
                  <a:lnTo>
                    <a:pt x="8395" y="14933"/>
                  </a:lnTo>
                  <a:lnTo>
                    <a:pt x="8335" y="14933"/>
                  </a:lnTo>
                  <a:lnTo>
                    <a:pt x="8197" y="14854"/>
                  </a:lnTo>
                  <a:lnTo>
                    <a:pt x="8098" y="14736"/>
                  </a:lnTo>
                  <a:lnTo>
                    <a:pt x="8000" y="14617"/>
                  </a:lnTo>
                  <a:lnTo>
                    <a:pt x="7782" y="14439"/>
                  </a:lnTo>
                  <a:lnTo>
                    <a:pt x="7565" y="14281"/>
                  </a:lnTo>
                  <a:lnTo>
                    <a:pt x="7348" y="14143"/>
                  </a:lnTo>
                  <a:lnTo>
                    <a:pt x="7150" y="14005"/>
                  </a:lnTo>
                  <a:lnTo>
                    <a:pt x="6992" y="13866"/>
                  </a:lnTo>
                  <a:lnTo>
                    <a:pt x="6933" y="13787"/>
                  </a:lnTo>
                  <a:lnTo>
                    <a:pt x="6874" y="13708"/>
                  </a:lnTo>
                  <a:lnTo>
                    <a:pt x="6834" y="13610"/>
                  </a:lnTo>
                  <a:lnTo>
                    <a:pt x="6795" y="13491"/>
                  </a:lnTo>
                  <a:lnTo>
                    <a:pt x="6538" y="13412"/>
                  </a:lnTo>
                  <a:lnTo>
                    <a:pt x="6222" y="13294"/>
                  </a:lnTo>
                  <a:lnTo>
                    <a:pt x="5906" y="13136"/>
                  </a:lnTo>
                  <a:lnTo>
                    <a:pt x="5748" y="13037"/>
                  </a:lnTo>
                  <a:lnTo>
                    <a:pt x="5570" y="12938"/>
                  </a:lnTo>
                  <a:lnTo>
                    <a:pt x="5550" y="12958"/>
                  </a:lnTo>
                  <a:lnTo>
                    <a:pt x="5491" y="12958"/>
                  </a:lnTo>
                  <a:lnTo>
                    <a:pt x="5373" y="12899"/>
                  </a:lnTo>
                  <a:lnTo>
                    <a:pt x="5313" y="12879"/>
                  </a:lnTo>
                  <a:lnTo>
                    <a:pt x="5274" y="12859"/>
                  </a:lnTo>
                  <a:lnTo>
                    <a:pt x="5234" y="12859"/>
                  </a:lnTo>
                  <a:lnTo>
                    <a:pt x="5195" y="12899"/>
                  </a:lnTo>
                  <a:lnTo>
                    <a:pt x="5254" y="12978"/>
                  </a:lnTo>
                  <a:lnTo>
                    <a:pt x="5333" y="13057"/>
                  </a:lnTo>
                  <a:lnTo>
                    <a:pt x="5471" y="13175"/>
                  </a:lnTo>
                  <a:lnTo>
                    <a:pt x="5649" y="13254"/>
                  </a:lnTo>
                  <a:lnTo>
                    <a:pt x="5807" y="13333"/>
                  </a:lnTo>
                  <a:lnTo>
                    <a:pt x="5985" y="13412"/>
                  </a:lnTo>
                  <a:lnTo>
                    <a:pt x="6123" y="13491"/>
                  </a:lnTo>
                  <a:lnTo>
                    <a:pt x="6242" y="13590"/>
                  </a:lnTo>
                  <a:lnTo>
                    <a:pt x="6301" y="13669"/>
                  </a:lnTo>
                  <a:lnTo>
                    <a:pt x="6340" y="13748"/>
                  </a:lnTo>
                  <a:lnTo>
                    <a:pt x="6419" y="13768"/>
                  </a:lnTo>
                  <a:lnTo>
                    <a:pt x="6538" y="13768"/>
                  </a:lnTo>
                  <a:lnTo>
                    <a:pt x="6558" y="13748"/>
                  </a:lnTo>
                  <a:lnTo>
                    <a:pt x="6637" y="13708"/>
                  </a:lnTo>
                  <a:lnTo>
                    <a:pt x="6657" y="13689"/>
                  </a:lnTo>
                  <a:lnTo>
                    <a:pt x="6696" y="13689"/>
                  </a:lnTo>
                  <a:lnTo>
                    <a:pt x="6834" y="13768"/>
                  </a:lnTo>
                  <a:lnTo>
                    <a:pt x="6933" y="13866"/>
                  </a:lnTo>
                  <a:lnTo>
                    <a:pt x="7012" y="13945"/>
                  </a:lnTo>
                  <a:lnTo>
                    <a:pt x="7012" y="13985"/>
                  </a:lnTo>
                  <a:lnTo>
                    <a:pt x="7012" y="14005"/>
                  </a:lnTo>
                  <a:lnTo>
                    <a:pt x="6874" y="13965"/>
                  </a:lnTo>
                  <a:lnTo>
                    <a:pt x="6775" y="13945"/>
                  </a:lnTo>
                  <a:lnTo>
                    <a:pt x="6696" y="13965"/>
                  </a:lnTo>
                  <a:lnTo>
                    <a:pt x="6637" y="13985"/>
                  </a:lnTo>
                  <a:lnTo>
                    <a:pt x="6577" y="14005"/>
                  </a:lnTo>
                  <a:lnTo>
                    <a:pt x="6498" y="13985"/>
                  </a:lnTo>
                  <a:lnTo>
                    <a:pt x="6380" y="13945"/>
                  </a:lnTo>
                  <a:lnTo>
                    <a:pt x="6202" y="13847"/>
                  </a:lnTo>
                  <a:lnTo>
                    <a:pt x="6222" y="13906"/>
                  </a:lnTo>
                  <a:lnTo>
                    <a:pt x="6281" y="13965"/>
                  </a:lnTo>
                  <a:lnTo>
                    <a:pt x="6459" y="14123"/>
                  </a:lnTo>
                  <a:lnTo>
                    <a:pt x="6657" y="14262"/>
                  </a:lnTo>
                  <a:lnTo>
                    <a:pt x="6834" y="14400"/>
                  </a:lnTo>
                  <a:lnTo>
                    <a:pt x="6775" y="14420"/>
                  </a:lnTo>
                  <a:lnTo>
                    <a:pt x="6775" y="14479"/>
                  </a:lnTo>
                  <a:lnTo>
                    <a:pt x="6795" y="14538"/>
                  </a:lnTo>
                  <a:lnTo>
                    <a:pt x="6854" y="14637"/>
                  </a:lnTo>
                  <a:lnTo>
                    <a:pt x="6676" y="14617"/>
                  </a:lnTo>
                  <a:lnTo>
                    <a:pt x="6479" y="14558"/>
                  </a:lnTo>
                  <a:lnTo>
                    <a:pt x="6281" y="14499"/>
                  </a:lnTo>
                  <a:lnTo>
                    <a:pt x="6103" y="14459"/>
                  </a:lnTo>
                  <a:lnTo>
                    <a:pt x="6123" y="14459"/>
                  </a:lnTo>
                  <a:lnTo>
                    <a:pt x="6143" y="14439"/>
                  </a:lnTo>
                  <a:lnTo>
                    <a:pt x="6143" y="14400"/>
                  </a:lnTo>
                  <a:lnTo>
                    <a:pt x="6143" y="14380"/>
                  </a:lnTo>
                  <a:lnTo>
                    <a:pt x="6143" y="14360"/>
                  </a:lnTo>
                  <a:lnTo>
                    <a:pt x="6163" y="14360"/>
                  </a:lnTo>
                  <a:lnTo>
                    <a:pt x="5511" y="14123"/>
                  </a:lnTo>
                  <a:lnTo>
                    <a:pt x="5452" y="14005"/>
                  </a:lnTo>
                  <a:lnTo>
                    <a:pt x="5432" y="13906"/>
                  </a:lnTo>
                  <a:lnTo>
                    <a:pt x="5432" y="13886"/>
                  </a:lnTo>
                  <a:lnTo>
                    <a:pt x="5471" y="13847"/>
                  </a:lnTo>
                  <a:lnTo>
                    <a:pt x="5531" y="13847"/>
                  </a:lnTo>
                  <a:lnTo>
                    <a:pt x="5412" y="13748"/>
                  </a:lnTo>
                  <a:lnTo>
                    <a:pt x="5294" y="13649"/>
                  </a:lnTo>
                  <a:lnTo>
                    <a:pt x="5017" y="13471"/>
                  </a:lnTo>
                  <a:lnTo>
                    <a:pt x="4899" y="13392"/>
                  </a:lnTo>
                  <a:lnTo>
                    <a:pt x="4820" y="13313"/>
                  </a:lnTo>
                  <a:lnTo>
                    <a:pt x="4780" y="13254"/>
                  </a:lnTo>
                  <a:lnTo>
                    <a:pt x="4780" y="13215"/>
                  </a:lnTo>
                  <a:lnTo>
                    <a:pt x="4780" y="13195"/>
                  </a:lnTo>
                  <a:lnTo>
                    <a:pt x="4681" y="13116"/>
                  </a:lnTo>
                  <a:lnTo>
                    <a:pt x="4622" y="13096"/>
                  </a:lnTo>
                  <a:lnTo>
                    <a:pt x="4622" y="13136"/>
                  </a:lnTo>
                  <a:lnTo>
                    <a:pt x="4662" y="13195"/>
                  </a:lnTo>
                  <a:lnTo>
                    <a:pt x="4760" y="13333"/>
                  </a:lnTo>
                  <a:lnTo>
                    <a:pt x="4820" y="13392"/>
                  </a:lnTo>
                  <a:lnTo>
                    <a:pt x="4820" y="13447"/>
                  </a:lnTo>
                  <a:lnTo>
                    <a:pt x="5195" y="13728"/>
                  </a:lnTo>
                  <a:lnTo>
                    <a:pt x="5175" y="13748"/>
                  </a:lnTo>
                  <a:lnTo>
                    <a:pt x="5155" y="13768"/>
                  </a:lnTo>
                  <a:lnTo>
                    <a:pt x="5116" y="13768"/>
                  </a:lnTo>
                  <a:lnTo>
                    <a:pt x="5096" y="13748"/>
                  </a:lnTo>
                  <a:lnTo>
                    <a:pt x="5017" y="13689"/>
                  </a:lnTo>
                  <a:lnTo>
                    <a:pt x="4938" y="13629"/>
                  </a:lnTo>
                  <a:lnTo>
                    <a:pt x="4839" y="13531"/>
                  </a:lnTo>
                  <a:lnTo>
                    <a:pt x="4741" y="13471"/>
                  </a:lnTo>
                  <a:lnTo>
                    <a:pt x="4662" y="13432"/>
                  </a:lnTo>
                  <a:lnTo>
                    <a:pt x="4622" y="13432"/>
                  </a:lnTo>
                  <a:lnTo>
                    <a:pt x="4583" y="13452"/>
                  </a:lnTo>
                  <a:lnTo>
                    <a:pt x="4523" y="13491"/>
                  </a:lnTo>
                  <a:lnTo>
                    <a:pt x="4405" y="13491"/>
                  </a:lnTo>
                  <a:lnTo>
                    <a:pt x="4365" y="13471"/>
                  </a:lnTo>
                  <a:lnTo>
                    <a:pt x="4267" y="13373"/>
                  </a:lnTo>
                  <a:lnTo>
                    <a:pt x="4187" y="13234"/>
                  </a:lnTo>
                  <a:lnTo>
                    <a:pt x="4010" y="12938"/>
                  </a:lnTo>
                  <a:lnTo>
                    <a:pt x="3911" y="12800"/>
                  </a:lnTo>
                  <a:lnTo>
                    <a:pt x="3871" y="12741"/>
                  </a:lnTo>
                  <a:lnTo>
                    <a:pt x="3812" y="12701"/>
                  </a:lnTo>
                  <a:lnTo>
                    <a:pt x="4306" y="12741"/>
                  </a:lnTo>
                  <a:lnTo>
                    <a:pt x="4010" y="12563"/>
                  </a:lnTo>
                  <a:lnTo>
                    <a:pt x="4168" y="12563"/>
                  </a:lnTo>
                  <a:lnTo>
                    <a:pt x="4306" y="12543"/>
                  </a:lnTo>
                  <a:lnTo>
                    <a:pt x="4464" y="12523"/>
                  </a:lnTo>
                  <a:lnTo>
                    <a:pt x="4563" y="12543"/>
                  </a:lnTo>
                  <a:lnTo>
                    <a:pt x="4681" y="12563"/>
                  </a:lnTo>
                  <a:lnTo>
                    <a:pt x="4681" y="12563"/>
                  </a:lnTo>
                  <a:lnTo>
                    <a:pt x="4405" y="12306"/>
                  </a:lnTo>
                  <a:lnTo>
                    <a:pt x="4128" y="12010"/>
                  </a:lnTo>
                  <a:lnTo>
                    <a:pt x="3871" y="11733"/>
                  </a:lnTo>
                  <a:lnTo>
                    <a:pt x="3674" y="11536"/>
                  </a:lnTo>
                  <a:lnTo>
                    <a:pt x="3674" y="11437"/>
                  </a:lnTo>
                  <a:lnTo>
                    <a:pt x="3713" y="11358"/>
                  </a:lnTo>
                  <a:lnTo>
                    <a:pt x="3753" y="11299"/>
                  </a:lnTo>
                  <a:lnTo>
                    <a:pt x="3832" y="11259"/>
                  </a:lnTo>
                  <a:lnTo>
                    <a:pt x="3674" y="11160"/>
                  </a:lnTo>
                  <a:lnTo>
                    <a:pt x="3575" y="11062"/>
                  </a:lnTo>
                  <a:lnTo>
                    <a:pt x="3496" y="10943"/>
                  </a:lnTo>
                  <a:lnTo>
                    <a:pt x="3437" y="10825"/>
                  </a:lnTo>
                  <a:lnTo>
                    <a:pt x="3358" y="10588"/>
                  </a:lnTo>
                  <a:lnTo>
                    <a:pt x="3318" y="10469"/>
                  </a:lnTo>
                  <a:lnTo>
                    <a:pt x="3239" y="10351"/>
                  </a:lnTo>
                  <a:lnTo>
                    <a:pt x="3160" y="10272"/>
                  </a:lnTo>
                  <a:lnTo>
                    <a:pt x="3141" y="10272"/>
                  </a:lnTo>
                  <a:lnTo>
                    <a:pt x="3121" y="10291"/>
                  </a:lnTo>
                  <a:lnTo>
                    <a:pt x="3121" y="10351"/>
                  </a:lnTo>
                  <a:lnTo>
                    <a:pt x="3141" y="10430"/>
                  </a:lnTo>
                  <a:lnTo>
                    <a:pt x="3160" y="10528"/>
                  </a:lnTo>
                  <a:lnTo>
                    <a:pt x="3160" y="10588"/>
                  </a:lnTo>
                  <a:lnTo>
                    <a:pt x="3160" y="10607"/>
                  </a:lnTo>
                  <a:lnTo>
                    <a:pt x="3141" y="10627"/>
                  </a:lnTo>
                  <a:lnTo>
                    <a:pt x="3101" y="10627"/>
                  </a:lnTo>
                  <a:lnTo>
                    <a:pt x="3062" y="10607"/>
                  </a:lnTo>
                  <a:lnTo>
                    <a:pt x="3062" y="10548"/>
                  </a:lnTo>
                  <a:lnTo>
                    <a:pt x="3022" y="10489"/>
                  </a:lnTo>
                  <a:lnTo>
                    <a:pt x="2963" y="10390"/>
                  </a:lnTo>
                  <a:lnTo>
                    <a:pt x="2805" y="10212"/>
                  </a:lnTo>
                  <a:lnTo>
                    <a:pt x="2844" y="10272"/>
                  </a:lnTo>
                  <a:lnTo>
                    <a:pt x="2884" y="10331"/>
                  </a:lnTo>
                  <a:lnTo>
                    <a:pt x="2983" y="10528"/>
                  </a:lnTo>
                  <a:lnTo>
                    <a:pt x="3220" y="11002"/>
                  </a:lnTo>
                  <a:lnTo>
                    <a:pt x="3220" y="11002"/>
                  </a:lnTo>
                  <a:lnTo>
                    <a:pt x="3160" y="10943"/>
                  </a:lnTo>
                  <a:lnTo>
                    <a:pt x="3121" y="10904"/>
                  </a:lnTo>
                  <a:lnTo>
                    <a:pt x="3081" y="10884"/>
                  </a:lnTo>
                  <a:lnTo>
                    <a:pt x="3042" y="10884"/>
                  </a:lnTo>
                  <a:lnTo>
                    <a:pt x="2963" y="10904"/>
                  </a:lnTo>
                  <a:lnTo>
                    <a:pt x="2884" y="10904"/>
                  </a:lnTo>
                  <a:lnTo>
                    <a:pt x="3101" y="11239"/>
                  </a:lnTo>
                  <a:lnTo>
                    <a:pt x="3042" y="11239"/>
                  </a:lnTo>
                  <a:lnTo>
                    <a:pt x="2983" y="11220"/>
                  </a:lnTo>
                  <a:lnTo>
                    <a:pt x="2923" y="11160"/>
                  </a:lnTo>
                  <a:lnTo>
                    <a:pt x="2864" y="11062"/>
                  </a:lnTo>
                  <a:lnTo>
                    <a:pt x="2746" y="10884"/>
                  </a:lnTo>
                  <a:lnTo>
                    <a:pt x="2686" y="10805"/>
                  </a:lnTo>
                  <a:lnTo>
                    <a:pt x="2627" y="10746"/>
                  </a:lnTo>
                  <a:lnTo>
                    <a:pt x="2726" y="10746"/>
                  </a:lnTo>
                  <a:lnTo>
                    <a:pt x="2805" y="10726"/>
                  </a:lnTo>
                  <a:lnTo>
                    <a:pt x="2864" y="10706"/>
                  </a:lnTo>
                  <a:lnTo>
                    <a:pt x="2983" y="10706"/>
                  </a:lnTo>
                  <a:lnTo>
                    <a:pt x="2805" y="10489"/>
                  </a:lnTo>
                  <a:lnTo>
                    <a:pt x="2627" y="10252"/>
                  </a:lnTo>
                  <a:lnTo>
                    <a:pt x="2568" y="10114"/>
                  </a:lnTo>
                  <a:lnTo>
                    <a:pt x="2509" y="9975"/>
                  </a:lnTo>
                  <a:lnTo>
                    <a:pt x="2469" y="9857"/>
                  </a:lnTo>
                  <a:lnTo>
                    <a:pt x="2449" y="9738"/>
                  </a:lnTo>
                  <a:lnTo>
                    <a:pt x="2449" y="9679"/>
                  </a:lnTo>
                  <a:lnTo>
                    <a:pt x="2469" y="9679"/>
                  </a:lnTo>
                  <a:lnTo>
                    <a:pt x="2528" y="9719"/>
                  </a:lnTo>
                  <a:lnTo>
                    <a:pt x="2588" y="9798"/>
                  </a:lnTo>
                  <a:lnTo>
                    <a:pt x="2667" y="9877"/>
                  </a:lnTo>
                  <a:lnTo>
                    <a:pt x="2667" y="9837"/>
                  </a:lnTo>
                  <a:lnTo>
                    <a:pt x="2667" y="9778"/>
                  </a:lnTo>
                  <a:lnTo>
                    <a:pt x="2588" y="9679"/>
                  </a:lnTo>
                  <a:lnTo>
                    <a:pt x="2528" y="9600"/>
                  </a:lnTo>
                  <a:lnTo>
                    <a:pt x="2528" y="9541"/>
                  </a:lnTo>
                  <a:lnTo>
                    <a:pt x="2548" y="9501"/>
                  </a:lnTo>
                  <a:lnTo>
                    <a:pt x="2588" y="9501"/>
                  </a:lnTo>
                  <a:lnTo>
                    <a:pt x="2607" y="9521"/>
                  </a:lnTo>
                  <a:lnTo>
                    <a:pt x="2647" y="9600"/>
                  </a:lnTo>
                  <a:lnTo>
                    <a:pt x="2686" y="9679"/>
                  </a:lnTo>
                  <a:lnTo>
                    <a:pt x="2726" y="9758"/>
                  </a:lnTo>
                  <a:lnTo>
                    <a:pt x="2627" y="9541"/>
                  </a:lnTo>
                  <a:lnTo>
                    <a:pt x="2548" y="9323"/>
                  </a:lnTo>
                  <a:lnTo>
                    <a:pt x="2469" y="9106"/>
                  </a:lnTo>
                  <a:lnTo>
                    <a:pt x="2410" y="8889"/>
                  </a:lnTo>
                  <a:lnTo>
                    <a:pt x="2430" y="8889"/>
                  </a:lnTo>
                  <a:lnTo>
                    <a:pt x="2449" y="8909"/>
                  </a:lnTo>
                  <a:lnTo>
                    <a:pt x="2509" y="8988"/>
                  </a:lnTo>
                  <a:lnTo>
                    <a:pt x="2548" y="9106"/>
                  </a:lnTo>
                  <a:lnTo>
                    <a:pt x="2588" y="9205"/>
                  </a:lnTo>
                  <a:lnTo>
                    <a:pt x="2548" y="9027"/>
                  </a:lnTo>
                  <a:lnTo>
                    <a:pt x="2469" y="8849"/>
                  </a:lnTo>
                  <a:lnTo>
                    <a:pt x="2351" y="8691"/>
                  </a:lnTo>
                  <a:lnTo>
                    <a:pt x="2153" y="8514"/>
                  </a:lnTo>
                  <a:lnTo>
                    <a:pt x="2153" y="8277"/>
                  </a:lnTo>
                  <a:lnTo>
                    <a:pt x="2173" y="8059"/>
                  </a:lnTo>
                  <a:lnTo>
                    <a:pt x="2193" y="7980"/>
                  </a:lnTo>
                  <a:lnTo>
                    <a:pt x="2232" y="7941"/>
                  </a:lnTo>
                  <a:lnTo>
                    <a:pt x="2272" y="7901"/>
                  </a:lnTo>
                  <a:lnTo>
                    <a:pt x="2311" y="7921"/>
                  </a:lnTo>
                  <a:lnTo>
                    <a:pt x="2252" y="7862"/>
                  </a:lnTo>
                  <a:lnTo>
                    <a:pt x="2212" y="7862"/>
                  </a:lnTo>
                  <a:lnTo>
                    <a:pt x="2173" y="7882"/>
                  </a:lnTo>
                  <a:lnTo>
                    <a:pt x="2133" y="7901"/>
                  </a:lnTo>
                  <a:lnTo>
                    <a:pt x="2114" y="7763"/>
                  </a:lnTo>
                  <a:lnTo>
                    <a:pt x="2094" y="7664"/>
                  </a:lnTo>
                  <a:lnTo>
                    <a:pt x="2054" y="7566"/>
                  </a:lnTo>
                  <a:lnTo>
                    <a:pt x="2015" y="7506"/>
                  </a:lnTo>
                  <a:lnTo>
                    <a:pt x="1916" y="7368"/>
                  </a:lnTo>
                  <a:lnTo>
                    <a:pt x="1896" y="7289"/>
                  </a:lnTo>
                  <a:lnTo>
                    <a:pt x="1896" y="7210"/>
                  </a:lnTo>
                  <a:lnTo>
                    <a:pt x="1758" y="7408"/>
                  </a:lnTo>
                  <a:lnTo>
                    <a:pt x="1798" y="7269"/>
                  </a:lnTo>
                  <a:lnTo>
                    <a:pt x="1798" y="7190"/>
                  </a:lnTo>
                  <a:lnTo>
                    <a:pt x="1758" y="7171"/>
                  </a:lnTo>
                  <a:lnTo>
                    <a:pt x="1718" y="7151"/>
                  </a:lnTo>
                  <a:lnTo>
                    <a:pt x="1679" y="7131"/>
                  </a:lnTo>
                  <a:lnTo>
                    <a:pt x="1659" y="7092"/>
                  </a:lnTo>
                  <a:lnTo>
                    <a:pt x="1639" y="7032"/>
                  </a:lnTo>
                  <a:lnTo>
                    <a:pt x="1679" y="6914"/>
                  </a:lnTo>
                  <a:lnTo>
                    <a:pt x="1778" y="6953"/>
                  </a:lnTo>
                  <a:lnTo>
                    <a:pt x="1877" y="6973"/>
                  </a:lnTo>
                  <a:lnTo>
                    <a:pt x="1975" y="6953"/>
                  </a:lnTo>
                  <a:lnTo>
                    <a:pt x="2094" y="6933"/>
                  </a:lnTo>
                  <a:lnTo>
                    <a:pt x="2054" y="6894"/>
                  </a:lnTo>
                  <a:lnTo>
                    <a:pt x="2035" y="6854"/>
                  </a:lnTo>
                  <a:lnTo>
                    <a:pt x="2054" y="6756"/>
                  </a:lnTo>
                  <a:lnTo>
                    <a:pt x="2094" y="6637"/>
                  </a:lnTo>
                  <a:lnTo>
                    <a:pt x="2133" y="6519"/>
                  </a:lnTo>
                  <a:lnTo>
                    <a:pt x="2094" y="6519"/>
                  </a:lnTo>
                  <a:lnTo>
                    <a:pt x="2074" y="6499"/>
                  </a:lnTo>
                  <a:lnTo>
                    <a:pt x="2035" y="6380"/>
                  </a:lnTo>
                  <a:lnTo>
                    <a:pt x="2035" y="6341"/>
                  </a:lnTo>
                  <a:lnTo>
                    <a:pt x="1995" y="6321"/>
                  </a:lnTo>
                  <a:lnTo>
                    <a:pt x="1975" y="6321"/>
                  </a:lnTo>
                  <a:lnTo>
                    <a:pt x="1916" y="6380"/>
                  </a:lnTo>
                  <a:lnTo>
                    <a:pt x="1916" y="6242"/>
                  </a:lnTo>
                  <a:lnTo>
                    <a:pt x="1936" y="6124"/>
                  </a:lnTo>
                  <a:lnTo>
                    <a:pt x="2015" y="5946"/>
                  </a:lnTo>
                  <a:lnTo>
                    <a:pt x="2074" y="5768"/>
                  </a:lnTo>
                  <a:lnTo>
                    <a:pt x="2094" y="5689"/>
                  </a:lnTo>
                  <a:lnTo>
                    <a:pt x="2094" y="5571"/>
                  </a:lnTo>
                  <a:lnTo>
                    <a:pt x="2054" y="5590"/>
                  </a:lnTo>
                  <a:lnTo>
                    <a:pt x="2035" y="5571"/>
                  </a:lnTo>
                  <a:lnTo>
                    <a:pt x="2035" y="5452"/>
                  </a:lnTo>
                  <a:lnTo>
                    <a:pt x="2035" y="5334"/>
                  </a:lnTo>
                  <a:lnTo>
                    <a:pt x="1995" y="5294"/>
                  </a:lnTo>
                  <a:lnTo>
                    <a:pt x="1956" y="5314"/>
                  </a:lnTo>
                  <a:lnTo>
                    <a:pt x="2035" y="5195"/>
                  </a:lnTo>
                  <a:lnTo>
                    <a:pt x="2094" y="5077"/>
                  </a:lnTo>
                  <a:lnTo>
                    <a:pt x="2173" y="4998"/>
                  </a:lnTo>
                  <a:lnTo>
                    <a:pt x="2252" y="4939"/>
                  </a:lnTo>
                  <a:lnTo>
                    <a:pt x="2311" y="4919"/>
                  </a:lnTo>
                  <a:lnTo>
                    <a:pt x="2370" y="4899"/>
                  </a:lnTo>
                  <a:lnTo>
                    <a:pt x="2430" y="4919"/>
                  </a:lnTo>
                  <a:lnTo>
                    <a:pt x="2449" y="4958"/>
                  </a:lnTo>
                  <a:lnTo>
                    <a:pt x="2331" y="5136"/>
                  </a:lnTo>
                  <a:lnTo>
                    <a:pt x="2311" y="5215"/>
                  </a:lnTo>
                  <a:lnTo>
                    <a:pt x="2311" y="5255"/>
                  </a:lnTo>
                  <a:lnTo>
                    <a:pt x="2351" y="5255"/>
                  </a:lnTo>
                  <a:lnTo>
                    <a:pt x="2489" y="4958"/>
                  </a:lnTo>
                  <a:lnTo>
                    <a:pt x="2647" y="4662"/>
                  </a:lnTo>
                  <a:lnTo>
                    <a:pt x="2864" y="4484"/>
                  </a:lnTo>
                  <a:lnTo>
                    <a:pt x="2983" y="4425"/>
                  </a:lnTo>
                  <a:lnTo>
                    <a:pt x="3081" y="4425"/>
                  </a:lnTo>
                  <a:lnTo>
                    <a:pt x="3101" y="4326"/>
                  </a:lnTo>
                  <a:lnTo>
                    <a:pt x="3141" y="4247"/>
                  </a:lnTo>
                  <a:lnTo>
                    <a:pt x="3220" y="4148"/>
                  </a:lnTo>
                  <a:lnTo>
                    <a:pt x="3299" y="4069"/>
                  </a:lnTo>
                  <a:lnTo>
                    <a:pt x="3378" y="3990"/>
                  </a:lnTo>
                  <a:lnTo>
                    <a:pt x="3437" y="3911"/>
                  </a:lnTo>
                  <a:lnTo>
                    <a:pt x="3476" y="3832"/>
                  </a:lnTo>
                  <a:lnTo>
                    <a:pt x="3476" y="3734"/>
                  </a:lnTo>
                  <a:lnTo>
                    <a:pt x="3457" y="3813"/>
                  </a:lnTo>
                  <a:lnTo>
                    <a:pt x="3417" y="3892"/>
                  </a:lnTo>
                  <a:lnTo>
                    <a:pt x="3378" y="3951"/>
                  </a:lnTo>
                  <a:lnTo>
                    <a:pt x="3318" y="3990"/>
                  </a:lnTo>
                  <a:lnTo>
                    <a:pt x="3220" y="4050"/>
                  </a:lnTo>
                  <a:lnTo>
                    <a:pt x="3141" y="4089"/>
                  </a:lnTo>
                  <a:lnTo>
                    <a:pt x="3180" y="3990"/>
                  </a:lnTo>
                  <a:lnTo>
                    <a:pt x="3141" y="4030"/>
                  </a:lnTo>
                  <a:lnTo>
                    <a:pt x="3101" y="3635"/>
                  </a:lnTo>
                  <a:lnTo>
                    <a:pt x="3042" y="3694"/>
                  </a:lnTo>
                  <a:lnTo>
                    <a:pt x="3002" y="3734"/>
                  </a:lnTo>
                  <a:lnTo>
                    <a:pt x="3002" y="3773"/>
                  </a:lnTo>
                  <a:lnTo>
                    <a:pt x="3022" y="3813"/>
                  </a:lnTo>
                  <a:lnTo>
                    <a:pt x="3042" y="3872"/>
                  </a:lnTo>
                  <a:lnTo>
                    <a:pt x="3062" y="3931"/>
                  </a:lnTo>
                  <a:lnTo>
                    <a:pt x="3022" y="4010"/>
                  </a:lnTo>
                  <a:lnTo>
                    <a:pt x="2963" y="4109"/>
                  </a:lnTo>
                  <a:lnTo>
                    <a:pt x="2904" y="4129"/>
                  </a:lnTo>
                  <a:lnTo>
                    <a:pt x="2864" y="4129"/>
                  </a:lnTo>
                  <a:lnTo>
                    <a:pt x="2825" y="4089"/>
                  </a:lnTo>
                  <a:lnTo>
                    <a:pt x="2825" y="4050"/>
                  </a:lnTo>
                  <a:lnTo>
                    <a:pt x="2825" y="3911"/>
                  </a:lnTo>
                  <a:lnTo>
                    <a:pt x="2864" y="3753"/>
                  </a:lnTo>
                  <a:lnTo>
                    <a:pt x="2904" y="3615"/>
                  </a:lnTo>
                  <a:lnTo>
                    <a:pt x="2923" y="3497"/>
                  </a:lnTo>
                  <a:lnTo>
                    <a:pt x="2923" y="3457"/>
                  </a:lnTo>
                  <a:lnTo>
                    <a:pt x="2904" y="3437"/>
                  </a:lnTo>
                  <a:lnTo>
                    <a:pt x="2864" y="3437"/>
                  </a:lnTo>
                  <a:lnTo>
                    <a:pt x="2805" y="3457"/>
                  </a:lnTo>
                  <a:lnTo>
                    <a:pt x="2746" y="3536"/>
                  </a:lnTo>
                  <a:lnTo>
                    <a:pt x="2706" y="3595"/>
                  </a:lnTo>
                  <a:lnTo>
                    <a:pt x="2686" y="3655"/>
                  </a:lnTo>
                  <a:lnTo>
                    <a:pt x="2686" y="3714"/>
                  </a:lnTo>
                  <a:lnTo>
                    <a:pt x="2726" y="3852"/>
                  </a:lnTo>
                  <a:lnTo>
                    <a:pt x="2726" y="3931"/>
                  </a:lnTo>
                  <a:lnTo>
                    <a:pt x="2706" y="4010"/>
                  </a:lnTo>
                  <a:lnTo>
                    <a:pt x="2706" y="4010"/>
                  </a:lnTo>
                  <a:lnTo>
                    <a:pt x="2746" y="3971"/>
                  </a:lnTo>
                  <a:lnTo>
                    <a:pt x="2746" y="3971"/>
                  </a:lnTo>
                  <a:lnTo>
                    <a:pt x="2528" y="4504"/>
                  </a:lnTo>
                  <a:lnTo>
                    <a:pt x="2489" y="4484"/>
                  </a:lnTo>
                  <a:lnTo>
                    <a:pt x="2489" y="4464"/>
                  </a:lnTo>
                  <a:lnTo>
                    <a:pt x="2469" y="4385"/>
                  </a:lnTo>
                  <a:lnTo>
                    <a:pt x="2469" y="4287"/>
                  </a:lnTo>
                  <a:lnTo>
                    <a:pt x="2232" y="4662"/>
                  </a:lnTo>
                  <a:lnTo>
                    <a:pt x="2035" y="4919"/>
                  </a:lnTo>
                  <a:lnTo>
                    <a:pt x="1837" y="5195"/>
                  </a:lnTo>
                  <a:lnTo>
                    <a:pt x="1718" y="5393"/>
                  </a:lnTo>
                  <a:lnTo>
                    <a:pt x="1600" y="5610"/>
                  </a:lnTo>
                  <a:lnTo>
                    <a:pt x="1679" y="5590"/>
                  </a:lnTo>
                  <a:lnTo>
                    <a:pt x="1778" y="5590"/>
                  </a:lnTo>
                  <a:lnTo>
                    <a:pt x="1837" y="5630"/>
                  </a:lnTo>
                  <a:lnTo>
                    <a:pt x="1857" y="5669"/>
                  </a:lnTo>
                  <a:lnTo>
                    <a:pt x="1877" y="5748"/>
                  </a:lnTo>
                  <a:lnTo>
                    <a:pt x="1857" y="5847"/>
                  </a:lnTo>
                  <a:lnTo>
                    <a:pt x="1857" y="5926"/>
                  </a:lnTo>
                  <a:lnTo>
                    <a:pt x="1837" y="5985"/>
                  </a:lnTo>
                  <a:lnTo>
                    <a:pt x="1758" y="6064"/>
                  </a:lnTo>
                  <a:lnTo>
                    <a:pt x="1699" y="6143"/>
                  </a:lnTo>
                  <a:lnTo>
                    <a:pt x="1659" y="6203"/>
                  </a:lnTo>
                  <a:lnTo>
                    <a:pt x="1639" y="6262"/>
                  </a:lnTo>
                  <a:lnTo>
                    <a:pt x="1620" y="6163"/>
                  </a:lnTo>
                  <a:lnTo>
                    <a:pt x="1600" y="6064"/>
                  </a:lnTo>
                  <a:lnTo>
                    <a:pt x="1600" y="6025"/>
                  </a:lnTo>
                  <a:lnTo>
                    <a:pt x="1600" y="5966"/>
                  </a:lnTo>
                  <a:lnTo>
                    <a:pt x="1620" y="5926"/>
                  </a:lnTo>
                  <a:lnTo>
                    <a:pt x="1679" y="5867"/>
                  </a:lnTo>
                  <a:lnTo>
                    <a:pt x="1501" y="5827"/>
                  </a:lnTo>
                  <a:lnTo>
                    <a:pt x="1501" y="5630"/>
                  </a:lnTo>
                  <a:lnTo>
                    <a:pt x="1462" y="5492"/>
                  </a:lnTo>
                  <a:lnTo>
                    <a:pt x="1422" y="5294"/>
                  </a:lnTo>
                  <a:lnTo>
                    <a:pt x="1402" y="5195"/>
                  </a:lnTo>
                  <a:lnTo>
                    <a:pt x="1402" y="5077"/>
                  </a:lnTo>
                  <a:lnTo>
                    <a:pt x="1442" y="4899"/>
                  </a:lnTo>
                  <a:lnTo>
                    <a:pt x="1541" y="4642"/>
                  </a:lnTo>
                  <a:lnTo>
                    <a:pt x="1521" y="4603"/>
                  </a:lnTo>
                  <a:lnTo>
                    <a:pt x="1521" y="4504"/>
                  </a:lnTo>
                  <a:lnTo>
                    <a:pt x="1560" y="4385"/>
                  </a:lnTo>
                  <a:lnTo>
                    <a:pt x="1620" y="4247"/>
                  </a:lnTo>
                  <a:lnTo>
                    <a:pt x="1758" y="3951"/>
                  </a:lnTo>
                  <a:lnTo>
                    <a:pt x="1857" y="3793"/>
                  </a:lnTo>
                  <a:lnTo>
                    <a:pt x="1956" y="3655"/>
                  </a:lnTo>
                  <a:lnTo>
                    <a:pt x="1758" y="3773"/>
                  </a:lnTo>
                  <a:lnTo>
                    <a:pt x="1758" y="3773"/>
                  </a:lnTo>
                  <a:lnTo>
                    <a:pt x="1778" y="3635"/>
                  </a:lnTo>
                  <a:lnTo>
                    <a:pt x="1817" y="3556"/>
                  </a:lnTo>
                  <a:lnTo>
                    <a:pt x="1857" y="3536"/>
                  </a:lnTo>
                  <a:lnTo>
                    <a:pt x="1896" y="3516"/>
                  </a:lnTo>
                  <a:lnTo>
                    <a:pt x="1936" y="3516"/>
                  </a:lnTo>
                  <a:lnTo>
                    <a:pt x="1995" y="3477"/>
                  </a:lnTo>
                  <a:lnTo>
                    <a:pt x="2054" y="3378"/>
                  </a:lnTo>
                  <a:lnTo>
                    <a:pt x="2133" y="3200"/>
                  </a:lnTo>
                  <a:lnTo>
                    <a:pt x="2390" y="3141"/>
                  </a:lnTo>
                  <a:lnTo>
                    <a:pt x="2528" y="3121"/>
                  </a:lnTo>
                  <a:lnTo>
                    <a:pt x="2647" y="3102"/>
                  </a:lnTo>
                  <a:lnTo>
                    <a:pt x="2765" y="3102"/>
                  </a:lnTo>
                  <a:lnTo>
                    <a:pt x="2844" y="3141"/>
                  </a:lnTo>
                  <a:lnTo>
                    <a:pt x="2864" y="3181"/>
                  </a:lnTo>
                  <a:lnTo>
                    <a:pt x="2884" y="3220"/>
                  </a:lnTo>
                  <a:lnTo>
                    <a:pt x="2884" y="3260"/>
                  </a:lnTo>
                  <a:lnTo>
                    <a:pt x="2884" y="3319"/>
                  </a:lnTo>
                  <a:lnTo>
                    <a:pt x="2983" y="3220"/>
                  </a:lnTo>
                  <a:lnTo>
                    <a:pt x="3062" y="3141"/>
                  </a:lnTo>
                  <a:lnTo>
                    <a:pt x="3180" y="2963"/>
                  </a:lnTo>
                  <a:lnTo>
                    <a:pt x="3279" y="2786"/>
                  </a:lnTo>
                  <a:lnTo>
                    <a:pt x="3437" y="2608"/>
                  </a:lnTo>
                  <a:lnTo>
                    <a:pt x="3516" y="2608"/>
                  </a:lnTo>
                  <a:lnTo>
                    <a:pt x="3575" y="2628"/>
                  </a:lnTo>
                  <a:lnTo>
                    <a:pt x="3595" y="2667"/>
                  </a:lnTo>
                  <a:lnTo>
                    <a:pt x="3595" y="2726"/>
                  </a:lnTo>
                  <a:lnTo>
                    <a:pt x="3595" y="2825"/>
                  </a:lnTo>
                  <a:lnTo>
                    <a:pt x="3615" y="2884"/>
                  </a:lnTo>
                  <a:lnTo>
                    <a:pt x="3654" y="2924"/>
                  </a:lnTo>
                  <a:lnTo>
                    <a:pt x="3792" y="2786"/>
                  </a:lnTo>
                  <a:lnTo>
                    <a:pt x="3871" y="2647"/>
                  </a:lnTo>
                  <a:lnTo>
                    <a:pt x="3891" y="2588"/>
                  </a:lnTo>
                  <a:lnTo>
                    <a:pt x="3891" y="2529"/>
                  </a:lnTo>
                  <a:lnTo>
                    <a:pt x="3871" y="2509"/>
                  </a:lnTo>
                  <a:lnTo>
                    <a:pt x="3812" y="2509"/>
                  </a:lnTo>
                  <a:lnTo>
                    <a:pt x="4029" y="2391"/>
                  </a:lnTo>
                  <a:lnTo>
                    <a:pt x="4247" y="2292"/>
                  </a:lnTo>
                  <a:lnTo>
                    <a:pt x="4227" y="2312"/>
                  </a:lnTo>
                  <a:lnTo>
                    <a:pt x="4187" y="2351"/>
                  </a:lnTo>
                  <a:lnTo>
                    <a:pt x="4069" y="2450"/>
                  </a:lnTo>
                  <a:lnTo>
                    <a:pt x="4207" y="2351"/>
                  </a:lnTo>
                  <a:lnTo>
                    <a:pt x="4365" y="2232"/>
                  </a:lnTo>
                  <a:lnTo>
                    <a:pt x="4484" y="2094"/>
                  </a:lnTo>
                  <a:lnTo>
                    <a:pt x="4563" y="1995"/>
                  </a:lnTo>
                  <a:lnTo>
                    <a:pt x="4484" y="2055"/>
                  </a:lnTo>
                  <a:lnTo>
                    <a:pt x="4425" y="2094"/>
                  </a:lnTo>
                  <a:lnTo>
                    <a:pt x="4385" y="2114"/>
                  </a:lnTo>
                  <a:lnTo>
                    <a:pt x="4523" y="1976"/>
                  </a:lnTo>
                  <a:lnTo>
                    <a:pt x="4662" y="1857"/>
                  </a:lnTo>
                  <a:lnTo>
                    <a:pt x="4839" y="1699"/>
                  </a:lnTo>
                  <a:lnTo>
                    <a:pt x="5037" y="1699"/>
                  </a:lnTo>
                  <a:lnTo>
                    <a:pt x="5175" y="1660"/>
                  </a:lnTo>
                  <a:lnTo>
                    <a:pt x="5313" y="1620"/>
                  </a:lnTo>
                  <a:lnTo>
                    <a:pt x="5412" y="1541"/>
                  </a:lnTo>
                  <a:lnTo>
                    <a:pt x="5531" y="1502"/>
                  </a:lnTo>
                  <a:lnTo>
                    <a:pt x="5629" y="1482"/>
                  </a:lnTo>
                  <a:lnTo>
                    <a:pt x="5708" y="1482"/>
                  </a:lnTo>
                  <a:lnTo>
                    <a:pt x="5807" y="1502"/>
                  </a:lnTo>
                  <a:lnTo>
                    <a:pt x="5926" y="1482"/>
                  </a:lnTo>
                  <a:lnTo>
                    <a:pt x="6044" y="1462"/>
                  </a:lnTo>
                  <a:lnTo>
                    <a:pt x="6163" y="1403"/>
                  </a:lnTo>
                  <a:lnTo>
                    <a:pt x="6202" y="1344"/>
                  </a:lnTo>
                  <a:lnTo>
                    <a:pt x="6242" y="1304"/>
                  </a:lnTo>
                  <a:lnTo>
                    <a:pt x="6340" y="1245"/>
                  </a:lnTo>
                  <a:lnTo>
                    <a:pt x="6459" y="1205"/>
                  </a:lnTo>
                  <a:lnTo>
                    <a:pt x="6577" y="1186"/>
                  </a:lnTo>
                  <a:lnTo>
                    <a:pt x="6736" y="1166"/>
                  </a:lnTo>
                  <a:lnTo>
                    <a:pt x="6874" y="1146"/>
                  </a:lnTo>
                  <a:lnTo>
                    <a:pt x="7012" y="1087"/>
                  </a:lnTo>
                  <a:lnTo>
                    <a:pt x="7131" y="988"/>
                  </a:lnTo>
                  <a:lnTo>
                    <a:pt x="7111" y="1028"/>
                  </a:lnTo>
                  <a:lnTo>
                    <a:pt x="7111" y="1067"/>
                  </a:lnTo>
                  <a:lnTo>
                    <a:pt x="7131" y="1067"/>
                  </a:lnTo>
                  <a:lnTo>
                    <a:pt x="7150" y="1087"/>
                  </a:lnTo>
                  <a:lnTo>
                    <a:pt x="7210" y="1087"/>
                  </a:lnTo>
                  <a:lnTo>
                    <a:pt x="7289" y="1107"/>
                  </a:lnTo>
                  <a:lnTo>
                    <a:pt x="7407" y="1107"/>
                  </a:lnTo>
                  <a:lnTo>
                    <a:pt x="7407" y="1126"/>
                  </a:lnTo>
                  <a:lnTo>
                    <a:pt x="7407" y="1166"/>
                  </a:lnTo>
                  <a:lnTo>
                    <a:pt x="7328" y="1225"/>
                  </a:lnTo>
                  <a:lnTo>
                    <a:pt x="7407" y="1245"/>
                  </a:lnTo>
                  <a:lnTo>
                    <a:pt x="7526" y="1225"/>
                  </a:lnTo>
                  <a:lnTo>
                    <a:pt x="7842" y="1146"/>
                  </a:lnTo>
                  <a:lnTo>
                    <a:pt x="8000" y="1087"/>
                  </a:lnTo>
                  <a:lnTo>
                    <a:pt x="8177" y="1067"/>
                  </a:lnTo>
                  <a:lnTo>
                    <a:pt x="8335" y="1067"/>
                  </a:lnTo>
                  <a:lnTo>
                    <a:pt x="8454" y="1107"/>
                  </a:lnTo>
                  <a:lnTo>
                    <a:pt x="8414" y="1166"/>
                  </a:lnTo>
                  <a:lnTo>
                    <a:pt x="8395" y="1186"/>
                  </a:lnTo>
                  <a:lnTo>
                    <a:pt x="8355" y="1205"/>
                  </a:lnTo>
                  <a:lnTo>
                    <a:pt x="8493" y="1186"/>
                  </a:lnTo>
                  <a:lnTo>
                    <a:pt x="8572" y="1186"/>
                  </a:lnTo>
                  <a:lnTo>
                    <a:pt x="8651" y="1205"/>
                  </a:lnTo>
                  <a:lnTo>
                    <a:pt x="8691" y="1225"/>
                  </a:lnTo>
                  <a:lnTo>
                    <a:pt x="8790" y="1284"/>
                  </a:lnTo>
                  <a:lnTo>
                    <a:pt x="8849" y="1324"/>
                  </a:lnTo>
                  <a:lnTo>
                    <a:pt x="8948" y="1324"/>
                  </a:lnTo>
                  <a:lnTo>
                    <a:pt x="8948" y="1166"/>
                  </a:lnTo>
                  <a:lnTo>
                    <a:pt x="8987" y="1146"/>
                  </a:lnTo>
                  <a:lnTo>
                    <a:pt x="9027" y="1146"/>
                  </a:lnTo>
                  <a:lnTo>
                    <a:pt x="9086" y="1186"/>
                  </a:lnTo>
                  <a:lnTo>
                    <a:pt x="9145" y="1205"/>
                  </a:lnTo>
                  <a:lnTo>
                    <a:pt x="9165" y="1225"/>
                  </a:lnTo>
                  <a:lnTo>
                    <a:pt x="9205" y="1225"/>
                  </a:lnTo>
                  <a:lnTo>
                    <a:pt x="9126" y="1186"/>
                  </a:lnTo>
                  <a:lnTo>
                    <a:pt x="9066" y="1146"/>
                  </a:lnTo>
                  <a:lnTo>
                    <a:pt x="9027" y="1087"/>
                  </a:lnTo>
                  <a:lnTo>
                    <a:pt x="9027" y="1047"/>
                  </a:lnTo>
                  <a:lnTo>
                    <a:pt x="9046" y="1028"/>
                  </a:lnTo>
                  <a:lnTo>
                    <a:pt x="9284" y="988"/>
                  </a:lnTo>
                  <a:close/>
                  <a:moveTo>
                    <a:pt x="8197" y="1"/>
                  </a:moveTo>
                  <a:lnTo>
                    <a:pt x="8079" y="20"/>
                  </a:lnTo>
                  <a:lnTo>
                    <a:pt x="7960" y="60"/>
                  </a:lnTo>
                  <a:lnTo>
                    <a:pt x="7861" y="99"/>
                  </a:lnTo>
                  <a:lnTo>
                    <a:pt x="7743" y="139"/>
                  </a:lnTo>
                  <a:lnTo>
                    <a:pt x="7624" y="139"/>
                  </a:lnTo>
                  <a:lnTo>
                    <a:pt x="7466" y="99"/>
                  </a:lnTo>
                  <a:lnTo>
                    <a:pt x="7545" y="60"/>
                  </a:lnTo>
                  <a:lnTo>
                    <a:pt x="7071" y="139"/>
                  </a:lnTo>
                  <a:lnTo>
                    <a:pt x="6637" y="178"/>
                  </a:lnTo>
                  <a:lnTo>
                    <a:pt x="6439" y="238"/>
                  </a:lnTo>
                  <a:lnTo>
                    <a:pt x="6222" y="297"/>
                  </a:lnTo>
                  <a:lnTo>
                    <a:pt x="6005" y="376"/>
                  </a:lnTo>
                  <a:lnTo>
                    <a:pt x="5787" y="514"/>
                  </a:lnTo>
                  <a:lnTo>
                    <a:pt x="5491" y="613"/>
                  </a:lnTo>
                  <a:lnTo>
                    <a:pt x="5294" y="652"/>
                  </a:lnTo>
                  <a:lnTo>
                    <a:pt x="5116" y="672"/>
                  </a:lnTo>
                  <a:lnTo>
                    <a:pt x="4879" y="731"/>
                  </a:lnTo>
                  <a:lnTo>
                    <a:pt x="4800" y="810"/>
                  </a:lnTo>
                  <a:lnTo>
                    <a:pt x="4721" y="889"/>
                  </a:lnTo>
                  <a:lnTo>
                    <a:pt x="4622" y="1028"/>
                  </a:lnTo>
                  <a:lnTo>
                    <a:pt x="4583" y="1126"/>
                  </a:lnTo>
                  <a:lnTo>
                    <a:pt x="4563" y="1166"/>
                  </a:lnTo>
                  <a:lnTo>
                    <a:pt x="4701" y="1087"/>
                  </a:lnTo>
                  <a:lnTo>
                    <a:pt x="4760" y="1087"/>
                  </a:lnTo>
                  <a:lnTo>
                    <a:pt x="4760" y="1126"/>
                  </a:lnTo>
                  <a:lnTo>
                    <a:pt x="4721" y="1166"/>
                  </a:lnTo>
                  <a:lnTo>
                    <a:pt x="4662" y="1245"/>
                  </a:lnTo>
                  <a:lnTo>
                    <a:pt x="4504" y="1403"/>
                  </a:lnTo>
                  <a:lnTo>
                    <a:pt x="4365" y="1581"/>
                  </a:lnTo>
                  <a:lnTo>
                    <a:pt x="4464" y="1581"/>
                  </a:lnTo>
                  <a:lnTo>
                    <a:pt x="4543" y="1620"/>
                  </a:lnTo>
                  <a:lnTo>
                    <a:pt x="4721" y="1679"/>
                  </a:lnTo>
                  <a:lnTo>
                    <a:pt x="4820" y="1699"/>
                  </a:lnTo>
                  <a:lnTo>
                    <a:pt x="4741" y="1739"/>
                  </a:lnTo>
                  <a:lnTo>
                    <a:pt x="4681" y="1778"/>
                  </a:lnTo>
                  <a:lnTo>
                    <a:pt x="4543" y="1798"/>
                  </a:lnTo>
                  <a:lnTo>
                    <a:pt x="4484" y="1818"/>
                  </a:lnTo>
                  <a:lnTo>
                    <a:pt x="4405" y="1837"/>
                  </a:lnTo>
                  <a:lnTo>
                    <a:pt x="4326" y="1877"/>
                  </a:lnTo>
                  <a:lnTo>
                    <a:pt x="4247" y="1956"/>
                  </a:lnTo>
                  <a:lnTo>
                    <a:pt x="4247" y="1916"/>
                  </a:lnTo>
                  <a:lnTo>
                    <a:pt x="4267" y="1857"/>
                  </a:lnTo>
                  <a:lnTo>
                    <a:pt x="4326" y="1778"/>
                  </a:lnTo>
                  <a:lnTo>
                    <a:pt x="4425" y="1739"/>
                  </a:lnTo>
                  <a:lnTo>
                    <a:pt x="4306" y="1739"/>
                  </a:lnTo>
                  <a:lnTo>
                    <a:pt x="4207" y="1778"/>
                  </a:lnTo>
                  <a:lnTo>
                    <a:pt x="4010" y="1837"/>
                  </a:lnTo>
                  <a:lnTo>
                    <a:pt x="3852" y="1897"/>
                  </a:lnTo>
                  <a:lnTo>
                    <a:pt x="3773" y="1916"/>
                  </a:lnTo>
                  <a:lnTo>
                    <a:pt x="3713" y="1916"/>
                  </a:lnTo>
                  <a:lnTo>
                    <a:pt x="3792" y="1877"/>
                  </a:lnTo>
                  <a:lnTo>
                    <a:pt x="3871" y="1837"/>
                  </a:lnTo>
                  <a:lnTo>
                    <a:pt x="3970" y="1739"/>
                  </a:lnTo>
                  <a:lnTo>
                    <a:pt x="4029" y="1660"/>
                  </a:lnTo>
                  <a:lnTo>
                    <a:pt x="4069" y="1600"/>
                  </a:lnTo>
                  <a:lnTo>
                    <a:pt x="3891" y="1699"/>
                  </a:lnTo>
                  <a:lnTo>
                    <a:pt x="3694" y="1837"/>
                  </a:lnTo>
                  <a:lnTo>
                    <a:pt x="3536" y="1995"/>
                  </a:lnTo>
                  <a:lnTo>
                    <a:pt x="3437" y="2114"/>
                  </a:lnTo>
                  <a:lnTo>
                    <a:pt x="3358" y="2114"/>
                  </a:lnTo>
                  <a:lnTo>
                    <a:pt x="3259" y="2153"/>
                  </a:lnTo>
                  <a:lnTo>
                    <a:pt x="3160" y="2232"/>
                  </a:lnTo>
                  <a:lnTo>
                    <a:pt x="3081" y="2331"/>
                  </a:lnTo>
                  <a:lnTo>
                    <a:pt x="3002" y="2410"/>
                  </a:lnTo>
                  <a:lnTo>
                    <a:pt x="2943" y="2470"/>
                  </a:lnTo>
                  <a:lnTo>
                    <a:pt x="2904" y="2489"/>
                  </a:lnTo>
                  <a:lnTo>
                    <a:pt x="2904" y="2470"/>
                  </a:lnTo>
                  <a:lnTo>
                    <a:pt x="2884" y="2391"/>
                  </a:lnTo>
                  <a:lnTo>
                    <a:pt x="2884" y="2430"/>
                  </a:lnTo>
                  <a:lnTo>
                    <a:pt x="2864" y="2470"/>
                  </a:lnTo>
                  <a:lnTo>
                    <a:pt x="2785" y="2588"/>
                  </a:lnTo>
                  <a:lnTo>
                    <a:pt x="2686" y="2707"/>
                  </a:lnTo>
                  <a:lnTo>
                    <a:pt x="2568" y="2805"/>
                  </a:lnTo>
                  <a:lnTo>
                    <a:pt x="2548" y="2766"/>
                  </a:lnTo>
                  <a:lnTo>
                    <a:pt x="2568" y="2707"/>
                  </a:lnTo>
                  <a:lnTo>
                    <a:pt x="2627" y="2529"/>
                  </a:lnTo>
                  <a:lnTo>
                    <a:pt x="2726" y="2351"/>
                  </a:lnTo>
                  <a:lnTo>
                    <a:pt x="2805" y="2173"/>
                  </a:lnTo>
                  <a:lnTo>
                    <a:pt x="2963" y="1976"/>
                  </a:lnTo>
                  <a:lnTo>
                    <a:pt x="3062" y="1897"/>
                  </a:lnTo>
                  <a:lnTo>
                    <a:pt x="3081" y="1877"/>
                  </a:lnTo>
                  <a:lnTo>
                    <a:pt x="3101" y="1897"/>
                  </a:lnTo>
                  <a:lnTo>
                    <a:pt x="3081" y="1956"/>
                  </a:lnTo>
                  <a:lnTo>
                    <a:pt x="3042" y="2134"/>
                  </a:lnTo>
                  <a:lnTo>
                    <a:pt x="3042" y="2193"/>
                  </a:lnTo>
                  <a:lnTo>
                    <a:pt x="3101" y="2193"/>
                  </a:lnTo>
                  <a:lnTo>
                    <a:pt x="3338" y="1956"/>
                  </a:lnTo>
                  <a:lnTo>
                    <a:pt x="3595" y="1739"/>
                  </a:lnTo>
                  <a:lnTo>
                    <a:pt x="3575" y="1739"/>
                  </a:lnTo>
                  <a:lnTo>
                    <a:pt x="3575" y="1699"/>
                  </a:lnTo>
                  <a:lnTo>
                    <a:pt x="3595" y="1640"/>
                  </a:lnTo>
                  <a:lnTo>
                    <a:pt x="3595" y="1620"/>
                  </a:lnTo>
                  <a:lnTo>
                    <a:pt x="3555" y="1620"/>
                  </a:lnTo>
                  <a:lnTo>
                    <a:pt x="3496" y="1660"/>
                  </a:lnTo>
                  <a:lnTo>
                    <a:pt x="3378" y="1739"/>
                  </a:lnTo>
                  <a:lnTo>
                    <a:pt x="3417" y="1640"/>
                  </a:lnTo>
                  <a:lnTo>
                    <a:pt x="3476" y="1541"/>
                  </a:lnTo>
                  <a:lnTo>
                    <a:pt x="3575" y="1442"/>
                  </a:lnTo>
                  <a:lnTo>
                    <a:pt x="3674" y="1344"/>
                  </a:lnTo>
                  <a:lnTo>
                    <a:pt x="3792" y="1265"/>
                  </a:lnTo>
                  <a:lnTo>
                    <a:pt x="3931" y="1186"/>
                  </a:lnTo>
                  <a:lnTo>
                    <a:pt x="4069" y="1107"/>
                  </a:lnTo>
                  <a:lnTo>
                    <a:pt x="4207" y="1067"/>
                  </a:lnTo>
                  <a:lnTo>
                    <a:pt x="4227" y="1047"/>
                  </a:lnTo>
                  <a:lnTo>
                    <a:pt x="4207" y="1047"/>
                  </a:lnTo>
                  <a:lnTo>
                    <a:pt x="4128" y="1067"/>
                  </a:lnTo>
                  <a:lnTo>
                    <a:pt x="3931" y="1146"/>
                  </a:lnTo>
                  <a:lnTo>
                    <a:pt x="4010" y="1028"/>
                  </a:lnTo>
                  <a:lnTo>
                    <a:pt x="4069" y="889"/>
                  </a:lnTo>
                  <a:lnTo>
                    <a:pt x="4069" y="830"/>
                  </a:lnTo>
                  <a:lnTo>
                    <a:pt x="4049" y="810"/>
                  </a:lnTo>
                  <a:lnTo>
                    <a:pt x="4029" y="810"/>
                  </a:lnTo>
                  <a:lnTo>
                    <a:pt x="3911" y="830"/>
                  </a:lnTo>
                  <a:lnTo>
                    <a:pt x="3773" y="892"/>
                  </a:lnTo>
                  <a:lnTo>
                    <a:pt x="3773" y="892"/>
                  </a:lnTo>
                  <a:lnTo>
                    <a:pt x="3773" y="909"/>
                  </a:lnTo>
                  <a:lnTo>
                    <a:pt x="3713" y="988"/>
                  </a:lnTo>
                  <a:lnTo>
                    <a:pt x="3694" y="1028"/>
                  </a:lnTo>
                  <a:lnTo>
                    <a:pt x="3694" y="1047"/>
                  </a:lnTo>
                  <a:lnTo>
                    <a:pt x="3733" y="1067"/>
                  </a:lnTo>
                  <a:lnTo>
                    <a:pt x="3832" y="1047"/>
                  </a:lnTo>
                  <a:lnTo>
                    <a:pt x="3615" y="1166"/>
                  </a:lnTo>
                  <a:lnTo>
                    <a:pt x="3358" y="1304"/>
                  </a:lnTo>
                  <a:lnTo>
                    <a:pt x="3259" y="1344"/>
                  </a:lnTo>
                  <a:lnTo>
                    <a:pt x="3180" y="1363"/>
                  </a:lnTo>
                  <a:lnTo>
                    <a:pt x="3160" y="1344"/>
                  </a:lnTo>
                  <a:lnTo>
                    <a:pt x="3141" y="1324"/>
                  </a:lnTo>
                  <a:lnTo>
                    <a:pt x="3160" y="1265"/>
                  </a:lnTo>
                  <a:lnTo>
                    <a:pt x="2963" y="1462"/>
                  </a:lnTo>
                  <a:lnTo>
                    <a:pt x="2765" y="1699"/>
                  </a:lnTo>
                  <a:lnTo>
                    <a:pt x="2449" y="2114"/>
                  </a:lnTo>
                  <a:lnTo>
                    <a:pt x="2430" y="2094"/>
                  </a:lnTo>
                  <a:lnTo>
                    <a:pt x="2430" y="2074"/>
                  </a:lnTo>
                  <a:lnTo>
                    <a:pt x="2469" y="1995"/>
                  </a:lnTo>
                  <a:lnTo>
                    <a:pt x="2548" y="1916"/>
                  </a:lnTo>
                  <a:lnTo>
                    <a:pt x="2607" y="1818"/>
                  </a:lnTo>
                  <a:lnTo>
                    <a:pt x="2351" y="2134"/>
                  </a:lnTo>
                  <a:lnTo>
                    <a:pt x="2114" y="2450"/>
                  </a:lnTo>
                  <a:lnTo>
                    <a:pt x="2331" y="2351"/>
                  </a:lnTo>
                  <a:lnTo>
                    <a:pt x="2193" y="2509"/>
                  </a:lnTo>
                  <a:lnTo>
                    <a:pt x="2094" y="2647"/>
                  </a:lnTo>
                  <a:lnTo>
                    <a:pt x="2015" y="2805"/>
                  </a:lnTo>
                  <a:lnTo>
                    <a:pt x="1956" y="2963"/>
                  </a:lnTo>
                  <a:lnTo>
                    <a:pt x="1857" y="3279"/>
                  </a:lnTo>
                  <a:lnTo>
                    <a:pt x="1817" y="3418"/>
                  </a:lnTo>
                  <a:lnTo>
                    <a:pt x="1758" y="3576"/>
                  </a:lnTo>
                  <a:lnTo>
                    <a:pt x="1718" y="3516"/>
                  </a:lnTo>
                  <a:lnTo>
                    <a:pt x="1718" y="3437"/>
                  </a:lnTo>
                  <a:lnTo>
                    <a:pt x="1738" y="3358"/>
                  </a:lnTo>
                  <a:lnTo>
                    <a:pt x="1758" y="3260"/>
                  </a:lnTo>
                  <a:lnTo>
                    <a:pt x="1936" y="2845"/>
                  </a:lnTo>
                  <a:lnTo>
                    <a:pt x="1837" y="2884"/>
                  </a:lnTo>
                  <a:lnTo>
                    <a:pt x="1778" y="2924"/>
                  </a:lnTo>
                  <a:lnTo>
                    <a:pt x="1758" y="2983"/>
                  </a:lnTo>
                  <a:lnTo>
                    <a:pt x="1758" y="3042"/>
                  </a:lnTo>
                  <a:lnTo>
                    <a:pt x="1758" y="3102"/>
                  </a:lnTo>
                  <a:lnTo>
                    <a:pt x="1738" y="3181"/>
                  </a:lnTo>
                  <a:lnTo>
                    <a:pt x="1718" y="3279"/>
                  </a:lnTo>
                  <a:lnTo>
                    <a:pt x="1639" y="3398"/>
                  </a:lnTo>
                  <a:lnTo>
                    <a:pt x="1600" y="3418"/>
                  </a:lnTo>
                  <a:lnTo>
                    <a:pt x="1560" y="3418"/>
                  </a:lnTo>
                  <a:lnTo>
                    <a:pt x="1521" y="3398"/>
                  </a:lnTo>
                  <a:lnTo>
                    <a:pt x="1501" y="3378"/>
                  </a:lnTo>
                  <a:lnTo>
                    <a:pt x="1442" y="3753"/>
                  </a:lnTo>
                  <a:lnTo>
                    <a:pt x="1402" y="3773"/>
                  </a:lnTo>
                  <a:lnTo>
                    <a:pt x="1383" y="3773"/>
                  </a:lnTo>
                  <a:lnTo>
                    <a:pt x="1383" y="3734"/>
                  </a:lnTo>
                  <a:lnTo>
                    <a:pt x="1343" y="3911"/>
                  </a:lnTo>
                  <a:lnTo>
                    <a:pt x="1343" y="4010"/>
                  </a:lnTo>
                  <a:lnTo>
                    <a:pt x="1363" y="4050"/>
                  </a:lnTo>
                  <a:lnTo>
                    <a:pt x="1383" y="4089"/>
                  </a:lnTo>
                  <a:lnTo>
                    <a:pt x="1402" y="4129"/>
                  </a:lnTo>
                  <a:lnTo>
                    <a:pt x="1383" y="4208"/>
                  </a:lnTo>
                  <a:lnTo>
                    <a:pt x="1343" y="4346"/>
                  </a:lnTo>
                  <a:lnTo>
                    <a:pt x="1264" y="4563"/>
                  </a:lnTo>
                  <a:lnTo>
                    <a:pt x="1343" y="4445"/>
                  </a:lnTo>
                  <a:lnTo>
                    <a:pt x="1402" y="4326"/>
                  </a:lnTo>
                  <a:lnTo>
                    <a:pt x="1442" y="4247"/>
                  </a:lnTo>
                  <a:lnTo>
                    <a:pt x="1442" y="4168"/>
                  </a:lnTo>
                  <a:lnTo>
                    <a:pt x="1481" y="4010"/>
                  </a:lnTo>
                  <a:lnTo>
                    <a:pt x="1521" y="3911"/>
                  </a:lnTo>
                  <a:lnTo>
                    <a:pt x="1580" y="3793"/>
                  </a:lnTo>
                  <a:lnTo>
                    <a:pt x="1659" y="3793"/>
                  </a:lnTo>
                  <a:lnTo>
                    <a:pt x="1659" y="3832"/>
                  </a:lnTo>
                  <a:lnTo>
                    <a:pt x="1659" y="3911"/>
                  </a:lnTo>
                  <a:lnTo>
                    <a:pt x="1639" y="4030"/>
                  </a:lnTo>
                  <a:lnTo>
                    <a:pt x="1560" y="4267"/>
                  </a:lnTo>
                  <a:lnTo>
                    <a:pt x="1541" y="4366"/>
                  </a:lnTo>
                  <a:lnTo>
                    <a:pt x="1541" y="4445"/>
                  </a:lnTo>
                  <a:lnTo>
                    <a:pt x="1442" y="4563"/>
                  </a:lnTo>
                  <a:lnTo>
                    <a:pt x="1363" y="4642"/>
                  </a:lnTo>
                  <a:lnTo>
                    <a:pt x="1205" y="4761"/>
                  </a:lnTo>
                  <a:lnTo>
                    <a:pt x="1126" y="4840"/>
                  </a:lnTo>
                  <a:lnTo>
                    <a:pt x="1067" y="4939"/>
                  </a:lnTo>
                  <a:lnTo>
                    <a:pt x="1007" y="5057"/>
                  </a:lnTo>
                  <a:lnTo>
                    <a:pt x="968" y="5235"/>
                  </a:lnTo>
                  <a:lnTo>
                    <a:pt x="988" y="5136"/>
                  </a:lnTo>
                  <a:lnTo>
                    <a:pt x="988" y="5057"/>
                  </a:lnTo>
                  <a:lnTo>
                    <a:pt x="948" y="4998"/>
                  </a:lnTo>
                  <a:lnTo>
                    <a:pt x="948" y="4978"/>
                  </a:lnTo>
                  <a:lnTo>
                    <a:pt x="948" y="4919"/>
                  </a:lnTo>
                  <a:lnTo>
                    <a:pt x="1047" y="4682"/>
                  </a:lnTo>
                  <a:lnTo>
                    <a:pt x="1047" y="4603"/>
                  </a:lnTo>
                  <a:lnTo>
                    <a:pt x="1047" y="4563"/>
                  </a:lnTo>
                  <a:lnTo>
                    <a:pt x="1027" y="4583"/>
                  </a:lnTo>
                  <a:lnTo>
                    <a:pt x="988" y="4622"/>
                  </a:lnTo>
                  <a:lnTo>
                    <a:pt x="889" y="4741"/>
                  </a:lnTo>
                  <a:lnTo>
                    <a:pt x="849" y="4781"/>
                  </a:lnTo>
                  <a:lnTo>
                    <a:pt x="790" y="4800"/>
                  </a:lnTo>
                  <a:lnTo>
                    <a:pt x="790" y="4840"/>
                  </a:lnTo>
                  <a:lnTo>
                    <a:pt x="810" y="4860"/>
                  </a:lnTo>
                  <a:lnTo>
                    <a:pt x="869" y="4899"/>
                  </a:lnTo>
                  <a:lnTo>
                    <a:pt x="889" y="4919"/>
                  </a:lnTo>
                  <a:lnTo>
                    <a:pt x="889" y="4958"/>
                  </a:lnTo>
                  <a:lnTo>
                    <a:pt x="869" y="5037"/>
                  </a:lnTo>
                  <a:lnTo>
                    <a:pt x="810" y="5136"/>
                  </a:lnTo>
                  <a:lnTo>
                    <a:pt x="790" y="5116"/>
                  </a:lnTo>
                  <a:lnTo>
                    <a:pt x="770" y="5452"/>
                  </a:lnTo>
                  <a:lnTo>
                    <a:pt x="751" y="5788"/>
                  </a:lnTo>
                  <a:lnTo>
                    <a:pt x="711" y="5906"/>
                  </a:lnTo>
                  <a:lnTo>
                    <a:pt x="672" y="6025"/>
                  </a:lnTo>
                  <a:lnTo>
                    <a:pt x="632" y="6262"/>
                  </a:lnTo>
                  <a:lnTo>
                    <a:pt x="612" y="6499"/>
                  </a:lnTo>
                  <a:lnTo>
                    <a:pt x="612" y="6756"/>
                  </a:lnTo>
                  <a:lnTo>
                    <a:pt x="612" y="6993"/>
                  </a:lnTo>
                  <a:lnTo>
                    <a:pt x="612" y="7210"/>
                  </a:lnTo>
                  <a:lnTo>
                    <a:pt x="593" y="7388"/>
                  </a:lnTo>
                  <a:lnTo>
                    <a:pt x="553" y="7566"/>
                  </a:lnTo>
                  <a:lnTo>
                    <a:pt x="711" y="7467"/>
                  </a:lnTo>
                  <a:lnTo>
                    <a:pt x="751" y="7763"/>
                  </a:lnTo>
                  <a:lnTo>
                    <a:pt x="790" y="8079"/>
                  </a:lnTo>
                  <a:lnTo>
                    <a:pt x="849" y="8356"/>
                  </a:lnTo>
                  <a:lnTo>
                    <a:pt x="909" y="8593"/>
                  </a:lnTo>
                  <a:lnTo>
                    <a:pt x="909" y="8593"/>
                  </a:lnTo>
                  <a:lnTo>
                    <a:pt x="869" y="8553"/>
                  </a:lnTo>
                  <a:lnTo>
                    <a:pt x="849" y="8533"/>
                  </a:lnTo>
                  <a:lnTo>
                    <a:pt x="770" y="8395"/>
                  </a:lnTo>
                  <a:lnTo>
                    <a:pt x="731" y="8237"/>
                  </a:lnTo>
                  <a:lnTo>
                    <a:pt x="672" y="8059"/>
                  </a:lnTo>
                  <a:lnTo>
                    <a:pt x="711" y="8296"/>
                  </a:lnTo>
                  <a:lnTo>
                    <a:pt x="751" y="8533"/>
                  </a:lnTo>
                  <a:lnTo>
                    <a:pt x="830" y="8751"/>
                  </a:lnTo>
                  <a:lnTo>
                    <a:pt x="909" y="8948"/>
                  </a:lnTo>
                  <a:lnTo>
                    <a:pt x="988" y="9126"/>
                  </a:lnTo>
                  <a:lnTo>
                    <a:pt x="1086" y="9304"/>
                  </a:lnTo>
                  <a:lnTo>
                    <a:pt x="1205" y="9462"/>
                  </a:lnTo>
                  <a:lnTo>
                    <a:pt x="1304" y="9600"/>
                  </a:lnTo>
                  <a:lnTo>
                    <a:pt x="1304" y="9383"/>
                  </a:lnTo>
                  <a:lnTo>
                    <a:pt x="1304" y="9244"/>
                  </a:lnTo>
                  <a:lnTo>
                    <a:pt x="1284" y="8928"/>
                  </a:lnTo>
                  <a:lnTo>
                    <a:pt x="1383" y="9027"/>
                  </a:lnTo>
                  <a:lnTo>
                    <a:pt x="1442" y="9146"/>
                  </a:lnTo>
                  <a:lnTo>
                    <a:pt x="1462" y="9244"/>
                  </a:lnTo>
                  <a:lnTo>
                    <a:pt x="1462" y="9343"/>
                  </a:lnTo>
                  <a:lnTo>
                    <a:pt x="1462" y="9442"/>
                  </a:lnTo>
                  <a:lnTo>
                    <a:pt x="1462" y="9580"/>
                  </a:lnTo>
                  <a:lnTo>
                    <a:pt x="1521" y="9699"/>
                  </a:lnTo>
                  <a:lnTo>
                    <a:pt x="1600" y="9857"/>
                  </a:lnTo>
                  <a:lnTo>
                    <a:pt x="1560" y="9877"/>
                  </a:lnTo>
                  <a:lnTo>
                    <a:pt x="1442" y="9877"/>
                  </a:lnTo>
                  <a:lnTo>
                    <a:pt x="1402" y="9857"/>
                  </a:lnTo>
                  <a:lnTo>
                    <a:pt x="1383" y="9877"/>
                  </a:lnTo>
                  <a:lnTo>
                    <a:pt x="1343" y="9896"/>
                  </a:lnTo>
                  <a:lnTo>
                    <a:pt x="1304" y="9956"/>
                  </a:lnTo>
                  <a:lnTo>
                    <a:pt x="1442" y="10094"/>
                  </a:lnTo>
                  <a:lnTo>
                    <a:pt x="1580" y="10272"/>
                  </a:lnTo>
                  <a:lnTo>
                    <a:pt x="1718" y="10469"/>
                  </a:lnTo>
                  <a:lnTo>
                    <a:pt x="1778" y="10548"/>
                  </a:lnTo>
                  <a:lnTo>
                    <a:pt x="1857" y="10607"/>
                  </a:lnTo>
                  <a:lnTo>
                    <a:pt x="1817" y="10667"/>
                  </a:lnTo>
                  <a:lnTo>
                    <a:pt x="1778" y="10686"/>
                  </a:lnTo>
                  <a:lnTo>
                    <a:pt x="1699" y="10686"/>
                  </a:lnTo>
                  <a:lnTo>
                    <a:pt x="1639" y="10667"/>
                  </a:lnTo>
                  <a:lnTo>
                    <a:pt x="1541" y="10588"/>
                  </a:lnTo>
                  <a:lnTo>
                    <a:pt x="1462" y="10489"/>
                  </a:lnTo>
                  <a:lnTo>
                    <a:pt x="1363" y="10351"/>
                  </a:lnTo>
                  <a:lnTo>
                    <a:pt x="1264" y="10193"/>
                  </a:lnTo>
                  <a:lnTo>
                    <a:pt x="1244" y="10035"/>
                  </a:lnTo>
                  <a:lnTo>
                    <a:pt x="1185" y="9877"/>
                  </a:lnTo>
                  <a:lnTo>
                    <a:pt x="1027" y="9600"/>
                  </a:lnTo>
                  <a:lnTo>
                    <a:pt x="948" y="9442"/>
                  </a:lnTo>
                  <a:lnTo>
                    <a:pt x="889" y="9304"/>
                  </a:lnTo>
                  <a:lnTo>
                    <a:pt x="849" y="9165"/>
                  </a:lnTo>
                  <a:lnTo>
                    <a:pt x="849" y="9027"/>
                  </a:lnTo>
                  <a:lnTo>
                    <a:pt x="810" y="9264"/>
                  </a:lnTo>
                  <a:lnTo>
                    <a:pt x="711" y="8988"/>
                  </a:lnTo>
                  <a:lnTo>
                    <a:pt x="632" y="8731"/>
                  </a:lnTo>
                  <a:lnTo>
                    <a:pt x="576" y="8562"/>
                  </a:lnTo>
                  <a:lnTo>
                    <a:pt x="593" y="8731"/>
                  </a:lnTo>
                  <a:lnTo>
                    <a:pt x="593" y="8909"/>
                  </a:lnTo>
                  <a:lnTo>
                    <a:pt x="593" y="9205"/>
                  </a:lnTo>
                  <a:lnTo>
                    <a:pt x="593" y="9343"/>
                  </a:lnTo>
                  <a:lnTo>
                    <a:pt x="612" y="9462"/>
                  </a:lnTo>
                  <a:lnTo>
                    <a:pt x="652" y="9580"/>
                  </a:lnTo>
                  <a:lnTo>
                    <a:pt x="731" y="9699"/>
                  </a:lnTo>
                  <a:lnTo>
                    <a:pt x="711" y="9738"/>
                  </a:lnTo>
                  <a:lnTo>
                    <a:pt x="691" y="9778"/>
                  </a:lnTo>
                  <a:lnTo>
                    <a:pt x="672" y="9896"/>
                  </a:lnTo>
                  <a:lnTo>
                    <a:pt x="652" y="9936"/>
                  </a:lnTo>
                  <a:lnTo>
                    <a:pt x="632" y="9956"/>
                  </a:lnTo>
                  <a:lnTo>
                    <a:pt x="593" y="9936"/>
                  </a:lnTo>
                  <a:lnTo>
                    <a:pt x="533" y="9877"/>
                  </a:lnTo>
                  <a:lnTo>
                    <a:pt x="454" y="9679"/>
                  </a:lnTo>
                  <a:lnTo>
                    <a:pt x="395" y="9501"/>
                  </a:lnTo>
                  <a:lnTo>
                    <a:pt x="356" y="9383"/>
                  </a:lnTo>
                  <a:lnTo>
                    <a:pt x="336" y="9363"/>
                  </a:lnTo>
                  <a:lnTo>
                    <a:pt x="296" y="9343"/>
                  </a:lnTo>
                  <a:lnTo>
                    <a:pt x="336" y="9521"/>
                  </a:lnTo>
                  <a:lnTo>
                    <a:pt x="356" y="9640"/>
                  </a:lnTo>
                  <a:lnTo>
                    <a:pt x="395" y="9798"/>
                  </a:lnTo>
                  <a:lnTo>
                    <a:pt x="494" y="10054"/>
                  </a:lnTo>
                  <a:lnTo>
                    <a:pt x="573" y="10074"/>
                  </a:lnTo>
                  <a:lnTo>
                    <a:pt x="652" y="10133"/>
                  </a:lnTo>
                  <a:lnTo>
                    <a:pt x="830" y="10272"/>
                  </a:lnTo>
                  <a:lnTo>
                    <a:pt x="1244" y="10627"/>
                  </a:lnTo>
                  <a:lnTo>
                    <a:pt x="1422" y="10864"/>
                  </a:lnTo>
                  <a:lnTo>
                    <a:pt x="1600" y="11101"/>
                  </a:lnTo>
                  <a:lnTo>
                    <a:pt x="1738" y="11358"/>
                  </a:lnTo>
                  <a:lnTo>
                    <a:pt x="1857" y="11575"/>
                  </a:lnTo>
                  <a:lnTo>
                    <a:pt x="1679" y="11378"/>
                  </a:lnTo>
                  <a:lnTo>
                    <a:pt x="1501" y="11220"/>
                  </a:lnTo>
                  <a:lnTo>
                    <a:pt x="1422" y="11180"/>
                  </a:lnTo>
                  <a:lnTo>
                    <a:pt x="1363" y="11141"/>
                  </a:lnTo>
                  <a:lnTo>
                    <a:pt x="1304" y="11141"/>
                  </a:lnTo>
                  <a:lnTo>
                    <a:pt x="1284" y="11180"/>
                  </a:lnTo>
                  <a:lnTo>
                    <a:pt x="1363" y="11239"/>
                  </a:lnTo>
                  <a:lnTo>
                    <a:pt x="1422" y="11338"/>
                  </a:lnTo>
                  <a:lnTo>
                    <a:pt x="1541" y="11536"/>
                  </a:lnTo>
                  <a:lnTo>
                    <a:pt x="1580" y="11615"/>
                  </a:lnTo>
                  <a:lnTo>
                    <a:pt x="1620" y="11674"/>
                  </a:lnTo>
                  <a:lnTo>
                    <a:pt x="1639" y="11694"/>
                  </a:lnTo>
                  <a:lnTo>
                    <a:pt x="1659" y="11694"/>
                  </a:lnTo>
                  <a:lnTo>
                    <a:pt x="1699" y="11654"/>
                  </a:lnTo>
                  <a:lnTo>
                    <a:pt x="1896" y="11951"/>
                  </a:lnTo>
                  <a:lnTo>
                    <a:pt x="2114" y="12267"/>
                  </a:lnTo>
                  <a:lnTo>
                    <a:pt x="2212" y="12405"/>
                  </a:lnTo>
                  <a:lnTo>
                    <a:pt x="2272" y="12523"/>
                  </a:lnTo>
                  <a:lnTo>
                    <a:pt x="2311" y="12642"/>
                  </a:lnTo>
                  <a:lnTo>
                    <a:pt x="2311" y="12681"/>
                  </a:lnTo>
                  <a:lnTo>
                    <a:pt x="2291" y="12721"/>
                  </a:lnTo>
                  <a:lnTo>
                    <a:pt x="2173" y="12602"/>
                  </a:lnTo>
                  <a:lnTo>
                    <a:pt x="2074" y="12504"/>
                  </a:lnTo>
                  <a:lnTo>
                    <a:pt x="1896" y="12267"/>
                  </a:lnTo>
                  <a:lnTo>
                    <a:pt x="1738" y="12030"/>
                  </a:lnTo>
                  <a:lnTo>
                    <a:pt x="1659" y="11911"/>
                  </a:lnTo>
                  <a:lnTo>
                    <a:pt x="1560" y="11812"/>
                  </a:lnTo>
                  <a:lnTo>
                    <a:pt x="1600" y="11872"/>
                  </a:lnTo>
                  <a:lnTo>
                    <a:pt x="1620" y="11931"/>
                  </a:lnTo>
                  <a:lnTo>
                    <a:pt x="1600" y="11970"/>
                  </a:lnTo>
                  <a:lnTo>
                    <a:pt x="1560" y="11970"/>
                  </a:lnTo>
                  <a:lnTo>
                    <a:pt x="1284" y="11536"/>
                  </a:lnTo>
                  <a:lnTo>
                    <a:pt x="1284" y="11536"/>
                  </a:lnTo>
                  <a:lnTo>
                    <a:pt x="1402" y="11891"/>
                  </a:lnTo>
                  <a:lnTo>
                    <a:pt x="1481" y="12049"/>
                  </a:lnTo>
                  <a:lnTo>
                    <a:pt x="1659" y="12286"/>
                  </a:lnTo>
                  <a:lnTo>
                    <a:pt x="1659" y="12227"/>
                  </a:lnTo>
                  <a:lnTo>
                    <a:pt x="1659" y="12207"/>
                  </a:lnTo>
                  <a:lnTo>
                    <a:pt x="1679" y="12207"/>
                  </a:lnTo>
                  <a:lnTo>
                    <a:pt x="1936" y="12523"/>
                  </a:lnTo>
                  <a:lnTo>
                    <a:pt x="1817" y="12642"/>
                  </a:lnTo>
                  <a:lnTo>
                    <a:pt x="1936" y="12760"/>
                  </a:lnTo>
                  <a:lnTo>
                    <a:pt x="2054" y="12899"/>
                  </a:lnTo>
                  <a:lnTo>
                    <a:pt x="2331" y="13254"/>
                  </a:lnTo>
                  <a:lnTo>
                    <a:pt x="2489" y="13452"/>
                  </a:lnTo>
                  <a:lnTo>
                    <a:pt x="2647" y="13629"/>
                  </a:lnTo>
                  <a:lnTo>
                    <a:pt x="2844" y="13787"/>
                  </a:lnTo>
                  <a:lnTo>
                    <a:pt x="3042" y="13945"/>
                  </a:lnTo>
                  <a:lnTo>
                    <a:pt x="3042" y="13945"/>
                  </a:lnTo>
                  <a:lnTo>
                    <a:pt x="2983" y="13926"/>
                  </a:lnTo>
                  <a:lnTo>
                    <a:pt x="2983" y="13926"/>
                  </a:lnTo>
                  <a:lnTo>
                    <a:pt x="3121" y="14044"/>
                  </a:lnTo>
                  <a:lnTo>
                    <a:pt x="3239" y="14123"/>
                  </a:lnTo>
                  <a:lnTo>
                    <a:pt x="3378" y="14163"/>
                  </a:lnTo>
                  <a:lnTo>
                    <a:pt x="3496" y="14183"/>
                  </a:lnTo>
                  <a:lnTo>
                    <a:pt x="3634" y="14202"/>
                  </a:lnTo>
                  <a:lnTo>
                    <a:pt x="3753" y="14242"/>
                  </a:lnTo>
                  <a:lnTo>
                    <a:pt x="3911" y="14301"/>
                  </a:lnTo>
                  <a:lnTo>
                    <a:pt x="4069" y="14400"/>
                  </a:lnTo>
                  <a:lnTo>
                    <a:pt x="3970" y="14380"/>
                  </a:lnTo>
                  <a:lnTo>
                    <a:pt x="3950" y="14400"/>
                  </a:lnTo>
                  <a:lnTo>
                    <a:pt x="3911" y="14420"/>
                  </a:lnTo>
                  <a:lnTo>
                    <a:pt x="3891" y="14479"/>
                  </a:lnTo>
                  <a:lnTo>
                    <a:pt x="3871" y="14538"/>
                  </a:lnTo>
                  <a:lnTo>
                    <a:pt x="3970" y="14578"/>
                  </a:lnTo>
                  <a:lnTo>
                    <a:pt x="4049" y="14637"/>
                  </a:lnTo>
                  <a:lnTo>
                    <a:pt x="4168" y="14755"/>
                  </a:lnTo>
                  <a:lnTo>
                    <a:pt x="4247" y="14894"/>
                  </a:lnTo>
                  <a:lnTo>
                    <a:pt x="4385" y="15052"/>
                  </a:lnTo>
                  <a:lnTo>
                    <a:pt x="4326" y="14973"/>
                  </a:lnTo>
                  <a:lnTo>
                    <a:pt x="4346" y="14933"/>
                  </a:lnTo>
                  <a:lnTo>
                    <a:pt x="4365" y="14913"/>
                  </a:lnTo>
                  <a:lnTo>
                    <a:pt x="4523" y="14913"/>
                  </a:lnTo>
                  <a:lnTo>
                    <a:pt x="4543" y="14894"/>
                  </a:lnTo>
                  <a:lnTo>
                    <a:pt x="4504" y="14854"/>
                  </a:lnTo>
                  <a:lnTo>
                    <a:pt x="4523" y="14815"/>
                  </a:lnTo>
                  <a:lnTo>
                    <a:pt x="4642" y="14815"/>
                  </a:lnTo>
                  <a:lnTo>
                    <a:pt x="4721" y="14854"/>
                  </a:lnTo>
                  <a:lnTo>
                    <a:pt x="4839" y="14894"/>
                  </a:lnTo>
                  <a:lnTo>
                    <a:pt x="5076" y="15052"/>
                  </a:lnTo>
                  <a:lnTo>
                    <a:pt x="5274" y="15210"/>
                  </a:lnTo>
                  <a:lnTo>
                    <a:pt x="5254" y="15249"/>
                  </a:lnTo>
                  <a:lnTo>
                    <a:pt x="5234" y="15269"/>
                  </a:lnTo>
                  <a:lnTo>
                    <a:pt x="5155" y="15269"/>
                  </a:lnTo>
                  <a:lnTo>
                    <a:pt x="5037" y="15229"/>
                  </a:lnTo>
                  <a:lnTo>
                    <a:pt x="4899" y="15150"/>
                  </a:lnTo>
                  <a:lnTo>
                    <a:pt x="4780" y="15111"/>
                  </a:lnTo>
                  <a:lnTo>
                    <a:pt x="4701" y="15071"/>
                  </a:lnTo>
                  <a:lnTo>
                    <a:pt x="4662" y="15091"/>
                  </a:lnTo>
                  <a:lnTo>
                    <a:pt x="4662" y="15111"/>
                  </a:lnTo>
                  <a:lnTo>
                    <a:pt x="4662" y="15150"/>
                  </a:lnTo>
                  <a:lnTo>
                    <a:pt x="4701" y="15229"/>
                  </a:lnTo>
                  <a:lnTo>
                    <a:pt x="4780" y="15289"/>
                  </a:lnTo>
                  <a:lnTo>
                    <a:pt x="4839" y="15328"/>
                  </a:lnTo>
                  <a:lnTo>
                    <a:pt x="4958" y="15328"/>
                  </a:lnTo>
                  <a:lnTo>
                    <a:pt x="4958" y="15289"/>
                  </a:lnTo>
                  <a:lnTo>
                    <a:pt x="4938" y="15249"/>
                  </a:lnTo>
                  <a:lnTo>
                    <a:pt x="4899" y="15190"/>
                  </a:lnTo>
                  <a:lnTo>
                    <a:pt x="5373" y="15585"/>
                  </a:lnTo>
                  <a:lnTo>
                    <a:pt x="5590" y="15802"/>
                  </a:lnTo>
                  <a:lnTo>
                    <a:pt x="5669" y="15901"/>
                  </a:lnTo>
                  <a:lnTo>
                    <a:pt x="5748" y="16000"/>
                  </a:lnTo>
                  <a:lnTo>
                    <a:pt x="5886" y="16039"/>
                  </a:lnTo>
                  <a:lnTo>
                    <a:pt x="6005" y="16079"/>
                  </a:lnTo>
                  <a:lnTo>
                    <a:pt x="6202" y="16158"/>
                  </a:lnTo>
                  <a:lnTo>
                    <a:pt x="6380" y="16217"/>
                  </a:lnTo>
                  <a:lnTo>
                    <a:pt x="6597" y="16217"/>
                  </a:lnTo>
                  <a:lnTo>
                    <a:pt x="6538" y="16177"/>
                  </a:lnTo>
                  <a:lnTo>
                    <a:pt x="6479" y="16177"/>
                  </a:lnTo>
                  <a:lnTo>
                    <a:pt x="6360" y="16158"/>
                  </a:lnTo>
                  <a:lnTo>
                    <a:pt x="6301" y="16138"/>
                  </a:lnTo>
                  <a:lnTo>
                    <a:pt x="6261" y="16118"/>
                  </a:lnTo>
                  <a:lnTo>
                    <a:pt x="6202" y="16079"/>
                  </a:lnTo>
                  <a:lnTo>
                    <a:pt x="6123" y="16000"/>
                  </a:lnTo>
                  <a:lnTo>
                    <a:pt x="6479" y="16039"/>
                  </a:lnTo>
                  <a:lnTo>
                    <a:pt x="6597" y="16118"/>
                  </a:lnTo>
                  <a:lnTo>
                    <a:pt x="6696" y="16197"/>
                  </a:lnTo>
                  <a:lnTo>
                    <a:pt x="6874" y="16395"/>
                  </a:lnTo>
                  <a:lnTo>
                    <a:pt x="7032" y="16553"/>
                  </a:lnTo>
                  <a:lnTo>
                    <a:pt x="7190" y="16711"/>
                  </a:lnTo>
                  <a:lnTo>
                    <a:pt x="7190" y="16711"/>
                  </a:lnTo>
                  <a:lnTo>
                    <a:pt x="6913" y="16612"/>
                  </a:lnTo>
                  <a:lnTo>
                    <a:pt x="6953" y="16592"/>
                  </a:lnTo>
                  <a:lnTo>
                    <a:pt x="6894" y="16573"/>
                  </a:lnTo>
                  <a:lnTo>
                    <a:pt x="6834" y="16553"/>
                  </a:lnTo>
                  <a:lnTo>
                    <a:pt x="6696" y="16494"/>
                  </a:lnTo>
                  <a:lnTo>
                    <a:pt x="6577" y="16454"/>
                  </a:lnTo>
                  <a:lnTo>
                    <a:pt x="6518" y="16454"/>
                  </a:lnTo>
                  <a:lnTo>
                    <a:pt x="6498" y="16474"/>
                  </a:lnTo>
                  <a:lnTo>
                    <a:pt x="6617" y="16494"/>
                  </a:lnTo>
                  <a:lnTo>
                    <a:pt x="6696" y="16533"/>
                  </a:lnTo>
                  <a:lnTo>
                    <a:pt x="6854" y="16632"/>
                  </a:lnTo>
                  <a:lnTo>
                    <a:pt x="7012" y="16731"/>
                  </a:lnTo>
                  <a:lnTo>
                    <a:pt x="7111" y="16790"/>
                  </a:lnTo>
                  <a:lnTo>
                    <a:pt x="7229" y="16829"/>
                  </a:lnTo>
                  <a:lnTo>
                    <a:pt x="7190" y="16829"/>
                  </a:lnTo>
                  <a:lnTo>
                    <a:pt x="7387" y="16928"/>
                  </a:lnTo>
                  <a:lnTo>
                    <a:pt x="7545" y="17047"/>
                  </a:lnTo>
                  <a:lnTo>
                    <a:pt x="7684" y="17165"/>
                  </a:lnTo>
                  <a:lnTo>
                    <a:pt x="7802" y="17303"/>
                  </a:lnTo>
                  <a:lnTo>
                    <a:pt x="7921" y="17402"/>
                  </a:lnTo>
                  <a:lnTo>
                    <a:pt x="8039" y="17501"/>
                  </a:lnTo>
                  <a:lnTo>
                    <a:pt x="8177" y="17540"/>
                  </a:lnTo>
                  <a:lnTo>
                    <a:pt x="8256" y="17560"/>
                  </a:lnTo>
                  <a:lnTo>
                    <a:pt x="8335" y="17560"/>
                  </a:lnTo>
                  <a:lnTo>
                    <a:pt x="8276" y="17481"/>
                  </a:lnTo>
                  <a:lnTo>
                    <a:pt x="8217" y="17402"/>
                  </a:lnTo>
                  <a:lnTo>
                    <a:pt x="8217" y="17303"/>
                  </a:lnTo>
                  <a:lnTo>
                    <a:pt x="8217" y="17284"/>
                  </a:lnTo>
                  <a:lnTo>
                    <a:pt x="8237" y="17264"/>
                  </a:lnTo>
                  <a:lnTo>
                    <a:pt x="8276" y="17323"/>
                  </a:lnTo>
                  <a:lnTo>
                    <a:pt x="8316" y="17382"/>
                  </a:lnTo>
                  <a:lnTo>
                    <a:pt x="8434" y="17481"/>
                  </a:lnTo>
                  <a:lnTo>
                    <a:pt x="8533" y="17580"/>
                  </a:lnTo>
                  <a:lnTo>
                    <a:pt x="8553" y="17619"/>
                  </a:lnTo>
                  <a:lnTo>
                    <a:pt x="8533" y="17659"/>
                  </a:lnTo>
                  <a:lnTo>
                    <a:pt x="8434" y="17619"/>
                  </a:lnTo>
                  <a:lnTo>
                    <a:pt x="8750" y="17876"/>
                  </a:lnTo>
                  <a:lnTo>
                    <a:pt x="8869" y="17975"/>
                  </a:lnTo>
                  <a:lnTo>
                    <a:pt x="8967" y="18014"/>
                  </a:lnTo>
                  <a:lnTo>
                    <a:pt x="9046" y="17975"/>
                  </a:lnTo>
                  <a:lnTo>
                    <a:pt x="9106" y="17935"/>
                  </a:lnTo>
                  <a:lnTo>
                    <a:pt x="9145" y="17935"/>
                  </a:lnTo>
                  <a:lnTo>
                    <a:pt x="9185" y="17916"/>
                  </a:lnTo>
                  <a:lnTo>
                    <a:pt x="9244" y="17935"/>
                  </a:lnTo>
                  <a:lnTo>
                    <a:pt x="9323" y="17955"/>
                  </a:lnTo>
                  <a:lnTo>
                    <a:pt x="9461" y="18093"/>
                  </a:lnTo>
                  <a:lnTo>
                    <a:pt x="9481" y="18133"/>
                  </a:lnTo>
                  <a:lnTo>
                    <a:pt x="9481" y="18153"/>
                  </a:lnTo>
                  <a:lnTo>
                    <a:pt x="9461" y="18172"/>
                  </a:lnTo>
                  <a:lnTo>
                    <a:pt x="9442" y="18192"/>
                  </a:lnTo>
                  <a:lnTo>
                    <a:pt x="9284" y="18192"/>
                  </a:lnTo>
                  <a:lnTo>
                    <a:pt x="9224" y="18212"/>
                  </a:lnTo>
                  <a:lnTo>
                    <a:pt x="9205" y="18232"/>
                  </a:lnTo>
                  <a:lnTo>
                    <a:pt x="9205" y="18271"/>
                  </a:lnTo>
                  <a:lnTo>
                    <a:pt x="9224" y="18311"/>
                  </a:lnTo>
                  <a:lnTo>
                    <a:pt x="9264" y="18350"/>
                  </a:lnTo>
                  <a:lnTo>
                    <a:pt x="9876" y="18607"/>
                  </a:lnTo>
                  <a:lnTo>
                    <a:pt x="9955" y="18785"/>
                  </a:lnTo>
                  <a:lnTo>
                    <a:pt x="10113" y="18884"/>
                  </a:lnTo>
                  <a:lnTo>
                    <a:pt x="10271" y="18982"/>
                  </a:lnTo>
                  <a:lnTo>
                    <a:pt x="10449" y="19061"/>
                  </a:lnTo>
                  <a:lnTo>
                    <a:pt x="10627" y="19121"/>
                  </a:lnTo>
                  <a:lnTo>
                    <a:pt x="10982" y="19239"/>
                  </a:lnTo>
                  <a:lnTo>
                    <a:pt x="11338" y="19318"/>
                  </a:lnTo>
                  <a:lnTo>
                    <a:pt x="11911" y="19377"/>
                  </a:lnTo>
                  <a:lnTo>
                    <a:pt x="12108" y="19417"/>
                  </a:lnTo>
                  <a:lnTo>
                    <a:pt x="12227" y="19456"/>
                  </a:lnTo>
                  <a:lnTo>
                    <a:pt x="12187" y="19516"/>
                  </a:lnTo>
                  <a:lnTo>
                    <a:pt x="12148" y="19535"/>
                  </a:lnTo>
                  <a:lnTo>
                    <a:pt x="12088" y="19555"/>
                  </a:lnTo>
                  <a:lnTo>
                    <a:pt x="12029" y="19575"/>
                  </a:lnTo>
                  <a:lnTo>
                    <a:pt x="11851" y="19555"/>
                  </a:lnTo>
                  <a:lnTo>
                    <a:pt x="11674" y="19516"/>
                  </a:lnTo>
                  <a:lnTo>
                    <a:pt x="11753" y="19595"/>
                  </a:lnTo>
                  <a:lnTo>
                    <a:pt x="11832" y="19634"/>
                  </a:lnTo>
                  <a:lnTo>
                    <a:pt x="11970" y="19674"/>
                  </a:lnTo>
                  <a:lnTo>
                    <a:pt x="12069" y="19693"/>
                  </a:lnTo>
                  <a:lnTo>
                    <a:pt x="12088" y="19693"/>
                  </a:lnTo>
                  <a:lnTo>
                    <a:pt x="12088" y="19733"/>
                  </a:lnTo>
                  <a:lnTo>
                    <a:pt x="12167" y="19772"/>
                  </a:lnTo>
                  <a:lnTo>
                    <a:pt x="12286" y="19812"/>
                  </a:lnTo>
                  <a:lnTo>
                    <a:pt x="12404" y="19832"/>
                  </a:lnTo>
                  <a:lnTo>
                    <a:pt x="12444" y="19812"/>
                  </a:lnTo>
                  <a:lnTo>
                    <a:pt x="12464" y="19772"/>
                  </a:lnTo>
                  <a:lnTo>
                    <a:pt x="12562" y="19851"/>
                  </a:lnTo>
                  <a:lnTo>
                    <a:pt x="12641" y="19930"/>
                  </a:lnTo>
                  <a:lnTo>
                    <a:pt x="12661" y="19990"/>
                  </a:lnTo>
                  <a:lnTo>
                    <a:pt x="12681" y="20029"/>
                  </a:lnTo>
                  <a:lnTo>
                    <a:pt x="12681" y="20069"/>
                  </a:lnTo>
                  <a:lnTo>
                    <a:pt x="12661" y="20088"/>
                  </a:lnTo>
                  <a:lnTo>
                    <a:pt x="12641" y="20108"/>
                  </a:lnTo>
                  <a:lnTo>
                    <a:pt x="12641" y="20128"/>
                  </a:lnTo>
                  <a:lnTo>
                    <a:pt x="12740" y="20148"/>
                  </a:lnTo>
                  <a:lnTo>
                    <a:pt x="12859" y="20207"/>
                  </a:lnTo>
                  <a:lnTo>
                    <a:pt x="12997" y="20286"/>
                  </a:lnTo>
                  <a:lnTo>
                    <a:pt x="13135" y="20385"/>
                  </a:lnTo>
                  <a:lnTo>
                    <a:pt x="13412" y="20602"/>
                  </a:lnTo>
                  <a:lnTo>
                    <a:pt x="13570" y="20701"/>
                  </a:lnTo>
                  <a:lnTo>
                    <a:pt x="13708" y="20780"/>
                  </a:lnTo>
                  <a:lnTo>
                    <a:pt x="13668" y="20878"/>
                  </a:lnTo>
                  <a:lnTo>
                    <a:pt x="13965" y="20997"/>
                  </a:lnTo>
                  <a:lnTo>
                    <a:pt x="14261" y="21116"/>
                  </a:lnTo>
                  <a:lnTo>
                    <a:pt x="14261" y="21116"/>
                  </a:lnTo>
                  <a:lnTo>
                    <a:pt x="14222" y="21076"/>
                  </a:lnTo>
                  <a:lnTo>
                    <a:pt x="14222" y="21056"/>
                  </a:lnTo>
                  <a:lnTo>
                    <a:pt x="14222" y="21036"/>
                  </a:lnTo>
                  <a:lnTo>
                    <a:pt x="14241" y="21017"/>
                  </a:lnTo>
                  <a:lnTo>
                    <a:pt x="14301" y="20997"/>
                  </a:lnTo>
                  <a:lnTo>
                    <a:pt x="14340" y="20957"/>
                  </a:lnTo>
                  <a:lnTo>
                    <a:pt x="14478" y="21036"/>
                  </a:lnTo>
                  <a:lnTo>
                    <a:pt x="14478" y="21036"/>
                  </a:lnTo>
                  <a:lnTo>
                    <a:pt x="14399" y="20938"/>
                  </a:lnTo>
                  <a:lnTo>
                    <a:pt x="14301" y="20859"/>
                  </a:lnTo>
                  <a:lnTo>
                    <a:pt x="14123" y="20720"/>
                  </a:lnTo>
                  <a:lnTo>
                    <a:pt x="13905" y="20582"/>
                  </a:lnTo>
                  <a:lnTo>
                    <a:pt x="13668" y="20464"/>
                  </a:lnTo>
                  <a:lnTo>
                    <a:pt x="13451" y="20325"/>
                  </a:lnTo>
                  <a:lnTo>
                    <a:pt x="13234" y="20187"/>
                  </a:lnTo>
                  <a:lnTo>
                    <a:pt x="13155" y="20088"/>
                  </a:lnTo>
                  <a:lnTo>
                    <a:pt x="13076" y="19990"/>
                  </a:lnTo>
                  <a:lnTo>
                    <a:pt x="12997" y="19891"/>
                  </a:lnTo>
                  <a:lnTo>
                    <a:pt x="12957" y="19772"/>
                  </a:lnTo>
                  <a:lnTo>
                    <a:pt x="12997" y="19792"/>
                  </a:lnTo>
                  <a:lnTo>
                    <a:pt x="13036" y="19792"/>
                  </a:lnTo>
                  <a:lnTo>
                    <a:pt x="13036" y="19772"/>
                  </a:lnTo>
                  <a:lnTo>
                    <a:pt x="13036" y="19753"/>
                  </a:lnTo>
                  <a:lnTo>
                    <a:pt x="13056" y="19733"/>
                  </a:lnTo>
                  <a:lnTo>
                    <a:pt x="13096" y="19733"/>
                  </a:lnTo>
                  <a:lnTo>
                    <a:pt x="13135" y="19753"/>
                  </a:lnTo>
                  <a:lnTo>
                    <a:pt x="13234" y="19871"/>
                  </a:lnTo>
                  <a:lnTo>
                    <a:pt x="13254" y="19911"/>
                  </a:lnTo>
                  <a:lnTo>
                    <a:pt x="13254" y="19930"/>
                  </a:lnTo>
                  <a:lnTo>
                    <a:pt x="13451" y="19950"/>
                  </a:lnTo>
                  <a:lnTo>
                    <a:pt x="13471" y="19950"/>
                  </a:lnTo>
                  <a:lnTo>
                    <a:pt x="13471" y="19930"/>
                  </a:lnTo>
                  <a:lnTo>
                    <a:pt x="13352" y="19832"/>
                  </a:lnTo>
                  <a:lnTo>
                    <a:pt x="13392" y="19812"/>
                  </a:lnTo>
                  <a:lnTo>
                    <a:pt x="13431" y="19792"/>
                  </a:lnTo>
                  <a:lnTo>
                    <a:pt x="13530" y="19812"/>
                  </a:lnTo>
                  <a:lnTo>
                    <a:pt x="13649" y="19851"/>
                  </a:lnTo>
                  <a:lnTo>
                    <a:pt x="13767" y="19930"/>
                  </a:lnTo>
                  <a:lnTo>
                    <a:pt x="14064" y="20108"/>
                  </a:lnTo>
                  <a:lnTo>
                    <a:pt x="14222" y="20207"/>
                  </a:lnTo>
                  <a:lnTo>
                    <a:pt x="14380" y="20286"/>
                  </a:lnTo>
                  <a:lnTo>
                    <a:pt x="14419" y="20365"/>
                  </a:lnTo>
                  <a:lnTo>
                    <a:pt x="14419" y="20385"/>
                  </a:lnTo>
                  <a:lnTo>
                    <a:pt x="14399" y="20404"/>
                  </a:lnTo>
                  <a:lnTo>
                    <a:pt x="14320" y="20404"/>
                  </a:lnTo>
                  <a:lnTo>
                    <a:pt x="14222" y="20385"/>
                  </a:lnTo>
                  <a:lnTo>
                    <a:pt x="13965" y="20306"/>
                  </a:lnTo>
                  <a:lnTo>
                    <a:pt x="13846" y="20246"/>
                  </a:lnTo>
                  <a:lnTo>
                    <a:pt x="13747" y="20227"/>
                  </a:lnTo>
                  <a:lnTo>
                    <a:pt x="13747" y="20227"/>
                  </a:lnTo>
                  <a:lnTo>
                    <a:pt x="13866" y="20286"/>
                  </a:lnTo>
                  <a:lnTo>
                    <a:pt x="13985" y="20325"/>
                  </a:lnTo>
                  <a:lnTo>
                    <a:pt x="14103" y="20404"/>
                  </a:lnTo>
                  <a:lnTo>
                    <a:pt x="14222" y="20503"/>
                  </a:lnTo>
                  <a:lnTo>
                    <a:pt x="14083" y="20602"/>
                  </a:lnTo>
                  <a:lnTo>
                    <a:pt x="14261" y="20681"/>
                  </a:lnTo>
                  <a:lnTo>
                    <a:pt x="14360" y="20701"/>
                  </a:lnTo>
                  <a:lnTo>
                    <a:pt x="14419" y="20701"/>
                  </a:lnTo>
                  <a:lnTo>
                    <a:pt x="14439" y="20681"/>
                  </a:lnTo>
                  <a:lnTo>
                    <a:pt x="14439" y="20582"/>
                  </a:lnTo>
                  <a:lnTo>
                    <a:pt x="14459" y="20543"/>
                  </a:lnTo>
                  <a:lnTo>
                    <a:pt x="14518" y="20503"/>
                  </a:lnTo>
                  <a:lnTo>
                    <a:pt x="14597" y="20483"/>
                  </a:lnTo>
                  <a:lnTo>
                    <a:pt x="14696" y="20503"/>
                  </a:lnTo>
                  <a:lnTo>
                    <a:pt x="14775" y="20562"/>
                  </a:lnTo>
                  <a:lnTo>
                    <a:pt x="14854" y="20622"/>
                  </a:lnTo>
                  <a:lnTo>
                    <a:pt x="15012" y="20760"/>
                  </a:lnTo>
                  <a:lnTo>
                    <a:pt x="15071" y="20799"/>
                  </a:lnTo>
                  <a:lnTo>
                    <a:pt x="15130" y="20839"/>
                  </a:lnTo>
                  <a:lnTo>
                    <a:pt x="15130" y="20839"/>
                  </a:lnTo>
                  <a:lnTo>
                    <a:pt x="14952" y="20799"/>
                  </a:lnTo>
                  <a:lnTo>
                    <a:pt x="15091" y="20878"/>
                  </a:lnTo>
                  <a:lnTo>
                    <a:pt x="15209" y="20938"/>
                  </a:lnTo>
                  <a:lnTo>
                    <a:pt x="15328" y="20977"/>
                  </a:lnTo>
                  <a:lnTo>
                    <a:pt x="15426" y="20997"/>
                  </a:lnTo>
                  <a:lnTo>
                    <a:pt x="15644" y="21036"/>
                  </a:lnTo>
                  <a:lnTo>
                    <a:pt x="15762" y="21056"/>
                  </a:lnTo>
                  <a:lnTo>
                    <a:pt x="15900" y="21116"/>
                  </a:lnTo>
                  <a:lnTo>
                    <a:pt x="16039" y="21293"/>
                  </a:lnTo>
                  <a:lnTo>
                    <a:pt x="15881" y="21195"/>
                  </a:lnTo>
                  <a:lnTo>
                    <a:pt x="15742" y="21155"/>
                  </a:lnTo>
                  <a:lnTo>
                    <a:pt x="15604" y="21135"/>
                  </a:lnTo>
                  <a:lnTo>
                    <a:pt x="15486" y="21135"/>
                  </a:lnTo>
                  <a:lnTo>
                    <a:pt x="15387" y="21155"/>
                  </a:lnTo>
                  <a:lnTo>
                    <a:pt x="15288" y="21155"/>
                  </a:lnTo>
                  <a:lnTo>
                    <a:pt x="15189" y="21135"/>
                  </a:lnTo>
                  <a:lnTo>
                    <a:pt x="15091" y="21076"/>
                  </a:lnTo>
                  <a:lnTo>
                    <a:pt x="15091" y="21076"/>
                  </a:lnTo>
                  <a:lnTo>
                    <a:pt x="15268" y="21214"/>
                  </a:lnTo>
                  <a:lnTo>
                    <a:pt x="15308" y="21274"/>
                  </a:lnTo>
                  <a:lnTo>
                    <a:pt x="15308" y="21313"/>
                  </a:lnTo>
                  <a:lnTo>
                    <a:pt x="15308" y="21333"/>
                  </a:lnTo>
                  <a:lnTo>
                    <a:pt x="15268" y="21353"/>
                  </a:lnTo>
                  <a:lnTo>
                    <a:pt x="15150" y="21372"/>
                  </a:lnTo>
                  <a:lnTo>
                    <a:pt x="14992" y="21372"/>
                  </a:lnTo>
                  <a:lnTo>
                    <a:pt x="14794" y="21353"/>
                  </a:lnTo>
                  <a:lnTo>
                    <a:pt x="14498" y="21313"/>
                  </a:lnTo>
                  <a:lnTo>
                    <a:pt x="14735" y="21432"/>
                  </a:lnTo>
                  <a:lnTo>
                    <a:pt x="14933" y="21530"/>
                  </a:lnTo>
                  <a:lnTo>
                    <a:pt x="15110" y="21649"/>
                  </a:lnTo>
                  <a:lnTo>
                    <a:pt x="15249" y="21767"/>
                  </a:lnTo>
                  <a:lnTo>
                    <a:pt x="15466" y="21787"/>
                  </a:lnTo>
                  <a:lnTo>
                    <a:pt x="15663" y="21827"/>
                  </a:lnTo>
                  <a:lnTo>
                    <a:pt x="16039" y="21985"/>
                  </a:lnTo>
                  <a:lnTo>
                    <a:pt x="16236" y="22044"/>
                  </a:lnTo>
                  <a:lnTo>
                    <a:pt x="16414" y="22083"/>
                  </a:lnTo>
                  <a:lnTo>
                    <a:pt x="16612" y="22103"/>
                  </a:lnTo>
                  <a:lnTo>
                    <a:pt x="16730" y="22103"/>
                  </a:lnTo>
                  <a:lnTo>
                    <a:pt x="16829" y="22083"/>
                  </a:lnTo>
                  <a:lnTo>
                    <a:pt x="16888" y="22103"/>
                  </a:lnTo>
                  <a:lnTo>
                    <a:pt x="16888" y="22123"/>
                  </a:lnTo>
                  <a:lnTo>
                    <a:pt x="16868" y="22143"/>
                  </a:lnTo>
                  <a:lnTo>
                    <a:pt x="16829" y="22143"/>
                  </a:lnTo>
                  <a:lnTo>
                    <a:pt x="16750" y="22162"/>
                  </a:lnTo>
                  <a:lnTo>
                    <a:pt x="16770" y="22182"/>
                  </a:lnTo>
                  <a:lnTo>
                    <a:pt x="16849" y="22202"/>
                  </a:lnTo>
                  <a:lnTo>
                    <a:pt x="17244" y="22281"/>
                  </a:lnTo>
                  <a:lnTo>
                    <a:pt x="17461" y="22320"/>
                  </a:lnTo>
                  <a:lnTo>
                    <a:pt x="17658" y="22340"/>
                  </a:lnTo>
                  <a:lnTo>
                    <a:pt x="18073" y="22340"/>
                  </a:lnTo>
                  <a:lnTo>
                    <a:pt x="18271" y="22320"/>
                  </a:lnTo>
                  <a:lnTo>
                    <a:pt x="18310" y="22281"/>
                  </a:lnTo>
                  <a:lnTo>
                    <a:pt x="18330" y="22301"/>
                  </a:lnTo>
                  <a:lnTo>
                    <a:pt x="18330" y="22340"/>
                  </a:lnTo>
                  <a:lnTo>
                    <a:pt x="18310" y="22439"/>
                  </a:lnTo>
                  <a:lnTo>
                    <a:pt x="18330" y="22459"/>
                  </a:lnTo>
                  <a:lnTo>
                    <a:pt x="18350" y="22459"/>
                  </a:lnTo>
                  <a:lnTo>
                    <a:pt x="18389" y="22439"/>
                  </a:lnTo>
                  <a:lnTo>
                    <a:pt x="18508" y="22439"/>
                  </a:lnTo>
                  <a:lnTo>
                    <a:pt x="18567" y="22498"/>
                  </a:lnTo>
                  <a:lnTo>
                    <a:pt x="18606" y="22538"/>
                  </a:lnTo>
                  <a:lnTo>
                    <a:pt x="18685" y="22656"/>
                  </a:lnTo>
                  <a:lnTo>
                    <a:pt x="18883" y="22972"/>
                  </a:lnTo>
                  <a:lnTo>
                    <a:pt x="19120" y="23308"/>
                  </a:lnTo>
                  <a:lnTo>
                    <a:pt x="19397" y="23683"/>
                  </a:lnTo>
                  <a:lnTo>
                    <a:pt x="19160" y="23545"/>
                  </a:lnTo>
                  <a:lnTo>
                    <a:pt x="19160" y="23545"/>
                  </a:lnTo>
                  <a:lnTo>
                    <a:pt x="19318" y="23743"/>
                  </a:lnTo>
                  <a:lnTo>
                    <a:pt x="19456" y="23940"/>
                  </a:lnTo>
                  <a:lnTo>
                    <a:pt x="19614" y="24059"/>
                  </a:lnTo>
                  <a:lnTo>
                    <a:pt x="19693" y="24098"/>
                  </a:lnTo>
                  <a:lnTo>
                    <a:pt x="19772" y="24118"/>
                  </a:lnTo>
                  <a:lnTo>
                    <a:pt x="19811" y="24217"/>
                  </a:lnTo>
                  <a:lnTo>
                    <a:pt x="19871" y="24315"/>
                  </a:lnTo>
                  <a:lnTo>
                    <a:pt x="19950" y="24394"/>
                  </a:lnTo>
                  <a:lnTo>
                    <a:pt x="20029" y="24473"/>
                  </a:lnTo>
                  <a:lnTo>
                    <a:pt x="20266" y="24631"/>
                  </a:lnTo>
                  <a:lnTo>
                    <a:pt x="20503" y="24770"/>
                  </a:lnTo>
                  <a:lnTo>
                    <a:pt x="20759" y="24908"/>
                  </a:lnTo>
                  <a:lnTo>
                    <a:pt x="21016" y="25046"/>
                  </a:lnTo>
                  <a:lnTo>
                    <a:pt x="21233" y="25184"/>
                  </a:lnTo>
                  <a:lnTo>
                    <a:pt x="21332" y="25283"/>
                  </a:lnTo>
                  <a:lnTo>
                    <a:pt x="21411" y="25362"/>
                  </a:lnTo>
                  <a:lnTo>
                    <a:pt x="21629" y="25461"/>
                  </a:lnTo>
                  <a:lnTo>
                    <a:pt x="21826" y="25540"/>
                  </a:lnTo>
                  <a:lnTo>
                    <a:pt x="21984" y="25560"/>
                  </a:lnTo>
                  <a:lnTo>
                    <a:pt x="22122" y="25560"/>
                  </a:lnTo>
                  <a:lnTo>
                    <a:pt x="22399" y="25540"/>
                  </a:lnTo>
                  <a:lnTo>
                    <a:pt x="22557" y="25540"/>
                  </a:lnTo>
                  <a:lnTo>
                    <a:pt x="22754" y="25579"/>
                  </a:lnTo>
                  <a:lnTo>
                    <a:pt x="22715" y="25619"/>
                  </a:lnTo>
                  <a:lnTo>
                    <a:pt x="22675" y="25678"/>
                  </a:lnTo>
                  <a:lnTo>
                    <a:pt x="22675" y="25718"/>
                  </a:lnTo>
                  <a:lnTo>
                    <a:pt x="22675" y="25737"/>
                  </a:lnTo>
                  <a:lnTo>
                    <a:pt x="22735" y="25777"/>
                  </a:lnTo>
                  <a:lnTo>
                    <a:pt x="22814" y="25816"/>
                  </a:lnTo>
                  <a:lnTo>
                    <a:pt x="23169" y="25856"/>
                  </a:lnTo>
                  <a:lnTo>
                    <a:pt x="23525" y="25876"/>
                  </a:lnTo>
                  <a:lnTo>
                    <a:pt x="23880" y="25876"/>
                  </a:lnTo>
                  <a:lnTo>
                    <a:pt x="24236" y="25856"/>
                  </a:lnTo>
                  <a:lnTo>
                    <a:pt x="24572" y="25816"/>
                  </a:lnTo>
                  <a:lnTo>
                    <a:pt x="24907" y="25777"/>
                  </a:lnTo>
                  <a:lnTo>
                    <a:pt x="25243" y="25718"/>
                  </a:lnTo>
                  <a:lnTo>
                    <a:pt x="25559" y="25619"/>
                  </a:lnTo>
                  <a:lnTo>
                    <a:pt x="25895" y="25520"/>
                  </a:lnTo>
                  <a:lnTo>
                    <a:pt x="26211" y="25421"/>
                  </a:lnTo>
                  <a:lnTo>
                    <a:pt x="26527" y="25283"/>
                  </a:lnTo>
                  <a:lnTo>
                    <a:pt x="26823" y="25145"/>
                  </a:lnTo>
                  <a:lnTo>
                    <a:pt x="27139" y="24987"/>
                  </a:lnTo>
                  <a:lnTo>
                    <a:pt x="27436" y="24809"/>
                  </a:lnTo>
                  <a:lnTo>
                    <a:pt x="27732" y="24612"/>
                  </a:lnTo>
                  <a:lnTo>
                    <a:pt x="28028" y="24394"/>
                  </a:lnTo>
                  <a:lnTo>
                    <a:pt x="28008" y="24434"/>
                  </a:lnTo>
                  <a:lnTo>
                    <a:pt x="27989" y="24473"/>
                  </a:lnTo>
                  <a:lnTo>
                    <a:pt x="27910" y="24533"/>
                  </a:lnTo>
                  <a:lnTo>
                    <a:pt x="28107" y="24394"/>
                  </a:lnTo>
                  <a:lnTo>
                    <a:pt x="28305" y="24256"/>
                  </a:lnTo>
                  <a:lnTo>
                    <a:pt x="28641" y="23940"/>
                  </a:lnTo>
                  <a:lnTo>
                    <a:pt x="28937" y="23604"/>
                  </a:lnTo>
                  <a:lnTo>
                    <a:pt x="29233" y="23249"/>
                  </a:lnTo>
                  <a:lnTo>
                    <a:pt x="29470" y="22913"/>
                  </a:lnTo>
                  <a:lnTo>
                    <a:pt x="29707" y="22557"/>
                  </a:lnTo>
                  <a:lnTo>
                    <a:pt x="30161" y="21925"/>
                  </a:lnTo>
                  <a:lnTo>
                    <a:pt x="30240" y="21728"/>
                  </a:lnTo>
                  <a:lnTo>
                    <a:pt x="30319" y="21511"/>
                  </a:lnTo>
                  <a:lnTo>
                    <a:pt x="30339" y="21412"/>
                  </a:lnTo>
                  <a:lnTo>
                    <a:pt x="30339" y="21333"/>
                  </a:lnTo>
                  <a:lnTo>
                    <a:pt x="30319" y="21293"/>
                  </a:lnTo>
                  <a:lnTo>
                    <a:pt x="30260" y="21313"/>
                  </a:lnTo>
                  <a:lnTo>
                    <a:pt x="30221" y="21372"/>
                  </a:lnTo>
                  <a:lnTo>
                    <a:pt x="30181" y="21412"/>
                  </a:lnTo>
                  <a:lnTo>
                    <a:pt x="30122" y="21432"/>
                  </a:lnTo>
                  <a:lnTo>
                    <a:pt x="30082" y="21451"/>
                  </a:lnTo>
                  <a:lnTo>
                    <a:pt x="29984" y="21432"/>
                  </a:lnTo>
                  <a:lnTo>
                    <a:pt x="29924" y="21392"/>
                  </a:lnTo>
                  <a:lnTo>
                    <a:pt x="30023" y="21155"/>
                  </a:lnTo>
                  <a:lnTo>
                    <a:pt x="30102" y="21017"/>
                  </a:lnTo>
                  <a:lnTo>
                    <a:pt x="30181" y="20938"/>
                  </a:lnTo>
                  <a:lnTo>
                    <a:pt x="30240" y="20898"/>
                  </a:lnTo>
                  <a:lnTo>
                    <a:pt x="30319" y="20878"/>
                  </a:lnTo>
                  <a:lnTo>
                    <a:pt x="30379" y="20839"/>
                  </a:lnTo>
                  <a:lnTo>
                    <a:pt x="30438" y="20740"/>
                  </a:lnTo>
                  <a:lnTo>
                    <a:pt x="30517" y="20602"/>
                  </a:lnTo>
                  <a:lnTo>
                    <a:pt x="30596" y="20582"/>
                  </a:lnTo>
                  <a:lnTo>
                    <a:pt x="30616" y="20602"/>
                  </a:lnTo>
                  <a:lnTo>
                    <a:pt x="30635" y="20622"/>
                  </a:lnTo>
                  <a:lnTo>
                    <a:pt x="30635" y="20681"/>
                  </a:lnTo>
                  <a:lnTo>
                    <a:pt x="30635" y="20760"/>
                  </a:lnTo>
                  <a:lnTo>
                    <a:pt x="30616" y="20938"/>
                  </a:lnTo>
                  <a:lnTo>
                    <a:pt x="30635" y="21017"/>
                  </a:lnTo>
                  <a:lnTo>
                    <a:pt x="30655" y="21056"/>
                  </a:lnTo>
                  <a:lnTo>
                    <a:pt x="30675" y="21076"/>
                  </a:lnTo>
                  <a:lnTo>
                    <a:pt x="30793" y="20641"/>
                  </a:lnTo>
                  <a:lnTo>
                    <a:pt x="30872" y="20227"/>
                  </a:lnTo>
                  <a:lnTo>
                    <a:pt x="30951" y="20069"/>
                  </a:lnTo>
                  <a:lnTo>
                    <a:pt x="31011" y="19911"/>
                  </a:lnTo>
                  <a:lnTo>
                    <a:pt x="31110" y="19575"/>
                  </a:lnTo>
                  <a:lnTo>
                    <a:pt x="31189" y="19259"/>
                  </a:lnTo>
                  <a:lnTo>
                    <a:pt x="31248" y="19101"/>
                  </a:lnTo>
                  <a:lnTo>
                    <a:pt x="31289" y="19005"/>
                  </a:lnTo>
                  <a:lnTo>
                    <a:pt x="31289" y="19005"/>
                  </a:lnTo>
                  <a:lnTo>
                    <a:pt x="31307" y="19042"/>
                  </a:lnTo>
                  <a:lnTo>
                    <a:pt x="31327" y="19101"/>
                  </a:lnTo>
                  <a:lnTo>
                    <a:pt x="31347" y="19140"/>
                  </a:lnTo>
                  <a:lnTo>
                    <a:pt x="31347" y="19180"/>
                  </a:lnTo>
                  <a:lnTo>
                    <a:pt x="31347" y="19239"/>
                  </a:lnTo>
                  <a:lnTo>
                    <a:pt x="31287" y="19338"/>
                  </a:lnTo>
                  <a:lnTo>
                    <a:pt x="31287" y="19298"/>
                  </a:lnTo>
                  <a:lnTo>
                    <a:pt x="31268" y="19259"/>
                  </a:lnTo>
                  <a:lnTo>
                    <a:pt x="31208" y="19476"/>
                  </a:lnTo>
                  <a:lnTo>
                    <a:pt x="31189" y="19614"/>
                  </a:lnTo>
                  <a:lnTo>
                    <a:pt x="31189" y="19713"/>
                  </a:lnTo>
                  <a:lnTo>
                    <a:pt x="31189" y="19792"/>
                  </a:lnTo>
                  <a:lnTo>
                    <a:pt x="31189" y="19950"/>
                  </a:lnTo>
                  <a:lnTo>
                    <a:pt x="31169" y="20088"/>
                  </a:lnTo>
                  <a:lnTo>
                    <a:pt x="31129" y="20266"/>
                  </a:lnTo>
                  <a:lnTo>
                    <a:pt x="31228" y="19832"/>
                  </a:lnTo>
                  <a:lnTo>
                    <a:pt x="31347" y="19377"/>
                  </a:lnTo>
                  <a:lnTo>
                    <a:pt x="31445" y="18923"/>
                  </a:lnTo>
                  <a:lnTo>
                    <a:pt x="31544" y="18528"/>
                  </a:lnTo>
                  <a:lnTo>
                    <a:pt x="31485" y="18528"/>
                  </a:lnTo>
                  <a:lnTo>
                    <a:pt x="31465" y="18488"/>
                  </a:lnTo>
                  <a:lnTo>
                    <a:pt x="31465" y="18429"/>
                  </a:lnTo>
                  <a:lnTo>
                    <a:pt x="31465" y="18350"/>
                  </a:lnTo>
                  <a:lnTo>
                    <a:pt x="31485" y="18153"/>
                  </a:lnTo>
                  <a:lnTo>
                    <a:pt x="31485" y="18054"/>
                  </a:lnTo>
                  <a:lnTo>
                    <a:pt x="31465" y="17995"/>
                  </a:lnTo>
                  <a:lnTo>
                    <a:pt x="31485" y="17955"/>
                  </a:lnTo>
                  <a:lnTo>
                    <a:pt x="31465" y="17935"/>
                  </a:lnTo>
                  <a:lnTo>
                    <a:pt x="31445" y="17916"/>
                  </a:lnTo>
                  <a:lnTo>
                    <a:pt x="31426" y="17797"/>
                  </a:lnTo>
                  <a:lnTo>
                    <a:pt x="31406" y="17560"/>
                  </a:lnTo>
                  <a:lnTo>
                    <a:pt x="31603" y="17481"/>
                  </a:lnTo>
                  <a:lnTo>
                    <a:pt x="31603" y="17422"/>
                  </a:lnTo>
                  <a:lnTo>
                    <a:pt x="31584" y="17382"/>
                  </a:lnTo>
                  <a:lnTo>
                    <a:pt x="31564" y="17382"/>
                  </a:lnTo>
                  <a:lnTo>
                    <a:pt x="31544" y="17402"/>
                  </a:lnTo>
                  <a:lnTo>
                    <a:pt x="31524" y="17402"/>
                  </a:lnTo>
                  <a:lnTo>
                    <a:pt x="31505" y="17363"/>
                  </a:lnTo>
                  <a:lnTo>
                    <a:pt x="31505" y="17303"/>
                  </a:lnTo>
                  <a:lnTo>
                    <a:pt x="31505" y="16987"/>
                  </a:lnTo>
                  <a:lnTo>
                    <a:pt x="31544" y="16533"/>
                  </a:lnTo>
                  <a:lnTo>
                    <a:pt x="31564" y="16316"/>
                  </a:lnTo>
                  <a:lnTo>
                    <a:pt x="31603" y="16138"/>
                  </a:lnTo>
                  <a:lnTo>
                    <a:pt x="31663" y="16000"/>
                  </a:lnTo>
                  <a:lnTo>
                    <a:pt x="31682" y="15960"/>
                  </a:lnTo>
                  <a:lnTo>
                    <a:pt x="31722" y="15921"/>
                  </a:lnTo>
                  <a:lnTo>
                    <a:pt x="31702" y="15703"/>
                  </a:lnTo>
                  <a:lnTo>
                    <a:pt x="31663" y="15526"/>
                  </a:lnTo>
                  <a:lnTo>
                    <a:pt x="31623" y="15348"/>
                  </a:lnTo>
                  <a:lnTo>
                    <a:pt x="31623" y="15131"/>
                  </a:lnTo>
                  <a:lnTo>
                    <a:pt x="31663" y="15150"/>
                  </a:lnTo>
                  <a:lnTo>
                    <a:pt x="31682" y="15190"/>
                  </a:lnTo>
                  <a:lnTo>
                    <a:pt x="31722" y="15249"/>
                  </a:lnTo>
                  <a:lnTo>
                    <a:pt x="31722" y="14953"/>
                  </a:lnTo>
                  <a:lnTo>
                    <a:pt x="31722" y="14657"/>
                  </a:lnTo>
                  <a:lnTo>
                    <a:pt x="31702" y="14321"/>
                  </a:lnTo>
                  <a:lnTo>
                    <a:pt x="31682" y="13965"/>
                  </a:lnTo>
                  <a:lnTo>
                    <a:pt x="31623" y="13590"/>
                  </a:lnTo>
                  <a:lnTo>
                    <a:pt x="31544" y="13195"/>
                  </a:lnTo>
                  <a:lnTo>
                    <a:pt x="31426" y="12800"/>
                  </a:lnTo>
                  <a:lnTo>
                    <a:pt x="31268" y="12385"/>
                  </a:lnTo>
                  <a:lnTo>
                    <a:pt x="31070" y="12109"/>
                  </a:lnTo>
                  <a:lnTo>
                    <a:pt x="30853" y="11872"/>
                  </a:lnTo>
                  <a:lnTo>
                    <a:pt x="30675" y="11714"/>
                  </a:lnTo>
                  <a:lnTo>
                    <a:pt x="30517" y="11595"/>
                  </a:lnTo>
                  <a:lnTo>
                    <a:pt x="30458" y="11536"/>
                  </a:lnTo>
                  <a:lnTo>
                    <a:pt x="30418" y="11516"/>
                  </a:lnTo>
                  <a:lnTo>
                    <a:pt x="30359" y="11496"/>
                  </a:lnTo>
                  <a:lnTo>
                    <a:pt x="30221" y="11457"/>
                  </a:lnTo>
                  <a:lnTo>
                    <a:pt x="30260" y="11496"/>
                  </a:lnTo>
                  <a:lnTo>
                    <a:pt x="30280" y="11555"/>
                  </a:lnTo>
                  <a:lnTo>
                    <a:pt x="30280" y="11595"/>
                  </a:lnTo>
                  <a:lnTo>
                    <a:pt x="30260" y="11615"/>
                  </a:lnTo>
                  <a:lnTo>
                    <a:pt x="30240" y="11634"/>
                  </a:lnTo>
                  <a:lnTo>
                    <a:pt x="30122" y="11634"/>
                  </a:lnTo>
                  <a:lnTo>
                    <a:pt x="30082" y="11595"/>
                  </a:lnTo>
                  <a:lnTo>
                    <a:pt x="30003" y="11476"/>
                  </a:lnTo>
                  <a:lnTo>
                    <a:pt x="29964" y="11437"/>
                  </a:lnTo>
                  <a:lnTo>
                    <a:pt x="30003" y="11417"/>
                  </a:lnTo>
                  <a:lnTo>
                    <a:pt x="30023" y="11378"/>
                  </a:lnTo>
                  <a:lnTo>
                    <a:pt x="30043" y="11299"/>
                  </a:lnTo>
                  <a:lnTo>
                    <a:pt x="30043" y="11279"/>
                  </a:lnTo>
                  <a:lnTo>
                    <a:pt x="30082" y="11279"/>
                  </a:lnTo>
                  <a:lnTo>
                    <a:pt x="30102" y="11338"/>
                  </a:lnTo>
                  <a:lnTo>
                    <a:pt x="30161" y="11279"/>
                  </a:lnTo>
                  <a:lnTo>
                    <a:pt x="30181" y="11239"/>
                  </a:lnTo>
                  <a:lnTo>
                    <a:pt x="30201" y="11200"/>
                  </a:lnTo>
                  <a:lnTo>
                    <a:pt x="30181" y="11160"/>
                  </a:lnTo>
                  <a:lnTo>
                    <a:pt x="30181" y="11002"/>
                  </a:lnTo>
                  <a:lnTo>
                    <a:pt x="30122" y="10588"/>
                  </a:lnTo>
                  <a:lnTo>
                    <a:pt x="30142" y="10430"/>
                  </a:lnTo>
                  <a:lnTo>
                    <a:pt x="30142" y="10390"/>
                  </a:lnTo>
                  <a:lnTo>
                    <a:pt x="30181" y="10370"/>
                  </a:lnTo>
                  <a:lnTo>
                    <a:pt x="30142" y="10272"/>
                  </a:lnTo>
                  <a:lnTo>
                    <a:pt x="30082" y="10133"/>
                  </a:lnTo>
                  <a:lnTo>
                    <a:pt x="30023" y="9936"/>
                  </a:lnTo>
                  <a:lnTo>
                    <a:pt x="29924" y="9738"/>
                  </a:lnTo>
                  <a:lnTo>
                    <a:pt x="29826" y="9541"/>
                  </a:lnTo>
                  <a:lnTo>
                    <a:pt x="29707" y="9363"/>
                  </a:lnTo>
                  <a:lnTo>
                    <a:pt x="29589" y="9205"/>
                  </a:lnTo>
                  <a:lnTo>
                    <a:pt x="29470" y="9106"/>
                  </a:lnTo>
                  <a:lnTo>
                    <a:pt x="29470" y="9086"/>
                  </a:lnTo>
                  <a:lnTo>
                    <a:pt x="29490" y="9086"/>
                  </a:lnTo>
                  <a:lnTo>
                    <a:pt x="29529" y="9106"/>
                  </a:lnTo>
                  <a:lnTo>
                    <a:pt x="29648" y="9244"/>
                  </a:lnTo>
                  <a:lnTo>
                    <a:pt x="29766" y="9403"/>
                  </a:lnTo>
                  <a:lnTo>
                    <a:pt x="29806" y="9442"/>
                  </a:lnTo>
                  <a:lnTo>
                    <a:pt x="29845" y="9462"/>
                  </a:lnTo>
                  <a:lnTo>
                    <a:pt x="29727" y="9284"/>
                  </a:lnTo>
                  <a:lnTo>
                    <a:pt x="29589" y="9106"/>
                  </a:lnTo>
                  <a:lnTo>
                    <a:pt x="29648" y="9067"/>
                  </a:lnTo>
                  <a:lnTo>
                    <a:pt x="29490" y="8849"/>
                  </a:lnTo>
                  <a:lnTo>
                    <a:pt x="29352" y="8691"/>
                  </a:lnTo>
                  <a:lnTo>
                    <a:pt x="29213" y="8573"/>
                  </a:lnTo>
                  <a:lnTo>
                    <a:pt x="29075" y="8494"/>
                  </a:lnTo>
                  <a:lnTo>
                    <a:pt x="28818" y="8375"/>
                  </a:lnTo>
                  <a:lnTo>
                    <a:pt x="28700" y="8336"/>
                  </a:lnTo>
                  <a:lnTo>
                    <a:pt x="28561" y="8257"/>
                  </a:lnTo>
                  <a:lnTo>
                    <a:pt x="28581" y="8237"/>
                  </a:lnTo>
                  <a:lnTo>
                    <a:pt x="28344" y="8099"/>
                  </a:lnTo>
                  <a:lnTo>
                    <a:pt x="28344" y="8099"/>
                  </a:lnTo>
                  <a:lnTo>
                    <a:pt x="28720" y="8158"/>
                  </a:lnTo>
                  <a:lnTo>
                    <a:pt x="28581" y="8079"/>
                  </a:lnTo>
                  <a:lnTo>
                    <a:pt x="28443" y="8000"/>
                  </a:lnTo>
                  <a:lnTo>
                    <a:pt x="28186" y="7901"/>
                  </a:lnTo>
                  <a:lnTo>
                    <a:pt x="27910" y="7803"/>
                  </a:lnTo>
                  <a:lnTo>
                    <a:pt x="27594" y="7684"/>
                  </a:lnTo>
                  <a:lnTo>
                    <a:pt x="27574" y="7605"/>
                  </a:lnTo>
                  <a:lnTo>
                    <a:pt x="27297" y="7546"/>
                  </a:lnTo>
                  <a:lnTo>
                    <a:pt x="27357" y="7546"/>
                  </a:lnTo>
                  <a:lnTo>
                    <a:pt x="27357" y="7526"/>
                  </a:lnTo>
                  <a:lnTo>
                    <a:pt x="27357" y="7506"/>
                  </a:lnTo>
                  <a:lnTo>
                    <a:pt x="27218" y="7506"/>
                  </a:lnTo>
                  <a:lnTo>
                    <a:pt x="27080" y="7487"/>
                  </a:lnTo>
                  <a:lnTo>
                    <a:pt x="26764" y="7427"/>
                  </a:lnTo>
                  <a:lnTo>
                    <a:pt x="26468" y="7368"/>
                  </a:lnTo>
                  <a:lnTo>
                    <a:pt x="26349" y="7348"/>
                  </a:lnTo>
                  <a:lnTo>
                    <a:pt x="26231" y="7368"/>
                  </a:lnTo>
                  <a:lnTo>
                    <a:pt x="26172" y="7348"/>
                  </a:lnTo>
                  <a:lnTo>
                    <a:pt x="26112" y="7289"/>
                  </a:lnTo>
                  <a:lnTo>
                    <a:pt x="26013" y="7210"/>
                  </a:lnTo>
                  <a:lnTo>
                    <a:pt x="25954" y="7171"/>
                  </a:lnTo>
                  <a:lnTo>
                    <a:pt x="25895" y="7131"/>
                  </a:lnTo>
                  <a:lnTo>
                    <a:pt x="25816" y="7131"/>
                  </a:lnTo>
                  <a:lnTo>
                    <a:pt x="25717" y="7151"/>
                  </a:lnTo>
                  <a:lnTo>
                    <a:pt x="25816" y="6953"/>
                  </a:lnTo>
                  <a:lnTo>
                    <a:pt x="25994" y="6993"/>
                  </a:lnTo>
                  <a:lnTo>
                    <a:pt x="26092" y="7032"/>
                  </a:lnTo>
                  <a:lnTo>
                    <a:pt x="26152" y="7072"/>
                  </a:lnTo>
                  <a:lnTo>
                    <a:pt x="26191" y="7111"/>
                  </a:lnTo>
                  <a:lnTo>
                    <a:pt x="26231" y="7151"/>
                  </a:lnTo>
                  <a:lnTo>
                    <a:pt x="26310" y="7171"/>
                  </a:lnTo>
                  <a:lnTo>
                    <a:pt x="26428" y="7210"/>
                  </a:lnTo>
                  <a:lnTo>
                    <a:pt x="26606" y="7250"/>
                  </a:lnTo>
                  <a:lnTo>
                    <a:pt x="26527" y="7171"/>
                  </a:lnTo>
                  <a:lnTo>
                    <a:pt x="26428" y="7111"/>
                  </a:lnTo>
                  <a:lnTo>
                    <a:pt x="26191" y="6973"/>
                  </a:lnTo>
                  <a:lnTo>
                    <a:pt x="25875" y="6854"/>
                  </a:lnTo>
                  <a:lnTo>
                    <a:pt x="25539" y="6736"/>
                  </a:lnTo>
                  <a:lnTo>
                    <a:pt x="25204" y="6657"/>
                  </a:lnTo>
                  <a:lnTo>
                    <a:pt x="24848" y="6598"/>
                  </a:lnTo>
                  <a:lnTo>
                    <a:pt x="24216" y="6479"/>
                  </a:lnTo>
                  <a:lnTo>
                    <a:pt x="23959" y="6459"/>
                  </a:lnTo>
                  <a:lnTo>
                    <a:pt x="23683" y="6420"/>
                  </a:lnTo>
                  <a:lnTo>
                    <a:pt x="23110" y="6321"/>
                  </a:lnTo>
                  <a:lnTo>
                    <a:pt x="22853" y="6282"/>
                  </a:lnTo>
                  <a:lnTo>
                    <a:pt x="22616" y="6262"/>
                  </a:lnTo>
                  <a:lnTo>
                    <a:pt x="22399" y="6262"/>
                  </a:lnTo>
                  <a:lnTo>
                    <a:pt x="22320" y="6301"/>
                  </a:lnTo>
                  <a:lnTo>
                    <a:pt x="22261" y="6341"/>
                  </a:lnTo>
                  <a:lnTo>
                    <a:pt x="22261" y="6341"/>
                  </a:lnTo>
                  <a:lnTo>
                    <a:pt x="22340" y="6222"/>
                  </a:lnTo>
                  <a:lnTo>
                    <a:pt x="21332" y="5926"/>
                  </a:lnTo>
                  <a:lnTo>
                    <a:pt x="21016" y="5867"/>
                  </a:lnTo>
                  <a:lnTo>
                    <a:pt x="20740" y="5808"/>
                  </a:lnTo>
                  <a:lnTo>
                    <a:pt x="20463" y="5729"/>
                  </a:lnTo>
                  <a:lnTo>
                    <a:pt x="20226" y="5630"/>
                  </a:lnTo>
                  <a:lnTo>
                    <a:pt x="19811" y="5452"/>
                  </a:lnTo>
                  <a:lnTo>
                    <a:pt x="19594" y="5353"/>
                  </a:lnTo>
                  <a:lnTo>
                    <a:pt x="19357" y="5274"/>
                  </a:lnTo>
                  <a:lnTo>
                    <a:pt x="19258" y="5077"/>
                  </a:lnTo>
                  <a:lnTo>
                    <a:pt x="19100" y="5057"/>
                  </a:lnTo>
                  <a:lnTo>
                    <a:pt x="18942" y="4998"/>
                  </a:lnTo>
                  <a:lnTo>
                    <a:pt x="18547" y="4820"/>
                  </a:lnTo>
                  <a:lnTo>
                    <a:pt x="18113" y="4622"/>
                  </a:lnTo>
                  <a:lnTo>
                    <a:pt x="17678" y="4445"/>
                  </a:lnTo>
                  <a:lnTo>
                    <a:pt x="17263" y="4287"/>
                  </a:lnTo>
                  <a:lnTo>
                    <a:pt x="16888" y="4188"/>
                  </a:lnTo>
                  <a:lnTo>
                    <a:pt x="16710" y="4148"/>
                  </a:lnTo>
                  <a:lnTo>
                    <a:pt x="16552" y="4129"/>
                  </a:lnTo>
                  <a:lnTo>
                    <a:pt x="16434" y="4129"/>
                  </a:lnTo>
                  <a:lnTo>
                    <a:pt x="16295" y="4148"/>
                  </a:lnTo>
                  <a:lnTo>
                    <a:pt x="16236" y="4069"/>
                  </a:lnTo>
                  <a:lnTo>
                    <a:pt x="16216" y="4030"/>
                  </a:lnTo>
                  <a:lnTo>
                    <a:pt x="16236" y="4010"/>
                  </a:lnTo>
                  <a:lnTo>
                    <a:pt x="16295" y="3990"/>
                  </a:lnTo>
                  <a:lnTo>
                    <a:pt x="16434" y="4010"/>
                  </a:lnTo>
                  <a:lnTo>
                    <a:pt x="16552" y="4010"/>
                  </a:lnTo>
                  <a:lnTo>
                    <a:pt x="16454" y="3951"/>
                  </a:lnTo>
                  <a:lnTo>
                    <a:pt x="16315" y="3911"/>
                  </a:lnTo>
                  <a:lnTo>
                    <a:pt x="16058" y="3852"/>
                  </a:lnTo>
                  <a:lnTo>
                    <a:pt x="15920" y="3813"/>
                  </a:lnTo>
                  <a:lnTo>
                    <a:pt x="15821" y="3753"/>
                  </a:lnTo>
                  <a:lnTo>
                    <a:pt x="15723" y="3674"/>
                  </a:lnTo>
                  <a:lnTo>
                    <a:pt x="15683" y="3635"/>
                  </a:lnTo>
                  <a:lnTo>
                    <a:pt x="15663" y="3576"/>
                  </a:lnTo>
                  <a:lnTo>
                    <a:pt x="15742" y="3576"/>
                  </a:lnTo>
                  <a:lnTo>
                    <a:pt x="15841" y="3615"/>
                  </a:lnTo>
                  <a:lnTo>
                    <a:pt x="15900" y="3635"/>
                  </a:lnTo>
                  <a:lnTo>
                    <a:pt x="15920" y="3635"/>
                  </a:lnTo>
                  <a:lnTo>
                    <a:pt x="15881" y="3595"/>
                  </a:lnTo>
                  <a:lnTo>
                    <a:pt x="15841" y="3536"/>
                  </a:lnTo>
                  <a:lnTo>
                    <a:pt x="15802" y="3497"/>
                  </a:lnTo>
                  <a:lnTo>
                    <a:pt x="15703" y="3477"/>
                  </a:lnTo>
                  <a:lnTo>
                    <a:pt x="15644" y="3457"/>
                  </a:lnTo>
                  <a:lnTo>
                    <a:pt x="15604" y="3437"/>
                  </a:lnTo>
                  <a:lnTo>
                    <a:pt x="15545" y="3398"/>
                  </a:lnTo>
                  <a:lnTo>
                    <a:pt x="15505" y="3319"/>
                  </a:lnTo>
                  <a:lnTo>
                    <a:pt x="15486" y="3378"/>
                  </a:lnTo>
                  <a:lnTo>
                    <a:pt x="15446" y="3398"/>
                  </a:lnTo>
                  <a:lnTo>
                    <a:pt x="15367" y="3398"/>
                  </a:lnTo>
                  <a:lnTo>
                    <a:pt x="15268" y="3378"/>
                  </a:lnTo>
                  <a:lnTo>
                    <a:pt x="15150" y="3319"/>
                  </a:lnTo>
                  <a:lnTo>
                    <a:pt x="15031" y="3260"/>
                  </a:lnTo>
                  <a:lnTo>
                    <a:pt x="14913" y="3200"/>
                  </a:lnTo>
                  <a:lnTo>
                    <a:pt x="14794" y="3121"/>
                  </a:lnTo>
                  <a:lnTo>
                    <a:pt x="14834" y="3161"/>
                  </a:lnTo>
                  <a:lnTo>
                    <a:pt x="14854" y="3200"/>
                  </a:lnTo>
                  <a:lnTo>
                    <a:pt x="14834" y="3220"/>
                  </a:lnTo>
                  <a:lnTo>
                    <a:pt x="14814" y="3220"/>
                  </a:lnTo>
                  <a:lnTo>
                    <a:pt x="14735" y="3181"/>
                  </a:lnTo>
                  <a:lnTo>
                    <a:pt x="14538" y="3023"/>
                  </a:lnTo>
                  <a:lnTo>
                    <a:pt x="14597" y="3023"/>
                  </a:lnTo>
                  <a:lnTo>
                    <a:pt x="14044" y="2568"/>
                  </a:lnTo>
                  <a:lnTo>
                    <a:pt x="13451" y="2094"/>
                  </a:lnTo>
                  <a:lnTo>
                    <a:pt x="13135" y="1857"/>
                  </a:lnTo>
                  <a:lnTo>
                    <a:pt x="12819" y="1640"/>
                  </a:lnTo>
                  <a:lnTo>
                    <a:pt x="12483" y="1423"/>
                  </a:lnTo>
                  <a:lnTo>
                    <a:pt x="12128" y="1225"/>
                  </a:lnTo>
                  <a:lnTo>
                    <a:pt x="11772" y="1028"/>
                  </a:lnTo>
                  <a:lnTo>
                    <a:pt x="11417" y="870"/>
                  </a:lnTo>
                  <a:lnTo>
                    <a:pt x="11041" y="712"/>
                  </a:lnTo>
                  <a:lnTo>
                    <a:pt x="10666" y="554"/>
                  </a:lnTo>
                  <a:lnTo>
                    <a:pt x="10291" y="435"/>
                  </a:lnTo>
                  <a:lnTo>
                    <a:pt x="9916" y="336"/>
                  </a:lnTo>
                  <a:lnTo>
                    <a:pt x="9521" y="238"/>
                  </a:lnTo>
                  <a:lnTo>
                    <a:pt x="9126" y="178"/>
                  </a:lnTo>
                  <a:lnTo>
                    <a:pt x="9521" y="139"/>
                  </a:lnTo>
                  <a:lnTo>
                    <a:pt x="9264" y="139"/>
                  </a:lnTo>
                  <a:lnTo>
                    <a:pt x="8967" y="99"/>
                  </a:lnTo>
                  <a:lnTo>
                    <a:pt x="8513" y="60"/>
                  </a:lnTo>
                  <a:lnTo>
                    <a:pt x="8553" y="40"/>
                  </a:lnTo>
                  <a:lnTo>
                    <a:pt x="835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 name="Google Shape;2371;p9"/>
            <p:cNvSpPr/>
            <p:nvPr/>
          </p:nvSpPr>
          <p:spPr>
            <a:xfrm>
              <a:off x="-1287950" y="3163300"/>
              <a:ext cx="2000" cy="1000"/>
            </a:xfrm>
            <a:custGeom>
              <a:rect b="b" l="l" r="r" t="t"/>
              <a:pathLst>
                <a:path extrusionOk="0" h="40" w="80">
                  <a:moveTo>
                    <a:pt x="40" y="0"/>
                  </a:moveTo>
                  <a:lnTo>
                    <a:pt x="1" y="40"/>
                  </a:lnTo>
                  <a:lnTo>
                    <a:pt x="1" y="40"/>
                  </a:lnTo>
                  <a:lnTo>
                    <a:pt x="8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 name="Google Shape;2372;p9"/>
            <p:cNvSpPr/>
            <p:nvPr/>
          </p:nvSpPr>
          <p:spPr>
            <a:xfrm>
              <a:off x="-660325" y="3614625"/>
              <a:ext cx="525" cy="2000"/>
            </a:xfrm>
            <a:custGeom>
              <a:rect b="b" l="l" r="r" t="t"/>
              <a:pathLst>
                <a:path extrusionOk="0" h="80" w="21">
                  <a:moveTo>
                    <a:pt x="20" y="1"/>
                  </a:moveTo>
                  <a:lnTo>
                    <a:pt x="0" y="40"/>
                  </a:lnTo>
                  <a:lnTo>
                    <a:pt x="0" y="80"/>
                  </a:lnTo>
                  <a:lnTo>
                    <a:pt x="20" y="40"/>
                  </a:lnTo>
                  <a:lnTo>
                    <a:pt x="2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 name="Google Shape;2373;p9"/>
            <p:cNvSpPr/>
            <p:nvPr/>
          </p:nvSpPr>
          <p:spPr>
            <a:xfrm>
              <a:off x="-785750" y="3636350"/>
              <a:ext cx="25" cy="1025"/>
            </a:xfrm>
            <a:custGeom>
              <a:rect b="b" l="l" r="r" t="t"/>
              <a:pathLst>
                <a:path extrusionOk="0" h="41" w="1">
                  <a:moveTo>
                    <a:pt x="0" y="1"/>
                  </a:moveTo>
                  <a:lnTo>
                    <a:pt x="0" y="1"/>
                  </a:lnTo>
                  <a:lnTo>
                    <a:pt x="0" y="40"/>
                  </a:lnTo>
                  <a:lnTo>
                    <a:pt x="0" y="40"/>
                  </a:lnTo>
                  <a:lnTo>
                    <a:pt x="0" y="20"/>
                  </a:lnTo>
                  <a:lnTo>
                    <a:pt x="0" y="1"/>
                  </a:lnTo>
                  <a:lnTo>
                    <a:pt x="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 name="Google Shape;2374;p9"/>
            <p:cNvSpPr/>
            <p:nvPr/>
          </p:nvSpPr>
          <p:spPr>
            <a:xfrm>
              <a:off x="-1257325" y="3169700"/>
              <a:ext cx="1000" cy="3000"/>
            </a:xfrm>
            <a:custGeom>
              <a:rect b="b" l="l" r="r" t="t"/>
              <a:pathLst>
                <a:path extrusionOk="0" h="120" w="40">
                  <a:moveTo>
                    <a:pt x="40" y="1"/>
                  </a:moveTo>
                  <a:lnTo>
                    <a:pt x="0" y="119"/>
                  </a:lnTo>
                  <a:lnTo>
                    <a:pt x="20" y="60"/>
                  </a:lnTo>
                  <a:lnTo>
                    <a:pt x="4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9"/>
            <p:cNvSpPr/>
            <p:nvPr/>
          </p:nvSpPr>
          <p:spPr>
            <a:xfrm>
              <a:off x="-831175" y="3371675"/>
              <a:ext cx="278525" cy="333350"/>
            </a:xfrm>
            <a:custGeom>
              <a:rect b="b" l="l" r="r" t="t"/>
              <a:pathLst>
                <a:path extrusionOk="0" h="13334" w="11141">
                  <a:moveTo>
                    <a:pt x="7980" y="1"/>
                  </a:moveTo>
                  <a:lnTo>
                    <a:pt x="7684" y="20"/>
                  </a:lnTo>
                  <a:lnTo>
                    <a:pt x="7387" y="40"/>
                  </a:lnTo>
                  <a:lnTo>
                    <a:pt x="7052" y="99"/>
                  </a:lnTo>
                  <a:lnTo>
                    <a:pt x="6716" y="159"/>
                  </a:lnTo>
                  <a:lnTo>
                    <a:pt x="6360" y="257"/>
                  </a:lnTo>
                  <a:lnTo>
                    <a:pt x="6005" y="396"/>
                  </a:lnTo>
                  <a:lnTo>
                    <a:pt x="5649" y="554"/>
                  </a:lnTo>
                  <a:lnTo>
                    <a:pt x="5294" y="771"/>
                  </a:lnTo>
                  <a:lnTo>
                    <a:pt x="4958" y="1028"/>
                  </a:lnTo>
                  <a:lnTo>
                    <a:pt x="4800" y="1166"/>
                  </a:lnTo>
                  <a:lnTo>
                    <a:pt x="4642" y="1324"/>
                  </a:lnTo>
                  <a:lnTo>
                    <a:pt x="4326" y="1679"/>
                  </a:lnTo>
                  <a:lnTo>
                    <a:pt x="3970" y="2154"/>
                  </a:lnTo>
                  <a:lnTo>
                    <a:pt x="3595" y="2687"/>
                  </a:lnTo>
                  <a:lnTo>
                    <a:pt x="3220" y="3299"/>
                  </a:lnTo>
                  <a:lnTo>
                    <a:pt x="2825" y="3951"/>
                  </a:lnTo>
                  <a:lnTo>
                    <a:pt x="2430" y="4623"/>
                  </a:lnTo>
                  <a:lnTo>
                    <a:pt x="2035" y="5334"/>
                  </a:lnTo>
                  <a:lnTo>
                    <a:pt x="1679" y="6045"/>
                  </a:lnTo>
                  <a:lnTo>
                    <a:pt x="1324" y="6736"/>
                  </a:lnTo>
                  <a:lnTo>
                    <a:pt x="1007" y="7408"/>
                  </a:lnTo>
                  <a:lnTo>
                    <a:pt x="711" y="8040"/>
                  </a:lnTo>
                  <a:lnTo>
                    <a:pt x="454" y="8612"/>
                  </a:lnTo>
                  <a:lnTo>
                    <a:pt x="257" y="9126"/>
                  </a:lnTo>
                  <a:lnTo>
                    <a:pt x="119" y="9561"/>
                  </a:lnTo>
                  <a:lnTo>
                    <a:pt x="20" y="9877"/>
                  </a:lnTo>
                  <a:lnTo>
                    <a:pt x="0" y="9995"/>
                  </a:lnTo>
                  <a:lnTo>
                    <a:pt x="0" y="10094"/>
                  </a:lnTo>
                  <a:lnTo>
                    <a:pt x="59" y="10410"/>
                  </a:lnTo>
                  <a:lnTo>
                    <a:pt x="138" y="10765"/>
                  </a:lnTo>
                  <a:lnTo>
                    <a:pt x="257" y="11121"/>
                  </a:lnTo>
                  <a:lnTo>
                    <a:pt x="336" y="11299"/>
                  </a:lnTo>
                  <a:lnTo>
                    <a:pt x="435" y="11496"/>
                  </a:lnTo>
                  <a:lnTo>
                    <a:pt x="553" y="11674"/>
                  </a:lnTo>
                  <a:lnTo>
                    <a:pt x="672" y="11852"/>
                  </a:lnTo>
                  <a:lnTo>
                    <a:pt x="830" y="12030"/>
                  </a:lnTo>
                  <a:lnTo>
                    <a:pt x="1007" y="12207"/>
                  </a:lnTo>
                  <a:lnTo>
                    <a:pt x="1205" y="12365"/>
                  </a:lnTo>
                  <a:lnTo>
                    <a:pt x="1422" y="12523"/>
                  </a:lnTo>
                  <a:lnTo>
                    <a:pt x="1659" y="12681"/>
                  </a:lnTo>
                  <a:lnTo>
                    <a:pt x="1936" y="12839"/>
                  </a:lnTo>
                  <a:lnTo>
                    <a:pt x="2212" y="12958"/>
                  </a:lnTo>
                  <a:lnTo>
                    <a:pt x="2489" y="13076"/>
                  </a:lnTo>
                  <a:lnTo>
                    <a:pt x="2746" y="13175"/>
                  </a:lnTo>
                  <a:lnTo>
                    <a:pt x="3002" y="13254"/>
                  </a:lnTo>
                  <a:lnTo>
                    <a:pt x="3259" y="13294"/>
                  </a:lnTo>
                  <a:lnTo>
                    <a:pt x="3536" y="13333"/>
                  </a:lnTo>
                  <a:lnTo>
                    <a:pt x="4069" y="13333"/>
                  </a:lnTo>
                  <a:lnTo>
                    <a:pt x="4346" y="13294"/>
                  </a:lnTo>
                  <a:lnTo>
                    <a:pt x="4642" y="13234"/>
                  </a:lnTo>
                  <a:lnTo>
                    <a:pt x="4958" y="13155"/>
                  </a:lnTo>
                  <a:lnTo>
                    <a:pt x="5294" y="13037"/>
                  </a:lnTo>
                  <a:lnTo>
                    <a:pt x="5629" y="12918"/>
                  </a:lnTo>
                  <a:lnTo>
                    <a:pt x="6005" y="12741"/>
                  </a:lnTo>
                  <a:lnTo>
                    <a:pt x="6834" y="12346"/>
                  </a:lnTo>
                  <a:lnTo>
                    <a:pt x="7170" y="12168"/>
                  </a:lnTo>
                  <a:lnTo>
                    <a:pt x="7486" y="11931"/>
                  </a:lnTo>
                  <a:lnTo>
                    <a:pt x="7782" y="11674"/>
                  </a:lnTo>
                  <a:lnTo>
                    <a:pt x="8059" y="11397"/>
                  </a:lnTo>
                  <a:lnTo>
                    <a:pt x="8316" y="11081"/>
                  </a:lnTo>
                  <a:lnTo>
                    <a:pt x="8553" y="10746"/>
                  </a:lnTo>
                  <a:lnTo>
                    <a:pt x="8790" y="10410"/>
                  </a:lnTo>
                  <a:lnTo>
                    <a:pt x="8987" y="10035"/>
                  </a:lnTo>
                  <a:lnTo>
                    <a:pt x="9205" y="9659"/>
                  </a:lnTo>
                  <a:lnTo>
                    <a:pt x="9402" y="9264"/>
                  </a:lnTo>
                  <a:lnTo>
                    <a:pt x="9758" y="8474"/>
                  </a:lnTo>
                  <a:lnTo>
                    <a:pt x="10469" y="6874"/>
                  </a:lnTo>
                  <a:lnTo>
                    <a:pt x="10627" y="6479"/>
                  </a:lnTo>
                  <a:lnTo>
                    <a:pt x="10765" y="6084"/>
                  </a:lnTo>
                  <a:lnTo>
                    <a:pt x="10884" y="5689"/>
                  </a:lnTo>
                  <a:lnTo>
                    <a:pt x="10982" y="5314"/>
                  </a:lnTo>
                  <a:lnTo>
                    <a:pt x="11042" y="4939"/>
                  </a:lnTo>
                  <a:lnTo>
                    <a:pt x="11101" y="4563"/>
                  </a:lnTo>
                  <a:lnTo>
                    <a:pt x="11121" y="4188"/>
                  </a:lnTo>
                  <a:lnTo>
                    <a:pt x="11140" y="3832"/>
                  </a:lnTo>
                  <a:lnTo>
                    <a:pt x="11140" y="3497"/>
                  </a:lnTo>
                  <a:lnTo>
                    <a:pt x="11121" y="3161"/>
                  </a:lnTo>
                  <a:lnTo>
                    <a:pt x="11081" y="2845"/>
                  </a:lnTo>
                  <a:lnTo>
                    <a:pt x="11022" y="2549"/>
                  </a:lnTo>
                  <a:lnTo>
                    <a:pt x="10963" y="2252"/>
                  </a:lnTo>
                  <a:lnTo>
                    <a:pt x="10903" y="1976"/>
                  </a:lnTo>
                  <a:lnTo>
                    <a:pt x="10804" y="1719"/>
                  </a:lnTo>
                  <a:lnTo>
                    <a:pt x="10725" y="1502"/>
                  </a:lnTo>
                  <a:lnTo>
                    <a:pt x="10607" y="1284"/>
                  </a:lnTo>
                  <a:lnTo>
                    <a:pt x="10488" y="1087"/>
                  </a:lnTo>
                  <a:lnTo>
                    <a:pt x="10350" y="929"/>
                  </a:lnTo>
                  <a:lnTo>
                    <a:pt x="10212" y="771"/>
                  </a:lnTo>
                  <a:lnTo>
                    <a:pt x="10074" y="633"/>
                  </a:lnTo>
                  <a:lnTo>
                    <a:pt x="9916" y="514"/>
                  </a:lnTo>
                  <a:lnTo>
                    <a:pt x="9758" y="415"/>
                  </a:lnTo>
                  <a:lnTo>
                    <a:pt x="9600" y="336"/>
                  </a:lnTo>
                  <a:lnTo>
                    <a:pt x="9323" y="198"/>
                  </a:lnTo>
                  <a:lnTo>
                    <a:pt x="9086" y="119"/>
                  </a:lnTo>
                  <a:lnTo>
                    <a:pt x="8869" y="60"/>
                  </a:lnTo>
                  <a:lnTo>
                    <a:pt x="8770" y="40"/>
                  </a:lnTo>
                  <a:lnTo>
                    <a:pt x="8454" y="20"/>
                  </a:lnTo>
                  <a:lnTo>
                    <a:pt x="798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
            <p:cNvSpPr/>
            <p:nvPr/>
          </p:nvSpPr>
          <p:spPr>
            <a:xfrm>
              <a:off x="-813400" y="3369700"/>
              <a:ext cx="247400" cy="321500"/>
            </a:xfrm>
            <a:custGeom>
              <a:rect b="b" l="l" r="r" t="t"/>
              <a:pathLst>
                <a:path extrusionOk="0" h="12860" w="9896">
                  <a:moveTo>
                    <a:pt x="6044" y="1"/>
                  </a:moveTo>
                  <a:lnTo>
                    <a:pt x="5827" y="20"/>
                  </a:lnTo>
                  <a:lnTo>
                    <a:pt x="5709" y="40"/>
                  </a:lnTo>
                  <a:lnTo>
                    <a:pt x="5590" y="99"/>
                  </a:lnTo>
                  <a:lnTo>
                    <a:pt x="5472" y="159"/>
                  </a:lnTo>
                  <a:lnTo>
                    <a:pt x="5333" y="238"/>
                  </a:lnTo>
                  <a:lnTo>
                    <a:pt x="5057" y="455"/>
                  </a:lnTo>
                  <a:lnTo>
                    <a:pt x="4760" y="731"/>
                  </a:lnTo>
                  <a:lnTo>
                    <a:pt x="4464" y="1067"/>
                  </a:lnTo>
                  <a:lnTo>
                    <a:pt x="4148" y="1442"/>
                  </a:lnTo>
                  <a:lnTo>
                    <a:pt x="3832" y="1837"/>
                  </a:lnTo>
                  <a:lnTo>
                    <a:pt x="3496" y="2272"/>
                  </a:lnTo>
                  <a:lnTo>
                    <a:pt x="2884" y="3181"/>
                  </a:lnTo>
                  <a:lnTo>
                    <a:pt x="2291" y="4089"/>
                  </a:lnTo>
                  <a:lnTo>
                    <a:pt x="1798" y="4919"/>
                  </a:lnTo>
                  <a:lnTo>
                    <a:pt x="1403" y="5610"/>
                  </a:lnTo>
                  <a:lnTo>
                    <a:pt x="1225" y="5926"/>
                  </a:lnTo>
                  <a:lnTo>
                    <a:pt x="1067" y="6262"/>
                  </a:lnTo>
                  <a:lnTo>
                    <a:pt x="909" y="6637"/>
                  </a:lnTo>
                  <a:lnTo>
                    <a:pt x="751" y="6993"/>
                  </a:lnTo>
                  <a:lnTo>
                    <a:pt x="613" y="7388"/>
                  </a:lnTo>
                  <a:lnTo>
                    <a:pt x="494" y="7783"/>
                  </a:lnTo>
                  <a:lnTo>
                    <a:pt x="376" y="8178"/>
                  </a:lnTo>
                  <a:lnTo>
                    <a:pt x="257" y="8573"/>
                  </a:lnTo>
                  <a:lnTo>
                    <a:pt x="178" y="8948"/>
                  </a:lnTo>
                  <a:lnTo>
                    <a:pt x="99" y="9343"/>
                  </a:lnTo>
                  <a:lnTo>
                    <a:pt x="40" y="9699"/>
                  </a:lnTo>
                  <a:lnTo>
                    <a:pt x="0" y="10054"/>
                  </a:lnTo>
                  <a:lnTo>
                    <a:pt x="0" y="10390"/>
                  </a:lnTo>
                  <a:lnTo>
                    <a:pt x="0" y="10706"/>
                  </a:lnTo>
                  <a:lnTo>
                    <a:pt x="40" y="10983"/>
                  </a:lnTo>
                  <a:lnTo>
                    <a:pt x="99" y="11220"/>
                  </a:lnTo>
                  <a:lnTo>
                    <a:pt x="138" y="11338"/>
                  </a:lnTo>
                  <a:lnTo>
                    <a:pt x="178" y="11457"/>
                  </a:lnTo>
                  <a:lnTo>
                    <a:pt x="336" y="11694"/>
                  </a:lnTo>
                  <a:lnTo>
                    <a:pt x="534" y="11911"/>
                  </a:lnTo>
                  <a:lnTo>
                    <a:pt x="751" y="12109"/>
                  </a:lnTo>
                  <a:lnTo>
                    <a:pt x="1027" y="12286"/>
                  </a:lnTo>
                  <a:lnTo>
                    <a:pt x="1343" y="12464"/>
                  </a:lnTo>
                  <a:lnTo>
                    <a:pt x="1679" y="12602"/>
                  </a:lnTo>
                  <a:lnTo>
                    <a:pt x="2035" y="12721"/>
                  </a:lnTo>
                  <a:lnTo>
                    <a:pt x="2430" y="12800"/>
                  </a:lnTo>
                  <a:lnTo>
                    <a:pt x="2845" y="12859"/>
                  </a:lnTo>
                  <a:lnTo>
                    <a:pt x="3259" y="12859"/>
                  </a:lnTo>
                  <a:lnTo>
                    <a:pt x="3694" y="12820"/>
                  </a:lnTo>
                  <a:lnTo>
                    <a:pt x="3911" y="12780"/>
                  </a:lnTo>
                  <a:lnTo>
                    <a:pt x="4128" y="12741"/>
                  </a:lnTo>
                  <a:lnTo>
                    <a:pt x="4365" y="12681"/>
                  </a:lnTo>
                  <a:lnTo>
                    <a:pt x="4583" y="12602"/>
                  </a:lnTo>
                  <a:lnTo>
                    <a:pt x="4820" y="12523"/>
                  </a:lnTo>
                  <a:lnTo>
                    <a:pt x="5037" y="12425"/>
                  </a:lnTo>
                  <a:lnTo>
                    <a:pt x="5254" y="12306"/>
                  </a:lnTo>
                  <a:lnTo>
                    <a:pt x="5491" y="12168"/>
                  </a:lnTo>
                  <a:lnTo>
                    <a:pt x="5709" y="12030"/>
                  </a:lnTo>
                  <a:lnTo>
                    <a:pt x="5926" y="11872"/>
                  </a:lnTo>
                  <a:lnTo>
                    <a:pt x="6321" y="11536"/>
                  </a:lnTo>
                  <a:lnTo>
                    <a:pt x="6716" y="11160"/>
                  </a:lnTo>
                  <a:lnTo>
                    <a:pt x="7071" y="10765"/>
                  </a:lnTo>
                  <a:lnTo>
                    <a:pt x="7387" y="10351"/>
                  </a:lnTo>
                  <a:lnTo>
                    <a:pt x="7704" y="9916"/>
                  </a:lnTo>
                  <a:lnTo>
                    <a:pt x="8000" y="9462"/>
                  </a:lnTo>
                  <a:lnTo>
                    <a:pt x="8257" y="9007"/>
                  </a:lnTo>
                  <a:lnTo>
                    <a:pt x="8494" y="8533"/>
                  </a:lnTo>
                  <a:lnTo>
                    <a:pt x="8731" y="8059"/>
                  </a:lnTo>
                  <a:lnTo>
                    <a:pt x="8928" y="7585"/>
                  </a:lnTo>
                  <a:lnTo>
                    <a:pt x="9106" y="7131"/>
                  </a:lnTo>
                  <a:lnTo>
                    <a:pt x="9284" y="6677"/>
                  </a:lnTo>
                  <a:lnTo>
                    <a:pt x="9422" y="6242"/>
                  </a:lnTo>
                  <a:lnTo>
                    <a:pt x="9659" y="5452"/>
                  </a:lnTo>
                  <a:lnTo>
                    <a:pt x="9758" y="5077"/>
                  </a:lnTo>
                  <a:lnTo>
                    <a:pt x="9817" y="4702"/>
                  </a:lnTo>
                  <a:lnTo>
                    <a:pt x="9876" y="4326"/>
                  </a:lnTo>
                  <a:lnTo>
                    <a:pt x="9896" y="3971"/>
                  </a:lnTo>
                  <a:lnTo>
                    <a:pt x="9896" y="3615"/>
                  </a:lnTo>
                  <a:lnTo>
                    <a:pt x="9876" y="3260"/>
                  </a:lnTo>
                  <a:lnTo>
                    <a:pt x="9817" y="2944"/>
                  </a:lnTo>
                  <a:lnTo>
                    <a:pt x="9758" y="2608"/>
                  </a:lnTo>
                  <a:lnTo>
                    <a:pt x="9659" y="2312"/>
                  </a:lnTo>
                  <a:lnTo>
                    <a:pt x="9540" y="2015"/>
                  </a:lnTo>
                  <a:lnTo>
                    <a:pt x="9402" y="1739"/>
                  </a:lnTo>
                  <a:lnTo>
                    <a:pt x="9244" y="1482"/>
                  </a:lnTo>
                  <a:lnTo>
                    <a:pt x="9066" y="1245"/>
                  </a:lnTo>
                  <a:lnTo>
                    <a:pt x="8869" y="1028"/>
                  </a:lnTo>
                  <a:lnTo>
                    <a:pt x="8632" y="830"/>
                  </a:lnTo>
                  <a:lnTo>
                    <a:pt x="8375" y="672"/>
                  </a:lnTo>
                  <a:lnTo>
                    <a:pt x="8118" y="534"/>
                  </a:lnTo>
                  <a:lnTo>
                    <a:pt x="7862" y="415"/>
                  </a:lnTo>
                  <a:lnTo>
                    <a:pt x="7624" y="317"/>
                  </a:lnTo>
                  <a:lnTo>
                    <a:pt x="7387" y="218"/>
                  </a:lnTo>
                  <a:lnTo>
                    <a:pt x="6953" y="99"/>
                  </a:lnTo>
                  <a:lnTo>
                    <a:pt x="6578" y="40"/>
                  </a:lnTo>
                  <a:lnTo>
                    <a:pt x="62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 name="Google Shape;2377;p9"/>
            <p:cNvSpPr/>
            <p:nvPr/>
          </p:nvSpPr>
          <p:spPr>
            <a:xfrm>
              <a:off x="-836625" y="3276375"/>
              <a:ext cx="241000" cy="352600"/>
            </a:xfrm>
            <a:custGeom>
              <a:rect b="b" l="l" r="r" t="t"/>
              <a:pathLst>
                <a:path extrusionOk="0" h="14104" w="9640">
                  <a:moveTo>
                    <a:pt x="6025" y="0"/>
                  </a:moveTo>
                  <a:lnTo>
                    <a:pt x="5887" y="20"/>
                  </a:lnTo>
                  <a:lnTo>
                    <a:pt x="5729" y="40"/>
                  </a:lnTo>
                  <a:lnTo>
                    <a:pt x="5591" y="79"/>
                  </a:lnTo>
                  <a:lnTo>
                    <a:pt x="5354" y="158"/>
                  </a:lnTo>
                  <a:lnTo>
                    <a:pt x="5176" y="277"/>
                  </a:lnTo>
                  <a:lnTo>
                    <a:pt x="5018" y="395"/>
                  </a:lnTo>
                  <a:lnTo>
                    <a:pt x="4919" y="514"/>
                  </a:lnTo>
                  <a:lnTo>
                    <a:pt x="4840" y="613"/>
                  </a:lnTo>
                  <a:lnTo>
                    <a:pt x="4781" y="711"/>
                  </a:lnTo>
                  <a:lnTo>
                    <a:pt x="4030" y="2114"/>
                  </a:lnTo>
                  <a:lnTo>
                    <a:pt x="3260" y="3595"/>
                  </a:lnTo>
                  <a:lnTo>
                    <a:pt x="2371" y="5353"/>
                  </a:lnTo>
                  <a:lnTo>
                    <a:pt x="1937" y="6282"/>
                  </a:lnTo>
                  <a:lnTo>
                    <a:pt x="1502" y="7190"/>
                  </a:lnTo>
                  <a:lnTo>
                    <a:pt x="1087" y="8079"/>
                  </a:lnTo>
                  <a:lnTo>
                    <a:pt x="732" y="8928"/>
                  </a:lnTo>
                  <a:lnTo>
                    <a:pt x="435" y="9699"/>
                  </a:lnTo>
                  <a:lnTo>
                    <a:pt x="198" y="10370"/>
                  </a:lnTo>
                  <a:lnTo>
                    <a:pt x="119" y="10647"/>
                  </a:lnTo>
                  <a:lnTo>
                    <a:pt x="60" y="10904"/>
                  </a:lnTo>
                  <a:lnTo>
                    <a:pt x="21" y="11141"/>
                  </a:lnTo>
                  <a:lnTo>
                    <a:pt x="1" y="11318"/>
                  </a:lnTo>
                  <a:lnTo>
                    <a:pt x="21" y="11634"/>
                  </a:lnTo>
                  <a:lnTo>
                    <a:pt x="60" y="11911"/>
                  </a:lnTo>
                  <a:lnTo>
                    <a:pt x="119" y="12168"/>
                  </a:lnTo>
                  <a:lnTo>
                    <a:pt x="198" y="12405"/>
                  </a:lnTo>
                  <a:lnTo>
                    <a:pt x="297" y="12602"/>
                  </a:lnTo>
                  <a:lnTo>
                    <a:pt x="396" y="12780"/>
                  </a:lnTo>
                  <a:lnTo>
                    <a:pt x="514" y="12938"/>
                  </a:lnTo>
                  <a:lnTo>
                    <a:pt x="653" y="13096"/>
                  </a:lnTo>
                  <a:lnTo>
                    <a:pt x="791" y="13215"/>
                  </a:lnTo>
                  <a:lnTo>
                    <a:pt x="949" y="13333"/>
                  </a:lnTo>
                  <a:lnTo>
                    <a:pt x="1107" y="13432"/>
                  </a:lnTo>
                  <a:lnTo>
                    <a:pt x="1265" y="13531"/>
                  </a:lnTo>
                  <a:lnTo>
                    <a:pt x="1601" y="13708"/>
                  </a:lnTo>
                  <a:lnTo>
                    <a:pt x="1937" y="13847"/>
                  </a:lnTo>
                  <a:lnTo>
                    <a:pt x="2114" y="13926"/>
                  </a:lnTo>
                  <a:lnTo>
                    <a:pt x="2312" y="13985"/>
                  </a:lnTo>
                  <a:lnTo>
                    <a:pt x="2509" y="14044"/>
                  </a:lnTo>
                  <a:lnTo>
                    <a:pt x="2727" y="14084"/>
                  </a:lnTo>
                  <a:lnTo>
                    <a:pt x="2964" y="14103"/>
                  </a:lnTo>
                  <a:lnTo>
                    <a:pt x="3477" y="14103"/>
                  </a:lnTo>
                  <a:lnTo>
                    <a:pt x="3734" y="14064"/>
                  </a:lnTo>
                  <a:lnTo>
                    <a:pt x="4011" y="14024"/>
                  </a:lnTo>
                  <a:lnTo>
                    <a:pt x="4287" y="13945"/>
                  </a:lnTo>
                  <a:lnTo>
                    <a:pt x="4583" y="13847"/>
                  </a:lnTo>
                  <a:lnTo>
                    <a:pt x="4880" y="13728"/>
                  </a:lnTo>
                  <a:lnTo>
                    <a:pt x="5176" y="13570"/>
                  </a:lnTo>
                  <a:lnTo>
                    <a:pt x="5472" y="13392"/>
                  </a:lnTo>
                  <a:lnTo>
                    <a:pt x="5768" y="13195"/>
                  </a:lnTo>
                  <a:lnTo>
                    <a:pt x="6065" y="12958"/>
                  </a:lnTo>
                  <a:lnTo>
                    <a:pt x="6361" y="12681"/>
                  </a:lnTo>
                  <a:lnTo>
                    <a:pt x="6618" y="12405"/>
                  </a:lnTo>
                  <a:lnTo>
                    <a:pt x="6875" y="12108"/>
                  </a:lnTo>
                  <a:lnTo>
                    <a:pt x="7131" y="11792"/>
                  </a:lnTo>
                  <a:lnTo>
                    <a:pt x="7368" y="11457"/>
                  </a:lnTo>
                  <a:lnTo>
                    <a:pt x="7586" y="11121"/>
                  </a:lnTo>
                  <a:lnTo>
                    <a:pt x="7783" y="10765"/>
                  </a:lnTo>
                  <a:lnTo>
                    <a:pt x="7981" y="10390"/>
                  </a:lnTo>
                  <a:lnTo>
                    <a:pt x="8178" y="10015"/>
                  </a:lnTo>
                  <a:lnTo>
                    <a:pt x="8356" y="9620"/>
                  </a:lnTo>
                  <a:lnTo>
                    <a:pt x="8692" y="8810"/>
                  </a:lnTo>
                  <a:lnTo>
                    <a:pt x="9008" y="7980"/>
                  </a:lnTo>
                  <a:lnTo>
                    <a:pt x="9304" y="7111"/>
                  </a:lnTo>
                  <a:lnTo>
                    <a:pt x="9442" y="6677"/>
                  </a:lnTo>
                  <a:lnTo>
                    <a:pt x="9541" y="6262"/>
                  </a:lnTo>
                  <a:lnTo>
                    <a:pt x="9600" y="5867"/>
                  </a:lnTo>
                  <a:lnTo>
                    <a:pt x="9640" y="5472"/>
                  </a:lnTo>
                  <a:lnTo>
                    <a:pt x="9640" y="5096"/>
                  </a:lnTo>
                  <a:lnTo>
                    <a:pt x="9620" y="4721"/>
                  </a:lnTo>
                  <a:lnTo>
                    <a:pt x="9581" y="4385"/>
                  </a:lnTo>
                  <a:lnTo>
                    <a:pt x="9502" y="4030"/>
                  </a:lnTo>
                  <a:lnTo>
                    <a:pt x="9423" y="3714"/>
                  </a:lnTo>
                  <a:lnTo>
                    <a:pt x="9324" y="3378"/>
                  </a:lnTo>
                  <a:lnTo>
                    <a:pt x="9205" y="3082"/>
                  </a:lnTo>
                  <a:lnTo>
                    <a:pt x="9087" y="2785"/>
                  </a:lnTo>
                  <a:lnTo>
                    <a:pt x="8949" y="2489"/>
                  </a:lnTo>
                  <a:lnTo>
                    <a:pt x="8791" y="2213"/>
                  </a:lnTo>
                  <a:lnTo>
                    <a:pt x="8474" y="1699"/>
                  </a:lnTo>
                  <a:lnTo>
                    <a:pt x="8316" y="1462"/>
                  </a:lnTo>
                  <a:lnTo>
                    <a:pt x="8158" y="1245"/>
                  </a:lnTo>
                  <a:lnTo>
                    <a:pt x="8000" y="1047"/>
                  </a:lnTo>
                  <a:lnTo>
                    <a:pt x="7823" y="869"/>
                  </a:lnTo>
                  <a:lnTo>
                    <a:pt x="7665" y="711"/>
                  </a:lnTo>
                  <a:lnTo>
                    <a:pt x="7507" y="553"/>
                  </a:lnTo>
                  <a:lnTo>
                    <a:pt x="7329" y="435"/>
                  </a:lnTo>
                  <a:lnTo>
                    <a:pt x="7171" y="316"/>
                  </a:lnTo>
                  <a:lnTo>
                    <a:pt x="7013" y="237"/>
                  </a:lnTo>
                  <a:lnTo>
                    <a:pt x="6835" y="158"/>
                  </a:lnTo>
                  <a:lnTo>
                    <a:pt x="6677" y="99"/>
                  </a:lnTo>
                  <a:lnTo>
                    <a:pt x="6519" y="60"/>
                  </a:lnTo>
                  <a:lnTo>
                    <a:pt x="6361" y="20"/>
                  </a:lnTo>
                  <a:lnTo>
                    <a:pt x="618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 name="Google Shape;2378;p9"/>
            <p:cNvSpPr/>
            <p:nvPr/>
          </p:nvSpPr>
          <p:spPr>
            <a:xfrm>
              <a:off x="-826250" y="3285750"/>
              <a:ext cx="215325" cy="330875"/>
            </a:xfrm>
            <a:custGeom>
              <a:rect b="b" l="l" r="r" t="t"/>
              <a:pathLst>
                <a:path extrusionOk="0" h="13235" w="8613">
                  <a:moveTo>
                    <a:pt x="5511" y="1"/>
                  </a:moveTo>
                  <a:lnTo>
                    <a:pt x="5353" y="20"/>
                  </a:lnTo>
                  <a:lnTo>
                    <a:pt x="5215" y="60"/>
                  </a:lnTo>
                  <a:lnTo>
                    <a:pt x="5097" y="99"/>
                  </a:lnTo>
                  <a:lnTo>
                    <a:pt x="4998" y="139"/>
                  </a:lnTo>
                  <a:lnTo>
                    <a:pt x="4899" y="198"/>
                  </a:lnTo>
                  <a:lnTo>
                    <a:pt x="4820" y="277"/>
                  </a:lnTo>
                  <a:lnTo>
                    <a:pt x="4682" y="396"/>
                  </a:lnTo>
                  <a:lnTo>
                    <a:pt x="4603" y="514"/>
                  </a:lnTo>
                  <a:lnTo>
                    <a:pt x="4544" y="652"/>
                  </a:lnTo>
                  <a:lnTo>
                    <a:pt x="4050" y="1541"/>
                  </a:lnTo>
                  <a:lnTo>
                    <a:pt x="2884" y="3615"/>
                  </a:lnTo>
                  <a:lnTo>
                    <a:pt x="2213" y="4820"/>
                  </a:lnTo>
                  <a:lnTo>
                    <a:pt x="1601" y="5986"/>
                  </a:lnTo>
                  <a:lnTo>
                    <a:pt x="1087" y="6973"/>
                  </a:lnTo>
                  <a:lnTo>
                    <a:pt x="890" y="7388"/>
                  </a:lnTo>
                  <a:lnTo>
                    <a:pt x="751" y="7724"/>
                  </a:lnTo>
                  <a:lnTo>
                    <a:pt x="534" y="8297"/>
                  </a:lnTo>
                  <a:lnTo>
                    <a:pt x="336" y="8889"/>
                  </a:lnTo>
                  <a:lnTo>
                    <a:pt x="178" y="9501"/>
                  </a:lnTo>
                  <a:lnTo>
                    <a:pt x="60" y="10074"/>
                  </a:lnTo>
                  <a:lnTo>
                    <a:pt x="20" y="10351"/>
                  </a:lnTo>
                  <a:lnTo>
                    <a:pt x="1" y="10627"/>
                  </a:lnTo>
                  <a:lnTo>
                    <a:pt x="1" y="10884"/>
                  </a:lnTo>
                  <a:lnTo>
                    <a:pt x="20" y="11141"/>
                  </a:lnTo>
                  <a:lnTo>
                    <a:pt x="40" y="11378"/>
                  </a:lnTo>
                  <a:lnTo>
                    <a:pt x="99" y="11595"/>
                  </a:lnTo>
                  <a:lnTo>
                    <a:pt x="159" y="11773"/>
                  </a:lnTo>
                  <a:lnTo>
                    <a:pt x="257" y="11951"/>
                  </a:lnTo>
                  <a:lnTo>
                    <a:pt x="376" y="12128"/>
                  </a:lnTo>
                  <a:lnTo>
                    <a:pt x="534" y="12286"/>
                  </a:lnTo>
                  <a:lnTo>
                    <a:pt x="712" y="12444"/>
                  </a:lnTo>
                  <a:lnTo>
                    <a:pt x="909" y="12603"/>
                  </a:lnTo>
                  <a:lnTo>
                    <a:pt x="1127" y="12741"/>
                  </a:lnTo>
                  <a:lnTo>
                    <a:pt x="1364" y="12859"/>
                  </a:lnTo>
                  <a:lnTo>
                    <a:pt x="1640" y="12978"/>
                  </a:lnTo>
                  <a:lnTo>
                    <a:pt x="1917" y="13077"/>
                  </a:lnTo>
                  <a:lnTo>
                    <a:pt x="2213" y="13156"/>
                  </a:lnTo>
                  <a:lnTo>
                    <a:pt x="2509" y="13195"/>
                  </a:lnTo>
                  <a:lnTo>
                    <a:pt x="2825" y="13235"/>
                  </a:lnTo>
                  <a:lnTo>
                    <a:pt x="3141" y="13215"/>
                  </a:lnTo>
                  <a:lnTo>
                    <a:pt x="3477" y="13195"/>
                  </a:lnTo>
                  <a:lnTo>
                    <a:pt x="3813" y="13116"/>
                  </a:lnTo>
                  <a:lnTo>
                    <a:pt x="4168" y="12998"/>
                  </a:lnTo>
                  <a:lnTo>
                    <a:pt x="4504" y="12859"/>
                  </a:lnTo>
                  <a:lnTo>
                    <a:pt x="4840" y="12662"/>
                  </a:lnTo>
                  <a:lnTo>
                    <a:pt x="5156" y="12444"/>
                  </a:lnTo>
                  <a:lnTo>
                    <a:pt x="5452" y="12188"/>
                  </a:lnTo>
                  <a:lnTo>
                    <a:pt x="5729" y="11931"/>
                  </a:lnTo>
                  <a:lnTo>
                    <a:pt x="5986" y="11635"/>
                  </a:lnTo>
                  <a:lnTo>
                    <a:pt x="6223" y="11319"/>
                  </a:lnTo>
                  <a:lnTo>
                    <a:pt x="6440" y="11003"/>
                  </a:lnTo>
                  <a:lnTo>
                    <a:pt x="6657" y="10667"/>
                  </a:lnTo>
                  <a:lnTo>
                    <a:pt x="6855" y="10331"/>
                  </a:lnTo>
                  <a:lnTo>
                    <a:pt x="7032" y="9975"/>
                  </a:lnTo>
                  <a:lnTo>
                    <a:pt x="7368" y="9284"/>
                  </a:lnTo>
                  <a:lnTo>
                    <a:pt x="7645" y="8632"/>
                  </a:lnTo>
                  <a:lnTo>
                    <a:pt x="7901" y="8020"/>
                  </a:lnTo>
                  <a:lnTo>
                    <a:pt x="8119" y="7427"/>
                  </a:lnTo>
                  <a:lnTo>
                    <a:pt x="8297" y="6815"/>
                  </a:lnTo>
                  <a:lnTo>
                    <a:pt x="8455" y="6183"/>
                  </a:lnTo>
                  <a:lnTo>
                    <a:pt x="8514" y="5867"/>
                  </a:lnTo>
                  <a:lnTo>
                    <a:pt x="8553" y="5551"/>
                  </a:lnTo>
                  <a:lnTo>
                    <a:pt x="8593" y="5215"/>
                  </a:lnTo>
                  <a:lnTo>
                    <a:pt x="8613" y="4899"/>
                  </a:lnTo>
                  <a:lnTo>
                    <a:pt x="8613" y="4583"/>
                  </a:lnTo>
                  <a:lnTo>
                    <a:pt x="8613" y="4267"/>
                  </a:lnTo>
                  <a:lnTo>
                    <a:pt x="8573" y="3971"/>
                  </a:lnTo>
                  <a:lnTo>
                    <a:pt x="8534" y="3655"/>
                  </a:lnTo>
                  <a:lnTo>
                    <a:pt x="8474" y="3339"/>
                  </a:lnTo>
                  <a:lnTo>
                    <a:pt x="8395" y="3042"/>
                  </a:lnTo>
                  <a:lnTo>
                    <a:pt x="8297" y="2746"/>
                  </a:lnTo>
                  <a:lnTo>
                    <a:pt x="8198" y="2470"/>
                  </a:lnTo>
                  <a:lnTo>
                    <a:pt x="8079" y="2193"/>
                  </a:lnTo>
                  <a:lnTo>
                    <a:pt x="7961" y="1936"/>
                  </a:lnTo>
                  <a:lnTo>
                    <a:pt x="7822" y="1680"/>
                  </a:lnTo>
                  <a:lnTo>
                    <a:pt x="7664" y="1443"/>
                  </a:lnTo>
                  <a:lnTo>
                    <a:pt x="7506" y="1225"/>
                  </a:lnTo>
                  <a:lnTo>
                    <a:pt x="7348" y="1028"/>
                  </a:lnTo>
                  <a:lnTo>
                    <a:pt x="7190" y="830"/>
                  </a:lnTo>
                  <a:lnTo>
                    <a:pt x="7013" y="652"/>
                  </a:lnTo>
                  <a:lnTo>
                    <a:pt x="6835" y="494"/>
                  </a:lnTo>
                  <a:lnTo>
                    <a:pt x="6657" y="376"/>
                  </a:lnTo>
                  <a:lnTo>
                    <a:pt x="6460" y="257"/>
                  </a:lnTo>
                  <a:lnTo>
                    <a:pt x="6262" y="159"/>
                  </a:lnTo>
                  <a:lnTo>
                    <a:pt x="6065" y="80"/>
                  </a:lnTo>
                  <a:lnTo>
                    <a:pt x="5867" y="40"/>
                  </a:lnTo>
                  <a:lnTo>
                    <a:pt x="5689" y="20"/>
                  </a:lnTo>
                  <a:lnTo>
                    <a:pt x="55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
            <p:cNvSpPr/>
            <p:nvPr/>
          </p:nvSpPr>
          <p:spPr>
            <a:xfrm>
              <a:off x="-911675" y="3264025"/>
              <a:ext cx="249900" cy="354575"/>
            </a:xfrm>
            <a:custGeom>
              <a:rect b="b" l="l" r="r" t="t"/>
              <a:pathLst>
                <a:path extrusionOk="0" h="14183" w="9996">
                  <a:moveTo>
                    <a:pt x="5808" y="1"/>
                  </a:moveTo>
                  <a:lnTo>
                    <a:pt x="5689" y="20"/>
                  </a:lnTo>
                  <a:lnTo>
                    <a:pt x="5571" y="40"/>
                  </a:lnTo>
                  <a:lnTo>
                    <a:pt x="5452" y="99"/>
                  </a:lnTo>
                  <a:lnTo>
                    <a:pt x="5215" y="198"/>
                  </a:lnTo>
                  <a:lnTo>
                    <a:pt x="5018" y="336"/>
                  </a:lnTo>
                  <a:lnTo>
                    <a:pt x="4860" y="494"/>
                  </a:lnTo>
                  <a:lnTo>
                    <a:pt x="4721" y="613"/>
                  </a:lnTo>
                  <a:lnTo>
                    <a:pt x="4623" y="731"/>
                  </a:lnTo>
                  <a:lnTo>
                    <a:pt x="4010" y="1956"/>
                  </a:lnTo>
                  <a:lnTo>
                    <a:pt x="2647" y="4741"/>
                  </a:lnTo>
                  <a:lnTo>
                    <a:pt x="1877" y="6341"/>
                  </a:lnTo>
                  <a:lnTo>
                    <a:pt x="1166" y="7862"/>
                  </a:lnTo>
                  <a:lnTo>
                    <a:pt x="593" y="9146"/>
                  </a:lnTo>
                  <a:lnTo>
                    <a:pt x="396" y="9659"/>
                  </a:lnTo>
                  <a:lnTo>
                    <a:pt x="257" y="10054"/>
                  </a:lnTo>
                  <a:lnTo>
                    <a:pt x="178" y="10370"/>
                  </a:lnTo>
                  <a:lnTo>
                    <a:pt x="99" y="10686"/>
                  </a:lnTo>
                  <a:lnTo>
                    <a:pt x="40" y="10983"/>
                  </a:lnTo>
                  <a:lnTo>
                    <a:pt x="20" y="11259"/>
                  </a:lnTo>
                  <a:lnTo>
                    <a:pt x="1" y="11516"/>
                  </a:lnTo>
                  <a:lnTo>
                    <a:pt x="1" y="11773"/>
                  </a:lnTo>
                  <a:lnTo>
                    <a:pt x="20" y="12010"/>
                  </a:lnTo>
                  <a:lnTo>
                    <a:pt x="60" y="12227"/>
                  </a:lnTo>
                  <a:lnTo>
                    <a:pt x="139" y="12444"/>
                  </a:lnTo>
                  <a:lnTo>
                    <a:pt x="218" y="12642"/>
                  </a:lnTo>
                  <a:lnTo>
                    <a:pt x="317" y="12839"/>
                  </a:lnTo>
                  <a:lnTo>
                    <a:pt x="435" y="13017"/>
                  </a:lnTo>
                  <a:lnTo>
                    <a:pt x="573" y="13175"/>
                  </a:lnTo>
                  <a:lnTo>
                    <a:pt x="731" y="13333"/>
                  </a:lnTo>
                  <a:lnTo>
                    <a:pt x="929" y="13491"/>
                  </a:lnTo>
                  <a:lnTo>
                    <a:pt x="1126" y="13630"/>
                  </a:lnTo>
                  <a:lnTo>
                    <a:pt x="1344" y="13748"/>
                  </a:lnTo>
                  <a:lnTo>
                    <a:pt x="1581" y="13867"/>
                  </a:lnTo>
                  <a:lnTo>
                    <a:pt x="1837" y="13965"/>
                  </a:lnTo>
                  <a:lnTo>
                    <a:pt x="2114" y="14044"/>
                  </a:lnTo>
                  <a:lnTo>
                    <a:pt x="2391" y="14104"/>
                  </a:lnTo>
                  <a:lnTo>
                    <a:pt x="2687" y="14163"/>
                  </a:lnTo>
                  <a:lnTo>
                    <a:pt x="2983" y="14183"/>
                  </a:lnTo>
                  <a:lnTo>
                    <a:pt x="3279" y="14183"/>
                  </a:lnTo>
                  <a:lnTo>
                    <a:pt x="3615" y="14163"/>
                  </a:lnTo>
                  <a:lnTo>
                    <a:pt x="3931" y="14104"/>
                  </a:lnTo>
                  <a:lnTo>
                    <a:pt x="4247" y="14044"/>
                  </a:lnTo>
                  <a:lnTo>
                    <a:pt x="4583" y="13946"/>
                  </a:lnTo>
                  <a:lnTo>
                    <a:pt x="4919" y="13807"/>
                  </a:lnTo>
                  <a:lnTo>
                    <a:pt x="5255" y="13649"/>
                  </a:lnTo>
                  <a:lnTo>
                    <a:pt x="5590" y="13452"/>
                  </a:lnTo>
                  <a:lnTo>
                    <a:pt x="5906" y="13234"/>
                  </a:lnTo>
                  <a:lnTo>
                    <a:pt x="6242" y="12997"/>
                  </a:lnTo>
                  <a:lnTo>
                    <a:pt x="6538" y="12721"/>
                  </a:lnTo>
                  <a:lnTo>
                    <a:pt x="6815" y="12444"/>
                  </a:lnTo>
                  <a:lnTo>
                    <a:pt x="7092" y="12148"/>
                  </a:lnTo>
                  <a:lnTo>
                    <a:pt x="7348" y="11832"/>
                  </a:lnTo>
                  <a:lnTo>
                    <a:pt x="7585" y="11516"/>
                  </a:lnTo>
                  <a:lnTo>
                    <a:pt x="7822" y="11161"/>
                  </a:lnTo>
                  <a:lnTo>
                    <a:pt x="8040" y="10805"/>
                  </a:lnTo>
                  <a:lnTo>
                    <a:pt x="8257" y="10449"/>
                  </a:lnTo>
                  <a:lnTo>
                    <a:pt x="8454" y="10074"/>
                  </a:lnTo>
                  <a:lnTo>
                    <a:pt x="8830" y="9284"/>
                  </a:lnTo>
                  <a:lnTo>
                    <a:pt x="9185" y="8454"/>
                  </a:lnTo>
                  <a:lnTo>
                    <a:pt x="9521" y="7585"/>
                  </a:lnTo>
                  <a:lnTo>
                    <a:pt x="9679" y="7131"/>
                  </a:lnTo>
                  <a:lnTo>
                    <a:pt x="9798" y="6697"/>
                  </a:lnTo>
                  <a:lnTo>
                    <a:pt x="9896" y="6282"/>
                  </a:lnTo>
                  <a:lnTo>
                    <a:pt x="9956" y="5867"/>
                  </a:lnTo>
                  <a:lnTo>
                    <a:pt x="9995" y="5472"/>
                  </a:lnTo>
                  <a:lnTo>
                    <a:pt x="9995" y="5077"/>
                  </a:lnTo>
                  <a:lnTo>
                    <a:pt x="9975" y="4682"/>
                  </a:lnTo>
                  <a:lnTo>
                    <a:pt x="9936" y="4307"/>
                  </a:lnTo>
                  <a:lnTo>
                    <a:pt x="9877" y="3951"/>
                  </a:lnTo>
                  <a:lnTo>
                    <a:pt x="9798" y="3595"/>
                  </a:lnTo>
                  <a:lnTo>
                    <a:pt x="9679" y="3260"/>
                  </a:lnTo>
                  <a:lnTo>
                    <a:pt x="9541" y="2924"/>
                  </a:lnTo>
                  <a:lnTo>
                    <a:pt x="9403" y="2608"/>
                  </a:lnTo>
                  <a:lnTo>
                    <a:pt x="9225" y="2292"/>
                  </a:lnTo>
                  <a:lnTo>
                    <a:pt x="9027" y="1996"/>
                  </a:lnTo>
                  <a:lnTo>
                    <a:pt x="8830" y="1719"/>
                  </a:lnTo>
                  <a:lnTo>
                    <a:pt x="8612" y="1462"/>
                  </a:lnTo>
                  <a:lnTo>
                    <a:pt x="8395" y="1225"/>
                  </a:lnTo>
                  <a:lnTo>
                    <a:pt x="8178" y="1028"/>
                  </a:lnTo>
                  <a:lnTo>
                    <a:pt x="7961" y="830"/>
                  </a:lnTo>
                  <a:lnTo>
                    <a:pt x="7763" y="692"/>
                  </a:lnTo>
                  <a:lnTo>
                    <a:pt x="7566" y="554"/>
                  </a:lnTo>
                  <a:lnTo>
                    <a:pt x="7368" y="435"/>
                  </a:lnTo>
                  <a:lnTo>
                    <a:pt x="7190" y="336"/>
                  </a:lnTo>
                  <a:lnTo>
                    <a:pt x="6835" y="198"/>
                  </a:lnTo>
                  <a:lnTo>
                    <a:pt x="6499" y="99"/>
                  </a:lnTo>
                  <a:lnTo>
                    <a:pt x="6203" y="40"/>
                  </a:lnTo>
                  <a:lnTo>
                    <a:pt x="592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
            <p:cNvSpPr/>
            <p:nvPr/>
          </p:nvSpPr>
          <p:spPr>
            <a:xfrm>
              <a:off x="-899325" y="3276875"/>
              <a:ext cx="221250" cy="328400"/>
            </a:xfrm>
            <a:custGeom>
              <a:rect b="b" l="l" r="r" t="t"/>
              <a:pathLst>
                <a:path extrusionOk="0" h="13136" w="8850">
                  <a:moveTo>
                    <a:pt x="5274" y="0"/>
                  </a:moveTo>
                  <a:lnTo>
                    <a:pt x="5136" y="40"/>
                  </a:lnTo>
                  <a:lnTo>
                    <a:pt x="5017" y="79"/>
                  </a:lnTo>
                  <a:lnTo>
                    <a:pt x="4899" y="138"/>
                  </a:lnTo>
                  <a:lnTo>
                    <a:pt x="4721" y="257"/>
                  </a:lnTo>
                  <a:lnTo>
                    <a:pt x="4583" y="375"/>
                  </a:lnTo>
                  <a:lnTo>
                    <a:pt x="4464" y="494"/>
                  </a:lnTo>
                  <a:lnTo>
                    <a:pt x="4385" y="612"/>
                  </a:lnTo>
                  <a:lnTo>
                    <a:pt x="3773" y="1936"/>
                  </a:lnTo>
                  <a:lnTo>
                    <a:pt x="2390" y="4938"/>
                  </a:lnTo>
                  <a:lnTo>
                    <a:pt x="1620" y="6597"/>
                  </a:lnTo>
                  <a:lnTo>
                    <a:pt x="929" y="8118"/>
                  </a:lnTo>
                  <a:lnTo>
                    <a:pt x="415" y="9323"/>
                  </a:lnTo>
                  <a:lnTo>
                    <a:pt x="237" y="9758"/>
                  </a:lnTo>
                  <a:lnTo>
                    <a:pt x="139" y="10034"/>
                  </a:lnTo>
                  <a:lnTo>
                    <a:pt x="79" y="10232"/>
                  </a:lnTo>
                  <a:lnTo>
                    <a:pt x="40" y="10429"/>
                  </a:lnTo>
                  <a:lnTo>
                    <a:pt x="20" y="10647"/>
                  </a:lnTo>
                  <a:lnTo>
                    <a:pt x="0" y="10844"/>
                  </a:lnTo>
                  <a:lnTo>
                    <a:pt x="0" y="11061"/>
                  </a:lnTo>
                  <a:lnTo>
                    <a:pt x="20" y="11259"/>
                  </a:lnTo>
                  <a:lnTo>
                    <a:pt x="40" y="11456"/>
                  </a:lnTo>
                  <a:lnTo>
                    <a:pt x="79" y="11654"/>
                  </a:lnTo>
                  <a:lnTo>
                    <a:pt x="139" y="11851"/>
                  </a:lnTo>
                  <a:lnTo>
                    <a:pt x="218" y="12029"/>
                  </a:lnTo>
                  <a:lnTo>
                    <a:pt x="297" y="12187"/>
                  </a:lnTo>
                  <a:lnTo>
                    <a:pt x="415" y="12345"/>
                  </a:lnTo>
                  <a:lnTo>
                    <a:pt x="534" y="12483"/>
                  </a:lnTo>
                  <a:lnTo>
                    <a:pt x="672" y="12622"/>
                  </a:lnTo>
                  <a:lnTo>
                    <a:pt x="850" y="12720"/>
                  </a:lnTo>
                  <a:lnTo>
                    <a:pt x="1027" y="12799"/>
                  </a:lnTo>
                  <a:lnTo>
                    <a:pt x="1423" y="12938"/>
                  </a:lnTo>
                  <a:lnTo>
                    <a:pt x="1877" y="13037"/>
                  </a:lnTo>
                  <a:lnTo>
                    <a:pt x="2351" y="13116"/>
                  </a:lnTo>
                  <a:lnTo>
                    <a:pt x="2845" y="13135"/>
                  </a:lnTo>
                  <a:lnTo>
                    <a:pt x="3101" y="13135"/>
                  </a:lnTo>
                  <a:lnTo>
                    <a:pt x="3338" y="13116"/>
                  </a:lnTo>
                  <a:lnTo>
                    <a:pt x="3575" y="13076"/>
                  </a:lnTo>
                  <a:lnTo>
                    <a:pt x="3813" y="13017"/>
                  </a:lnTo>
                  <a:lnTo>
                    <a:pt x="4050" y="12958"/>
                  </a:lnTo>
                  <a:lnTo>
                    <a:pt x="4287" y="12878"/>
                  </a:lnTo>
                  <a:lnTo>
                    <a:pt x="4504" y="12799"/>
                  </a:lnTo>
                  <a:lnTo>
                    <a:pt x="4721" y="12681"/>
                  </a:lnTo>
                  <a:lnTo>
                    <a:pt x="4919" y="12543"/>
                  </a:lnTo>
                  <a:lnTo>
                    <a:pt x="5136" y="12385"/>
                  </a:lnTo>
                  <a:lnTo>
                    <a:pt x="5353" y="12227"/>
                  </a:lnTo>
                  <a:lnTo>
                    <a:pt x="5570" y="12029"/>
                  </a:lnTo>
                  <a:lnTo>
                    <a:pt x="5807" y="11812"/>
                  </a:lnTo>
                  <a:lnTo>
                    <a:pt x="6025" y="11575"/>
                  </a:lnTo>
                  <a:lnTo>
                    <a:pt x="6262" y="11318"/>
                  </a:lnTo>
                  <a:lnTo>
                    <a:pt x="6479" y="11042"/>
                  </a:lnTo>
                  <a:lnTo>
                    <a:pt x="6696" y="10745"/>
                  </a:lnTo>
                  <a:lnTo>
                    <a:pt x="6914" y="10429"/>
                  </a:lnTo>
                  <a:lnTo>
                    <a:pt x="7111" y="10113"/>
                  </a:lnTo>
                  <a:lnTo>
                    <a:pt x="7328" y="9758"/>
                  </a:lnTo>
                  <a:lnTo>
                    <a:pt x="7506" y="9402"/>
                  </a:lnTo>
                  <a:lnTo>
                    <a:pt x="7684" y="9027"/>
                  </a:lnTo>
                  <a:lnTo>
                    <a:pt x="7862" y="8632"/>
                  </a:lnTo>
                  <a:lnTo>
                    <a:pt x="8020" y="8217"/>
                  </a:lnTo>
                  <a:lnTo>
                    <a:pt x="8276" y="7447"/>
                  </a:lnTo>
                  <a:lnTo>
                    <a:pt x="8494" y="6736"/>
                  </a:lnTo>
                  <a:lnTo>
                    <a:pt x="8672" y="6104"/>
                  </a:lnTo>
                  <a:lnTo>
                    <a:pt x="8770" y="5491"/>
                  </a:lnTo>
                  <a:lnTo>
                    <a:pt x="8810" y="5195"/>
                  </a:lnTo>
                  <a:lnTo>
                    <a:pt x="8849" y="4918"/>
                  </a:lnTo>
                  <a:lnTo>
                    <a:pt x="8849" y="4622"/>
                  </a:lnTo>
                  <a:lnTo>
                    <a:pt x="8849" y="4326"/>
                  </a:lnTo>
                  <a:lnTo>
                    <a:pt x="8830" y="4030"/>
                  </a:lnTo>
                  <a:lnTo>
                    <a:pt x="8810" y="3733"/>
                  </a:lnTo>
                  <a:lnTo>
                    <a:pt x="8691" y="3081"/>
                  </a:lnTo>
                  <a:lnTo>
                    <a:pt x="8612" y="2765"/>
                  </a:lnTo>
                  <a:lnTo>
                    <a:pt x="8513" y="2449"/>
                  </a:lnTo>
                  <a:lnTo>
                    <a:pt x="8375" y="2153"/>
                  </a:lnTo>
                  <a:lnTo>
                    <a:pt x="8217" y="1877"/>
                  </a:lnTo>
                  <a:lnTo>
                    <a:pt x="8039" y="1620"/>
                  </a:lnTo>
                  <a:lnTo>
                    <a:pt x="7842" y="1363"/>
                  </a:lnTo>
                  <a:lnTo>
                    <a:pt x="7625" y="1146"/>
                  </a:lnTo>
                  <a:lnTo>
                    <a:pt x="7407" y="928"/>
                  </a:lnTo>
                  <a:lnTo>
                    <a:pt x="7190" y="751"/>
                  </a:lnTo>
                  <a:lnTo>
                    <a:pt x="6973" y="593"/>
                  </a:lnTo>
                  <a:lnTo>
                    <a:pt x="6736" y="435"/>
                  </a:lnTo>
                  <a:lnTo>
                    <a:pt x="6519" y="316"/>
                  </a:lnTo>
                  <a:lnTo>
                    <a:pt x="6301" y="198"/>
                  </a:lnTo>
                  <a:lnTo>
                    <a:pt x="6084" y="119"/>
                  </a:lnTo>
                  <a:lnTo>
                    <a:pt x="5906" y="59"/>
                  </a:lnTo>
                  <a:lnTo>
                    <a:pt x="5728" y="20"/>
                  </a:lnTo>
                  <a:lnTo>
                    <a:pt x="555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 name="Google Shape;2381;p9"/>
            <p:cNvSpPr/>
            <p:nvPr/>
          </p:nvSpPr>
          <p:spPr>
            <a:xfrm>
              <a:off x="-1012900" y="3249225"/>
              <a:ext cx="277050" cy="358025"/>
            </a:xfrm>
            <a:custGeom>
              <a:rect b="b" l="l" r="r" t="t"/>
              <a:pathLst>
                <a:path extrusionOk="0" h="14321" w="11082">
                  <a:moveTo>
                    <a:pt x="6894" y="0"/>
                  </a:moveTo>
                  <a:lnTo>
                    <a:pt x="6716" y="20"/>
                  </a:lnTo>
                  <a:lnTo>
                    <a:pt x="6538" y="59"/>
                  </a:lnTo>
                  <a:lnTo>
                    <a:pt x="6440" y="119"/>
                  </a:lnTo>
                  <a:lnTo>
                    <a:pt x="6321" y="217"/>
                  </a:lnTo>
                  <a:lnTo>
                    <a:pt x="6183" y="356"/>
                  </a:lnTo>
                  <a:lnTo>
                    <a:pt x="6025" y="533"/>
                  </a:lnTo>
                  <a:lnTo>
                    <a:pt x="5669" y="1007"/>
                  </a:lnTo>
                  <a:lnTo>
                    <a:pt x="5254" y="1620"/>
                  </a:lnTo>
                  <a:lnTo>
                    <a:pt x="4780" y="2311"/>
                  </a:lnTo>
                  <a:lnTo>
                    <a:pt x="4287" y="3081"/>
                  </a:lnTo>
                  <a:lnTo>
                    <a:pt x="3279" y="4741"/>
                  </a:lnTo>
                  <a:lnTo>
                    <a:pt x="2311" y="6400"/>
                  </a:lnTo>
                  <a:lnTo>
                    <a:pt x="1482" y="7822"/>
                  </a:lnTo>
                  <a:lnTo>
                    <a:pt x="711" y="9204"/>
                  </a:lnTo>
                  <a:lnTo>
                    <a:pt x="652" y="9264"/>
                  </a:lnTo>
                  <a:lnTo>
                    <a:pt x="514" y="9461"/>
                  </a:lnTo>
                  <a:lnTo>
                    <a:pt x="336" y="9758"/>
                  </a:lnTo>
                  <a:lnTo>
                    <a:pt x="257" y="9935"/>
                  </a:lnTo>
                  <a:lnTo>
                    <a:pt x="178" y="10133"/>
                  </a:lnTo>
                  <a:lnTo>
                    <a:pt x="99" y="10350"/>
                  </a:lnTo>
                  <a:lnTo>
                    <a:pt x="40" y="10587"/>
                  </a:lnTo>
                  <a:lnTo>
                    <a:pt x="20" y="10844"/>
                  </a:lnTo>
                  <a:lnTo>
                    <a:pt x="0" y="11101"/>
                  </a:lnTo>
                  <a:lnTo>
                    <a:pt x="20" y="11357"/>
                  </a:lnTo>
                  <a:lnTo>
                    <a:pt x="79" y="11634"/>
                  </a:lnTo>
                  <a:lnTo>
                    <a:pt x="178" y="11930"/>
                  </a:lnTo>
                  <a:lnTo>
                    <a:pt x="316" y="12207"/>
                  </a:lnTo>
                  <a:lnTo>
                    <a:pt x="514" y="12483"/>
                  </a:lnTo>
                  <a:lnTo>
                    <a:pt x="711" y="12720"/>
                  </a:lnTo>
                  <a:lnTo>
                    <a:pt x="948" y="12957"/>
                  </a:lnTo>
                  <a:lnTo>
                    <a:pt x="1186" y="13155"/>
                  </a:lnTo>
                  <a:lnTo>
                    <a:pt x="1462" y="13352"/>
                  </a:lnTo>
                  <a:lnTo>
                    <a:pt x="1739" y="13530"/>
                  </a:lnTo>
                  <a:lnTo>
                    <a:pt x="2035" y="13668"/>
                  </a:lnTo>
                  <a:lnTo>
                    <a:pt x="2331" y="13807"/>
                  </a:lnTo>
                  <a:lnTo>
                    <a:pt x="2627" y="13925"/>
                  </a:lnTo>
                  <a:lnTo>
                    <a:pt x="2924" y="14024"/>
                  </a:lnTo>
                  <a:lnTo>
                    <a:pt x="3220" y="14103"/>
                  </a:lnTo>
                  <a:lnTo>
                    <a:pt x="3516" y="14182"/>
                  </a:lnTo>
                  <a:lnTo>
                    <a:pt x="3793" y="14241"/>
                  </a:lnTo>
                  <a:lnTo>
                    <a:pt x="4069" y="14281"/>
                  </a:lnTo>
                  <a:lnTo>
                    <a:pt x="4563" y="14320"/>
                  </a:lnTo>
                  <a:lnTo>
                    <a:pt x="4780" y="14320"/>
                  </a:lnTo>
                  <a:lnTo>
                    <a:pt x="5017" y="14301"/>
                  </a:lnTo>
                  <a:lnTo>
                    <a:pt x="5235" y="14281"/>
                  </a:lnTo>
                  <a:lnTo>
                    <a:pt x="5452" y="14241"/>
                  </a:lnTo>
                  <a:lnTo>
                    <a:pt x="5669" y="14162"/>
                  </a:lnTo>
                  <a:lnTo>
                    <a:pt x="5886" y="14103"/>
                  </a:lnTo>
                  <a:lnTo>
                    <a:pt x="6104" y="14004"/>
                  </a:lnTo>
                  <a:lnTo>
                    <a:pt x="6301" y="13905"/>
                  </a:lnTo>
                  <a:lnTo>
                    <a:pt x="6499" y="13787"/>
                  </a:lnTo>
                  <a:lnTo>
                    <a:pt x="6696" y="13649"/>
                  </a:lnTo>
                  <a:lnTo>
                    <a:pt x="6894" y="13510"/>
                  </a:lnTo>
                  <a:lnTo>
                    <a:pt x="7072" y="13352"/>
                  </a:lnTo>
                  <a:lnTo>
                    <a:pt x="7249" y="13194"/>
                  </a:lnTo>
                  <a:lnTo>
                    <a:pt x="7407" y="13017"/>
                  </a:lnTo>
                  <a:lnTo>
                    <a:pt x="7565" y="12819"/>
                  </a:lnTo>
                  <a:lnTo>
                    <a:pt x="7723" y="12622"/>
                  </a:lnTo>
                  <a:lnTo>
                    <a:pt x="8079" y="12128"/>
                  </a:lnTo>
                  <a:lnTo>
                    <a:pt x="8514" y="11456"/>
                  </a:lnTo>
                  <a:lnTo>
                    <a:pt x="8988" y="10646"/>
                  </a:lnTo>
                  <a:lnTo>
                    <a:pt x="9481" y="9738"/>
                  </a:lnTo>
                  <a:lnTo>
                    <a:pt x="9955" y="8809"/>
                  </a:lnTo>
                  <a:lnTo>
                    <a:pt x="10173" y="8335"/>
                  </a:lnTo>
                  <a:lnTo>
                    <a:pt x="10370" y="7881"/>
                  </a:lnTo>
                  <a:lnTo>
                    <a:pt x="10548" y="7427"/>
                  </a:lnTo>
                  <a:lnTo>
                    <a:pt x="10706" y="6992"/>
                  </a:lnTo>
                  <a:lnTo>
                    <a:pt x="10825" y="6577"/>
                  </a:lnTo>
                  <a:lnTo>
                    <a:pt x="10923" y="6202"/>
                  </a:lnTo>
                  <a:lnTo>
                    <a:pt x="10983" y="5847"/>
                  </a:lnTo>
                  <a:lnTo>
                    <a:pt x="11022" y="5491"/>
                  </a:lnTo>
                  <a:lnTo>
                    <a:pt x="11062" y="5155"/>
                  </a:lnTo>
                  <a:lnTo>
                    <a:pt x="11081" y="4839"/>
                  </a:lnTo>
                  <a:lnTo>
                    <a:pt x="11081" y="4523"/>
                  </a:lnTo>
                  <a:lnTo>
                    <a:pt x="11062" y="4227"/>
                  </a:lnTo>
                  <a:lnTo>
                    <a:pt x="11022" y="3950"/>
                  </a:lnTo>
                  <a:lnTo>
                    <a:pt x="10983" y="3674"/>
                  </a:lnTo>
                  <a:lnTo>
                    <a:pt x="10923" y="3397"/>
                  </a:lnTo>
                  <a:lnTo>
                    <a:pt x="10844" y="3141"/>
                  </a:lnTo>
                  <a:lnTo>
                    <a:pt x="10745" y="2904"/>
                  </a:lnTo>
                  <a:lnTo>
                    <a:pt x="10627" y="2647"/>
                  </a:lnTo>
                  <a:lnTo>
                    <a:pt x="10489" y="2410"/>
                  </a:lnTo>
                  <a:lnTo>
                    <a:pt x="10331" y="2192"/>
                  </a:lnTo>
                  <a:lnTo>
                    <a:pt x="10153" y="1955"/>
                  </a:lnTo>
                  <a:lnTo>
                    <a:pt x="9975" y="1738"/>
                  </a:lnTo>
                  <a:lnTo>
                    <a:pt x="9541" y="1323"/>
                  </a:lnTo>
                  <a:lnTo>
                    <a:pt x="9106" y="948"/>
                  </a:lnTo>
                  <a:lnTo>
                    <a:pt x="8869" y="770"/>
                  </a:lnTo>
                  <a:lnTo>
                    <a:pt x="8632" y="612"/>
                  </a:lnTo>
                  <a:lnTo>
                    <a:pt x="8415" y="474"/>
                  </a:lnTo>
                  <a:lnTo>
                    <a:pt x="8178" y="356"/>
                  </a:lnTo>
                  <a:lnTo>
                    <a:pt x="7941" y="237"/>
                  </a:lnTo>
                  <a:lnTo>
                    <a:pt x="7723" y="158"/>
                  </a:lnTo>
                  <a:lnTo>
                    <a:pt x="7506" y="79"/>
                  </a:lnTo>
                  <a:lnTo>
                    <a:pt x="7289" y="40"/>
                  </a:lnTo>
                  <a:lnTo>
                    <a:pt x="709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 name="Google Shape;2382;p9"/>
            <p:cNvSpPr/>
            <p:nvPr/>
          </p:nvSpPr>
          <p:spPr>
            <a:xfrm>
              <a:off x="-1298325" y="3095150"/>
              <a:ext cx="417775" cy="434075"/>
            </a:xfrm>
            <a:custGeom>
              <a:rect b="b" l="l" r="r" t="t"/>
              <a:pathLst>
                <a:path extrusionOk="0" h="17363" w="16711">
                  <a:moveTo>
                    <a:pt x="6973" y="0"/>
                  </a:moveTo>
                  <a:lnTo>
                    <a:pt x="6519" y="40"/>
                  </a:lnTo>
                  <a:lnTo>
                    <a:pt x="6084" y="119"/>
                  </a:lnTo>
                  <a:lnTo>
                    <a:pt x="5630" y="218"/>
                  </a:lnTo>
                  <a:lnTo>
                    <a:pt x="5196" y="356"/>
                  </a:lnTo>
                  <a:lnTo>
                    <a:pt x="4781" y="514"/>
                  </a:lnTo>
                  <a:lnTo>
                    <a:pt x="4366" y="711"/>
                  </a:lnTo>
                  <a:lnTo>
                    <a:pt x="3971" y="929"/>
                  </a:lnTo>
                  <a:lnTo>
                    <a:pt x="3596" y="1166"/>
                  </a:lnTo>
                  <a:lnTo>
                    <a:pt x="3240" y="1442"/>
                  </a:lnTo>
                  <a:lnTo>
                    <a:pt x="2904" y="1739"/>
                  </a:lnTo>
                  <a:lnTo>
                    <a:pt x="2588" y="2055"/>
                  </a:lnTo>
                  <a:lnTo>
                    <a:pt x="2292" y="2390"/>
                  </a:lnTo>
                  <a:lnTo>
                    <a:pt x="1996" y="2766"/>
                  </a:lnTo>
                  <a:lnTo>
                    <a:pt x="1719" y="3161"/>
                  </a:lnTo>
                  <a:lnTo>
                    <a:pt x="1443" y="3575"/>
                  </a:lnTo>
                  <a:lnTo>
                    <a:pt x="1206" y="4010"/>
                  </a:lnTo>
                  <a:lnTo>
                    <a:pt x="969" y="4445"/>
                  </a:lnTo>
                  <a:lnTo>
                    <a:pt x="751" y="4899"/>
                  </a:lnTo>
                  <a:lnTo>
                    <a:pt x="574" y="5353"/>
                  </a:lnTo>
                  <a:lnTo>
                    <a:pt x="396" y="5807"/>
                  </a:lnTo>
                  <a:lnTo>
                    <a:pt x="258" y="6282"/>
                  </a:lnTo>
                  <a:lnTo>
                    <a:pt x="159" y="6756"/>
                  </a:lnTo>
                  <a:lnTo>
                    <a:pt x="80" y="7210"/>
                  </a:lnTo>
                  <a:lnTo>
                    <a:pt x="20" y="7664"/>
                  </a:lnTo>
                  <a:lnTo>
                    <a:pt x="1" y="8118"/>
                  </a:lnTo>
                  <a:lnTo>
                    <a:pt x="20" y="8553"/>
                  </a:lnTo>
                  <a:lnTo>
                    <a:pt x="60" y="8751"/>
                  </a:lnTo>
                  <a:lnTo>
                    <a:pt x="99" y="8968"/>
                  </a:lnTo>
                  <a:lnTo>
                    <a:pt x="159" y="9185"/>
                  </a:lnTo>
                  <a:lnTo>
                    <a:pt x="238" y="9402"/>
                  </a:lnTo>
                  <a:lnTo>
                    <a:pt x="337" y="9620"/>
                  </a:lnTo>
                  <a:lnTo>
                    <a:pt x="435" y="9837"/>
                  </a:lnTo>
                  <a:lnTo>
                    <a:pt x="692" y="10271"/>
                  </a:lnTo>
                  <a:lnTo>
                    <a:pt x="1008" y="10686"/>
                  </a:lnTo>
                  <a:lnTo>
                    <a:pt x="1344" y="11121"/>
                  </a:lnTo>
                  <a:lnTo>
                    <a:pt x="1719" y="11536"/>
                  </a:lnTo>
                  <a:lnTo>
                    <a:pt x="2134" y="11950"/>
                  </a:lnTo>
                  <a:lnTo>
                    <a:pt x="2568" y="12345"/>
                  </a:lnTo>
                  <a:lnTo>
                    <a:pt x="3023" y="12740"/>
                  </a:lnTo>
                  <a:lnTo>
                    <a:pt x="3477" y="13116"/>
                  </a:lnTo>
                  <a:lnTo>
                    <a:pt x="3931" y="13491"/>
                  </a:lnTo>
                  <a:lnTo>
                    <a:pt x="4840" y="14182"/>
                  </a:lnTo>
                  <a:lnTo>
                    <a:pt x="5670" y="14795"/>
                  </a:lnTo>
                  <a:lnTo>
                    <a:pt x="7131" y="15861"/>
                  </a:lnTo>
                  <a:lnTo>
                    <a:pt x="8277" y="16711"/>
                  </a:lnTo>
                  <a:lnTo>
                    <a:pt x="8731" y="17027"/>
                  </a:lnTo>
                  <a:lnTo>
                    <a:pt x="9067" y="17244"/>
                  </a:lnTo>
                  <a:lnTo>
                    <a:pt x="9304" y="17362"/>
                  </a:lnTo>
                  <a:lnTo>
                    <a:pt x="9403" y="17362"/>
                  </a:lnTo>
                  <a:lnTo>
                    <a:pt x="11161" y="14360"/>
                  </a:lnTo>
                  <a:lnTo>
                    <a:pt x="12504" y="12049"/>
                  </a:lnTo>
                  <a:lnTo>
                    <a:pt x="13709" y="9995"/>
                  </a:lnTo>
                  <a:lnTo>
                    <a:pt x="14933" y="7921"/>
                  </a:lnTo>
                  <a:lnTo>
                    <a:pt x="16711" y="4919"/>
                  </a:lnTo>
                  <a:lnTo>
                    <a:pt x="15822" y="4326"/>
                  </a:lnTo>
                  <a:lnTo>
                    <a:pt x="13847" y="3062"/>
                  </a:lnTo>
                  <a:lnTo>
                    <a:pt x="12682" y="2331"/>
                  </a:lnTo>
                  <a:lnTo>
                    <a:pt x="11516" y="1620"/>
                  </a:lnTo>
                  <a:lnTo>
                    <a:pt x="10450" y="988"/>
                  </a:lnTo>
                  <a:lnTo>
                    <a:pt x="9975" y="731"/>
                  </a:lnTo>
                  <a:lnTo>
                    <a:pt x="9561" y="514"/>
                  </a:lnTo>
                  <a:lnTo>
                    <a:pt x="9146" y="336"/>
                  </a:lnTo>
                  <a:lnTo>
                    <a:pt x="8731" y="198"/>
                  </a:lnTo>
                  <a:lnTo>
                    <a:pt x="8297" y="99"/>
                  </a:lnTo>
                  <a:lnTo>
                    <a:pt x="7862" y="40"/>
                  </a:lnTo>
                  <a:lnTo>
                    <a:pt x="74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9"/>
            <p:cNvSpPr/>
            <p:nvPr/>
          </p:nvSpPr>
          <p:spPr>
            <a:xfrm>
              <a:off x="-880575" y="3218100"/>
              <a:ext cx="25" cy="25"/>
            </a:xfrm>
            <a:custGeom>
              <a:rect b="b" l="l" r="r" t="t"/>
              <a:pathLst>
                <a:path extrusionOk="0" h="1" w="1">
                  <a:moveTo>
                    <a:pt x="1" y="1"/>
                  </a:moveTo>
                  <a:lnTo>
                    <a:pt x="1" y="1"/>
                  </a:lnTo>
                  <a:lnTo>
                    <a:pt x="1" y="1"/>
                  </a:lnTo>
                  <a:lnTo>
                    <a:pt x="1" y="1"/>
                  </a:lnTo>
                  <a:lnTo>
                    <a:pt x="1" y="1"/>
                  </a:lnTo>
                  <a:lnTo>
                    <a:pt x="1" y="1"/>
                  </a:lnTo>
                  <a:lnTo>
                    <a:pt x="1" y="1"/>
                  </a:lnTo>
                  <a:close/>
                </a:path>
              </a:pathLst>
            </a:custGeom>
            <a:solidFill>
              <a:srgbClr val="E6A4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
            <p:cNvSpPr/>
            <p:nvPr/>
          </p:nvSpPr>
          <p:spPr>
            <a:xfrm>
              <a:off x="-1510150" y="3967200"/>
              <a:ext cx="345675" cy="325450"/>
            </a:xfrm>
            <a:custGeom>
              <a:rect b="b" l="l" r="r" t="t"/>
              <a:pathLst>
                <a:path extrusionOk="0" h="13018" w="13827">
                  <a:moveTo>
                    <a:pt x="3872" y="1"/>
                  </a:moveTo>
                  <a:lnTo>
                    <a:pt x="3259" y="1047"/>
                  </a:lnTo>
                  <a:lnTo>
                    <a:pt x="1896" y="3378"/>
                  </a:lnTo>
                  <a:lnTo>
                    <a:pt x="1185" y="4623"/>
                  </a:lnTo>
                  <a:lnTo>
                    <a:pt x="573" y="5748"/>
                  </a:lnTo>
                  <a:lnTo>
                    <a:pt x="138" y="6558"/>
                  </a:lnTo>
                  <a:lnTo>
                    <a:pt x="20" y="6815"/>
                  </a:lnTo>
                  <a:lnTo>
                    <a:pt x="0" y="6894"/>
                  </a:lnTo>
                  <a:lnTo>
                    <a:pt x="0" y="6934"/>
                  </a:lnTo>
                  <a:lnTo>
                    <a:pt x="20" y="6973"/>
                  </a:lnTo>
                  <a:lnTo>
                    <a:pt x="119" y="7052"/>
                  </a:lnTo>
                  <a:lnTo>
                    <a:pt x="494" y="7289"/>
                  </a:lnTo>
                  <a:lnTo>
                    <a:pt x="1758" y="8040"/>
                  </a:lnTo>
                  <a:lnTo>
                    <a:pt x="3536" y="9047"/>
                  </a:lnTo>
                  <a:lnTo>
                    <a:pt x="5570" y="10193"/>
                  </a:lnTo>
                  <a:lnTo>
                    <a:pt x="7624" y="11299"/>
                  </a:lnTo>
                  <a:lnTo>
                    <a:pt x="8572" y="11793"/>
                  </a:lnTo>
                  <a:lnTo>
                    <a:pt x="9442" y="12227"/>
                  </a:lnTo>
                  <a:lnTo>
                    <a:pt x="10172" y="12583"/>
                  </a:lnTo>
                  <a:lnTo>
                    <a:pt x="10745" y="12839"/>
                  </a:lnTo>
                  <a:lnTo>
                    <a:pt x="11140" y="12997"/>
                  </a:lnTo>
                  <a:lnTo>
                    <a:pt x="11259" y="13017"/>
                  </a:lnTo>
                  <a:lnTo>
                    <a:pt x="11318" y="13017"/>
                  </a:lnTo>
                  <a:lnTo>
                    <a:pt x="11397" y="12859"/>
                  </a:lnTo>
                  <a:lnTo>
                    <a:pt x="11516" y="12563"/>
                  </a:lnTo>
                  <a:lnTo>
                    <a:pt x="11832" y="11556"/>
                  </a:lnTo>
                  <a:lnTo>
                    <a:pt x="12246" y="10193"/>
                  </a:lnTo>
                  <a:lnTo>
                    <a:pt x="12681" y="8672"/>
                  </a:lnTo>
                  <a:lnTo>
                    <a:pt x="13491" y="5827"/>
                  </a:lnTo>
                  <a:lnTo>
                    <a:pt x="13827" y="4544"/>
                  </a:lnTo>
                  <a:lnTo>
                    <a:pt x="38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 name="Google Shape;2385;p9"/>
            <p:cNvSpPr/>
            <p:nvPr/>
          </p:nvSpPr>
          <p:spPr>
            <a:xfrm>
              <a:off x="-1914575" y="3337100"/>
              <a:ext cx="321475" cy="387675"/>
            </a:xfrm>
            <a:custGeom>
              <a:rect b="b" l="l" r="r" t="t"/>
              <a:pathLst>
                <a:path extrusionOk="0" h="15507" w="12859">
                  <a:moveTo>
                    <a:pt x="8632" y="1"/>
                  </a:moveTo>
                  <a:lnTo>
                    <a:pt x="5985" y="1028"/>
                  </a:lnTo>
                  <a:lnTo>
                    <a:pt x="5017" y="1423"/>
                  </a:lnTo>
                  <a:lnTo>
                    <a:pt x="4978" y="1443"/>
                  </a:lnTo>
                  <a:lnTo>
                    <a:pt x="4859" y="1482"/>
                  </a:lnTo>
                  <a:lnTo>
                    <a:pt x="4820" y="1502"/>
                  </a:lnTo>
                  <a:lnTo>
                    <a:pt x="4780" y="1502"/>
                  </a:lnTo>
                  <a:lnTo>
                    <a:pt x="4780" y="1522"/>
                  </a:lnTo>
                  <a:lnTo>
                    <a:pt x="4760" y="1522"/>
                  </a:lnTo>
                  <a:lnTo>
                    <a:pt x="4721" y="1542"/>
                  </a:lnTo>
                  <a:lnTo>
                    <a:pt x="4701" y="1542"/>
                  </a:lnTo>
                  <a:lnTo>
                    <a:pt x="4662" y="1561"/>
                  </a:lnTo>
                  <a:lnTo>
                    <a:pt x="4642" y="1561"/>
                  </a:lnTo>
                  <a:lnTo>
                    <a:pt x="3437" y="2055"/>
                  </a:lnTo>
                  <a:lnTo>
                    <a:pt x="2351" y="2509"/>
                  </a:lnTo>
                  <a:lnTo>
                    <a:pt x="1482" y="2885"/>
                  </a:lnTo>
                  <a:lnTo>
                    <a:pt x="1166" y="3043"/>
                  </a:lnTo>
                  <a:lnTo>
                    <a:pt x="948" y="3141"/>
                  </a:lnTo>
                  <a:lnTo>
                    <a:pt x="0" y="3695"/>
                  </a:lnTo>
                  <a:lnTo>
                    <a:pt x="534" y="4959"/>
                  </a:lnTo>
                  <a:lnTo>
                    <a:pt x="553" y="4978"/>
                  </a:lnTo>
                  <a:lnTo>
                    <a:pt x="1047" y="6164"/>
                  </a:lnTo>
                  <a:lnTo>
                    <a:pt x="1067" y="6183"/>
                  </a:lnTo>
                  <a:lnTo>
                    <a:pt x="1087" y="6243"/>
                  </a:lnTo>
                  <a:lnTo>
                    <a:pt x="1087" y="6262"/>
                  </a:lnTo>
                  <a:lnTo>
                    <a:pt x="1106" y="6282"/>
                  </a:lnTo>
                  <a:lnTo>
                    <a:pt x="3358" y="11516"/>
                  </a:lnTo>
                  <a:lnTo>
                    <a:pt x="3733" y="12405"/>
                  </a:lnTo>
                  <a:lnTo>
                    <a:pt x="3733" y="12425"/>
                  </a:lnTo>
                  <a:lnTo>
                    <a:pt x="3753" y="12445"/>
                  </a:lnTo>
                  <a:lnTo>
                    <a:pt x="3832" y="12622"/>
                  </a:lnTo>
                  <a:lnTo>
                    <a:pt x="3832" y="12642"/>
                  </a:lnTo>
                  <a:lnTo>
                    <a:pt x="3832" y="12662"/>
                  </a:lnTo>
                  <a:lnTo>
                    <a:pt x="3852" y="12682"/>
                  </a:lnTo>
                  <a:lnTo>
                    <a:pt x="3852" y="12701"/>
                  </a:lnTo>
                  <a:lnTo>
                    <a:pt x="3872" y="12741"/>
                  </a:lnTo>
                  <a:lnTo>
                    <a:pt x="3891" y="12761"/>
                  </a:lnTo>
                  <a:lnTo>
                    <a:pt x="3911" y="12800"/>
                  </a:lnTo>
                  <a:lnTo>
                    <a:pt x="4741" y="14677"/>
                  </a:lnTo>
                  <a:lnTo>
                    <a:pt x="4997" y="15249"/>
                  </a:lnTo>
                  <a:lnTo>
                    <a:pt x="5136" y="15506"/>
                  </a:lnTo>
                  <a:lnTo>
                    <a:pt x="5175" y="15506"/>
                  </a:lnTo>
                  <a:lnTo>
                    <a:pt x="5274" y="15487"/>
                  </a:lnTo>
                  <a:lnTo>
                    <a:pt x="5412" y="15408"/>
                  </a:lnTo>
                  <a:lnTo>
                    <a:pt x="5570" y="15309"/>
                  </a:lnTo>
                  <a:lnTo>
                    <a:pt x="6025" y="15032"/>
                  </a:lnTo>
                  <a:lnTo>
                    <a:pt x="6578" y="14637"/>
                  </a:lnTo>
                  <a:lnTo>
                    <a:pt x="7921" y="13610"/>
                  </a:lnTo>
                  <a:lnTo>
                    <a:pt x="9422" y="12445"/>
                  </a:lnTo>
                  <a:lnTo>
                    <a:pt x="9442" y="12445"/>
                  </a:lnTo>
                  <a:lnTo>
                    <a:pt x="10291" y="11753"/>
                  </a:lnTo>
                  <a:lnTo>
                    <a:pt x="10331" y="11734"/>
                  </a:lnTo>
                  <a:lnTo>
                    <a:pt x="12859" y="9699"/>
                  </a:lnTo>
                  <a:lnTo>
                    <a:pt x="8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 name="Google Shape;2386;p9"/>
            <p:cNvSpPr/>
            <p:nvPr/>
          </p:nvSpPr>
          <p:spPr>
            <a:xfrm>
              <a:off x="-1617800" y="3222550"/>
              <a:ext cx="250375" cy="293825"/>
            </a:xfrm>
            <a:custGeom>
              <a:rect b="b" l="l" r="r" t="t"/>
              <a:pathLst>
                <a:path extrusionOk="0" h="11753" w="10015">
                  <a:moveTo>
                    <a:pt x="6222" y="0"/>
                  </a:moveTo>
                  <a:lnTo>
                    <a:pt x="1640" y="2252"/>
                  </a:lnTo>
                  <a:lnTo>
                    <a:pt x="0" y="3062"/>
                  </a:lnTo>
                  <a:lnTo>
                    <a:pt x="1087" y="5511"/>
                  </a:lnTo>
                  <a:lnTo>
                    <a:pt x="1126" y="5630"/>
                  </a:lnTo>
                  <a:lnTo>
                    <a:pt x="1146" y="5649"/>
                  </a:lnTo>
                  <a:lnTo>
                    <a:pt x="1166" y="5709"/>
                  </a:lnTo>
                  <a:lnTo>
                    <a:pt x="1659" y="6835"/>
                  </a:lnTo>
                  <a:lnTo>
                    <a:pt x="1719" y="6953"/>
                  </a:lnTo>
                  <a:lnTo>
                    <a:pt x="1778" y="7111"/>
                  </a:lnTo>
                  <a:lnTo>
                    <a:pt x="1837" y="7230"/>
                  </a:lnTo>
                  <a:lnTo>
                    <a:pt x="1975" y="7565"/>
                  </a:lnTo>
                  <a:lnTo>
                    <a:pt x="2114" y="7862"/>
                  </a:lnTo>
                  <a:lnTo>
                    <a:pt x="2133" y="7881"/>
                  </a:lnTo>
                  <a:lnTo>
                    <a:pt x="2153" y="7960"/>
                  </a:lnTo>
                  <a:lnTo>
                    <a:pt x="2153" y="7980"/>
                  </a:lnTo>
                  <a:lnTo>
                    <a:pt x="2212" y="8079"/>
                  </a:lnTo>
                  <a:lnTo>
                    <a:pt x="2212" y="8119"/>
                  </a:lnTo>
                  <a:lnTo>
                    <a:pt x="2232" y="8158"/>
                  </a:lnTo>
                  <a:lnTo>
                    <a:pt x="2252" y="8158"/>
                  </a:lnTo>
                  <a:lnTo>
                    <a:pt x="2410" y="8553"/>
                  </a:lnTo>
                  <a:lnTo>
                    <a:pt x="2430" y="8573"/>
                  </a:lnTo>
                  <a:lnTo>
                    <a:pt x="2509" y="8751"/>
                  </a:lnTo>
                  <a:lnTo>
                    <a:pt x="2528" y="8810"/>
                  </a:lnTo>
                  <a:lnTo>
                    <a:pt x="2825" y="9481"/>
                  </a:lnTo>
                  <a:lnTo>
                    <a:pt x="2864" y="9560"/>
                  </a:lnTo>
                  <a:lnTo>
                    <a:pt x="3812" y="11753"/>
                  </a:lnTo>
                  <a:lnTo>
                    <a:pt x="4326" y="11457"/>
                  </a:lnTo>
                  <a:lnTo>
                    <a:pt x="6321" y="10271"/>
                  </a:lnTo>
                  <a:lnTo>
                    <a:pt x="10014" y="8059"/>
                  </a:lnTo>
                  <a:lnTo>
                    <a:pt x="622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 name="Google Shape;2387;p9"/>
            <p:cNvSpPr/>
            <p:nvPr/>
          </p:nvSpPr>
          <p:spPr>
            <a:xfrm>
              <a:off x="-1048450" y="3187975"/>
              <a:ext cx="209875" cy="360025"/>
            </a:xfrm>
            <a:custGeom>
              <a:rect b="b" l="l" r="r" t="t"/>
              <a:pathLst>
                <a:path extrusionOk="0" h="14401" w="8395">
                  <a:moveTo>
                    <a:pt x="8237" y="1"/>
                  </a:moveTo>
                  <a:lnTo>
                    <a:pt x="8197" y="40"/>
                  </a:lnTo>
                  <a:lnTo>
                    <a:pt x="8099" y="139"/>
                  </a:lnTo>
                  <a:lnTo>
                    <a:pt x="7822" y="574"/>
                  </a:lnTo>
                  <a:lnTo>
                    <a:pt x="7388" y="1245"/>
                  </a:lnTo>
                  <a:lnTo>
                    <a:pt x="6854" y="2134"/>
                  </a:lnTo>
                  <a:lnTo>
                    <a:pt x="5531" y="4346"/>
                  </a:lnTo>
                  <a:lnTo>
                    <a:pt x="4030" y="6894"/>
                  </a:lnTo>
                  <a:lnTo>
                    <a:pt x="1264" y="11654"/>
                  </a:lnTo>
                  <a:lnTo>
                    <a:pt x="0" y="13807"/>
                  </a:lnTo>
                  <a:lnTo>
                    <a:pt x="257" y="14400"/>
                  </a:lnTo>
                  <a:lnTo>
                    <a:pt x="8375" y="179"/>
                  </a:lnTo>
                  <a:lnTo>
                    <a:pt x="8395" y="159"/>
                  </a:lnTo>
                  <a:lnTo>
                    <a:pt x="8395" y="100"/>
                  </a:lnTo>
                  <a:lnTo>
                    <a:pt x="8375" y="80"/>
                  </a:lnTo>
                  <a:lnTo>
                    <a:pt x="8355" y="40"/>
                  </a:lnTo>
                  <a:lnTo>
                    <a:pt x="8316" y="20"/>
                  </a:lnTo>
                  <a:lnTo>
                    <a:pt x="823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 name="Google Shape;2388;p9"/>
            <p:cNvSpPr/>
            <p:nvPr/>
          </p:nvSpPr>
          <p:spPr>
            <a:xfrm>
              <a:off x="-1273625" y="3541050"/>
              <a:ext cx="185200" cy="231625"/>
            </a:xfrm>
            <a:custGeom>
              <a:rect b="b" l="l" r="r" t="t"/>
              <a:pathLst>
                <a:path extrusionOk="0" h="9265" w="7408">
                  <a:moveTo>
                    <a:pt x="6242" y="0"/>
                  </a:moveTo>
                  <a:lnTo>
                    <a:pt x="6084" y="20"/>
                  </a:lnTo>
                  <a:lnTo>
                    <a:pt x="5906" y="60"/>
                  </a:lnTo>
                  <a:lnTo>
                    <a:pt x="5728" y="119"/>
                  </a:lnTo>
                  <a:lnTo>
                    <a:pt x="5531" y="198"/>
                  </a:lnTo>
                  <a:lnTo>
                    <a:pt x="5096" y="376"/>
                  </a:lnTo>
                  <a:lnTo>
                    <a:pt x="4662" y="633"/>
                  </a:lnTo>
                  <a:lnTo>
                    <a:pt x="4543" y="692"/>
                  </a:lnTo>
                  <a:lnTo>
                    <a:pt x="4148" y="949"/>
                  </a:lnTo>
                  <a:lnTo>
                    <a:pt x="3733" y="1225"/>
                  </a:lnTo>
                  <a:lnTo>
                    <a:pt x="3299" y="1541"/>
                  </a:lnTo>
                  <a:lnTo>
                    <a:pt x="2884" y="1877"/>
                  </a:lnTo>
                  <a:lnTo>
                    <a:pt x="2627" y="2094"/>
                  </a:lnTo>
                  <a:lnTo>
                    <a:pt x="2371" y="2331"/>
                  </a:lnTo>
                  <a:lnTo>
                    <a:pt x="2134" y="2568"/>
                  </a:lnTo>
                  <a:lnTo>
                    <a:pt x="1916" y="2805"/>
                  </a:lnTo>
                  <a:lnTo>
                    <a:pt x="1719" y="3062"/>
                  </a:lnTo>
                  <a:lnTo>
                    <a:pt x="1521" y="3319"/>
                  </a:lnTo>
                  <a:lnTo>
                    <a:pt x="1166" y="3832"/>
                  </a:lnTo>
                  <a:lnTo>
                    <a:pt x="869" y="4346"/>
                  </a:lnTo>
                  <a:lnTo>
                    <a:pt x="593" y="4860"/>
                  </a:lnTo>
                  <a:lnTo>
                    <a:pt x="395" y="5353"/>
                  </a:lnTo>
                  <a:lnTo>
                    <a:pt x="218" y="5847"/>
                  </a:lnTo>
                  <a:lnTo>
                    <a:pt x="139" y="6104"/>
                  </a:lnTo>
                  <a:lnTo>
                    <a:pt x="99" y="6361"/>
                  </a:lnTo>
                  <a:lnTo>
                    <a:pt x="60" y="6637"/>
                  </a:lnTo>
                  <a:lnTo>
                    <a:pt x="20" y="6914"/>
                  </a:lnTo>
                  <a:lnTo>
                    <a:pt x="0" y="7487"/>
                  </a:lnTo>
                  <a:lnTo>
                    <a:pt x="20" y="8040"/>
                  </a:lnTo>
                  <a:lnTo>
                    <a:pt x="60" y="8514"/>
                  </a:lnTo>
                  <a:lnTo>
                    <a:pt x="99" y="8909"/>
                  </a:lnTo>
                  <a:lnTo>
                    <a:pt x="139" y="9264"/>
                  </a:lnTo>
                  <a:lnTo>
                    <a:pt x="909" y="8652"/>
                  </a:lnTo>
                  <a:lnTo>
                    <a:pt x="1699" y="8020"/>
                  </a:lnTo>
                  <a:lnTo>
                    <a:pt x="2588" y="7289"/>
                  </a:lnTo>
                  <a:lnTo>
                    <a:pt x="3477" y="6519"/>
                  </a:lnTo>
                  <a:lnTo>
                    <a:pt x="3891" y="6163"/>
                  </a:lnTo>
                  <a:lnTo>
                    <a:pt x="4247" y="5827"/>
                  </a:lnTo>
                  <a:lnTo>
                    <a:pt x="4563" y="5511"/>
                  </a:lnTo>
                  <a:lnTo>
                    <a:pt x="4780" y="5255"/>
                  </a:lnTo>
                  <a:lnTo>
                    <a:pt x="4919" y="5057"/>
                  </a:lnTo>
                  <a:lnTo>
                    <a:pt x="4958" y="4978"/>
                  </a:lnTo>
                  <a:lnTo>
                    <a:pt x="4958" y="4919"/>
                  </a:lnTo>
                  <a:lnTo>
                    <a:pt x="4938" y="4721"/>
                  </a:lnTo>
                  <a:lnTo>
                    <a:pt x="4938" y="4524"/>
                  </a:lnTo>
                  <a:lnTo>
                    <a:pt x="4958" y="4346"/>
                  </a:lnTo>
                  <a:lnTo>
                    <a:pt x="5017" y="4168"/>
                  </a:lnTo>
                  <a:lnTo>
                    <a:pt x="5116" y="3990"/>
                  </a:lnTo>
                  <a:lnTo>
                    <a:pt x="5215" y="3852"/>
                  </a:lnTo>
                  <a:lnTo>
                    <a:pt x="5333" y="3694"/>
                  </a:lnTo>
                  <a:lnTo>
                    <a:pt x="5452" y="3556"/>
                  </a:lnTo>
                  <a:lnTo>
                    <a:pt x="5768" y="3279"/>
                  </a:lnTo>
                  <a:lnTo>
                    <a:pt x="6084" y="3042"/>
                  </a:lnTo>
                  <a:lnTo>
                    <a:pt x="6400" y="2805"/>
                  </a:lnTo>
                  <a:lnTo>
                    <a:pt x="6696" y="2568"/>
                  </a:lnTo>
                  <a:lnTo>
                    <a:pt x="6914" y="2371"/>
                  </a:lnTo>
                  <a:lnTo>
                    <a:pt x="7072" y="2173"/>
                  </a:lnTo>
                  <a:lnTo>
                    <a:pt x="7210" y="1976"/>
                  </a:lnTo>
                  <a:lnTo>
                    <a:pt x="7309" y="1778"/>
                  </a:lnTo>
                  <a:lnTo>
                    <a:pt x="7368" y="1581"/>
                  </a:lnTo>
                  <a:lnTo>
                    <a:pt x="7407" y="1383"/>
                  </a:lnTo>
                  <a:lnTo>
                    <a:pt x="7407" y="1205"/>
                  </a:lnTo>
                  <a:lnTo>
                    <a:pt x="7388" y="1008"/>
                  </a:lnTo>
                  <a:lnTo>
                    <a:pt x="7348" y="850"/>
                  </a:lnTo>
                  <a:lnTo>
                    <a:pt x="7269" y="672"/>
                  </a:lnTo>
                  <a:lnTo>
                    <a:pt x="7190" y="534"/>
                  </a:lnTo>
                  <a:lnTo>
                    <a:pt x="7091" y="396"/>
                  </a:lnTo>
                  <a:lnTo>
                    <a:pt x="6993" y="277"/>
                  </a:lnTo>
                  <a:lnTo>
                    <a:pt x="6874" y="178"/>
                  </a:lnTo>
                  <a:lnTo>
                    <a:pt x="6756" y="99"/>
                  </a:lnTo>
                  <a:lnTo>
                    <a:pt x="6617" y="40"/>
                  </a:lnTo>
                  <a:lnTo>
                    <a:pt x="6479"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 name="Google Shape;2389;p9"/>
            <p:cNvSpPr/>
            <p:nvPr/>
          </p:nvSpPr>
          <p:spPr>
            <a:xfrm>
              <a:off x="-1191650" y="3522275"/>
              <a:ext cx="165925" cy="240025"/>
            </a:xfrm>
            <a:custGeom>
              <a:rect b="b" l="l" r="r" t="t"/>
              <a:pathLst>
                <a:path extrusionOk="0" h="9601" w="6637">
                  <a:moveTo>
                    <a:pt x="5570" y="1"/>
                  </a:moveTo>
                  <a:lnTo>
                    <a:pt x="5531" y="21"/>
                  </a:lnTo>
                  <a:lnTo>
                    <a:pt x="5412" y="119"/>
                  </a:lnTo>
                  <a:lnTo>
                    <a:pt x="5215" y="396"/>
                  </a:lnTo>
                  <a:lnTo>
                    <a:pt x="4543" y="1344"/>
                  </a:lnTo>
                  <a:lnTo>
                    <a:pt x="3654" y="2667"/>
                  </a:lnTo>
                  <a:lnTo>
                    <a:pt x="2667" y="4208"/>
                  </a:lnTo>
                  <a:lnTo>
                    <a:pt x="1679" y="5749"/>
                  </a:lnTo>
                  <a:lnTo>
                    <a:pt x="830" y="7131"/>
                  </a:lnTo>
                  <a:lnTo>
                    <a:pt x="237" y="8159"/>
                  </a:lnTo>
                  <a:lnTo>
                    <a:pt x="59" y="8475"/>
                  </a:lnTo>
                  <a:lnTo>
                    <a:pt x="20" y="8573"/>
                  </a:lnTo>
                  <a:lnTo>
                    <a:pt x="0" y="8652"/>
                  </a:lnTo>
                  <a:lnTo>
                    <a:pt x="20" y="8731"/>
                  </a:lnTo>
                  <a:lnTo>
                    <a:pt x="40" y="8810"/>
                  </a:lnTo>
                  <a:lnTo>
                    <a:pt x="79" y="8889"/>
                  </a:lnTo>
                  <a:lnTo>
                    <a:pt x="138" y="8968"/>
                  </a:lnTo>
                  <a:lnTo>
                    <a:pt x="296" y="9126"/>
                  </a:lnTo>
                  <a:lnTo>
                    <a:pt x="474" y="9265"/>
                  </a:lnTo>
                  <a:lnTo>
                    <a:pt x="672" y="9383"/>
                  </a:lnTo>
                  <a:lnTo>
                    <a:pt x="869" y="9482"/>
                  </a:lnTo>
                  <a:lnTo>
                    <a:pt x="1027" y="9561"/>
                  </a:lnTo>
                  <a:lnTo>
                    <a:pt x="1146" y="9600"/>
                  </a:lnTo>
                  <a:lnTo>
                    <a:pt x="1185" y="9581"/>
                  </a:lnTo>
                  <a:lnTo>
                    <a:pt x="1264" y="9521"/>
                  </a:lnTo>
                  <a:lnTo>
                    <a:pt x="1462" y="9265"/>
                  </a:lnTo>
                  <a:lnTo>
                    <a:pt x="1738" y="8870"/>
                  </a:lnTo>
                  <a:lnTo>
                    <a:pt x="2094" y="8336"/>
                  </a:lnTo>
                  <a:lnTo>
                    <a:pt x="2963" y="6993"/>
                  </a:lnTo>
                  <a:lnTo>
                    <a:pt x="3931" y="5433"/>
                  </a:lnTo>
                  <a:lnTo>
                    <a:pt x="4899" y="3853"/>
                  </a:lnTo>
                  <a:lnTo>
                    <a:pt x="5748" y="2450"/>
                  </a:lnTo>
                  <a:lnTo>
                    <a:pt x="6360" y="1423"/>
                  </a:lnTo>
                  <a:lnTo>
                    <a:pt x="6617" y="929"/>
                  </a:lnTo>
                  <a:lnTo>
                    <a:pt x="6637" y="870"/>
                  </a:lnTo>
                  <a:lnTo>
                    <a:pt x="6617" y="791"/>
                  </a:lnTo>
                  <a:lnTo>
                    <a:pt x="6578" y="712"/>
                  </a:lnTo>
                  <a:lnTo>
                    <a:pt x="6538" y="633"/>
                  </a:lnTo>
                  <a:lnTo>
                    <a:pt x="6380" y="455"/>
                  </a:lnTo>
                  <a:lnTo>
                    <a:pt x="6202" y="317"/>
                  </a:lnTo>
                  <a:lnTo>
                    <a:pt x="5985" y="179"/>
                  </a:lnTo>
                  <a:lnTo>
                    <a:pt x="5788" y="80"/>
                  </a:lnTo>
                  <a:lnTo>
                    <a:pt x="5629" y="21"/>
                  </a:lnTo>
                  <a:lnTo>
                    <a:pt x="557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 name="Google Shape;2390;p9"/>
            <p:cNvSpPr/>
            <p:nvPr/>
          </p:nvSpPr>
          <p:spPr>
            <a:xfrm>
              <a:off x="-1258325" y="3556850"/>
              <a:ext cx="279025" cy="311125"/>
            </a:xfrm>
            <a:custGeom>
              <a:rect b="b" l="l" r="r" t="t"/>
              <a:pathLst>
                <a:path extrusionOk="0" h="12445" w="11161">
                  <a:moveTo>
                    <a:pt x="9087" y="1"/>
                  </a:moveTo>
                  <a:lnTo>
                    <a:pt x="9008" y="40"/>
                  </a:lnTo>
                  <a:lnTo>
                    <a:pt x="8948" y="60"/>
                  </a:lnTo>
                  <a:lnTo>
                    <a:pt x="8850" y="159"/>
                  </a:lnTo>
                  <a:lnTo>
                    <a:pt x="8751" y="257"/>
                  </a:lnTo>
                  <a:lnTo>
                    <a:pt x="8692" y="376"/>
                  </a:lnTo>
                  <a:lnTo>
                    <a:pt x="8632" y="514"/>
                  </a:lnTo>
                  <a:lnTo>
                    <a:pt x="8514" y="810"/>
                  </a:lnTo>
                  <a:lnTo>
                    <a:pt x="8375" y="1146"/>
                  </a:lnTo>
                  <a:lnTo>
                    <a:pt x="8138" y="1640"/>
                  </a:lnTo>
                  <a:lnTo>
                    <a:pt x="7822" y="2252"/>
                  </a:lnTo>
                  <a:lnTo>
                    <a:pt x="7487" y="2805"/>
                  </a:lnTo>
                  <a:lnTo>
                    <a:pt x="7348" y="3003"/>
                  </a:lnTo>
                  <a:lnTo>
                    <a:pt x="7269" y="3121"/>
                  </a:lnTo>
                  <a:lnTo>
                    <a:pt x="7092" y="3279"/>
                  </a:lnTo>
                  <a:lnTo>
                    <a:pt x="6855" y="3437"/>
                  </a:lnTo>
                  <a:lnTo>
                    <a:pt x="6558" y="3615"/>
                  </a:lnTo>
                  <a:lnTo>
                    <a:pt x="6163" y="3813"/>
                  </a:lnTo>
                  <a:lnTo>
                    <a:pt x="5827" y="3951"/>
                  </a:lnTo>
                  <a:lnTo>
                    <a:pt x="5551" y="4030"/>
                  </a:lnTo>
                  <a:lnTo>
                    <a:pt x="5294" y="4089"/>
                  </a:lnTo>
                  <a:lnTo>
                    <a:pt x="5097" y="4109"/>
                  </a:lnTo>
                  <a:lnTo>
                    <a:pt x="4919" y="4089"/>
                  </a:lnTo>
                  <a:lnTo>
                    <a:pt x="4781" y="4050"/>
                  </a:lnTo>
                  <a:lnTo>
                    <a:pt x="4662" y="3990"/>
                  </a:lnTo>
                  <a:lnTo>
                    <a:pt x="4583" y="3931"/>
                  </a:lnTo>
                  <a:lnTo>
                    <a:pt x="4504" y="3852"/>
                  </a:lnTo>
                  <a:lnTo>
                    <a:pt x="4465" y="3773"/>
                  </a:lnTo>
                  <a:lnTo>
                    <a:pt x="4445" y="3674"/>
                  </a:lnTo>
                  <a:lnTo>
                    <a:pt x="4425" y="3595"/>
                  </a:lnTo>
                  <a:lnTo>
                    <a:pt x="4405" y="3477"/>
                  </a:lnTo>
                  <a:lnTo>
                    <a:pt x="4425" y="3418"/>
                  </a:lnTo>
                  <a:lnTo>
                    <a:pt x="2233" y="5610"/>
                  </a:lnTo>
                  <a:lnTo>
                    <a:pt x="731" y="7151"/>
                  </a:lnTo>
                  <a:lnTo>
                    <a:pt x="218" y="7684"/>
                  </a:lnTo>
                  <a:lnTo>
                    <a:pt x="60" y="7862"/>
                  </a:lnTo>
                  <a:lnTo>
                    <a:pt x="1" y="7941"/>
                  </a:lnTo>
                  <a:lnTo>
                    <a:pt x="1" y="7961"/>
                  </a:lnTo>
                  <a:lnTo>
                    <a:pt x="40" y="8020"/>
                  </a:lnTo>
                  <a:lnTo>
                    <a:pt x="198" y="8178"/>
                  </a:lnTo>
                  <a:lnTo>
                    <a:pt x="810" y="8711"/>
                  </a:lnTo>
                  <a:lnTo>
                    <a:pt x="1699" y="9422"/>
                  </a:lnTo>
                  <a:lnTo>
                    <a:pt x="2746" y="10212"/>
                  </a:lnTo>
                  <a:lnTo>
                    <a:pt x="4721" y="11714"/>
                  </a:lnTo>
                  <a:lnTo>
                    <a:pt x="5709" y="12425"/>
                  </a:lnTo>
                  <a:lnTo>
                    <a:pt x="5788" y="12444"/>
                  </a:lnTo>
                  <a:lnTo>
                    <a:pt x="5887" y="12425"/>
                  </a:lnTo>
                  <a:lnTo>
                    <a:pt x="6223" y="12326"/>
                  </a:lnTo>
                  <a:lnTo>
                    <a:pt x="6677" y="12128"/>
                  </a:lnTo>
                  <a:lnTo>
                    <a:pt x="7190" y="11891"/>
                  </a:lnTo>
                  <a:lnTo>
                    <a:pt x="7743" y="11615"/>
                  </a:lnTo>
                  <a:lnTo>
                    <a:pt x="8296" y="11299"/>
                  </a:lnTo>
                  <a:lnTo>
                    <a:pt x="8810" y="11002"/>
                  </a:lnTo>
                  <a:lnTo>
                    <a:pt x="9225" y="10706"/>
                  </a:lnTo>
                  <a:lnTo>
                    <a:pt x="9758" y="10272"/>
                  </a:lnTo>
                  <a:lnTo>
                    <a:pt x="9936" y="10114"/>
                  </a:lnTo>
                  <a:lnTo>
                    <a:pt x="10074" y="9995"/>
                  </a:lnTo>
                  <a:lnTo>
                    <a:pt x="10153" y="9877"/>
                  </a:lnTo>
                  <a:lnTo>
                    <a:pt x="10232" y="9778"/>
                  </a:lnTo>
                  <a:lnTo>
                    <a:pt x="10370" y="9521"/>
                  </a:lnTo>
                  <a:lnTo>
                    <a:pt x="10469" y="9304"/>
                  </a:lnTo>
                  <a:lnTo>
                    <a:pt x="10588" y="9027"/>
                  </a:lnTo>
                  <a:lnTo>
                    <a:pt x="10825" y="8296"/>
                  </a:lnTo>
                  <a:lnTo>
                    <a:pt x="11022" y="7566"/>
                  </a:lnTo>
                  <a:lnTo>
                    <a:pt x="11082" y="7269"/>
                  </a:lnTo>
                  <a:lnTo>
                    <a:pt x="11121" y="7072"/>
                  </a:lnTo>
                  <a:lnTo>
                    <a:pt x="11141" y="6795"/>
                  </a:lnTo>
                  <a:lnTo>
                    <a:pt x="11141" y="6539"/>
                  </a:lnTo>
                  <a:lnTo>
                    <a:pt x="11121" y="6282"/>
                  </a:lnTo>
                  <a:lnTo>
                    <a:pt x="11121" y="6222"/>
                  </a:lnTo>
                  <a:lnTo>
                    <a:pt x="11141" y="6025"/>
                  </a:lnTo>
                  <a:lnTo>
                    <a:pt x="11161" y="5669"/>
                  </a:lnTo>
                  <a:lnTo>
                    <a:pt x="11121" y="5136"/>
                  </a:lnTo>
                  <a:lnTo>
                    <a:pt x="11082" y="4840"/>
                  </a:lnTo>
                  <a:lnTo>
                    <a:pt x="11022" y="4563"/>
                  </a:lnTo>
                  <a:lnTo>
                    <a:pt x="10943" y="4129"/>
                  </a:lnTo>
                  <a:lnTo>
                    <a:pt x="10864" y="3852"/>
                  </a:lnTo>
                  <a:lnTo>
                    <a:pt x="10825" y="3753"/>
                  </a:lnTo>
                  <a:lnTo>
                    <a:pt x="10805" y="3477"/>
                  </a:lnTo>
                  <a:lnTo>
                    <a:pt x="10785" y="3260"/>
                  </a:lnTo>
                  <a:lnTo>
                    <a:pt x="10726" y="3082"/>
                  </a:lnTo>
                  <a:lnTo>
                    <a:pt x="10667" y="2963"/>
                  </a:lnTo>
                  <a:lnTo>
                    <a:pt x="10588" y="2865"/>
                  </a:lnTo>
                  <a:lnTo>
                    <a:pt x="10548" y="2805"/>
                  </a:lnTo>
                  <a:lnTo>
                    <a:pt x="10489" y="2786"/>
                  </a:lnTo>
                  <a:lnTo>
                    <a:pt x="10548" y="2549"/>
                  </a:lnTo>
                  <a:lnTo>
                    <a:pt x="10588" y="2292"/>
                  </a:lnTo>
                  <a:lnTo>
                    <a:pt x="10647" y="1996"/>
                  </a:lnTo>
                  <a:lnTo>
                    <a:pt x="10667" y="1660"/>
                  </a:lnTo>
                  <a:lnTo>
                    <a:pt x="10667" y="1324"/>
                  </a:lnTo>
                  <a:lnTo>
                    <a:pt x="10647" y="1166"/>
                  </a:lnTo>
                  <a:lnTo>
                    <a:pt x="10607" y="1008"/>
                  </a:lnTo>
                  <a:lnTo>
                    <a:pt x="10548" y="870"/>
                  </a:lnTo>
                  <a:lnTo>
                    <a:pt x="10489" y="751"/>
                  </a:lnTo>
                  <a:lnTo>
                    <a:pt x="10410" y="633"/>
                  </a:lnTo>
                  <a:lnTo>
                    <a:pt x="10331" y="534"/>
                  </a:lnTo>
                  <a:lnTo>
                    <a:pt x="10114" y="356"/>
                  </a:lnTo>
                  <a:lnTo>
                    <a:pt x="9916" y="198"/>
                  </a:lnTo>
                  <a:lnTo>
                    <a:pt x="9679" y="99"/>
                  </a:lnTo>
                  <a:lnTo>
                    <a:pt x="9462" y="20"/>
                  </a:lnTo>
                  <a:lnTo>
                    <a:pt x="9264"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 name="Google Shape;2391;p9"/>
            <p:cNvSpPr/>
            <p:nvPr/>
          </p:nvSpPr>
          <p:spPr>
            <a:xfrm>
              <a:off x="-1024250" y="3626475"/>
              <a:ext cx="29150" cy="64725"/>
            </a:xfrm>
            <a:custGeom>
              <a:rect b="b" l="l" r="r" t="t"/>
              <a:pathLst>
                <a:path extrusionOk="0" h="2589" w="1166">
                  <a:moveTo>
                    <a:pt x="1126" y="1"/>
                  </a:moveTo>
                  <a:lnTo>
                    <a:pt x="948" y="573"/>
                  </a:lnTo>
                  <a:lnTo>
                    <a:pt x="790" y="1067"/>
                  </a:lnTo>
                  <a:lnTo>
                    <a:pt x="691" y="1344"/>
                  </a:lnTo>
                  <a:lnTo>
                    <a:pt x="593" y="1601"/>
                  </a:lnTo>
                  <a:lnTo>
                    <a:pt x="474" y="1818"/>
                  </a:lnTo>
                  <a:lnTo>
                    <a:pt x="356" y="2035"/>
                  </a:lnTo>
                  <a:lnTo>
                    <a:pt x="138" y="2351"/>
                  </a:lnTo>
                  <a:lnTo>
                    <a:pt x="20" y="2549"/>
                  </a:lnTo>
                  <a:lnTo>
                    <a:pt x="0" y="2588"/>
                  </a:lnTo>
                  <a:lnTo>
                    <a:pt x="40" y="2588"/>
                  </a:lnTo>
                  <a:lnTo>
                    <a:pt x="119" y="2529"/>
                  </a:lnTo>
                  <a:lnTo>
                    <a:pt x="198" y="2430"/>
                  </a:lnTo>
                  <a:lnTo>
                    <a:pt x="316" y="2292"/>
                  </a:lnTo>
                  <a:lnTo>
                    <a:pt x="435" y="2114"/>
                  </a:lnTo>
                  <a:lnTo>
                    <a:pt x="691" y="1660"/>
                  </a:lnTo>
                  <a:lnTo>
                    <a:pt x="830" y="1383"/>
                  </a:lnTo>
                  <a:lnTo>
                    <a:pt x="968" y="1087"/>
                  </a:lnTo>
                  <a:lnTo>
                    <a:pt x="1067" y="810"/>
                  </a:lnTo>
                  <a:lnTo>
                    <a:pt x="1126" y="573"/>
                  </a:lnTo>
                  <a:lnTo>
                    <a:pt x="1165" y="396"/>
                  </a:lnTo>
                  <a:lnTo>
                    <a:pt x="1165" y="238"/>
                  </a:lnTo>
                  <a:lnTo>
                    <a:pt x="1165" y="119"/>
                  </a:lnTo>
                  <a:lnTo>
                    <a:pt x="1146" y="40"/>
                  </a:lnTo>
                  <a:lnTo>
                    <a:pt x="1126"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 name="Google Shape;2392;p9"/>
            <p:cNvSpPr/>
            <p:nvPr/>
          </p:nvSpPr>
          <p:spPr>
            <a:xfrm>
              <a:off x="-1007475" y="3650675"/>
              <a:ext cx="21250" cy="81500"/>
            </a:xfrm>
            <a:custGeom>
              <a:rect b="b" l="l" r="r" t="t"/>
              <a:pathLst>
                <a:path extrusionOk="0" h="3260" w="850">
                  <a:moveTo>
                    <a:pt x="771" y="0"/>
                  </a:moveTo>
                  <a:lnTo>
                    <a:pt x="751" y="99"/>
                  </a:lnTo>
                  <a:lnTo>
                    <a:pt x="731" y="494"/>
                  </a:lnTo>
                  <a:lnTo>
                    <a:pt x="712" y="751"/>
                  </a:lnTo>
                  <a:lnTo>
                    <a:pt x="692" y="1067"/>
                  </a:lnTo>
                  <a:lnTo>
                    <a:pt x="633" y="1403"/>
                  </a:lnTo>
                  <a:lnTo>
                    <a:pt x="554" y="1739"/>
                  </a:lnTo>
                  <a:lnTo>
                    <a:pt x="396" y="2292"/>
                  </a:lnTo>
                  <a:lnTo>
                    <a:pt x="297" y="2588"/>
                  </a:lnTo>
                  <a:lnTo>
                    <a:pt x="198" y="2766"/>
                  </a:lnTo>
                  <a:lnTo>
                    <a:pt x="80" y="2924"/>
                  </a:lnTo>
                  <a:lnTo>
                    <a:pt x="20" y="3082"/>
                  </a:lnTo>
                  <a:lnTo>
                    <a:pt x="1" y="3161"/>
                  </a:lnTo>
                  <a:lnTo>
                    <a:pt x="20" y="3240"/>
                  </a:lnTo>
                  <a:lnTo>
                    <a:pt x="40" y="3260"/>
                  </a:lnTo>
                  <a:lnTo>
                    <a:pt x="80" y="3220"/>
                  </a:lnTo>
                  <a:lnTo>
                    <a:pt x="139" y="3161"/>
                  </a:lnTo>
                  <a:lnTo>
                    <a:pt x="198" y="3042"/>
                  </a:lnTo>
                  <a:lnTo>
                    <a:pt x="277" y="2884"/>
                  </a:lnTo>
                  <a:lnTo>
                    <a:pt x="376" y="2647"/>
                  </a:lnTo>
                  <a:lnTo>
                    <a:pt x="494" y="2331"/>
                  </a:lnTo>
                  <a:lnTo>
                    <a:pt x="613" y="1956"/>
                  </a:lnTo>
                  <a:lnTo>
                    <a:pt x="712" y="1561"/>
                  </a:lnTo>
                  <a:lnTo>
                    <a:pt x="791" y="1205"/>
                  </a:lnTo>
                  <a:lnTo>
                    <a:pt x="830" y="870"/>
                  </a:lnTo>
                  <a:lnTo>
                    <a:pt x="850" y="593"/>
                  </a:lnTo>
                  <a:lnTo>
                    <a:pt x="850" y="356"/>
                  </a:lnTo>
                  <a:lnTo>
                    <a:pt x="830" y="178"/>
                  </a:lnTo>
                  <a:lnTo>
                    <a:pt x="811" y="60"/>
                  </a:lnTo>
                  <a:lnTo>
                    <a:pt x="79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
            <p:cNvSpPr/>
            <p:nvPr/>
          </p:nvSpPr>
          <p:spPr>
            <a:xfrm>
              <a:off x="-1004025" y="3711400"/>
              <a:ext cx="23250" cy="67200"/>
            </a:xfrm>
            <a:custGeom>
              <a:rect b="b" l="l" r="r" t="t"/>
              <a:pathLst>
                <a:path extrusionOk="0" h="2688" w="930">
                  <a:moveTo>
                    <a:pt x="910" y="1"/>
                  </a:moveTo>
                  <a:lnTo>
                    <a:pt x="870" y="60"/>
                  </a:lnTo>
                  <a:lnTo>
                    <a:pt x="811" y="337"/>
                  </a:lnTo>
                  <a:lnTo>
                    <a:pt x="712" y="771"/>
                  </a:lnTo>
                  <a:lnTo>
                    <a:pt x="574" y="1344"/>
                  </a:lnTo>
                  <a:lnTo>
                    <a:pt x="475" y="1621"/>
                  </a:lnTo>
                  <a:lnTo>
                    <a:pt x="376" y="1877"/>
                  </a:lnTo>
                  <a:lnTo>
                    <a:pt x="198" y="2272"/>
                  </a:lnTo>
                  <a:lnTo>
                    <a:pt x="60" y="2529"/>
                  </a:lnTo>
                  <a:lnTo>
                    <a:pt x="1" y="2608"/>
                  </a:lnTo>
                  <a:lnTo>
                    <a:pt x="21" y="2668"/>
                  </a:lnTo>
                  <a:lnTo>
                    <a:pt x="40" y="2687"/>
                  </a:lnTo>
                  <a:lnTo>
                    <a:pt x="60" y="2687"/>
                  </a:lnTo>
                  <a:lnTo>
                    <a:pt x="119" y="2648"/>
                  </a:lnTo>
                  <a:lnTo>
                    <a:pt x="198" y="2549"/>
                  </a:lnTo>
                  <a:lnTo>
                    <a:pt x="277" y="2411"/>
                  </a:lnTo>
                  <a:lnTo>
                    <a:pt x="356" y="2213"/>
                  </a:lnTo>
                  <a:lnTo>
                    <a:pt x="455" y="2016"/>
                  </a:lnTo>
                  <a:lnTo>
                    <a:pt x="534" y="1759"/>
                  </a:lnTo>
                  <a:lnTo>
                    <a:pt x="692" y="1206"/>
                  </a:lnTo>
                  <a:lnTo>
                    <a:pt x="831" y="653"/>
                  </a:lnTo>
                  <a:lnTo>
                    <a:pt x="910" y="218"/>
                  </a:lnTo>
                  <a:lnTo>
                    <a:pt x="929" y="60"/>
                  </a:lnTo>
                  <a:lnTo>
                    <a:pt x="91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 name="Google Shape;2394;p9"/>
            <p:cNvSpPr/>
            <p:nvPr/>
          </p:nvSpPr>
          <p:spPr>
            <a:xfrm>
              <a:off x="-1361025" y="3708950"/>
              <a:ext cx="279500" cy="288400"/>
            </a:xfrm>
            <a:custGeom>
              <a:rect b="b" l="l" r="r" t="t"/>
              <a:pathLst>
                <a:path extrusionOk="0" h="11536" w="11180">
                  <a:moveTo>
                    <a:pt x="4148" y="0"/>
                  </a:moveTo>
                  <a:lnTo>
                    <a:pt x="1185" y="5057"/>
                  </a:lnTo>
                  <a:lnTo>
                    <a:pt x="0" y="7071"/>
                  </a:lnTo>
                  <a:lnTo>
                    <a:pt x="0" y="7091"/>
                  </a:lnTo>
                  <a:lnTo>
                    <a:pt x="40" y="7131"/>
                  </a:lnTo>
                  <a:lnTo>
                    <a:pt x="178" y="7190"/>
                  </a:lnTo>
                  <a:lnTo>
                    <a:pt x="198" y="7210"/>
                  </a:lnTo>
                  <a:lnTo>
                    <a:pt x="277" y="7249"/>
                  </a:lnTo>
                  <a:lnTo>
                    <a:pt x="553" y="7407"/>
                  </a:lnTo>
                  <a:lnTo>
                    <a:pt x="573" y="7407"/>
                  </a:lnTo>
                  <a:lnTo>
                    <a:pt x="672" y="7467"/>
                  </a:lnTo>
                  <a:lnTo>
                    <a:pt x="948" y="7625"/>
                  </a:lnTo>
                  <a:lnTo>
                    <a:pt x="988" y="7625"/>
                  </a:lnTo>
                  <a:lnTo>
                    <a:pt x="1008" y="7644"/>
                  </a:lnTo>
                  <a:lnTo>
                    <a:pt x="1245" y="7763"/>
                  </a:lnTo>
                  <a:lnTo>
                    <a:pt x="1896" y="8118"/>
                  </a:lnTo>
                  <a:lnTo>
                    <a:pt x="1936" y="8138"/>
                  </a:lnTo>
                  <a:lnTo>
                    <a:pt x="1956" y="8158"/>
                  </a:lnTo>
                  <a:lnTo>
                    <a:pt x="1995" y="8178"/>
                  </a:lnTo>
                  <a:lnTo>
                    <a:pt x="2193" y="8276"/>
                  </a:lnTo>
                  <a:lnTo>
                    <a:pt x="2489" y="8434"/>
                  </a:lnTo>
                  <a:lnTo>
                    <a:pt x="2785" y="8573"/>
                  </a:lnTo>
                  <a:lnTo>
                    <a:pt x="2845" y="8612"/>
                  </a:lnTo>
                  <a:lnTo>
                    <a:pt x="2963" y="8671"/>
                  </a:lnTo>
                  <a:lnTo>
                    <a:pt x="3003" y="8711"/>
                  </a:lnTo>
                  <a:lnTo>
                    <a:pt x="3121" y="8750"/>
                  </a:lnTo>
                  <a:lnTo>
                    <a:pt x="3161" y="8770"/>
                  </a:lnTo>
                  <a:lnTo>
                    <a:pt x="3220" y="8810"/>
                  </a:lnTo>
                  <a:lnTo>
                    <a:pt x="3299" y="8849"/>
                  </a:lnTo>
                  <a:lnTo>
                    <a:pt x="3358" y="8889"/>
                  </a:lnTo>
                  <a:lnTo>
                    <a:pt x="3615" y="9027"/>
                  </a:lnTo>
                  <a:lnTo>
                    <a:pt x="3753" y="9086"/>
                  </a:lnTo>
                  <a:lnTo>
                    <a:pt x="3773" y="9106"/>
                  </a:lnTo>
                  <a:lnTo>
                    <a:pt x="6992" y="10765"/>
                  </a:lnTo>
                  <a:lnTo>
                    <a:pt x="8118" y="11338"/>
                  </a:lnTo>
                  <a:lnTo>
                    <a:pt x="8434" y="11476"/>
                  </a:lnTo>
                  <a:lnTo>
                    <a:pt x="8573" y="11535"/>
                  </a:lnTo>
                  <a:lnTo>
                    <a:pt x="8671" y="11318"/>
                  </a:lnTo>
                  <a:lnTo>
                    <a:pt x="8928" y="10785"/>
                  </a:lnTo>
                  <a:lnTo>
                    <a:pt x="9066" y="10508"/>
                  </a:lnTo>
                  <a:lnTo>
                    <a:pt x="9106" y="10410"/>
                  </a:lnTo>
                  <a:lnTo>
                    <a:pt x="9106" y="10390"/>
                  </a:lnTo>
                  <a:lnTo>
                    <a:pt x="9323" y="9936"/>
                  </a:lnTo>
                  <a:lnTo>
                    <a:pt x="9718" y="9086"/>
                  </a:lnTo>
                  <a:lnTo>
                    <a:pt x="11180" y="5867"/>
                  </a:lnTo>
                  <a:lnTo>
                    <a:pt x="4148"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 name="Google Shape;2395;p9"/>
            <p:cNvSpPr/>
            <p:nvPr/>
          </p:nvSpPr>
          <p:spPr>
            <a:xfrm>
              <a:off x="-1360050" y="3893625"/>
              <a:ext cx="1025" cy="525"/>
            </a:xfrm>
            <a:custGeom>
              <a:rect b="b" l="l" r="r" t="t"/>
              <a:pathLst>
                <a:path extrusionOk="0" h="21" w="41">
                  <a:moveTo>
                    <a:pt x="40" y="0"/>
                  </a:moveTo>
                  <a:lnTo>
                    <a:pt x="1" y="20"/>
                  </a:lnTo>
                  <a:lnTo>
                    <a:pt x="20" y="2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
            <p:cNvSpPr/>
            <p:nvPr/>
          </p:nvSpPr>
          <p:spPr>
            <a:xfrm>
              <a:off x="-1104250" y="3947450"/>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 name="Google Shape;2397;p9"/>
            <p:cNvSpPr/>
            <p:nvPr/>
          </p:nvSpPr>
          <p:spPr>
            <a:xfrm>
              <a:off x="-1300800" y="3924250"/>
              <a:ext cx="525" cy="1000"/>
            </a:xfrm>
            <a:custGeom>
              <a:rect b="b" l="l" r="r" t="t"/>
              <a:pathLst>
                <a:path extrusionOk="0" h="40" w="21">
                  <a:moveTo>
                    <a:pt x="21" y="0"/>
                  </a:moveTo>
                  <a:lnTo>
                    <a:pt x="21" y="0"/>
                  </a:lnTo>
                  <a:lnTo>
                    <a:pt x="1" y="40"/>
                  </a:lnTo>
                  <a:lnTo>
                    <a:pt x="1" y="40"/>
                  </a:lnTo>
                  <a:lnTo>
                    <a:pt x="21" y="0"/>
                  </a:lnTo>
                  <a:lnTo>
                    <a:pt x="2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 name="Google Shape;2398;p9"/>
            <p:cNvSpPr/>
            <p:nvPr/>
          </p:nvSpPr>
          <p:spPr>
            <a:xfrm>
              <a:off x="-1190675" y="3964725"/>
              <a:ext cx="525" cy="25"/>
            </a:xfrm>
            <a:custGeom>
              <a:rect b="b" l="l" r="r" t="t"/>
              <a:pathLst>
                <a:path extrusionOk="0" h="1" w="21">
                  <a:moveTo>
                    <a:pt x="20" y="1"/>
                  </a:moveTo>
                  <a:lnTo>
                    <a:pt x="20" y="1"/>
                  </a:lnTo>
                  <a:lnTo>
                    <a:pt x="1" y="1"/>
                  </a:lnTo>
                  <a:lnTo>
                    <a:pt x="1" y="1"/>
                  </a:lnTo>
                  <a:lnTo>
                    <a:pt x="1" y="1"/>
                  </a:lnTo>
                  <a:lnTo>
                    <a:pt x="20" y="1"/>
                  </a:lnTo>
                  <a:lnTo>
                    <a:pt x="2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
            <p:cNvSpPr/>
            <p:nvPr/>
          </p:nvSpPr>
          <p:spPr>
            <a:xfrm>
              <a:off x="-1270675" y="3934125"/>
              <a:ext cx="25" cy="500"/>
            </a:xfrm>
            <a:custGeom>
              <a:rect b="b" l="l" r="r" t="t"/>
              <a:pathLst>
                <a:path extrusionOk="0" h="20" w="1">
                  <a:moveTo>
                    <a:pt x="1" y="0"/>
                  </a:moveTo>
                  <a:lnTo>
                    <a:pt x="1" y="0"/>
                  </a:lnTo>
                  <a:lnTo>
                    <a:pt x="1" y="20"/>
                  </a:lnTo>
                  <a:lnTo>
                    <a:pt x="1" y="20"/>
                  </a:lnTo>
                  <a:lnTo>
                    <a:pt x="1" y="20"/>
                  </a:lnTo>
                  <a:lnTo>
                    <a:pt x="1" y="20"/>
                  </a:lnTo>
                  <a:lnTo>
                    <a:pt x="1" y="20"/>
                  </a:lnTo>
                  <a:lnTo>
                    <a:pt x="1" y="20"/>
                  </a:lnTo>
                  <a:lnTo>
                    <a:pt x="1" y="0"/>
                  </a:lnTo>
                  <a:lnTo>
                    <a:pt x="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
            <p:cNvSpPr/>
            <p:nvPr/>
          </p:nvSpPr>
          <p:spPr>
            <a:xfrm>
              <a:off x="-1139325" y="3971650"/>
              <a:ext cx="4975" cy="6925"/>
            </a:xfrm>
            <a:custGeom>
              <a:rect b="b" l="l" r="r" t="t"/>
              <a:pathLst>
                <a:path extrusionOk="0" h="277" w="199">
                  <a:moveTo>
                    <a:pt x="198" y="0"/>
                  </a:moveTo>
                  <a:lnTo>
                    <a:pt x="100" y="99"/>
                  </a:lnTo>
                  <a:lnTo>
                    <a:pt x="1" y="178"/>
                  </a:lnTo>
                  <a:lnTo>
                    <a:pt x="60" y="277"/>
                  </a:lnTo>
                  <a:lnTo>
                    <a:pt x="1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 name="Google Shape;2401;p9"/>
            <p:cNvSpPr/>
            <p:nvPr/>
          </p:nvSpPr>
          <p:spPr>
            <a:xfrm>
              <a:off x="-1133400" y="3968675"/>
              <a:ext cx="25" cy="525"/>
            </a:xfrm>
            <a:custGeom>
              <a:rect b="b" l="l" r="r" t="t"/>
              <a:pathLst>
                <a:path extrusionOk="0" h="21" w="1">
                  <a:moveTo>
                    <a:pt x="1" y="21"/>
                  </a:moveTo>
                  <a:lnTo>
                    <a:pt x="1" y="1"/>
                  </a:lnTo>
                  <a:lnTo>
                    <a:pt x="1" y="1"/>
                  </a:lnTo>
                  <a:lnTo>
                    <a:pt x="1" y="21"/>
                  </a:lnTo>
                  <a:lnTo>
                    <a:pt x="1" y="2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
            <p:cNvSpPr/>
            <p:nvPr/>
          </p:nvSpPr>
          <p:spPr>
            <a:xfrm>
              <a:off x="-1361525" y="3832400"/>
              <a:ext cx="245925" cy="149150"/>
            </a:xfrm>
            <a:custGeom>
              <a:rect b="b" l="l" r="r" t="t"/>
              <a:pathLst>
                <a:path extrusionOk="0" h="5966" w="9837">
                  <a:moveTo>
                    <a:pt x="178" y="2272"/>
                  </a:moveTo>
                  <a:lnTo>
                    <a:pt x="170" y="2276"/>
                  </a:lnTo>
                  <a:lnTo>
                    <a:pt x="170" y="2276"/>
                  </a:lnTo>
                  <a:lnTo>
                    <a:pt x="173" y="2282"/>
                  </a:lnTo>
                  <a:lnTo>
                    <a:pt x="173" y="2282"/>
                  </a:lnTo>
                  <a:lnTo>
                    <a:pt x="178" y="2272"/>
                  </a:lnTo>
                  <a:close/>
                  <a:moveTo>
                    <a:pt x="119" y="2232"/>
                  </a:moveTo>
                  <a:lnTo>
                    <a:pt x="79" y="2311"/>
                  </a:lnTo>
                  <a:lnTo>
                    <a:pt x="79" y="2331"/>
                  </a:lnTo>
                  <a:lnTo>
                    <a:pt x="119" y="2311"/>
                  </a:lnTo>
                  <a:lnTo>
                    <a:pt x="139" y="2291"/>
                  </a:lnTo>
                  <a:lnTo>
                    <a:pt x="170" y="2276"/>
                  </a:lnTo>
                  <a:lnTo>
                    <a:pt x="170" y="2276"/>
                  </a:lnTo>
                  <a:lnTo>
                    <a:pt x="158" y="2252"/>
                  </a:lnTo>
                  <a:lnTo>
                    <a:pt x="139" y="2232"/>
                  </a:lnTo>
                  <a:close/>
                  <a:moveTo>
                    <a:pt x="3299" y="3753"/>
                  </a:moveTo>
                  <a:lnTo>
                    <a:pt x="3240" y="3872"/>
                  </a:lnTo>
                  <a:lnTo>
                    <a:pt x="3240" y="3872"/>
                  </a:lnTo>
                  <a:lnTo>
                    <a:pt x="3299" y="3812"/>
                  </a:lnTo>
                  <a:lnTo>
                    <a:pt x="3319" y="3773"/>
                  </a:lnTo>
                  <a:lnTo>
                    <a:pt x="3299" y="3753"/>
                  </a:lnTo>
                  <a:close/>
                  <a:moveTo>
                    <a:pt x="4682" y="4425"/>
                  </a:moveTo>
                  <a:lnTo>
                    <a:pt x="4682" y="4425"/>
                  </a:lnTo>
                  <a:lnTo>
                    <a:pt x="4682" y="4425"/>
                  </a:lnTo>
                  <a:close/>
                  <a:moveTo>
                    <a:pt x="1502" y="0"/>
                  </a:moveTo>
                  <a:lnTo>
                    <a:pt x="1423" y="59"/>
                  </a:lnTo>
                  <a:lnTo>
                    <a:pt x="1344" y="99"/>
                  </a:lnTo>
                  <a:lnTo>
                    <a:pt x="1265" y="119"/>
                  </a:lnTo>
                  <a:lnTo>
                    <a:pt x="1205" y="119"/>
                  </a:lnTo>
                  <a:lnTo>
                    <a:pt x="20" y="2133"/>
                  </a:lnTo>
                  <a:lnTo>
                    <a:pt x="20" y="2153"/>
                  </a:lnTo>
                  <a:lnTo>
                    <a:pt x="20" y="2193"/>
                  </a:lnTo>
                  <a:lnTo>
                    <a:pt x="0" y="2252"/>
                  </a:lnTo>
                  <a:lnTo>
                    <a:pt x="0" y="2252"/>
                  </a:lnTo>
                  <a:lnTo>
                    <a:pt x="60" y="2193"/>
                  </a:lnTo>
                  <a:lnTo>
                    <a:pt x="139" y="2094"/>
                  </a:lnTo>
                  <a:lnTo>
                    <a:pt x="218" y="1975"/>
                  </a:lnTo>
                  <a:lnTo>
                    <a:pt x="218" y="2035"/>
                  </a:lnTo>
                  <a:lnTo>
                    <a:pt x="237" y="2094"/>
                  </a:lnTo>
                  <a:lnTo>
                    <a:pt x="237" y="2173"/>
                  </a:lnTo>
                  <a:lnTo>
                    <a:pt x="198" y="2252"/>
                  </a:lnTo>
                  <a:lnTo>
                    <a:pt x="178" y="2291"/>
                  </a:lnTo>
                  <a:lnTo>
                    <a:pt x="173" y="2282"/>
                  </a:lnTo>
                  <a:lnTo>
                    <a:pt x="173" y="2282"/>
                  </a:lnTo>
                  <a:lnTo>
                    <a:pt x="139" y="2351"/>
                  </a:lnTo>
                  <a:lnTo>
                    <a:pt x="99" y="2449"/>
                  </a:lnTo>
                  <a:lnTo>
                    <a:pt x="158" y="2449"/>
                  </a:lnTo>
                  <a:lnTo>
                    <a:pt x="198" y="2509"/>
                  </a:lnTo>
                  <a:lnTo>
                    <a:pt x="198" y="2449"/>
                  </a:lnTo>
                  <a:lnTo>
                    <a:pt x="237" y="2410"/>
                  </a:lnTo>
                  <a:lnTo>
                    <a:pt x="277" y="2370"/>
                  </a:lnTo>
                  <a:lnTo>
                    <a:pt x="297" y="2311"/>
                  </a:lnTo>
                  <a:lnTo>
                    <a:pt x="178" y="2410"/>
                  </a:lnTo>
                  <a:lnTo>
                    <a:pt x="158" y="2390"/>
                  </a:lnTo>
                  <a:lnTo>
                    <a:pt x="178" y="2351"/>
                  </a:lnTo>
                  <a:lnTo>
                    <a:pt x="218" y="2272"/>
                  </a:lnTo>
                  <a:lnTo>
                    <a:pt x="218" y="2252"/>
                  </a:lnTo>
                  <a:lnTo>
                    <a:pt x="277" y="2252"/>
                  </a:lnTo>
                  <a:lnTo>
                    <a:pt x="317" y="2232"/>
                  </a:lnTo>
                  <a:lnTo>
                    <a:pt x="396" y="2173"/>
                  </a:lnTo>
                  <a:lnTo>
                    <a:pt x="475" y="2094"/>
                  </a:lnTo>
                  <a:lnTo>
                    <a:pt x="534" y="2074"/>
                  </a:lnTo>
                  <a:lnTo>
                    <a:pt x="573" y="2054"/>
                  </a:lnTo>
                  <a:lnTo>
                    <a:pt x="593" y="2173"/>
                  </a:lnTo>
                  <a:lnTo>
                    <a:pt x="573" y="2193"/>
                  </a:lnTo>
                  <a:lnTo>
                    <a:pt x="534" y="2252"/>
                  </a:lnTo>
                  <a:lnTo>
                    <a:pt x="494" y="2331"/>
                  </a:lnTo>
                  <a:lnTo>
                    <a:pt x="475" y="2370"/>
                  </a:lnTo>
                  <a:lnTo>
                    <a:pt x="534" y="2351"/>
                  </a:lnTo>
                  <a:lnTo>
                    <a:pt x="554" y="2370"/>
                  </a:lnTo>
                  <a:lnTo>
                    <a:pt x="573" y="2410"/>
                  </a:lnTo>
                  <a:lnTo>
                    <a:pt x="573" y="2469"/>
                  </a:lnTo>
                  <a:lnTo>
                    <a:pt x="554" y="2529"/>
                  </a:lnTo>
                  <a:lnTo>
                    <a:pt x="573" y="2568"/>
                  </a:lnTo>
                  <a:lnTo>
                    <a:pt x="573" y="2529"/>
                  </a:lnTo>
                  <a:lnTo>
                    <a:pt x="593" y="2469"/>
                  </a:lnTo>
                  <a:lnTo>
                    <a:pt x="672" y="2390"/>
                  </a:lnTo>
                  <a:lnTo>
                    <a:pt x="731" y="2370"/>
                  </a:lnTo>
                  <a:lnTo>
                    <a:pt x="731" y="2390"/>
                  </a:lnTo>
                  <a:lnTo>
                    <a:pt x="731" y="2410"/>
                  </a:lnTo>
                  <a:lnTo>
                    <a:pt x="692" y="2529"/>
                  </a:lnTo>
                  <a:lnTo>
                    <a:pt x="672" y="2568"/>
                  </a:lnTo>
                  <a:lnTo>
                    <a:pt x="731" y="2608"/>
                  </a:lnTo>
                  <a:lnTo>
                    <a:pt x="771" y="2647"/>
                  </a:lnTo>
                  <a:lnTo>
                    <a:pt x="830" y="2746"/>
                  </a:lnTo>
                  <a:lnTo>
                    <a:pt x="870" y="2805"/>
                  </a:lnTo>
                  <a:lnTo>
                    <a:pt x="909" y="2825"/>
                  </a:lnTo>
                  <a:lnTo>
                    <a:pt x="949" y="2845"/>
                  </a:lnTo>
                  <a:lnTo>
                    <a:pt x="1008" y="2845"/>
                  </a:lnTo>
                  <a:lnTo>
                    <a:pt x="1028" y="2706"/>
                  </a:lnTo>
                  <a:lnTo>
                    <a:pt x="1028" y="2667"/>
                  </a:lnTo>
                  <a:lnTo>
                    <a:pt x="1008" y="2687"/>
                  </a:lnTo>
                  <a:lnTo>
                    <a:pt x="929" y="2805"/>
                  </a:lnTo>
                  <a:lnTo>
                    <a:pt x="968" y="2687"/>
                  </a:lnTo>
                  <a:lnTo>
                    <a:pt x="1087" y="2509"/>
                  </a:lnTo>
                  <a:lnTo>
                    <a:pt x="1186" y="2390"/>
                  </a:lnTo>
                  <a:lnTo>
                    <a:pt x="1186" y="2430"/>
                  </a:lnTo>
                  <a:lnTo>
                    <a:pt x="1205" y="2449"/>
                  </a:lnTo>
                  <a:lnTo>
                    <a:pt x="1205" y="2489"/>
                  </a:lnTo>
                  <a:lnTo>
                    <a:pt x="1186" y="2529"/>
                  </a:lnTo>
                  <a:lnTo>
                    <a:pt x="1284" y="2489"/>
                  </a:lnTo>
                  <a:lnTo>
                    <a:pt x="1284" y="2449"/>
                  </a:lnTo>
                  <a:lnTo>
                    <a:pt x="1284" y="2430"/>
                  </a:lnTo>
                  <a:lnTo>
                    <a:pt x="1284" y="2410"/>
                  </a:lnTo>
                  <a:lnTo>
                    <a:pt x="1324" y="2370"/>
                  </a:lnTo>
                  <a:lnTo>
                    <a:pt x="1344" y="2469"/>
                  </a:lnTo>
                  <a:lnTo>
                    <a:pt x="1324" y="2529"/>
                  </a:lnTo>
                  <a:lnTo>
                    <a:pt x="1284" y="2568"/>
                  </a:lnTo>
                  <a:lnTo>
                    <a:pt x="1324" y="2588"/>
                  </a:lnTo>
                  <a:lnTo>
                    <a:pt x="1363" y="2568"/>
                  </a:lnTo>
                  <a:lnTo>
                    <a:pt x="1403" y="2529"/>
                  </a:lnTo>
                  <a:lnTo>
                    <a:pt x="1442" y="2469"/>
                  </a:lnTo>
                  <a:lnTo>
                    <a:pt x="1442" y="2489"/>
                  </a:lnTo>
                  <a:lnTo>
                    <a:pt x="1442" y="2509"/>
                  </a:lnTo>
                  <a:lnTo>
                    <a:pt x="1403" y="2588"/>
                  </a:lnTo>
                  <a:lnTo>
                    <a:pt x="1284" y="2706"/>
                  </a:lnTo>
                  <a:lnTo>
                    <a:pt x="1284" y="2726"/>
                  </a:lnTo>
                  <a:lnTo>
                    <a:pt x="1284" y="2766"/>
                  </a:lnTo>
                  <a:lnTo>
                    <a:pt x="1265" y="2825"/>
                  </a:lnTo>
                  <a:lnTo>
                    <a:pt x="1205" y="2904"/>
                  </a:lnTo>
                  <a:lnTo>
                    <a:pt x="1284" y="2904"/>
                  </a:lnTo>
                  <a:lnTo>
                    <a:pt x="1186" y="3042"/>
                  </a:lnTo>
                  <a:lnTo>
                    <a:pt x="1205" y="3062"/>
                  </a:lnTo>
                  <a:lnTo>
                    <a:pt x="1225" y="3062"/>
                  </a:lnTo>
                  <a:lnTo>
                    <a:pt x="1265" y="3042"/>
                  </a:lnTo>
                  <a:lnTo>
                    <a:pt x="1304" y="3042"/>
                  </a:lnTo>
                  <a:lnTo>
                    <a:pt x="1304" y="3062"/>
                  </a:lnTo>
                  <a:lnTo>
                    <a:pt x="1304" y="3101"/>
                  </a:lnTo>
                  <a:lnTo>
                    <a:pt x="1383" y="3003"/>
                  </a:lnTo>
                  <a:lnTo>
                    <a:pt x="1442" y="3161"/>
                  </a:lnTo>
                  <a:lnTo>
                    <a:pt x="1482" y="3200"/>
                  </a:lnTo>
                  <a:lnTo>
                    <a:pt x="1541" y="3240"/>
                  </a:lnTo>
                  <a:lnTo>
                    <a:pt x="1581" y="3141"/>
                  </a:lnTo>
                  <a:lnTo>
                    <a:pt x="1620" y="3121"/>
                  </a:lnTo>
                  <a:lnTo>
                    <a:pt x="1640" y="3121"/>
                  </a:lnTo>
                  <a:lnTo>
                    <a:pt x="1660" y="3141"/>
                  </a:lnTo>
                  <a:lnTo>
                    <a:pt x="1640" y="3180"/>
                  </a:lnTo>
                  <a:lnTo>
                    <a:pt x="1660" y="3279"/>
                  </a:lnTo>
                  <a:lnTo>
                    <a:pt x="1679" y="3299"/>
                  </a:lnTo>
                  <a:lnTo>
                    <a:pt x="1719" y="3319"/>
                  </a:lnTo>
                  <a:lnTo>
                    <a:pt x="1818" y="3279"/>
                  </a:lnTo>
                  <a:lnTo>
                    <a:pt x="1857" y="3240"/>
                  </a:lnTo>
                  <a:lnTo>
                    <a:pt x="1916" y="3180"/>
                  </a:lnTo>
                  <a:lnTo>
                    <a:pt x="1936" y="3121"/>
                  </a:lnTo>
                  <a:lnTo>
                    <a:pt x="1956" y="3101"/>
                  </a:lnTo>
                  <a:lnTo>
                    <a:pt x="1976" y="3121"/>
                  </a:lnTo>
                  <a:lnTo>
                    <a:pt x="1956" y="3200"/>
                  </a:lnTo>
                  <a:lnTo>
                    <a:pt x="1956" y="3240"/>
                  </a:lnTo>
                  <a:lnTo>
                    <a:pt x="1976" y="3220"/>
                  </a:lnTo>
                  <a:lnTo>
                    <a:pt x="2035" y="3161"/>
                  </a:lnTo>
                  <a:lnTo>
                    <a:pt x="2094" y="3121"/>
                  </a:lnTo>
                  <a:lnTo>
                    <a:pt x="2153" y="3121"/>
                  </a:lnTo>
                  <a:lnTo>
                    <a:pt x="2153" y="3141"/>
                  </a:lnTo>
                  <a:lnTo>
                    <a:pt x="2173" y="3161"/>
                  </a:lnTo>
                  <a:lnTo>
                    <a:pt x="2094" y="3200"/>
                  </a:lnTo>
                  <a:lnTo>
                    <a:pt x="2035" y="3220"/>
                  </a:lnTo>
                  <a:lnTo>
                    <a:pt x="2015" y="3240"/>
                  </a:lnTo>
                  <a:lnTo>
                    <a:pt x="2015" y="3279"/>
                  </a:lnTo>
                  <a:lnTo>
                    <a:pt x="2015" y="3299"/>
                  </a:lnTo>
                  <a:lnTo>
                    <a:pt x="2055" y="3338"/>
                  </a:lnTo>
                  <a:lnTo>
                    <a:pt x="2094" y="3358"/>
                  </a:lnTo>
                  <a:lnTo>
                    <a:pt x="2114" y="3378"/>
                  </a:lnTo>
                  <a:lnTo>
                    <a:pt x="2134" y="3398"/>
                  </a:lnTo>
                  <a:lnTo>
                    <a:pt x="2213" y="3338"/>
                  </a:lnTo>
                  <a:lnTo>
                    <a:pt x="2529" y="3121"/>
                  </a:lnTo>
                  <a:lnTo>
                    <a:pt x="2548" y="3022"/>
                  </a:lnTo>
                  <a:lnTo>
                    <a:pt x="2608" y="2924"/>
                  </a:lnTo>
                  <a:lnTo>
                    <a:pt x="2687" y="2825"/>
                  </a:lnTo>
                  <a:lnTo>
                    <a:pt x="2766" y="2726"/>
                  </a:lnTo>
                  <a:lnTo>
                    <a:pt x="2746" y="2785"/>
                  </a:lnTo>
                  <a:lnTo>
                    <a:pt x="2766" y="2845"/>
                  </a:lnTo>
                  <a:lnTo>
                    <a:pt x="2786" y="2884"/>
                  </a:lnTo>
                  <a:lnTo>
                    <a:pt x="2805" y="2943"/>
                  </a:lnTo>
                  <a:lnTo>
                    <a:pt x="2766" y="3022"/>
                  </a:lnTo>
                  <a:lnTo>
                    <a:pt x="2746" y="3101"/>
                  </a:lnTo>
                  <a:lnTo>
                    <a:pt x="2726" y="3161"/>
                  </a:lnTo>
                  <a:lnTo>
                    <a:pt x="2706" y="3180"/>
                  </a:lnTo>
                  <a:lnTo>
                    <a:pt x="2687" y="3200"/>
                  </a:lnTo>
                  <a:lnTo>
                    <a:pt x="2706" y="3082"/>
                  </a:lnTo>
                  <a:lnTo>
                    <a:pt x="2706" y="3042"/>
                  </a:lnTo>
                  <a:lnTo>
                    <a:pt x="2667" y="3042"/>
                  </a:lnTo>
                  <a:lnTo>
                    <a:pt x="2647" y="3200"/>
                  </a:lnTo>
                  <a:lnTo>
                    <a:pt x="2667" y="3378"/>
                  </a:lnTo>
                  <a:lnTo>
                    <a:pt x="2608" y="3437"/>
                  </a:lnTo>
                  <a:lnTo>
                    <a:pt x="2568" y="3457"/>
                  </a:lnTo>
                  <a:lnTo>
                    <a:pt x="2548" y="3457"/>
                  </a:lnTo>
                  <a:lnTo>
                    <a:pt x="2588" y="3398"/>
                  </a:lnTo>
                  <a:lnTo>
                    <a:pt x="2608" y="3358"/>
                  </a:lnTo>
                  <a:lnTo>
                    <a:pt x="2568" y="3378"/>
                  </a:lnTo>
                  <a:lnTo>
                    <a:pt x="2529" y="3417"/>
                  </a:lnTo>
                  <a:lnTo>
                    <a:pt x="2509" y="3496"/>
                  </a:lnTo>
                  <a:lnTo>
                    <a:pt x="2489" y="3595"/>
                  </a:lnTo>
                  <a:lnTo>
                    <a:pt x="2450" y="3674"/>
                  </a:lnTo>
                  <a:lnTo>
                    <a:pt x="2529" y="3674"/>
                  </a:lnTo>
                  <a:lnTo>
                    <a:pt x="2548" y="3635"/>
                  </a:lnTo>
                  <a:lnTo>
                    <a:pt x="2548" y="3694"/>
                  </a:lnTo>
                  <a:lnTo>
                    <a:pt x="2568" y="3714"/>
                  </a:lnTo>
                  <a:lnTo>
                    <a:pt x="2647" y="3714"/>
                  </a:lnTo>
                  <a:lnTo>
                    <a:pt x="2687" y="3694"/>
                  </a:lnTo>
                  <a:lnTo>
                    <a:pt x="2726" y="3694"/>
                  </a:lnTo>
                  <a:lnTo>
                    <a:pt x="2746" y="3714"/>
                  </a:lnTo>
                  <a:lnTo>
                    <a:pt x="2746" y="3773"/>
                  </a:lnTo>
                  <a:lnTo>
                    <a:pt x="2766" y="3714"/>
                  </a:lnTo>
                  <a:lnTo>
                    <a:pt x="2805" y="3635"/>
                  </a:lnTo>
                  <a:lnTo>
                    <a:pt x="2825" y="3615"/>
                  </a:lnTo>
                  <a:lnTo>
                    <a:pt x="2845" y="3635"/>
                  </a:lnTo>
                  <a:lnTo>
                    <a:pt x="2865" y="3674"/>
                  </a:lnTo>
                  <a:lnTo>
                    <a:pt x="2845" y="3793"/>
                  </a:lnTo>
                  <a:lnTo>
                    <a:pt x="2884" y="3753"/>
                  </a:lnTo>
                  <a:lnTo>
                    <a:pt x="2924" y="3733"/>
                  </a:lnTo>
                  <a:lnTo>
                    <a:pt x="2963" y="3733"/>
                  </a:lnTo>
                  <a:lnTo>
                    <a:pt x="2963" y="3753"/>
                  </a:lnTo>
                  <a:lnTo>
                    <a:pt x="2983" y="3733"/>
                  </a:lnTo>
                  <a:lnTo>
                    <a:pt x="3023" y="3674"/>
                  </a:lnTo>
                  <a:lnTo>
                    <a:pt x="3042" y="3595"/>
                  </a:lnTo>
                  <a:lnTo>
                    <a:pt x="3082" y="3516"/>
                  </a:lnTo>
                  <a:lnTo>
                    <a:pt x="3141" y="3437"/>
                  </a:lnTo>
                  <a:lnTo>
                    <a:pt x="3200" y="3398"/>
                  </a:lnTo>
                  <a:lnTo>
                    <a:pt x="3240" y="3398"/>
                  </a:lnTo>
                  <a:lnTo>
                    <a:pt x="3260" y="3437"/>
                  </a:lnTo>
                  <a:lnTo>
                    <a:pt x="3299" y="3437"/>
                  </a:lnTo>
                  <a:lnTo>
                    <a:pt x="3279" y="3516"/>
                  </a:lnTo>
                  <a:lnTo>
                    <a:pt x="3200" y="3516"/>
                  </a:lnTo>
                  <a:lnTo>
                    <a:pt x="3161" y="3536"/>
                  </a:lnTo>
                  <a:lnTo>
                    <a:pt x="3339" y="3536"/>
                  </a:lnTo>
                  <a:lnTo>
                    <a:pt x="3339" y="3595"/>
                  </a:lnTo>
                  <a:lnTo>
                    <a:pt x="3299" y="3635"/>
                  </a:lnTo>
                  <a:lnTo>
                    <a:pt x="3260" y="3654"/>
                  </a:lnTo>
                  <a:lnTo>
                    <a:pt x="3220" y="3635"/>
                  </a:lnTo>
                  <a:lnTo>
                    <a:pt x="3220" y="3674"/>
                  </a:lnTo>
                  <a:lnTo>
                    <a:pt x="3240" y="3694"/>
                  </a:lnTo>
                  <a:lnTo>
                    <a:pt x="3299" y="3694"/>
                  </a:lnTo>
                  <a:lnTo>
                    <a:pt x="3358" y="3654"/>
                  </a:lnTo>
                  <a:lnTo>
                    <a:pt x="3418" y="3595"/>
                  </a:lnTo>
                  <a:lnTo>
                    <a:pt x="3457" y="3635"/>
                  </a:lnTo>
                  <a:lnTo>
                    <a:pt x="3477" y="3654"/>
                  </a:lnTo>
                  <a:lnTo>
                    <a:pt x="3477" y="3674"/>
                  </a:lnTo>
                  <a:lnTo>
                    <a:pt x="3398" y="3793"/>
                  </a:lnTo>
                  <a:lnTo>
                    <a:pt x="3319" y="3911"/>
                  </a:lnTo>
                  <a:lnTo>
                    <a:pt x="3279" y="3951"/>
                  </a:lnTo>
                  <a:lnTo>
                    <a:pt x="3220" y="3951"/>
                  </a:lnTo>
                  <a:lnTo>
                    <a:pt x="3220" y="3931"/>
                  </a:lnTo>
                  <a:lnTo>
                    <a:pt x="3240" y="3872"/>
                  </a:lnTo>
                  <a:lnTo>
                    <a:pt x="3220" y="3832"/>
                  </a:lnTo>
                  <a:lnTo>
                    <a:pt x="3181" y="3832"/>
                  </a:lnTo>
                  <a:lnTo>
                    <a:pt x="3121" y="3852"/>
                  </a:lnTo>
                  <a:lnTo>
                    <a:pt x="3141" y="3812"/>
                  </a:lnTo>
                  <a:lnTo>
                    <a:pt x="3181" y="3793"/>
                  </a:lnTo>
                  <a:lnTo>
                    <a:pt x="3102" y="3753"/>
                  </a:lnTo>
                  <a:lnTo>
                    <a:pt x="3062" y="3753"/>
                  </a:lnTo>
                  <a:lnTo>
                    <a:pt x="3023" y="3773"/>
                  </a:lnTo>
                  <a:lnTo>
                    <a:pt x="2963" y="3812"/>
                  </a:lnTo>
                  <a:lnTo>
                    <a:pt x="2983" y="3852"/>
                  </a:lnTo>
                  <a:lnTo>
                    <a:pt x="3023" y="3891"/>
                  </a:lnTo>
                  <a:lnTo>
                    <a:pt x="3082" y="3931"/>
                  </a:lnTo>
                  <a:lnTo>
                    <a:pt x="3161" y="3951"/>
                  </a:lnTo>
                  <a:lnTo>
                    <a:pt x="3161" y="3990"/>
                  </a:lnTo>
                  <a:lnTo>
                    <a:pt x="3161" y="4030"/>
                  </a:lnTo>
                  <a:lnTo>
                    <a:pt x="3378" y="3951"/>
                  </a:lnTo>
                  <a:lnTo>
                    <a:pt x="3418" y="3931"/>
                  </a:lnTo>
                  <a:lnTo>
                    <a:pt x="3457" y="3812"/>
                  </a:lnTo>
                  <a:lnTo>
                    <a:pt x="3477" y="3753"/>
                  </a:lnTo>
                  <a:lnTo>
                    <a:pt x="3516" y="3694"/>
                  </a:lnTo>
                  <a:lnTo>
                    <a:pt x="3497" y="3793"/>
                  </a:lnTo>
                  <a:lnTo>
                    <a:pt x="3497" y="3891"/>
                  </a:lnTo>
                  <a:lnTo>
                    <a:pt x="3497" y="3951"/>
                  </a:lnTo>
                  <a:lnTo>
                    <a:pt x="3536" y="3990"/>
                  </a:lnTo>
                  <a:lnTo>
                    <a:pt x="3556" y="3951"/>
                  </a:lnTo>
                  <a:lnTo>
                    <a:pt x="3595" y="3911"/>
                  </a:lnTo>
                  <a:lnTo>
                    <a:pt x="3655" y="3872"/>
                  </a:lnTo>
                  <a:lnTo>
                    <a:pt x="3694" y="3832"/>
                  </a:lnTo>
                  <a:lnTo>
                    <a:pt x="3734" y="3793"/>
                  </a:lnTo>
                  <a:lnTo>
                    <a:pt x="3734" y="3753"/>
                  </a:lnTo>
                  <a:lnTo>
                    <a:pt x="3714" y="3773"/>
                  </a:lnTo>
                  <a:lnTo>
                    <a:pt x="3714" y="3733"/>
                  </a:lnTo>
                  <a:lnTo>
                    <a:pt x="3734" y="3654"/>
                  </a:lnTo>
                  <a:lnTo>
                    <a:pt x="3773" y="3654"/>
                  </a:lnTo>
                  <a:lnTo>
                    <a:pt x="3793" y="3595"/>
                  </a:lnTo>
                  <a:lnTo>
                    <a:pt x="3813" y="3536"/>
                  </a:lnTo>
                  <a:lnTo>
                    <a:pt x="3852" y="3516"/>
                  </a:lnTo>
                  <a:lnTo>
                    <a:pt x="3872" y="3556"/>
                  </a:lnTo>
                  <a:lnTo>
                    <a:pt x="3872" y="3575"/>
                  </a:lnTo>
                  <a:lnTo>
                    <a:pt x="3872" y="3615"/>
                  </a:lnTo>
                  <a:lnTo>
                    <a:pt x="3852" y="3674"/>
                  </a:lnTo>
                  <a:lnTo>
                    <a:pt x="3852" y="3694"/>
                  </a:lnTo>
                  <a:lnTo>
                    <a:pt x="3872" y="3733"/>
                  </a:lnTo>
                  <a:lnTo>
                    <a:pt x="3734" y="3872"/>
                  </a:lnTo>
                  <a:lnTo>
                    <a:pt x="3655" y="3931"/>
                  </a:lnTo>
                  <a:lnTo>
                    <a:pt x="3576" y="3970"/>
                  </a:lnTo>
                  <a:lnTo>
                    <a:pt x="3576" y="4010"/>
                  </a:lnTo>
                  <a:lnTo>
                    <a:pt x="3595" y="4030"/>
                  </a:lnTo>
                  <a:lnTo>
                    <a:pt x="3615" y="4030"/>
                  </a:lnTo>
                  <a:lnTo>
                    <a:pt x="3635" y="4069"/>
                  </a:lnTo>
                  <a:lnTo>
                    <a:pt x="3655" y="4010"/>
                  </a:lnTo>
                  <a:lnTo>
                    <a:pt x="3674" y="3970"/>
                  </a:lnTo>
                  <a:lnTo>
                    <a:pt x="3714" y="3931"/>
                  </a:lnTo>
                  <a:lnTo>
                    <a:pt x="3714" y="3891"/>
                  </a:lnTo>
                  <a:lnTo>
                    <a:pt x="3813" y="3872"/>
                  </a:lnTo>
                  <a:lnTo>
                    <a:pt x="3931" y="3812"/>
                  </a:lnTo>
                  <a:lnTo>
                    <a:pt x="4050" y="3773"/>
                  </a:lnTo>
                  <a:lnTo>
                    <a:pt x="4148" y="3773"/>
                  </a:lnTo>
                  <a:lnTo>
                    <a:pt x="4109" y="3832"/>
                  </a:lnTo>
                  <a:lnTo>
                    <a:pt x="4050" y="3891"/>
                  </a:lnTo>
                  <a:lnTo>
                    <a:pt x="3951" y="3931"/>
                  </a:lnTo>
                  <a:lnTo>
                    <a:pt x="3911" y="3970"/>
                  </a:lnTo>
                  <a:lnTo>
                    <a:pt x="3852" y="4010"/>
                  </a:lnTo>
                  <a:lnTo>
                    <a:pt x="3813" y="4069"/>
                  </a:lnTo>
                  <a:lnTo>
                    <a:pt x="3773" y="4148"/>
                  </a:lnTo>
                  <a:lnTo>
                    <a:pt x="3773" y="4168"/>
                  </a:lnTo>
                  <a:lnTo>
                    <a:pt x="3793" y="4168"/>
                  </a:lnTo>
                  <a:lnTo>
                    <a:pt x="3832" y="4128"/>
                  </a:lnTo>
                  <a:lnTo>
                    <a:pt x="3872" y="4089"/>
                  </a:lnTo>
                  <a:lnTo>
                    <a:pt x="3911" y="4069"/>
                  </a:lnTo>
                  <a:lnTo>
                    <a:pt x="3931" y="4069"/>
                  </a:lnTo>
                  <a:lnTo>
                    <a:pt x="3931" y="4128"/>
                  </a:lnTo>
                  <a:lnTo>
                    <a:pt x="3931" y="4148"/>
                  </a:lnTo>
                  <a:lnTo>
                    <a:pt x="3951" y="4168"/>
                  </a:lnTo>
                  <a:lnTo>
                    <a:pt x="3990" y="4188"/>
                  </a:lnTo>
                  <a:lnTo>
                    <a:pt x="4050" y="4168"/>
                  </a:lnTo>
                  <a:lnTo>
                    <a:pt x="4129" y="4188"/>
                  </a:lnTo>
                  <a:lnTo>
                    <a:pt x="4129" y="4089"/>
                  </a:lnTo>
                  <a:lnTo>
                    <a:pt x="4188" y="4089"/>
                  </a:lnTo>
                  <a:lnTo>
                    <a:pt x="4227" y="4148"/>
                  </a:lnTo>
                  <a:lnTo>
                    <a:pt x="4208" y="4168"/>
                  </a:lnTo>
                  <a:lnTo>
                    <a:pt x="4267" y="4148"/>
                  </a:lnTo>
                  <a:lnTo>
                    <a:pt x="4267" y="4168"/>
                  </a:lnTo>
                  <a:lnTo>
                    <a:pt x="4287" y="4168"/>
                  </a:lnTo>
                  <a:lnTo>
                    <a:pt x="4306" y="4148"/>
                  </a:lnTo>
                  <a:lnTo>
                    <a:pt x="4366" y="4188"/>
                  </a:lnTo>
                  <a:lnTo>
                    <a:pt x="4405" y="4207"/>
                  </a:lnTo>
                  <a:lnTo>
                    <a:pt x="4464" y="4227"/>
                  </a:lnTo>
                  <a:lnTo>
                    <a:pt x="4484" y="4168"/>
                  </a:lnTo>
                  <a:lnTo>
                    <a:pt x="4464" y="4148"/>
                  </a:lnTo>
                  <a:lnTo>
                    <a:pt x="4405" y="4168"/>
                  </a:lnTo>
                  <a:lnTo>
                    <a:pt x="4385" y="4148"/>
                  </a:lnTo>
                  <a:lnTo>
                    <a:pt x="4385" y="4069"/>
                  </a:lnTo>
                  <a:lnTo>
                    <a:pt x="4385" y="4030"/>
                  </a:lnTo>
                  <a:lnTo>
                    <a:pt x="4425" y="3970"/>
                  </a:lnTo>
                  <a:lnTo>
                    <a:pt x="4445" y="3990"/>
                  </a:lnTo>
                  <a:lnTo>
                    <a:pt x="4484" y="3990"/>
                  </a:lnTo>
                  <a:lnTo>
                    <a:pt x="4563" y="3951"/>
                  </a:lnTo>
                  <a:lnTo>
                    <a:pt x="4642" y="3931"/>
                  </a:lnTo>
                  <a:lnTo>
                    <a:pt x="4682" y="3931"/>
                  </a:lnTo>
                  <a:lnTo>
                    <a:pt x="4721" y="3951"/>
                  </a:lnTo>
                  <a:lnTo>
                    <a:pt x="4701" y="3911"/>
                  </a:lnTo>
                  <a:lnTo>
                    <a:pt x="4761" y="3872"/>
                  </a:lnTo>
                  <a:lnTo>
                    <a:pt x="4780" y="3872"/>
                  </a:lnTo>
                  <a:lnTo>
                    <a:pt x="4840" y="3911"/>
                  </a:lnTo>
                  <a:lnTo>
                    <a:pt x="4840" y="3951"/>
                  </a:lnTo>
                  <a:lnTo>
                    <a:pt x="4840" y="3990"/>
                  </a:lnTo>
                  <a:lnTo>
                    <a:pt x="4780" y="4030"/>
                  </a:lnTo>
                  <a:lnTo>
                    <a:pt x="4741" y="4089"/>
                  </a:lnTo>
                  <a:lnTo>
                    <a:pt x="4721" y="4109"/>
                  </a:lnTo>
                  <a:lnTo>
                    <a:pt x="4721" y="4148"/>
                  </a:lnTo>
                  <a:lnTo>
                    <a:pt x="4662" y="4168"/>
                  </a:lnTo>
                  <a:lnTo>
                    <a:pt x="4603" y="4168"/>
                  </a:lnTo>
                  <a:lnTo>
                    <a:pt x="4563" y="4227"/>
                  </a:lnTo>
                  <a:lnTo>
                    <a:pt x="4524" y="4425"/>
                  </a:lnTo>
                  <a:lnTo>
                    <a:pt x="4524" y="4425"/>
                  </a:lnTo>
                  <a:lnTo>
                    <a:pt x="4543" y="4405"/>
                  </a:lnTo>
                  <a:lnTo>
                    <a:pt x="4563" y="4405"/>
                  </a:lnTo>
                  <a:lnTo>
                    <a:pt x="4583" y="4425"/>
                  </a:lnTo>
                  <a:lnTo>
                    <a:pt x="4603" y="4484"/>
                  </a:lnTo>
                  <a:lnTo>
                    <a:pt x="4603" y="4504"/>
                  </a:lnTo>
                  <a:lnTo>
                    <a:pt x="4622" y="4504"/>
                  </a:lnTo>
                  <a:lnTo>
                    <a:pt x="4622" y="4405"/>
                  </a:lnTo>
                  <a:lnTo>
                    <a:pt x="4662" y="4365"/>
                  </a:lnTo>
                  <a:lnTo>
                    <a:pt x="4682" y="4346"/>
                  </a:lnTo>
                  <a:lnTo>
                    <a:pt x="4682" y="4365"/>
                  </a:lnTo>
                  <a:lnTo>
                    <a:pt x="4682" y="4425"/>
                  </a:lnTo>
                  <a:lnTo>
                    <a:pt x="4761" y="4227"/>
                  </a:lnTo>
                  <a:lnTo>
                    <a:pt x="4741" y="4207"/>
                  </a:lnTo>
                  <a:lnTo>
                    <a:pt x="4721" y="4227"/>
                  </a:lnTo>
                  <a:lnTo>
                    <a:pt x="4682" y="4247"/>
                  </a:lnTo>
                  <a:lnTo>
                    <a:pt x="4642" y="4247"/>
                  </a:lnTo>
                  <a:lnTo>
                    <a:pt x="4642" y="4227"/>
                  </a:lnTo>
                  <a:lnTo>
                    <a:pt x="4642" y="4188"/>
                  </a:lnTo>
                  <a:lnTo>
                    <a:pt x="4721" y="4168"/>
                  </a:lnTo>
                  <a:lnTo>
                    <a:pt x="4780" y="4109"/>
                  </a:lnTo>
                  <a:lnTo>
                    <a:pt x="4840" y="4069"/>
                  </a:lnTo>
                  <a:lnTo>
                    <a:pt x="4879" y="4049"/>
                  </a:lnTo>
                  <a:lnTo>
                    <a:pt x="4899" y="4069"/>
                  </a:lnTo>
                  <a:lnTo>
                    <a:pt x="4879" y="4089"/>
                  </a:lnTo>
                  <a:lnTo>
                    <a:pt x="4879" y="4109"/>
                  </a:lnTo>
                  <a:lnTo>
                    <a:pt x="4859" y="4109"/>
                  </a:lnTo>
                  <a:lnTo>
                    <a:pt x="4840" y="4128"/>
                  </a:lnTo>
                  <a:lnTo>
                    <a:pt x="4840" y="4148"/>
                  </a:lnTo>
                  <a:lnTo>
                    <a:pt x="4859" y="4148"/>
                  </a:lnTo>
                  <a:lnTo>
                    <a:pt x="4899" y="4128"/>
                  </a:lnTo>
                  <a:lnTo>
                    <a:pt x="4958" y="4128"/>
                  </a:lnTo>
                  <a:lnTo>
                    <a:pt x="4978" y="4148"/>
                  </a:lnTo>
                  <a:lnTo>
                    <a:pt x="4879" y="4207"/>
                  </a:lnTo>
                  <a:lnTo>
                    <a:pt x="4840" y="4267"/>
                  </a:lnTo>
                  <a:lnTo>
                    <a:pt x="4820" y="4346"/>
                  </a:lnTo>
                  <a:lnTo>
                    <a:pt x="4820" y="4346"/>
                  </a:lnTo>
                  <a:lnTo>
                    <a:pt x="4919" y="4227"/>
                  </a:lnTo>
                  <a:lnTo>
                    <a:pt x="4938" y="4247"/>
                  </a:lnTo>
                  <a:lnTo>
                    <a:pt x="4919" y="4286"/>
                  </a:lnTo>
                  <a:lnTo>
                    <a:pt x="4919" y="4306"/>
                  </a:lnTo>
                  <a:lnTo>
                    <a:pt x="4919" y="4326"/>
                  </a:lnTo>
                  <a:lnTo>
                    <a:pt x="4938" y="4306"/>
                  </a:lnTo>
                  <a:lnTo>
                    <a:pt x="4958" y="4267"/>
                  </a:lnTo>
                  <a:lnTo>
                    <a:pt x="4978" y="4227"/>
                  </a:lnTo>
                  <a:lnTo>
                    <a:pt x="5017" y="4227"/>
                  </a:lnTo>
                  <a:lnTo>
                    <a:pt x="4998" y="4286"/>
                  </a:lnTo>
                  <a:lnTo>
                    <a:pt x="4978" y="4326"/>
                  </a:lnTo>
                  <a:lnTo>
                    <a:pt x="5017" y="4346"/>
                  </a:lnTo>
                  <a:lnTo>
                    <a:pt x="5037" y="4326"/>
                  </a:lnTo>
                  <a:lnTo>
                    <a:pt x="5077" y="4286"/>
                  </a:lnTo>
                  <a:lnTo>
                    <a:pt x="5136" y="4267"/>
                  </a:lnTo>
                  <a:lnTo>
                    <a:pt x="5116" y="4247"/>
                  </a:lnTo>
                  <a:lnTo>
                    <a:pt x="5116" y="4207"/>
                  </a:lnTo>
                  <a:lnTo>
                    <a:pt x="5156" y="4128"/>
                  </a:lnTo>
                  <a:lnTo>
                    <a:pt x="5195" y="4069"/>
                  </a:lnTo>
                  <a:lnTo>
                    <a:pt x="5235" y="4030"/>
                  </a:lnTo>
                  <a:lnTo>
                    <a:pt x="5255" y="4030"/>
                  </a:lnTo>
                  <a:lnTo>
                    <a:pt x="5314" y="4049"/>
                  </a:lnTo>
                  <a:lnTo>
                    <a:pt x="5373" y="4069"/>
                  </a:lnTo>
                  <a:lnTo>
                    <a:pt x="5393" y="4069"/>
                  </a:lnTo>
                  <a:lnTo>
                    <a:pt x="5393" y="4109"/>
                  </a:lnTo>
                  <a:lnTo>
                    <a:pt x="5413" y="4148"/>
                  </a:lnTo>
                  <a:lnTo>
                    <a:pt x="5393" y="4207"/>
                  </a:lnTo>
                  <a:lnTo>
                    <a:pt x="5472" y="4128"/>
                  </a:lnTo>
                  <a:lnTo>
                    <a:pt x="5452" y="4188"/>
                  </a:lnTo>
                  <a:lnTo>
                    <a:pt x="5452" y="4207"/>
                  </a:lnTo>
                  <a:lnTo>
                    <a:pt x="5452" y="4227"/>
                  </a:lnTo>
                  <a:lnTo>
                    <a:pt x="5492" y="4227"/>
                  </a:lnTo>
                  <a:lnTo>
                    <a:pt x="5511" y="4247"/>
                  </a:lnTo>
                  <a:lnTo>
                    <a:pt x="5492" y="4286"/>
                  </a:lnTo>
                  <a:lnTo>
                    <a:pt x="5393" y="4286"/>
                  </a:lnTo>
                  <a:lnTo>
                    <a:pt x="5353" y="4306"/>
                  </a:lnTo>
                  <a:lnTo>
                    <a:pt x="5334" y="4346"/>
                  </a:lnTo>
                  <a:lnTo>
                    <a:pt x="5274" y="4405"/>
                  </a:lnTo>
                  <a:lnTo>
                    <a:pt x="5294" y="4444"/>
                  </a:lnTo>
                  <a:lnTo>
                    <a:pt x="5274" y="4484"/>
                  </a:lnTo>
                  <a:lnTo>
                    <a:pt x="5215" y="4583"/>
                  </a:lnTo>
                  <a:lnTo>
                    <a:pt x="5235" y="4563"/>
                  </a:lnTo>
                  <a:lnTo>
                    <a:pt x="5255" y="4543"/>
                  </a:lnTo>
                  <a:lnTo>
                    <a:pt x="5294" y="4484"/>
                  </a:lnTo>
                  <a:lnTo>
                    <a:pt x="5353" y="4405"/>
                  </a:lnTo>
                  <a:lnTo>
                    <a:pt x="5393" y="4326"/>
                  </a:lnTo>
                  <a:lnTo>
                    <a:pt x="5393" y="4365"/>
                  </a:lnTo>
                  <a:lnTo>
                    <a:pt x="5413" y="4405"/>
                  </a:lnTo>
                  <a:lnTo>
                    <a:pt x="5413" y="4444"/>
                  </a:lnTo>
                  <a:lnTo>
                    <a:pt x="5373" y="4504"/>
                  </a:lnTo>
                  <a:lnTo>
                    <a:pt x="5393" y="4523"/>
                  </a:lnTo>
                  <a:lnTo>
                    <a:pt x="5413" y="4504"/>
                  </a:lnTo>
                  <a:lnTo>
                    <a:pt x="5472" y="4464"/>
                  </a:lnTo>
                  <a:lnTo>
                    <a:pt x="5511" y="4444"/>
                  </a:lnTo>
                  <a:lnTo>
                    <a:pt x="5531" y="4444"/>
                  </a:lnTo>
                  <a:lnTo>
                    <a:pt x="5472" y="4543"/>
                  </a:lnTo>
                  <a:lnTo>
                    <a:pt x="5413" y="4642"/>
                  </a:lnTo>
                  <a:lnTo>
                    <a:pt x="5452" y="4642"/>
                  </a:lnTo>
                  <a:lnTo>
                    <a:pt x="5472" y="4681"/>
                  </a:lnTo>
                  <a:lnTo>
                    <a:pt x="5492" y="4622"/>
                  </a:lnTo>
                  <a:lnTo>
                    <a:pt x="5511" y="4602"/>
                  </a:lnTo>
                  <a:lnTo>
                    <a:pt x="5472" y="4602"/>
                  </a:lnTo>
                  <a:lnTo>
                    <a:pt x="5511" y="4563"/>
                  </a:lnTo>
                  <a:lnTo>
                    <a:pt x="5571" y="4563"/>
                  </a:lnTo>
                  <a:lnTo>
                    <a:pt x="5590" y="4583"/>
                  </a:lnTo>
                  <a:lnTo>
                    <a:pt x="5610" y="4563"/>
                  </a:lnTo>
                  <a:lnTo>
                    <a:pt x="5630" y="4543"/>
                  </a:lnTo>
                  <a:lnTo>
                    <a:pt x="5610" y="4583"/>
                  </a:lnTo>
                  <a:lnTo>
                    <a:pt x="5610" y="4622"/>
                  </a:lnTo>
                  <a:lnTo>
                    <a:pt x="5650" y="4642"/>
                  </a:lnTo>
                  <a:lnTo>
                    <a:pt x="5689" y="4662"/>
                  </a:lnTo>
                  <a:lnTo>
                    <a:pt x="5709" y="4681"/>
                  </a:lnTo>
                  <a:lnTo>
                    <a:pt x="5709" y="4701"/>
                  </a:lnTo>
                  <a:lnTo>
                    <a:pt x="5748" y="4602"/>
                  </a:lnTo>
                  <a:lnTo>
                    <a:pt x="5768" y="4583"/>
                  </a:lnTo>
                  <a:lnTo>
                    <a:pt x="5748" y="4563"/>
                  </a:lnTo>
                  <a:lnTo>
                    <a:pt x="5709" y="4583"/>
                  </a:lnTo>
                  <a:lnTo>
                    <a:pt x="5689" y="4602"/>
                  </a:lnTo>
                  <a:lnTo>
                    <a:pt x="5669" y="4602"/>
                  </a:lnTo>
                  <a:lnTo>
                    <a:pt x="5669" y="4583"/>
                  </a:lnTo>
                  <a:lnTo>
                    <a:pt x="5689" y="4504"/>
                  </a:lnTo>
                  <a:lnTo>
                    <a:pt x="5768" y="4504"/>
                  </a:lnTo>
                  <a:lnTo>
                    <a:pt x="5847" y="4523"/>
                  </a:lnTo>
                  <a:lnTo>
                    <a:pt x="5946" y="4543"/>
                  </a:lnTo>
                  <a:lnTo>
                    <a:pt x="5985" y="4543"/>
                  </a:lnTo>
                  <a:lnTo>
                    <a:pt x="6045" y="4523"/>
                  </a:lnTo>
                  <a:lnTo>
                    <a:pt x="6064" y="4563"/>
                  </a:lnTo>
                  <a:lnTo>
                    <a:pt x="6064" y="4583"/>
                  </a:lnTo>
                  <a:lnTo>
                    <a:pt x="6025" y="4622"/>
                  </a:lnTo>
                  <a:lnTo>
                    <a:pt x="5985" y="4681"/>
                  </a:lnTo>
                  <a:lnTo>
                    <a:pt x="5946" y="4760"/>
                  </a:lnTo>
                  <a:lnTo>
                    <a:pt x="5887" y="4741"/>
                  </a:lnTo>
                  <a:lnTo>
                    <a:pt x="5867" y="4721"/>
                  </a:lnTo>
                  <a:lnTo>
                    <a:pt x="5827" y="4681"/>
                  </a:lnTo>
                  <a:lnTo>
                    <a:pt x="5788" y="4681"/>
                  </a:lnTo>
                  <a:lnTo>
                    <a:pt x="5827" y="4741"/>
                  </a:lnTo>
                  <a:lnTo>
                    <a:pt x="5887" y="4780"/>
                  </a:lnTo>
                  <a:lnTo>
                    <a:pt x="5985" y="4780"/>
                  </a:lnTo>
                  <a:lnTo>
                    <a:pt x="6064" y="4741"/>
                  </a:lnTo>
                  <a:lnTo>
                    <a:pt x="6084" y="4760"/>
                  </a:lnTo>
                  <a:lnTo>
                    <a:pt x="6084" y="4800"/>
                  </a:lnTo>
                  <a:lnTo>
                    <a:pt x="6064" y="4919"/>
                  </a:lnTo>
                  <a:lnTo>
                    <a:pt x="6045" y="5017"/>
                  </a:lnTo>
                  <a:lnTo>
                    <a:pt x="6064" y="5057"/>
                  </a:lnTo>
                  <a:lnTo>
                    <a:pt x="6104" y="5057"/>
                  </a:lnTo>
                  <a:lnTo>
                    <a:pt x="6143" y="4958"/>
                  </a:lnTo>
                  <a:lnTo>
                    <a:pt x="6143" y="4879"/>
                  </a:lnTo>
                  <a:lnTo>
                    <a:pt x="6183" y="4879"/>
                  </a:lnTo>
                  <a:lnTo>
                    <a:pt x="6203" y="4899"/>
                  </a:lnTo>
                  <a:lnTo>
                    <a:pt x="6222" y="4919"/>
                  </a:lnTo>
                  <a:lnTo>
                    <a:pt x="6242" y="4899"/>
                  </a:lnTo>
                  <a:lnTo>
                    <a:pt x="6262" y="4859"/>
                  </a:lnTo>
                  <a:lnTo>
                    <a:pt x="6262" y="4820"/>
                  </a:lnTo>
                  <a:lnTo>
                    <a:pt x="6301" y="4800"/>
                  </a:lnTo>
                  <a:lnTo>
                    <a:pt x="6301" y="4839"/>
                  </a:lnTo>
                  <a:lnTo>
                    <a:pt x="6301" y="4879"/>
                  </a:lnTo>
                  <a:lnTo>
                    <a:pt x="6282" y="4919"/>
                  </a:lnTo>
                  <a:lnTo>
                    <a:pt x="6301" y="4919"/>
                  </a:lnTo>
                  <a:lnTo>
                    <a:pt x="6321" y="4938"/>
                  </a:lnTo>
                  <a:lnTo>
                    <a:pt x="6301" y="5017"/>
                  </a:lnTo>
                  <a:lnTo>
                    <a:pt x="6301" y="5057"/>
                  </a:lnTo>
                  <a:lnTo>
                    <a:pt x="6301" y="5077"/>
                  </a:lnTo>
                  <a:lnTo>
                    <a:pt x="6321" y="5077"/>
                  </a:lnTo>
                  <a:lnTo>
                    <a:pt x="6380" y="5037"/>
                  </a:lnTo>
                  <a:lnTo>
                    <a:pt x="6380" y="5017"/>
                  </a:lnTo>
                  <a:lnTo>
                    <a:pt x="6361" y="5017"/>
                  </a:lnTo>
                  <a:lnTo>
                    <a:pt x="6341" y="4998"/>
                  </a:lnTo>
                  <a:lnTo>
                    <a:pt x="6380" y="4938"/>
                  </a:lnTo>
                  <a:lnTo>
                    <a:pt x="6440" y="4899"/>
                  </a:lnTo>
                  <a:lnTo>
                    <a:pt x="6479" y="4859"/>
                  </a:lnTo>
                  <a:lnTo>
                    <a:pt x="6538" y="4839"/>
                  </a:lnTo>
                  <a:lnTo>
                    <a:pt x="6519" y="4859"/>
                  </a:lnTo>
                  <a:lnTo>
                    <a:pt x="6538" y="4879"/>
                  </a:lnTo>
                  <a:lnTo>
                    <a:pt x="6558" y="4879"/>
                  </a:lnTo>
                  <a:lnTo>
                    <a:pt x="6558" y="4899"/>
                  </a:lnTo>
                  <a:lnTo>
                    <a:pt x="6538" y="4938"/>
                  </a:lnTo>
                  <a:lnTo>
                    <a:pt x="6479" y="4938"/>
                  </a:lnTo>
                  <a:lnTo>
                    <a:pt x="6440" y="4958"/>
                  </a:lnTo>
                  <a:lnTo>
                    <a:pt x="6479" y="4998"/>
                  </a:lnTo>
                  <a:lnTo>
                    <a:pt x="6479" y="4998"/>
                  </a:lnTo>
                  <a:lnTo>
                    <a:pt x="6617" y="4919"/>
                  </a:lnTo>
                  <a:lnTo>
                    <a:pt x="6598" y="4919"/>
                  </a:lnTo>
                  <a:lnTo>
                    <a:pt x="6598" y="4899"/>
                  </a:lnTo>
                  <a:lnTo>
                    <a:pt x="6617" y="4859"/>
                  </a:lnTo>
                  <a:lnTo>
                    <a:pt x="6677" y="4800"/>
                  </a:lnTo>
                  <a:lnTo>
                    <a:pt x="6696" y="4780"/>
                  </a:lnTo>
                  <a:lnTo>
                    <a:pt x="6736" y="4800"/>
                  </a:lnTo>
                  <a:lnTo>
                    <a:pt x="6736" y="4859"/>
                  </a:lnTo>
                  <a:lnTo>
                    <a:pt x="6736" y="4899"/>
                  </a:lnTo>
                  <a:lnTo>
                    <a:pt x="6716" y="4978"/>
                  </a:lnTo>
                  <a:lnTo>
                    <a:pt x="6756" y="4919"/>
                  </a:lnTo>
                  <a:lnTo>
                    <a:pt x="6815" y="4899"/>
                  </a:lnTo>
                  <a:lnTo>
                    <a:pt x="6894" y="4919"/>
                  </a:lnTo>
                  <a:lnTo>
                    <a:pt x="6894" y="4859"/>
                  </a:lnTo>
                  <a:lnTo>
                    <a:pt x="6914" y="4820"/>
                  </a:lnTo>
                  <a:lnTo>
                    <a:pt x="6993" y="4780"/>
                  </a:lnTo>
                  <a:lnTo>
                    <a:pt x="6993" y="4938"/>
                  </a:lnTo>
                  <a:lnTo>
                    <a:pt x="6953" y="4938"/>
                  </a:lnTo>
                  <a:lnTo>
                    <a:pt x="6933" y="4958"/>
                  </a:lnTo>
                  <a:lnTo>
                    <a:pt x="6914" y="4998"/>
                  </a:lnTo>
                  <a:lnTo>
                    <a:pt x="6914" y="5057"/>
                  </a:lnTo>
                  <a:lnTo>
                    <a:pt x="6874" y="5136"/>
                  </a:lnTo>
                  <a:lnTo>
                    <a:pt x="6815" y="5175"/>
                  </a:lnTo>
                  <a:lnTo>
                    <a:pt x="6775" y="5175"/>
                  </a:lnTo>
                  <a:lnTo>
                    <a:pt x="6736" y="5116"/>
                  </a:lnTo>
                  <a:lnTo>
                    <a:pt x="6736" y="5195"/>
                  </a:lnTo>
                  <a:lnTo>
                    <a:pt x="6756" y="5215"/>
                  </a:lnTo>
                  <a:lnTo>
                    <a:pt x="6775" y="5215"/>
                  </a:lnTo>
                  <a:lnTo>
                    <a:pt x="6815" y="5195"/>
                  </a:lnTo>
                  <a:lnTo>
                    <a:pt x="6894" y="5156"/>
                  </a:lnTo>
                  <a:lnTo>
                    <a:pt x="6914" y="5156"/>
                  </a:lnTo>
                  <a:lnTo>
                    <a:pt x="6933" y="5195"/>
                  </a:lnTo>
                  <a:lnTo>
                    <a:pt x="6894" y="5254"/>
                  </a:lnTo>
                  <a:lnTo>
                    <a:pt x="6854" y="5294"/>
                  </a:lnTo>
                  <a:lnTo>
                    <a:pt x="6914" y="5274"/>
                  </a:lnTo>
                  <a:lnTo>
                    <a:pt x="6933" y="5274"/>
                  </a:lnTo>
                  <a:lnTo>
                    <a:pt x="6953" y="5314"/>
                  </a:lnTo>
                  <a:lnTo>
                    <a:pt x="6993" y="5195"/>
                  </a:lnTo>
                  <a:lnTo>
                    <a:pt x="7032" y="5136"/>
                  </a:lnTo>
                  <a:lnTo>
                    <a:pt x="7091" y="5116"/>
                  </a:lnTo>
                  <a:lnTo>
                    <a:pt x="7052" y="5294"/>
                  </a:lnTo>
                  <a:lnTo>
                    <a:pt x="7091" y="5294"/>
                  </a:lnTo>
                  <a:lnTo>
                    <a:pt x="7151" y="5235"/>
                  </a:lnTo>
                  <a:lnTo>
                    <a:pt x="7210" y="5175"/>
                  </a:lnTo>
                  <a:lnTo>
                    <a:pt x="7230" y="5136"/>
                  </a:lnTo>
                  <a:lnTo>
                    <a:pt x="7269" y="5116"/>
                  </a:lnTo>
                  <a:lnTo>
                    <a:pt x="7289" y="4998"/>
                  </a:lnTo>
                  <a:lnTo>
                    <a:pt x="7328" y="4958"/>
                  </a:lnTo>
                  <a:lnTo>
                    <a:pt x="7407" y="4958"/>
                  </a:lnTo>
                  <a:lnTo>
                    <a:pt x="7447" y="4919"/>
                  </a:lnTo>
                  <a:lnTo>
                    <a:pt x="7368" y="4919"/>
                  </a:lnTo>
                  <a:lnTo>
                    <a:pt x="7348" y="4938"/>
                  </a:lnTo>
                  <a:lnTo>
                    <a:pt x="7328" y="4938"/>
                  </a:lnTo>
                  <a:lnTo>
                    <a:pt x="7309" y="4919"/>
                  </a:lnTo>
                  <a:lnTo>
                    <a:pt x="7368" y="4859"/>
                  </a:lnTo>
                  <a:lnTo>
                    <a:pt x="7388" y="4839"/>
                  </a:lnTo>
                  <a:lnTo>
                    <a:pt x="7427" y="4839"/>
                  </a:lnTo>
                  <a:lnTo>
                    <a:pt x="7467" y="4820"/>
                  </a:lnTo>
                  <a:lnTo>
                    <a:pt x="7506" y="4919"/>
                  </a:lnTo>
                  <a:lnTo>
                    <a:pt x="7486" y="5057"/>
                  </a:lnTo>
                  <a:lnTo>
                    <a:pt x="7407" y="5175"/>
                  </a:lnTo>
                  <a:lnTo>
                    <a:pt x="7309" y="5254"/>
                  </a:lnTo>
                  <a:lnTo>
                    <a:pt x="7210" y="5373"/>
                  </a:lnTo>
                  <a:lnTo>
                    <a:pt x="7091" y="5531"/>
                  </a:lnTo>
                  <a:lnTo>
                    <a:pt x="7170" y="5531"/>
                  </a:lnTo>
                  <a:lnTo>
                    <a:pt x="7249" y="5551"/>
                  </a:lnTo>
                  <a:lnTo>
                    <a:pt x="7309" y="5570"/>
                  </a:lnTo>
                  <a:lnTo>
                    <a:pt x="7328" y="5610"/>
                  </a:lnTo>
                  <a:lnTo>
                    <a:pt x="7328" y="5649"/>
                  </a:lnTo>
                  <a:lnTo>
                    <a:pt x="7407" y="5610"/>
                  </a:lnTo>
                  <a:lnTo>
                    <a:pt x="7486" y="5531"/>
                  </a:lnTo>
                  <a:lnTo>
                    <a:pt x="7585" y="5333"/>
                  </a:lnTo>
                  <a:lnTo>
                    <a:pt x="7625" y="5333"/>
                  </a:lnTo>
                  <a:lnTo>
                    <a:pt x="7625" y="5353"/>
                  </a:lnTo>
                  <a:lnTo>
                    <a:pt x="7645" y="5393"/>
                  </a:lnTo>
                  <a:lnTo>
                    <a:pt x="7565" y="5452"/>
                  </a:lnTo>
                  <a:lnTo>
                    <a:pt x="7565" y="5452"/>
                  </a:lnTo>
                  <a:lnTo>
                    <a:pt x="7724" y="5412"/>
                  </a:lnTo>
                  <a:lnTo>
                    <a:pt x="7803" y="5412"/>
                  </a:lnTo>
                  <a:lnTo>
                    <a:pt x="7862" y="5452"/>
                  </a:lnTo>
                  <a:lnTo>
                    <a:pt x="7901" y="5412"/>
                  </a:lnTo>
                  <a:lnTo>
                    <a:pt x="7961" y="5373"/>
                  </a:lnTo>
                  <a:lnTo>
                    <a:pt x="8040" y="5215"/>
                  </a:lnTo>
                  <a:lnTo>
                    <a:pt x="8099" y="5215"/>
                  </a:lnTo>
                  <a:lnTo>
                    <a:pt x="8119" y="5195"/>
                  </a:lnTo>
                  <a:lnTo>
                    <a:pt x="8178" y="5136"/>
                  </a:lnTo>
                  <a:lnTo>
                    <a:pt x="8198" y="5116"/>
                  </a:lnTo>
                  <a:lnTo>
                    <a:pt x="8237" y="5156"/>
                  </a:lnTo>
                  <a:lnTo>
                    <a:pt x="8257" y="5175"/>
                  </a:lnTo>
                  <a:lnTo>
                    <a:pt x="8198" y="5215"/>
                  </a:lnTo>
                  <a:lnTo>
                    <a:pt x="8178" y="5254"/>
                  </a:lnTo>
                  <a:lnTo>
                    <a:pt x="8178" y="5294"/>
                  </a:lnTo>
                  <a:lnTo>
                    <a:pt x="8198" y="5314"/>
                  </a:lnTo>
                  <a:lnTo>
                    <a:pt x="8237" y="5333"/>
                  </a:lnTo>
                  <a:lnTo>
                    <a:pt x="8277" y="5314"/>
                  </a:lnTo>
                  <a:lnTo>
                    <a:pt x="8277" y="5314"/>
                  </a:lnTo>
                  <a:lnTo>
                    <a:pt x="8198" y="5393"/>
                  </a:lnTo>
                  <a:lnTo>
                    <a:pt x="8158" y="5432"/>
                  </a:lnTo>
                  <a:lnTo>
                    <a:pt x="8138" y="5432"/>
                  </a:lnTo>
                  <a:lnTo>
                    <a:pt x="8138" y="5412"/>
                  </a:lnTo>
                  <a:lnTo>
                    <a:pt x="8158" y="5353"/>
                  </a:lnTo>
                  <a:lnTo>
                    <a:pt x="8059" y="5393"/>
                  </a:lnTo>
                  <a:lnTo>
                    <a:pt x="8099" y="5393"/>
                  </a:lnTo>
                  <a:lnTo>
                    <a:pt x="8119" y="5412"/>
                  </a:lnTo>
                  <a:lnTo>
                    <a:pt x="8119" y="5432"/>
                  </a:lnTo>
                  <a:lnTo>
                    <a:pt x="8119" y="5472"/>
                  </a:lnTo>
                  <a:lnTo>
                    <a:pt x="8079" y="5570"/>
                  </a:lnTo>
                  <a:lnTo>
                    <a:pt x="8040" y="5669"/>
                  </a:lnTo>
                  <a:lnTo>
                    <a:pt x="8040" y="5669"/>
                  </a:lnTo>
                  <a:lnTo>
                    <a:pt x="8059" y="5649"/>
                  </a:lnTo>
                  <a:lnTo>
                    <a:pt x="8079" y="5630"/>
                  </a:lnTo>
                  <a:lnTo>
                    <a:pt x="8099" y="5570"/>
                  </a:lnTo>
                  <a:lnTo>
                    <a:pt x="8119" y="5511"/>
                  </a:lnTo>
                  <a:lnTo>
                    <a:pt x="8138" y="5511"/>
                  </a:lnTo>
                  <a:lnTo>
                    <a:pt x="8178" y="5491"/>
                  </a:lnTo>
                  <a:lnTo>
                    <a:pt x="8178" y="5590"/>
                  </a:lnTo>
                  <a:lnTo>
                    <a:pt x="8198" y="5649"/>
                  </a:lnTo>
                  <a:lnTo>
                    <a:pt x="8217" y="5689"/>
                  </a:lnTo>
                  <a:lnTo>
                    <a:pt x="8257" y="5709"/>
                  </a:lnTo>
                  <a:lnTo>
                    <a:pt x="8296" y="5728"/>
                  </a:lnTo>
                  <a:lnTo>
                    <a:pt x="8316" y="5768"/>
                  </a:lnTo>
                  <a:lnTo>
                    <a:pt x="8296" y="5847"/>
                  </a:lnTo>
                  <a:lnTo>
                    <a:pt x="8257" y="5965"/>
                  </a:lnTo>
                  <a:lnTo>
                    <a:pt x="8257" y="5965"/>
                  </a:lnTo>
                  <a:lnTo>
                    <a:pt x="8415" y="5906"/>
                  </a:lnTo>
                  <a:lnTo>
                    <a:pt x="8514" y="5886"/>
                  </a:lnTo>
                  <a:lnTo>
                    <a:pt x="8573" y="5886"/>
                  </a:lnTo>
                  <a:lnTo>
                    <a:pt x="8632" y="5847"/>
                  </a:lnTo>
                  <a:lnTo>
                    <a:pt x="8672" y="5827"/>
                  </a:lnTo>
                  <a:lnTo>
                    <a:pt x="8691" y="5807"/>
                  </a:lnTo>
                  <a:lnTo>
                    <a:pt x="8751" y="5748"/>
                  </a:lnTo>
                  <a:lnTo>
                    <a:pt x="8751" y="5689"/>
                  </a:lnTo>
                  <a:lnTo>
                    <a:pt x="8711" y="5689"/>
                  </a:lnTo>
                  <a:lnTo>
                    <a:pt x="8632" y="5709"/>
                  </a:lnTo>
                  <a:lnTo>
                    <a:pt x="8553" y="5709"/>
                  </a:lnTo>
                  <a:lnTo>
                    <a:pt x="8533" y="5689"/>
                  </a:lnTo>
                  <a:lnTo>
                    <a:pt x="8533" y="5610"/>
                  </a:lnTo>
                  <a:lnTo>
                    <a:pt x="8494" y="5649"/>
                  </a:lnTo>
                  <a:lnTo>
                    <a:pt x="8454" y="5689"/>
                  </a:lnTo>
                  <a:lnTo>
                    <a:pt x="8375" y="5788"/>
                  </a:lnTo>
                  <a:lnTo>
                    <a:pt x="8336" y="5788"/>
                  </a:lnTo>
                  <a:lnTo>
                    <a:pt x="8336" y="5748"/>
                  </a:lnTo>
                  <a:lnTo>
                    <a:pt x="8336" y="5728"/>
                  </a:lnTo>
                  <a:lnTo>
                    <a:pt x="8356" y="5669"/>
                  </a:lnTo>
                  <a:lnTo>
                    <a:pt x="8395" y="5669"/>
                  </a:lnTo>
                  <a:lnTo>
                    <a:pt x="8435" y="5630"/>
                  </a:lnTo>
                  <a:lnTo>
                    <a:pt x="8514" y="5551"/>
                  </a:lnTo>
                  <a:lnTo>
                    <a:pt x="8573" y="5491"/>
                  </a:lnTo>
                  <a:lnTo>
                    <a:pt x="8612" y="5472"/>
                  </a:lnTo>
                  <a:lnTo>
                    <a:pt x="8652" y="5491"/>
                  </a:lnTo>
                  <a:lnTo>
                    <a:pt x="8652" y="5432"/>
                  </a:lnTo>
                  <a:lnTo>
                    <a:pt x="8632" y="5393"/>
                  </a:lnTo>
                  <a:lnTo>
                    <a:pt x="8612" y="5353"/>
                  </a:lnTo>
                  <a:lnTo>
                    <a:pt x="8593" y="5314"/>
                  </a:lnTo>
                  <a:lnTo>
                    <a:pt x="8632" y="5235"/>
                  </a:lnTo>
                  <a:lnTo>
                    <a:pt x="8672" y="5156"/>
                  </a:lnTo>
                  <a:lnTo>
                    <a:pt x="8810" y="5057"/>
                  </a:lnTo>
                  <a:lnTo>
                    <a:pt x="8928" y="4978"/>
                  </a:lnTo>
                  <a:lnTo>
                    <a:pt x="8889" y="5057"/>
                  </a:lnTo>
                  <a:lnTo>
                    <a:pt x="8849" y="5096"/>
                  </a:lnTo>
                  <a:lnTo>
                    <a:pt x="9067" y="4998"/>
                  </a:lnTo>
                  <a:lnTo>
                    <a:pt x="9007" y="5136"/>
                  </a:lnTo>
                  <a:lnTo>
                    <a:pt x="8948" y="5235"/>
                  </a:lnTo>
                  <a:lnTo>
                    <a:pt x="8968" y="5254"/>
                  </a:lnTo>
                  <a:lnTo>
                    <a:pt x="8988" y="5254"/>
                  </a:lnTo>
                  <a:lnTo>
                    <a:pt x="9047" y="5274"/>
                  </a:lnTo>
                  <a:lnTo>
                    <a:pt x="9067" y="5274"/>
                  </a:lnTo>
                  <a:lnTo>
                    <a:pt x="9086" y="5294"/>
                  </a:lnTo>
                  <a:lnTo>
                    <a:pt x="9086" y="5333"/>
                  </a:lnTo>
                  <a:lnTo>
                    <a:pt x="9047" y="5373"/>
                  </a:lnTo>
                  <a:lnTo>
                    <a:pt x="9086" y="5373"/>
                  </a:lnTo>
                  <a:lnTo>
                    <a:pt x="9106" y="5333"/>
                  </a:lnTo>
                  <a:lnTo>
                    <a:pt x="9106" y="5274"/>
                  </a:lnTo>
                  <a:lnTo>
                    <a:pt x="9126" y="5215"/>
                  </a:lnTo>
                  <a:lnTo>
                    <a:pt x="9047" y="5175"/>
                  </a:lnTo>
                  <a:lnTo>
                    <a:pt x="9086" y="5116"/>
                  </a:lnTo>
                  <a:lnTo>
                    <a:pt x="9106" y="5096"/>
                  </a:lnTo>
                  <a:lnTo>
                    <a:pt x="9126" y="5116"/>
                  </a:lnTo>
                  <a:lnTo>
                    <a:pt x="9146" y="5136"/>
                  </a:lnTo>
                  <a:lnTo>
                    <a:pt x="9146" y="5156"/>
                  </a:lnTo>
                  <a:lnTo>
                    <a:pt x="9205" y="5156"/>
                  </a:lnTo>
                  <a:lnTo>
                    <a:pt x="9244" y="5116"/>
                  </a:lnTo>
                  <a:lnTo>
                    <a:pt x="9304" y="5017"/>
                  </a:lnTo>
                  <a:lnTo>
                    <a:pt x="9343" y="4998"/>
                  </a:lnTo>
                  <a:lnTo>
                    <a:pt x="9738" y="4148"/>
                  </a:lnTo>
                  <a:lnTo>
                    <a:pt x="9738" y="4148"/>
                  </a:lnTo>
                  <a:lnTo>
                    <a:pt x="9679" y="4168"/>
                  </a:lnTo>
                  <a:lnTo>
                    <a:pt x="9639" y="4168"/>
                  </a:lnTo>
                  <a:lnTo>
                    <a:pt x="9600" y="4148"/>
                  </a:lnTo>
                  <a:lnTo>
                    <a:pt x="9580" y="4128"/>
                  </a:lnTo>
                  <a:lnTo>
                    <a:pt x="9620" y="4069"/>
                  </a:lnTo>
                  <a:lnTo>
                    <a:pt x="9659" y="4030"/>
                  </a:lnTo>
                  <a:lnTo>
                    <a:pt x="9718" y="4010"/>
                  </a:lnTo>
                  <a:lnTo>
                    <a:pt x="9758" y="4010"/>
                  </a:lnTo>
                  <a:lnTo>
                    <a:pt x="9797" y="3990"/>
                  </a:lnTo>
                  <a:lnTo>
                    <a:pt x="9817" y="3951"/>
                  </a:lnTo>
                  <a:lnTo>
                    <a:pt x="9837" y="3891"/>
                  </a:lnTo>
                  <a:lnTo>
                    <a:pt x="9837" y="3872"/>
                  </a:lnTo>
                  <a:lnTo>
                    <a:pt x="9817" y="3872"/>
                  </a:lnTo>
                  <a:lnTo>
                    <a:pt x="9778" y="3891"/>
                  </a:lnTo>
                  <a:lnTo>
                    <a:pt x="9758" y="3951"/>
                  </a:lnTo>
                  <a:lnTo>
                    <a:pt x="9738" y="3990"/>
                  </a:lnTo>
                  <a:lnTo>
                    <a:pt x="9679" y="3891"/>
                  </a:lnTo>
                  <a:lnTo>
                    <a:pt x="9659" y="3812"/>
                  </a:lnTo>
                  <a:lnTo>
                    <a:pt x="9679" y="3714"/>
                  </a:lnTo>
                  <a:lnTo>
                    <a:pt x="9580" y="3753"/>
                  </a:lnTo>
                  <a:lnTo>
                    <a:pt x="9521" y="3773"/>
                  </a:lnTo>
                  <a:lnTo>
                    <a:pt x="9481" y="3793"/>
                  </a:lnTo>
                  <a:lnTo>
                    <a:pt x="9383" y="3872"/>
                  </a:lnTo>
                  <a:lnTo>
                    <a:pt x="9422" y="3872"/>
                  </a:lnTo>
                  <a:lnTo>
                    <a:pt x="9462" y="3832"/>
                  </a:lnTo>
                  <a:lnTo>
                    <a:pt x="9501" y="3832"/>
                  </a:lnTo>
                  <a:lnTo>
                    <a:pt x="9501" y="3852"/>
                  </a:lnTo>
                  <a:lnTo>
                    <a:pt x="9363" y="3970"/>
                  </a:lnTo>
                  <a:lnTo>
                    <a:pt x="9343" y="3951"/>
                  </a:lnTo>
                  <a:lnTo>
                    <a:pt x="9323" y="3931"/>
                  </a:lnTo>
                  <a:lnTo>
                    <a:pt x="9323" y="3852"/>
                  </a:lnTo>
                  <a:lnTo>
                    <a:pt x="9323" y="3793"/>
                  </a:lnTo>
                  <a:lnTo>
                    <a:pt x="9304" y="3733"/>
                  </a:lnTo>
                  <a:lnTo>
                    <a:pt x="9383" y="3714"/>
                  </a:lnTo>
                  <a:lnTo>
                    <a:pt x="9363" y="3733"/>
                  </a:lnTo>
                  <a:lnTo>
                    <a:pt x="9363" y="3733"/>
                  </a:lnTo>
                  <a:lnTo>
                    <a:pt x="9402" y="3714"/>
                  </a:lnTo>
                  <a:lnTo>
                    <a:pt x="9442" y="3714"/>
                  </a:lnTo>
                  <a:lnTo>
                    <a:pt x="9481" y="3694"/>
                  </a:lnTo>
                  <a:lnTo>
                    <a:pt x="9521" y="3654"/>
                  </a:lnTo>
                  <a:lnTo>
                    <a:pt x="9521" y="3654"/>
                  </a:lnTo>
                  <a:lnTo>
                    <a:pt x="9462" y="3674"/>
                  </a:lnTo>
                  <a:lnTo>
                    <a:pt x="9422" y="3674"/>
                  </a:lnTo>
                  <a:lnTo>
                    <a:pt x="9383" y="3654"/>
                  </a:lnTo>
                  <a:lnTo>
                    <a:pt x="9363" y="3635"/>
                  </a:lnTo>
                  <a:lnTo>
                    <a:pt x="9323" y="3654"/>
                  </a:lnTo>
                  <a:lnTo>
                    <a:pt x="9343" y="3635"/>
                  </a:lnTo>
                  <a:lnTo>
                    <a:pt x="9304" y="3635"/>
                  </a:lnTo>
                  <a:lnTo>
                    <a:pt x="9264" y="3615"/>
                  </a:lnTo>
                  <a:lnTo>
                    <a:pt x="9244" y="3516"/>
                  </a:lnTo>
                  <a:lnTo>
                    <a:pt x="9225" y="3477"/>
                  </a:lnTo>
                  <a:lnTo>
                    <a:pt x="9205" y="3477"/>
                  </a:lnTo>
                  <a:lnTo>
                    <a:pt x="9165" y="3496"/>
                  </a:lnTo>
                  <a:lnTo>
                    <a:pt x="9086" y="3556"/>
                  </a:lnTo>
                  <a:lnTo>
                    <a:pt x="9106" y="3575"/>
                  </a:lnTo>
                  <a:lnTo>
                    <a:pt x="9086" y="3615"/>
                  </a:lnTo>
                  <a:lnTo>
                    <a:pt x="9067" y="3674"/>
                  </a:lnTo>
                  <a:lnTo>
                    <a:pt x="9027" y="3714"/>
                  </a:lnTo>
                  <a:lnTo>
                    <a:pt x="9047" y="3674"/>
                  </a:lnTo>
                  <a:lnTo>
                    <a:pt x="9027" y="3635"/>
                  </a:lnTo>
                  <a:lnTo>
                    <a:pt x="9027" y="3595"/>
                  </a:lnTo>
                  <a:lnTo>
                    <a:pt x="9027" y="3556"/>
                  </a:lnTo>
                  <a:lnTo>
                    <a:pt x="9067" y="3536"/>
                  </a:lnTo>
                  <a:lnTo>
                    <a:pt x="9027" y="3477"/>
                  </a:lnTo>
                  <a:lnTo>
                    <a:pt x="8988" y="3457"/>
                  </a:lnTo>
                  <a:lnTo>
                    <a:pt x="8968" y="3457"/>
                  </a:lnTo>
                  <a:lnTo>
                    <a:pt x="8889" y="3595"/>
                  </a:lnTo>
                  <a:lnTo>
                    <a:pt x="8849" y="3635"/>
                  </a:lnTo>
                  <a:lnTo>
                    <a:pt x="8790" y="3654"/>
                  </a:lnTo>
                  <a:lnTo>
                    <a:pt x="8790" y="3615"/>
                  </a:lnTo>
                  <a:lnTo>
                    <a:pt x="8810" y="3575"/>
                  </a:lnTo>
                  <a:lnTo>
                    <a:pt x="8869" y="3496"/>
                  </a:lnTo>
                  <a:lnTo>
                    <a:pt x="8928" y="3437"/>
                  </a:lnTo>
                  <a:lnTo>
                    <a:pt x="8948" y="3398"/>
                  </a:lnTo>
                  <a:lnTo>
                    <a:pt x="8968" y="3338"/>
                  </a:lnTo>
                  <a:lnTo>
                    <a:pt x="8810" y="3398"/>
                  </a:lnTo>
                  <a:lnTo>
                    <a:pt x="8849" y="3299"/>
                  </a:lnTo>
                  <a:lnTo>
                    <a:pt x="8810" y="3240"/>
                  </a:lnTo>
                  <a:lnTo>
                    <a:pt x="8751" y="3220"/>
                  </a:lnTo>
                  <a:lnTo>
                    <a:pt x="8691" y="3240"/>
                  </a:lnTo>
                  <a:lnTo>
                    <a:pt x="8612" y="3240"/>
                  </a:lnTo>
                  <a:lnTo>
                    <a:pt x="8474" y="3279"/>
                  </a:lnTo>
                  <a:lnTo>
                    <a:pt x="8415" y="3279"/>
                  </a:lnTo>
                  <a:lnTo>
                    <a:pt x="8356" y="3259"/>
                  </a:lnTo>
                  <a:lnTo>
                    <a:pt x="8435" y="3180"/>
                  </a:lnTo>
                  <a:lnTo>
                    <a:pt x="8494" y="3141"/>
                  </a:lnTo>
                  <a:lnTo>
                    <a:pt x="8573" y="3121"/>
                  </a:lnTo>
                  <a:lnTo>
                    <a:pt x="8612" y="3121"/>
                  </a:lnTo>
                  <a:lnTo>
                    <a:pt x="8612" y="3082"/>
                  </a:lnTo>
                  <a:lnTo>
                    <a:pt x="8612" y="3062"/>
                  </a:lnTo>
                  <a:lnTo>
                    <a:pt x="8553" y="3042"/>
                  </a:lnTo>
                  <a:lnTo>
                    <a:pt x="8514" y="3042"/>
                  </a:lnTo>
                  <a:lnTo>
                    <a:pt x="8494" y="3022"/>
                  </a:lnTo>
                  <a:lnTo>
                    <a:pt x="8474" y="2983"/>
                  </a:lnTo>
                  <a:lnTo>
                    <a:pt x="8454" y="2963"/>
                  </a:lnTo>
                  <a:lnTo>
                    <a:pt x="8435" y="2963"/>
                  </a:lnTo>
                  <a:lnTo>
                    <a:pt x="8375" y="3003"/>
                  </a:lnTo>
                  <a:lnTo>
                    <a:pt x="8316" y="3062"/>
                  </a:lnTo>
                  <a:lnTo>
                    <a:pt x="8277" y="3121"/>
                  </a:lnTo>
                  <a:lnTo>
                    <a:pt x="8237" y="3121"/>
                  </a:lnTo>
                  <a:lnTo>
                    <a:pt x="8237" y="3062"/>
                  </a:lnTo>
                  <a:lnTo>
                    <a:pt x="8296" y="2983"/>
                  </a:lnTo>
                  <a:lnTo>
                    <a:pt x="8257" y="3022"/>
                  </a:lnTo>
                  <a:lnTo>
                    <a:pt x="8217" y="3042"/>
                  </a:lnTo>
                  <a:lnTo>
                    <a:pt x="8178" y="3062"/>
                  </a:lnTo>
                  <a:lnTo>
                    <a:pt x="8158" y="3062"/>
                  </a:lnTo>
                  <a:lnTo>
                    <a:pt x="8099" y="3042"/>
                  </a:lnTo>
                  <a:lnTo>
                    <a:pt x="8040" y="3022"/>
                  </a:lnTo>
                  <a:lnTo>
                    <a:pt x="8099" y="2943"/>
                  </a:lnTo>
                  <a:lnTo>
                    <a:pt x="7941" y="3003"/>
                  </a:lnTo>
                  <a:lnTo>
                    <a:pt x="7941" y="3022"/>
                  </a:lnTo>
                  <a:lnTo>
                    <a:pt x="7921" y="3062"/>
                  </a:lnTo>
                  <a:lnTo>
                    <a:pt x="7862" y="3141"/>
                  </a:lnTo>
                  <a:lnTo>
                    <a:pt x="7842" y="3121"/>
                  </a:lnTo>
                  <a:lnTo>
                    <a:pt x="7842" y="3220"/>
                  </a:lnTo>
                  <a:lnTo>
                    <a:pt x="7862" y="3240"/>
                  </a:lnTo>
                  <a:lnTo>
                    <a:pt x="7901" y="3259"/>
                  </a:lnTo>
                  <a:lnTo>
                    <a:pt x="7961" y="3240"/>
                  </a:lnTo>
                  <a:lnTo>
                    <a:pt x="8000" y="3240"/>
                  </a:lnTo>
                  <a:lnTo>
                    <a:pt x="8040" y="3259"/>
                  </a:lnTo>
                  <a:lnTo>
                    <a:pt x="8059" y="3299"/>
                  </a:lnTo>
                  <a:lnTo>
                    <a:pt x="8059" y="3398"/>
                  </a:lnTo>
                  <a:lnTo>
                    <a:pt x="8020" y="3417"/>
                  </a:lnTo>
                  <a:lnTo>
                    <a:pt x="8000" y="3457"/>
                  </a:lnTo>
                  <a:lnTo>
                    <a:pt x="8000" y="3477"/>
                  </a:lnTo>
                  <a:lnTo>
                    <a:pt x="7961" y="3496"/>
                  </a:lnTo>
                  <a:lnTo>
                    <a:pt x="7961" y="3477"/>
                  </a:lnTo>
                  <a:lnTo>
                    <a:pt x="7980" y="3437"/>
                  </a:lnTo>
                  <a:lnTo>
                    <a:pt x="7901" y="3516"/>
                  </a:lnTo>
                  <a:lnTo>
                    <a:pt x="7882" y="3536"/>
                  </a:lnTo>
                  <a:lnTo>
                    <a:pt x="7882" y="3556"/>
                  </a:lnTo>
                  <a:lnTo>
                    <a:pt x="7803" y="3654"/>
                  </a:lnTo>
                  <a:lnTo>
                    <a:pt x="7783" y="3674"/>
                  </a:lnTo>
                  <a:lnTo>
                    <a:pt x="7743" y="3694"/>
                  </a:lnTo>
                  <a:lnTo>
                    <a:pt x="7684" y="3674"/>
                  </a:lnTo>
                  <a:lnTo>
                    <a:pt x="7625" y="3694"/>
                  </a:lnTo>
                  <a:lnTo>
                    <a:pt x="7625" y="3635"/>
                  </a:lnTo>
                  <a:lnTo>
                    <a:pt x="7645" y="3595"/>
                  </a:lnTo>
                  <a:lnTo>
                    <a:pt x="7704" y="3536"/>
                  </a:lnTo>
                  <a:lnTo>
                    <a:pt x="7783" y="3496"/>
                  </a:lnTo>
                  <a:lnTo>
                    <a:pt x="7842" y="3457"/>
                  </a:lnTo>
                  <a:lnTo>
                    <a:pt x="7783" y="3477"/>
                  </a:lnTo>
                  <a:lnTo>
                    <a:pt x="7763" y="3477"/>
                  </a:lnTo>
                  <a:lnTo>
                    <a:pt x="7743" y="3457"/>
                  </a:lnTo>
                  <a:lnTo>
                    <a:pt x="7842" y="3319"/>
                  </a:lnTo>
                  <a:lnTo>
                    <a:pt x="7763" y="3358"/>
                  </a:lnTo>
                  <a:lnTo>
                    <a:pt x="7724" y="3398"/>
                  </a:lnTo>
                  <a:lnTo>
                    <a:pt x="7704" y="3477"/>
                  </a:lnTo>
                  <a:lnTo>
                    <a:pt x="7645" y="3556"/>
                  </a:lnTo>
                  <a:lnTo>
                    <a:pt x="7605" y="3615"/>
                  </a:lnTo>
                  <a:lnTo>
                    <a:pt x="7585" y="3635"/>
                  </a:lnTo>
                  <a:lnTo>
                    <a:pt x="7565" y="3615"/>
                  </a:lnTo>
                  <a:lnTo>
                    <a:pt x="7565" y="3595"/>
                  </a:lnTo>
                  <a:lnTo>
                    <a:pt x="7546" y="3536"/>
                  </a:lnTo>
                  <a:lnTo>
                    <a:pt x="7546" y="3516"/>
                  </a:lnTo>
                  <a:lnTo>
                    <a:pt x="7585" y="3496"/>
                  </a:lnTo>
                  <a:lnTo>
                    <a:pt x="7565" y="3457"/>
                  </a:lnTo>
                  <a:lnTo>
                    <a:pt x="7546" y="3457"/>
                  </a:lnTo>
                  <a:lnTo>
                    <a:pt x="7506" y="3477"/>
                  </a:lnTo>
                  <a:lnTo>
                    <a:pt x="7447" y="3496"/>
                  </a:lnTo>
                  <a:lnTo>
                    <a:pt x="7407" y="3496"/>
                  </a:lnTo>
                  <a:lnTo>
                    <a:pt x="7447" y="3358"/>
                  </a:lnTo>
                  <a:lnTo>
                    <a:pt x="7447" y="3398"/>
                  </a:lnTo>
                  <a:lnTo>
                    <a:pt x="7467" y="3417"/>
                  </a:lnTo>
                  <a:lnTo>
                    <a:pt x="7546" y="3358"/>
                  </a:lnTo>
                  <a:lnTo>
                    <a:pt x="7605" y="3299"/>
                  </a:lnTo>
                  <a:lnTo>
                    <a:pt x="7645" y="3279"/>
                  </a:lnTo>
                  <a:lnTo>
                    <a:pt x="7645" y="3240"/>
                  </a:lnTo>
                  <a:lnTo>
                    <a:pt x="7664" y="3180"/>
                  </a:lnTo>
                  <a:lnTo>
                    <a:pt x="7704" y="3121"/>
                  </a:lnTo>
                  <a:lnTo>
                    <a:pt x="7743" y="3082"/>
                  </a:lnTo>
                  <a:lnTo>
                    <a:pt x="7941" y="2924"/>
                  </a:lnTo>
                  <a:lnTo>
                    <a:pt x="7901" y="2904"/>
                  </a:lnTo>
                  <a:lnTo>
                    <a:pt x="7882" y="2884"/>
                  </a:lnTo>
                  <a:lnTo>
                    <a:pt x="7862" y="2845"/>
                  </a:lnTo>
                  <a:lnTo>
                    <a:pt x="7862" y="2785"/>
                  </a:lnTo>
                  <a:lnTo>
                    <a:pt x="7822" y="2825"/>
                  </a:lnTo>
                  <a:lnTo>
                    <a:pt x="7783" y="2825"/>
                  </a:lnTo>
                  <a:lnTo>
                    <a:pt x="7743" y="2805"/>
                  </a:lnTo>
                  <a:lnTo>
                    <a:pt x="7724" y="2785"/>
                  </a:lnTo>
                  <a:lnTo>
                    <a:pt x="7704" y="2766"/>
                  </a:lnTo>
                  <a:lnTo>
                    <a:pt x="7684" y="2746"/>
                  </a:lnTo>
                  <a:lnTo>
                    <a:pt x="7625" y="2766"/>
                  </a:lnTo>
                  <a:lnTo>
                    <a:pt x="7565" y="2825"/>
                  </a:lnTo>
                  <a:lnTo>
                    <a:pt x="7585" y="2785"/>
                  </a:lnTo>
                  <a:lnTo>
                    <a:pt x="7605" y="2746"/>
                  </a:lnTo>
                  <a:lnTo>
                    <a:pt x="7625" y="2726"/>
                  </a:lnTo>
                  <a:lnTo>
                    <a:pt x="7625" y="2706"/>
                  </a:lnTo>
                  <a:lnTo>
                    <a:pt x="7565" y="2667"/>
                  </a:lnTo>
                  <a:lnTo>
                    <a:pt x="7506" y="2647"/>
                  </a:lnTo>
                  <a:lnTo>
                    <a:pt x="7427" y="2647"/>
                  </a:lnTo>
                  <a:lnTo>
                    <a:pt x="7348" y="2667"/>
                  </a:lnTo>
                  <a:lnTo>
                    <a:pt x="7328" y="2647"/>
                  </a:lnTo>
                  <a:lnTo>
                    <a:pt x="7348" y="2608"/>
                  </a:lnTo>
                  <a:lnTo>
                    <a:pt x="7388" y="2529"/>
                  </a:lnTo>
                  <a:lnTo>
                    <a:pt x="7328" y="2469"/>
                  </a:lnTo>
                  <a:lnTo>
                    <a:pt x="7249" y="2449"/>
                  </a:lnTo>
                  <a:lnTo>
                    <a:pt x="7190" y="2469"/>
                  </a:lnTo>
                  <a:lnTo>
                    <a:pt x="7111" y="2489"/>
                  </a:lnTo>
                  <a:lnTo>
                    <a:pt x="7032" y="2509"/>
                  </a:lnTo>
                  <a:lnTo>
                    <a:pt x="6874" y="2509"/>
                  </a:lnTo>
                  <a:lnTo>
                    <a:pt x="6815" y="2449"/>
                  </a:lnTo>
                  <a:lnTo>
                    <a:pt x="6894" y="2390"/>
                  </a:lnTo>
                  <a:lnTo>
                    <a:pt x="6874" y="2351"/>
                  </a:lnTo>
                  <a:lnTo>
                    <a:pt x="6835" y="2331"/>
                  </a:lnTo>
                  <a:lnTo>
                    <a:pt x="6795" y="2351"/>
                  </a:lnTo>
                  <a:lnTo>
                    <a:pt x="6756" y="2390"/>
                  </a:lnTo>
                  <a:lnTo>
                    <a:pt x="6775" y="2311"/>
                  </a:lnTo>
                  <a:lnTo>
                    <a:pt x="6756" y="2272"/>
                  </a:lnTo>
                  <a:lnTo>
                    <a:pt x="6657" y="2272"/>
                  </a:lnTo>
                  <a:lnTo>
                    <a:pt x="6617" y="2291"/>
                  </a:lnTo>
                  <a:lnTo>
                    <a:pt x="6578" y="2272"/>
                  </a:lnTo>
                  <a:lnTo>
                    <a:pt x="6558" y="2232"/>
                  </a:lnTo>
                  <a:lnTo>
                    <a:pt x="6558" y="2153"/>
                  </a:lnTo>
                  <a:lnTo>
                    <a:pt x="6538" y="2114"/>
                  </a:lnTo>
                  <a:lnTo>
                    <a:pt x="6499" y="2114"/>
                  </a:lnTo>
                  <a:lnTo>
                    <a:pt x="6440" y="2173"/>
                  </a:lnTo>
                  <a:lnTo>
                    <a:pt x="6361" y="2232"/>
                  </a:lnTo>
                  <a:lnTo>
                    <a:pt x="6321" y="2252"/>
                  </a:lnTo>
                  <a:lnTo>
                    <a:pt x="6282" y="2272"/>
                  </a:lnTo>
                  <a:lnTo>
                    <a:pt x="6341" y="2173"/>
                  </a:lnTo>
                  <a:lnTo>
                    <a:pt x="6380" y="2114"/>
                  </a:lnTo>
                  <a:lnTo>
                    <a:pt x="6380" y="2074"/>
                  </a:lnTo>
                  <a:lnTo>
                    <a:pt x="6163" y="2035"/>
                  </a:lnTo>
                  <a:lnTo>
                    <a:pt x="5985" y="1995"/>
                  </a:lnTo>
                  <a:lnTo>
                    <a:pt x="5590" y="1877"/>
                  </a:lnTo>
                  <a:lnTo>
                    <a:pt x="5650" y="1837"/>
                  </a:lnTo>
                  <a:lnTo>
                    <a:pt x="5571" y="1798"/>
                  </a:lnTo>
                  <a:lnTo>
                    <a:pt x="5353" y="1798"/>
                  </a:lnTo>
                  <a:lnTo>
                    <a:pt x="5215" y="1817"/>
                  </a:lnTo>
                  <a:lnTo>
                    <a:pt x="5156" y="1798"/>
                  </a:lnTo>
                  <a:lnTo>
                    <a:pt x="5096" y="1738"/>
                  </a:lnTo>
                  <a:lnTo>
                    <a:pt x="5017" y="1798"/>
                  </a:lnTo>
                  <a:lnTo>
                    <a:pt x="4958" y="1837"/>
                  </a:lnTo>
                  <a:lnTo>
                    <a:pt x="4938" y="1896"/>
                  </a:lnTo>
                  <a:lnTo>
                    <a:pt x="4938" y="1936"/>
                  </a:lnTo>
                  <a:lnTo>
                    <a:pt x="4919" y="1995"/>
                  </a:lnTo>
                  <a:lnTo>
                    <a:pt x="4859" y="2153"/>
                  </a:lnTo>
                  <a:lnTo>
                    <a:pt x="4800" y="2153"/>
                  </a:lnTo>
                  <a:lnTo>
                    <a:pt x="4780" y="2133"/>
                  </a:lnTo>
                  <a:lnTo>
                    <a:pt x="4780" y="2094"/>
                  </a:lnTo>
                  <a:lnTo>
                    <a:pt x="4800" y="2054"/>
                  </a:lnTo>
                  <a:lnTo>
                    <a:pt x="4820" y="1956"/>
                  </a:lnTo>
                  <a:lnTo>
                    <a:pt x="4820" y="1936"/>
                  </a:lnTo>
                  <a:lnTo>
                    <a:pt x="4780" y="1916"/>
                  </a:lnTo>
                  <a:lnTo>
                    <a:pt x="4840" y="1817"/>
                  </a:lnTo>
                  <a:lnTo>
                    <a:pt x="4879" y="1758"/>
                  </a:lnTo>
                  <a:lnTo>
                    <a:pt x="4938" y="1719"/>
                  </a:lnTo>
                  <a:lnTo>
                    <a:pt x="4998" y="1640"/>
                  </a:lnTo>
                  <a:lnTo>
                    <a:pt x="4998" y="1640"/>
                  </a:lnTo>
                  <a:lnTo>
                    <a:pt x="4800" y="1699"/>
                  </a:lnTo>
                  <a:lnTo>
                    <a:pt x="4800" y="1679"/>
                  </a:lnTo>
                  <a:lnTo>
                    <a:pt x="4780" y="1659"/>
                  </a:lnTo>
                  <a:lnTo>
                    <a:pt x="4721" y="1640"/>
                  </a:lnTo>
                  <a:lnTo>
                    <a:pt x="4662" y="1620"/>
                  </a:lnTo>
                  <a:lnTo>
                    <a:pt x="4642" y="1600"/>
                  </a:lnTo>
                  <a:lnTo>
                    <a:pt x="4642" y="1580"/>
                  </a:lnTo>
                  <a:lnTo>
                    <a:pt x="4662" y="1561"/>
                  </a:lnTo>
                  <a:lnTo>
                    <a:pt x="4682" y="1521"/>
                  </a:lnTo>
                  <a:lnTo>
                    <a:pt x="4721" y="1482"/>
                  </a:lnTo>
                  <a:lnTo>
                    <a:pt x="4721" y="1501"/>
                  </a:lnTo>
                  <a:lnTo>
                    <a:pt x="4721" y="1521"/>
                  </a:lnTo>
                  <a:lnTo>
                    <a:pt x="4701" y="1541"/>
                  </a:lnTo>
                  <a:lnTo>
                    <a:pt x="4741" y="1561"/>
                  </a:lnTo>
                  <a:lnTo>
                    <a:pt x="4761" y="1561"/>
                  </a:lnTo>
                  <a:lnTo>
                    <a:pt x="4800" y="1541"/>
                  </a:lnTo>
                  <a:lnTo>
                    <a:pt x="4840" y="1501"/>
                  </a:lnTo>
                  <a:lnTo>
                    <a:pt x="4879" y="1482"/>
                  </a:lnTo>
                  <a:lnTo>
                    <a:pt x="4761" y="1482"/>
                  </a:lnTo>
                  <a:lnTo>
                    <a:pt x="4682" y="1462"/>
                  </a:lnTo>
                  <a:lnTo>
                    <a:pt x="4642" y="1422"/>
                  </a:lnTo>
                  <a:lnTo>
                    <a:pt x="4603" y="1482"/>
                  </a:lnTo>
                  <a:lnTo>
                    <a:pt x="4563" y="1501"/>
                  </a:lnTo>
                  <a:lnTo>
                    <a:pt x="4524" y="1501"/>
                  </a:lnTo>
                  <a:lnTo>
                    <a:pt x="4484" y="1521"/>
                  </a:lnTo>
                  <a:lnTo>
                    <a:pt x="4484" y="1501"/>
                  </a:lnTo>
                  <a:lnTo>
                    <a:pt x="4464" y="1541"/>
                  </a:lnTo>
                  <a:lnTo>
                    <a:pt x="4425" y="1561"/>
                  </a:lnTo>
                  <a:lnTo>
                    <a:pt x="4385" y="1600"/>
                  </a:lnTo>
                  <a:lnTo>
                    <a:pt x="4445" y="1422"/>
                  </a:lnTo>
                  <a:lnTo>
                    <a:pt x="4425" y="1442"/>
                  </a:lnTo>
                  <a:lnTo>
                    <a:pt x="4405" y="1462"/>
                  </a:lnTo>
                  <a:lnTo>
                    <a:pt x="4405" y="1501"/>
                  </a:lnTo>
                  <a:lnTo>
                    <a:pt x="4366" y="1521"/>
                  </a:lnTo>
                  <a:lnTo>
                    <a:pt x="4306" y="1521"/>
                  </a:lnTo>
                  <a:lnTo>
                    <a:pt x="4247" y="1482"/>
                  </a:lnTo>
                  <a:lnTo>
                    <a:pt x="4227" y="1462"/>
                  </a:lnTo>
                  <a:lnTo>
                    <a:pt x="4208" y="1403"/>
                  </a:lnTo>
                  <a:lnTo>
                    <a:pt x="4208" y="1363"/>
                  </a:lnTo>
                  <a:lnTo>
                    <a:pt x="4227" y="1304"/>
                  </a:lnTo>
                  <a:lnTo>
                    <a:pt x="4188" y="1304"/>
                  </a:lnTo>
                  <a:lnTo>
                    <a:pt x="4148" y="1324"/>
                  </a:lnTo>
                  <a:lnTo>
                    <a:pt x="4109" y="1343"/>
                  </a:lnTo>
                  <a:lnTo>
                    <a:pt x="4069" y="1324"/>
                  </a:lnTo>
                  <a:lnTo>
                    <a:pt x="4129" y="1245"/>
                  </a:lnTo>
                  <a:lnTo>
                    <a:pt x="4050" y="1185"/>
                  </a:lnTo>
                  <a:lnTo>
                    <a:pt x="3951" y="1146"/>
                  </a:lnTo>
                  <a:lnTo>
                    <a:pt x="3872" y="1087"/>
                  </a:lnTo>
                  <a:lnTo>
                    <a:pt x="3832" y="1047"/>
                  </a:lnTo>
                  <a:lnTo>
                    <a:pt x="3813" y="988"/>
                  </a:lnTo>
                  <a:lnTo>
                    <a:pt x="3655" y="1008"/>
                  </a:lnTo>
                  <a:lnTo>
                    <a:pt x="3576" y="1027"/>
                  </a:lnTo>
                  <a:lnTo>
                    <a:pt x="3497" y="1087"/>
                  </a:lnTo>
                  <a:lnTo>
                    <a:pt x="3516" y="1087"/>
                  </a:lnTo>
                  <a:lnTo>
                    <a:pt x="3536" y="1126"/>
                  </a:lnTo>
                  <a:lnTo>
                    <a:pt x="3536" y="1185"/>
                  </a:lnTo>
                  <a:lnTo>
                    <a:pt x="3477" y="1225"/>
                  </a:lnTo>
                  <a:lnTo>
                    <a:pt x="3457" y="1264"/>
                  </a:lnTo>
                  <a:lnTo>
                    <a:pt x="3358" y="1264"/>
                  </a:lnTo>
                  <a:lnTo>
                    <a:pt x="3378" y="1205"/>
                  </a:lnTo>
                  <a:lnTo>
                    <a:pt x="3358" y="1166"/>
                  </a:lnTo>
                  <a:lnTo>
                    <a:pt x="3358" y="1126"/>
                  </a:lnTo>
                  <a:lnTo>
                    <a:pt x="3398" y="1106"/>
                  </a:lnTo>
                  <a:lnTo>
                    <a:pt x="3418" y="1047"/>
                  </a:lnTo>
                  <a:lnTo>
                    <a:pt x="3418" y="1008"/>
                  </a:lnTo>
                  <a:lnTo>
                    <a:pt x="3398" y="988"/>
                  </a:lnTo>
                  <a:lnTo>
                    <a:pt x="3339" y="988"/>
                  </a:lnTo>
                  <a:lnTo>
                    <a:pt x="3319" y="968"/>
                  </a:lnTo>
                  <a:lnTo>
                    <a:pt x="3319" y="929"/>
                  </a:lnTo>
                  <a:lnTo>
                    <a:pt x="3339" y="869"/>
                  </a:lnTo>
                  <a:lnTo>
                    <a:pt x="3299" y="889"/>
                  </a:lnTo>
                  <a:lnTo>
                    <a:pt x="3181" y="889"/>
                  </a:lnTo>
                  <a:lnTo>
                    <a:pt x="3102" y="929"/>
                  </a:lnTo>
                  <a:lnTo>
                    <a:pt x="3141" y="889"/>
                  </a:lnTo>
                  <a:lnTo>
                    <a:pt x="3161" y="869"/>
                  </a:lnTo>
                  <a:lnTo>
                    <a:pt x="3200" y="869"/>
                  </a:lnTo>
                  <a:lnTo>
                    <a:pt x="3220" y="830"/>
                  </a:lnTo>
                  <a:lnTo>
                    <a:pt x="3161" y="850"/>
                  </a:lnTo>
                  <a:lnTo>
                    <a:pt x="3161" y="850"/>
                  </a:lnTo>
                  <a:lnTo>
                    <a:pt x="3200" y="790"/>
                  </a:lnTo>
                  <a:lnTo>
                    <a:pt x="3161" y="771"/>
                  </a:lnTo>
                  <a:lnTo>
                    <a:pt x="3141" y="771"/>
                  </a:lnTo>
                  <a:lnTo>
                    <a:pt x="3062" y="810"/>
                  </a:lnTo>
                  <a:lnTo>
                    <a:pt x="2983" y="889"/>
                  </a:lnTo>
                  <a:lnTo>
                    <a:pt x="2924" y="929"/>
                  </a:lnTo>
                  <a:lnTo>
                    <a:pt x="2944" y="909"/>
                  </a:lnTo>
                  <a:lnTo>
                    <a:pt x="2884" y="929"/>
                  </a:lnTo>
                  <a:lnTo>
                    <a:pt x="3003" y="790"/>
                  </a:lnTo>
                  <a:lnTo>
                    <a:pt x="3003" y="790"/>
                  </a:lnTo>
                  <a:lnTo>
                    <a:pt x="2944" y="810"/>
                  </a:lnTo>
                  <a:lnTo>
                    <a:pt x="2884" y="850"/>
                  </a:lnTo>
                  <a:lnTo>
                    <a:pt x="2825" y="889"/>
                  </a:lnTo>
                  <a:lnTo>
                    <a:pt x="2766" y="909"/>
                  </a:lnTo>
                  <a:lnTo>
                    <a:pt x="2786" y="850"/>
                  </a:lnTo>
                  <a:lnTo>
                    <a:pt x="2706" y="889"/>
                  </a:lnTo>
                  <a:lnTo>
                    <a:pt x="2746" y="850"/>
                  </a:lnTo>
                  <a:lnTo>
                    <a:pt x="2667" y="909"/>
                  </a:lnTo>
                  <a:lnTo>
                    <a:pt x="2608" y="929"/>
                  </a:lnTo>
                  <a:lnTo>
                    <a:pt x="2548" y="948"/>
                  </a:lnTo>
                  <a:lnTo>
                    <a:pt x="2489" y="988"/>
                  </a:lnTo>
                  <a:lnTo>
                    <a:pt x="2489" y="948"/>
                  </a:lnTo>
                  <a:lnTo>
                    <a:pt x="2489" y="869"/>
                  </a:lnTo>
                  <a:lnTo>
                    <a:pt x="2489" y="830"/>
                  </a:lnTo>
                  <a:lnTo>
                    <a:pt x="2469" y="850"/>
                  </a:lnTo>
                  <a:lnTo>
                    <a:pt x="2450" y="869"/>
                  </a:lnTo>
                  <a:lnTo>
                    <a:pt x="2548" y="692"/>
                  </a:lnTo>
                  <a:lnTo>
                    <a:pt x="2568" y="692"/>
                  </a:lnTo>
                  <a:lnTo>
                    <a:pt x="2588" y="711"/>
                  </a:lnTo>
                  <a:lnTo>
                    <a:pt x="2568" y="771"/>
                  </a:lnTo>
                  <a:lnTo>
                    <a:pt x="2568" y="810"/>
                  </a:lnTo>
                  <a:lnTo>
                    <a:pt x="2627" y="810"/>
                  </a:lnTo>
                  <a:lnTo>
                    <a:pt x="2647" y="711"/>
                  </a:lnTo>
                  <a:lnTo>
                    <a:pt x="2627" y="632"/>
                  </a:lnTo>
                  <a:lnTo>
                    <a:pt x="2608" y="573"/>
                  </a:lnTo>
                  <a:lnTo>
                    <a:pt x="2568" y="534"/>
                  </a:lnTo>
                  <a:lnTo>
                    <a:pt x="2469" y="474"/>
                  </a:lnTo>
                  <a:lnTo>
                    <a:pt x="2351" y="435"/>
                  </a:lnTo>
                  <a:lnTo>
                    <a:pt x="2311" y="455"/>
                  </a:lnTo>
                  <a:lnTo>
                    <a:pt x="2252" y="435"/>
                  </a:lnTo>
                  <a:lnTo>
                    <a:pt x="2173" y="395"/>
                  </a:lnTo>
                  <a:lnTo>
                    <a:pt x="2134" y="376"/>
                  </a:lnTo>
                  <a:lnTo>
                    <a:pt x="2074" y="376"/>
                  </a:lnTo>
                  <a:lnTo>
                    <a:pt x="2035" y="415"/>
                  </a:lnTo>
                  <a:lnTo>
                    <a:pt x="1956" y="474"/>
                  </a:lnTo>
                  <a:lnTo>
                    <a:pt x="2035" y="376"/>
                  </a:lnTo>
                  <a:lnTo>
                    <a:pt x="1916" y="198"/>
                  </a:lnTo>
                  <a:lnTo>
                    <a:pt x="1818" y="158"/>
                  </a:lnTo>
                  <a:lnTo>
                    <a:pt x="1719" y="99"/>
                  </a:lnTo>
                  <a:lnTo>
                    <a:pt x="1660" y="79"/>
                  </a:lnTo>
                  <a:lnTo>
                    <a:pt x="1541" y="79"/>
                  </a:lnTo>
                  <a:lnTo>
                    <a:pt x="1482" y="119"/>
                  </a:lnTo>
                  <a:lnTo>
                    <a:pt x="1482" y="119"/>
                  </a:lnTo>
                  <a:lnTo>
                    <a:pt x="1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 name="Google Shape;2403;p9"/>
            <p:cNvSpPr/>
            <p:nvPr/>
          </p:nvSpPr>
          <p:spPr>
            <a:xfrm>
              <a:off x="-1255850" y="3936575"/>
              <a:ext cx="1000" cy="1025"/>
            </a:xfrm>
            <a:custGeom>
              <a:rect b="b" l="l" r="r" t="t"/>
              <a:pathLst>
                <a:path extrusionOk="0" h="41" w="40">
                  <a:moveTo>
                    <a:pt x="40" y="1"/>
                  </a:moveTo>
                  <a:lnTo>
                    <a:pt x="40" y="1"/>
                  </a:lnTo>
                  <a:lnTo>
                    <a:pt x="0" y="40"/>
                  </a:lnTo>
                  <a:lnTo>
                    <a:pt x="0" y="40"/>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
            <p:cNvSpPr/>
            <p:nvPr/>
          </p:nvSpPr>
          <p:spPr>
            <a:xfrm>
              <a:off x="-1226725" y="3948425"/>
              <a:ext cx="525" cy="1025"/>
            </a:xfrm>
            <a:custGeom>
              <a:rect b="b" l="l" r="r" t="t"/>
              <a:pathLst>
                <a:path extrusionOk="0" h="41" w="21">
                  <a:moveTo>
                    <a:pt x="21" y="1"/>
                  </a:moveTo>
                  <a:lnTo>
                    <a:pt x="21" y="1"/>
                  </a:lnTo>
                  <a:lnTo>
                    <a:pt x="1" y="40"/>
                  </a:lnTo>
                  <a:lnTo>
                    <a:pt x="1" y="40"/>
                  </a:lnTo>
                  <a:lnTo>
                    <a:pt x="21" y="1"/>
                  </a:lnTo>
                  <a:lnTo>
                    <a:pt x="2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 name="Google Shape;2405;p9"/>
            <p:cNvSpPr/>
            <p:nvPr/>
          </p:nvSpPr>
          <p:spPr>
            <a:xfrm>
              <a:off x="-1426225" y="3852150"/>
              <a:ext cx="310150" cy="250875"/>
            </a:xfrm>
            <a:custGeom>
              <a:rect b="b" l="l" r="r" t="t"/>
              <a:pathLst>
                <a:path extrusionOk="0" h="10035" w="12406">
                  <a:moveTo>
                    <a:pt x="2470" y="0"/>
                  </a:moveTo>
                  <a:lnTo>
                    <a:pt x="2391" y="20"/>
                  </a:lnTo>
                  <a:lnTo>
                    <a:pt x="2332" y="60"/>
                  </a:lnTo>
                  <a:lnTo>
                    <a:pt x="2174" y="158"/>
                  </a:lnTo>
                  <a:lnTo>
                    <a:pt x="2016" y="316"/>
                  </a:lnTo>
                  <a:lnTo>
                    <a:pt x="1858" y="514"/>
                  </a:lnTo>
                  <a:lnTo>
                    <a:pt x="1700" y="731"/>
                  </a:lnTo>
                  <a:lnTo>
                    <a:pt x="1522" y="988"/>
                  </a:lnTo>
                  <a:lnTo>
                    <a:pt x="1364" y="1284"/>
                  </a:lnTo>
                  <a:lnTo>
                    <a:pt x="1344" y="1284"/>
                  </a:lnTo>
                  <a:lnTo>
                    <a:pt x="1324" y="1324"/>
                  </a:lnTo>
                  <a:lnTo>
                    <a:pt x="1324" y="1363"/>
                  </a:lnTo>
                  <a:lnTo>
                    <a:pt x="1265" y="1422"/>
                  </a:lnTo>
                  <a:lnTo>
                    <a:pt x="1226" y="1501"/>
                  </a:lnTo>
                  <a:lnTo>
                    <a:pt x="1226" y="1521"/>
                  </a:lnTo>
                  <a:lnTo>
                    <a:pt x="1226" y="1541"/>
                  </a:lnTo>
                  <a:lnTo>
                    <a:pt x="989" y="1995"/>
                  </a:lnTo>
                  <a:lnTo>
                    <a:pt x="752" y="2450"/>
                  </a:lnTo>
                  <a:lnTo>
                    <a:pt x="554" y="2904"/>
                  </a:lnTo>
                  <a:lnTo>
                    <a:pt x="376" y="3338"/>
                  </a:lnTo>
                  <a:lnTo>
                    <a:pt x="218" y="3733"/>
                  </a:lnTo>
                  <a:lnTo>
                    <a:pt x="100" y="4049"/>
                  </a:lnTo>
                  <a:lnTo>
                    <a:pt x="21" y="4306"/>
                  </a:lnTo>
                  <a:lnTo>
                    <a:pt x="1" y="4464"/>
                  </a:lnTo>
                  <a:lnTo>
                    <a:pt x="21" y="4524"/>
                  </a:lnTo>
                  <a:lnTo>
                    <a:pt x="40" y="4563"/>
                  </a:lnTo>
                  <a:lnTo>
                    <a:pt x="139" y="4701"/>
                  </a:lnTo>
                  <a:lnTo>
                    <a:pt x="277" y="4840"/>
                  </a:lnTo>
                  <a:lnTo>
                    <a:pt x="495" y="4978"/>
                  </a:lnTo>
                  <a:lnTo>
                    <a:pt x="732" y="5156"/>
                  </a:lnTo>
                  <a:lnTo>
                    <a:pt x="1008" y="5333"/>
                  </a:lnTo>
                  <a:lnTo>
                    <a:pt x="1680" y="5709"/>
                  </a:lnTo>
                  <a:lnTo>
                    <a:pt x="2411" y="6104"/>
                  </a:lnTo>
                  <a:lnTo>
                    <a:pt x="3201" y="6519"/>
                  </a:lnTo>
                  <a:lnTo>
                    <a:pt x="4662" y="7269"/>
                  </a:lnTo>
                  <a:lnTo>
                    <a:pt x="6243" y="8099"/>
                  </a:lnTo>
                  <a:lnTo>
                    <a:pt x="7131" y="8592"/>
                  </a:lnTo>
                  <a:lnTo>
                    <a:pt x="8040" y="9067"/>
                  </a:lnTo>
                  <a:lnTo>
                    <a:pt x="8889" y="9481"/>
                  </a:lnTo>
                  <a:lnTo>
                    <a:pt x="9620" y="9797"/>
                  </a:lnTo>
                  <a:lnTo>
                    <a:pt x="9916" y="9916"/>
                  </a:lnTo>
                  <a:lnTo>
                    <a:pt x="10173" y="9995"/>
                  </a:lnTo>
                  <a:lnTo>
                    <a:pt x="10371" y="10034"/>
                  </a:lnTo>
                  <a:lnTo>
                    <a:pt x="10450" y="10034"/>
                  </a:lnTo>
                  <a:lnTo>
                    <a:pt x="10509" y="10015"/>
                  </a:lnTo>
                  <a:lnTo>
                    <a:pt x="10588" y="9955"/>
                  </a:lnTo>
                  <a:lnTo>
                    <a:pt x="10667" y="9857"/>
                  </a:lnTo>
                  <a:lnTo>
                    <a:pt x="10687" y="9837"/>
                  </a:lnTo>
                  <a:lnTo>
                    <a:pt x="10687" y="9817"/>
                  </a:lnTo>
                  <a:lnTo>
                    <a:pt x="10707" y="9797"/>
                  </a:lnTo>
                  <a:lnTo>
                    <a:pt x="10726" y="9797"/>
                  </a:lnTo>
                  <a:lnTo>
                    <a:pt x="10726" y="9778"/>
                  </a:lnTo>
                  <a:lnTo>
                    <a:pt x="10746" y="9738"/>
                  </a:lnTo>
                  <a:lnTo>
                    <a:pt x="10766" y="9718"/>
                  </a:lnTo>
                  <a:lnTo>
                    <a:pt x="10904" y="9481"/>
                  </a:lnTo>
                  <a:lnTo>
                    <a:pt x="11042" y="9225"/>
                  </a:lnTo>
                  <a:lnTo>
                    <a:pt x="11319" y="8573"/>
                  </a:lnTo>
                  <a:lnTo>
                    <a:pt x="11516" y="8099"/>
                  </a:lnTo>
                  <a:lnTo>
                    <a:pt x="11714" y="7605"/>
                  </a:lnTo>
                  <a:lnTo>
                    <a:pt x="12050" y="6637"/>
                  </a:lnTo>
                  <a:lnTo>
                    <a:pt x="12306" y="5827"/>
                  </a:lnTo>
                  <a:lnTo>
                    <a:pt x="12366" y="5551"/>
                  </a:lnTo>
                  <a:lnTo>
                    <a:pt x="12405" y="5353"/>
                  </a:lnTo>
                  <a:lnTo>
                    <a:pt x="12385" y="5274"/>
                  </a:lnTo>
                  <a:lnTo>
                    <a:pt x="12326" y="5195"/>
                  </a:lnTo>
                  <a:lnTo>
                    <a:pt x="12247" y="5096"/>
                  </a:lnTo>
                  <a:lnTo>
                    <a:pt x="12129" y="4998"/>
                  </a:lnTo>
                  <a:lnTo>
                    <a:pt x="11832" y="4800"/>
                  </a:lnTo>
                  <a:lnTo>
                    <a:pt x="11418" y="4563"/>
                  </a:lnTo>
                  <a:lnTo>
                    <a:pt x="11358" y="4524"/>
                  </a:lnTo>
                  <a:lnTo>
                    <a:pt x="11339" y="4524"/>
                  </a:lnTo>
                  <a:lnTo>
                    <a:pt x="11260" y="4484"/>
                  </a:lnTo>
                  <a:lnTo>
                    <a:pt x="11260" y="4464"/>
                  </a:lnTo>
                  <a:lnTo>
                    <a:pt x="11240" y="4464"/>
                  </a:lnTo>
                  <a:lnTo>
                    <a:pt x="11220" y="4445"/>
                  </a:lnTo>
                  <a:lnTo>
                    <a:pt x="10233" y="3970"/>
                  </a:lnTo>
                  <a:lnTo>
                    <a:pt x="8435" y="3101"/>
                  </a:lnTo>
                  <a:lnTo>
                    <a:pt x="7447" y="2627"/>
                  </a:lnTo>
                  <a:lnTo>
                    <a:pt x="6499" y="2134"/>
                  </a:lnTo>
                  <a:lnTo>
                    <a:pt x="4761" y="1205"/>
                  </a:lnTo>
                  <a:lnTo>
                    <a:pt x="3537" y="553"/>
                  </a:lnTo>
                  <a:lnTo>
                    <a:pt x="2588" y="20"/>
                  </a:lnTo>
                  <a:lnTo>
                    <a:pt x="252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 name="Google Shape;2406;p9"/>
            <p:cNvSpPr/>
            <p:nvPr/>
          </p:nvSpPr>
          <p:spPr>
            <a:xfrm>
              <a:off x="-1160050" y="3541050"/>
              <a:ext cx="44950" cy="29150"/>
            </a:xfrm>
            <a:custGeom>
              <a:rect b="b" l="l" r="r" t="t"/>
              <a:pathLst>
                <a:path extrusionOk="0" h="1166" w="1798">
                  <a:moveTo>
                    <a:pt x="1699" y="0"/>
                  </a:moveTo>
                  <a:lnTo>
                    <a:pt x="1679" y="139"/>
                  </a:lnTo>
                  <a:lnTo>
                    <a:pt x="1659" y="336"/>
                  </a:lnTo>
                  <a:lnTo>
                    <a:pt x="1679" y="514"/>
                  </a:lnTo>
                  <a:lnTo>
                    <a:pt x="1699" y="554"/>
                  </a:lnTo>
                  <a:lnTo>
                    <a:pt x="1245" y="751"/>
                  </a:lnTo>
                  <a:lnTo>
                    <a:pt x="889" y="889"/>
                  </a:lnTo>
                  <a:lnTo>
                    <a:pt x="632" y="988"/>
                  </a:lnTo>
                  <a:lnTo>
                    <a:pt x="376" y="1067"/>
                  </a:lnTo>
                  <a:lnTo>
                    <a:pt x="297" y="1067"/>
                  </a:lnTo>
                  <a:lnTo>
                    <a:pt x="237" y="1047"/>
                  </a:lnTo>
                  <a:lnTo>
                    <a:pt x="178" y="968"/>
                  </a:lnTo>
                  <a:lnTo>
                    <a:pt x="139" y="889"/>
                  </a:lnTo>
                  <a:lnTo>
                    <a:pt x="119" y="791"/>
                  </a:lnTo>
                  <a:lnTo>
                    <a:pt x="99" y="712"/>
                  </a:lnTo>
                  <a:lnTo>
                    <a:pt x="119" y="633"/>
                  </a:lnTo>
                  <a:lnTo>
                    <a:pt x="0" y="692"/>
                  </a:lnTo>
                  <a:lnTo>
                    <a:pt x="40" y="850"/>
                  </a:lnTo>
                  <a:lnTo>
                    <a:pt x="79" y="988"/>
                  </a:lnTo>
                  <a:lnTo>
                    <a:pt x="139" y="1107"/>
                  </a:lnTo>
                  <a:lnTo>
                    <a:pt x="178" y="1146"/>
                  </a:lnTo>
                  <a:lnTo>
                    <a:pt x="218" y="1166"/>
                  </a:lnTo>
                  <a:lnTo>
                    <a:pt x="297" y="1166"/>
                  </a:lnTo>
                  <a:lnTo>
                    <a:pt x="376" y="1146"/>
                  </a:lnTo>
                  <a:lnTo>
                    <a:pt x="593" y="1087"/>
                  </a:lnTo>
                  <a:lnTo>
                    <a:pt x="830" y="1008"/>
                  </a:lnTo>
                  <a:lnTo>
                    <a:pt x="1106" y="889"/>
                  </a:lnTo>
                  <a:lnTo>
                    <a:pt x="1580" y="692"/>
                  </a:lnTo>
                  <a:lnTo>
                    <a:pt x="1798" y="593"/>
                  </a:lnTo>
                  <a:lnTo>
                    <a:pt x="1758" y="554"/>
                  </a:lnTo>
                  <a:lnTo>
                    <a:pt x="1738" y="415"/>
                  </a:lnTo>
                  <a:lnTo>
                    <a:pt x="1719" y="336"/>
                  </a:lnTo>
                  <a:lnTo>
                    <a:pt x="1719" y="238"/>
                  </a:lnTo>
                  <a:lnTo>
                    <a:pt x="1758" y="119"/>
                  </a:lnTo>
                  <a:lnTo>
                    <a:pt x="17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
            <p:cNvSpPr/>
            <p:nvPr/>
          </p:nvSpPr>
          <p:spPr>
            <a:xfrm>
              <a:off x="-1201050" y="3651650"/>
              <a:ext cx="61750" cy="19800"/>
            </a:xfrm>
            <a:custGeom>
              <a:rect b="b" l="l" r="r" t="t"/>
              <a:pathLst>
                <a:path extrusionOk="0" h="792" w="2470">
                  <a:moveTo>
                    <a:pt x="2154" y="1"/>
                  </a:moveTo>
                  <a:lnTo>
                    <a:pt x="1917" y="60"/>
                  </a:lnTo>
                  <a:lnTo>
                    <a:pt x="1166" y="218"/>
                  </a:lnTo>
                  <a:lnTo>
                    <a:pt x="929" y="277"/>
                  </a:lnTo>
                  <a:lnTo>
                    <a:pt x="712" y="357"/>
                  </a:lnTo>
                  <a:lnTo>
                    <a:pt x="514" y="455"/>
                  </a:lnTo>
                  <a:lnTo>
                    <a:pt x="337" y="554"/>
                  </a:lnTo>
                  <a:lnTo>
                    <a:pt x="100" y="732"/>
                  </a:lnTo>
                  <a:lnTo>
                    <a:pt x="1" y="791"/>
                  </a:lnTo>
                  <a:lnTo>
                    <a:pt x="100" y="752"/>
                  </a:lnTo>
                  <a:lnTo>
                    <a:pt x="337" y="633"/>
                  </a:lnTo>
                  <a:lnTo>
                    <a:pt x="672" y="495"/>
                  </a:lnTo>
                  <a:lnTo>
                    <a:pt x="870" y="436"/>
                  </a:lnTo>
                  <a:lnTo>
                    <a:pt x="1087" y="376"/>
                  </a:lnTo>
                  <a:lnTo>
                    <a:pt x="1542" y="317"/>
                  </a:lnTo>
                  <a:lnTo>
                    <a:pt x="1996" y="277"/>
                  </a:lnTo>
                  <a:lnTo>
                    <a:pt x="2470" y="238"/>
                  </a:lnTo>
                  <a:lnTo>
                    <a:pt x="215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 name="Google Shape;2408;p9"/>
            <p:cNvSpPr/>
            <p:nvPr/>
          </p:nvSpPr>
          <p:spPr>
            <a:xfrm>
              <a:off x="-1604475" y="3372675"/>
              <a:ext cx="1500" cy="25"/>
            </a:xfrm>
            <a:custGeom>
              <a:rect b="b" l="l" r="r" t="t"/>
              <a:pathLst>
                <a:path extrusionOk="0" h="1" w="60">
                  <a:moveTo>
                    <a:pt x="60" y="0"/>
                  </a:moveTo>
                  <a:lnTo>
                    <a:pt x="60" y="0"/>
                  </a:lnTo>
                  <a:lnTo>
                    <a:pt x="0" y="0"/>
                  </a:lnTo>
                  <a:lnTo>
                    <a:pt x="0" y="0"/>
                  </a:lnTo>
                  <a:lnTo>
                    <a:pt x="60" y="0"/>
                  </a:lnTo>
                  <a:lnTo>
                    <a:pt x="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 name="Google Shape;2409;p9"/>
            <p:cNvSpPr/>
            <p:nvPr/>
          </p:nvSpPr>
          <p:spPr>
            <a:xfrm>
              <a:off x="-1617800" y="3278850"/>
              <a:ext cx="158525" cy="230125"/>
            </a:xfrm>
            <a:custGeom>
              <a:rect b="b" l="l" r="r" t="t"/>
              <a:pathLst>
                <a:path extrusionOk="0" h="9205" w="6341">
                  <a:moveTo>
                    <a:pt x="1245" y="4089"/>
                  </a:moveTo>
                  <a:lnTo>
                    <a:pt x="1324" y="4148"/>
                  </a:lnTo>
                  <a:lnTo>
                    <a:pt x="1324" y="4148"/>
                  </a:lnTo>
                  <a:lnTo>
                    <a:pt x="1284" y="4109"/>
                  </a:lnTo>
                  <a:lnTo>
                    <a:pt x="1245" y="4089"/>
                  </a:lnTo>
                  <a:close/>
                  <a:moveTo>
                    <a:pt x="2054" y="5570"/>
                  </a:moveTo>
                  <a:lnTo>
                    <a:pt x="1995" y="5590"/>
                  </a:lnTo>
                  <a:lnTo>
                    <a:pt x="1857" y="5728"/>
                  </a:lnTo>
                  <a:lnTo>
                    <a:pt x="1896" y="5728"/>
                  </a:lnTo>
                  <a:lnTo>
                    <a:pt x="1916" y="5748"/>
                  </a:lnTo>
                  <a:lnTo>
                    <a:pt x="1896" y="5787"/>
                  </a:lnTo>
                  <a:lnTo>
                    <a:pt x="1896" y="5827"/>
                  </a:lnTo>
                  <a:lnTo>
                    <a:pt x="1877" y="5847"/>
                  </a:lnTo>
                  <a:lnTo>
                    <a:pt x="1896" y="5867"/>
                  </a:lnTo>
                  <a:lnTo>
                    <a:pt x="1956" y="5807"/>
                  </a:lnTo>
                  <a:lnTo>
                    <a:pt x="2015" y="5787"/>
                  </a:lnTo>
                  <a:lnTo>
                    <a:pt x="1995" y="5847"/>
                  </a:lnTo>
                  <a:lnTo>
                    <a:pt x="2173" y="5728"/>
                  </a:lnTo>
                  <a:lnTo>
                    <a:pt x="2153" y="5728"/>
                  </a:lnTo>
                  <a:lnTo>
                    <a:pt x="2153" y="5708"/>
                  </a:lnTo>
                  <a:lnTo>
                    <a:pt x="2133" y="5689"/>
                  </a:lnTo>
                  <a:lnTo>
                    <a:pt x="2074" y="5689"/>
                  </a:lnTo>
                  <a:lnTo>
                    <a:pt x="2054" y="5669"/>
                  </a:lnTo>
                  <a:lnTo>
                    <a:pt x="2074" y="5629"/>
                  </a:lnTo>
                  <a:lnTo>
                    <a:pt x="2133" y="5629"/>
                  </a:lnTo>
                  <a:lnTo>
                    <a:pt x="2114" y="5610"/>
                  </a:lnTo>
                  <a:lnTo>
                    <a:pt x="2094" y="5570"/>
                  </a:lnTo>
                  <a:close/>
                  <a:moveTo>
                    <a:pt x="3321" y="7543"/>
                  </a:moveTo>
                  <a:lnTo>
                    <a:pt x="3319" y="7545"/>
                  </a:lnTo>
                  <a:lnTo>
                    <a:pt x="3338" y="7545"/>
                  </a:lnTo>
                  <a:lnTo>
                    <a:pt x="3321" y="7543"/>
                  </a:lnTo>
                  <a:close/>
                  <a:moveTo>
                    <a:pt x="1640" y="0"/>
                  </a:moveTo>
                  <a:lnTo>
                    <a:pt x="0" y="810"/>
                  </a:lnTo>
                  <a:lnTo>
                    <a:pt x="1087" y="3259"/>
                  </a:lnTo>
                  <a:lnTo>
                    <a:pt x="1225" y="3200"/>
                  </a:lnTo>
                  <a:lnTo>
                    <a:pt x="1383" y="3180"/>
                  </a:lnTo>
                  <a:lnTo>
                    <a:pt x="1383" y="3180"/>
                  </a:lnTo>
                  <a:lnTo>
                    <a:pt x="1343" y="3200"/>
                  </a:lnTo>
                  <a:lnTo>
                    <a:pt x="1324" y="3259"/>
                  </a:lnTo>
                  <a:lnTo>
                    <a:pt x="1324" y="3318"/>
                  </a:lnTo>
                  <a:lnTo>
                    <a:pt x="1304" y="3378"/>
                  </a:lnTo>
                  <a:lnTo>
                    <a:pt x="1225" y="3417"/>
                  </a:lnTo>
                  <a:lnTo>
                    <a:pt x="1166" y="3457"/>
                  </a:lnTo>
                  <a:lnTo>
                    <a:pt x="1106" y="3516"/>
                  </a:lnTo>
                  <a:lnTo>
                    <a:pt x="1087" y="3516"/>
                  </a:lnTo>
                  <a:lnTo>
                    <a:pt x="1047" y="3496"/>
                  </a:lnTo>
                  <a:lnTo>
                    <a:pt x="1146" y="3397"/>
                  </a:lnTo>
                  <a:lnTo>
                    <a:pt x="1166" y="3378"/>
                  </a:lnTo>
                  <a:lnTo>
                    <a:pt x="1126" y="3378"/>
                  </a:lnTo>
                  <a:lnTo>
                    <a:pt x="1027" y="3496"/>
                  </a:lnTo>
                  <a:lnTo>
                    <a:pt x="929" y="3635"/>
                  </a:lnTo>
                  <a:lnTo>
                    <a:pt x="850" y="3654"/>
                  </a:lnTo>
                  <a:lnTo>
                    <a:pt x="810" y="3654"/>
                  </a:lnTo>
                  <a:lnTo>
                    <a:pt x="790" y="3635"/>
                  </a:lnTo>
                  <a:lnTo>
                    <a:pt x="850" y="3615"/>
                  </a:lnTo>
                  <a:lnTo>
                    <a:pt x="909" y="3575"/>
                  </a:lnTo>
                  <a:lnTo>
                    <a:pt x="810" y="3575"/>
                  </a:lnTo>
                  <a:lnTo>
                    <a:pt x="731" y="3635"/>
                  </a:lnTo>
                  <a:lnTo>
                    <a:pt x="652" y="3694"/>
                  </a:lnTo>
                  <a:lnTo>
                    <a:pt x="593" y="3753"/>
                  </a:lnTo>
                  <a:lnTo>
                    <a:pt x="632" y="3793"/>
                  </a:lnTo>
                  <a:lnTo>
                    <a:pt x="652" y="3793"/>
                  </a:lnTo>
                  <a:lnTo>
                    <a:pt x="691" y="3773"/>
                  </a:lnTo>
                  <a:lnTo>
                    <a:pt x="652" y="3832"/>
                  </a:lnTo>
                  <a:lnTo>
                    <a:pt x="652" y="3852"/>
                  </a:lnTo>
                  <a:lnTo>
                    <a:pt x="691" y="3872"/>
                  </a:lnTo>
                  <a:lnTo>
                    <a:pt x="731" y="3891"/>
                  </a:lnTo>
                  <a:lnTo>
                    <a:pt x="770" y="3911"/>
                  </a:lnTo>
                  <a:lnTo>
                    <a:pt x="790" y="3931"/>
                  </a:lnTo>
                  <a:lnTo>
                    <a:pt x="790" y="3970"/>
                  </a:lnTo>
                  <a:lnTo>
                    <a:pt x="770" y="4010"/>
                  </a:lnTo>
                  <a:lnTo>
                    <a:pt x="830" y="3970"/>
                  </a:lnTo>
                  <a:lnTo>
                    <a:pt x="869" y="3951"/>
                  </a:lnTo>
                  <a:lnTo>
                    <a:pt x="929" y="3951"/>
                  </a:lnTo>
                  <a:lnTo>
                    <a:pt x="929" y="3970"/>
                  </a:lnTo>
                  <a:lnTo>
                    <a:pt x="929" y="3990"/>
                  </a:lnTo>
                  <a:lnTo>
                    <a:pt x="909" y="4010"/>
                  </a:lnTo>
                  <a:lnTo>
                    <a:pt x="830" y="4089"/>
                  </a:lnTo>
                  <a:lnTo>
                    <a:pt x="889" y="4089"/>
                  </a:lnTo>
                  <a:lnTo>
                    <a:pt x="948" y="4109"/>
                  </a:lnTo>
                  <a:lnTo>
                    <a:pt x="968" y="4128"/>
                  </a:lnTo>
                  <a:lnTo>
                    <a:pt x="968" y="4148"/>
                  </a:lnTo>
                  <a:lnTo>
                    <a:pt x="988" y="4148"/>
                  </a:lnTo>
                  <a:lnTo>
                    <a:pt x="1027" y="4128"/>
                  </a:lnTo>
                  <a:lnTo>
                    <a:pt x="1106" y="4089"/>
                  </a:lnTo>
                  <a:lnTo>
                    <a:pt x="1185" y="4030"/>
                  </a:lnTo>
                  <a:lnTo>
                    <a:pt x="1245" y="4010"/>
                  </a:lnTo>
                  <a:lnTo>
                    <a:pt x="1383" y="4010"/>
                  </a:lnTo>
                  <a:lnTo>
                    <a:pt x="1383" y="4030"/>
                  </a:lnTo>
                  <a:lnTo>
                    <a:pt x="1383" y="4069"/>
                  </a:lnTo>
                  <a:lnTo>
                    <a:pt x="1403" y="4089"/>
                  </a:lnTo>
                  <a:lnTo>
                    <a:pt x="1422" y="4109"/>
                  </a:lnTo>
                  <a:lnTo>
                    <a:pt x="1363" y="4148"/>
                  </a:lnTo>
                  <a:lnTo>
                    <a:pt x="1324" y="4148"/>
                  </a:lnTo>
                  <a:lnTo>
                    <a:pt x="1403" y="4207"/>
                  </a:lnTo>
                  <a:lnTo>
                    <a:pt x="1343" y="4247"/>
                  </a:lnTo>
                  <a:lnTo>
                    <a:pt x="1304" y="4267"/>
                  </a:lnTo>
                  <a:lnTo>
                    <a:pt x="1264" y="4247"/>
                  </a:lnTo>
                  <a:lnTo>
                    <a:pt x="1245" y="4207"/>
                  </a:lnTo>
                  <a:lnTo>
                    <a:pt x="1225" y="4247"/>
                  </a:lnTo>
                  <a:lnTo>
                    <a:pt x="1225" y="4286"/>
                  </a:lnTo>
                  <a:lnTo>
                    <a:pt x="1245" y="4306"/>
                  </a:lnTo>
                  <a:lnTo>
                    <a:pt x="1264" y="4326"/>
                  </a:lnTo>
                  <a:lnTo>
                    <a:pt x="1343" y="4326"/>
                  </a:lnTo>
                  <a:lnTo>
                    <a:pt x="1442" y="4306"/>
                  </a:lnTo>
                  <a:lnTo>
                    <a:pt x="1442" y="4365"/>
                  </a:lnTo>
                  <a:lnTo>
                    <a:pt x="1442" y="4385"/>
                  </a:lnTo>
                  <a:lnTo>
                    <a:pt x="1422" y="4425"/>
                  </a:lnTo>
                  <a:lnTo>
                    <a:pt x="1343" y="4444"/>
                  </a:lnTo>
                  <a:lnTo>
                    <a:pt x="1245" y="4484"/>
                  </a:lnTo>
                  <a:lnTo>
                    <a:pt x="1146" y="4504"/>
                  </a:lnTo>
                  <a:lnTo>
                    <a:pt x="1067" y="4504"/>
                  </a:lnTo>
                  <a:lnTo>
                    <a:pt x="1067" y="4464"/>
                  </a:lnTo>
                  <a:lnTo>
                    <a:pt x="1087" y="4444"/>
                  </a:lnTo>
                  <a:lnTo>
                    <a:pt x="1146" y="4425"/>
                  </a:lnTo>
                  <a:lnTo>
                    <a:pt x="1205" y="4405"/>
                  </a:lnTo>
                  <a:lnTo>
                    <a:pt x="1225" y="4385"/>
                  </a:lnTo>
                  <a:lnTo>
                    <a:pt x="1245" y="4365"/>
                  </a:lnTo>
                  <a:lnTo>
                    <a:pt x="1106" y="4405"/>
                  </a:lnTo>
                  <a:lnTo>
                    <a:pt x="1126" y="4385"/>
                  </a:lnTo>
                  <a:lnTo>
                    <a:pt x="1106" y="4365"/>
                  </a:lnTo>
                  <a:lnTo>
                    <a:pt x="1067" y="4346"/>
                  </a:lnTo>
                  <a:lnTo>
                    <a:pt x="1027" y="4326"/>
                  </a:lnTo>
                  <a:lnTo>
                    <a:pt x="1047" y="4326"/>
                  </a:lnTo>
                  <a:lnTo>
                    <a:pt x="1067" y="4306"/>
                  </a:lnTo>
                  <a:lnTo>
                    <a:pt x="1106" y="4326"/>
                  </a:lnTo>
                  <a:lnTo>
                    <a:pt x="1087" y="4267"/>
                  </a:lnTo>
                  <a:lnTo>
                    <a:pt x="1067" y="4227"/>
                  </a:lnTo>
                  <a:lnTo>
                    <a:pt x="1027" y="4207"/>
                  </a:lnTo>
                  <a:lnTo>
                    <a:pt x="929" y="4207"/>
                  </a:lnTo>
                  <a:lnTo>
                    <a:pt x="909" y="4247"/>
                  </a:lnTo>
                  <a:lnTo>
                    <a:pt x="929" y="4286"/>
                  </a:lnTo>
                  <a:lnTo>
                    <a:pt x="968" y="4365"/>
                  </a:lnTo>
                  <a:lnTo>
                    <a:pt x="988" y="4425"/>
                  </a:lnTo>
                  <a:lnTo>
                    <a:pt x="988" y="4464"/>
                  </a:lnTo>
                  <a:lnTo>
                    <a:pt x="948" y="4504"/>
                  </a:lnTo>
                  <a:lnTo>
                    <a:pt x="1225" y="4602"/>
                  </a:lnTo>
                  <a:lnTo>
                    <a:pt x="1324" y="4504"/>
                  </a:lnTo>
                  <a:lnTo>
                    <a:pt x="1383" y="4484"/>
                  </a:lnTo>
                  <a:lnTo>
                    <a:pt x="1462" y="4464"/>
                  </a:lnTo>
                  <a:lnTo>
                    <a:pt x="1363" y="4523"/>
                  </a:lnTo>
                  <a:lnTo>
                    <a:pt x="1324" y="4602"/>
                  </a:lnTo>
                  <a:lnTo>
                    <a:pt x="1284" y="4662"/>
                  </a:lnTo>
                  <a:lnTo>
                    <a:pt x="1284" y="4721"/>
                  </a:lnTo>
                  <a:lnTo>
                    <a:pt x="1343" y="4701"/>
                  </a:lnTo>
                  <a:lnTo>
                    <a:pt x="1383" y="4681"/>
                  </a:lnTo>
                  <a:lnTo>
                    <a:pt x="1462" y="4681"/>
                  </a:lnTo>
                  <a:lnTo>
                    <a:pt x="1521" y="4701"/>
                  </a:lnTo>
                  <a:lnTo>
                    <a:pt x="1561" y="4681"/>
                  </a:lnTo>
                  <a:lnTo>
                    <a:pt x="1600" y="4662"/>
                  </a:lnTo>
                  <a:lnTo>
                    <a:pt x="1561" y="4642"/>
                  </a:lnTo>
                  <a:lnTo>
                    <a:pt x="1580" y="4622"/>
                  </a:lnTo>
                  <a:lnTo>
                    <a:pt x="1640" y="4563"/>
                  </a:lnTo>
                  <a:lnTo>
                    <a:pt x="1659" y="4583"/>
                  </a:lnTo>
                  <a:lnTo>
                    <a:pt x="1699" y="4583"/>
                  </a:lnTo>
                  <a:lnTo>
                    <a:pt x="1758" y="4563"/>
                  </a:lnTo>
                  <a:lnTo>
                    <a:pt x="1798" y="4543"/>
                  </a:lnTo>
                  <a:lnTo>
                    <a:pt x="1817" y="4543"/>
                  </a:lnTo>
                  <a:lnTo>
                    <a:pt x="1817" y="4602"/>
                  </a:lnTo>
                  <a:lnTo>
                    <a:pt x="1778" y="4622"/>
                  </a:lnTo>
                  <a:lnTo>
                    <a:pt x="1738" y="4642"/>
                  </a:lnTo>
                  <a:lnTo>
                    <a:pt x="1719" y="4662"/>
                  </a:lnTo>
                  <a:lnTo>
                    <a:pt x="1719" y="4701"/>
                  </a:lnTo>
                  <a:lnTo>
                    <a:pt x="1719" y="4721"/>
                  </a:lnTo>
                  <a:lnTo>
                    <a:pt x="1521" y="4741"/>
                  </a:lnTo>
                  <a:lnTo>
                    <a:pt x="1324" y="4741"/>
                  </a:lnTo>
                  <a:lnTo>
                    <a:pt x="1304" y="4760"/>
                  </a:lnTo>
                  <a:lnTo>
                    <a:pt x="1324" y="4780"/>
                  </a:lnTo>
                  <a:lnTo>
                    <a:pt x="1324" y="4820"/>
                  </a:lnTo>
                  <a:lnTo>
                    <a:pt x="1304" y="4859"/>
                  </a:lnTo>
                  <a:lnTo>
                    <a:pt x="1363" y="4820"/>
                  </a:lnTo>
                  <a:lnTo>
                    <a:pt x="1422" y="4800"/>
                  </a:lnTo>
                  <a:lnTo>
                    <a:pt x="1462" y="4780"/>
                  </a:lnTo>
                  <a:lnTo>
                    <a:pt x="1501" y="4760"/>
                  </a:lnTo>
                  <a:lnTo>
                    <a:pt x="1640" y="4820"/>
                  </a:lnTo>
                  <a:lnTo>
                    <a:pt x="1778" y="4859"/>
                  </a:lnTo>
                  <a:lnTo>
                    <a:pt x="1857" y="4899"/>
                  </a:lnTo>
                  <a:lnTo>
                    <a:pt x="1936" y="4938"/>
                  </a:lnTo>
                  <a:lnTo>
                    <a:pt x="1837" y="4978"/>
                  </a:lnTo>
                  <a:lnTo>
                    <a:pt x="1719" y="4958"/>
                  </a:lnTo>
                  <a:lnTo>
                    <a:pt x="1640" y="4938"/>
                  </a:lnTo>
                  <a:lnTo>
                    <a:pt x="1580" y="4938"/>
                  </a:lnTo>
                  <a:lnTo>
                    <a:pt x="1521" y="4958"/>
                  </a:lnTo>
                  <a:lnTo>
                    <a:pt x="1462" y="4978"/>
                  </a:lnTo>
                  <a:lnTo>
                    <a:pt x="1383" y="5017"/>
                  </a:lnTo>
                  <a:lnTo>
                    <a:pt x="1442" y="5037"/>
                  </a:lnTo>
                  <a:lnTo>
                    <a:pt x="1561" y="5037"/>
                  </a:lnTo>
                  <a:lnTo>
                    <a:pt x="1561" y="5057"/>
                  </a:lnTo>
                  <a:lnTo>
                    <a:pt x="1541" y="5096"/>
                  </a:lnTo>
                  <a:lnTo>
                    <a:pt x="1521" y="5116"/>
                  </a:lnTo>
                  <a:lnTo>
                    <a:pt x="1541" y="5155"/>
                  </a:lnTo>
                  <a:lnTo>
                    <a:pt x="1561" y="5175"/>
                  </a:lnTo>
                  <a:lnTo>
                    <a:pt x="1620" y="5215"/>
                  </a:lnTo>
                  <a:lnTo>
                    <a:pt x="1659" y="5274"/>
                  </a:lnTo>
                  <a:lnTo>
                    <a:pt x="1719" y="5195"/>
                  </a:lnTo>
                  <a:lnTo>
                    <a:pt x="1758" y="5215"/>
                  </a:lnTo>
                  <a:lnTo>
                    <a:pt x="1778" y="5234"/>
                  </a:lnTo>
                  <a:lnTo>
                    <a:pt x="1778" y="5313"/>
                  </a:lnTo>
                  <a:lnTo>
                    <a:pt x="1738" y="5313"/>
                  </a:lnTo>
                  <a:lnTo>
                    <a:pt x="1798" y="5333"/>
                  </a:lnTo>
                  <a:lnTo>
                    <a:pt x="1778" y="5353"/>
                  </a:lnTo>
                  <a:lnTo>
                    <a:pt x="1817" y="5353"/>
                  </a:lnTo>
                  <a:lnTo>
                    <a:pt x="1837" y="5373"/>
                  </a:lnTo>
                  <a:lnTo>
                    <a:pt x="1857" y="5412"/>
                  </a:lnTo>
                  <a:lnTo>
                    <a:pt x="1877" y="5471"/>
                  </a:lnTo>
                  <a:lnTo>
                    <a:pt x="1936" y="5531"/>
                  </a:lnTo>
                  <a:lnTo>
                    <a:pt x="1975" y="5491"/>
                  </a:lnTo>
                  <a:lnTo>
                    <a:pt x="1956" y="5471"/>
                  </a:lnTo>
                  <a:lnTo>
                    <a:pt x="1916" y="5432"/>
                  </a:lnTo>
                  <a:lnTo>
                    <a:pt x="1896" y="5412"/>
                  </a:lnTo>
                  <a:lnTo>
                    <a:pt x="1916" y="5373"/>
                  </a:lnTo>
                  <a:lnTo>
                    <a:pt x="1956" y="5333"/>
                  </a:lnTo>
                  <a:lnTo>
                    <a:pt x="1975" y="5313"/>
                  </a:lnTo>
                  <a:lnTo>
                    <a:pt x="2035" y="5294"/>
                  </a:lnTo>
                  <a:lnTo>
                    <a:pt x="2054" y="5313"/>
                  </a:lnTo>
                  <a:lnTo>
                    <a:pt x="2074" y="5353"/>
                  </a:lnTo>
                  <a:lnTo>
                    <a:pt x="2153" y="5373"/>
                  </a:lnTo>
                  <a:lnTo>
                    <a:pt x="2232" y="5412"/>
                  </a:lnTo>
                  <a:lnTo>
                    <a:pt x="2272" y="5432"/>
                  </a:lnTo>
                  <a:lnTo>
                    <a:pt x="2291" y="5471"/>
                  </a:lnTo>
                  <a:lnTo>
                    <a:pt x="2311" y="5432"/>
                  </a:lnTo>
                  <a:lnTo>
                    <a:pt x="2370" y="5432"/>
                  </a:lnTo>
                  <a:lnTo>
                    <a:pt x="2390" y="5452"/>
                  </a:lnTo>
                  <a:lnTo>
                    <a:pt x="2410" y="5531"/>
                  </a:lnTo>
                  <a:lnTo>
                    <a:pt x="2390" y="5550"/>
                  </a:lnTo>
                  <a:lnTo>
                    <a:pt x="2370" y="5590"/>
                  </a:lnTo>
                  <a:lnTo>
                    <a:pt x="2232" y="5590"/>
                  </a:lnTo>
                  <a:lnTo>
                    <a:pt x="2193" y="5610"/>
                  </a:lnTo>
                  <a:lnTo>
                    <a:pt x="2173" y="5629"/>
                  </a:lnTo>
                  <a:lnTo>
                    <a:pt x="2133" y="5629"/>
                  </a:lnTo>
                  <a:lnTo>
                    <a:pt x="2193" y="5649"/>
                  </a:lnTo>
                  <a:lnTo>
                    <a:pt x="2272" y="5629"/>
                  </a:lnTo>
                  <a:lnTo>
                    <a:pt x="2331" y="5649"/>
                  </a:lnTo>
                  <a:lnTo>
                    <a:pt x="2351" y="5669"/>
                  </a:lnTo>
                  <a:lnTo>
                    <a:pt x="2390" y="5689"/>
                  </a:lnTo>
                  <a:lnTo>
                    <a:pt x="2351" y="5708"/>
                  </a:lnTo>
                  <a:lnTo>
                    <a:pt x="2331" y="5708"/>
                  </a:lnTo>
                  <a:lnTo>
                    <a:pt x="2311" y="5689"/>
                  </a:lnTo>
                  <a:lnTo>
                    <a:pt x="2291" y="5689"/>
                  </a:lnTo>
                  <a:lnTo>
                    <a:pt x="2272" y="5708"/>
                  </a:lnTo>
                  <a:lnTo>
                    <a:pt x="2291" y="5728"/>
                  </a:lnTo>
                  <a:lnTo>
                    <a:pt x="2331" y="5748"/>
                  </a:lnTo>
                  <a:lnTo>
                    <a:pt x="2390" y="5768"/>
                  </a:lnTo>
                  <a:lnTo>
                    <a:pt x="2390" y="5787"/>
                  </a:lnTo>
                  <a:lnTo>
                    <a:pt x="2390" y="5807"/>
                  </a:lnTo>
                  <a:lnTo>
                    <a:pt x="2252" y="5807"/>
                  </a:lnTo>
                  <a:lnTo>
                    <a:pt x="2212" y="5827"/>
                  </a:lnTo>
                  <a:lnTo>
                    <a:pt x="2153" y="5867"/>
                  </a:lnTo>
                  <a:lnTo>
                    <a:pt x="2212" y="5867"/>
                  </a:lnTo>
                  <a:lnTo>
                    <a:pt x="2311" y="5847"/>
                  </a:lnTo>
                  <a:lnTo>
                    <a:pt x="2311" y="5847"/>
                  </a:lnTo>
                  <a:lnTo>
                    <a:pt x="2291" y="5867"/>
                  </a:lnTo>
                  <a:lnTo>
                    <a:pt x="2272" y="5886"/>
                  </a:lnTo>
                  <a:lnTo>
                    <a:pt x="2232" y="5906"/>
                  </a:lnTo>
                  <a:lnTo>
                    <a:pt x="2252" y="5906"/>
                  </a:lnTo>
                  <a:lnTo>
                    <a:pt x="2331" y="5886"/>
                  </a:lnTo>
                  <a:lnTo>
                    <a:pt x="2370" y="5886"/>
                  </a:lnTo>
                  <a:lnTo>
                    <a:pt x="2370" y="5906"/>
                  </a:lnTo>
                  <a:lnTo>
                    <a:pt x="2331" y="5946"/>
                  </a:lnTo>
                  <a:lnTo>
                    <a:pt x="2291" y="5965"/>
                  </a:lnTo>
                  <a:lnTo>
                    <a:pt x="2311" y="6005"/>
                  </a:lnTo>
                  <a:lnTo>
                    <a:pt x="2449" y="6005"/>
                  </a:lnTo>
                  <a:lnTo>
                    <a:pt x="2449" y="5985"/>
                  </a:lnTo>
                  <a:lnTo>
                    <a:pt x="2469" y="5965"/>
                  </a:lnTo>
                  <a:lnTo>
                    <a:pt x="2548" y="5906"/>
                  </a:lnTo>
                  <a:lnTo>
                    <a:pt x="2627" y="5886"/>
                  </a:lnTo>
                  <a:lnTo>
                    <a:pt x="2686" y="5886"/>
                  </a:lnTo>
                  <a:lnTo>
                    <a:pt x="2726" y="5946"/>
                  </a:lnTo>
                  <a:lnTo>
                    <a:pt x="2765" y="6005"/>
                  </a:lnTo>
                  <a:lnTo>
                    <a:pt x="2785" y="6025"/>
                  </a:lnTo>
                  <a:lnTo>
                    <a:pt x="2765" y="6044"/>
                  </a:lnTo>
                  <a:lnTo>
                    <a:pt x="2746" y="6084"/>
                  </a:lnTo>
                  <a:lnTo>
                    <a:pt x="2706" y="6143"/>
                  </a:lnTo>
                  <a:lnTo>
                    <a:pt x="2825" y="6123"/>
                  </a:lnTo>
                  <a:lnTo>
                    <a:pt x="2765" y="6163"/>
                  </a:lnTo>
                  <a:lnTo>
                    <a:pt x="2746" y="6183"/>
                  </a:lnTo>
                  <a:lnTo>
                    <a:pt x="2765" y="6183"/>
                  </a:lnTo>
                  <a:lnTo>
                    <a:pt x="2785" y="6222"/>
                  </a:lnTo>
                  <a:lnTo>
                    <a:pt x="2785" y="6242"/>
                  </a:lnTo>
                  <a:lnTo>
                    <a:pt x="2746" y="6262"/>
                  </a:lnTo>
                  <a:lnTo>
                    <a:pt x="2726" y="6262"/>
                  </a:lnTo>
                  <a:lnTo>
                    <a:pt x="2686" y="6222"/>
                  </a:lnTo>
                  <a:lnTo>
                    <a:pt x="2667" y="6202"/>
                  </a:lnTo>
                  <a:lnTo>
                    <a:pt x="2568" y="6202"/>
                  </a:lnTo>
                  <a:lnTo>
                    <a:pt x="2489" y="6222"/>
                  </a:lnTo>
                  <a:lnTo>
                    <a:pt x="2489" y="6262"/>
                  </a:lnTo>
                  <a:lnTo>
                    <a:pt x="2469" y="6281"/>
                  </a:lnTo>
                  <a:lnTo>
                    <a:pt x="2410" y="6301"/>
                  </a:lnTo>
                  <a:lnTo>
                    <a:pt x="2351" y="6321"/>
                  </a:lnTo>
                  <a:lnTo>
                    <a:pt x="2370" y="6341"/>
                  </a:lnTo>
                  <a:lnTo>
                    <a:pt x="2430" y="6321"/>
                  </a:lnTo>
                  <a:lnTo>
                    <a:pt x="2528" y="6281"/>
                  </a:lnTo>
                  <a:lnTo>
                    <a:pt x="2627" y="6242"/>
                  </a:lnTo>
                  <a:lnTo>
                    <a:pt x="2607" y="6281"/>
                  </a:lnTo>
                  <a:lnTo>
                    <a:pt x="2607" y="6321"/>
                  </a:lnTo>
                  <a:lnTo>
                    <a:pt x="2588" y="6360"/>
                  </a:lnTo>
                  <a:lnTo>
                    <a:pt x="2528" y="6380"/>
                  </a:lnTo>
                  <a:lnTo>
                    <a:pt x="2528" y="6400"/>
                  </a:lnTo>
                  <a:lnTo>
                    <a:pt x="2667" y="6400"/>
                  </a:lnTo>
                  <a:lnTo>
                    <a:pt x="2686" y="6420"/>
                  </a:lnTo>
                  <a:lnTo>
                    <a:pt x="2509" y="6499"/>
                  </a:lnTo>
                  <a:lnTo>
                    <a:pt x="2469" y="6518"/>
                  </a:lnTo>
                  <a:lnTo>
                    <a:pt x="2489" y="6518"/>
                  </a:lnTo>
                  <a:lnTo>
                    <a:pt x="2489" y="6538"/>
                  </a:lnTo>
                  <a:lnTo>
                    <a:pt x="2489" y="6597"/>
                  </a:lnTo>
                  <a:lnTo>
                    <a:pt x="2528" y="6558"/>
                  </a:lnTo>
                  <a:lnTo>
                    <a:pt x="2568" y="6538"/>
                  </a:lnTo>
                  <a:lnTo>
                    <a:pt x="2548" y="6518"/>
                  </a:lnTo>
                  <a:lnTo>
                    <a:pt x="2607" y="6518"/>
                  </a:lnTo>
                  <a:lnTo>
                    <a:pt x="2647" y="6558"/>
                  </a:lnTo>
                  <a:lnTo>
                    <a:pt x="2667" y="6578"/>
                  </a:lnTo>
                  <a:lnTo>
                    <a:pt x="2706" y="6578"/>
                  </a:lnTo>
                  <a:lnTo>
                    <a:pt x="2667" y="6597"/>
                  </a:lnTo>
                  <a:lnTo>
                    <a:pt x="2647" y="6617"/>
                  </a:lnTo>
                  <a:lnTo>
                    <a:pt x="2667" y="6676"/>
                  </a:lnTo>
                  <a:lnTo>
                    <a:pt x="2686" y="6716"/>
                  </a:lnTo>
                  <a:lnTo>
                    <a:pt x="2706" y="6736"/>
                  </a:lnTo>
                  <a:lnTo>
                    <a:pt x="2686" y="6755"/>
                  </a:lnTo>
                  <a:lnTo>
                    <a:pt x="2785" y="6716"/>
                  </a:lnTo>
                  <a:lnTo>
                    <a:pt x="2805" y="6696"/>
                  </a:lnTo>
                  <a:lnTo>
                    <a:pt x="2785" y="6676"/>
                  </a:lnTo>
                  <a:lnTo>
                    <a:pt x="2765" y="6676"/>
                  </a:lnTo>
                  <a:lnTo>
                    <a:pt x="2726" y="6657"/>
                  </a:lnTo>
                  <a:lnTo>
                    <a:pt x="2706" y="6657"/>
                  </a:lnTo>
                  <a:lnTo>
                    <a:pt x="2726" y="6637"/>
                  </a:lnTo>
                  <a:lnTo>
                    <a:pt x="2785" y="6597"/>
                  </a:lnTo>
                  <a:lnTo>
                    <a:pt x="2825" y="6597"/>
                  </a:lnTo>
                  <a:lnTo>
                    <a:pt x="2864" y="6637"/>
                  </a:lnTo>
                  <a:lnTo>
                    <a:pt x="2904" y="6696"/>
                  </a:lnTo>
                  <a:lnTo>
                    <a:pt x="2983" y="6775"/>
                  </a:lnTo>
                  <a:lnTo>
                    <a:pt x="3022" y="6815"/>
                  </a:lnTo>
                  <a:lnTo>
                    <a:pt x="3081" y="6834"/>
                  </a:lnTo>
                  <a:lnTo>
                    <a:pt x="3062" y="6874"/>
                  </a:lnTo>
                  <a:lnTo>
                    <a:pt x="3062" y="6894"/>
                  </a:lnTo>
                  <a:lnTo>
                    <a:pt x="3002" y="6913"/>
                  </a:lnTo>
                  <a:lnTo>
                    <a:pt x="2943" y="6933"/>
                  </a:lnTo>
                  <a:lnTo>
                    <a:pt x="2864" y="6973"/>
                  </a:lnTo>
                  <a:lnTo>
                    <a:pt x="2825" y="6913"/>
                  </a:lnTo>
                  <a:lnTo>
                    <a:pt x="2805" y="6874"/>
                  </a:lnTo>
                  <a:lnTo>
                    <a:pt x="2805" y="6834"/>
                  </a:lnTo>
                  <a:lnTo>
                    <a:pt x="2765" y="6795"/>
                  </a:lnTo>
                  <a:lnTo>
                    <a:pt x="2765" y="6874"/>
                  </a:lnTo>
                  <a:lnTo>
                    <a:pt x="2805" y="6953"/>
                  </a:lnTo>
                  <a:lnTo>
                    <a:pt x="2864" y="6992"/>
                  </a:lnTo>
                  <a:lnTo>
                    <a:pt x="2963" y="7032"/>
                  </a:lnTo>
                  <a:lnTo>
                    <a:pt x="2963" y="7052"/>
                  </a:lnTo>
                  <a:lnTo>
                    <a:pt x="2963" y="7071"/>
                  </a:lnTo>
                  <a:lnTo>
                    <a:pt x="2923" y="7111"/>
                  </a:lnTo>
                  <a:lnTo>
                    <a:pt x="2825" y="7229"/>
                  </a:lnTo>
                  <a:lnTo>
                    <a:pt x="2785" y="7289"/>
                  </a:lnTo>
                  <a:lnTo>
                    <a:pt x="2805" y="7308"/>
                  </a:lnTo>
                  <a:lnTo>
                    <a:pt x="2825" y="7328"/>
                  </a:lnTo>
                  <a:lnTo>
                    <a:pt x="2864" y="7308"/>
                  </a:lnTo>
                  <a:lnTo>
                    <a:pt x="2923" y="7269"/>
                  </a:lnTo>
                  <a:lnTo>
                    <a:pt x="2963" y="7210"/>
                  </a:lnTo>
                  <a:lnTo>
                    <a:pt x="2983" y="7229"/>
                  </a:lnTo>
                  <a:lnTo>
                    <a:pt x="3002" y="7249"/>
                  </a:lnTo>
                  <a:lnTo>
                    <a:pt x="3002" y="7308"/>
                  </a:lnTo>
                  <a:lnTo>
                    <a:pt x="3042" y="7289"/>
                  </a:lnTo>
                  <a:lnTo>
                    <a:pt x="3062" y="7249"/>
                  </a:lnTo>
                  <a:lnTo>
                    <a:pt x="3101" y="7229"/>
                  </a:lnTo>
                  <a:lnTo>
                    <a:pt x="3141" y="7229"/>
                  </a:lnTo>
                  <a:lnTo>
                    <a:pt x="3121" y="7269"/>
                  </a:lnTo>
                  <a:lnTo>
                    <a:pt x="3101" y="7308"/>
                  </a:lnTo>
                  <a:lnTo>
                    <a:pt x="3062" y="7328"/>
                  </a:lnTo>
                  <a:lnTo>
                    <a:pt x="3042" y="7328"/>
                  </a:lnTo>
                  <a:lnTo>
                    <a:pt x="3081" y="7348"/>
                  </a:lnTo>
                  <a:lnTo>
                    <a:pt x="3062" y="7368"/>
                  </a:lnTo>
                  <a:lnTo>
                    <a:pt x="3022" y="7427"/>
                  </a:lnTo>
                  <a:lnTo>
                    <a:pt x="2983" y="7466"/>
                  </a:lnTo>
                  <a:lnTo>
                    <a:pt x="2983" y="7486"/>
                  </a:lnTo>
                  <a:lnTo>
                    <a:pt x="3002" y="7506"/>
                  </a:lnTo>
                  <a:lnTo>
                    <a:pt x="3062" y="7506"/>
                  </a:lnTo>
                  <a:lnTo>
                    <a:pt x="3081" y="7486"/>
                  </a:lnTo>
                  <a:lnTo>
                    <a:pt x="3081" y="7466"/>
                  </a:lnTo>
                  <a:lnTo>
                    <a:pt x="3062" y="7466"/>
                  </a:lnTo>
                  <a:lnTo>
                    <a:pt x="3062" y="7447"/>
                  </a:lnTo>
                  <a:lnTo>
                    <a:pt x="3121" y="7407"/>
                  </a:lnTo>
                  <a:lnTo>
                    <a:pt x="3319" y="7407"/>
                  </a:lnTo>
                  <a:lnTo>
                    <a:pt x="3279" y="7427"/>
                  </a:lnTo>
                  <a:lnTo>
                    <a:pt x="3299" y="7447"/>
                  </a:lnTo>
                  <a:lnTo>
                    <a:pt x="3299" y="7466"/>
                  </a:lnTo>
                  <a:lnTo>
                    <a:pt x="3319" y="7486"/>
                  </a:lnTo>
                  <a:lnTo>
                    <a:pt x="3259" y="7526"/>
                  </a:lnTo>
                  <a:lnTo>
                    <a:pt x="3220" y="7506"/>
                  </a:lnTo>
                  <a:lnTo>
                    <a:pt x="3200" y="7466"/>
                  </a:lnTo>
                  <a:lnTo>
                    <a:pt x="3160" y="7466"/>
                  </a:lnTo>
                  <a:lnTo>
                    <a:pt x="3180" y="7545"/>
                  </a:lnTo>
                  <a:lnTo>
                    <a:pt x="3200" y="7526"/>
                  </a:lnTo>
                  <a:lnTo>
                    <a:pt x="3321" y="7543"/>
                  </a:lnTo>
                  <a:lnTo>
                    <a:pt x="3321" y="7543"/>
                  </a:lnTo>
                  <a:lnTo>
                    <a:pt x="3338" y="7526"/>
                  </a:lnTo>
                  <a:lnTo>
                    <a:pt x="3378" y="7486"/>
                  </a:lnTo>
                  <a:lnTo>
                    <a:pt x="3457" y="7466"/>
                  </a:lnTo>
                  <a:lnTo>
                    <a:pt x="3496" y="7466"/>
                  </a:lnTo>
                  <a:lnTo>
                    <a:pt x="3496" y="7526"/>
                  </a:lnTo>
                  <a:lnTo>
                    <a:pt x="3477" y="7565"/>
                  </a:lnTo>
                  <a:lnTo>
                    <a:pt x="3437" y="7624"/>
                  </a:lnTo>
                  <a:lnTo>
                    <a:pt x="3378" y="7664"/>
                  </a:lnTo>
                  <a:lnTo>
                    <a:pt x="3457" y="7644"/>
                  </a:lnTo>
                  <a:lnTo>
                    <a:pt x="3516" y="7664"/>
                  </a:lnTo>
                  <a:lnTo>
                    <a:pt x="3575" y="7723"/>
                  </a:lnTo>
                  <a:lnTo>
                    <a:pt x="3615" y="7684"/>
                  </a:lnTo>
                  <a:lnTo>
                    <a:pt x="3654" y="7664"/>
                  </a:lnTo>
                  <a:lnTo>
                    <a:pt x="3733" y="7664"/>
                  </a:lnTo>
                  <a:lnTo>
                    <a:pt x="3654" y="7802"/>
                  </a:lnTo>
                  <a:lnTo>
                    <a:pt x="3615" y="7782"/>
                  </a:lnTo>
                  <a:lnTo>
                    <a:pt x="3595" y="7782"/>
                  </a:lnTo>
                  <a:lnTo>
                    <a:pt x="3556" y="7822"/>
                  </a:lnTo>
                  <a:lnTo>
                    <a:pt x="3516" y="7861"/>
                  </a:lnTo>
                  <a:lnTo>
                    <a:pt x="3457" y="7901"/>
                  </a:lnTo>
                  <a:lnTo>
                    <a:pt x="3378" y="7901"/>
                  </a:lnTo>
                  <a:lnTo>
                    <a:pt x="3338" y="7881"/>
                  </a:lnTo>
                  <a:lnTo>
                    <a:pt x="3338" y="7802"/>
                  </a:lnTo>
                  <a:lnTo>
                    <a:pt x="3299" y="7861"/>
                  </a:lnTo>
                  <a:lnTo>
                    <a:pt x="3279" y="7881"/>
                  </a:lnTo>
                  <a:lnTo>
                    <a:pt x="3319" y="7901"/>
                  </a:lnTo>
                  <a:lnTo>
                    <a:pt x="3358" y="7921"/>
                  </a:lnTo>
                  <a:lnTo>
                    <a:pt x="3437" y="7940"/>
                  </a:lnTo>
                  <a:lnTo>
                    <a:pt x="3457" y="7960"/>
                  </a:lnTo>
                  <a:lnTo>
                    <a:pt x="3457" y="7980"/>
                  </a:lnTo>
                  <a:lnTo>
                    <a:pt x="3358" y="8019"/>
                  </a:lnTo>
                  <a:lnTo>
                    <a:pt x="3338" y="8019"/>
                  </a:lnTo>
                  <a:lnTo>
                    <a:pt x="3319" y="8000"/>
                  </a:lnTo>
                  <a:lnTo>
                    <a:pt x="3319" y="8019"/>
                  </a:lnTo>
                  <a:lnTo>
                    <a:pt x="3378" y="8039"/>
                  </a:lnTo>
                  <a:lnTo>
                    <a:pt x="3417" y="8059"/>
                  </a:lnTo>
                  <a:lnTo>
                    <a:pt x="3437" y="8079"/>
                  </a:lnTo>
                  <a:lnTo>
                    <a:pt x="3417" y="8098"/>
                  </a:lnTo>
                  <a:lnTo>
                    <a:pt x="3516" y="8039"/>
                  </a:lnTo>
                  <a:lnTo>
                    <a:pt x="3575" y="8000"/>
                  </a:lnTo>
                  <a:lnTo>
                    <a:pt x="3635" y="8019"/>
                  </a:lnTo>
                  <a:lnTo>
                    <a:pt x="3516" y="8158"/>
                  </a:lnTo>
                  <a:lnTo>
                    <a:pt x="3536" y="8178"/>
                  </a:lnTo>
                  <a:lnTo>
                    <a:pt x="3556" y="8178"/>
                  </a:lnTo>
                  <a:lnTo>
                    <a:pt x="3615" y="8158"/>
                  </a:lnTo>
                  <a:lnTo>
                    <a:pt x="3714" y="8138"/>
                  </a:lnTo>
                  <a:lnTo>
                    <a:pt x="3793" y="8138"/>
                  </a:lnTo>
                  <a:lnTo>
                    <a:pt x="3872" y="8039"/>
                  </a:lnTo>
                  <a:lnTo>
                    <a:pt x="3931" y="8039"/>
                  </a:lnTo>
                  <a:lnTo>
                    <a:pt x="3970" y="8059"/>
                  </a:lnTo>
                  <a:lnTo>
                    <a:pt x="3990" y="8079"/>
                  </a:lnTo>
                  <a:lnTo>
                    <a:pt x="4069" y="8079"/>
                  </a:lnTo>
                  <a:lnTo>
                    <a:pt x="4030" y="8039"/>
                  </a:lnTo>
                  <a:lnTo>
                    <a:pt x="3990" y="8039"/>
                  </a:lnTo>
                  <a:lnTo>
                    <a:pt x="3951" y="8019"/>
                  </a:lnTo>
                  <a:lnTo>
                    <a:pt x="3951" y="8000"/>
                  </a:lnTo>
                  <a:lnTo>
                    <a:pt x="4010" y="7960"/>
                  </a:lnTo>
                  <a:lnTo>
                    <a:pt x="4049" y="7980"/>
                  </a:lnTo>
                  <a:lnTo>
                    <a:pt x="4089" y="8000"/>
                  </a:lnTo>
                  <a:lnTo>
                    <a:pt x="4128" y="8000"/>
                  </a:lnTo>
                  <a:lnTo>
                    <a:pt x="4109" y="8079"/>
                  </a:lnTo>
                  <a:lnTo>
                    <a:pt x="4089" y="8118"/>
                  </a:lnTo>
                  <a:lnTo>
                    <a:pt x="4010" y="8217"/>
                  </a:lnTo>
                  <a:lnTo>
                    <a:pt x="3872" y="8276"/>
                  </a:lnTo>
                  <a:lnTo>
                    <a:pt x="3753" y="8296"/>
                  </a:lnTo>
                  <a:lnTo>
                    <a:pt x="3615" y="8316"/>
                  </a:lnTo>
                  <a:lnTo>
                    <a:pt x="3516" y="8336"/>
                  </a:lnTo>
                  <a:lnTo>
                    <a:pt x="3437" y="8395"/>
                  </a:lnTo>
                  <a:lnTo>
                    <a:pt x="3496" y="8434"/>
                  </a:lnTo>
                  <a:lnTo>
                    <a:pt x="3556" y="8494"/>
                  </a:lnTo>
                  <a:lnTo>
                    <a:pt x="3595" y="8573"/>
                  </a:lnTo>
                  <a:lnTo>
                    <a:pt x="3595" y="8612"/>
                  </a:lnTo>
                  <a:lnTo>
                    <a:pt x="3575" y="8652"/>
                  </a:lnTo>
                  <a:lnTo>
                    <a:pt x="3674" y="8652"/>
                  </a:lnTo>
                  <a:lnTo>
                    <a:pt x="3773" y="8632"/>
                  </a:lnTo>
                  <a:lnTo>
                    <a:pt x="3872" y="8592"/>
                  </a:lnTo>
                  <a:lnTo>
                    <a:pt x="3970" y="8533"/>
                  </a:lnTo>
                  <a:lnTo>
                    <a:pt x="3990" y="8553"/>
                  </a:lnTo>
                  <a:lnTo>
                    <a:pt x="3990" y="8573"/>
                  </a:lnTo>
                  <a:lnTo>
                    <a:pt x="3970" y="8612"/>
                  </a:lnTo>
                  <a:lnTo>
                    <a:pt x="3891" y="8612"/>
                  </a:lnTo>
                  <a:lnTo>
                    <a:pt x="4030" y="8691"/>
                  </a:lnTo>
                  <a:lnTo>
                    <a:pt x="4089" y="8731"/>
                  </a:lnTo>
                  <a:lnTo>
                    <a:pt x="4148" y="8790"/>
                  </a:lnTo>
                  <a:lnTo>
                    <a:pt x="4188" y="8810"/>
                  </a:lnTo>
                  <a:lnTo>
                    <a:pt x="4267" y="8790"/>
                  </a:lnTo>
                  <a:lnTo>
                    <a:pt x="4425" y="8691"/>
                  </a:lnTo>
                  <a:lnTo>
                    <a:pt x="4464" y="8750"/>
                  </a:lnTo>
                  <a:lnTo>
                    <a:pt x="4484" y="8711"/>
                  </a:lnTo>
                  <a:lnTo>
                    <a:pt x="4602" y="8711"/>
                  </a:lnTo>
                  <a:lnTo>
                    <a:pt x="4622" y="8750"/>
                  </a:lnTo>
                  <a:lnTo>
                    <a:pt x="4622" y="8790"/>
                  </a:lnTo>
                  <a:lnTo>
                    <a:pt x="4563" y="8810"/>
                  </a:lnTo>
                  <a:lnTo>
                    <a:pt x="4504" y="8810"/>
                  </a:lnTo>
                  <a:lnTo>
                    <a:pt x="4504" y="8869"/>
                  </a:lnTo>
                  <a:lnTo>
                    <a:pt x="4504" y="8889"/>
                  </a:lnTo>
                  <a:lnTo>
                    <a:pt x="4543" y="8928"/>
                  </a:lnTo>
                  <a:lnTo>
                    <a:pt x="4583" y="8928"/>
                  </a:lnTo>
                  <a:lnTo>
                    <a:pt x="4464" y="8968"/>
                  </a:lnTo>
                  <a:lnTo>
                    <a:pt x="4425" y="8968"/>
                  </a:lnTo>
                  <a:lnTo>
                    <a:pt x="4405" y="8948"/>
                  </a:lnTo>
                  <a:lnTo>
                    <a:pt x="4405" y="8928"/>
                  </a:lnTo>
                  <a:lnTo>
                    <a:pt x="4444" y="8908"/>
                  </a:lnTo>
                  <a:lnTo>
                    <a:pt x="4346" y="8869"/>
                  </a:lnTo>
                  <a:lnTo>
                    <a:pt x="4346" y="8869"/>
                  </a:lnTo>
                  <a:lnTo>
                    <a:pt x="4365" y="8889"/>
                  </a:lnTo>
                  <a:lnTo>
                    <a:pt x="4385" y="8908"/>
                  </a:lnTo>
                  <a:lnTo>
                    <a:pt x="4385" y="8948"/>
                  </a:lnTo>
                  <a:lnTo>
                    <a:pt x="4365" y="8968"/>
                  </a:lnTo>
                  <a:lnTo>
                    <a:pt x="4286" y="9047"/>
                  </a:lnTo>
                  <a:lnTo>
                    <a:pt x="4188" y="9106"/>
                  </a:lnTo>
                  <a:lnTo>
                    <a:pt x="4247" y="9106"/>
                  </a:lnTo>
                  <a:lnTo>
                    <a:pt x="4286" y="9066"/>
                  </a:lnTo>
                  <a:lnTo>
                    <a:pt x="4346" y="9027"/>
                  </a:lnTo>
                  <a:lnTo>
                    <a:pt x="4405" y="9027"/>
                  </a:lnTo>
                  <a:lnTo>
                    <a:pt x="4346" y="9126"/>
                  </a:lnTo>
                  <a:lnTo>
                    <a:pt x="4326" y="9205"/>
                  </a:lnTo>
                  <a:lnTo>
                    <a:pt x="6321" y="8019"/>
                  </a:lnTo>
                  <a:lnTo>
                    <a:pt x="6321" y="7940"/>
                  </a:lnTo>
                  <a:lnTo>
                    <a:pt x="6341" y="7881"/>
                  </a:lnTo>
                  <a:lnTo>
                    <a:pt x="6341" y="7861"/>
                  </a:lnTo>
                  <a:lnTo>
                    <a:pt x="6321" y="7842"/>
                  </a:lnTo>
                  <a:lnTo>
                    <a:pt x="6202" y="7842"/>
                  </a:lnTo>
                  <a:lnTo>
                    <a:pt x="6183" y="7881"/>
                  </a:lnTo>
                  <a:lnTo>
                    <a:pt x="6163" y="7901"/>
                  </a:lnTo>
                  <a:lnTo>
                    <a:pt x="6104" y="7940"/>
                  </a:lnTo>
                  <a:lnTo>
                    <a:pt x="6064" y="7960"/>
                  </a:lnTo>
                  <a:lnTo>
                    <a:pt x="6084" y="7921"/>
                  </a:lnTo>
                  <a:lnTo>
                    <a:pt x="6084" y="7881"/>
                  </a:lnTo>
                  <a:lnTo>
                    <a:pt x="6104" y="7861"/>
                  </a:lnTo>
                  <a:lnTo>
                    <a:pt x="6143" y="7822"/>
                  </a:lnTo>
                  <a:lnTo>
                    <a:pt x="6183" y="7842"/>
                  </a:lnTo>
                  <a:lnTo>
                    <a:pt x="6183" y="7743"/>
                  </a:lnTo>
                  <a:lnTo>
                    <a:pt x="6163" y="7723"/>
                  </a:lnTo>
                  <a:lnTo>
                    <a:pt x="6143" y="7723"/>
                  </a:lnTo>
                  <a:lnTo>
                    <a:pt x="6005" y="7763"/>
                  </a:lnTo>
                  <a:lnTo>
                    <a:pt x="5946" y="7782"/>
                  </a:lnTo>
                  <a:lnTo>
                    <a:pt x="5886" y="7782"/>
                  </a:lnTo>
                  <a:lnTo>
                    <a:pt x="5906" y="7743"/>
                  </a:lnTo>
                  <a:lnTo>
                    <a:pt x="5926" y="7723"/>
                  </a:lnTo>
                  <a:lnTo>
                    <a:pt x="6025" y="7684"/>
                  </a:lnTo>
                  <a:lnTo>
                    <a:pt x="6123" y="7664"/>
                  </a:lnTo>
                  <a:lnTo>
                    <a:pt x="6163" y="7644"/>
                  </a:lnTo>
                  <a:lnTo>
                    <a:pt x="6202" y="7605"/>
                  </a:lnTo>
                  <a:lnTo>
                    <a:pt x="6044" y="7565"/>
                  </a:lnTo>
                  <a:lnTo>
                    <a:pt x="6123" y="7506"/>
                  </a:lnTo>
                  <a:lnTo>
                    <a:pt x="6123" y="7427"/>
                  </a:lnTo>
                  <a:lnTo>
                    <a:pt x="6084" y="7387"/>
                  </a:lnTo>
                  <a:lnTo>
                    <a:pt x="6025" y="7368"/>
                  </a:lnTo>
                  <a:lnTo>
                    <a:pt x="5965" y="7328"/>
                  </a:lnTo>
                  <a:lnTo>
                    <a:pt x="5827" y="7289"/>
                  </a:lnTo>
                  <a:lnTo>
                    <a:pt x="5768" y="7249"/>
                  </a:lnTo>
                  <a:lnTo>
                    <a:pt x="5728" y="7190"/>
                  </a:lnTo>
                  <a:lnTo>
                    <a:pt x="5827" y="7170"/>
                  </a:lnTo>
                  <a:lnTo>
                    <a:pt x="5926" y="7170"/>
                  </a:lnTo>
                  <a:lnTo>
                    <a:pt x="5985" y="7210"/>
                  </a:lnTo>
                  <a:lnTo>
                    <a:pt x="6025" y="7229"/>
                  </a:lnTo>
                  <a:lnTo>
                    <a:pt x="6044" y="7190"/>
                  </a:lnTo>
                  <a:lnTo>
                    <a:pt x="6064" y="7170"/>
                  </a:lnTo>
                  <a:lnTo>
                    <a:pt x="6025" y="7131"/>
                  </a:lnTo>
                  <a:lnTo>
                    <a:pt x="5985" y="7091"/>
                  </a:lnTo>
                  <a:lnTo>
                    <a:pt x="5965" y="7071"/>
                  </a:lnTo>
                  <a:lnTo>
                    <a:pt x="5985" y="7032"/>
                  </a:lnTo>
                  <a:lnTo>
                    <a:pt x="5985" y="7012"/>
                  </a:lnTo>
                  <a:lnTo>
                    <a:pt x="5965" y="6992"/>
                  </a:lnTo>
                  <a:lnTo>
                    <a:pt x="5886" y="6992"/>
                  </a:lnTo>
                  <a:lnTo>
                    <a:pt x="5807" y="7012"/>
                  </a:lnTo>
                  <a:lnTo>
                    <a:pt x="5748" y="7032"/>
                  </a:lnTo>
                  <a:lnTo>
                    <a:pt x="5709" y="7012"/>
                  </a:lnTo>
                  <a:lnTo>
                    <a:pt x="5709" y="6992"/>
                  </a:lnTo>
                  <a:lnTo>
                    <a:pt x="5748" y="6973"/>
                  </a:lnTo>
                  <a:lnTo>
                    <a:pt x="5827" y="6913"/>
                  </a:lnTo>
                  <a:lnTo>
                    <a:pt x="5768" y="6933"/>
                  </a:lnTo>
                  <a:lnTo>
                    <a:pt x="5728" y="6933"/>
                  </a:lnTo>
                  <a:lnTo>
                    <a:pt x="5689" y="6913"/>
                  </a:lnTo>
                  <a:lnTo>
                    <a:pt x="5669" y="6913"/>
                  </a:lnTo>
                  <a:lnTo>
                    <a:pt x="5629" y="6854"/>
                  </a:lnTo>
                  <a:lnTo>
                    <a:pt x="5610" y="6815"/>
                  </a:lnTo>
                  <a:lnTo>
                    <a:pt x="5689" y="6775"/>
                  </a:lnTo>
                  <a:lnTo>
                    <a:pt x="5531" y="6736"/>
                  </a:lnTo>
                  <a:lnTo>
                    <a:pt x="5511" y="6755"/>
                  </a:lnTo>
                  <a:lnTo>
                    <a:pt x="5471" y="6775"/>
                  </a:lnTo>
                  <a:lnTo>
                    <a:pt x="5373" y="6815"/>
                  </a:lnTo>
                  <a:lnTo>
                    <a:pt x="5373" y="6795"/>
                  </a:lnTo>
                  <a:lnTo>
                    <a:pt x="5333" y="6854"/>
                  </a:lnTo>
                  <a:lnTo>
                    <a:pt x="5333" y="6894"/>
                  </a:lnTo>
                  <a:lnTo>
                    <a:pt x="5353" y="6933"/>
                  </a:lnTo>
                  <a:lnTo>
                    <a:pt x="5412" y="6953"/>
                  </a:lnTo>
                  <a:lnTo>
                    <a:pt x="5452" y="6973"/>
                  </a:lnTo>
                  <a:lnTo>
                    <a:pt x="5471" y="7012"/>
                  </a:lnTo>
                  <a:lnTo>
                    <a:pt x="5471" y="7052"/>
                  </a:lnTo>
                  <a:lnTo>
                    <a:pt x="5392" y="7131"/>
                  </a:lnTo>
                  <a:lnTo>
                    <a:pt x="5373" y="7131"/>
                  </a:lnTo>
                  <a:lnTo>
                    <a:pt x="5333" y="7150"/>
                  </a:lnTo>
                  <a:lnTo>
                    <a:pt x="5294" y="7170"/>
                  </a:lnTo>
                  <a:lnTo>
                    <a:pt x="5274" y="7170"/>
                  </a:lnTo>
                  <a:lnTo>
                    <a:pt x="5274" y="7131"/>
                  </a:lnTo>
                  <a:lnTo>
                    <a:pt x="5313" y="7111"/>
                  </a:lnTo>
                  <a:lnTo>
                    <a:pt x="5313" y="7111"/>
                  </a:lnTo>
                  <a:lnTo>
                    <a:pt x="5195" y="7131"/>
                  </a:lnTo>
                  <a:lnTo>
                    <a:pt x="5175" y="7150"/>
                  </a:lnTo>
                  <a:lnTo>
                    <a:pt x="5175" y="7170"/>
                  </a:lnTo>
                  <a:lnTo>
                    <a:pt x="5096" y="7210"/>
                  </a:lnTo>
                  <a:lnTo>
                    <a:pt x="5017" y="7210"/>
                  </a:lnTo>
                  <a:lnTo>
                    <a:pt x="4978" y="7190"/>
                  </a:lnTo>
                  <a:lnTo>
                    <a:pt x="4938" y="7150"/>
                  </a:lnTo>
                  <a:lnTo>
                    <a:pt x="4879" y="7111"/>
                  </a:lnTo>
                  <a:lnTo>
                    <a:pt x="4918" y="7091"/>
                  </a:lnTo>
                  <a:lnTo>
                    <a:pt x="4958" y="7071"/>
                  </a:lnTo>
                  <a:lnTo>
                    <a:pt x="5037" y="7052"/>
                  </a:lnTo>
                  <a:lnTo>
                    <a:pt x="5136" y="7052"/>
                  </a:lnTo>
                  <a:lnTo>
                    <a:pt x="5096" y="7032"/>
                  </a:lnTo>
                  <a:lnTo>
                    <a:pt x="5116" y="7012"/>
                  </a:lnTo>
                  <a:lnTo>
                    <a:pt x="5274" y="6933"/>
                  </a:lnTo>
                  <a:lnTo>
                    <a:pt x="5195" y="6933"/>
                  </a:lnTo>
                  <a:lnTo>
                    <a:pt x="5116" y="6953"/>
                  </a:lnTo>
                  <a:lnTo>
                    <a:pt x="5057" y="6992"/>
                  </a:lnTo>
                  <a:lnTo>
                    <a:pt x="4958" y="7032"/>
                  </a:lnTo>
                  <a:lnTo>
                    <a:pt x="4899" y="7052"/>
                  </a:lnTo>
                  <a:lnTo>
                    <a:pt x="4879" y="7052"/>
                  </a:lnTo>
                  <a:lnTo>
                    <a:pt x="4859" y="7032"/>
                  </a:lnTo>
                  <a:lnTo>
                    <a:pt x="4859" y="7012"/>
                  </a:lnTo>
                  <a:lnTo>
                    <a:pt x="4899" y="6953"/>
                  </a:lnTo>
                  <a:lnTo>
                    <a:pt x="4899" y="6913"/>
                  </a:lnTo>
                  <a:lnTo>
                    <a:pt x="4958" y="6933"/>
                  </a:lnTo>
                  <a:lnTo>
                    <a:pt x="4958" y="6894"/>
                  </a:lnTo>
                  <a:lnTo>
                    <a:pt x="4938" y="6874"/>
                  </a:lnTo>
                  <a:lnTo>
                    <a:pt x="4899" y="6874"/>
                  </a:lnTo>
                  <a:lnTo>
                    <a:pt x="4839" y="6854"/>
                  </a:lnTo>
                  <a:lnTo>
                    <a:pt x="4820" y="6834"/>
                  </a:lnTo>
                  <a:lnTo>
                    <a:pt x="4800" y="6815"/>
                  </a:lnTo>
                  <a:lnTo>
                    <a:pt x="4899" y="6736"/>
                  </a:lnTo>
                  <a:lnTo>
                    <a:pt x="4879" y="6775"/>
                  </a:lnTo>
                  <a:lnTo>
                    <a:pt x="4899" y="6795"/>
                  </a:lnTo>
                  <a:lnTo>
                    <a:pt x="5116" y="6795"/>
                  </a:lnTo>
                  <a:lnTo>
                    <a:pt x="5155" y="6755"/>
                  </a:lnTo>
                  <a:lnTo>
                    <a:pt x="5215" y="6716"/>
                  </a:lnTo>
                  <a:lnTo>
                    <a:pt x="5254" y="6696"/>
                  </a:lnTo>
                  <a:lnTo>
                    <a:pt x="5333" y="6676"/>
                  </a:lnTo>
                  <a:lnTo>
                    <a:pt x="5452" y="6676"/>
                  </a:lnTo>
                  <a:lnTo>
                    <a:pt x="5570" y="6657"/>
                  </a:lnTo>
                  <a:lnTo>
                    <a:pt x="5550" y="6637"/>
                  </a:lnTo>
                  <a:lnTo>
                    <a:pt x="5531" y="6597"/>
                  </a:lnTo>
                  <a:lnTo>
                    <a:pt x="5550" y="6558"/>
                  </a:lnTo>
                  <a:lnTo>
                    <a:pt x="5590" y="6499"/>
                  </a:lnTo>
                  <a:lnTo>
                    <a:pt x="5531" y="6499"/>
                  </a:lnTo>
                  <a:lnTo>
                    <a:pt x="5491" y="6479"/>
                  </a:lnTo>
                  <a:lnTo>
                    <a:pt x="5471" y="6459"/>
                  </a:lnTo>
                  <a:lnTo>
                    <a:pt x="5471" y="6420"/>
                  </a:lnTo>
                  <a:lnTo>
                    <a:pt x="5471" y="6400"/>
                  </a:lnTo>
                  <a:lnTo>
                    <a:pt x="5452" y="6360"/>
                  </a:lnTo>
                  <a:lnTo>
                    <a:pt x="5313" y="6360"/>
                  </a:lnTo>
                  <a:lnTo>
                    <a:pt x="5353" y="6341"/>
                  </a:lnTo>
                  <a:lnTo>
                    <a:pt x="5392" y="6321"/>
                  </a:lnTo>
                  <a:lnTo>
                    <a:pt x="5412" y="6321"/>
                  </a:lnTo>
                  <a:lnTo>
                    <a:pt x="5432" y="6301"/>
                  </a:lnTo>
                  <a:lnTo>
                    <a:pt x="5412" y="6242"/>
                  </a:lnTo>
                  <a:lnTo>
                    <a:pt x="5373" y="6183"/>
                  </a:lnTo>
                  <a:lnTo>
                    <a:pt x="5294" y="6143"/>
                  </a:lnTo>
                  <a:lnTo>
                    <a:pt x="5215" y="6104"/>
                  </a:lnTo>
                  <a:lnTo>
                    <a:pt x="5215" y="6084"/>
                  </a:lnTo>
                  <a:lnTo>
                    <a:pt x="5254" y="6044"/>
                  </a:lnTo>
                  <a:lnTo>
                    <a:pt x="5333" y="6005"/>
                  </a:lnTo>
                  <a:lnTo>
                    <a:pt x="5313" y="5926"/>
                  </a:lnTo>
                  <a:lnTo>
                    <a:pt x="5274" y="5867"/>
                  </a:lnTo>
                  <a:lnTo>
                    <a:pt x="5195" y="5827"/>
                  </a:lnTo>
                  <a:lnTo>
                    <a:pt x="5116" y="5787"/>
                  </a:lnTo>
                  <a:lnTo>
                    <a:pt x="5057" y="5768"/>
                  </a:lnTo>
                  <a:lnTo>
                    <a:pt x="4978" y="5728"/>
                  </a:lnTo>
                  <a:lnTo>
                    <a:pt x="4938" y="5669"/>
                  </a:lnTo>
                  <a:lnTo>
                    <a:pt x="4899" y="5590"/>
                  </a:lnTo>
                  <a:lnTo>
                    <a:pt x="4997" y="5570"/>
                  </a:lnTo>
                  <a:lnTo>
                    <a:pt x="4997" y="5531"/>
                  </a:lnTo>
                  <a:lnTo>
                    <a:pt x="4997" y="5511"/>
                  </a:lnTo>
                  <a:lnTo>
                    <a:pt x="4958" y="5491"/>
                  </a:lnTo>
                  <a:lnTo>
                    <a:pt x="4879" y="5511"/>
                  </a:lnTo>
                  <a:lnTo>
                    <a:pt x="4938" y="5452"/>
                  </a:lnTo>
                  <a:lnTo>
                    <a:pt x="4958" y="5412"/>
                  </a:lnTo>
                  <a:lnTo>
                    <a:pt x="4918" y="5373"/>
                  </a:lnTo>
                  <a:lnTo>
                    <a:pt x="4879" y="5353"/>
                  </a:lnTo>
                  <a:lnTo>
                    <a:pt x="4839" y="5333"/>
                  </a:lnTo>
                  <a:lnTo>
                    <a:pt x="4800" y="5294"/>
                  </a:lnTo>
                  <a:lnTo>
                    <a:pt x="4820" y="5234"/>
                  </a:lnTo>
                  <a:lnTo>
                    <a:pt x="4879" y="5175"/>
                  </a:lnTo>
                  <a:lnTo>
                    <a:pt x="4859" y="5136"/>
                  </a:lnTo>
                  <a:lnTo>
                    <a:pt x="4839" y="5116"/>
                  </a:lnTo>
                  <a:lnTo>
                    <a:pt x="4602" y="5116"/>
                  </a:lnTo>
                  <a:lnTo>
                    <a:pt x="4583" y="5096"/>
                  </a:lnTo>
                  <a:lnTo>
                    <a:pt x="4681" y="5057"/>
                  </a:lnTo>
                  <a:lnTo>
                    <a:pt x="4741" y="5037"/>
                  </a:lnTo>
                  <a:lnTo>
                    <a:pt x="4760" y="4997"/>
                  </a:lnTo>
                  <a:lnTo>
                    <a:pt x="4622" y="4839"/>
                  </a:lnTo>
                  <a:lnTo>
                    <a:pt x="4484" y="4681"/>
                  </a:lnTo>
                  <a:lnTo>
                    <a:pt x="4247" y="4326"/>
                  </a:lnTo>
                  <a:lnTo>
                    <a:pt x="4306" y="4326"/>
                  </a:lnTo>
                  <a:lnTo>
                    <a:pt x="4267" y="4267"/>
                  </a:lnTo>
                  <a:lnTo>
                    <a:pt x="4207" y="4207"/>
                  </a:lnTo>
                  <a:lnTo>
                    <a:pt x="4069" y="4109"/>
                  </a:lnTo>
                  <a:lnTo>
                    <a:pt x="3951" y="4030"/>
                  </a:lnTo>
                  <a:lnTo>
                    <a:pt x="3911" y="3970"/>
                  </a:lnTo>
                  <a:lnTo>
                    <a:pt x="3911" y="3911"/>
                  </a:lnTo>
                  <a:lnTo>
                    <a:pt x="3812" y="3872"/>
                  </a:lnTo>
                  <a:lnTo>
                    <a:pt x="3733" y="3872"/>
                  </a:lnTo>
                  <a:lnTo>
                    <a:pt x="3674" y="3911"/>
                  </a:lnTo>
                  <a:lnTo>
                    <a:pt x="3654" y="3951"/>
                  </a:lnTo>
                  <a:lnTo>
                    <a:pt x="3595" y="3990"/>
                  </a:lnTo>
                  <a:lnTo>
                    <a:pt x="3457" y="4069"/>
                  </a:lnTo>
                  <a:lnTo>
                    <a:pt x="3417" y="4030"/>
                  </a:lnTo>
                  <a:lnTo>
                    <a:pt x="3417" y="4010"/>
                  </a:lnTo>
                  <a:lnTo>
                    <a:pt x="3437" y="3990"/>
                  </a:lnTo>
                  <a:lnTo>
                    <a:pt x="3477" y="3951"/>
                  </a:lnTo>
                  <a:lnTo>
                    <a:pt x="3536" y="3891"/>
                  </a:lnTo>
                  <a:lnTo>
                    <a:pt x="3556" y="3872"/>
                  </a:lnTo>
                  <a:lnTo>
                    <a:pt x="3536" y="3832"/>
                  </a:lnTo>
                  <a:lnTo>
                    <a:pt x="3654" y="3773"/>
                  </a:lnTo>
                  <a:lnTo>
                    <a:pt x="3773" y="3773"/>
                  </a:lnTo>
                  <a:lnTo>
                    <a:pt x="3872" y="3733"/>
                  </a:lnTo>
                  <a:lnTo>
                    <a:pt x="3694" y="3674"/>
                  </a:lnTo>
                  <a:lnTo>
                    <a:pt x="3694" y="3635"/>
                  </a:lnTo>
                  <a:lnTo>
                    <a:pt x="3694" y="3615"/>
                  </a:lnTo>
                  <a:lnTo>
                    <a:pt x="3654" y="3575"/>
                  </a:lnTo>
                  <a:lnTo>
                    <a:pt x="3615" y="3516"/>
                  </a:lnTo>
                  <a:lnTo>
                    <a:pt x="3615" y="3496"/>
                  </a:lnTo>
                  <a:lnTo>
                    <a:pt x="3635" y="3457"/>
                  </a:lnTo>
                  <a:lnTo>
                    <a:pt x="3654" y="3457"/>
                  </a:lnTo>
                  <a:lnTo>
                    <a:pt x="3694" y="3437"/>
                  </a:lnTo>
                  <a:lnTo>
                    <a:pt x="3753" y="3437"/>
                  </a:lnTo>
                  <a:lnTo>
                    <a:pt x="3733" y="3477"/>
                  </a:lnTo>
                  <a:lnTo>
                    <a:pt x="3694" y="3477"/>
                  </a:lnTo>
                  <a:lnTo>
                    <a:pt x="3714" y="3516"/>
                  </a:lnTo>
                  <a:lnTo>
                    <a:pt x="3733" y="3536"/>
                  </a:lnTo>
                  <a:lnTo>
                    <a:pt x="3872" y="3536"/>
                  </a:lnTo>
                  <a:lnTo>
                    <a:pt x="3911" y="3556"/>
                  </a:lnTo>
                  <a:lnTo>
                    <a:pt x="3911" y="3556"/>
                  </a:lnTo>
                  <a:lnTo>
                    <a:pt x="3852" y="3516"/>
                  </a:lnTo>
                  <a:lnTo>
                    <a:pt x="3773" y="3457"/>
                  </a:lnTo>
                  <a:lnTo>
                    <a:pt x="3733" y="3378"/>
                  </a:lnTo>
                  <a:lnTo>
                    <a:pt x="3714" y="3318"/>
                  </a:lnTo>
                  <a:lnTo>
                    <a:pt x="3654" y="3358"/>
                  </a:lnTo>
                  <a:lnTo>
                    <a:pt x="3615" y="3338"/>
                  </a:lnTo>
                  <a:lnTo>
                    <a:pt x="3595" y="3318"/>
                  </a:lnTo>
                  <a:lnTo>
                    <a:pt x="3536" y="3318"/>
                  </a:lnTo>
                  <a:lnTo>
                    <a:pt x="3536" y="3299"/>
                  </a:lnTo>
                  <a:lnTo>
                    <a:pt x="3496" y="3318"/>
                  </a:lnTo>
                  <a:lnTo>
                    <a:pt x="3457" y="3318"/>
                  </a:lnTo>
                  <a:lnTo>
                    <a:pt x="3398" y="3299"/>
                  </a:lnTo>
                  <a:lnTo>
                    <a:pt x="3556" y="3200"/>
                  </a:lnTo>
                  <a:lnTo>
                    <a:pt x="3536" y="3200"/>
                  </a:lnTo>
                  <a:lnTo>
                    <a:pt x="3496" y="3220"/>
                  </a:lnTo>
                  <a:lnTo>
                    <a:pt x="3477" y="3239"/>
                  </a:lnTo>
                  <a:lnTo>
                    <a:pt x="3437" y="3220"/>
                  </a:lnTo>
                  <a:lnTo>
                    <a:pt x="3398" y="3180"/>
                  </a:lnTo>
                  <a:lnTo>
                    <a:pt x="3358" y="3121"/>
                  </a:lnTo>
                  <a:lnTo>
                    <a:pt x="3358" y="3081"/>
                  </a:lnTo>
                  <a:lnTo>
                    <a:pt x="3358" y="3042"/>
                  </a:lnTo>
                  <a:lnTo>
                    <a:pt x="3398" y="2983"/>
                  </a:lnTo>
                  <a:lnTo>
                    <a:pt x="3457" y="2943"/>
                  </a:lnTo>
                  <a:lnTo>
                    <a:pt x="3417" y="2923"/>
                  </a:lnTo>
                  <a:lnTo>
                    <a:pt x="3358" y="2923"/>
                  </a:lnTo>
                  <a:lnTo>
                    <a:pt x="3319" y="2904"/>
                  </a:lnTo>
                  <a:lnTo>
                    <a:pt x="3299" y="2864"/>
                  </a:lnTo>
                  <a:lnTo>
                    <a:pt x="3398" y="2844"/>
                  </a:lnTo>
                  <a:lnTo>
                    <a:pt x="3358" y="2746"/>
                  </a:lnTo>
                  <a:lnTo>
                    <a:pt x="3299" y="2647"/>
                  </a:lnTo>
                  <a:lnTo>
                    <a:pt x="3279" y="2548"/>
                  </a:lnTo>
                  <a:lnTo>
                    <a:pt x="3259" y="2489"/>
                  </a:lnTo>
                  <a:lnTo>
                    <a:pt x="3279" y="2430"/>
                  </a:lnTo>
                  <a:lnTo>
                    <a:pt x="3141" y="2331"/>
                  </a:lnTo>
                  <a:lnTo>
                    <a:pt x="3062" y="2291"/>
                  </a:lnTo>
                  <a:lnTo>
                    <a:pt x="2963" y="2291"/>
                  </a:lnTo>
                  <a:lnTo>
                    <a:pt x="2983" y="2311"/>
                  </a:lnTo>
                  <a:lnTo>
                    <a:pt x="2983" y="2351"/>
                  </a:lnTo>
                  <a:lnTo>
                    <a:pt x="2943" y="2390"/>
                  </a:lnTo>
                  <a:lnTo>
                    <a:pt x="2864" y="2410"/>
                  </a:lnTo>
                  <a:lnTo>
                    <a:pt x="2825" y="2410"/>
                  </a:lnTo>
                  <a:lnTo>
                    <a:pt x="2785" y="2390"/>
                  </a:lnTo>
                  <a:lnTo>
                    <a:pt x="2765" y="2370"/>
                  </a:lnTo>
                  <a:lnTo>
                    <a:pt x="2746" y="2351"/>
                  </a:lnTo>
                  <a:lnTo>
                    <a:pt x="2785" y="2311"/>
                  </a:lnTo>
                  <a:lnTo>
                    <a:pt x="2805" y="2272"/>
                  </a:lnTo>
                  <a:lnTo>
                    <a:pt x="2825" y="2232"/>
                  </a:lnTo>
                  <a:lnTo>
                    <a:pt x="2884" y="2252"/>
                  </a:lnTo>
                  <a:lnTo>
                    <a:pt x="2923" y="2212"/>
                  </a:lnTo>
                  <a:lnTo>
                    <a:pt x="2943" y="2173"/>
                  </a:lnTo>
                  <a:lnTo>
                    <a:pt x="2923" y="2133"/>
                  </a:lnTo>
                  <a:lnTo>
                    <a:pt x="2904" y="2114"/>
                  </a:lnTo>
                  <a:lnTo>
                    <a:pt x="2884" y="2094"/>
                  </a:lnTo>
                  <a:lnTo>
                    <a:pt x="2884" y="2054"/>
                  </a:lnTo>
                  <a:lnTo>
                    <a:pt x="2904" y="2035"/>
                  </a:lnTo>
                  <a:lnTo>
                    <a:pt x="2943" y="1995"/>
                  </a:lnTo>
                  <a:lnTo>
                    <a:pt x="2904" y="1995"/>
                  </a:lnTo>
                  <a:lnTo>
                    <a:pt x="2864" y="1956"/>
                  </a:lnTo>
                  <a:lnTo>
                    <a:pt x="2805" y="1916"/>
                  </a:lnTo>
                  <a:lnTo>
                    <a:pt x="2765" y="1896"/>
                  </a:lnTo>
                  <a:lnTo>
                    <a:pt x="2726" y="1896"/>
                  </a:lnTo>
                  <a:lnTo>
                    <a:pt x="2785" y="1877"/>
                  </a:lnTo>
                  <a:lnTo>
                    <a:pt x="2805" y="1896"/>
                  </a:lnTo>
                  <a:lnTo>
                    <a:pt x="2884" y="1896"/>
                  </a:lnTo>
                  <a:lnTo>
                    <a:pt x="2825" y="1857"/>
                  </a:lnTo>
                  <a:lnTo>
                    <a:pt x="2884" y="1837"/>
                  </a:lnTo>
                  <a:lnTo>
                    <a:pt x="2864" y="1798"/>
                  </a:lnTo>
                  <a:lnTo>
                    <a:pt x="2844" y="1778"/>
                  </a:lnTo>
                  <a:lnTo>
                    <a:pt x="2588" y="1778"/>
                  </a:lnTo>
                  <a:lnTo>
                    <a:pt x="2548" y="1738"/>
                  </a:lnTo>
                  <a:lnTo>
                    <a:pt x="2726" y="1719"/>
                  </a:lnTo>
                  <a:lnTo>
                    <a:pt x="2667" y="1679"/>
                  </a:lnTo>
                  <a:lnTo>
                    <a:pt x="2509" y="1679"/>
                  </a:lnTo>
                  <a:lnTo>
                    <a:pt x="2449" y="1659"/>
                  </a:lnTo>
                  <a:lnTo>
                    <a:pt x="2489" y="1620"/>
                  </a:lnTo>
                  <a:lnTo>
                    <a:pt x="2410" y="1600"/>
                  </a:lnTo>
                  <a:lnTo>
                    <a:pt x="2469" y="1580"/>
                  </a:lnTo>
                  <a:lnTo>
                    <a:pt x="2469" y="1580"/>
                  </a:lnTo>
                  <a:lnTo>
                    <a:pt x="2370" y="1600"/>
                  </a:lnTo>
                  <a:lnTo>
                    <a:pt x="2311" y="1561"/>
                  </a:lnTo>
                  <a:lnTo>
                    <a:pt x="2252" y="1541"/>
                  </a:lnTo>
                  <a:lnTo>
                    <a:pt x="2173" y="1541"/>
                  </a:lnTo>
                  <a:lnTo>
                    <a:pt x="2193" y="1501"/>
                  </a:lnTo>
                  <a:lnTo>
                    <a:pt x="2232" y="1442"/>
                  </a:lnTo>
                  <a:lnTo>
                    <a:pt x="2252" y="1403"/>
                  </a:lnTo>
                  <a:lnTo>
                    <a:pt x="2193" y="1403"/>
                  </a:lnTo>
                  <a:lnTo>
                    <a:pt x="2390" y="1324"/>
                  </a:lnTo>
                  <a:lnTo>
                    <a:pt x="2410" y="1343"/>
                  </a:lnTo>
                  <a:lnTo>
                    <a:pt x="2410" y="1363"/>
                  </a:lnTo>
                  <a:lnTo>
                    <a:pt x="2370" y="1403"/>
                  </a:lnTo>
                  <a:lnTo>
                    <a:pt x="2351" y="1442"/>
                  </a:lnTo>
                  <a:lnTo>
                    <a:pt x="2370" y="1462"/>
                  </a:lnTo>
                  <a:lnTo>
                    <a:pt x="2390" y="1482"/>
                  </a:lnTo>
                  <a:lnTo>
                    <a:pt x="2449" y="1403"/>
                  </a:lnTo>
                  <a:lnTo>
                    <a:pt x="2489" y="1343"/>
                  </a:lnTo>
                  <a:lnTo>
                    <a:pt x="2489" y="1264"/>
                  </a:lnTo>
                  <a:lnTo>
                    <a:pt x="2489" y="1205"/>
                  </a:lnTo>
                  <a:lnTo>
                    <a:pt x="2449" y="1086"/>
                  </a:lnTo>
                  <a:lnTo>
                    <a:pt x="2370" y="988"/>
                  </a:lnTo>
                  <a:lnTo>
                    <a:pt x="2331" y="948"/>
                  </a:lnTo>
                  <a:lnTo>
                    <a:pt x="2291" y="909"/>
                  </a:lnTo>
                  <a:lnTo>
                    <a:pt x="2232" y="810"/>
                  </a:lnTo>
                  <a:lnTo>
                    <a:pt x="2212" y="770"/>
                  </a:lnTo>
                  <a:lnTo>
                    <a:pt x="2173" y="751"/>
                  </a:lnTo>
                  <a:lnTo>
                    <a:pt x="2094" y="751"/>
                  </a:lnTo>
                  <a:lnTo>
                    <a:pt x="2015" y="770"/>
                  </a:lnTo>
                  <a:lnTo>
                    <a:pt x="2133" y="711"/>
                  </a:lnTo>
                  <a:lnTo>
                    <a:pt x="2133" y="494"/>
                  </a:lnTo>
                  <a:lnTo>
                    <a:pt x="2054" y="375"/>
                  </a:lnTo>
                  <a:lnTo>
                    <a:pt x="1995" y="277"/>
                  </a:lnTo>
                  <a:lnTo>
                    <a:pt x="1956" y="217"/>
                  </a:lnTo>
                  <a:lnTo>
                    <a:pt x="1916" y="178"/>
                  </a:lnTo>
                  <a:lnTo>
                    <a:pt x="1857" y="138"/>
                  </a:lnTo>
                  <a:lnTo>
                    <a:pt x="1778" y="119"/>
                  </a:lnTo>
                  <a:lnTo>
                    <a:pt x="1857" y="40"/>
                  </a:lnTo>
                  <a:lnTo>
                    <a:pt x="1738" y="40"/>
                  </a:lnTo>
                  <a:lnTo>
                    <a:pt x="16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
            <p:cNvSpPr/>
            <p:nvPr/>
          </p:nvSpPr>
          <p:spPr>
            <a:xfrm>
              <a:off x="-1574350" y="3412650"/>
              <a:ext cx="1000" cy="25"/>
            </a:xfrm>
            <a:custGeom>
              <a:rect b="b" l="l" r="r" t="t"/>
              <a:pathLst>
                <a:path extrusionOk="0" h="1" w="40">
                  <a:moveTo>
                    <a:pt x="40" y="1"/>
                  </a:moveTo>
                  <a:lnTo>
                    <a:pt x="40" y="1"/>
                  </a:lnTo>
                  <a:lnTo>
                    <a:pt x="0" y="1"/>
                  </a:lnTo>
                  <a:lnTo>
                    <a:pt x="0" y="1"/>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
            <p:cNvSpPr/>
            <p:nvPr/>
          </p:nvSpPr>
          <p:spPr>
            <a:xfrm>
              <a:off x="-1557075" y="3441800"/>
              <a:ext cx="1025" cy="525"/>
            </a:xfrm>
            <a:custGeom>
              <a:rect b="b" l="l" r="r" t="t"/>
              <a:pathLst>
                <a:path extrusionOk="0" h="21" w="41">
                  <a:moveTo>
                    <a:pt x="40" y="0"/>
                  </a:moveTo>
                  <a:lnTo>
                    <a:pt x="40" y="0"/>
                  </a:lnTo>
                  <a:lnTo>
                    <a:pt x="1" y="20"/>
                  </a:lnTo>
                  <a:lnTo>
                    <a:pt x="1" y="20"/>
                  </a:lnTo>
                  <a:lnTo>
                    <a:pt x="40" y="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 name="Google Shape;2412;p9"/>
            <p:cNvSpPr/>
            <p:nvPr/>
          </p:nvSpPr>
          <p:spPr>
            <a:xfrm>
              <a:off x="-1245975" y="3259100"/>
              <a:ext cx="260250" cy="195075"/>
            </a:xfrm>
            <a:custGeom>
              <a:rect b="b" l="l" r="r" t="t"/>
              <a:pathLst>
                <a:path extrusionOk="0" h="7803" w="10410">
                  <a:moveTo>
                    <a:pt x="0" y="0"/>
                  </a:moveTo>
                  <a:lnTo>
                    <a:pt x="139" y="277"/>
                  </a:lnTo>
                  <a:lnTo>
                    <a:pt x="356" y="612"/>
                  </a:lnTo>
                  <a:lnTo>
                    <a:pt x="652" y="1047"/>
                  </a:lnTo>
                  <a:lnTo>
                    <a:pt x="1047" y="1560"/>
                  </a:lnTo>
                  <a:lnTo>
                    <a:pt x="1284" y="1837"/>
                  </a:lnTo>
                  <a:lnTo>
                    <a:pt x="1541" y="2133"/>
                  </a:lnTo>
                  <a:lnTo>
                    <a:pt x="1837" y="2430"/>
                  </a:lnTo>
                  <a:lnTo>
                    <a:pt x="2153" y="2746"/>
                  </a:lnTo>
                  <a:lnTo>
                    <a:pt x="2509" y="3062"/>
                  </a:lnTo>
                  <a:lnTo>
                    <a:pt x="2884" y="3378"/>
                  </a:lnTo>
                  <a:lnTo>
                    <a:pt x="3615" y="3950"/>
                  </a:lnTo>
                  <a:lnTo>
                    <a:pt x="4445" y="4583"/>
                  </a:lnTo>
                  <a:lnTo>
                    <a:pt x="5333" y="5215"/>
                  </a:lnTo>
                  <a:lnTo>
                    <a:pt x="6242" y="5866"/>
                  </a:lnTo>
                  <a:lnTo>
                    <a:pt x="7901" y="7012"/>
                  </a:lnTo>
                  <a:lnTo>
                    <a:pt x="9067" y="7802"/>
                  </a:lnTo>
                  <a:lnTo>
                    <a:pt x="10410" y="5491"/>
                  </a:lnTo>
                  <a:lnTo>
                    <a:pt x="8652" y="4365"/>
                  </a:lnTo>
                  <a:lnTo>
                    <a:pt x="7447" y="3615"/>
                  </a:lnTo>
                  <a:lnTo>
                    <a:pt x="6124" y="2805"/>
                  </a:lnTo>
                  <a:lnTo>
                    <a:pt x="4800" y="2035"/>
                  </a:lnTo>
                  <a:lnTo>
                    <a:pt x="3576" y="1343"/>
                  </a:lnTo>
                  <a:lnTo>
                    <a:pt x="3023" y="1047"/>
                  </a:lnTo>
                  <a:lnTo>
                    <a:pt x="2529" y="810"/>
                  </a:lnTo>
                  <a:lnTo>
                    <a:pt x="2114" y="632"/>
                  </a:lnTo>
                  <a:lnTo>
                    <a:pt x="1778" y="514"/>
                  </a:lnTo>
                  <a:lnTo>
                    <a:pt x="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 name="Google Shape;2413;p9"/>
            <p:cNvSpPr/>
            <p:nvPr/>
          </p:nvSpPr>
          <p:spPr>
            <a:xfrm>
              <a:off x="-1722000" y="3272425"/>
              <a:ext cx="240000" cy="328900"/>
            </a:xfrm>
            <a:custGeom>
              <a:rect b="b" l="l" r="r" t="t"/>
              <a:pathLst>
                <a:path extrusionOk="0" h="13156" w="9600">
                  <a:moveTo>
                    <a:pt x="4267" y="0"/>
                  </a:moveTo>
                  <a:lnTo>
                    <a:pt x="3990" y="40"/>
                  </a:lnTo>
                  <a:lnTo>
                    <a:pt x="3694" y="139"/>
                  </a:lnTo>
                  <a:lnTo>
                    <a:pt x="3339" y="257"/>
                  </a:lnTo>
                  <a:lnTo>
                    <a:pt x="2983" y="395"/>
                  </a:lnTo>
                  <a:lnTo>
                    <a:pt x="2608" y="573"/>
                  </a:lnTo>
                  <a:lnTo>
                    <a:pt x="2232" y="751"/>
                  </a:lnTo>
                  <a:lnTo>
                    <a:pt x="1620" y="1067"/>
                  </a:lnTo>
                  <a:lnTo>
                    <a:pt x="1067" y="1383"/>
                  </a:lnTo>
                  <a:lnTo>
                    <a:pt x="968" y="1442"/>
                  </a:lnTo>
                  <a:lnTo>
                    <a:pt x="909" y="1482"/>
                  </a:lnTo>
                  <a:lnTo>
                    <a:pt x="870" y="1502"/>
                  </a:lnTo>
                  <a:lnTo>
                    <a:pt x="336" y="1837"/>
                  </a:lnTo>
                  <a:lnTo>
                    <a:pt x="198" y="1936"/>
                  </a:lnTo>
                  <a:lnTo>
                    <a:pt x="119" y="2055"/>
                  </a:lnTo>
                  <a:lnTo>
                    <a:pt x="60" y="2153"/>
                  </a:lnTo>
                  <a:lnTo>
                    <a:pt x="20" y="2272"/>
                  </a:lnTo>
                  <a:lnTo>
                    <a:pt x="0" y="2410"/>
                  </a:lnTo>
                  <a:lnTo>
                    <a:pt x="0" y="2529"/>
                  </a:lnTo>
                  <a:lnTo>
                    <a:pt x="40" y="2667"/>
                  </a:lnTo>
                  <a:lnTo>
                    <a:pt x="80" y="2825"/>
                  </a:lnTo>
                  <a:lnTo>
                    <a:pt x="218" y="3141"/>
                  </a:lnTo>
                  <a:lnTo>
                    <a:pt x="396" y="3516"/>
                  </a:lnTo>
                  <a:lnTo>
                    <a:pt x="593" y="3911"/>
                  </a:lnTo>
                  <a:lnTo>
                    <a:pt x="791" y="4366"/>
                  </a:lnTo>
                  <a:lnTo>
                    <a:pt x="1620" y="6222"/>
                  </a:lnTo>
                  <a:lnTo>
                    <a:pt x="2924" y="9106"/>
                  </a:lnTo>
                  <a:lnTo>
                    <a:pt x="3595" y="10548"/>
                  </a:lnTo>
                  <a:lnTo>
                    <a:pt x="4188" y="11812"/>
                  </a:lnTo>
                  <a:lnTo>
                    <a:pt x="4662" y="12721"/>
                  </a:lnTo>
                  <a:lnTo>
                    <a:pt x="4820" y="12997"/>
                  </a:lnTo>
                  <a:lnTo>
                    <a:pt x="4919" y="13116"/>
                  </a:lnTo>
                  <a:lnTo>
                    <a:pt x="4958" y="13136"/>
                  </a:lnTo>
                  <a:lnTo>
                    <a:pt x="5018" y="13155"/>
                  </a:lnTo>
                  <a:lnTo>
                    <a:pt x="5195" y="13116"/>
                  </a:lnTo>
                  <a:lnTo>
                    <a:pt x="5413" y="13037"/>
                  </a:lnTo>
                  <a:lnTo>
                    <a:pt x="5669" y="12938"/>
                  </a:lnTo>
                  <a:lnTo>
                    <a:pt x="5966" y="12780"/>
                  </a:lnTo>
                  <a:lnTo>
                    <a:pt x="6282" y="12602"/>
                  </a:lnTo>
                  <a:lnTo>
                    <a:pt x="6953" y="12187"/>
                  </a:lnTo>
                  <a:lnTo>
                    <a:pt x="7645" y="11753"/>
                  </a:lnTo>
                  <a:lnTo>
                    <a:pt x="8277" y="11358"/>
                  </a:lnTo>
                  <a:lnTo>
                    <a:pt x="9067" y="10805"/>
                  </a:lnTo>
                  <a:lnTo>
                    <a:pt x="9225" y="10686"/>
                  </a:lnTo>
                  <a:lnTo>
                    <a:pt x="9343" y="10568"/>
                  </a:lnTo>
                  <a:lnTo>
                    <a:pt x="9442" y="10449"/>
                  </a:lnTo>
                  <a:lnTo>
                    <a:pt x="9521" y="10350"/>
                  </a:lnTo>
                  <a:lnTo>
                    <a:pt x="9560" y="10232"/>
                  </a:lnTo>
                  <a:lnTo>
                    <a:pt x="9580" y="10153"/>
                  </a:lnTo>
                  <a:lnTo>
                    <a:pt x="9600" y="10054"/>
                  </a:lnTo>
                  <a:lnTo>
                    <a:pt x="9600" y="9955"/>
                  </a:lnTo>
                  <a:lnTo>
                    <a:pt x="9541" y="9797"/>
                  </a:lnTo>
                  <a:lnTo>
                    <a:pt x="9481" y="9639"/>
                  </a:lnTo>
                  <a:lnTo>
                    <a:pt x="9402" y="9501"/>
                  </a:lnTo>
                  <a:lnTo>
                    <a:pt x="9343" y="9363"/>
                  </a:lnTo>
                  <a:lnTo>
                    <a:pt x="9323" y="9343"/>
                  </a:lnTo>
                  <a:lnTo>
                    <a:pt x="9323" y="9323"/>
                  </a:lnTo>
                  <a:lnTo>
                    <a:pt x="9304" y="9304"/>
                  </a:lnTo>
                  <a:lnTo>
                    <a:pt x="9304" y="9284"/>
                  </a:lnTo>
                  <a:lnTo>
                    <a:pt x="9304" y="9264"/>
                  </a:lnTo>
                  <a:lnTo>
                    <a:pt x="9067" y="8652"/>
                  </a:lnTo>
                  <a:lnTo>
                    <a:pt x="8770" y="7980"/>
                  </a:lnTo>
                  <a:lnTo>
                    <a:pt x="8138" y="6538"/>
                  </a:lnTo>
                  <a:lnTo>
                    <a:pt x="7427" y="4998"/>
                  </a:lnTo>
                  <a:lnTo>
                    <a:pt x="6677" y="3477"/>
                  </a:lnTo>
                  <a:lnTo>
                    <a:pt x="5966" y="2114"/>
                  </a:lnTo>
                  <a:lnTo>
                    <a:pt x="5650" y="1521"/>
                  </a:lnTo>
                  <a:lnTo>
                    <a:pt x="5353" y="1008"/>
                  </a:lnTo>
                  <a:lnTo>
                    <a:pt x="5334" y="968"/>
                  </a:lnTo>
                  <a:lnTo>
                    <a:pt x="5294" y="929"/>
                  </a:lnTo>
                  <a:lnTo>
                    <a:pt x="5294" y="909"/>
                  </a:lnTo>
                  <a:lnTo>
                    <a:pt x="5274" y="889"/>
                  </a:lnTo>
                  <a:lnTo>
                    <a:pt x="5235" y="830"/>
                  </a:lnTo>
                  <a:lnTo>
                    <a:pt x="5057" y="553"/>
                  </a:lnTo>
                  <a:lnTo>
                    <a:pt x="4899" y="316"/>
                  </a:lnTo>
                  <a:lnTo>
                    <a:pt x="4761" y="158"/>
                  </a:lnTo>
                  <a:lnTo>
                    <a:pt x="4662" y="60"/>
                  </a:lnTo>
                  <a:lnTo>
                    <a:pt x="4583" y="20"/>
                  </a:lnTo>
                  <a:lnTo>
                    <a:pt x="450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 name="Google Shape;2414;p9"/>
            <p:cNvSpPr/>
            <p:nvPr/>
          </p:nvSpPr>
          <p:spPr>
            <a:xfrm>
              <a:off x="-1415350" y="3197850"/>
              <a:ext cx="229650" cy="228650"/>
            </a:xfrm>
            <a:custGeom>
              <a:rect b="b" l="l" r="r" t="t"/>
              <a:pathLst>
                <a:path extrusionOk="0" h="9146" w="9186">
                  <a:moveTo>
                    <a:pt x="7566" y="1"/>
                  </a:moveTo>
                  <a:lnTo>
                    <a:pt x="7368" y="60"/>
                  </a:lnTo>
                  <a:lnTo>
                    <a:pt x="7190" y="119"/>
                  </a:lnTo>
                  <a:lnTo>
                    <a:pt x="7012" y="198"/>
                  </a:lnTo>
                  <a:lnTo>
                    <a:pt x="6854" y="277"/>
                  </a:lnTo>
                  <a:lnTo>
                    <a:pt x="6696" y="376"/>
                  </a:lnTo>
                  <a:lnTo>
                    <a:pt x="6558" y="495"/>
                  </a:lnTo>
                  <a:lnTo>
                    <a:pt x="6282" y="751"/>
                  </a:lnTo>
                  <a:lnTo>
                    <a:pt x="6025" y="1028"/>
                  </a:lnTo>
                  <a:lnTo>
                    <a:pt x="5788" y="1304"/>
                  </a:lnTo>
                  <a:lnTo>
                    <a:pt x="5551" y="1581"/>
                  </a:lnTo>
                  <a:lnTo>
                    <a:pt x="5294" y="1838"/>
                  </a:lnTo>
                  <a:lnTo>
                    <a:pt x="5057" y="2075"/>
                  </a:lnTo>
                  <a:lnTo>
                    <a:pt x="4800" y="2292"/>
                  </a:lnTo>
                  <a:lnTo>
                    <a:pt x="4543" y="2490"/>
                  </a:lnTo>
                  <a:lnTo>
                    <a:pt x="4287" y="2648"/>
                  </a:lnTo>
                  <a:lnTo>
                    <a:pt x="4010" y="2786"/>
                  </a:lnTo>
                  <a:lnTo>
                    <a:pt x="3734" y="2885"/>
                  </a:lnTo>
                  <a:lnTo>
                    <a:pt x="3457" y="2983"/>
                  </a:lnTo>
                  <a:lnTo>
                    <a:pt x="3161" y="3023"/>
                  </a:lnTo>
                  <a:lnTo>
                    <a:pt x="3003" y="3062"/>
                  </a:lnTo>
                  <a:lnTo>
                    <a:pt x="2805" y="3122"/>
                  </a:lnTo>
                  <a:lnTo>
                    <a:pt x="2588" y="3240"/>
                  </a:lnTo>
                  <a:lnTo>
                    <a:pt x="2351" y="3378"/>
                  </a:lnTo>
                  <a:lnTo>
                    <a:pt x="2114" y="3536"/>
                  </a:lnTo>
                  <a:lnTo>
                    <a:pt x="1857" y="3714"/>
                  </a:lnTo>
                  <a:lnTo>
                    <a:pt x="1600" y="3931"/>
                  </a:lnTo>
                  <a:lnTo>
                    <a:pt x="1344" y="4168"/>
                  </a:lnTo>
                  <a:lnTo>
                    <a:pt x="1087" y="4425"/>
                  </a:lnTo>
                  <a:lnTo>
                    <a:pt x="870" y="4682"/>
                  </a:lnTo>
                  <a:lnTo>
                    <a:pt x="652" y="4978"/>
                  </a:lnTo>
                  <a:lnTo>
                    <a:pt x="455" y="5255"/>
                  </a:lnTo>
                  <a:lnTo>
                    <a:pt x="297" y="5571"/>
                  </a:lnTo>
                  <a:lnTo>
                    <a:pt x="159" y="5867"/>
                  </a:lnTo>
                  <a:lnTo>
                    <a:pt x="60" y="6183"/>
                  </a:lnTo>
                  <a:lnTo>
                    <a:pt x="20" y="6499"/>
                  </a:lnTo>
                  <a:lnTo>
                    <a:pt x="0" y="6796"/>
                  </a:lnTo>
                  <a:lnTo>
                    <a:pt x="40" y="7072"/>
                  </a:lnTo>
                  <a:lnTo>
                    <a:pt x="119" y="7349"/>
                  </a:lnTo>
                  <a:lnTo>
                    <a:pt x="218" y="7586"/>
                  </a:lnTo>
                  <a:lnTo>
                    <a:pt x="356" y="7823"/>
                  </a:lnTo>
                  <a:lnTo>
                    <a:pt x="514" y="8020"/>
                  </a:lnTo>
                  <a:lnTo>
                    <a:pt x="672" y="8218"/>
                  </a:lnTo>
                  <a:lnTo>
                    <a:pt x="830" y="8376"/>
                  </a:lnTo>
                  <a:lnTo>
                    <a:pt x="1008" y="8534"/>
                  </a:lnTo>
                  <a:lnTo>
                    <a:pt x="1186" y="8672"/>
                  </a:lnTo>
                  <a:lnTo>
                    <a:pt x="1482" y="8869"/>
                  </a:lnTo>
                  <a:lnTo>
                    <a:pt x="1699" y="8988"/>
                  </a:lnTo>
                  <a:lnTo>
                    <a:pt x="1778" y="9027"/>
                  </a:lnTo>
                  <a:lnTo>
                    <a:pt x="2094" y="9087"/>
                  </a:lnTo>
                  <a:lnTo>
                    <a:pt x="2450" y="9126"/>
                  </a:lnTo>
                  <a:lnTo>
                    <a:pt x="2904" y="9146"/>
                  </a:lnTo>
                  <a:lnTo>
                    <a:pt x="3141" y="9126"/>
                  </a:lnTo>
                  <a:lnTo>
                    <a:pt x="3378" y="9107"/>
                  </a:lnTo>
                  <a:lnTo>
                    <a:pt x="3615" y="9067"/>
                  </a:lnTo>
                  <a:lnTo>
                    <a:pt x="3872" y="9008"/>
                  </a:lnTo>
                  <a:lnTo>
                    <a:pt x="4089" y="8909"/>
                  </a:lnTo>
                  <a:lnTo>
                    <a:pt x="4326" y="8810"/>
                  </a:lnTo>
                  <a:lnTo>
                    <a:pt x="4524" y="8672"/>
                  </a:lnTo>
                  <a:lnTo>
                    <a:pt x="4721" y="8494"/>
                  </a:lnTo>
                  <a:lnTo>
                    <a:pt x="5037" y="8119"/>
                  </a:lnTo>
                  <a:lnTo>
                    <a:pt x="5314" y="7744"/>
                  </a:lnTo>
                  <a:lnTo>
                    <a:pt x="5531" y="7368"/>
                  </a:lnTo>
                  <a:lnTo>
                    <a:pt x="5748" y="6993"/>
                  </a:lnTo>
                  <a:lnTo>
                    <a:pt x="6143" y="6242"/>
                  </a:lnTo>
                  <a:lnTo>
                    <a:pt x="6361" y="5887"/>
                  </a:lnTo>
                  <a:lnTo>
                    <a:pt x="6598" y="5531"/>
                  </a:lnTo>
                  <a:lnTo>
                    <a:pt x="6736" y="5354"/>
                  </a:lnTo>
                  <a:lnTo>
                    <a:pt x="6894" y="5176"/>
                  </a:lnTo>
                  <a:lnTo>
                    <a:pt x="7249" y="4820"/>
                  </a:lnTo>
                  <a:lnTo>
                    <a:pt x="7625" y="4445"/>
                  </a:lnTo>
                  <a:lnTo>
                    <a:pt x="8020" y="4050"/>
                  </a:lnTo>
                  <a:lnTo>
                    <a:pt x="8415" y="3615"/>
                  </a:lnTo>
                  <a:lnTo>
                    <a:pt x="8573" y="3398"/>
                  </a:lnTo>
                  <a:lnTo>
                    <a:pt x="8731" y="3181"/>
                  </a:lnTo>
                  <a:lnTo>
                    <a:pt x="8869" y="2944"/>
                  </a:lnTo>
                  <a:lnTo>
                    <a:pt x="8988" y="2687"/>
                  </a:lnTo>
                  <a:lnTo>
                    <a:pt x="9086" y="2430"/>
                  </a:lnTo>
                  <a:lnTo>
                    <a:pt x="9146" y="2174"/>
                  </a:lnTo>
                  <a:lnTo>
                    <a:pt x="9185" y="1897"/>
                  </a:lnTo>
                  <a:lnTo>
                    <a:pt x="9185" y="1660"/>
                  </a:lnTo>
                  <a:lnTo>
                    <a:pt x="9165" y="1423"/>
                  </a:lnTo>
                  <a:lnTo>
                    <a:pt x="9126" y="1206"/>
                  </a:lnTo>
                  <a:lnTo>
                    <a:pt x="9047" y="1008"/>
                  </a:lnTo>
                  <a:lnTo>
                    <a:pt x="8948" y="811"/>
                  </a:lnTo>
                  <a:lnTo>
                    <a:pt x="8849" y="653"/>
                  </a:lnTo>
                  <a:lnTo>
                    <a:pt x="8731" y="495"/>
                  </a:lnTo>
                  <a:lnTo>
                    <a:pt x="8593" y="376"/>
                  </a:lnTo>
                  <a:lnTo>
                    <a:pt x="8454" y="258"/>
                  </a:lnTo>
                  <a:lnTo>
                    <a:pt x="8296" y="159"/>
                  </a:lnTo>
                  <a:lnTo>
                    <a:pt x="8158" y="100"/>
                  </a:lnTo>
                  <a:lnTo>
                    <a:pt x="8000" y="40"/>
                  </a:lnTo>
                  <a:lnTo>
                    <a:pt x="7862"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 name="Google Shape;2415;p9"/>
            <p:cNvSpPr/>
            <p:nvPr/>
          </p:nvSpPr>
          <p:spPr>
            <a:xfrm>
              <a:off x="-1467200" y="3098100"/>
              <a:ext cx="269150" cy="274600"/>
            </a:xfrm>
            <a:custGeom>
              <a:rect b="b" l="l" r="r" t="t"/>
              <a:pathLst>
                <a:path extrusionOk="0" h="10984" w="10766">
                  <a:moveTo>
                    <a:pt x="9659" y="1"/>
                  </a:moveTo>
                  <a:lnTo>
                    <a:pt x="9363" y="21"/>
                  </a:lnTo>
                  <a:lnTo>
                    <a:pt x="9086" y="60"/>
                  </a:lnTo>
                  <a:lnTo>
                    <a:pt x="8830" y="119"/>
                  </a:lnTo>
                  <a:lnTo>
                    <a:pt x="8612" y="198"/>
                  </a:lnTo>
                  <a:lnTo>
                    <a:pt x="8435" y="297"/>
                  </a:lnTo>
                  <a:lnTo>
                    <a:pt x="8316" y="376"/>
                  </a:lnTo>
                  <a:lnTo>
                    <a:pt x="8198" y="435"/>
                  </a:lnTo>
                  <a:lnTo>
                    <a:pt x="7842" y="376"/>
                  </a:lnTo>
                  <a:lnTo>
                    <a:pt x="7526" y="317"/>
                  </a:lnTo>
                  <a:lnTo>
                    <a:pt x="7210" y="277"/>
                  </a:lnTo>
                  <a:lnTo>
                    <a:pt x="6914" y="258"/>
                  </a:lnTo>
                  <a:lnTo>
                    <a:pt x="6380" y="258"/>
                  </a:lnTo>
                  <a:lnTo>
                    <a:pt x="5926" y="297"/>
                  </a:lnTo>
                  <a:lnTo>
                    <a:pt x="5571" y="337"/>
                  </a:lnTo>
                  <a:lnTo>
                    <a:pt x="5314" y="396"/>
                  </a:lnTo>
                  <a:lnTo>
                    <a:pt x="5097" y="475"/>
                  </a:lnTo>
                  <a:lnTo>
                    <a:pt x="4840" y="514"/>
                  </a:lnTo>
                  <a:lnTo>
                    <a:pt x="4603" y="554"/>
                  </a:lnTo>
                  <a:lnTo>
                    <a:pt x="4405" y="613"/>
                  </a:lnTo>
                  <a:lnTo>
                    <a:pt x="4227" y="672"/>
                  </a:lnTo>
                  <a:lnTo>
                    <a:pt x="3931" y="811"/>
                  </a:lnTo>
                  <a:lnTo>
                    <a:pt x="3714" y="949"/>
                  </a:lnTo>
                  <a:lnTo>
                    <a:pt x="3556" y="1067"/>
                  </a:lnTo>
                  <a:lnTo>
                    <a:pt x="3457" y="1186"/>
                  </a:lnTo>
                  <a:lnTo>
                    <a:pt x="3378" y="1245"/>
                  </a:lnTo>
                  <a:lnTo>
                    <a:pt x="3339" y="1285"/>
                  </a:lnTo>
                  <a:lnTo>
                    <a:pt x="3102" y="1364"/>
                  </a:lnTo>
                  <a:lnTo>
                    <a:pt x="2647" y="1581"/>
                  </a:lnTo>
                  <a:lnTo>
                    <a:pt x="2351" y="1739"/>
                  </a:lnTo>
                  <a:lnTo>
                    <a:pt x="2055" y="1937"/>
                  </a:lnTo>
                  <a:lnTo>
                    <a:pt x="1739" y="2154"/>
                  </a:lnTo>
                  <a:lnTo>
                    <a:pt x="1442" y="2391"/>
                  </a:lnTo>
                  <a:lnTo>
                    <a:pt x="1304" y="2529"/>
                  </a:lnTo>
                  <a:lnTo>
                    <a:pt x="1146" y="2707"/>
                  </a:lnTo>
                  <a:lnTo>
                    <a:pt x="1008" y="2924"/>
                  </a:lnTo>
                  <a:lnTo>
                    <a:pt x="889" y="3141"/>
                  </a:lnTo>
                  <a:lnTo>
                    <a:pt x="633" y="3635"/>
                  </a:lnTo>
                  <a:lnTo>
                    <a:pt x="415" y="4129"/>
                  </a:lnTo>
                  <a:lnTo>
                    <a:pt x="238" y="4583"/>
                  </a:lnTo>
                  <a:lnTo>
                    <a:pt x="119" y="4978"/>
                  </a:lnTo>
                  <a:lnTo>
                    <a:pt x="1" y="5354"/>
                  </a:lnTo>
                  <a:lnTo>
                    <a:pt x="317" y="6223"/>
                  </a:lnTo>
                  <a:lnTo>
                    <a:pt x="672" y="7131"/>
                  </a:lnTo>
                  <a:lnTo>
                    <a:pt x="1087" y="8158"/>
                  </a:lnTo>
                  <a:lnTo>
                    <a:pt x="1541" y="9205"/>
                  </a:lnTo>
                  <a:lnTo>
                    <a:pt x="1758" y="9679"/>
                  </a:lnTo>
                  <a:lnTo>
                    <a:pt x="1976" y="10114"/>
                  </a:lnTo>
                  <a:lnTo>
                    <a:pt x="2193" y="10469"/>
                  </a:lnTo>
                  <a:lnTo>
                    <a:pt x="2391" y="10746"/>
                  </a:lnTo>
                  <a:lnTo>
                    <a:pt x="2470" y="10845"/>
                  </a:lnTo>
                  <a:lnTo>
                    <a:pt x="2549" y="10924"/>
                  </a:lnTo>
                  <a:lnTo>
                    <a:pt x="2628" y="10983"/>
                  </a:lnTo>
                  <a:lnTo>
                    <a:pt x="2766" y="10983"/>
                  </a:lnTo>
                  <a:lnTo>
                    <a:pt x="2845" y="10963"/>
                  </a:lnTo>
                  <a:lnTo>
                    <a:pt x="3042" y="10865"/>
                  </a:lnTo>
                  <a:lnTo>
                    <a:pt x="3240" y="10707"/>
                  </a:lnTo>
                  <a:lnTo>
                    <a:pt x="3477" y="10509"/>
                  </a:lnTo>
                  <a:lnTo>
                    <a:pt x="3734" y="10272"/>
                  </a:lnTo>
                  <a:lnTo>
                    <a:pt x="3990" y="9995"/>
                  </a:lnTo>
                  <a:lnTo>
                    <a:pt x="4247" y="9699"/>
                  </a:lnTo>
                  <a:lnTo>
                    <a:pt x="4524" y="9383"/>
                  </a:lnTo>
                  <a:lnTo>
                    <a:pt x="5018" y="8751"/>
                  </a:lnTo>
                  <a:lnTo>
                    <a:pt x="5452" y="8119"/>
                  </a:lnTo>
                  <a:lnTo>
                    <a:pt x="5610" y="7842"/>
                  </a:lnTo>
                  <a:lnTo>
                    <a:pt x="5748" y="7605"/>
                  </a:lnTo>
                  <a:lnTo>
                    <a:pt x="5847" y="7388"/>
                  </a:lnTo>
                  <a:lnTo>
                    <a:pt x="5906" y="7210"/>
                  </a:lnTo>
                  <a:lnTo>
                    <a:pt x="5985" y="6894"/>
                  </a:lnTo>
                  <a:lnTo>
                    <a:pt x="6124" y="6499"/>
                  </a:lnTo>
                  <a:lnTo>
                    <a:pt x="6301" y="6065"/>
                  </a:lnTo>
                  <a:lnTo>
                    <a:pt x="6499" y="5630"/>
                  </a:lnTo>
                  <a:lnTo>
                    <a:pt x="6696" y="5196"/>
                  </a:lnTo>
                  <a:lnTo>
                    <a:pt x="6894" y="4820"/>
                  </a:lnTo>
                  <a:lnTo>
                    <a:pt x="7052" y="4524"/>
                  </a:lnTo>
                  <a:lnTo>
                    <a:pt x="7171" y="4346"/>
                  </a:lnTo>
                  <a:lnTo>
                    <a:pt x="7329" y="4188"/>
                  </a:lnTo>
                  <a:lnTo>
                    <a:pt x="7585" y="3991"/>
                  </a:lnTo>
                  <a:lnTo>
                    <a:pt x="8296" y="3497"/>
                  </a:lnTo>
                  <a:lnTo>
                    <a:pt x="9146" y="2944"/>
                  </a:lnTo>
                  <a:lnTo>
                    <a:pt x="9580" y="2648"/>
                  </a:lnTo>
                  <a:lnTo>
                    <a:pt x="9975" y="2371"/>
                  </a:lnTo>
                  <a:lnTo>
                    <a:pt x="10153" y="2233"/>
                  </a:lnTo>
                  <a:lnTo>
                    <a:pt x="10311" y="2075"/>
                  </a:lnTo>
                  <a:lnTo>
                    <a:pt x="10430" y="1917"/>
                  </a:lnTo>
                  <a:lnTo>
                    <a:pt x="10548" y="1759"/>
                  </a:lnTo>
                  <a:lnTo>
                    <a:pt x="10627" y="1581"/>
                  </a:lnTo>
                  <a:lnTo>
                    <a:pt x="10706" y="1403"/>
                  </a:lnTo>
                  <a:lnTo>
                    <a:pt x="10746" y="1225"/>
                  </a:lnTo>
                  <a:lnTo>
                    <a:pt x="10765" y="1048"/>
                  </a:lnTo>
                  <a:lnTo>
                    <a:pt x="10746" y="890"/>
                  </a:lnTo>
                  <a:lnTo>
                    <a:pt x="10726" y="732"/>
                  </a:lnTo>
                  <a:lnTo>
                    <a:pt x="10667" y="574"/>
                  </a:lnTo>
                  <a:lnTo>
                    <a:pt x="10588" y="435"/>
                  </a:lnTo>
                  <a:lnTo>
                    <a:pt x="10489" y="317"/>
                  </a:lnTo>
                  <a:lnTo>
                    <a:pt x="10370" y="218"/>
                  </a:lnTo>
                  <a:lnTo>
                    <a:pt x="10212" y="139"/>
                  </a:lnTo>
                  <a:lnTo>
                    <a:pt x="10035" y="80"/>
                  </a:lnTo>
                  <a:lnTo>
                    <a:pt x="9798" y="21"/>
                  </a:lnTo>
                  <a:lnTo>
                    <a:pt x="9659"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 name="Google Shape;2416;p9"/>
            <p:cNvSpPr/>
            <p:nvPr/>
          </p:nvSpPr>
          <p:spPr>
            <a:xfrm>
              <a:off x="-1390175" y="3108975"/>
              <a:ext cx="127925" cy="124950"/>
            </a:xfrm>
            <a:custGeom>
              <a:rect b="b" l="l" r="r" t="t"/>
              <a:pathLst>
                <a:path extrusionOk="0" h="4998" w="5117">
                  <a:moveTo>
                    <a:pt x="5117" y="0"/>
                  </a:moveTo>
                  <a:lnTo>
                    <a:pt x="4781" y="40"/>
                  </a:lnTo>
                  <a:lnTo>
                    <a:pt x="4406" y="99"/>
                  </a:lnTo>
                  <a:lnTo>
                    <a:pt x="3932" y="198"/>
                  </a:lnTo>
                  <a:lnTo>
                    <a:pt x="3675" y="277"/>
                  </a:lnTo>
                  <a:lnTo>
                    <a:pt x="3398" y="376"/>
                  </a:lnTo>
                  <a:lnTo>
                    <a:pt x="3102" y="474"/>
                  </a:lnTo>
                  <a:lnTo>
                    <a:pt x="2825" y="613"/>
                  </a:lnTo>
                  <a:lnTo>
                    <a:pt x="2529" y="771"/>
                  </a:lnTo>
                  <a:lnTo>
                    <a:pt x="2253" y="949"/>
                  </a:lnTo>
                  <a:lnTo>
                    <a:pt x="1976" y="1166"/>
                  </a:lnTo>
                  <a:lnTo>
                    <a:pt x="1719" y="1383"/>
                  </a:lnTo>
                  <a:lnTo>
                    <a:pt x="1482" y="1660"/>
                  </a:lnTo>
                  <a:lnTo>
                    <a:pt x="1265" y="1936"/>
                  </a:lnTo>
                  <a:lnTo>
                    <a:pt x="1067" y="2213"/>
                  </a:lnTo>
                  <a:lnTo>
                    <a:pt x="890" y="2509"/>
                  </a:lnTo>
                  <a:lnTo>
                    <a:pt x="732" y="2825"/>
                  </a:lnTo>
                  <a:lnTo>
                    <a:pt x="593" y="3121"/>
                  </a:lnTo>
                  <a:lnTo>
                    <a:pt x="475" y="3418"/>
                  </a:lnTo>
                  <a:lnTo>
                    <a:pt x="356" y="3694"/>
                  </a:lnTo>
                  <a:lnTo>
                    <a:pt x="198" y="4208"/>
                  </a:lnTo>
                  <a:lnTo>
                    <a:pt x="80" y="4622"/>
                  </a:lnTo>
                  <a:lnTo>
                    <a:pt x="1" y="4998"/>
                  </a:lnTo>
                  <a:lnTo>
                    <a:pt x="139" y="4583"/>
                  </a:lnTo>
                  <a:lnTo>
                    <a:pt x="317" y="4109"/>
                  </a:lnTo>
                  <a:lnTo>
                    <a:pt x="534" y="3556"/>
                  </a:lnTo>
                  <a:lnTo>
                    <a:pt x="672" y="3260"/>
                  </a:lnTo>
                  <a:lnTo>
                    <a:pt x="830" y="2963"/>
                  </a:lnTo>
                  <a:lnTo>
                    <a:pt x="1008" y="2667"/>
                  </a:lnTo>
                  <a:lnTo>
                    <a:pt x="1186" y="2371"/>
                  </a:lnTo>
                  <a:lnTo>
                    <a:pt x="1383" y="2094"/>
                  </a:lnTo>
                  <a:lnTo>
                    <a:pt x="1581" y="1837"/>
                  </a:lnTo>
                  <a:lnTo>
                    <a:pt x="1798" y="1600"/>
                  </a:lnTo>
                  <a:lnTo>
                    <a:pt x="2035" y="1403"/>
                  </a:lnTo>
                  <a:lnTo>
                    <a:pt x="2272" y="1245"/>
                  </a:lnTo>
                  <a:lnTo>
                    <a:pt x="2529" y="1087"/>
                  </a:lnTo>
                  <a:lnTo>
                    <a:pt x="3062" y="790"/>
                  </a:lnTo>
                  <a:lnTo>
                    <a:pt x="3576" y="553"/>
                  </a:lnTo>
                  <a:lnTo>
                    <a:pt x="4050" y="356"/>
                  </a:lnTo>
                  <a:lnTo>
                    <a:pt x="4485" y="198"/>
                  </a:lnTo>
                  <a:lnTo>
                    <a:pt x="4820" y="99"/>
                  </a:lnTo>
                  <a:lnTo>
                    <a:pt x="5117"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 name="Google Shape;2417;p9"/>
            <p:cNvSpPr/>
            <p:nvPr/>
          </p:nvSpPr>
          <p:spPr>
            <a:xfrm>
              <a:off x="-1421275" y="3109475"/>
              <a:ext cx="81500" cy="108150"/>
            </a:xfrm>
            <a:custGeom>
              <a:rect b="b" l="l" r="r" t="t"/>
              <a:pathLst>
                <a:path extrusionOk="0" h="4326" w="3260">
                  <a:moveTo>
                    <a:pt x="3260" y="0"/>
                  </a:moveTo>
                  <a:lnTo>
                    <a:pt x="3023" y="119"/>
                  </a:lnTo>
                  <a:lnTo>
                    <a:pt x="2746" y="257"/>
                  </a:lnTo>
                  <a:lnTo>
                    <a:pt x="2410" y="474"/>
                  </a:lnTo>
                  <a:lnTo>
                    <a:pt x="2055" y="731"/>
                  </a:lnTo>
                  <a:lnTo>
                    <a:pt x="1857" y="869"/>
                  </a:lnTo>
                  <a:lnTo>
                    <a:pt x="1679" y="1047"/>
                  </a:lnTo>
                  <a:lnTo>
                    <a:pt x="1502" y="1225"/>
                  </a:lnTo>
                  <a:lnTo>
                    <a:pt x="1324" y="1422"/>
                  </a:lnTo>
                  <a:lnTo>
                    <a:pt x="1146" y="1640"/>
                  </a:lnTo>
                  <a:lnTo>
                    <a:pt x="988" y="1877"/>
                  </a:lnTo>
                  <a:lnTo>
                    <a:pt x="731" y="2351"/>
                  </a:lnTo>
                  <a:lnTo>
                    <a:pt x="514" y="2785"/>
                  </a:lnTo>
                  <a:lnTo>
                    <a:pt x="336" y="3200"/>
                  </a:lnTo>
                  <a:lnTo>
                    <a:pt x="198" y="3575"/>
                  </a:lnTo>
                  <a:lnTo>
                    <a:pt x="99" y="3891"/>
                  </a:lnTo>
                  <a:lnTo>
                    <a:pt x="40" y="4128"/>
                  </a:lnTo>
                  <a:lnTo>
                    <a:pt x="0" y="4326"/>
                  </a:lnTo>
                  <a:lnTo>
                    <a:pt x="40" y="4188"/>
                  </a:lnTo>
                  <a:lnTo>
                    <a:pt x="198" y="3753"/>
                  </a:lnTo>
                  <a:lnTo>
                    <a:pt x="336" y="3437"/>
                  </a:lnTo>
                  <a:lnTo>
                    <a:pt x="514" y="3062"/>
                  </a:lnTo>
                  <a:lnTo>
                    <a:pt x="751" y="2627"/>
                  </a:lnTo>
                  <a:lnTo>
                    <a:pt x="1028" y="2114"/>
                  </a:lnTo>
                  <a:lnTo>
                    <a:pt x="1186" y="1857"/>
                  </a:lnTo>
                  <a:lnTo>
                    <a:pt x="1363" y="1620"/>
                  </a:lnTo>
                  <a:lnTo>
                    <a:pt x="1541" y="1403"/>
                  </a:lnTo>
                  <a:lnTo>
                    <a:pt x="1719" y="1185"/>
                  </a:lnTo>
                  <a:lnTo>
                    <a:pt x="1897" y="988"/>
                  </a:lnTo>
                  <a:lnTo>
                    <a:pt x="2094" y="830"/>
                  </a:lnTo>
                  <a:lnTo>
                    <a:pt x="2450" y="533"/>
                  </a:lnTo>
                  <a:lnTo>
                    <a:pt x="2766" y="296"/>
                  </a:lnTo>
                  <a:lnTo>
                    <a:pt x="3023" y="138"/>
                  </a:lnTo>
                  <a:lnTo>
                    <a:pt x="32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 name="Google Shape;2418;p9"/>
            <p:cNvSpPr/>
            <p:nvPr/>
          </p:nvSpPr>
          <p:spPr>
            <a:xfrm>
              <a:off x="-1439550" y="3130200"/>
              <a:ext cx="55825" cy="79050"/>
            </a:xfrm>
            <a:custGeom>
              <a:rect b="b" l="l" r="r" t="t"/>
              <a:pathLst>
                <a:path extrusionOk="0" h="3162" w="2233">
                  <a:moveTo>
                    <a:pt x="2233" y="1"/>
                  </a:moveTo>
                  <a:lnTo>
                    <a:pt x="1857" y="80"/>
                  </a:lnTo>
                  <a:lnTo>
                    <a:pt x="1798" y="119"/>
                  </a:lnTo>
                  <a:lnTo>
                    <a:pt x="1660" y="238"/>
                  </a:lnTo>
                  <a:lnTo>
                    <a:pt x="1541" y="337"/>
                  </a:lnTo>
                  <a:lnTo>
                    <a:pt x="1423" y="475"/>
                  </a:lnTo>
                  <a:lnTo>
                    <a:pt x="1285" y="653"/>
                  </a:lnTo>
                  <a:lnTo>
                    <a:pt x="1127" y="850"/>
                  </a:lnTo>
                  <a:lnTo>
                    <a:pt x="949" y="1146"/>
                  </a:lnTo>
                  <a:lnTo>
                    <a:pt x="771" y="1482"/>
                  </a:lnTo>
                  <a:lnTo>
                    <a:pt x="396" y="2252"/>
                  </a:lnTo>
                  <a:lnTo>
                    <a:pt x="119" y="2904"/>
                  </a:lnTo>
                  <a:lnTo>
                    <a:pt x="1" y="3161"/>
                  </a:lnTo>
                  <a:lnTo>
                    <a:pt x="672" y="1877"/>
                  </a:lnTo>
                  <a:lnTo>
                    <a:pt x="929" y="1423"/>
                  </a:lnTo>
                  <a:lnTo>
                    <a:pt x="1186" y="1028"/>
                  </a:lnTo>
                  <a:lnTo>
                    <a:pt x="1462" y="712"/>
                  </a:lnTo>
                  <a:lnTo>
                    <a:pt x="1699" y="455"/>
                  </a:lnTo>
                  <a:lnTo>
                    <a:pt x="1917" y="258"/>
                  </a:lnTo>
                  <a:lnTo>
                    <a:pt x="2075" y="119"/>
                  </a:lnTo>
                  <a:lnTo>
                    <a:pt x="223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 name="Google Shape;2419;p9"/>
            <p:cNvSpPr/>
            <p:nvPr/>
          </p:nvSpPr>
          <p:spPr>
            <a:xfrm>
              <a:off x="-1268200" y="3098100"/>
              <a:ext cx="50400" cy="39550"/>
            </a:xfrm>
            <a:custGeom>
              <a:rect b="b" l="l" r="r" t="t"/>
              <a:pathLst>
                <a:path extrusionOk="0" h="1582" w="2016">
                  <a:moveTo>
                    <a:pt x="1699" y="1"/>
                  </a:moveTo>
                  <a:lnTo>
                    <a:pt x="1719" y="297"/>
                  </a:lnTo>
                  <a:lnTo>
                    <a:pt x="1759" y="574"/>
                  </a:lnTo>
                  <a:lnTo>
                    <a:pt x="1818" y="830"/>
                  </a:lnTo>
                  <a:lnTo>
                    <a:pt x="1838" y="929"/>
                  </a:lnTo>
                  <a:lnTo>
                    <a:pt x="1541" y="1087"/>
                  </a:lnTo>
                  <a:lnTo>
                    <a:pt x="1265" y="1225"/>
                  </a:lnTo>
                  <a:lnTo>
                    <a:pt x="949" y="1344"/>
                  </a:lnTo>
                  <a:lnTo>
                    <a:pt x="692" y="1423"/>
                  </a:lnTo>
                  <a:lnTo>
                    <a:pt x="514" y="1463"/>
                  </a:lnTo>
                  <a:lnTo>
                    <a:pt x="376" y="1463"/>
                  </a:lnTo>
                  <a:lnTo>
                    <a:pt x="336" y="1423"/>
                  </a:lnTo>
                  <a:lnTo>
                    <a:pt x="277" y="1384"/>
                  </a:lnTo>
                  <a:lnTo>
                    <a:pt x="198" y="1285"/>
                  </a:lnTo>
                  <a:lnTo>
                    <a:pt x="139" y="1186"/>
                  </a:lnTo>
                  <a:lnTo>
                    <a:pt x="99" y="1048"/>
                  </a:lnTo>
                  <a:lnTo>
                    <a:pt x="80" y="929"/>
                  </a:lnTo>
                  <a:lnTo>
                    <a:pt x="80" y="613"/>
                  </a:lnTo>
                  <a:lnTo>
                    <a:pt x="80" y="455"/>
                  </a:lnTo>
                  <a:lnTo>
                    <a:pt x="1" y="475"/>
                  </a:lnTo>
                  <a:lnTo>
                    <a:pt x="1" y="613"/>
                  </a:lnTo>
                  <a:lnTo>
                    <a:pt x="1" y="751"/>
                  </a:lnTo>
                  <a:lnTo>
                    <a:pt x="1" y="890"/>
                  </a:lnTo>
                  <a:lnTo>
                    <a:pt x="1" y="1048"/>
                  </a:lnTo>
                  <a:lnTo>
                    <a:pt x="40" y="1225"/>
                  </a:lnTo>
                  <a:lnTo>
                    <a:pt x="99" y="1384"/>
                  </a:lnTo>
                  <a:lnTo>
                    <a:pt x="139" y="1443"/>
                  </a:lnTo>
                  <a:lnTo>
                    <a:pt x="198" y="1502"/>
                  </a:lnTo>
                  <a:lnTo>
                    <a:pt x="257" y="1542"/>
                  </a:lnTo>
                  <a:lnTo>
                    <a:pt x="336" y="1581"/>
                  </a:lnTo>
                  <a:lnTo>
                    <a:pt x="514" y="1581"/>
                  </a:lnTo>
                  <a:lnTo>
                    <a:pt x="771" y="1542"/>
                  </a:lnTo>
                  <a:lnTo>
                    <a:pt x="1047" y="1443"/>
                  </a:lnTo>
                  <a:lnTo>
                    <a:pt x="1324" y="1324"/>
                  </a:lnTo>
                  <a:lnTo>
                    <a:pt x="1798" y="1087"/>
                  </a:lnTo>
                  <a:lnTo>
                    <a:pt x="2015" y="988"/>
                  </a:lnTo>
                  <a:lnTo>
                    <a:pt x="1976" y="890"/>
                  </a:lnTo>
                  <a:lnTo>
                    <a:pt x="1897" y="653"/>
                  </a:lnTo>
                  <a:lnTo>
                    <a:pt x="1838" y="356"/>
                  </a:lnTo>
                  <a:lnTo>
                    <a:pt x="1838" y="179"/>
                  </a:lnTo>
                  <a:lnTo>
                    <a:pt x="1838" y="21"/>
                  </a:lnTo>
                  <a:lnTo>
                    <a:pt x="169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9"/>
            <p:cNvSpPr/>
            <p:nvPr/>
          </p:nvSpPr>
          <p:spPr>
            <a:xfrm>
              <a:off x="-1265225" y="3218100"/>
              <a:ext cx="72600" cy="76075"/>
            </a:xfrm>
            <a:custGeom>
              <a:rect b="b" l="l" r="r" t="t"/>
              <a:pathLst>
                <a:path extrusionOk="0" h="3043" w="2904">
                  <a:moveTo>
                    <a:pt x="1304" y="198"/>
                  </a:moveTo>
                  <a:lnTo>
                    <a:pt x="2667" y="1541"/>
                  </a:lnTo>
                  <a:lnTo>
                    <a:pt x="2548" y="1699"/>
                  </a:lnTo>
                  <a:lnTo>
                    <a:pt x="2252" y="2094"/>
                  </a:lnTo>
                  <a:lnTo>
                    <a:pt x="2054" y="2292"/>
                  </a:lnTo>
                  <a:lnTo>
                    <a:pt x="1877" y="2489"/>
                  </a:lnTo>
                  <a:lnTo>
                    <a:pt x="1699" y="2647"/>
                  </a:lnTo>
                  <a:lnTo>
                    <a:pt x="1561" y="2766"/>
                  </a:lnTo>
                  <a:lnTo>
                    <a:pt x="1403" y="2825"/>
                  </a:lnTo>
                  <a:lnTo>
                    <a:pt x="1264" y="2845"/>
                  </a:lnTo>
                  <a:lnTo>
                    <a:pt x="1106" y="2865"/>
                  </a:lnTo>
                  <a:lnTo>
                    <a:pt x="948" y="2845"/>
                  </a:lnTo>
                  <a:lnTo>
                    <a:pt x="790" y="2825"/>
                  </a:lnTo>
                  <a:lnTo>
                    <a:pt x="632" y="2766"/>
                  </a:lnTo>
                  <a:lnTo>
                    <a:pt x="494" y="2687"/>
                  </a:lnTo>
                  <a:lnTo>
                    <a:pt x="375" y="2588"/>
                  </a:lnTo>
                  <a:lnTo>
                    <a:pt x="277" y="2470"/>
                  </a:lnTo>
                  <a:lnTo>
                    <a:pt x="198" y="2331"/>
                  </a:lnTo>
                  <a:lnTo>
                    <a:pt x="178" y="2173"/>
                  </a:lnTo>
                  <a:lnTo>
                    <a:pt x="158" y="2015"/>
                  </a:lnTo>
                  <a:lnTo>
                    <a:pt x="158" y="1857"/>
                  </a:lnTo>
                  <a:lnTo>
                    <a:pt x="178" y="1719"/>
                  </a:lnTo>
                  <a:lnTo>
                    <a:pt x="217" y="1581"/>
                  </a:lnTo>
                  <a:lnTo>
                    <a:pt x="257" y="1482"/>
                  </a:lnTo>
                  <a:lnTo>
                    <a:pt x="336" y="1344"/>
                  </a:lnTo>
                  <a:lnTo>
                    <a:pt x="454" y="1166"/>
                  </a:lnTo>
                  <a:lnTo>
                    <a:pt x="810" y="731"/>
                  </a:lnTo>
                  <a:lnTo>
                    <a:pt x="1304" y="198"/>
                  </a:lnTo>
                  <a:close/>
                  <a:moveTo>
                    <a:pt x="1323" y="1"/>
                  </a:moveTo>
                  <a:lnTo>
                    <a:pt x="1185" y="119"/>
                  </a:lnTo>
                  <a:lnTo>
                    <a:pt x="869" y="415"/>
                  </a:lnTo>
                  <a:lnTo>
                    <a:pt x="514" y="810"/>
                  </a:lnTo>
                  <a:lnTo>
                    <a:pt x="336" y="1008"/>
                  </a:lnTo>
                  <a:lnTo>
                    <a:pt x="217" y="1225"/>
                  </a:lnTo>
                  <a:lnTo>
                    <a:pt x="119" y="1423"/>
                  </a:lnTo>
                  <a:lnTo>
                    <a:pt x="40" y="1620"/>
                  </a:lnTo>
                  <a:lnTo>
                    <a:pt x="0" y="1818"/>
                  </a:lnTo>
                  <a:lnTo>
                    <a:pt x="0" y="2015"/>
                  </a:lnTo>
                  <a:lnTo>
                    <a:pt x="0" y="2193"/>
                  </a:lnTo>
                  <a:lnTo>
                    <a:pt x="59" y="2371"/>
                  </a:lnTo>
                  <a:lnTo>
                    <a:pt x="119" y="2529"/>
                  </a:lnTo>
                  <a:lnTo>
                    <a:pt x="237" y="2667"/>
                  </a:lnTo>
                  <a:lnTo>
                    <a:pt x="356" y="2786"/>
                  </a:lnTo>
                  <a:lnTo>
                    <a:pt x="533" y="2904"/>
                  </a:lnTo>
                  <a:lnTo>
                    <a:pt x="731" y="2983"/>
                  </a:lnTo>
                  <a:lnTo>
                    <a:pt x="948" y="3023"/>
                  </a:lnTo>
                  <a:lnTo>
                    <a:pt x="1165" y="3042"/>
                  </a:lnTo>
                  <a:lnTo>
                    <a:pt x="1383" y="3023"/>
                  </a:lnTo>
                  <a:lnTo>
                    <a:pt x="1501" y="2983"/>
                  </a:lnTo>
                  <a:lnTo>
                    <a:pt x="1600" y="2944"/>
                  </a:lnTo>
                  <a:lnTo>
                    <a:pt x="1719" y="2884"/>
                  </a:lnTo>
                  <a:lnTo>
                    <a:pt x="1798" y="2805"/>
                  </a:lnTo>
                  <a:lnTo>
                    <a:pt x="1995" y="2628"/>
                  </a:lnTo>
                  <a:lnTo>
                    <a:pt x="2193" y="2430"/>
                  </a:lnTo>
                  <a:lnTo>
                    <a:pt x="2548" y="1996"/>
                  </a:lnTo>
                  <a:lnTo>
                    <a:pt x="2805" y="1660"/>
                  </a:lnTo>
                  <a:lnTo>
                    <a:pt x="2904" y="1522"/>
                  </a:lnTo>
                  <a:lnTo>
                    <a:pt x="2785" y="1423"/>
                  </a:lnTo>
                  <a:lnTo>
                    <a:pt x="2607" y="1265"/>
                  </a:lnTo>
                  <a:lnTo>
                    <a:pt x="2193" y="850"/>
                  </a:lnTo>
                  <a:lnTo>
                    <a:pt x="1640" y="277"/>
                  </a:lnTo>
                  <a:lnTo>
                    <a:pt x="132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 name="Google Shape;2421;p9"/>
            <p:cNvSpPr/>
            <p:nvPr/>
          </p:nvSpPr>
          <p:spPr>
            <a:xfrm>
              <a:off x="-1000075" y="3266000"/>
              <a:ext cx="252375" cy="325450"/>
            </a:xfrm>
            <a:custGeom>
              <a:rect b="b" l="l" r="r" t="t"/>
              <a:pathLst>
                <a:path extrusionOk="0" h="13018" w="10095">
                  <a:moveTo>
                    <a:pt x="6539" y="1"/>
                  </a:moveTo>
                  <a:lnTo>
                    <a:pt x="6361" y="20"/>
                  </a:lnTo>
                  <a:lnTo>
                    <a:pt x="6183" y="40"/>
                  </a:lnTo>
                  <a:lnTo>
                    <a:pt x="6025" y="99"/>
                  </a:lnTo>
                  <a:lnTo>
                    <a:pt x="5867" y="178"/>
                  </a:lnTo>
                  <a:lnTo>
                    <a:pt x="5729" y="277"/>
                  </a:lnTo>
                  <a:lnTo>
                    <a:pt x="5591" y="376"/>
                  </a:lnTo>
                  <a:lnTo>
                    <a:pt x="5472" y="514"/>
                  </a:lnTo>
                  <a:lnTo>
                    <a:pt x="5215" y="791"/>
                  </a:lnTo>
                  <a:lnTo>
                    <a:pt x="4939" y="1126"/>
                  </a:lnTo>
                  <a:lnTo>
                    <a:pt x="4623" y="1600"/>
                  </a:lnTo>
                  <a:lnTo>
                    <a:pt x="4188" y="2272"/>
                  </a:lnTo>
                  <a:lnTo>
                    <a:pt x="3655" y="3141"/>
                  </a:lnTo>
                  <a:lnTo>
                    <a:pt x="3063" y="4149"/>
                  </a:lnTo>
                  <a:lnTo>
                    <a:pt x="1779" y="6400"/>
                  </a:lnTo>
                  <a:lnTo>
                    <a:pt x="495" y="8711"/>
                  </a:lnTo>
                  <a:lnTo>
                    <a:pt x="356" y="8988"/>
                  </a:lnTo>
                  <a:lnTo>
                    <a:pt x="238" y="9245"/>
                  </a:lnTo>
                  <a:lnTo>
                    <a:pt x="139" y="9501"/>
                  </a:lnTo>
                  <a:lnTo>
                    <a:pt x="80" y="9738"/>
                  </a:lnTo>
                  <a:lnTo>
                    <a:pt x="40" y="9956"/>
                  </a:lnTo>
                  <a:lnTo>
                    <a:pt x="1" y="10173"/>
                  </a:lnTo>
                  <a:lnTo>
                    <a:pt x="1" y="10390"/>
                  </a:lnTo>
                  <a:lnTo>
                    <a:pt x="1" y="10568"/>
                  </a:lnTo>
                  <a:lnTo>
                    <a:pt x="40" y="10765"/>
                  </a:lnTo>
                  <a:lnTo>
                    <a:pt x="80" y="10923"/>
                  </a:lnTo>
                  <a:lnTo>
                    <a:pt x="119" y="11101"/>
                  </a:lnTo>
                  <a:lnTo>
                    <a:pt x="198" y="11240"/>
                  </a:lnTo>
                  <a:lnTo>
                    <a:pt x="258" y="11378"/>
                  </a:lnTo>
                  <a:lnTo>
                    <a:pt x="356" y="11516"/>
                  </a:lnTo>
                  <a:lnTo>
                    <a:pt x="534" y="11753"/>
                  </a:lnTo>
                  <a:lnTo>
                    <a:pt x="752" y="11970"/>
                  </a:lnTo>
                  <a:lnTo>
                    <a:pt x="969" y="12128"/>
                  </a:lnTo>
                  <a:lnTo>
                    <a:pt x="1166" y="12267"/>
                  </a:lnTo>
                  <a:lnTo>
                    <a:pt x="1364" y="12385"/>
                  </a:lnTo>
                  <a:lnTo>
                    <a:pt x="1680" y="12523"/>
                  </a:lnTo>
                  <a:lnTo>
                    <a:pt x="1798" y="12563"/>
                  </a:lnTo>
                  <a:lnTo>
                    <a:pt x="2075" y="12662"/>
                  </a:lnTo>
                  <a:lnTo>
                    <a:pt x="2391" y="12760"/>
                  </a:lnTo>
                  <a:lnTo>
                    <a:pt x="2786" y="12859"/>
                  </a:lnTo>
                  <a:lnTo>
                    <a:pt x="3240" y="12938"/>
                  </a:lnTo>
                  <a:lnTo>
                    <a:pt x="3774" y="12997"/>
                  </a:lnTo>
                  <a:lnTo>
                    <a:pt x="4030" y="13017"/>
                  </a:lnTo>
                  <a:lnTo>
                    <a:pt x="4327" y="13017"/>
                  </a:lnTo>
                  <a:lnTo>
                    <a:pt x="4603" y="12997"/>
                  </a:lnTo>
                  <a:lnTo>
                    <a:pt x="4880" y="12958"/>
                  </a:lnTo>
                  <a:lnTo>
                    <a:pt x="5156" y="12899"/>
                  </a:lnTo>
                  <a:lnTo>
                    <a:pt x="5413" y="12820"/>
                  </a:lnTo>
                  <a:lnTo>
                    <a:pt x="5670" y="12721"/>
                  </a:lnTo>
                  <a:lnTo>
                    <a:pt x="5887" y="12583"/>
                  </a:lnTo>
                  <a:lnTo>
                    <a:pt x="6104" y="12425"/>
                  </a:lnTo>
                  <a:lnTo>
                    <a:pt x="6322" y="12247"/>
                  </a:lnTo>
                  <a:lnTo>
                    <a:pt x="6519" y="12049"/>
                  </a:lnTo>
                  <a:lnTo>
                    <a:pt x="6717" y="11832"/>
                  </a:lnTo>
                  <a:lnTo>
                    <a:pt x="6894" y="11595"/>
                  </a:lnTo>
                  <a:lnTo>
                    <a:pt x="7072" y="11338"/>
                  </a:lnTo>
                  <a:lnTo>
                    <a:pt x="7428" y="10805"/>
                  </a:lnTo>
                  <a:lnTo>
                    <a:pt x="7763" y="10212"/>
                  </a:lnTo>
                  <a:lnTo>
                    <a:pt x="8099" y="9600"/>
                  </a:lnTo>
                  <a:lnTo>
                    <a:pt x="8455" y="8948"/>
                  </a:lnTo>
                  <a:lnTo>
                    <a:pt x="8791" y="8277"/>
                  </a:lnTo>
                  <a:lnTo>
                    <a:pt x="9126" y="7566"/>
                  </a:lnTo>
                  <a:lnTo>
                    <a:pt x="9423" y="6835"/>
                  </a:lnTo>
                  <a:lnTo>
                    <a:pt x="9679" y="6124"/>
                  </a:lnTo>
                  <a:lnTo>
                    <a:pt x="9798" y="5748"/>
                  </a:lnTo>
                  <a:lnTo>
                    <a:pt x="9877" y="5393"/>
                  </a:lnTo>
                  <a:lnTo>
                    <a:pt x="9956" y="5037"/>
                  </a:lnTo>
                  <a:lnTo>
                    <a:pt x="10035" y="4682"/>
                  </a:lnTo>
                  <a:lnTo>
                    <a:pt x="10074" y="4346"/>
                  </a:lnTo>
                  <a:lnTo>
                    <a:pt x="10094" y="3991"/>
                  </a:lnTo>
                  <a:lnTo>
                    <a:pt x="10094" y="3674"/>
                  </a:lnTo>
                  <a:lnTo>
                    <a:pt x="10074" y="3358"/>
                  </a:lnTo>
                  <a:lnTo>
                    <a:pt x="10035" y="3062"/>
                  </a:lnTo>
                  <a:lnTo>
                    <a:pt x="9956" y="2766"/>
                  </a:lnTo>
                  <a:lnTo>
                    <a:pt x="9877" y="2509"/>
                  </a:lnTo>
                  <a:lnTo>
                    <a:pt x="9758" y="2252"/>
                  </a:lnTo>
                  <a:lnTo>
                    <a:pt x="9640" y="1996"/>
                  </a:lnTo>
                  <a:lnTo>
                    <a:pt x="9482" y="1759"/>
                  </a:lnTo>
                  <a:lnTo>
                    <a:pt x="9324" y="1541"/>
                  </a:lnTo>
                  <a:lnTo>
                    <a:pt x="9146" y="1344"/>
                  </a:lnTo>
                  <a:lnTo>
                    <a:pt x="8929" y="1146"/>
                  </a:lnTo>
                  <a:lnTo>
                    <a:pt x="8712" y="949"/>
                  </a:lnTo>
                  <a:lnTo>
                    <a:pt x="8494" y="791"/>
                  </a:lnTo>
                  <a:lnTo>
                    <a:pt x="8238" y="613"/>
                  </a:lnTo>
                  <a:lnTo>
                    <a:pt x="7981" y="475"/>
                  </a:lnTo>
                  <a:lnTo>
                    <a:pt x="7704" y="317"/>
                  </a:lnTo>
                  <a:lnTo>
                    <a:pt x="7428" y="198"/>
                  </a:lnTo>
                  <a:lnTo>
                    <a:pt x="7171" y="119"/>
                  </a:lnTo>
                  <a:lnTo>
                    <a:pt x="6954" y="40"/>
                  </a:lnTo>
                  <a:lnTo>
                    <a:pt x="67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 name="Google Shape;2422;p9"/>
            <p:cNvSpPr/>
            <p:nvPr/>
          </p:nvSpPr>
          <p:spPr>
            <a:xfrm>
              <a:off x="-1423750" y="3975100"/>
              <a:ext cx="253850" cy="137300"/>
            </a:xfrm>
            <a:custGeom>
              <a:rect b="b" l="l" r="r" t="t"/>
              <a:pathLst>
                <a:path extrusionOk="0" h="5492" w="10154">
                  <a:moveTo>
                    <a:pt x="178" y="1"/>
                  </a:moveTo>
                  <a:lnTo>
                    <a:pt x="1" y="277"/>
                  </a:lnTo>
                  <a:lnTo>
                    <a:pt x="1285" y="1008"/>
                  </a:lnTo>
                  <a:lnTo>
                    <a:pt x="2509" y="1680"/>
                  </a:lnTo>
                  <a:lnTo>
                    <a:pt x="3754" y="2351"/>
                  </a:lnTo>
                  <a:lnTo>
                    <a:pt x="5373" y="3200"/>
                  </a:lnTo>
                  <a:lnTo>
                    <a:pt x="7427" y="4228"/>
                  </a:lnTo>
                  <a:lnTo>
                    <a:pt x="9975" y="5492"/>
                  </a:lnTo>
                  <a:lnTo>
                    <a:pt x="10153" y="5097"/>
                  </a:lnTo>
                  <a:lnTo>
                    <a:pt x="9936" y="4998"/>
                  </a:lnTo>
                  <a:lnTo>
                    <a:pt x="9264" y="4702"/>
                  </a:lnTo>
                  <a:lnTo>
                    <a:pt x="8257" y="4188"/>
                  </a:lnTo>
                  <a:lnTo>
                    <a:pt x="7625" y="3872"/>
                  </a:lnTo>
                  <a:lnTo>
                    <a:pt x="6934" y="3477"/>
                  </a:lnTo>
                  <a:lnTo>
                    <a:pt x="6084" y="3023"/>
                  </a:lnTo>
                  <a:lnTo>
                    <a:pt x="5077" y="2489"/>
                  </a:lnTo>
                  <a:lnTo>
                    <a:pt x="2825" y="1344"/>
                  </a:lnTo>
                  <a:lnTo>
                    <a:pt x="178"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9"/>
            <p:cNvSpPr/>
            <p:nvPr/>
          </p:nvSpPr>
          <p:spPr>
            <a:xfrm>
              <a:off x="-1731375" y="3345000"/>
              <a:ext cx="124950" cy="251375"/>
            </a:xfrm>
            <a:custGeom>
              <a:rect b="b" l="l" r="r" t="t"/>
              <a:pathLst>
                <a:path extrusionOk="0" h="10055" w="4998">
                  <a:moveTo>
                    <a:pt x="395" y="1"/>
                  </a:moveTo>
                  <a:lnTo>
                    <a:pt x="178" y="40"/>
                  </a:lnTo>
                  <a:lnTo>
                    <a:pt x="40" y="60"/>
                  </a:lnTo>
                  <a:lnTo>
                    <a:pt x="20" y="100"/>
                  </a:lnTo>
                  <a:lnTo>
                    <a:pt x="0" y="119"/>
                  </a:lnTo>
                  <a:lnTo>
                    <a:pt x="2331" y="5117"/>
                  </a:lnTo>
                  <a:lnTo>
                    <a:pt x="4622" y="10055"/>
                  </a:lnTo>
                  <a:lnTo>
                    <a:pt x="4997" y="9699"/>
                  </a:lnTo>
                  <a:lnTo>
                    <a:pt x="4089" y="7823"/>
                  </a:lnTo>
                  <a:lnTo>
                    <a:pt x="2528" y="4524"/>
                  </a:lnTo>
                  <a:lnTo>
                    <a:pt x="395" y="1"/>
                  </a:lnTo>
                  <a:close/>
                </a:path>
              </a:pathLst>
            </a:custGeom>
            <a:solidFill>
              <a:srgbClr val="98B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 name="Google Shape;2424;p9"/>
            <p:cNvSpPr/>
            <p:nvPr/>
          </p:nvSpPr>
          <p:spPr>
            <a:xfrm>
              <a:off x="-1187225" y="3148475"/>
              <a:ext cx="262250" cy="196550"/>
            </a:xfrm>
            <a:custGeom>
              <a:rect b="b" l="l" r="r" t="t"/>
              <a:pathLst>
                <a:path extrusionOk="0" h="7862" w="10490">
                  <a:moveTo>
                    <a:pt x="119" y="1"/>
                  </a:moveTo>
                  <a:lnTo>
                    <a:pt x="60" y="20"/>
                  </a:lnTo>
                  <a:lnTo>
                    <a:pt x="40" y="40"/>
                  </a:lnTo>
                  <a:lnTo>
                    <a:pt x="21" y="60"/>
                  </a:lnTo>
                  <a:lnTo>
                    <a:pt x="1" y="99"/>
                  </a:lnTo>
                  <a:lnTo>
                    <a:pt x="21" y="159"/>
                  </a:lnTo>
                  <a:lnTo>
                    <a:pt x="60" y="297"/>
                  </a:lnTo>
                  <a:lnTo>
                    <a:pt x="139" y="494"/>
                  </a:lnTo>
                  <a:lnTo>
                    <a:pt x="258" y="712"/>
                  </a:lnTo>
                  <a:lnTo>
                    <a:pt x="435" y="949"/>
                  </a:lnTo>
                  <a:lnTo>
                    <a:pt x="633" y="1225"/>
                  </a:lnTo>
                  <a:lnTo>
                    <a:pt x="870" y="1541"/>
                  </a:lnTo>
                  <a:lnTo>
                    <a:pt x="1127" y="1838"/>
                  </a:lnTo>
                  <a:lnTo>
                    <a:pt x="1423" y="2173"/>
                  </a:lnTo>
                  <a:lnTo>
                    <a:pt x="1739" y="2509"/>
                  </a:lnTo>
                  <a:lnTo>
                    <a:pt x="2095" y="2845"/>
                  </a:lnTo>
                  <a:lnTo>
                    <a:pt x="2470" y="3181"/>
                  </a:lnTo>
                  <a:lnTo>
                    <a:pt x="2845" y="3516"/>
                  </a:lnTo>
                  <a:lnTo>
                    <a:pt x="3260" y="3813"/>
                  </a:lnTo>
                  <a:lnTo>
                    <a:pt x="3695" y="4129"/>
                  </a:lnTo>
                  <a:lnTo>
                    <a:pt x="6993" y="6321"/>
                  </a:lnTo>
                  <a:lnTo>
                    <a:pt x="9265" y="7862"/>
                  </a:lnTo>
                  <a:lnTo>
                    <a:pt x="10489" y="5788"/>
                  </a:lnTo>
                  <a:lnTo>
                    <a:pt x="9028" y="4860"/>
                  </a:lnTo>
                  <a:lnTo>
                    <a:pt x="6796" y="3477"/>
                  </a:lnTo>
                  <a:lnTo>
                    <a:pt x="5887" y="2944"/>
                  </a:lnTo>
                  <a:lnTo>
                    <a:pt x="4880" y="2351"/>
                  </a:lnTo>
                  <a:lnTo>
                    <a:pt x="3813" y="1759"/>
                  </a:lnTo>
                  <a:lnTo>
                    <a:pt x="2766" y="1205"/>
                  </a:lnTo>
                  <a:lnTo>
                    <a:pt x="1798" y="712"/>
                  </a:lnTo>
                  <a:lnTo>
                    <a:pt x="969" y="317"/>
                  </a:lnTo>
                  <a:lnTo>
                    <a:pt x="653" y="178"/>
                  </a:lnTo>
                  <a:lnTo>
                    <a:pt x="376" y="80"/>
                  </a:lnTo>
                  <a:lnTo>
                    <a:pt x="179" y="20"/>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 name="Google Shape;2425;p9"/>
            <p:cNvSpPr/>
            <p:nvPr/>
          </p:nvSpPr>
          <p:spPr>
            <a:xfrm>
              <a:off x="-1768900" y="3553400"/>
              <a:ext cx="25" cy="25"/>
            </a:xfrm>
            <a:custGeom>
              <a:rect b="b" l="l" r="r" t="t"/>
              <a:pathLst>
                <a:path extrusionOk="0" h="1" w="1">
                  <a:moveTo>
                    <a:pt x="0" y="0"/>
                  </a:move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 name="Google Shape;2426;p9"/>
            <p:cNvSpPr/>
            <p:nvPr/>
          </p:nvSpPr>
          <p:spPr>
            <a:xfrm>
              <a:off x="-1768425" y="3550925"/>
              <a:ext cx="25" cy="525"/>
            </a:xfrm>
            <a:custGeom>
              <a:rect b="b" l="l" r="r" t="t"/>
              <a:pathLst>
                <a:path extrusionOk="0" h="21" w="1">
                  <a:moveTo>
                    <a:pt x="1" y="1"/>
                  </a:moveTo>
                  <a:lnTo>
                    <a:pt x="1" y="1"/>
                  </a:lnTo>
                  <a:lnTo>
                    <a:pt x="1" y="1"/>
                  </a:lnTo>
                  <a:lnTo>
                    <a:pt x="1" y="1"/>
                  </a:lnTo>
                  <a:lnTo>
                    <a:pt x="1" y="20"/>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 name="Google Shape;2427;p9"/>
            <p:cNvSpPr/>
            <p:nvPr/>
          </p:nvSpPr>
          <p:spPr>
            <a:xfrm>
              <a:off x="-1782750" y="3483275"/>
              <a:ext cx="58800" cy="75075"/>
            </a:xfrm>
            <a:custGeom>
              <a:rect b="b" l="l" r="r" t="t"/>
              <a:pathLst>
                <a:path extrusionOk="0" h="3003" w="2352">
                  <a:moveTo>
                    <a:pt x="1324" y="20"/>
                  </a:moveTo>
                  <a:lnTo>
                    <a:pt x="1364" y="40"/>
                  </a:lnTo>
                  <a:lnTo>
                    <a:pt x="1364" y="40"/>
                  </a:lnTo>
                  <a:lnTo>
                    <a:pt x="1344" y="20"/>
                  </a:lnTo>
                  <a:close/>
                  <a:moveTo>
                    <a:pt x="969" y="99"/>
                  </a:moveTo>
                  <a:lnTo>
                    <a:pt x="969" y="119"/>
                  </a:lnTo>
                  <a:lnTo>
                    <a:pt x="949" y="119"/>
                  </a:lnTo>
                  <a:lnTo>
                    <a:pt x="1008" y="139"/>
                  </a:lnTo>
                  <a:lnTo>
                    <a:pt x="1008" y="139"/>
                  </a:lnTo>
                  <a:lnTo>
                    <a:pt x="989" y="119"/>
                  </a:lnTo>
                  <a:lnTo>
                    <a:pt x="1008" y="129"/>
                  </a:lnTo>
                  <a:lnTo>
                    <a:pt x="969" y="99"/>
                  </a:lnTo>
                  <a:close/>
                  <a:moveTo>
                    <a:pt x="1008" y="129"/>
                  </a:moveTo>
                  <a:lnTo>
                    <a:pt x="1048" y="159"/>
                  </a:lnTo>
                  <a:lnTo>
                    <a:pt x="1048" y="159"/>
                  </a:lnTo>
                  <a:lnTo>
                    <a:pt x="1041" y="145"/>
                  </a:lnTo>
                  <a:lnTo>
                    <a:pt x="1041" y="145"/>
                  </a:lnTo>
                  <a:lnTo>
                    <a:pt x="1028" y="139"/>
                  </a:lnTo>
                  <a:lnTo>
                    <a:pt x="1008" y="129"/>
                  </a:lnTo>
                  <a:close/>
                  <a:moveTo>
                    <a:pt x="1028" y="119"/>
                  </a:moveTo>
                  <a:lnTo>
                    <a:pt x="1041" y="145"/>
                  </a:lnTo>
                  <a:lnTo>
                    <a:pt x="1041" y="145"/>
                  </a:lnTo>
                  <a:lnTo>
                    <a:pt x="1068" y="159"/>
                  </a:lnTo>
                  <a:lnTo>
                    <a:pt x="1028" y="119"/>
                  </a:lnTo>
                  <a:close/>
                  <a:moveTo>
                    <a:pt x="1048" y="159"/>
                  </a:moveTo>
                  <a:lnTo>
                    <a:pt x="1074" y="172"/>
                  </a:lnTo>
                  <a:lnTo>
                    <a:pt x="1074" y="172"/>
                  </a:lnTo>
                  <a:lnTo>
                    <a:pt x="1068" y="159"/>
                  </a:lnTo>
                  <a:close/>
                  <a:moveTo>
                    <a:pt x="1087" y="435"/>
                  </a:moveTo>
                  <a:lnTo>
                    <a:pt x="1107" y="455"/>
                  </a:lnTo>
                  <a:lnTo>
                    <a:pt x="1068" y="435"/>
                  </a:lnTo>
                  <a:close/>
                  <a:moveTo>
                    <a:pt x="811" y="494"/>
                  </a:moveTo>
                  <a:lnTo>
                    <a:pt x="850" y="534"/>
                  </a:lnTo>
                  <a:lnTo>
                    <a:pt x="850" y="554"/>
                  </a:lnTo>
                  <a:lnTo>
                    <a:pt x="811" y="494"/>
                  </a:lnTo>
                  <a:close/>
                  <a:moveTo>
                    <a:pt x="613" y="731"/>
                  </a:moveTo>
                  <a:lnTo>
                    <a:pt x="673" y="771"/>
                  </a:lnTo>
                  <a:lnTo>
                    <a:pt x="653" y="751"/>
                  </a:lnTo>
                  <a:lnTo>
                    <a:pt x="633" y="731"/>
                  </a:lnTo>
                  <a:close/>
                  <a:moveTo>
                    <a:pt x="594" y="652"/>
                  </a:moveTo>
                  <a:lnTo>
                    <a:pt x="594" y="672"/>
                  </a:lnTo>
                  <a:lnTo>
                    <a:pt x="574" y="692"/>
                  </a:lnTo>
                  <a:lnTo>
                    <a:pt x="534" y="672"/>
                  </a:lnTo>
                  <a:lnTo>
                    <a:pt x="534" y="672"/>
                  </a:lnTo>
                  <a:lnTo>
                    <a:pt x="594" y="771"/>
                  </a:lnTo>
                  <a:lnTo>
                    <a:pt x="653" y="791"/>
                  </a:lnTo>
                  <a:lnTo>
                    <a:pt x="712" y="830"/>
                  </a:lnTo>
                  <a:lnTo>
                    <a:pt x="712" y="830"/>
                  </a:lnTo>
                  <a:lnTo>
                    <a:pt x="633" y="771"/>
                  </a:lnTo>
                  <a:lnTo>
                    <a:pt x="574" y="712"/>
                  </a:lnTo>
                  <a:lnTo>
                    <a:pt x="594" y="712"/>
                  </a:lnTo>
                  <a:lnTo>
                    <a:pt x="633" y="731"/>
                  </a:lnTo>
                  <a:lnTo>
                    <a:pt x="633" y="712"/>
                  </a:lnTo>
                  <a:lnTo>
                    <a:pt x="653" y="712"/>
                  </a:lnTo>
                  <a:lnTo>
                    <a:pt x="613" y="652"/>
                  </a:lnTo>
                  <a:close/>
                  <a:moveTo>
                    <a:pt x="475" y="988"/>
                  </a:moveTo>
                  <a:lnTo>
                    <a:pt x="495" y="1008"/>
                  </a:lnTo>
                  <a:lnTo>
                    <a:pt x="455" y="1008"/>
                  </a:lnTo>
                  <a:lnTo>
                    <a:pt x="475" y="1028"/>
                  </a:lnTo>
                  <a:lnTo>
                    <a:pt x="515" y="1047"/>
                  </a:lnTo>
                  <a:lnTo>
                    <a:pt x="475" y="1047"/>
                  </a:lnTo>
                  <a:lnTo>
                    <a:pt x="574" y="1087"/>
                  </a:lnTo>
                  <a:lnTo>
                    <a:pt x="554" y="1067"/>
                  </a:lnTo>
                  <a:lnTo>
                    <a:pt x="574" y="1067"/>
                  </a:lnTo>
                  <a:lnTo>
                    <a:pt x="607" y="1100"/>
                  </a:lnTo>
                  <a:lnTo>
                    <a:pt x="594" y="1087"/>
                  </a:lnTo>
                  <a:lnTo>
                    <a:pt x="594" y="1067"/>
                  </a:lnTo>
                  <a:lnTo>
                    <a:pt x="554" y="1028"/>
                  </a:lnTo>
                  <a:lnTo>
                    <a:pt x="475" y="988"/>
                  </a:lnTo>
                  <a:close/>
                  <a:moveTo>
                    <a:pt x="613" y="1107"/>
                  </a:moveTo>
                  <a:lnTo>
                    <a:pt x="633" y="1126"/>
                  </a:lnTo>
                  <a:lnTo>
                    <a:pt x="653" y="1146"/>
                  </a:lnTo>
                  <a:lnTo>
                    <a:pt x="613" y="1107"/>
                  </a:lnTo>
                  <a:close/>
                  <a:moveTo>
                    <a:pt x="436" y="1205"/>
                  </a:moveTo>
                  <a:lnTo>
                    <a:pt x="436" y="1205"/>
                  </a:lnTo>
                  <a:lnTo>
                    <a:pt x="436" y="1205"/>
                  </a:lnTo>
                  <a:close/>
                  <a:moveTo>
                    <a:pt x="455" y="1304"/>
                  </a:moveTo>
                  <a:lnTo>
                    <a:pt x="436" y="1324"/>
                  </a:lnTo>
                  <a:lnTo>
                    <a:pt x="440" y="1339"/>
                  </a:lnTo>
                  <a:lnTo>
                    <a:pt x="440" y="1339"/>
                  </a:lnTo>
                  <a:lnTo>
                    <a:pt x="455" y="1324"/>
                  </a:lnTo>
                  <a:lnTo>
                    <a:pt x="455" y="1304"/>
                  </a:lnTo>
                  <a:close/>
                  <a:moveTo>
                    <a:pt x="440" y="1339"/>
                  </a:moveTo>
                  <a:lnTo>
                    <a:pt x="436" y="1344"/>
                  </a:lnTo>
                  <a:lnTo>
                    <a:pt x="445" y="1354"/>
                  </a:lnTo>
                  <a:lnTo>
                    <a:pt x="440" y="1339"/>
                  </a:lnTo>
                  <a:close/>
                  <a:moveTo>
                    <a:pt x="1680" y="1477"/>
                  </a:moveTo>
                  <a:lnTo>
                    <a:pt x="1680" y="1482"/>
                  </a:lnTo>
                  <a:lnTo>
                    <a:pt x="1739" y="1521"/>
                  </a:lnTo>
                  <a:lnTo>
                    <a:pt x="1680" y="1477"/>
                  </a:lnTo>
                  <a:close/>
                  <a:moveTo>
                    <a:pt x="324" y="1732"/>
                  </a:moveTo>
                  <a:lnTo>
                    <a:pt x="357" y="1758"/>
                  </a:lnTo>
                  <a:lnTo>
                    <a:pt x="337" y="1758"/>
                  </a:lnTo>
                  <a:lnTo>
                    <a:pt x="324" y="1732"/>
                  </a:lnTo>
                  <a:close/>
                  <a:moveTo>
                    <a:pt x="495" y="1739"/>
                  </a:moveTo>
                  <a:lnTo>
                    <a:pt x="495" y="1758"/>
                  </a:lnTo>
                  <a:lnTo>
                    <a:pt x="515" y="1778"/>
                  </a:lnTo>
                  <a:lnTo>
                    <a:pt x="495" y="1739"/>
                  </a:lnTo>
                  <a:close/>
                  <a:moveTo>
                    <a:pt x="1087" y="2055"/>
                  </a:moveTo>
                  <a:lnTo>
                    <a:pt x="1107" y="2074"/>
                  </a:lnTo>
                  <a:lnTo>
                    <a:pt x="1166" y="2134"/>
                  </a:lnTo>
                  <a:lnTo>
                    <a:pt x="1166" y="2134"/>
                  </a:lnTo>
                  <a:lnTo>
                    <a:pt x="1147" y="2094"/>
                  </a:lnTo>
                  <a:lnTo>
                    <a:pt x="1206" y="2153"/>
                  </a:lnTo>
                  <a:lnTo>
                    <a:pt x="1166" y="2094"/>
                  </a:lnTo>
                  <a:lnTo>
                    <a:pt x="1087" y="2055"/>
                  </a:lnTo>
                  <a:close/>
                  <a:moveTo>
                    <a:pt x="199" y="2134"/>
                  </a:moveTo>
                  <a:lnTo>
                    <a:pt x="218" y="2153"/>
                  </a:lnTo>
                  <a:lnTo>
                    <a:pt x="218" y="2134"/>
                  </a:lnTo>
                  <a:close/>
                  <a:moveTo>
                    <a:pt x="515" y="2193"/>
                  </a:moveTo>
                  <a:lnTo>
                    <a:pt x="534" y="2213"/>
                  </a:lnTo>
                  <a:lnTo>
                    <a:pt x="554" y="2213"/>
                  </a:lnTo>
                  <a:lnTo>
                    <a:pt x="515" y="2193"/>
                  </a:lnTo>
                  <a:close/>
                  <a:moveTo>
                    <a:pt x="1" y="2351"/>
                  </a:moveTo>
                  <a:lnTo>
                    <a:pt x="40" y="2371"/>
                  </a:lnTo>
                  <a:lnTo>
                    <a:pt x="21" y="2351"/>
                  </a:lnTo>
                  <a:close/>
                  <a:moveTo>
                    <a:pt x="278" y="2391"/>
                  </a:moveTo>
                  <a:lnTo>
                    <a:pt x="317" y="2430"/>
                  </a:lnTo>
                  <a:lnTo>
                    <a:pt x="297" y="2430"/>
                  </a:lnTo>
                  <a:lnTo>
                    <a:pt x="238" y="2391"/>
                  </a:lnTo>
                  <a:close/>
                  <a:moveTo>
                    <a:pt x="1226" y="2430"/>
                  </a:moveTo>
                  <a:lnTo>
                    <a:pt x="1245" y="2450"/>
                  </a:lnTo>
                  <a:lnTo>
                    <a:pt x="1265" y="2470"/>
                  </a:lnTo>
                  <a:lnTo>
                    <a:pt x="1265" y="2470"/>
                  </a:lnTo>
                  <a:lnTo>
                    <a:pt x="1186" y="2430"/>
                  </a:lnTo>
                  <a:close/>
                  <a:moveTo>
                    <a:pt x="1324" y="2470"/>
                  </a:moveTo>
                  <a:lnTo>
                    <a:pt x="1324" y="2470"/>
                  </a:lnTo>
                  <a:lnTo>
                    <a:pt x="1324" y="2470"/>
                  </a:lnTo>
                  <a:close/>
                  <a:moveTo>
                    <a:pt x="1166" y="2509"/>
                  </a:moveTo>
                  <a:lnTo>
                    <a:pt x="1186" y="2529"/>
                  </a:lnTo>
                  <a:lnTo>
                    <a:pt x="1206" y="2549"/>
                  </a:lnTo>
                  <a:lnTo>
                    <a:pt x="1166" y="2509"/>
                  </a:lnTo>
                  <a:close/>
                  <a:moveTo>
                    <a:pt x="297" y="2549"/>
                  </a:moveTo>
                  <a:lnTo>
                    <a:pt x="317" y="2568"/>
                  </a:lnTo>
                  <a:lnTo>
                    <a:pt x="337" y="2568"/>
                  </a:lnTo>
                  <a:lnTo>
                    <a:pt x="297" y="2549"/>
                  </a:lnTo>
                  <a:close/>
                  <a:moveTo>
                    <a:pt x="673" y="2568"/>
                  </a:moveTo>
                  <a:lnTo>
                    <a:pt x="673" y="2608"/>
                  </a:lnTo>
                  <a:lnTo>
                    <a:pt x="692" y="2588"/>
                  </a:lnTo>
                  <a:lnTo>
                    <a:pt x="673" y="2568"/>
                  </a:lnTo>
                  <a:close/>
                  <a:moveTo>
                    <a:pt x="1166" y="2588"/>
                  </a:moveTo>
                  <a:lnTo>
                    <a:pt x="1166" y="2608"/>
                  </a:lnTo>
                  <a:lnTo>
                    <a:pt x="1226" y="2647"/>
                  </a:lnTo>
                  <a:lnTo>
                    <a:pt x="1226" y="2647"/>
                  </a:lnTo>
                  <a:lnTo>
                    <a:pt x="1206" y="2628"/>
                  </a:lnTo>
                  <a:lnTo>
                    <a:pt x="1166" y="2588"/>
                  </a:lnTo>
                  <a:close/>
                  <a:moveTo>
                    <a:pt x="771" y="2647"/>
                  </a:moveTo>
                  <a:lnTo>
                    <a:pt x="831" y="2707"/>
                  </a:lnTo>
                  <a:lnTo>
                    <a:pt x="929" y="2805"/>
                  </a:lnTo>
                  <a:lnTo>
                    <a:pt x="910" y="2766"/>
                  </a:lnTo>
                  <a:lnTo>
                    <a:pt x="870" y="2726"/>
                  </a:lnTo>
                  <a:lnTo>
                    <a:pt x="771" y="2647"/>
                  </a:lnTo>
                  <a:close/>
                  <a:moveTo>
                    <a:pt x="732" y="2825"/>
                  </a:moveTo>
                  <a:lnTo>
                    <a:pt x="752" y="2845"/>
                  </a:lnTo>
                  <a:lnTo>
                    <a:pt x="771" y="2884"/>
                  </a:lnTo>
                  <a:lnTo>
                    <a:pt x="791" y="2884"/>
                  </a:lnTo>
                  <a:lnTo>
                    <a:pt x="771" y="2865"/>
                  </a:lnTo>
                  <a:lnTo>
                    <a:pt x="752" y="2845"/>
                  </a:lnTo>
                  <a:lnTo>
                    <a:pt x="752" y="2845"/>
                  </a:lnTo>
                  <a:lnTo>
                    <a:pt x="791" y="2865"/>
                  </a:lnTo>
                  <a:lnTo>
                    <a:pt x="732" y="2825"/>
                  </a:lnTo>
                  <a:close/>
                  <a:moveTo>
                    <a:pt x="1443" y="1"/>
                  </a:moveTo>
                  <a:lnTo>
                    <a:pt x="1443" y="20"/>
                  </a:lnTo>
                  <a:lnTo>
                    <a:pt x="1463" y="40"/>
                  </a:lnTo>
                  <a:lnTo>
                    <a:pt x="1482" y="60"/>
                  </a:lnTo>
                  <a:lnTo>
                    <a:pt x="1463" y="60"/>
                  </a:lnTo>
                  <a:lnTo>
                    <a:pt x="1443" y="40"/>
                  </a:lnTo>
                  <a:lnTo>
                    <a:pt x="1443" y="60"/>
                  </a:lnTo>
                  <a:lnTo>
                    <a:pt x="1423" y="60"/>
                  </a:lnTo>
                  <a:lnTo>
                    <a:pt x="1364" y="40"/>
                  </a:lnTo>
                  <a:lnTo>
                    <a:pt x="1344" y="40"/>
                  </a:lnTo>
                  <a:lnTo>
                    <a:pt x="1344" y="60"/>
                  </a:lnTo>
                  <a:lnTo>
                    <a:pt x="1384" y="80"/>
                  </a:lnTo>
                  <a:lnTo>
                    <a:pt x="1384" y="80"/>
                  </a:lnTo>
                  <a:lnTo>
                    <a:pt x="1324" y="60"/>
                  </a:lnTo>
                  <a:lnTo>
                    <a:pt x="1423" y="139"/>
                  </a:lnTo>
                  <a:lnTo>
                    <a:pt x="1463" y="159"/>
                  </a:lnTo>
                  <a:lnTo>
                    <a:pt x="1482" y="198"/>
                  </a:lnTo>
                  <a:lnTo>
                    <a:pt x="1423" y="178"/>
                  </a:lnTo>
                  <a:lnTo>
                    <a:pt x="1384" y="139"/>
                  </a:lnTo>
                  <a:lnTo>
                    <a:pt x="1324" y="99"/>
                  </a:lnTo>
                  <a:lnTo>
                    <a:pt x="1324" y="99"/>
                  </a:lnTo>
                  <a:lnTo>
                    <a:pt x="1285" y="80"/>
                  </a:lnTo>
                  <a:lnTo>
                    <a:pt x="1245" y="80"/>
                  </a:lnTo>
                  <a:lnTo>
                    <a:pt x="1206" y="40"/>
                  </a:lnTo>
                  <a:lnTo>
                    <a:pt x="1147" y="40"/>
                  </a:lnTo>
                  <a:lnTo>
                    <a:pt x="1186" y="80"/>
                  </a:lnTo>
                  <a:lnTo>
                    <a:pt x="1147" y="80"/>
                  </a:lnTo>
                  <a:lnTo>
                    <a:pt x="1107" y="60"/>
                  </a:lnTo>
                  <a:lnTo>
                    <a:pt x="1107" y="60"/>
                  </a:lnTo>
                  <a:lnTo>
                    <a:pt x="1127" y="80"/>
                  </a:lnTo>
                  <a:lnTo>
                    <a:pt x="1107" y="80"/>
                  </a:lnTo>
                  <a:lnTo>
                    <a:pt x="1107" y="99"/>
                  </a:lnTo>
                  <a:lnTo>
                    <a:pt x="1127" y="119"/>
                  </a:lnTo>
                  <a:lnTo>
                    <a:pt x="1107" y="139"/>
                  </a:lnTo>
                  <a:lnTo>
                    <a:pt x="1087" y="119"/>
                  </a:lnTo>
                  <a:lnTo>
                    <a:pt x="1048" y="99"/>
                  </a:lnTo>
                  <a:lnTo>
                    <a:pt x="1107" y="159"/>
                  </a:lnTo>
                  <a:lnTo>
                    <a:pt x="1186" y="218"/>
                  </a:lnTo>
                  <a:lnTo>
                    <a:pt x="1186" y="218"/>
                  </a:lnTo>
                  <a:lnTo>
                    <a:pt x="1127" y="198"/>
                  </a:lnTo>
                  <a:lnTo>
                    <a:pt x="1074" y="172"/>
                  </a:lnTo>
                  <a:lnTo>
                    <a:pt x="1074" y="172"/>
                  </a:lnTo>
                  <a:lnTo>
                    <a:pt x="1087" y="198"/>
                  </a:lnTo>
                  <a:lnTo>
                    <a:pt x="1107" y="238"/>
                  </a:lnTo>
                  <a:lnTo>
                    <a:pt x="1186" y="297"/>
                  </a:lnTo>
                  <a:lnTo>
                    <a:pt x="1127" y="297"/>
                  </a:lnTo>
                  <a:lnTo>
                    <a:pt x="1087" y="257"/>
                  </a:lnTo>
                  <a:lnTo>
                    <a:pt x="1048" y="218"/>
                  </a:lnTo>
                  <a:lnTo>
                    <a:pt x="1048" y="238"/>
                  </a:lnTo>
                  <a:lnTo>
                    <a:pt x="1028" y="238"/>
                  </a:lnTo>
                  <a:lnTo>
                    <a:pt x="969" y="218"/>
                  </a:lnTo>
                  <a:lnTo>
                    <a:pt x="969" y="218"/>
                  </a:lnTo>
                  <a:lnTo>
                    <a:pt x="1008" y="238"/>
                  </a:lnTo>
                  <a:lnTo>
                    <a:pt x="1048" y="277"/>
                  </a:lnTo>
                  <a:lnTo>
                    <a:pt x="1048" y="277"/>
                  </a:lnTo>
                  <a:lnTo>
                    <a:pt x="969" y="238"/>
                  </a:lnTo>
                  <a:lnTo>
                    <a:pt x="949" y="257"/>
                  </a:lnTo>
                  <a:lnTo>
                    <a:pt x="890" y="257"/>
                  </a:lnTo>
                  <a:lnTo>
                    <a:pt x="890" y="277"/>
                  </a:lnTo>
                  <a:lnTo>
                    <a:pt x="969" y="317"/>
                  </a:lnTo>
                  <a:lnTo>
                    <a:pt x="969" y="317"/>
                  </a:lnTo>
                  <a:lnTo>
                    <a:pt x="910" y="277"/>
                  </a:lnTo>
                  <a:lnTo>
                    <a:pt x="1008" y="336"/>
                  </a:lnTo>
                  <a:lnTo>
                    <a:pt x="1087" y="415"/>
                  </a:lnTo>
                  <a:lnTo>
                    <a:pt x="1068" y="415"/>
                  </a:lnTo>
                  <a:lnTo>
                    <a:pt x="1028" y="396"/>
                  </a:lnTo>
                  <a:lnTo>
                    <a:pt x="1028" y="396"/>
                  </a:lnTo>
                  <a:lnTo>
                    <a:pt x="1041" y="422"/>
                  </a:lnTo>
                  <a:lnTo>
                    <a:pt x="1041" y="422"/>
                  </a:lnTo>
                  <a:lnTo>
                    <a:pt x="1028" y="415"/>
                  </a:lnTo>
                  <a:lnTo>
                    <a:pt x="1028" y="435"/>
                  </a:lnTo>
                  <a:lnTo>
                    <a:pt x="969" y="376"/>
                  </a:lnTo>
                  <a:lnTo>
                    <a:pt x="929" y="376"/>
                  </a:lnTo>
                  <a:lnTo>
                    <a:pt x="890" y="336"/>
                  </a:lnTo>
                  <a:lnTo>
                    <a:pt x="890" y="356"/>
                  </a:lnTo>
                  <a:lnTo>
                    <a:pt x="831" y="297"/>
                  </a:lnTo>
                  <a:lnTo>
                    <a:pt x="811" y="297"/>
                  </a:lnTo>
                  <a:lnTo>
                    <a:pt x="831" y="317"/>
                  </a:lnTo>
                  <a:lnTo>
                    <a:pt x="831" y="336"/>
                  </a:lnTo>
                  <a:lnTo>
                    <a:pt x="791" y="317"/>
                  </a:lnTo>
                  <a:lnTo>
                    <a:pt x="850" y="356"/>
                  </a:lnTo>
                  <a:lnTo>
                    <a:pt x="771" y="356"/>
                  </a:lnTo>
                  <a:lnTo>
                    <a:pt x="811" y="396"/>
                  </a:lnTo>
                  <a:lnTo>
                    <a:pt x="831" y="415"/>
                  </a:lnTo>
                  <a:lnTo>
                    <a:pt x="791" y="396"/>
                  </a:lnTo>
                  <a:lnTo>
                    <a:pt x="752" y="396"/>
                  </a:lnTo>
                  <a:lnTo>
                    <a:pt x="771" y="435"/>
                  </a:lnTo>
                  <a:lnTo>
                    <a:pt x="850" y="494"/>
                  </a:lnTo>
                  <a:lnTo>
                    <a:pt x="850" y="514"/>
                  </a:lnTo>
                  <a:lnTo>
                    <a:pt x="831" y="494"/>
                  </a:lnTo>
                  <a:lnTo>
                    <a:pt x="791" y="475"/>
                  </a:lnTo>
                  <a:lnTo>
                    <a:pt x="811" y="494"/>
                  </a:lnTo>
                  <a:lnTo>
                    <a:pt x="771" y="475"/>
                  </a:lnTo>
                  <a:lnTo>
                    <a:pt x="752" y="494"/>
                  </a:lnTo>
                  <a:lnTo>
                    <a:pt x="732" y="494"/>
                  </a:lnTo>
                  <a:lnTo>
                    <a:pt x="890" y="652"/>
                  </a:lnTo>
                  <a:lnTo>
                    <a:pt x="969" y="731"/>
                  </a:lnTo>
                  <a:lnTo>
                    <a:pt x="1068" y="791"/>
                  </a:lnTo>
                  <a:lnTo>
                    <a:pt x="1068" y="791"/>
                  </a:lnTo>
                  <a:lnTo>
                    <a:pt x="1008" y="771"/>
                  </a:lnTo>
                  <a:lnTo>
                    <a:pt x="969" y="771"/>
                  </a:lnTo>
                  <a:lnTo>
                    <a:pt x="910" y="731"/>
                  </a:lnTo>
                  <a:lnTo>
                    <a:pt x="870" y="712"/>
                  </a:lnTo>
                  <a:lnTo>
                    <a:pt x="870" y="692"/>
                  </a:lnTo>
                  <a:lnTo>
                    <a:pt x="910" y="712"/>
                  </a:lnTo>
                  <a:lnTo>
                    <a:pt x="929" y="731"/>
                  </a:lnTo>
                  <a:lnTo>
                    <a:pt x="929" y="712"/>
                  </a:lnTo>
                  <a:lnTo>
                    <a:pt x="791" y="652"/>
                  </a:lnTo>
                  <a:lnTo>
                    <a:pt x="752" y="613"/>
                  </a:lnTo>
                  <a:lnTo>
                    <a:pt x="732" y="593"/>
                  </a:lnTo>
                  <a:lnTo>
                    <a:pt x="653" y="534"/>
                  </a:lnTo>
                  <a:lnTo>
                    <a:pt x="653" y="554"/>
                  </a:lnTo>
                  <a:lnTo>
                    <a:pt x="673" y="573"/>
                  </a:lnTo>
                  <a:lnTo>
                    <a:pt x="633" y="573"/>
                  </a:lnTo>
                  <a:lnTo>
                    <a:pt x="653" y="593"/>
                  </a:lnTo>
                  <a:lnTo>
                    <a:pt x="653" y="613"/>
                  </a:lnTo>
                  <a:lnTo>
                    <a:pt x="692" y="652"/>
                  </a:lnTo>
                  <a:lnTo>
                    <a:pt x="673" y="652"/>
                  </a:lnTo>
                  <a:lnTo>
                    <a:pt x="633" y="633"/>
                  </a:lnTo>
                  <a:lnTo>
                    <a:pt x="653" y="672"/>
                  </a:lnTo>
                  <a:lnTo>
                    <a:pt x="712" y="712"/>
                  </a:lnTo>
                  <a:lnTo>
                    <a:pt x="791" y="771"/>
                  </a:lnTo>
                  <a:lnTo>
                    <a:pt x="811" y="810"/>
                  </a:lnTo>
                  <a:lnTo>
                    <a:pt x="791" y="810"/>
                  </a:lnTo>
                  <a:lnTo>
                    <a:pt x="771" y="791"/>
                  </a:lnTo>
                  <a:lnTo>
                    <a:pt x="752" y="771"/>
                  </a:lnTo>
                  <a:lnTo>
                    <a:pt x="771" y="810"/>
                  </a:lnTo>
                  <a:lnTo>
                    <a:pt x="712" y="791"/>
                  </a:lnTo>
                  <a:lnTo>
                    <a:pt x="712" y="771"/>
                  </a:lnTo>
                  <a:lnTo>
                    <a:pt x="692" y="751"/>
                  </a:lnTo>
                  <a:lnTo>
                    <a:pt x="692" y="771"/>
                  </a:lnTo>
                  <a:lnTo>
                    <a:pt x="752" y="830"/>
                  </a:lnTo>
                  <a:lnTo>
                    <a:pt x="712" y="830"/>
                  </a:lnTo>
                  <a:lnTo>
                    <a:pt x="633" y="791"/>
                  </a:lnTo>
                  <a:lnTo>
                    <a:pt x="574" y="791"/>
                  </a:lnTo>
                  <a:lnTo>
                    <a:pt x="653" y="850"/>
                  </a:lnTo>
                  <a:lnTo>
                    <a:pt x="692" y="889"/>
                  </a:lnTo>
                  <a:lnTo>
                    <a:pt x="692" y="870"/>
                  </a:lnTo>
                  <a:lnTo>
                    <a:pt x="712" y="889"/>
                  </a:lnTo>
                  <a:lnTo>
                    <a:pt x="732" y="909"/>
                  </a:lnTo>
                  <a:lnTo>
                    <a:pt x="771" y="929"/>
                  </a:lnTo>
                  <a:lnTo>
                    <a:pt x="811" y="968"/>
                  </a:lnTo>
                  <a:lnTo>
                    <a:pt x="791" y="968"/>
                  </a:lnTo>
                  <a:lnTo>
                    <a:pt x="771" y="949"/>
                  </a:lnTo>
                  <a:lnTo>
                    <a:pt x="752" y="929"/>
                  </a:lnTo>
                  <a:lnTo>
                    <a:pt x="712" y="929"/>
                  </a:lnTo>
                  <a:lnTo>
                    <a:pt x="594" y="810"/>
                  </a:lnTo>
                  <a:lnTo>
                    <a:pt x="574" y="791"/>
                  </a:lnTo>
                  <a:lnTo>
                    <a:pt x="574" y="810"/>
                  </a:lnTo>
                  <a:lnTo>
                    <a:pt x="574" y="810"/>
                  </a:lnTo>
                  <a:lnTo>
                    <a:pt x="594" y="830"/>
                  </a:lnTo>
                  <a:lnTo>
                    <a:pt x="633" y="850"/>
                  </a:lnTo>
                  <a:lnTo>
                    <a:pt x="692" y="929"/>
                  </a:lnTo>
                  <a:lnTo>
                    <a:pt x="732" y="1008"/>
                  </a:lnTo>
                  <a:lnTo>
                    <a:pt x="732" y="1008"/>
                  </a:lnTo>
                  <a:lnTo>
                    <a:pt x="673" y="949"/>
                  </a:lnTo>
                  <a:lnTo>
                    <a:pt x="633" y="909"/>
                  </a:lnTo>
                  <a:lnTo>
                    <a:pt x="594" y="870"/>
                  </a:lnTo>
                  <a:lnTo>
                    <a:pt x="534" y="830"/>
                  </a:lnTo>
                  <a:lnTo>
                    <a:pt x="534" y="830"/>
                  </a:lnTo>
                  <a:lnTo>
                    <a:pt x="554" y="870"/>
                  </a:lnTo>
                  <a:lnTo>
                    <a:pt x="574" y="889"/>
                  </a:lnTo>
                  <a:lnTo>
                    <a:pt x="534" y="870"/>
                  </a:lnTo>
                  <a:lnTo>
                    <a:pt x="534" y="889"/>
                  </a:lnTo>
                  <a:lnTo>
                    <a:pt x="554" y="929"/>
                  </a:lnTo>
                  <a:lnTo>
                    <a:pt x="574" y="929"/>
                  </a:lnTo>
                  <a:lnTo>
                    <a:pt x="594" y="949"/>
                  </a:lnTo>
                  <a:lnTo>
                    <a:pt x="574" y="968"/>
                  </a:lnTo>
                  <a:lnTo>
                    <a:pt x="554" y="968"/>
                  </a:lnTo>
                  <a:lnTo>
                    <a:pt x="574" y="988"/>
                  </a:lnTo>
                  <a:lnTo>
                    <a:pt x="554" y="988"/>
                  </a:lnTo>
                  <a:lnTo>
                    <a:pt x="554" y="1008"/>
                  </a:lnTo>
                  <a:lnTo>
                    <a:pt x="574" y="1028"/>
                  </a:lnTo>
                  <a:lnTo>
                    <a:pt x="574" y="1008"/>
                  </a:lnTo>
                  <a:lnTo>
                    <a:pt x="613" y="1008"/>
                  </a:lnTo>
                  <a:lnTo>
                    <a:pt x="653" y="1047"/>
                  </a:lnTo>
                  <a:lnTo>
                    <a:pt x="653" y="1067"/>
                  </a:lnTo>
                  <a:lnTo>
                    <a:pt x="673" y="1087"/>
                  </a:lnTo>
                  <a:lnTo>
                    <a:pt x="692" y="1107"/>
                  </a:lnTo>
                  <a:lnTo>
                    <a:pt x="692" y="1126"/>
                  </a:lnTo>
                  <a:lnTo>
                    <a:pt x="712" y="1146"/>
                  </a:lnTo>
                  <a:lnTo>
                    <a:pt x="712" y="1166"/>
                  </a:lnTo>
                  <a:lnTo>
                    <a:pt x="712" y="1186"/>
                  </a:lnTo>
                  <a:lnTo>
                    <a:pt x="673" y="1166"/>
                  </a:lnTo>
                  <a:lnTo>
                    <a:pt x="653" y="1146"/>
                  </a:lnTo>
                  <a:lnTo>
                    <a:pt x="653" y="1166"/>
                  </a:lnTo>
                  <a:lnTo>
                    <a:pt x="613" y="1126"/>
                  </a:lnTo>
                  <a:lnTo>
                    <a:pt x="613" y="1146"/>
                  </a:lnTo>
                  <a:lnTo>
                    <a:pt x="633" y="1166"/>
                  </a:lnTo>
                  <a:lnTo>
                    <a:pt x="613" y="1166"/>
                  </a:lnTo>
                  <a:lnTo>
                    <a:pt x="594" y="1126"/>
                  </a:lnTo>
                  <a:lnTo>
                    <a:pt x="534" y="1087"/>
                  </a:lnTo>
                  <a:lnTo>
                    <a:pt x="594" y="1146"/>
                  </a:lnTo>
                  <a:lnTo>
                    <a:pt x="554" y="1126"/>
                  </a:lnTo>
                  <a:lnTo>
                    <a:pt x="574" y="1146"/>
                  </a:lnTo>
                  <a:lnTo>
                    <a:pt x="594" y="1166"/>
                  </a:lnTo>
                  <a:lnTo>
                    <a:pt x="554" y="1146"/>
                  </a:lnTo>
                  <a:lnTo>
                    <a:pt x="554" y="1166"/>
                  </a:lnTo>
                  <a:lnTo>
                    <a:pt x="594" y="1205"/>
                  </a:lnTo>
                  <a:lnTo>
                    <a:pt x="633" y="1225"/>
                  </a:lnTo>
                  <a:lnTo>
                    <a:pt x="692" y="1265"/>
                  </a:lnTo>
                  <a:lnTo>
                    <a:pt x="692" y="1284"/>
                  </a:lnTo>
                  <a:lnTo>
                    <a:pt x="692" y="1304"/>
                  </a:lnTo>
                  <a:lnTo>
                    <a:pt x="673" y="1304"/>
                  </a:lnTo>
                  <a:lnTo>
                    <a:pt x="633" y="1284"/>
                  </a:lnTo>
                  <a:lnTo>
                    <a:pt x="673" y="1324"/>
                  </a:lnTo>
                  <a:lnTo>
                    <a:pt x="673" y="1324"/>
                  </a:lnTo>
                  <a:lnTo>
                    <a:pt x="633" y="1304"/>
                  </a:lnTo>
                  <a:lnTo>
                    <a:pt x="594" y="1284"/>
                  </a:lnTo>
                  <a:lnTo>
                    <a:pt x="594" y="1265"/>
                  </a:lnTo>
                  <a:lnTo>
                    <a:pt x="534" y="1225"/>
                  </a:lnTo>
                  <a:lnTo>
                    <a:pt x="495" y="1205"/>
                  </a:lnTo>
                  <a:lnTo>
                    <a:pt x="495" y="1205"/>
                  </a:lnTo>
                  <a:lnTo>
                    <a:pt x="542" y="1241"/>
                  </a:lnTo>
                  <a:lnTo>
                    <a:pt x="542" y="1241"/>
                  </a:lnTo>
                  <a:lnTo>
                    <a:pt x="495" y="1225"/>
                  </a:lnTo>
                  <a:lnTo>
                    <a:pt x="515" y="1265"/>
                  </a:lnTo>
                  <a:lnTo>
                    <a:pt x="534" y="1284"/>
                  </a:lnTo>
                  <a:lnTo>
                    <a:pt x="534" y="1284"/>
                  </a:lnTo>
                  <a:lnTo>
                    <a:pt x="436" y="1205"/>
                  </a:lnTo>
                  <a:lnTo>
                    <a:pt x="455" y="1225"/>
                  </a:lnTo>
                  <a:lnTo>
                    <a:pt x="436" y="1225"/>
                  </a:lnTo>
                  <a:lnTo>
                    <a:pt x="455" y="1245"/>
                  </a:lnTo>
                  <a:lnTo>
                    <a:pt x="475" y="1245"/>
                  </a:lnTo>
                  <a:lnTo>
                    <a:pt x="495" y="1265"/>
                  </a:lnTo>
                  <a:lnTo>
                    <a:pt x="495" y="1284"/>
                  </a:lnTo>
                  <a:lnTo>
                    <a:pt x="455" y="1284"/>
                  </a:lnTo>
                  <a:lnTo>
                    <a:pt x="495" y="1324"/>
                  </a:lnTo>
                  <a:lnTo>
                    <a:pt x="495" y="1304"/>
                  </a:lnTo>
                  <a:lnTo>
                    <a:pt x="515" y="1324"/>
                  </a:lnTo>
                  <a:lnTo>
                    <a:pt x="534" y="1344"/>
                  </a:lnTo>
                  <a:lnTo>
                    <a:pt x="534" y="1363"/>
                  </a:lnTo>
                  <a:lnTo>
                    <a:pt x="534" y="1383"/>
                  </a:lnTo>
                  <a:lnTo>
                    <a:pt x="554" y="1423"/>
                  </a:lnTo>
                  <a:lnTo>
                    <a:pt x="495" y="1403"/>
                  </a:lnTo>
                  <a:lnTo>
                    <a:pt x="445" y="1354"/>
                  </a:lnTo>
                  <a:lnTo>
                    <a:pt x="455" y="1383"/>
                  </a:lnTo>
                  <a:lnTo>
                    <a:pt x="436" y="1383"/>
                  </a:lnTo>
                  <a:lnTo>
                    <a:pt x="376" y="1363"/>
                  </a:lnTo>
                  <a:lnTo>
                    <a:pt x="337" y="1344"/>
                  </a:lnTo>
                  <a:lnTo>
                    <a:pt x="317" y="1344"/>
                  </a:lnTo>
                  <a:lnTo>
                    <a:pt x="396" y="1383"/>
                  </a:lnTo>
                  <a:lnTo>
                    <a:pt x="396" y="1403"/>
                  </a:lnTo>
                  <a:lnTo>
                    <a:pt x="436" y="1423"/>
                  </a:lnTo>
                  <a:lnTo>
                    <a:pt x="455" y="1442"/>
                  </a:lnTo>
                  <a:lnTo>
                    <a:pt x="455" y="1442"/>
                  </a:lnTo>
                  <a:lnTo>
                    <a:pt x="396" y="1423"/>
                  </a:lnTo>
                  <a:lnTo>
                    <a:pt x="376" y="1423"/>
                  </a:lnTo>
                  <a:lnTo>
                    <a:pt x="436" y="1462"/>
                  </a:lnTo>
                  <a:lnTo>
                    <a:pt x="455" y="1521"/>
                  </a:lnTo>
                  <a:lnTo>
                    <a:pt x="436" y="1502"/>
                  </a:lnTo>
                  <a:lnTo>
                    <a:pt x="416" y="1482"/>
                  </a:lnTo>
                  <a:lnTo>
                    <a:pt x="396" y="1462"/>
                  </a:lnTo>
                  <a:lnTo>
                    <a:pt x="436" y="1521"/>
                  </a:lnTo>
                  <a:lnTo>
                    <a:pt x="455" y="1541"/>
                  </a:lnTo>
                  <a:lnTo>
                    <a:pt x="475" y="1561"/>
                  </a:lnTo>
                  <a:lnTo>
                    <a:pt x="416" y="1541"/>
                  </a:lnTo>
                  <a:lnTo>
                    <a:pt x="455" y="1581"/>
                  </a:lnTo>
                  <a:lnTo>
                    <a:pt x="455" y="1600"/>
                  </a:lnTo>
                  <a:lnTo>
                    <a:pt x="495" y="1620"/>
                  </a:lnTo>
                  <a:lnTo>
                    <a:pt x="534" y="1660"/>
                  </a:lnTo>
                  <a:lnTo>
                    <a:pt x="455" y="1640"/>
                  </a:lnTo>
                  <a:lnTo>
                    <a:pt x="455" y="1620"/>
                  </a:lnTo>
                  <a:lnTo>
                    <a:pt x="416" y="1600"/>
                  </a:lnTo>
                  <a:lnTo>
                    <a:pt x="376" y="1561"/>
                  </a:lnTo>
                  <a:lnTo>
                    <a:pt x="337" y="1521"/>
                  </a:lnTo>
                  <a:lnTo>
                    <a:pt x="317" y="1521"/>
                  </a:lnTo>
                  <a:lnTo>
                    <a:pt x="337" y="1541"/>
                  </a:lnTo>
                  <a:lnTo>
                    <a:pt x="357" y="1561"/>
                  </a:lnTo>
                  <a:lnTo>
                    <a:pt x="357" y="1581"/>
                  </a:lnTo>
                  <a:lnTo>
                    <a:pt x="337" y="1561"/>
                  </a:lnTo>
                  <a:lnTo>
                    <a:pt x="297" y="1541"/>
                  </a:lnTo>
                  <a:lnTo>
                    <a:pt x="317" y="1561"/>
                  </a:lnTo>
                  <a:lnTo>
                    <a:pt x="297" y="1561"/>
                  </a:lnTo>
                  <a:lnTo>
                    <a:pt x="357" y="1600"/>
                  </a:lnTo>
                  <a:lnTo>
                    <a:pt x="396" y="1640"/>
                  </a:lnTo>
                  <a:lnTo>
                    <a:pt x="396" y="1640"/>
                  </a:lnTo>
                  <a:lnTo>
                    <a:pt x="317" y="1600"/>
                  </a:lnTo>
                  <a:lnTo>
                    <a:pt x="357" y="1640"/>
                  </a:lnTo>
                  <a:lnTo>
                    <a:pt x="416" y="1679"/>
                  </a:lnTo>
                  <a:lnTo>
                    <a:pt x="455" y="1719"/>
                  </a:lnTo>
                  <a:lnTo>
                    <a:pt x="495" y="1739"/>
                  </a:lnTo>
                  <a:lnTo>
                    <a:pt x="534" y="1758"/>
                  </a:lnTo>
                  <a:lnTo>
                    <a:pt x="554" y="1798"/>
                  </a:lnTo>
                  <a:lnTo>
                    <a:pt x="515" y="1778"/>
                  </a:lnTo>
                  <a:lnTo>
                    <a:pt x="455" y="1758"/>
                  </a:lnTo>
                  <a:lnTo>
                    <a:pt x="357" y="1679"/>
                  </a:lnTo>
                  <a:lnTo>
                    <a:pt x="218" y="1581"/>
                  </a:lnTo>
                  <a:lnTo>
                    <a:pt x="238" y="1620"/>
                  </a:lnTo>
                  <a:lnTo>
                    <a:pt x="199" y="1620"/>
                  </a:lnTo>
                  <a:lnTo>
                    <a:pt x="258" y="1679"/>
                  </a:lnTo>
                  <a:lnTo>
                    <a:pt x="321" y="1730"/>
                  </a:lnTo>
                  <a:lnTo>
                    <a:pt x="321" y="1730"/>
                  </a:lnTo>
                  <a:lnTo>
                    <a:pt x="337" y="1778"/>
                  </a:lnTo>
                  <a:lnTo>
                    <a:pt x="337" y="1798"/>
                  </a:lnTo>
                  <a:lnTo>
                    <a:pt x="337" y="1818"/>
                  </a:lnTo>
                  <a:lnTo>
                    <a:pt x="376" y="1857"/>
                  </a:lnTo>
                  <a:lnTo>
                    <a:pt x="455" y="1897"/>
                  </a:lnTo>
                  <a:lnTo>
                    <a:pt x="455" y="1916"/>
                  </a:lnTo>
                  <a:lnTo>
                    <a:pt x="475" y="1936"/>
                  </a:lnTo>
                  <a:lnTo>
                    <a:pt x="515" y="1976"/>
                  </a:lnTo>
                  <a:lnTo>
                    <a:pt x="495" y="1976"/>
                  </a:lnTo>
                  <a:lnTo>
                    <a:pt x="455" y="1936"/>
                  </a:lnTo>
                  <a:lnTo>
                    <a:pt x="436" y="1936"/>
                  </a:lnTo>
                  <a:lnTo>
                    <a:pt x="455" y="1976"/>
                  </a:lnTo>
                  <a:lnTo>
                    <a:pt x="396" y="1936"/>
                  </a:lnTo>
                  <a:lnTo>
                    <a:pt x="376" y="1916"/>
                  </a:lnTo>
                  <a:lnTo>
                    <a:pt x="416" y="1916"/>
                  </a:lnTo>
                  <a:lnTo>
                    <a:pt x="376" y="1877"/>
                  </a:lnTo>
                  <a:lnTo>
                    <a:pt x="376" y="1897"/>
                  </a:lnTo>
                  <a:lnTo>
                    <a:pt x="357" y="1897"/>
                  </a:lnTo>
                  <a:lnTo>
                    <a:pt x="278" y="1837"/>
                  </a:lnTo>
                  <a:lnTo>
                    <a:pt x="297" y="1857"/>
                  </a:lnTo>
                  <a:lnTo>
                    <a:pt x="317" y="1877"/>
                  </a:lnTo>
                  <a:lnTo>
                    <a:pt x="337" y="1897"/>
                  </a:lnTo>
                  <a:lnTo>
                    <a:pt x="357" y="1916"/>
                  </a:lnTo>
                  <a:lnTo>
                    <a:pt x="297" y="1897"/>
                  </a:lnTo>
                  <a:lnTo>
                    <a:pt x="278" y="1897"/>
                  </a:lnTo>
                  <a:lnTo>
                    <a:pt x="278" y="1916"/>
                  </a:lnTo>
                  <a:lnTo>
                    <a:pt x="258" y="1916"/>
                  </a:lnTo>
                  <a:lnTo>
                    <a:pt x="179" y="1857"/>
                  </a:lnTo>
                  <a:lnTo>
                    <a:pt x="179" y="1857"/>
                  </a:lnTo>
                  <a:lnTo>
                    <a:pt x="218" y="1936"/>
                  </a:lnTo>
                  <a:lnTo>
                    <a:pt x="238" y="1976"/>
                  </a:lnTo>
                  <a:lnTo>
                    <a:pt x="278" y="2015"/>
                  </a:lnTo>
                  <a:lnTo>
                    <a:pt x="317" y="2055"/>
                  </a:lnTo>
                  <a:lnTo>
                    <a:pt x="357" y="2055"/>
                  </a:lnTo>
                  <a:lnTo>
                    <a:pt x="337" y="2015"/>
                  </a:lnTo>
                  <a:lnTo>
                    <a:pt x="317" y="1995"/>
                  </a:lnTo>
                  <a:lnTo>
                    <a:pt x="357" y="1995"/>
                  </a:lnTo>
                  <a:lnTo>
                    <a:pt x="258" y="1916"/>
                  </a:lnTo>
                  <a:lnTo>
                    <a:pt x="258" y="1916"/>
                  </a:lnTo>
                  <a:lnTo>
                    <a:pt x="297" y="1936"/>
                  </a:lnTo>
                  <a:lnTo>
                    <a:pt x="376" y="1995"/>
                  </a:lnTo>
                  <a:lnTo>
                    <a:pt x="416" y="2035"/>
                  </a:lnTo>
                  <a:lnTo>
                    <a:pt x="416" y="2055"/>
                  </a:lnTo>
                  <a:lnTo>
                    <a:pt x="455" y="2074"/>
                  </a:lnTo>
                  <a:lnTo>
                    <a:pt x="475" y="2055"/>
                  </a:lnTo>
                  <a:lnTo>
                    <a:pt x="554" y="2114"/>
                  </a:lnTo>
                  <a:lnTo>
                    <a:pt x="613" y="2173"/>
                  </a:lnTo>
                  <a:lnTo>
                    <a:pt x="613" y="2173"/>
                  </a:lnTo>
                  <a:lnTo>
                    <a:pt x="673" y="2252"/>
                  </a:lnTo>
                  <a:lnTo>
                    <a:pt x="554" y="2173"/>
                  </a:lnTo>
                  <a:lnTo>
                    <a:pt x="554" y="2193"/>
                  </a:lnTo>
                  <a:lnTo>
                    <a:pt x="554" y="2213"/>
                  </a:lnTo>
                  <a:lnTo>
                    <a:pt x="594" y="2232"/>
                  </a:lnTo>
                  <a:lnTo>
                    <a:pt x="594" y="2213"/>
                  </a:lnTo>
                  <a:lnTo>
                    <a:pt x="633" y="2252"/>
                  </a:lnTo>
                  <a:lnTo>
                    <a:pt x="613" y="2252"/>
                  </a:lnTo>
                  <a:lnTo>
                    <a:pt x="653" y="2292"/>
                  </a:lnTo>
                  <a:lnTo>
                    <a:pt x="712" y="2331"/>
                  </a:lnTo>
                  <a:lnTo>
                    <a:pt x="673" y="2331"/>
                  </a:lnTo>
                  <a:lnTo>
                    <a:pt x="633" y="2311"/>
                  </a:lnTo>
                  <a:lnTo>
                    <a:pt x="594" y="2292"/>
                  </a:lnTo>
                  <a:lnTo>
                    <a:pt x="495" y="2193"/>
                  </a:lnTo>
                  <a:lnTo>
                    <a:pt x="515" y="2232"/>
                  </a:lnTo>
                  <a:lnTo>
                    <a:pt x="337" y="2094"/>
                  </a:lnTo>
                  <a:lnTo>
                    <a:pt x="297" y="2094"/>
                  </a:lnTo>
                  <a:lnTo>
                    <a:pt x="297" y="2114"/>
                  </a:lnTo>
                  <a:lnTo>
                    <a:pt x="159" y="2035"/>
                  </a:lnTo>
                  <a:lnTo>
                    <a:pt x="179" y="2074"/>
                  </a:lnTo>
                  <a:lnTo>
                    <a:pt x="159" y="2074"/>
                  </a:lnTo>
                  <a:lnTo>
                    <a:pt x="100" y="2055"/>
                  </a:lnTo>
                  <a:lnTo>
                    <a:pt x="120" y="2074"/>
                  </a:lnTo>
                  <a:lnTo>
                    <a:pt x="159" y="2094"/>
                  </a:lnTo>
                  <a:lnTo>
                    <a:pt x="218" y="2134"/>
                  </a:lnTo>
                  <a:lnTo>
                    <a:pt x="238" y="2134"/>
                  </a:lnTo>
                  <a:lnTo>
                    <a:pt x="278" y="2153"/>
                  </a:lnTo>
                  <a:lnTo>
                    <a:pt x="297" y="2173"/>
                  </a:lnTo>
                  <a:lnTo>
                    <a:pt x="357" y="2213"/>
                  </a:lnTo>
                  <a:lnTo>
                    <a:pt x="376" y="2213"/>
                  </a:lnTo>
                  <a:lnTo>
                    <a:pt x="416" y="2232"/>
                  </a:lnTo>
                  <a:lnTo>
                    <a:pt x="396" y="2252"/>
                  </a:lnTo>
                  <a:lnTo>
                    <a:pt x="396" y="2272"/>
                  </a:lnTo>
                  <a:lnTo>
                    <a:pt x="278" y="2173"/>
                  </a:lnTo>
                  <a:lnTo>
                    <a:pt x="278" y="2193"/>
                  </a:lnTo>
                  <a:lnTo>
                    <a:pt x="238" y="2193"/>
                  </a:lnTo>
                  <a:lnTo>
                    <a:pt x="199" y="2173"/>
                  </a:lnTo>
                  <a:lnTo>
                    <a:pt x="179" y="2153"/>
                  </a:lnTo>
                  <a:lnTo>
                    <a:pt x="159" y="2134"/>
                  </a:lnTo>
                  <a:lnTo>
                    <a:pt x="139" y="2114"/>
                  </a:lnTo>
                  <a:lnTo>
                    <a:pt x="100" y="2134"/>
                  </a:lnTo>
                  <a:lnTo>
                    <a:pt x="80" y="2114"/>
                  </a:lnTo>
                  <a:lnTo>
                    <a:pt x="80" y="2094"/>
                  </a:lnTo>
                  <a:lnTo>
                    <a:pt x="60" y="2094"/>
                  </a:lnTo>
                  <a:lnTo>
                    <a:pt x="60" y="2114"/>
                  </a:lnTo>
                  <a:lnTo>
                    <a:pt x="139" y="2173"/>
                  </a:lnTo>
                  <a:lnTo>
                    <a:pt x="80" y="2173"/>
                  </a:lnTo>
                  <a:lnTo>
                    <a:pt x="80" y="2193"/>
                  </a:lnTo>
                  <a:lnTo>
                    <a:pt x="120" y="2213"/>
                  </a:lnTo>
                  <a:lnTo>
                    <a:pt x="159" y="2252"/>
                  </a:lnTo>
                  <a:lnTo>
                    <a:pt x="199" y="2292"/>
                  </a:lnTo>
                  <a:lnTo>
                    <a:pt x="218" y="2311"/>
                  </a:lnTo>
                  <a:lnTo>
                    <a:pt x="238" y="2331"/>
                  </a:lnTo>
                  <a:lnTo>
                    <a:pt x="60" y="2213"/>
                  </a:lnTo>
                  <a:lnTo>
                    <a:pt x="80" y="2232"/>
                  </a:lnTo>
                  <a:lnTo>
                    <a:pt x="60" y="2232"/>
                  </a:lnTo>
                  <a:lnTo>
                    <a:pt x="120" y="2272"/>
                  </a:lnTo>
                  <a:lnTo>
                    <a:pt x="159" y="2311"/>
                  </a:lnTo>
                  <a:lnTo>
                    <a:pt x="179" y="2331"/>
                  </a:lnTo>
                  <a:lnTo>
                    <a:pt x="159" y="2331"/>
                  </a:lnTo>
                  <a:lnTo>
                    <a:pt x="179" y="2371"/>
                  </a:lnTo>
                  <a:lnTo>
                    <a:pt x="218" y="2391"/>
                  </a:lnTo>
                  <a:lnTo>
                    <a:pt x="278" y="2430"/>
                  </a:lnTo>
                  <a:lnTo>
                    <a:pt x="218" y="2430"/>
                  </a:lnTo>
                  <a:lnTo>
                    <a:pt x="139" y="2371"/>
                  </a:lnTo>
                  <a:lnTo>
                    <a:pt x="159" y="2371"/>
                  </a:lnTo>
                  <a:lnTo>
                    <a:pt x="139" y="2351"/>
                  </a:lnTo>
                  <a:lnTo>
                    <a:pt x="120" y="2371"/>
                  </a:lnTo>
                  <a:lnTo>
                    <a:pt x="80" y="2351"/>
                  </a:lnTo>
                  <a:lnTo>
                    <a:pt x="21" y="2311"/>
                  </a:lnTo>
                  <a:lnTo>
                    <a:pt x="40" y="2351"/>
                  </a:lnTo>
                  <a:lnTo>
                    <a:pt x="80" y="2371"/>
                  </a:lnTo>
                  <a:lnTo>
                    <a:pt x="80" y="2391"/>
                  </a:lnTo>
                  <a:lnTo>
                    <a:pt x="179" y="2470"/>
                  </a:lnTo>
                  <a:lnTo>
                    <a:pt x="199" y="2470"/>
                  </a:lnTo>
                  <a:lnTo>
                    <a:pt x="159" y="2450"/>
                  </a:lnTo>
                  <a:lnTo>
                    <a:pt x="139" y="2430"/>
                  </a:lnTo>
                  <a:lnTo>
                    <a:pt x="120" y="2410"/>
                  </a:lnTo>
                  <a:lnTo>
                    <a:pt x="120" y="2410"/>
                  </a:lnTo>
                  <a:lnTo>
                    <a:pt x="199" y="2450"/>
                  </a:lnTo>
                  <a:lnTo>
                    <a:pt x="238" y="2489"/>
                  </a:lnTo>
                  <a:lnTo>
                    <a:pt x="238" y="2489"/>
                  </a:lnTo>
                  <a:lnTo>
                    <a:pt x="199" y="2430"/>
                  </a:lnTo>
                  <a:lnTo>
                    <a:pt x="258" y="2489"/>
                  </a:lnTo>
                  <a:lnTo>
                    <a:pt x="278" y="2470"/>
                  </a:lnTo>
                  <a:lnTo>
                    <a:pt x="297" y="2470"/>
                  </a:lnTo>
                  <a:lnTo>
                    <a:pt x="357" y="2489"/>
                  </a:lnTo>
                  <a:lnTo>
                    <a:pt x="297" y="2430"/>
                  </a:lnTo>
                  <a:lnTo>
                    <a:pt x="297" y="2430"/>
                  </a:lnTo>
                  <a:lnTo>
                    <a:pt x="376" y="2489"/>
                  </a:lnTo>
                  <a:lnTo>
                    <a:pt x="475" y="2568"/>
                  </a:lnTo>
                  <a:lnTo>
                    <a:pt x="515" y="2608"/>
                  </a:lnTo>
                  <a:lnTo>
                    <a:pt x="534" y="2647"/>
                  </a:lnTo>
                  <a:lnTo>
                    <a:pt x="574" y="2687"/>
                  </a:lnTo>
                  <a:lnTo>
                    <a:pt x="594" y="2707"/>
                  </a:lnTo>
                  <a:lnTo>
                    <a:pt x="574" y="2707"/>
                  </a:lnTo>
                  <a:lnTo>
                    <a:pt x="633" y="2746"/>
                  </a:lnTo>
                  <a:lnTo>
                    <a:pt x="594" y="2746"/>
                  </a:lnTo>
                  <a:lnTo>
                    <a:pt x="613" y="2766"/>
                  </a:lnTo>
                  <a:lnTo>
                    <a:pt x="613" y="2766"/>
                  </a:lnTo>
                  <a:lnTo>
                    <a:pt x="455" y="2667"/>
                  </a:lnTo>
                  <a:lnTo>
                    <a:pt x="337" y="2568"/>
                  </a:lnTo>
                  <a:lnTo>
                    <a:pt x="317" y="2588"/>
                  </a:lnTo>
                  <a:lnTo>
                    <a:pt x="337" y="2628"/>
                  </a:lnTo>
                  <a:lnTo>
                    <a:pt x="337" y="2628"/>
                  </a:lnTo>
                  <a:lnTo>
                    <a:pt x="258" y="2568"/>
                  </a:lnTo>
                  <a:lnTo>
                    <a:pt x="179" y="2509"/>
                  </a:lnTo>
                  <a:lnTo>
                    <a:pt x="199" y="2529"/>
                  </a:lnTo>
                  <a:lnTo>
                    <a:pt x="258" y="2588"/>
                  </a:lnTo>
                  <a:lnTo>
                    <a:pt x="218" y="2568"/>
                  </a:lnTo>
                  <a:lnTo>
                    <a:pt x="199" y="2568"/>
                  </a:lnTo>
                  <a:lnTo>
                    <a:pt x="238" y="2608"/>
                  </a:lnTo>
                  <a:lnTo>
                    <a:pt x="297" y="2667"/>
                  </a:lnTo>
                  <a:lnTo>
                    <a:pt x="330" y="2667"/>
                  </a:lnTo>
                  <a:lnTo>
                    <a:pt x="357" y="2707"/>
                  </a:lnTo>
                  <a:lnTo>
                    <a:pt x="416" y="2707"/>
                  </a:lnTo>
                  <a:lnTo>
                    <a:pt x="455" y="2733"/>
                  </a:lnTo>
                  <a:lnTo>
                    <a:pt x="455" y="2733"/>
                  </a:lnTo>
                  <a:lnTo>
                    <a:pt x="455" y="2746"/>
                  </a:lnTo>
                  <a:lnTo>
                    <a:pt x="475" y="2766"/>
                  </a:lnTo>
                  <a:lnTo>
                    <a:pt x="495" y="2766"/>
                  </a:lnTo>
                  <a:lnTo>
                    <a:pt x="475" y="2726"/>
                  </a:lnTo>
                  <a:lnTo>
                    <a:pt x="475" y="2726"/>
                  </a:lnTo>
                  <a:lnTo>
                    <a:pt x="515" y="2746"/>
                  </a:lnTo>
                  <a:lnTo>
                    <a:pt x="554" y="2746"/>
                  </a:lnTo>
                  <a:lnTo>
                    <a:pt x="633" y="2825"/>
                  </a:lnTo>
                  <a:lnTo>
                    <a:pt x="554" y="2786"/>
                  </a:lnTo>
                  <a:lnTo>
                    <a:pt x="554" y="2805"/>
                  </a:lnTo>
                  <a:lnTo>
                    <a:pt x="574" y="2825"/>
                  </a:lnTo>
                  <a:lnTo>
                    <a:pt x="613" y="2825"/>
                  </a:lnTo>
                  <a:lnTo>
                    <a:pt x="653" y="2884"/>
                  </a:lnTo>
                  <a:lnTo>
                    <a:pt x="653" y="2904"/>
                  </a:lnTo>
                  <a:lnTo>
                    <a:pt x="673" y="2904"/>
                  </a:lnTo>
                  <a:lnTo>
                    <a:pt x="732" y="2963"/>
                  </a:lnTo>
                  <a:lnTo>
                    <a:pt x="791" y="3003"/>
                  </a:lnTo>
                  <a:lnTo>
                    <a:pt x="791" y="3003"/>
                  </a:lnTo>
                  <a:lnTo>
                    <a:pt x="771" y="2983"/>
                  </a:lnTo>
                  <a:lnTo>
                    <a:pt x="732" y="2944"/>
                  </a:lnTo>
                  <a:lnTo>
                    <a:pt x="752" y="2944"/>
                  </a:lnTo>
                  <a:lnTo>
                    <a:pt x="811" y="2983"/>
                  </a:lnTo>
                  <a:lnTo>
                    <a:pt x="771" y="2924"/>
                  </a:lnTo>
                  <a:lnTo>
                    <a:pt x="791" y="2944"/>
                  </a:lnTo>
                  <a:lnTo>
                    <a:pt x="811" y="2944"/>
                  </a:lnTo>
                  <a:lnTo>
                    <a:pt x="791" y="2904"/>
                  </a:lnTo>
                  <a:lnTo>
                    <a:pt x="752" y="2884"/>
                  </a:lnTo>
                  <a:lnTo>
                    <a:pt x="732" y="2845"/>
                  </a:lnTo>
                  <a:lnTo>
                    <a:pt x="673" y="2786"/>
                  </a:lnTo>
                  <a:lnTo>
                    <a:pt x="732" y="2825"/>
                  </a:lnTo>
                  <a:lnTo>
                    <a:pt x="771" y="2845"/>
                  </a:lnTo>
                  <a:lnTo>
                    <a:pt x="692" y="2766"/>
                  </a:lnTo>
                  <a:lnTo>
                    <a:pt x="673" y="2746"/>
                  </a:lnTo>
                  <a:lnTo>
                    <a:pt x="653" y="2726"/>
                  </a:lnTo>
                  <a:lnTo>
                    <a:pt x="633" y="2726"/>
                  </a:lnTo>
                  <a:lnTo>
                    <a:pt x="653" y="2746"/>
                  </a:lnTo>
                  <a:lnTo>
                    <a:pt x="673" y="2766"/>
                  </a:lnTo>
                  <a:lnTo>
                    <a:pt x="673" y="2766"/>
                  </a:lnTo>
                  <a:lnTo>
                    <a:pt x="613" y="2726"/>
                  </a:lnTo>
                  <a:lnTo>
                    <a:pt x="574" y="2667"/>
                  </a:lnTo>
                  <a:lnTo>
                    <a:pt x="633" y="2707"/>
                  </a:lnTo>
                  <a:lnTo>
                    <a:pt x="673" y="2707"/>
                  </a:lnTo>
                  <a:lnTo>
                    <a:pt x="692" y="2726"/>
                  </a:lnTo>
                  <a:lnTo>
                    <a:pt x="712" y="2746"/>
                  </a:lnTo>
                  <a:lnTo>
                    <a:pt x="752" y="2786"/>
                  </a:lnTo>
                  <a:lnTo>
                    <a:pt x="791" y="2805"/>
                  </a:lnTo>
                  <a:lnTo>
                    <a:pt x="752" y="2766"/>
                  </a:lnTo>
                  <a:lnTo>
                    <a:pt x="732" y="2746"/>
                  </a:lnTo>
                  <a:lnTo>
                    <a:pt x="673" y="2687"/>
                  </a:lnTo>
                  <a:lnTo>
                    <a:pt x="692" y="2687"/>
                  </a:lnTo>
                  <a:lnTo>
                    <a:pt x="692" y="2667"/>
                  </a:lnTo>
                  <a:lnTo>
                    <a:pt x="673" y="2647"/>
                  </a:lnTo>
                  <a:lnTo>
                    <a:pt x="673" y="2628"/>
                  </a:lnTo>
                  <a:lnTo>
                    <a:pt x="712" y="2647"/>
                  </a:lnTo>
                  <a:lnTo>
                    <a:pt x="633" y="2588"/>
                  </a:lnTo>
                  <a:lnTo>
                    <a:pt x="633" y="2568"/>
                  </a:lnTo>
                  <a:lnTo>
                    <a:pt x="633" y="2549"/>
                  </a:lnTo>
                  <a:lnTo>
                    <a:pt x="673" y="2568"/>
                  </a:lnTo>
                  <a:lnTo>
                    <a:pt x="633" y="2489"/>
                  </a:lnTo>
                  <a:lnTo>
                    <a:pt x="534" y="2450"/>
                  </a:lnTo>
                  <a:lnTo>
                    <a:pt x="503" y="2419"/>
                  </a:lnTo>
                  <a:lnTo>
                    <a:pt x="515" y="2430"/>
                  </a:lnTo>
                  <a:lnTo>
                    <a:pt x="554" y="2450"/>
                  </a:lnTo>
                  <a:lnTo>
                    <a:pt x="574" y="2450"/>
                  </a:lnTo>
                  <a:lnTo>
                    <a:pt x="554" y="2430"/>
                  </a:lnTo>
                  <a:lnTo>
                    <a:pt x="692" y="2529"/>
                  </a:lnTo>
                  <a:lnTo>
                    <a:pt x="653" y="2489"/>
                  </a:lnTo>
                  <a:lnTo>
                    <a:pt x="633" y="2450"/>
                  </a:lnTo>
                  <a:lnTo>
                    <a:pt x="712" y="2509"/>
                  </a:lnTo>
                  <a:lnTo>
                    <a:pt x="752" y="2549"/>
                  </a:lnTo>
                  <a:lnTo>
                    <a:pt x="712" y="2549"/>
                  </a:lnTo>
                  <a:lnTo>
                    <a:pt x="732" y="2568"/>
                  </a:lnTo>
                  <a:lnTo>
                    <a:pt x="732" y="2588"/>
                  </a:lnTo>
                  <a:lnTo>
                    <a:pt x="712" y="2588"/>
                  </a:lnTo>
                  <a:lnTo>
                    <a:pt x="752" y="2608"/>
                  </a:lnTo>
                  <a:lnTo>
                    <a:pt x="771" y="2628"/>
                  </a:lnTo>
                  <a:lnTo>
                    <a:pt x="771" y="2647"/>
                  </a:lnTo>
                  <a:lnTo>
                    <a:pt x="791" y="2647"/>
                  </a:lnTo>
                  <a:lnTo>
                    <a:pt x="831" y="2667"/>
                  </a:lnTo>
                  <a:lnTo>
                    <a:pt x="870" y="2687"/>
                  </a:lnTo>
                  <a:lnTo>
                    <a:pt x="850" y="2667"/>
                  </a:lnTo>
                  <a:lnTo>
                    <a:pt x="910" y="2687"/>
                  </a:lnTo>
                  <a:lnTo>
                    <a:pt x="949" y="2726"/>
                  </a:lnTo>
                  <a:lnTo>
                    <a:pt x="949" y="2746"/>
                  </a:lnTo>
                  <a:lnTo>
                    <a:pt x="969" y="2766"/>
                  </a:lnTo>
                  <a:lnTo>
                    <a:pt x="989" y="2766"/>
                  </a:lnTo>
                  <a:lnTo>
                    <a:pt x="1008" y="2746"/>
                  </a:lnTo>
                  <a:lnTo>
                    <a:pt x="850" y="2608"/>
                  </a:lnTo>
                  <a:lnTo>
                    <a:pt x="831" y="2568"/>
                  </a:lnTo>
                  <a:lnTo>
                    <a:pt x="850" y="2568"/>
                  </a:lnTo>
                  <a:lnTo>
                    <a:pt x="890" y="2608"/>
                  </a:lnTo>
                  <a:lnTo>
                    <a:pt x="929" y="2647"/>
                  </a:lnTo>
                  <a:lnTo>
                    <a:pt x="969" y="2647"/>
                  </a:lnTo>
                  <a:lnTo>
                    <a:pt x="929" y="2628"/>
                  </a:lnTo>
                  <a:lnTo>
                    <a:pt x="949" y="2608"/>
                  </a:lnTo>
                  <a:lnTo>
                    <a:pt x="1028" y="2647"/>
                  </a:lnTo>
                  <a:lnTo>
                    <a:pt x="1028" y="2667"/>
                  </a:lnTo>
                  <a:lnTo>
                    <a:pt x="1008" y="2667"/>
                  </a:lnTo>
                  <a:lnTo>
                    <a:pt x="1008" y="2687"/>
                  </a:lnTo>
                  <a:lnTo>
                    <a:pt x="1048" y="2707"/>
                  </a:lnTo>
                  <a:lnTo>
                    <a:pt x="1028" y="2707"/>
                  </a:lnTo>
                  <a:lnTo>
                    <a:pt x="1087" y="2726"/>
                  </a:lnTo>
                  <a:lnTo>
                    <a:pt x="1107" y="2726"/>
                  </a:lnTo>
                  <a:lnTo>
                    <a:pt x="1068" y="2707"/>
                  </a:lnTo>
                  <a:lnTo>
                    <a:pt x="1087" y="2707"/>
                  </a:lnTo>
                  <a:lnTo>
                    <a:pt x="1147" y="2746"/>
                  </a:lnTo>
                  <a:lnTo>
                    <a:pt x="1186" y="2726"/>
                  </a:lnTo>
                  <a:lnTo>
                    <a:pt x="1206" y="2726"/>
                  </a:lnTo>
                  <a:lnTo>
                    <a:pt x="1206" y="2707"/>
                  </a:lnTo>
                  <a:lnTo>
                    <a:pt x="1166" y="2667"/>
                  </a:lnTo>
                  <a:lnTo>
                    <a:pt x="1087" y="2588"/>
                  </a:lnTo>
                  <a:lnTo>
                    <a:pt x="1087" y="2588"/>
                  </a:lnTo>
                  <a:lnTo>
                    <a:pt x="1186" y="2647"/>
                  </a:lnTo>
                  <a:lnTo>
                    <a:pt x="1245" y="2667"/>
                  </a:lnTo>
                  <a:lnTo>
                    <a:pt x="1186" y="2628"/>
                  </a:lnTo>
                  <a:lnTo>
                    <a:pt x="1147" y="2588"/>
                  </a:lnTo>
                  <a:lnTo>
                    <a:pt x="1087" y="2549"/>
                  </a:lnTo>
                  <a:lnTo>
                    <a:pt x="1087" y="2529"/>
                  </a:lnTo>
                  <a:lnTo>
                    <a:pt x="1147" y="2568"/>
                  </a:lnTo>
                  <a:lnTo>
                    <a:pt x="1166" y="2588"/>
                  </a:lnTo>
                  <a:lnTo>
                    <a:pt x="1206" y="2588"/>
                  </a:lnTo>
                  <a:lnTo>
                    <a:pt x="1265" y="2608"/>
                  </a:lnTo>
                  <a:lnTo>
                    <a:pt x="1226" y="2568"/>
                  </a:lnTo>
                  <a:lnTo>
                    <a:pt x="1206" y="2549"/>
                  </a:lnTo>
                  <a:lnTo>
                    <a:pt x="1186" y="2549"/>
                  </a:lnTo>
                  <a:lnTo>
                    <a:pt x="1127" y="2489"/>
                  </a:lnTo>
                  <a:lnTo>
                    <a:pt x="1166" y="2489"/>
                  </a:lnTo>
                  <a:lnTo>
                    <a:pt x="1206" y="2509"/>
                  </a:lnTo>
                  <a:lnTo>
                    <a:pt x="1226" y="2529"/>
                  </a:lnTo>
                  <a:lnTo>
                    <a:pt x="1245" y="2549"/>
                  </a:lnTo>
                  <a:lnTo>
                    <a:pt x="1265" y="2549"/>
                  </a:lnTo>
                  <a:lnTo>
                    <a:pt x="1245" y="2529"/>
                  </a:lnTo>
                  <a:lnTo>
                    <a:pt x="1265" y="2509"/>
                  </a:lnTo>
                  <a:lnTo>
                    <a:pt x="1285" y="2529"/>
                  </a:lnTo>
                  <a:lnTo>
                    <a:pt x="1305" y="2509"/>
                  </a:lnTo>
                  <a:lnTo>
                    <a:pt x="1265" y="2470"/>
                  </a:lnTo>
                  <a:lnTo>
                    <a:pt x="1285" y="2470"/>
                  </a:lnTo>
                  <a:lnTo>
                    <a:pt x="1285" y="2450"/>
                  </a:lnTo>
                  <a:lnTo>
                    <a:pt x="1219" y="2397"/>
                  </a:lnTo>
                  <a:lnTo>
                    <a:pt x="1219" y="2397"/>
                  </a:lnTo>
                  <a:lnTo>
                    <a:pt x="1245" y="2410"/>
                  </a:lnTo>
                  <a:lnTo>
                    <a:pt x="1324" y="2470"/>
                  </a:lnTo>
                  <a:lnTo>
                    <a:pt x="1285" y="2410"/>
                  </a:lnTo>
                  <a:lnTo>
                    <a:pt x="1344" y="2430"/>
                  </a:lnTo>
                  <a:lnTo>
                    <a:pt x="1324" y="2391"/>
                  </a:lnTo>
                  <a:lnTo>
                    <a:pt x="1305" y="2331"/>
                  </a:lnTo>
                  <a:lnTo>
                    <a:pt x="1285" y="2292"/>
                  </a:lnTo>
                  <a:lnTo>
                    <a:pt x="1364" y="2371"/>
                  </a:lnTo>
                  <a:lnTo>
                    <a:pt x="1384" y="2391"/>
                  </a:lnTo>
                  <a:lnTo>
                    <a:pt x="1403" y="2410"/>
                  </a:lnTo>
                  <a:lnTo>
                    <a:pt x="1403" y="2391"/>
                  </a:lnTo>
                  <a:lnTo>
                    <a:pt x="1423" y="2391"/>
                  </a:lnTo>
                  <a:lnTo>
                    <a:pt x="1423" y="2371"/>
                  </a:lnTo>
                  <a:lnTo>
                    <a:pt x="1403" y="2351"/>
                  </a:lnTo>
                  <a:lnTo>
                    <a:pt x="1344" y="2311"/>
                  </a:lnTo>
                  <a:lnTo>
                    <a:pt x="1344" y="2292"/>
                  </a:lnTo>
                  <a:lnTo>
                    <a:pt x="1364" y="2311"/>
                  </a:lnTo>
                  <a:lnTo>
                    <a:pt x="1403" y="2331"/>
                  </a:lnTo>
                  <a:lnTo>
                    <a:pt x="1403" y="2331"/>
                  </a:lnTo>
                  <a:lnTo>
                    <a:pt x="1364" y="2292"/>
                  </a:lnTo>
                  <a:lnTo>
                    <a:pt x="1364" y="2272"/>
                  </a:lnTo>
                  <a:lnTo>
                    <a:pt x="1364" y="2252"/>
                  </a:lnTo>
                  <a:lnTo>
                    <a:pt x="1403" y="2292"/>
                  </a:lnTo>
                  <a:lnTo>
                    <a:pt x="1403" y="2292"/>
                  </a:lnTo>
                  <a:lnTo>
                    <a:pt x="1364" y="2232"/>
                  </a:lnTo>
                  <a:lnTo>
                    <a:pt x="1285" y="2173"/>
                  </a:lnTo>
                  <a:lnTo>
                    <a:pt x="1245" y="2153"/>
                  </a:lnTo>
                  <a:lnTo>
                    <a:pt x="1245" y="2153"/>
                  </a:lnTo>
                  <a:lnTo>
                    <a:pt x="1265" y="2193"/>
                  </a:lnTo>
                  <a:lnTo>
                    <a:pt x="1265" y="2213"/>
                  </a:lnTo>
                  <a:lnTo>
                    <a:pt x="1206" y="2193"/>
                  </a:lnTo>
                  <a:lnTo>
                    <a:pt x="1147" y="2153"/>
                  </a:lnTo>
                  <a:lnTo>
                    <a:pt x="1147" y="2153"/>
                  </a:lnTo>
                  <a:lnTo>
                    <a:pt x="1186" y="2173"/>
                  </a:lnTo>
                  <a:lnTo>
                    <a:pt x="1147" y="2134"/>
                  </a:lnTo>
                  <a:lnTo>
                    <a:pt x="1127" y="2114"/>
                  </a:lnTo>
                  <a:lnTo>
                    <a:pt x="1048" y="2055"/>
                  </a:lnTo>
                  <a:lnTo>
                    <a:pt x="1048" y="2015"/>
                  </a:lnTo>
                  <a:lnTo>
                    <a:pt x="1087" y="2055"/>
                  </a:lnTo>
                  <a:lnTo>
                    <a:pt x="1087" y="2055"/>
                  </a:lnTo>
                  <a:lnTo>
                    <a:pt x="1068" y="2015"/>
                  </a:lnTo>
                  <a:lnTo>
                    <a:pt x="1107" y="2035"/>
                  </a:lnTo>
                  <a:lnTo>
                    <a:pt x="1127" y="2035"/>
                  </a:lnTo>
                  <a:lnTo>
                    <a:pt x="1127" y="2015"/>
                  </a:lnTo>
                  <a:lnTo>
                    <a:pt x="1107" y="1995"/>
                  </a:lnTo>
                  <a:lnTo>
                    <a:pt x="1166" y="2015"/>
                  </a:lnTo>
                  <a:lnTo>
                    <a:pt x="1147" y="2015"/>
                  </a:lnTo>
                  <a:lnTo>
                    <a:pt x="1166" y="2055"/>
                  </a:lnTo>
                  <a:lnTo>
                    <a:pt x="1206" y="2074"/>
                  </a:lnTo>
                  <a:lnTo>
                    <a:pt x="1206" y="2094"/>
                  </a:lnTo>
                  <a:lnTo>
                    <a:pt x="1265" y="2114"/>
                  </a:lnTo>
                  <a:lnTo>
                    <a:pt x="1305" y="2153"/>
                  </a:lnTo>
                  <a:lnTo>
                    <a:pt x="1384" y="2232"/>
                  </a:lnTo>
                  <a:lnTo>
                    <a:pt x="1403" y="2232"/>
                  </a:lnTo>
                  <a:lnTo>
                    <a:pt x="1443" y="2252"/>
                  </a:lnTo>
                  <a:lnTo>
                    <a:pt x="1423" y="2213"/>
                  </a:lnTo>
                  <a:lnTo>
                    <a:pt x="1423" y="2193"/>
                  </a:lnTo>
                  <a:lnTo>
                    <a:pt x="1403" y="2153"/>
                  </a:lnTo>
                  <a:lnTo>
                    <a:pt x="1423" y="2173"/>
                  </a:lnTo>
                  <a:lnTo>
                    <a:pt x="1443" y="2193"/>
                  </a:lnTo>
                  <a:lnTo>
                    <a:pt x="1463" y="2153"/>
                  </a:lnTo>
                  <a:lnTo>
                    <a:pt x="1423" y="2114"/>
                  </a:lnTo>
                  <a:lnTo>
                    <a:pt x="1463" y="2114"/>
                  </a:lnTo>
                  <a:lnTo>
                    <a:pt x="1502" y="2153"/>
                  </a:lnTo>
                  <a:lnTo>
                    <a:pt x="1522" y="2134"/>
                  </a:lnTo>
                  <a:lnTo>
                    <a:pt x="1522" y="2114"/>
                  </a:lnTo>
                  <a:lnTo>
                    <a:pt x="1482" y="2074"/>
                  </a:lnTo>
                  <a:lnTo>
                    <a:pt x="1463" y="2035"/>
                  </a:lnTo>
                  <a:lnTo>
                    <a:pt x="1463" y="2015"/>
                  </a:lnTo>
                  <a:lnTo>
                    <a:pt x="1482" y="1995"/>
                  </a:lnTo>
                  <a:lnTo>
                    <a:pt x="1522" y="2035"/>
                  </a:lnTo>
                  <a:lnTo>
                    <a:pt x="1502" y="1995"/>
                  </a:lnTo>
                  <a:lnTo>
                    <a:pt x="1542" y="2015"/>
                  </a:lnTo>
                  <a:lnTo>
                    <a:pt x="1542" y="1976"/>
                  </a:lnTo>
                  <a:lnTo>
                    <a:pt x="1542" y="1956"/>
                  </a:lnTo>
                  <a:lnTo>
                    <a:pt x="1581" y="1976"/>
                  </a:lnTo>
                  <a:lnTo>
                    <a:pt x="1561" y="1936"/>
                  </a:lnTo>
                  <a:lnTo>
                    <a:pt x="1502" y="1877"/>
                  </a:lnTo>
                  <a:lnTo>
                    <a:pt x="1561" y="1916"/>
                  </a:lnTo>
                  <a:lnTo>
                    <a:pt x="1601" y="1936"/>
                  </a:lnTo>
                  <a:lnTo>
                    <a:pt x="1601" y="1837"/>
                  </a:lnTo>
                  <a:lnTo>
                    <a:pt x="1621" y="1758"/>
                  </a:lnTo>
                  <a:lnTo>
                    <a:pt x="1640" y="1778"/>
                  </a:lnTo>
                  <a:lnTo>
                    <a:pt x="1640" y="1739"/>
                  </a:lnTo>
                  <a:lnTo>
                    <a:pt x="1640" y="1699"/>
                  </a:lnTo>
                  <a:lnTo>
                    <a:pt x="1621" y="1660"/>
                  </a:lnTo>
                  <a:lnTo>
                    <a:pt x="1621" y="1640"/>
                  </a:lnTo>
                  <a:lnTo>
                    <a:pt x="1640" y="1640"/>
                  </a:lnTo>
                  <a:lnTo>
                    <a:pt x="1621" y="1600"/>
                  </a:lnTo>
                  <a:lnTo>
                    <a:pt x="1561" y="1561"/>
                  </a:lnTo>
                  <a:lnTo>
                    <a:pt x="1463" y="1502"/>
                  </a:lnTo>
                  <a:lnTo>
                    <a:pt x="1443" y="1482"/>
                  </a:lnTo>
                  <a:lnTo>
                    <a:pt x="1463" y="1482"/>
                  </a:lnTo>
                  <a:lnTo>
                    <a:pt x="1482" y="1502"/>
                  </a:lnTo>
                  <a:lnTo>
                    <a:pt x="1522" y="1521"/>
                  </a:lnTo>
                  <a:lnTo>
                    <a:pt x="1542" y="1521"/>
                  </a:lnTo>
                  <a:lnTo>
                    <a:pt x="1621" y="1581"/>
                  </a:lnTo>
                  <a:lnTo>
                    <a:pt x="1680" y="1620"/>
                  </a:lnTo>
                  <a:lnTo>
                    <a:pt x="1680" y="1620"/>
                  </a:lnTo>
                  <a:lnTo>
                    <a:pt x="1640" y="1561"/>
                  </a:lnTo>
                  <a:lnTo>
                    <a:pt x="1660" y="1561"/>
                  </a:lnTo>
                  <a:lnTo>
                    <a:pt x="1660" y="1541"/>
                  </a:lnTo>
                  <a:lnTo>
                    <a:pt x="1680" y="1541"/>
                  </a:lnTo>
                  <a:lnTo>
                    <a:pt x="1700" y="1561"/>
                  </a:lnTo>
                  <a:lnTo>
                    <a:pt x="1719" y="1581"/>
                  </a:lnTo>
                  <a:lnTo>
                    <a:pt x="1700" y="1581"/>
                  </a:lnTo>
                  <a:lnTo>
                    <a:pt x="1700" y="1600"/>
                  </a:lnTo>
                  <a:lnTo>
                    <a:pt x="1739" y="1640"/>
                  </a:lnTo>
                  <a:lnTo>
                    <a:pt x="1719" y="1600"/>
                  </a:lnTo>
                  <a:lnTo>
                    <a:pt x="1739" y="1581"/>
                  </a:lnTo>
                  <a:lnTo>
                    <a:pt x="1739" y="1561"/>
                  </a:lnTo>
                  <a:lnTo>
                    <a:pt x="1700" y="1541"/>
                  </a:lnTo>
                  <a:lnTo>
                    <a:pt x="1700" y="1521"/>
                  </a:lnTo>
                  <a:lnTo>
                    <a:pt x="1660" y="1462"/>
                  </a:lnTo>
                  <a:lnTo>
                    <a:pt x="1680" y="1477"/>
                  </a:lnTo>
                  <a:lnTo>
                    <a:pt x="1680" y="1477"/>
                  </a:lnTo>
                  <a:lnTo>
                    <a:pt x="1680" y="1462"/>
                  </a:lnTo>
                  <a:lnTo>
                    <a:pt x="1700" y="1442"/>
                  </a:lnTo>
                  <a:lnTo>
                    <a:pt x="1719" y="1442"/>
                  </a:lnTo>
                  <a:lnTo>
                    <a:pt x="1779" y="1482"/>
                  </a:lnTo>
                  <a:lnTo>
                    <a:pt x="1759" y="1442"/>
                  </a:lnTo>
                  <a:lnTo>
                    <a:pt x="1779" y="1462"/>
                  </a:lnTo>
                  <a:lnTo>
                    <a:pt x="1818" y="1423"/>
                  </a:lnTo>
                  <a:lnTo>
                    <a:pt x="1838" y="1403"/>
                  </a:lnTo>
                  <a:lnTo>
                    <a:pt x="1858" y="1403"/>
                  </a:lnTo>
                  <a:lnTo>
                    <a:pt x="1858" y="1363"/>
                  </a:lnTo>
                  <a:lnTo>
                    <a:pt x="1798" y="1304"/>
                  </a:lnTo>
                  <a:lnTo>
                    <a:pt x="1739" y="1284"/>
                  </a:lnTo>
                  <a:lnTo>
                    <a:pt x="1719" y="1245"/>
                  </a:lnTo>
                  <a:lnTo>
                    <a:pt x="1719" y="1225"/>
                  </a:lnTo>
                  <a:lnTo>
                    <a:pt x="1759" y="1265"/>
                  </a:lnTo>
                  <a:lnTo>
                    <a:pt x="1798" y="1284"/>
                  </a:lnTo>
                  <a:lnTo>
                    <a:pt x="1838" y="1304"/>
                  </a:lnTo>
                  <a:lnTo>
                    <a:pt x="1838" y="1284"/>
                  </a:lnTo>
                  <a:lnTo>
                    <a:pt x="1877" y="1304"/>
                  </a:lnTo>
                  <a:lnTo>
                    <a:pt x="1877" y="1265"/>
                  </a:lnTo>
                  <a:lnTo>
                    <a:pt x="1838" y="1225"/>
                  </a:lnTo>
                  <a:lnTo>
                    <a:pt x="1838" y="1225"/>
                  </a:lnTo>
                  <a:lnTo>
                    <a:pt x="1877" y="1245"/>
                  </a:lnTo>
                  <a:lnTo>
                    <a:pt x="1897" y="1284"/>
                  </a:lnTo>
                  <a:lnTo>
                    <a:pt x="1897" y="1265"/>
                  </a:lnTo>
                  <a:lnTo>
                    <a:pt x="1917" y="1284"/>
                  </a:lnTo>
                  <a:lnTo>
                    <a:pt x="1917" y="1265"/>
                  </a:lnTo>
                  <a:lnTo>
                    <a:pt x="1897" y="1225"/>
                  </a:lnTo>
                  <a:lnTo>
                    <a:pt x="1858" y="1186"/>
                  </a:lnTo>
                  <a:lnTo>
                    <a:pt x="1838" y="1126"/>
                  </a:lnTo>
                  <a:lnTo>
                    <a:pt x="1858" y="1126"/>
                  </a:lnTo>
                  <a:lnTo>
                    <a:pt x="1818" y="1087"/>
                  </a:lnTo>
                  <a:lnTo>
                    <a:pt x="1779" y="1028"/>
                  </a:lnTo>
                  <a:lnTo>
                    <a:pt x="1818" y="1067"/>
                  </a:lnTo>
                  <a:lnTo>
                    <a:pt x="1838" y="1067"/>
                  </a:lnTo>
                  <a:lnTo>
                    <a:pt x="1818" y="1047"/>
                  </a:lnTo>
                  <a:lnTo>
                    <a:pt x="1917" y="1107"/>
                  </a:lnTo>
                  <a:lnTo>
                    <a:pt x="1877" y="1107"/>
                  </a:lnTo>
                  <a:lnTo>
                    <a:pt x="1858" y="1087"/>
                  </a:lnTo>
                  <a:lnTo>
                    <a:pt x="1858" y="1107"/>
                  </a:lnTo>
                  <a:lnTo>
                    <a:pt x="1937" y="1146"/>
                  </a:lnTo>
                  <a:lnTo>
                    <a:pt x="1976" y="1146"/>
                  </a:lnTo>
                  <a:lnTo>
                    <a:pt x="1996" y="1126"/>
                  </a:lnTo>
                  <a:lnTo>
                    <a:pt x="1996" y="1107"/>
                  </a:lnTo>
                  <a:lnTo>
                    <a:pt x="1996" y="1067"/>
                  </a:lnTo>
                  <a:lnTo>
                    <a:pt x="2016" y="1047"/>
                  </a:lnTo>
                  <a:lnTo>
                    <a:pt x="1996" y="1028"/>
                  </a:lnTo>
                  <a:lnTo>
                    <a:pt x="1956" y="968"/>
                  </a:lnTo>
                  <a:lnTo>
                    <a:pt x="1996" y="1008"/>
                  </a:lnTo>
                  <a:lnTo>
                    <a:pt x="2075" y="1008"/>
                  </a:lnTo>
                  <a:lnTo>
                    <a:pt x="2075" y="988"/>
                  </a:lnTo>
                  <a:lnTo>
                    <a:pt x="2095" y="968"/>
                  </a:lnTo>
                  <a:lnTo>
                    <a:pt x="2095" y="949"/>
                  </a:lnTo>
                  <a:lnTo>
                    <a:pt x="2075" y="909"/>
                  </a:lnTo>
                  <a:lnTo>
                    <a:pt x="2075" y="909"/>
                  </a:lnTo>
                  <a:lnTo>
                    <a:pt x="2114" y="929"/>
                  </a:lnTo>
                  <a:lnTo>
                    <a:pt x="2055" y="850"/>
                  </a:lnTo>
                  <a:lnTo>
                    <a:pt x="2055" y="810"/>
                  </a:lnTo>
                  <a:lnTo>
                    <a:pt x="2016" y="751"/>
                  </a:lnTo>
                  <a:lnTo>
                    <a:pt x="1937" y="672"/>
                  </a:lnTo>
                  <a:lnTo>
                    <a:pt x="1996" y="712"/>
                  </a:lnTo>
                  <a:lnTo>
                    <a:pt x="2035" y="751"/>
                  </a:lnTo>
                  <a:lnTo>
                    <a:pt x="2035" y="731"/>
                  </a:lnTo>
                  <a:lnTo>
                    <a:pt x="2016" y="712"/>
                  </a:lnTo>
                  <a:lnTo>
                    <a:pt x="2016" y="692"/>
                  </a:lnTo>
                  <a:lnTo>
                    <a:pt x="2035" y="692"/>
                  </a:lnTo>
                  <a:lnTo>
                    <a:pt x="2055" y="712"/>
                  </a:lnTo>
                  <a:lnTo>
                    <a:pt x="2075" y="731"/>
                  </a:lnTo>
                  <a:lnTo>
                    <a:pt x="2095" y="731"/>
                  </a:lnTo>
                  <a:lnTo>
                    <a:pt x="2075" y="712"/>
                  </a:lnTo>
                  <a:lnTo>
                    <a:pt x="2095" y="712"/>
                  </a:lnTo>
                  <a:lnTo>
                    <a:pt x="2016" y="652"/>
                  </a:lnTo>
                  <a:lnTo>
                    <a:pt x="1996" y="613"/>
                  </a:lnTo>
                  <a:lnTo>
                    <a:pt x="1976" y="613"/>
                  </a:lnTo>
                  <a:lnTo>
                    <a:pt x="1956" y="573"/>
                  </a:lnTo>
                  <a:lnTo>
                    <a:pt x="1956" y="514"/>
                  </a:lnTo>
                  <a:lnTo>
                    <a:pt x="1956" y="435"/>
                  </a:lnTo>
                  <a:lnTo>
                    <a:pt x="1996" y="396"/>
                  </a:lnTo>
                  <a:lnTo>
                    <a:pt x="2035" y="356"/>
                  </a:lnTo>
                  <a:lnTo>
                    <a:pt x="2075" y="396"/>
                  </a:lnTo>
                  <a:lnTo>
                    <a:pt x="2075" y="376"/>
                  </a:lnTo>
                  <a:lnTo>
                    <a:pt x="2134" y="376"/>
                  </a:lnTo>
                  <a:lnTo>
                    <a:pt x="2114" y="356"/>
                  </a:lnTo>
                  <a:lnTo>
                    <a:pt x="2095" y="336"/>
                  </a:lnTo>
                  <a:lnTo>
                    <a:pt x="2134" y="356"/>
                  </a:lnTo>
                  <a:lnTo>
                    <a:pt x="2134" y="376"/>
                  </a:lnTo>
                  <a:lnTo>
                    <a:pt x="2154" y="356"/>
                  </a:lnTo>
                  <a:lnTo>
                    <a:pt x="2193" y="376"/>
                  </a:lnTo>
                  <a:lnTo>
                    <a:pt x="2213" y="376"/>
                  </a:lnTo>
                  <a:lnTo>
                    <a:pt x="2213" y="336"/>
                  </a:lnTo>
                  <a:lnTo>
                    <a:pt x="2272" y="376"/>
                  </a:lnTo>
                  <a:lnTo>
                    <a:pt x="2351" y="396"/>
                  </a:lnTo>
                  <a:lnTo>
                    <a:pt x="2351" y="396"/>
                  </a:lnTo>
                  <a:lnTo>
                    <a:pt x="2312" y="376"/>
                  </a:lnTo>
                  <a:lnTo>
                    <a:pt x="2292" y="336"/>
                  </a:lnTo>
                  <a:lnTo>
                    <a:pt x="2272" y="336"/>
                  </a:lnTo>
                  <a:lnTo>
                    <a:pt x="2253" y="317"/>
                  </a:lnTo>
                  <a:lnTo>
                    <a:pt x="2233" y="277"/>
                  </a:lnTo>
                  <a:lnTo>
                    <a:pt x="2095" y="198"/>
                  </a:lnTo>
                  <a:lnTo>
                    <a:pt x="1956" y="119"/>
                  </a:lnTo>
                  <a:lnTo>
                    <a:pt x="1937" y="119"/>
                  </a:lnTo>
                  <a:lnTo>
                    <a:pt x="1897" y="99"/>
                  </a:lnTo>
                  <a:lnTo>
                    <a:pt x="1838" y="60"/>
                  </a:lnTo>
                  <a:lnTo>
                    <a:pt x="1818" y="60"/>
                  </a:lnTo>
                  <a:lnTo>
                    <a:pt x="1858" y="99"/>
                  </a:lnTo>
                  <a:lnTo>
                    <a:pt x="1818" y="99"/>
                  </a:lnTo>
                  <a:lnTo>
                    <a:pt x="1798" y="80"/>
                  </a:lnTo>
                  <a:lnTo>
                    <a:pt x="1818" y="119"/>
                  </a:lnTo>
                  <a:lnTo>
                    <a:pt x="1759" y="80"/>
                  </a:lnTo>
                  <a:lnTo>
                    <a:pt x="1700" y="40"/>
                  </a:lnTo>
                  <a:lnTo>
                    <a:pt x="1680" y="40"/>
                  </a:lnTo>
                  <a:lnTo>
                    <a:pt x="1680" y="60"/>
                  </a:lnTo>
                  <a:lnTo>
                    <a:pt x="1700" y="80"/>
                  </a:lnTo>
                  <a:lnTo>
                    <a:pt x="1660" y="80"/>
                  </a:lnTo>
                  <a:lnTo>
                    <a:pt x="1640" y="40"/>
                  </a:lnTo>
                  <a:lnTo>
                    <a:pt x="1640" y="60"/>
                  </a:lnTo>
                  <a:lnTo>
                    <a:pt x="1621" y="40"/>
                  </a:lnTo>
                  <a:lnTo>
                    <a:pt x="1561" y="20"/>
                  </a:lnTo>
                  <a:lnTo>
                    <a:pt x="1640" y="80"/>
                  </a:lnTo>
                  <a:lnTo>
                    <a:pt x="1621" y="80"/>
                  </a:lnTo>
                  <a:lnTo>
                    <a:pt x="1700" y="119"/>
                  </a:lnTo>
                  <a:lnTo>
                    <a:pt x="1719" y="159"/>
                  </a:lnTo>
                  <a:lnTo>
                    <a:pt x="1680" y="119"/>
                  </a:lnTo>
                  <a:lnTo>
                    <a:pt x="1660" y="119"/>
                  </a:lnTo>
                  <a:lnTo>
                    <a:pt x="1640" y="99"/>
                  </a:lnTo>
                  <a:lnTo>
                    <a:pt x="1581" y="40"/>
                  </a:lnTo>
                  <a:lnTo>
                    <a:pt x="1542" y="40"/>
                  </a:lnTo>
                  <a:lnTo>
                    <a:pt x="1542" y="60"/>
                  </a:lnTo>
                  <a:lnTo>
                    <a:pt x="1522" y="40"/>
                  </a:lnTo>
                  <a:lnTo>
                    <a:pt x="1502" y="20"/>
                  </a:lnTo>
                  <a:lnTo>
                    <a:pt x="14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 name="Google Shape;2428;p9"/>
            <p:cNvSpPr/>
            <p:nvPr/>
          </p:nvSpPr>
          <p:spPr>
            <a:xfrm>
              <a:off x="-1768900" y="3550925"/>
              <a:ext cx="500" cy="25"/>
            </a:xfrm>
            <a:custGeom>
              <a:rect b="b" l="l" r="r" t="t"/>
              <a:pathLst>
                <a:path extrusionOk="0" h="1" w="20">
                  <a:moveTo>
                    <a:pt x="20" y="1"/>
                  </a:moveTo>
                  <a:lnTo>
                    <a:pt x="20" y="1"/>
                  </a:lnTo>
                  <a:lnTo>
                    <a:pt x="20" y="1"/>
                  </a:ln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
            <p:cNvSpPr/>
            <p:nvPr/>
          </p:nvSpPr>
          <p:spPr>
            <a:xfrm>
              <a:off x="-1769400" y="3506975"/>
              <a:ext cx="525" cy="525"/>
            </a:xfrm>
            <a:custGeom>
              <a:rect b="b" l="l" r="r" t="t"/>
              <a:pathLst>
                <a:path extrusionOk="0" h="21" w="21">
                  <a:moveTo>
                    <a:pt x="20" y="20"/>
                  </a:moveTo>
                  <a:lnTo>
                    <a:pt x="20" y="20"/>
                  </a:lnTo>
                  <a:lnTo>
                    <a:pt x="0" y="1"/>
                  </a:lnTo>
                  <a:lnTo>
                    <a:pt x="0" y="1"/>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 name="Google Shape;2430;p9"/>
            <p:cNvSpPr/>
            <p:nvPr/>
          </p:nvSpPr>
          <p:spPr>
            <a:xfrm>
              <a:off x="-1780750" y="354302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 name="Google Shape;2431;p9"/>
            <p:cNvSpPr/>
            <p:nvPr/>
          </p:nvSpPr>
          <p:spPr>
            <a:xfrm>
              <a:off x="-1780275" y="341217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
            <p:cNvSpPr/>
            <p:nvPr/>
          </p:nvSpPr>
          <p:spPr>
            <a:xfrm>
              <a:off x="-1780750" y="3410675"/>
              <a:ext cx="0" cy="25"/>
            </a:xfrm>
            <a:custGeom>
              <a:rect b="b" l="l" r="r" t="t"/>
              <a:pathLst>
                <a:path extrusionOk="0" h="1" w="0">
                  <a:moveTo>
                    <a:pt x="0" y="1"/>
                  </a:moveTo>
                  <a:lnTo>
                    <a:pt x="0" y="1"/>
                  </a:lnTo>
                  <a:lnTo>
                    <a:pt x="0" y="1"/>
                  </a:lnTo>
                  <a:lnTo>
                    <a:pt x="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
            <p:cNvSpPr/>
            <p:nvPr/>
          </p:nvSpPr>
          <p:spPr>
            <a:xfrm>
              <a:off x="-1791625" y="3408700"/>
              <a:ext cx="19275" cy="5475"/>
            </a:xfrm>
            <a:custGeom>
              <a:rect b="b" l="l" r="r" t="t"/>
              <a:pathLst>
                <a:path extrusionOk="0" h="219" w="771">
                  <a:moveTo>
                    <a:pt x="438" y="43"/>
                  </a:moveTo>
                  <a:lnTo>
                    <a:pt x="455" y="60"/>
                  </a:lnTo>
                  <a:lnTo>
                    <a:pt x="435" y="80"/>
                  </a:lnTo>
                  <a:lnTo>
                    <a:pt x="475" y="80"/>
                  </a:lnTo>
                  <a:lnTo>
                    <a:pt x="438" y="43"/>
                  </a:lnTo>
                  <a:close/>
                  <a:moveTo>
                    <a:pt x="494" y="60"/>
                  </a:moveTo>
                  <a:lnTo>
                    <a:pt x="514" y="80"/>
                  </a:lnTo>
                  <a:lnTo>
                    <a:pt x="554" y="100"/>
                  </a:lnTo>
                  <a:lnTo>
                    <a:pt x="672" y="139"/>
                  </a:lnTo>
                  <a:lnTo>
                    <a:pt x="712" y="159"/>
                  </a:lnTo>
                  <a:lnTo>
                    <a:pt x="692" y="139"/>
                  </a:lnTo>
                  <a:lnTo>
                    <a:pt x="633" y="119"/>
                  </a:lnTo>
                  <a:lnTo>
                    <a:pt x="672" y="119"/>
                  </a:lnTo>
                  <a:lnTo>
                    <a:pt x="573" y="80"/>
                  </a:lnTo>
                  <a:lnTo>
                    <a:pt x="514" y="60"/>
                  </a:lnTo>
                  <a:close/>
                  <a:moveTo>
                    <a:pt x="0" y="1"/>
                  </a:moveTo>
                  <a:lnTo>
                    <a:pt x="20" y="21"/>
                  </a:lnTo>
                  <a:lnTo>
                    <a:pt x="99" y="40"/>
                  </a:lnTo>
                  <a:lnTo>
                    <a:pt x="40" y="40"/>
                  </a:lnTo>
                  <a:lnTo>
                    <a:pt x="99" y="60"/>
                  </a:lnTo>
                  <a:lnTo>
                    <a:pt x="178" y="100"/>
                  </a:lnTo>
                  <a:lnTo>
                    <a:pt x="198" y="80"/>
                  </a:lnTo>
                  <a:lnTo>
                    <a:pt x="237" y="100"/>
                  </a:lnTo>
                  <a:lnTo>
                    <a:pt x="356" y="119"/>
                  </a:lnTo>
                  <a:lnTo>
                    <a:pt x="395" y="119"/>
                  </a:lnTo>
                  <a:lnTo>
                    <a:pt x="415" y="100"/>
                  </a:lnTo>
                  <a:lnTo>
                    <a:pt x="435" y="100"/>
                  </a:lnTo>
                  <a:lnTo>
                    <a:pt x="554" y="139"/>
                  </a:lnTo>
                  <a:lnTo>
                    <a:pt x="573" y="159"/>
                  </a:lnTo>
                  <a:lnTo>
                    <a:pt x="573" y="159"/>
                  </a:lnTo>
                  <a:lnTo>
                    <a:pt x="534" y="139"/>
                  </a:lnTo>
                  <a:lnTo>
                    <a:pt x="455" y="119"/>
                  </a:lnTo>
                  <a:lnTo>
                    <a:pt x="455" y="139"/>
                  </a:lnTo>
                  <a:lnTo>
                    <a:pt x="514" y="139"/>
                  </a:lnTo>
                  <a:lnTo>
                    <a:pt x="593" y="179"/>
                  </a:lnTo>
                  <a:lnTo>
                    <a:pt x="672" y="198"/>
                  </a:lnTo>
                  <a:lnTo>
                    <a:pt x="692" y="198"/>
                  </a:lnTo>
                  <a:lnTo>
                    <a:pt x="771" y="218"/>
                  </a:lnTo>
                  <a:lnTo>
                    <a:pt x="771" y="218"/>
                  </a:lnTo>
                  <a:lnTo>
                    <a:pt x="692" y="179"/>
                  </a:lnTo>
                  <a:lnTo>
                    <a:pt x="731" y="179"/>
                  </a:lnTo>
                  <a:lnTo>
                    <a:pt x="712" y="159"/>
                  </a:lnTo>
                  <a:lnTo>
                    <a:pt x="672" y="159"/>
                  </a:lnTo>
                  <a:lnTo>
                    <a:pt x="672" y="139"/>
                  </a:lnTo>
                  <a:lnTo>
                    <a:pt x="633" y="139"/>
                  </a:lnTo>
                  <a:lnTo>
                    <a:pt x="554" y="100"/>
                  </a:lnTo>
                  <a:lnTo>
                    <a:pt x="475" y="80"/>
                  </a:lnTo>
                  <a:lnTo>
                    <a:pt x="475" y="80"/>
                  </a:lnTo>
                  <a:lnTo>
                    <a:pt x="494" y="100"/>
                  </a:lnTo>
                  <a:lnTo>
                    <a:pt x="316" y="60"/>
                  </a:lnTo>
                  <a:lnTo>
                    <a:pt x="158" y="21"/>
                  </a:lnTo>
                  <a:lnTo>
                    <a:pt x="158" y="40"/>
                  </a:lnTo>
                  <a:lnTo>
                    <a:pt x="178" y="60"/>
                  </a:lnTo>
                  <a:lnTo>
                    <a:pt x="178" y="60"/>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9"/>
            <p:cNvSpPr/>
            <p:nvPr/>
          </p:nvSpPr>
          <p:spPr>
            <a:xfrm>
              <a:off x="-1774825" y="3409200"/>
              <a:ext cx="2975" cy="1025"/>
            </a:xfrm>
            <a:custGeom>
              <a:rect b="b" l="l" r="r" t="t"/>
              <a:pathLst>
                <a:path extrusionOk="0" h="41" w="119">
                  <a:moveTo>
                    <a:pt x="119" y="40"/>
                  </a:moveTo>
                  <a:lnTo>
                    <a:pt x="119" y="40"/>
                  </a:lnTo>
                  <a:lnTo>
                    <a:pt x="0" y="1"/>
                  </a:lnTo>
                  <a:lnTo>
                    <a:pt x="0" y="1"/>
                  </a:lnTo>
                  <a:lnTo>
                    <a:pt x="119" y="40"/>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9"/>
            <p:cNvSpPr/>
            <p:nvPr/>
          </p:nvSpPr>
          <p:spPr>
            <a:xfrm>
              <a:off x="-1777300" y="3408225"/>
              <a:ext cx="2500" cy="1000"/>
            </a:xfrm>
            <a:custGeom>
              <a:rect b="b" l="l" r="r" t="t"/>
              <a:pathLst>
                <a:path extrusionOk="0" h="40" w="100">
                  <a:moveTo>
                    <a:pt x="0" y="0"/>
                  </a:moveTo>
                  <a:lnTo>
                    <a:pt x="20" y="20"/>
                  </a:lnTo>
                  <a:lnTo>
                    <a:pt x="99" y="4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 name="Google Shape;2436;p9"/>
            <p:cNvSpPr/>
            <p:nvPr/>
          </p:nvSpPr>
          <p:spPr>
            <a:xfrm>
              <a:off x="-1798550" y="3390450"/>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9"/>
            <p:cNvSpPr/>
            <p:nvPr/>
          </p:nvSpPr>
          <p:spPr>
            <a:xfrm>
              <a:off x="-1800025" y="3362775"/>
              <a:ext cx="39525" cy="47925"/>
            </a:xfrm>
            <a:custGeom>
              <a:rect b="b" l="l" r="r" t="t"/>
              <a:pathLst>
                <a:path extrusionOk="0" h="1917" w="1581">
                  <a:moveTo>
                    <a:pt x="1423" y="337"/>
                  </a:moveTo>
                  <a:lnTo>
                    <a:pt x="1423" y="342"/>
                  </a:lnTo>
                  <a:lnTo>
                    <a:pt x="1423" y="342"/>
                  </a:lnTo>
                  <a:lnTo>
                    <a:pt x="1443" y="357"/>
                  </a:lnTo>
                  <a:lnTo>
                    <a:pt x="1423" y="337"/>
                  </a:lnTo>
                  <a:close/>
                  <a:moveTo>
                    <a:pt x="139" y="692"/>
                  </a:moveTo>
                  <a:lnTo>
                    <a:pt x="139" y="699"/>
                  </a:lnTo>
                  <a:lnTo>
                    <a:pt x="139" y="699"/>
                  </a:lnTo>
                  <a:lnTo>
                    <a:pt x="149" y="702"/>
                  </a:lnTo>
                  <a:lnTo>
                    <a:pt x="139" y="692"/>
                  </a:lnTo>
                  <a:close/>
                  <a:moveTo>
                    <a:pt x="149" y="702"/>
                  </a:moveTo>
                  <a:lnTo>
                    <a:pt x="159" y="712"/>
                  </a:lnTo>
                  <a:lnTo>
                    <a:pt x="188" y="722"/>
                  </a:lnTo>
                  <a:lnTo>
                    <a:pt x="188" y="722"/>
                  </a:lnTo>
                  <a:lnTo>
                    <a:pt x="178" y="712"/>
                  </a:lnTo>
                  <a:lnTo>
                    <a:pt x="149" y="702"/>
                  </a:lnTo>
                  <a:close/>
                  <a:moveTo>
                    <a:pt x="40" y="653"/>
                  </a:moveTo>
                  <a:lnTo>
                    <a:pt x="60" y="673"/>
                  </a:lnTo>
                  <a:lnTo>
                    <a:pt x="80" y="692"/>
                  </a:lnTo>
                  <a:lnTo>
                    <a:pt x="60" y="692"/>
                  </a:lnTo>
                  <a:lnTo>
                    <a:pt x="159" y="732"/>
                  </a:lnTo>
                  <a:lnTo>
                    <a:pt x="139" y="712"/>
                  </a:lnTo>
                  <a:lnTo>
                    <a:pt x="139" y="699"/>
                  </a:lnTo>
                  <a:lnTo>
                    <a:pt x="139" y="699"/>
                  </a:lnTo>
                  <a:lnTo>
                    <a:pt x="119" y="692"/>
                  </a:lnTo>
                  <a:lnTo>
                    <a:pt x="40" y="653"/>
                  </a:lnTo>
                  <a:close/>
                  <a:moveTo>
                    <a:pt x="188" y="722"/>
                  </a:moveTo>
                  <a:lnTo>
                    <a:pt x="198" y="732"/>
                  </a:lnTo>
                  <a:lnTo>
                    <a:pt x="228" y="742"/>
                  </a:lnTo>
                  <a:lnTo>
                    <a:pt x="228" y="742"/>
                  </a:lnTo>
                  <a:lnTo>
                    <a:pt x="218" y="732"/>
                  </a:lnTo>
                  <a:lnTo>
                    <a:pt x="188" y="722"/>
                  </a:lnTo>
                  <a:close/>
                  <a:moveTo>
                    <a:pt x="119" y="890"/>
                  </a:moveTo>
                  <a:lnTo>
                    <a:pt x="149" y="900"/>
                  </a:lnTo>
                  <a:lnTo>
                    <a:pt x="139" y="890"/>
                  </a:lnTo>
                  <a:close/>
                  <a:moveTo>
                    <a:pt x="149" y="900"/>
                  </a:moveTo>
                  <a:lnTo>
                    <a:pt x="159" y="910"/>
                  </a:lnTo>
                  <a:lnTo>
                    <a:pt x="178" y="910"/>
                  </a:lnTo>
                  <a:lnTo>
                    <a:pt x="149" y="900"/>
                  </a:lnTo>
                  <a:close/>
                  <a:moveTo>
                    <a:pt x="119" y="910"/>
                  </a:moveTo>
                  <a:lnTo>
                    <a:pt x="119" y="929"/>
                  </a:lnTo>
                  <a:lnTo>
                    <a:pt x="139" y="929"/>
                  </a:lnTo>
                  <a:lnTo>
                    <a:pt x="119" y="910"/>
                  </a:lnTo>
                  <a:close/>
                  <a:moveTo>
                    <a:pt x="119" y="929"/>
                  </a:moveTo>
                  <a:lnTo>
                    <a:pt x="119" y="949"/>
                  </a:lnTo>
                  <a:lnTo>
                    <a:pt x="146" y="956"/>
                  </a:lnTo>
                  <a:lnTo>
                    <a:pt x="146" y="956"/>
                  </a:lnTo>
                  <a:lnTo>
                    <a:pt x="119" y="929"/>
                  </a:lnTo>
                  <a:close/>
                  <a:moveTo>
                    <a:pt x="119" y="1028"/>
                  </a:moveTo>
                  <a:lnTo>
                    <a:pt x="119" y="1048"/>
                  </a:lnTo>
                  <a:lnTo>
                    <a:pt x="178" y="1068"/>
                  </a:lnTo>
                  <a:lnTo>
                    <a:pt x="178" y="1068"/>
                  </a:lnTo>
                  <a:lnTo>
                    <a:pt x="139" y="1048"/>
                  </a:lnTo>
                  <a:lnTo>
                    <a:pt x="119" y="1028"/>
                  </a:lnTo>
                  <a:close/>
                  <a:moveTo>
                    <a:pt x="1285" y="1502"/>
                  </a:moveTo>
                  <a:lnTo>
                    <a:pt x="1304" y="1522"/>
                  </a:lnTo>
                  <a:lnTo>
                    <a:pt x="1364" y="1522"/>
                  </a:lnTo>
                  <a:lnTo>
                    <a:pt x="1285" y="1502"/>
                  </a:lnTo>
                  <a:close/>
                  <a:moveTo>
                    <a:pt x="40" y="1601"/>
                  </a:moveTo>
                  <a:lnTo>
                    <a:pt x="99" y="1621"/>
                  </a:lnTo>
                  <a:lnTo>
                    <a:pt x="119" y="1621"/>
                  </a:lnTo>
                  <a:lnTo>
                    <a:pt x="40" y="1601"/>
                  </a:lnTo>
                  <a:close/>
                  <a:moveTo>
                    <a:pt x="257" y="1680"/>
                  </a:moveTo>
                  <a:lnTo>
                    <a:pt x="266" y="1688"/>
                  </a:lnTo>
                  <a:lnTo>
                    <a:pt x="266" y="1688"/>
                  </a:lnTo>
                  <a:lnTo>
                    <a:pt x="228" y="1680"/>
                  </a:lnTo>
                  <a:close/>
                  <a:moveTo>
                    <a:pt x="1304" y="1690"/>
                  </a:moveTo>
                  <a:lnTo>
                    <a:pt x="1304" y="1700"/>
                  </a:lnTo>
                  <a:lnTo>
                    <a:pt x="1324" y="1700"/>
                  </a:lnTo>
                  <a:lnTo>
                    <a:pt x="1304" y="1690"/>
                  </a:lnTo>
                  <a:close/>
                  <a:moveTo>
                    <a:pt x="652" y="1719"/>
                  </a:moveTo>
                  <a:lnTo>
                    <a:pt x="722" y="1739"/>
                  </a:lnTo>
                  <a:lnTo>
                    <a:pt x="633" y="1739"/>
                  </a:lnTo>
                  <a:lnTo>
                    <a:pt x="593" y="1719"/>
                  </a:lnTo>
                  <a:close/>
                  <a:moveTo>
                    <a:pt x="1048" y="1798"/>
                  </a:moveTo>
                  <a:lnTo>
                    <a:pt x="1087" y="1818"/>
                  </a:lnTo>
                  <a:lnTo>
                    <a:pt x="1087" y="1818"/>
                  </a:lnTo>
                  <a:lnTo>
                    <a:pt x="1067" y="1798"/>
                  </a:lnTo>
                  <a:close/>
                  <a:moveTo>
                    <a:pt x="119" y="1739"/>
                  </a:moveTo>
                  <a:lnTo>
                    <a:pt x="139" y="1759"/>
                  </a:lnTo>
                  <a:lnTo>
                    <a:pt x="119" y="1759"/>
                  </a:lnTo>
                  <a:lnTo>
                    <a:pt x="178" y="1779"/>
                  </a:lnTo>
                  <a:lnTo>
                    <a:pt x="198" y="1779"/>
                  </a:lnTo>
                  <a:lnTo>
                    <a:pt x="317" y="1818"/>
                  </a:lnTo>
                  <a:lnTo>
                    <a:pt x="336" y="1818"/>
                  </a:lnTo>
                  <a:lnTo>
                    <a:pt x="297" y="1798"/>
                  </a:lnTo>
                  <a:lnTo>
                    <a:pt x="238" y="1779"/>
                  </a:lnTo>
                  <a:lnTo>
                    <a:pt x="376" y="1818"/>
                  </a:lnTo>
                  <a:lnTo>
                    <a:pt x="336" y="1779"/>
                  </a:lnTo>
                  <a:lnTo>
                    <a:pt x="238" y="1759"/>
                  </a:lnTo>
                  <a:lnTo>
                    <a:pt x="257" y="1759"/>
                  </a:lnTo>
                  <a:lnTo>
                    <a:pt x="218" y="1739"/>
                  </a:lnTo>
                  <a:lnTo>
                    <a:pt x="238" y="1759"/>
                  </a:lnTo>
                  <a:lnTo>
                    <a:pt x="238" y="1759"/>
                  </a:lnTo>
                  <a:lnTo>
                    <a:pt x="119" y="1739"/>
                  </a:lnTo>
                  <a:close/>
                  <a:moveTo>
                    <a:pt x="376" y="1818"/>
                  </a:moveTo>
                  <a:lnTo>
                    <a:pt x="494" y="1858"/>
                  </a:lnTo>
                  <a:lnTo>
                    <a:pt x="494" y="1858"/>
                  </a:lnTo>
                  <a:lnTo>
                    <a:pt x="455" y="1838"/>
                  </a:lnTo>
                  <a:lnTo>
                    <a:pt x="376" y="1818"/>
                  </a:lnTo>
                  <a:close/>
                  <a:moveTo>
                    <a:pt x="1403" y="1"/>
                  </a:moveTo>
                  <a:lnTo>
                    <a:pt x="435" y="396"/>
                  </a:lnTo>
                  <a:lnTo>
                    <a:pt x="514" y="436"/>
                  </a:lnTo>
                  <a:lnTo>
                    <a:pt x="435" y="436"/>
                  </a:lnTo>
                  <a:lnTo>
                    <a:pt x="396" y="416"/>
                  </a:lnTo>
                  <a:lnTo>
                    <a:pt x="277" y="455"/>
                  </a:lnTo>
                  <a:lnTo>
                    <a:pt x="297" y="475"/>
                  </a:lnTo>
                  <a:lnTo>
                    <a:pt x="218" y="475"/>
                  </a:lnTo>
                  <a:lnTo>
                    <a:pt x="238" y="495"/>
                  </a:lnTo>
                  <a:lnTo>
                    <a:pt x="178" y="495"/>
                  </a:lnTo>
                  <a:lnTo>
                    <a:pt x="139" y="515"/>
                  </a:lnTo>
                  <a:lnTo>
                    <a:pt x="218" y="554"/>
                  </a:lnTo>
                  <a:lnTo>
                    <a:pt x="218" y="554"/>
                  </a:lnTo>
                  <a:lnTo>
                    <a:pt x="198" y="534"/>
                  </a:lnTo>
                  <a:lnTo>
                    <a:pt x="218" y="534"/>
                  </a:lnTo>
                  <a:lnTo>
                    <a:pt x="257" y="554"/>
                  </a:lnTo>
                  <a:lnTo>
                    <a:pt x="297" y="574"/>
                  </a:lnTo>
                  <a:lnTo>
                    <a:pt x="336" y="594"/>
                  </a:lnTo>
                  <a:lnTo>
                    <a:pt x="297" y="594"/>
                  </a:lnTo>
                  <a:lnTo>
                    <a:pt x="238" y="574"/>
                  </a:lnTo>
                  <a:lnTo>
                    <a:pt x="119" y="515"/>
                  </a:lnTo>
                  <a:lnTo>
                    <a:pt x="139" y="534"/>
                  </a:lnTo>
                  <a:lnTo>
                    <a:pt x="218" y="594"/>
                  </a:lnTo>
                  <a:lnTo>
                    <a:pt x="277" y="633"/>
                  </a:lnTo>
                  <a:lnTo>
                    <a:pt x="178" y="594"/>
                  </a:lnTo>
                  <a:lnTo>
                    <a:pt x="80" y="534"/>
                  </a:lnTo>
                  <a:lnTo>
                    <a:pt x="60" y="534"/>
                  </a:lnTo>
                  <a:lnTo>
                    <a:pt x="99" y="554"/>
                  </a:lnTo>
                  <a:lnTo>
                    <a:pt x="60" y="554"/>
                  </a:lnTo>
                  <a:lnTo>
                    <a:pt x="80" y="594"/>
                  </a:lnTo>
                  <a:lnTo>
                    <a:pt x="119" y="594"/>
                  </a:lnTo>
                  <a:lnTo>
                    <a:pt x="139" y="613"/>
                  </a:lnTo>
                  <a:lnTo>
                    <a:pt x="99" y="613"/>
                  </a:lnTo>
                  <a:lnTo>
                    <a:pt x="119" y="633"/>
                  </a:lnTo>
                  <a:lnTo>
                    <a:pt x="119" y="653"/>
                  </a:lnTo>
                  <a:lnTo>
                    <a:pt x="119" y="673"/>
                  </a:lnTo>
                  <a:lnTo>
                    <a:pt x="139" y="673"/>
                  </a:lnTo>
                  <a:lnTo>
                    <a:pt x="139" y="653"/>
                  </a:lnTo>
                  <a:lnTo>
                    <a:pt x="159" y="653"/>
                  </a:lnTo>
                  <a:lnTo>
                    <a:pt x="218" y="673"/>
                  </a:lnTo>
                  <a:lnTo>
                    <a:pt x="257" y="712"/>
                  </a:lnTo>
                  <a:lnTo>
                    <a:pt x="277" y="732"/>
                  </a:lnTo>
                  <a:lnTo>
                    <a:pt x="297" y="752"/>
                  </a:lnTo>
                  <a:lnTo>
                    <a:pt x="317" y="771"/>
                  </a:lnTo>
                  <a:lnTo>
                    <a:pt x="317" y="771"/>
                  </a:lnTo>
                  <a:lnTo>
                    <a:pt x="257" y="752"/>
                  </a:lnTo>
                  <a:lnTo>
                    <a:pt x="228" y="742"/>
                  </a:lnTo>
                  <a:lnTo>
                    <a:pt x="228" y="742"/>
                  </a:lnTo>
                  <a:lnTo>
                    <a:pt x="257" y="771"/>
                  </a:lnTo>
                  <a:lnTo>
                    <a:pt x="218" y="752"/>
                  </a:lnTo>
                  <a:lnTo>
                    <a:pt x="218" y="765"/>
                  </a:lnTo>
                  <a:lnTo>
                    <a:pt x="218" y="765"/>
                  </a:lnTo>
                  <a:lnTo>
                    <a:pt x="178" y="752"/>
                  </a:lnTo>
                  <a:lnTo>
                    <a:pt x="119" y="732"/>
                  </a:lnTo>
                  <a:lnTo>
                    <a:pt x="198" y="771"/>
                  </a:lnTo>
                  <a:lnTo>
                    <a:pt x="198" y="771"/>
                  </a:lnTo>
                  <a:lnTo>
                    <a:pt x="139" y="752"/>
                  </a:lnTo>
                  <a:lnTo>
                    <a:pt x="178" y="771"/>
                  </a:lnTo>
                  <a:lnTo>
                    <a:pt x="198" y="791"/>
                  </a:lnTo>
                  <a:lnTo>
                    <a:pt x="159" y="771"/>
                  </a:lnTo>
                  <a:lnTo>
                    <a:pt x="159" y="771"/>
                  </a:lnTo>
                  <a:lnTo>
                    <a:pt x="198" y="811"/>
                  </a:lnTo>
                  <a:lnTo>
                    <a:pt x="257" y="811"/>
                  </a:lnTo>
                  <a:lnTo>
                    <a:pt x="336" y="850"/>
                  </a:lnTo>
                  <a:lnTo>
                    <a:pt x="336" y="870"/>
                  </a:lnTo>
                  <a:lnTo>
                    <a:pt x="277" y="870"/>
                  </a:lnTo>
                  <a:lnTo>
                    <a:pt x="277" y="890"/>
                  </a:lnTo>
                  <a:lnTo>
                    <a:pt x="257" y="870"/>
                  </a:lnTo>
                  <a:lnTo>
                    <a:pt x="238" y="870"/>
                  </a:lnTo>
                  <a:lnTo>
                    <a:pt x="218" y="850"/>
                  </a:lnTo>
                  <a:lnTo>
                    <a:pt x="198" y="850"/>
                  </a:lnTo>
                  <a:lnTo>
                    <a:pt x="139" y="831"/>
                  </a:lnTo>
                  <a:lnTo>
                    <a:pt x="139" y="831"/>
                  </a:lnTo>
                  <a:lnTo>
                    <a:pt x="218" y="850"/>
                  </a:lnTo>
                  <a:lnTo>
                    <a:pt x="159" y="831"/>
                  </a:lnTo>
                  <a:lnTo>
                    <a:pt x="139" y="811"/>
                  </a:lnTo>
                  <a:lnTo>
                    <a:pt x="80" y="791"/>
                  </a:lnTo>
                  <a:lnTo>
                    <a:pt x="80" y="791"/>
                  </a:lnTo>
                  <a:lnTo>
                    <a:pt x="139" y="831"/>
                  </a:lnTo>
                  <a:lnTo>
                    <a:pt x="159" y="850"/>
                  </a:lnTo>
                  <a:lnTo>
                    <a:pt x="198" y="870"/>
                  </a:lnTo>
                  <a:lnTo>
                    <a:pt x="99" y="831"/>
                  </a:lnTo>
                  <a:lnTo>
                    <a:pt x="80" y="850"/>
                  </a:lnTo>
                  <a:lnTo>
                    <a:pt x="119" y="850"/>
                  </a:lnTo>
                  <a:lnTo>
                    <a:pt x="139" y="870"/>
                  </a:lnTo>
                  <a:lnTo>
                    <a:pt x="159" y="890"/>
                  </a:lnTo>
                  <a:lnTo>
                    <a:pt x="139" y="890"/>
                  </a:lnTo>
                  <a:lnTo>
                    <a:pt x="198" y="910"/>
                  </a:lnTo>
                  <a:lnTo>
                    <a:pt x="218" y="929"/>
                  </a:lnTo>
                  <a:lnTo>
                    <a:pt x="218" y="949"/>
                  </a:lnTo>
                  <a:lnTo>
                    <a:pt x="257" y="989"/>
                  </a:lnTo>
                  <a:lnTo>
                    <a:pt x="257" y="989"/>
                  </a:lnTo>
                  <a:lnTo>
                    <a:pt x="198" y="969"/>
                  </a:lnTo>
                  <a:lnTo>
                    <a:pt x="146" y="956"/>
                  </a:lnTo>
                  <a:lnTo>
                    <a:pt x="146" y="956"/>
                  </a:lnTo>
                  <a:lnTo>
                    <a:pt x="159" y="969"/>
                  </a:lnTo>
                  <a:lnTo>
                    <a:pt x="119" y="969"/>
                  </a:lnTo>
                  <a:lnTo>
                    <a:pt x="80" y="949"/>
                  </a:lnTo>
                  <a:lnTo>
                    <a:pt x="20" y="949"/>
                  </a:lnTo>
                  <a:lnTo>
                    <a:pt x="99" y="969"/>
                  </a:lnTo>
                  <a:lnTo>
                    <a:pt x="119" y="989"/>
                  </a:lnTo>
                  <a:lnTo>
                    <a:pt x="99" y="989"/>
                  </a:lnTo>
                  <a:lnTo>
                    <a:pt x="178" y="1008"/>
                  </a:lnTo>
                  <a:lnTo>
                    <a:pt x="99" y="1008"/>
                  </a:lnTo>
                  <a:lnTo>
                    <a:pt x="198" y="1068"/>
                  </a:lnTo>
                  <a:lnTo>
                    <a:pt x="178" y="1068"/>
                  </a:lnTo>
                  <a:lnTo>
                    <a:pt x="257" y="1107"/>
                  </a:lnTo>
                  <a:lnTo>
                    <a:pt x="238" y="1107"/>
                  </a:lnTo>
                  <a:lnTo>
                    <a:pt x="178" y="1087"/>
                  </a:lnTo>
                  <a:lnTo>
                    <a:pt x="218" y="1127"/>
                  </a:lnTo>
                  <a:lnTo>
                    <a:pt x="238" y="1127"/>
                  </a:lnTo>
                  <a:lnTo>
                    <a:pt x="277" y="1147"/>
                  </a:lnTo>
                  <a:lnTo>
                    <a:pt x="317" y="1166"/>
                  </a:lnTo>
                  <a:lnTo>
                    <a:pt x="238" y="1147"/>
                  </a:lnTo>
                  <a:lnTo>
                    <a:pt x="198" y="1127"/>
                  </a:lnTo>
                  <a:lnTo>
                    <a:pt x="139" y="1127"/>
                  </a:lnTo>
                  <a:lnTo>
                    <a:pt x="99" y="1087"/>
                  </a:lnTo>
                  <a:lnTo>
                    <a:pt x="80" y="1087"/>
                  </a:lnTo>
                  <a:lnTo>
                    <a:pt x="99" y="1107"/>
                  </a:lnTo>
                  <a:lnTo>
                    <a:pt x="119" y="1127"/>
                  </a:lnTo>
                  <a:lnTo>
                    <a:pt x="119" y="1127"/>
                  </a:lnTo>
                  <a:lnTo>
                    <a:pt x="60" y="1107"/>
                  </a:lnTo>
                  <a:lnTo>
                    <a:pt x="80" y="1127"/>
                  </a:lnTo>
                  <a:lnTo>
                    <a:pt x="139" y="1147"/>
                  </a:lnTo>
                  <a:lnTo>
                    <a:pt x="178" y="1166"/>
                  </a:lnTo>
                  <a:lnTo>
                    <a:pt x="99" y="1147"/>
                  </a:lnTo>
                  <a:lnTo>
                    <a:pt x="99" y="1147"/>
                  </a:lnTo>
                  <a:lnTo>
                    <a:pt x="119" y="1166"/>
                  </a:lnTo>
                  <a:lnTo>
                    <a:pt x="139" y="1166"/>
                  </a:lnTo>
                  <a:lnTo>
                    <a:pt x="218" y="1206"/>
                  </a:lnTo>
                  <a:lnTo>
                    <a:pt x="277" y="1206"/>
                  </a:lnTo>
                  <a:lnTo>
                    <a:pt x="317" y="1226"/>
                  </a:lnTo>
                  <a:lnTo>
                    <a:pt x="376" y="1245"/>
                  </a:lnTo>
                  <a:lnTo>
                    <a:pt x="396" y="1265"/>
                  </a:lnTo>
                  <a:lnTo>
                    <a:pt x="297" y="1245"/>
                  </a:lnTo>
                  <a:lnTo>
                    <a:pt x="159" y="1206"/>
                  </a:lnTo>
                  <a:lnTo>
                    <a:pt x="1" y="1147"/>
                  </a:lnTo>
                  <a:lnTo>
                    <a:pt x="20" y="1186"/>
                  </a:lnTo>
                  <a:lnTo>
                    <a:pt x="1" y="1186"/>
                  </a:lnTo>
                  <a:lnTo>
                    <a:pt x="80" y="1226"/>
                  </a:lnTo>
                  <a:lnTo>
                    <a:pt x="198" y="1265"/>
                  </a:lnTo>
                  <a:lnTo>
                    <a:pt x="178" y="1265"/>
                  </a:lnTo>
                  <a:lnTo>
                    <a:pt x="139" y="1245"/>
                  </a:lnTo>
                  <a:lnTo>
                    <a:pt x="139" y="1245"/>
                  </a:lnTo>
                  <a:lnTo>
                    <a:pt x="178" y="1285"/>
                  </a:lnTo>
                  <a:lnTo>
                    <a:pt x="198" y="1305"/>
                  </a:lnTo>
                  <a:lnTo>
                    <a:pt x="257" y="1344"/>
                  </a:lnTo>
                  <a:lnTo>
                    <a:pt x="336" y="1364"/>
                  </a:lnTo>
                  <a:lnTo>
                    <a:pt x="356" y="1364"/>
                  </a:lnTo>
                  <a:lnTo>
                    <a:pt x="376" y="1384"/>
                  </a:lnTo>
                  <a:lnTo>
                    <a:pt x="415" y="1403"/>
                  </a:lnTo>
                  <a:lnTo>
                    <a:pt x="356" y="1384"/>
                  </a:lnTo>
                  <a:lnTo>
                    <a:pt x="336" y="1384"/>
                  </a:lnTo>
                  <a:lnTo>
                    <a:pt x="356" y="1403"/>
                  </a:lnTo>
                  <a:lnTo>
                    <a:pt x="297" y="1384"/>
                  </a:lnTo>
                  <a:lnTo>
                    <a:pt x="277" y="1364"/>
                  </a:lnTo>
                  <a:lnTo>
                    <a:pt x="238" y="1364"/>
                  </a:lnTo>
                  <a:lnTo>
                    <a:pt x="139" y="1344"/>
                  </a:lnTo>
                  <a:lnTo>
                    <a:pt x="198" y="1364"/>
                  </a:lnTo>
                  <a:lnTo>
                    <a:pt x="257" y="1384"/>
                  </a:lnTo>
                  <a:lnTo>
                    <a:pt x="178" y="1384"/>
                  </a:lnTo>
                  <a:lnTo>
                    <a:pt x="159" y="1403"/>
                  </a:lnTo>
                  <a:lnTo>
                    <a:pt x="60" y="1384"/>
                  </a:lnTo>
                  <a:lnTo>
                    <a:pt x="60" y="1384"/>
                  </a:lnTo>
                  <a:lnTo>
                    <a:pt x="139" y="1423"/>
                  </a:lnTo>
                  <a:lnTo>
                    <a:pt x="178" y="1443"/>
                  </a:lnTo>
                  <a:lnTo>
                    <a:pt x="277" y="1482"/>
                  </a:lnTo>
                  <a:lnTo>
                    <a:pt x="297" y="1482"/>
                  </a:lnTo>
                  <a:lnTo>
                    <a:pt x="277" y="1463"/>
                  </a:lnTo>
                  <a:lnTo>
                    <a:pt x="238" y="1443"/>
                  </a:lnTo>
                  <a:lnTo>
                    <a:pt x="277" y="1443"/>
                  </a:lnTo>
                  <a:lnTo>
                    <a:pt x="178" y="1403"/>
                  </a:lnTo>
                  <a:lnTo>
                    <a:pt x="218" y="1403"/>
                  </a:lnTo>
                  <a:lnTo>
                    <a:pt x="297" y="1443"/>
                  </a:lnTo>
                  <a:lnTo>
                    <a:pt x="356" y="1463"/>
                  </a:lnTo>
                  <a:lnTo>
                    <a:pt x="415" y="1482"/>
                  </a:lnTo>
                  <a:lnTo>
                    <a:pt x="415" y="1463"/>
                  </a:lnTo>
                  <a:lnTo>
                    <a:pt x="514" y="1482"/>
                  </a:lnTo>
                  <a:lnTo>
                    <a:pt x="652" y="1542"/>
                  </a:lnTo>
                  <a:lnTo>
                    <a:pt x="573" y="1522"/>
                  </a:lnTo>
                  <a:lnTo>
                    <a:pt x="573" y="1522"/>
                  </a:lnTo>
                  <a:lnTo>
                    <a:pt x="672" y="1561"/>
                  </a:lnTo>
                  <a:lnTo>
                    <a:pt x="672" y="1561"/>
                  </a:lnTo>
                  <a:lnTo>
                    <a:pt x="534" y="1542"/>
                  </a:lnTo>
                  <a:lnTo>
                    <a:pt x="534" y="1542"/>
                  </a:lnTo>
                  <a:lnTo>
                    <a:pt x="554" y="1561"/>
                  </a:lnTo>
                  <a:lnTo>
                    <a:pt x="593" y="1581"/>
                  </a:lnTo>
                  <a:lnTo>
                    <a:pt x="593" y="1561"/>
                  </a:lnTo>
                  <a:lnTo>
                    <a:pt x="633" y="1581"/>
                  </a:lnTo>
                  <a:lnTo>
                    <a:pt x="672" y="1601"/>
                  </a:lnTo>
                  <a:lnTo>
                    <a:pt x="731" y="1621"/>
                  </a:lnTo>
                  <a:lnTo>
                    <a:pt x="633" y="1621"/>
                  </a:lnTo>
                  <a:lnTo>
                    <a:pt x="494" y="1561"/>
                  </a:lnTo>
                  <a:lnTo>
                    <a:pt x="514" y="1581"/>
                  </a:lnTo>
                  <a:lnTo>
                    <a:pt x="514" y="1581"/>
                  </a:lnTo>
                  <a:lnTo>
                    <a:pt x="317" y="1522"/>
                  </a:lnTo>
                  <a:lnTo>
                    <a:pt x="277" y="1522"/>
                  </a:lnTo>
                  <a:lnTo>
                    <a:pt x="277" y="1542"/>
                  </a:lnTo>
                  <a:lnTo>
                    <a:pt x="139" y="1502"/>
                  </a:lnTo>
                  <a:lnTo>
                    <a:pt x="159" y="1522"/>
                  </a:lnTo>
                  <a:lnTo>
                    <a:pt x="80" y="1522"/>
                  </a:lnTo>
                  <a:lnTo>
                    <a:pt x="139" y="1542"/>
                  </a:lnTo>
                  <a:lnTo>
                    <a:pt x="218" y="1561"/>
                  </a:lnTo>
                  <a:lnTo>
                    <a:pt x="198" y="1561"/>
                  </a:lnTo>
                  <a:lnTo>
                    <a:pt x="218" y="1581"/>
                  </a:lnTo>
                  <a:lnTo>
                    <a:pt x="277" y="1561"/>
                  </a:lnTo>
                  <a:lnTo>
                    <a:pt x="376" y="1601"/>
                  </a:lnTo>
                  <a:lnTo>
                    <a:pt x="396" y="1601"/>
                  </a:lnTo>
                  <a:lnTo>
                    <a:pt x="435" y="1621"/>
                  </a:lnTo>
                  <a:lnTo>
                    <a:pt x="435" y="1621"/>
                  </a:lnTo>
                  <a:lnTo>
                    <a:pt x="277" y="1581"/>
                  </a:lnTo>
                  <a:lnTo>
                    <a:pt x="297" y="1601"/>
                  </a:lnTo>
                  <a:lnTo>
                    <a:pt x="218" y="1601"/>
                  </a:lnTo>
                  <a:lnTo>
                    <a:pt x="198" y="1581"/>
                  </a:lnTo>
                  <a:lnTo>
                    <a:pt x="139" y="1581"/>
                  </a:lnTo>
                  <a:lnTo>
                    <a:pt x="139" y="1561"/>
                  </a:lnTo>
                  <a:lnTo>
                    <a:pt x="99" y="1581"/>
                  </a:lnTo>
                  <a:lnTo>
                    <a:pt x="60" y="1581"/>
                  </a:lnTo>
                  <a:lnTo>
                    <a:pt x="159" y="1621"/>
                  </a:lnTo>
                  <a:lnTo>
                    <a:pt x="119" y="1621"/>
                  </a:lnTo>
                  <a:lnTo>
                    <a:pt x="119" y="1640"/>
                  </a:lnTo>
                  <a:lnTo>
                    <a:pt x="159" y="1640"/>
                  </a:lnTo>
                  <a:lnTo>
                    <a:pt x="190" y="1671"/>
                  </a:lnTo>
                  <a:lnTo>
                    <a:pt x="139" y="1660"/>
                  </a:lnTo>
                  <a:lnTo>
                    <a:pt x="139" y="1680"/>
                  </a:lnTo>
                  <a:lnTo>
                    <a:pt x="119" y="1680"/>
                  </a:lnTo>
                  <a:lnTo>
                    <a:pt x="178" y="1700"/>
                  </a:lnTo>
                  <a:lnTo>
                    <a:pt x="238" y="1700"/>
                  </a:lnTo>
                  <a:lnTo>
                    <a:pt x="257" y="1719"/>
                  </a:lnTo>
                  <a:lnTo>
                    <a:pt x="238" y="1719"/>
                  </a:lnTo>
                  <a:lnTo>
                    <a:pt x="277" y="1739"/>
                  </a:lnTo>
                  <a:lnTo>
                    <a:pt x="376" y="1779"/>
                  </a:lnTo>
                  <a:lnTo>
                    <a:pt x="336" y="1779"/>
                  </a:lnTo>
                  <a:lnTo>
                    <a:pt x="396" y="1818"/>
                  </a:lnTo>
                  <a:lnTo>
                    <a:pt x="415" y="1798"/>
                  </a:lnTo>
                  <a:lnTo>
                    <a:pt x="435" y="1798"/>
                  </a:lnTo>
                  <a:lnTo>
                    <a:pt x="475" y="1779"/>
                  </a:lnTo>
                  <a:lnTo>
                    <a:pt x="415" y="1779"/>
                  </a:lnTo>
                  <a:lnTo>
                    <a:pt x="336" y="1739"/>
                  </a:lnTo>
                  <a:lnTo>
                    <a:pt x="376" y="1739"/>
                  </a:lnTo>
                  <a:lnTo>
                    <a:pt x="415" y="1759"/>
                  </a:lnTo>
                  <a:lnTo>
                    <a:pt x="494" y="1779"/>
                  </a:lnTo>
                  <a:lnTo>
                    <a:pt x="633" y="1838"/>
                  </a:lnTo>
                  <a:lnTo>
                    <a:pt x="712" y="1858"/>
                  </a:lnTo>
                  <a:lnTo>
                    <a:pt x="751" y="1877"/>
                  </a:lnTo>
                  <a:lnTo>
                    <a:pt x="830" y="1897"/>
                  </a:lnTo>
                  <a:lnTo>
                    <a:pt x="850" y="1897"/>
                  </a:lnTo>
                  <a:lnTo>
                    <a:pt x="850" y="1877"/>
                  </a:lnTo>
                  <a:lnTo>
                    <a:pt x="890" y="1897"/>
                  </a:lnTo>
                  <a:lnTo>
                    <a:pt x="909" y="1917"/>
                  </a:lnTo>
                  <a:lnTo>
                    <a:pt x="949" y="1917"/>
                  </a:lnTo>
                  <a:lnTo>
                    <a:pt x="929" y="1897"/>
                  </a:lnTo>
                  <a:lnTo>
                    <a:pt x="949" y="1897"/>
                  </a:lnTo>
                  <a:lnTo>
                    <a:pt x="850" y="1877"/>
                  </a:lnTo>
                  <a:lnTo>
                    <a:pt x="870" y="1877"/>
                  </a:lnTo>
                  <a:lnTo>
                    <a:pt x="870" y="1858"/>
                  </a:lnTo>
                  <a:lnTo>
                    <a:pt x="830" y="1838"/>
                  </a:lnTo>
                  <a:lnTo>
                    <a:pt x="870" y="1838"/>
                  </a:lnTo>
                  <a:lnTo>
                    <a:pt x="771" y="1818"/>
                  </a:lnTo>
                  <a:lnTo>
                    <a:pt x="751" y="1779"/>
                  </a:lnTo>
                  <a:lnTo>
                    <a:pt x="830" y="1818"/>
                  </a:lnTo>
                  <a:lnTo>
                    <a:pt x="830" y="1798"/>
                  </a:lnTo>
                  <a:lnTo>
                    <a:pt x="811" y="1779"/>
                  </a:lnTo>
                  <a:lnTo>
                    <a:pt x="745" y="1746"/>
                  </a:lnTo>
                  <a:lnTo>
                    <a:pt x="745" y="1746"/>
                  </a:lnTo>
                  <a:lnTo>
                    <a:pt x="791" y="1759"/>
                  </a:lnTo>
                  <a:lnTo>
                    <a:pt x="712" y="1719"/>
                  </a:lnTo>
                  <a:lnTo>
                    <a:pt x="811" y="1739"/>
                  </a:lnTo>
                  <a:lnTo>
                    <a:pt x="870" y="1779"/>
                  </a:lnTo>
                  <a:lnTo>
                    <a:pt x="850" y="1779"/>
                  </a:lnTo>
                  <a:lnTo>
                    <a:pt x="870" y="1798"/>
                  </a:lnTo>
                  <a:lnTo>
                    <a:pt x="890" y="1798"/>
                  </a:lnTo>
                  <a:lnTo>
                    <a:pt x="909" y="1818"/>
                  </a:lnTo>
                  <a:lnTo>
                    <a:pt x="988" y="1838"/>
                  </a:lnTo>
                  <a:lnTo>
                    <a:pt x="1028" y="1838"/>
                  </a:lnTo>
                  <a:lnTo>
                    <a:pt x="1008" y="1818"/>
                  </a:lnTo>
                  <a:lnTo>
                    <a:pt x="1127" y="1858"/>
                  </a:lnTo>
                  <a:lnTo>
                    <a:pt x="1146" y="1877"/>
                  </a:lnTo>
                  <a:lnTo>
                    <a:pt x="1166" y="1877"/>
                  </a:lnTo>
                  <a:lnTo>
                    <a:pt x="1166" y="1858"/>
                  </a:lnTo>
                  <a:lnTo>
                    <a:pt x="969" y="1798"/>
                  </a:lnTo>
                  <a:lnTo>
                    <a:pt x="949" y="1779"/>
                  </a:lnTo>
                  <a:lnTo>
                    <a:pt x="969" y="1759"/>
                  </a:lnTo>
                  <a:lnTo>
                    <a:pt x="1008" y="1779"/>
                  </a:lnTo>
                  <a:lnTo>
                    <a:pt x="1048" y="1798"/>
                  </a:lnTo>
                  <a:lnTo>
                    <a:pt x="1048" y="1798"/>
                  </a:lnTo>
                  <a:lnTo>
                    <a:pt x="1067" y="1779"/>
                  </a:lnTo>
                  <a:lnTo>
                    <a:pt x="1146" y="1798"/>
                  </a:lnTo>
                  <a:lnTo>
                    <a:pt x="1146" y="1818"/>
                  </a:lnTo>
                  <a:lnTo>
                    <a:pt x="1186" y="1818"/>
                  </a:lnTo>
                  <a:lnTo>
                    <a:pt x="1186" y="1838"/>
                  </a:lnTo>
                  <a:lnTo>
                    <a:pt x="1245" y="1838"/>
                  </a:lnTo>
                  <a:lnTo>
                    <a:pt x="1225" y="1818"/>
                  </a:lnTo>
                  <a:lnTo>
                    <a:pt x="1225" y="1818"/>
                  </a:lnTo>
                  <a:lnTo>
                    <a:pt x="1304" y="1838"/>
                  </a:lnTo>
                  <a:lnTo>
                    <a:pt x="1324" y="1818"/>
                  </a:lnTo>
                  <a:lnTo>
                    <a:pt x="1344" y="1818"/>
                  </a:lnTo>
                  <a:lnTo>
                    <a:pt x="1265" y="1779"/>
                  </a:lnTo>
                  <a:lnTo>
                    <a:pt x="1166" y="1739"/>
                  </a:lnTo>
                  <a:lnTo>
                    <a:pt x="1285" y="1779"/>
                  </a:lnTo>
                  <a:lnTo>
                    <a:pt x="1285" y="1759"/>
                  </a:lnTo>
                  <a:lnTo>
                    <a:pt x="1225" y="1739"/>
                  </a:lnTo>
                  <a:lnTo>
                    <a:pt x="1146" y="1719"/>
                  </a:lnTo>
                  <a:lnTo>
                    <a:pt x="1146" y="1700"/>
                  </a:lnTo>
                  <a:lnTo>
                    <a:pt x="1166" y="1700"/>
                  </a:lnTo>
                  <a:lnTo>
                    <a:pt x="1245" y="1739"/>
                  </a:lnTo>
                  <a:lnTo>
                    <a:pt x="1285" y="1719"/>
                  </a:lnTo>
                  <a:lnTo>
                    <a:pt x="1344" y="1739"/>
                  </a:lnTo>
                  <a:lnTo>
                    <a:pt x="1344" y="1739"/>
                  </a:lnTo>
                  <a:lnTo>
                    <a:pt x="1285" y="1700"/>
                  </a:lnTo>
                  <a:lnTo>
                    <a:pt x="1206" y="1680"/>
                  </a:lnTo>
                  <a:lnTo>
                    <a:pt x="1206" y="1680"/>
                  </a:lnTo>
                  <a:lnTo>
                    <a:pt x="1166" y="1660"/>
                  </a:lnTo>
                  <a:lnTo>
                    <a:pt x="1245" y="1660"/>
                  </a:lnTo>
                  <a:lnTo>
                    <a:pt x="1285" y="1680"/>
                  </a:lnTo>
                  <a:lnTo>
                    <a:pt x="1304" y="1690"/>
                  </a:lnTo>
                  <a:lnTo>
                    <a:pt x="1304" y="1690"/>
                  </a:lnTo>
                  <a:lnTo>
                    <a:pt x="1304" y="1680"/>
                  </a:lnTo>
                  <a:lnTo>
                    <a:pt x="1304" y="1660"/>
                  </a:lnTo>
                  <a:lnTo>
                    <a:pt x="1344" y="1660"/>
                  </a:lnTo>
                  <a:lnTo>
                    <a:pt x="1285" y="1640"/>
                  </a:lnTo>
                  <a:lnTo>
                    <a:pt x="1206" y="1621"/>
                  </a:lnTo>
                  <a:lnTo>
                    <a:pt x="1265" y="1621"/>
                  </a:lnTo>
                  <a:lnTo>
                    <a:pt x="1285" y="1640"/>
                  </a:lnTo>
                  <a:lnTo>
                    <a:pt x="1304" y="1640"/>
                  </a:lnTo>
                  <a:lnTo>
                    <a:pt x="1285" y="1621"/>
                  </a:lnTo>
                  <a:lnTo>
                    <a:pt x="1166" y="1581"/>
                  </a:lnTo>
                  <a:lnTo>
                    <a:pt x="1166" y="1581"/>
                  </a:lnTo>
                  <a:lnTo>
                    <a:pt x="1245" y="1601"/>
                  </a:lnTo>
                  <a:lnTo>
                    <a:pt x="1344" y="1621"/>
                  </a:lnTo>
                  <a:lnTo>
                    <a:pt x="1285" y="1601"/>
                  </a:lnTo>
                  <a:lnTo>
                    <a:pt x="1344" y="1601"/>
                  </a:lnTo>
                  <a:lnTo>
                    <a:pt x="1304" y="1581"/>
                  </a:lnTo>
                  <a:lnTo>
                    <a:pt x="1265" y="1542"/>
                  </a:lnTo>
                  <a:lnTo>
                    <a:pt x="1245" y="1522"/>
                  </a:lnTo>
                  <a:lnTo>
                    <a:pt x="1324" y="1561"/>
                  </a:lnTo>
                  <a:lnTo>
                    <a:pt x="1364" y="1581"/>
                  </a:lnTo>
                  <a:lnTo>
                    <a:pt x="1383" y="1581"/>
                  </a:lnTo>
                  <a:lnTo>
                    <a:pt x="1383" y="1561"/>
                  </a:lnTo>
                  <a:lnTo>
                    <a:pt x="1364" y="1542"/>
                  </a:lnTo>
                  <a:lnTo>
                    <a:pt x="1285" y="1522"/>
                  </a:lnTo>
                  <a:lnTo>
                    <a:pt x="1285" y="1502"/>
                  </a:lnTo>
                  <a:lnTo>
                    <a:pt x="1285" y="1482"/>
                  </a:lnTo>
                  <a:lnTo>
                    <a:pt x="1344" y="1502"/>
                  </a:lnTo>
                  <a:lnTo>
                    <a:pt x="1285" y="1463"/>
                  </a:lnTo>
                  <a:lnTo>
                    <a:pt x="1186" y="1443"/>
                  </a:lnTo>
                  <a:lnTo>
                    <a:pt x="1206" y="1443"/>
                  </a:lnTo>
                  <a:lnTo>
                    <a:pt x="1146" y="1423"/>
                  </a:lnTo>
                  <a:lnTo>
                    <a:pt x="1166" y="1443"/>
                  </a:lnTo>
                  <a:lnTo>
                    <a:pt x="1186" y="1463"/>
                  </a:lnTo>
                  <a:lnTo>
                    <a:pt x="1127" y="1463"/>
                  </a:lnTo>
                  <a:lnTo>
                    <a:pt x="1067" y="1443"/>
                  </a:lnTo>
                  <a:lnTo>
                    <a:pt x="1087" y="1443"/>
                  </a:lnTo>
                  <a:lnTo>
                    <a:pt x="1028" y="1423"/>
                  </a:lnTo>
                  <a:lnTo>
                    <a:pt x="929" y="1384"/>
                  </a:lnTo>
                  <a:lnTo>
                    <a:pt x="909" y="1364"/>
                  </a:lnTo>
                  <a:lnTo>
                    <a:pt x="909" y="1364"/>
                  </a:lnTo>
                  <a:lnTo>
                    <a:pt x="988" y="1384"/>
                  </a:lnTo>
                  <a:lnTo>
                    <a:pt x="1028" y="1403"/>
                  </a:lnTo>
                  <a:lnTo>
                    <a:pt x="1107" y="1423"/>
                  </a:lnTo>
                  <a:lnTo>
                    <a:pt x="1048" y="1403"/>
                  </a:lnTo>
                  <a:lnTo>
                    <a:pt x="969" y="1364"/>
                  </a:lnTo>
                  <a:lnTo>
                    <a:pt x="929" y="1344"/>
                  </a:lnTo>
                  <a:lnTo>
                    <a:pt x="969" y="1344"/>
                  </a:lnTo>
                  <a:lnTo>
                    <a:pt x="988" y="1364"/>
                  </a:lnTo>
                  <a:lnTo>
                    <a:pt x="1008" y="1364"/>
                  </a:lnTo>
                  <a:lnTo>
                    <a:pt x="988" y="1344"/>
                  </a:lnTo>
                  <a:lnTo>
                    <a:pt x="949" y="1324"/>
                  </a:lnTo>
                  <a:lnTo>
                    <a:pt x="1028" y="1344"/>
                  </a:lnTo>
                  <a:lnTo>
                    <a:pt x="1008" y="1344"/>
                  </a:lnTo>
                  <a:lnTo>
                    <a:pt x="1028" y="1364"/>
                  </a:lnTo>
                  <a:lnTo>
                    <a:pt x="1087" y="1384"/>
                  </a:lnTo>
                  <a:lnTo>
                    <a:pt x="1206" y="1423"/>
                  </a:lnTo>
                  <a:lnTo>
                    <a:pt x="1304" y="1463"/>
                  </a:lnTo>
                  <a:lnTo>
                    <a:pt x="1364" y="1463"/>
                  </a:lnTo>
                  <a:lnTo>
                    <a:pt x="1324" y="1443"/>
                  </a:lnTo>
                  <a:lnTo>
                    <a:pt x="1324" y="1423"/>
                  </a:lnTo>
                  <a:lnTo>
                    <a:pt x="1285" y="1403"/>
                  </a:lnTo>
                  <a:lnTo>
                    <a:pt x="1344" y="1423"/>
                  </a:lnTo>
                  <a:lnTo>
                    <a:pt x="1344" y="1403"/>
                  </a:lnTo>
                  <a:lnTo>
                    <a:pt x="1304" y="1384"/>
                  </a:lnTo>
                  <a:lnTo>
                    <a:pt x="1304" y="1384"/>
                  </a:lnTo>
                  <a:lnTo>
                    <a:pt x="1364" y="1403"/>
                  </a:lnTo>
                  <a:lnTo>
                    <a:pt x="1383" y="1384"/>
                  </a:lnTo>
                  <a:lnTo>
                    <a:pt x="1344" y="1344"/>
                  </a:lnTo>
                  <a:lnTo>
                    <a:pt x="1285" y="1324"/>
                  </a:lnTo>
                  <a:lnTo>
                    <a:pt x="1285" y="1305"/>
                  </a:lnTo>
                  <a:lnTo>
                    <a:pt x="1344" y="1305"/>
                  </a:lnTo>
                  <a:lnTo>
                    <a:pt x="1304" y="1285"/>
                  </a:lnTo>
                  <a:lnTo>
                    <a:pt x="1364" y="1305"/>
                  </a:lnTo>
                  <a:lnTo>
                    <a:pt x="1344" y="1285"/>
                  </a:lnTo>
                  <a:lnTo>
                    <a:pt x="1324" y="1265"/>
                  </a:lnTo>
                  <a:lnTo>
                    <a:pt x="1383" y="1265"/>
                  </a:lnTo>
                  <a:lnTo>
                    <a:pt x="1344" y="1245"/>
                  </a:lnTo>
                  <a:lnTo>
                    <a:pt x="1285" y="1206"/>
                  </a:lnTo>
                  <a:lnTo>
                    <a:pt x="1383" y="1245"/>
                  </a:lnTo>
                  <a:lnTo>
                    <a:pt x="1344" y="1186"/>
                  </a:lnTo>
                  <a:lnTo>
                    <a:pt x="1344" y="1107"/>
                  </a:lnTo>
                  <a:lnTo>
                    <a:pt x="1364" y="1127"/>
                  </a:lnTo>
                  <a:lnTo>
                    <a:pt x="1364" y="1107"/>
                  </a:lnTo>
                  <a:lnTo>
                    <a:pt x="1324" y="1068"/>
                  </a:lnTo>
                  <a:lnTo>
                    <a:pt x="1304" y="1048"/>
                  </a:lnTo>
                  <a:lnTo>
                    <a:pt x="1304" y="1028"/>
                  </a:lnTo>
                  <a:lnTo>
                    <a:pt x="1324" y="1028"/>
                  </a:lnTo>
                  <a:lnTo>
                    <a:pt x="1285" y="1008"/>
                  </a:lnTo>
                  <a:lnTo>
                    <a:pt x="1225" y="989"/>
                  </a:lnTo>
                  <a:lnTo>
                    <a:pt x="1107" y="949"/>
                  </a:lnTo>
                  <a:lnTo>
                    <a:pt x="1087" y="929"/>
                  </a:lnTo>
                  <a:lnTo>
                    <a:pt x="1127" y="929"/>
                  </a:lnTo>
                  <a:lnTo>
                    <a:pt x="1186" y="949"/>
                  </a:lnTo>
                  <a:lnTo>
                    <a:pt x="1265" y="989"/>
                  </a:lnTo>
                  <a:lnTo>
                    <a:pt x="1344" y="1028"/>
                  </a:lnTo>
                  <a:lnTo>
                    <a:pt x="1344" y="1028"/>
                  </a:lnTo>
                  <a:lnTo>
                    <a:pt x="1285" y="989"/>
                  </a:lnTo>
                  <a:lnTo>
                    <a:pt x="1304" y="969"/>
                  </a:lnTo>
                  <a:lnTo>
                    <a:pt x="1304" y="949"/>
                  </a:lnTo>
                  <a:lnTo>
                    <a:pt x="1324" y="969"/>
                  </a:lnTo>
                  <a:lnTo>
                    <a:pt x="1344" y="969"/>
                  </a:lnTo>
                  <a:lnTo>
                    <a:pt x="1344" y="989"/>
                  </a:lnTo>
                  <a:lnTo>
                    <a:pt x="1364" y="989"/>
                  </a:lnTo>
                  <a:lnTo>
                    <a:pt x="1403" y="1028"/>
                  </a:lnTo>
                  <a:lnTo>
                    <a:pt x="1383" y="989"/>
                  </a:lnTo>
                  <a:lnTo>
                    <a:pt x="1383" y="969"/>
                  </a:lnTo>
                  <a:lnTo>
                    <a:pt x="1344" y="949"/>
                  </a:lnTo>
                  <a:lnTo>
                    <a:pt x="1324" y="929"/>
                  </a:lnTo>
                  <a:lnTo>
                    <a:pt x="1265" y="910"/>
                  </a:lnTo>
                  <a:lnTo>
                    <a:pt x="1364" y="929"/>
                  </a:lnTo>
                  <a:lnTo>
                    <a:pt x="1304" y="910"/>
                  </a:lnTo>
                  <a:lnTo>
                    <a:pt x="1285" y="910"/>
                  </a:lnTo>
                  <a:lnTo>
                    <a:pt x="1285" y="890"/>
                  </a:lnTo>
                  <a:lnTo>
                    <a:pt x="1324" y="890"/>
                  </a:lnTo>
                  <a:lnTo>
                    <a:pt x="1383" y="910"/>
                  </a:lnTo>
                  <a:lnTo>
                    <a:pt x="1383" y="910"/>
                  </a:lnTo>
                  <a:lnTo>
                    <a:pt x="1344" y="890"/>
                  </a:lnTo>
                  <a:lnTo>
                    <a:pt x="1344" y="870"/>
                  </a:lnTo>
                  <a:lnTo>
                    <a:pt x="1383" y="890"/>
                  </a:lnTo>
                  <a:lnTo>
                    <a:pt x="1403" y="870"/>
                  </a:lnTo>
                  <a:lnTo>
                    <a:pt x="1403" y="850"/>
                  </a:lnTo>
                  <a:lnTo>
                    <a:pt x="1443" y="850"/>
                  </a:lnTo>
                  <a:lnTo>
                    <a:pt x="1403" y="831"/>
                  </a:lnTo>
                  <a:lnTo>
                    <a:pt x="1364" y="791"/>
                  </a:lnTo>
                  <a:lnTo>
                    <a:pt x="1344" y="791"/>
                  </a:lnTo>
                  <a:lnTo>
                    <a:pt x="1285" y="771"/>
                  </a:lnTo>
                  <a:lnTo>
                    <a:pt x="1265" y="752"/>
                  </a:lnTo>
                  <a:lnTo>
                    <a:pt x="1245" y="732"/>
                  </a:lnTo>
                  <a:lnTo>
                    <a:pt x="1304" y="752"/>
                  </a:lnTo>
                  <a:lnTo>
                    <a:pt x="1324" y="771"/>
                  </a:lnTo>
                  <a:lnTo>
                    <a:pt x="1423" y="771"/>
                  </a:lnTo>
                  <a:lnTo>
                    <a:pt x="1403" y="752"/>
                  </a:lnTo>
                  <a:lnTo>
                    <a:pt x="1364" y="732"/>
                  </a:lnTo>
                  <a:lnTo>
                    <a:pt x="1423" y="752"/>
                  </a:lnTo>
                  <a:lnTo>
                    <a:pt x="1443" y="752"/>
                  </a:lnTo>
                  <a:lnTo>
                    <a:pt x="1403" y="732"/>
                  </a:lnTo>
                  <a:lnTo>
                    <a:pt x="1324" y="692"/>
                  </a:lnTo>
                  <a:lnTo>
                    <a:pt x="1344" y="692"/>
                  </a:lnTo>
                  <a:lnTo>
                    <a:pt x="1324" y="673"/>
                  </a:lnTo>
                  <a:lnTo>
                    <a:pt x="1403" y="712"/>
                  </a:lnTo>
                  <a:lnTo>
                    <a:pt x="1403" y="712"/>
                  </a:lnTo>
                  <a:lnTo>
                    <a:pt x="1324" y="653"/>
                  </a:lnTo>
                  <a:lnTo>
                    <a:pt x="1285" y="613"/>
                  </a:lnTo>
                  <a:lnTo>
                    <a:pt x="1245" y="594"/>
                  </a:lnTo>
                  <a:lnTo>
                    <a:pt x="1304" y="613"/>
                  </a:lnTo>
                  <a:lnTo>
                    <a:pt x="1383" y="633"/>
                  </a:lnTo>
                  <a:lnTo>
                    <a:pt x="1344" y="633"/>
                  </a:lnTo>
                  <a:lnTo>
                    <a:pt x="1423" y="653"/>
                  </a:lnTo>
                  <a:lnTo>
                    <a:pt x="1462" y="653"/>
                  </a:lnTo>
                  <a:lnTo>
                    <a:pt x="1462" y="633"/>
                  </a:lnTo>
                  <a:lnTo>
                    <a:pt x="1443" y="613"/>
                  </a:lnTo>
                  <a:lnTo>
                    <a:pt x="1462" y="594"/>
                  </a:lnTo>
                  <a:lnTo>
                    <a:pt x="1443" y="574"/>
                  </a:lnTo>
                  <a:lnTo>
                    <a:pt x="1502" y="574"/>
                  </a:lnTo>
                  <a:lnTo>
                    <a:pt x="1502" y="554"/>
                  </a:lnTo>
                  <a:lnTo>
                    <a:pt x="1502" y="534"/>
                  </a:lnTo>
                  <a:lnTo>
                    <a:pt x="1502" y="515"/>
                  </a:lnTo>
                  <a:lnTo>
                    <a:pt x="1462" y="475"/>
                  </a:lnTo>
                  <a:lnTo>
                    <a:pt x="1522" y="495"/>
                  </a:lnTo>
                  <a:lnTo>
                    <a:pt x="1522" y="495"/>
                  </a:lnTo>
                  <a:lnTo>
                    <a:pt x="1443" y="455"/>
                  </a:lnTo>
                  <a:lnTo>
                    <a:pt x="1423" y="416"/>
                  </a:lnTo>
                  <a:lnTo>
                    <a:pt x="1383" y="376"/>
                  </a:lnTo>
                  <a:lnTo>
                    <a:pt x="1285" y="317"/>
                  </a:lnTo>
                  <a:lnTo>
                    <a:pt x="1344" y="337"/>
                  </a:lnTo>
                  <a:lnTo>
                    <a:pt x="1403" y="376"/>
                  </a:lnTo>
                  <a:lnTo>
                    <a:pt x="1364" y="337"/>
                  </a:lnTo>
                  <a:lnTo>
                    <a:pt x="1344" y="317"/>
                  </a:lnTo>
                  <a:lnTo>
                    <a:pt x="1344" y="317"/>
                  </a:lnTo>
                  <a:lnTo>
                    <a:pt x="1383" y="337"/>
                  </a:lnTo>
                  <a:lnTo>
                    <a:pt x="1423" y="357"/>
                  </a:lnTo>
                  <a:lnTo>
                    <a:pt x="1423" y="342"/>
                  </a:lnTo>
                  <a:lnTo>
                    <a:pt x="1423" y="342"/>
                  </a:lnTo>
                  <a:lnTo>
                    <a:pt x="1364" y="297"/>
                  </a:lnTo>
                  <a:lnTo>
                    <a:pt x="1304" y="258"/>
                  </a:lnTo>
                  <a:lnTo>
                    <a:pt x="1265" y="238"/>
                  </a:lnTo>
                  <a:lnTo>
                    <a:pt x="1285" y="238"/>
                  </a:lnTo>
                  <a:lnTo>
                    <a:pt x="1245" y="179"/>
                  </a:lnTo>
                  <a:lnTo>
                    <a:pt x="1245" y="139"/>
                  </a:lnTo>
                  <a:lnTo>
                    <a:pt x="1245" y="100"/>
                  </a:lnTo>
                  <a:lnTo>
                    <a:pt x="1304" y="80"/>
                  </a:lnTo>
                  <a:lnTo>
                    <a:pt x="1324" y="100"/>
                  </a:lnTo>
                  <a:lnTo>
                    <a:pt x="1324" y="80"/>
                  </a:lnTo>
                  <a:lnTo>
                    <a:pt x="1344" y="80"/>
                  </a:lnTo>
                  <a:lnTo>
                    <a:pt x="1344" y="100"/>
                  </a:lnTo>
                  <a:lnTo>
                    <a:pt x="1383" y="100"/>
                  </a:lnTo>
                  <a:lnTo>
                    <a:pt x="1364" y="80"/>
                  </a:lnTo>
                  <a:lnTo>
                    <a:pt x="1344" y="60"/>
                  </a:lnTo>
                  <a:lnTo>
                    <a:pt x="1344" y="60"/>
                  </a:lnTo>
                  <a:lnTo>
                    <a:pt x="1383" y="80"/>
                  </a:lnTo>
                  <a:lnTo>
                    <a:pt x="1462" y="80"/>
                  </a:lnTo>
                  <a:lnTo>
                    <a:pt x="1443" y="60"/>
                  </a:lnTo>
                  <a:lnTo>
                    <a:pt x="1443" y="60"/>
                  </a:lnTo>
                  <a:lnTo>
                    <a:pt x="1581" y="120"/>
                  </a:lnTo>
                  <a:lnTo>
                    <a:pt x="1522" y="60"/>
                  </a:lnTo>
                  <a:lnTo>
                    <a:pt x="1502" y="60"/>
                  </a:lnTo>
                  <a:lnTo>
                    <a:pt x="1462" y="40"/>
                  </a:lnTo>
                  <a:lnTo>
                    <a:pt x="1443" y="21"/>
                  </a:lnTo>
                  <a:lnTo>
                    <a:pt x="140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9"/>
            <p:cNvSpPr/>
            <p:nvPr/>
          </p:nvSpPr>
          <p:spPr>
            <a:xfrm>
              <a:off x="-1781250" y="3410200"/>
              <a:ext cx="500" cy="500"/>
            </a:xfrm>
            <a:custGeom>
              <a:rect b="b" l="l" r="r" t="t"/>
              <a:pathLst>
                <a:path extrusionOk="0" h="20" w="20">
                  <a:moveTo>
                    <a:pt x="20" y="20"/>
                  </a:moveTo>
                  <a:lnTo>
                    <a:pt x="20" y="20"/>
                  </a:lnTo>
                  <a:lnTo>
                    <a:pt x="20" y="20"/>
                  </a:lnTo>
                  <a:lnTo>
                    <a:pt x="0" y="0"/>
                  </a:lnTo>
                  <a:lnTo>
                    <a:pt x="0" y="0"/>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9"/>
            <p:cNvSpPr/>
            <p:nvPr/>
          </p:nvSpPr>
          <p:spPr>
            <a:xfrm>
              <a:off x="-1798050" y="3378100"/>
              <a:ext cx="525" cy="25"/>
            </a:xfrm>
            <a:custGeom>
              <a:rect b="b" l="l" r="r" t="t"/>
              <a:pathLst>
                <a:path extrusionOk="0" h="1" w="21">
                  <a:moveTo>
                    <a:pt x="20" y="0"/>
                  </a:moveTo>
                  <a:lnTo>
                    <a:pt x="20" y="0"/>
                  </a:lnTo>
                  <a:lnTo>
                    <a:pt x="1" y="0"/>
                  </a:lnTo>
                  <a:lnTo>
                    <a:pt x="1"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
            <p:cNvSpPr/>
            <p:nvPr/>
          </p:nvSpPr>
          <p:spPr>
            <a:xfrm>
              <a:off x="-1795075" y="3407225"/>
              <a:ext cx="500" cy="25"/>
            </a:xfrm>
            <a:custGeom>
              <a:rect b="b" l="l" r="r" t="t"/>
              <a:pathLst>
                <a:path extrusionOk="0" h="1" w="20">
                  <a:moveTo>
                    <a:pt x="0" y="1"/>
                  </a:moveTo>
                  <a:lnTo>
                    <a:pt x="0" y="1"/>
                  </a:lnTo>
                  <a:lnTo>
                    <a:pt x="2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
            <p:cNvSpPr/>
            <p:nvPr/>
          </p:nvSpPr>
          <p:spPr>
            <a:xfrm>
              <a:off x="-1709150" y="3594375"/>
              <a:ext cx="52850" cy="55325"/>
            </a:xfrm>
            <a:custGeom>
              <a:rect b="b" l="l" r="r" t="t"/>
              <a:pathLst>
                <a:path extrusionOk="0" h="2213" w="2114">
                  <a:moveTo>
                    <a:pt x="178" y="574"/>
                  </a:moveTo>
                  <a:lnTo>
                    <a:pt x="158" y="593"/>
                  </a:lnTo>
                  <a:lnTo>
                    <a:pt x="178" y="574"/>
                  </a:lnTo>
                  <a:lnTo>
                    <a:pt x="178" y="574"/>
                  </a:lnTo>
                  <a:close/>
                  <a:moveTo>
                    <a:pt x="158" y="593"/>
                  </a:moveTo>
                  <a:lnTo>
                    <a:pt x="138" y="613"/>
                  </a:lnTo>
                  <a:lnTo>
                    <a:pt x="158" y="593"/>
                  </a:lnTo>
                  <a:close/>
                  <a:moveTo>
                    <a:pt x="1363" y="692"/>
                  </a:moveTo>
                  <a:lnTo>
                    <a:pt x="1323" y="712"/>
                  </a:lnTo>
                  <a:lnTo>
                    <a:pt x="1323" y="712"/>
                  </a:lnTo>
                  <a:lnTo>
                    <a:pt x="1323" y="712"/>
                  </a:lnTo>
                  <a:lnTo>
                    <a:pt x="1363" y="692"/>
                  </a:lnTo>
                  <a:close/>
                  <a:moveTo>
                    <a:pt x="79" y="811"/>
                  </a:moveTo>
                  <a:lnTo>
                    <a:pt x="40" y="830"/>
                  </a:lnTo>
                  <a:lnTo>
                    <a:pt x="59" y="830"/>
                  </a:lnTo>
                  <a:lnTo>
                    <a:pt x="79" y="811"/>
                  </a:lnTo>
                  <a:close/>
                  <a:moveTo>
                    <a:pt x="99" y="1127"/>
                  </a:moveTo>
                  <a:lnTo>
                    <a:pt x="79" y="1146"/>
                  </a:lnTo>
                  <a:lnTo>
                    <a:pt x="79" y="1146"/>
                  </a:lnTo>
                  <a:lnTo>
                    <a:pt x="105" y="1127"/>
                  </a:lnTo>
                  <a:close/>
                  <a:moveTo>
                    <a:pt x="79" y="1127"/>
                  </a:moveTo>
                  <a:lnTo>
                    <a:pt x="0" y="1186"/>
                  </a:lnTo>
                  <a:lnTo>
                    <a:pt x="20" y="1206"/>
                  </a:lnTo>
                  <a:lnTo>
                    <a:pt x="59" y="1186"/>
                  </a:lnTo>
                  <a:lnTo>
                    <a:pt x="99" y="1146"/>
                  </a:lnTo>
                  <a:lnTo>
                    <a:pt x="40" y="1186"/>
                  </a:lnTo>
                  <a:lnTo>
                    <a:pt x="59" y="1166"/>
                  </a:lnTo>
                  <a:lnTo>
                    <a:pt x="79" y="1146"/>
                  </a:lnTo>
                  <a:lnTo>
                    <a:pt x="79" y="1127"/>
                  </a:lnTo>
                  <a:close/>
                  <a:moveTo>
                    <a:pt x="573" y="1443"/>
                  </a:moveTo>
                  <a:lnTo>
                    <a:pt x="553" y="1462"/>
                  </a:lnTo>
                  <a:lnTo>
                    <a:pt x="514" y="1502"/>
                  </a:lnTo>
                  <a:lnTo>
                    <a:pt x="514" y="1502"/>
                  </a:lnTo>
                  <a:lnTo>
                    <a:pt x="514" y="1502"/>
                  </a:lnTo>
                  <a:lnTo>
                    <a:pt x="573" y="1443"/>
                  </a:lnTo>
                  <a:close/>
                  <a:moveTo>
                    <a:pt x="869" y="1838"/>
                  </a:moveTo>
                  <a:lnTo>
                    <a:pt x="834" y="1861"/>
                  </a:lnTo>
                  <a:lnTo>
                    <a:pt x="834" y="1861"/>
                  </a:lnTo>
                  <a:lnTo>
                    <a:pt x="849" y="1857"/>
                  </a:lnTo>
                  <a:lnTo>
                    <a:pt x="869" y="1838"/>
                  </a:lnTo>
                  <a:close/>
                  <a:moveTo>
                    <a:pt x="834" y="1861"/>
                  </a:moveTo>
                  <a:lnTo>
                    <a:pt x="770" y="1877"/>
                  </a:lnTo>
                  <a:lnTo>
                    <a:pt x="770" y="1887"/>
                  </a:lnTo>
                  <a:lnTo>
                    <a:pt x="770" y="1887"/>
                  </a:lnTo>
                  <a:lnTo>
                    <a:pt x="790" y="1877"/>
                  </a:lnTo>
                  <a:lnTo>
                    <a:pt x="810" y="1877"/>
                  </a:lnTo>
                  <a:lnTo>
                    <a:pt x="834" y="1861"/>
                  </a:lnTo>
                  <a:close/>
                  <a:moveTo>
                    <a:pt x="770" y="1887"/>
                  </a:moveTo>
                  <a:lnTo>
                    <a:pt x="751" y="1897"/>
                  </a:lnTo>
                  <a:lnTo>
                    <a:pt x="672" y="1956"/>
                  </a:lnTo>
                  <a:lnTo>
                    <a:pt x="691" y="1956"/>
                  </a:lnTo>
                  <a:lnTo>
                    <a:pt x="672" y="1996"/>
                  </a:lnTo>
                  <a:lnTo>
                    <a:pt x="672" y="1996"/>
                  </a:lnTo>
                  <a:lnTo>
                    <a:pt x="711" y="1956"/>
                  </a:lnTo>
                  <a:lnTo>
                    <a:pt x="731" y="1936"/>
                  </a:lnTo>
                  <a:lnTo>
                    <a:pt x="731" y="1956"/>
                  </a:lnTo>
                  <a:lnTo>
                    <a:pt x="810" y="1897"/>
                  </a:lnTo>
                  <a:lnTo>
                    <a:pt x="770" y="1897"/>
                  </a:lnTo>
                  <a:lnTo>
                    <a:pt x="770" y="1887"/>
                  </a:lnTo>
                  <a:close/>
                  <a:moveTo>
                    <a:pt x="968" y="2075"/>
                  </a:moveTo>
                  <a:lnTo>
                    <a:pt x="968" y="2094"/>
                  </a:lnTo>
                  <a:lnTo>
                    <a:pt x="988" y="2114"/>
                  </a:lnTo>
                  <a:lnTo>
                    <a:pt x="988" y="2094"/>
                  </a:lnTo>
                  <a:lnTo>
                    <a:pt x="988" y="2075"/>
                  </a:lnTo>
                  <a:close/>
                  <a:moveTo>
                    <a:pt x="751" y="1"/>
                  </a:moveTo>
                  <a:lnTo>
                    <a:pt x="711" y="20"/>
                  </a:lnTo>
                  <a:lnTo>
                    <a:pt x="672" y="40"/>
                  </a:lnTo>
                  <a:lnTo>
                    <a:pt x="632" y="80"/>
                  </a:lnTo>
                  <a:lnTo>
                    <a:pt x="612" y="80"/>
                  </a:lnTo>
                  <a:lnTo>
                    <a:pt x="474" y="178"/>
                  </a:lnTo>
                  <a:lnTo>
                    <a:pt x="356" y="277"/>
                  </a:lnTo>
                  <a:lnTo>
                    <a:pt x="356" y="297"/>
                  </a:lnTo>
                  <a:lnTo>
                    <a:pt x="316" y="337"/>
                  </a:lnTo>
                  <a:lnTo>
                    <a:pt x="277" y="356"/>
                  </a:lnTo>
                  <a:lnTo>
                    <a:pt x="257" y="376"/>
                  </a:lnTo>
                  <a:lnTo>
                    <a:pt x="296" y="376"/>
                  </a:lnTo>
                  <a:lnTo>
                    <a:pt x="277" y="396"/>
                  </a:lnTo>
                  <a:lnTo>
                    <a:pt x="277" y="416"/>
                  </a:lnTo>
                  <a:lnTo>
                    <a:pt x="296" y="416"/>
                  </a:lnTo>
                  <a:lnTo>
                    <a:pt x="257" y="455"/>
                  </a:lnTo>
                  <a:lnTo>
                    <a:pt x="198" y="495"/>
                  </a:lnTo>
                  <a:lnTo>
                    <a:pt x="178" y="514"/>
                  </a:lnTo>
                  <a:lnTo>
                    <a:pt x="217" y="514"/>
                  </a:lnTo>
                  <a:lnTo>
                    <a:pt x="217" y="534"/>
                  </a:lnTo>
                  <a:lnTo>
                    <a:pt x="178" y="554"/>
                  </a:lnTo>
                  <a:lnTo>
                    <a:pt x="178" y="574"/>
                  </a:lnTo>
                  <a:lnTo>
                    <a:pt x="198" y="554"/>
                  </a:lnTo>
                  <a:lnTo>
                    <a:pt x="217" y="554"/>
                  </a:lnTo>
                  <a:lnTo>
                    <a:pt x="198" y="574"/>
                  </a:lnTo>
                  <a:lnTo>
                    <a:pt x="198" y="574"/>
                  </a:lnTo>
                  <a:lnTo>
                    <a:pt x="257" y="534"/>
                  </a:lnTo>
                  <a:lnTo>
                    <a:pt x="257" y="554"/>
                  </a:lnTo>
                  <a:lnTo>
                    <a:pt x="237" y="574"/>
                  </a:lnTo>
                  <a:lnTo>
                    <a:pt x="158" y="613"/>
                  </a:lnTo>
                  <a:lnTo>
                    <a:pt x="138" y="633"/>
                  </a:lnTo>
                  <a:lnTo>
                    <a:pt x="79" y="672"/>
                  </a:lnTo>
                  <a:lnTo>
                    <a:pt x="138" y="653"/>
                  </a:lnTo>
                  <a:lnTo>
                    <a:pt x="158" y="653"/>
                  </a:lnTo>
                  <a:lnTo>
                    <a:pt x="138" y="672"/>
                  </a:lnTo>
                  <a:lnTo>
                    <a:pt x="119" y="672"/>
                  </a:lnTo>
                  <a:lnTo>
                    <a:pt x="59" y="732"/>
                  </a:lnTo>
                  <a:lnTo>
                    <a:pt x="79" y="732"/>
                  </a:lnTo>
                  <a:lnTo>
                    <a:pt x="119" y="712"/>
                  </a:lnTo>
                  <a:lnTo>
                    <a:pt x="138" y="712"/>
                  </a:lnTo>
                  <a:lnTo>
                    <a:pt x="119" y="732"/>
                  </a:lnTo>
                  <a:lnTo>
                    <a:pt x="119" y="751"/>
                  </a:lnTo>
                  <a:lnTo>
                    <a:pt x="79" y="811"/>
                  </a:lnTo>
                  <a:lnTo>
                    <a:pt x="79" y="830"/>
                  </a:lnTo>
                  <a:lnTo>
                    <a:pt x="99" y="830"/>
                  </a:lnTo>
                  <a:lnTo>
                    <a:pt x="138" y="811"/>
                  </a:lnTo>
                  <a:lnTo>
                    <a:pt x="138" y="811"/>
                  </a:lnTo>
                  <a:lnTo>
                    <a:pt x="79" y="850"/>
                  </a:lnTo>
                  <a:lnTo>
                    <a:pt x="178" y="791"/>
                  </a:lnTo>
                  <a:lnTo>
                    <a:pt x="237" y="751"/>
                  </a:lnTo>
                  <a:lnTo>
                    <a:pt x="257" y="751"/>
                  </a:lnTo>
                  <a:lnTo>
                    <a:pt x="217" y="791"/>
                  </a:lnTo>
                  <a:lnTo>
                    <a:pt x="178" y="830"/>
                  </a:lnTo>
                  <a:lnTo>
                    <a:pt x="119" y="870"/>
                  </a:lnTo>
                  <a:lnTo>
                    <a:pt x="79" y="909"/>
                  </a:lnTo>
                  <a:lnTo>
                    <a:pt x="99" y="909"/>
                  </a:lnTo>
                  <a:lnTo>
                    <a:pt x="59" y="929"/>
                  </a:lnTo>
                  <a:lnTo>
                    <a:pt x="20" y="949"/>
                  </a:lnTo>
                  <a:lnTo>
                    <a:pt x="20" y="969"/>
                  </a:lnTo>
                  <a:lnTo>
                    <a:pt x="0" y="1008"/>
                  </a:lnTo>
                  <a:lnTo>
                    <a:pt x="0" y="1028"/>
                  </a:lnTo>
                  <a:lnTo>
                    <a:pt x="59" y="988"/>
                  </a:lnTo>
                  <a:lnTo>
                    <a:pt x="40" y="1008"/>
                  </a:lnTo>
                  <a:lnTo>
                    <a:pt x="20" y="1048"/>
                  </a:lnTo>
                  <a:lnTo>
                    <a:pt x="40" y="1048"/>
                  </a:lnTo>
                  <a:lnTo>
                    <a:pt x="40" y="1067"/>
                  </a:lnTo>
                  <a:lnTo>
                    <a:pt x="20" y="1087"/>
                  </a:lnTo>
                  <a:lnTo>
                    <a:pt x="0" y="1107"/>
                  </a:lnTo>
                  <a:lnTo>
                    <a:pt x="20" y="1107"/>
                  </a:lnTo>
                  <a:lnTo>
                    <a:pt x="59" y="1067"/>
                  </a:lnTo>
                  <a:lnTo>
                    <a:pt x="99" y="1048"/>
                  </a:lnTo>
                  <a:lnTo>
                    <a:pt x="99" y="1048"/>
                  </a:lnTo>
                  <a:lnTo>
                    <a:pt x="79" y="1067"/>
                  </a:lnTo>
                  <a:lnTo>
                    <a:pt x="79" y="1087"/>
                  </a:lnTo>
                  <a:lnTo>
                    <a:pt x="59" y="1107"/>
                  </a:lnTo>
                  <a:lnTo>
                    <a:pt x="40" y="1127"/>
                  </a:lnTo>
                  <a:lnTo>
                    <a:pt x="99" y="1087"/>
                  </a:lnTo>
                  <a:lnTo>
                    <a:pt x="178" y="1028"/>
                  </a:lnTo>
                  <a:lnTo>
                    <a:pt x="158" y="1087"/>
                  </a:lnTo>
                  <a:lnTo>
                    <a:pt x="105" y="1127"/>
                  </a:lnTo>
                  <a:lnTo>
                    <a:pt x="138" y="1127"/>
                  </a:lnTo>
                  <a:lnTo>
                    <a:pt x="178" y="1107"/>
                  </a:lnTo>
                  <a:lnTo>
                    <a:pt x="277" y="1067"/>
                  </a:lnTo>
                  <a:lnTo>
                    <a:pt x="237" y="1107"/>
                  </a:lnTo>
                  <a:lnTo>
                    <a:pt x="138" y="1166"/>
                  </a:lnTo>
                  <a:lnTo>
                    <a:pt x="158" y="1166"/>
                  </a:lnTo>
                  <a:lnTo>
                    <a:pt x="119" y="1225"/>
                  </a:lnTo>
                  <a:lnTo>
                    <a:pt x="119" y="1225"/>
                  </a:lnTo>
                  <a:lnTo>
                    <a:pt x="198" y="1186"/>
                  </a:lnTo>
                  <a:lnTo>
                    <a:pt x="138" y="1245"/>
                  </a:lnTo>
                  <a:lnTo>
                    <a:pt x="138" y="1265"/>
                  </a:lnTo>
                  <a:lnTo>
                    <a:pt x="138" y="1304"/>
                  </a:lnTo>
                  <a:lnTo>
                    <a:pt x="119" y="1324"/>
                  </a:lnTo>
                  <a:lnTo>
                    <a:pt x="158" y="1344"/>
                  </a:lnTo>
                  <a:lnTo>
                    <a:pt x="217" y="1265"/>
                  </a:lnTo>
                  <a:lnTo>
                    <a:pt x="138" y="1324"/>
                  </a:lnTo>
                  <a:lnTo>
                    <a:pt x="138" y="1324"/>
                  </a:lnTo>
                  <a:lnTo>
                    <a:pt x="237" y="1245"/>
                  </a:lnTo>
                  <a:lnTo>
                    <a:pt x="336" y="1186"/>
                  </a:lnTo>
                  <a:lnTo>
                    <a:pt x="336" y="1206"/>
                  </a:lnTo>
                  <a:lnTo>
                    <a:pt x="296" y="1225"/>
                  </a:lnTo>
                  <a:lnTo>
                    <a:pt x="336" y="1225"/>
                  </a:lnTo>
                  <a:lnTo>
                    <a:pt x="356" y="1206"/>
                  </a:lnTo>
                  <a:lnTo>
                    <a:pt x="375" y="1186"/>
                  </a:lnTo>
                  <a:lnTo>
                    <a:pt x="356" y="1225"/>
                  </a:lnTo>
                  <a:lnTo>
                    <a:pt x="316" y="1245"/>
                  </a:lnTo>
                  <a:lnTo>
                    <a:pt x="336" y="1245"/>
                  </a:lnTo>
                  <a:lnTo>
                    <a:pt x="395" y="1225"/>
                  </a:lnTo>
                  <a:lnTo>
                    <a:pt x="336" y="1265"/>
                  </a:lnTo>
                  <a:lnTo>
                    <a:pt x="277" y="1285"/>
                  </a:lnTo>
                  <a:lnTo>
                    <a:pt x="237" y="1324"/>
                  </a:lnTo>
                  <a:lnTo>
                    <a:pt x="198" y="1364"/>
                  </a:lnTo>
                  <a:lnTo>
                    <a:pt x="217" y="1364"/>
                  </a:lnTo>
                  <a:lnTo>
                    <a:pt x="138" y="1403"/>
                  </a:lnTo>
                  <a:lnTo>
                    <a:pt x="178" y="1403"/>
                  </a:lnTo>
                  <a:lnTo>
                    <a:pt x="158" y="1423"/>
                  </a:lnTo>
                  <a:lnTo>
                    <a:pt x="158" y="1423"/>
                  </a:lnTo>
                  <a:lnTo>
                    <a:pt x="217" y="1383"/>
                  </a:lnTo>
                  <a:lnTo>
                    <a:pt x="178" y="1443"/>
                  </a:lnTo>
                  <a:lnTo>
                    <a:pt x="178" y="1482"/>
                  </a:lnTo>
                  <a:lnTo>
                    <a:pt x="217" y="1443"/>
                  </a:lnTo>
                  <a:lnTo>
                    <a:pt x="257" y="1443"/>
                  </a:lnTo>
                  <a:lnTo>
                    <a:pt x="237" y="1462"/>
                  </a:lnTo>
                  <a:lnTo>
                    <a:pt x="198" y="1482"/>
                  </a:lnTo>
                  <a:lnTo>
                    <a:pt x="198" y="1502"/>
                  </a:lnTo>
                  <a:lnTo>
                    <a:pt x="257" y="1502"/>
                  </a:lnTo>
                  <a:lnTo>
                    <a:pt x="336" y="1443"/>
                  </a:lnTo>
                  <a:lnTo>
                    <a:pt x="336" y="1462"/>
                  </a:lnTo>
                  <a:lnTo>
                    <a:pt x="296" y="1482"/>
                  </a:lnTo>
                  <a:lnTo>
                    <a:pt x="375" y="1462"/>
                  </a:lnTo>
                  <a:lnTo>
                    <a:pt x="375" y="1462"/>
                  </a:lnTo>
                  <a:lnTo>
                    <a:pt x="316" y="1482"/>
                  </a:lnTo>
                  <a:lnTo>
                    <a:pt x="296" y="1502"/>
                  </a:lnTo>
                  <a:lnTo>
                    <a:pt x="296" y="1522"/>
                  </a:lnTo>
                  <a:lnTo>
                    <a:pt x="296" y="1541"/>
                  </a:lnTo>
                  <a:lnTo>
                    <a:pt x="494" y="1462"/>
                  </a:lnTo>
                  <a:lnTo>
                    <a:pt x="593" y="1403"/>
                  </a:lnTo>
                  <a:lnTo>
                    <a:pt x="691" y="1344"/>
                  </a:lnTo>
                  <a:lnTo>
                    <a:pt x="652" y="1383"/>
                  </a:lnTo>
                  <a:lnTo>
                    <a:pt x="632" y="1423"/>
                  </a:lnTo>
                  <a:lnTo>
                    <a:pt x="573" y="1462"/>
                  </a:lnTo>
                  <a:lnTo>
                    <a:pt x="553" y="1482"/>
                  </a:lnTo>
                  <a:lnTo>
                    <a:pt x="514" y="1502"/>
                  </a:lnTo>
                  <a:lnTo>
                    <a:pt x="514" y="1502"/>
                  </a:lnTo>
                  <a:lnTo>
                    <a:pt x="454" y="1561"/>
                  </a:lnTo>
                  <a:lnTo>
                    <a:pt x="395" y="1581"/>
                  </a:lnTo>
                  <a:lnTo>
                    <a:pt x="454" y="1541"/>
                  </a:lnTo>
                  <a:lnTo>
                    <a:pt x="454" y="1541"/>
                  </a:lnTo>
                  <a:lnTo>
                    <a:pt x="415" y="1561"/>
                  </a:lnTo>
                  <a:lnTo>
                    <a:pt x="375" y="1581"/>
                  </a:lnTo>
                  <a:lnTo>
                    <a:pt x="296" y="1640"/>
                  </a:lnTo>
                  <a:lnTo>
                    <a:pt x="336" y="1640"/>
                  </a:lnTo>
                  <a:lnTo>
                    <a:pt x="336" y="1660"/>
                  </a:lnTo>
                  <a:lnTo>
                    <a:pt x="375" y="1660"/>
                  </a:lnTo>
                  <a:lnTo>
                    <a:pt x="356" y="1680"/>
                  </a:lnTo>
                  <a:lnTo>
                    <a:pt x="395" y="1660"/>
                  </a:lnTo>
                  <a:lnTo>
                    <a:pt x="435" y="1640"/>
                  </a:lnTo>
                  <a:lnTo>
                    <a:pt x="435" y="1640"/>
                  </a:lnTo>
                  <a:lnTo>
                    <a:pt x="415" y="1660"/>
                  </a:lnTo>
                  <a:lnTo>
                    <a:pt x="375" y="1699"/>
                  </a:lnTo>
                  <a:lnTo>
                    <a:pt x="415" y="1680"/>
                  </a:lnTo>
                  <a:lnTo>
                    <a:pt x="435" y="1680"/>
                  </a:lnTo>
                  <a:lnTo>
                    <a:pt x="494" y="1640"/>
                  </a:lnTo>
                  <a:lnTo>
                    <a:pt x="573" y="1581"/>
                  </a:lnTo>
                  <a:lnTo>
                    <a:pt x="612" y="1581"/>
                  </a:lnTo>
                  <a:lnTo>
                    <a:pt x="612" y="1601"/>
                  </a:lnTo>
                  <a:lnTo>
                    <a:pt x="593" y="1620"/>
                  </a:lnTo>
                  <a:lnTo>
                    <a:pt x="612" y="1620"/>
                  </a:lnTo>
                  <a:lnTo>
                    <a:pt x="553" y="1660"/>
                  </a:lnTo>
                  <a:lnTo>
                    <a:pt x="533" y="1660"/>
                  </a:lnTo>
                  <a:lnTo>
                    <a:pt x="533" y="1680"/>
                  </a:lnTo>
                  <a:lnTo>
                    <a:pt x="612" y="1640"/>
                  </a:lnTo>
                  <a:lnTo>
                    <a:pt x="612" y="1660"/>
                  </a:lnTo>
                  <a:lnTo>
                    <a:pt x="593" y="1680"/>
                  </a:lnTo>
                  <a:lnTo>
                    <a:pt x="514" y="1719"/>
                  </a:lnTo>
                  <a:lnTo>
                    <a:pt x="533" y="1699"/>
                  </a:lnTo>
                  <a:lnTo>
                    <a:pt x="533" y="1699"/>
                  </a:lnTo>
                  <a:lnTo>
                    <a:pt x="474" y="1739"/>
                  </a:lnTo>
                  <a:lnTo>
                    <a:pt x="514" y="1719"/>
                  </a:lnTo>
                  <a:lnTo>
                    <a:pt x="514" y="1719"/>
                  </a:lnTo>
                  <a:lnTo>
                    <a:pt x="454" y="1759"/>
                  </a:lnTo>
                  <a:lnTo>
                    <a:pt x="474" y="1739"/>
                  </a:lnTo>
                  <a:lnTo>
                    <a:pt x="474" y="1719"/>
                  </a:lnTo>
                  <a:lnTo>
                    <a:pt x="474" y="1699"/>
                  </a:lnTo>
                  <a:lnTo>
                    <a:pt x="415" y="1699"/>
                  </a:lnTo>
                  <a:lnTo>
                    <a:pt x="395" y="1739"/>
                  </a:lnTo>
                  <a:lnTo>
                    <a:pt x="415" y="1739"/>
                  </a:lnTo>
                  <a:lnTo>
                    <a:pt x="415" y="1759"/>
                  </a:lnTo>
                  <a:lnTo>
                    <a:pt x="395" y="1798"/>
                  </a:lnTo>
                  <a:lnTo>
                    <a:pt x="494" y="1759"/>
                  </a:lnTo>
                  <a:lnTo>
                    <a:pt x="553" y="1719"/>
                  </a:lnTo>
                  <a:lnTo>
                    <a:pt x="612" y="1680"/>
                  </a:lnTo>
                  <a:lnTo>
                    <a:pt x="533" y="1739"/>
                  </a:lnTo>
                  <a:lnTo>
                    <a:pt x="514" y="1778"/>
                  </a:lnTo>
                  <a:lnTo>
                    <a:pt x="593" y="1739"/>
                  </a:lnTo>
                  <a:lnTo>
                    <a:pt x="652" y="1719"/>
                  </a:lnTo>
                  <a:lnTo>
                    <a:pt x="632" y="1719"/>
                  </a:lnTo>
                  <a:lnTo>
                    <a:pt x="652" y="1699"/>
                  </a:lnTo>
                  <a:lnTo>
                    <a:pt x="672" y="1680"/>
                  </a:lnTo>
                  <a:lnTo>
                    <a:pt x="711" y="1660"/>
                  </a:lnTo>
                  <a:lnTo>
                    <a:pt x="751" y="1640"/>
                  </a:lnTo>
                  <a:lnTo>
                    <a:pt x="751" y="1660"/>
                  </a:lnTo>
                  <a:lnTo>
                    <a:pt x="731" y="1680"/>
                  </a:lnTo>
                  <a:lnTo>
                    <a:pt x="711" y="1680"/>
                  </a:lnTo>
                  <a:lnTo>
                    <a:pt x="691" y="1719"/>
                  </a:lnTo>
                  <a:lnTo>
                    <a:pt x="533" y="1778"/>
                  </a:lnTo>
                  <a:lnTo>
                    <a:pt x="533" y="1798"/>
                  </a:lnTo>
                  <a:lnTo>
                    <a:pt x="514" y="1818"/>
                  </a:lnTo>
                  <a:lnTo>
                    <a:pt x="514" y="1818"/>
                  </a:lnTo>
                  <a:lnTo>
                    <a:pt x="573" y="1778"/>
                  </a:lnTo>
                  <a:lnTo>
                    <a:pt x="612" y="1759"/>
                  </a:lnTo>
                  <a:lnTo>
                    <a:pt x="691" y="1739"/>
                  </a:lnTo>
                  <a:lnTo>
                    <a:pt x="770" y="1719"/>
                  </a:lnTo>
                  <a:lnTo>
                    <a:pt x="770" y="1719"/>
                  </a:lnTo>
                  <a:lnTo>
                    <a:pt x="711" y="1759"/>
                  </a:lnTo>
                  <a:lnTo>
                    <a:pt x="652" y="1778"/>
                  </a:lnTo>
                  <a:lnTo>
                    <a:pt x="612" y="1798"/>
                  </a:lnTo>
                  <a:lnTo>
                    <a:pt x="533" y="1857"/>
                  </a:lnTo>
                  <a:lnTo>
                    <a:pt x="573" y="1838"/>
                  </a:lnTo>
                  <a:lnTo>
                    <a:pt x="612" y="1818"/>
                  </a:lnTo>
                  <a:lnTo>
                    <a:pt x="593" y="1857"/>
                  </a:lnTo>
                  <a:lnTo>
                    <a:pt x="632" y="1857"/>
                  </a:lnTo>
                  <a:lnTo>
                    <a:pt x="652" y="1838"/>
                  </a:lnTo>
                  <a:lnTo>
                    <a:pt x="672" y="1838"/>
                  </a:lnTo>
                  <a:lnTo>
                    <a:pt x="672" y="1857"/>
                  </a:lnTo>
                  <a:lnTo>
                    <a:pt x="652" y="1877"/>
                  </a:lnTo>
                  <a:lnTo>
                    <a:pt x="691" y="1857"/>
                  </a:lnTo>
                  <a:lnTo>
                    <a:pt x="691" y="1877"/>
                  </a:lnTo>
                  <a:lnTo>
                    <a:pt x="711" y="1877"/>
                  </a:lnTo>
                  <a:lnTo>
                    <a:pt x="711" y="1897"/>
                  </a:lnTo>
                  <a:lnTo>
                    <a:pt x="751" y="1877"/>
                  </a:lnTo>
                  <a:lnTo>
                    <a:pt x="731" y="1857"/>
                  </a:lnTo>
                  <a:lnTo>
                    <a:pt x="711" y="1857"/>
                  </a:lnTo>
                  <a:lnTo>
                    <a:pt x="731" y="1838"/>
                  </a:lnTo>
                  <a:lnTo>
                    <a:pt x="790" y="1798"/>
                  </a:lnTo>
                  <a:lnTo>
                    <a:pt x="889" y="1798"/>
                  </a:lnTo>
                  <a:lnTo>
                    <a:pt x="928" y="1778"/>
                  </a:lnTo>
                  <a:lnTo>
                    <a:pt x="928" y="1798"/>
                  </a:lnTo>
                  <a:lnTo>
                    <a:pt x="909" y="1818"/>
                  </a:lnTo>
                  <a:lnTo>
                    <a:pt x="869" y="1838"/>
                  </a:lnTo>
                  <a:lnTo>
                    <a:pt x="889" y="1857"/>
                  </a:lnTo>
                  <a:lnTo>
                    <a:pt x="869" y="1857"/>
                  </a:lnTo>
                  <a:lnTo>
                    <a:pt x="849" y="1877"/>
                  </a:lnTo>
                  <a:lnTo>
                    <a:pt x="889" y="1877"/>
                  </a:lnTo>
                  <a:lnTo>
                    <a:pt x="849" y="1897"/>
                  </a:lnTo>
                  <a:lnTo>
                    <a:pt x="830" y="1936"/>
                  </a:lnTo>
                  <a:lnTo>
                    <a:pt x="849" y="1917"/>
                  </a:lnTo>
                  <a:lnTo>
                    <a:pt x="869" y="1897"/>
                  </a:lnTo>
                  <a:lnTo>
                    <a:pt x="869" y="1917"/>
                  </a:lnTo>
                  <a:lnTo>
                    <a:pt x="830" y="1936"/>
                  </a:lnTo>
                  <a:lnTo>
                    <a:pt x="849" y="1936"/>
                  </a:lnTo>
                  <a:lnTo>
                    <a:pt x="909" y="1917"/>
                  </a:lnTo>
                  <a:lnTo>
                    <a:pt x="948" y="1877"/>
                  </a:lnTo>
                  <a:lnTo>
                    <a:pt x="1007" y="1838"/>
                  </a:lnTo>
                  <a:lnTo>
                    <a:pt x="1027" y="1857"/>
                  </a:lnTo>
                  <a:lnTo>
                    <a:pt x="1027" y="1877"/>
                  </a:lnTo>
                  <a:lnTo>
                    <a:pt x="1007" y="1917"/>
                  </a:lnTo>
                  <a:lnTo>
                    <a:pt x="1027" y="1917"/>
                  </a:lnTo>
                  <a:lnTo>
                    <a:pt x="988" y="1936"/>
                  </a:lnTo>
                  <a:lnTo>
                    <a:pt x="968" y="1936"/>
                  </a:lnTo>
                  <a:lnTo>
                    <a:pt x="909" y="1976"/>
                  </a:lnTo>
                  <a:lnTo>
                    <a:pt x="869" y="1996"/>
                  </a:lnTo>
                  <a:lnTo>
                    <a:pt x="830" y="2035"/>
                  </a:lnTo>
                  <a:lnTo>
                    <a:pt x="830" y="2035"/>
                  </a:lnTo>
                  <a:lnTo>
                    <a:pt x="889" y="1996"/>
                  </a:lnTo>
                  <a:lnTo>
                    <a:pt x="968" y="1956"/>
                  </a:lnTo>
                  <a:lnTo>
                    <a:pt x="948" y="1976"/>
                  </a:lnTo>
                  <a:lnTo>
                    <a:pt x="928" y="1996"/>
                  </a:lnTo>
                  <a:lnTo>
                    <a:pt x="968" y="1996"/>
                  </a:lnTo>
                  <a:lnTo>
                    <a:pt x="869" y="2055"/>
                  </a:lnTo>
                  <a:lnTo>
                    <a:pt x="869" y="2075"/>
                  </a:lnTo>
                  <a:lnTo>
                    <a:pt x="909" y="2055"/>
                  </a:lnTo>
                  <a:lnTo>
                    <a:pt x="909" y="2035"/>
                  </a:lnTo>
                  <a:lnTo>
                    <a:pt x="948" y="2035"/>
                  </a:lnTo>
                  <a:lnTo>
                    <a:pt x="928" y="2055"/>
                  </a:lnTo>
                  <a:lnTo>
                    <a:pt x="948" y="2055"/>
                  </a:lnTo>
                  <a:lnTo>
                    <a:pt x="948" y="2075"/>
                  </a:lnTo>
                  <a:lnTo>
                    <a:pt x="968" y="2055"/>
                  </a:lnTo>
                  <a:lnTo>
                    <a:pt x="988" y="2015"/>
                  </a:lnTo>
                  <a:lnTo>
                    <a:pt x="1047" y="2015"/>
                  </a:lnTo>
                  <a:lnTo>
                    <a:pt x="1067" y="2035"/>
                  </a:lnTo>
                  <a:lnTo>
                    <a:pt x="1106" y="2035"/>
                  </a:lnTo>
                  <a:lnTo>
                    <a:pt x="1067" y="2075"/>
                  </a:lnTo>
                  <a:lnTo>
                    <a:pt x="1027" y="2094"/>
                  </a:lnTo>
                  <a:lnTo>
                    <a:pt x="1027" y="2094"/>
                  </a:lnTo>
                  <a:lnTo>
                    <a:pt x="1027" y="2134"/>
                  </a:lnTo>
                  <a:lnTo>
                    <a:pt x="988" y="2173"/>
                  </a:lnTo>
                  <a:lnTo>
                    <a:pt x="948" y="2193"/>
                  </a:lnTo>
                  <a:lnTo>
                    <a:pt x="948" y="2213"/>
                  </a:lnTo>
                  <a:lnTo>
                    <a:pt x="1027" y="2154"/>
                  </a:lnTo>
                  <a:lnTo>
                    <a:pt x="1027" y="2173"/>
                  </a:lnTo>
                  <a:lnTo>
                    <a:pt x="1067" y="2154"/>
                  </a:lnTo>
                  <a:lnTo>
                    <a:pt x="1047" y="2173"/>
                  </a:lnTo>
                  <a:lnTo>
                    <a:pt x="1027" y="2193"/>
                  </a:lnTo>
                  <a:lnTo>
                    <a:pt x="1007" y="2213"/>
                  </a:lnTo>
                  <a:lnTo>
                    <a:pt x="1047" y="2213"/>
                  </a:lnTo>
                  <a:lnTo>
                    <a:pt x="1047" y="2193"/>
                  </a:lnTo>
                  <a:lnTo>
                    <a:pt x="1106" y="2154"/>
                  </a:lnTo>
                  <a:lnTo>
                    <a:pt x="1165" y="2134"/>
                  </a:lnTo>
                  <a:lnTo>
                    <a:pt x="1146" y="2154"/>
                  </a:lnTo>
                  <a:lnTo>
                    <a:pt x="1106" y="2173"/>
                  </a:lnTo>
                  <a:lnTo>
                    <a:pt x="1086" y="2193"/>
                  </a:lnTo>
                  <a:lnTo>
                    <a:pt x="1165" y="2173"/>
                  </a:lnTo>
                  <a:lnTo>
                    <a:pt x="1146" y="2173"/>
                  </a:lnTo>
                  <a:lnTo>
                    <a:pt x="1185" y="2154"/>
                  </a:lnTo>
                  <a:lnTo>
                    <a:pt x="1225" y="2114"/>
                  </a:lnTo>
                  <a:lnTo>
                    <a:pt x="1225" y="2154"/>
                  </a:lnTo>
                  <a:lnTo>
                    <a:pt x="2074" y="1462"/>
                  </a:lnTo>
                  <a:lnTo>
                    <a:pt x="2114" y="1443"/>
                  </a:lnTo>
                  <a:lnTo>
                    <a:pt x="2094" y="1423"/>
                  </a:lnTo>
                  <a:lnTo>
                    <a:pt x="2054" y="1423"/>
                  </a:lnTo>
                  <a:lnTo>
                    <a:pt x="2074" y="1403"/>
                  </a:lnTo>
                  <a:lnTo>
                    <a:pt x="2114" y="1383"/>
                  </a:lnTo>
                  <a:lnTo>
                    <a:pt x="2094" y="1364"/>
                  </a:lnTo>
                  <a:lnTo>
                    <a:pt x="2094" y="1344"/>
                  </a:lnTo>
                  <a:lnTo>
                    <a:pt x="2035" y="1364"/>
                  </a:lnTo>
                  <a:lnTo>
                    <a:pt x="1955" y="1364"/>
                  </a:lnTo>
                  <a:lnTo>
                    <a:pt x="1955" y="1344"/>
                  </a:lnTo>
                  <a:lnTo>
                    <a:pt x="1995" y="1324"/>
                  </a:lnTo>
                  <a:lnTo>
                    <a:pt x="1995" y="1304"/>
                  </a:lnTo>
                  <a:lnTo>
                    <a:pt x="1955" y="1324"/>
                  </a:lnTo>
                  <a:lnTo>
                    <a:pt x="1995" y="1285"/>
                  </a:lnTo>
                  <a:lnTo>
                    <a:pt x="1936" y="1285"/>
                  </a:lnTo>
                  <a:lnTo>
                    <a:pt x="1975" y="1245"/>
                  </a:lnTo>
                  <a:lnTo>
                    <a:pt x="1975" y="1225"/>
                  </a:lnTo>
                  <a:lnTo>
                    <a:pt x="1936" y="1245"/>
                  </a:lnTo>
                  <a:lnTo>
                    <a:pt x="1857" y="1285"/>
                  </a:lnTo>
                  <a:lnTo>
                    <a:pt x="1916" y="1245"/>
                  </a:lnTo>
                  <a:lnTo>
                    <a:pt x="1936" y="1206"/>
                  </a:lnTo>
                  <a:lnTo>
                    <a:pt x="1857" y="1186"/>
                  </a:lnTo>
                  <a:lnTo>
                    <a:pt x="1778" y="1127"/>
                  </a:lnTo>
                  <a:lnTo>
                    <a:pt x="1797" y="1127"/>
                  </a:lnTo>
                  <a:lnTo>
                    <a:pt x="1778" y="1107"/>
                  </a:lnTo>
                  <a:lnTo>
                    <a:pt x="1679" y="1107"/>
                  </a:lnTo>
                  <a:lnTo>
                    <a:pt x="1679" y="1087"/>
                  </a:lnTo>
                  <a:lnTo>
                    <a:pt x="1639" y="1087"/>
                  </a:lnTo>
                  <a:lnTo>
                    <a:pt x="1580" y="1127"/>
                  </a:lnTo>
                  <a:lnTo>
                    <a:pt x="1481" y="1206"/>
                  </a:lnTo>
                  <a:lnTo>
                    <a:pt x="1462" y="1206"/>
                  </a:lnTo>
                  <a:lnTo>
                    <a:pt x="1481" y="1166"/>
                  </a:lnTo>
                  <a:lnTo>
                    <a:pt x="1521" y="1146"/>
                  </a:lnTo>
                  <a:lnTo>
                    <a:pt x="1521" y="1127"/>
                  </a:lnTo>
                  <a:lnTo>
                    <a:pt x="1600" y="1087"/>
                  </a:lnTo>
                  <a:lnTo>
                    <a:pt x="1679" y="1028"/>
                  </a:lnTo>
                  <a:lnTo>
                    <a:pt x="1679" y="1028"/>
                  </a:lnTo>
                  <a:lnTo>
                    <a:pt x="1600" y="1048"/>
                  </a:lnTo>
                  <a:lnTo>
                    <a:pt x="1600" y="1028"/>
                  </a:lnTo>
                  <a:lnTo>
                    <a:pt x="1580" y="1028"/>
                  </a:lnTo>
                  <a:lnTo>
                    <a:pt x="1600" y="1008"/>
                  </a:lnTo>
                  <a:lnTo>
                    <a:pt x="1620" y="988"/>
                  </a:lnTo>
                  <a:lnTo>
                    <a:pt x="1639" y="988"/>
                  </a:lnTo>
                  <a:lnTo>
                    <a:pt x="1620" y="1008"/>
                  </a:lnTo>
                  <a:lnTo>
                    <a:pt x="1659" y="1008"/>
                  </a:lnTo>
                  <a:lnTo>
                    <a:pt x="1699" y="988"/>
                  </a:lnTo>
                  <a:lnTo>
                    <a:pt x="1659" y="969"/>
                  </a:lnTo>
                  <a:lnTo>
                    <a:pt x="1639" y="969"/>
                  </a:lnTo>
                  <a:lnTo>
                    <a:pt x="1639" y="949"/>
                  </a:lnTo>
                  <a:lnTo>
                    <a:pt x="1600" y="969"/>
                  </a:lnTo>
                  <a:lnTo>
                    <a:pt x="1580" y="988"/>
                  </a:lnTo>
                  <a:lnTo>
                    <a:pt x="1521" y="1008"/>
                  </a:lnTo>
                  <a:lnTo>
                    <a:pt x="1521" y="1008"/>
                  </a:lnTo>
                  <a:lnTo>
                    <a:pt x="1600" y="949"/>
                  </a:lnTo>
                  <a:lnTo>
                    <a:pt x="1541" y="988"/>
                  </a:lnTo>
                  <a:lnTo>
                    <a:pt x="1521" y="988"/>
                  </a:lnTo>
                  <a:lnTo>
                    <a:pt x="1521" y="969"/>
                  </a:lnTo>
                  <a:lnTo>
                    <a:pt x="1521" y="949"/>
                  </a:lnTo>
                  <a:lnTo>
                    <a:pt x="1560" y="909"/>
                  </a:lnTo>
                  <a:lnTo>
                    <a:pt x="1501" y="909"/>
                  </a:lnTo>
                  <a:lnTo>
                    <a:pt x="1541" y="890"/>
                  </a:lnTo>
                  <a:lnTo>
                    <a:pt x="1541" y="850"/>
                  </a:lnTo>
                  <a:lnTo>
                    <a:pt x="1521" y="830"/>
                  </a:lnTo>
                  <a:lnTo>
                    <a:pt x="1541" y="791"/>
                  </a:lnTo>
                  <a:lnTo>
                    <a:pt x="1481" y="791"/>
                  </a:lnTo>
                  <a:lnTo>
                    <a:pt x="1422" y="811"/>
                  </a:lnTo>
                  <a:lnTo>
                    <a:pt x="1422" y="830"/>
                  </a:lnTo>
                  <a:lnTo>
                    <a:pt x="1363" y="850"/>
                  </a:lnTo>
                  <a:lnTo>
                    <a:pt x="1343" y="870"/>
                  </a:lnTo>
                  <a:lnTo>
                    <a:pt x="1323" y="870"/>
                  </a:lnTo>
                  <a:lnTo>
                    <a:pt x="1363" y="830"/>
                  </a:lnTo>
                  <a:lnTo>
                    <a:pt x="1383" y="811"/>
                  </a:lnTo>
                  <a:lnTo>
                    <a:pt x="1422" y="791"/>
                  </a:lnTo>
                  <a:lnTo>
                    <a:pt x="1402" y="771"/>
                  </a:lnTo>
                  <a:lnTo>
                    <a:pt x="1442" y="732"/>
                  </a:lnTo>
                  <a:lnTo>
                    <a:pt x="1402" y="732"/>
                  </a:lnTo>
                  <a:lnTo>
                    <a:pt x="1363" y="751"/>
                  </a:lnTo>
                  <a:lnTo>
                    <a:pt x="1383" y="732"/>
                  </a:lnTo>
                  <a:lnTo>
                    <a:pt x="1422" y="712"/>
                  </a:lnTo>
                  <a:lnTo>
                    <a:pt x="1402" y="712"/>
                  </a:lnTo>
                  <a:lnTo>
                    <a:pt x="1422" y="692"/>
                  </a:lnTo>
                  <a:lnTo>
                    <a:pt x="1383" y="712"/>
                  </a:lnTo>
                  <a:lnTo>
                    <a:pt x="1304" y="751"/>
                  </a:lnTo>
                  <a:lnTo>
                    <a:pt x="1304" y="732"/>
                  </a:lnTo>
                  <a:lnTo>
                    <a:pt x="1284" y="732"/>
                  </a:lnTo>
                  <a:lnTo>
                    <a:pt x="1323" y="712"/>
                  </a:lnTo>
                  <a:lnTo>
                    <a:pt x="1323" y="712"/>
                  </a:lnTo>
                  <a:lnTo>
                    <a:pt x="1264" y="732"/>
                  </a:lnTo>
                  <a:lnTo>
                    <a:pt x="1284" y="712"/>
                  </a:lnTo>
                  <a:lnTo>
                    <a:pt x="1205" y="732"/>
                  </a:lnTo>
                  <a:lnTo>
                    <a:pt x="1146" y="751"/>
                  </a:lnTo>
                  <a:lnTo>
                    <a:pt x="1146" y="751"/>
                  </a:lnTo>
                  <a:lnTo>
                    <a:pt x="1185" y="712"/>
                  </a:lnTo>
                  <a:lnTo>
                    <a:pt x="1264" y="653"/>
                  </a:lnTo>
                  <a:lnTo>
                    <a:pt x="1244" y="672"/>
                  </a:lnTo>
                  <a:lnTo>
                    <a:pt x="1244" y="692"/>
                  </a:lnTo>
                  <a:lnTo>
                    <a:pt x="1304" y="633"/>
                  </a:lnTo>
                  <a:lnTo>
                    <a:pt x="1323" y="593"/>
                  </a:lnTo>
                  <a:lnTo>
                    <a:pt x="1304" y="574"/>
                  </a:lnTo>
                  <a:lnTo>
                    <a:pt x="1284" y="554"/>
                  </a:lnTo>
                  <a:lnTo>
                    <a:pt x="1264" y="554"/>
                  </a:lnTo>
                  <a:lnTo>
                    <a:pt x="1244" y="534"/>
                  </a:lnTo>
                  <a:lnTo>
                    <a:pt x="1225" y="534"/>
                  </a:lnTo>
                  <a:lnTo>
                    <a:pt x="1165" y="574"/>
                  </a:lnTo>
                  <a:lnTo>
                    <a:pt x="1165" y="574"/>
                  </a:lnTo>
                  <a:lnTo>
                    <a:pt x="1205" y="534"/>
                  </a:lnTo>
                  <a:lnTo>
                    <a:pt x="1225" y="475"/>
                  </a:lnTo>
                  <a:lnTo>
                    <a:pt x="1205" y="455"/>
                  </a:lnTo>
                  <a:lnTo>
                    <a:pt x="1205" y="435"/>
                  </a:lnTo>
                  <a:lnTo>
                    <a:pt x="1165" y="416"/>
                  </a:lnTo>
                  <a:lnTo>
                    <a:pt x="1126" y="435"/>
                  </a:lnTo>
                  <a:lnTo>
                    <a:pt x="1165" y="396"/>
                  </a:lnTo>
                  <a:lnTo>
                    <a:pt x="1086" y="416"/>
                  </a:lnTo>
                  <a:lnTo>
                    <a:pt x="968" y="416"/>
                  </a:lnTo>
                  <a:lnTo>
                    <a:pt x="869" y="475"/>
                  </a:lnTo>
                  <a:lnTo>
                    <a:pt x="928" y="435"/>
                  </a:lnTo>
                  <a:lnTo>
                    <a:pt x="968" y="396"/>
                  </a:lnTo>
                  <a:lnTo>
                    <a:pt x="948" y="396"/>
                  </a:lnTo>
                  <a:lnTo>
                    <a:pt x="928" y="416"/>
                  </a:lnTo>
                  <a:lnTo>
                    <a:pt x="909" y="416"/>
                  </a:lnTo>
                  <a:lnTo>
                    <a:pt x="928" y="396"/>
                  </a:lnTo>
                  <a:lnTo>
                    <a:pt x="948" y="376"/>
                  </a:lnTo>
                  <a:lnTo>
                    <a:pt x="968" y="356"/>
                  </a:lnTo>
                  <a:lnTo>
                    <a:pt x="948" y="356"/>
                  </a:lnTo>
                  <a:lnTo>
                    <a:pt x="968" y="337"/>
                  </a:lnTo>
                  <a:lnTo>
                    <a:pt x="889" y="396"/>
                  </a:lnTo>
                  <a:lnTo>
                    <a:pt x="830" y="416"/>
                  </a:lnTo>
                  <a:lnTo>
                    <a:pt x="790" y="435"/>
                  </a:lnTo>
                  <a:lnTo>
                    <a:pt x="770" y="435"/>
                  </a:lnTo>
                  <a:lnTo>
                    <a:pt x="790" y="416"/>
                  </a:lnTo>
                  <a:lnTo>
                    <a:pt x="711" y="416"/>
                  </a:lnTo>
                  <a:lnTo>
                    <a:pt x="652" y="376"/>
                  </a:lnTo>
                  <a:lnTo>
                    <a:pt x="632" y="337"/>
                  </a:lnTo>
                  <a:lnTo>
                    <a:pt x="612" y="277"/>
                  </a:lnTo>
                  <a:lnTo>
                    <a:pt x="652" y="258"/>
                  </a:lnTo>
                  <a:lnTo>
                    <a:pt x="632" y="258"/>
                  </a:lnTo>
                  <a:lnTo>
                    <a:pt x="652" y="238"/>
                  </a:lnTo>
                  <a:lnTo>
                    <a:pt x="672" y="198"/>
                  </a:lnTo>
                  <a:lnTo>
                    <a:pt x="632" y="218"/>
                  </a:lnTo>
                  <a:lnTo>
                    <a:pt x="612" y="218"/>
                  </a:lnTo>
                  <a:lnTo>
                    <a:pt x="632" y="198"/>
                  </a:lnTo>
                  <a:lnTo>
                    <a:pt x="652" y="178"/>
                  </a:lnTo>
                  <a:lnTo>
                    <a:pt x="652" y="159"/>
                  </a:lnTo>
                  <a:lnTo>
                    <a:pt x="672" y="139"/>
                  </a:lnTo>
                  <a:lnTo>
                    <a:pt x="672" y="119"/>
                  </a:lnTo>
                  <a:lnTo>
                    <a:pt x="652" y="119"/>
                  </a:lnTo>
                  <a:lnTo>
                    <a:pt x="691" y="60"/>
                  </a:lnTo>
                  <a:lnTo>
                    <a:pt x="7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9"/>
            <p:cNvSpPr/>
            <p:nvPr/>
          </p:nvSpPr>
          <p:spPr>
            <a:xfrm>
              <a:off x="-1692875" y="3641300"/>
              <a:ext cx="525" cy="25"/>
            </a:xfrm>
            <a:custGeom>
              <a:rect b="b" l="l" r="r" t="t"/>
              <a:pathLst>
                <a:path extrusionOk="0" h="1" w="21">
                  <a:moveTo>
                    <a:pt x="21" y="0"/>
                  </a:moveTo>
                  <a:lnTo>
                    <a:pt x="21" y="0"/>
                  </a:lnTo>
                  <a:lnTo>
                    <a:pt x="1" y="0"/>
                  </a:lnTo>
                  <a:lnTo>
                    <a:pt x="1" y="0"/>
                  </a:lnTo>
                  <a:lnTo>
                    <a:pt x="21" y="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 name="Google Shape;2443;p9"/>
            <p:cNvSpPr/>
            <p:nvPr/>
          </p:nvSpPr>
          <p:spPr>
            <a:xfrm>
              <a:off x="-1600025" y="3561300"/>
              <a:ext cx="25" cy="525"/>
            </a:xfrm>
            <a:custGeom>
              <a:rect b="b" l="l" r="r" t="t"/>
              <a:pathLst>
                <a:path extrusionOk="0" h="21" w="1">
                  <a:moveTo>
                    <a:pt x="0" y="20"/>
                  </a:move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9"/>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9"/>
            <p:cNvSpPr/>
            <p:nvPr/>
          </p:nvSpPr>
          <p:spPr>
            <a:xfrm>
              <a:off x="-1619775" y="3485250"/>
              <a:ext cx="41500" cy="78050"/>
            </a:xfrm>
            <a:custGeom>
              <a:rect b="b" l="l" r="r" t="t"/>
              <a:pathLst>
                <a:path extrusionOk="0" h="3122" w="1660">
                  <a:moveTo>
                    <a:pt x="454" y="159"/>
                  </a:moveTo>
                  <a:lnTo>
                    <a:pt x="469" y="163"/>
                  </a:lnTo>
                  <a:lnTo>
                    <a:pt x="469" y="163"/>
                  </a:lnTo>
                  <a:lnTo>
                    <a:pt x="474" y="159"/>
                  </a:lnTo>
                  <a:close/>
                  <a:moveTo>
                    <a:pt x="1422" y="238"/>
                  </a:moveTo>
                  <a:lnTo>
                    <a:pt x="1422" y="257"/>
                  </a:lnTo>
                  <a:lnTo>
                    <a:pt x="1462" y="257"/>
                  </a:lnTo>
                  <a:lnTo>
                    <a:pt x="1422" y="238"/>
                  </a:lnTo>
                  <a:close/>
                  <a:moveTo>
                    <a:pt x="119" y="1057"/>
                  </a:moveTo>
                  <a:lnTo>
                    <a:pt x="138" y="1067"/>
                  </a:lnTo>
                  <a:lnTo>
                    <a:pt x="158" y="1067"/>
                  </a:lnTo>
                  <a:lnTo>
                    <a:pt x="119" y="1057"/>
                  </a:lnTo>
                  <a:close/>
                  <a:moveTo>
                    <a:pt x="40" y="988"/>
                  </a:moveTo>
                  <a:lnTo>
                    <a:pt x="40" y="1008"/>
                  </a:lnTo>
                  <a:lnTo>
                    <a:pt x="40" y="1028"/>
                  </a:lnTo>
                  <a:lnTo>
                    <a:pt x="0" y="1028"/>
                  </a:lnTo>
                  <a:lnTo>
                    <a:pt x="79" y="1087"/>
                  </a:lnTo>
                  <a:lnTo>
                    <a:pt x="138" y="1107"/>
                  </a:lnTo>
                  <a:lnTo>
                    <a:pt x="217" y="1126"/>
                  </a:lnTo>
                  <a:lnTo>
                    <a:pt x="217" y="1126"/>
                  </a:lnTo>
                  <a:lnTo>
                    <a:pt x="119" y="1087"/>
                  </a:lnTo>
                  <a:lnTo>
                    <a:pt x="40" y="1047"/>
                  </a:lnTo>
                  <a:lnTo>
                    <a:pt x="79" y="1047"/>
                  </a:lnTo>
                  <a:lnTo>
                    <a:pt x="119" y="1057"/>
                  </a:lnTo>
                  <a:lnTo>
                    <a:pt x="119" y="1057"/>
                  </a:lnTo>
                  <a:lnTo>
                    <a:pt x="99" y="1047"/>
                  </a:lnTo>
                  <a:lnTo>
                    <a:pt x="99" y="1028"/>
                  </a:lnTo>
                  <a:lnTo>
                    <a:pt x="119" y="1028"/>
                  </a:lnTo>
                  <a:lnTo>
                    <a:pt x="119" y="1008"/>
                  </a:lnTo>
                  <a:lnTo>
                    <a:pt x="79" y="988"/>
                  </a:lnTo>
                  <a:close/>
                  <a:moveTo>
                    <a:pt x="158" y="1146"/>
                  </a:moveTo>
                  <a:lnTo>
                    <a:pt x="178" y="1166"/>
                  </a:lnTo>
                  <a:lnTo>
                    <a:pt x="217" y="1185"/>
                  </a:lnTo>
                  <a:lnTo>
                    <a:pt x="138" y="1146"/>
                  </a:lnTo>
                  <a:close/>
                  <a:moveTo>
                    <a:pt x="217" y="1166"/>
                  </a:moveTo>
                  <a:lnTo>
                    <a:pt x="257" y="1186"/>
                  </a:lnTo>
                  <a:lnTo>
                    <a:pt x="296" y="1205"/>
                  </a:lnTo>
                  <a:lnTo>
                    <a:pt x="336" y="1205"/>
                  </a:lnTo>
                  <a:lnTo>
                    <a:pt x="316" y="1225"/>
                  </a:lnTo>
                  <a:lnTo>
                    <a:pt x="296" y="1225"/>
                  </a:lnTo>
                  <a:lnTo>
                    <a:pt x="277" y="1205"/>
                  </a:lnTo>
                  <a:lnTo>
                    <a:pt x="257" y="1205"/>
                  </a:lnTo>
                  <a:lnTo>
                    <a:pt x="217" y="1186"/>
                  </a:lnTo>
                  <a:lnTo>
                    <a:pt x="198" y="1166"/>
                  </a:lnTo>
                  <a:close/>
                  <a:moveTo>
                    <a:pt x="119" y="1699"/>
                  </a:moveTo>
                  <a:lnTo>
                    <a:pt x="119" y="1719"/>
                  </a:lnTo>
                  <a:lnTo>
                    <a:pt x="138" y="1719"/>
                  </a:lnTo>
                  <a:lnTo>
                    <a:pt x="138" y="1699"/>
                  </a:lnTo>
                  <a:close/>
                  <a:moveTo>
                    <a:pt x="119" y="1857"/>
                  </a:moveTo>
                  <a:lnTo>
                    <a:pt x="119" y="1877"/>
                  </a:lnTo>
                  <a:lnTo>
                    <a:pt x="178" y="1897"/>
                  </a:lnTo>
                  <a:lnTo>
                    <a:pt x="138" y="1877"/>
                  </a:lnTo>
                  <a:lnTo>
                    <a:pt x="138" y="1857"/>
                  </a:lnTo>
                  <a:close/>
                  <a:moveTo>
                    <a:pt x="79" y="1936"/>
                  </a:moveTo>
                  <a:lnTo>
                    <a:pt x="99" y="1956"/>
                  </a:lnTo>
                  <a:lnTo>
                    <a:pt x="119" y="1936"/>
                  </a:lnTo>
                  <a:close/>
                  <a:moveTo>
                    <a:pt x="277" y="2272"/>
                  </a:moveTo>
                  <a:lnTo>
                    <a:pt x="277" y="2292"/>
                  </a:lnTo>
                  <a:lnTo>
                    <a:pt x="316" y="2292"/>
                  </a:lnTo>
                  <a:lnTo>
                    <a:pt x="277" y="2272"/>
                  </a:lnTo>
                  <a:close/>
                  <a:moveTo>
                    <a:pt x="1245" y="2529"/>
                  </a:moveTo>
                  <a:lnTo>
                    <a:pt x="1264" y="2549"/>
                  </a:lnTo>
                  <a:lnTo>
                    <a:pt x="1284" y="2549"/>
                  </a:lnTo>
                  <a:lnTo>
                    <a:pt x="1245" y="2529"/>
                  </a:lnTo>
                  <a:close/>
                  <a:moveTo>
                    <a:pt x="40" y="2647"/>
                  </a:moveTo>
                  <a:lnTo>
                    <a:pt x="99" y="2667"/>
                  </a:lnTo>
                  <a:lnTo>
                    <a:pt x="107" y="2664"/>
                  </a:lnTo>
                  <a:lnTo>
                    <a:pt x="107" y="2664"/>
                  </a:lnTo>
                  <a:lnTo>
                    <a:pt x="40" y="2647"/>
                  </a:lnTo>
                  <a:close/>
                  <a:moveTo>
                    <a:pt x="119" y="2726"/>
                  </a:moveTo>
                  <a:lnTo>
                    <a:pt x="137" y="2728"/>
                  </a:lnTo>
                  <a:lnTo>
                    <a:pt x="137" y="2728"/>
                  </a:lnTo>
                  <a:lnTo>
                    <a:pt x="138" y="2726"/>
                  </a:lnTo>
                  <a:close/>
                  <a:moveTo>
                    <a:pt x="810" y="2786"/>
                  </a:moveTo>
                  <a:lnTo>
                    <a:pt x="830" y="2805"/>
                  </a:lnTo>
                  <a:lnTo>
                    <a:pt x="830" y="2786"/>
                  </a:lnTo>
                  <a:close/>
                  <a:moveTo>
                    <a:pt x="1136" y="2805"/>
                  </a:moveTo>
                  <a:lnTo>
                    <a:pt x="1146" y="2809"/>
                  </a:lnTo>
                  <a:lnTo>
                    <a:pt x="1146" y="2809"/>
                  </a:lnTo>
                  <a:lnTo>
                    <a:pt x="1146" y="2805"/>
                  </a:lnTo>
                  <a:close/>
                  <a:moveTo>
                    <a:pt x="237" y="2805"/>
                  </a:moveTo>
                  <a:lnTo>
                    <a:pt x="237" y="2825"/>
                  </a:lnTo>
                  <a:lnTo>
                    <a:pt x="257" y="2825"/>
                  </a:lnTo>
                  <a:lnTo>
                    <a:pt x="237" y="2805"/>
                  </a:lnTo>
                  <a:close/>
                  <a:moveTo>
                    <a:pt x="1146" y="2809"/>
                  </a:moveTo>
                  <a:lnTo>
                    <a:pt x="1146" y="2825"/>
                  </a:lnTo>
                  <a:lnTo>
                    <a:pt x="1126" y="2825"/>
                  </a:lnTo>
                  <a:lnTo>
                    <a:pt x="1166" y="2845"/>
                  </a:lnTo>
                  <a:lnTo>
                    <a:pt x="1185" y="2825"/>
                  </a:lnTo>
                  <a:lnTo>
                    <a:pt x="1146" y="2809"/>
                  </a:lnTo>
                  <a:close/>
                  <a:moveTo>
                    <a:pt x="929" y="2805"/>
                  </a:moveTo>
                  <a:lnTo>
                    <a:pt x="948" y="2825"/>
                  </a:lnTo>
                  <a:lnTo>
                    <a:pt x="929" y="2825"/>
                  </a:lnTo>
                  <a:lnTo>
                    <a:pt x="1027" y="2845"/>
                  </a:lnTo>
                  <a:lnTo>
                    <a:pt x="1146" y="2884"/>
                  </a:lnTo>
                  <a:lnTo>
                    <a:pt x="1126" y="2865"/>
                  </a:lnTo>
                  <a:lnTo>
                    <a:pt x="1067" y="2845"/>
                  </a:lnTo>
                  <a:lnTo>
                    <a:pt x="929" y="2805"/>
                  </a:lnTo>
                  <a:close/>
                  <a:moveTo>
                    <a:pt x="257" y="2884"/>
                  </a:moveTo>
                  <a:lnTo>
                    <a:pt x="316" y="2904"/>
                  </a:lnTo>
                  <a:lnTo>
                    <a:pt x="336" y="2904"/>
                  </a:lnTo>
                  <a:lnTo>
                    <a:pt x="296" y="2884"/>
                  </a:lnTo>
                  <a:close/>
                  <a:moveTo>
                    <a:pt x="1077" y="3062"/>
                  </a:moveTo>
                  <a:lnTo>
                    <a:pt x="1087" y="3082"/>
                  </a:lnTo>
                  <a:lnTo>
                    <a:pt x="1087" y="3062"/>
                  </a:lnTo>
                  <a:close/>
                  <a:moveTo>
                    <a:pt x="948" y="3082"/>
                  </a:moveTo>
                  <a:lnTo>
                    <a:pt x="929" y="3102"/>
                  </a:lnTo>
                  <a:lnTo>
                    <a:pt x="948" y="3102"/>
                  </a:lnTo>
                  <a:lnTo>
                    <a:pt x="948" y="3082"/>
                  </a:lnTo>
                  <a:close/>
                  <a:moveTo>
                    <a:pt x="1106" y="1"/>
                  </a:moveTo>
                  <a:lnTo>
                    <a:pt x="1087" y="20"/>
                  </a:lnTo>
                  <a:lnTo>
                    <a:pt x="1106" y="40"/>
                  </a:lnTo>
                  <a:lnTo>
                    <a:pt x="1047" y="40"/>
                  </a:lnTo>
                  <a:lnTo>
                    <a:pt x="1087" y="60"/>
                  </a:lnTo>
                  <a:lnTo>
                    <a:pt x="1027" y="40"/>
                  </a:lnTo>
                  <a:lnTo>
                    <a:pt x="948" y="20"/>
                  </a:lnTo>
                  <a:lnTo>
                    <a:pt x="929" y="20"/>
                  </a:lnTo>
                  <a:lnTo>
                    <a:pt x="948" y="40"/>
                  </a:lnTo>
                  <a:lnTo>
                    <a:pt x="948" y="60"/>
                  </a:lnTo>
                  <a:lnTo>
                    <a:pt x="929" y="60"/>
                  </a:lnTo>
                  <a:lnTo>
                    <a:pt x="889" y="40"/>
                  </a:lnTo>
                  <a:lnTo>
                    <a:pt x="889" y="60"/>
                  </a:lnTo>
                  <a:lnTo>
                    <a:pt x="869" y="40"/>
                  </a:lnTo>
                  <a:lnTo>
                    <a:pt x="810" y="40"/>
                  </a:lnTo>
                  <a:lnTo>
                    <a:pt x="909" y="80"/>
                  </a:lnTo>
                  <a:lnTo>
                    <a:pt x="889" y="80"/>
                  </a:lnTo>
                  <a:lnTo>
                    <a:pt x="968" y="99"/>
                  </a:lnTo>
                  <a:lnTo>
                    <a:pt x="1008" y="139"/>
                  </a:lnTo>
                  <a:lnTo>
                    <a:pt x="1008" y="139"/>
                  </a:lnTo>
                  <a:lnTo>
                    <a:pt x="948" y="99"/>
                  </a:lnTo>
                  <a:lnTo>
                    <a:pt x="909" y="99"/>
                  </a:lnTo>
                  <a:lnTo>
                    <a:pt x="830" y="60"/>
                  </a:lnTo>
                  <a:lnTo>
                    <a:pt x="810" y="60"/>
                  </a:lnTo>
                  <a:lnTo>
                    <a:pt x="731" y="40"/>
                  </a:lnTo>
                  <a:lnTo>
                    <a:pt x="790" y="60"/>
                  </a:lnTo>
                  <a:lnTo>
                    <a:pt x="790" y="80"/>
                  </a:lnTo>
                  <a:lnTo>
                    <a:pt x="770" y="80"/>
                  </a:lnTo>
                  <a:lnTo>
                    <a:pt x="751" y="60"/>
                  </a:lnTo>
                  <a:lnTo>
                    <a:pt x="691" y="40"/>
                  </a:lnTo>
                  <a:lnTo>
                    <a:pt x="691" y="60"/>
                  </a:lnTo>
                  <a:lnTo>
                    <a:pt x="731" y="99"/>
                  </a:lnTo>
                  <a:lnTo>
                    <a:pt x="731" y="119"/>
                  </a:lnTo>
                  <a:lnTo>
                    <a:pt x="711" y="99"/>
                  </a:lnTo>
                  <a:lnTo>
                    <a:pt x="672" y="99"/>
                  </a:lnTo>
                  <a:lnTo>
                    <a:pt x="691" y="119"/>
                  </a:lnTo>
                  <a:lnTo>
                    <a:pt x="691" y="119"/>
                  </a:lnTo>
                  <a:lnTo>
                    <a:pt x="632" y="99"/>
                  </a:lnTo>
                  <a:lnTo>
                    <a:pt x="573" y="99"/>
                  </a:lnTo>
                  <a:lnTo>
                    <a:pt x="612" y="119"/>
                  </a:lnTo>
                  <a:lnTo>
                    <a:pt x="612" y="139"/>
                  </a:lnTo>
                  <a:lnTo>
                    <a:pt x="652" y="159"/>
                  </a:lnTo>
                  <a:lnTo>
                    <a:pt x="593" y="139"/>
                  </a:lnTo>
                  <a:lnTo>
                    <a:pt x="593" y="139"/>
                  </a:lnTo>
                  <a:lnTo>
                    <a:pt x="691" y="198"/>
                  </a:lnTo>
                  <a:lnTo>
                    <a:pt x="751" y="218"/>
                  </a:lnTo>
                  <a:lnTo>
                    <a:pt x="770" y="238"/>
                  </a:lnTo>
                  <a:lnTo>
                    <a:pt x="770" y="238"/>
                  </a:lnTo>
                  <a:lnTo>
                    <a:pt x="711" y="218"/>
                  </a:lnTo>
                  <a:lnTo>
                    <a:pt x="652" y="198"/>
                  </a:lnTo>
                  <a:lnTo>
                    <a:pt x="593" y="178"/>
                  </a:lnTo>
                  <a:lnTo>
                    <a:pt x="553" y="178"/>
                  </a:lnTo>
                  <a:lnTo>
                    <a:pt x="553" y="198"/>
                  </a:lnTo>
                  <a:lnTo>
                    <a:pt x="514" y="178"/>
                  </a:lnTo>
                  <a:lnTo>
                    <a:pt x="469" y="163"/>
                  </a:lnTo>
                  <a:lnTo>
                    <a:pt x="469" y="163"/>
                  </a:lnTo>
                  <a:lnTo>
                    <a:pt x="454" y="178"/>
                  </a:lnTo>
                  <a:lnTo>
                    <a:pt x="395" y="178"/>
                  </a:lnTo>
                  <a:lnTo>
                    <a:pt x="454" y="218"/>
                  </a:lnTo>
                  <a:lnTo>
                    <a:pt x="435" y="218"/>
                  </a:lnTo>
                  <a:lnTo>
                    <a:pt x="375" y="198"/>
                  </a:lnTo>
                  <a:lnTo>
                    <a:pt x="395" y="218"/>
                  </a:lnTo>
                  <a:lnTo>
                    <a:pt x="375" y="238"/>
                  </a:lnTo>
                  <a:lnTo>
                    <a:pt x="336" y="238"/>
                  </a:lnTo>
                  <a:lnTo>
                    <a:pt x="375" y="257"/>
                  </a:lnTo>
                  <a:lnTo>
                    <a:pt x="435" y="277"/>
                  </a:lnTo>
                  <a:lnTo>
                    <a:pt x="336" y="277"/>
                  </a:lnTo>
                  <a:lnTo>
                    <a:pt x="395" y="317"/>
                  </a:lnTo>
                  <a:lnTo>
                    <a:pt x="494" y="336"/>
                  </a:lnTo>
                  <a:lnTo>
                    <a:pt x="435" y="336"/>
                  </a:lnTo>
                  <a:lnTo>
                    <a:pt x="356" y="317"/>
                  </a:lnTo>
                  <a:lnTo>
                    <a:pt x="257" y="297"/>
                  </a:lnTo>
                  <a:lnTo>
                    <a:pt x="257" y="317"/>
                  </a:lnTo>
                  <a:lnTo>
                    <a:pt x="237" y="317"/>
                  </a:lnTo>
                  <a:lnTo>
                    <a:pt x="296" y="336"/>
                  </a:lnTo>
                  <a:lnTo>
                    <a:pt x="356" y="356"/>
                  </a:lnTo>
                  <a:lnTo>
                    <a:pt x="277" y="317"/>
                  </a:lnTo>
                  <a:lnTo>
                    <a:pt x="316" y="317"/>
                  </a:lnTo>
                  <a:lnTo>
                    <a:pt x="375" y="336"/>
                  </a:lnTo>
                  <a:lnTo>
                    <a:pt x="395" y="356"/>
                  </a:lnTo>
                  <a:lnTo>
                    <a:pt x="435" y="376"/>
                  </a:lnTo>
                  <a:lnTo>
                    <a:pt x="514" y="435"/>
                  </a:lnTo>
                  <a:lnTo>
                    <a:pt x="454" y="435"/>
                  </a:lnTo>
                  <a:lnTo>
                    <a:pt x="415" y="415"/>
                  </a:lnTo>
                  <a:lnTo>
                    <a:pt x="356" y="396"/>
                  </a:lnTo>
                  <a:lnTo>
                    <a:pt x="375" y="415"/>
                  </a:lnTo>
                  <a:lnTo>
                    <a:pt x="336" y="415"/>
                  </a:lnTo>
                  <a:lnTo>
                    <a:pt x="375" y="435"/>
                  </a:lnTo>
                  <a:lnTo>
                    <a:pt x="395" y="455"/>
                  </a:lnTo>
                  <a:lnTo>
                    <a:pt x="375" y="455"/>
                  </a:lnTo>
                  <a:lnTo>
                    <a:pt x="296" y="435"/>
                  </a:lnTo>
                  <a:lnTo>
                    <a:pt x="277" y="455"/>
                  </a:lnTo>
                  <a:lnTo>
                    <a:pt x="237" y="475"/>
                  </a:lnTo>
                  <a:lnTo>
                    <a:pt x="217" y="475"/>
                  </a:lnTo>
                  <a:lnTo>
                    <a:pt x="217" y="514"/>
                  </a:lnTo>
                  <a:lnTo>
                    <a:pt x="296" y="514"/>
                  </a:lnTo>
                  <a:lnTo>
                    <a:pt x="356" y="534"/>
                  </a:lnTo>
                  <a:lnTo>
                    <a:pt x="454" y="573"/>
                  </a:lnTo>
                  <a:lnTo>
                    <a:pt x="395" y="573"/>
                  </a:lnTo>
                  <a:lnTo>
                    <a:pt x="415" y="593"/>
                  </a:lnTo>
                  <a:lnTo>
                    <a:pt x="454" y="593"/>
                  </a:lnTo>
                  <a:lnTo>
                    <a:pt x="474" y="613"/>
                  </a:lnTo>
                  <a:lnTo>
                    <a:pt x="435" y="613"/>
                  </a:lnTo>
                  <a:lnTo>
                    <a:pt x="395" y="593"/>
                  </a:lnTo>
                  <a:lnTo>
                    <a:pt x="395" y="613"/>
                  </a:lnTo>
                  <a:lnTo>
                    <a:pt x="336" y="593"/>
                  </a:lnTo>
                  <a:lnTo>
                    <a:pt x="277" y="573"/>
                  </a:lnTo>
                  <a:lnTo>
                    <a:pt x="237" y="554"/>
                  </a:lnTo>
                  <a:lnTo>
                    <a:pt x="237" y="573"/>
                  </a:lnTo>
                  <a:lnTo>
                    <a:pt x="158" y="554"/>
                  </a:lnTo>
                  <a:lnTo>
                    <a:pt x="158" y="573"/>
                  </a:lnTo>
                  <a:lnTo>
                    <a:pt x="138" y="573"/>
                  </a:lnTo>
                  <a:lnTo>
                    <a:pt x="217" y="593"/>
                  </a:lnTo>
                  <a:lnTo>
                    <a:pt x="158" y="613"/>
                  </a:lnTo>
                  <a:lnTo>
                    <a:pt x="119" y="633"/>
                  </a:lnTo>
                  <a:lnTo>
                    <a:pt x="178" y="633"/>
                  </a:lnTo>
                  <a:lnTo>
                    <a:pt x="198" y="652"/>
                  </a:lnTo>
                  <a:lnTo>
                    <a:pt x="119" y="652"/>
                  </a:lnTo>
                  <a:lnTo>
                    <a:pt x="119" y="672"/>
                  </a:lnTo>
                  <a:lnTo>
                    <a:pt x="158" y="712"/>
                  </a:lnTo>
                  <a:lnTo>
                    <a:pt x="237" y="731"/>
                  </a:lnTo>
                  <a:lnTo>
                    <a:pt x="237" y="751"/>
                  </a:lnTo>
                  <a:lnTo>
                    <a:pt x="198" y="731"/>
                  </a:lnTo>
                  <a:lnTo>
                    <a:pt x="257" y="771"/>
                  </a:lnTo>
                  <a:lnTo>
                    <a:pt x="277" y="791"/>
                  </a:lnTo>
                  <a:lnTo>
                    <a:pt x="257" y="791"/>
                  </a:lnTo>
                  <a:lnTo>
                    <a:pt x="198" y="751"/>
                  </a:lnTo>
                  <a:lnTo>
                    <a:pt x="158" y="751"/>
                  </a:lnTo>
                  <a:lnTo>
                    <a:pt x="158" y="771"/>
                  </a:lnTo>
                  <a:lnTo>
                    <a:pt x="138" y="771"/>
                  </a:lnTo>
                  <a:lnTo>
                    <a:pt x="316" y="889"/>
                  </a:lnTo>
                  <a:lnTo>
                    <a:pt x="435" y="909"/>
                  </a:lnTo>
                  <a:lnTo>
                    <a:pt x="533" y="968"/>
                  </a:lnTo>
                  <a:lnTo>
                    <a:pt x="454" y="968"/>
                  </a:lnTo>
                  <a:lnTo>
                    <a:pt x="375" y="949"/>
                  </a:lnTo>
                  <a:lnTo>
                    <a:pt x="336" y="949"/>
                  </a:lnTo>
                  <a:lnTo>
                    <a:pt x="316" y="929"/>
                  </a:lnTo>
                  <a:lnTo>
                    <a:pt x="375" y="929"/>
                  </a:lnTo>
                  <a:lnTo>
                    <a:pt x="237" y="909"/>
                  </a:lnTo>
                  <a:lnTo>
                    <a:pt x="198" y="870"/>
                  </a:lnTo>
                  <a:lnTo>
                    <a:pt x="158" y="870"/>
                  </a:lnTo>
                  <a:lnTo>
                    <a:pt x="59" y="850"/>
                  </a:lnTo>
                  <a:lnTo>
                    <a:pt x="59" y="850"/>
                  </a:lnTo>
                  <a:lnTo>
                    <a:pt x="79" y="870"/>
                  </a:lnTo>
                  <a:lnTo>
                    <a:pt x="99" y="889"/>
                  </a:lnTo>
                  <a:lnTo>
                    <a:pt x="59" y="870"/>
                  </a:lnTo>
                  <a:lnTo>
                    <a:pt x="59" y="870"/>
                  </a:lnTo>
                  <a:lnTo>
                    <a:pt x="79" y="889"/>
                  </a:lnTo>
                  <a:lnTo>
                    <a:pt x="99" y="909"/>
                  </a:lnTo>
                  <a:lnTo>
                    <a:pt x="59" y="929"/>
                  </a:lnTo>
                  <a:lnTo>
                    <a:pt x="99" y="929"/>
                  </a:lnTo>
                  <a:lnTo>
                    <a:pt x="138" y="949"/>
                  </a:lnTo>
                  <a:lnTo>
                    <a:pt x="59" y="949"/>
                  </a:lnTo>
                  <a:lnTo>
                    <a:pt x="99" y="968"/>
                  </a:lnTo>
                  <a:lnTo>
                    <a:pt x="99" y="988"/>
                  </a:lnTo>
                  <a:lnTo>
                    <a:pt x="178" y="1008"/>
                  </a:lnTo>
                  <a:lnTo>
                    <a:pt x="277" y="1028"/>
                  </a:lnTo>
                  <a:lnTo>
                    <a:pt x="296" y="1047"/>
                  </a:lnTo>
                  <a:lnTo>
                    <a:pt x="296" y="1067"/>
                  </a:lnTo>
                  <a:lnTo>
                    <a:pt x="257" y="1067"/>
                  </a:lnTo>
                  <a:lnTo>
                    <a:pt x="237" y="1047"/>
                  </a:lnTo>
                  <a:lnTo>
                    <a:pt x="257" y="1087"/>
                  </a:lnTo>
                  <a:lnTo>
                    <a:pt x="257" y="1087"/>
                  </a:lnTo>
                  <a:lnTo>
                    <a:pt x="198" y="1067"/>
                  </a:lnTo>
                  <a:lnTo>
                    <a:pt x="198" y="1047"/>
                  </a:lnTo>
                  <a:lnTo>
                    <a:pt x="178" y="1047"/>
                  </a:lnTo>
                  <a:lnTo>
                    <a:pt x="178" y="1067"/>
                  </a:lnTo>
                  <a:lnTo>
                    <a:pt x="237" y="1107"/>
                  </a:lnTo>
                  <a:lnTo>
                    <a:pt x="217" y="1126"/>
                  </a:lnTo>
                  <a:lnTo>
                    <a:pt x="119" y="1107"/>
                  </a:lnTo>
                  <a:lnTo>
                    <a:pt x="79" y="1126"/>
                  </a:lnTo>
                  <a:lnTo>
                    <a:pt x="79" y="1146"/>
                  </a:lnTo>
                  <a:lnTo>
                    <a:pt x="40" y="1146"/>
                  </a:lnTo>
                  <a:lnTo>
                    <a:pt x="119" y="1166"/>
                  </a:lnTo>
                  <a:lnTo>
                    <a:pt x="158" y="1166"/>
                  </a:lnTo>
                  <a:lnTo>
                    <a:pt x="217" y="1225"/>
                  </a:lnTo>
                  <a:lnTo>
                    <a:pt x="277" y="1284"/>
                  </a:lnTo>
                  <a:lnTo>
                    <a:pt x="217" y="1265"/>
                  </a:lnTo>
                  <a:lnTo>
                    <a:pt x="158" y="1225"/>
                  </a:lnTo>
                  <a:lnTo>
                    <a:pt x="119" y="1205"/>
                  </a:lnTo>
                  <a:lnTo>
                    <a:pt x="40" y="1186"/>
                  </a:lnTo>
                  <a:lnTo>
                    <a:pt x="79" y="1205"/>
                  </a:lnTo>
                  <a:lnTo>
                    <a:pt x="99" y="1225"/>
                  </a:lnTo>
                  <a:lnTo>
                    <a:pt x="59" y="1225"/>
                  </a:lnTo>
                  <a:lnTo>
                    <a:pt x="79" y="1265"/>
                  </a:lnTo>
                  <a:lnTo>
                    <a:pt x="119" y="1265"/>
                  </a:lnTo>
                  <a:lnTo>
                    <a:pt x="138" y="1284"/>
                  </a:lnTo>
                  <a:lnTo>
                    <a:pt x="119" y="1304"/>
                  </a:lnTo>
                  <a:lnTo>
                    <a:pt x="119" y="1324"/>
                  </a:lnTo>
                  <a:lnTo>
                    <a:pt x="119" y="1344"/>
                  </a:lnTo>
                  <a:lnTo>
                    <a:pt x="119" y="1363"/>
                  </a:lnTo>
                  <a:lnTo>
                    <a:pt x="158" y="1363"/>
                  </a:lnTo>
                  <a:lnTo>
                    <a:pt x="138" y="1344"/>
                  </a:lnTo>
                  <a:lnTo>
                    <a:pt x="217" y="1344"/>
                  </a:lnTo>
                  <a:lnTo>
                    <a:pt x="237" y="1363"/>
                  </a:lnTo>
                  <a:lnTo>
                    <a:pt x="257" y="1383"/>
                  </a:lnTo>
                  <a:lnTo>
                    <a:pt x="277" y="1403"/>
                  </a:lnTo>
                  <a:lnTo>
                    <a:pt x="277" y="1423"/>
                  </a:lnTo>
                  <a:lnTo>
                    <a:pt x="296" y="1423"/>
                  </a:lnTo>
                  <a:lnTo>
                    <a:pt x="336" y="1442"/>
                  </a:lnTo>
                  <a:lnTo>
                    <a:pt x="316" y="1462"/>
                  </a:lnTo>
                  <a:lnTo>
                    <a:pt x="296" y="1462"/>
                  </a:lnTo>
                  <a:lnTo>
                    <a:pt x="257" y="1442"/>
                  </a:lnTo>
                  <a:lnTo>
                    <a:pt x="198" y="1423"/>
                  </a:lnTo>
                  <a:lnTo>
                    <a:pt x="178" y="1403"/>
                  </a:lnTo>
                  <a:lnTo>
                    <a:pt x="138" y="1383"/>
                  </a:lnTo>
                  <a:lnTo>
                    <a:pt x="40" y="1363"/>
                  </a:lnTo>
                  <a:lnTo>
                    <a:pt x="40" y="1363"/>
                  </a:lnTo>
                  <a:lnTo>
                    <a:pt x="59" y="1383"/>
                  </a:lnTo>
                  <a:lnTo>
                    <a:pt x="20" y="1383"/>
                  </a:lnTo>
                  <a:lnTo>
                    <a:pt x="59" y="1403"/>
                  </a:lnTo>
                  <a:lnTo>
                    <a:pt x="158" y="1423"/>
                  </a:lnTo>
                  <a:lnTo>
                    <a:pt x="138" y="1403"/>
                  </a:lnTo>
                  <a:lnTo>
                    <a:pt x="158" y="1403"/>
                  </a:lnTo>
                  <a:lnTo>
                    <a:pt x="217" y="1442"/>
                  </a:lnTo>
                  <a:lnTo>
                    <a:pt x="257" y="1462"/>
                  </a:lnTo>
                  <a:lnTo>
                    <a:pt x="237" y="1462"/>
                  </a:lnTo>
                  <a:lnTo>
                    <a:pt x="237" y="1482"/>
                  </a:lnTo>
                  <a:lnTo>
                    <a:pt x="198" y="1462"/>
                  </a:lnTo>
                  <a:lnTo>
                    <a:pt x="119" y="1442"/>
                  </a:lnTo>
                  <a:lnTo>
                    <a:pt x="158" y="1462"/>
                  </a:lnTo>
                  <a:lnTo>
                    <a:pt x="158" y="1462"/>
                  </a:lnTo>
                  <a:lnTo>
                    <a:pt x="178" y="1482"/>
                  </a:lnTo>
                  <a:lnTo>
                    <a:pt x="198" y="1482"/>
                  </a:lnTo>
                  <a:lnTo>
                    <a:pt x="198" y="1502"/>
                  </a:lnTo>
                  <a:lnTo>
                    <a:pt x="158" y="1482"/>
                  </a:lnTo>
                  <a:lnTo>
                    <a:pt x="158" y="1482"/>
                  </a:lnTo>
                  <a:lnTo>
                    <a:pt x="178" y="1502"/>
                  </a:lnTo>
                  <a:lnTo>
                    <a:pt x="217" y="1521"/>
                  </a:lnTo>
                  <a:lnTo>
                    <a:pt x="277" y="1541"/>
                  </a:lnTo>
                  <a:lnTo>
                    <a:pt x="336" y="1561"/>
                  </a:lnTo>
                  <a:lnTo>
                    <a:pt x="336" y="1581"/>
                  </a:lnTo>
                  <a:lnTo>
                    <a:pt x="336" y="1600"/>
                  </a:lnTo>
                  <a:lnTo>
                    <a:pt x="277" y="1600"/>
                  </a:lnTo>
                  <a:lnTo>
                    <a:pt x="336" y="1620"/>
                  </a:lnTo>
                  <a:lnTo>
                    <a:pt x="257" y="1620"/>
                  </a:lnTo>
                  <a:lnTo>
                    <a:pt x="257" y="1600"/>
                  </a:lnTo>
                  <a:lnTo>
                    <a:pt x="237" y="1581"/>
                  </a:lnTo>
                  <a:lnTo>
                    <a:pt x="178" y="1561"/>
                  </a:lnTo>
                  <a:lnTo>
                    <a:pt x="138" y="1561"/>
                  </a:lnTo>
                  <a:lnTo>
                    <a:pt x="217" y="1600"/>
                  </a:lnTo>
                  <a:lnTo>
                    <a:pt x="198" y="1600"/>
                  </a:lnTo>
                  <a:lnTo>
                    <a:pt x="138" y="1581"/>
                  </a:lnTo>
                  <a:lnTo>
                    <a:pt x="178" y="1600"/>
                  </a:lnTo>
                  <a:lnTo>
                    <a:pt x="198" y="1620"/>
                  </a:lnTo>
                  <a:lnTo>
                    <a:pt x="79" y="1600"/>
                  </a:lnTo>
                  <a:lnTo>
                    <a:pt x="119" y="1620"/>
                  </a:lnTo>
                  <a:lnTo>
                    <a:pt x="138" y="1620"/>
                  </a:lnTo>
                  <a:lnTo>
                    <a:pt x="138" y="1640"/>
                  </a:lnTo>
                  <a:lnTo>
                    <a:pt x="119" y="1660"/>
                  </a:lnTo>
                  <a:lnTo>
                    <a:pt x="119" y="1679"/>
                  </a:lnTo>
                  <a:lnTo>
                    <a:pt x="158" y="1679"/>
                  </a:lnTo>
                  <a:lnTo>
                    <a:pt x="138" y="1660"/>
                  </a:lnTo>
                  <a:lnTo>
                    <a:pt x="198" y="1660"/>
                  </a:lnTo>
                  <a:lnTo>
                    <a:pt x="217" y="1679"/>
                  </a:lnTo>
                  <a:lnTo>
                    <a:pt x="217" y="1699"/>
                  </a:lnTo>
                  <a:lnTo>
                    <a:pt x="217" y="1739"/>
                  </a:lnTo>
                  <a:lnTo>
                    <a:pt x="257" y="1758"/>
                  </a:lnTo>
                  <a:lnTo>
                    <a:pt x="198" y="1758"/>
                  </a:lnTo>
                  <a:lnTo>
                    <a:pt x="138" y="1739"/>
                  </a:lnTo>
                  <a:lnTo>
                    <a:pt x="158" y="1758"/>
                  </a:lnTo>
                  <a:lnTo>
                    <a:pt x="20" y="1758"/>
                  </a:lnTo>
                  <a:lnTo>
                    <a:pt x="20" y="1778"/>
                  </a:lnTo>
                  <a:lnTo>
                    <a:pt x="99" y="1778"/>
                  </a:lnTo>
                  <a:lnTo>
                    <a:pt x="119" y="1798"/>
                  </a:lnTo>
                  <a:lnTo>
                    <a:pt x="99" y="1798"/>
                  </a:lnTo>
                  <a:lnTo>
                    <a:pt x="138" y="1818"/>
                  </a:lnTo>
                  <a:lnTo>
                    <a:pt x="40" y="1818"/>
                  </a:lnTo>
                  <a:lnTo>
                    <a:pt x="79" y="1837"/>
                  </a:lnTo>
                  <a:lnTo>
                    <a:pt x="99" y="1837"/>
                  </a:lnTo>
                  <a:lnTo>
                    <a:pt x="158" y="1857"/>
                  </a:lnTo>
                  <a:lnTo>
                    <a:pt x="198" y="1877"/>
                  </a:lnTo>
                  <a:lnTo>
                    <a:pt x="178" y="1877"/>
                  </a:lnTo>
                  <a:lnTo>
                    <a:pt x="178" y="1897"/>
                  </a:lnTo>
                  <a:lnTo>
                    <a:pt x="217" y="1897"/>
                  </a:lnTo>
                  <a:lnTo>
                    <a:pt x="257" y="1916"/>
                  </a:lnTo>
                  <a:lnTo>
                    <a:pt x="237" y="1936"/>
                  </a:lnTo>
                  <a:lnTo>
                    <a:pt x="158" y="1916"/>
                  </a:lnTo>
                  <a:lnTo>
                    <a:pt x="158" y="1916"/>
                  </a:lnTo>
                  <a:lnTo>
                    <a:pt x="217" y="1956"/>
                  </a:lnTo>
                  <a:lnTo>
                    <a:pt x="237" y="1976"/>
                  </a:lnTo>
                  <a:lnTo>
                    <a:pt x="277" y="1976"/>
                  </a:lnTo>
                  <a:lnTo>
                    <a:pt x="316" y="1995"/>
                  </a:lnTo>
                  <a:lnTo>
                    <a:pt x="237" y="1995"/>
                  </a:lnTo>
                  <a:lnTo>
                    <a:pt x="237" y="1976"/>
                  </a:lnTo>
                  <a:lnTo>
                    <a:pt x="138" y="1976"/>
                  </a:lnTo>
                  <a:lnTo>
                    <a:pt x="99" y="1956"/>
                  </a:lnTo>
                  <a:lnTo>
                    <a:pt x="99" y="1956"/>
                  </a:lnTo>
                  <a:lnTo>
                    <a:pt x="119" y="1976"/>
                  </a:lnTo>
                  <a:lnTo>
                    <a:pt x="79" y="1976"/>
                  </a:lnTo>
                  <a:lnTo>
                    <a:pt x="79" y="1995"/>
                  </a:lnTo>
                  <a:lnTo>
                    <a:pt x="138" y="1995"/>
                  </a:lnTo>
                  <a:lnTo>
                    <a:pt x="198" y="2015"/>
                  </a:lnTo>
                  <a:lnTo>
                    <a:pt x="99" y="2015"/>
                  </a:lnTo>
                  <a:lnTo>
                    <a:pt x="119" y="2035"/>
                  </a:lnTo>
                  <a:lnTo>
                    <a:pt x="138" y="2035"/>
                  </a:lnTo>
                  <a:lnTo>
                    <a:pt x="217" y="2074"/>
                  </a:lnTo>
                  <a:lnTo>
                    <a:pt x="316" y="2074"/>
                  </a:lnTo>
                  <a:lnTo>
                    <a:pt x="375" y="2094"/>
                  </a:lnTo>
                  <a:lnTo>
                    <a:pt x="395" y="2114"/>
                  </a:lnTo>
                  <a:lnTo>
                    <a:pt x="356" y="2114"/>
                  </a:lnTo>
                  <a:lnTo>
                    <a:pt x="336" y="2094"/>
                  </a:lnTo>
                  <a:lnTo>
                    <a:pt x="316" y="2074"/>
                  </a:lnTo>
                  <a:lnTo>
                    <a:pt x="316" y="2094"/>
                  </a:lnTo>
                  <a:lnTo>
                    <a:pt x="356" y="2114"/>
                  </a:lnTo>
                  <a:lnTo>
                    <a:pt x="296" y="2114"/>
                  </a:lnTo>
                  <a:lnTo>
                    <a:pt x="158" y="2074"/>
                  </a:lnTo>
                  <a:lnTo>
                    <a:pt x="0" y="2035"/>
                  </a:lnTo>
                  <a:lnTo>
                    <a:pt x="20" y="2074"/>
                  </a:lnTo>
                  <a:lnTo>
                    <a:pt x="20" y="2094"/>
                  </a:lnTo>
                  <a:lnTo>
                    <a:pt x="0" y="2094"/>
                  </a:lnTo>
                  <a:lnTo>
                    <a:pt x="79" y="2134"/>
                  </a:lnTo>
                  <a:lnTo>
                    <a:pt x="198" y="2153"/>
                  </a:lnTo>
                  <a:lnTo>
                    <a:pt x="198" y="2173"/>
                  </a:lnTo>
                  <a:lnTo>
                    <a:pt x="178" y="2173"/>
                  </a:lnTo>
                  <a:lnTo>
                    <a:pt x="138" y="2153"/>
                  </a:lnTo>
                  <a:lnTo>
                    <a:pt x="138" y="2153"/>
                  </a:lnTo>
                  <a:lnTo>
                    <a:pt x="198" y="2193"/>
                  </a:lnTo>
                  <a:lnTo>
                    <a:pt x="198" y="2213"/>
                  </a:lnTo>
                  <a:lnTo>
                    <a:pt x="198" y="2232"/>
                  </a:lnTo>
                  <a:lnTo>
                    <a:pt x="257" y="2252"/>
                  </a:lnTo>
                  <a:lnTo>
                    <a:pt x="356" y="2252"/>
                  </a:lnTo>
                  <a:lnTo>
                    <a:pt x="356" y="2272"/>
                  </a:lnTo>
                  <a:lnTo>
                    <a:pt x="375" y="2272"/>
                  </a:lnTo>
                  <a:lnTo>
                    <a:pt x="415" y="2292"/>
                  </a:lnTo>
                  <a:lnTo>
                    <a:pt x="415" y="2312"/>
                  </a:lnTo>
                  <a:lnTo>
                    <a:pt x="356" y="2292"/>
                  </a:lnTo>
                  <a:lnTo>
                    <a:pt x="336" y="2312"/>
                  </a:lnTo>
                  <a:lnTo>
                    <a:pt x="356" y="2331"/>
                  </a:lnTo>
                  <a:lnTo>
                    <a:pt x="356" y="2331"/>
                  </a:lnTo>
                  <a:lnTo>
                    <a:pt x="296" y="2312"/>
                  </a:lnTo>
                  <a:lnTo>
                    <a:pt x="277" y="2292"/>
                  </a:lnTo>
                  <a:lnTo>
                    <a:pt x="257" y="2292"/>
                  </a:lnTo>
                  <a:lnTo>
                    <a:pt x="138" y="2272"/>
                  </a:lnTo>
                  <a:lnTo>
                    <a:pt x="178" y="2292"/>
                  </a:lnTo>
                  <a:lnTo>
                    <a:pt x="237" y="2292"/>
                  </a:lnTo>
                  <a:lnTo>
                    <a:pt x="257" y="2312"/>
                  </a:lnTo>
                  <a:lnTo>
                    <a:pt x="198" y="2312"/>
                  </a:lnTo>
                  <a:lnTo>
                    <a:pt x="178" y="2331"/>
                  </a:lnTo>
                  <a:lnTo>
                    <a:pt x="158" y="2351"/>
                  </a:lnTo>
                  <a:lnTo>
                    <a:pt x="59" y="2331"/>
                  </a:lnTo>
                  <a:lnTo>
                    <a:pt x="138" y="2371"/>
                  </a:lnTo>
                  <a:lnTo>
                    <a:pt x="178" y="2391"/>
                  </a:lnTo>
                  <a:lnTo>
                    <a:pt x="178" y="2410"/>
                  </a:lnTo>
                  <a:lnTo>
                    <a:pt x="217" y="2430"/>
                  </a:lnTo>
                  <a:lnTo>
                    <a:pt x="277" y="2450"/>
                  </a:lnTo>
                  <a:lnTo>
                    <a:pt x="296" y="2450"/>
                  </a:lnTo>
                  <a:lnTo>
                    <a:pt x="277" y="2410"/>
                  </a:lnTo>
                  <a:lnTo>
                    <a:pt x="257" y="2410"/>
                  </a:lnTo>
                  <a:lnTo>
                    <a:pt x="296" y="2391"/>
                  </a:lnTo>
                  <a:lnTo>
                    <a:pt x="178" y="2371"/>
                  </a:lnTo>
                  <a:lnTo>
                    <a:pt x="178" y="2351"/>
                  </a:lnTo>
                  <a:lnTo>
                    <a:pt x="217" y="2351"/>
                  </a:lnTo>
                  <a:lnTo>
                    <a:pt x="316" y="2391"/>
                  </a:lnTo>
                  <a:lnTo>
                    <a:pt x="356" y="2391"/>
                  </a:lnTo>
                  <a:lnTo>
                    <a:pt x="375" y="2410"/>
                  </a:lnTo>
                  <a:lnTo>
                    <a:pt x="415" y="2410"/>
                  </a:lnTo>
                  <a:lnTo>
                    <a:pt x="435" y="2391"/>
                  </a:lnTo>
                  <a:lnTo>
                    <a:pt x="514" y="2410"/>
                  </a:lnTo>
                  <a:lnTo>
                    <a:pt x="652" y="2470"/>
                  </a:lnTo>
                  <a:lnTo>
                    <a:pt x="652" y="2470"/>
                  </a:lnTo>
                  <a:lnTo>
                    <a:pt x="593" y="2450"/>
                  </a:lnTo>
                  <a:lnTo>
                    <a:pt x="593" y="2450"/>
                  </a:lnTo>
                  <a:lnTo>
                    <a:pt x="672" y="2489"/>
                  </a:lnTo>
                  <a:lnTo>
                    <a:pt x="553" y="2470"/>
                  </a:lnTo>
                  <a:lnTo>
                    <a:pt x="553" y="2489"/>
                  </a:lnTo>
                  <a:lnTo>
                    <a:pt x="553" y="2509"/>
                  </a:lnTo>
                  <a:lnTo>
                    <a:pt x="612" y="2509"/>
                  </a:lnTo>
                  <a:lnTo>
                    <a:pt x="593" y="2489"/>
                  </a:lnTo>
                  <a:lnTo>
                    <a:pt x="652" y="2509"/>
                  </a:lnTo>
                  <a:lnTo>
                    <a:pt x="632" y="2509"/>
                  </a:lnTo>
                  <a:lnTo>
                    <a:pt x="632" y="2529"/>
                  </a:lnTo>
                  <a:lnTo>
                    <a:pt x="672" y="2529"/>
                  </a:lnTo>
                  <a:lnTo>
                    <a:pt x="751" y="2568"/>
                  </a:lnTo>
                  <a:lnTo>
                    <a:pt x="632" y="2568"/>
                  </a:lnTo>
                  <a:lnTo>
                    <a:pt x="494" y="2529"/>
                  </a:lnTo>
                  <a:lnTo>
                    <a:pt x="514" y="2549"/>
                  </a:lnTo>
                  <a:lnTo>
                    <a:pt x="316" y="2489"/>
                  </a:lnTo>
                  <a:lnTo>
                    <a:pt x="277" y="2509"/>
                  </a:lnTo>
                  <a:lnTo>
                    <a:pt x="277" y="2529"/>
                  </a:lnTo>
                  <a:lnTo>
                    <a:pt x="138" y="2509"/>
                  </a:lnTo>
                  <a:lnTo>
                    <a:pt x="158" y="2529"/>
                  </a:lnTo>
                  <a:lnTo>
                    <a:pt x="138" y="2529"/>
                  </a:lnTo>
                  <a:lnTo>
                    <a:pt x="79" y="2549"/>
                  </a:lnTo>
                  <a:lnTo>
                    <a:pt x="178" y="2549"/>
                  </a:lnTo>
                  <a:lnTo>
                    <a:pt x="217" y="2568"/>
                  </a:lnTo>
                  <a:lnTo>
                    <a:pt x="198" y="2568"/>
                  </a:lnTo>
                  <a:lnTo>
                    <a:pt x="217" y="2588"/>
                  </a:lnTo>
                  <a:lnTo>
                    <a:pt x="237" y="2568"/>
                  </a:lnTo>
                  <a:lnTo>
                    <a:pt x="277" y="2568"/>
                  </a:lnTo>
                  <a:lnTo>
                    <a:pt x="316" y="2588"/>
                  </a:lnTo>
                  <a:lnTo>
                    <a:pt x="435" y="2588"/>
                  </a:lnTo>
                  <a:lnTo>
                    <a:pt x="435" y="2608"/>
                  </a:lnTo>
                  <a:lnTo>
                    <a:pt x="435" y="2628"/>
                  </a:lnTo>
                  <a:lnTo>
                    <a:pt x="277" y="2588"/>
                  </a:lnTo>
                  <a:lnTo>
                    <a:pt x="296" y="2608"/>
                  </a:lnTo>
                  <a:lnTo>
                    <a:pt x="257" y="2628"/>
                  </a:lnTo>
                  <a:lnTo>
                    <a:pt x="217" y="2608"/>
                  </a:lnTo>
                  <a:lnTo>
                    <a:pt x="138" y="2608"/>
                  </a:lnTo>
                  <a:lnTo>
                    <a:pt x="138" y="2588"/>
                  </a:lnTo>
                  <a:lnTo>
                    <a:pt x="99" y="2628"/>
                  </a:lnTo>
                  <a:lnTo>
                    <a:pt x="79" y="2608"/>
                  </a:lnTo>
                  <a:lnTo>
                    <a:pt x="59" y="2608"/>
                  </a:lnTo>
                  <a:lnTo>
                    <a:pt x="59" y="2628"/>
                  </a:lnTo>
                  <a:lnTo>
                    <a:pt x="158" y="2647"/>
                  </a:lnTo>
                  <a:lnTo>
                    <a:pt x="107" y="2664"/>
                  </a:lnTo>
                  <a:lnTo>
                    <a:pt x="107" y="2664"/>
                  </a:lnTo>
                  <a:lnTo>
                    <a:pt x="119" y="2667"/>
                  </a:lnTo>
                  <a:lnTo>
                    <a:pt x="119" y="2687"/>
                  </a:lnTo>
                  <a:lnTo>
                    <a:pt x="158" y="2707"/>
                  </a:lnTo>
                  <a:lnTo>
                    <a:pt x="217" y="2726"/>
                  </a:lnTo>
                  <a:lnTo>
                    <a:pt x="257" y="2726"/>
                  </a:lnTo>
                  <a:lnTo>
                    <a:pt x="292" y="2744"/>
                  </a:lnTo>
                  <a:lnTo>
                    <a:pt x="292" y="2744"/>
                  </a:lnTo>
                  <a:lnTo>
                    <a:pt x="137" y="2728"/>
                  </a:lnTo>
                  <a:lnTo>
                    <a:pt x="137" y="2728"/>
                  </a:lnTo>
                  <a:lnTo>
                    <a:pt x="119" y="2746"/>
                  </a:lnTo>
                  <a:lnTo>
                    <a:pt x="178" y="2746"/>
                  </a:lnTo>
                  <a:lnTo>
                    <a:pt x="237" y="2766"/>
                  </a:lnTo>
                  <a:lnTo>
                    <a:pt x="257" y="2786"/>
                  </a:lnTo>
                  <a:lnTo>
                    <a:pt x="237" y="2786"/>
                  </a:lnTo>
                  <a:lnTo>
                    <a:pt x="277" y="2805"/>
                  </a:lnTo>
                  <a:lnTo>
                    <a:pt x="316" y="2825"/>
                  </a:lnTo>
                  <a:lnTo>
                    <a:pt x="395" y="2825"/>
                  </a:lnTo>
                  <a:lnTo>
                    <a:pt x="336" y="2845"/>
                  </a:lnTo>
                  <a:lnTo>
                    <a:pt x="237" y="2825"/>
                  </a:lnTo>
                  <a:lnTo>
                    <a:pt x="237" y="2845"/>
                  </a:lnTo>
                  <a:lnTo>
                    <a:pt x="138" y="2845"/>
                  </a:lnTo>
                  <a:lnTo>
                    <a:pt x="119" y="2865"/>
                  </a:lnTo>
                  <a:lnTo>
                    <a:pt x="198" y="2865"/>
                  </a:lnTo>
                  <a:lnTo>
                    <a:pt x="257" y="2884"/>
                  </a:lnTo>
                  <a:lnTo>
                    <a:pt x="237" y="2865"/>
                  </a:lnTo>
                  <a:lnTo>
                    <a:pt x="237" y="2865"/>
                  </a:lnTo>
                  <a:lnTo>
                    <a:pt x="316" y="2884"/>
                  </a:lnTo>
                  <a:lnTo>
                    <a:pt x="395" y="2904"/>
                  </a:lnTo>
                  <a:lnTo>
                    <a:pt x="435" y="2924"/>
                  </a:lnTo>
                  <a:lnTo>
                    <a:pt x="474" y="2924"/>
                  </a:lnTo>
                  <a:lnTo>
                    <a:pt x="375" y="2884"/>
                  </a:lnTo>
                  <a:lnTo>
                    <a:pt x="336" y="2865"/>
                  </a:lnTo>
                  <a:lnTo>
                    <a:pt x="395" y="2884"/>
                  </a:lnTo>
                  <a:lnTo>
                    <a:pt x="415" y="2865"/>
                  </a:lnTo>
                  <a:lnTo>
                    <a:pt x="435" y="2865"/>
                  </a:lnTo>
                  <a:lnTo>
                    <a:pt x="494" y="2845"/>
                  </a:lnTo>
                  <a:lnTo>
                    <a:pt x="415" y="2825"/>
                  </a:lnTo>
                  <a:lnTo>
                    <a:pt x="336" y="2805"/>
                  </a:lnTo>
                  <a:lnTo>
                    <a:pt x="395" y="2786"/>
                  </a:lnTo>
                  <a:lnTo>
                    <a:pt x="435" y="2805"/>
                  </a:lnTo>
                  <a:lnTo>
                    <a:pt x="415" y="2825"/>
                  </a:lnTo>
                  <a:lnTo>
                    <a:pt x="514" y="2825"/>
                  </a:lnTo>
                  <a:lnTo>
                    <a:pt x="632" y="2865"/>
                  </a:lnTo>
                  <a:lnTo>
                    <a:pt x="691" y="2884"/>
                  </a:lnTo>
                  <a:lnTo>
                    <a:pt x="711" y="2904"/>
                  </a:lnTo>
                  <a:lnTo>
                    <a:pt x="770" y="2944"/>
                  </a:lnTo>
                  <a:lnTo>
                    <a:pt x="790" y="2944"/>
                  </a:lnTo>
                  <a:lnTo>
                    <a:pt x="790" y="2963"/>
                  </a:lnTo>
                  <a:lnTo>
                    <a:pt x="810" y="2963"/>
                  </a:lnTo>
                  <a:lnTo>
                    <a:pt x="849" y="2983"/>
                  </a:lnTo>
                  <a:lnTo>
                    <a:pt x="849" y="2983"/>
                  </a:lnTo>
                  <a:lnTo>
                    <a:pt x="652" y="2963"/>
                  </a:lnTo>
                  <a:lnTo>
                    <a:pt x="494" y="2944"/>
                  </a:lnTo>
                  <a:lnTo>
                    <a:pt x="494" y="2963"/>
                  </a:lnTo>
                  <a:lnTo>
                    <a:pt x="533" y="2983"/>
                  </a:lnTo>
                  <a:lnTo>
                    <a:pt x="435" y="2963"/>
                  </a:lnTo>
                  <a:lnTo>
                    <a:pt x="336" y="2944"/>
                  </a:lnTo>
                  <a:lnTo>
                    <a:pt x="375" y="2963"/>
                  </a:lnTo>
                  <a:lnTo>
                    <a:pt x="435" y="2983"/>
                  </a:lnTo>
                  <a:lnTo>
                    <a:pt x="395" y="2983"/>
                  </a:lnTo>
                  <a:lnTo>
                    <a:pt x="435" y="3003"/>
                  </a:lnTo>
                  <a:lnTo>
                    <a:pt x="514" y="3042"/>
                  </a:lnTo>
                  <a:lnTo>
                    <a:pt x="514" y="3023"/>
                  </a:lnTo>
                  <a:lnTo>
                    <a:pt x="533" y="3023"/>
                  </a:lnTo>
                  <a:lnTo>
                    <a:pt x="593" y="3042"/>
                  </a:lnTo>
                  <a:lnTo>
                    <a:pt x="632" y="3023"/>
                  </a:lnTo>
                  <a:lnTo>
                    <a:pt x="672" y="3023"/>
                  </a:lnTo>
                  <a:lnTo>
                    <a:pt x="691" y="3042"/>
                  </a:lnTo>
                  <a:lnTo>
                    <a:pt x="731" y="3042"/>
                  </a:lnTo>
                  <a:lnTo>
                    <a:pt x="711" y="3023"/>
                  </a:lnTo>
                  <a:lnTo>
                    <a:pt x="751" y="3023"/>
                  </a:lnTo>
                  <a:lnTo>
                    <a:pt x="751" y="3003"/>
                  </a:lnTo>
                  <a:lnTo>
                    <a:pt x="790" y="3023"/>
                  </a:lnTo>
                  <a:lnTo>
                    <a:pt x="770" y="3003"/>
                  </a:lnTo>
                  <a:lnTo>
                    <a:pt x="790" y="3003"/>
                  </a:lnTo>
                  <a:lnTo>
                    <a:pt x="909" y="3042"/>
                  </a:lnTo>
                  <a:lnTo>
                    <a:pt x="869" y="3042"/>
                  </a:lnTo>
                  <a:lnTo>
                    <a:pt x="790" y="3023"/>
                  </a:lnTo>
                  <a:lnTo>
                    <a:pt x="790" y="3042"/>
                  </a:lnTo>
                  <a:lnTo>
                    <a:pt x="830" y="3062"/>
                  </a:lnTo>
                  <a:lnTo>
                    <a:pt x="869" y="3062"/>
                  </a:lnTo>
                  <a:lnTo>
                    <a:pt x="929" y="3082"/>
                  </a:lnTo>
                  <a:lnTo>
                    <a:pt x="948" y="3082"/>
                  </a:lnTo>
                  <a:lnTo>
                    <a:pt x="1027" y="3102"/>
                  </a:lnTo>
                  <a:lnTo>
                    <a:pt x="1047" y="3082"/>
                  </a:lnTo>
                  <a:lnTo>
                    <a:pt x="1106" y="3102"/>
                  </a:lnTo>
                  <a:lnTo>
                    <a:pt x="1106" y="3102"/>
                  </a:lnTo>
                  <a:lnTo>
                    <a:pt x="1047" y="3062"/>
                  </a:lnTo>
                  <a:lnTo>
                    <a:pt x="1077" y="3062"/>
                  </a:lnTo>
                  <a:lnTo>
                    <a:pt x="1067" y="3042"/>
                  </a:lnTo>
                  <a:lnTo>
                    <a:pt x="1027" y="3042"/>
                  </a:lnTo>
                  <a:lnTo>
                    <a:pt x="1008" y="3023"/>
                  </a:lnTo>
                  <a:lnTo>
                    <a:pt x="988" y="3023"/>
                  </a:lnTo>
                  <a:lnTo>
                    <a:pt x="889" y="2983"/>
                  </a:lnTo>
                  <a:lnTo>
                    <a:pt x="968" y="3003"/>
                  </a:lnTo>
                  <a:lnTo>
                    <a:pt x="1027" y="3023"/>
                  </a:lnTo>
                  <a:lnTo>
                    <a:pt x="1008" y="3003"/>
                  </a:lnTo>
                  <a:lnTo>
                    <a:pt x="1047" y="3003"/>
                  </a:lnTo>
                  <a:lnTo>
                    <a:pt x="968" y="2983"/>
                  </a:lnTo>
                  <a:lnTo>
                    <a:pt x="1008" y="2983"/>
                  </a:lnTo>
                  <a:lnTo>
                    <a:pt x="909" y="2963"/>
                  </a:lnTo>
                  <a:lnTo>
                    <a:pt x="889" y="2944"/>
                  </a:lnTo>
                  <a:lnTo>
                    <a:pt x="869" y="2924"/>
                  </a:lnTo>
                  <a:lnTo>
                    <a:pt x="849" y="2944"/>
                  </a:lnTo>
                  <a:lnTo>
                    <a:pt x="869" y="2944"/>
                  </a:lnTo>
                  <a:lnTo>
                    <a:pt x="909" y="2963"/>
                  </a:lnTo>
                  <a:lnTo>
                    <a:pt x="909" y="2963"/>
                  </a:lnTo>
                  <a:lnTo>
                    <a:pt x="830" y="2944"/>
                  </a:lnTo>
                  <a:lnTo>
                    <a:pt x="770" y="2924"/>
                  </a:lnTo>
                  <a:lnTo>
                    <a:pt x="869" y="2924"/>
                  </a:lnTo>
                  <a:lnTo>
                    <a:pt x="849" y="2904"/>
                  </a:lnTo>
                  <a:lnTo>
                    <a:pt x="909" y="2924"/>
                  </a:lnTo>
                  <a:lnTo>
                    <a:pt x="929" y="2944"/>
                  </a:lnTo>
                  <a:lnTo>
                    <a:pt x="968" y="2944"/>
                  </a:lnTo>
                  <a:lnTo>
                    <a:pt x="929" y="2924"/>
                  </a:lnTo>
                  <a:lnTo>
                    <a:pt x="948" y="2924"/>
                  </a:lnTo>
                  <a:lnTo>
                    <a:pt x="869" y="2884"/>
                  </a:lnTo>
                  <a:lnTo>
                    <a:pt x="849" y="2865"/>
                  </a:lnTo>
                  <a:lnTo>
                    <a:pt x="830" y="2845"/>
                  </a:lnTo>
                  <a:lnTo>
                    <a:pt x="869" y="2825"/>
                  </a:lnTo>
                  <a:lnTo>
                    <a:pt x="790" y="2825"/>
                  </a:lnTo>
                  <a:lnTo>
                    <a:pt x="770" y="2805"/>
                  </a:lnTo>
                  <a:lnTo>
                    <a:pt x="770" y="2786"/>
                  </a:lnTo>
                  <a:lnTo>
                    <a:pt x="810" y="2786"/>
                  </a:lnTo>
                  <a:lnTo>
                    <a:pt x="731" y="2726"/>
                  </a:lnTo>
                  <a:lnTo>
                    <a:pt x="632" y="2746"/>
                  </a:lnTo>
                  <a:lnTo>
                    <a:pt x="593" y="2726"/>
                  </a:lnTo>
                  <a:lnTo>
                    <a:pt x="652" y="2726"/>
                  </a:lnTo>
                  <a:lnTo>
                    <a:pt x="668" y="2710"/>
                  </a:lnTo>
                  <a:lnTo>
                    <a:pt x="668" y="2710"/>
                  </a:lnTo>
                  <a:lnTo>
                    <a:pt x="810" y="2746"/>
                  </a:lnTo>
                  <a:lnTo>
                    <a:pt x="810" y="2746"/>
                  </a:lnTo>
                  <a:lnTo>
                    <a:pt x="751" y="2707"/>
                  </a:lnTo>
                  <a:lnTo>
                    <a:pt x="711" y="2687"/>
                  </a:lnTo>
                  <a:lnTo>
                    <a:pt x="830" y="2707"/>
                  </a:lnTo>
                  <a:lnTo>
                    <a:pt x="869" y="2746"/>
                  </a:lnTo>
                  <a:lnTo>
                    <a:pt x="849" y="2746"/>
                  </a:lnTo>
                  <a:lnTo>
                    <a:pt x="869" y="2766"/>
                  </a:lnTo>
                  <a:lnTo>
                    <a:pt x="869" y="2786"/>
                  </a:lnTo>
                  <a:lnTo>
                    <a:pt x="909" y="2786"/>
                  </a:lnTo>
                  <a:lnTo>
                    <a:pt x="929" y="2805"/>
                  </a:lnTo>
                  <a:lnTo>
                    <a:pt x="1027" y="2805"/>
                  </a:lnTo>
                  <a:lnTo>
                    <a:pt x="1008" y="2786"/>
                  </a:lnTo>
                  <a:lnTo>
                    <a:pt x="1087" y="2805"/>
                  </a:lnTo>
                  <a:lnTo>
                    <a:pt x="1136" y="2805"/>
                  </a:lnTo>
                  <a:lnTo>
                    <a:pt x="988" y="2746"/>
                  </a:lnTo>
                  <a:lnTo>
                    <a:pt x="948" y="2726"/>
                  </a:lnTo>
                  <a:lnTo>
                    <a:pt x="968" y="2707"/>
                  </a:lnTo>
                  <a:lnTo>
                    <a:pt x="1027" y="2746"/>
                  </a:lnTo>
                  <a:lnTo>
                    <a:pt x="1106" y="2766"/>
                  </a:lnTo>
                  <a:lnTo>
                    <a:pt x="1087" y="2746"/>
                  </a:lnTo>
                  <a:lnTo>
                    <a:pt x="1106" y="2746"/>
                  </a:lnTo>
                  <a:lnTo>
                    <a:pt x="1067" y="2726"/>
                  </a:lnTo>
                  <a:lnTo>
                    <a:pt x="1087" y="2707"/>
                  </a:lnTo>
                  <a:lnTo>
                    <a:pt x="1166" y="2707"/>
                  </a:lnTo>
                  <a:lnTo>
                    <a:pt x="1185" y="2726"/>
                  </a:lnTo>
                  <a:lnTo>
                    <a:pt x="1166" y="2726"/>
                  </a:lnTo>
                  <a:lnTo>
                    <a:pt x="1166" y="2746"/>
                  </a:lnTo>
                  <a:lnTo>
                    <a:pt x="1205" y="2746"/>
                  </a:lnTo>
                  <a:lnTo>
                    <a:pt x="1205" y="2766"/>
                  </a:lnTo>
                  <a:lnTo>
                    <a:pt x="1264" y="2766"/>
                  </a:lnTo>
                  <a:lnTo>
                    <a:pt x="1264" y="2746"/>
                  </a:lnTo>
                  <a:lnTo>
                    <a:pt x="1324" y="2746"/>
                  </a:lnTo>
                  <a:lnTo>
                    <a:pt x="1343" y="2726"/>
                  </a:lnTo>
                  <a:lnTo>
                    <a:pt x="1363" y="2726"/>
                  </a:lnTo>
                  <a:lnTo>
                    <a:pt x="1343" y="2707"/>
                  </a:lnTo>
                  <a:lnTo>
                    <a:pt x="1363" y="2707"/>
                  </a:lnTo>
                  <a:lnTo>
                    <a:pt x="1343" y="2687"/>
                  </a:lnTo>
                  <a:lnTo>
                    <a:pt x="1284" y="2667"/>
                  </a:lnTo>
                  <a:lnTo>
                    <a:pt x="1205" y="2628"/>
                  </a:lnTo>
                  <a:lnTo>
                    <a:pt x="1304" y="2667"/>
                  </a:lnTo>
                  <a:lnTo>
                    <a:pt x="1304" y="2647"/>
                  </a:lnTo>
                  <a:lnTo>
                    <a:pt x="1245" y="2628"/>
                  </a:lnTo>
                  <a:lnTo>
                    <a:pt x="1185" y="2608"/>
                  </a:lnTo>
                  <a:lnTo>
                    <a:pt x="1166" y="2588"/>
                  </a:lnTo>
                  <a:lnTo>
                    <a:pt x="1225" y="2588"/>
                  </a:lnTo>
                  <a:lnTo>
                    <a:pt x="1264" y="2608"/>
                  </a:lnTo>
                  <a:lnTo>
                    <a:pt x="1284" y="2628"/>
                  </a:lnTo>
                  <a:lnTo>
                    <a:pt x="1324" y="2628"/>
                  </a:lnTo>
                  <a:lnTo>
                    <a:pt x="1284" y="2608"/>
                  </a:lnTo>
                  <a:lnTo>
                    <a:pt x="1304" y="2608"/>
                  </a:lnTo>
                  <a:lnTo>
                    <a:pt x="1383" y="2588"/>
                  </a:lnTo>
                  <a:lnTo>
                    <a:pt x="1324" y="2568"/>
                  </a:lnTo>
                  <a:lnTo>
                    <a:pt x="1284" y="2549"/>
                  </a:lnTo>
                  <a:lnTo>
                    <a:pt x="1264" y="2568"/>
                  </a:lnTo>
                  <a:lnTo>
                    <a:pt x="1205" y="2529"/>
                  </a:lnTo>
                  <a:lnTo>
                    <a:pt x="1225" y="2529"/>
                  </a:lnTo>
                  <a:lnTo>
                    <a:pt x="1284" y="2509"/>
                  </a:lnTo>
                  <a:lnTo>
                    <a:pt x="1304" y="2529"/>
                  </a:lnTo>
                  <a:lnTo>
                    <a:pt x="1324" y="2549"/>
                  </a:lnTo>
                  <a:lnTo>
                    <a:pt x="1363" y="2568"/>
                  </a:lnTo>
                  <a:lnTo>
                    <a:pt x="1343" y="2549"/>
                  </a:lnTo>
                  <a:lnTo>
                    <a:pt x="1343" y="2529"/>
                  </a:lnTo>
                  <a:lnTo>
                    <a:pt x="1324" y="2529"/>
                  </a:lnTo>
                  <a:lnTo>
                    <a:pt x="1324" y="2509"/>
                  </a:lnTo>
                  <a:lnTo>
                    <a:pt x="1363" y="2509"/>
                  </a:lnTo>
                  <a:lnTo>
                    <a:pt x="1363" y="2489"/>
                  </a:lnTo>
                  <a:lnTo>
                    <a:pt x="1304" y="2470"/>
                  </a:lnTo>
                  <a:lnTo>
                    <a:pt x="1225" y="2450"/>
                  </a:lnTo>
                  <a:lnTo>
                    <a:pt x="1304" y="2450"/>
                  </a:lnTo>
                  <a:lnTo>
                    <a:pt x="1304" y="2470"/>
                  </a:lnTo>
                  <a:lnTo>
                    <a:pt x="1324" y="2450"/>
                  </a:lnTo>
                  <a:lnTo>
                    <a:pt x="1185" y="2410"/>
                  </a:lnTo>
                  <a:lnTo>
                    <a:pt x="1284" y="2410"/>
                  </a:lnTo>
                  <a:lnTo>
                    <a:pt x="1363" y="2430"/>
                  </a:lnTo>
                  <a:lnTo>
                    <a:pt x="1363" y="2430"/>
                  </a:lnTo>
                  <a:lnTo>
                    <a:pt x="1324" y="2410"/>
                  </a:lnTo>
                  <a:lnTo>
                    <a:pt x="1383" y="2410"/>
                  </a:lnTo>
                  <a:lnTo>
                    <a:pt x="1383" y="2391"/>
                  </a:lnTo>
                  <a:lnTo>
                    <a:pt x="1343" y="2371"/>
                  </a:lnTo>
                  <a:lnTo>
                    <a:pt x="1284" y="2331"/>
                  </a:lnTo>
                  <a:lnTo>
                    <a:pt x="1264" y="2312"/>
                  </a:lnTo>
                  <a:lnTo>
                    <a:pt x="1363" y="2331"/>
                  </a:lnTo>
                  <a:lnTo>
                    <a:pt x="1383" y="2351"/>
                  </a:lnTo>
                  <a:lnTo>
                    <a:pt x="1422" y="2351"/>
                  </a:lnTo>
                  <a:lnTo>
                    <a:pt x="1403" y="2331"/>
                  </a:lnTo>
                  <a:lnTo>
                    <a:pt x="1422" y="2331"/>
                  </a:lnTo>
                  <a:lnTo>
                    <a:pt x="1422" y="2312"/>
                  </a:lnTo>
                  <a:lnTo>
                    <a:pt x="1383" y="2312"/>
                  </a:lnTo>
                  <a:lnTo>
                    <a:pt x="1324" y="2292"/>
                  </a:lnTo>
                  <a:lnTo>
                    <a:pt x="1304" y="2272"/>
                  </a:lnTo>
                  <a:lnTo>
                    <a:pt x="1343" y="2272"/>
                  </a:lnTo>
                  <a:lnTo>
                    <a:pt x="1324" y="2252"/>
                  </a:lnTo>
                  <a:lnTo>
                    <a:pt x="1304" y="2232"/>
                  </a:lnTo>
                  <a:lnTo>
                    <a:pt x="1363" y="2252"/>
                  </a:lnTo>
                  <a:lnTo>
                    <a:pt x="1304" y="2213"/>
                  </a:lnTo>
                  <a:lnTo>
                    <a:pt x="1225" y="2193"/>
                  </a:lnTo>
                  <a:lnTo>
                    <a:pt x="1185" y="2193"/>
                  </a:lnTo>
                  <a:lnTo>
                    <a:pt x="1205" y="2213"/>
                  </a:lnTo>
                  <a:lnTo>
                    <a:pt x="1205" y="2232"/>
                  </a:lnTo>
                  <a:lnTo>
                    <a:pt x="1146" y="2232"/>
                  </a:lnTo>
                  <a:lnTo>
                    <a:pt x="1087" y="2213"/>
                  </a:lnTo>
                  <a:lnTo>
                    <a:pt x="1126" y="2213"/>
                  </a:lnTo>
                  <a:lnTo>
                    <a:pt x="1067" y="2193"/>
                  </a:lnTo>
                  <a:lnTo>
                    <a:pt x="1047" y="2193"/>
                  </a:lnTo>
                  <a:lnTo>
                    <a:pt x="948" y="2173"/>
                  </a:lnTo>
                  <a:lnTo>
                    <a:pt x="929" y="2134"/>
                  </a:lnTo>
                  <a:lnTo>
                    <a:pt x="1008" y="2153"/>
                  </a:lnTo>
                  <a:lnTo>
                    <a:pt x="1087" y="2193"/>
                  </a:lnTo>
                  <a:lnTo>
                    <a:pt x="1067" y="2173"/>
                  </a:lnTo>
                  <a:lnTo>
                    <a:pt x="1146" y="2193"/>
                  </a:lnTo>
                  <a:lnTo>
                    <a:pt x="1087" y="2153"/>
                  </a:lnTo>
                  <a:lnTo>
                    <a:pt x="988" y="2134"/>
                  </a:lnTo>
                  <a:lnTo>
                    <a:pt x="948" y="2134"/>
                  </a:lnTo>
                  <a:lnTo>
                    <a:pt x="948" y="2114"/>
                  </a:lnTo>
                  <a:lnTo>
                    <a:pt x="988" y="2114"/>
                  </a:lnTo>
                  <a:lnTo>
                    <a:pt x="1008" y="2134"/>
                  </a:lnTo>
                  <a:lnTo>
                    <a:pt x="1027" y="2114"/>
                  </a:lnTo>
                  <a:lnTo>
                    <a:pt x="1008" y="2114"/>
                  </a:lnTo>
                  <a:lnTo>
                    <a:pt x="988" y="2094"/>
                  </a:lnTo>
                  <a:lnTo>
                    <a:pt x="1027" y="2094"/>
                  </a:lnTo>
                  <a:lnTo>
                    <a:pt x="1067" y="2114"/>
                  </a:lnTo>
                  <a:lnTo>
                    <a:pt x="1106" y="2134"/>
                  </a:lnTo>
                  <a:lnTo>
                    <a:pt x="1106" y="2153"/>
                  </a:lnTo>
                  <a:lnTo>
                    <a:pt x="1166" y="2153"/>
                  </a:lnTo>
                  <a:lnTo>
                    <a:pt x="1225" y="2173"/>
                  </a:lnTo>
                  <a:lnTo>
                    <a:pt x="1343" y="2213"/>
                  </a:lnTo>
                  <a:lnTo>
                    <a:pt x="1343" y="2193"/>
                  </a:lnTo>
                  <a:lnTo>
                    <a:pt x="1383" y="2193"/>
                  </a:lnTo>
                  <a:lnTo>
                    <a:pt x="1343" y="2173"/>
                  </a:lnTo>
                  <a:lnTo>
                    <a:pt x="1363" y="2173"/>
                  </a:lnTo>
                  <a:lnTo>
                    <a:pt x="1363" y="2153"/>
                  </a:lnTo>
                  <a:lnTo>
                    <a:pt x="1304" y="2134"/>
                  </a:lnTo>
                  <a:lnTo>
                    <a:pt x="1363" y="2134"/>
                  </a:lnTo>
                  <a:lnTo>
                    <a:pt x="1363" y="2114"/>
                  </a:lnTo>
                  <a:lnTo>
                    <a:pt x="1324" y="2074"/>
                  </a:lnTo>
                  <a:lnTo>
                    <a:pt x="1363" y="2074"/>
                  </a:lnTo>
                  <a:lnTo>
                    <a:pt x="1403" y="2094"/>
                  </a:lnTo>
                  <a:lnTo>
                    <a:pt x="1422" y="2074"/>
                  </a:lnTo>
                  <a:lnTo>
                    <a:pt x="1403" y="2055"/>
                  </a:lnTo>
                  <a:lnTo>
                    <a:pt x="1363" y="2035"/>
                  </a:lnTo>
                  <a:lnTo>
                    <a:pt x="1324" y="1995"/>
                  </a:lnTo>
                  <a:lnTo>
                    <a:pt x="1324" y="1976"/>
                  </a:lnTo>
                  <a:lnTo>
                    <a:pt x="1324" y="1956"/>
                  </a:lnTo>
                  <a:lnTo>
                    <a:pt x="1383" y="1976"/>
                  </a:lnTo>
                  <a:lnTo>
                    <a:pt x="1343" y="1956"/>
                  </a:lnTo>
                  <a:lnTo>
                    <a:pt x="1403" y="1956"/>
                  </a:lnTo>
                  <a:lnTo>
                    <a:pt x="1383" y="1936"/>
                  </a:lnTo>
                  <a:lnTo>
                    <a:pt x="1363" y="1916"/>
                  </a:lnTo>
                  <a:lnTo>
                    <a:pt x="1422" y="1916"/>
                  </a:lnTo>
                  <a:lnTo>
                    <a:pt x="1422" y="1897"/>
                  </a:lnTo>
                  <a:lnTo>
                    <a:pt x="1383" y="1877"/>
                  </a:lnTo>
                  <a:lnTo>
                    <a:pt x="1324" y="1837"/>
                  </a:lnTo>
                  <a:lnTo>
                    <a:pt x="1422" y="1877"/>
                  </a:lnTo>
                  <a:lnTo>
                    <a:pt x="1383" y="1778"/>
                  </a:lnTo>
                  <a:lnTo>
                    <a:pt x="1383" y="1699"/>
                  </a:lnTo>
                  <a:lnTo>
                    <a:pt x="1403" y="1699"/>
                  </a:lnTo>
                  <a:lnTo>
                    <a:pt x="1403" y="1679"/>
                  </a:lnTo>
                  <a:lnTo>
                    <a:pt x="1363" y="1640"/>
                  </a:lnTo>
                  <a:lnTo>
                    <a:pt x="1343" y="1600"/>
                  </a:lnTo>
                  <a:lnTo>
                    <a:pt x="1343" y="1581"/>
                  </a:lnTo>
                  <a:lnTo>
                    <a:pt x="1363" y="1581"/>
                  </a:lnTo>
                  <a:lnTo>
                    <a:pt x="1324" y="1561"/>
                  </a:lnTo>
                  <a:lnTo>
                    <a:pt x="1264" y="1541"/>
                  </a:lnTo>
                  <a:lnTo>
                    <a:pt x="1126" y="1502"/>
                  </a:lnTo>
                  <a:lnTo>
                    <a:pt x="1126" y="1482"/>
                  </a:lnTo>
                  <a:lnTo>
                    <a:pt x="1166" y="1502"/>
                  </a:lnTo>
                  <a:lnTo>
                    <a:pt x="1225" y="1502"/>
                  </a:lnTo>
                  <a:lnTo>
                    <a:pt x="1304" y="1521"/>
                  </a:lnTo>
                  <a:lnTo>
                    <a:pt x="1383" y="1561"/>
                  </a:lnTo>
                  <a:lnTo>
                    <a:pt x="1324" y="1502"/>
                  </a:lnTo>
                  <a:lnTo>
                    <a:pt x="1343" y="1502"/>
                  </a:lnTo>
                  <a:lnTo>
                    <a:pt x="1343" y="1482"/>
                  </a:lnTo>
                  <a:lnTo>
                    <a:pt x="1383" y="1482"/>
                  </a:lnTo>
                  <a:lnTo>
                    <a:pt x="1383" y="1502"/>
                  </a:lnTo>
                  <a:lnTo>
                    <a:pt x="1403" y="1521"/>
                  </a:lnTo>
                  <a:lnTo>
                    <a:pt x="1442" y="1541"/>
                  </a:lnTo>
                  <a:lnTo>
                    <a:pt x="1422" y="1502"/>
                  </a:lnTo>
                  <a:lnTo>
                    <a:pt x="1422" y="1482"/>
                  </a:lnTo>
                  <a:lnTo>
                    <a:pt x="1442" y="1482"/>
                  </a:lnTo>
                  <a:lnTo>
                    <a:pt x="1383" y="1462"/>
                  </a:lnTo>
                  <a:lnTo>
                    <a:pt x="1363" y="1442"/>
                  </a:lnTo>
                  <a:lnTo>
                    <a:pt x="1304" y="1403"/>
                  </a:lnTo>
                  <a:lnTo>
                    <a:pt x="1304" y="1403"/>
                  </a:lnTo>
                  <a:lnTo>
                    <a:pt x="1403" y="1442"/>
                  </a:lnTo>
                  <a:lnTo>
                    <a:pt x="1343" y="1403"/>
                  </a:lnTo>
                  <a:lnTo>
                    <a:pt x="1343" y="1383"/>
                  </a:lnTo>
                  <a:lnTo>
                    <a:pt x="1422" y="1383"/>
                  </a:lnTo>
                  <a:lnTo>
                    <a:pt x="1403" y="1363"/>
                  </a:lnTo>
                  <a:lnTo>
                    <a:pt x="1383" y="1344"/>
                  </a:lnTo>
                  <a:lnTo>
                    <a:pt x="1422" y="1363"/>
                  </a:lnTo>
                  <a:lnTo>
                    <a:pt x="1442" y="1324"/>
                  </a:lnTo>
                  <a:lnTo>
                    <a:pt x="1462" y="1304"/>
                  </a:lnTo>
                  <a:lnTo>
                    <a:pt x="1501" y="1304"/>
                  </a:lnTo>
                  <a:lnTo>
                    <a:pt x="1462" y="1265"/>
                  </a:lnTo>
                  <a:lnTo>
                    <a:pt x="1403" y="1225"/>
                  </a:lnTo>
                  <a:lnTo>
                    <a:pt x="1383" y="1225"/>
                  </a:lnTo>
                  <a:lnTo>
                    <a:pt x="1343" y="1205"/>
                  </a:lnTo>
                  <a:lnTo>
                    <a:pt x="1304" y="1186"/>
                  </a:lnTo>
                  <a:lnTo>
                    <a:pt x="1304" y="1166"/>
                  </a:lnTo>
                  <a:lnTo>
                    <a:pt x="1343" y="1186"/>
                  </a:lnTo>
                  <a:lnTo>
                    <a:pt x="1383" y="1186"/>
                  </a:lnTo>
                  <a:lnTo>
                    <a:pt x="1422" y="1205"/>
                  </a:lnTo>
                  <a:lnTo>
                    <a:pt x="1422" y="1186"/>
                  </a:lnTo>
                  <a:lnTo>
                    <a:pt x="1482" y="1186"/>
                  </a:lnTo>
                  <a:lnTo>
                    <a:pt x="1462" y="1166"/>
                  </a:lnTo>
                  <a:lnTo>
                    <a:pt x="1422" y="1126"/>
                  </a:lnTo>
                  <a:lnTo>
                    <a:pt x="1422" y="1126"/>
                  </a:lnTo>
                  <a:lnTo>
                    <a:pt x="1462" y="1146"/>
                  </a:lnTo>
                  <a:lnTo>
                    <a:pt x="1501" y="1146"/>
                  </a:lnTo>
                  <a:lnTo>
                    <a:pt x="1462" y="1126"/>
                  </a:lnTo>
                  <a:lnTo>
                    <a:pt x="1383" y="1087"/>
                  </a:lnTo>
                  <a:lnTo>
                    <a:pt x="1403" y="1087"/>
                  </a:lnTo>
                  <a:lnTo>
                    <a:pt x="1383" y="1067"/>
                  </a:lnTo>
                  <a:lnTo>
                    <a:pt x="1383" y="1067"/>
                  </a:lnTo>
                  <a:lnTo>
                    <a:pt x="1462" y="1107"/>
                  </a:lnTo>
                  <a:lnTo>
                    <a:pt x="1422" y="1067"/>
                  </a:lnTo>
                  <a:lnTo>
                    <a:pt x="1363" y="1047"/>
                  </a:lnTo>
                  <a:lnTo>
                    <a:pt x="1403" y="1047"/>
                  </a:lnTo>
                  <a:lnTo>
                    <a:pt x="1343" y="1008"/>
                  </a:lnTo>
                  <a:lnTo>
                    <a:pt x="1284" y="968"/>
                  </a:lnTo>
                  <a:lnTo>
                    <a:pt x="1343" y="968"/>
                  </a:lnTo>
                  <a:lnTo>
                    <a:pt x="1442" y="988"/>
                  </a:lnTo>
                  <a:lnTo>
                    <a:pt x="1422" y="1008"/>
                  </a:lnTo>
                  <a:lnTo>
                    <a:pt x="1403" y="1008"/>
                  </a:lnTo>
                  <a:lnTo>
                    <a:pt x="1482" y="1028"/>
                  </a:lnTo>
                  <a:lnTo>
                    <a:pt x="1521" y="1008"/>
                  </a:lnTo>
                  <a:lnTo>
                    <a:pt x="1521" y="988"/>
                  </a:lnTo>
                  <a:lnTo>
                    <a:pt x="1521" y="968"/>
                  </a:lnTo>
                  <a:lnTo>
                    <a:pt x="1501" y="929"/>
                  </a:lnTo>
                  <a:lnTo>
                    <a:pt x="1521" y="909"/>
                  </a:lnTo>
                  <a:lnTo>
                    <a:pt x="1501" y="889"/>
                  </a:lnTo>
                  <a:lnTo>
                    <a:pt x="1561" y="870"/>
                  </a:lnTo>
                  <a:lnTo>
                    <a:pt x="1561" y="830"/>
                  </a:lnTo>
                  <a:lnTo>
                    <a:pt x="1580" y="810"/>
                  </a:lnTo>
                  <a:lnTo>
                    <a:pt x="1561" y="791"/>
                  </a:lnTo>
                  <a:lnTo>
                    <a:pt x="1541" y="751"/>
                  </a:lnTo>
                  <a:lnTo>
                    <a:pt x="1541" y="751"/>
                  </a:lnTo>
                  <a:lnTo>
                    <a:pt x="1580" y="771"/>
                  </a:lnTo>
                  <a:lnTo>
                    <a:pt x="1580" y="771"/>
                  </a:lnTo>
                  <a:lnTo>
                    <a:pt x="1501" y="712"/>
                  </a:lnTo>
                  <a:lnTo>
                    <a:pt x="1482" y="672"/>
                  </a:lnTo>
                  <a:lnTo>
                    <a:pt x="1442" y="633"/>
                  </a:lnTo>
                  <a:lnTo>
                    <a:pt x="1343" y="573"/>
                  </a:lnTo>
                  <a:lnTo>
                    <a:pt x="1403" y="593"/>
                  </a:lnTo>
                  <a:lnTo>
                    <a:pt x="1462" y="613"/>
                  </a:lnTo>
                  <a:lnTo>
                    <a:pt x="1422" y="573"/>
                  </a:lnTo>
                  <a:lnTo>
                    <a:pt x="1442" y="573"/>
                  </a:lnTo>
                  <a:lnTo>
                    <a:pt x="1482" y="593"/>
                  </a:lnTo>
                  <a:lnTo>
                    <a:pt x="1501" y="593"/>
                  </a:lnTo>
                  <a:lnTo>
                    <a:pt x="1482" y="573"/>
                  </a:lnTo>
                  <a:lnTo>
                    <a:pt x="1501" y="573"/>
                  </a:lnTo>
                  <a:lnTo>
                    <a:pt x="1422" y="534"/>
                  </a:lnTo>
                  <a:lnTo>
                    <a:pt x="1383" y="494"/>
                  </a:lnTo>
                  <a:lnTo>
                    <a:pt x="1363" y="494"/>
                  </a:lnTo>
                  <a:lnTo>
                    <a:pt x="1324" y="475"/>
                  </a:lnTo>
                  <a:lnTo>
                    <a:pt x="1343" y="475"/>
                  </a:lnTo>
                  <a:lnTo>
                    <a:pt x="1304" y="415"/>
                  </a:lnTo>
                  <a:lnTo>
                    <a:pt x="1304" y="356"/>
                  </a:lnTo>
                  <a:lnTo>
                    <a:pt x="1324" y="297"/>
                  </a:lnTo>
                  <a:lnTo>
                    <a:pt x="1363" y="257"/>
                  </a:lnTo>
                  <a:lnTo>
                    <a:pt x="1403" y="277"/>
                  </a:lnTo>
                  <a:lnTo>
                    <a:pt x="1383" y="257"/>
                  </a:lnTo>
                  <a:lnTo>
                    <a:pt x="1403" y="257"/>
                  </a:lnTo>
                  <a:lnTo>
                    <a:pt x="1422" y="238"/>
                  </a:lnTo>
                  <a:lnTo>
                    <a:pt x="1422" y="218"/>
                  </a:lnTo>
                  <a:lnTo>
                    <a:pt x="1521" y="218"/>
                  </a:lnTo>
                  <a:lnTo>
                    <a:pt x="1541" y="198"/>
                  </a:lnTo>
                  <a:lnTo>
                    <a:pt x="1521" y="178"/>
                  </a:lnTo>
                  <a:lnTo>
                    <a:pt x="1521" y="178"/>
                  </a:lnTo>
                  <a:lnTo>
                    <a:pt x="1600" y="198"/>
                  </a:lnTo>
                  <a:lnTo>
                    <a:pt x="1659" y="218"/>
                  </a:lnTo>
                  <a:lnTo>
                    <a:pt x="1640" y="178"/>
                  </a:lnTo>
                  <a:lnTo>
                    <a:pt x="1600" y="159"/>
                  </a:lnTo>
                  <a:lnTo>
                    <a:pt x="1580" y="178"/>
                  </a:lnTo>
                  <a:lnTo>
                    <a:pt x="1541" y="139"/>
                  </a:lnTo>
                  <a:lnTo>
                    <a:pt x="1521" y="119"/>
                  </a:lnTo>
                  <a:lnTo>
                    <a:pt x="1383" y="80"/>
                  </a:lnTo>
                  <a:lnTo>
                    <a:pt x="1205" y="20"/>
                  </a:lnTo>
                  <a:lnTo>
                    <a:pt x="1205" y="40"/>
                  </a:lnTo>
                  <a:lnTo>
                    <a:pt x="1146" y="20"/>
                  </a:lnTo>
                  <a:lnTo>
                    <a:pt x="1106" y="1"/>
                  </a:lnTo>
                  <a:close/>
                  <a:moveTo>
                    <a:pt x="1027" y="3102"/>
                  </a:moveTo>
                  <a:lnTo>
                    <a:pt x="1106" y="3121"/>
                  </a:lnTo>
                  <a:lnTo>
                    <a:pt x="1067" y="3102"/>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9"/>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9"/>
            <p:cNvSpPr/>
            <p:nvPr/>
          </p:nvSpPr>
          <p:spPr>
            <a:xfrm>
              <a:off x="-1617800" y="3517850"/>
              <a:ext cx="1000" cy="25"/>
            </a:xfrm>
            <a:custGeom>
              <a:rect b="b" l="l" r="r" t="t"/>
              <a:pathLst>
                <a:path extrusionOk="0" h="1" w="40">
                  <a:moveTo>
                    <a:pt x="40" y="0"/>
                  </a:moveTo>
                  <a:lnTo>
                    <a:pt x="40" y="0"/>
                  </a:lnTo>
                  <a:lnTo>
                    <a:pt x="0" y="0"/>
                  </a:lnTo>
                  <a:lnTo>
                    <a:pt x="0" y="0"/>
                  </a:lnTo>
                  <a:lnTo>
                    <a:pt x="40" y="0"/>
                  </a:lnTo>
                  <a:lnTo>
                    <a:pt x="4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
            <p:cNvSpPr/>
            <p:nvPr/>
          </p:nvSpPr>
          <p:spPr>
            <a:xfrm>
              <a:off x="-1614850" y="3556850"/>
              <a:ext cx="525" cy="525"/>
            </a:xfrm>
            <a:custGeom>
              <a:rect b="b" l="l" r="r" t="t"/>
              <a:pathLst>
                <a:path extrusionOk="0" h="21" w="21">
                  <a:moveTo>
                    <a:pt x="1" y="1"/>
                  </a:moveTo>
                  <a:lnTo>
                    <a:pt x="1" y="1"/>
                  </a:lnTo>
                  <a:lnTo>
                    <a:pt x="20" y="20"/>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
            <p:cNvSpPr/>
            <p:nvPr/>
          </p:nvSpPr>
          <p:spPr>
            <a:xfrm>
              <a:off x="-1530900" y="3470425"/>
              <a:ext cx="42000" cy="38550"/>
            </a:xfrm>
            <a:custGeom>
              <a:rect b="b" l="l" r="r" t="t"/>
              <a:pathLst>
                <a:path extrusionOk="0" h="1542" w="1680">
                  <a:moveTo>
                    <a:pt x="218" y="1245"/>
                  </a:moveTo>
                  <a:lnTo>
                    <a:pt x="218" y="1245"/>
                  </a:lnTo>
                  <a:lnTo>
                    <a:pt x="218" y="1245"/>
                  </a:lnTo>
                  <a:close/>
                  <a:moveTo>
                    <a:pt x="1344" y="1265"/>
                  </a:moveTo>
                  <a:lnTo>
                    <a:pt x="1344" y="1285"/>
                  </a:lnTo>
                  <a:lnTo>
                    <a:pt x="1354" y="1265"/>
                  </a:lnTo>
                  <a:close/>
                  <a:moveTo>
                    <a:pt x="310" y="1265"/>
                  </a:moveTo>
                  <a:lnTo>
                    <a:pt x="300" y="1296"/>
                  </a:lnTo>
                  <a:lnTo>
                    <a:pt x="310" y="1265"/>
                  </a:lnTo>
                  <a:close/>
                  <a:moveTo>
                    <a:pt x="1304" y="1314"/>
                  </a:moveTo>
                  <a:lnTo>
                    <a:pt x="1284" y="1344"/>
                  </a:lnTo>
                  <a:lnTo>
                    <a:pt x="1304" y="1324"/>
                  </a:lnTo>
                  <a:lnTo>
                    <a:pt x="1304" y="1314"/>
                  </a:lnTo>
                  <a:close/>
                  <a:moveTo>
                    <a:pt x="1284" y="1344"/>
                  </a:moveTo>
                  <a:lnTo>
                    <a:pt x="1284" y="1344"/>
                  </a:lnTo>
                  <a:lnTo>
                    <a:pt x="1284" y="1344"/>
                  </a:lnTo>
                  <a:close/>
                  <a:moveTo>
                    <a:pt x="1585" y="1348"/>
                  </a:moveTo>
                  <a:lnTo>
                    <a:pt x="1574" y="1364"/>
                  </a:lnTo>
                  <a:lnTo>
                    <a:pt x="1581" y="1364"/>
                  </a:lnTo>
                  <a:lnTo>
                    <a:pt x="1585" y="1348"/>
                  </a:lnTo>
                  <a:close/>
                  <a:moveTo>
                    <a:pt x="376" y="1265"/>
                  </a:moveTo>
                  <a:lnTo>
                    <a:pt x="336" y="1344"/>
                  </a:lnTo>
                  <a:lnTo>
                    <a:pt x="336" y="1364"/>
                  </a:lnTo>
                  <a:lnTo>
                    <a:pt x="336" y="1384"/>
                  </a:lnTo>
                  <a:lnTo>
                    <a:pt x="356" y="1324"/>
                  </a:lnTo>
                  <a:lnTo>
                    <a:pt x="376" y="1265"/>
                  </a:lnTo>
                  <a:close/>
                  <a:moveTo>
                    <a:pt x="1561" y="1344"/>
                  </a:moveTo>
                  <a:lnTo>
                    <a:pt x="1541" y="1364"/>
                  </a:lnTo>
                  <a:lnTo>
                    <a:pt x="1561" y="1384"/>
                  </a:lnTo>
                  <a:lnTo>
                    <a:pt x="1574" y="1364"/>
                  </a:lnTo>
                  <a:lnTo>
                    <a:pt x="1561" y="1364"/>
                  </a:lnTo>
                  <a:lnTo>
                    <a:pt x="1561" y="1344"/>
                  </a:lnTo>
                  <a:close/>
                  <a:moveTo>
                    <a:pt x="1092" y="1377"/>
                  </a:moveTo>
                  <a:lnTo>
                    <a:pt x="1087" y="1384"/>
                  </a:lnTo>
                  <a:lnTo>
                    <a:pt x="1084" y="1398"/>
                  </a:lnTo>
                  <a:lnTo>
                    <a:pt x="1092" y="1377"/>
                  </a:lnTo>
                  <a:close/>
                  <a:moveTo>
                    <a:pt x="1660" y="1384"/>
                  </a:moveTo>
                  <a:lnTo>
                    <a:pt x="1660" y="1423"/>
                  </a:lnTo>
                  <a:lnTo>
                    <a:pt x="1660" y="1443"/>
                  </a:lnTo>
                  <a:lnTo>
                    <a:pt x="1679" y="1423"/>
                  </a:lnTo>
                  <a:lnTo>
                    <a:pt x="1679" y="1403"/>
                  </a:lnTo>
                  <a:lnTo>
                    <a:pt x="1660" y="1384"/>
                  </a:lnTo>
                  <a:close/>
                  <a:moveTo>
                    <a:pt x="1304" y="1344"/>
                  </a:moveTo>
                  <a:lnTo>
                    <a:pt x="1304" y="1364"/>
                  </a:lnTo>
                  <a:lnTo>
                    <a:pt x="1284" y="1364"/>
                  </a:lnTo>
                  <a:lnTo>
                    <a:pt x="1284" y="1344"/>
                  </a:lnTo>
                  <a:lnTo>
                    <a:pt x="1265" y="1384"/>
                  </a:lnTo>
                  <a:lnTo>
                    <a:pt x="1265" y="1463"/>
                  </a:lnTo>
                  <a:lnTo>
                    <a:pt x="1284" y="1463"/>
                  </a:lnTo>
                  <a:lnTo>
                    <a:pt x="1284" y="1443"/>
                  </a:lnTo>
                  <a:lnTo>
                    <a:pt x="1304" y="1423"/>
                  </a:lnTo>
                  <a:lnTo>
                    <a:pt x="1304" y="1443"/>
                  </a:lnTo>
                  <a:lnTo>
                    <a:pt x="1324" y="1344"/>
                  </a:lnTo>
                  <a:close/>
                  <a:moveTo>
                    <a:pt x="1084" y="1398"/>
                  </a:moveTo>
                  <a:lnTo>
                    <a:pt x="1067" y="1443"/>
                  </a:lnTo>
                  <a:lnTo>
                    <a:pt x="1067" y="1463"/>
                  </a:lnTo>
                  <a:lnTo>
                    <a:pt x="1067" y="1482"/>
                  </a:lnTo>
                  <a:lnTo>
                    <a:pt x="1084" y="1398"/>
                  </a:lnTo>
                  <a:close/>
                  <a:moveTo>
                    <a:pt x="119" y="1"/>
                  </a:moveTo>
                  <a:lnTo>
                    <a:pt x="99" y="40"/>
                  </a:lnTo>
                  <a:lnTo>
                    <a:pt x="99" y="80"/>
                  </a:lnTo>
                  <a:lnTo>
                    <a:pt x="80" y="119"/>
                  </a:lnTo>
                  <a:lnTo>
                    <a:pt x="60" y="139"/>
                  </a:lnTo>
                  <a:lnTo>
                    <a:pt x="40" y="297"/>
                  </a:lnTo>
                  <a:lnTo>
                    <a:pt x="20" y="475"/>
                  </a:lnTo>
                  <a:lnTo>
                    <a:pt x="20" y="534"/>
                  </a:lnTo>
                  <a:lnTo>
                    <a:pt x="1" y="594"/>
                  </a:lnTo>
                  <a:lnTo>
                    <a:pt x="20" y="613"/>
                  </a:lnTo>
                  <a:lnTo>
                    <a:pt x="20" y="574"/>
                  </a:lnTo>
                  <a:lnTo>
                    <a:pt x="40" y="594"/>
                  </a:lnTo>
                  <a:lnTo>
                    <a:pt x="40" y="633"/>
                  </a:lnTo>
                  <a:lnTo>
                    <a:pt x="60" y="594"/>
                  </a:lnTo>
                  <a:lnTo>
                    <a:pt x="40" y="653"/>
                  </a:lnTo>
                  <a:lnTo>
                    <a:pt x="20" y="732"/>
                  </a:lnTo>
                  <a:lnTo>
                    <a:pt x="40" y="752"/>
                  </a:lnTo>
                  <a:lnTo>
                    <a:pt x="40" y="732"/>
                  </a:lnTo>
                  <a:lnTo>
                    <a:pt x="60" y="712"/>
                  </a:lnTo>
                  <a:lnTo>
                    <a:pt x="60" y="752"/>
                  </a:lnTo>
                  <a:lnTo>
                    <a:pt x="60" y="791"/>
                  </a:lnTo>
                  <a:lnTo>
                    <a:pt x="60" y="811"/>
                  </a:lnTo>
                  <a:lnTo>
                    <a:pt x="60" y="850"/>
                  </a:lnTo>
                  <a:lnTo>
                    <a:pt x="80" y="771"/>
                  </a:lnTo>
                  <a:lnTo>
                    <a:pt x="80" y="791"/>
                  </a:lnTo>
                  <a:lnTo>
                    <a:pt x="99" y="712"/>
                  </a:lnTo>
                  <a:lnTo>
                    <a:pt x="119" y="732"/>
                  </a:lnTo>
                  <a:lnTo>
                    <a:pt x="119" y="771"/>
                  </a:lnTo>
                  <a:lnTo>
                    <a:pt x="80" y="831"/>
                  </a:lnTo>
                  <a:lnTo>
                    <a:pt x="80" y="870"/>
                  </a:lnTo>
                  <a:lnTo>
                    <a:pt x="99" y="870"/>
                  </a:lnTo>
                  <a:lnTo>
                    <a:pt x="99" y="890"/>
                  </a:lnTo>
                  <a:lnTo>
                    <a:pt x="80" y="910"/>
                  </a:lnTo>
                  <a:lnTo>
                    <a:pt x="80" y="989"/>
                  </a:lnTo>
                  <a:lnTo>
                    <a:pt x="99" y="969"/>
                  </a:lnTo>
                  <a:lnTo>
                    <a:pt x="119" y="929"/>
                  </a:lnTo>
                  <a:lnTo>
                    <a:pt x="139" y="929"/>
                  </a:lnTo>
                  <a:lnTo>
                    <a:pt x="119" y="969"/>
                  </a:lnTo>
                  <a:lnTo>
                    <a:pt x="139" y="949"/>
                  </a:lnTo>
                  <a:lnTo>
                    <a:pt x="139" y="969"/>
                  </a:lnTo>
                  <a:lnTo>
                    <a:pt x="139" y="1028"/>
                  </a:lnTo>
                  <a:lnTo>
                    <a:pt x="139" y="1048"/>
                  </a:lnTo>
                  <a:lnTo>
                    <a:pt x="159" y="1048"/>
                  </a:lnTo>
                  <a:lnTo>
                    <a:pt x="178" y="1008"/>
                  </a:lnTo>
                  <a:lnTo>
                    <a:pt x="178" y="1068"/>
                  </a:lnTo>
                  <a:lnTo>
                    <a:pt x="198" y="949"/>
                  </a:lnTo>
                  <a:lnTo>
                    <a:pt x="218" y="910"/>
                  </a:lnTo>
                  <a:lnTo>
                    <a:pt x="238" y="870"/>
                  </a:lnTo>
                  <a:lnTo>
                    <a:pt x="238" y="929"/>
                  </a:lnTo>
                  <a:lnTo>
                    <a:pt x="218" y="989"/>
                  </a:lnTo>
                  <a:lnTo>
                    <a:pt x="198" y="1107"/>
                  </a:lnTo>
                  <a:lnTo>
                    <a:pt x="218" y="1107"/>
                  </a:lnTo>
                  <a:lnTo>
                    <a:pt x="218" y="1147"/>
                  </a:lnTo>
                  <a:lnTo>
                    <a:pt x="198" y="1186"/>
                  </a:lnTo>
                  <a:lnTo>
                    <a:pt x="218" y="1226"/>
                  </a:lnTo>
                  <a:lnTo>
                    <a:pt x="218" y="1245"/>
                  </a:lnTo>
                  <a:lnTo>
                    <a:pt x="238" y="1186"/>
                  </a:lnTo>
                  <a:lnTo>
                    <a:pt x="238" y="1206"/>
                  </a:lnTo>
                  <a:lnTo>
                    <a:pt x="238" y="1265"/>
                  </a:lnTo>
                  <a:lnTo>
                    <a:pt x="257" y="1245"/>
                  </a:lnTo>
                  <a:lnTo>
                    <a:pt x="257" y="1265"/>
                  </a:lnTo>
                  <a:lnTo>
                    <a:pt x="277" y="1245"/>
                  </a:lnTo>
                  <a:lnTo>
                    <a:pt x="297" y="1206"/>
                  </a:lnTo>
                  <a:lnTo>
                    <a:pt x="317" y="1245"/>
                  </a:lnTo>
                  <a:lnTo>
                    <a:pt x="310" y="1265"/>
                  </a:lnTo>
                  <a:lnTo>
                    <a:pt x="356" y="1127"/>
                  </a:lnTo>
                  <a:lnTo>
                    <a:pt x="356" y="1186"/>
                  </a:lnTo>
                  <a:lnTo>
                    <a:pt x="336" y="1285"/>
                  </a:lnTo>
                  <a:lnTo>
                    <a:pt x="336" y="1265"/>
                  </a:lnTo>
                  <a:lnTo>
                    <a:pt x="317" y="1305"/>
                  </a:lnTo>
                  <a:lnTo>
                    <a:pt x="317" y="1324"/>
                  </a:lnTo>
                  <a:lnTo>
                    <a:pt x="336" y="1305"/>
                  </a:lnTo>
                  <a:lnTo>
                    <a:pt x="356" y="1265"/>
                  </a:lnTo>
                  <a:lnTo>
                    <a:pt x="376" y="1226"/>
                  </a:lnTo>
                  <a:lnTo>
                    <a:pt x="396" y="1186"/>
                  </a:lnTo>
                  <a:lnTo>
                    <a:pt x="435" y="1087"/>
                  </a:lnTo>
                  <a:lnTo>
                    <a:pt x="435" y="1147"/>
                  </a:lnTo>
                  <a:lnTo>
                    <a:pt x="415" y="1265"/>
                  </a:lnTo>
                  <a:lnTo>
                    <a:pt x="415" y="1344"/>
                  </a:lnTo>
                  <a:lnTo>
                    <a:pt x="435" y="1285"/>
                  </a:lnTo>
                  <a:lnTo>
                    <a:pt x="455" y="1226"/>
                  </a:lnTo>
                  <a:lnTo>
                    <a:pt x="455" y="1305"/>
                  </a:lnTo>
                  <a:lnTo>
                    <a:pt x="475" y="1324"/>
                  </a:lnTo>
                  <a:lnTo>
                    <a:pt x="475" y="1364"/>
                  </a:lnTo>
                  <a:lnTo>
                    <a:pt x="494" y="1384"/>
                  </a:lnTo>
                  <a:lnTo>
                    <a:pt x="514" y="1384"/>
                  </a:lnTo>
                  <a:lnTo>
                    <a:pt x="514" y="1285"/>
                  </a:lnTo>
                  <a:lnTo>
                    <a:pt x="494" y="1364"/>
                  </a:lnTo>
                  <a:lnTo>
                    <a:pt x="514" y="1245"/>
                  </a:lnTo>
                  <a:lnTo>
                    <a:pt x="554" y="1147"/>
                  </a:lnTo>
                  <a:lnTo>
                    <a:pt x="554" y="1166"/>
                  </a:lnTo>
                  <a:lnTo>
                    <a:pt x="554" y="1206"/>
                  </a:lnTo>
                  <a:lnTo>
                    <a:pt x="573" y="1166"/>
                  </a:lnTo>
                  <a:lnTo>
                    <a:pt x="573" y="1127"/>
                  </a:lnTo>
                  <a:lnTo>
                    <a:pt x="593" y="1107"/>
                  </a:lnTo>
                  <a:lnTo>
                    <a:pt x="593" y="1147"/>
                  </a:lnTo>
                  <a:lnTo>
                    <a:pt x="573" y="1206"/>
                  </a:lnTo>
                  <a:lnTo>
                    <a:pt x="593" y="1186"/>
                  </a:lnTo>
                  <a:lnTo>
                    <a:pt x="573" y="1265"/>
                  </a:lnTo>
                  <a:lnTo>
                    <a:pt x="573" y="1305"/>
                  </a:lnTo>
                  <a:lnTo>
                    <a:pt x="554" y="1364"/>
                  </a:lnTo>
                  <a:lnTo>
                    <a:pt x="573" y="1344"/>
                  </a:lnTo>
                  <a:lnTo>
                    <a:pt x="573" y="1344"/>
                  </a:lnTo>
                  <a:lnTo>
                    <a:pt x="554" y="1423"/>
                  </a:lnTo>
                  <a:lnTo>
                    <a:pt x="554" y="1443"/>
                  </a:lnTo>
                  <a:lnTo>
                    <a:pt x="573" y="1423"/>
                  </a:lnTo>
                  <a:lnTo>
                    <a:pt x="573" y="1443"/>
                  </a:lnTo>
                  <a:lnTo>
                    <a:pt x="593" y="1384"/>
                  </a:lnTo>
                  <a:lnTo>
                    <a:pt x="613" y="1443"/>
                  </a:lnTo>
                  <a:lnTo>
                    <a:pt x="633" y="1463"/>
                  </a:lnTo>
                  <a:lnTo>
                    <a:pt x="633" y="1403"/>
                  </a:lnTo>
                  <a:lnTo>
                    <a:pt x="652" y="1384"/>
                  </a:lnTo>
                  <a:lnTo>
                    <a:pt x="652" y="1403"/>
                  </a:lnTo>
                  <a:lnTo>
                    <a:pt x="652" y="1443"/>
                  </a:lnTo>
                  <a:lnTo>
                    <a:pt x="652" y="1463"/>
                  </a:lnTo>
                  <a:lnTo>
                    <a:pt x="692" y="1423"/>
                  </a:lnTo>
                  <a:lnTo>
                    <a:pt x="712" y="1324"/>
                  </a:lnTo>
                  <a:lnTo>
                    <a:pt x="712" y="1344"/>
                  </a:lnTo>
                  <a:lnTo>
                    <a:pt x="712" y="1384"/>
                  </a:lnTo>
                  <a:lnTo>
                    <a:pt x="751" y="1305"/>
                  </a:lnTo>
                  <a:lnTo>
                    <a:pt x="731" y="1364"/>
                  </a:lnTo>
                  <a:lnTo>
                    <a:pt x="731" y="1403"/>
                  </a:lnTo>
                  <a:lnTo>
                    <a:pt x="751" y="1403"/>
                  </a:lnTo>
                  <a:lnTo>
                    <a:pt x="751" y="1423"/>
                  </a:lnTo>
                  <a:lnTo>
                    <a:pt x="830" y="1226"/>
                  </a:lnTo>
                  <a:lnTo>
                    <a:pt x="870" y="1127"/>
                  </a:lnTo>
                  <a:lnTo>
                    <a:pt x="889" y="1008"/>
                  </a:lnTo>
                  <a:lnTo>
                    <a:pt x="889" y="1068"/>
                  </a:lnTo>
                  <a:lnTo>
                    <a:pt x="909" y="1107"/>
                  </a:lnTo>
                  <a:lnTo>
                    <a:pt x="889" y="1186"/>
                  </a:lnTo>
                  <a:lnTo>
                    <a:pt x="889" y="1206"/>
                  </a:lnTo>
                  <a:lnTo>
                    <a:pt x="870" y="1245"/>
                  </a:lnTo>
                  <a:lnTo>
                    <a:pt x="870" y="1324"/>
                  </a:lnTo>
                  <a:lnTo>
                    <a:pt x="850" y="1384"/>
                  </a:lnTo>
                  <a:lnTo>
                    <a:pt x="850" y="1324"/>
                  </a:lnTo>
                  <a:lnTo>
                    <a:pt x="830" y="1364"/>
                  </a:lnTo>
                  <a:lnTo>
                    <a:pt x="830" y="1403"/>
                  </a:lnTo>
                  <a:lnTo>
                    <a:pt x="810" y="1502"/>
                  </a:lnTo>
                  <a:lnTo>
                    <a:pt x="830" y="1482"/>
                  </a:lnTo>
                  <a:lnTo>
                    <a:pt x="830" y="1463"/>
                  </a:lnTo>
                  <a:lnTo>
                    <a:pt x="850" y="1502"/>
                  </a:lnTo>
                  <a:lnTo>
                    <a:pt x="850" y="1482"/>
                  </a:lnTo>
                  <a:lnTo>
                    <a:pt x="870" y="1463"/>
                  </a:lnTo>
                  <a:lnTo>
                    <a:pt x="870" y="1482"/>
                  </a:lnTo>
                  <a:lnTo>
                    <a:pt x="889" y="1403"/>
                  </a:lnTo>
                  <a:lnTo>
                    <a:pt x="909" y="1403"/>
                  </a:lnTo>
                  <a:lnTo>
                    <a:pt x="909" y="1423"/>
                  </a:lnTo>
                  <a:lnTo>
                    <a:pt x="889" y="1482"/>
                  </a:lnTo>
                  <a:lnTo>
                    <a:pt x="909" y="1443"/>
                  </a:lnTo>
                  <a:lnTo>
                    <a:pt x="929" y="1443"/>
                  </a:lnTo>
                  <a:lnTo>
                    <a:pt x="949" y="1364"/>
                  </a:lnTo>
                  <a:lnTo>
                    <a:pt x="968" y="1265"/>
                  </a:lnTo>
                  <a:lnTo>
                    <a:pt x="988" y="1245"/>
                  </a:lnTo>
                  <a:lnTo>
                    <a:pt x="1008" y="1245"/>
                  </a:lnTo>
                  <a:lnTo>
                    <a:pt x="988" y="1285"/>
                  </a:lnTo>
                  <a:lnTo>
                    <a:pt x="968" y="1305"/>
                  </a:lnTo>
                  <a:lnTo>
                    <a:pt x="1008" y="1285"/>
                  </a:lnTo>
                  <a:lnTo>
                    <a:pt x="1008" y="1324"/>
                  </a:lnTo>
                  <a:lnTo>
                    <a:pt x="988" y="1344"/>
                  </a:lnTo>
                  <a:lnTo>
                    <a:pt x="988" y="1364"/>
                  </a:lnTo>
                  <a:lnTo>
                    <a:pt x="1008" y="1364"/>
                  </a:lnTo>
                  <a:lnTo>
                    <a:pt x="1028" y="1285"/>
                  </a:lnTo>
                  <a:lnTo>
                    <a:pt x="1047" y="1305"/>
                  </a:lnTo>
                  <a:lnTo>
                    <a:pt x="1047" y="1324"/>
                  </a:lnTo>
                  <a:lnTo>
                    <a:pt x="1047" y="1403"/>
                  </a:lnTo>
                  <a:lnTo>
                    <a:pt x="1047" y="1463"/>
                  </a:lnTo>
                  <a:lnTo>
                    <a:pt x="1067" y="1384"/>
                  </a:lnTo>
                  <a:lnTo>
                    <a:pt x="1107" y="1305"/>
                  </a:lnTo>
                  <a:lnTo>
                    <a:pt x="1087" y="1324"/>
                  </a:lnTo>
                  <a:lnTo>
                    <a:pt x="1087" y="1305"/>
                  </a:lnTo>
                  <a:lnTo>
                    <a:pt x="1087" y="1265"/>
                  </a:lnTo>
                  <a:lnTo>
                    <a:pt x="1107" y="1226"/>
                  </a:lnTo>
                  <a:lnTo>
                    <a:pt x="1126" y="1186"/>
                  </a:lnTo>
                  <a:lnTo>
                    <a:pt x="1126" y="1206"/>
                  </a:lnTo>
                  <a:lnTo>
                    <a:pt x="1126" y="1226"/>
                  </a:lnTo>
                  <a:lnTo>
                    <a:pt x="1126" y="1285"/>
                  </a:lnTo>
                  <a:lnTo>
                    <a:pt x="1092" y="1377"/>
                  </a:lnTo>
                  <a:lnTo>
                    <a:pt x="1146" y="1305"/>
                  </a:lnTo>
                  <a:lnTo>
                    <a:pt x="1186" y="1245"/>
                  </a:lnTo>
                  <a:lnTo>
                    <a:pt x="1166" y="1305"/>
                  </a:lnTo>
                  <a:lnTo>
                    <a:pt x="1146" y="1364"/>
                  </a:lnTo>
                  <a:lnTo>
                    <a:pt x="1126" y="1403"/>
                  </a:lnTo>
                  <a:lnTo>
                    <a:pt x="1107" y="1482"/>
                  </a:lnTo>
                  <a:lnTo>
                    <a:pt x="1126" y="1443"/>
                  </a:lnTo>
                  <a:lnTo>
                    <a:pt x="1146" y="1423"/>
                  </a:lnTo>
                  <a:lnTo>
                    <a:pt x="1146" y="1463"/>
                  </a:lnTo>
                  <a:lnTo>
                    <a:pt x="1186" y="1443"/>
                  </a:lnTo>
                  <a:lnTo>
                    <a:pt x="1186" y="1403"/>
                  </a:lnTo>
                  <a:lnTo>
                    <a:pt x="1186" y="1384"/>
                  </a:lnTo>
                  <a:lnTo>
                    <a:pt x="1205" y="1403"/>
                  </a:lnTo>
                  <a:lnTo>
                    <a:pt x="1225" y="1384"/>
                  </a:lnTo>
                  <a:lnTo>
                    <a:pt x="1245" y="1403"/>
                  </a:lnTo>
                  <a:lnTo>
                    <a:pt x="1245" y="1384"/>
                  </a:lnTo>
                  <a:lnTo>
                    <a:pt x="1265" y="1364"/>
                  </a:lnTo>
                  <a:lnTo>
                    <a:pt x="1245" y="1364"/>
                  </a:lnTo>
                  <a:lnTo>
                    <a:pt x="1245" y="1344"/>
                  </a:lnTo>
                  <a:lnTo>
                    <a:pt x="1245" y="1285"/>
                  </a:lnTo>
                  <a:lnTo>
                    <a:pt x="1284" y="1245"/>
                  </a:lnTo>
                  <a:lnTo>
                    <a:pt x="1304" y="1226"/>
                  </a:lnTo>
                  <a:lnTo>
                    <a:pt x="1304" y="1206"/>
                  </a:lnTo>
                  <a:lnTo>
                    <a:pt x="1324" y="1186"/>
                  </a:lnTo>
                  <a:lnTo>
                    <a:pt x="1344" y="1186"/>
                  </a:lnTo>
                  <a:lnTo>
                    <a:pt x="1344" y="1226"/>
                  </a:lnTo>
                  <a:lnTo>
                    <a:pt x="1324" y="1245"/>
                  </a:lnTo>
                  <a:lnTo>
                    <a:pt x="1304" y="1305"/>
                  </a:lnTo>
                  <a:lnTo>
                    <a:pt x="1304" y="1314"/>
                  </a:lnTo>
                  <a:lnTo>
                    <a:pt x="1324" y="1285"/>
                  </a:lnTo>
                  <a:lnTo>
                    <a:pt x="1344" y="1245"/>
                  </a:lnTo>
                  <a:lnTo>
                    <a:pt x="1363" y="1245"/>
                  </a:lnTo>
                  <a:lnTo>
                    <a:pt x="1354" y="1265"/>
                  </a:lnTo>
                  <a:lnTo>
                    <a:pt x="1363" y="1265"/>
                  </a:lnTo>
                  <a:lnTo>
                    <a:pt x="1344" y="1305"/>
                  </a:lnTo>
                  <a:lnTo>
                    <a:pt x="1324" y="1384"/>
                  </a:lnTo>
                  <a:lnTo>
                    <a:pt x="1363" y="1305"/>
                  </a:lnTo>
                  <a:lnTo>
                    <a:pt x="1344" y="1364"/>
                  </a:lnTo>
                  <a:lnTo>
                    <a:pt x="1363" y="1324"/>
                  </a:lnTo>
                  <a:lnTo>
                    <a:pt x="1383" y="1305"/>
                  </a:lnTo>
                  <a:lnTo>
                    <a:pt x="1383" y="1305"/>
                  </a:lnTo>
                  <a:lnTo>
                    <a:pt x="1363" y="1344"/>
                  </a:lnTo>
                  <a:lnTo>
                    <a:pt x="1383" y="1344"/>
                  </a:lnTo>
                  <a:lnTo>
                    <a:pt x="1403" y="1285"/>
                  </a:lnTo>
                  <a:lnTo>
                    <a:pt x="1403" y="1226"/>
                  </a:lnTo>
                  <a:lnTo>
                    <a:pt x="1423" y="1166"/>
                  </a:lnTo>
                  <a:lnTo>
                    <a:pt x="1462" y="1166"/>
                  </a:lnTo>
                  <a:lnTo>
                    <a:pt x="1462" y="1226"/>
                  </a:lnTo>
                  <a:lnTo>
                    <a:pt x="1482" y="1166"/>
                  </a:lnTo>
                  <a:lnTo>
                    <a:pt x="1482" y="1206"/>
                  </a:lnTo>
                  <a:lnTo>
                    <a:pt x="1482" y="1245"/>
                  </a:lnTo>
                  <a:lnTo>
                    <a:pt x="1462" y="1245"/>
                  </a:lnTo>
                  <a:lnTo>
                    <a:pt x="1462" y="1265"/>
                  </a:lnTo>
                  <a:lnTo>
                    <a:pt x="1442" y="1324"/>
                  </a:lnTo>
                  <a:lnTo>
                    <a:pt x="1442" y="1364"/>
                  </a:lnTo>
                  <a:lnTo>
                    <a:pt x="1462" y="1285"/>
                  </a:lnTo>
                  <a:lnTo>
                    <a:pt x="1462" y="1305"/>
                  </a:lnTo>
                  <a:lnTo>
                    <a:pt x="1462" y="1364"/>
                  </a:lnTo>
                  <a:lnTo>
                    <a:pt x="1475" y="1338"/>
                  </a:lnTo>
                  <a:lnTo>
                    <a:pt x="1475" y="1338"/>
                  </a:lnTo>
                  <a:lnTo>
                    <a:pt x="1462" y="1403"/>
                  </a:lnTo>
                  <a:lnTo>
                    <a:pt x="1482" y="1423"/>
                  </a:lnTo>
                  <a:lnTo>
                    <a:pt x="1482" y="1384"/>
                  </a:lnTo>
                  <a:lnTo>
                    <a:pt x="1482" y="1344"/>
                  </a:lnTo>
                  <a:lnTo>
                    <a:pt x="1502" y="1344"/>
                  </a:lnTo>
                  <a:lnTo>
                    <a:pt x="1502" y="1364"/>
                  </a:lnTo>
                  <a:lnTo>
                    <a:pt x="1521" y="1364"/>
                  </a:lnTo>
                  <a:lnTo>
                    <a:pt x="1521" y="1384"/>
                  </a:lnTo>
                  <a:lnTo>
                    <a:pt x="1541" y="1324"/>
                  </a:lnTo>
                  <a:lnTo>
                    <a:pt x="1521" y="1324"/>
                  </a:lnTo>
                  <a:lnTo>
                    <a:pt x="1521" y="1305"/>
                  </a:lnTo>
                  <a:lnTo>
                    <a:pt x="1541" y="1285"/>
                  </a:lnTo>
                  <a:lnTo>
                    <a:pt x="1561" y="1265"/>
                  </a:lnTo>
                  <a:lnTo>
                    <a:pt x="1581" y="1265"/>
                  </a:lnTo>
                  <a:lnTo>
                    <a:pt x="1600" y="1226"/>
                  </a:lnTo>
                  <a:lnTo>
                    <a:pt x="1600" y="1285"/>
                  </a:lnTo>
                  <a:lnTo>
                    <a:pt x="1585" y="1348"/>
                  </a:lnTo>
                  <a:lnTo>
                    <a:pt x="1600" y="1324"/>
                  </a:lnTo>
                  <a:lnTo>
                    <a:pt x="1620" y="1364"/>
                  </a:lnTo>
                  <a:lnTo>
                    <a:pt x="1600" y="1423"/>
                  </a:lnTo>
                  <a:lnTo>
                    <a:pt x="1600" y="1463"/>
                  </a:lnTo>
                  <a:lnTo>
                    <a:pt x="1600" y="1482"/>
                  </a:lnTo>
                  <a:lnTo>
                    <a:pt x="1620" y="1463"/>
                  </a:lnTo>
                  <a:lnTo>
                    <a:pt x="1620" y="1384"/>
                  </a:lnTo>
                  <a:lnTo>
                    <a:pt x="1640" y="1384"/>
                  </a:lnTo>
                  <a:lnTo>
                    <a:pt x="1660" y="1344"/>
                  </a:lnTo>
                  <a:lnTo>
                    <a:pt x="1423" y="732"/>
                  </a:lnTo>
                  <a:lnTo>
                    <a:pt x="1126" y="60"/>
                  </a:lnTo>
                  <a:lnTo>
                    <a:pt x="1087" y="119"/>
                  </a:lnTo>
                  <a:lnTo>
                    <a:pt x="1087" y="139"/>
                  </a:lnTo>
                  <a:lnTo>
                    <a:pt x="1087" y="198"/>
                  </a:lnTo>
                  <a:lnTo>
                    <a:pt x="1067" y="218"/>
                  </a:lnTo>
                  <a:lnTo>
                    <a:pt x="1047" y="238"/>
                  </a:lnTo>
                  <a:lnTo>
                    <a:pt x="1047" y="198"/>
                  </a:lnTo>
                  <a:lnTo>
                    <a:pt x="1067" y="159"/>
                  </a:lnTo>
                  <a:lnTo>
                    <a:pt x="1067" y="100"/>
                  </a:lnTo>
                  <a:lnTo>
                    <a:pt x="1047" y="100"/>
                  </a:lnTo>
                  <a:lnTo>
                    <a:pt x="1047" y="60"/>
                  </a:lnTo>
                  <a:lnTo>
                    <a:pt x="1028" y="80"/>
                  </a:lnTo>
                  <a:lnTo>
                    <a:pt x="1008" y="119"/>
                  </a:lnTo>
                  <a:lnTo>
                    <a:pt x="1008" y="80"/>
                  </a:lnTo>
                  <a:lnTo>
                    <a:pt x="1028" y="40"/>
                  </a:lnTo>
                  <a:lnTo>
                    <a:pt x="1008" y="40"/>
                  </a:lnTo>
                  <a:lnTo>
                    <a:pt x="988" y="80"/>
                  </a:lnTo>
                  <a:lnTo>
                    <a:pt x="988" y="80"/>
                  </a:lnTo>
                  <a:lnTo>
                    <a:pt x="968" y="159"/>
                  </a:lnTo>
                  <a:lnTo>
                    <a:pt x="968" y="139"/>
                  </a:lnTo>
                  <a:lnTo>
                    <a:pt x="949" y="159"/>
                  </a:lnTo>
                  <a:lnTo>
                    <a:pt x="988" y="80"/>
                  </a:lnTo>
                  <a:lnTo>
                    <a:pt x="929" y="179"/>
                  </a:lnTo>
                  <a:lnTo>
                    <a:pt x="929" y="159"/>
                  </a:lnTo>
                  <a:lnTo>
                    <a:pt x="889" y="218"/>
                  </a:lnTo>
                  <a:lnTo>
                    <a:pt x="870" y="258"/>
                  </a:lnTo>
                  <a:lnTo>
                    <a:pt x="870" y="218"/>
                  </a:lnTo>
                  <a:lnTo>
                    <a:pt x="870" y="198"/>
                  </a:lnTo>
                  <a:lnTo>
                    <a:pt x="850" y="218"/>
                  </a:lnTo>
                  <a:lnTo>
                    <a:pt x="870" y="119"/>
                  </a:lnTo>
                  <a:lnTo>
                    <a:pt x="889" y="119"/>
                  </a:lnTo>
                  <a:lnTo>
                    <a:pt x="889" y="80"/>
                  </a:lnTo>
                  <a:lnTo>
                    <a:pt x="889" y="40"/>
                  </a:lnTo>
                  <a:lnTo>
                    <a:pt x="850" y="40"/>
                  </a:lnTo>
                  <a:lnTo>
                    <a:pt x="810" y="60"/>
                  </a:lnTo>
                  <a:lnTo>
                    <a:pt x="791" y="40"/>
                  </a:lnTo>
                  <a:lnTo>
                    <a:pt x="771" y="60"/>
                  </a:lnTo>
                  <a:lnTo>
                    <a:pt x="751" y="1"/>
                  </a:lnTo>
                  <a:lnTo>
                    <a:pt x="692" y="1"/>
                  </a:lnTo>
                  <a:lnTo>
                    <a:pt x="672" y="21"/>
                  </a:lnTo>
                  <a:lnTo>
                    <a:pt x="652" y="40"/>
                  </a:lnTo>
                  <a:lnTo>
                    <a:pt x="652" y="1"/>
                  </a:lnTo>
                  <a:lnTo>
                    <a:pt x="613" y="80"/>
                  </a:lnTo>
                  <a:lnTo>
                    <a:pt x="573" y="119"/>
                  </a:lnTo>
                  <a:lnTo>
                    <a:pt x="534" y="159"/>
                  </a:lnTo>
                  <a:lnTo>
                    <a:pt x="494" y="258"/>
                  </a:lnTo>
                  <a:lnTo>
                    <a:pt x="494" y="198"/>
                  </a:lnTo>
                  <a:lnTo>
                    <a:pt x="514" y="139"/>
                  </a:lnTo>
                  <a:lnTo>
                    <a:pt x="494" y="179"/>
                  </a:lnTo>
                  <a:lnTo>
                    <a:pt x="475" y="198"/>
                  </a:lnTo>
                  <a:lnTo>
                    <a:pt x="475" y="159"/>
                  </a:lnTo>
                  <a:lnTo>
                    <a:pt x="494" y="119"/>
                  </a:lnTo>
                  <a:lnTo>
                    <a:pt x="494" y="100"/>
                  </a:lnTo>
                  <a:lnTo>
                    <a:pt x="475" y="119"/>
                  </a:lnTo>
                  <a:lnTo>
                    <a:pt x="475" y="100"/>
                  </a:lnTo>
                  <a:lnTo>
                    <a:pt x="455" y="179"/>
                  </a:lnTo>
                  <a:lnTo>
                    <a:pt x="415" y="238"/>
                  </a:lnTo>
                  <a:lnTo>
                    <a:pt x="415" y="277"/>
                  </a:lnTo>
                  <a:lnTo>
                    <a:pt x="356" y="317"/>
                  </a:lnTo>
                  <a:lnTo>
                    <a:pt x="297" y="337"/>
                  </a:lnTo>
                  <a:lnTo>
                    <a:pt x="238" y="317"/>
                  </a:lnTo>
                  <a:lnTo>
                    <a:pt x="198" y="277"/>
                  </a:lnTo>
                  <a:lnTo>
                    <a:pt x="218" y="238"/>
                  </a:lnTo>
                  <a:lnTo>
                    <a:pt x="198" y="258"/>
                  </a:lnTo>
                  <a:lnTo>
                    <a:pt x="178" y="238"/>
                  </a:lnTo>
                  <a:lnTo>
                    <a:pt x="198" y="238"/>
                  </a:lnTo>
                  <a:lnTo>
                    <a:pt x="178" y="198"/>
                  </a:lnTo>
                  <a:lnTo>
                    <a:pt x="178" y="218"/>
                  </a:lnTo>
                  <a:lnTo>
                    <a:pt x="159" y="238"/>
                  </a:lnTo>
                  <a:lnTo>
                    <a:pt x="159" y="198"/>
                  </a:lnTo>
                  <a:lnTo>
                    <a:pt x="159" y="179"/>
                  </a:lnTo>
                  <a:lnTo>
                    <a:pt x="139" y="139"/>
                  </a:lnTo>
                  <a:lnTo>
                    <a:pt x="139" y="119"/>
                  </a:lnTo>
                  <a:lnTo>
                    <a:pt x="119" y="139"/>
                  </a:lnTo>
                  <a:lnTo>
                    <a:pt x="119" y="80"/>
                  </a:lnTo>
                  <a:lnTo>
                    <a:pt x="119" y="1"/>
                  </a:lnTo>
                  <a:close/>
                  <a:moveTo>
                    <a:pt x="1047" y="1324"/>
                  </a:moveTo>
                  <a:lnTo>
                    <a:pt x="1008" y="1403"/>
                  </a:lnTo>
                  <a:lnTo>
                    <a:pt x="988" y="1482"/>
                  </a:lnTo>
                  <a:lnTo>
                    <a:pt x="988" y="1463"/>
                  </a:lnTo>
                  <a:lnTo>
                    <a:pt x="988" y="1443"/>
                  </a:lnTo>
                  <a:lnTo>
                    <a:pt x="968" y="1443"/>
                  </a:lnTo>
                  <a:lnTo>
                    <a:pt x="968" y="1423"/>
                  </a:lnTo>
                  <a:lnTo>
                    <a:pt x="949" y="1423"/>
                  </a:lnTo>
                  <a:lnTo>
                    <a:pt x="929" y="1463"/>
                  </a:lnTo>
                  <a:lnTo>
                    <a:pt x="929" y="1502"/>
                  </a:lnTo>
                  <a:lnTo>
                    <a:pt x="968" y="1502"/>
                  </a:lnTo>
                  <a:lnTo>
                    <a:pt x="968" y="1542"/>
                  </a:lnTo>
                  <a:lnTo>
                    <a:pt x="1028" y="1443"/>
                  </a:lnTo>
                  <a:lnTo>
                    <a:pt x="1028" y="1384"/>
                  </a:lnTo>
                  <a:lnTo>
                    <a:pt x="1047" y="1324"/>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 name="Google Shape;2450;p9"/>
            <p:cNvSpPr/>
            <p:nvPr/>
          </p:nvSpPr>
          <p:spPr>
            <a:xfrm>
              <a:off x="-1500775" y="350550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 name="Google Shape;2451;p9"/>
            <p:cNvSpPr/>
            <p:nvPr/>
          </p:nvSpPr>
          <p:spPr>
            <a:xfrm>
              <a:off x="-1570900" y="340822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9"/>
            <p:cNvSpPr/>
            <p:nvPr/>
          </p:nvSpPr>
          <p:spPr>
            <a:xfrm>
              <a:off x="-1572875" y="3408225"/>
              <a:ext cx="525" cy="500"/>
            </a:xfrm>
            <a:custGeom>
              <a:rect b="b" l="l" r="r" t="t"/>
              <a:pathLst>
                <a:path extrusionOk="0" h="20" w="21">
                  <a:moveTo>
                    <a:pt x="1" y="20"/>
                  </a:moveTo>
                  <a:lnTo>
                    <a:pt x="1" y="20"/>
                  </a:lnTo>
                  <a:lnTo>
                    <a:pt x="1" y="20"/>
                  </a:lnTo>
                  <a:lnTo>
                    <a:pt x="1" y="20"/>
                  </a:lnTo>
                  <a:lnTo>
                    <a:pt x="20"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9"/>
            <p:cNvSpPr/>
            <p:nvPr/>
          </p:nvSpPr>
          <p:spPr>
            <a:xfrm>
              <a:off x="-1629175" y="3384025"/>
              <a:ext cx="61750" cy="41500"/>
            </a:xfrm>
            <a:custGeom>
              <a:rect b="b" l="l" r="r" t="t"/>
              <a:pathLst>
                <a:path extrusionOk="0" h="1660" w="2470">
                  <a:moveTo>
                    <a:pt x="850" y="237"/>
                  </a:moveTo>
                  <a:lnTo>
                    <a:pt x="850" y="237"/>
                  </a:lnTo>
                  <a:lnTo>
                    <a:pt x="850" y="237"/>
                  </a:lnTo>
                  <a:close/>
                  <a:moveTo>
                    <a:pt x="1186" y="257"/>
                  </a:moveTo>
                  <a:lnTo>
                    <a:pt x="1186" y="257"/>
                  </a:lnTo>
                  <a:lnTo>
                    <a:pt x="1186" y="257"/>
                  </a:lnTo>
                  <a:close/>
                  <a:moveTo>
                    <a:pt x="1285" y="198"/>
                  </a:moveTo>
                  <a:lnTo>
                    <a:pt x="1245" y="237"/>
                  </a:lnTo>
                  <a:lnTo>
                    <a:pt x="1245" y="257"/>
                  </a:lnTo>
                  <a:lnTo>
                    <a:pt x="1225" y="277"/>
                  </a:lnTo>
                  <a:lnTo>
                    <a:pt x="1245" y="277"/>
                  </a:lnTo>
                  <a:lnTo>
                    <a:pt x="1265" y="257"/>
                  </a:lnTo>
                  <a:lnTo>
                    <a:pt x="1285" y="198"/>
                  </a:lnTo>
                  <a:close/>
                  <a:moveTo>
                    <a:pt x="2055" y="435"/>
                  </a:moveTo>
                  <a:lnTo>
                    <a:pt x="2055" y="435"/>
                  </a:lnTo>
                  <a:lnTo>
                    <a:pt x="2055" y="435"/>
                  </a:lnTo>
                  <a:close/>
                  <a:moveTo>
                    <a:pt x="1660" y="652"/>
                  </a:moveTo>
                  <a:lnTo>
                    <a:pt x="1660" y="672"/>
                  </a:lnTo>
                  <a:lnTo>
                    <a:pt x="1680" y="672"/>
                  </a:lnTo>
                  <a:lnTo>
                    <a:pt x="1660" y="652"/>
                  </a:lnTo>
                  <a:close/>
                  <a:moveTo>
                    <a:pt x="2253" y="692"/>
                  </a:moveTo>
                  <a:lnTo>
                    <a:pt x="2253" y="692"/>
                  </a:lnTo>
                  <a:lnTo>
                    <a:pt x="2253" y="692"/>
                  </a:lnTo>
                  <a:close/>
                  <a:moveTo>
                    <a:pt x="2470" y="692"/>
                  </a:moveTo>
                  <a:lnTo>
                    <a:pt x="2470" y="692"/>
                  </a:lnTo>
                  <a:lnTo>
                    <a:pt x="2470" y="692"/>
                  </a:lnTo>
                  <a:close/>
                  <a:moveTo>
                    <a:pt x="2253" y="692"/>
                  </a:moveTo>
                  <a:lnTo>
                    <a:pt x="2243" y="711"/>
                  </a:lnTo>
                  <a:lnTo>
                    <a:pt x="2253" y="692"/>
                  </a:lnTo>
                  <a:close/>
                  <a:moveTo>
                    <a:pt x="2243" y="711"/>
                  </a:moveTo>
                  <a:lnTo>
                    <a:pt x="2230" y="737"/>
                  </a:lnTo>
                  <a:lnTo>
                    <a:pt x="2233" y="731"/>
                  </a:lnTo>
                  <a:lnTo>
                    <a:pt x="2243" y="711"/>
                  </a:lnTo>
                  <a:close/>
                  <a:moveTo>
                    <a:pt x="2230" y="737"/>
                  </a:moveTo>
                  <a:lnTo>
                    <a:pt x="2218" y="761"/>
                  </a:lnTo>
                  <a:lnTo>
                    <a:pt x="2230" y="737"/>
                  </a:lnTo>
                  <a:close/>
                  <a:moveTo>
                    <a:pt x="2218" y="761"/>
                  </a:moveTo>
                  <a:lnTo>
                    <a:pt x="2213" y="771"/>
                  </a:lnTo>
                  <a:lnTo>
                    <a:pt x="2218" y="761"/>
                  </a:lnTo>
                  <a:close/>
                  <a:moveTo>
                    <a:pt x="2213" y="771"/>
                  </a:moveTo>
                  <a:lnTo>
                    <a:pt x="2204" y="789"/>
                  </a:lnTo>
                  <a:lnTo>
                    <a:pt x="2213" y="771"/>
                  </a:lnTo>
                  <a:close/>
                  <a:moveTo>
                    <a:pt x="2371" y="731"/>
                  </a:moveTo>
                  <a:lnTo>
                    <a:pt x="2332" y="790"/>
                  </a:lnTo>
                  <a:lnTo>
                    <a:pt x="2371" y="751"/>
                  </a:lnTo>
                  <a:lnTo>
                    <a:pt x="2391" y="731"/>
                  </a:lnTo>
                  <a:close/>
                  <a:moveTo>
                    <a:pt x="2401" y="850"/>
                  </a:moveTo>
                  <a:lnTo>
                    <a:pt x="2391" y="869"/>
                  </a:lnTo>
                  <a:lnTo>
                    <a:pt x="2391" y="869"/>
                  </a:lnTo>
                  <a:lnTo>
                    <a:pt x="2411" y="850"/>
                  </a:lnTo>
                  <a:close/>
                  <a:moveTo>
                    <a:pt x="2272" y="929"/>
                  </a:moveTo>
                  <a:lnTo>
                    <a:pt x="2246" y="968"/>
                  </a:lnTo>
                  <a:lnTo>
                    <a:pt x="2253" y="968"/>
                  </a:lnTo>
                  <a:lnTo>
                    <a:pt x="2272" y="929"/>
                  </a:lnTo>
                  <a:close/>
                  <a:moveTo>
                    <a:pt x="2238" y="968"/>
                  </a:moveTo>
                  <a:lnTo>
                    <a:pt x="2233" y="988"/>
                  </a:lnTo>
                  <a:lnTo>
                    <a:pt x="2246" y="968"/>
                  </a:lnTo>
                  <a:close/>
                  <a:moveTo>
                    <a:pt x="80" y="988"/>
                  </a:moveTo>
                  <a:lnTo>
                    <a:pt x="80" y="988"/>
                  </a:lnTo>
                  <a:lnTo>
                    <a:pt x="80" y="988"/>
                  </a:lnTo>
                  <a:lnTo>
                    <a:pt x="67" y="1027"/>
                  </a:lnTo>
                  <a:lnTo>
                    <a:pt x="80" y="988"/>
                  </a:lnTo>
                  <a:close/>
                  <a:moveTo>
                    <a:pt x="67" y="1027"/>
                  </a:moveTo>
                  <a:lnTo>
                    <a:pt x="62" y="1043"/>
                  </a:lnTo>
                  <a:lnTo>
                    <a:pt x="67" y="1027"/>
                  </a:lnTo>
                  <a:close/>
                  <a:moveTo>
                    <a:pt x="2312" y="1027"/>
                  </a:moveTo>
                  <a:lnTo>
                    <a:pt x="2292" y="1067"/>
                  </a:lnTo>
                  <a:lnTo>
                    <a:pt x="2312" y="1047"/>
                  </a:lnTo>
                  <a:lnTo>
                    <a:pt x="2312" y="1027"/>
                  </a:lnTo>
                  <a:close/>
                  <a:moveTo>
                    <a:pt x="1858" y="1087"/>
                  </a:moveTo>
                  <a:lnTo>
                    <a:pt x="1838" y="1146"/>
                  </a:lnTo>
                  <a:lnTo>
                    <a:pt x="1858" y="1126"/>
                  </a:lnTo>
                  <a:lnTo>
                    <a:pt x="1858" y="1146"/>
                  </a:lnTo>
                  <a:lnTo>
                    <a:pt x="1877" y="1106"/>
                  </a:lnTo>
                  <a:lnTo>
                    <a:pt x="1877" y="1087"/>
                  </a:lnTo>
                  <a:close/>
                  <a:moveTo>
                    <a:pt x="179" y="1264"/>
                  </a:moveTo>
                  <a:lnTo>
                    <a:pt x="179" y="1264"/>
                  </a:lnTo>
                  <a:lnTo>
                    <a:pt x="179" y="1264"/>
                  </a:lnTo>
                  <a:close/>
                  <a:moveTo>
                    <a:pt x="100" y="1284"/>
                  </a:moveTo>
                  <a:lnTo>
                    <a:pt x="100" y="1284"/>
                  </a:lnTo>
                  <a:lnTo>
                    <a:pt x="100" y="1284"/>
                  </a:lnTo>
                  <a:close/>
                  <a:moveTo>
                    <a:pt x="2154" y="1245"/>
                  </a:moveTo>
                  <a:lnTo>
                    <a:pt x="2154" y="1264"/>
                  </a:lnTo>
                  <a:lnTo>
                    <a:pt x="2138" y="1304"/>
                  </a:lnTo>
                  <a:lnTo>
                    <a:pt x="2174" y="1245"/>
                  </a:lnTo>
                  <a:close/>
                  <a:moveTo>
                    <a:pt x="2138" y="1304"/>
                  </a:moveTo>
                  <a:lnTo>
                    <a:pt x="2138" y="1304"/>
                  </a:lnTo>
                  <a:lnTo>
                    <a:pt x="2138" y="1304"/>
                  </a:lnTo>
                  <a:close/>
                  <a:moveTo>
                    <a:pt x="2174" y="1304"/>
                  </a:moveTo>
                  <a:lnTo>
                    <a:pt x="2174" y="1304"/>
                  </a:lnTo>
                  <a:lnTo>
                    <a:pt x="2174" y="1304"/>
                  </a:lnTo>
                  <a:close/>
                  <a:moveTo>
                    <a:pt x="2174" y="1304"/>
                  </a:moveTo>
                  <a:lnTo>
                    <a:pt x="2174" y="1304"/>
                  </a:lnTo>
                  <a:lnTo>
                    <a:pt x="2174" y="1304"/>
                  </a:lnTo>
                  <a:close/>
                  <a:moveTo>
                    <a:pt x="2174" y="1304"/>
                  </a:moveTo>
                  <a:lnTo>
                    <a:pt x="2168" y="1327"/>
                  </a:lnTo>
                  <a:lnTo>
                    <a:pt x="2174" y="1314"/>
                  </a:lnTo>
                  <a:lnTo>
                    <a:pt x="2174" y="1304"/>
                  </a:lnTo>
                  <a:close/>
                  <a:moveTo>
                    <a:pt x="2450" y="672"/>
                  </a:moveTo>
                  <a:lnTo>
                    <a:pt x="2411" y="731"/>
                  </a:lnTo>
                  <a:lnTo>
                    <a:pt x="2411" y="711"/>
                  </a:lnTo>
                  <a:lnTo>
                    <a:pt x="2430" y="692"/>
                  </a:lnTo>
                  <a:lnTo>
                    <a:pt x="2430" y="692"/>
                  </a:lnTo>
                  <a:lnTo>
                    <a:pt x="2391" y="711"/>
                  </a:lnTo>
                  <a:lnTo>
                    <a:pt x="2391" y="751"/>
                  </a:lnTo>
                  <a:lnTo>
                    <a:pt x="2371" y="771"/>
                  </a:lnTo>
                  <a:lnTo>
                    <a:pt x="2351" y="790"/>
                  </a:lnTo>
                  <a:lnTo>
                    <a:pt x="2312" y="869"/>
                  </a:lnTo>
                  <a:lnTo>
                    <a:pt x="2312" y="869"/>
                  </a:lnTo>
                  <a:lnTo>
                    <a:pt x="2332" y="790"/>
                  </a:lnTo>
                  <a:lnTo>
                    <a:pt x="2332" y="771"/>
                  </a:lnTo>
                  <a:lnTo>
                    <a:pt x="2292" y="850"/>
                  </a:lnTo>
                  <a:lnTo>
                    <a:pt x="2253" y="889"/>
                  </a:lnTo>
                  <a:lnTo>
                    <a:pt x="2272" y="909"/>
                  </a:lnTo>
                  <a:lnTo>
                    <a:pt x="2272" y="889"/>
                  </a:lnTo>
                  <a:lnTo>
                    <a:pt x="2292" y="869"/>
                  </a:lnTo>
                  <a:lnTo>
                    <a:pt x="2272" y="929"/>
                  </a:lnTo>
                  <a:lnTo>
                    <a:pt x="2292" y="889"/>
                  </a:lnTo>
                  <a:lnTo>
                    <a:pt x="2292" y="909"/>
                  </a:lnTo>
                  <a:lnTo>
                    <a:pt x="2272" y="948"/>
                  </a:lnTo>
                  <a:lnTo>
                    <a:pt x="2272" y="948"/>
                  </a:lnTo>
                  <a:lnTo>
                    <a:pt x="2292" y="929"/>
                  </a:lnTo>
                  <a:lnTo>
                    <a:pt x="2292" y="929"/>
                  </a:lnTo>
                  <a:lnTo>
                    <a:pt x="2233" y="1087"/>
                  </a:lnTo>
                  <a:lnTo>
                    <a:pt x="2174" y="1245"/>
                  </a:lnTo>
                  <a:lnTo>
                    <a:pt x="2193" y="1245"/>
                  </a:lnTo>
                  <a:lnTo>
                    <a:pt x="2213" y="1225"/>
                  </a:lnTo>
                  <a:lnTo>
                    <a:pt x="2174" y="1314"/>
                  </a:lnTo>
                  <a:lnTo>
                    <a:pt x="2174" y="1343"/>
                  </a:lnTo>
                  <a:lnTo>
                    <a:pt x="2174" y="1363"/>
                  </a:lnTo>
                  <a:lnTo>
                    <a:pt x="2213" y="1324"/>
                  </a:lnTo>
                  <a:lnTo>
                    <a:pt x="2193" y="1324"/>
                  </a:lnTo>
                  <a:lnTo>
                    <a:pt x="2253" y="1245"/>
                  </a:lnTo>
                  <a:lnTo>
                    <a:pt x="2253" y="1225"/>
                  </a:lnTo>
                  <a:lnTo>
                    <a:pt x="2233" y="1225"/>
                  </a:lnTo>
                  <a:lnTo>
                    <a:pt x="2272" y="1166"/>
                  </a:lnTo>
                  <a:lnTo>
                    <a:pt x="2292" y="1067"/>
                  </a:lnTo>
                  <a:lnTo>
                    <a:pt x="2292" y="1027"/>
                  </a:lnTo>
                  <a:lnTo>
                    <a:pt x="2292" y="1008"/>
                  </a:lnTo>
                  <a:lnTo>
                    <a:pt x="2312" y="968"/>
                  </a:lnTo>
                  <a:lnTo>
                    <a:pt x="2292" y="988"/>
                  </a:lnTo>
                  <a:lnTo>
                    <a:pt x="2292" y="988"/>
                  </a:lnTo>
                  <a:lnTo>
                    <a:pt x="2351" y="869"/>
                  </a:lnTo>
                  <a:lnTo>
                    <a:pt x="2371" y="869"/>
                  </a:lnTo>
                  <a:lnTo>
                    <a:pt x="2351" y="889"/>
                  </a:lnTo>
                  <a:lnTo>
                    <a:pt x="2312" y="968"/>
                  </a:lnTo>
                  <a:lnTo>
                    <a:pt x="2332" y="968"/>
                  </a:lnTo>
                  <a:lnTo>
                    <a:pt x="2351" y="929"/>
                  </a:lnTo>
                  <a:lnTo>
                    <a:pt x="2351" y="909"/>
                  </a:lnTo>
                  <a:lnTo>
                    <a:pt x="2391" y="850"/>
                  </a:lnTo>
                  <a:lnTo>
                    <a:pt x="2401" y="850"/>
                  </a:lnTo>
                  <a:lnTo>
                    <a:pt x="2411" y="830"/>
                  </a:lnTo>
                  <a:lnTo>
                    <a:pt x="2450" y="751"/>
                  </a:lnTo>
                  <a:lnTo>
                    <a:pt x="2470" y="692"/>
                  </a:lnTo>
                  <a:lnTo>
                    <a:pt x="2430" y="771"/>
                  </a:lnTo>
                  <a:lnTo>
                    <a:pt x="2430" y="751"/>
                  </a:lnTo>
                  <a:lnTo>
                    <a:pt x="2450" y="672"/>
                  </a:lnTo>
                  <a:close/>
                  <a:moveTo>
                    <a:pt x="1717" y="1387"/>
                  </a:moveTo>
                  <a:lnTo>
                    <a:pt x="1709" y="1403"/>
                  </a:lnTo>
                  <a:lnTo>
                    <a:pt x="1717" y="1387"/>
                  </a:lnTo>
                  <a:close/>
                  <a:moveTo>
                    <a:pt x="1917" y="1264"/>
                  </a:moveTo>
                  <a:lnTo>
                    <a:pt x="1838" y="1403"/>
                  </a:lnTo>
                  <a:lnTo>
                    <a:pt x="1877" y="1324"/>
                  </a:lnTo>
                  <a:lnTo>
                    <a:pt x="1877" y="1304"/>
                  </a:lnTo>
                  <a:lnTo>
                    <a:pt x="1897" y="1264"/>
                  </a:lnTo>
                  <a:close/>
                  <a:moveTo>
                    <a:pt x="1709" y="1403"/>
                  </a:moveTo>
                  <a:lnTo>
                    <a:pt x="1709" y="1403"/>
                  </a:lnTo>
                  <a:lnTo>
                    <a:pt x="1709" y="1403"/>
                  </a:lnTo>
                  <a:close/>
                  <a:moveTo>
                    <a:pt x="2138" y="1304"/>
                  </a:moveTo>
                  <a:lnTo>
                    <a:pt x="2114" y="1343"/>
                  </a:lnTo>
                  <a:lnTo>
                    <a:pt x="2075" y="1403"/>
                  </a:lnTo>
                  <a:lnTo>
                    <a:pt x="2114" y="1363"/>
                  </a:lnTo>
                  <a:lnTo>
                    <a:pt x="2138" y="1304"/>
                  </a:lnTo>
                  <a:close/>
                  <a:moveTo>
                    <a:pt x="2168" y="1327"/>
                  </a:moveTo>
                  <a:lnTo>
                    <a:pt x="2134" y="1403"/>
                  </a:lnTo>
                  <a:lnTo>
                    <a:pt x="2154" y="1383"/>
                  </a:lnTo>
                  <a:lnTo>
                    <a:pt x="2168" y="1327"/>
                  </a:lnTo>
                  <a:close/>
                  <a:moveTo>
                    <a:pt x="692" y="1442"/>
                  </a:moveTo>
                  <a:lnTo>
                    <a:pt x="692" y="1442"/>
                  </a:lnTo>
                  <a:lnTo>
                    <a:pt x="692" y="1442"/>
                  </a:lnTo>
                  <a:close/>
                  <a:moveTo>
                    <a:pt x="988" y="1363"/>
                  </a:moveTo>
                  <a:lnTo>
                    <a:pt x="969" y="1383"/>
                  </a:lnTo>
                  <a:lnTo>
                    <a:pt x="929" y="1442"/>
                  </a:lnTo>
                  <a:lnTo>
                    <a:pt x="929" y="1452"/>
                  </a:lnTo>
                  <a:lnTo>
                    <a:pt x="949" y="1422"/>
                  </a:lnTo>
                  <a:lnTo>
                    <a:pt x="969" y="1403"/>
                  </a:lnTo>
                  <a:lnTo>
                    <a:pt x="988" y="1363"/>
                  </a:lnTo>
                  <a:close/>
                  <a:moveTo>
                    <a:pt x="1146" y="1442"/>
                  </a:moveTo>
                  <a:lnTo>
                    <a:pt x="1140" y="1462"/>
                  </a:lnTo>
                  <a:lnTo>
                    <a:pt x="1146" y="1462"/>
                  </a:lnTo>
                  <a:lnTo>
                    <a:pt x="1146" y="1442"/>
                  </a:lnTo>
                  <a:close/>
                  <a:moveTo>
                    <a:pt x="1087" y="1383"/>
                  </a:moveTo>
                  <a:lnTo>
                    <a:pt x="1048" y="1482"/>
                  </a:lnTo>
                  <a:lnTo>
                    <a:pt x="1067" y="1442"/>
                  </a:lnTo>
                  <a:lnTo>
                    <a:pt x="1087" y="1383"/>
                  </a:lnTo>
                  <a:close/>
                  <a:moveTo>
                    <a:pt x="2095" y="1403"/>
                  </a:moveTo>
                  <a:lnTo>
                    <a:pt x="2075" y="1422"/>
                  </a:lnTo>
                  <a:lnTo>
                    <a:pt x="2055" y="1482"/>
                  </a:lnTo>
                  <a:lnTo>
                    <a:pt x="2055" y="1482"/>
                  </a:lnTo>
                  <a:lnTo>
                    <a:pt x="2095" y="1403"/>
                  </a:lnTo>
                  <a:close/>
                  <a:moveTo>
                    <a:pt x="1048" y="1482"/>
                  </a:moveTo>
                  <a:lnTo>
                    <a:pt x="1048" y="1482"/>
                  </a:lnTo>
                  <a:lnTo>
                    <a:pt x="1048" y="1482"/>
                  </a:lnTo>
                  <a:close/>
                  <a:moveTo>
                    <a:pt x="1067" y="1482"/>
                  </a:moveTo>
                  <a:lnTo>
                    <a:pt x="1067" y="1482"/>
                  </a:lnTo>
                  <a:lnTo>
                    <a:pt x="1067" y="1482"/>
                  </a:lnTo>
                  <a:close/>
                  <a:moveTo>
                    <a:pt x="969" y="1482"/>
                  </a:moveTo>
                  <a:lnTo>
                    <a:pt x="969" y="1482"/>
                  </a:lnTo>
                  <a:lnTo>
                    <a:pt x="969" y="1482"/>
                  </a:lnTo>
                  <a:close/>
                  <a:moveTo>
                    <a:pt x="1522" y="1475"/>
                  </a:moveTo>
                  <a:lnTo>
                    <a:pt x="1488" y="1498"/>
                  </a:lnTo>
                  <a:lnTo>
                    <a:pt x="1488" y="1498"/>
                  </a:lnTo>
                  <a:lnTo>
                    <a:pt x="1487" y="1499"/>
                  </a:lnTo>
                  <a:lnTo>
                    <a:pt x="1487" y="1499"/>
                  </a:lnTo>
                  <a:lnTo>
                    <a:pt x="1522" y="1482"/>
                  </a:lnTo>
                  <a:lnTo>
                    <a:pt x="1522" y="1475"/>
                  </a:lnTo>
                  <a:close/>
                  <a:moveTo>
                    <a:pt x="1305" y="1422"/>
                  </a:moveTo>
                  <a:lnTo>
                    <a:pt x="1305" y="1442"/>
                  </a:lnTo>
                  <a:lnTo>
                    <a:pt x="1285" y="1482"/>
                  </a:lnTo>
                  <a:lnTo>
                    <a:pt x="1265" y="1501"/>
                  </a:lnTo>
                  <a:lnTo>
                    <a:pt x="1305" y="1422"/>
                  </a:lnTo>
                  <a:close/>
                  <a:moveTo>
                    <a:pt x="1146" y="1482"/>
                  </a:moveTo>
                  <a:lnTo>
                    <a:pt x="1146" y="1501"/>
                  </a:lnTo>
                  <a:lnTo>
                    <a:pt x="1166" y="1501"/>
                  </a:lnTo>
                  <a:lnTo>
                    <a:pt x="1166" y="1482"/>
                  </a:lnTo>
                  <a:close/>
                  <a:moveTo>
                    <a:pt x="521" y="1508"/>
                  </a:moveTo>
                  <a:lnTo>
                    <a:pt x="514" y="1521"/>
                  </a:lnTo>
                  <a:lnTo>
                    <a:pt x="514" y="1541"/>
                  </a:lnTo>
                  <a:lnTo>
                    <a:pt x="521" y="1508"/>
                  </a:lnTo>
                  <a:close/>
                  <a:moveTo>
                    <a:pt x="761" y="1541"/>
                  </a:moveTo>
                  <a:lnTo>
                    <a:pt x="760" y="1543"/>
                  </a:lnTo>
                  <a:lnTo>
                    <a:pt x="760" y="1543"/>
                  </a:lnTo>
                  <a:lnTo>
                    <a:pt x="761" y="1541"/>
                  </a:lnTo>
                  <a:close/>
                  <a:moveTo>
                    <a:pt x="969" y="1442"/>
                  </a:moveTo>
                  <a:lnTo>
                    <a:pt x="949" y="1462"/>
                  </a:lnTo>
                  <a:lnTo>
                    <a:pt x="929" y="1462"/>
                  </a:lnTo>
                  <a:lnTo>
                    <a:pt x="929" y="1452"/>
                  </a:lnTo>
                  <a:lnTo>
                    <a:pt x="909" y="1482"/>
                  </a:lnTo>
                  <a:lnTo>
                    <a:pt x="890" y="1561"/>
                  </a:lnTo>
                  <a:lnTo>
                    <a:pt x="909" y="1541"/>
                  </a:lnTo>
                  <a:lnTo>
                    <a:pt x="929" y="1521"/>
                  </a:lnTo>
                  <a:lnTo>
                    <a:pt x="929" y="1541"/>
                  </a:lnTo>
                  <a:lnTo>
                    <a:pt x="969" y="1442"/>
                  </a:lnTo>
                  <a:close/>
                  <a:moveTo>
                    <a:pt x="1364" y="1501"/>
                  </a:moveTo>
                  <a:lnTo>
                    <a:pt x="1324" y="1541"/>
                  </a:lnTo>
                  <a:lnTo>
                    <a:pt x="1324" y="1561"/>
                  </a:lnTo>
                  <a:lnTo>
                    <a:pt x="1344" y="1541"/>
                  </a:lnTo>
                  <a:lnTo>
                    <a:pt x="1364" y="1501"/>
                  </a:lnTo>
                  <a:close/>
                  <a:moveTo>
                    <a:pt x="1818" y="1541"/>
                  </a:moveTo>
                  <a:lnTo>
                    <a:pt x="1818" y="1561"/>
                  </a:lnTo>
                  <a:lnTo>
                    <a:pt x="1825" y="1554"/>
                  </a:lnTo>
                  <a:lnTo>
                    <a:pt x="1825" y="1554"/>
                  </a:lnTo>
                  <a:lnTo>
                    <a:pt x="1818" y="1541"/>
                  </a:lnTo>
                  <a:close/>
                  <a:moveTo>
                    <a:pt x="1739" y="1383"/>
                  </a:moveTo>
                  <a:lnTo>
                    <a:pt x="1719" y="1403"/>
                  </a:lnTo>
                  <a:lnTo>
                    <a:pt x="1700" y="1422"/>
                  </a:lnTo>
                  <a:lnTo>
                    <a:pt x="1709" y="1403"/>
                  </a:lnTo>
                  <a:lnTo>
                    <a:pt x="1660" y="1501"/>
                  </a:lnTo>
                  <a:lnTo>
                    <a:pt x="1640" y="1482"/>
                  </a:lnTo>
                  <a:lnTo>
                    <a:pt x="1640" y="1501"/>
                  </a:lnTo>
                  <a:lnTo>
                    <a:pt x="1621" y="1600"/>
                  </a:lnTo>
                  <a:lnTo>
                    <a:pt x="1660" y="1521"/>
                  </a:lnTo>
                  <a:lnTo>
                    <a:pt x="1700" y="1501"/>
                  </a:lnTo>
                  <a:lnTo>
                    <a:pt x="1719" y="1442"/>
                  </a:lnTo>
                  <a:lnTo>
                    <a:pt x="1759" y="1403"/>
                  </a:lnTo>
                  <a:lnTo>
                    <a:pt x="1759" y="1383"/>
                  </a:lnTo>
                  <a:close/>
                  <a:moveTo>
                    <a:pt x="238" y="0"/>
                  </a:moveTo>
                  <a:lnTo>
                    <a:pt x="198" y="60"/>
                  </a:lnTo>
                  <a:lnTo>
                    <a:pt x="198" y="79"/>
                  </a:lnTo>
                  <a:lnTo>
                    <a:pt x="179" y="119"/>
                  </a:lnTo>
                  <a:lnTo>
                    <a:pt x="159" y="139"/>
                  </a:lnTo>
                  <a:lnTo>
                    <a:pt x="100" y="297"/>
                  </a:lnTo>
                  <a:lnTo>
                    <a:pt x="40" y="455"/>
                  </a:lnTo>
                  <a:lnTo>
                    <a:pt x="60" y="455"/>
                  </a:lnTo>
                  <a:lnTo>
                    <a:pt x="40" y="514"/>
                  </a:lnTo>
                  <a:lnTo>
                    <a:pt x="21" y="553"/>
                  </a:lnTo>
                  <a:lnTo>
                    <a:pt x="21" y="573"/>
                  </a:lnTo>
                  <a:lnTo>
                    <a:pt x="40" y="553"/>
                  </a:lnTo>
                  <a:lnTo>
                    <a:pt x="40" y="573"/>
                  </a:lnTo>
                  <a:lnTo>
                    <a:pt x="40" y="593"/>
                  </a:lnTo>
                  <a:lnTo>
                    <a:pt x="60" y="573"/>
                  </a:lnTo>
                  <a:lnTo>
                    <a:pt x="60" y="573"/>
                  </a:lnTo>
                  <a:lnTo>
                    <a:pt x="40" y="632"/>
                  </a:lnTo>
                  <a:lnTo>
                    <a:pt x="1" y="692"/>
                  </a:lnTo>
                  <a:lnTo>
                    <a:pt x="1" y="711"/>
                  </a:lnTo>
                  <a:lnTo>
                    <a:pt x="21" y="711"/>
                  </a:lnTo>
                  <a:lnTo>
                    <a:pt x="40" y="692"/>
                  </a:lnTo>
                  <a:lnTo>
                    <a:pt x="40" y="731"/>
                  </a:lnTo>
                  <a:lnTo>
                    <a:pt x="21" y="771"/>
                  </a:lnTo>
                  <a:lnTo>
                    <a:pt x="1" y="830"/>
                  </a:lnTo>
                  <a:lnTo>
                    <a:pt x="40" y="751"/>
                  </a:lnTo>
                  <a:lnTo>
                    <a:pt x="40" y="771"/>
                  </a:lnTo>
                  <a:lnTo>
                    <a:pt x="80" y="692"/>
                  </a:lnTo>
                  <a:lnTo>
                    <a:pt x="80" y="711"/>
                  </a:lnTo>
                  <a:lnTo>
                    <a:pt x="60" y="751"/>
                  </a:lnTo>
                  <a:lnTo>
                    <a:pt x="21" y="810"/>
                  </a:lnTo>
                  <a:lnTo>
                    <a:pt x="21" y="850"/>
                  </a:lnTo>
                  <a:lnTo>
                    <a:pt x="40" y="850"/>
                  </a:lnTo>
                  <a:lnTo>
                    <a:pt x="21" y="889"/>
                  </a:lnTo>
                  <a:lnTo>
                    <a:pt x="1" y="948"/>
                  </a:lnTo>
                  <a:lnTo>
                    <a:pt x="21" y="948"/>
                  </a:lnTo>
                  <a:lnTo>
                    <a:pt x="40" y="909"/>
                  </a:lnTo>
                  <a:lnTo>
                    <a:pt x="60" y="909"/>
                  </a:lnTo>
                  <a:lnTo>
                    <a:pt x="40" y="929"/>
                  </a:lnTo>
                  <a:lnTo>
                    <a:pt x="40" y="948"/>
                  </a:lnTo>
                  <a:lnTo>
                    <a:pt x="40" y="968"/>
                  </a:lnTo>
                  <a:lnTo>
                    <a:pt x="60" y="948"/>
                  </a:lnTo>
                  <a:lnTo>
                    <a:pt x="60" y="948"/>
                  </a:lnTo>
                  <a:lnTo>
                    <a:pt x="40" y="1008"/>
                  </a:lnTo>
                  <a:lnTo>
                    <a:pt x="21" y="1067"/>
                  </a:lnTo>
                  <a:lnTo>
                    <a:pt x="40" y="1027"/>
                  </a:lnTo>
                  <a:lnTo>
                    <a:pt x="60" y="1027"/>
                  </a:lnTo>
                  <a:lnTo>
                    <a:pt x="80" y="988"/>
                  </a:lnTo>
                  <a:lnTo>
                    <a:pt x="80" y="988"/>
                  </a:lnTo>
                  <a:lnTo>
                    <a:pt x="100" y="929"/>
                  </a:lnTo>
                  <a:lnTo>
                    <a:pt x="139" y="889"/>
                  </a:lnTo>
                  <a:lnTo>
                    <a:pt x="159" y="869"/>
                  </a:lnTo>
                  <a:lnTo>
                    <a:pt x="119" y="968"/>
                  </a:lnTo>
                  <a:lnTo>
                    <a:pt x="60" y="1087"/>
                  </a:lnTo>
                  <a:lnTo>
                    <a:pt x="100" y="1047"/>
                  </a:lnTo>
                  <a:lnTo>
                    <a:pt x="80" y="1087"/>
                  </a:lnTo>
                  <a:lnTo>
                    <a:pt x="80" y="1126"/>
                  </a:lnTo>
                  <a:lnTo>
                    <a:pt x="60" y="1166"/>
                  </a:lnTo>
                  <a:lnTo>
                    <a:pt x="60" y="1205"/>
                  </a:lnTo>
                  <a:lnTo>
                    <a:pt x="60" y="1225"/>
                  </a:lnTo>
                  <a:lnTo>
                    <a:pt x="100" y="1166"/>
                  </a:lnTo>
                  <a:lnTo>
                    <a:pt x="100" y="1166"/>
                  </a:lnTo>
                  <a:lnTo>
                    <a:pt x="80" y="1205"/>
                  </a:lnTo>
                  <a:lnTo>
                    <a:pt x="80" y="1225"/>
                  </a:lnTo>
                  <a:lnTo>
                    <a:pt x="100" y="1225"/>
                  </a:lnTo>
                  <a:lnTo>
                    <a:pt x="100" y="1264"/>
                  </a:lnTo>
                  <a:lnTo>
                    <a:pt x="100" y="1284"/>
                  </a:lnTo>
                  <a:lnTo>
                    <a:pt x="139" y="1185"/>
                  </a:lnTo>
                  <a:lnTo>
                    <a:pt x="139" y="1225"/>
                  </a:lnTo>
                  <a:lnTo>
                    <a:pt x="119" y="1284"/>
                  </a:lnTo>
                  <a:lnTo>
                    <a:pt x="198" y="1126"/>
                  </a:lnTo>
                  <a:lnTo>
                    <a:pt x="179" y="1185"/>
                  </a:lnTo>
                  <a:lnTo>
                    <a:pt x="159" y="1264"/>
                  </a:lnTo>
                  <a:lnTo>
                    <a:pt x="159" y="1245"/>
                  </a:lnTo>
                  <a:lnTo>
                    <a:pt x="139" y="1304"/>
                  </a:lnTo>
                  <a:lnTo>
                    <a:pt x="119" y="1343"/>
                  </a:lnTo>
                  <a:lnTo>
                    <a:pt x="139" y="1343"/>
                  </a:lnTo>
                  <a:lnTo>
                    <a:pt x="139" y="1363"/>
                  </a:lnTo>
                  <a:lnTo>
                    <a:pt x="159" y="1304"/>
                  </a:lnTo>
                  <a:lnTo>
                    <a:pt x="179" y="1264"/>
                  </a:lnTo>
                  <a:lnTo>
                    <a:pt x="165" y="1284"/>
                  </a:lnTo>
                  <a:lnTo>
                    <a:pt x="179" y="1245"/>
                  </a:lnTo>
                  <a:lnTo>
                    <a:pt x="218" y="1185"/>
                  </a:lnTo>
                  <a:lnTo>
                    <a:pt x="277" y="1106"/>
                  </a:lnTo>
                  <a:lnTo>
                    <a:pt x="258" y="1146"/>
                  </a:lnTo>
                  <a:lnTo>
                    <a:pt x="218" y="1264"/>
                  </a:lnTo>
                  <a:lnTo>
                    <a:pt x="238" y="1245"/>
                  </a:lnTo>
                  <a:lnTo>
                    <a:pt x="238" y="1264"/>
                  </a:lnTo>
                  <a:lnTo>
                    <a:pt x="218" y="1324"/>
                  </a:lnTo>
                  <a:lnTo>
                    <a:pt x="258" y="1225"/>
                  </a:lnTo>
                  <a:lnTo>
                    <a:pt x="277" y="1225"/>
                  </a:lnTo>
                  <a:lnTo>
                    <a:pt x="258" y="1245"/>
                  </a:lnTo>
                  <a:lnTo>
                    <a:pt x="238" y="1304"/>
                  </a:lnTo>
                  <a:lnTo>
                    <a:pt x="258" y="1324"/>
                  </a:lnTo>
                  <a:lnTo>
                    <a:pt x="258" y="1363"/>
                  </a:lnTo>
                  <a:lnTo>
                    <a:pt x="258" y="1383"/>
                  </a:lnTo>
                  <a:lnTo>
                    <a:pt x="277" y="1383"/>
                  </a:lnTo>
                  <a:lnTo>
                    <a:pt x="291" y="1330"/>
                  </a:lnTo>
                  <a:lnTo>
                    <a:pt x="317" y="1264"/>
                  </a:lnTo>
                  <a:lnTo>
                    <a:pt x="356" y="1199"/>
                  </a:lnTo>
                  <a:lnTo>
                    <a:pt x="356" y="1205"/>
                  </a:lnTo>
                  <a:lnTo>
                    <a:pt x="376" y="1185"/>
                  </a:lnTo>
                  <a:lnTo>
                    <a:pt x="376" y="1166"/>
                  </a:lnTo>
                  <a:lnTo>
                    <a:pt x="396" y="1126"/>
                  </a:lnTo>
                  <a:lnTo>
                    <a:pt x="396" y="1166"/>
                  </a:lnTo>
                  <a:lnTo>
                    <a:pt x="376" y="1225"/>
                  </a:lnTo>
                  <a:lnTo>
                    <a:pt x="396" y="1205"/>
                  </a:lnTo>
                  <a:lnTo>
                    <a:pt x="396" y="1205"/>
                  </a:lnTo>
                  <a:lnTo>
                    <a:pt x="356" y="1284"/>
                  </a:lnTo>
                  <a:lnTo>
                    <a:pt x="337" y="1324"/>
                  </a:lnTo>
                  <a:lnTo>
                    <a:pt x="317" y="1383"/>
                  </a:lnTo>
                  <a:lnTo>
                    <a:pt x="337" y="1363"/>
                  </a:lnTo>
                  <a:lnTo>
                    <a:pt x="297" y="1442"/>
                  </a:lnTo>
                  <a:lnTo>
                    <a:pt x="317" y="1442"/>
                  </a:lnTo>
                  <a:lnTo>
                    <a:pt x="317" y="1462"/>
                  </a:lnTo>
                  <a:lnTo>
                    <a:pt x="337" y="1383"/>
                  </a:lnTo>
                  <a:lnTo>
                    <a:pt x="337" y="1442"/>
                  </a:lnTo>
                  <a:lnTo>
                    <a:pt x="356" y="1482"/>
                  </a:lnTo>
                  <a:lnTo>
                    <a:pt x="376" y="1422"/>
                  </a:lnTo>
                  <a:lnTo>
                    <a:pt x="396" y="1403"/>
                  </a:lnTo>
                  <a:lnTo>
                    <a:pt x="396" y="1403"/>
                  </a:lnTo>
                  <a:lnTo>
                    <a:pt x="376" y="1442"/>
                  </a:lnTo>
                  <a:lnTo>
                    <a:pt x="376" y="1482"/>
                  </a:lnTo>
                  <a:lnTo>
                    <a:pt x="416" y="1442"/>
                  </a:lnTo>
                  <a:lnTo>
                    <a:pt x="455" y="1363"/>
                  </a:lnTo>
                  <a:lnTo>
                    <a:pt x="455" y="1403"/>
                  </a:lnTo>
                  <a:lnTo>
                    <a:pt x="455" y="1442"/>
                  </a:lnTo>
                  <a:lnTo>
                    <a:pt x="475" y="1462"/>
                  </a:lnTo>
                  <a:lnTo>
                    <a:pt x="574" y="1284"/>
                  </a:lnTo>
                  <a:lnTo>
                    <a:pt x="633" y="1166"/>
                  </a:lnTo>
                  <a:lnTo>
                    <a:pt x="672" y="1067"/>
                  </a:lnTo>
                  <a:lnTo>
                    <a:pt x="672" y="1126"/>
                  </a:lnTo>
                  <a:lnTo>
                    <a:pt x="653" y="1166"/>
                  </a:lnTo>
                  <a:lnTo>
                    <a:pt x="633" y="1245"/>
                  </a:lnTo>
                  <a:lnTo>
                    <a:pt x="633" y="1225"/>
                  </a:lnTo>
                  <a:lnTo>
                    <a:pt x="593" y="1383"/>
                  </a:lnTo>
                  <a:lnTo>
                    <a:pt x="554" y="1422"/>
                  </a:lnTo>
                  <a:lnTo>
                    <a:pt x="574" y="1363"/>
                  </a:lnTo>
                  <a:lnTo>
                    <a:pt x="534" y="1442"/>
                  </a:lnTo>
                  <a:lnTo>
                    <a:pt x="521" y="1508"/>
                  </a:lnTo>
                  <a:lnTo>
                    <a:pt x="534" y="1482"/>
                  </a:lnTo>
                  <a:lnTo>
                    <a:pt x="534" y="1541"/>
                  </a:lnTo>
                  <a:lnTo>
                    <a:pt x="554" y="1521"/>
                  </a:lnTo>
                  <a:lnTo>
                    <a:pt x="554" y="1541"/>
                  </a:lnTo>
                  <a:lnTo>
                    <a:pt x="593" y="1462"/>
                  </a:lnTo>
                  <a:lnTo>
                    <a:pt x="593" y="1482"/>
                  </a:lnTo>
                  <a:lnTo>
                    <a:pt x="574" y="1521"/>
                  </a:lnTo>
                  <a:lnTo>
                    <a:pt x="613" y="1501"/>
                  </a:lnTo>
                  <a:lnTo>
                    <a:pt x="653" y="1422"/>
                  </a:lnTo>
                  <a:lnTo>
                    <a:pt x="686" y="1357"/>
                  </a:lnTo>
                  <a:lnTo>
                    <a:pt x="686" y="1357"/>
                  </a:lnTo>
                  <a:lnTo>
                    <a:pt x="712" y="1343"/>
                  </a:lnTo>
                  <a:lnTo>
                    <a:pt x="692" y="1403"/>
                  </a:lnTo>
                  <a:lnTo>
                    <a:pt x="672" y="1403"/>
                  </a:lnTo>
                  <a:lnTo>
                    <a:pt x="672" y="1422"/>
                  </a:lnTo>
                  <a:lnTo>
                    <a:pt x="692" y="1422"/>
                  </a:lnTo>
                  <a:lnTo>
                    <a:pt x="732" y="1363"/>
                  </a:lnTo>
                  <a:lnTo>
                    <a:pt x="732" y="1383"/>
                  </a:lnTo>
                  <a:lnTo>
                    <a:pt x="672" y="1501"/>
                  </a:lnTo>
                  <a:lnTo>
                    <a:pt x="692" y="1442"/>
                  </a:lnTo>
                  <a:lnTo>
                    <a:pt x="653" y="1501"/>
                  </a:lnTo>
                  <a:lnTo>
                    <a:pt x="633" y="1521"/>
                  </a:lnTo>
                  <a:lnTo>
                    <a:pt x="653" y="1482"/>
                  </a:lnTo>
                  <a:lnTo>
                    <a:pt x="633" y="1482"/>
                  </a:lnTo>
                  <a:lnTo>
                    <a:pt x="613" y="1521"/>
                  </a:lnTo>
                  <a:lnTo>
                    <a:pt x="613" y="1541"/>
                  </a:lnTo>
                  <a:lnTo>
                    <a:pt x="633" y="1561"/>
                  </a:lnTo>
                  <a:lnTo>
                    <a:pt x="633" y="1580"/>
                  </a:lnTo>
                  <a:lnTo>
                    <a:pt x="692" y="1501"/>
                  </a:lnTo>
                  <a:lnTo>
                    <a:pt x="712" y="1442"/>
                  </a:lnTo>
                  <a:lnTo>
                    <a:pt x="751" y="1383"/>
                  </a:lnTo>
                  <a:lnTo>
                    <a:pt x="712" y="1482"/>
                  </a:lnTo>
                  <a:lnTo>
                    <a:pt x="712" y="1521"/>
                  </a:lnTo>
                  <a:lnTo>
                    <a:pt x="751" y="1442"/>
                  </a:lnTo>
                  <a:lnTo>
                    <a:pt x="791" y="1383"/>
                  </a:lnTo>
                  <a:lnTo>
                    <a:pt x="771" y="1403"/>
                  </a:lnTo>
                  <a:lnTo>
                    <a:pt x="771" y="1383"/>
                  </a:lnTo>
                  <a:lnTo>
                    <a:pt x="791" y="1343"/>
                  </a:lnTo>
                  <a:lnTo>
                    <a:pt x="811" y="1304"/>
                  </a:lnTo>
                  <a:lnTo>
                    <a:pt x="830" y="1264"/>
                  </a:lnTo>
                  <a:lnTo>
                    <a:pt x="830" y="1304"/>
                  </a:lnTo>
                  <a:lnTo>
                    <a:pt x="811" y="1363"/>
                  </a:lnTo>
                  <a:lnTo>
                    <a:pt x="732" y="1501"/>
                  </a:lnTo>
                  <a:lnTo>
                    <a:pt x="732" y="1521"/>
                  </a:lnTo>
                  <a:lnTo>
                    <a:pt x="732" y="1541"/>
                  </a:lnTo>
                  <a:lnTo>
                    <a:pt x="771" y="1442"/>
                  </a:lnTo>
                  <a:lnTo>
                    <a:pt x="811" y="1383"/>
                  </a:lnTo>
                  <a:lnTo>
                    <a:pt x="870" y="1324"/>
                  </a:lnTo>
                  <a:lnTo>
                    <a:pt x="811" y="1442"/>
                  </a:lnTo>
                  <a:lnTo>
                    <a:pt x="791" y="1482"/>
                  </a:lnTo>
                  <a:lnTo>
                    <a:pt x="761" y="1541"/>
                  </a:lnTo>
                  <a:lnTo>
                    <a:pt x="771" y="1521"/>
                  </a:lnTo>
                  <a:lnTo>
                    <a:pt x="791" y="1501"/>
                  </a:lnTo>
                  <a:lnTo>
                    <a:pt x="791" y="1541"/>
                  </a:lnTo>
                  <a:lnTo>
                    <a:pt x="830" y="1521"/>
                  </a:lnTo>
                  <a:lnTo>
                    <a:pt x="830" y="1482"/>
                  </a:lnTo>
                  <a:lnTo>
                    <a:pt x="850" y="1462"/>
                  </a:lnTo>
                  <a:lnTo>
                    <a:pt x="850" y="1482"/>
                  </a:lnTo>
                  <a:lnTo>
                    <a:pt x="850" y="1501"/>
                  </a:lnTo>
                  <a:lnTo>
                    <a:pt x="870" y="1482"/>
                  </a:lnTo>
                  <a:lnTo>
                    <a:pt x="890" y="1482"/>
                  </a:lnTo>
                  <a:lnTo>
                    <a:pt x="909" y="1462"/>
                  </a:lnTo>
                  <a:lnTo>
                    <a:pt x="890" y="1462"/>
                  </a:lnTo>
                  <a:lnTo>
                    <a:pt x="890" y="1442"/>
                  </a:lnTo>
                  <a:lnTo>
                    <a:pt x="909" y="1383"/>
                  </a:lnTo>
                  <a:lnTo>
                    <a:pt x="949" y="1343"/>
                  </a:lnTo>
                  <a:lnTo>
                    <a:pt x="969" y="1324"/>
                  </a:lnTo>
                  <a:lnTo>
                    <a:pt x="988" y="1324"/>
                  </a:lnTo>
                  <a:lnTo>
                    <a:pt x="988" y="1304"/>
                  </a:lnTo>
                  <a:lnTo>
                    <a:pt x="1008" y="1284"/>
                  </a:lnTo>
                  <a:lnTo>
                    <a:pt x="988" y="1363"/>
                  </a:lnTo>
                  <a:lnTo>
                    <a:pt x="1008" y="1343"/>
                  </a:lnTo>
                  <a:lnTo>
                    <a:pt x="988" y="1383"/>
                  </a:lnTo>
                  <a:lnTo>
                    <a:pt x="988" y="1403"/>
                  </a:lnTo>
                  <a:lnTo>
                    <a:pt x="1008" y="1383"/>
                  </a:lnTo>
                  <a:lnTo>
                    <a:pt x="1008" y="1383"/>
                  </a:lnTo>
                  <a:lnTo>
                    <a:pt x="988" y="1422"/>
                  </a:lnTo>
                  <a:lnTo>
                    <a:pt x="969" y="1482"/>
                  </a:lnTo>
                  <a:lnTo>
                    <a:pt x="1008" y="1422"/>
                  </a:lnTo>
                  <a:lnTo>
                    <a:pt x="1008" y="1442"/>
                  </a:lnTo>
                  <a:lnTo>
                    <a:pt x="1048" y="1403"/>
                  </a:lnTo>
                  <a:lnTo>
                    <a:pt x="1067" y="1343"/>
                  </a:lnTo>
                  <a:lnTo>
                    <a:pt x="1087" y="1284"/>
                  </a:lnTo>
                  <a:lnTo>
                    <a:pt x="1127" y="1284"/>
                  </a:lnTo>
                  <a:lnTo>
                    <a:pt x="1127" y="1324"/>
                  </a:lnTo>
                  <a:lnTo>
                    <a:pt x="1107" y="1363"/>
                  </a:lnTo>
                  <a:lnTo>
                    <a:pt x="1087" y="1383"/>
                  </a:lnTo>
                  <a:lnTo>
                    <a:pt x="1087" y="1422"/>
                  </a:lnTo>
                  <a:lnTo>
                    <a:pt x="1067" y="1482"/>
                  </a:lnTo>
                  <a:lnTo>
                    <a:pt x="1087" y="1442"/>
                  </a:lnTo>
                  <a:lnTo>
                    <a:pt x="1107" y="1422"/>
                  </a:lnTo>
                  <a:lnTo>
                    <a:pt x="1107" y="1422"/>
                  </a:lnTo>
                  <a:lnTo>
                    <a:pt x="1067" y="1521"/>
                  </a:lnTo>
                  <a:lnTo>
                    <a:pt x="1067" y="1541"/>
                  </a:lnTo>
                  <a:lnTo>
                    <a:pt x="1087" y="1501"/>
                  </a:lnTo>
                  <a:lnTo>
                    <a:pt x="1107" y="1462"/>
                  </a:lnTo>
                  <a:lnTo>
                    <a:pt x="1127" y="1442"/>
                  </a:lnTo>
                  <a:lnTo>
                    <a:pt x="1107" y="1482"/>
                  </a:lnTo>
                  <a:lnTo>
                    <a:pt x="1127" y="1482"/>
                  </a:lnTo>
                  <a:lnTo>
                    <a:pt x="1127" y="1501"/>
                  </a:lnTo>
                  <a:lnTo>
                    <a:pt x="1140" y="1462"/>
                  </a:lnTo>
                  <a:lnTo>
                    <a:pt x="1127" y="1462"/>
                  </a:lnTo>
                  <a:lnTo>
                    <a:pt x="1146" y="1422"/>
                  </a:lnTo>
                  <a:lnTo>
                    <a:pt x="1166" y="1403"/>
                  </a:lnTo>
                  <a:lnTo>
                    <a:pt x="1206" y="1403"/>
                  </a:lnTo>
                  <a:lnTo>
                    <a:pt x="1225" y="1363"/>
                  </a:lnTo>
                  <a:lnTo>
                    <a:pt x="1206" y="1422"/>
                  </a:lnTo>
                  <a:lnTo>
                    <a:pt x="1186" y="1482"/>
                  </a:lnTo>
                  <a:lnTo>
                    <a:pt x="1206" y="1462"/>
                  </a:lnTo>
                  <a:lnTo>
                    <a:pt x="1186" y="1541"/>
                  </a:lnTo>
                  <a:lnTo>
                    <a:pt x="1166" y="1600"/>
                  </a:lnTo>
                  <a:lnTo>
                    <a:pt x="1186" y="1600"/>
                  </a:lnTo>
                  <a:lnTo>
                    <a:pt x="1206" y="1521"/>
                  </a:lnTo>
                  <a:lnTo>
                    <a:pt x="1225" y="1501"/>
                  </a:lnTo>
                  <a:lnTo>
                    <a:pt x="1225" y="1521"/>
                  </a:lnTo>
                  <a:lnTo>
                    <a:pt x="1245" y="1442"/>
                  </a:lnTo>
                  <a:lnTo>
                    <a:pt x="1245" y="1501"/>
                  </a:lnTo>
                  <a:lnTo>
                    <a:pt x="1225" y="1541"/>
                  </a:lnTo>
                  <a:lnTo>
                    <a:pt x="1225" y="1580"/>
                  </a:lnTo>
                  <a:lnTo>
                    <a:pt x="1245" y="1541"/>
                  </a:lnTo>
                  <a:lnTo>
                    <a:pt x="1265" y="1501"/>
                  </a:lnTo>
                  <a:lnTo>
                    <a:pt x="1265" y="1501"/>
                  </a:lnTo>
                  <a:lnTo>
                    <a:pt x="1285" y="1521"/>
                  </a:lnTo>
                  <a:lnTo>
                    <a:pt x="1285" y="1501"/>
                  </a:lnTo>
                  <a:lnTo>
                    <a:pt x="1324" y="1442"/>
                  </a:lnTo>
                  <a:lnTo>
                    <a:pt x="1324" y="1422"/>
                  </a:lnTo>
                  <a:lnTo>
                    <a:pt x="1344" y="1363"/>
                  </a:lnTo>
                  <a:lnTo>
                    <a:pt x="1344" y="1403"/>
                  </a:lnTo>
                  <a:lnTo>
                    <a:pt x="1324" y="1462"/>
                  </a:lnTo>
                  <a:lnTo>
                    <a:pt x="1364" y="1422"/>
                  </a:lnTo>
                  <a:lnTo>
                    <a:pt x="1384" y="1403"/>
                  </a:lnTo>
                  <a:lnTo>
                    <a:pt x="1403" y="1363"/>
                  </a:lnTo>
                  <a:lnTo>
                    <a:pt x="1423" y="1324"/>
                  </a:lnTo>
                  <a:lnTo>
                    <a:pt x="1403" y="1403"/>
                  </a:lnTo>
                  <a:lnTo>
                    <a:pt x="1384" y="1442"/>
                  </a:lnTo>
                  <a:lnTo>
                    <a:pt x="1364" y="1501"/>
                  </a:lnTo>
                  <a:lnTo>
                    <a:pt x="1364" y="1521"/>
                  </a:lnTo>
                  <a:lnTo>
                    <a:pt x="1324" y="1580"/>
                  </a:lnTo>
                  <a:lnTo>
                    <a:pt x="1344" y="1561"/>
                  </a:lnTo>
                  <a:lnTo>
                    <a:pt x="1364" y="1541"/>
                  </a:lnTo>
                  <a:lnTo>
                    <a:pt x="1364" y="1561"/>
                  </a:lnTo>
                  <a:lnTo>
                    <a:pt x="1384" y="1501"/>
                  </a:lnTo>
                  <a:lnTo>
                    <a:pt x="1403" y="1442"/>
                  </a:lnTo>
                  <a:lnTo>
                    <a:pt x="1403" y="1442"/>
                  </a:lnTo>
                  <a:lnTo>
                    <a:pt x="1384" y="1521"/>
                  </a:lnTo>
                  <a:lnTo>
                    <a:pt x="1403" y="1521"/>
                  </a:lnTo>
                  <a:lnTo>
                    <a:pt x="1403" y="1501"/>
                  </a:lnTo>
                  <a:lnTo>
                    <a:pt x="1443" y="1422"/>
                  </a:lnTo>
                  <a:lnTo>
                    <a:pt x="1463" y="1363"/>
                  </a:lnTo>
                  <a:lnTo>
                    <a:pt x="1482" y="1343"/>
                  </a:lnTo>
                  <a:lnTo>
                    <a:pt x="1502" y="1304"/>
                  </a:lnTo>
                  <a:lnTo>
                    <a:pt x="1482" y="1324"/>
                  </a:lnTo>
                  <a:lnTo>
                    <a:pt x="1482" y="1324"/>
                  </a:lnTo>
                  <a:lnTo>
                    <a:pt x="1502" y="1284"/>
                  </a:lnTo>
                  <a:lnTo>
                    <a:pt x="1522" y="1264"/>
                  </a:lnTo>
                  <a:lnTo>
                    <a:pt x="1502" y="1363"/>
                  </a:lnTo>
                  <a:lnTo>
                    <a:pt x="1443" y="1482"/>
                  </a:lnTo>
                  <a:lnTo>
                    <a:pt x="1384" y="1620"/>
                  </a:lnTo>
                  <a:lnTo>
                    <a:pt x="1384" y="1620"/>
                  </a:lnTo>
                  <a:lnTo>
                    <a:pt x="1403" y="1600"/>
                  </a:lnTo>
                  <a:lnTo>
                    <a:pt x="1423" y="1620"/>
                  </a:lnTo>
                  <a:lnTo>
                    <a:pt x="1423" y="1640"/>
                  </a:lnTo>
                  <a:lnTo>
                    <a:pt x="1463" y="1561"/>
                  </a:lnTo>
                  <a:lnTo>
                    <a:pt x="1487" y="1499"/>
                  </a:lnTo>
                  <a:lnTo>
                    <a:pt x="1487" y="1499"/>
                  </a:lnTo>
                  <a:lnTo>
                    <a:pt x="1482" y="1501"/>
                  </a:lnTo>
                  <a:lnTo>
                    <a:pt x="1488" y="1498"/>
                  </a:lnTo>
                  <a:lnTo>
                    <a:pt x="1488" y="1498"/>
                  </a:lnTo>
                  <a:lnTo>
                    <a:pt x="1502" y="1462"/>
                  </a:lnTo>
                  <a:lnTo>
                    <a:pt x="1522" y="1462"/>
                  </a:lnTo>
                  <a:lnTo>
                    <a:pt x="1522" y="1475"/>
                  </a:lnTo>
                  <a:lnTo>
                    <a:pt x="1542" y="1462"/>
                  </a:lnTo>
                  <a:lnTo>
                    <a:pt x="1561" y="1442"/>
                  </a:lnTo>
                  <a:lnTo>
                    <a:pt x="1581" y="1403"/>
                  </a:lnTo>
                  <a:lnTo>
                    <a:pt x="1621" y="1324"/>
                  </a:lnTo>
                  <a:lnTo>
                    <a:pt x="1640" y="1304"/>
                  </a:lnTo>
                  <a:lnTo>
                    <a:pt x="1660" y="1245"/>
                  </a:lnTo>
                  <a:lnTo>
                    <a:pt x="1680" y="1264"/>
                  </a:lnTo>
                  <a:lnTo>
                    <a:pt x="1640" y="1304"/>
                  </a:lnTo>
                  <a:lnTo>
                    <a:pt x="1660" y="1324"/>
                  </a:lnTo>
                  <a:lnTo>
                    <a:pt x="1680" y="1304"/>
                  </a:lnTo>
                  <a:lnTo>
                    <a:pt x="1640" y="1363"/>
                  </a:lnTo>
                  <a:lnTo>
                    <a:pt x="1621" y="1383"/>
                  </a:lnTo>
                  <a:lnTo>
                    <a:pt x="1621" y="1403"/>
                  </a:lnTo>
                  <a:lnTo>
                    <a:pt x="1581" y="1501"/>
                  </a:lnTo>
                  <a:lnTo>
                    <a:pt x="1601" y="1462"/>
                  </a:lnTo>
                  <a:lnTo>
                    <a:pt x="1640" y="1403"/>
                  </a:lnTo>
                  <a:lnTo>
                    <a:pt x="1621" y="1482"/>
                  </a:lnTo>
                  <a:lnTo>
                    <a:pt x="1640" y="1482"/>
                  </a:lnTo>
                  <a:lnTo>
                    <a:pt x="1660" y="1442"/>
                  </a:lnTo>
                  <a:lnTo>
                    <a:pt x="1700" y="1363"/>
                  </a:lnTo>
                  <a:lnTo>
                    <a:pt x="1719" y="1324"/>
                  </a:lnTo>
                  <a:lnTo>
                    <a:pt x="1739" y="1304"/>
                  </a:lnTo>
                  <a:lnTo>
                    <a:pt x="1759" y="1264"/>
                  </a:lnTo>
                  <a:lnTo>
                    <a:pt x="1739" y="1245"/>
                  </a:lnTo>
                  <a:lnTo>
                    <a:pt x="1779" y="1166"/>
                  </a:lnTo>
                  <a:lnTo>
                    <a:pt x="1818" y="1106"/>
                  </a:lnTo>
                  <a:lnTo>
                    <a:pt x="1877" y="1027"/>
                  </a:lnTo>
                  <a:lnTo>
                    <a:pt x="1858" y="1087"/>
                  </a:lnTo>
                  <a:lnTo>
                    <a:pt x="1877" y="1047"/>
                  </a:lnTo>
                  <a:lnTo>
                    <a:pt x="1877" y="1067"/>
                  </a:lnTo>
                  <a:lnTo>
                    <a:pt x="1897" y="1067"/>
                  </a:lnTo>
                  <a:lnTo>
                    <a:pt x="1917" y="1027"/>
                  </a:lnTo>
                  <a:lnTo>
                    <a:pt x="1937" y="948"/>
                  </a:lnTo>
                  <a:lnTo>
                    <a:pt x="1937" y="988"/>
                  </a:lnTo>
                  <a:lnTo>
                    <a:pt x="1917" y="1047"/>
                  </a:lnTo>
                  <a:lnTo>
                    <a:pt x="1917" y="1067"/>
                  </a:lnTo>
                  <a:lnTo>
                    <a:pt x="1858" y="1205"/>
                  </a:lnTo>
                  <a:lnTo>
                    <a:pt x="1877" y="1185"/>
                  </a:lnTo>
                  <a:lnTo>
                    <a:pt x="1779" y="1363"/>
                  </a:lnTo>
                  <a:lnTo>
                    <a:pt x="1798" y="1403"/>
                  </a:lnTo>
                  <a:lnTo>
                    <a:pt x="1798" y="1422"/>
                  </a:lnTo>
                  <a:lnTo>
                    <a:pt x="1818" y="1403"/>
                  </a:lnTo>
                  <a:lnTo>
                    <a:pt x="1759" y="1541"/>
                  </a:lnTo>
                  <a:lnTo>
                    <a:pt x="1779" y="1521"/>
                  </a:lnTo>
                  <a:lnTo>
                    <a:pt x="1779" y="1541"/>
                  </a:lnTo>
                  <a:lnTo>
                    <a:pt x="1759" y="1600"/>
                  </a:lnTo>
                  <a:lnTo>
                    <a:pt x="1798" y="1541"/>
                  </a:lnTo>
                  <a:lnTo>
                    <a:pt x="1818" y="1462"/>
                  </a:lnTo>
                  <a:lnTo>
                    <a:pt x="1818" y="1482"/>
                  </a:lnTo>
                  <a:lnTo>
                    <a:pt x="1838" y="1462"/>
                  </a:lnTo>
                  <a:lnTo>
                    <a:pt x="1838" y="1403"/>
                  </a:lnTo>
                  <a:lnTo>
                    <a:pt x="1877" y="1403"/>
                  </a:lnTo>
                  <a:lnTo>
                    <a:pt x="1877" y="1442"/>
                  </a:lnTo>
                  <a:lnTo>
                    <a:pt x="1858" y="1482"/>
                  </a:lnTo>
                  <a:lnTo>
                    <a:pt x="1838" y="1501"/>
                  </a:lnTo>
                  <a:lnTo>
                    <a:pt x="1838" y="1541"/>
                  </a:lnTo>
                  <a:lnTo>
                    <a:pt x="1825" y="1554"/>
                  </a:lnTo>
                  <a:lnTo>
                    <a:pt x="1825" y="1554"/>
                  </a:lnTo>
                  <a:lnTo>
                    <a:pt x="1838" y="1580"/>
                  </a:lnTo>
                  <a:lnTo>
                    <a:pt x="1818" y="1620"/>
                  </a:lnTo>
                  <a:lnTo>
                    <a:pt x="1877" y="1541"/>
                  </a:lnTo>
                  <a:lnTo>
                    <a:pt x="1858" y="1600"/>
                  </a:lnTo>
                  <a:lnTo>
                    <a:pt x="1838" y="1660"/>
                  </a:lnTo>
                  <a:lnTo>
                    <a:pt x="1877" y="1580"/>
                  </a:lnTo>
                  <a:lnTo>
                    <a:pt x="1897" y="1541"/>
                  </a:lnTo>
                  <a:lnTo>
                    <a:pt x="1937" y="1501"/>
                  </a:lnTo>
                  <a:lnTo>
                    <a:pt x="1956" y="1442"/>
                  </a:lnTo>
                  <a:lnTo>
                    <a:pt x="1956" y="1462"/>
                  </a:lnTo>
                  <a:lnTo>
                    <a:pt x="1976" y="1422"/>
                  </a:lnTo>
                  <a:lnTo>
                    <a:pt x="1976" y="1383"/>
                  </a:lnTo>
                  <a:lnTo>
                    <a:pt x="1996" y="1383"/>
                  </a:lnTo>
                  <a:lnTo>
                    <a:pt x="1996" y="1403"/>
                  </a:lnTo>
                  <a:lnTo>
                    <a:pt x="1917" y="1580"/>
                  </a:lnTo>
                  <a:lnTo>
                    <a:pt x="1956" y="1521"/>
                  </a:lnTo>
                  <a:lnTo>
                    <a:pt x="1976" y="1482"/>
                  </a:lnTo>
                  <a:lnTo>
                    <a:pt x="1996" y="1462"/>
                  </a:lnTo>
                  <a:lnTo>
                    <a:pt x="2016" y="1442"/>
                  </a:lnTo>
                  <a:lnTo>
                    <a:pt x="2055" y="1343"/>
                  </a:lnTo>
                  <a:lnTo>
                    <a:pt x="2055" y="1383"/>
                  </a:lnTo>
                  <a:lnTo>
                    <a:pt x="2016" y="1482"/>
                  </a:lnTo>
                  <a:lnTo>
                    <a:pt x="2035" y="1482"/>
                  </a:lnTo>
                  <a:lnTo>
                    <a:pt x="1996" y="1600"/>
                  </a:lnTo>
                  <a:lnTo>
                    <a:pt x="2016" y="1580"/>
                  </a:lnTo>
                  <a:lnTo>
                    <a:pt x="2035" y="1541"/>
                  </a:lnTo>
                  <a:lnTo>
                    <a:pt x="2035" y="1521"/>
                  </a:lnTo>
                  <a:lnTo>
                    <a:pt x="2055" y="1482"/>
                  </a:lnTo>
                  <a:lnTo>
                    <a:pt x="2075" y="1403"/>
                  </a:lnTo>
                  <a:lnTo>
                    <a:pt x="2095" y="1324"/>
                  </a:lnTo>
                  <a:lnTo>
                    <a:pt x="2095" y="1284"/>
                  </a:lnTo>
                  <a:lnTo>
                    <a:pt x="2095" y="1245"/>
                  </a:lnTo>
                  <a:lnTo>
                    <a:pt x="2055" y="1324"/>
                  </a:lnTo>
                  <a:lnTo>
                    <a:pt x="2035" y="1383"/>
                  </a:lnTo>
                  <a:lnTo>
                    <a:pt x="2016" y="1383"/>
                  </a:lnTo>
                  <a:lnTo>
                    <a:pt x="2035" y="1343"/>
                  </a:lnTo>
                  <a:lnTo>
                    <a:pt x="2055" y="1304"/>
                  </a:lnTo>
                  <a:lnTo>
                    <a:pt x="2095" y="1225"/>
                  </a:lnTo>
                  <a:lnTo>
                    <a:pt x="2154" y="1106"/>
                  </a:lnTo>
                  <a:lnTo>
                    <a:pt x="2213" y="1027"/>
                  </a:lnTo>
                  <a:lnTo>
                    <a:pt x="2233" y="968"/>
                  </a:lnTo>
                  <a:lnTo>
                    <a:pt x="2238" y="968"/>
                  </a:lnTo>
                  <a:lnTo>
                    <a:pt x="2253" y="909"/>
                  </a:lnTo>
                  <a:lnTo>
                    <a:pt x="2253" y="889"/>
                  </a:lnTo>
                  <a:lnTo>
                    <a:pt x="2233" y="909"/>
                  </a:lnTo>
                  <a:lnTo>
                    <a:pt x="2272" y="850"/>
                  </a:lnTo>
                  <a:lnTo>
                    <a:pt x="2272" y="830"/>
                  </a:lnTo>
                  <a:lnTo>
                    <a:pt x="2272" y="810"/>
                  </a:lnTo>
                  <a:lnTo>
                    <a:pt x="2233" y="889"/>
                  </a:lnTo>
                  <a:lnTo>
                    <a:pt x="2233" y="869"/>
                  </a:lnTo>
                  <a:lnTo>
                    <a:pt x="2213" y="869"/>
                  </a:lnTo>
                  <a:lnTo>
                    <a:pt x="2193" y="889"/>
                  </a:lnTo>
                  <a:lnTo>
                    <a:pt x="2174" y="909"/>
                  </a:lnTo>
                  <a:lnTo>
                    <a:pt x="2154" y="948"/>
                  </a:lnTo>
                  <a:lnTo>
                    <a:pt x="2134" y="968"/>
                  </a:lnTo>
                  <a:lnTo>
                    <a:pt x="2114" y="968"/>
                  </a:lnTo>
                  <a:lnTo>
                    <a:pt x="2134" y="929"/>
                  </a:lnTo>
                  <a:lnTo>
                    <a:pt x="2075" y="988"/>
                  </a:lnTo>
                  <a:lnTo>
                    <a:pt x="2055" y="1087"/>
                  </a:lnTo>
                  <a:lnTo>
                    <a:pt x="2035" y="1126"/>
                  </a:lnTo>
                  <a:lnTo>
                    <a:pt x="2035" y="1106"/>
                  </a:lnTo>
                  <a:lnTo>
                    <a:pt x="2035" y="1067"/>
                  </a:lnTo>
                  <a:lnTo>
                    <a:pt x="2095" y="929"/>
                  </a:lnTo>
                  <a:lnTo>
                    <a:pt x="2035" y="1008"/>
                  </a:lnTo>
                  <a:lnTo>
                    <a:pt x="2075" y="909"/>
                  </a:lnTo>
                  <a:lnTo>
                    <a:pt x="2114" y="869"/>
                  </a:lnTo>
                  <a:lnTo>
                    <a:pt x="2114" y="889"/>
                  </a:lnTo>
                  <a:lnTo>
                    <a:pt x="2134" y="869"/>
                  </a:lnTo>
                  <a:lnTo>
                    <a:pt x="2134" y="889"/>
                  </a:lnTo>
                  <a:lnTo>
                    <a:pt x="2154" y="830"/>
                  </a:lnTo>
                  <a:lnTo>
                    <a:pt x="2174" y="830"/>
                  </a:lnTo>
                  <a:lnTo>
                    <a:pt x="2193" y="790"/>
                  </a:lnTo>
                  <a:lnTo>
                    <a:pt x="2193" y="751"/>
                  </a:lnTo>
                  <a:lnTo>
                    <a:pt x="2213" y="711"/>
                  </a:lnTo>
                  <a:lnTo>
                    <a:pt x="2193" y="731"/>
                  </a:lnTo>
                  <a:lnTo>
                    <a:pt x="2233" y="613"/>
                  </a:lnTo>
                  <a:lnTo>
                    <a:pt x="2253" y="613"/>
                  </a:lnTo>
                  <a:lnTo>
                    <a:pt x="2253" y="593"/>
                  </a:lnTo>
                  <a:lnTo>
                    <a:pt x="2253" y="573"/>
                  </a:lnTo>
                  <a:lnTo>
                    <a:pt x="2154" y="751"/>
                  </a:lnTo>
                  <a:lnTo>
                    <a:pt x="2134" y="771"/>
                  </a:lnTo>
                  <a:lnTo>
                    <a:pt x="2114" y="751"/>
                  </a:lnTo>
                  <a:lnTo>
                    <a:pt x="2154" y="711"/>
                  </a:lnTo>
                  <a:lnTo>
                    <a:pt x="2193" y="632"/>
                  </a:lnTo>
                  <a:lnTo>
                    <a:pt x="2174" y="652"/>
                  </a:lnTo>
                  <a:lnTo>
                    <a:pt x="2174" y="632"/>
                  </a:lnTo>
                  <a:lnTo>
                    <a:pt x="2154" y="672"/>
                  </a:lnTo>
                  <a:lnTo>
                    <a:pt x="2154" y="652"/>
                  </a:lnTo>
                  <a:lnTo>
                    <a:pt x="2174" y="573"/>
                  </a:lnTo>
                  <a:lnTo>
                    <a:pt x="2193" y="593"/>
                  </a:lnTo>
                  <a:lnTo>
                    <a:pt x="2213" y="534"/>
                  </a:lnTo>
                  <a:lnTo>
                    <a:pt x="2213" y="553"/>
                  </a:lnTo>
                  <a:lnTo>
                    <a:pt x="2233" y="494"/>
                  </a:lnTo>
                  <a:lnTo>
                    <a:pt x="2213" y="494"/>
                  </a:lnTo>
                  <a:lnTo>
                    <a:pt x="2213" y="514"/>
                  </a:lnTo>
                  <a:lnTo>
                    <a:pt x="2193" y="514"/>
                  </a:lnTo>
                  <a:lnTo>
                    <a:pt x="2233" y="435"/>
                  </a:lnTo>
                  <a:lnTo>
                    <a:pt x="2233" y="415"/>
                  </a:lnTo>
                  <a:lnTo>
                    <a:pt x="2213" y="395"/>
                  </a:lnTo>
                  <a:lnTo>
                    <a:pt x="2193" y="395"/>
                  </a:lnTo>
                  <a:lnTo>
                    <a:pt x="2174" y="455"/>
                  </a:lnTo>
                  <a:lnTo>
                    <a:pt x="2114" y="534"/>
                  </a:lnTo>
                  <a:lnTo>
                    <a:pt x="2154" y="435"/>
                  </a:lnTo>
                  <a:lnTo>
                    <a:pt x="2154" y="376"/>
                  </a:lnTo>
                  <a:lnTo>
                    <a:pt x="2144" y="405"/>
                  </a:lnTo>
                  <a:lnTo>
                    <a:pt x="2144" y="405"/>
                  </a:lnTo>
                  <a:lnTo>
                    <a:pt x="2134" y="415"/>
                  </a:lnTo>
                  <a:lnTo>
                    <a:pt x="2114" y="455"/>
                  </a:lnTo>
                  <a:lnTo>
                    <a:pt x="2114" y="455"/>
                  </a:lnTo>
                  <a:lnTo>
                    <a:pt x="2141" y="415"/>
                  </a:lnTo>
                  <a:lnTo>
                    <a:pt x="2141" y="415"/>
                  </a:lnTo>
                  <a:lnTo>
                    <a:pt x="2134" y="435"/>
                  </a:lnTo>
                  <a:lnTo>
                    <a:pt x="2114" y="494"/>
                  </a:lnTo>
                  <a:lnTo>
                    <a:pt x="2075" y="553"/>
                  </a:lnTo>
                  <a:lnTo>
                    <a:pt x="2055" y="553"/>
                  </a:lnTo>
                  <a:lnTo>
                    <a:pt x="2095" y="494"/>
                  </a:lnTo>
                  <a:lnTo>
                    <a:pt x="2114" y="474"/>
                  </a:lnTo>
                  <a:lnTo>
                    <a:pt x="2114" y="455"/>
                  </a:lnTo>
                  <a:lnTo>
                    <a:pt x="2114" y="435"/>
                  </a:lnTo>
                  <a:lnTo>
                    <a:pt x="2114" y="356"/>
                  </a:lnTo>
                  <a:lnTo>
                    <a:pt x="2075" y="415"/>
                  </a:lnTo>
                  <a:lnTo>
                    <a:pt x="2055" y="455"/>
                  </a:lnTo>
                  <a:lnTo>
                    <a:pt x="2075" y="435"/>
                  </a:lnTo>
                  <a:lnTo>
                    <a:pt x="2075" y="455"/>
                  </a:lnTo>
                  <a:lnTo>
                    <a:pt x="2035" y="534"/>
                  </a:lnTo>
                  <a:lnTo>
                    <a:pt x="2035" y="494"/>
                  </a:lnTo>
                  <a:lnTo>
                    <a:pt x="2035" y="455"/>
                  </a:lnTo>
                  <a:lnTo>
                    <a:pt x="2055" y="415"/>
                  </a:lnTo>
                  <a:lnTo>
                    <a:pt x="2055" y="435"/>
                  </a:lnTo>
                  <a:lnTo>
                    <a:pt x="2075" y="395"/>
                  </a:lnTo>
                  <a:lnTo>
                    <a:pt x="2035" y="395"/>
                  </a:lnTo>
                  <a:lnTo>
                    <a:pt x="2035" y="376"/>
                  </a:lnTo>
                  <a:lnTo>
                    <a:pt x="2035" y="356"/>
                  </a:lnTo>
                  <a:lnTo>
                    <a:pt x="1996" y="415"/>
                  </a:lnTo>
                  <a:lnTo>
                    <a:pt x="1976" y="494"/>
                  </a:lnTo>
                  <a:lnTo>
                    <a:pt x="1976" y="455"/>
                  </a:lnTo>
                  <a:lnTo>
                    <a:pt x="1996" y="415"/>
                  </a:lnTo>
                  <a:lnTo>
                    <a:pt x="1996" y="395"/>
                  </a:lnTo>
                  <a:lnTo>
                    <a:pt x="1976" y="395"/>
                  </a:lnTo>
                  <a:lnTo>
                    <a:pt x="1996" y="356"/>
                  </a:lnTo>
                  <a:lnTo>
                    <a:pt x="1956" y="395"/>
                  </a:lnTo>
                  <a:lnTo>
                    <a:pt x="1976" y="356"/>
                  </a:lnTo>
                  <a:lnTo>
                    <a:pt x="1976" y="336"/>
                  </a:lnTo>
                  <a:lnTo>
                    <a:pt x="1956" y="336"/>
                  </a:lnTo>
                  <a:lnTo>
                    <a:pt x="1917" y="376"/>
                  </a:lnTo>
                  <a:lnTo>
                    <a:pt x="1897" y="415"/>
                  </a:lnTo>
                  <a:lnTo>
                    <a:pt x="1858" y="435"/>
                  </a:lnTo>
                  <a:lnTo>
                    <a:pt x="1858" y="435"/>
                  </a:lnTo>
                  <a:lnTo>
                    <a:pt x="1917" y="356"/>
                  </a:lnTo>
                  <a:lnTo>
                    <a:pt x="1937" y="316"/>
                  </a:lnTo>
                  <a:lnTo>
                    <a:pt x="1937" y="297"/>
                  </a:lnTo>
                  <a:lnTo>
                    <a:pt x="1917" y="297"/>
                  </a:lnTo>
                  <a:lnTo>
                    <a:pt x="1897" y="316"/>
                  </a:lnTo>
                  <a:lnTo>
                    <a:pt x="1858" y="376"/>
                  </a:lnTo>
                  <a:lnTo>
                    <a:pt x="1858" y="376"/>
                  </a:lnTo>
                  <a:lnTo>
                    <a:pt x="1877" y="316"/>
                  </a:lnTo>
                  <a:lnTo>
                    <a:pt x="1838" y="376"/>
                  </a:lnTo>
                  <a:lnTo>
                    <a:pt x="1818" y="376"/>
                  </a:lnTo>
                  <a:lnTo>
                    <a:pt x="1838" y="336"/>
                  </a:lnTo>
                  <a:lnTo>
                    <a:pt x="1798" y="395"/>
                  </a:lnTo>
                  <a:lnTo>
                    <a:pt x="1759" y="474"/>
                  </a:lnTo>
                  <a:lnTo>
                    <a:pt x="1759" y="514"/>
                  </a:lnTo>
                  <a:lnTo>
                    <a:pt x="1779" y="494"/>
                  </a:lnTo>
                  <a:lnTo>
                    <a:pt x="1798" y="474"/>
                  </a:lnTo>
                  <a:lnTo>
                    <a:pt x="1798" y="474"/>
                  </a:lnTo>
                  <a:lnTo>
                    <a:pt x="1779" y="534"/>
                  </a:lnTo>
                  <a:lnTo>
                    <a:pt x="1759" y="613"/>
                  </a:lnTo>
                  <a:lnTo>
                    <a:pt x="1759" y="573"/>
                  </a:lnTo>
                  <a:lnTo>
                    <a:pt x="1739" y="613"/>
                  </a:lnTo>
                  <a:lnTo>
                    <a:pt x="1739" y="652"/>
                  </a:lnTo>
                  <a:lnTo>
                    <a:pt x="1680" y="711"/>
                  </a:lnTo>
                  <a:lnTo>
                    <a:pt x="1700" y="672"/>
                  </a:lnTo>
                  <a:lnTo>
                    <a:pt x="1719" y="632"/>
                  </a:lnTo>
                  <a:lnTo>
                    <a:pt x="1739" y="553"/>
                  </a:lnTo>
                  <a:lnTo>
                    <a:pt x="1719" y="593"/>
                  </a:lnTo>
                  <a:lnTo>
                    <a:pt x="1680" y="692"/>
                  </a:lnTo>
                  <a:lnTo>
                    <a:pt x="1660" y="731"/>
                  </a:lnTo>
                  <a:lnTo>
                    <a:pt x="1660" y="711"/>
                  </a:lnTo>
                  <a:lnTo>
                    <a:pt x="1660" y="672"/>
                  </a:lnTo>
                  <a:lnTo>
                    <a:pt x="1621" y="692"/>
                  </a:lnTo>
                  <a:lnTo>
                    <a:pt x="1660" y="632"/>
                  </a:lnTo>
                  <a:lnTo>
                    <a:pt x="1660" y="652"/>
                  </a:lnTo>
                  <a:lnTo>
                    <a:pt x="1680" y="613"/>
                  </a:lnTo>
                  <a:lnTo>
                    <a:pt x="1700" y="573"/>
                  </a:lnTo>
                  <a:lnTo>
                    <a:pt x="1719" y="514"/>
                  </a:lnTo>
                  <a:lnTo>
                    <a:pt x="1739" y="455"/>
                  </a:lnTo>
                  <a:lnTo>
                    <a:pt x="1798" y="356"/>
                  </a:lnTo>
                  <a:lnTo>
                    <a:pt x="1798" y="316"/>
                  </a:lnTo>
                  <a:lnTo>
                    <a:pt x="1779" y="336"/>
                  </a:lnTo>
                  <a:lnTo>
                    <a:pt x="1759" y="336"/>
                  </a:lnTo>
                  <a:lnTo>
                    <a:pt x="1739" y="376"/>
                  </a:lnTo>
                  <a:lnTo>
                    <a:pt x="1759" y="316"/>
                  </a:lnTo>
                  <a:lnTo>
                    <a:pt x="1739" y="316"/>
                  </a:lnTo>
                  <a:lnTo>
                    <a:pt x="1700" y="356"/>
                  </a:lnTo>
                  <a:lnTo>
                    <a:pt x="1700" y="356"/>
                  </a:lnTo>
                  <a:lnTo>
                    <a:pt x="1719" y="277"/>
                  </a:lnTo>
                  <a:lnTo>
                    <a:pt x="1700" y="277"/>
                  </a:lnTo>
                  <a:lnTo>
                    <a:pt x="1660" y="316"/>
                  </a:lnTo>
                  <a:lnTo>
                    <a:pt x="1621" y="356"/>
                  </a:lnTo>
                  <a:lnTo>
                    <a:pt x="1601" y="336"/>
                  </a:lnTo>
                  <a:lnTo>
                    <a:pt x="1601" y="277"/>
                  </a:lnTo>
                  <a:lnTo>
                    <a:pt x="1581" y="297"/>
                  </a:lnTo>
                  <a:lnTo>
                    <a:pt x="1561" y="297"/>
                  </a:lnTo>
                  <a:lnTo>
                    <a:pt x="1581" y="257"/>
                  </a:lnTo>
                  <a:lnTo>
                    <a:pt x="1581" y="237"/>
                  </a:lnTo>
                  <a:lnTo>
                    <a:pt x="1561" y="257"/>
                  </a:lnTo>
                  <a:lnTo>
                    <a:pt x="1542" y="277"/>
                  </a:lnTo>
                  <a:lnTo>
                    <a:pt x="1502" y="356"/>
                  </a:lnTo>
                  <a:lnTo>
                    <a:pt x="1542" y="257"/>
                  </a:lnTo>
                  <a:lnTo>
                    <a:pt x="1542" y="257"/>
                  </a:lnTo>
                  <a:lnTo>
                    <a:pt x="1463" y="277"/>
                  </a:lnTo>
                  <a:lnTo>
                    <a:pt x="1403" y="277"/>
                  </a:lnTo>
                  <a:lnTo>
                    <a:pt x="1403" y="257"/>
                  </a:lnTo>
                  <a:lnTo>
                    <a:pt x="1384" y="257"/>
                  </a:lnTo>
                  <a:lnTo>
                    <a:pt x="1344" y="297"/>
                  </a:lnTo>
                  <a:lnTo>
                    <a:pt x="1324" y="316"/>
                  </a:lnTo>
                  <a:lnTo>
                    <a:pt x="1305" y="316"/>
                  </a:lnTo>
                  <a:lnTo>
                    <a:pt x="1305" y="297"/>
                  </a:lnTo>
                  <a:lnTo>
                    <a:pt x="1285" y="336"/>
                  </a:lnTo>
                  <a:lnTo>
                    <a:pt x="1245" y="395"/>
                  </a:lnTo>
                  <a:lnTo>
                    <a:pt x="1206" y="514"/>
                  </a:lnTo>
                  <a:lnTo>
                    <a:pt x="1186" y="514"/>
                  </a:lnTo>
                  <a:lnTo>
                    <a:pt x="1206" y="474"/>
                  </a:lnTo>
                  <a:lnTo>
                    <a:pt x="1206" y="435"/>
                  </a:lnTo>
                  <a:lnTo>
                    <a:pt x="1206" y="415"/>
                  </a:lnTo>
                  <a:lnTo>
                    <a:pt x="1245" y="336"/>
                  </a:lnTo>
                  <a:lnTo>
                    <a:pt x="1285" y="257"/>
                  </a:lnTo>
                  <a:lnTo>
                    <a:pt x="1285" y="257"/>
                  </a:lnTo>
                  <a:lnTo>
                    <a:pt x="1245" y="316"/>
                  </a:lnTo>
                  <a:lnTo>
                    <a:pt x="1225" y="316"/>
                  </a:lnTo>
                  <a:lnTo>
                    <a:pt x="1225" y="277"/>
                  </a:lnTo>
                  <a:lnTo>
                    <a:pt x="1225" y="257"/>
                  </a:lnTo>
                  <a:lnTo>
                    <a:pt x="1245" y="237"/>
                  </a:lnTo>
                  <a:lnTo>
                    <a:pt x="1225" y="218"/>
                  </a:lnTo>
                  <a:lnTo>
                    <a:pt x="1206" y="257"/>
                  </a:lnTo>
                  <a:lnTo>
                    <a:pt x="1186" y="297"/>
                  </a:lnTo>
                  <a:lnTo>
                    <a:pt x="1186" y="277"/>
                  </a:lnTo>
                  <a:lnTo>
                    <a:pt x="1166" y="336"/>
                  </a:lnTo>
                  <a:lnTo>
                    <a:pt x="1186" y="257"/>
                  </a:lnTo>
                  <a:lnTo>
                    <a:pt x="1166" y="297"/>
                  </a:lnTo>
                  <a:lnTo>
                    <a:pt x="1146" y="316"/>
                  </a:lnTo>
                  <a:lnTo>
                    <a:pt x="1146" y="297"/>
                  </a:lnTo>
                  <a:lnTo>
                    <a:pt x="1146" y="277"/>
                  </a:lnTo>
                  <a:lnTo>
                    <a:pt x="1166" y="218"/>
                  </a:lnTo>
                  <a:lnTo>
                    <a:pt x="1127" y="257"/>
                  </a:lnTo>
                  <a:lnTo>
                    <a:pt x="1146" y="218"/>
                  </a:lnTo>
                  <a:lnTo>
                    <a:pt x="1107" y="198"/>
                  </a:lnTo>
                  <a:lnTo>
                    <a:pt x="1107" y="178"/>
                  </a:lnTo>
                  <a:lnTo>
                    <a:pt x="1087" y="158"/>
                  </a:lnTo>
                  <a:lnTo>
                    <a:pt x="1067" y="178"/>
                  </a:lnTo>
                  <a:lnTo>
                    <a:pt x="1028" y="237"/>
                  </a:lnTo>
                  <a:lnTo>
                    <a:pt x="1028" y="257"/>
                  </a:lnTo>
                  <a:lnTo>
                    <a:pt x="1008" y="297"/>
                  </a:lnTo>
                  <a:lnTo>
                    <a:pt x="988" y="336"/>
                  </a:lnTo>
                  <a:lnTo>
                    <a:pt x="969" y="336"/>
                  </a:lnTo>
                  <a:lnTo>
                    <a:pt x="988" y="297"/>
                  </a:lnTo>
                  <a:lnTo>
                    <a:pt x="988" y="257"/>
                  </a:lnTo>
                  <a:lnTo>
                    <a:pt x="1008" y="218"/>
                  </a:lnTo>
                  <a:lnTo>
                    <a:pt x="988" y="218"/>
                  </a:lnTo>
                  <a:lnTo>
                    <a:pt x="1008" y="178"/>
                  </a:lnTo>
                  <a:lnTo>
                    <a:pt x="988" y="198"/>
                  </a:lnTo>
                  <a:lnTo>
                    <a:pt x="949" y="218"/>
                  </a:lnTo>
                  <a:lnTo>
                    <a:pt x="969" y="198"/>
                  </a:lnTo>
                  <a:lnTo>
                    <a:pt x="988" y="158"/>
                  </a:lnTo>
                  <a:lnTo>
                    <a:pt x="969" y="178"/>
                  </a:lnTo>
                  <a:lnTo>
                    <a:pt x="988" y="139"/>
                  </a:lnTo>
                  <a:lnTo>
                    <a:pt x="969" y="158"/>
                  </a:lnTo>
                  <a:lnTo>
                    <a:pt x="949" y="178"/>
                  </a:lnTo>
                  <a:lnTo>
                    <a:pt x="909" y="257"/>
                  </a:lnTo>
                  <a:lnTo>
                    <a:pt x="909" y="237"/>
                  </a:lnTo>
                  <a:lnTo>
                    <a:pt x="890" y="257"/>
                  </a:lnTo>
                  <a:lnTo>
                    <a:pt x="949" y="178"/>
                  </a:lnTo>
                  <a:lnTo>
                    <a:pt x="870" y="277"/>
                  </a:lnTo>
                  <a:lnTo>
                    <a:pt x="890" y="237"/>
                  </a:lnTo>
                  <a:lnTo>
                    <a:pt x="870" y="257"/>
                  </a:lnTo>
                  <a:lnTo>
                    <a:pt x="870" y="237"/>
                  </a:lnTo>
                  <a:lnTo>
                    <a:pt x="830" y="297"/>
                  </a:lnTo>
                  <a:lnTo>
                    <a:pt x="811" y="336"/>
                  </a:lnTo>
                  <a:lnTo>
                    <a:pt x="811" y="297"/>
                  </a:lnTo>
                  <a:lnTo>
                    <a:pt x="850" y="198"/>
                  </a:lnTo>
                  <a:lnTo>
                    <a:pt x="850" y="218"/>
                  </a:lnTo>
                  <a:lnTo>
                    <a:pt x="850" y="237"/>
                  </a:lnTo>
                  <a:lnTo>
                    <a:pt x="870" y="178"/>
                  </a:lnTo>
                  <a:lnTo>
                    <a:pt x="870" y="139"/>
                  </a:lnTo>
                  <a:lnTo>
                    <a:pt x="850" y="119"/>
                  </a:lnTo>
                  <a:lnTo>
                    <a:pt x="830" y="119"/>
                  </a:lnTo>
                  <a:lnTo>
                    <a:pt x="811" y="139"/>
                  </a:lnTo>
                  <a:lnTo>
                    <a:pt x="791" y="119"/>
                  </a:lnTo>
                  <a:lnTo>
                    <a:pt x="771" y="139"/>
                  </a:lnTo>
                  <a:lnTo>
                    <a:pt x="751" y="79"/>
                  </a:lnTo>
                  <a:lnTo>
                    <a:pt x="692" y="79"/>
                  </a:lnTo>
                  <a:lnTo>
                    <a:pt x="672" y="119"/>
                  </a:lnTo>
                  <a:lnTo>
                    <a:pt x="672" y="60"/>
                  </a:lnTo>
                  <a:lnTo>
                    <a:pt x="633" y="139"/>
                  </a:lnTo>
                  <a:lnTo>
                    <a:pt x="593" y="158"/>
                  </a:lnTo>
                  <a:lnTo>
                    <a:pt x="554" y="198"/>
                  </a:lnTo>
                  <a:lnTo>
                    <a:pt x="495" y="297"/>
                  </a:lnTo>
                  <a:lnTo>
                    <a:pt x="514" y="237"/>
                  </a:lnTo>
                  <a:lnTo>
                    <a:pt x="554" y="178"/>
                  </a:lnTo>
                  <a:lnTo>
                    <a:pt x="514" y="218"/>
                  </a:lnTo>
                  <a:lnTo>
                    <a:pt x="495" y="237"/>
                  </a:lnTo>
                  <a:lnTo>
                    <a:pt x="495" y="237"/>
                  </a:lnTo>
                  <a:lnTo>
                    <a:pt x="514" y="198"/>
                  </a:lnTo>
                  <a:lnTo>
                    <a:pt x="514" y="178"/>
                  </a:lnTo>
                  <a:lnTo>
                    <a:pt x="534" y="158"/>
                  </a:lnTo>
                  <a:lnTo>
                    <a:pt x="534" y="139"/>
                  </a:lnTo>
                  <a:lnTo>
                    <a:pt x="514" y="158"/>
                  </a:lnTo>
                  <a:lnTo>
                    <a:pt x="514" y="139"/>
                  </a:lnTo>
                  <a:lnTo>
                    <a:pt x="475" y="218"/>
                  </a:lnTo>
                  <a:lnTo>
                    <a:pt x="435" y="277"/>
                  </a:lnTo>
                  <a:lnTo>
                    <a:pt x="416" y="316"/>
                  </a:lnTo>
                  <a:lnTo>
                    <a:pt x="416" y="297"/>
                  </a:lnTo>
                  <a:lnTo>
                    <a:pt x="356" y="336"/>
                  </a:lnTo>
                  <a:lnTo>
                    <a:pt x="277" y="336"/>
                  </a:lnTo>
                  <a:lnTo>
                    <a:pt x="238" y="297"/>
                  </a:lnTo>
                  <a:lnTo>
                    <a:pt x="258" y="257"/>
                  </a:lnTo>
                  <a:lnTo>
                    <a:pt x="238" y="257"/>
                  </a:lnTo>
                  <a:lnTo>
                    <a:pt x="238" y="237"/>
                  </a:lnTo>
                  <a:lnTo>
                    <a:pt x="258" y="198"/>
                  </a:lnTo>
                  <a:lnTo>
                    <a:pt x="238" y="218"/>
                  </a:lnTo>
                  <a:lnTo>
                    <a:pt x="218" y="237"/>
                  </a:lnTo>
                  <a:lnTo>
                    <a:pt x="218" y="198"/>
                  </a:lnTo>
                  <a:lnTo>
                    <a:pt x="238" y="198"/>
                  </a:lnTo>
                  <a:lnTo>
                    <a:pt x="218" y="178"/>
                  </a:lnTo>
                  <a:lnTo>
                    <a:pt x="218" y="158"/>
                  </a:lnTo>
                  <a:lnTo>
                    <a:pt x="218" y="119"/>
                  </a:lnTo>
                  <a:lnTo>
                    <a:pt x="198" y="139"/>
                  </a:lnTo>
                  <a:lnTo>
                    <a:pt x="2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 name="Google Shape;2454;p9"/>
            <p:cNvSpPr/>
            <p:nvPr/>
          </p:nvSpPr>
          <p:spPr>
            <a:xfrm>
              <a:off x="-1572875" y="3408225"/>
              <a:ext cx="25" cy="500"/>
            </a:xfrm>
            <a:custGeom>
              <a:rect b="b" l="l" r="r" t="t"/>
              <a:pathLst>
                <a:path extrusionOk="0" h="20" w="1">
                  <a:moveTo>
                    <a:pt x="1" y="20"/>
                  </a:moveTo>
                  <a:lnTo>
                    <a:pt x="1" y="20"/>
                  </a:lnTo>
                  <a:lnTo>
                    <a:pt x="1" y="0"/>
                  </a:lnTo>
                  <a:lnTo>
                    <a:pt x="1" y="20"/>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 name="Google Shape;2455;p9"/>
            <p:cNvSpPr/>
            <p:nvPr/>
          </p:nvSpPr>
          <p:spPr>
            <a:xfrm>
              <a:off x="-1607925" y="342155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
            <p:cNvSpPr/>
            <p:nvPr/>
          </p:nvSpPr>
          <p:spPr>
            <a:xfrm>
              <a:off x="-1578300" y="3422050"/>
              <a:ext cx="525" cy="25"/>
            </a:xfrm>
            <a:custGeom>
              <a:rect b="b" l="l" r="r" t="t"/>
              <a:pathLst>
                <a:path extrusionOk="0" h="1" w="21">
                  <a:moveTo>
                    <a:pt x="0" y="0"/>
                  </a:moveTo>
                  <a:lnTo>
                    <a:pt x="0" y="0"/>
                  </a:lnTo>
                  <a:lnTo>
                    <a:pt x="2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
            <p:cNvSpPr/>
            <p:nvPr/>
          </p:nvSpPr>
          <p:spPr>
            <a:xfrm>
              <a:off x="-1684975" y="3350450"/>
              <a:ext cx="25" cy="500"/>
            </a:xfrm>
            <a:custGeom>
              <a:rect b="b" l="l" r="r" t="t"/>
              <a:pathLst>
                <a:path extrusionOk="0" h="20" w="1">
                  <a:moveTo>
                    <a:pt x="1" y="20"/>
                  </a:move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 name="Google Shape;2458;p9"/>
            <p:cNvSpPr/>
            <p:nvPr/>
          </p:nvSpPr>
          <p:spPr>
            <a:xfrm>
              <a:off x="-1685450" y="3348475"/>
              <a:ext cx="500" cy="25"/>
            </a:xfrm>
            <a:custGeom>
              <a:rect b="b" l="l" r="r" t="t"/>
              <a:pathLst>
                <a:path extrusionOk="0" h="1" w="20">
                  <a:moveTo>
                    <a:pt x="0" y="0"/>
                  </a:moveTo>
                  <a:lnTo>
                    <a:pt x="0" y="0"/>
                  </a:lnTo>
                  <a:lnTo>
                    <a:pt x="0" y="0"/>
                  </a:lnTo>
                  <a:lnTo>
                    <a:pt x="0" y="0"/>
                  </a:lnTo>
                  <a:lnTo>
                    <a:pt x="2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 name="Google Shape;2459;p9"/>
            <p:cNvSpPr/>
            <p:nvPr/>
          </p:nvSpPr>
          <p:spPr>
            <a:xfrm>
              <a:off x="-1696325" y="3346500"/>
              <a:ext cx="18800" cy="6925"/>
            </a:xfrm>
            <a:custGeom>
              <a:rect b="b" l="l" r="r" t="t"/>
              <a:pathLst>
                <a:path extrusionOk="0" h="277" w="752">
                  <a:moveTo>
                    <a:pt x="435" y="40"/>
                  </a:moveTo>
                  <a:lnTo>
                    <a:pt x="455" y="59"/>
                  </a:lnTo>
                  <a:lnTo>
                    <a:pt x="455" y="79"/>
                  </a:lnTo>
                  <a:lnTo>
                    <a:pt x="494" y="79"/>
                  </a:lnTo>
                  <a:lnTo>
                    <a:pt x="435" y="40"/>
                  </a:lnTo>
                  <a:close/>
                  <a:moveTo>
                    <a:pt x="494" y="79"/>
                  </a:moveTo>
                  <a:lnTo>
                    <a:pt x="521" y="86"/>
                  </a:lnTo>
                  <a:lnTo>
                    <a:pt x="521" y="86"/>
                  </a:lnTo>
                  <a:lnTo>
                    <a:pt x="514" y="79"/>
                  </a:lnTo>
                  <a:close/>
                  <a:moveTo>
                    <a:pt x="652" y="158"/>
                  </a:moveTo>
                  <a:lnTo>
                    <a:pt x="672" y="178"/>
                  </a:lnTo>
                  <a:lnTo>
                    <a:pt x="712" y="178"/>
                  </a:lnTo>
                  <a:lnTo>
                    <a:pt x="692" y="158"/>
                  </a:lnTo>
                  <a:close/>
                  <a:moveTo>
                    <a:pt x="1" y="0"/>
                  </a:moveTo>
                  <a:lnTo>
                    <a:pt x="40" y="40"/>
                  </a:lnTo>
                  <a:lnTo>
                    <a:pt x="99" y="59"/>
                  </a:lnTo>
                  <a:lnTo>
                    <a:pt x="60" y="59"/>
                  </a:lnTo>
                  <a:lnTo>
                    <a:pt x="99" y="79"/>
                  </a:lnTo>
                  <a:lnTo>
                    <a:pt x="178" y="119"/>
                  </a:lnTo>
                  <a:lnTo>
                    <a:pt x="198" y="119"/>
                  </a:lnTo>
                  <a:lnTo>
                    <a:pt x="178" y="99"/>
                  </a:lnTo>
                  <a:lnTo>
                    <a:pt x="178" y="99"/>
                  </a:lnTo>
                  <a:lnTo>
                    <a:pt x="238" y="119"/>
                  </a:lnTo>
                  <a:lnTo>
                    <a:pt x="356" y="138"/>
                  </a:lnTo>
                  <a:lnTo>
                    <a:pt x="336" y="138"/>
                  </a:lnTo>
                  <a:lnTo>
                    <a:pt x="376" y="158"/>
                  </a:lnTo>
                  <a:lnTo>
                    <a:pt x="396" y="158"/>
                  </a:lnTo>
                  <a:lnTo>
                    <a:pt x="356" y="119"/>
                  </a:lnTo>
                  <a:lnTo>
                    <a:pt x="356" y="119"/>
                  </a:lnTo>
                  <a:lnTo>
                    <a:pt x="396" y="138"/>
                  </a:lnTo>
                  <a:lnTo>
                    <a:pt x="415" y="138"/>
                  </a:lnTo>
                  <a:lnTo>
                    <a:pt x="415" y="119"/>
                  </a:lnTo>
                  <a:lnTo>
                    <a:pt x="435" y="119"/>
                  </a:lnTo>
                  <a:lnTo>
                    <a:pt x="554" y="178"/>
                  </a:lnTo>
                  <a:lnTo>
                    <a:pt x="534" y="178"/>
                  </a:lnTo>
                  <a:lnTo>
                    <a:pt x="455" y="138"/>
                  </a:lnTo>
                  <a:lnTo>
                    <a:pt x="455" y="158"/>
                  </a:lnTo>
                  <a:lnTo>
                    <a:pt x="494" y="178"/>
                  </a:lnTo>
                  <a:lnTo>
                    <a:pt x="514" y="178"/>
                  </a:lnTo>
                  <a:lnTo>
                    <a:pt x="593" y="217"/>
                  </a:lnTo>
                  <a:lnTo>
                    <a:pt x="573" y="237"/>
                  </a:lnTo>
                  <a:lnTo>
                    <a:pt x="593" y="237"/>
                  </a:lnTo>
                  <a:lnTo>
                    <a:pt x="672" y="257"/>
                  </a:lnTo>
                  <a:lnTo>
                    <a:pt x="692" y="237"/>
                  </a:lnTo>
                  <a:lnTo>
                    <a:pt x="751" y="257"/>
                  </a:lnTo>
                  <a:lnTo>
                    <a:pt x="692" y="198"/>
                  </a:lnTo>
                  <a:lnTo>
                    <a:pt x="731" y="217"/>
                  </a:lnTo>
                  <a:lnTo>
                    <a:pt x="712" y="198"/>
                  </a:lnTo>
                  <a:lnTo>
                    <a:pt x="672" y="178"/>
                  </a:lnTo>
                  <a:lnTo>
                    <a:pt x="633" y="158"/>
                  </a:lnTo>
                  <a:lnTo>
                    <a:pt x="554" y="119"/>
                  </a:lnTo>
                  <a:lnTo>
                    <a:pt x="633" y="138"/>
                  </a:lnTo>
                  <a:lnTo>
                    <a:pt x="652" y="158"/>
                  </a:lnTo>
                  <a:lnTo>
                    <a:pt x="652" y="138"/>
                  </a:lnTo>
                  <a:lnTo>
                    <a:pt x="712" y="158"/>
                  </a:lnTo>
                  <a:lnTo>
                    <a:pt x="633" y="119"/>
                  </a:lnTo>
                  <a:lnTo>
                    <a:pt x="652" y="119"/>
                  </a:lnTo>
                  <a:lnTo>
                    <a:pt x="573" y="99"/>
                  </a:lnTo>
                  <a:lnTo>
                    <a:pt x="534" y="59"/>
                  </a:lnTo>
                  <a:lnTo>
                    <a:pt x="514" y="59"/>
                  </a:lnTo>
                  <a:lnTo>
                    <a:pt x="534" y="79"/>
                  </a:lnTo>
                  <a:lnTo>
                    <a:pt x="573" y="99"/>
                  </a:lnTo>
                  <a:lnTo>
                    <a:pt x="573" y="99"/>
                  </a:lnTo>
                  <a:lnTo>
                    <a:pt x="521" y="86"/>
                  </a:lnTo>
                  <a:lnTo>
                    <a:pt x="521" y="86"/>
                  </a:lnTo>
                  <a:lnTo>
                    <a:pt x="534" y="99"/>
                  </a:lnTo>
                  <a:lnTo>
                    <a:pt x="475" y="99"/>
                  </a:lnTo>
                  <a:lnTo>
                    <a:pt x="494" y="119"/>
                  </a:lnTo>
                  <a:lnTo>
                    <a:pt x="317" y="79"/>
                  </a:lnTo>
                  <a:lnTo>
                    <a:pt x="178" y="20"/>
                  </a:lnTo>
                  <a:lnTo>
                    <a:pt x="159" y="40"/>
                  </a:lnTo>
                  <a:lnTo>
                    <a:pt x="178" y="40"/>
                  </a:lnTo>
                  <a:lnTo>
                    <a:pt x="198" y="59"/>
                  </a:lnTo>
                  <a:lnTo>
                    <a:pt x="99" y="40"/>
                  </a:lnTo>
                  <a:lnTo>
                    <a:pt x="1" y="0"/>
                  </a:lnTo>
                  <a:close/>
                  <a:moveTo>
                    <a:pt x="672" y="257"/>
                  </a:moveTo>
                  <a:lnTo>
                    <a:pt x="751" y="277"/>
                  </a:lnTo>
                  <a:lnTo>
                    <a:pt x="712" y="257"/>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9"/>
            <p:cNvSpPr/>
            <p:nvPr/>
          </p:nvSpPr>
          <p:spPr>
            <a:xfrm>
              <a:off x="-1679050" y="3346000"/>
              <a:ext cx="3000" cy="1500"/>
            </a:xfrm>
            <a:custGeom>
              <a:rect b="b" l="l" r="r" t="t"/>
              <a:pathLst>
                <a:path extrusionOk="0" h="60" w="120">
                  <a:moveTo>
                    <a:pt x="119" y="60"/>
                  </a:moveTo>
                  <a:lnTo>
                    <a:pt x="119" y="60"/>
                  </a:lnTo>
                  <a:lnTo>
                    <a:pt x="1" y="0"/>
                  </a:lnTo>
                  <a:lnTo>
                    <a:pt x="1" y="0"/>
                  </a:lnTo>
                  <a:lnTo>
                    <a:pt x="80" y="40"/>
                  </a:lnTo>
                  <a:lnTo>
                    <a:pt x="119" y="60"/>
                  </a:lnTo>
                  <a:lnTo>
                    <a:pt x="119" y="6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9"/>
            <p:cNvSpPr/>
            <p:nvPr/>
          </p:nvSpPr>
          <p:spPr>
            <a:xfrm>
              <a:off x="-1681025" y="3345500"/>
              <a:ext cx="2000" cy="1025"/>
            </a:xfrm>
            <a:custGeom>
              <a:rect b="b" l="l" r="r" t="t"/>
              <a:pathLst>
                <a:path extrusionOk="0" h="41" w="80">
                  <a:moveTo>
                    <a:pt x="1" y="1"/>
                  </a:moveTo>
                  <a:lnTo>
                    <a:pt x="33" y="9"/>
                  </a:lnTo>
                  <a:lnTo>
                    <a:pt x="33" y="9"/>
                  </a:lnTo>
                  <a:lnTo>
                    <a:pt x="21" y="1"/>
                  </a:lnTo>
                  <a:close/>
                  <a:moveTo>
                    <a:pt x="33" y="9"/>
                  </a:moveTo>
                  <a:lnTo>
                    <a:pt x="80" y="40"/>
                  </a:lnTo>
                  <a:lnTo>
                    <a:pt x="80" y="20"/>
                  </a:lnTo>
                  <a:lnTo>
                    <a:pt x="33" y="9"/>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 name="Google Shape;2462;p9"/>
            <p:cNvSpPr/>
            <p:nvPr/>
          </p:nvSpPr>
          <p:spPr>
            <a:xfrm>
              <a:off x="-1702750" y="3291175"/>
              <a:ext cx="39525" cy="57325"/>
            </a:xfrm>
            <a:custGeom>
              <a:rect b="b" l="l" r="r" t="t"/>
              <a:pathLst>
                <a:path extrusionOk="0" h="2293" w="1581">
                  <a:moveTo>
                    <a:pt x="1403" y="356"/>
                  </a:moveTo>
                  <a:lnTo>
                    <a:pt x="1403" y="376"/>
                  </a:lnTo>
                  <a:lnTo>
                    <a:pt x="1423" y="376"/>
                  </a:lnTo>
                  <a:lnTo>
                    <a:pt x="1403" y="356"/>
                  </a:lnTo>
                  <a:close/>
                  <a:moveTo>
                    <a:pt x="179" y="752"/>
                  </a:moveTo>
                  <a:lnTo>
                    <a:pt x="208" y="761"/>
                  </a:lnTo>
                  <a:lnTo>
                    <a:pt x="198" y="752"/>
                  </a:lnTo>
                  <a:close/>
                  <a:moveTo>
                    <a:pt x="139" y="732"/>
                  </a:moveTo>
                  <a:lnTo>
                    <a:pt x="100" y="752"/>
                  </a:lnTo>
                  <a:lnTo>
                    <a:pt x="179" y="771"/>
                  </a:lnTo>
                  <a:lnTo>
                    <a:pt x="159" y="752"/>
                  </a:lnTo>
                  <a:lnTo>
                    <a:pt x="179" y="752"/>
                  </a:lnTo>
                  <a:lnTo>
                    <a:pt x="139" y="732"/>
                  </a:lnTo>
                  <a:close/>
                  <a:moveTo>
                    <a:pt x="208" y="761"/>
                  </a:moveTo>
                  <a:lnTo>
                    <a:pt x="218" y="771"/>
                  </a:lnTo>
                  <a:lnTo>
                    <a:pt x="248" y="781"/>
                  </a:lnTo>
                  <a:lnTo>
                    <a:pt x="248" y="781"/>
                  </a:lnTo>
                  <a:lnTo>
                    <a:pt x="238" y="771"/>
                  </a:lnTo>
                  <a:lnTo>
                    <a:pt x="208" y="761"/>
                  </a:lnTo>
                  <a:close/>
                  <a:moveTo>
                    <a:pt x="1403" y="870"/>
                  </a:moveTo>
                  <a:lnTo>
                    <a:pt x="1443" y="910"/>
                  </a:lnTo>
                  <a:lnTo>
                    <a:pt x="1443" y="910"/>
                  </a:lnTo>
                  <a:lnTo>
                    <a:pt x="1423" y="870"/>
                  </a:lnTo>
                  <a:close/>
                  <a:moveTo>
                    <a:pt x="139" y="890"/>
                  </a:moveTo>
                  <a:lnTo>
                    <a:pt x="238" y="929"/>
                  </a:lnTo>
                  <a:lnTo>
                    <a:pt x="179" y="890"/>
                  </a:lnTo>
                  <a:close/>
                  <a:moveTo>
                    <a:pt x="1033" y="1537"/>
                  </a:moveTo>
                  <a:lnTo>
                    <a:pt x="1028" y="1542"/>
                  </a:lnTo>
                  <a:lnTo>
                    <a:pt x="1048" y="1542"/>
                  </a:lnTo>
                  <a:lnTo>
                    <a:pt x="1033" y="1537"/>
                  </a:lnTo>
                  <a:close/>
                  <a:moveTo>
                    <a:pt x="139" y="1561"/>
                  </a:moveTo>
                  <a:lnTo>
                    <a:pt x="159" y="1581"/>
                  </a:lnTo>
                  <a:lnTo>
                    <a:pt x="218" y="1581"/>
                  </a:lnTo>
                  <a:lnTo>
                    <a:pt x="139" y="1561"/>
                  </a:lnTo>
                  <a:close/>
                  <a:moveTo>
                    <a:pt x="40" y="1621"/>
                  </a:moveTo>
                  <a:lnTo>
                    <a:pt x="119" y="1660"/>
                  </a:lnTo>
                  <a:lnTo>
                    <a:pt x="139" y="1680"/>
                  </a:lnTo>
                  <a:lnTo>
                    <a:pt x="159" y="1700"/>
                  </a:lnTo>
                  <a:lnTo>
                    <a:pt x="198" y="1719"/>
                  </a:lnTo>
                  <a:lnTo>
                    <a:pt x="258" y="1739"/>
                  </a:lnTo>
                  <a:lnTo>
                    <a:pt x="277" y="1739"/>
                  </a:lnTo>
                  <a:lnTo>
                    <a:pt x="238" y="1719"/>
                  </a:lnTo>
                  <a:lnTo>
                    <a:pt x="218" y="1700"/>
                  </a:lnTo>
                  <a:lnTo>
                    <a:pt x="258" y="1700"/>
                  </a:lnTo>
                  <a:lnTo>
                    <a:pt x="139" y="1660"/>
                  </a:lnTo>
                  <a:lnTo>
                    <a:pt x="159" y="1640"/>
                  </a:lnTo>
                  <a:lnTo>
                    <a:pt x="139" y="1640"/>
                  </a:lnTo>
                  <a:lnTo>
                    <a:pt x="40" y="1621"/>
                  </a:lnTo>
                  <a:close/>
                  <a:moveTo>
                    <a:pt x="475" y="1818"/>
                  </a:moveTo>
                  <a:lnTo>
                    <a:pt x="495" y="1838"/>
                  </a:lnTo>
                  <a:lnTo>
                    <a:pt x="514" y="1838"/>
                  </a:lnTo>
                  <a:lnTo>
                    <a:pt x="475" y="1818"/>
                  </a:lnTo>
                  <a:close/>
                  <a:moveTo>
                    <a:pt x="1245" y="1996"/>
                  </a:moveTo>
                  <a:lnTo>
                    <a:pt x="1304" y="2016"/>
                  </a:lnTo>
                  <a:lnTo>
                    <a:pt x="1304" y="2016"/>
                  </a:lnTo>
                  <a:lnTo>
                    <a:pt x="1285" y="1996"/>
                  </a:lnTo>
                  <a:close/>
                  <a:moveTo>
                    <a:pt x="159" y="2095"/>
                  </a:moveTo>
                  <a:lnTo>
                    <a:pt x="179" y="2114"/>
                  </a:lnTo>
                  <a:lnTo>
                    <a:pt x="198" y="2095"/>
                  </a:lnTo>
                  <a:close/>
                  <a:moveTo>
                    <a:pt x="1462" y="1"/>
                  </a:moveTo>
                  <a:lnTo>
                    <a:pt x="850" y="317"/>
                  </a:lnTo>
                  <a:lnTo>
                    <a:pt x="297" y="633"/>
                  </a:lnTo>
                  <a:lnTo>
                    <a:pt x="198" y="692"/>
                  </a:lnTo>
                  <a:lnTo>
                    <a:pt x="238" y="692"/>
                  </a:lnTo>
                  <a:lnTo>
                    <a:pt x="238" y="712"/>
                  </a:lnTo>
                  <a:lnTo>
                    <a:pt x="277" y="732"/>
                  </a:lnTo>
                  <a:lnTo>
                    <a:pt x="297" y="752"/>
                  </a:lnTo>
                  <a:lnTo>
                    <a:pt x="297" y="771"/>
                  </a:lnTo>
                  <a:lnTo>
                    <a:pt x="317" y="771"/>
                  </a:lnTo>
                  <a:lnTo>
                    <a:pt x="337" y="791"/>
                  </a:lnTo>
                  <a:lnTo>
                    <a:pt x="337" y="811"/>
                  </a:lnTo>
                  <a:lnTo>
                    <a:pt x="297" y="791"/>
                  </a:lnTo>
                  <a:lnTo>
                    <a:pt x="277" y="791"/>
                  </a:lnTo>
                  <a:lnTo>
                    <a:pt x="248" y="781"/>
                  </a:lnTo>
                  <a:lnTo>
                    <a:pt x="248" y="781"/>
                  </a:lnTo>
                  <a:lnTo>
                    <a:pt x="258" y="791"/>
                  </a:lnTo>
                  <a:lnTo>
                    <a:pt x="277" y="811"/>
                  </a:lnTo>
                  <a:lnTo>
                    <a:pt x="258" y="811"/>
                  </a:lnTo>
                  <a:lnTo>
                    <a:pt x="238" y="791"/>
                  </a:lnTo>
                  <a:lnTo>
                    <a:pt x="238" y="811"/>
                  </a:lnTo>
                  <a:lnTo>
                    <a:pt x="258" y="831"/>
                  </a:lnTo>
                  <a:lnTo>
                    <a:pt x="198" y="811"/>
                  </a:lnTo>
                  <a:lnTo>
                    <a:pt x="218" y="831"/>
                  </a:lnTo>
                  <a:lnTo>
                    <a:pt x="159" y="831"/>
                  </a:lnTo>
                  <a:lnTo>
                    <a:pt x="179" y="850"/>
                  </a:lnTo>
                  <a:lnTo>
                    <a:pt x="218" y="870"/>
                  </a:lnTo>
                  <a:lnTo>
                    <a:pt x="277" y="870"/>
                  </a:lnTo>
                  <a:lnTo>
                    <a:pt x="356" y="910"/>
                  </a:lnTo>
                  <a:lnTo>
                    <a:pt x="356" y="929"/>
                  </a:lnTo>
                  <a:lnTo>
                    <a:pt x="297" y="929"/>
                  </a:lnTo>
                  <a:lnTo>
                    <a:pt x="337" y="949"/>
                  </a:lnTo>
                  <a:lnTo>
                    <a:pt x="297" y="949"/>
                  </a:lnTo>
                  <a:lnTo>
                    <a:pt x="297" y="969"/>
                  </a:lnTo>
                  <a:lnTo>
                    <a:pt x="258" y="949"/>
                  </a:lnTo>
                  <a:lnTo>
                    <a:pt x="258" y="929"/>
                  </a:lnTo>
                  <a:lnTo>
                    <a:pt x="198" y="929"/>
                  </a:lnTo>
                  <a:lnTo>
                    <a:pt x="159" y="910"/>
                  </a:lnTo>
                  <a:lnTo>
                    <a:pt x="176" y="945"/>
                  </a:lnTo>
                  <a:lnTo>
                    <a:pt x="176" y="945"/>
                  </a:lnTo>
                  <a:lnTo>
                    <a:pt x="100" y="929"/>
                  </a:lnTo>
                  <a:lnTo>
                    <a:pt x="80" y="929"/>
                  </a:lnTo>
                  <a:lnTo>
                    <a:pt x="119" y="949"/>
                  </a:lnTo>
                  <a:lnTo>
                    <a:pt x="159" y="949"/>
                  </a:lnTo>
                  <a:lnTo>
                    <a:pt x="159" y="969"/>
                  </a:lnTo>
                  <a:lnTo>
                    <a:pt x="139" y="969"/>
                  </a:lnTo>
                  <a:lnTo>
                    <a:pt x="139" y="989"/>
                  </a:lnTo>
                  <a:lnTo>
                    <a:pt x="119" y="989"/>
                  </a:lnTo>
                  <a:lnTo>
                    <a:pt x="179" y="1008"/>
                  </a:lnTo>
                  <a:lnTo>
                    <a:pt x="179" y="1008"/>
                  </a:lnTo>
                  <a:lnTo>
                    <a:pt x="159" y="989"/>
                  </a:lnTo>
                  <a:lnTo>
                    <a:pt x="198" y="989"/>
                  </a:lnTo>
                  <a:lnTo>
                    <a:pt x="218" y="1008"/>
                  </a:lnTo>
                  <a:lnTo>
                    <a:pt x="218" y="1028"/>
                  </a:lnTo>
                  <a:lnTo>
                    <a:pt x="238" y="1048"/>
                  </a:lnTo>
                  <a:lnTo>
                    <a:pt x="258" y="1087"/>
                  </a:lnTo>
                  <a:lnTo>
                    <a:pt x="198" y="1087"/>
                  </a:lnTo>
                  <a:lnTo>
                    <a:pt x="139" y="1048"/>
                  </a:lnTo>
                  <a:lnTo>
                    <a:pt x="139" y="1028"/>
                  </a:lnTo>
                  <a:lnTo>
                    <a:pt x="139" y="1008"/>
                  </a:lnTo>
                  <a:lnTo>
                    <a:pt x="119" y="1028"/>
                  </a:lnTo>
                  <a:lnTo>
                    <a:pt x="119" y="1048"/>
                  </a:lnTo>
                  <a:lnTo>
                    <a:pt x="159" y="1087"/>
                  </a:lnTo>
                  <a:lnTo>
                    <a:pt x="139" y="1087"/>
                  </a:lnTo>
                  <a:lnTo>
                    <a:pt x="80" y="1068"/>
                  </a:lnTo>
                  <a:lnTo>
                    <a:pt x="21" y="1068"/>
                  </a:lnTo>
                  <a:lnTo>
                    <a:pt x="21" y="1087"/>
                  </a:lnTo>
                  <a:lnTo>
                    <a:pt x="119" y="1107"/>
                  </a:lnTo>
                  <a:lnTo>
                    <a:pt x="100" y="1127"/>
                  </a:lnTo>
                  <a:lnTo>
                    <a:pt x="139" y="1127"/>
                  </a:lnTo>
                  <a:lnTo>
                    <a:pt x="179" y="1147"/>
                  </a:lnTo>
                  <a:lnTo>
                    <a:pt x="159" y="1147"/>
                  </a:lnTo>
                  <a:lnTo>
                    <a:pt x="119" y="1127"/>
                  </a:lnTo>
                  <a:lnTo>
                    <a:pt x="119" y="1147"/>
                  </a:lnTo>
                  <a:lnTo>
                    <a:pt x="100" y="1147"/>
                  </a:lnTo>
                  <a:lnTo>
                    <a:pt x="159" y="1166"/>
                  </a:lnTo>
                  <a:lnTo>
                    <a:pt x="198" y="1206"/>
                  </a:lnTo>
                  <a:lnTo>
                    <a:pt x="179" y="1206"/>
                  </a:lnTo>
                  <a:lnTo>
                    <a:pt x="159" y="1186"/>
                  </a:lnTo>
                  <a:lnTo>
                    <a:pt x="139" y="1186"/>
                  </a:lnTo>
                  <a:lnTo>
                    <a:pt x="139" y="1166"/>
                  </a:lnTo>
                  <a:lnTo>
                    <a:pt x="119" y="1186"/>
                  </a:lnTo>
                  <a:lnTo>
                    <a:pt x="179" y="1226"/>
                  </a:lnTo>
                  <a:lnTo>
                    <a:pt x="218" y="1226"/>
                  </a:lnTo>
                  <a:lnTo>
                    <a:pt x="258" y="1245"/>
                  </a:lnTo>
                  <a:lnTo>
                    <a:pt x="159" y="1245"/>
                  </a:lnTo>
                  <a:lnTo>
                    <a:pt x="218" y="1265"/>
                  </a:lnTo>
                  <a:lnTo>
                    <a:pt x="238" y="1285"/>
                  </a:lnTo>
                  <a:lnTo>
                    <a:pt x="277" y="1305"/>
                  </a:lnTo>
                  <a:lnTo>
                    <a:pt x="218" y="1305"/>
                  </a:lnTo>
                  <a:lnTo>
                    <a:pt x="198" y="1285"/>
                  </a:lnTo>
                  <a:lnTo>
                    <a:pt x="139" y="1285"/>
                  </a:lnTo>
                  <a:lnTo>
                    <a:pt x="100" y="1245"/>
                  </a:lnTo>
                  <a:lnTo>
                    <a:pt x="80" y="1245"/>
                  </a:lnTo>
                  <a:lnTo>
                    <a:pt x="100" y="1265"/>
                  </a:lnTo>
                  <a:lnTo>
                    <a:pt x="119" y="1285"/>
                  </a:lnTo>
                  <a:lnTo>
                    <a:pt x="80" y="1285"/>
                  </a:lnTo>
                  <a:lnTo>
                    <a:pt x="80" y="1305"/>
                  </a:lnTo>
                  <a:lnTo>
                    <a:pt x="119" y="1305"/>
                  </a:lnTo>
                  <a:lnTo>
                    <a:pt x="179" y="1324"/>
                  </a:lnTo>
                  <a:lnTo>
                    <a:pt x="100" y="1324"/>
                  </a:lnTo>
                  <a:lnTo>
                    <a:pt x="139" y="1344"/>
                  </a:lnTo>
                  <a:lnTo>
                    <a:pt x="218" y="1384"/>
                  </a:lnTo>
                  <a:lnTo>
                    <a:pt x="277" y="1384"/>
                  </a:lnTo>
                  <a:lnTo>
                    <a:pt x="297" y="1403"/>
                  </a:lnTo>
                  <a:lnTo>
                    <a:pt x="317" y="1403"/>
                  </a:lnTo>
                  <a:lnTo>
                    <a:pt x="356" y="1423"/>
                  </a:lnTo>
                  <a:lnTo>
                    <a:pt x="396" y="1423"/>
                  </a:lnTo>
                  <a:lnTo>
                    <a:pt x="356" y="1443"/>
                  </a:lnTo>
                  <a:lnTo>
                    <a:pt x="297" y="1443"/>
                  </a:lnTo>
                  <a:lnTo>
                    <a:pt x="159" y="1384"/>
                  </a:lnTo>
                  <a:lnTo>
                    <a:pt x="1" y="1324"/>
                  </a:lnTo>
                  <a:lnTo>
                    <a:pt x="21" y="1364"/>
                  </a:lnTo>
                  <a:lnTo>
                    <a:pt x="21" y="1384"/>
                  </a:lnTo>
                  <a:lnTo>
                    <a:pt x="1" y="1384"/>
                  </a:lnTo>
                  <a:lnTo>
                    <a:pt x="80" y="1423"/>
                  </a:lnTo>
                  <a:lnTo>
                    <a:pt x="179" y="1463"/>
                  </a:lnTo>
                  <a:lnTo>
                    <a:pt x="159" y="1463"/>
                  </a:lnTo>
                  <a:lnTo>
                    <a:pt x="179" y="1482"/>
                  </a:lnTo>
                  <a:lnTo>
                    <a:pt x="198" y="1502"/>
                  </a:lnTo>
                  <a:lnTo>
                    <a:pt x="198" y="1522"/>
                  </a:lnTo>
                  <a:lnTo>
                    <a:pt x="238" y="1542"/>
                  </a:lnTo>
                  <a:lnTo>
                    <a:pt x="337" y="1561"/>
                  </a:lnTo>
                  <a:lnTo>
                    <a:pt x="337" y="1581"/>
                  </a:lnTo>
                  <a:lnTo>
                    <a:pt x="356" y="1581"/>
                  </a:lnTo>
                  <a:lnTo>
                    <a:pt x="396" y="1621"/>
                  </a:lnTo>
                  <a:lnTo>
                    <a:pt x="337" y="1601"/>
                  </a:lnTo>
                  <a:lnTo>
                    <a:pt x="317" y="1621"/>
                  </a:lnTo>
                  <a:lnTo>
                    <a:pt x="337" y="1640"/>
                  </a:lnTo>
                  <a:lnTo>
                    <a:pt x="277" y="1601"/>
                  </a:lnTo>
                  <a:lnTo>
                    <a:pt x="297" y="1601"/>
                  </a:lnTo>
                  <a:lnTo>
                    <a:pt x="258" y="1581"/>
                  </a:lnTo>
                  <a:lnTo>
                    <a:pt x="218" y="1581"/>
                  </a:lnTo>
                  <a:lnTo>
                    <a:pt x="238" y="1601"/>
                  </a:lnTo>
                  <a:lnTo>
                    <a:pt x="179" y="1601"/>
                  </a:lnTo>
                  <a:lnTo>
                    <a:pt x="159" y="1621"/>
                  </a:lnTo>
                  <a:lnTo>
                    <a:pt x="159" y="1640"/>
                  </a:lnTo>
                  <a:lnTo>
                    <a:pt x="198" y="1640"/>
                  </a:lnTo>
                  <a:lnTo>
                    <a:pt x="277" y="1680"/>
                  </a:lnTo>
                  <a:lnTo>
                    <a:pt x="317" y="1700"/>
                  </a:lnTo>
                  <a:lnTo>
                    <a:pt x="337" y="1719"/>
                  </a:lnTo>
                  <a:lnTo>
                    <a:pt x="376" y="1719"/>
                  </a:lnTo>
                  <a:lnTo>
                    <a:pt x="396" y="1700"/>
                  </a:lnTo>
                  <a:lnTo>
                    <a:pt x="495" y="1719"/>
                  </a:lnTo>
                  <a:lnTo>
                    <a:pt x="613" y="1798"/>
                  </a:lnTo>
                  <a:lnTo>
                    <a:pt x="554" y="1779"/>
                  </a:lnTo>
                  <a:lnTo>
                    <a:pt x="633" y="1818"/>
                  </a:lnTo>
                  <a:lnTo>
                    <a:pt x="514" y="1798"/>
                  </a:lnTo>
                  <a:lnTo>
                    <a:pt x="534" y="1818"/>
                  </a:lnTo>
                  <a:lnTo>
                    <a:pt x="514" y="1838"/>
                  </a:lnTo>
                  <a:lnTo>
                    <a:pt x="574" y="1838"/>
                  </a:lnTo>
                  <a:lnTo>
                    <a:pt x="574" y="1818"/>
                  </a:lnTo>
                  <a:lnTo>
                    <a:pt x="613" y="1838"/>
                  </a:lnTo>
                  <a:lnTo>
                    <a:pt x="593" y="1858"/>
                  </a:lnTo>
                  <a:lnTo>
                    <a:pt x="633" y="1877"/>
                  </a:lnTo>
                  <a:lnTo>
                    <a:pt x="712" y="1897"/>
                  </a:lnTo>
                  <a:lnTo>
                    <a:pt x="593" y="1897"/>
                  </a:lnTo>
                  <a:lnTo>
                    <a:pt x="455" y="1838"/>
                  </a:lnTo>
                  <a:lnTo>
                    <a:pt x="475" y="1858"/>
                  </a:lnTo>
                  <a:lnTo>
                    <a:pt x="475" y="1858"/>
                  </a:lnTo>
                  <a:lnTo>
                    <a:pt x="277" y="1779"/>
                  </a:lnTo>
                  <a:lnTo>
                    <a:pt x="258" y="1798"/>
                  </a:lnTo>
                  <a:lnTo>
                    <a:pt x="238" y="1818"/>
                  </a:lnTo>
                  <a:lnTo>
                    <a:pt x="100" y="1779"/>
                  </a:lnTo>
                  <a:lnTo>
                    <a:pt x="119" y="1818"/>
                  </a:lnTo>
                  <a:lnTo>
                    <a:pt x="40" y="1818"/>
                  </a:lnTo>
                  <a:lnTo>
                    <a:pt x="80" y="1838"/>
                  </a:lnTo>
                  <a:lnTo>
                    <a:pt x="100" y="1838"/>
                  </a:lnTo>
                  <a:lnTo>
                    <a:pt x="179" y="1858"/>
                  </a:lnTo>
                  <a:lnTo>
                    <a:pt x="159" y="1858"/>
                  </a:lnTo>
                  <a:lnTo>
                    <a:pt x="179" y="1877"/>
                  </a:lnTo>
                  <a:lnTo>
                    <a:pt x="198" y="1858"/>
                  </a:lnTo>
                  <a:lnTo>
                    <a:pt x="238" y="1858"/>
                  </a:lnTo>
                  <a:lnTo>
                    <a:pt x="277" y="1877"/>
                  </a:lnTo>
                  <a:lnTo>
                    <a:pt x="337" y="1897"/>
                  </a:lnTo>
                  <a:lnTo>
                    <a:pt x="356" y="1877"/>
                  </a:lnTo>
                  <a:lnTo>
                    <a:pt x="396" y="1897"/>
                  </a:lnTo>
                  <a:lnTo>
                    <a:pt x="380" y="1913"/>
                  </a:lnTo>
                  <a:lnTo>
                    <a:pt x="380" y="1913"/>
                  </a:lnTo>
                  <a:lnTo>
                    <a:pt x="238" y="1877"/>
                  </a:lnTo>
                  <a:lnTo>
                    <a:pt x="258" y="1897"/>
                  </a:lnTo>
                  <a:lnTo>
                    <a:pt x="179" y="1897"/>
                  </a:lnTo>
                  <a:lnTo>
                    <a:pt x="159" y="1877"/>
                  </a:lnTo>
                  <a:lnTo>
                    <a:pt x="139" y="1877"/>
                  </a:lnTo>
                  <a:lnTo>
                    <a:pt x="139" y="1897"/>
                  </a:lnTo>
                  <a:lnTo>
                    <a:pt x="119" y="1877"/>
                  </a:lnTo>
                  <a:lnTo>
                    <a:pt x="100" y="1877"/>
                  </a:lnTo>
                  <a:lnTo>
                    <a:pt x="100" y="1858"/>
                  </a:lnTo>
                  <a:lnTo>
                    <a:pt x="60" y="1897"/>
                  </a:lnTo>
                  <a:lnTo>
                    <a:pt x="40" y="1877"/>
                  </a:lnTo>
                  <a:lnTo>
                    <a:pt x="21" y="1877"/>
                  </a:lnTo>
                  <a:lnTo>
                    <a:pt x="119" y="1937"/>
                  </a:lnTo>
                  <a:lnTo>
                    <a:pt x="60" y="1937"/>
                  </a:lnTo>
                  <a:lnTo>
                    <a:pt x="80" y="1956"/>
                  </a:lnTo>
                  <a:lnTo>
                    <a:pt x="100" y="1976"/>
                  </a:lnTo>
                  <a:lnTo>
                    <a:pt x="159" y="1996"/>
                  </a:lnTo>
                  <a:lnTo>
                    <a:pt x="218" y="2016"/>
                  </a:lnTo>
                  <a:lnTo>
                    <a:pt x="238" y="2016"/>
                  </a:lnTo>
                  <a:lnTo>
                    <a:pt x="258" y="2035"/>
                  </a:lnTo>
                  <a:lnTo>
                    <a:pt x="80" y="1996"/>
                  </a:lnTo>
                  <a:lnTo>
                    <a:pt x="60" y="1996"/>
                  </a:lnTo>
                  <a:lnTo>
                    <a:pt x="119" y="2035"/>
                  </a:lnTo>
                  <a:lnTo>
                    <a:pt x="179" y="2035"/>
                  </a:lnTo>
                  <a:lnTo>
                    <a:pt x="198" y="2055"/>
                  </a:lnTo>
                  <a:lnTo>
                    <a:pt x="179" y="2075"/>
                  </a:lnTo>
                  <a:lnTo>
                    <a:pt x="218" y="2095"/>
                  </a:lnTo>
                  <a:lnTo>
                    <a:pt x="258" y="2095"/>
                  </a:lnTo>
                  <a:lnTo>
                    <a:pt x="317" y="2134"/>
                  </a:lnTo>
                  <a:lnTo>
                    <a:pt x="277" y="2134"/>
                  </a:lnTo>
                  <a:lnTo>
                    <a:pt x="179" y="2114"/>
                  </a:lnTo>
                  <a:lnTo>
                    <a:pt x="119" y="2114"/>
                  </a:lnTo>
                  <a:lnTo>
                    <a:pt x="60" y="2095"/>
                  </a:lnTo>
                  <a:lnTo>
                    <a:pt x="80" y="2114"/>
                  </a:lnTo>
                  <a:lnTo>
                    <a:pt x="40" y="2114"/>
                  </a:lnTo>
                  <a:lnTo>
                    <a:pt x="80" y="2134"/>
                  </a:lnTo>
                  <a:lnTo>
                    <a:pt x="139" y="2134"/>
                  </a:lnTo>
                  <a:lnTo>
                    <a:pt x="258" y="2193"/>
                  </a:lnTo>
                  <a:lnTo>
                    <a:pt x="258" y="2174"/>
                  </a:lnTo>
                  <a:lnTo>
                    <a:pt x="238" y="2174"/>
                  </a:lnTo>
                  <a:lnTo>
                    <a:pt x="198" y="2154"/>
                  </a:lnTo>
                  <a:lnTo>
                    <a:pt x="179" y="2134"/>
                  </a:lnTo>
                  <a:lnTo>
                    <a:pt x="179" y="2134"/>
                  </a:lnTo>
                  <a:lnTo>
                    <a:pt x="258" y="2174"/>
                  </a:lnTo>
                  <a:lnTo>
                    <a:pt x="317" y="2193"/>
                  </a:lnTo>
                  <a:lnTo>
                    <a:pt x="376" y="2213"/>
                  </a:lnTo>
                  <a:lnTo>
                    <a:pt x="416" y="2233"/>
                  </a:lnTo>
                  <a:lnTo>
                    <a:pt x="396" y="2213"/>
                  </a:lnTo>
                  <a:lnTo>
                    <a:pt x="317" y="2174"/>
                  </a:lnTo>
                  <a:lnTo>
                    <a:pt x="297" y="2174"/>
                  </a:lnTo>
                  <a:lnTo>
                    <a:pt x="258" y="2154"/>
                  </a:lnTo>
                  <a:lnTo>
                    <a:pt x="337" y="2174"/>
                  </a:lnTo>
                  <a:lnTo>
                    <a:pt x="356" y="2154"/>
                  </a:lnTo>
                  <a:lnTo>
                    <a:pt x="376" y="2154"/>
                  </a:lnTo>
                  <a:lnTo>
                    <a:pt x="416" y="2134"/>
                  </a:lnTo>
                  <a:lnTo>
                    <a:pt x="356" y="2114"/>
                  </a:lnTo>
                  <a:lnTo>
                    <a:pt x="277" y="2095"/>
                  </a:lnTo>
                  <a:lnTo>
                    <a:pt x="277" y="2075"/>
                  </a:lnTo>
                  <a:lnTo>
                    <a:pt x="337" y="2095"/>
                  </a:lnTo>
                  <a:lnTo>
                    <a:pt x="356" y="2114"/>
                  </a:lnTo>
                  <a:lnTo>
                    <a:pt x="435" y="2134"/>
                  </a:lnTo>
                  <a:lnTo>
                    <a:pt x="574" y="2193"/>
                  </a:lnTo>
                  <a:lnTo>
                    <a:pt x="613" y="2213"/>
                  </a:lnTo>
                  <a:lnTo>
                    <a:pt x="633" y="2233"/>
                  </a:lnTo>
                  <a:lnTo>
                    <a:pt x="692" y="2253"/>
                  </a:lnTo>
                  <a:lnTo>
                    <a:pt x="751" y="2253"/>
                  </a:lnTo>
                  <a:lnTo>
                    <a:pt x="791" y="2272"/>
                  </a:lnTo>
                  <a:lnTo>
                    <a:pt x="791" y="2253"/>
                  </a:lnTo>
                  <a:lnTo>
                    <a:pt x="830" y="2272"/>
                  </a:lnTo>
                  <a:lnTo>
                    <a:pt x="850" y="2292"/>
                  </a:lnTo>
                  <a:lnTo>
                    <a:pt x="890" y="2292"/>
                  </a:lnTo>
                  <a:lnTo>
                    <a:pt x="870" y="2272"/>
                  </a:lnTo>
                  <a:lnTo>
                    <a:pt x="791" y="2233"/>
                  </a:lnTo>
                  <a:lnTo>
                    <a:pt x="811" y="2233"/>
                  </a:lnTo>
                  <a:lnTo>
                    <a:pt x="811" y="2213"/>
                  </a:lnTo>
                  <a:lnTo>
                    <a:pt x="771" y="2193"/>
                  </a:lnTo>
                  <a:lnTo>
                    <a:pt x="771" y="2174"/>
                  </a:lnTo>
                  <a:lnTo>
                    <a:pt x="811" y="2174"/>
                  </a:lnTo>
                  <a:lnTo>
                    <a:pt x="712" y="2154"/>
                  </a:lnTo>
                  <a:lnTo>
                    <a:pt x="712" y="2134"/>
                  </a:lnTo>
                  <a:lnTo>
                    <a:pt x="712" y="2114"/>
                  </a:lnTo>
                  <a:lnTo>
                    <a:pt x="751" y="2134"/>
                  </a:lnTo>
                  <a:lnTo>
                    <a:pt x="771" y="2154"/>
                  </a:lnTo>
                  <a:lnTo>
                    <a:pt x="771" y="2134"/>
                  </a:lnTo>
                  <a:lnTo>
                    <a:pt x="751" y="2114"/>
                  </a:lnTo>
                  <a:lnTo>
                    <a:pt x="672" y="2075"/>
                  </a:lnTo>
                  <a:lnTo>
                    <a:pt x="574" y="2055"/>
                  </a:lnTo>
                  <a:lnTo>
                    <a:pt x="534" y="2035"/>
                  </a:lnTo>
                  <a:lnTo>
                    <a:pt x="593" y="2035"/>
                  </a:lnTo>
                  <a:lnTo>
                    <a:pt x="751" y="2075"/>
                  </a:lnTo>
                  <a:lnTo>
                    <a:pt x="751" y="2075"/>
                  </a:lnTo>
                  <a:lnTo>
                    <a:pt x="712" y="2055"/>
                  </a:lnTo>
                  <a:lnTo>
                    <a:pt x="672" y="2016"/>
                  </a:lnTo>
                  <a:lnTo>
                    <a:pt x="771" y="2055"/>
                  </a:lnTo>
                  <a:lnTo>
                    <a:pt x="811" y="2095"/>
                  </a:lnTo>
                  <a:lnTo>
                    <a:pt x="791" y="2095"/>
                  </a:lnTo>
                  <a:lnTo>
                    <a:pt x="791" y="2114"/>
                  </a:lnTo>
                  <a:lnTo>
                    <a:pt x="850" y="2134"/>
                  </a:lnTo>
                  <a:lnTo>
                    <a:pt x="870" y="2174"/>
                  </a:lnTo>
                  <a:lnTo>
                    <a:pt x="929" y="2154"/>
                  </a:lnTo>
                  <a:lnTo>
                    <a:pt x="969" y="2174"/>
                  </a:lnTo>
                  <a:lnTo>
                    <a:pt x="949" y="2154"/>
                  </a:lnTo>
                  <a:lnTo>
                    <a:pt x="1008" y="2174"/>
                  </a:lnTo>
                  <a:lnTo>
                    <a:pt x="1067" y="2174"/>
                  </a:lnTo>
                  <a:lnTo>
                    <a:pt x="1067" y="2193"/>
                  </a:lnTo>
                  <a:lnTo>
                    <a:pt x="1087" y="2213"/>
                  </a:lnTo>
                  <a:lnTo>
                    <a:pt x="1107" y="2213"/>
                  </a:lnTo>
                  <a:lnTo>
                    <a:pt x="1127" y="2193"/>
                  </a:lnTo>
                  <a:lnTo>
                    <a:pt x="929" y="2114"/>
                  </a:lnTo>
                  <a:lnTo>
                    <a:pt x="909" y="2075"/>
                  </a:lnTo>
                  <a:lnTo>
                    <a:pt x="929" y="2075"/>
                  </a:lnTo>
                  <a:lnTo>
                    <a:pt x="969" y="2095"/>
                  </a:lnTo>
                  <a:lnTo>
                    <a:pt x="1048" y="2134"/>
                  </a:lnTo>
                  <a:lnTo>
                    <a:pt x="1048" y="2134"/>
                  </a:lnTo>
                  <a:lnTo>
                    <a:pt x="1028" y="2114"/>
                  </a:lnTo>
                  <a:lnTo>
                    <a:pt x="1048" y="2114"/>
                  </a:lnTo>
                  <a:lnTo>
                    <a:pt x="1008" y="2095"/>
                  </a:lnTo>
                  <a:lnTo>
                    <a:pt x="1028" y="2075"/>
                  </a:lnTo>
                  <a:lnTo>
                    <a:pt x="1107" y="2095"/>
                  </a:lnTo>
                  <a:lnTo>
                    <a:pt x="1127" y="2095"/>
                  </a:lnTo>
                  <a:lnTo>
                    <a:pt x="1107" y="2114"/>
                  </a:lnTo>
                  <a:lnTo>
                    <a:pt x="1146" y="2134"/>
                  </a:lnTo>
                  <a:lnTo>
                    <a:pt x="1127" y="2134"/>
                  </a:lnTo>
                  <a:lnTo>
                    <a:pt x="1186" y="2154"/>
                  </a:lnTo>
                  <a:lnTo>
                    <a:pt x="1206" y="2154"/>
                  </a:lnTo>
                  <a:lnTo>
                    <a:pt x="1206" y="2134"/>
                  </a:lnTo>
                  <a:lnTo>
                    <a:pt x="1186" y="2134"/>
                  </a:lnTo>
                  <a:lnTo>
                    <a:pt x="1186" y="2114"/>
                  </a:lnTo>
                  <a:lnTo>
                    <a:pt x="1265" y="2134"/>
                  </a:lnTo>
                  <a:lnTo>
                    <a:pt x="1285" y="2114"/>
                  </a:lnTo>
                  <a:lnTo>
                    <a:pt x="1304" y="2114"/>
                  </a:lnTo>
                  <a:lnTo>
                    <a:pt x="1285" y="2095"/>
                  </a:lnTo>
                  <a:lnTo>
                    <a:pt x="1304" y="2095"/>
                  </a:lnTo>
                  <a:lnTo>
                    <a:pt x="1285" y="2075"/>
                  </a:lnTo>
                  <a:lnTo>
                    <a:pt x="1245" y="2055"/>
                  </a:lnTo>
                  <a:lnTo>
                    <a:pt x="1146" y="2016"/>
                  </a:lnTo>
                  <a:lnTo>
                    <a:pt x="1146" y="2016"/>
                  </a:lnTo>
                  <a:lnTo>
                    <a:pt x="1265" y="2055"/>
                  </a:lnTo>
                  <a:lnTo>
                    <a:pt x="1245" y="2035"/>
                  </a:lnTo>
                  <a:lnTo>
                    <a:pt x="1304" y="2035"/>
                  </a:lnTo>
                  <a:lnTo>
                    <a:pt x="1245" y="2016"/>
                  </a:lnTo>
                  <a:lnTo>
                    <a:pt x="1206" y="1996"/>
                  </a:lnTo>
                  <a:lnTo>
                    <a:pt x="1127" y="1976"/>
                  </a:lnTo>
                  <a:lnTo>
                    <a:pt x="1127" y="1956"/>
                  </a:lnTo>
                  <a:lnTo>
                    <a:pt x="1186" y="1976"/>
                  </a:lnTo>
                  <a:lnTo>
                    <a:pt x="1206" y="1996"/>
                  </a:lnTo>
                  <a:lnTo>
                    <a:pt x="1225" y="1996"/>
                  </a:lnTo>
                  <a:lnTo>
                    <a:pt x="1265" y="1976"/>
                  </a:lnTo>
                  <a:lnTo>
                    <a:pt x="1324" y="1976"/>
                  </a:lnTo>
                  <a:lnTo>
                    <a:pt x="1265" y="1956"/>
                  </a:lnTo>
                  <a:lnTo>
                    <a:pt x="1206" y="1917"/>
                  </a:lnTo>
                  <a:lnTo>
                    <a:pt x="1225" y="1937"/>
                  </a:lnTo>
                  <a:lnTo>
                    <a:pt x="1225" y="1937"/>
                  </a:lnTo>
                  <a:lnTo>
                    <a:pt x="1146" y="1897"/>
                  </a:lnTo>
                  <a:lnTo>
                    <a:pt x="1245" y="1897"/>
                  </a:lnTo>
                  <a:lnTo>
                    <a:pt x="1265" y="1917"/>
                  </a:lnTo>
                  <a:lnTo>
                    <a:pt x="1285" y="1937"/>
                  </a:lnTo>
                  <a:lnTo>
                    <a:pt x="1304" y="1937"/>
                  </a:lnTo>
                  <a:lnTo>
                    <a:pt x="1304" y="1917"/>
                  </a:lnTo>
                  <a:lnTo>
                    <a:pt x="1285" y="1897"/>
                  </a:lnTo>
                  <a:lnTo>
                    <a:pt x="1324" y="1877"/>
                  </a:lnTo>
                  <a:lnTo>
                    <a:pt x="1285" y="1838"/>
                  </a:lnTo>
                  <a:lnTo>
                    <a:pt x="1285" y="1818"/>
                  </a:lnTo>
                  <a:lnTo>
                    <a:pt x="1166" y="1779"/>
                  </a:lnTo>
                  <a:lnTo>
                    <a:pt x="1206" y="1779"/>
                  </a:lnTo>
                  <a:lnTo>
                    <a:pt x="1245" y="1798"/>
                  </a:lnTo>
                  <a:lnTo>
                    <a:pt x="1344" y="1818"/>
                  </a:lnTo>
                  <a:lnTo>
                    <a:pt x="1285" y="1779"/>
                  </a:lnTo>
                  <a:lnTo>
                    <a:pt x="1344" y="1798"/>
                  </a:lnTo>
                  <a:lnTo>
                    <a:pt x="1344" y="1779"/>
                  </a:lnTo>
                  <a:lnTo>
                    <a:pt x="1304" y="1739"/>
                  </a:lnTo>
                  <a:lnTo>
                    <a:pt x="1265" y="1700"/>
                  </a:lnTo>
                  <a:lnTo>
                    <a:pt x="1245" y="1680"/>
                  </a:lnTo>
                  <a:lnTo>
                    <a:pt x="1344" y="1719"/>
                  </a:lnTo>
                  <a:lnTo>
                    <a:pt x="1364" y="1739"/>
                  </a:lnTo>
                  <a:lnTo>
                    <a:pt x="1383" y="1739"/>
                  </a:lnTo>
                  <a:lnTo>
                    <a:pt x="1383" y="1719"/>
                  </a:lnTo>
                  <a:lnTo>
                    <a:pt x="1403" y="1719"/>
                  </a:lnTo>
                  <a:lnTo>
                    <a:pt x="1403" y="1700"/>
                  </a:lnTo>
                  <a:lnTo>
                    <a:pt x="1364" y="1680"/>
                  </a:lnTo>
                  <a:lnTo>
                    <a:pt x="1304" y="1660"/>
                  </a:lnTo>
                  <a:lnTo>
                    <a:pt x="1364" y="1660"/>
                  </a:lnTo>
                  <a:lnTo>
                    <a:pt x="1324" y="1640"/>
                  </a:lnTo>
                  <a:lnTo>
                    <a:pt x="1304" y="1640"/>
                  </a:lnTo>
                  <a:lnTo>
                    <a:pt x="1285" y="1601"/>
                  </a:lnTo>
                  <a:lnTo>
                    <a:pt x="1344" y="1621"/>
                  </a:lnTo>
                  <a:lnTo>
                    <a:pt x="1285" y="1581"/>
                  </a:lnTo>
                  <a:lnTo>
                    <a:pt x="1206" y="1561"/>
                  </a:lnTo>
                  <a:lnTo>
                    <a:pt x="1166" y="1561"/>
                  </a:lnTo>
                  <a:lnTo>
                    <a:pt x="1186" y="1581"/>
                  </a:lnTo>
                  <a:lnTo>
                    <a:pt x="1186" y="1601"/>
                  </a:lnTo>
                  <a:lnTo>
                    <a:pt x="1127" y="1601"/>
                  </a:lnTo>
                  <a:lnTo>
                    <a:pt x="1067" y="1581"/>
                  </a:lnTo>
                  <a:lnTo>
                    <a:pt x="1107" y="1581"/>
                  </a:lnTo>
                  <a:lnTo>
                    <a:pt x="1048" y="1561"/>
                  </a:lnTo>
                  <a:lnTo>
                    <a:pt x="1028" y="1561"/>
                  </a:lnTo>
                  <a:lnTo>
                    <a:pt x="949" y="1522"/>
                  </a:lnTo>
                  <a:lnTo>
                    <a:pt x="909" y="1482"/>
                  </a:lnTo>
                  <a:lnTo>
                    <a:pt x="909" y="1482"/>
                  </a:lnTo>
                  <a:lnTo>
                    <a:pt x="988" y="1522"/>
                  </a:lnTo>
                  <a:lnTo>
                    <a:pt x="1033" y="1537"/>
                  </a:lnTo>
                  <a:lnTo>
                    <a:pt x="1033" y="1537"/>
                  </a:lnTo>
                  <a:lnTo>
                    <a:pt x="1048" y="1522"/>
                  </a:lnTo>
                  <a:lnTo>
                    <a:pt x="1127" y="1561"/>
                  </a:lnTo>
                  <a:lnTo>
                    <a:pt x="1067" y="1522"/>
                  </a:lnTo>
                  <a:lnTo>
                    <a:pt x="988" y="1502"/>
                  </a:lnTo>
                  <a:lnTo>
                    <a:pt x="929" y="1482"/>
                  </a:lnTo>
                  <a:lnTo>
                    <a:pt x="1008" y="1482"/>
                  </a:lnTo>
                  <a:lnTo>
                    <a:pt x="988" y="1463"/>
                  </a:lnTo>
                  <a:lnTo>
                    <a:pt x="969" y="1443"/>
                  </a:lnTo>
                  <a:lnTo>
                    <a:pt x="969" y="1443"/>
                  </a:lnTo>
                  <a:lnTo>
                    <a:pt x="1028" y="1463"/>
                  </a:lnTo>
                  <a:lnTo>
                    <a:pt x="1008" y="1463"/>
                  </a:lnTo>
                  <a:lnTo>
                    <a:pt x="1048" y="1482"/>
                  </a:lnTo>
                  <a:lnTo>
                    <a:pt x="1087" y="1502"/>
                  </a:lnTo>
                  <a:lnTo>
                    <a:pt x="1146" y="1522"/>
                  </a:lnTo>
                  <a:lnTo>
                    <a:pt x="1206" y="1542"/>
                  </a:lnTo>
                  <a:lnTo>
                    <a:pt x="1324" y="1581"/>
                  </a:lnTo>
                  <a:lnTo>
                    <a:pt x="1364" y="1581"/>
                  </a:lnTo>
                  <a:lnTo>
                    <a:pt x="1324" y="1542"/>
                  </a:lnTo>
                  <a:lnTo>
                    <a:pt x="1344" y="1542"/>
                  </a:lnTo>
                  <a:lnTo>
                    <a:pt x="1344" y="1522"/>
                  </a:lnTo>
                  <a:lnTo>
                    <a:pt x="1364" y="1522"/>
                  </a:lnTo>
                  <a:lnTo>
                    <a:pt x="1364" y="1502"/>
                  </a:lnTo>
                  <a:lnTo>
                    <a:pt x="1324" y="1463"/>
                  </a:lnTo>
                  <a:lnTo>
                    <a:pt x="1403" y="1463"/>
                  </a:lnTo>
                  <a:lnTo>
                    <a:pt x="1403" y="1443"/>
                  </a:lnTo>
                  <a:lnTo>
                    <a:pt x="1364" y="1403"/>
                  </a:lnTo>
                  <a:lnTo>
                    <a:pt x="1324" y="1364"/>
                  </a:lnTo>
                  <a:lnTo>
                    <a:pt x="1324" y="1344"/>
                  </a:lnTo>
                  <a:lnTo>
                    <a:pt x="1383" y="1344"/>
                  </a:lnTo>
                  <a:lnTo>
                    <a:pt x="1344" y="1324"/>
                  </a:lnTo>
                  <a:lnTo>
                    <a:pt x="1403" y="1324"/>
                  </a:lnTo>
                  <a:lnTo>
                    <a:pt x="1383" y="1305"/>
                  </a:lnTo>
                  <a:lnTo>
                    <a:pt x="1364" y="1285"/>
                  </a:lnTo>
                  <a:lnTo>
                    <a:pt x="1423" y="1285"/>
                  </a:lnTo>
                  <a:lnTo>
                    <a:pt x="1423" y="1265"/>
                  </a:lnTo>
                  <a:lnTo>
                    <a:pt x="1383" y="1245"/>
                  </a:lnTo>
                  <a:lnTo>
                    <a:pt x="1324" y="1206"/>
                  </a:lnTo>
                  <a:lnTo>
                    <a:pt x="1324" y="1206"/>
                  </a:lnTo>
                  <a:lnTo>
                    <a:pt x="1423" y="1245"/>
                  </a:lnTo>
                  <a:lnTo>
                    <a:pt x="1423" y="1245"/>
                  </a:lnTo>
                  <a:lnTo>
                    <a:pt x="1403" y="1147"/>
                  </a:lnTo>
                  <a:lnTo>
                    <a:pt x="1383" y="1068"/>
                  </a:lnTo>
                  <a:lnTo>
                    <a:pt x="1403" y="1068"/>
                  </a:lnTo>
                  <a:lnTo>
                    <a:pt x="1403" y="1048"/>
                  </a:lnTo>
                  <a:lnTo>
                    <a:pt x="1383" y="1008"/>
                  </a:lnTo>
                  <a:lnTo>
                    <a:pt x="1344" y="969"/>
                  </a:lnTo>
                  <a:lnTo>
                    <a:pt x="1344" y="949"/>
                  </a:lnTo>
                  <a:lnTo>
                    <a:pt x="1364" y="949"/>
                  </a:lnTo>
                  <a:lnTo>
                    <a:pt x="1324" y="929"/>
                  </a:lnTo>
                  <a:lnTo>
                    <a:pt x="1265" y="890"/>
                  </a:lnTo>
                  <a:lnTo>
                    <a:pt x="1146" y="870"/>
                  </a:lnTo>
                  <a:lnTo>
                    <a:pt x="1127" y="850"/>
                  </a:lnTo>
                  <a:lnTo>
                    <a:pt x="1166" y="850"/>
                  </a:lnTo>
                  <a:lnTo>
                    <a:pt x="1225" y="870"/>
                  </a:lnTo>
                  <a:lnTo>
                    <a:pt x="1324" y="890"/>
                  </a:lnTo>
                  <a:lnTo>
                    <a:pt x="1403" y="929"/>
                  </a:lnTo>
                  <a:lnTo>
                    <a:pt x="1344" y="870"/>
                  </a:lnTo>
                  <a:lnTo>
                    <a:pt x="1344" y="850"/>
                  </a:lnTo>
                  <a:lnTo>
                    <a:pt x="1383" y="850"/>
                  </a:lnTo>
                  <a:lnTo>
                    <a:pt x="1383" y="870"/>
                  </a:lnTo>
                  <a:lnTo>
                    <a:pt x="1403" y="870"/>
                  </a:lnTo>
                  <a:lnTo>
                    <a:pt x="1383" y="850"/>
                  </a:lnTo>
                  <a:lnTo>
                    <a:pt x="1403" y="850"/>
                  </a:lnTo>
                  <a:lnTo>
                    <a:pt x="1423" y="870"/>
                  </a:lnTo>
                  <a:lnTo>
                    <a:pt x="1423" y="850"/>
                  </a:lnTo>
                  <a:lnTo>
                    <a:pt x="1443" y="850"/>
                  </a:lnTo>
                  <a:lnTo>
                    <a:pt x="1403" y="831"/>
                  </a:lnTo>
                  <a:lnTo>
                    <a:pt x="1364" y="811"/>
                  </a:lnTo>
                  <a:lnTo>
                    <a:pt x="1383" y="811"/>
                  </a:lnTo>
                  <a:lnTo>
                    <a:pt x="1324" y="771"/>
                  </a:lnTo>
                  <a:lnTo>
                    <a:pt x="1403" y="791"/>
                  </a:lnTo>
                  <a:lnTo>
                    <a:pt x="1403" y="791"/>
                  </a:lnTo>
                  <a:lnTo>
                    <a:pt x="1344" y="771"/>
                  </a:lnTo>
                  <a:lnTo>
                    <a:pt x="1344" y="752"/>
                  </a:lnTo>
                  <a:lnTo>
                    <a:pt x="1423" y="752"/>
                  </a:lnTo>
                  <a:lnTo>
                    <a:pt x="1403" y="732"/>
                  </a:lnTo>
                  <a:lnTo>
                    <a:pt x="1383" y="712"/>
                  </a:lnTo>
                  <a:lnTo>
                    <a:pt x="1383" y="712"/>
                  </a:lnTo>
                  <a:lnTo>
                    <a:pt x="1443" y="732"/>
                  </a:lnTo>
                  <a:lnTo>
                    <a:pt x="1462" y="692"/>
                  </a:lnTo>
                  <a:lnTo>
                    <a:pt x="1462" y="673"/>
                  </a:lnTo>
                  <a:lnTo>
                    <a:pt x="1502" y="653"/>
                  </a:lnTo>
                  <a:lnTo>
                    <a:pt x="1482" y="633"/>
                  </a:lnTo>
                  <a:lnTo>
                    <a:pt x="1423" y="593"/>
                  </a:lnTo>
                  <a:lnTo>
                    <a:pt x="1403" y="593"/>
                  </a:lnTo>
                  <a:lnTo>
                    <a:pt x="1344" y="574"/>
                  </a:lnTo>
                  <a:lnTo>
                    <a:pt x="1324" y="554"/>
                  </a:lnTo>
                  <a:lnTo>
                    <a:pt x="1304" y="534"/>
                  </a:lnTo>
                  <a:lnTo>
                    <a:pt x="1304" y="534"/>
                  </a:lnTo>
                  <a:lnTo>
                    <a:pt x="1364" y="554"/>
                  </a:lnTo>
                  <a:lnTo>
                    <a:pt x="1383" y="554"/>
                  </a:lnTo>
                  <a:lnTo>
                    <a:pt x="1443" y="574"/>
                  </a:lnTo>
                  <a:lnTo>
                    <a:pt x="1443" y="554"/>
                  </a:lnTo>
                  <a:lnTo>
                    <a:pt x="1443" y="534"/>
                  </a:lnTo>
                  <a:lnTo>
                    <a:pt x="1482" y="554"/>
                  </a:lnTo>
                  <a:lnTo>
                    <a:pt x="1482" y="554"/>
                  </a:lnTo>
                  <a:lnTo>
                    <a:pt x="1462" y="534"/>
                  </a:lnTo>
                  <a:lnTo>
                    <a:pt x="1423" y="495"/>
                  </a:lnTo>
                  <a:lnTo>
                    <a:pt x="1462" y="514"/>
                  </a:lnTo>
                  <a:lnTo>
                    <a:pt x="1502" y="514"/>
                  </a:lnTo>
                  <a:lnTo>
                    <a:pt x="1502" y="495"/>
                  </a:lnTo>
                  <a:lnTo>
                    <a:pt x="1462" y="475"/>
                  </a:lnTo>
                  <a:lnTo>
                    <a:pt x="1383" y="455"/>
                  </a:lnTo>
                  <a:lnTo>
                    <a:pt x="1403" y="455"/>
                  </a:lnTo>
                  <a:lnTo>
                    <a:pt x="1383" y="435"/>
                  </a:lnTo>
                  <a:lnTo>
                    <a:pt x="1383" y="435"/>
                  </a:lnTo>
                  <a:lnTo>
                    <a:pt x="1482" y="475"/>
                  </a:lnTo>
                  <a:lnTo>
                    <a:pt x="1423" y="435"/>
                  </a:lnTo>
                  <a:lnTo>
                    <a:pt x="1383" y="416"/>
                  </a:lnTo>
                  <a:lnTo>
                    <a:pt x="1403" y="416"/>
                  </a:lnTo>
                  <a:lnTo>
                    <a:pt x="1383" y="396"/>
                  </a:lnTo>
                  <a:lnTo>
                    <a:pt x="1403" y="396"/>
                  </a:lnTo>
                  <a:lnTo>
                    <a:pt x="1344" y="376"/>
                  </a:lnTo>
                  <a:lnTo>
                    <a:pt x="1304" y="337"/>
                  </a:lnTo>
                  <a:lnTo>
                    <a:pt x="1364" y="337"/>
                  </a:lnTo>
                  <a:lnTo>
                    <a:pt x="1443" y="356"/>
                  </a:lnTo>
                  <a:lnTo>
                    <a:pt x="1443" y="376"/>
                  </a:lnTo>
                  <a:lnTo>
                    <a:pt x="1522" y="376"/>
                  </a:lnTo>
                  <a:lnTo>
                    <a:pt x="1541" y="356"/>
                  </a:lnTo>
                  <a:lnTo>
                    <a:pt x="1541" y="317"/>
                  </a:lnTo>
                  <a:lnTo>
                    <a:pt x="1522" y="297"/>
                  </a:lnTo>
                  <a:lnTo>
                    <a:pt x="1522" y="277"/>
                  </a:lnTo>
                  <a:lnTo>
                    <a:pt x="1502" y="258"/>
                  </a:lnTo>
                  <a:lnTo>
                    <a:pt x="1443" y="218"/>
                  </a:lnTo>
                  <a:lnTo>
                    <a:pt x="1502" y="238"/>
                  </a:lnTo>
                  <a:lnTo>
                    <a:pt x="1561" y="218"/>
                  </a:lnTo>
                  <a:lnTo>
                    <a:pt x="1561" y="198"/>
                  </a:lnTo>
                  <a:lnTo>
                    <a:pt x="1581" y="179"/>
                  </a:lnTo>
                  <a:lnTo>
                    <a:pt x="1561" y="139"/>
                  </a:lnTo>
                  <a:lnTo>
                    <a:pt x="1541" y="119"/>
                  </a:lnTo>
                  <a:lnTo>
                    <a:pt x="1581" y="119"/>
                  </a:lnTo>
                  <a:lnTo>
                    <a:pt x="1522" y="80"/>
                  </a:lnTo>
                  <a:lnTo>
                    <a:pt x="1502" y="60"/>
                  </a:lnTo>
                  <a:lnTo>
                    <a:pt x="146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 name="Google Shape;2463;p9"/>
            <p:cNvSpPr/>
            <p:nvPr/>
          </p:nvSpPr>
          <p:spPr>
            <a:xfrm>
              <a:off x="-1685450" y="3348475"/>
              <a:ext cx="500" cy="25"/>
            </a:xfrm>
            <a:custGeom>
              <a:rect b="b" l="l" r="r" t="t"/>
              <a:pathLst>
                <a:path extrusionOk="0" h="1" w="20">
                  <a:moveTo>
                    <a:pt x="0" y="0"/>
                  </a:moveTo>
                  <a:lnTo>
                    <a:pt x="0" y="0"/>
                  </a:lnTo>
                  <a:lnTo>
                    <a:pt x="2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
            <p:cNvSpPr/>
            <p:nvPr/>
          </p:nvSpPr>
          <p:spPr>
            <a:xfrm>
              <a:off x="-1699275" y="3344525"/>
              <a:ext cx="25" cy="500"/>
            </a:xfrm>
            <a:custGeom>
              <a:rect b="b" l="l" r="r" t="t"/>
              <a:pathLst>
                <a:path extrusionOk="0" h="20" w="1">
                  <a:moveTo>
                    <a:pt x="0" y="0"/>
                  </a:moveTo>
                  <a:lnTo>
                    <a:pt x="0" y="0"/>
                  </a:lnTo>
                  <a:lnTo>
                    <a:pt x="0" y="2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
            <p:cNvSpPr/>
            <p:nvPr/>
          </p:nvSpPr>
          <p:spPr>
            <a:xfrm>
              <a:off x="-1610900" y="331490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 name="Google Shape;2466;p9"/>
            <p:cNvSpPr/>
            <p:nvPr/>
          </p:nvSpPr>
          <p:spPr>
            <a:xfrm>
              <a:off x="-1608925" y="3313900"/>
              <a:ext cx="25" cy="525"/>
            </a:xfrm>
            <a:custGeom>
              <a:rect b="b" l="l" r="r" t="t"/>
              <a:pathLst>
                <a:path extrusionOk="0" h="21" w="1">
                  <a:moveTo>
                    <a:pt x="1" y="20"/>
                  </a:moveTo>
                  <a:lnTo>
                    <a:pt x="1" y="20"/>
                  </a:lnTo>
                  <a:lnTo>
                    <a:pt x="1" y="1"/>
                  </a:lnTo>
                  <a:lnTo>
                    <a:pt x="1" y="1"/>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 name="Google Shape;2467;p9"/>
            <p:cNvSpPr/>
            <p:nvPr/>
          </p:nvSpPr>
          <p:spPr>
            <a:xfrm>
              <a:off x="-1607450" y="3317850"/>
              <a:ext cx="1525" cy="5450"/>
            </a:xfrm>
            <a:custGeom>
              <a:rect b="b" l="l" r="r" t="t"/>
              <a:pathLst>
                <a:path extrusionOk="0" h="218" w="61">
                  <a:moveTo>
                    <a:pt x="60" y="1"/>
                  </a:moveTo>
                  <a:lnTo>
                    <a:pt x="40" y="20"/>
                  </a:lnTo>
                  <a:lnTo>
                    <a:pt x="40" y="80"/>
                  </a:lnTo>
                  <a:lnTo>
                    <a:pt x="1" y="218"/>
                  </a:lnTo>
                  <a:lnTo>
                    <a:pt x="40" y="119"/>
                  </a:lnTo>
                  <a:lnTo>
                    <a:pt x="6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9"/>
            <p:cNvSpPr/>
            <p:nvPr/>
          </p:nvSpPr>
          <p:spPr>
            <a:xfrm>
              <a:off x="-1602000" y="3297600"/>
              <a:ext cx="500" cy="25"/>
            </a:xfrm>
            <a:custGeom>
              <a:rect b="b" l="l" r="r" t="t"/>
              <a:pathLst>
                <a:path extrusionOk="0" h="1" w="20">
                  <a:moveTo>
                    <a:pt x="0" y="1"/>
                  </a:moveTo>
                  <a:lnTo>
                    <a:pt x="20" y="1"/>
                  </a:lnTo>
                  <a:lnTo>
                    <a:pt x="20" y="1"/>
                  </a:lnTo>
                  <a:lnTo>
                    <a:pt x="2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9"/>
            <p:cNvSpPr/>
            <p:nvPr/>
          </p:nvSpPr>
          <p:spPr>
            <a:xfrm>
              <a:off x="-1612375" y="3293150"/>
              <a:ext cx="39525" cy="35600"/>
            </a:xfrm>
            <a:custGeom>
              <a:rect b="b" l="l" r="r" t="t"/>
              <a:pathLst>
                <a:path extrusionOk="0" h="1424" w="1581">
                  <a:moveTo>
                    <a:pt x="929" y="60"/>
                  </a:moveTo>
                  <a:lnTo>
                    <a:pt x="909" y="100"/>
                  </a:lnTo>
                  <a:lnTo>
                    <a:pt x="929" y="80"/>
                  </a:lnTo>
                  <a:lnTo>
                    <a:pt x="929" y="60"/>
                  </a:lnTo>
                  <a:close/>
                  <a:moveTo>
                    <a:pt x="376" y="100"/>
                  </a:moveTo>
                  <a:lnTo>
                    <a:pt x="376" y="100"/>
                  </a:lnTo>
                  <a:lnTo>
                    <a:pt x="376" y="100"/>
                  </a:lnTo>
                  <a:close/>
                  <a:moveTo>
                    <a:pt x="870" y="100"/>
                  </a:moveTo>
                  <a:lnTo>
                    <a:pt x="870" y="100"/>
                  </a:lnTo>
                  <a:lnTo>
                    <a:pt x="870" y="100"/>
                  </a:lnTo>
                  <a:close/>
                  <a:moveTo>
                    <a:pt x="474" y="119"/>
                  </a:moveTo>
                  <a:lnTo>
                    <a:pt x="474" y="119"/>
                  </a:lnTo>
                  <a:lnTo>
                    <a:pt x="474" y="119"/>
                  </a:lnTo>
                  <a:close/>
                  <a:moveTo>
                    <a:pt x="415" y="119"/>
                  </a:moveTo>
                  <a:lnTo>
                    <a:pt x="395" y="159"/>
                  </a:lnTo>
                  <a:lnTo>
                    <a:pt x="398" y="162"/>
                  </a:lnTo>
                  <a:lnTo>
                    <a:pt x="398" y="162"/>
                  </a:lnTo>
                  <a:lnTo>
                    <a:pt x="415" y="119"/>
                  </a:lnTo>
                  <a:close/>
                  <a:moveTo>
                    <a:pt x="771" y="139"/>
                  </a:moveTo>
                  <a:lnTo>
                    <a:pt x="751" y="179"/>
                  </a:lnTo>
                  <a:lnTo>
                    <a:pt x="756" y="184"/>
                  </a:lnTo>
                  <a:lnTo>
                    <a:pt x="771" y="139"/>
                  </a:lnTo>
                  <a:close/>
                  <a:moveTo>
                    <a:pt x="633" y="100"/>
                  </a:moveTo>
                  <a:lnTo>
                    <a:pt x="593" y="159"/>
                  </a:lnTo>
                  <a:lnTo>
                    <a:pt x="573" y="218"/>
                  </a:lnTo>
                  <a:lnTo>
                    <a:pt x="534" y="317"/>
                  </a:lnTo>
                  <a:lnTo>
                    <a:pt x="534" y="337"/>
                  </a:lnTo>
                  <a:lnTo>
                    <a:pt x="553" y="337"/>
                  </a:lnTo>
                  <a:lnTo>
                    <a:pt x="573" y="297"/>
                  </a:lnTo>
                  <a:lnTo>
                    <a:pt x="573" y="317"/>
                  </a:lnTo>
                  <a:lnTo>
                    <a:pt x="613" y="198"/>
                  </a:lnTo>
                  <a:lnTo>
                    <a:pt x="633" y="100"/>
                  </a:lnTo>
                  <a:close/>
                  <a:moveTo>
                    <a:pt x="672" y="297"/>
                  </a:moveTo>
                  <a:lnTo>
                    <a:pt x="672" y="337"/>
                  </a:lnTo>
                  <a:lnTo>
                    <a:pt x="692" y="297"/>
                  </a:lnTo>
                  <a:close/>
                  <a:moveTo>
                    <a:pt x="316" y="277"/>
                  </a:moveTo>
                  <a:lnTo>
                    <a:pt x="316" y="317"/>
                  </a:lnTo>
                  <a:lnTo>
                    <a:pt x="316" y="337"/>
                  </a:lnTo>
                  <a:lnTo>
                    <a:pt x="297" y="376"/>
                  </a:lnTo>
                  <a:lnTo>
                    <a:pt x="316" y="277"/>
                  </a:lnTo>
                  <a:close/>
                  <a:moveTo>
                    <a:pt x="158" y="831"/>
                  </a:moveTo>
                  <a:lnTo>
                    <a:pt x="152" y="850"/>
                  </a:lnTo>
                  <a:lnTo>
                    <a:pt x="158" y="850"/>
                  </a:lnTo>
                  <a:lnTo>
                    <a:pt x="158" y="831"/>
                  </a:lnTo>
                  <a:close/>
                  <a:moveTo>
                    <a:pt x="139" y="850"/>
                  </a:moveTo>
                  <a:lnTo>
                    <a:pt x="139" y="890"/>
                  </a:lnTo>
                  <a:lnTo>
                    <a:pt x="152" y="850"/>
                  </a:lnTo>
                  <a:close/>
                  <a:moveTo>
                    <a:pt x="277" y="870"/>
                  </a:moveTo>
                  <a:lnTo>
                    <a:pt x="257" y="890"/>
                  </a:lnTo>
                  <a:lnTo>
                    <a:pt x="277" y="890"/>
                  </a:lnTo>
                  <a:lnTo>
                    <a:pt x="277" y="870"/>
                  </a:lnTo>
                  <a:close/>
                  <a:moveTo>
                    <a:pt x="139" y="890"/>
                  </a:moveTo>
                  <a:lnTo>
                    <a:pt x="132" y="916"/>
                  </a:lnTo>
                  <a:lnTo>
                    <a:pt x="132" y="916"/>
                  </a:lnTo>
                  <a:lnTo>
                    <a:pt x="139" y="910"/>
                  </a:lnTo>
                  <a:lnTo>
                    <a:pt x="139" y="890"/>
                  </a:lnTo>
                  <a:close/>
                  <a:moveTo>
                    <a:pt x="830" y="989"/>
                  </a:moveTo>
                  <a:lnTo>
                    <a:pt x="810" y="1008"/>
                  </a:lnTo>
                  <a:lnTo>
                    <a:pt x="830" y="1008"/>
                  </a:lnTo>
                  <a:lnTo>
                    <a:pt x="830" y="989"/>
                  </a:lnTo>
                  <a:close/>
                  <a:moveTo>
                    <a:pt x="744" y="1324"/>
                  </a:moveTo>
                  <a:lnTo>
                    <a:pt x="731" y="1364"/>
                  </a:lnTo>
                  <a:lnTo>
                    <a:pt x="751" y="1324"/>
                  </a:lnTo>
                  <a:close/>
                  <a:moveTo>
                    <a:pt x="771" y="1384"/>
                  </a:moveTo>
                  <a:lnTo>
                    <a:pt x="771" y="1384"/>
                  </a:lnTo>
                  <a:lnTo>
                    <a:pt x="771" y="1384"/>
                  </a:lnTo>
                  <a:close/>
                  <a:moveTo>
                    <a:pt x="1028" y="1384"/>
                  </a:moveTo>
                  <a:lnTo>
                    <a:pt x="1028" y="1384"/>
                  </a:lnTo>
                  <a:lnTo>
                    <a:pt x="1028" y="1384"/>
                  </a:lnTo>
                  <a:close/>
                  <a:moveTo>
                    <a:pt x="810" y="1"/>
                  </a:moveTo>
                  <a:lnTo>
                    <a:pt x="791" y="100"/>
                  </a:lnTo>
                  <a:lnTo>
                    <a:pt x="771" y="198"/>
                  </a:lnTo>
                  <a:lnTo>
                    <a:pt x="756" y="184"/>
                  </a:lnTo>
                  <a:lnTo>
                    <a:pt x="751" y="198"/>
                  </a:lnTo>
                  <a:lnTo>
                    <a:pt x="712" y="218"/>
                  </a:lnTo>
                  <a:lnTo>
                    <a:pt x="692" y="277"/>
                  </a:lnTo>
                  <a:lnTo>
                    <a:pt x="692" y="356"/>
                  </a:lnTo>
                  <a:lnTo>
                    <a:pt x="672" y="376"/>
                  </a:lnTo>
                  <a:lnTo>
                    <a:pt x="672" y="396"/>
                  </a:lnTo>
                  <a:lnTo>
                    <a:pt x="672" y="435"/>
                  </a:lnTo>
                  <a:lnTo>
                    <a:pt x="652" y="435"/>
                  </a:lnTo>
                  <a:lnTo>
                    <a:pt x="672" y="376"/>
                  </a:lnTo>
                  <a:lnTo>
                    <a:pt x="652" y="356"/>
                  </a:lnTo>
                  <a:lnTo>
                    <a:pt x="633" y="376"/>
                  </a:lnTo>
                  <a:lnTo>
                    <a:pt x="652" y="317"/>
                  </a:lnTo>
                  <a:lnTo>
                    <a:pt x="652" y="297"/>
                  </a:lnTo>
                  <a:lnTo>
                    <a:pt x="672" y="297"/>
                  </a:lnTo>
                  <a:lnTo>
                    <a:pt x="672" y="277"/>
                  </a:lnTo>
                  <a:lnTo>
                    <a:pt x="672" y="218"/>
                  </a:lnTo>
                  <a:lnTo>
                    <a:pt x="652" y="277"/>
                  </a:lnTo>
                  <a:lnTo>
                    <a:pt x="652" y="218"/>
                  </a:lnTo>
                  <a:lnTo>
                    <a:pt x="633" y="198"/>
                  </a:lnTo>
                  <a:lnTo>
                    <a:pt x="613" y="198"/>
                  </a:lnTo>
                  <a:lnTo>
                    <a:pt x="613" y="238"/>
                  </a:lnTo>
                  <a:lnTo>
                    <a:pt x="593" y="337"/>
                  </a:lnTo>
                  <a:lnTo>
                    <a:pt x="573" y="376"/>
                  </a:lnTo>
                  <a:lnTo>
                    <a:pt x="573" y="396"/>
                  </a:lnTo>
                  <a:lnTo>
                    <a:pt x="573" y="435"/>
                  </a:lnTo>
                  <a:lnTo>
                    <a:pt x="593" y="455"/>
                  </a:lnTo>
                  <a:lnTo>
                    <a:pt x="573" y="534"/>
                  </a:lnTo>
                  <a:lnTo>
                    <a:pt x="553" y="613"/>
                  </a:lnTo>
                  <a:lnTo>
                    <a:pt x="514" y="712"/>
                  </a:lnTo>
                  <a:lnTo>
                    <a:pt x="514" y="712"/>
                  </a:lnTo>
                  <a:lnTo>
                    <a:pt x="534" y="594"/>
                  </a:lnTo>
                  <a:lnTo>
                    <a:pt x="514" y="574"/>
                  </a:lnTo>
                  <a:lnTo>
                    <a:pt x="494" y="594"/>
                  </a:lnTo>
                  <a:lnTo>
                    <a:pt x="494" y="633"/>
                  </a:lnTo>
                  <a:lnTo>
                    <a:pt x="514" y="633"/>
                  </a:lnTo>
                  <a:lnTo>
                    <a:pt x="494" y="673"/>
                  </a:lnTo>
                  <a:lnTo>
                    <a:pt x="474" y="712"/>
                  </a:lnTo>
                  <a:lnTo>
                    <a:pt x="455" y="791"/>
                  </a:lnTo>
                  <a:lnTo>
                    <a:pt x="455" y="752"/>
                  </a:lnTo>
                  <a:lnTo>
                    <a:pt x="455" y="692"/>
                  </a:lnTo>
                  <a:lnTo>
                    <a:pt x="455" y="673"/>
                  </a:lnTo>
                  <a:lnTo>
                    <a:pt x="474" y="534"/>
                  </a:lnTo>
                  <a:lnTo>
                    <a:pt x="474" y="554"/>
                  </a:lnTo>
                  <a:lnTo>
                    <a:pt x="514" y="337"/>
                  </a:lnTo>
                  <a:lnTo>
                    <a:pt x="494" y="317"/>
                  </a:lnTo>
                  <a:lnTo>
                    <a:pt x="474" y="317"/>
                  </a:lnTo>
                  <a:lnTo>
                    <a:pt x="494" y="179"/>
                  </a:lnTo>
                  <a:lnTo>
                    <a:pt x="474" y="198"/>
                  </a:lnTo>
                  <a:lnTo>
                    <a:pt x="474" y="179"/>
                  </a:lnTo>
                  <a:lnTo>
                    <a:pt x="474" y="119"/>
                  </a:lnTo>
                  <a:lnTo>
                    <a:pt x="455" y="179"/>
                  </a:lnTo>
                  <a:lnTo>
                    <a:pt x="455" y="258"/>
                  </a:lnTo>
                  <a:lnTo>
                    <a:pt x="435" y="238"/>
                  </a:lnTo>
                  <a:lnTo>
                    <a:pt x="435" y="258"/>
                  </a:lnTo>
                  <a:lnTo>
                    <a:pt x="435" y="277"/>
                  </a:lnTo>
                  <a:lnTo>
                    <a:pt x="455" y="317"/>
                  </a:lnTo>
                  <a:lnTo>
                    <a:pt x="435" y="416"/>
                  </a:lnTo>
                  <a:lnTo>
                    <a:pt x="435" y="435"/>
                  </a:lnTo>
                  <a:lnTo>
                    <a:pt x="435" y="475"/>
                  </a:lnTo>
                  <a:lnTo>
                    <a:pt x="417" y="475"/>
                  </a:lnTo>
                  <a:lnTo>
                    <a:pt x="435" y="317"/>
                  </a:lnTo>
                  <a:lnTo>
                    <a:pt x="415" y="337"/>
                  </a:lnTo>
                  <a:lnTo>
                    <a:pt x="415" y="297"/>
                  </a:lnTo>
                  <a:lnTo>
                    <a:pt x="415" y="258"/>
                  </a:lnTo>
                  <a:lnTo>
                    <a:pt x="415" y="238"/>
                  </a:lnTo>
                  <a:lnTo>
                    <a:pt x="415" y="198"/>
                  </a:lnTo>
                  <a:lnTo>
                    <a:pt x="415" y="179"/>
                  </a:lnTo>
                  <a:lnTo>
                    <a:pt x="398" y="162"/>
                  </a:lnTo>
                  <a:lnTo>
                    <a:pt x="398" y="162"/>
                  </a:lnTo>
                  <a:lnTo>
                    <a:pt x="376" y="218"/>
                  </a:lnTo>
                  <a:lnTo>
                    <a:pt x="376" y="159"/>
                  </a:lnTo>
                  <a:lnTo>
                    <a:pt x="376" y="100"/>
                  </a:lnTo>
                  <a:lnTo>
                    <a:pt x="356" y="159"/>
                  </a:lnTo>
                  <a:lnTo>
                    <a:pt x="356" y="179"/>
                  </a:lnTo>
                  <a:lnTo>
                    <a:pt x="336" y="198"/>
                  </a:lnTo>
                  <a:lnTo>
                    <a:pt x="326" y="228"/>
                  </a:lnTo>
                  <a:lnTo>
                    <a:pt x="336" y="179"/>
                  </a:lnTo>
                  <a:lnTo>
                    <a:pt x="316" y="198"/>
                  </a:lnTo>
                  <a:lnTo>
                    <a:pt x="316" y="179"/>
                  </a:lnTo>
                  <a:lnTo>
                    <a:pt x="297" y="238"/>
                  </a:lnTo>
                  <a:lnTo>
                    <a:pt x="297" y="297"/>
                  </a:lnTo>
                  <a:lnTo>
                    <a:pt x="277" y="317"/>
                  </a:lnTo>
                  <a:lnTo>
                    <a:pt x="277" y="297"/>
                  </a:lnTo>
                  <a:lnTo>
                    <a:pt x="257" y="337"/>
                  </a:lnTo>
                  <a:lnTo>
                    <a:pt x="257" y="376"/>
                  </a:lnTo>
                  <a:lnTo>
                    <a:pt x="237" y="455"/>
                  </a:lnTo>
                  <a:lnTo>
                    <a:pt x="237" y="396"/>
                  </a:lnTo>
                  <a:lnTo>
                    <a:pt x="237" y="317"/>
                  </a:lnTo>
                  <a:lnTo>
                    <a:pt x="257" y="297"/>
                  </a:lnTo>
                  <a:lnTo>
                    <a:pt x="237" y="297"/>
                  </a:lnTo>
                  <a:lnTo>
                    <a:pt x="237" y="179"/>
                  </a:lnTo>
                  <a:lnTo>
                    <a:pt x="218" y="198"/>
                  </a:lnTo>
                  <a:lnTo>
                    <a:pt x="218" y="218"/>
                  </a:lnTo>
                  <a:lnTo>
                    <a:pt x="218" y="238"/>
                  </a:lnTo>
                  <a:lnTo>
                    <a:pt x="218" y="258"/>
                  </a:lnTo>
                  <a:lnTo>
                    <a:pt x="178" y="396"/>
                  </a:lnTo>
                  <a:lnTo>
                    <a:pt x="198" y="376"/>
                  </a:lnTo>
                  <a:lnTo>
                    <a:pt x="218" y="317"/>
                  </a:lnTo>
                  <a:lnTo>
                    <a:pt x="198" y="396"/>
                  </a:lnTo>
                  <a:lnTo>
                    <a:pt x="178" y="455"/>
                  </a:lnTo>
                  <a:lnTo>
                    <a:pt x="158" y="514"/>
                  </a:lnTo>
                  <a:lnTo>
                    <a:pt x="158" y="554"/>
                  </a:lnTo>
                  <a:lnTo>
                    <a:pt x="178" y="534"/>
                  </a:lnTo>
                  <a:lnTo>
                    <a:pt x="198" y="435"/>
                  </a:lnTo>
                  <a:lnTo>
                    <a:pt x="218" y="396"/>
                  </a:lnTo>
                  <a:lnTo>
                    <a:pt x="198" y="455"/>
                  </a:lnTo>
                  <a:lnTo>
                    <a:pt x="218" y="475"/>
                  </a:lnTo>
                  <a:lnTo>
                    <a:pt x="218" y="495"/>
                  </a:lnTo>
                  <a:lnTo>
                    <a:pt x="237" y="554"/>
                  </a:lnTo>
                  <a:lnTo>
                    <a:pt x="237" y="475"/>
                  </a:lnTo>
                  <a:lnTo>
                    <a:pt x="257" y="396"/>
                  </a:lnTo>
                  <a:lnTo>
                    <a:pt x="277" y="376"/>
                  </a:lnTo>
                  <a:lnTo>
                    <a:pt x="277" y="396"/>
                  </a:lnTo>
                  <a:lnTo>
                    <a:pt x="277" y="435"/>
                  </a:lnTo>
                  <a:lnTo>
                    <a:pt x="257" y="475"/>
                  </a:lnTo>
                  <a:lnTo>
                    <a:pt x="237" y="574"/>
                  </a:lnTo>
                  <a:lnTo>
                    <a:pt x="198" y="692"/>
                  </a:lnTo>
                  <a:lnTo>
                    <a:pt x="178" y="771"/>
                  </a:lnTo>
                  <a:lnTo>
                    <a:pt x="158" y="850"/>
                  </a:lnTo>
                  <a:lnTo>
                    <a:pt x="158" y="890"/>
                  </a:lnTo>
                  <a:lnTo>
                    <a:pt x="158" y="910"/>
                  </a:lnTo>
                  <a:lnTo>
                    <a:pt x="139" y="929"/>
                  </a:lnTo>
                  <a:lnTo>
                    <a:pt x="119" y="969"/>
                  </a:lnTo>
                  <a:lnTo>
                    <a:pt x="132" y="916"/>
                  </a:lnTo>
                  <a:lnTo>
                    <a:pt x="132" y="916"/>
                  </a:lnTo>
                  <a:lnTo>
                    <a:pt x="119" y="929"/>
                  </a:lnTo>
                  <a:lnTo>
                    <a:pt x="119" y="910"/>
                  </a:lnTo>
                  <a:lnTo>
                    <a:pt x="139" y="732"/>
                  </a:lnTo>
                  <a:lnTo>
                    <a:pt x="158" y="574"/>
                  </a:lnTo>
                  <a:lnTo>
                    <a:pt x="139" y="554"/>
                  </a:lnTo>
                  <a:lnTo>
                    <a:pt x="139" y="574"/>
                  </a:lnTo>
                  <a:lnTo>
                    <a:pt x="119" y="594"/>
                  </a:lnTo>
                  <a:lnTo>
                    <a:pt x="119" y="594"/>
                  </a:lnTo>
                  <a:lnTo>
                    <a:pt x="158" y="396"/>
                  </a:lnTo>
                  <a:lnTo>
                    <a:pt x="139" y="435"/>
                  </a:lnTo>
                  <a:lnTo>
                    <a:pt x="119" y="495"/>
                  </a:lnTo>
                  <a:lnTo>
                    <a:pt x="119" y="455"/>
                  </a:lnTo>
                  <a:lnTo>
                    <a:pt x="99" y="514"/>
                  </a:lnTo>
                  <a:lnTo>
                    <a:pt x="99" y="495"/>
                  </a:lnTo>
                  <a:lnTo>
                    <a:pt x="79" y="594"/>
                  </a:lnTo>
                  <a:lnTo>
                    <a:pt x="79" y="613"/>
                  </a:lnTo>
                  <a:lnTo>
                    <a:pt x="99" y="594"/>
                  </a:lnTo>
                  <a:lnTo>
                    <a:pt x="79" y="653"/>
                  </a:lnTo>
                  <a:lnTo>
                    <a:pt x="79" y="752"/>
                  </a:lnTo>
                  <a:lnTo>
                    <a:pt x="79" y="771"/>
                  </a:lnTo>
                  <a:lnTo>
                    <a:pt x="60" y="791"/>
                  </a:lnTo>
                  <a:lnTo>
                    <a:pt x="79" y="791"/>
                  </a:lnTo>
                  <a:lnTo>
                    <a:pt x="79" y="811"/>
                  </a:lnTo>
                  <a:lnTo>
                    <a:pt x="99" y="811"/>
                  </a:lnTo>
                  <a:lnTo>
                    <a:pt x="99" y="850"/>
                  </a:lnTo>
                  <a:lnTo>
                    <a:pt x="79" y="969"/>
                  </a:lnTo>
                  <a:lnTo>
                    <a:pt x="60" y="989"/>
                  </a:lnTo>
                  <a:lnTo>
                    <a:pt x="60" y="949"/>
                  </a:lnTo>
                  <a:lnTo>
                    <a:pt x="79" y="870"/>
                  </a:lnTo>
                  <a:lnTo>
                    <a:pt x="60" y="870"/>
                  </a:lnTo>
                  <a:lnTo>
                    <a:pt x="60" y="910"/>
                  </a:lnTo>
                  <a:lnTo>
                    <a:pt x="60" y="929"/>
                  </a:lnTo>
                  <a:lnTo>
                    <a:pt x="40" y="1008"/>
                  </a:lnTo>
                  <a:lnTo>
                    <a:pt x="20" y="1008"/>
                  </a:lnTo>
                  <a:lnTo>
                    <a:pt x="20" y="1028"/>
                  </a:lnTo>
                  <a:lnTo>
                    <a:pt x="0" y="1107"/>
                  </a:lnTo>
                  <a:lnTo>
                    <a:pt x="0" y="1186"/>
                  </a:lnTo>
                  <a:lnTo>
                    <a:pt x="20" y="1087"/>
                  </a:lnTo>
                  <a:lnTo>
                    <a:pt x="20" y="1107"/>
                  </a:lnTo>
                  <a:lnTo>
                    <a:pt x="20" y="1186"/>
                  </a:lnTo>
                  <a:lnTo>
                    <a:pt x="40" y="1147"/>
                  </a:lnTo>
                  <a:lnTo>
                    <a:pt x="40" y="1166"/>
                  </a:lnTo>
                  <a:lnTo>
                    <a:pt x="60" y="1127"/>
                  </a:lnTo>
                  <a:lnTo>
                    <a:pt x="60" y="1087"/>
                  </a:lnTo>
                  <a:lnTo>
                    <a:pt x="79" y="1087"/>
                  </a:lnTo>
                  <a:lnTo>
                    <a:pt x="79" y="1107"/>
                  </a:lnTo>
                  <a:lnTo>
                    <a:pt x="99" y="1068"/>
                  </a:lnTo>
                  <a:lnTo>
                    <a:pt x="99" y="1107"/>
                  </a:lnTo>
                  <a:lnTo>
                    <a:pt x="119" y="1048"/>
                  </a:lnTo>
                  <a:lnTo>
                    <a:pt x="119" y="1068"/>
                  </a:lnTo>
                  <a:lnTo>
                    <a:pt x="139" y="969"/>
                  </a:lnTo>
                  <a:lnTo>
                    <a:pt x="158" y="929"/>
                  </a:lnTo>
                  <a:lnTo>
                    <a:pt x="178" y="929"/>
                  </a:lnTo>
                  <a:lnTo>
                    <a:pt x="158" y="969"/>
                  </a:lnTo>
                  <a:lnTo>
                    <a:pt x="158" y="989"/>
                  </a:lnTo>
                  <a:lnTo>
                    <a:pt x="139" y="1028"/>
                  </a:lnTo>
                  <a:lnTo>
                    <a:pt x="139" y="1068"/>
                  </a:lnTo>
                  <a:lnTo>
                    <a:pt x="158" y="1028"/>
                  </a:lnTo>
                  <a:lnTo>
                    <a:pt x="158" y="1008"/>
                  </a:lnTo>
                  <a:lnTo>
                    <a:pt x="198" y="929"/>
                  </a:lnTo>
                  <a:lnTo>
                    <a:pt x="218" y="910"/>
                  </a:lnTo>
                  <a:lnTo>
                    <a:pt x="237" y="890"/>
                  </a:lnTo>
                  <a:lnTo>
                    <a:pt x="237" y="929"/>
                  </a:lnTo>
                  <a:lnTo>
                    <a:pt x="257" y="831"/>
                  </a:lnTo>
                  <a:lnTo>
                    <a:pt x="277" y="811"/>
                  </a:lnTo>
                  <a:lnTo>
                    <a:pt x="277" y="870"/>
                  </a:lnTo>
                  <a:lnTo>
                    <a:pt x="316" y="791"/>
                  </a:lnTo>
                  <a:lnTo>
                    <a:pt x="316" y="692"/>
                  </a:lnTo>
                  <a:lnTo>
                    <a:pt x="336" y="653"/>
                  </a:lnTo>
                  <a:lnTo>
                    <a:pt x="336" y="673"/>
                  </a:lnTo>
                  <a:lnTo>
                    <a:pt x="336" y="712"/>
                  </a:lnTo>
                  <a:lnTo>
                    <a:pt x="316" y="850"/>
                  </a:lnTo>
                  <a:lnTo>
                    <a:pt x="356" y="771"/>
                  </a:lnTo>
                  <a:lnTo>
                    <a:pt x="336" y="870"/>
                  </a:lnTo>
                  <a:lnTo>
                    <a:pt x="316" y="929"/>
                  </a:lnTo>
                  <a:lnTo>
                    <a:pt x="316" y="890"/>
                  </a:lnTo>
                  <a:lnTo>
                    <a:pt x="297" y="910"/>
                  </a:lnTo>
                  <a:lnTo>
                    <a:pt x="297" y="929"/>
                  </a:lnTo>
                  <a:lnTo>
                    <a:pt x="277" y="929"/>
                  </a:lnTo>
                  <a:lnTo>
                    <a:pt x="277" y="949"/>
                  </a:lnTo>
                  <a:lnTo>
                    <a:pt x="257" y="989"/>
                  </a:lnTo>
                  <a:lnTo>
                    <a:pt x="257" y="1048"/>
                  </a:lnTo>
                  <a:lnTo>
                    <a:pt x="257" y="1087"/>
                  </a:lnTo>
                  <a:lnTo>
                    <a:pt x="277" y="1068"/>
                  </a:lnTo>
                  <a:lnTo>
                    <a:pt x="277" y="1127"/>
                  </a:lnTo>
                  <a:lnTo>
                    <a:pt x="257" y="1186"/>
                  </a:lnTo>
                  <a:lnTo>
                    <a:pt x="237" y="1186"/>
                  </a:lnTo>
                  <a:lnTo>
                    <a:pt x="237" y="1226"/>
                  </a:lnTo>
                  <a:lnTo>
                    <a:pt x="237" y="1245"/>
                  </a:lnTo>
                  <a:lnTo>
                    <a:pt x="257" y="1245"/>
                  </a:lnTo>
                  <a:lnTo>
                    <a:pt x="297" y="1028"/>
                  </a:lnTo>
                  <a:lnTo>
                    <a:pt x="316" y="1008"/>
                  </a:lnTo>
                  <a:lnTo>
                    <a:pt x="336" y="1028"/>
                  </a:lnTo>
                  <a:lnTo>
                    <a:pt x="316" y="1068"/>
                  </a:lnTo>
                  <a:lnTo>
                    <a:pt x="297" y="1166"/>
                  </a:lnTo>
                  <a:lnTo>
                    <a:pt x="316" y="1127"/>
                  </a:lnTo>
                  <a:lnTo>
                    <a:pt x="316" y="1107"/>
                  </a:lnTo>
                  <a:lnTo>
                    <a:pt x="336" y="1127"/>
                  </a:lnTo>
                  <a:lnTo>
                    <a:pt x="336" y="1226"/>
                  </a:lnTo>
                  <a:lnTo>
                    <a:pt x="316" y="1226"/>
                  </a:lnTo>
                  <a:lnTo>
                    <a:pt x="316" y="1265"/>
                  </a:lnTo>
                  <a:lnTo>
                    <a:pt x="297" y="1245"/>
                  </a:lnTo>
                  <a:lnTo>
                    <a:pt x="297" y="1305"/>
                  </a:lnTo>
                  <a:lnTo>
                    <a:pt x="316" y="1305"/>
                  </a:lnTo>
                  <a:lnTo>
                    <a:pt x="316" y="1384"/>
                  </a:lnTo>
                  <a:lnTo>
                    <a:pt x="336" y="1403"/>
                  </a:lnTo>
                  <a:lnTo>
                    <a:pt x="356" y="1384"/>
                  </a:lnTo>
                  <a:lnTo>
                    <a:pt x="376" y="1324"/>
                  </a:lnTo>
                  <a:lnTo>
                    <a:pt x="395" y="1245"/>
                  </a:lnTo>
                  <a:lnTo>
                    <a:pt x="376" y="1344"/>
                  </a:lnTo>
                  <a:lnTo>
                    <a:pt x="395" y="1344"/>
                  </a:lnTo>
                  <a:lnTo>
                    <a:pt x="395" y="1403"/>
                  </a:lnTo>
                  <a:lnTo>
                    <a:pt x="415" y="1344"/>
                  </a:lnTo>
                  <a:lnTo>
                    <a:pt x="415" y="1364"/>
                  </a:lnTo>
                  <a:lnTo>
                    <a:pt x="435" y="1305"/>
                  </a:lnTo>
                  <a:lnTo>
                    <a:pt x="415" y="1324"/>
                  </a:lnTo>
                  <a:lnTo>
                    <a:pt x="415" y="1285"/>
                  </a:lnTo>
                  <a:lnTo>
                    <a:pt x="435" y="1206"/>
                  </a:lnTo>
                  <a:lnTo>
                    <a:pt x="455" y="1206"/>
                  </a:lnTo>
                  <a:lnTo>
                    <a:pt x="435" y="1265"/>
                  </a:lnTo>
                  <a:lnTo>
                    <a:pt x="435" y="1305"/>
                  </a:lnTo>
                  <a:lnTo>
                    <a:pt x="435" y="1344"/>
                  </a:lnTo>
                  <a:lnTo>
                    <a:pt x="435" y="1403"/>
                  </a:lnTo>
                  <a:lnTo>
                    <a:pt x="474" y="1344"/>
                  </a:lnTo>
                  <a:lnTo>
                    <a:pt x="494" y="1265"/>
                  </a:lnTo>
                  <a:lnTo>
                    <a:pt x="474" y="1305"/>
                  </a:lnTo>
                  <a:lnTo>
                    <a:pt x="494" y="1226"/>
                  </a:lnTo>
                  <a:lnTo>
                    <a:pt x="494" y="1265"/>
                  </a:lnTo>
                  <a:lnTo>
                    <a:pt x="514" y="1305"/>
                  </a:lnTo>
                  <a:lnTo>
                    <a:pt x="494" y="1344"/>
                  </a:lnTo>
                  <a:lnTo>
                    <a:pt x="494" y="1324"/>
                  </a:lnTo>
                  <a:lnTo>
                    <a:pt x="474" y="1364"/>
                  </a:lnTo>
                  <a:lnTo>
                    <a:pt x="474" y="1403"/>
                  </a:lnTo>
                  <a:lnTo>
                    <a:pt x="494" y="1364"/>
                  </a:lnTo>
                  <a:lnTo>
                    <a:pt x="514" y="1344"/>
                  </a:lnTo>
                  <a:lnTo>
                    <a:pt x="514" y="1364"/>
                  </a:lnTo>
                  <a:lnTo>
                    <a:pt x="514" y="1384"/>
                  </a:lnTo>
                  <a:lnTo>
                    <a:pt x="534" y="1403"/>
                  </a:lnTo>
                  <a:lnTo>
                    <a:pt x="553" y="1344"/>
                  </a:lnTo>
                  <a:lnTo>
                    <a:pt x="573" y="1344"/>
                  </a:lnTo>
                  <a:lnTo>
                    <a:pt x="593" y="1206"/>
                  </a:lnTo>
                  <a:lnTo>
                    <a:pt x="593" y="1305"/>
                  </a:lnTo>
                  <a:lnTo>
                    <a:pt x="573" y="1384"/>
                  </a:lnTo>
                  <a:lnTo>
                    <a:pt x="593" y="1344"/>
                  </a:lnTo>
                  <a:lnTo>
                    <a:pt x="593" y="1384"/>
                  </a:lnTo>
                  <a:lnTo>
                    <a:pt x="613" y="1403"/>
                  </a:lnTo>
                  <a:lnTo>
                    <a:pt x="613" y="1384"/>
                  </a:lnTo>
                  <a:lnTo>
                    <a:pt x="633" y="1344"/>
                  </a:lnTo>
                  <a:lnTo>
                    <a:pt x="652" y="1305"/>
                  </a:lnTo>
                  <a:lnTo>
                    <a:pt x="692" y="1285"/>
                  </a:lnTo>
                  <a:lnTo>
                    <a:pt x="652" y="1364"/>
                  </a:lnTo>
                  <a:lnTo>
                    <a:pt x="633" y="1403"/>
                  </a:lnTo>
                  <a:lnTo>
                    <a:pt x="652" y="1423"/>
                  </a:lnTo>
                  <a:lnTo>
                    <a:pt x="672" y="1423"/>
                  </a:lnTo>
                  <a:lnTo>
                    <a:pt x="692" y="1403"/>
                  </a:lnTo>
                  <a:lnTo>
                    <a:pt x="692" y="1324"/>
                  </a:lnTo>
                  <a:lnTo>
                    <a:pt x="712" y="1324"/>
                  </a:lnTo>
                  <a:lnTo>
                    <a:pt x="712" y="1344"/>
                  </a:lnTo>
                  <a:lnTo>
                    <a:pt x="692" y="1384"/>
                  </a:lnTo>
                  <a:lnTo>
                    <a:pt x="692" y="1384"/>
                  </a:lnTo>
                  <a:lnTo>
                    <a:pt x="731" y="1324"/>
                  </a:lnTo>
                  <a:lnTo>
                    <a:pt x="744" y="1324"/>
                  </a:lnTo>
                  <a:lnTo>
                    <a:pt x="751" y="1305"/>
                  </a:lnTo>
                  <a:lnTo>
                    <a:pt x="771" y="1226"/>
                  </a:lnTo>
                  <a:lnTo>
                    <a:pt x="771" y="1166"/>
                  </a:lnTo>
                  <a:lnTo>
                    <a:pt x="751" y="1206"/>
                  </a:lnTo>
                  <a:lnTo>
                    <a:pt x="731" y="1206"/>
                  </a:lnTo>
                  <a:lnTo>
                    <a:pt x="731" y="1147"/>
                  </a:lnTo>
                  <a:lnTo>
                    <a:pt x="751" y="1087"/>
                  </a:lnTo>
                  <a:lnTo>
                    <a:pt x="751" y="1048"/>
                  </a:lnTo>
                  <a:lnTo>
                    <a:pt x="791" y="949"/>
                  </a:lnTo>
                  <a:lnTo>
                    <a:pt x="810" y="929"/>
                  </a:lnTo>
                  <a:lnTo>
                    <a:pt x="791" y="1008"/>
                  </a:lnTo>
                  <a:lnTo>
                    <a:pt x="771" y="1068"/>
                  </a:lnTo>
                  <a:lnTo>
                    <a:pt x="791" y="1048"/>
                  </a:lnTo>
                  <a:lnTo>
                    <a:pt x="771" y="1147"/>
                  </a:lnTo>
                  <a:lnTo>
                    <a:pt x="791" y="1068"/>
                  </a:lnTo>
                  <a:lnTo>
                    <a:pt x="810" y="989"/>
                  </a:lnTo>
                  <a:lnTo>
                    <a:pt x="810" y="949"/>
                  </a:lnTo>
                  <a:lnTo>
                    <a:pt x="830" y="989"/>
                  </a:lnTo>
                  <a:lnTo>
                    <a:pt x="850" y="969"/>
                  </a:lnTo>
                  <a:lnTo>
                    <a:pt x="850" y="1028"/>
                  </a:lnTo>
                  <a:lnTo>
                    <a:pt x="830" y="1008"/>
                  </a:lnTo>
                  <a:lnTo>
                    <a:pt x="830" y="1048"/>
                  </a:lnTo>
                  <a:lnTo>
                    <a:pt x="810" y="1107"/>
                  </a:lnTo>
                  <a:lnTo>
                    <a:pt x="810" y="1166"/>
                  </a:lnTo>
                  <a:lnTo>
                    <a:pt x="791" y="1226"/>
                  </a:lnTo>
                  <a:lnTo>
                    <a:pt x="771" y="1344"/>
                  </a:lnTo>
                  <a:lnTo>
                    <a:pt x="771" y="1384"/>
                  </a:lnTo>
                  <a:lnTo>
                    <a:pt x="791" y="1344"/>
                  </a:lnTo>
                  <a:lnTo>
                    <a:pt x="810" y="1344"/>
                  </a:lnTo>
                  <a:lnTo>
                    <a:pt x="830" y="1305"/>
                  </a:lnTo>
                  <a:lnTo>
                    <a:pt x="830" y="1364"/>
                  </a:lnTo>
                  <a:lnTo>
                    <a:pt x="850" y="1364"/>
                  </a:lnTo>
                  <a:lnTo>
                    <a:pt x="870" y="1324"/>
                  </a:lnTo>
                  <a:lnTo>
                    <a:pt x="870" y="1384"/>
                  </a:lnTo>
                  <a:lnTo>
                    <a:pt x="870" y="1403"/>
                  </a:lnTo>
                  <a:lnTo>
                    <a:pt x="889" y="1384"/>
                  </a:lnTo>
                  <a:lnTo>
                    <a:pt x="909" y="1344"/>
                  </a:lnTo>
                  <a:lnTo>
                    <a:pt x="949" y="1305"/>
                  </a:lnTo>
                  <a:lnTo>
                    <a:pt x="949" y="1285"/>
                  </a:lnTo>
                  <a:lnTo>
                    <a:pt x="968" y="1305"/>
                  </a:lnTo>
                  <a:lnTo>
                    <a:pt x="949" y="1344"/>
                  </a:lnTo>
                  <a:lnTo>
                    <a:pt x="968" y="1364"/>
                  </a:lnTo>
                  <a:lnTo>
                    <a:pt x="988" y="1305"/>
                  </a:lnTo>
                  <a:lnTo>
                    <a:pt x="988" y="1364"/>
                  </a:lnTo>
                  <a:lnTo>
                    <a:pt x="1008" y="1344"/>
                  </a:lnTo>
                  <a:lnTo>
                    <a:pt x="1008" y="1324"/>
                  </a:lnTo>
                  <a:lnTo>
                    <a:pt x="1028" y="1384"/>
                  </a:lnTo>
                  <a:lnTo>
                    <a:pt x="1047" y="1344"/>
                  </a:lnTo>
                  <a:lnTo>
                    <a:pt x="1067" y="1265"/>
                  </a:lnTo>
                  <a:lnTo>
                    <a:pt x="1047" y="1384"/>
                  </a:lnTo>
                  <a:lnTo>
                    <a:pt x="1126" y="1344"/>
                  </a:lnTo>
                  <a:lnTo>
                    <a:pt x="1205" y="1305"/>
                  </a:lnTo>
                  <a:lnTo>
                    <a:pt x="1186" y="1344"/>
                  </a:lnTo>
                  <a:lnTo>
                    <a:pt x="1205" y="1324"/>
                  </a:lnTo>
                  <a:lnTo>
                    <a:pt x="1245" y="1305"/>
                  </a:lnTo>
                  <a:lnTo>
                    <a:pt x="1265" y="1265"/>
                  </a:lnTo>
                  <a:lnTo>
                    <a:pt x="1284" y="1265"/>
                  </a:lnTo>
                  <a:lnTo>
                    <a:pt x="1304" y="1245"/>
                  </a:lnTo>
                  <a:lnTo>
                    <a:pt x="1324" y="1166"/>
                  </a:lnTo>
                  <a:lnTo>
                    <a:pt x="1324" y="1048"/>
                  </a:lnTo>
                  <a:lnTo>
                    <a:pt x="1344" y="1028"/>
                  </a:lnTo>
                  <a:lnTo>
                    <a:pt x="1344" y="1068"/>
                  </a:lnTo>
                  <a:lnTo>
                    <a:pt x="1344" y="1107"/>
                  </a:lnTo>
                  <a:lnTo>
                    <a:pt x="1344" y="1127"/>
                  </a:lnTo>
                  <a:lnTo>
                    <a:pt x="1324" y="1226"/>
                  </a:lnTo>
                  <a:lnTo>
                    <a:pt x="1304" y="1305"/>
                  </a:lnTo>
                  <a:lnTo>
                    <a:pt x="1344" y="1226"/>
                  </a:lnTo>
                  <a:lnTo>
                    <a:pt x="1344" y="1245"/>
                  </a:lnTo>
                  <a:lnTo>
                    <a:pt x="1363" y="1245"/>
                  </a:lnTo>
                  <a:lnTo>
                    <a:pt x="1383" y="1265"/>
                  </a:lnTo>
                  <a:lnTo>
                    <a:pt x="1363" y="1305"/>
                  </a:lnTo>
                  <a:lnTo>
                    <a:pt x="1363" y="1285"/>
                  </a:lnTo>
                  <a:lnTo>
                    <a:pt x="1344" y="1285"/>
                  </a:lnTo>
                  <a:lnTo>
                    <a:pt x="1344" y="1305"/>
                  </a:lnTo>
                  <a:lnTo>
                    <a:pt x="1324" y="1344"/>
                  </a:lnTo>
                  <a:lnTo>
                    <a:pt x="1363" y="1324"/>
                  </a:lnTo>
                  <a:lnTo>
                    <a:pt x="1383" y="1324"/>
                  </a:lnTo>
                  <a:lnTo>
                    <a:pt x="1383" y="1285"/>
                  </a:lnTo>
                  <a:lnTo>
                    <a:pt x="1403" y="1245"/>
                  </a:lnTo>
                  <a:lnTo>
                    <a:pt x="1403" y="1265"/>
                  </a:lnTo>
                  <a:lnTo>
                    <a:pt x="1423" y="1206"/>
                  </a:lnTo>
                  <a:lnTo>
                    <a:pt x="1403" y="1285"/>
                  </a:lnTo>
                  <a:lnTo>
                    <a:pt x="1423" y="1226"/>
                  </a:lnTo>
                  <a:lnTo>
                    <a:pt x="1442" y="1226"/>
                  </a:lnTo>
                  <a:lnTo>
                    <a:pt x="1462" y="1245"/>
                  </a:lnTo>
                  <a:lnTo>
                    <a:pt x="1462" y="1285"/>
                  </a:lnTo>
                  <a:lnTo>
                    <a:pt x="1482" y="1265"/>
                  </a:lnTo>
                  <a:lnTo>
                    <a:pt x="1482" y="1305"/>
                  </a:lnTo>
                  <a:lnTo>
                    <a:pt x="1502" y="1324"/>
                  </a:lnTo>
                  <a:lnTo>
                    <a:pt x="1521" y="1324"/>
                  </a:lnTo>
                  <a:lnTo>
                    <a:pt x="1541" y="1364"/>
                  </a:lnTo>
                  <a:lnTo>
                    <a:pt x="1561" y="1324"/>
                  </a:lnTo>
                  <a:lnTo>
                    <a:pt x="1581" y="1285"/>
                  </a:lnTo>
                  <a:lnTo>
                    <a:pt x="1265" y="692"/>
                  </a:lnTo>
                  <a:lnTo>
                    <a:pt x="968" y="179"/>
                  </a:lnTo>
                  <a:lnTo>
                    <a:pt x="949" y="238"/>
                  </a:lnTo>
                  <a:lnTo>
                    <a:pt x="949" y="218"/>
                  </a:lnTo>
                  <a:lnTo>
                    <a:pt x="949" y="159"/>
                  </a:lnTo>
                  <a:lnTo>
                    <a:pt x="929" y="198"/>
                  </a:lnTo>
                  <a:lnTo>
                    <a:pt x="909" y="218"/>
                  </a:lnTo>
                  <a:lnTo>
                    <a:pt x="909" y="258"/>
                  </a:lnTo>
                  <a:lnTo>
                    <a:pt x="889" y="297"/>
                  </a:lnTo>
                  <a:lnTo>
                    <a:pt x="889" y="238"/>
                  </a:lnTo>
                  <a:lnTo>
                    <a:pt x="909" y="198"/>
                  </a:lnTo>
                  <a:lnTo>
                    <a:pt x="909" y="119"/>
                  </a:lnTo>
                  <a:lnTo>
                    <a:pt x="909" y="100"/>
                  </a:lnTo>
                  <a:lnTo>
                    <a:pt x="909" y="80"/>
                  </a:lnTo>
                  <a:lnTo>
                    <a:pt x="909" y="40"/>
                  </a:lnTo>
                  <a:lnTo>
                    <a:pt x="889" y="60"/>
                  </a:lnTo>
                  <a:lnTo>
                    <a:pt x="889" y="119"/>
                  </a:lnTo>
                  <a:lnTo>
                    <a:pt x="870" y="179"/>
                  </a:lnTo>
                  <a:lnTo>
                    <a:pt x="870" y="100"/>
                  </a:lnTo>
                  <a:lnTo>
                    <a:pt x="850" y="139"/>
                  </a:lnTo>
                  <a:lnTo>
                    <a:pt x="830" y="218"/>
                  </a:lnTo>
                  <a:lnTo>
                    <a:pt x="830" y="277"/>
                  </a:lnTo>
                  <a:lnTo>
                    <a:pt x="830" y="317"/>
                  </a:lnTo>
                  <a:lnTo>
                    <a:pt x="830" y="376"/>
                  </a:lnTo>
                  <a:lnTo>
                    <a:pt x="810" y="396"/>
                  </a:lnTo>
                  <a:lnTo>
                    <a:pt x="791" y="297"/>
                  </a:lnTo>
                  <a:lnTo>
                    <a:pt x="830" y="159"/>
                  </a:lnTo>
                  <a:lnTo>
                    <a:pt x="850" y="1"/>
                  </a:lnTo>
                  <a:lnTo>
                    <a:pt x="830" y="21"/>
                  </a:lnTo>
                  <a:lnTo>
                    <a:pt x="810" y="21"/>
                  </a:lnTo>
                  <a:lnTo>
                    <a:pt x="81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 name="Google Shape;2470;p9"/>
            <p:cNvSpPr/>
            <p:nvPr/>
          </p:nvSpPr>
          <p:spPr>
            <a:xfrm>
              <a:off x="-1608925" y="3313900"/>
              <a:ext cx="25" cy="525"/>
            </a:xfrm>
            <a:custGeom>
              <a:rect b="b" l="l" r="r" t="t"/>
              <a:pathLst>
                <a:path extrusionOk="0" h="21" w="1">
                  <a:moveTo>
                    <a:pt x="1" y="20"/>
                  </a:moveTo>
                  <a:lnTo>
                    <a:pt x="1" y="20"/>
                  </a:lnTo>
                  <a:lnTo>
                    <a:pt x="1" y="20"/>
                  </a:lnTo>
                  <a:lnTo>
                    <a:pt x="1" y="1"/>
                  </a:lnTo>
                  <a:lnTo>
                    <a:pt x="1"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9"/>
            <p:cNvSpPr/>
            <p:nvPr/>
          </p:nvSpPr>
          <p:spPr>
            <a:xfrm>
              <a:off x="-1607450" y="3299575"/>
              <a:ext cx="525" cy="525"/>
            </a:xfrm>
            <a:custGeom>
              <a:rect b="b" l="l" r="r" t="t"/>
              <a:pathLst>
                <a:path extrusionOk="0" h="21" w="21">
                  <a:moveTo>
                    <a:pt x="21" y="1"/>
                  </a:moveTo>
                  <a:lnTo>
                    <a:pt x="21" y="1"/>
                  </a:lnTo>
                  <a:lnTo>
                    <a:pt x="1" y="20"/>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
            <p:cNvSpPr/>
            <p:nvPr/>
          </p:nvSpPr>
          <p:spPr>
            <a:xfrm>
              <a:off x="-1360550" y="390845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
            <p:cNvSpPr/>
            <p:nvPr/>
          </p:nvSpPr>
          <p:spPr>
            <a:xfrm>
              <a:off x="-1362025" y="3906950"/>
              <a:ext cx="525" cy="525"/>
            </a:xfrm>
            <a:custGeom>
              <a:rect b="b" l="l" r="r" t="t"/>
              <a:pathLst>
                <a:path extrusionOk="0" h="21" w="21">
                  <a:moveTo>
                    <a:pt x="20" y="1"/>
                  </a:moveTo>
                  <a:lnTo>
                    <a:pt x="20" y="1"/>
                  </a:lnTo>
                  <a:lnTo>
                    <a:pt x="1" y="21"/>
                  </a:lnTo>
                  <a:lnTo>
                    <a:pt x="1" y="21"/>
                  </a:lnTo>
                  <a:lnTo>
                    <a:pt x="2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 name="Google Shape;2474;p9"/>
            <p:cNvSpPr/>
            <p:nvPr/>
          </p:nvSpPr>
          <p:spPr>
            <a:xfrm>
              <a:off x="-1371900" y="3904975"/>
              <a:ext cx="19275" cy="6950"/>
            </a:xfrm>
            <a:custGeom>
              <a:rect b="b" l="l" r="r" t="t"/>
              <a:pathLst>
                <a:path extrusionOk="0" h="278" w="771">
                  <a:moveTo>
                    <a:pt x="672" y="1"/>
                  </a:moveTo>
                  <a:lnTo>
                    <a:pt x="593" y="21"/>
                  </a:lnTo>
                  <a:lnTo>
                    <a:pt x="613" y="21"/>
                  </a:lnTo>
                  <a:lnTo>
                    <a:pt x="672" y="1"/>
                  </a:lnTo>
                  <a:close/>
                  <a:moveTo>
                    <a:pt x="712" y="21"/>
                  </a:moveTo>
                  <a:lnTo>
                    <a:pt x="705" y="27"/>
                  </a:lnTo>
                  <a:lnTo>
                    <a:pt x="705" y="27"/>
                  </a:lnTo>
                  <a:lnTo>
                    <a:pt x="732" y="40"/>
                  </a:lnTo>
                  <a:lnTo>
                    <a:pt x="732" y="40"/>
                  </a:lnTo>
                  <a:lnTo>
                    <a:pt x="712" y="21"/>
                  </a:lnTo>
                  <a:close/>
                  <a:moveTo>
                    <a:pt x="613" y="1"/>
                  </a:moveTo>
                  <a:lnTo>
                    <a:pt x="514" y="21"/>
                  </a:lnTo>
                  <a:lnTo>
                    <a:pt x="475" y="40"/>
                  </a:lnTo>
                  <a:lnTo>
                    <a:pt x="514" y="40"/>
                  </a:lnTo>
                  <a:lnTo>
                    <a:pt x="593" y="21"/>
                  </a:lnTo>
                  <a:lnTo>
                    <a:pt x="613" y="1"/>
                  </a:lnTo>
                  <a:close/>
                  <a:moveTo>
                    <a:pt x="396" y="60"/>
                  </a:moveTo>
                  <a:lnTo>
                    <a:pt x="415" y="80"/>
                  </a:lnTo>
                  <a:lnTo>
                    <a:pt x="455" y="60"/>
                  </a:lnTo>
                  <a:close/>
                  <a:moveTo>
                    <a:pt x="613" y="100"/>
                  </a:moveTo>
                  <a:lnTo>
                    <a:pt x="593" y="119"/>
                  </a:lnTo>
                  <a:lnTo>
                    <a:pt x="613" y="119"/>
                  </a:lnTo>
                  <a:lnTo>
                    <a:pt x="613" y="100"/>
                  </a:lnTo>
                  <a:close/>
                  <a:moveTo>
                    <a:pt x="99" y="238"/>
                  </a:moveTo>
                  <a:lnTo>
                    <a:pt x="1" y="277"/>
                  </a:lnTo>
                  <a:lnTo>
                    <a:pt x="40" y="277"/>
                  </a:lnTo>
                  <a:lnTo>
                    <a:pt x="99" y="238"/>
                  </a:lnTo>
                  <a:close/>
                  <a:moveTo>
                    <a:pt x="692" y="21"/>
                  </a:moveTo>
                  <a:lnTo>
                    <a:pt x="652" y="40"/>
                  </a:lnTo>
                  <a:lnTo>
                    <a:pt x="514" y="40"/>
                  </a:lnTo>
                  <a:lnTo>
                    <a:pt x="455" y="60"/>
                  </a:lnTo>
                  <a:lnTo>
                    <a:pt x="494" y="60"/>
                  </a:lnTo>
                  <a:lnTo>
                    <a:pt x="455" y="80"/>
                  </a:lnTo>
                  <a:lnTo>
                    <a:pt x="475" y="80"/>
                  </a:lnTo>
                  <a:lnTo>
                    <a:pt x="297" y="139"/>
                  </a:lnTo>
                  <a:lnTo>
                    <a:pt x="159" y="198"/>
                  </a:lnTo>
                  <a:lnTo>
                    <a:pt x="198" y="218"/>
                  </a:lnTo>
                  <a:lnTo>
                    <a:pt x="99" y="238"/>
                  </a:lnTo>
                  <a:lnTo>
                    <a:pt x="80" y="277"/>
                  </a:lnTo>
                  <a:lnTo>
                    <a:pt x="99" y="277"/>
                  </a:lnTo>
                  <a:lnTo>
                    <a:pt x="119" y="258"/>
                  </a:lnTo>
                  <a:lnTo>
                    <a:pt x="198" y="258"/>
                  </a:lnTo>
                  <a:lnTo>
                    <a:pt x="218" y="238"/>
                  </a:lnTo>
                  <a:lnTo>
                    <a:pt x="198" y="238"/>
                  </a:lnTo>
                  <a:lnTo>
                    <a:pt x="257" y="218"/>
                  </a:lnTo>
                  <a:lnTo>
                    <a:pt x="356" y="179"/>
                  </a:lnTo>
                  <a:lnTo>
                    <a:pt x="396" y="179"/>
                  </a:lnTo>
                  <a:lnTo>
                    <a:pt x="396" y="159"/>
                  </a:lnTo>
                  <a:lnTo>
                    <a:pt x="356" y="159"/>
                  </a:lnTo>
                  <a:lnTo>
                    <a:pt x="396" y="139"/>
                  </a:lnTo>
                  <a:lnTo>
                    <a:pt x="415" y="119"/>
                  </a:lnTo>
                  <a:lnTo>
                    <a:pt x="435" y="119"/>
                  </a:lnTo>
                  <a:lnTo>
                    <a:pt x="554" y="80"/>
                  </a:lnTo>
                  <a:lnTo>
                    <a:pt x="554" y="100"/>
                  </a:lnTo>
                  <a:lnTo>
                    <a:pt x="534" y="100"/>
                  </a:lnTo>
                  <a:lnTo>
                    <a:pt x="455" y="119"/>
                  </a:lnTo>
                  <a:lnTo>
                    <a:pt x="455" y="139"/>
                  </a:lnTo>
                  <a:lnTo>
                    <a:pt x="494" y="119"/>
                  </a:lnTo>
                  <a:lnTo>
                    <a:pt x="514" y="119"/>
                  </a:lnTo>
                  <a:lnTo>
                    <a:pt x="593" y="100"/>
                  </a:lnTo>
                  <a:lnTo>
                    <a:pt x="613" y="100"/>
                  </a:lnTo>
                  <a:lnTo>
                    <a:pt x="692" y="80"/>
                  </a:lnTo>
                  <a:lnTo>
                    <a:pt x="692" y="60"/>
                  </a:lnTo>
                  <a:lnTo>
                    <a:pt x="771" y="40"/>
                  </a:lnTo>
                  <a:lnTo>
                    <a:pt x="692" y="40"/>
                  </a:lnTo>
                  <a:lnTo>
                    <a:pt x="705" y="27"/>
                  </a:lnTo>
                  <a:lnTo>
                    <a:pt x="705" y="27"/>
                  </a:lnTo>
                  <a:lnTo>
                    <a:pt x="692"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 name="Google Shape;2475;p9"/>
            <p:cNvSpPr/>
            <p:nvPr/>
          </p:nvSpPr>
          <p:spPr>
            <a:xfrm>
              <a:off x="-1388675" y="3898575"/>
              <a:ext cx="500" cy="500"/>
            </a:xfrm>
            <a:custGeom>
              <a:rect b="b" l="l" r="r" t="t"/>
              <a:pathLst>
                <a:path extrusionOk="0" h="20" w="20">
                  <a:moveTo>
                    <a:pt x="20" y="0"/>
                  </a:moveTo>
                  <a:lnTo>
                    <a:pt x="0" y="20"/>
                  </a:lnTo>
                  <a:lnTo>
                    <a:pt x="2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 name="Google Shape;2476;p9"/>
            <p:cNvSpPr/>
            <p:nvPr/>
          </p:nvSpPr>
          <p:spPr>
            <a:xfrm>
              <a:off x="-1360050" y="3902525"/>
              <a:ext cx="2500" cy="500"/>
            </a:xfrm>
            <a:custGeom>
              <a:rect b="b" l="l" r="r" t="t"/>
              <a:pathLst>
                <a:path extrusionOk="0" h="20" w="100">
                  <a:moveTo>
                    <a:pt x="99" y="0"/>
                  </a:moveTo>
                  <a:lnTo>
                    <a:pt x="1" y="20"/>
                  </a:lnTo>
                  <a:lnTo>
                    <a:pt x="20" y="20"/>
                  </a:lnTo>
                  <a:lnTo>
                    <a:pt x="99"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9"/>
            <p:cNvSpPr/>
            <p:nvPr/>
          </p:nvSpPr>
          <p:spPr>
            <a:xfrm>
              <a:off x="-1356600" y="3901525"/>
              <a:ext cx="2000" cy="525"/>
            </a:xfrm>
            <a:custGeom>
              <a:rect b="b" l="l" r="r" t="t"/>
              <a:pathLst>
                <a:path extrusionOk="0" h="21" w="80">
                  <a:moveTo>
                    <a:pt x="1" y="20"/>
                  </a:moveTo>
                  <a:lnTo>
                    <a:pt x="1" y="20"/>
                  </a:lnTo>
                  <a:lnTo>
                    <a:pt x="80" y="1"/>
                  </a:lnTo>
                  <a:lnTo>
                    <a:pt x="80"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 name="Google Shape;2478;p9"/>
            <p:cNvSpPr/>
            <p:nvPr/>
          </p:nvSpPr>
          <p:spPr>
            <a:xfrm>
              <a:off x="-1395600" y="3860050"/>
              <a:ext cx="43975" cy="52850"/>
            </a:xfrm>
            <a:custGeom>
              <a:rect b="b" l="l" r="r" t="t"/>
              <a:pathLst>
                <a:path extrusionOk="0" h="2114" w="1759">
                  <a:moveTo>
                    <a:pt x="1225" y="573"/>
                  </a:moveTo>
                  <a:lnTo>
                    <a:pt x="1225" y="593"/>
                  </a:lnTo>
                  <a:lnTo>
                    <a:pt x="1284" y="593"/>
                  </a:lnTo>
                  <a:lnTo>
                    <a:pt x="1245" y="573"/>
                  </a:lnTo>
                  <a:close/>
                  <a:moveTo>
                    <a:pt x="60" y="1126"/>
                  </a:moveTo>
                  <a:lnTo>
                    <a:pt x="60" y="1146"/>
                  </a:lnTo>
                  <a:lnTo>
                    <a:pt x="80" y="1126"/>
                  </a:lnTo>
                  <a:close/>
                  <a:moveTo>
                    <a:pt x="80" y="1146"/>
                  </a:moveTo>
                  <a:lnTo>
                    <a:pt x="1" y="1185"/>
                  </a:lnTo>
                  <a:lnTo>
                    <a:pt x="20" y="1185"/>
                  </a:lnTo>
                  <a:lnTo>
                    <a:pt x="1" y="1205"/>
                  </a:lnTo>
                  <a:lnTo>
                    <a:pt x="1" y="1225"/>
                  </a:lnTo>
                  <a:lnTo>
                    <a:pt x="20" y="1205"/>
                  </a:lnTo>
                  <a:lnTo>
                    <a:pt x="60" y="1185"/>
                  </a:lnTo>
                  <a:lnTo>
                    <a:pt x="60" y="1185"/>
                  </a:lnTo>
                  <a:lnTo>
                    <a:pt x="40" y="1205"/>
                  </a:lnTo>
                  <a:lnTo>
                    <a:pt x="139" y="1166"/>
                  </a:lnTo>
                  <a:lnTo>
                    <a:pt x="99" y="1166"/>
                  </a:lnTo>
                  <a:lnTo>
                    <a:pt x="119" y="1146"/>
                  </a:lnTo>
                  <a:close/>
                  <a:moveTo>
                    <a:pt x="1284" y="1205"/>
                  </a:moveTo>
                  <a:lnTo>
                    <a:pt x="1253" y="1213"/>
                  </a:lnTo>
                  <a:lnTo>
                    <a:pt x="1253" y="1213"/>
                  </a:lnTo>
                  <a:lnTo>
                    <a:pt x="1265" y="1225"/>
                  </a:lnTo>
                  <a:lnTo>
                    <a:pt x="1284" y="1205"/>
                  </a:lnTo>
                  <a:close/>
                  <a:moveTo>
                    <a:pt x="218" y="1264"/>
                  </a:moveTo>
                  <a:lnTo>
                    <a:pt x="198" y="1284"/>
                  </a:lnTo>
                  <a:lnTo>
                    <a:pt x="238" y="1264"/>
                  </a:lnTo>
                  <a:close/>
                  <a:moveTo>
                    <a:pt x="1620" y="1363"/>
                  </a:moveTo>
                  <a:lnTo>
                    <a:pt x="1581" y="1383"/>
                  </a:lnTo>
                  <a:lnTo>
                    <a:pt x="1633" y="1370"/>
                  </a:lnTo>
                  <a:lnTo>
                    <a:pt x="1633" y="1370"/>
                  </a:lnTo>
                  <a:lnTo>
                    <a:pt x="1640" y="1363"/>
                  </a:lnTo>
                  <a:close/>
                  <a:moveTo>
                    <a:pt x="1699" y="1403"/>
                  </a:moveTo>
                  <a:lnTo>
                    <a:pt x="1640" y="1423"/>
                  </a:lnTo>
                  <a:lnTo>
                    <a:pt x="1660" y="1423"/>
                  </a:lnTo>
                  <a:lnTo>
                    <a:pt x="1719" y="1403"/>
                  </a:lnTo>
                  <a:close/>
                  <a:moveTo>
                    <a:pt x="376" y="1423"/>
                  </a:moveTo>
                  <a:lnTo>
                    <a:pt x="356" y="1442"/>
                  </a:lnTo>
                  <a:lnTo>
                    <a:pt x="336" y="1442"/>
                  </a:lnTo>
                  <a:lnTo>
                    <a:pt x="376" y="1423"/>
                  </a:lnTo>
                  <a:close/>
                  <a:moveTo>
                    <a:pt x="336" y="1502"/>
                  </a:moveTo>
                  <a:lnTo>
                    <a:pt x="297" y="1521"/>
                  </a:lnTo>
                  <a:lnTo>
                    <a:pt x="317" y="1521"/>
                  </a:lnTo>
                  <a:lnTo>
                    <a:pt x="336" y="1502"/>
                  </a:lnTo>
                  <a:close/>
                  <a:moveTo>
                    <a:pt x="1541" y="1581"/>
                  </a:moveTo>
                  <a:lnTo>
                    <a:pt x="1541" y="1590"/>
                  </a:lnTo>
                  <a:lnTo>
                    <a:pt x="1541" y="1590"/>
                  </a:lnTo>
                  <a:lnTo>
                    <a:pt x="1561" y="1581"/>
                  </a:lnTo>
                  <a:close/>
                  <a:moveTo>
                    <a:pt x="613" y="1640"/>
                  </a:moveTo>
                  <a:lnTo>
                    <a:pt x="633" y="1660"/>
                  </a:lnTo>
                  <a:lnTo>
                    <a:pt x="652" y="1640"/>
                  </a:lnTo>
                  <a:close/>
                  <a:moveTo>
                    <a:pt x="1008" y="1640"/>
                  </a:moveTo>
                  <a:lnTo>
                    <a:pt x="949" y="1660"/>
                  </a:lnTo>
                  <a:lnTo>
                    <a:pt x="968" y="1660"/>
                  </a:lnTo>
                  <a:lnTo>
                    <a:pt x="968" y="1679"/>
                  </a:lnTo>
                  <a:lnTo>
                    <a:pt x="1008" y="1660"/>
                  </a:lnTo>
                  <a:lnTo>
                    <a:pt x="1008" y="1640"/>
                  </a:lnTo>
                  <a:close/>
                  <a:moveTo>
                    <a:pt x="1034" y="1923"/>
                  </a:moveTo>
                  <a:lnTo>
                    <a:pt x="968" y="1956"/>
                  </a:lnTo>
                  <a:lnTo>
                    <a:pt x="889" y="1976"/>
                  </a:lnTo>
                  <a:lnTo>
                    <a:pt x="909" y="1956"/>
                  </a:lnTo>
                  <a:lnTo>
                    <a:pt x="929" y="1936"/>
                  </a:lnTo>
                  <a:lnTo>
                    <a:pt x="968" y="1936"/>
                  </a:lnTo>
                  <a:lnTo>
                    <a:pt x="1034" y="1923"/>
                  </a:lnTo>
                  <a:close/>
                  <a:moveTo>
                    <a:pt x="830" y="2015"/>
                  </a:moveTo>
                  <a:lnTo>
                    <a:pt x="810" y="2035"/>
                  </a:lnTo>
                  <a:lnTo>
                    <a:pt x="830" y="2035"/>
                  </a:lnTo>
                  <a:lnTo>
                    <a:pt x="830" y="2015"/>
                  </a:lnTo>
                  <a:close/>
                  <a:moveTo>
                    <a:pt x="791" y="0"/>
                  </a:moveTo>
                  <a:lnTo>
                    <a:pt x="633" y="198"/>
                  </a:lnTo>
                  <a:lnTo>
                    <a:pt x="475" y="415"/>
                  </a:lnTo>
                  <a:lnTo>
                    <a:pt x="297" y="672"/>
                  </a:lnTo>
                  <a:lnTo>
                    <a:pt x="139" y="968"/>
                  </a:lnTo>
                  <a:lnTo>
                    <a:pt x="178" y="948"/>
                  </a:lnTo>
                  <a:lnTo>
                    <a:pt x="159" y="968"/>
                  </a:lnTo>
                  <a:lnTo>
                    <a:pt x="119" y="968"/>
                  </a:lnTo>
                  <a:lnTo>
                    <a:pt x="99" y="1008"/>
                  </a:lnTo>
                  <a:lnTo>
                    <a:pt x="159" y="1027"/>
                  </a:lnTo>
                  <a:lnTo>
                    <a:pt x="99" y="1047"/>
                  </a:lnTo>
                  <a:lnTo>
                    <a:pt x="40" y="1106"/>
                  </a:lnTo>
                  <a:lnTo>
                    <a:pt x="60" y="1126"/>
                  </a:lnTo>
                  <a:lnTo>
                    <a:pt x="99" y="1106"/>
                  </a:lnTo>
                  <a:lnTo>
                    <a:pt x="159" y="1087"/>
                  </a:lnTo>
                  <a:lnTo>
                    <a:pt x="198" y="1087"/>
                  </a:lnTo>
                  <a:lnTo>
                    <a:pt x="218" y="1106"/>
                  </a:lnTo>
                  <a:lnTo>
                    <a:pt x="238" y="1106"/>
                  </a:lnTo>
                  <a:lnTo>
                    <a:pt x="257" y="1087"/>
                  </a:lnTo>
                  <a:lnTo>
                    <a:pt x="277" y="1087"/>
                  </a:lnTo>
                  <a:lnTo>
                    <a:pt x="277" y="1106"/>
                  </a:lnTo>
                  <a:lnTo>
                    <a:pt x="218" y="1126"/>
                  </a:lnTo>
                  <a:lnTo>
                    <a:pt x="159" y="1146"/>
                  </a:lnTo>
                  <a:lnTo>
                    <a:pt x="198" y="1146"/>
                  </a:lnTo>
                  <a:lnTo>
                    <a:pt x="198" y="1166"/>
                  </a:lnTo>
                  <a:lnTo>
                    <a:pt x="178" y="1166"/>
                  </a:lnTo>
                  <a:lnTo>
                    <a:pt x="99" y="1205"/>
                  </a:lnTo>
                  <a:lnTo>
                    <a:pt x="178" y="1185"/>
                  </a:lnTo>
                  <a:lnTo>
                    <a:pt x="198" y="1185"/>
                  </a:lnTo>
                  <a:lnTo>
                    <a:pt x="159" y="1205"/>
                  </a:lnTo>
                  <a:lnTo>
                    <a:pt x="218" y="1205"/>
                  </a:lnTo>
                  <a:lnTo>
                    <a:pt x="277" y="1185"/>
                  </a:lnTo>
                  <a:lnTo>
                    <a:pt x="356" y="1166"/>
                  </a:lnTo>
                  <a:lnTo>
                    <a:pt x="356" y="1185"/>
                  </a:lnTo>
                  <a:lnTo>
                    <a:pt x="317" y="1205"/>
                  </a:lnTo>
                  <a:lnTo>
                    <a:pt x="356" y="1205"/>
                  </a:lnTo>
                  <a:lnTo>
                    <a:pt x="336" y="1225"/>
                  </a:lnTo>
                  <a:lnTo>
                    <a:pt x="297" y="1245"/>
                  </a:lnTo>
                  <a:lnTo>
                    <a:pt x="297" y="1225"/>
                  </a:lnTo>
                  <a:lnTo>
                    <a:pt x="257" y="1225"/>
                  </a:lnTo>
                  <a:lnTo>
                    <a:pt x="198" y="1245"/>
                  </a:lnTo>
                  <a:lnTo>
                    <a:pt x="178" y="1264"/>
                  </a:lnTo>
                  <a:lnTo>
                    <a:pt x="257" y="1245"/>
                  </a:lnTo>
                  <a:lnTo>
                    <a:pt x="238" y="1264"/>
                  </a:lnTo>
                  <a:lnTo>
                    <a:pt x="257" y="1264"/>
                  </a:lnTo>
                  <a:lnTo>
                    <a:pt x="139" y="1304"/>
                  </a:lnTo>
                  <a:lnTo>
                    <a:pt x="159" y="1304"/>
                  </a:lnTo>
                  <a:lnTo>
                    <a:pt x="139" y="1324"/>
                  </a:lnTo>
                  <a:lnTo>
                    <a:pt x="178" y="1304"/>
                  </a:lnTo>
                  <a:lnTo>
                    <a:pt x="238" y="1304"/>
                  </a:lnTo>
                  <a:lnTo>
                    <a:pt x="218" y="1324"/>
                  </a:lnTo>
                  <a:lnTo>
                    <a:pt x="198" y="1343"/>
                  </a:lnTo>
                  <a:lnTo>
                    <a:pt x="277" y="1324"/>
                  </a:lnTo>
                  <a:lnTo>
                    <a:pt x="238" y="1324"/>
                  </a:lnTo>
                  <a:lnTo>
                    <a:pt x="277" y="1304"/>
                  </a:lnTo>
                  <a:lnTo>
                    <a:pt x="317" y="1304"/>
                  </a:lnTo>
                  <a:lnTo>
                    <a:pt x="336" y="1324"/>
                  </a:lnTo>
                  <a:lnTo>
                    <a:pt x="376" y="1324"/>
                  </a:lnTo>
                  <a:lnTo>
                    <a:pt x="317" y="1343"/>
                  </a:lnTo>
                  <a:lnTo>
                    <a:pt x="238" y="1363"/>
                  </a:lnTo>
                  <a:lnTo>
                    <a:pt x="238" y="1343"/>
                  </a:lnTo>
                  <a:lnTo>
                    <a:pt x="218" y="1363"/>
                  </a:lnTo>
                  <a:lnTo>
                    <a:pt x="277" y="1383"/>
                  </a:lnTo>
                  <a:lnTo>
                    <a:pt x="257" y="1383"/>
                  </a:lnTo>
                  <a:lnTo>
                    <a:pt x="218" y="1423"/>
                  </a:lnTo>
                  <a:lnTo>
                    <a:pt x="257" y="1403"/>
                  </a:lnTo>
                  <a:lnTo>
                    <a:pt x="257" y="1423"/>
                  </a:lnTo>
                  <a:lnTo>
                    <a:pt x="336" y="1403"/>
                  </a:lnTo>
                  <a:lnTo>
                    <a:pt x="336" y="1403"/>
                  </a:lnTo>
                  <a:lnTo>
                    <a:pt x="277" y="1423"/>
                  </a:lnTo>
                  <a:lnTo>
                    <a:pt x="277" y="1442"/>
                  </a:lnTo>
                  <a:lnTo>
                    <a:pt x="238" y="1462"/>
                  </a:lnTo>
                  <a:lnTo>
                    <a:pt x="257" y="1462"/>
                  </a:lnTo>
                  <a:lnTo>
                    <a:pt x="297" y="1452"/>
                  </a:lnTo>
                  <a:lnTo>
                    <a:pt x="297" y="1452"/>
                  </a:lnTo>
                  <a:lnTo>
                    <a:pt x="297" y="1462"/>
                  </a:lnTo>
                  <a:lnTo>
                    <a:pt x="376" y="1462"/>
                  </a:lnTo>
                  <a:lnTo>
                    <a:pt x="396" y="1442"/>
                  </a:lnTo>
                  <a:lnTo>
                    <a:pt x="455" y="1423"/>
                  </a:lnTo>
                  <a:lnTo>
                    <a:pt x="435" y="1442"/>
                  </a:lnTo>
                  <a:lnTo>
                    <a:pt x="396" y="1462"/>
                  </a:lnTo>
                  <a:lnTo>
                    <a:pt x="494" y="1462"/>
                  </a:lnTo>
                  <a:lnTo>
                    <a:pt x="534" y="1442"/>
                  </a:lnTo>
                  <a:lnTo>
                    <a:pt x="475" y="1482"/>
                  </a:lnTo>
                  <a:lnTo>
                    <a:pt x="415" y="1482"/>
                  </a:lnTo>
                  <a:lnTo>
                    <a:pt x="356" y="1521"/>
                  </a:lnTo>
                  <a:lnTo>
                    <a:pt x="356" y="1541"/>
                  </a:lnTo>
                  <a:lnTo>
                    <a:pt x="317" y="1541"/>
                  </a:lnTo>
                  <a:lnTo>
                    <a:pt x="317" y="1561"/>
                  </a:lnTo>
                  <a:lnTo>
                    <a:pt x="435" y="1521"/>
                  </a:lnTo>
                  <a:lnTo>
                    <a:pt x="356" y="1561"/>
                  </a:lnTo>
                  <a:lnTo>
                    <a:pt x="396" y="1561"/>
                  </a:lnTo>
                  <a:lnTo>
                    <a:pt x="475" y="1541"/>
                  </a:lnTo>
                  <a:lnTo>
                    <a:pt x="534" y="1521"/>
                  </a:lnTo>
                  <a:lnTo>
                    <a:pt x="573" y="1521"/>
                  </a:lnTo>
                  <a:lnTo>
                    <a:pt x="613" y="1502"/>
                  </a:lnTo>
                  <a:lnTo>
                    <a:pt x="573" y="1502"/>
                  </a:lnTo>
                  <a:lnTo>
                    <a:pt x="633" y="1482"/>
                  </a:lnTo>
                  <a:lnTo>
                    <a:pt x="652" y="1482"/>
                  </a:lnTo>
                  <a:lnTo>
                    <a:pt x="613" y="1521"/>
                  </a:lnTo>
                  <a:lnTo>
                    <a:pt x="573" y="1541"/>
                  </a:lnTo>
                  <a:lnTo>
                    <a:pt x="435" y="1581"/>
                  </a:lnTo>
                  <a:lnTo>
                    <a:pt x="277" y="1620"/>
                  </a:lnTo>
                  <a:lnTo>
                    <a:pt x="317" y="1640"/>
                  </a:lnTo>
                  <a:lnTo>
                    <a:pt x="297" y="1660"/>
                  </a:lnTo>
                  <a:lnTo>
                    <a:pt x="396" y="1640"/>
                  </a:lnTo>
                  <a:lnTo>
                    <a:pt x="494" y="1600"/>
                  </a:lnTo>
                  <a:lnTo>
                    <a:pt x="494" y="1620"/>
                  </a:lnTo>
                  <a:lnTo>
                    <a:pt x="455" y="1620"/>
                  </a:lnTo>
                  <a:lnTo>
                    <a:pt x="514" y="1640"/>
                  </a:lnTo>
                  <a:lnTo>
                    <a:pt x="593" y="1640"/>
                  </a:lnTo>
                  <a:lnTo>
                    <a:pt x="672" y="1600"/>
                  </a:lnTo>
                  <a:lnTo>
                    <a:pt x="692" y="1620"/>
                  </a:lnTo>
                  <a:lnTo>
                    <a:pt x="712" y="1600"/>
                  </a:lnTo>
                  <a:lnTo>
                    <a:pt x="751" y="1600"/>
                  </a:lnTo>
                  <a:lnTo>
                    <a:pt x="692" y="1620"/>
                  </a:lnTo>
                  <a:lnTo>
                    <a:pt x="692" y="1640"/>
                  </a:lnTo>
                  <a:lnTo>
                    <a:pt x="712" y="1640"/>
                  </a:lnTo>
                  <a:lnTo>
                    <a:pt x="652" y="1660"/>
                  </a:lnTo>
                  <a:lnTo>
                    <a:pt x="613" y="1660"/>
                  </a:lnTo>
                  <a:lnTo>
                    <a:pt x="514" y="1699"/>
                  </a:lnTo>
                  <a:lnTo>
                    <a:pt x="554" y="1699"/>
                  </a:lnTo>
                  <a:lnTo>
                    <a:pt x="613" y="1679"/>
                  </a:lnTo>
                  <a:lnTo>
                    <a:pt x="554" y="1719"/>
                  </a:lnTo>
                  <a:lnTo>
                    <a:pt x="554" y="1739"/>
                  </a:lnTo>
                  <a:lnTo>
                    <a:pt x="455" y="1778"/>
                  </a:lnTo>
                  <a:lnTo>
                    <a:pt x="652" y="1778"/>
                  </a:lnTo>
                  <a:lnTo>
                    <a:pt x="692" y="1758"/>
                  </a:lnTo>
                  <a:lnTo>
                    <a:pt x="712" y="1758"/>
                  </a:lnTo>
                  <a:lnTo>
                    <a:pt x="712" y="1739"/>
                  </a:lnTo>
                  <a:lnTo>
                    <a:pt x="652" y="1739"/>
                  </a:lnTo>
                  <a:lnTo>
                    <a:pt x="692" y="1719"/>
                  </a:lnTo>
                  <a:lnTo>
                    <a:pt x="554" y="1758"/>
                  </a:lnTo>
                  <a:lnTo>
                    <a:pt x="573" y="1739"/>
                  </a:lnTo>
                  <a:lnTo>
                    <a:pt x="593" y="1719"/>
                  </a:lnTo>
                  <a:lnTo>
                    <a:pt x="692" y="1699"/>
                  </a:lnTo>
                  <a:lnTo>
                    <a:pt x="771" y="1699"/>
                  </a:lnTo>
                  <a:lnTo>
                    <a:pt x="791" y="1679"/>
                  </a:lnTo>
                  <a:lnTo>
                    <a:pt x="810" y="1660"/>
                  </a:lnTo>
                  <a:lnTo>
                    <a:pt x="889" y="1620"/>
                  </a:lnTo>
                  <a:lnTo>
                    <a:pt x="1028" y="1600"/>
                  </a:lnTo>
                  <a:lnTo>
                    <a:pt x="968" y="1620"/>
                  </a:lnTo>
                  <a:lnTo>
                    <a:pt x="1067" y="1620"/>
                  </a:lnTo>
                  <a:lnTo>
                    <a:pt x="1008" y="1640"/>
                  </a:lnTo>
                  <a:lnTo>
                    <a:pt x="1087" y="1640"/>
                  </a:lnTo>
                  <a:lnTo>
                    <a:pt x="1166" y="1620"/>
                  </a:lnTo>
                  <a:lnTo>
                    <a:pt x="1146" y="1640"/>
                  </a:lnTo>
                  <a:lnTo>
                    <a:pt x="1067" y="1679"/>
                  </a:lnTo>
                  <a:lnTo>
                    <a:pt x="909" y="1719"/>
                  </a:lnTo>
                  <a:lnTo>
                    <a:pt x="949" y="1719"/>
                  </a:lnTo>
                  <a:lnTo>
                    <a:pt x="731" y="1778"/>
                  </a:lnTo>
                  <a:lnTo>
                    <a:pt x="731" y="1798"/>
                  </a:lnTo>
                  <a:lnTo>
                    <a:pt x="731" y="1818"/>
                  </a:lnTo>
                  <a:lnTo>
                    <a:pt x="593" y="1877"/>
                  </a:lnTo>
                  <a:lnTo>
                    <a:pt x="613" y="1877"/>
                  </a:lnTo>
                  <a:lnTo>
                    <a:pt x="554" y="1916"/>
                  </a:lnTo>
                  <a:lnTo>
                    <a:pt x="613" y="1897"/>
                  </a:lnTo>
                  <a:lnTo>
                    <a:pt x="692" y="1857"/>
                  </a:lnTo>
                  <a:lnTo>
                    <a:pt x="672" y="1877"/>
                  </a:lnTo>
                  <a:lnTo>
                    <a:pt x="692" y="1877"/>
                  </a:lnTo>
                  <a:lnTo>
                    <a:pt x="712" y="1857"/>
                  </a:lnTo>
                  <a:lnTo>
                    <a:pt x="751" y="1837"/>
                  </a:lnTo>
                  <a:lnTo>
                    <a:pt x="850" y="1818"/>
                  </a:lnTo>
                  <a:lnTo>
                    <a:pt x="850" y="1798"/>
                  </a:lnTo>
                  <a:lnTo>
                    <a:pt x="889" y="1778"/>
                  </a:lnTo>
                  <a:lnTo>
                    <a:pt x="889" y="1798"/>
                  </a:lnTo>
                  <a:lnTo>
                    <a:pt x="909" y="1798"/>
                  </a:lnTo>
                  <a:lnTo>
                    <a:pt x="751" y="1857"/>
                  </a:lnTo>
                  <a:lnTo>
                    <a:pt x="791" y="1857"/>
                  </a:lnTo>
                  <a:lnTo>
                    <a:pt x="751" y="1877"/>
                  </a:lnTo>
                  <a:lnTo>
                    <a:pt x="712" y="1897"/>
                  </a:lnTo>
                  <a:lnTo>
                    <a:pt x="692" y="1897"/>
                  </a:lnTo>
                  <a:lnTo>
                    <a:pt x="672" y="1916"/>
                  </a:lnTo>
                  <a:lnTo>
                    <a:pt x="633" y="1916"/>
                  </a:lnTo>
                  <a:lnTo>
                    <a:pt x="613" y="1956"/>
                  </a:lnTo>
                  <a:lnTo>
                    <a:pt x="573" y="1956"/>
                  </a:lnTo>
                  <a:lnTo>
                    <a:pt x="573" y="1976"/>
                  </a:lnTo>
                  <a:lnTo>
                    <a:pt x="672" y="1956"/>
                  </a:lnTo>
                  <a:lnTo>
                    <a:pt x="672" y="1956"/>
                  </a:lnTo>
                  <a:lnTo>
                    <a:pt x="633" y="1976"/>
                  </a:lnTo>
                  <a:lnTo>
                    <a:pt x="573" y="2015"/>
                  </a:lnTo>
                  <a:lnTo>
                    <a:pt x="652" y="1976"/>
                  </a:lnTo>
                  <a:lnTo>
                    <a:pt x="652" y="1995"/>
                  </a:lnTo>
                  <a:lnTo>
                    <a:pt x="692" y="1976"/>
                  </a:lnTo>
                  <a:lnTo>
                    <a:pt x="751" y="1976"/>
                  </a:lnTo>
                  <a:lnTo>
                    <a:pt x="791" y="1956"/>
                  </a:lnTo>
                  <a:lnTo>
                    <a:pt x="850" y="1936"/>
                  </a:lnTo>
                  <a:lnTo>
                    <a:pt x="870" y="1936"/>
                  </a:lnTo>
                  <a:lnTo>
                    <a:pt x="870" y="1956"/>
                  </a:lnTo>
                  <a:lnTo>
                    <a:pt x="672" y="2015"/>
                  </a:lnTo>
                  <a:lnTo>
                    <a:pt x="692" y="2015"/>
                  </a:lnTo>
                  <a:lnTo>
                    <a:pt x="672" y="2035"/>
                  </a:lnTo>
                  <a:lnTo>
                    <a:pt x="731" y="2015"/>
                  </a:lnTo>
                  <a:lnTo>
                    <a:pt x="791" y="1995"/>
                  </a:lnTo>
                  <a:lnTo>
                    <a:pt x="810" y="1995"/>
                  </a:lnTo>
                  <a:lnTo>
                    <a:pt x="810" y="2015"/>
                  </a:lnTo>
                  <a:lnTo>
                    <a:pt x="850" y="1995"/>
                  </a:lnTo>
                  <a:lnTo>
                    <a:pt x="949" y="1976"/>
                  </a:lnTo>
                  <a:lnTo>
                    <a:pt x="909" y="1995"/>
                  </a:lnTo>
                  <a:lnTo>
                    <a:pt x="830" y="2035"/>
                  </a:lnTo>
                  <a:lnTo>
                    <a:pt x="712" y="2094"/>
                  </a:lnTo>
                  <a:lnTo>
                    <a:pt x="731" y="2094"/>
                  </a:lnTo>
                  <a:lnTo>
                    <a:pt x="731" y="2114"/>
                  </a:lnTo>
                  <a:lnTo>
                    <a:pt x="751" y="2094"/>
                  </a:lnTo>
                  <a:lnTo>
                    <a:pt x="791" y="2074"/>
                  </a:lnTo>
                  <a:lnTo>
                    <a:pt x="810" y="2074"/>
                  </a:lnTo>
                  <a:lnTo>
                    <a:pt x="929" y="2055"/>
                  </a:lnTo>
                  <a:lnTo>
                    <a:pt x="929" y="2035"/>
                  </a:lnTo>
                  <a:lnTo>
                    <a:pt x="909" y="2055"/>
                  </a:lnTo>
                  <a:lnTo>
                    <a:pt x="850" y="2055"/>
                  </a:lnTo>
                  <a:lnTo>
                    <a:pt x="909" y="2035"/>
                  </a:lnTo>
                  <a:lnTo>
                    <a:pt x="988" y="2015"/>
                  </a:lnTo>
                  <a:lnTo>
                    <a:pt x="1087" y="1995"/>
                  </a:lnTo>
                  <a:lnTo>
                    <a:pt x="1087" y="1976"/>
                  </a:lnTo>
                  <a:lnTo>
                    <a:pt x="1067" y="1995"/>
                  </a:lnTo>
                  <a:lnTo>
                    <a:pt x="968" y="2015"/>
                  </a:lnTo>
                  <a:lnTo>
                    <a:pt x="909" y="2015"/>
                  </a:lnTo>
                  <a:lnTo>
                    <a:pt x="988" y="1995"/>
                  </a:lnTo>
                  <a:lnTo>
                    <a:pt x="988" y="1976"/>
                  </a:lnTo>
                  <a:lnTo>
                    <a:pt x="1008" y="1956"/>
                  </a:lnTo>
                  <a:lnTo>
                    <a:pt x="1042" y="1921"/>
                  </a:lnTo>
                  <a:lnTo>
                    <a:pt x="1042" y="1921"/>
                  </a:lnTo>
                  <a:lnTo>
                    <a:pt x="1067" y="1916"/>
                  </a:lnTo>
                  <a:lnTo>
                    <a:pt x="1186" y="1877"/>
                  </a:lnTo>
                  <a:lnTo>
                    <a:pt x="1284" y="1877"/>
                  </a:lnTo>
                  <a:lnTo>
                    <a:pt x="1324" y="1857"/>
                  </a:lnTo>
                  <a:lnTo>
                    <a:pt x="1383" y="1837"/>
                  </a:lnTo>
                  <a:lnTo>
                    <a:pt x="1423" y="1818"/>
                  </a:lnTo>
                  <a:lnTo>
                    <a:pt x="1403" y="1818"/>
                  </a:lnTo>
                  <a:lnTo>
                    <a:pt x="1462" y="1798"/>
                  </a:lnTo>
                  <a:lnTo>
                    <a:pt x="1521" y="1798"/>
                  </a:lnTo>
                  <a:lnTo>
                    <a:pt x="1541" y="1778"/>
                  </a:lnTo>
                  <a:lnTo>
                    <a:pt x="1502" y="1778"/>
                  </a:lnTo>
                  <a:lnTo>
                    <a:pt x="1403" y="1798"/>
                  </a:lnTo>
                  <a:lnTo>
                    <a:pt x="1403" y="1778"/>
                  </a:lnTo>
                  <a:lnTo>
                    <a:pt x="1363" y="1778"/>
                  </a:lnTo>
                  <a:lnTo>
                    <a:pt x="1363" y="1758"/>
                  </a:lnTo>
                  <a:lnTo>
                    <a:pt x="1304" y="1778"/>
                  </a:lnTo>
                  <a:lnTo>
                    <a:pt x="1265" y="1758"/>
                  </a:lnTo>
                  <a:lnTo>
                    <a:pt x="1344" y="1758"/>
                  </a:lnTo>
                  <a:lnTo>
                    <a:pt x="1344" y="1739"/>
                  </a:lnTo>
                  <a:lnTo>
                    <a:pt x="1304" y="1739"/>
                  </a:lnTo>
                  <a:lnTo>
                    <a:pt x="1225" y="1758"/>
                  </a:lnTo>
                  <a:lnTo>
                    <a:pt x="1126" y="1798"/>
                  </a:lnTo>
                  <a:lnTo>
                    <a:pt x="1107" y="1798"/>
                  </a:lnTo>
                  <a:lnTo>
                    <a:pt x="1146" y="1778"/>
                  </a:lnTo>
                  <a:lnTo>
                    <a:pt x="1146" y="1758"/>
                  </a:lnTo>
                  <a:lnTo>
                    <a:pt x="1126" y="1758"/>
                  </a:lnTo>
                  <a:lnTo>
                    <a:pt x="1284" y="1719"/>
                  </a:lnTo>
                  <a:lnTo>
                    <a:pt x="1186" y="1719"/>
                  </a:lnTo>
                  <a:lnTo>
                    <a:pt x="1284" y="1699"/>
                  </a:lnTo>
                  <a:lnTo>
                    <a:pt x="1324" y="1699"/>
                  </a:lnTo>
                  <a:lnTo>
                    <a:pt x="1344" y="1719"/>
                  </a:lnTo>
                  <a:lnTo>
                    <a:pt x="1363" y="1719"/>
                  </a:lnTo>
                  <a:lnTo>
                    <a:pt x="1383" y="1699"/>
                  </a:lnTo>
                  <a:lnTo>
                    <a:pt x="1423" y="1719"/>
                  </a:lnTo>
                  <a:lnTo>
                    <a:pt x="1482" y="1679"/>
                  </a:lnTo>
                  <a:lnTo>
                    <a:pt x="1521" y="1660"/>
                  </a:lnTo>
                  <a:lnTo>
                    <a:pt x="1502" y="1660"/>
                  </a:lnTo>
                  <a:lnTo>
                    <a:pt x="1600" y="1620"/>
                  </a:lnTo>
                  <a:lnTo>
                    <a:pt x="1620" y="1620"/>
                  </a:lnTo>
                  <a:lnTo>
                    <a:pt x="1620" y="1640"/>
                  </a:lnTo>
                  <a:lnTo>
                    <a:pt x="1640" y="1620"/>
                  </a:lnTo>
                  <a:lnTo>
                    <a:pt x="1660" y="1620"/>
                  </a:lnTo>
                  <a:lnTo>
                    <a:pt x="1660" y="1600"/>
                  </a:lnTo>
                  <a:lnTo>
                    <a:pt x="1442" y="1640"/>
                  </a:lnTo>
                  <a:lnTo>
                    <a:pt x="1423" y="1640"/>
                  </a:lnTo>
                  <a:lnTo>
                    <a:pt x="1423" y="1620"/>
                  </a:lnTo>
                  <a:lnTo>
                    <a:pt x="1482" y="1620"/>
                  </a:lnTo>
                  <a:lnTo>
                    <a:pt x="1561" y="1600"/>
                  </a:lnTo>
                  <a:lnTo>
                    <a:pt x="1541" y="1600"/>
                  </a:lnTo>
                  <a:lnTo>
                    <a:pt x="1541" y="1590"/>
                  </a:lnTo>
                  <a:lnTo>
                    <a:pt x="1541" y="1590"/>
                  </a:lnTo>
                  <a:lnTo>
                    <a:pt x="1521" y="1600"/>
                  </a:lnTo>
                  <a:lnTo>
                    <a:pt x="1521" y="1581"/>
                  </a:lnTo>
                  <a:lnTo>
                    <a:pt x="1600" y="1541"/>
                  </a:lnTo>
                  <a:lnTo>
                    <a:pt x="1600" y="1561"/>
                  </a:lnTo>
                  <a:lnTo>
                    <a:pt x="1640" y="1541"/>
                  </a:lnTo>
                  <a:lnTo>
                    <a:pt x="1640" y="1561"/>
                  </a:lnTo>
                  <a:lnTo>
                    <a:pt x="1699" y="1541"/>
                  </a:lnTo>
                  <a:lnTo>
                    <a:pt x="1699" y="1521"/>
                  </a:lnTo>
                  <a:lnTo>
                    <a:pt x="1680" y="1521"/>
                  </a:lnTo>
                  <a:lnTo>
                    <a:pt x="1759" y="1502"/>
                  </a:lnTo>
                  <a:lnTo>
                    <a:pt x="1739" y="1482"/>
                  </a:lnTo>
                  <a:lnTo>
                    <a:pt x="1759" y="1462"/>
                  </a:lnTo>
                  <a:lnTo>
                    <a:pt x="1739" y="1442"/>
                  </a:lnTo>
                  <a:lnTo>
                    <a:pt x="1680" y="1462"/>
                  </a:lnTo>
                  <a:lnTo>
                    <a:pt x="1581" y="1462"/>
                  </a:lnTo>
                  <a:lnTo>
                    <a:pt x="1699" y="1442"/>
                  </a:lnTo>
                  <a:lnTo>
                    <a:pt x="1680" y="1442"/>
                  </a:lnTo>
                  <a:lnTo>
                    <a:pt x="1699" y="1423"/>
                  </a:lnTo>
                  <a:lnTo>
                    <a:pt x="1739" y="1403"/>
                  </a:lnTo>
                  <a:lnTo>
                    <a:pt x="1680" y="1423"/>
                  </a:lnTo>
                  <a:lnTo>
                    <a:pt x="1620" y="1442"/>
                  </a:lnTo>
                  <a:lnTo>
                    <a:pt x="1561" y="1462"/>
                  </a:lnTo>
                  <a:lnTo>
                    <a:pt x="1541" y="1442"/>
                  </a:lnTo>
                  <a:lnTo>
                    <a:pt x="1600" y="1423"/>
                  </a:lnTo>
                  <a:lnTo>
                    <a:pt x="1640" y="1423"/>
                  </a:lnTo>
                  <a:lnTo>
                    <a:pt x="1660" y="1383"/>
                  </a:lnTo>
                  <a:lnTo>
                    <a:pt x="1719" y="1363"/>
                  </a:lnTo>
                  <a:lnTo>
                    <a:pt x="1660" y="1363"/>
                  </a:lnTo>
                  <a:lnTo>
                    <a:pt x="1633" y="1370"/>
                  </a:lnTo>
                  <a:lnTo>
                    <a:pt x="1633" y="1370"/>
                  </a:lnTo>
                  <a:lnTo>
                    <a:pt x="1620" y="1383"/>
                  </a:lnTo>
                  <a:lnTo>
                    <a:pt x="1541" y="1403"/>
                  </a:lnTo>
                  <a:lnTo>
                    <a:pt x="1561" y="1363"/>
                  </a:lnTo>
                  <a:lnTo>
                    <a:pt x="1600" y="1343"/>
                  </a:lnTo>
                  <a:lnTo>
                    <a:pt x="1660" y="1343"/>
                  </a:lnTo>
                  <a:lnTo>
                    <a:pt x="1660" y="1324"/>
                  </a:lnTo>
                  <a:lnTo>
                    <a:pt x="1640" y="1324"/>
                  </a:lnTo>
                  <a:lnTo>
                    <a:pt x="1660" y="1304"/>
                  </a:lnTo>
                  <a:lnTo>
                    <a:pt x="1680" y="1284"/>
                  </a:lnTo>
                  <a:lnTo>
                    <a:pt x="1600" y="1304"/>
                  </a:lnTo>
                  <a:lnTo>
                    <a:pt x="1521" y="1324"/>
                  </a:lnTo>
                  <a:lnTo>
                    <a:pt x="1561" y="1304"/>
                  </a:lnTo>
                  <a:lnTo>
                    <a:pt x="1600" y="1304"/>
                  </a:lnTo>
                  <a:lnTo>
                    <a:pt x="1600" y="1284"/>
                  </a:lnTo>
                  <a:lnTo>
                    <a:pt x="1620" y="1284"/>
                  </a:lnTo>
                  <a:lnTo>
                    <a:pt x="1600" y="1264"/>
                  </a:lnTo>
                  <a:lnTo>
                    <a:pt x="1600" y="1264"/>
                  </a:lnTo>
                  <a:lnTo>
                    <a:pt x="1640" y="1245"/>
                  </a:lnTo>
                  <a:lnTo>
                    <a:pt x="1581" y="1245"/>
                  </a:lnTo>
                  <a:lnTo>
                    <a:pt x="1640" y="1225"/>
                  </a:lnTo>
                  <a:lnTo>
                    <a:pt x="1640" y="1205"/>
                  </a:lnTo>
                  <a:lnTo>
                    <a:pt x="1502" y="1205"/>
                  </a:lnTo>
                  <a:lnTo>
                    <a:pt x="1600" y="1185"/>
                  </a:lnTo>
                  <a:lnTo>
                    <a:pt x="1620" y="1185"/>
                  </a:lnTo>
                  <a:lnTo>
                    <a:pt x="1660" y="1166"/>
                  </a:lnTo>
                  <a:lnTo>
                    <a:pt x="1640" y="1166"/>
                  </a:lnTo>
                  <a:lnTo>
                    <a:pt x="1640" y="1146"/>
                  </a:lnTo>
                  <a:lnTo>
                    <a:pt x="1600" y="1146"/>
                  </a:lnTo>
                  <a:lnTo>
                    <a:pt x="1541" y="1166"/>
                  </a:lnTo>
                  <a:lnTo>
                    <a:pt x="1521" y="1166"/>
                  </a:lnTo>
                  <a:lnTo>
                    <a:pt x="1541" y="1146"/>
                  </a:lnTo>
                  <a:lnTo>
                    <a:pt x="1521" y="1146"/>
                  </a:lnTo>
                  <a:lnTo>
                    <a:pt x="1502" y="1126"/>
                  </a:lnTo>
                  <a:lnTo>
                    <a:pt x="1561" y="1106"/>
                  </a:lnTo>
                  <a:lnTo>
                    <a:pt x="1482" y="1126"/>
                  </a:lnTo>
                  <a:lnTo>
                    <a:pt x="1403" y="1146"/>
                  </a:lnTo>
                  <a:lnTo>
                    <a:pt x="1363" y="1166"/>
                  </a:lnTo>
                  <a:lnTo>
                    <a:pt x="1403" y="1185"/>
                  </a:lnTo>
                  <a:lnTo>
                    <a:pt x="1423" y="1185"/>
                  </a:lnTo>
                  <a:lnTo>
                    <a:pt x="1363" y="1205"/>
                  </a:lnTo>
                  <a:lnTo>
                    <a:pt x="1304" y="1225"/>
                  </a:lnTo>
                  <a:lnTo>
                    <a:pt x="1265" y="1225"/>
                  </a:lnTo>
                  <a:lnTo>
                    <a:pt x="1245" y="1245"/>
                  </a:lnTo>
                  <a:lnTo>
                    <a:pt x="1166" y="1264"/>
                  </a:lnTo>
                  <a:lnTo>
                    <a:pt x="1126" y="1245"/>
                  </a:lnTo>
                  <a:lnTo>
                    <a:pt x="1205" y="1225"/>
                  </a:lnTo>
                  <a:lnTo>
                    <a:pt x="1253" y="1213"/>
                  </a:lnTo>
                  <a:lnTo>
                    <a:pt x="1253" y="1213"/>
                  </a:lnTo>
                  <a:lnTo>
                    <a:pt x="1245" y="1205"/>
                  </a:lnTo>
                  <a:lnTo>
                    <a:pt x="1324" y="1185"/>
                  </a:lnTo>
                  <a:lnTo>
                    <a:pt x="1265" y="1185"/>
                  </a:lnTo>
                  <a:lnTo>
                    <a:pt x="1186" y="1225"/>
                  </a:lnTo>
                  <a:lnTo>
                    <a:pt x="1146" y="1225"/>
                  </a:lnTo>
                  <a:lnTo>
                    <a:pt x="1166" y="1205"/>
                  </a:lnTo>
                  <a:lnTo>
                    <a:pt x="1186" y="1205"/>
                  </a:lnTo>
                  <a:lnTo>
                    <a:pt x="1146" y="1185"/>
                  </a:lnTo>
                  <a:lnTo>
                    <a:pt x="1205" y="1166"/>
                  </a:lnTo>
                  <a:lnTo>
                    <a:pt x="1205" y="1166"/>
                  </a:lnTo>
                  <a:lnTo>
                    <a:pt x="1186" y="1185"/>
                  </a:lnTo>
                  <a:lnTo>
                    <a:pt x="1225" y="1185"/>
                  </a:lnTo>
                  <a:lnTo>
                    <a:pt x="1284" y="1166"/>
                  </a:lnTo>
                  <a:lnTo>
                    <a:pt x="1344" y="1146"/>
                  </a:lnTo>
                  <a:lnTo>
                    <a:pt x="1403" y="1126"/>
                  </a:lnTo>
                  <a:lnTo>
                    <a:pt x="1521" y="1106"/>
                  </a:lnTo>
                  <a:lnTo>
                    <a:pt x="1521" y="1087"/>
                  </a:lnTo>
                  <a:lnTo>
                    <a:pt x="1541" y="1067"/>
                  </a:lnTo>
                  <a:lnTo>
                    <a:pt x="1502" y="1067"/>
                  </a:lnTo>
                  <a:lnTo>
                    <a:pt x="1502" y="1047"/>
                  </a:lnTo>
                  <a:lnTo>
                    <a:pt x="1502" y="1027"/>
                  </a:lnTo>
                  <a:lnTo>
                    <a:pt x="1442" y="1027"/>
                  </a:lnTo>
                  <a:lnTo>
                    <a:pt x="1521" y="988"/>
                  </a:lnTo>
                  <a:lnTo>
                    <a:pt x="1521" y="968"/>
                  </a:lnTo>
                  <a:lnTo>
                    <a:pt x="1462" y="968"/>
                  </a:lnTo>
                  <a:lnTo>
                    <a:pt x="1403" y="948"/>
                  </a:lnTo>
                  <a:lnTo>
                    <a:pt x="1383" y="948"/>
                  </a:lnTo>
                  <a:lnTo>
                    <a:pt x="1383" y="929"/>
                  </a:lnTo>
                  <a:lnTo>
                    <a:pt x="1442" y="929"/>
                  </a:lnTo>
                  <a:lnTo>
                    <a:pt x="1442" y="909"/>
                  </a:lnTo>
                  <a:lnTo>
                    <a:pt x="1403" y="929"/>
                  </a:lnTo>
                  <a:lnTo>
                    <a:pt x="1403" y="929"/>
                  </a:lnTo>
                  <a:lnTo>
                    <a:pt x="1442" y="889"/>
                  </a:lnTo>
                  <a:lnTo>
                    <a:pt x="1403" y="889"/>
                  </a:lnTo>
                  <a:lnTo>
                    <a:pt x="1442" y="850"/>
                  </a:lnTo>
                  <a:lnTo>
                    <a:pt x="1403" y="850"/>
                  </a:lnTo>
                  <a:lnTo>
                    <a:pt x="1324" y="869"/>
                  </a:lnTo>
                  <a:lnTo>
                    <a:pt x="1423" y="830"/>
                  </a:lnTo>
                  <a:lnTo>
                    <a:pt x="1344" y="790"/>
                  </a:lnTo>
                  <a:lnTo>
                    <a:pt x="1304" y="731"/>
                  </a:lnTo>
                  <a:lnTo>
                    <a:pt x="1324" y="731"/>
                  </a:lnTo>
                  <a:lnTo>
                    <a:pt x="1304" y="711"/>
                  </a:lnTo>
                  <a:lnTo>
                    <a:pt x="1265" y="692"/>
                  </a:lnTo>
                  <a:lnTo>
                    <a:pt x="1225" y="692"/>
                  </a:lnTo>
                  <a:lnTo>
                    <a:pt x="1225" y="672"/>
                  </a:lnTo>
                  <a:lnTo>
                    <a:pt x="1186" y="672"/>
                  </a:lnTo>
                  <a:lnTo>
                    <a:pt x="1107" y="692"/>
                  </a:lnTo>
                  <a:lnTo>
                    <a:pt x="1008" y="731"/>
                  </a:lnTo>
                  <a:lnTo>
                    <a:pt x="988" y="731"/>
                  </a:lnTo>
                  <a:lnTo>
                    <a:pt x="1028" y="711"/>
                  </a:lnTo>
                  <a:lnTo>
                    <a:pt x="1067" y="692"/>
                  </a:lnTo>
                  <a:lnTo>
                    <a:pt x="1067" y="672"/>
                  </a:lnTo>
                  <a:lnTo>
                    <a:pt x="1166" y="652"/>
                  </a:lnTo>
                  <a:lnTo>
                    <a:pt x="1245" y="632"/>
                  </a:lnTo>
                  <a:lnTo>
                    <a:pt x="1166" y="632"/>
                  </a:lnTo>
                  <a:lnTo>
                    <a:pt x="1166" y="613"/>
                  </a:lnTo>
                  <a:lnTo>
                    <a:pt x="1166" y="593"/>
                  </a:lnTo>
                  <a:lnTo>
                    <a:pt x="1205" y="593"/>
                  </a:lnTo>
                  <a:lnTo>
                    <a:pt x="1225" y="573"/>
                  </a:lnTo>
                  <a:lnTo>
                    <a:pt x="1245" y="553"/>
                  </a:lnTo>
                  <a:lnTo>
                    <a:pt x="1245" y="553"/>
                  </a:lnTo>
                  <a:lnTo>
                    <a:pt x="1186" y="573"/>
                  </a:lnTo>
                  <a:lnTo>
                    <a:pt x="1107" y="573"/>
                  </a:lnTo>
                  <a:lnTo>
                    <a:pt x="1186" y="553"/>
                  </a:lnTo>
                  <a:lnTo>
                    <a:pt x="1107" y="553"/>
                  </a:lnTo>
                  <a:lnTo>
                    <a:pt x="1126" y="534"/>
                  </a:lnTo>
                  <a:lnTo>
                    <a:pt x="1186" y="494"/>
                  </a:lnTo>
                  <a:lnTo>
                    <a:pt x="1166" y="494"/>
                  </a:lnTo>
                  <a:lnTo>
                    <a:pt x="1166" y="455"/>
                  </a:lnTo>
                  <a:lnTo>
                    <a:pt x="1166" y="435"/>
                  </a:lnTo>
                  <a:lnTo>
                    <a:pt x="1186" y="415"/>
                  </a:lnTo>
                  <a:lnTo>
                    <a:pt x="1146" y="395"/>
                  </a:lnTo>
                  <a:lnTo>
                    <a:pt x="1087" y="395"/>
                  </a:lnTo>
                  <a:lnTo>
                    <a:pt x="1067" y="415"/>
                  </a:lnTo>
                  <a:lnTo>
                    <a:pt x="1008" y="435"/>
                  </a:lnTo>
                  <a:lnTo>
                    <a:pt x="968" y="435"/>
                  </a:lnTo>
                  <a:lnTo>
                    <a:pt x="1008" y="415"/>
                  </a:lnTo>
                  <a:lnTo>
                    <a:pt x="1047" y="395"/>
                  </a:lnTo>
                  <a:lnTo>
                    <a:pt x="1087" y="376"/>
                  </a:lnTo>
                  <a:lnTo>
                    <a:pt x="1087" y="356"/>
                  </a:lnTo>
                  <a:lnTo>
                    <a:pt x="1126" y="336"/>
                  </a:lnTo>
                  <a:lnTo>
                    <a:pt x="1107" y="336"/>
                  </a:lnTo>
                  <a:lnTo>
                    <a:pt x="1087" y="316"/>
                  </a:lnTo>
                  <a:lnTo>
                    <a:pt x="1126" y="316"/>
                  </a:lnTo>
                  <a:lnTo>
                    <a:pt x="1107" y="297"/>
                  </a:lnTo>
                  <a:lnTo>
                    <a:pt x="1067" y="316"/>
                  </a:lnTo>
                  <a:lnTo>
                    <a:pt x="988" y="316"/>
                  </a:lnTo>
                  <a:lnTo>
                    <a:pt x="1067" y="297"/>
                  </a:lnTo>
                  <a:lnTo>
                    <a:pt x="1008" y="297"/>
                  </a:lnTo>
                  <a:lnTo>
                    <a:pt x="968" y="316"/>
                  </a:lnTo>
                  <a:lnTo>
                    <a:pt x="988" y="297"/>
                  </a:lnTo>
                  <a:lnTo>
                    <a:pt x="850" y="297"/>
                  </a:lnTo>
                  <a:lnTo>
                    <a:pt x="909" y="277"/>
                  </a:lnTo>
                  <a:lnTo>
                    <a:pt x="889" y="277"/>
                  </a:lnTo>
                  <a:lnTo>
                    <a:pt x="988" y="237"/>
                  </a:lnTo>
                  <a:lnTo>
                    <a:pt x="988" y="257"/>
                  </a:lnTo>
                  <a:lnTo>
                    <a:pt x="968" y="257"/>
                  </a:lnTo>
                  <a:lnTo>
                    <a:pt x="949" y="277"/>
                  </a:lnTo>
                  <a:lnTo>
                    <a:pt x="968" y="277"/>
                  </a:lnTo>
                  <a:lnTo>
                    <a:pt x="1028" y="237"/>
                  </a:lnTo>
                  <a:lnTo>
                    <a:pt x="1067" y="218"/>
                  </a:lnTo>
                  <a:lnTo>
                    <a:pt x="1067" y="198"/>
                  </a:lnTo>
                  <a:lnTo>
                    <a:pt x="1047" y="178"/>
                  </a:lnTo>
                  <a:lnTo>
                    <a:pt x="1008" y="158"/>
                  </a:lnTo>
                  <a:lnTo>
                    <a:pt x="988" y="139"/>
                  </a:lnTo>
                  <a:lnTo>
                    <a:pt x="1028" y="99"/>
                  </a:lnTo>
                  <a:lnTo>
                    <a:pt x="1008" y="79"/>
                  </a:lnTo>
                  <a:lnTo>
                    <a:pt x="1008" y="60"/>
                  </a:lnTo>
                  <a:lnTo>
                    <a:pt x="988" y="40"/>
                  </a:lnTo>
                  <a:lnTo>
                    <a:pt x="929" y="40"/>
                  </a:lnTo>
                  <a:lnTo>
                    <a:pt x="988" y="20"/>
                  </a:lnTo>
                  <a:lnTo>
                    <a:pt x="870" y="20"/>
                  </a:lnTo>
                  <a:lnTo>
                    <a:pt x="83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 name="Google Shape;2479;p9"/>
            <p:cNvSpPr/>
            <p:nvPr/>
          </p:nvSpPr>
          <p:spPr>
            <a:xfrm>
              <a:off x="-1362025" y="3906950"/>
              <a:ext cx="525" cy="525"/>
            </a:xfrm>
            <a:custGeom>
              <a:rect b="b" l="l" r="r" t="t"/>
              <a:pathLst>
                <a:path extrusionOk="0" h="21" w="21">
                  <a:moveTo>
                    <a:pt x="20" y="1"/>
                  </a:moveTo>
                  <a:lnTo>
                    <a:pt x="20" y="1"/>
                  </a:lnTo>
                  <a:lnTo>
                    <a:pt x="20" y="1"/>
                  </a:lnTo>
                  <a:lnTo>
                    <a:pt x="1" y="21"/>
                  </a:lnTo>
                  <a:lnTo>
                    <a:pt x="1" y="2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 name="Google Shape;2480;p9"/>
            <p:cNvSpPr/>
            <p:nvPr/>
          </p:nvSpPr>
          <p:spPr>
            <a:xfrm>
              <a:off x="-1375850" y="3911900"/>
              <a:ext cx="525" cy="25"/>
            </a:xfrm>
            <a:custGeom>
              <a:rect b="b" l="l" r="r" t="t"/>
              <a:pathLst>
                <a:path extrusionOk="0" h="1"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 name="Google Shape;2481;p9"/>
            <p:cNvSpPr/>
            <p:nvPr/>
          </p:nvSpPr>
          <p:spPr>
            <a:xfrm>
              <a:off x="-1318575" y="400077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 name="Google Shape;2482;p9"/>
            <p:cNvSpPr/>
            <p:nvPr/>
          </p:nvSpPr>
          <p:spPr>
            <a:xfrm>
              <a:off x="-1317575" y="3999800"/>
              <a:ext cx="25" cy="25"/>
            </a:xfrm>
            <a:custGeom>
              <a:rect b="b" l="l" r="r" t="t"/>
              <a:pathLst>
                <a:path extrusionOk="0" h="1" w="1">
                  <a:moveTo>
                    <a:pt x="0" y="0"/>
                  </a:moveTo>
                  <a:lnTo>
                    <a:pt x="0" y="0"/>
                  </a:ln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 name="Google Shape;2483;p9"/>
            <p:cNvSpPr/>
            <p:nvPr/>
          </p:nvSpPr>
          <p:spPr>
            <a:xfrm>
              <a:off x="-1323500" y="3961275"/>
              <a:ext cx="57300" cy="48900"/>
            </a:xfrm>
            <a:custGeom>
              <a:rect b="b" l="l" r="r" t="t"/>
              <a:pathLst>
                <a:path extrusionOk="0" h="1956" w="2292">
                  <a:moveTo>
                    <a:pt x="1699" y="60"/>
                  </a:moveTo>
                  <a:lnTo>
                    <a:pt x="1699" y="60"/>
                  </a:lnTo>
                  <a:lnTo>
                    <a:pt x="1699" y="60"/>
                  </a:lnTo>
                  <a:close/>
                  <a:moveTo>
                    <a:pt x="1758" y="1"/>
                  </a:moveTo>
                  <a:lnTo>
                    <a:pt x="1758" y="40"/>
                  </a:lnTo>
                  <a:lnTo>
                    <a:pt x="1778" y="60"/>
                  </a:lnTo>
                  <a:lnTo>
                    <a:pt x="1778" y="99"/>
                  </a:lnTo>
                  <a:lnTo>
                    <a:pt x="1798" y="99"/>
                  </a:lnTo>
                  <a:lnTo>
                    <a:pt x="1798" y="60"/>
                  </a:lnTo>
                  <a:lnTo>
                    <a:pt x="1778" y="40"/>
                  </a:lnTo>
                  <a:lnTo>
                    <a:pt x="1778" y="1"/>
                  </a:lnTo>
                  <a:close/>
                  <a:moveTo>
                    <a:pt x="929" y="218"/>
                  </a:moveTo>
                  <a:lnTo>
                    <a:pt x="948" y="257"/>
                  </a:lnTo>
                  <a:lnTo>
                    <a:pt x="948" y="297"/>
                  </a:lnTo>
                  <a:lnTo>
                    <a:pt x="929" y="277"/>
                  </a:lnTo>
                  <a:lnTo>
                    <a:pt x="968" y="376"/>
                  </a:lnTo>
                  <a:lnTo>
                    <a:pt x="968" y="336"/>
                  </a:lnTo>
                  <a:lnTo>
                    <a:pt x="988" y="356"/>
                  </a:lnTo>
                  <a:lnTo>
                    <a:pt x="988" y="317"/>
                  </a:lnTo>
                  <a:lnTo>
                    <a:pt x="948" y="238"/>
                  </a:lnTo>
                  <a:lnTo>
                    <a:pt x="929" y="218"/>
                  </a:lnTo>
                  <a:close/>
                  <a:moveTo>
                    <a:pt x="652" y="415"/>
                  </a:moveTo>
                  <a:lnTo>
                    <a:pt x="652" y="455"/>
                  </a:lnTo>
                  <a:lnTo>
                    <a:pt x="672" y="475"/>
                  </a:lnTo>
                  <a:lnTo>
                    <a:pt x="672" y="455"/>
                  </a:lnTo>
                  <a:lnTo>
                    <a:pt x="652" y="415"/>
                  </a:lnTo>
                  <a:close/>
                  <a:moveTo>
                    <a:pt x="593" y="494"/>
                  </a:moveTo>
                  <a:lnTo>
                    <a:pt x="593" y="514"/>
                  </a:lnTo>
                  <a:lnTo>
                    <a:pt x="613" y="534"/>
                  </a:lnTo>
                  <a:lnTo>
                    <a:pt x="613" y="534"/>
                  </a:lnTo>
                  <a:lnTo>
                    <a:pt x="593" y="494"/>
                  </a:lnTo>
                  <a:close/>
                  <a:moveTo>
                    <a:pt x="652" y="494"/>
                  </a:moveTo>
                  <a:lnTo>
                    <a:pt x="652" y="514"/>
                  </a:lnTo>
                  <a:lnTo>
                    <a:pt x="652" y="534"/>
                  </a:lnTo>
                  <a:lnTo>
                    <a:pt x="672" y="514"/>
                  </a:lnTo>
                  <a:lnTo>
                    <a:pt x="652" y="494"/>
                  </a:lnTo>
                  <a:close/>
                  <a:moveTo>
                    <a:pt x="139" y="751"/>
                  </a:moveTo>
                  <a:lnTo>
                    <a:pt x="139" y="771"/>
                  </a:lnTo>
                  <a:lnTo>
                    <a:pt x="158" y="771"/>
                  </a:lnTo>
                  <a:lnTo>
                    <a:pt x="139" y="751"/>
                  </a:lnTo>
                  <a:close/>
                  <a:moveTo>
                    <a:pt x="79" y="988"/>
                  </a:moveTo>
                  <a:lnTo>
                    <a:pt x="79" y="1008"/>
                  </a:lnTo>
                  <a:lnTo>
                    <a:pt x="99" y="1028"/>
                  </a:lnTo>
                  <a:lnTo>
                    <a:pt x="79" y="988"/>
                  </a:lnTo>
                  <a:close/>
                  <a:moveTo>
                    <a:pt x="2173" y="1047"/>
                  </a:moveTo>
                  <a:lnTo>
                    <a:pt x="2193" y="1087"/>
                  </a:lnTo>
                  <a:lnTo>
                    <a:pt x="2193" y="1047"/>
                  </a:lnTo>
                  <a:close/>
                  <a:moveTo>
                    <a:pt x="415" y="1146"/>
                  </a:moveTo>
                  <a:lnTo>
                    <a:pt x="415" y="1166"/>
                  </a:lnTo>
                  <a:lnTo>
                    <a:pt x="422" y="1166"/>
                  </a:lnTo>
                  <a:lnTo>
                    <a:pt x="415" y="1146"/>
                  </a:lnTo>
                  <a:close/>
                  <a:moveTo>
                    <a:pt x="435" y="1146"/>
                  </a:moveTo>
                  <a:lnTo>
                    <a:pt x="435" y="1166"/>
                  </a:lnTo>
                  <a:lnTo>
                    <a:pt x="422" y="1166"/>
                  </a:lnTo>
                  <a:lnTo>
                    <a:pt x="435" y="1205"/>
                  </a:lnTo>
                  <a:lnTo>
                    <a:pt x="450" y="1191"/>
                  </a:lnTo>
                  <a:lnTo>
                    <a:pt x="435" y="1146"/>
                  </a:lnTo>
                  <a:close/>
                  <a:moveTo>
                    <a:pt x="455" y="1186"/>
                  </a:moveTo>
                  <a:lnTo>
                    <a:pt x="450" y="1191"/>
                  </a:lnTo>
                  <a:lnTo>
                    <a:pt x="455" y="1205"/>
                  </a:lnTo>
                  <a:lnTo>
                    <a:pt x="455" y="1186"/>
                  </a:lnTo>
                  <a:close/>
                  <a:moveTo>
                    <a:pt x="455" y="1205"/>
                  </a:moveTo>
                  <a:lnTo>
                    <a:pt x="455" y="1205"/>
                  </a:lnTo>
                  <a:lnTo>
                    <a:pt x="455" y="1205"/>
                  </a:lnTo>
                  <a:close/>
                  <a:moveTo>
                    <a:pt x="107" y="1186"/>
                  </a:moveTo>
                  <a:lnTo>
                    <a:pt x="119" y="1245"/>
                  </a:lnTo>
                  <a:lnTo>
                    <a:pt x="139" y="1265"/>
                  </a:lnTo>
                  <a:lnTo>
                    <a:pt x="107" y="1186"/>
                  </a:lnTo>
                  <a:close/>
                  <a:moveTo>
                    <a:pt x="1660" y="1344"/>
                  </a:moveTo>
                  <a:lnTo>
                    <a:pt x="1660" y="1344"/>
                  </a:lnTo>
                  <a:lnTo>
                    <a:pt x="1660" y="1344"/>
                  </a:lnTo>
                  <a:close/>
                  <a:moveTo>
                    <a:pt x="845" y="1462"/>
                  </a:moveTo>
                  <a:lnTo>
                    <a:pt x="850" y="1482"/>
                  </a:lnTo>
                  <a:lnTo>
                    <a:pt x="869" y="1561"/>
                  </a:lnTo>
                  <a:lnTo>
                    <a:pt x="869" y="1561"/>
                  </a:lnTo>
                  <a:lnTo>
                    <a:pt x="850" y="1462"/>
                  </a:lnTo>
                  <a:close/>
                  <a:moveTo>
                    <a:pt x="198" y="1581"/>
                  </a:moveTo>
                  <a:lnTo>
                    <a:pt x="208" y="1600"/>
                  </a:lnTo>
                  <a:lnTo>
                    <a:pt x="198" y="1581"/>
                  </a:lnTo>
                  <a:close/>
                  <a:moveTo>
                    <a:pt x="208" y="1600"/>
                  </a:moveTo>
                  <a:lnTo>
                    <a:pt x="208" y="1600"/>
                  </a:lnTo>
                  <a:lnTo>
                    <a:pt x="208" y="1600"/>
                  </a:lnTo>
                  <a:close/>
                  <a:moveTo>
                    <a:pt x="208" y="1600"/>
                  </a:moveTo>
                  <a:lnTo>
                    <a:pt x="218" y="1620"/>
                  </a:lnTo>
                  <a:lnTo>
                    <a:pt x="208" y="1600"/>
                  </a:lnTo>
                  <a:close/>
                  <a:moveTo>
                    <a:pt x="316" y="1719"/>
                  </a:moveTo>
                  <a:lnTo>
                    <a:pt x="316" y="1739"/>
                  </a:lnTo>
                  <a:lnTo>
                    <a:pt x="336" y="1798"/>
                  </a:lnTo>
                  <a:lnTo>
                    <a:pt x="316" y="1719"/>
                  </a:lnTo>
                  <a:close/>
                  <a:moveTo>
                    <a:pt x="395" y="1600"/>
                  </a:moveTo>
                  <a:lnTo>
                    <a:pt x="395" y="1620"/>
                  </a:lnTo>
                  <a:lnTo>
                    <a:pt x="415" y="1699"/>
                  </a:lnTo>
                  <a:lnTo>
                    <a:pt x="435" y="1837"/>
                  </a:lnTo>
                  <a:lnTo>
                    <a:pt x="435" y="1739"/>
                  </a:lnTo>
                  <a:lnTo>
                    <a:pt x="395" y="1600"/>
                  </a:lnTo>
                  <a:close/>
                  <a:moveTo>
                    <a:pt x="711" y="1837"/>
                  </a:moveTo>
                  <a:lnTo>
                    <a:pt x="731" y="1857"/>
                  </a:lnTo>
                  <a:lnTo>
                    <a:pt x="731" y="1837"/>
                  </a:lnTo>
                  <a:close/>
                  <a:moveTo>
                    <a:pt x="60" y="1126"/>
                  </a:moveTo>
                  <a:lnTo>
                    <a:pt x="60" y="1166"/>
                  </a:lnTo>
                  <a:lnTo>
                    <a:pt x="79" y="1245"/>
                  </a:lnTo>
                  <a:lnTo>
                    <a:pt x="60" y="1205"/>
                  </a:lnTo>
                  <a:lnTo>
                    <a:pt x="60" y="1186"/>
                  </a:lnTo>
                  <a:lnTo>
                    <a:pt x="40" y="1186"/>
                  </a:lnTo>
                  <a:lnTo>
                    <a:pt x="40" y="1205"/>
                  </a:lnTo>
                  <a:lnTo>
                    <a:pt x="60" y="1245"/>
                  </a:lnTo>
                  <a:lnTo>
                    <a:pt x="79" y="1344"/>
                  </a:lnTo>
                  <a:lnTo>
                    <a:pt x="99" y="1344"/>
                  </a:lnTo>
                  <a:lnTo>
                    <a:pt x="99" y="1383"/>
                  </a:lnTo>
                  <a:lnTo>
                    <a:pt x="158" y="1482"/>
                  </a:lnTo>
                  <a:lnTo>
                    <a:pt x="158" y="1521"/>
                  </a:lnTo>
                  <a:lnTo>
                    <a:pt x="178" y="1521"/>
                  </a:lnTo>
                  <a:lnTo>
                    <a:pt x="178" y="1482"/>
                  </a:lnTo>
                  <a:lnTo>
                    <a:pt x="198" y="1541"/>
                  </a:lnTo>
                  <a:lnTo>
                    <a:pt x="198" y="1521"/>
                  </a:lnTo>
                  <a:lnTo>
                    <a:pt x="218" y="1581"/>
                  </a:lnTo>
                  <a:lnTo>
                    <a:pt x="218" y="1561"/>
                  </a:lnTo>
                  <a:lnTo>
                    <a:pt x="257" y="1679"/>
                  </a:lnTo>
                  <a:lnTo>
                    <a:pt x="237" y="1679"/>
                  </a:lnTo>
                  <a:lnTo>
                    <a:pt x="237" y="1660"/>
                  </a:lnTo>
                  <a:lnTo>
                    <a:pt x="218" y="1620"/>
                  </a:lnTo>
                  <a:lnTo>
                    <a:pt x="218" y="1620"/>
                  </a:lnTo>
                  <a:lnTo>
                    <a:pt x="218" y="1640"/>
                  </a:lnTo>
                  <a:lnTo>
                    <a:pt x="237" y="1719"/>
                  </a:lnTo>
                  <a:lnTo>
                    <a:pt x="237" y="1739"/>
                  </a:lnTo>
                  <a:lnTo>
                    <a:pt x="257" y="1818"/>
                  </a:lnTo>
                  <a:lnTo>
                    <a:pt x="297" y="1897"/>
                  </a:lnTo>
                  <a:lnTo>
                    <a:pt x="257" y="1798"/>
                  </a:lnTo>
                  <a:lnTo>
                    <a:pt x="257" y="1798"/>
                  </a:lnTo>
                  <a:lnTo>
                    <a:pt x="277" y="1818"/>
                  </a:lnTo>
                  <a:lnTo>
                    <a:pt x="297" y="1897"/>
                  </a:lnTo>
                  <a:lnTo>
                    <a:pt x="297" y="1818"/>
                  </a:lnTo>
                  <a:lnTo>
                    <a:pt x="316" y="1837"/>
                  </a:lnTo>
                  <a:lnTo>
                    <a:pt x="316" y="1818"/>
                  </a:lnTo>
                  <a:lnTo>
                    <a:pt x="297" y="1778"/>
                  </a:lnTo>
                  <a:lnTo>
                    <a:pt x="297" y="1739"/>
                  </a:lnTo>
                  <a:lnTo>
                    <a:pt x="277" y="1640"/>
                  </a:lnTo>
                  <a:lnTo>
                    <a:pt x="297" y="1719"/>
                  </a:lnTo>
                  <a:lnTo>
                    <a:pt x="316" y="1778"/>
                  </a:lnTo>
                  <a:lnTo>
                    <a:pt x="316" y="1758"/>
                  </a:lnTo>
                  <a:lnTo>
                    <a:pt x="297" y="1660"/>
                  </a:lnTo>
                  <a:lnTo>
                    <a:pt x="297" y="1600"/>
                  </a:lnTo>
                  <a:lnTo>
                    <a:pt x="277" y="1581"/>
                  </a:lnTo>
                  <a:lnTo>
                    <a:pt x="277" y="1620"/>
                  </a:lnTo>
                  <a:lnTo>
                    <a:pt x="277" y="1620"/>
                  </a:lnTo>
                  <a:lnTo>
                    <a:pt x="257" y="1581"/>
                  </a:lnTo>
                  <a:lnTo>
                    <a:pt x="257" y="1541"/>
                  </a:lnTo>
                  <a:lnTo>
                    <a:pt x="237" y="1541"/>
                  </a:lnTo>
                  <a:lnTo>
                    <a:pt x="257" y="1600"/>
                  </a:lnTo>
                  <a:lnTo>
                    <a:pt x="257" y="1600"/>
                  </a:lnTo>
                  <a:lnTo>
                    <a:pt x="178" y="1442"/>
                  </a:lnTo>
                  <a:lnTo>
                    <a:pt x="139" y="1284"/>
                  </a:lnTo>
                  <a:lnTo>
                    <a:pt x="119" y="1284"/>
                  </a:lnTo>
                  <a:lnTo>
                    <a:pt x="119" y="1324"/>
                  </a:lnTo>
                  <a:lnTo>
                    <a:pt x="60" y="1126"/>
                  </a:lnTo>
                  <a:close/>
                  <a:moveTo>
                    <a:pt x="297" y="1897"/>
                  </a:moveTo>
                  <a:lnTo>
                    <a:pt x="297" y="1897"/>
                  </a:lnTo>
                  <a:lnTo>
                    <a:pt x="297" y="1897"/>
                  </a:lnTo>
                  <a:close/>
                  <a:moveTo>
                    <a:pt x="652" y="1837"/>
                  </a:moveTo>
                  <a:lnTo>
                    <a:pt x="672" y="1916"/>
                  </a:lnTo>
                  <a:lnTo>
                    <a:pt x="657" y="1840"/>
                  </a:lnTo>
                  <a:lnTo>
                    <a:pt x="652" y="1837"/>
                  </a:lnTo>
                  <a:close/>
                  <a:moveTo>
                    <a:pt x="711" y="1916"/>
                  </a:moveTo>
                  <a:lnTo>
                    <a:pt x="711" y="1916"/>
                  </a:lnTo>
                  <a:lnTo>
                    <a:pt x="711" y="1916"/>
                  </a:lnTo>
                  <a:close/>
                  <a:moveTo>
                    <a:pt x="1482" y="1"/>
                  </a:moveTo>
                  <a:lnTo>
                    <a:pt x="1502" y="60"/>
                  </a:lnTo>
                  <a:lnTo>
                    <a:pt x="1502" y="80"/>
                  </a:lnTo>
                  <a:lnTo>
                    <a:pt x="1482" y="60"/>
                  </a:lnTo>
                  <a:lnTo>
                    <a:pt x="1482" y="20"/>
                  </a:lnTo>
                  <a:lnTo>
                    <a:pt x="1462" y="20"/>
                  </a:lnTo>
                  <a:lnTo>
                    <a:pt x="1442" y="80"/>
                  </a:lnTo>
                  <a:lnTo>
                    <a:pt x="1462" y="159"/>
                  </a:lnTo>
                  <a:lnTo>
                    <a:pt x="1462" y="178"/>
                  </a:lnTo>
                  <a:lnTo>
                    <a:pt x="1442" y="159"/>
                  </a:lnTo>
                  <a:lnTo>
                    <a:pt x="1442" y="198"/>
                  </a:lnTo>
                  <a:lnTo>
                    <a:pt x="1442" y="218"/>
                  </a:lnTo>
                  <a:lnTo>
                    <a:pt x="1423" y="198"/>
                  </a:lnTo>
                  <a:lnTo>
                    <a:pt x="1442" y="139"/>
                  </a:lnTo>
                  <a:lnTo>
                    <a:pt x="1423" y="99"/>
                  </a:lnTo>
                  <a:lnTo>
                    <a:pt x="1403" y="99"/>
                  </a:lnTo>
                  <a:lnTo>
                    <a:pt x="1403" y="80"/>
                  </a:lnTo>
                  <a:lnTo>
                    <a:pt x="1383" y="297"/>
                  </a:lnTo>
                  <a:lnTo>
                    <a:pt x="1403" y="415"/>
                  </a:lnTo>
                  <a:lnTo>
                    <a:pt x="1423" y="514"/>
                  </a:lnTo>
                  <a:lnTo>
                    <a:pt x="1403" y="475"/>
                  </a:lnTo>
                  <a:lnTo>
                    <a:pt x="1383" y="435"/>
                  </a:lnTo>
                  <a:lnTo>
                    <a:pt x="1363" y="356"/>
                  </a:lnTo>
                  <a:lnTo>
                    <a:pt x="1383" y="376"/>
                  </a:lnTo>
                  <a:lnTo>
                    <a:pt x="1344" y="218"/>
                  </a:lnTo>
                  <a:lnTo>
                    <a:pt x="1344" y="139"/>
                  </a:lnTo>
                  <a:lnTo>
                    <a:pt x="1324" y="40"/>
                  </a:lnTo>
                  <a:lnTo>
                    <a:pt x="1304" y="60"/>
                  </a:lnTo>
                  <a:lnTo>
                    <a:pt x="1284" y="80"/>
                  </a:lnTo>
                  <a:lnTo>
                    <a:pt x="1284" y="99"/>
                  </a:lnTo>
                  <a:lnTo>
                    <a:pt x="1265" y="80"/>
                  </a:lnTo>
                  <a:lnTo>
                    <a:pt x="1284" y="159"/>
                  </a:lnTo>
                  <a:lnTo>
                    <a:pt x="1284" y="159"/>
                  </a:lnTo>
                  <a:lnTo>
                    <a:pt x="1265" y="139"/>
                  </a:lnTo>
                  <a:lnTo>
                    <a:pt x="1245" y="80"/>
                  </a:lnTo>
                  <a:lnTo>
                    <a:pt x="1245" y="139"/>
                  </a:lnTo>
                  <a:lnTo>
                    <a:pt x="1245" y="218"/>
                  </a:lnTo>
                  <a:lnTo>
                    <a:pt x="1265" y="297"/>
                  </a:lnTo>
                  <a:lnTo>
                    <a:pt x="1265" y="336"/>
                  </a:lnTo>
                  <a:lnTo>
                    <a:pt x="1245" y="336"/>
                  </a:lnTo>
                  <a:lnTo>
                    <a:pt x="1245" y="297"/>
                  </a:lnTo>
                  <a:lnTo>
                    <a:pt x="1245" y="277"/>
                  </a:lnTo>
                  <a:lnTo>
                    <a:pt x="1225" y="317"/>
                  </a:lnTo>
                  <a:lnTo>
                    <a:pt x="1225" y="257"/>
                  </a:lnTo>
                  <a:lnTo>
                    <a:pt x="1225" y="238"/>
                  </a:lnTo>
                  <a:lnTo>
                    <a:pt x="1225" y="218"/>
                  </a:lnTo>
                  <a:lnTo>
                    <a:pt x="1205" y="238"/>
                  </a:lnTo>
                  <a:lnTo>
                    <a:pt x="1205" y="297"/>
                  </a:lnTo>
                  <a:lnTo>
                    <a:pt x="1185" y="297"/>
                  </a:lnTo>
                  <a:lnTo>
                    <a:pt x="1185" y="198"/>
                  </a:lnTo>
                  <a:lnTo>
                    <a:pt x="1185" y="159"/>
                  </a:lnTo>
                  <a:lnTo>
                    <a:pt x="1205" y="218"/>
                  </a:lnTo>
                  <a:lnTo>
                    <a:pt x="1185" y="139"/>
                  </a:lnTo>
                  <a:lnTo>
                    <a:pt x="1205" y="159"/>
                  </a:lnTo>
                  <a:lnTo>
                    <a:pt x="1225" y="159"/>
                  </a:lnTo>
                  <a:lnTo>
                    <a:pt x="1225" y="99"/>
                  </a:lnTo>
                  <a:lnTo>
                    <a:pt x="1225" y="80"/>
                  </a:lnTo>
                  <a:lnTo>
                    <a:pt x="1205" y="80"/>
                  </a:lnTo>
                  <a:lnTo>
                    <a:pt x="1185" y="99"/>
                  </a:lnTo>
                  <a:lnTo>
                    <a:pt x="1166" y="60"/>
                  </a:lnTo>
                  <a:lnTo>
                    <a:pt x="1166" y="159"/>
                  </a:lnTo>
                  <a:lnTo>
                    <a:pt x="1166" y="198"/>
                  </a:lnTo>
                  <a:lnTo>
                    <a:pt x="1146" y="159"/>
                  </a:lnTo>
                  <a:lnTo>
                    <a:pt x="1146" y="257"/>
                  </a:lnTo>
                  <a:lnTo>
                    <a:pt x="1146" y="297"/>
                  </a:lnTo>
                  <a:lnTo>
                    <a:pt x="1166" y="317"/>
                  </a:lnTo>
                  <a:lnTo>
                    <a:pt x="1166" y="356"/>
                  </a:lnTo>
                  <a:lnTo>
                    <a:pt x="1166" y="396"/>
                  </a:lnTo>
                  <a:lnTo>
                    <a:pt x="1146" y="356"/>
                  </a:lnTo>
                  <a:lnTo>
                    <a:pt x="1126" y="178"/>
                  </a:lnTo>
                  <a:lnTo>
                    <a:pt x="1126" y="159"/>
                  </a:lnTo>
                  <a:lnTo>
                    <a:pt x="1106" y="139"/>
                  </a:lnTo>
                  <a:lnTo>
                    <a:pt x="1106" y="139"/>
                  </a:lnTo>
                  <a:lnTo>
                    <a:pt x="1126" y="257"/>
                  </a:lnTo>
                  <a:lnTo>
                    <a:pt x="1126" y="336"/>
                  </a:lnTo>
                  <a:lnTo>
                    <a:pt x="1106" y="415"/>
                  </a:lnTo>
                  <a:lnTo>
                    <a:pt x="1087" y="336"/>
                  </a:lnTo>
                  <a:lnTo>
                    <a:pt x="1106" y="297"/>
                  </a:lnTo>
                  <a:lnTo>
                    <a:pt x="1106" y="238"/>
                  </a:lnTo>
                  <a:lnTo>
                    <a:pt x="1087" y="159"/>
                  </a:lnTo>
                  <a:lnTo>
                    <a:pt x="1087" y="198"/>
                  </a:lnTo>
                  <a:lnTo>
                    <a:pt x="1087" y="238"/>
                  </a:lnTo>
                  <a:lnTo>
                    <a:pt x="1067" y="198"/>
                  </a:lnTo>
                  <a:lnTo>
                    <a:pt x="1047" y="198"/>
                  </a:lnTo>
                  <a:lnTo>
                    <a:pt x="1047" y="238"/>
                  </a:lnTo>
                  <a:lnTo>
                    <a:pt x="1047" y="277"/>
                  </a:lnTo>
                  <a:lnTo>
                    <a:pt x="1027" y="277"/>
                  </a:lnTo>
                  <a:lnTo>
                    <a:pt x="1027" y="297"/>
                  </a:lnTo>
                  <a:lnTo>
                    <a:pt x="988" y="297"/>
                  </a:lnTo>
                  <a:lnTo>
                    <a:pt x="1008" y="336"/>
                  </a:lnTo>
                  <a:lnTo>
                    <a:pt x="1008" y="317"/>
                  </a:lnTo>
                  <a:lnTo>
                    <a:pt x="1027" y="336"/>
                  </a:lnTo>
                  <a:lnTo>
                    <a:pt x="1047" y="396"/>
                  </a:lnTo>
                  <a:lnTo>
                    <a:pt x="1027" y="435"/>
                  </a:lnTo>
                  <a:lnTo>
                    <a:pt x="1027" y="455"/>
                  </a:lnTo>
                  <a:lnTo>
                    <a:pt x="1008" y="475"/>
                  </a:lnTo>
                  <a:lnTo>
                    <a:pt x="1027" y="494"/>
                  </a:lnTo>
                  <a:lnTo>
                    <a:pt x="1008" y="534"/>
                  </a:lnTo>
                  <a:lnTo>
                    <a:pt x="988" y="455"/>
                  </a:lnTo>
                  <a:lnTo>
                    <a:pt x="968" y="475"/>
                  </a:lnTo>
                  <a:lnTo>
                    <a:pt x="968" y="455"/>
                  </a:lnTo>
                  <a:lnTo>
                    <a:pt x="948" y="455"/>
                  </a:lnTo>
                  <a:lnTo>
                    <a:pt x="948" y="415"/>
                  </a:lnTo>
                  <a:lnTo>
                    <a:pt x="929" y="376"/>
                  </a:lnTo>
                  <a:lnTo>
                    <a:pt x="909" y="396"/>
                  </a:lnTo>
                  <a:lnTo>
                    <a:pt x="909" y="455"/>
                  </a:lnTo>
                  <a:lnTo>
                    <a:pt x="929" y="514"/>
                  </a:lnTo>
                  <a:lnTo>
                    <a:pt x="948" y="573"/>
                  </a:lnTo>
                  <a:lnTo>
                    <a:pt x="929" y="573"/>
                  </a:lnTo>
                  <a:lnTo>
                    <a:pt x="929" y="593"/>
                  </a:lnTo>
                  <a:lnTo>
                    <a:pt x="909" y="593"/>
                  </a:lnTo>
                  <a:lnTo>
                    <a:pt x="889" y="554"/>
                  </a:lnTo>
                  <a:lnTo>
                    <a:pt x="869" y="534"/>
                  </a:lnTo>
                  <a:lnTo>
                    <a:pt x="889" y="514"/>
                  </a:lnTo>
                  <a:lnTo>
                    <a:pt x="889" y="494"/>
                  </a:lnTo>
                  <a:lnTo>
                    <a:pt x="869" y="435"/>
                  </a:lnTo>
                  <a:lnTo>
                    <a:pt x="869" y="455"/>
                  </a:lnTo>
                  <a:lnTo>
                    <a:pt x="850" y="415"/>
                  </a:lnTo>
                  <a:lnTo>
                    <a:pt x="850" y="455"/>
                  </a:lnTo>
                  <a:lnTo>
                    <a:pt x="850" y="475"/>
                  </a:lnTo>
                  <a:lnTo>
                    <a:pt x="830" y="356"/>
                  </a:lnTo>
                  <a:lnTo>
                    <a:pt x="830" y="376"/>
                  </a:lnTo>
                  <a:lnTo>
                    <a:pt x="810" y="376"/>
                  </a:lnTo>
                  <a:lnTo>
                    <a:pt x="810" y="396"/>
                  </a:lnTo>
                  <a:lnTo>
                    <a:pt x="810" y="415"/>
                  </a:lnTo>
                  <a:lnTo>
                    <a:pt x="830" y="396"/>
                  </a:lnTo>
                  <a:lnTo>
                    <a:pt x="830" y="435"/>
                  </a:lnTo>
                  <a:lnTo>
                    <a:pt x="810" y="435"/>
                  </a:lnTo>
                  <a:lnTo>
                    <a:pt x="790" y="415"/>
                  </a:lnTo>
                  <a:lnTo>
                    <a:pt x="790" y="475"/>
                  </a:lnTo>
                  <a:lnTo>
                    <a:pt x="810" y="455"/>
                  </a:lnTo>
                  <a:lnTo>
                    <a:pt x="810" y="494"/>
                  </a:lnTo>
                  <a:lnTo>
                    <a:pt x="810" y="514"/>
                  </a:lnTo>
                  <a:lnTo>
                    <a:pt x="790" y="534"/>
                  </a:lnTo>
                  <a:lnTo>
                    <a:pt x="790" y="554"/>
                  </a:lnTo>
                  <a:lnTo>
                    <a:pt x="771" y="593"/>
                  </a:lnTo>
                  <a:lnTo>
                    <a:pt x="771" y="534"/>
                  </a:lnTo>
                  <a:lnTo>
                    <a:pt x="751" y="455"/>
                  </a:lnTo>
                  <a:lnTo>
                    <a:pt x="771" y="455"/>
                  </a:lnTo>
                  <a:lnTo>
                    <a:pt x="771" y="435"/>
                  </a:lnTo>
                  <a:lnTo>
                    <a:pt x="751" y="435"/>
                  </a:lnTo>
                  <a:lnTo>
                    <a:pt x="731" y="494"/>
                  </a:lnTo>
                  <a:lnTo>
                    <a:pt x="731" y="475"/>
                  </a:lnTo>
                  <a:lnTo>
                    <a:pt x="711" y="415"/>
                  </a:lnTo>
                  <a:lnTo>
                    <a:pt x="692" y="376"/>
                  </a:lnTo>
                  <a:lnTo>
                    <a:pt x="672" y="376"/>
                  </a:lnTo>
                  <a:lnTo>
                    <a:pt x="711" y="455"/>
                  </a:lnTo>
                  <a:lnTo>
                    <a:pt x="692" y="475"/>
                  </a:lnTo>
                  <a:lnTo>
                    <a:pt x="711" y="534"/>
                  </a:lnTo>
                  <a:lnTo>
                    <a:pt x="692" y="494"/>
                  </a:lnTo>
                  <a:lnTo>
                    <a:pt x="672" y="475"/>
                  </a:lnTo>
                  <a:lnTo>
                    <a:pt x="672" y="573"/>
                  </a:lnTo>
                  <a:lnTo>
                    <a:pt x="652" y="534"/>
                  </a:lnTo>
                  <a:lnTo>
                    <a:pt x="652" y="573"/>
                  </a:lnTo>
                  <a:lnTo>
                    <a:pt x="672" y="613"/>
                  </a:lnTo>
                  <a:lnTo>
                    <a:pt x="672" y="652"/>
                  </a:lnTo>
                  <a:lnTo>
                    <a:pt x="652" y="633"/>
                  </a:lnTo>
                  <a:lnTo>
                    <a:pt x="632" y="573"/>
                  </a:lnTo>
                  <a:lnTo>
                    <a:pt x="632" y="633"/>
                  </a:lnTo>
                  <a:lnTo>
                    <a:pt x="632" y="652"/>
                  </a:lnTo>
                  <a:lnTo>
                    <a:pt x="652" y="692"/>
                  </a:lnTo>
                  <a:lnTo>
                    <a:pt x="652" y="731"/>
                  </a:lnTo>
                  <a:lnTo>
                    <a:pt x="613" y="672"/>
                  </a:lnTo>
                  <a:lnTo>
                    <a:pt x="613" y="633"/>
                  </a:lnTo>
                  <a:lnTo>
                    <a:pt x="593" y="573"/>
                  </a:lnTo>
                  <a:lnTo>
                    <a:pt x="593" y="554"/>
                  </a:lnTo>
                  <a:lnTo>
                    <a:pt x="573" y="554"/>
                  </a:lnTo>
                  <a:lnTo>
                    <a:pt x="573" y="494"/>
                  </a:lnTo>
                  <a:lnTo>
                    <a:pt x="553" y="514"/>
                  </a:lnTo>
                  <a:lnTo>
                    <a:pt x="573" y="573"/>
                  </a:lnTo>
                  <a:lnTo>
                    <a:pt x="573" y="633"/>
                  </a:lnTo>
                  <a:lnTo>
                    <a:pt x="553" y="554"/>
                  </a:lnTo>
                  <a:lnTo>
                    <a:pt x="534" y="573"/>
                  </a:lnTo>
                  <a:lnTo>
                    <a:pt x="553" y="593"/>
                  </a:lnTo>
                  <a:lnTo>
                    <a:pt x="573" y="672"/>
                  </a:lnTo>
                  <a:lnTo>
                    <a:pt x="593" y="731"/>
                  </a:lnTo>
                  <a:lnTo>
                    <a:pt x="593" y="771"/>
                  </a:lnTo>
                  <a:lnTo>
                    <a:pt x="613" y="830"/>
                  </a:lnTo>
                  <a:lnTo>
                    <a:pt x="613" y="850"/>
                  </a:lnTo>
                  <a:lnTo>
                    <a:pt x="553" y="771"/>
                  </a:lnTo>
                  <a:lnTo>
                    <a:pt x="534" y="633"/>
                  </a:lnTo>
                  <a:lnTo>
                    <a:pt x="494" y="475"/>
                  </a:lnTo>
                  <a:lnTo>
                    <a:pt x="474" y="514"/>
                  </a:lnTo>
                  <a:lnTo>
                    <a:pt x="455" y="494"/>
                  </a:lnTo>
                  <a:lnTo>
                    <a:pt x="474" y="593"/>
                  </a:lnTo>
                  <a:lnTo>
                    <a:pt x="494" y="692"/>
                  </a:lnTo>
                  <a:lnTo>
                    <a:pt x="474" y="672"/>
                  </a:lnTo>
                  <a:lnTo>
                    <a:pt x="474" y="692"/>
                  </a:lnTo>
                  <a:lnTo>
                    <a:pt x="455" y="731"/>
                  </a:lnTo>
                  <a:lnTo>
                    <a:pt x="474" y="791"/>
                  </a:lnTo>
                  <a:lnTo>
                    <a:pt x="494" y="870"/>
                  </a:lnTo>
                  <a:lnTo>
                    <a:pt x="494" y="889"/>
                  </a:lnTo>
                  <a:lnTo>
                    <a:pt x="494" y="949"/>
                  </a:lnTo>
                  <a:lnTo>
                    <a:pt x="474" y="889"/>
                  </a:lnTo>
                  <a:lnTo>
                    <a:pt x="455" y="870"/>
                  </a:lnTo>
                  <a:lnTo>
                    <a:pt x="455" y="909"/>
                  </a:lnTo>
                  <a:lnTo>
                    <a:pt x="435" y="850"/>
                  </a:lnTo>
                  <a:lnTo>
                    <a:pt x="455" y="830"/>
                  </a:lnTo>
                  <a:lnTo>
                    <a:pt x="455" y="810"/>
                  </a:lnTo>
                  <a:lnTo>
                    <a:pt x="435" y="791"/>
                  </a:lnTo>
                  <a:lnTo>
                    <a:pt x="395" y="692"/>
                  </a:lnTo>
                  <a:lnTo>
                    <a:pt x="415" y="751"/>
                  </a:lnTo>
                  <a:lnTo>
                    <a:pt x="415" y="810"/>
                  </a:lnTo>
                  <a:lnTo>
                    <a:pt x="395" y="751"/>
                  </a:lnTo>
                  <a:lnTo>
                    <a:pt x="356" y="751"/>
                  </a:lnTo>
                  <a:lnTo>
                    <a:pt x="316" y="652"/>
                  </a:lnTo>
                  <a:lnTo>
                    <a:pt x="316" y="731"/>
                  </a:lnTo>
                  <a:lnTo>
                    <a:pt x="316" y="791"/>
                  </a:lnTo>
                  <a:lnTo>
                    <a:pt x="336" y="830"/>
                  </a:lnTo>
                  <a:lnTo>
                    <a:pt x="336" y="889"/>
                  </a:lnTo>
                  <a:lnTo>
                    <a:pt x="356" y="909"/>
                  </a:lnTo>
                  <a:lnTo>
                    <a:pt x="356" y="870"/>
                  </a:lnTo>
                  <a:lnTo>
                    <a:pt x="356" y="830"/>
                  </a:lnTo>
                  <a:lnTo>
                    <a:pt x="376" y="870"/>
                  </a:lnTo>
                  <a:lnTo>
                    <a:pt x="356" y="751"/>
                  </a:lnTo>
                  <a:lnTo>
                    <a:pt x="376" y="791"/>
                  </a:lnTo>
                  <a:lnTo>
                    <a:pt x="395" y="889"/>
                  </a:lnTo>
                  <a:lnTo>
                    <a:pt x="395" y="929"/>
                  </a:lnTo>
                  <a:lnTo>
                    <a:pt x="395" y="949"/>
                  </a:lnTo>
                  <a:lnTo>
                    <a:pt x="415" y="988"/>
                  </a:lnTo>
                  <a:lnTo>
                    <a:pt x="435" y="988"/>
                  </a:lnTo>
                  <a:lnTo>
                    <a:pt x="474" y="1087"/>
                  </a:lnTo>
                  <a:lnTo>
                    <a:pt x="494" y="1225"/>
                  </a:lnTo>
                  <a:lnTo>
                    <a:pt x="474" y="1166"/>
                  </a:lnTo>
                  <a:lnTo>
                    <a:pt x="474" y="1265"/>
                  </a:lnTo>
                  <a:lnTo>
                    <a:pt x="455" y="1205"/>
                  </a:lnTo>
                  <a:lnTo>
                    <a:pt x="455" y="1245"/>
                  </a:lnTo>
                  <a:lnTo>
                    <a:pt x="455" y="1284"/>
                  </a:lnTo>
                  <a:lnTo>
                    <a:pt x="474" y="1344"/>
                  </a:lnTo>
                  <a:lnTo>
                    <a:pt x="474" y="1344"/>
                  </a:lnTo>
                  <a:lnTo>
                    <a:pt x="455" y="1324"/>
                  </a:lnTo>
                  <a:lnTo>
                    <a:pt x="435" y="1265"/>
                  </a:lnTo>
                  <a:lnTo>
                    <a:pt x="415" y="1245"/>
                  </a:lnTo>
                  <a:lnTo>
                    <a:pt x="376" y="1107"/>
                  </a:lnTo>
                  <a:lnTo>
                    <a:pt x="376" y="1146"/>
                  </a:lnTo>
                  <a:lnTo>
                    <a:pt x="336" y="929"/>
                  </a:lnTo>
                  <a:lnTo>
                    <a:pt x="297" y="909"/>
                  </a:lnTo>
                  <a:lnTo>
                    <a:pt x="277" y="929"/>
                  </a:lnTo>
                  <a:lnTo>
                    <a:pt x="297" y="1028"/>
                  </a:lnTo>
                  <a:lnTo>
                    <a:pt x="297" y="1047"/>
                  </a:lnTo>
                  <a:lnTo>
                    <a:pt x="316" y="1087"/>
                  </a:lnTo>
                  <a:lnTo>
                    <a:pt x="297" y="1087"/>
                  </a:lnTo>
                  <a:lnTo>
                    <a:pt x="297" y="1107"/>
                  </a:lnTo>
                  <a:lnTo>
                    <a:pt x="257" y="949"/>
                  </a:lnTo>
                  <a:lnTo>
                    <a:pt x="257" y="968"/>
                  </a:lnTo>
                  <a:lnTo>
                    <a:pt x="218" y="929"/>
                  </a:lnTo>
                  <a:lnTo>
                    <a:pt x="218" y="889"/>
                  </a:lnTo>
                  <a:lnTo>
                    <a:pt x="237" y="889"/>
                  </a:lnTo>
                  <a:lnTo>
                    <a:pt x="277" y="929"/>
                  </a:lnTo>
                  <a:lnTo>
                    <a:pt x="277" y="929"/>
                  </a:lnTo>
                  <a:lnTo>
                    <a:pt x="237" y="771"/>
                  </a:lnTo>
                  <a:lnTo>
                    <a:pt x="237" y="810"/>
                  </a:lnTo>
                  <a:lnTo>
                    <a:pt x="218" y="791"/>
                  </a:lnTo>
                  <a:lnTo>
                    <a:pt x="198" y="731"/>
                  </a:lnTo>
                  <a:lnTo>
                    <a:pt x="218" y="810"/>
                  </a:lnTo>
                  <a:lnTo>
                    <a:pt x="237" y="889"/>
                  </a:lnTo>
                  <a:lnTo>
                    <a:pt x="237" y="889"/>
                  </a:lnTo>
                  <a:lnTo>
                    <a:pt x="218" y="870"/>
                  </a:lnTo>
                  <a:lnTo>
                    <a:pt x="198" y="850"/>
                  </a:lnTo>
                  <a:lnTo>
                    <a:pt x="178" y="830"/>
                  </a:lnTo>
                  <a:lnTo>
                    <a:pt x="178" y="810"/>
                  </a:lnTo>
                  <a:lnTo>
                    <a:pt x="158" y="810"/>
                  </a:lnTo>
                  <a:lnTo>
                    <a:pt x="139" y="771"/>
                  </a:lnTo>
                  <a:lnTo>
                    <a:pt x="158" y="870"/>
                  </a:lnTo>
                  <a:lnTo>
                    <a:pt x="119" y="810"/>
                  </a:lnTo>
                  <a:lnTo>
                    <a:pt x="99" y="751"/>
                  </a:lnTo>
                  <a:lnTo>
                    <a:pt x="119" y="830"/>
                  </a:lnTo>
                  <a:lnTo>
                    <a:pt x="119" y="870"/>
                  </a:lnTo>
                  <a:lnTo>
                    <a:pt x="139" y="929"/>
                  </a:lnTo>
                  <a:lnTo>
                    <a:pt x="158" y="988"/>
                  </a:lnTo>
                  <a:lnTo>
                    <a:pt x="158" y="1008"/>
                  </a:lnTo>
                  <a:lnTo>
                    <a:pt x="178" y="1047"/>
                  </a:lnTo>
                  <a:lnTo>
                    <a:pt x="158" y="1047"/>
                  </a:lnTo>
                  <a:lnTo>
                    <a:pt x="99" y="850"/>
                  </a:lnTo>
                  <a:lnTo>
                    <a:pt x="99" y="870"/>
                  </a:lnTo>
                  <a:lnTo>
                    <a:pt x="79" y="870"/>
                  </a:lnTo>
                  <a:lnTo>
                    <a:pt x="99" y="929"/>
                  </a:lnTo>
                  <a:lnTo>
                    <a:pt x="119" y="968"/>
                  </a:lnTo>
                  <a:lnTo>
                    <a:pt x="119" y="988"/>
                  </a:lnTo>
                  <a:lnTo>
                    <a:pt x="99" y="988"/>
                  </a:lnTo>
                  <a:lnTo>
                    <a:pt x="119" y="1028"/>
                  </a:lnTo>
                  <a:lnTo>
                    <a:pt x="139" y="1146"/>
                  </a:lnTo>
                  <a:lnTo>
                    <a:pt x="119" y="1107"/>
                  </a:lnTo>
                  <a:lnTo>
                    <a:pt x="79" y="1008"/>
                  </a:lnTo>
                  <a:lnTo>
                    <a:pt x="20" y="889"/>
                  </a:lnTo>
                  <a:lnTo>
                    <a:pt x="20" y="909"/>
                  </a:lnTo>
                  <a:lnTo>
                    <a:pt x="0" y="909"/>
                  </a:lnTo>
                  <a:lnTo>
                    <a:pt x="20" y="929"/>
                  </a:lnTo>
                  <a:lnTo>
                    <a:pt x="40" y="968"/>
                  </a:lnTo>
                  <a:lnTo>
                    <a:pt x="40" y="988"/>
                  </a:lnTo>
                  <a:lnTo>
                    <a:pt x="79" y="1107"/>
                  </a:lnTo>
                  <a:lnTo>
                    <a:pt x="79" y="1097"/>
                  </a:lnTo>
                  <a:lnTo>
                    <a:pt x="99" y="1166"/>
                  </a:lnTo>
                  <a:lnTo>
                    <a:pt x="107" y="1186"/>
                  </a:lnTo>
                  <a:lnTo>
                    <a:pt x="107" y="1186"/>
                  </a:lnTo>
                  <a:lnTo>
                    <a:pt x="99" y="1146"/>
                  </a:lnTo>
                  <a:lnTo>
                    <a:pt x="99" y="1107"/>
                  </a:lnTo>
                  <a:lnTo>
                    <a:pt x="119" y="1166"/>
                  </a:lnTo>
                  <a:lnTo>
                    <a:pt x="139" y="1166"/>
                  </a:lnTo>
                  <a:lnTo>
                    <a:pt x="158" y="1186"/>
                  </a:lnTo>
                  <a:lnTo>
                    <a:pt x="178" y="1225"/>
                  </a:lnTo>
                  <a:lnTo>
                    <a:pt x="158" y="1146"/>
                  </a:lnTo>
                  <a:lnTo>
                    <a:pt x="139" y="1067"/>
                  </a:lnTo>
                  <a:lnTo>
                    <a:pt x="158" y="1087"/>
                  </a:lnTo>
                  <a:lnTo>
                    <a:pt x="178" y="1126"/>
                  </a:lnTo>
                  <a:lnTo>
                    <a:pt x="178" y="1166"/>
                  </a:lnTo>
                  <a:lnTo>
                    <a:pt x="198" y="1245"/>
                  </a:lnTo>
                  <a:lnTo>
                    <a:pt x="237" y="1383"/>
                  </a:lnTo>
                  <a:lnTo>
                    <a:pt x="237" y="1462"/>
                  </a:lnTo>
                  <a:lnTo>
                    <a:pt x="257" y="1521"/>
                  </a:lnTo>
                  <a:lnTo>
                    <a:pt x="257" y="1502"/>
                  </a:lnTo>
                  <a:lnTo>
                    <a:pt x="297" y="1581"/>
                  </a:lnTo>
                  <a:lnTo>
                    <a:pt x="316" y="1620"/>
                  </a:lnTo>
                  <a:lnTo>
                    <a:pt x="316" y="1660"/>
                  </a:lnTo>
                  <a:lnTo>
                    <a:pt x="336" y="1699"/>
                  </a:lnTo>
                  <a:lnTo>
                    <a:pt x="336" y="1679"/>
                  </a:lnTo>
                  <a:lnTo>
                    <a:pt x="316" y="1581"/>
                  </a:lnTo>
                  <a:lnTo>
                    <a:pt x="336" y="1581"/>
                  </a:lnTo>
                  <a:lnTo>
                    <a:pt x="336" y="1561"/>
                  </a:lnTo>
                  <a:lnTo>
                    <a:pt x="336" y="1541"/>
                  </a:lnTo>
                  <a:lnTo>
                    <a:pt x="356" y="1561"/>
                  </a:lnTo>
                  <a:lnTo>
                    <a:pt x="336" y="1482"/>
                  </a:lnTo>
                  <a:lnTo>
                    <a:pt x="336" y="1462"/>
                  </a:lnTo>
                  <a:lnTo>
                    <a:pt x="336" y="1442"/>
                  </a:lnTo>
                  <a:lnTo>
                    <a:pt x="356" y="1521"/>
                  </a:lnTo>
                  <a:lnTo>
                    <a:pt x="376" y="1502"/>
                  </a:lnTo>
                  <a:lnTo>
                    <a:pt x="356" y="1403"/>
                  </a:lnTo>
                  <a:lnTo>
                    <a:pt x="316" y="1324"/>
                  </a:lnTo>
                  <a:lnTo>
                    <a:pt x="297" y="1265"/>
                  </a:lnTo>
                  <a:lnTo>
                    <a:pt x="316" y="1304"/>
                  </a:lnTo>
                  <a:lnTo>
                    <a:pt x="336" y="1324"/>
                  </a:lnTo>
                  <a:lnTo>
                    <a:pt x="395" y="1462"/>
                  </a:lnTo>
                  <a:lnTo>
                    <a:pt x="376" y="1363"/>
                  </a:lnTo>
                  <a:lnTo>
                    <a:pt x="415" y="1482"/>
                  </a:lnTo>
                  <a:lnTo>
                    <a:pt x="415" y="1541"/>
                  </a:lnTo>
                  <a:lnTo>
                    <a:pt x="395" y="1521"/>
                  </a:lnTo>
                  <a:lnTo>
                    <a:pt x="395" y="1541"/>
                  </a:lnTo>
                  <a:lnTo>
                    <a:pt x="376" y="1521"/>
                  </a:lnTo>
                  <a:lnTo>
                    <a:pt x="376" y="1521"/>
                  </a:lnTo>
                  <a:lnTo>
                    <a:pt x="395" y="1581"/>
                  </a:lnTo>
                  <a:lnTo>
                    <a:pt x="395" y="1600"/>
                  </a:lnTo>
                  <a:lnTo>
                    <a:pt x="435" y="1679"/>
                  </a:lnTo>
                  <a:lnTo>
                    <a:pt x="474" y="1798"/>
                  </a:lnTo>
                  <a:lnTo>
                    <a:pt x="474" y="1818"/>
                  </a:lnTo>
                  <a:lnTo>
                    <a:pt x="494" y="1837"/>
                  </a:lnTo>
                  <a:lnTo>
                    <a:pt x="455" y="1640"/>
                  </a:lnTo>
                  <a:lnTo>
                    <a:pt x="455" y="1600"/>
                  </a:lnTo>
                  <a:lnTo>
                    <a:pt x="474" y="1620"/>
                  </a:lnTo>
                  <a:lnTo>
                    <a:pt x="474" y="1660"/>
                  </a:lnTo>
                  <a:lnTo>
                    <a:pt x="494" y="1739"/>
                  </a:lnTo>
                  <a:lnTo>
                    <a:pt x="494" y="1719"/>
                  </a:lnTo>
                  <a:lnTo>
                    <a:pt x="514" y="1739"/>
                  </a:lnTo>
                  <a:lnTo>
                    <a:pt x="494" y="1699"/>
                  </a:lnTo>
                  <a:lnTo>
                    <a:pt x="514" y="1719"/>
                  </a:lnTo>
                  <a:lnTo>
                    <a:pt x="553" y="1778"/>
                  </a:lnTo>
                  <a:lnTo>
                    <a:pt x="553" y="1798"/>
                  </a:lnTo>
                  <a:lnTo>
                    <a:pt x="534" y="1778"/>
                  </a:lnTo>
                  <a:lnTo>
                    <a:pt x="534" y="1798"/>
                  </a:lnTo>
                  <a:lnTo>
                    <a:pt x="553" y="1837"/>
                  </a:lnTo>
                  <a:lnTo>
                    <a:pt x="534" y="1837"/>
                  </a:lnTo>
                  <a:lnTo>
                    <a:pt x="553" y="1877"/>
                  </a:lnTo>
                  <a:lnTo>
                    <a:pt x="573" y="1897"/>
                  </a:lnTo>
                  <a:lnTo>
                    <a:pt x="573" y="1857"/>
                  </a:lnTo>
                  <a:lnTo>
                    <a:pt x="593" y="1936"/>
                  </a:lnTo>
                  <a:lnTo>
                    <a:pt x="613" y="1936"/>
                  </a:lnTo>
                  <a:lnTo>
                    <a:pt x="613" y="1956"/>
                  </a:lnTo>
                  <a:lnTo>
                    <a:pt x="632" y="1956"/>
                  </a:lnTo>
                  <a:lnTo>
                    <a:pt x="632" y="1877"/>
                  </a:lnTo>
                  <a:lnTo>
                    <a:pt x="613" y="1778"/>
                  </a:lnTo>
                  <a:lnTo>
                    <a:pt x="652" y="1897"/>
                  </a:lnTo>
                  <a:lnTo>
                    <a:pt x="672" y="1936"/>
                  </a:lnTo>
                  <a:lnTo>
                    <a:pt x="632" y="1818"/>
                  </a:lnTo>
                  <a:lnTo>
                    <a:pt x="632" y="1739"/>
                  </a:lnTo>
                  <a:lnTo>
                    <a:pt x="652" y="1818"/>
                  </a:lnTo>
                  <a:lnTo>
                    <a:pt x="657" y="1840"/>
                  </a:lnTo>
                  <a:lnTo>
                    <a:pt x="692" y="1857"/>
                  </a:lnTo>
                  <a:lnTo>
                    <a:pt x="711" y="1916"/>
                  </a:lnTo>
                  <a:lnTo>
                    <a:pt x="711" y="1857"/>
                  </a:lnTo>
                  <a:lnTo>
                    <a:pt x="692" y="1778"/>
                  </a:lnTo>
                  <a:lnTo>
                    <a:pt x="692" y="1818"/>
                  </a:lnTo>
                  <a:lnTo>
                    <a:pt x="672" y="1739"/>
                  </a:lnTo>
                  <a:lnTo>
                    <a:pt x="672" y="1739"/>
                  </a:lnTo>
                  <a:lnTo>
                    <a:pt x="692" y="1758"/>
                  </a:lnTo>
                  <a:lnTo>
                    <a:pt x="711" y="1798"/>
                  </a:lnTo>
                  <a:lnTo>
                    <a:pt x="731" y="1837"/>
                  </a:lnTo>
                  <a:lnTo>
                    <a:pt x="751" y="1837"/>
                  </a:lnTo>
                  <a:lnTo>
                    <a:pt x="771" y="1877"/>
                  </a:lnTo>
                  <a:lnTo>
                    <a:pt x="771" y="1818"/>
                  </a:lnTo>
                  <a:lnTo>
                    <a:pt x="731" y="1739"/>
                  </a:lnTo>
                  <a:lnTo>
                    <a:pt x="731" y="1739"/>
                  </a:lnTo>
                  <a:lnTo>
                    <a:pt x="751" y="1758"/>
                  </a:lnTo>
                  <a:lnTo>
                    <a:pt x="771" y="1798"/>
                  </a:lnTo>
                  <a:lnTo>
                    <a:pt x="771" y="1818"/>
                  </a:lnTo>
                  <a:lnTo>
                    <a:pt x="790" y="1818"/>
                  </a:lnTo>
                  <a:lnTo>
                    <a:pt x="781" y="1783"/>
                  </a:lnTo>
                  <a:lnTo>
                    <a:pt x="781" y="1783"/>
                  </a:lnTo>
                  <a:lnTo>
                    <a:pt x="810" y="1857"/>
                  </a:lnTo>
                  <a:lnTo>
                    <a:pt x="810" y="1837"/>
                  </a:lnTo>
                  <a:lnTo>
                    <a:pt x="830" y="1857"/>
                  </a:lnTo>
                  <a:lnTo>
                    <a:pt x="830" y="1837"/>
                  </a:lnTo>
                  <a:lnTo>
                    <a:pt x="830" y="1798"/>
                  </a:lnTo>
                  <a:lnTo>
                    <a:pt x="830" y="1739"/>
                  </a:lnTo>
                  <a:lnTo>
                    <a:pt x="850" y="1719"/>
                  </a:lnTo>
                  <a:lnTo>
                    <a:pt x="869" y="1818"/>
                  </a:lnTo>
                  <a:lnTo>
                    <a:pt x="850" y="1837"/>
                  </a:lnTo>
                  <a:lnTo>
                    <a:pt x="869" y="1877"/>
                  </a:lnTo>
                  <a:lnTo>
                    <a:pt x="869" y="1857"/>
                  </a:lnTo>
                  <a:lnTo>
                    <a:pt x="889" y="1857"/>
                  </a:lnTo>
                  <a:lnTo>
                    <a:pt x="889" y="1837"/>
                  </a:lnTo>
                  <a:lnTo>
                    <a:pt x="869" y="1758"/>
                  </a:lnTo>
                  <a:lnTo>
                    <a:pt x="869" y="1739"/>
                  </a:lnTo>
                  <a:lnTo>
                    <a:pt x="889" y="1758"/>
                  </a:lnTo>
                  <a:lnTo>
                    <a:pt x="889" y="1739"/>
                  </a:lnTo>
                  <a:lnTo>
                    <a:pt x="909" y="1719"/>
                  </a:lnTo>
                  <a:lnTo>
                    <a:pt x="889" y="1620"/>
                  </a:lnTo>
                  <a:lnTo>
                    <a:pt x="889" y="1640"/>
                  </a:lnTo>
                  <a:lnTo>
                    <a:pt x="869" y="1581"/>
                  </a:lnTo>
                  <a:lnTo>
                    <a:pt x="869" y="1620"/>
                  </a:lnTo>
                  <a:lnTo>
                    <a:pt x="869" y="1640"/>
                  </a:lnTo>
                  <a:lnTo>
                    <a:pt x="830" y="1581"/>
                  </a:lnTo>
                  <a:lnTo>
                    <a:pt x="830" y="1541"/>
                  </a:lnTo>
                  <a:lnTo>
                    <a:pt x="810" y="1462"/>
                  </a:lnTo>
                  <a:lnTo>
                    <a:pt x="810" y="1383"/>
                  </a:lnTo>
                  <a:lnTo>
                    <a:pt x="810" y="1344"/>
                  </a:lnTo>
                  <a:lnTo>
                    <a:pt x="830" y="1423"/>
                  </a:lnTo>
                  <a:lnTo>
                    <a:pt x="830" y="1462"/>
                  </a:lnTo>
                  <a:lnTo>
                    <a:pt x="845" y="1462"/>
                  </a:lnTo>
                  <a:lnTo>
                    <a:pt x="830" y="1403"/>
                  </a:lnTo>
                  <a:lnTo>
                    <a:pt x="830" y="1363"/>
                  </a:lnTo>
                  <a:lnTo>
                    <a:pt x="850" y="1403"/>
                  </a:lnTo>
                  <a:lnTo>
                    <a:pt x="850" y="1363"/>
                  </a:lnTo>
                  <a:lnTo>
                    <a:pt x="869" y="1423"/>
                  </a:lnTo>
                  <a:lnTo>
                    <a:pt x="869" y="1462"/>
                  </a:lnTo>
                  <a:lnTo>
                    <a:pt x="869" y="1502"/>
                  </a:lnTo>
                  <a:lnTo>
                    <a:pt x="909" y="1620"/>
                  </a:lnTo>
                  <a:lnTo>
                    <a:pt x="929" y="1739"/>
                  </a:lnTo>
                  <a:lnTo>
                    <a:pt x="948" y="1778"/>
                  </a:lnTo>
                  <a:lnTo>
                    <a:pt x="948" y="1739"/>
                  </a:lnTo>
                  <a:lnTo>
                    <a:pt x="968" y="1739"/>
                  </a:lnTo>
                  <a:lnTo>
                    <a:pt x="968" y="1679"/>
                  </a:lnTo>
                  <a:lnTo>
                    <a:pt x="988" y="1739"/>
                  </a:lnTo>
                  <a:lnTo>
                    <a:pt x="1008" y="1679"/>
                  </a:lnTo>
                  <a:lnTo>
                    <a:pt x="1027" y="1758"/>
                  </a:lnTo>
                  <a:lnTo>
                    <a:pt x="1047" y="1758"/>
                  </a:lnTo>
                  <a:lnTo>
                    <a:pt x="1047" y="1699"/>
                  </a:lnTo>
                  <a:lnTo>
                    <a:pt x="1047" y="1640"/>
                  </a:lnTo>
                  <a:lnTo>
                    <a:pt x="1067" y="1640"/>
                  </a:lnTo>
                  <a:lnTo>
                    <a:pt x="1087" y="1679"/>
                  </a:lnTo>
                  <a:lnTo>
                    <a:pt x="1087" y="1640"/>
                  </a:lnTo>
                  <a:lnTo>
                    <a:pt x="1106" y="1699"/>
                  </a:lnTo>
                  <a:lnTo>
                    <a:pt x="1106" y="1679"/>
                  </a:lnTo>
                  <a:lnTo>
                    <a:pt x="1126" y="1640"/>
                  </a:lnTo>
                  <a:lnTo>
                    <a:pt x="1146" y="1699"/>
                  </a:lnTo>
                  <a:lnTo>
                    <a:pt x="1146" y="1660"/>
                  </a:lnTo>
                  <a:lnTo>
                    <a:pt x="1146" y="1581"/>
                  </a:lnTo>
                  <a:lnTo>
                    <a:pt x="1166" y="1679"/>
                  </a:lnTo>
                  <a:lnTo>
                    <a:pt x="1205" y="1620"/>
                  </a:lnTo>
                  <a:lnTo>
                    <a:pt x="1265" y="1581"/>
                  </a:lnTo>
                  <a:lnTo>
                    <a:pt x="1265" y="1600"/>
                  </a:lnTo>
                  <a:lnTo>
                    <a:pt x="1284" y="1581"/>
                  </a:lnTo>
                  <a:lnTo>
                    <a:pt x="1284" y="1541"/>
                  </a:lnTo>
                  <a:lnTo>
                    <a:pt x="1304" y="1502"/>
                  </a:lnTo>
                  <a:lnTo>
                    <a:pt x="1324" y="1502"/>
                  </a:lnTo>
                  <a:lnTo>
                    <a:pt x="1324" y="1462"/>
                  </a:lnTo>
                  <a:lnTo>
                    <a:pt x="1304" y="1403"/>
                  </a:lnTo>
                  <a:lnTo>
                    <a:pt x="1284" y="1284"/>
                  </a:lnTo>
                  <a:lnTo>
                    <a:pt x="1284" y="1265"/>
                  </a:lnTo>
                  <a:lnTo>
                    <a:pt x="1304" y="1304"/>
                  </a:lnTo>
                  <a:lnTo>
                    <a:pt x="1304" y="1344"/>
                  </a:lnTo>
                  <a:lnTo>
                    <a:pt x="1324" y="1363"/>
                  </a:lnTo>
                  <a:lnTo>
                    <a:pt x="1344" y="1442"/>
                  </a:lnTo>
                  <a:lnTo>
                    <a:pt x="1344" y="1462"/>
                  </a:lnTo>
                  <a:lnTo>
                    <a:pt x="1363" y="1462"/>
                  </a:lnTo>
                  <a:lnTo>
                    <a:pt x="1383" y="1482"/>
                  </a:lnTo>
                  <a:lnTo>
                    <a:pt x="1383" y="1502"/>
                  </a:lnTo>
                  <a:lnTo>
                    <a:pt x="1383" y="1521"/>
                  </a:lnTo>
                  <a:lnTo>
                    <a:pt x="1363" y="1581"/>
                  </a:lnTo>
                  <a:lnTo>
                    <a:pt x="1383" y="1541"/>
                  </a:lnTo>
                  <a:lnTo>
                    <a:pt x="1403" y="1541"/>
                  </a:lnTo>
                  <a:lnTo>
                    <a:pt x="1403" y="1482"/>
                  </a:lnTo>
                  <a:lnTo>
                    <a:pt x="1403" y="1462"/>
                  </a:lnTo>
                  <a:lnTo>
                    <a:pt x="1403" y="1403"/>
                  </a:lnTo>
                  <a:lnTo>
                    <a:pt x="1423" y="1502"/>
                  </a:lnTo>
                  <a:lnTo>
                    <a:pt x="1423" y="1442"/>
                  </a:lnTo>
                  <a:lnTo>
                    <a:pt x="1423" y="1423"/>
                  </a:lnTo>
                  <a:lnTo>
                    <a:pt x="1442" y="1423"/>
                  </a:lnTo>
                  <a:lnTo>
                    <a:pt x="1442" y="1442"/>
                  </a:lnTo>
                  <a:lnTo>
                    <a:pt x="1462" y="1502"/>
                  </a:lnTo>
                  <a:lnTo>
                    <a:pt x="1462" y="1462"/>
                  </a:lnTo>
                  <a:lnTo>
                    <a:pt x="1462" y="1442"/>
                  </a:lnTo>
                  <a:lnTo>
                    <a:pt x="1482" y="1482"/>
                  </a:lnTo>
                  <a:lnTo>
                    <a:pt x="1502" y="1502"/>
                  </a:lnTo>
                  <a:lnTo>
                    <a:pt x="1521" y="1502"/>
                  </a:lnTo>
                  <a:lnTo>
                    <a:pt x="1541" y="1521"/>
                  </a:lnTo>
                  <a:lnTo>
                    <a:pt x="1561" y="1482"/>
                  </a:lnTo>
                  <a:lnTo>
                    <a:pt x="1561" y="1423"/>
                  </a:lnTo>
                  <a:lnTo>
                    <a:pt x="1541" y="1403"/>
                  </a:lnTo>
                  <a:lnTo>
                    <a:pt x="1541" y="1344"/>
                  </a:lnTo>
                  <a:lnTo>
                    <a:pt x="1541" y="1324"/>
                  </a:lnTo>
                  <a:lnTo>
                    <a:pt x="1541" y="1304"/>
                  </a:lnTo>
                  <a:lnTo>
                    <a:pt x="1561" y="1344"/>
                  </a:lnTo>
                  <a:lnTo>
                    <a:pt x="1561" y="1383"/>
                  </a:lnTo>
                  <a:lnTo>
                    <a:pt x="1581" y="1423"/>
                  </a:lnTo>
                  <a:lnTo>
                    <a:pt x="1600" y="1423"/>
                  </a:lnTo>
                  <a:lnTo>
                    <a:pt x="1600" y="1462"/>
                  </a:lnTo>
                  <a:lnTo>
                    <a:pt x="1620" y="1442"/>
                  </a:lnTo>
                  <a:lnTo>
                    <a:pt x="1620" y="1482"/>
                  </a:lnTo>
                  <a:lnTo>
                    <a:pt x="1640" y="1462"/>
                  </a:lnTo>
                  <a:lnTo>
                    <a:pt x="1640" y="1423"/>
                  </a:lnTo>
                  <a:lnTo>
                    <a:pt x="1660" y="1324"/>
                  </a:lnTo>
                  <a:lnTo>
                    <a:pt x="1660" y="1344"/>
                  </a:lnTo>
                  <a:lnTo>
                    <a:pt x="1679" y="1265"/>
                  </a:lnTo>
                  <a:lnTo>
                    <a:pt x="1679" y="1205"/>
                  </a:lnTo>
                  <a:lnTo>
                    <a:pt x="1699" y="1265"/>
                  </a:lnTo>
                  <a:lnTo>
                    <a:pt x="1699" y="1324"/>
                  </a:lnTo>
                  <a:lnTo>
                    <a:pt x="1679" y="1324"/>
                  </a:lnTo>
                  <a:lnTo>
                    <a:pt x="1699" y="1403"/>
                  </a:lnTo>
                  <a:lnTo>
                    <a:pt x="1719" y="1423"/>
                  </a:lnTo>
                  <a:lnTo>
                    <a:pt x="1739" y="1442"/>
                  </a:lnTo>
                  <a:lnTo>
                    <a:pt x="1758" y="1423"/>
                  </a:lnTo>
                  <a:lnTo>
                    <a:pt x="1778" y="1403"/>
                  </a:lnTo>
                  <a:lnTo>
                    <a:pt x="1798" y="1383"/>
                  </a:lnTo>
                  <a:lnTo>
                    <a:pt x="1798" y="1363"/>
                  </a:lnTo>
                  <a:lnTo>
                    <a:pt x="1837" y="1423"/>
                  </a:lnTo>
                  <a:lnTo>
                    <a:pt x="1857" y="1403"/>
                  </a:lnTo>
                  <a:lnTo>
                    <a:pt x="1877" y="1403"/>
                  </a:lnTo>
                  <a:lnTo>
                    <a:pt x="1897" y="1344"/>
                  </a:lnTo>
                  <a:lnTo>
                    <a:pt x="1897" y="1403"/>
                  </a:lnTo>
                  <a:lnTo>
                    <a:pt x="1916" y="1304"/>
                  </a:lnTo>
                  <a:lnTo>
                    <a:pt x="1936" y="1265"/>
                  </a:lnTo>
                  <a:lnTo>
                    <a:pt x="1956" y="1225"/>
                  </a:lnTo>
                  <a:lnTo>
                    <a:pt x="1976" y="1186"/>
                  </a:lnTo>
                  <a:lnTo>
                    <a:pt x="1976" y="1205"/>
                  </a:lnTo>
                  <a:lnTo>
                    <a:pt x="1976" y="1245"/>
                  </a:lnTo>
                  <a:lnTo>
                    <a:pt x="1995" y="1265"/>
                  </a:lnTo>
                  <a:lnTo>
                    <a:pt x="1995" y="1166"/>
                  </a:lnTo>
                  <a:lnTo>
                    <a:pt x="1995" y="1107"/>
                  </a:lnTo>
                  <a:lnTo>
                    <a:pt x="1995" y="1067"/>
                  </a:lnTo>
                  <a:lnTo>
                    <a:pt x="2015" y="1047"/>
                  </a:lnTo>
                  <a:lnTo>
                    <a:pt x="2015" y="1067"/>
                  </a:lnTo>
                  <a:lnTo>
                    <a:pt x="2035" y="1008"/>
                  </a:lnTo>
                  <a:lnTo>
                    <a:pt x="2074" y="988"/>
                  </a:lnTo>
                  <a:lnTo>
                    <a:pt x="2114" y="968"/>
                  </a:lnTo>
                  <a:lnTo>
                    <a:pt x="2173" y="988"/>
                  </a:lnTo>
                  <a:lnTo>
                    <a:pt x="2153" y="1047"/>
                  </a:lnTo>
                  <a:lnTo>
                    <a:pt x="2173" y="1028"/>
                  </a:lnTo>
                  <a:lnTo>
                    <a:pt x="2193" y="1047"/>
                  </a:lnTo>
                  <a:lnTo>
                    <a:pt x="2193" y="1028"/>
                  </a:lnTo>
                  <a:lnTo>
                    <a:pt x="2213" y="1067"/>
                  </a:lnTo>
                  <a:lnTo>
                    <a:pt x="2213" y="1087"/>
                  </a:lnTo>
                  <a:lnTo>
                    <a:pt x="2232" y="1126"/>
                  </a:lnTo>
                  <a:lnTo>
                    <a:pt x="2252" y="1146"/>
                  </a:lnTo>
                  <a:lnTo>
                    <a:pt x="2252" y="1126"/>
                  </a:lnTo>
                  <a:lnTo>
                    <a:pt x="2292" y="1265"/>
                  </a:lnTo>
                  <a:lnTo>
                    <a:pt x="2292" y="1186"/>
                  </a:lnTo>
                  <a:lnTo>
                    <a:pt x="2292" y="1166"/>
                  </a:lnTo>
                  <a:lnTo>
                    <a:pt x="2292" y="1126"/>
                  </a:lnTo>
                  <a:lnTo>
                    <a:pt x="2292" y="1107"/>
                  </a:lnTo>
                  <a:lnTo>
                    <a:pt x="2292" y="929"/>
                  </a:lnTo>
                  <a:lnTo>
                    <a:pt x="2272" y="771"/>
                  </a:lnTo>
                  <a:lnTo>
                    <a:pt x="2252" y="771"/>
                  </a:lnTo>
                  <a:lnTo>
                    <a:pt x="2252" y="712"/>
                  </a:lnTo>
                  <a:lnTo>
                    <a:pt x="2252" y="652"/>
                  </a:lnTo>
                  <a:lnTo>
                    <a:pt x="2232" y="652"/>
                  </a:lnTo>
                  <a:lnTo>
                    <a:pt x="2232" y="672"/>
                  </a:lnTo>
                  <a:lnTo>
                    <a:pt x="2213" y="652"/>
                  </a:lnTo>
                  <a:lnTo>
                    <a:pt x="2193" y="593"/>
                  </a:lnTo>
                  <a:lnTo>
                    <a:pt x="2193" y="534"/>
                  </a:lnTo>
                  <a:lnTo>
                    <a:pt x="2193" y="514"/>
                  </a:lnTo>
                  <a:lnTo>
                    <a:pt x="2173" y="534"/>
                  </a:lnTo>
                  <a:lnTo>
                    <a:pt x="2173" y="554"/>
                  </a:lnTo>
                  <a:lnTo>
                    <a:pt x="2153" y="514"/>
                  </a:lnTo>
                  <a:lnTo>
                    <a:pt x="2153" y="475"/>
                  </a:lnTo>
                  <a:lnTo>
                    <a:pt x="2153" y="455"/>
                  </a:lnTo>
                  <a:lnTo>
                    <a:pt x="2134" y="415"/>
                  </a:lnTo>
                  <a:lnTo>
                    <a:pt x="2134" y="494"/>
                  </a:lnTo>
                  <a:lnTo>
                    <a:pt x="2134" y="554"/>
                  </a:lnTo>
                  <a:lnTo>
                    <a:pt x="2114" y="514"/>
                  </a:lnTo>
                  <a:lnTo>
                    <a:pt x="2134" y="435"/>
                  </a:lnTo>
                  <a:lnTo>
                    <a:pt x="2114" y="396"/>
                  </a:lnTo>
                  <a:lnTo>
                    <a:pt x="2094" y="396"/>
                  </a:lnTo>
                  <a:lnTo>
                    <a:pt x="2094" y="356"/>
                  </a:lnTo>
                  <a:lnTo>
                    <a:pt x="2074" y="297"/>
                  </a:lnTo>
                  <a:lnTo>
                    <a:pt x="2074" y="317"/>
                  </a:lnTo>
                  <a:lnTo>
                    <a:pt x="2074" y="356"/>
                  </a:lnTo>
                  <a:lnTo>
                    <a:pt x="2055" y="356"/>
                  </a:lnTo>
                  <a:lnTo>
                    <a:pt x="2055" y="336"/>
                  </a:lnTo>
                  <a:lnTo>
                    <a:pt x="2055" y="317"/>
                  </a:lnTo>
                  <a:lnTo>
                    <a:pt x="2035" y="297"/>
                  </a:lnTo>
                  <a:lnTo>
                    <a:pt x="2035" y="257"/>
                  </a:lnTo>
                  <a:lnTo>
                    <a:pt x="2015" y="218"/>
                  </a:lnTo>
                  <a:lnTo>
                    <a:pt x="2015" y="257"/>
                  </a:lnTo>
                  <a:lnTo>
                    <a:pt x="1995" y="257"/>
                  </a:lnTo>
                  <a:lnTo>
                    <a:pt x="1995" y="356"/>
                  </a:lnTo>
                  <a:lnTo>
                    <a:pt x="1995" y="415"/>
                  </a:lnTo>
                  <a:lnTo>
                    <a:pt x="1995" y="435"/>
                  </a:lnTo>
                  <a:lnTo>
                    <a:pt x="1976" y="336"/>
                  </a:lnTo>
                  <a:lnTo>
                    <a:pt x="1956" y="198"/>
                  </a:lnTo>
                  <a:lnTo>
                    <a:pt x="1956" y="218"/>
                  </a:lnTo>
                  <a:lnTo>
                    <a:pt x="1936" y="218"/>
                  </a:lnTo>
                  <a:lnTo>
                    <a:pt x="1936" y="178"/>
                  </a:lnTo>
                  <a:lnTo>
                    <a:pt x="1936" y="139"/>
                  </a:lnTo>
                  <a:lnTo>
                    <a:pt x="1916" y="99"/>
                  </a:lnTo>
                  <a:lnTo>
                    <a:pt x="1897" y="80"/>
                  </a:lnTo>
                  <a:lnTo>
                    <a:pt x="1897" y="159"/>
                  </a:lnTo>
                  <a:lnTo>
                    <a:pt x="1877" y="119"/>
                  </a:lnTo>
                  <a:lnTo>
                    <a:pt x="1877" y="99"/>
                  </a:lnTo>
                  <a:lnTo>
                    <a:pt x="1857" y="99"/>
                  </a:lnTo>
                  <a:lnTo>
                    <a:pt x="1837" y="60"/>
                  </a:lnTo>
                  <a:lnTo>
                    <a:pt x="1837" y="159"/>
                  </a:lnTo>
                  <a:lnTo>
                    <a:pt x="1818" y="119"/>
                  </a:lnTo>
                  <a:lnTo>
                    <a:pt x="1818" y="238"/>
                  </a:lnTo>
                  <a:lnTo>
                    <a:pt x="1798" y="178"/>
                  </a:lnTo>
                  <a:lnTo>
                    <a:pt x="1778" y="99"/>
                  </a:lnTo>
                  <a:lnTo>
                    <a:pt x="1778" y="119"/>
                  </a:lnTo>
                  <a:lnTo>
                    <a:pt x="1778" y="198"/>
                  </a:lnTo>
                  <a:lnTo>
                    <a:pt x="1758" y="297"/>
                  </a:lnTo>
                  <a:lnTo>
                    <a:pt x="1739" y="238"/>
                  </a:lnTo>
                  <a:lnTo>
                    <a:pt x="1739" y="159"/>
                  </a:lnTo>
                  <a:lnTo>
                    <a:pt x="1719" y="139"/>
                  </a:lnTo>
                  <a:lnTo>
                    <a:pt x="1699" y="60"/>
                  </a:lnTo>
                  <a:lnTo>
                    <a:pt x="1719" y="178"/>
                  </a:lnTo>
                  <a:lnTo>
                    <a:pt x="1699" y="178"/>
                  </a:lnTo>
                  <a:lnTo>
                    <a:pt x="1699" y="159"/>
                  </a:lnTo>
                  <a:lnTo>
                    <a:pt x="1679" y="99"/>
                  </a:lnTo>
                  <a:lnTo>
                    <a:pt x="1660" y="80"/>
                  </a:lnTo>
                  <a:lnTo>
                    <a:pt x="1640" y="60"/>
                  </a:lnTo>
                  <a:lnTo>
                    <a:pt x="1620" y="40"/>
                  </a:lnTo>
                  <a:lnTo>
                    <a:pt x="1620" y="60"/>
                  </a:lnTo>
                  <a:lnTo>
                    <a:pt x="1640" y="178"/>
                  </a:lnTo>
                  <a:lnTo>
                    <a:pt x="1640" y="238"/>
                  </a:lnTo>
                  <a:lnTo>
                    <a:pt x="1620" y="277"/>
                  </a:lnTo>
                  <a:lnTo>
                    <a:pt x="1640" y="297"/>
                  </a:lnTo>
                  <a:lnTo>
                    <a:pt x="1640" y="336"/>
                  </a:lnTo>
                  <a:lnTo>
                    <a:pt x="1620" y="297"/>
                  </a:lnTo>
                  <a:lnTo>
                    <a:pt x="1620" y="238"/>
                  </a:lnTo>
                  <a:lnTo>
                    <a:pt x="1600" y="257"/>
                  </a:lnTo>
                  <a:lnTo>
                    <a:pt x="1600" y="178"/>
                  </a:lnTo>
                  <a:lnTo>
                    <a:pt x="1581" y="139"/>
                  </a:lnTo>
                  <a:lnTo>
                    <a:pt x="1581" y="80"/>
                  </a:lnTo>
                  <a:lnTo>
                    <a:pt x="1561" y="99"/>
                  </a:lnTo>
                  <a:lnTo>
                    <a:pt x="1561" y="20"/>
                  </a:lnTo>
                  <a:lnTo>
                    <a:pt x="1541" y="40"/>
                  </a:lnTo>
                  <a:lnTo>
                    <a:pt x="1541" y="80"/>
                  </a:lnTo>
                  <a:lnTo>
                    <a:pt x="1521" y="2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 name="Google Shape;2484;p9"/>
            <p:cNvSpPr/>
            <p:nvPr/>
          </p:nvSpPr>
          <p:spPr>
            <a:xfrm>
              <a:off x="-1317575" y="3999300"/>
              <a:ext cx="25" cy="525"/>
            </a:xfrm>
            <a:custGeom>
              <a:rect b="b" l="l" r="r" t="t"/>
              <a:pathLst>
                <a:path extrusionOk="0" h="21" w="1">
                  <a:moveTo>
                    <a:pt x="0" y="20"/>
                  </a:moveTo>
                  <a:lnTo>
                    <a:pt x="0" y="20"/>
                  </a:ln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 name="Google Shape;2485;p9"/>
            <p:cNvSpPr/>
            <p:nvPr/>
          </p:nvSpPr>
          <p:spPr>
            <a:xfrm>
              <a:off x="-1297825" y="3967200"/>
              <a:ext cx="25" cy="1025"/>
            </a:xfrm>
            <a:custGeom>
              <a:rect b="b" l="l" r="r" t="t"/>
              <a:pathLst>
                <a:path extrusionOk="0" h="41" w="1">
                  <a:moveTo>
                    <a:pt x="0" y="40"/>
                  </a:moveTo>
                  <a:lnTo>
                    <a:pt x="0" y="40"/>
                  </a:lnTo>
                  <a:lnTo>
                    <a:pt x="0" y="1"/>
                  </a:lnTo>
                  <a:lnTo>
                    <a:pt x="0" y="1"/>
                  </a:lnTo>
                  <a:lnTo>
                    <a:pt x="0" y="40"/>
                  </a:lnTo>
                  <a:lnTo>
                    <a:pt x="0"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 name="Google Shape;2486;p9"/>
            <p:cNvSpPr/>
            <p:nvPr/>
          </p:nvSpPr>
          <p:spPr>
            <a:xfrm>
              <a:off x="-1322525" y="3985975"/>
              <a:ext cx="25" cy="500"/>
            </a:xfrm>
            <a:custGeom>
              <a:rect b="b" l="l" r="r" t="t"/>
              <a:pathLst>
                <a:path extrusionOk="0" h="20" w="1">
                  <a:moveTo>
                    <a:pt x="1" y="0"/>
                  </a:moveTo>
                  <a:lnTo>
                    <a:pt x="1" y="0"/>
                  </a:lnTo>
                  <a:lnTo>
                    <a:pt x="1" y="2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 name="Google Shape;2487;p9"/>
            <p:cNvSpPr/>
            <p:nvPr/>
          </p:nvSpPr>
          <p:spPr>
            <a:xfrm>
              <a:off x="-1189200" y="3983500"/>
              <a:ext cx="25" cy="525"/>
            </a:xfrm>
            <a:custGeom>
              <a:rect b="b" l="l" r="r" t="t"/>
              <a:pathLst>
                <a:path extrusionOk="0" h="21" w="1">
                  <a:moveTo>
                    <a:pt x="1" y="20"/>
                  </a:moveTo>
                  <a:lnTo>
                    <a:pt x="1" y="20"/>
                  </a:lnTo>
                  <a:lnTo>
                    <a:pt x="1" y="0"/>
                  </a:lnTo>
                  <a:lnTo>
                    <a:pt x="1" y="0"/>
                  </a:ln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
            <p:cNvSpPr/>
            <p:nvPr/>
          </p:nvSpPr>
          <p:spPr>
            <a:xfrm>
              <a:off x="-1161050" y="3983000"/>
              <a:ext cx="1025" cy="2500"/>
            </a:xfrm>
            <a:custGeom>
              <a:rect b="b" l="l" r="r" t="t"/>
              <a:pathLst>
                <a:path extrusionOk="0" h="100" w="41">
                  <a:moveTo>
                    <a:pt x="1" y="1"/>
                  </a:moveTo>
                  <a:lnTo>
                    <a:pt x="1" y="80"/>
                  </a:lnTo>
                  <a:lnTo>
                    <a:pt x="21" y="80"/>
                  </a:lnTo>
                  <a:lnTo>
                    <a:pt x="40" y="99"/>
                  </a:lnTo>
                  <a:lnTo>
                    <a:pt x="40" y="99"/>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 name="Google Shape;2489;p9"/>
            <p:cNvSpPr/>
            <p:nvPr/>
          </p:nvSpPr>
          <p:spPr>
            <a:xfrm>
              <a:off x="-1146725" y="3974600"/>
              <a:ext cx="25" cy="25"/>
            </a:xfrm>
            <a:custGeom>
              <a:rect b="b" l="l" r="r" t="t"/>
              <a:pathLst>
                <a:path extrusionOk="0" h="1" w="1">
                  <a:moveTo>
                    <a:pt x="1" y="1"/>
                  </a:moveTo>
                  <a:lnTo>
                    <a:pt x="1" y="1"/>
                  </a:lnTo>
                  <a:lnTo>
                    <a:pt x="1" y="1"/>
                  </a:lnTo>
                  <a:lnTo>
                    <a:pt x="1" y="1"/>
                  </a:ln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 name="Google Shape;2490;p9"/>
            <p:cNvSpPr/>
            <p:nvPr/>
          </p:nvSpPr>
          <p:spPr>
            <a:xfrm>
              <a:off x="-1145250" y="3963750"/>
              <a:ext cx="525" cy="525"/>
            </a:xfrm>
            <a:custGeom>
              <a:rect b="b" l="l" r="r" t="t"/>
              <a:pathLst>
                <a:path extrusionOk="0" h="21" w="21">
                  <a:moveTo>
                    <a:pt x="1" y="0"/>
                  </a:moveTo>
                  <a:lnTo>
                    <a:pt x="1" y="20"/>
                  </a:lnTo>
                  <a:lnTo>
                    <a:pt x="21" y="2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
            <p:cNvSpPr/>
            <p:nvPr/>
          </p:nvSpPr>
          <p:spPr>
            <a:xfrm>
              <a:off x="-1144750" y="3964250"/>
              <a:ext cx="4475" cy="5450"/>
            </a:xfrm>
            <a:custGeom>
              <a:rect b="b" l="l" r="r" t="t"/>
              <a:pathLst>
                <a:path extrusionOk="0" h="218" w="179">
                  <a:moveTo>
                    <a:pt x="40" y="79"/>
                  </a:moveTo>
                  <a:lnTo>
                    <a:pt x="40" y="99"/>
                  </a:lnTo>
                  <a:lnTo>
                    <a:pt x="53" y="112"/>
                  </a:lnTo>
                  <a:lnTo>
                    <a:pt x="40" y="79"/>
                  </a:lnTo>
                  <a:close/>
                  <a:moveTo>
                    <a:pt x="1" y="0"/>
                  </a:moveTo>
                  <a:lnTo>
                    <a:pt x="20" y="40"/>
                  </a:lnTo>
                  <a:lnTo>
                    <a:pt x="20" y="59"/>
                  </a:lnTo>
                  <a:lnTo>
                    <a:pt x="40" y="79"/>
                  </a:lnTo>
                  <a:lnTo>
                    <a:pt x="80" y="119"/>
                  </a:lnTo>
                  <a:lnTo>
                    <a:pt x="119" y="119"/>
                  </a:lnTo>
                  <a:lnTo>
                    <a:pt x="99" y="79"/>
                  </a:lnTo>
                  <a:lnTo>
                    <a:pt x="80" y="40"/>
                  </a:lnTo>
                  <a:lnTo>
                    <a:pt x="1" y="0"/>
                  </a:lnTo>
                  <a:close/>
                  <a:moveTo>
                    <a:pt x="53" y="112"/>
                  </a:moveTo>
                  <a:lnTo>
                    <a:pt x="80" y="178"/>
                  </a:lnTo>
                  <a:lnTo>
                    <a:pt x="80" y="138"/>
                  </a:lnTo>
                  <a:lnTo>
                    <a:pt x="60" y="119"/>
                  </a:lnTo>
                  <a:lnTo>
                    <a:pt x="53" y="112"/>
                  </a:lnTo>
                  <a:close/>
                  <a:moveTo>
                    <a:pt x="99" y="40"/>
                  </a:moveTo>
                  <a:lnTo>
                    <a:pt x="119" y="119"/>
                  </a:lnTo>
                  <a:lnTo>
                    <a:pt x="178" y="217"/>
                  </a:lnTo>
                  <a:lnTo>
                    <a:pt x="159" y="119"/>
                  </a:lnTo>
                  <a:lnTo>
                    <a:pt x="159" y="79"/>
                  </a:lnTo>
                  <a:lnTo>
                    <a:pt x="9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9"/>
            <p:cNvSpPr/>
            <p:nvPr/>
          </p:nvSpPr>
          <p:spPr>
            <a:xfrm>
              <a:off x="-1198075" y="3951400"/>
              <a:ext cx="54350" cy="41500"/>
            </a:xfrm>
            <a:custGeom>
              <a:rect b="b" l="l" r="r" t="t"/>
              <a:pathLst>
                <a:path extrusionOk="0" h="1660" w="2174">
                  <a:moveTo>
                    <a:pt x="1008" y="0"/>
                  </a:moveTo>
                  <a:lnTo>
                    <a:pt x="988" y="40"/>
                  </a:lnTo>
                  <a:lnTo>
                    <a:pt x="988" y="60"/>
                  </a:lnTo>
                  <a:lnTo>
                    <a:pt x="1008" y="79"/>
                  </a:lnTo>
                  <a:lnTo>
                    <a:pt x="1008" y="60"/>
                  </a:lnTo>
                  <a:lnTo>
                    <a:pt x="1008" y="0"/>
                  </a:lnTo>
                  <a:close/>
                  <a:moveTo>
                    <a:pt x="2035" y="850"/>
                  </a:moveTo>
                  <a:lnTo>
                    <a:pt x="2035" y="870"/>
                  </a:lnTo>
                  <a:lnTo>
                    <a:pt x="2055" y="909"/>
                  </a:lnTo>
                  <a:lnTo>
                    <a:pt x="2055" y="889"/>
                  </a:lnTo>
                  <a:lnTo>
                    <a:pt x="2074" y="889"/>
                  </a:lnTo>
                  <a:lnTo>
                    <a:pt x="2035" y="850"/>
                  </a:lnTo>
                  <a:close/>
                  <a:moveTo>
                    <a:pt x="2015" y="870"/>
                  </a:moveTo>
                  <a:lnTo>
                    <a:pt x="2015" y="889"/>
                  </a:lnTo>
                  <a:lnTo>
                    <a:pt x="1995" y="889"/>
                  </a:lnTo>
                  <a:lnTo>
                    <a:pt x="2035" y="929"/>
                  </a:lnTo>
                  <a:lnTo>
                    <a:pt x="2035" y="889"/>
                  </a:lnTo>
                  <a:lnTo>
                    <a:pt x="2015" y="870"/>
                  </a:lnTo>
                  <a:close/>
                  <a:moveTo>
                    <a:pt x="1837" y="988"/>
                  </a:moveTo>
                  <a:lnTo>
                    <a:pt x="1837" y="1008"/>
                  </a:lnTo>
                  <a:lnTo>
                    <a:pt x="1857" y="1008"/>
                  </a:lnTo>
                  <a:lnTo>
                    <a:pt x="1837" y="988"/>
                  </a:lnTo>
                  <a:close/>
                  <a:moveTo>
                    <a:pt x="1600" y="1028"/>
                  </a:moveTo>
                  <a:lnTo>
                    <a:pt x="1620" y="1087"/>
                  </a:lnTo>
                  <a:lnTo>
                    <a:pt x="1620" y="1067"/>
                  </a:lnTo>
                  <a:lnTo>
                    <a:pt x="1600" y="1028"/>
                  </a:lnTo>
                  <a:close/>
                  <a:moveTo>
                    <a:pt x="1640" y="1107"/>
                  </a:moveTo>
                  <a:lnTo>
                    <a:pt x="1640" y="1126"/>
                  </a:lnTo>
                  <a:lnTo>
                    <a:pt x="1640" y="1146"/>
                  </a:lnTo>
                  <a:lnTo>
                    <a:pt x="1620" y="1146"/>
                  </a:lnTo>
                  <a:lnTo>
                    <a:pt x="1620" y="1166"/>
                  </a:lnTo>
                  <a:lnTo>
                    <a:pt x="1660" y="1245"/>
                  </a:lnTo>
                  <a:lnTo>
                    <a:pt x="1660" y="1225"/>
                  </a:lnTo>
                  <a:lnTo>
                    <a:pt x="1679" y="1245"/>
                  </a:lnTo>
                  <a:lnTo>
                    <a:pt x="1699" y="1265"/>
                  </a:lnTo>
                  <a:lnTo>
                    <a:pt x="1699" y="1265"/>
                  </a:lnTo>
                  <a:lnTo>
                    <a:pt x="1679" y="1225"/>
                  </a:lnTo>
                  <a:lnTo>
                    <a:pt x="1679" y="1205"/>
                  </a:lnTo>
                  <a:lnTo>
                    <a:pt x="1640" y="1107"/>
                  </a:lnTo>
                  <a:close/>
                  <a:moveTo>
                    <a:pt x="1344" y="1265"/>
                  </a:moveTo>
                  <a:lnTo>
                    <a:pt x="1344" y="1265"/>
                  </a:lnTo>
                  <a:lnTo>
                    <a:pt x="1344" y="1265"/>
                  </a:lnTo>
                  <a:close/>
                  <a:moveTo>
                    <a:pt x="1482" y="1265"/>
                  </a:moveTo>
                  <a:lnTo>
                    <a:pt x="1482" y="1265"/>
                  </a:lnTo>
                  <a:lnTo>
                    <a:pt x="1482" y="1265"/>
                  </a:lnTo>
                  <a:close/>
                  <a:moveTo>
                    <a:pt x="1541" y="1363"/>
                  </a:moveTo>
                  <a:lnTo>
                    <a:pt x="1541" y="1363"/>
                  </a:lnTo>
                  <a:lnTo>
                    <a:pt x="1541" y="1363"/>
                  </a:lnTo>
                  <a:close/>
                  <a:moveTo>
                    <a:pt x="1383" y="1383"/>
                  </a:moveTo>
                  <a:lnTo>
                    <a:pt x="1403" y="1442"/>
                  </a:lnTo>
                  <a:lnTo>
                    <a:pt x="1442" y="1442"/>
                  </a:lnTo>
                  <a:lnTo>
                    <a:pt x="1462" y="1462"/>
                  </a:lnTo>
                  <a:lnTo>
                    <a:pt x="1462" y="1423"/>
                  </a:lnTo>
                  <a:lnTo>
                    <a:pt x="1442" y="1403"/>
                  </a:lnTo>
                  <a:lnTo>
                    <a:pt x="1423" y="1383"/>
                  </a:lnTo>
                  <a:lnTo>
                    <a:pt x="1423" y="1403"/>
                  </a:lnTo>
                  <a:lnTo>
                    <a:pt x="1403" y="1383"/>
                  </a:lnTo>
                  <a:close/>
                  <a:moveTo>
                    <a:pt x="1223" y="1482"/>
                  </a:moveTo>
                  <a:lnTo>
                    <a:pt x="1225" y="1502"/>
                  </a:lnTo>
                  <a:lnTo>
                    <a:pt x="1225" y="1482"/>
                  </a:lnTo>
                  <a:close/>
                  <a:moveTo>
                    <a:pt x="1080" y="1581"/>
                  </a:moveTo>
                  <a:lnTo>
                    <a:pt x="1087" y="1600"/>
                  </a:lnTo>
                  <a:lnTo>
                    <a:pt x="1087" y="1581"/>
                  </a:lnTo>
                  <a:close/>
                  <a:moveTo>
                    <a:pt x="1107" y="0"/>
                  </a:moveTo>
                  <a:lnTo>
                    <a:pt x="1107" y="40"/>
                  </a:lnTo>
                  <a:lnTo>
                    <a:pt x="1087" y="60"/>
                  </a:lnTo>
                  <a:lnTo>
                    <a:pt x="1087" y="99"/>
                  </a:lnTo>
                  <a:lnTo>
                    <a:pt x="1107" y="159"/>
                  </a:lnTo>
                  <a:lnTo>
                    <a:pt x="1146" y="277"/>
                  </a:lnTo>
                  <a:lnTo>
                    <a:pt x="1146" y="297"/>
                  </a:lnTo>
                  <a:lnTo>
                    <a:pt x="1126" y="257"/>
                  </a:lnTo>
                  <a:lnTo>
                    <a:pt x="1107" y="218"/>
                  </a:lnTo>
                  <a:lnTo>
                    <a:pt x="1087" y="218"/>
                  </a:lnTo>
                  <a:lnTo>
                    <a:pt x="1067" y="119"/>
                  </a:lnTo>
                  <a:lnTo>
                    <a:pt x="1047" y="40"/>
                  </a:lnTo>
                  <a:lnTo>
                    <a:pt x="1047" y="119"/>
                  </a:lnTo>
                  <a:lnTo>
                    <a:pt x="1027" y="119"/>
                  </a:lnTo>
                  <a:lnTo>
                    <a:pt x="1027" y="139"/>
                  </a:lnTo>
                  <a:lnTo>
                    <a:pt x="1008" y="119"/>
                  </a:lnTo>
                  <a:lnTo>
                    <a:pt x="988" y="79"/>
                  </a:lnTo>
                  <a:lnTo>
                    <a:pt x="988" y="60"/>
                  </a:lnTo>
                  <a:lnTo>
                    <a:pt x="968" y="60"/>
                  </a:lnTo>
                  <a:lnTo>
                    <a:pt x="988" y="99"/>
                  </a:lnTo>
                  <a:lnTo>
                    <a:pt x="988" y="139"/>
                  </a:lnTo>
                  <a:lnTo>
                    <a:pt x="988" y="198"/>
                  </a:lnTo>
                  <a:lnTo>
                    <a:pt x="948" y="99"/>
                  </a:lnTo>
                  <a:lnTo>
                    <a:pt x="968" y="159"/>
                  </a:lnTo>
                  <a:lnTo>
                    <a:pt x="968" y="178"/>
                  </a:lnTo>
                  <a:lnTo>
                    <a:pt x="948" y="178"/>
                  </a:lnTo>
                  <a:lnTo>
                    <a:pt x="929" y="159"/>
                  </a:lnTo>
                  <a:lnTo>
                    <a:pt x="909" y="119"/>
                  </a:lnTo>
                  <a:lnTo>
                    <a:pt x="909" y="139"/>
                  </a:lnTo>
                  <a:lnTo>
                    <a:pt x="909" y="178"/>
                  </a:lnTo>
                  <a:lnTo>
                    <a:pt x="889" y="119"/>
                  </a:lnTo>
                  <a:lnTo>
                    <a:pt x="830" y="119"/>
                  </a:lnTo>
                  <a:lnTo>
                    <a:pt x="810" y="99"/>
                  </a:lnTo>
                  <a:lnTo>
                    <a:pt x="810" y="159"/>
                  </a:lnTo>
                  <a:lnTo>
                    <a:pt x="810" y="218"/>
                  </a:lnTo>
                  <a:lnTo>
                    <a:pt x="810" y="238"/>
                  </a:lnTo>
                  <a:lnTo>
                    <a:pt x="850" y="277"/>
                  </a:lnTo>
                  <a:lnTo>
                    <a:pt x="850" y="317"/>
                  </a:lnTo>
                  <a:lnTo>
                    <a:pt x="830" y="336"/>
                  </a:lnTo>
                  <a:lnTo>
                    <a:pt x="810" y="297"/>
                  </a:lnTo>
                  <a:lnTo>
                    <a:pt x="810" y="257"/>
                  </a:lnTo>
                  <a:lnTo>
                    <a:pt x="790" y="218"/>
                  </a:lnTo>
                  <a:lnTo>
                    <a:pt x="771" y="218"/>
                  </a:lnTo>
                  <a:lnTo>
                    <a:pt x="751" y="178"/>
                  </a:lnTo>
                  <a:lnTo>
                    <a:pt x="731" y="218"/>
                  </a:lnTo>
                  <a:lnTo>
                    <a:pt x="711" y="178"/>
                  </a:lnTo>
                  <a:lnTo>
                    <a:pt x="711" y="198"/>
                  </a:lnTo>
                  <a:lnTo>
                    <a:pt x="711" y="238"/>
                  </a:lnTo>
                  <a:lnTo>
                    <a:pt x="731" y="317"/>
                  </a:lnTo>
                  <a:lnTo>
                    <a:pt x="692" y="238"/>
                  </a:lnTo>
                  <a:lnTo>
                    <a:pt x="711" y="336"/>
                  </a:lnTo>
                  <a:lnTo>
                    <a:pt x="692" y="317"/>
                  </a:lnTo>
                  <a:lnTo>
                    <a:pt x="692" y="356"/>
                  </a:lnTo>
                  <a:lnTo>
                    <a:pt x="692" y="396"/>
                  </a:lnTo>
                  <a:lnTo>
                    <a:pt x="711" y="455"/>
                  </a:lnTo>
                  <a:lnTo>
                    <a:pt x="692" y="415"/>
                  </a:lnTo>
                  <a:lnTo>
                    <a:pt x="672" y="396"/>
                  </a:lnTo>
                  <a:lnTo>
                    <a:pt x="632" y="317"/>
                  </a:lnTo>
                  <a:lnTo>
                    <a:pt x="652" y="317"/>
                  </a:lnTo>
                  <a:lnTo>
                    <a:pt x="652" y="336"/>
                  </a:lnTo>
                  <a:lnTo>
                    <a:pt x="672" y="356"/>
                  </a:lnTo>
                  <a:lnTo>
                    <a:pt x="672" y="336"/>
                  </a:lnTo>
                  <a:lnTo>
                    <a:pt x="632" y="277"/>
                  </a:lnTo>
                  <a:lnTo>
                    <a:pt x="613" y="257"/>
                  </a:lnTo>
                  <a:lnTo>
                    <a:pt x="573" y="257"/>
                  </a:lnTo>
                  <a:lnTo>
                    <a:pt x="553" y="297"/>
                  </a:lnTo>
                  <a:lnTo>
                    <a:pt x="534" y="317"/>
                  </a:lnTo>
                  <a:lnTo>
                    <a:pt x="553" y="396"/>
                  </a:lnTo>
                  <a:lnTo>
                    <a:pt x="553" y="396"/>
                  </a:lnTo>
                  <a:lnTo>
                    <a:pt x="534" y="336"/>
                  </a:lnTo>
                  <a:lnTo>
                    <a:pt x="474" y="297"/>
                  </a:lnTo>
                  <a:lnTo>
                    <a:pt x="455" y="297"/>
                  </a:lnTo>
                  <a:lnTo>
                    <a:pt x="435" y="317"/>
                  </a:lnTo>
                  <a:lnTo>
                    <a:pt x="435" y="336"/>
                  </a:lnTo>
                  <a:lnTo>
                    <a:pt x="435" y="376"/>
                  </a:lnTo>
                  <a:lnTo>
                    <a:pt x="395" y="336"/>
                  </a:lnTo>
                  <a:lnTo>
                    <a:pt x="395" y="336"/>
                  </a:lnTo>
                  <a:lnTo>
                    <a:pt x="415" y="415"/>
                  </a:lnTo>
                  <a:lnTo>
                    <a:pt x="395" y="475"/>
                  </a:lnTo>
                  <a:lnTo>
                    <a:pt x="395" y="514"/>
                  </a:lnTo>
                  <a:lnTo>
                    <a:pt x="415" y="633"/>
                  </a:lnTo>
                  <a:lnTo>
                    <a:pt x="395" y="573"/>
                  </a:lnTo>
                  <a:lnTo>
                    <a:pt x="376" y="514"/>
                  </a:lnTo>
                  <a:lnTo>
                    <a:pt x="376" y="554"/>
                  </a:lnTo>
                  <a:lnTo>
                    <a:pt x="376" y="573"/>
                  </a:lnTo>
                  <a:lnTo>
                    <a:pt x="356" y="554"/>
                  </a:lnTo>
                  <a:lnTo>
                    <a:pt x="356" y="514"/>
                  </a:lnTo>
                  <a:lnTo>
                    <a:pt x="336" y="494"/>
                  </a:lnTo>
                  <a:lnTo>
                    <a:pt x="336" y="514"/>
                  </a:lnTo>
                  <a:lnTo>
                    <a:pt x="316" y="494"/>
                  </a:lnTo>
                  <a:lnTo>
                    <a:pt x="356" y="593"/>
                  </a:lnTo>
                  <a:lnTo>
                    <a:pt x="356" y="652"/>
                  </a:lnTo>
                  <a:lnTo>
                    <a:pt x="356" y="692"/>
                  </a:lnTo>
                  <a:lnTo>
                    <a:pt x="336" y="751"/>
                  </a:lnTo>
                  <a:lnTo>
                    <a:pt x="297" y="791"/>
                  </a:lnTo>
                  <a:lnTo>
                    <a:pt x="237" y="810"/>
                  </a:lnTo>
                  <a:lnTo>
                    <a:pt x="198" y="810"/>
                  </a:lnTo>
                  <a:lnTo>
                    <a:pt x="198" y="751"/>
                  </a:lnTo>
                  <a:lnTo>
                    <a:pt x="178" y="771"/>
                  </a:lnTo>
                  <a:lnTo>
                    <a:pt x="158" y="771"/>
                  </a:lnTo>
                  <a:lnTo>
                    <a:pt x="158" y="751"/>
                  </a:lnTo>
                  <a:lnTo>
                    <a:pt x="139" y="731"/>
                  </a:lnTo>
                  <a:lnTo>
                    <a:pt x="139" y="771"/>
                  </a:lnTo>
                  <a:lnTo>
                    <a:pt x="139" y="791"/>
                  </a:lnTo>
                  <a:lnTo>
                    <a:pt x="119" y="751"/>
                  </a:lnTo>
                  <a:lnTo>
                    <a:pt x="99" y="731"/>
                  </a:lnTo>
                  <a:lnTo>
                    <a:pt x="79" y="712"/>
                  </a:lnTo>
                  <a:lnTo>
                    <a:pt x="60" y="692"/>
                  </a:lnTo>
                  <a:lnTo>
                    <a:pt x="60" y="712"/>
                  </a:lnTo>
                  <a:lnTo>
                    <a:pt x="20" y="652"/>
                  </a:lnTo>
                  <a:lnTo>
                    <a:pt x="0" y="593"/>
                  </a:lnTo>
                  <a:lnTo>
                    <a:pt x="0" y="672"/>
                  </a:lnTo>
                  <a:lnTo>
                    <a:pt x="20" y="672"/>
                  </a:lnTo>
                  <a:lnTo>
                    <a:pt x="20" y="712"/>
                  </a:lnTo>
                  <a:lnTo>
                    <a:pt x="20" y="751"/>
                  </a:lnTo>
                  <a:lnTo>
                    <a:pt x="79" y="909"/>
                  </a:lnTo>
                  <a:lnTo>
                    <a:pt x="139" y="1047"/>
                  </a:lnTo>
                  <a:lnTo>
                    <a:pt x="139" y="1067"/>
                  </a:lnTo>
                  <a:lnTo>
                    <a:pt x="158" y="1107"/>
                  </a:lnTo>
                  <a:lnTo>
                    <a:pt x="198" y="1146"/>
                  </a:lnTo>
                  <a:lnTo>
                    <a:pt x="198" y="1126"/>
                  </a:lnTo>
                  <a:lnTo>
                    <a:pt x="218" y="1146"/>
                  </a:lnTo>
                  <a:lnTo>
                    <a:pt x="237" y="1166"/>
                  </a:lnTo>
                  <a:lnTo>
                    <a:pt x="237" y="1146"/>
                  </a:lnTo>
                  <a:lnTo>
                    <a:pt x="257" y="1205"/>
                  </a:lnTo>
                  <a:lnTo>
                    <a:pt x="277" y="1265"/>
                  </a:lnTo>
                  <a:lnTo>
                    <a:pt x="297" y="1284"/>
                  </a:lnTo>
                  <a:lnTo>
                    <a:pt x="297" y="1265"/>
                  </a:lnTo>
                  <a:lnTo>
                    <a:pt x="297" y="1245"/>
                  </a:lnTo>
                  <a:lnTo>
                    <a:pt x="316" y="1265"/>
                  </a:lnTo>
                  <a:lnTo>
                    <a:pt x="336" y="1304"/>
                  </a:lnTo>
                  <a:lnTo>
                    <a:pt x="356" y="1324"/>
                  </a:lnTo>
                  <a:lnTo>
                    <a:pt x="336" y="1284"/>
                  </a:lnTo>
                  <a:lnTo>
                    <a:pt x="336" y="1265"/>
                  </a:lnTo>
                  <a:lnTo>
                    <a:pt x="356" y="1284"/>
                  </a:lnTo>
                  <a:lnTo>
                    <a:pt x="316" y="1205"/>
                  </a:lnTo>
                  <a:lnTo>
                    <a:pt x="316" y="1166"/>
                  </a:lnTo>
                  <a:lnTo>
                    <a:pt x="336" y="1225"/>
                  </a:lnTo>
                  <a:lnTo>
                    <a:pt x="356" y="1265"/>
                  </a:lnTo>
                  <a:lnTo>
                    <a:pt x="376" y="1344"/>
                  </a:lnTo>
                  <a:lnTo>
                    <a:pt x="395" y="1363"/>
                  </a:lnTo>
                  <a:lnTo>
                    <a:pt x="415" y="1363"/>
                  </a:lnTo>
                  <a:lnTo>
                    <a:pt x="415" y="1383"/>
                  </a:lnTo>
                  <a:lnTo>
                    <a:pt x="415" y="1403"/>
                  </a:lnTo>
                  <a:lnTo>
                    <a:pt x="455" y="1462"/>
                  </a:lnTo>
                  <a:lnTo>
                    <a:pt x="455" y="1442"/>
                  </a:lnTo>
                  <a:lnTo>
                    <a:pt x="455" y="1403"/>
                  </a:lnTo>
                  <a:lnTo>
                    <a:pt x="455" y="1383"/>
                  </a:lnTo>
                  <a:lnTo>
                    <a:pt x="474" y="1383"/>
                  </a:lnTo>
                  <a:lnTo>
                    <a:pt x="474" y="1423"/>
                  </a:lnTo>
                  <a:lnTo>
                    <a:pt x="494" y="1423"/>
                  </a:lnTo>
                  <a:lnTo>
                    <a:pt x="514" y="1482"/>
                  </a:lnTo>
                  <a:lnTo>
                    <a:pt x="553" y="1521"/>
                  </a:lnTo>
                  <a:lnTo>
                    <a:pt x="534" y="1482"/>
                  </a:lnTo>
                  <a:lnTo>
                    <a:pt x="553" y="1482"/>
                  </a:lnTo>
                  <a:lnTo>
                    <a:pt x="534" y="1423"/>
                  </a:lnTo>
                  <a:lnTo>
                    <a:pt x="573" y="1482"/>
                  </a:lnTo>
                  <a:lnTo>
                    <a:pt x="573" y="1482"/>
                  </a:lnTo>
                  <a:lnTo>
                    <a:pt x="534" y="1363"/>
                  </a:lnTo>
                  <a:lnTo>
                    <a:pt x="514" y="1324"/>
                  </a:lnTo>
                  <a:lnTo>
                    <a:pt x="514" y="1284"/>
                  </a:lnTo>
                  <a:lnTo>
                    <a:pt x="573" y="1403"/>
                  </a:lnTo>
                  <a:lnTo>
                    <a:pt x="593" y="1462"/>
                  </a:lnTo>
                  <a:lnTo>
                    <a:pt x="613" y="1502"/>
                  </a:lnTo>
                  <a:lnTo>
                    <a:pt x="632" y="1502"/>
                  </a:lnTo>
                  <a:lnTo>
                    <a:pt x="632" y="1521"/>
                  </a:lnTo>
                  <a:lnTo>
                    <a:pt x="652" y="1581"/>
                  </a:lnTo>
                  <a:lnTo>
                    <a:pt x="672" y="1600"/>
                  </a:lnTo>
                  <a:lnTo>
                    <a:pt x="692" y="1620"/>
                  </a:lnTo>
                  <a:lnTo>
                    <a:pt x="692" y="1541"/>
                  </a:lnTo>
                  <a:lnTo>
                    <a:pt x="711" y="1600"/>
                  </a:lnTo>
                  <a:lnTo>
                    <a:pt x="751" y="1600"/>
                  </a:lnTo>
                  <a:lnTo>
                    <a:pt x="751" y="1581"/>
                  </a:lnTo>
                  <a:lnTo>
                    <a:pt x="751" y="1541"/>
                  </a:lnTo>
                  <a:lnTo>
                    <a:pt x="771" y="1561"/>
                  </a:lnTo>
                  <a:lnTo>
                    <a:pt x="790" y="1620"/>
                  </a:lnTo>
                  <a:lnTo>
                    <a:pt x="771" y="1541"/>
                  </a:lnTo>
                  <a:lnTo>
                    <a:pt x="751" y="1442"/>
                  </a:lnTo>
                  <a:lnTo>
                    <a:pt x="790" y="1502"/>
                  </a:lnTo>
                  <a:lnTo>
                    <a:pt x="810" y="1581"/>
                  </a:lnTo>
                  <a:lnTo>
                    <a:pt x="810" y="1620"/>
                  </a:lnTo>
                  <a:lnTo>
                    <a:pt x="830" y="1620"/>
                  </a:lnTo>
                  <a:lnTo>
                    <a:pt x="814" y="1589"/>
                  </a:lnTo>
                  <a:lnTo>
                    <a:pt x="850" y="1660"/>
                  </a:lnTo>
                  <a:lnTo>
                    <a:pt x="869" y="1660"/>
                  </a:lnTo>
                  <a:lnTo>
                    <a:pt x="850" y="1600"/>
                  </a:lnTo>
                  <a:lnTo>
                    <a:pt x="830" y="1561"/>
                  </a:lnTo>
                  <a:lnTo>
                    <a:pt x="850" y="1640"/>
                  </a:lnTo>
                  <a:lnTo>
                    <a:pt x="850" y="1640"/>
                  </a:lnTo>
                  <a:lnTo>
                    <a:pt x="830" y="1600"/>
                  </a:lnTo>
                  <a:lnTo>
                    <a:pt x="810" y="1561"/>
                  </a:lnTo>
                  <a:lnTo>
                    <a:pt x="810" y="1521"/>
                  </a:lnTo>
                  <a:lnTo>
                    <a:pt x="810" y="1482"/>
                  </a:lnTo>
                  <a:lnTo>
                    <a:pt x="790" y="1383"/>
                  </a:lnTo>
                  <a:lnTo>
                    <a:pt x="830" y="1423"/>
                  </a:lnTo>
                  <a:lnTo>
                    <a:pt x="869" y="1541"/>
                  </a:lnTo>
                  <a:lnTo>
                    <a:pt x="869" y="1521"/>
                  </a:lnTo>
                  <a:lnTo>
                    <a:pt x="909" y="1561"/>
                  </a:lnTo>
                  <a:lnTo>
                    <a:pt x="869" y="1482"/>
                  </a:lnTo>
                  <a:lnTo>
                    <a:pt x="889" y="1462"/>
                  </a:lnTo>
                  <a:lnTo>
                    <a:pt x="889" y="1482"/>
                  </a:lnTo>
                  <a:lnTo>
                    <a:pt x="929" y="1561"/>
                  </a:lnTo>
                  <a:lnTo>
                    <a:pt x="948" y="1561"/>
                  </a:lnTo>
                  <a:lnTo>
                    <a:pt x="968" y="1581"/>
                  </a:lnTo>
                  <a:lnTo>
                    <a:pt x="988" y="1600"/>
                  </a:lnTo>
                  <a:lnTo>
                    <a:pt x="1008" y="1581"/>
                  </a:lnTo>
                  <a:lnTo>
                    <a:pt x="968" y="1502"/>
                  </a:lnTo>
                  <a:lnTo>
                    <a:pt x="988" y="1581"/>
                  </a:lnTo>
                  <a:lnTo>
                    <a:pt x="948" y="1462"/>
                  </a:lnTo>
                  <a:lnTo>
                    <a:pt x="934" y="1373"/>
                  </a:lnTo>
                  <a:lnTo>
                    <a:pt x="948" y="1403"/>
                  </a:lnTo>
                  <a:lnTo>
                    <a:pt x="948" y="1363"/>
                  </a:lnTo>
                  <a:lnTo>
                    <a:pt x="929" y="1344"/>
                  </a:lnTo>
                  <a:lnTo>
                    <a:pt x="929" y="1344"/>
                  </a:lnTo>
                  <a:lnTo>
                    <a:pt x="929" y="1344"/>
                  </a:lnTo>
                  <a:lnTo>
                    <a:pt x="929" y="1304"/>
                  </a:lnTo>
                  <a:lnTo>
                    <a:pt x="948" y="1344"/>
                  </a:lnTo>
                  <a:lnTo>
                    <a:pt x="968" y="1383"/>
                  </a:lnTo>
                  <a:lnTo>
                    <a:pt x="968" y="1363"/>
                  </a:lnTo>
                  <a:lnTo>
                    <a:pt x="968" y="1324"/>
                  </a:lnTo>
                  <a:lnTo>
                    <a:pt x="988" y="1363"/>
                  </a:lnTo>
                  <a:lnTo>
                    <a:pt x="1008" y="1442"/>
                  </a:lnTo>
                  <a:lnTo>
                    <a:pt x="1027" y="1482"/>
                  </a:lnTo>
                  <a:lnTo>
                    <a:pt x="1027" y="1541"/>
                  </a:lnTo>
                  <a:lnTo>
                    <a:pt x="1047" y="1521"/>
                  </a:lnTo>
                  <a:lnTo>
                    <a:pt x="1067" y="1600"/>
                  </a:lnTo>
                  <a:lnTo>
                    <a:pt x="1067" y="1581"/>
                  </a:lnTo>
                  <a:lnTo>
                    <a:pt x="1080" y="1581"/>
                  </a:lnTo>
                  <a:lnTo>
                    <a:pt x="1067" y="1541"/>
                  </a:lnTo>
                  <a:lnTo>
                    <a:pt x="1107" y="1581"/>
                  </a:lnTo>
                  <a:lnTo>
                    <a:pt x="1146" y="1581"/>
                  </a:lnTo>
                  <a:lnTo>
                    <a:pt x="1126" y="1541"/>
                  </a:lnTo>
                  <a:lnTo>
                    <a:pt x="1126" y="1521"/>
                  </a:lnTo>
                  <a:lnTo>
                    <a:pt x="1146" y="1541"/>
                  </a:lnTo>
                  <a:lnTo>
                    <a:pt x="1166" y="1561"/>
                  </a:lnTo>
                  <a:lnTo>
                    <a:pt x="1166" y="1521"/>
                  </a:lnTo>
                  <a:lnTo>
                    <a:pt x="1146" y="1442"/>
                  </a:lnTo>
                  <a:lnTo>
                    <a:pt x="1186" y="1482"/>
                  </a:lnTo>
                  <a:lnTo>
                    <a:pt x="1166" y="1403"/>
                  </a:lnTo>
                  <a:lnTo>
                    <a:pt x="1166" y="1383"/>
                  </a:lnTo>
                  <a:lnTo>
                    <a:pt x="1186" y="1383"/>
                  </a:lnTo>
                  <a:lnTo>
                    <a:pt x="1186" y="1462"/>
                  </a:lnTo>
                  <a:lnTo>
                    <a:pt x="1205" y="1482"/>
                  </a:lnTo>
                  <a:lnTo>
                    <a:pt x="1223" y="1482"/>
                  </a:lnTo>
                  <a:lnTo>
                    <a:pt x="1205" y="1284"/>
                  </a:lnTo>
                  <a:lnTo>
                    <a:pt x="1166" y="1186"/>
                  </a:lnTo>
                  <a:lnTo>
                    <a:pt x="1126" y="1067"/>
                  </a:lnTo>
                  <a:lnTo>
                    <a:pt x="1146" y="1107"/>
                  </a:lnTo>
                  <a:lnTo>
                    <a:pt x="1186" y="1146"/>
                  </a:lnTo>
                  <a:lnTo>
                    <a:pt x="1205" y="1205"/>
                  </a:lnTo>
                  <a:lnTo>
                    <a:pt x="1225" y="1265"/>
                  </a:lnTo>
                  <a:lnTo>
                    <a:pt x="1205" y="1225"/>
                  </a:lnTo>
                  <a:lnTo>
                    <a:pt x="1186" y="1205"/>
                  </a:lnTo>
                  <a:lnTo>
                    <a:pt x="1265" y="1344"/>
                  </a:lnTo>
                  <a:lnTo>
                    <a:pt x="1265" y="1403"/>
                  </a:lnTo>
                  <a:lnTo>
                    <a:pt x="1284" y="1442"/>
                  </a:lnTo>
                  <a:lnTo>
                    <a:pt x="1324" y="1521"/>
                  </a:lnTo>
                  <a:lnTo>
                    <a:pt x="1324" y="1502"/>
                  </a:lnTo>
                  <a:lnTo>
                    <a:pt x="1324" y="1482"/>
                  </a:lnTo>
                  <a:lnTo>
                    <a:pt x="1344" y="1502"/>
                  </a:lnTo>
                  <a:lnTo>
                    <a:pt x="1344" y="1482"/>
                  </a:lnTo>
                  <a:lnTo>
                    <a:pt x="1344" y="1462"/>
                  </a:lnTo>
                  <a:lnTo>
                    <a:pt x="1363" y="1462"/>
                  </a:lnTo>
                  <a:lnTo>
                    <a:pt x="1344" y="1403"/>
                  </a:lnTo>
                  <a:lnTo>
                    <a:pt x="1344" y="1403"/>
                  </a:lnTo>
                  <a:lnTo>
                    <a:pt x="1363" y="1423"/>
                  </a:lnTo>
                  <a:lnTo>
                    <a:pt x="1383" y="1462"/>
                  </a:lnTo>
                  <a:lnTo>
                    <a:pt x="1383" y="1423"/>
                  </a:lnTo>
                  <a:lnTo>
                    <a:pt x="1383" y="1403"/>
                  </a:lnTo>
                  <a:lnTo>
                    <a:pt x="1363" y="1344"/>
                  </a:lnTo>
                  <a:lnTo>
                    <a:pt x="1324" y="1245"/>
                  </a:lnTo>
                  <a:lnTo>
                    <a:pt x="1324" y="1205"/>
                  </a:lnTo>
                  <a:lnTo>
                    <a:pt x="1344" y="1205"/>
                  </a:lnTo>
                  <a:lnTo>
                    <a:pt x="1344" y="1245"/>
                  </a:lnTo>
                  <a:lnTo>
                    <a:pt x="1344" y="1265"/>
                  </a:lnTo>
                  <a:lnTo>
                    <a:pt x="1363" y="1225"/>
                  </a:lnTo>
                  <a:lnTo>
                    <a:pt x="1383" y="1284"/>
                  </a:lnTo>
                  <a:lnTo>
                    <a:pt x="1383" y="1304"/>
                  </a:lnTo>
                  <a:lnTo>
                    <a:pt x="1383" y="1324"/>
                  </a:lnTo>
                  <a:lnTo>
                    <a:pt x="1403" y="1304"/>
                  </a:lnTo>
                  <a:lnTo>
                    <a:pt x="1383" y="1225"/>
                  </a:lnTo>
                  <a:lnTo>
                    <a:pt x="1403" y="1225"/>
                  </a:lnTo>
                  <a:lnTo>
                    <a:pt x="1403" y="1245"/>
                  </a:lnTo>
                  <a:lnTo>
                    <a:pt x="1442" y="1344"/>
                  </a:lnTo>
                  <a:lnTo>
                    <a:pt x="1462" y="1423"/>
                  </a:lnTo>
                  <a:lnTo>
                    <a:pt x="1462" y="1363"/>
                  </a:lnTo>
                  <a:lnTo>
                    <a:pt x="1442" y="1304"/>
                  </a:lnTo>
                  <a:lnTo>
                    <a:pt x="1423" y="1245"/>
                  </a:lnTo>
                  <a:lnTo>
                    <a:pt x="1462" y="1324"/>
                  </a:lnTo>
                  <a:lnTo>
                    <a:pt x="1482" y="1363"/>
                  </a:lnTo>
                  <a:lnTo>
                    <a:pt x="1482" y="1363"/>
                  </a:lnTo>
                  <a:lnTo>
                    <a:pt x="1462" y="1284"/>
                  </a:lnTo>
                  <a:lnTo>
                    <a:pt x="1442" y="1205"/>
                  </a:lnTo>
                  <a:lnTo>
                    <a:pt x="1423" y="1166"/>
                  </a:lnTo>
                  <a:lnTo>
                    <a:pt x="1423" y="1126"/>
                  </a:lnTo>
                  <a:lnTo>
                    <a:pt x="1403" y="1087"/>
                  </a:lnTo>
                  <a:lnTo>
                    <a:pt x="1423" y="1107"/>
                  </a:lnTo>
                  <a:lnTo>
                    <a:pt x="1423" y="1126"/>
                  </a:lnTo>
                  <a:lnTo>
                    <a:pt x="1462" y="1166"/>
                  </a:lnTo>
                  <a:lnTo>
                    <a:pt x="1482" y="1265"/>
                  </a:lnTo>
                  <a:lnTo>
                    <a:pt x="1482" y="1186"/>
                  </a:lnTo>
                  <a:lnTo>
                    <a:pt x="1482" y="1107"/>
                  </a:lnTo>
                  <a:lnTo>
                    <a:pt x="1502" y="1166"/>
                  </a:lnTo>
                  <a:lnTo>
                    <a:pt x="1502" y="1225"/>
                  </a:lnTo>
                  <a:lnTo>
                    <a:pt x="1521" y="1265"/>
                  </a:lnTo>
                  <a:lnTo>
                    <a:pt x="1541" y="1363"/>
                  </a:lnTo>
                  <a:lnTo>
                    <a:pt x="1541" y="1304"/>
                  </a:lnTo>
                  <a:lnTo>
                    <a:pt x="1541" y="1284"/>
                  </a:lnTo>
                  <a:lnTo>
                    <a:pt x="1561" y="1304"/>
                  </a:lnTo>
                  <a:lnTo>
                    <a:pt x="1581" y="1265"/>
                  </a:lnTo>
                  <a:lnTo>
                    <a:pt x="1561" y="1245"/>
                  </a:lnTo>
                  <a:lnTo>
                    <a:pt x="1561" y="1225"/>
                  </a:lnTo>
                  <a:lnTo>
                    <a:pt x="1581" y="1225"/>
                  </a:lnTo>
                  <a:lnTo>
                    <a:pt x="1581" y="1205"/>
                  </a:lnTo>
                  <a:lnTo>
                    <a:pt x="1620" y="1205"/>
                  </a:lnTo>
                  <a:lnTo>
                    <a:pt x="1620" y="1186"/>
                  </a:lnTo>
                  <a:lnTo>
                    <a:pt x="1600" y="1166"/>
                  </a:lnTo>
                  <a:lnTo>
                    <a:pt x="1600" y="1186"/>
                  </a:lnTo>
                  <a:lnTo>
                    <a:pt x="1581" y="1166"/>
                  </a:lnTo>
                  <a:lnTo>
                    <a:pt x="1561" y="1107"/>
                  </a:lnTo>
                  <a:lnTo>
                    <a:pt x="1561" y="1067"/>
                  </a:lnTo>
                  <a:lnTo>
                    <a:pt x="1561" y="1028"/>
                  </a:lnTo>
                  <a:lnTo>
                    <a:pt x="1581" y="1028"/>
                  </a:lnTo>
                  <a:lnTo>
                    <a:pt x="1561" y="1008"/>
                  </a:lnTo>
                  <a:lnTo>
                    <a:pt x="1561" y="968"/>
                  </a:lnTo>
                  <a:lnTo>
                    <a:pt x="1581" y="968"/>
                  </a:lnTo>
                  <a:lnTo>
                    <a:pt x="1600" y="1028"/>
                  </a:lnTo>
                  <a:lnTo>
                    <a:pt x="1620" y="1008"/>
                  </a:lnTo>
                  <a:lnTo>
                    <a:pt x="1620" y="1047"/>
                  </a:lnTo>
                  <a:lnTo>
                    <a:pt x="1640" y="1067"/>
                  </a:lnTo>
                  <a:lnTo>
                    <a:pt x="1640" y="1047"/>
                  </a:lnTo>
                  <a:lnTo>
                    <a:pt x="1640" y="1028"/>
                  </a:lnTo>
                  <a:lnTo>
                    <a:pt x="1660" y="1067"/>
                  </a:lnTo>
                  <a:lnTo>
                    <a:pt x="1660" y="1047"/>
                  </a:lnTo>
                  <a:lnTo>
                    <a:pt x="1679" y="1087"/>
                  </a:lnTo>
                  <a:lnTo>
                    <a:pt x="1679" y="1067"/>
                  </a:lnTo>
                  <a:lnTo>
                    <a:pt x="1679" y="1028"/>
                  </a:lnTo>
                  <a:lnTo>
                    <a:pt x="1660" y="968"/>
                  </a:lnTo>
                  <a:lnTo>
                    <a:pt x="1640" y="909"/>
                  </a:lnTo>
                  <a:lnTo>
                    <a:pt x="1640" y="889"/>
                  </a:lnTo>
                  <a:lnTo>
                    <a:pt x="1660" y="889"/>
                  </a:lnTo>
                  <a:lnTo>
                    <a:pt x="1679" y="929"/>
                  </a:lnTo>
                  <a:lnTo>
                    <a:pt x="1679" y="889"/>
                  </a:lnTo>
                  <a:lnTo>
                    <a:pt x="1699" y="929"/>
                  </a:lnTo>
                  <a:lnTo>
                    <a:pt x="1699" y="909"/>
                  </a:lnTo>
                  <a:lnTo>
                    <a:pt x="1719" y="949"/>
                  </a:lnTo>
                  <a:lnTo>
                    <a:pt x="1699" y="968"/>
                  </a:lnTo>
                  <a:lnTo>
                    <a:pt x="1699" y="988"/>
                  </a:lnTo>
                  <a:lnTo>
                    <a:pt x="1719" y="1047"/>
                  </a:lnTo>
                  <a:lnTo>
                    <a:pt x="1739" y="1067"/>
                  </a:lnTo>
                  <a:lnTo>
                    <a:pt x="1719" y="988"/>
                  </a:lnTo>
                  <a:lnTo>
                    <a:pt x="1719" y="988"/>
                  </a:lnTo>
                  <a:lnTo>
                    <a:pt x="1739" y="1008"/>
                  </a:lnTo>
                  <a:lnTo>
                    <a:pt x="1758" y="1047"/>
                  </a:lnTo>
                  <a:lnTo>
                    <a:pt x="1758" y="1008"/>
                  </a:lnTo>
                  <a:lnTo>
                    <a:pt x="1758" y="988"/>
                  </a:lnTo>
                  <a:lnTo>
                    <a:pt x="1798" y="1087"/>
                  </a:lnTo>
                  <a:lnTo>
                    <a:pt x="1798" y="1067"/>
                  </a:lnTo>
                  <a:lnTo>
                    <a:pt x="1778" y="1028"/>
                  </a:lnTo>
                  <a:lnTo>
                    <a:pt x="1837" y="1028"/>
                  </a:lnTo>
                  <a:lnTo>
                    <a:pt x="1798" y="968"/>
                  </a:lnTo>
                  <a:lnTo>
                    <a:pt x="1798" y="988"/>
                  </a:lnTo>
                  <a:lnTo>
                    <a:pt x="1798" y="1008"/>
                  </a:lnTo>
                  <a:lnTo>
                    <a:pt x="1778" y="968"/>
                  </a:lnTo>
                  <a:lnTo>
                    <a:pt x="1778" y="929"/>
                  </a:lnTo>
                  <a:lnTo>
                    <a:pt x="1798" y="929"/>
                  </a:lnTo>
                  <a:lnTo>
                    <a:pt x="1818" y="909"/>
                  </a:lnTo>
                  <a:lnTo>
                    <a:pt x="1818" y="870"/>
                  </a:lnTo>
                  <a:lnTo>
                    <a:pt x="1837" y="909"/>
                  </a:lnTo>
                  <a:lnTo>
                    <a:pt x="1857" y="988"/>
                  </a:lnTo>
                  <a:lnTo>
                    <a:pt x="1857" y="949"/>
                  </a:lnTo>
                  <a:lnTo>
                    <a:pt x="1877" y="968"/>
                  </a:lnTo>
                  <a:lnTo>
                    <a:pt x="1916" y="1008"/>
                  </a:lnTo>
                  <a:lnTo>
                    <a:pt x="1936" y="1047"/>
                  </a:lnTo>
                  <a:lnTo>
                    <a:pt x="1936" y="1067"/>
                  </a:lnTo>
                  <a:lnTo>
                    <a:pt x="1956" y="1047"/>
                  </a:lnTo>
                  <a:lnTo>
                    <a:pt x="1916" y="968"/>
                  </a:lnTo>
                  <a:lnTo>
                    <a:pt x="1916" y="949"/>
                  </a:lnTo>
                  <a:lnTo>
                    <a:pt x="1936" y="949"/>
                  </a:lnTo>
                  <a:lnTo>
                    <a:pt x="1956" y="988"/>
                  </a:lnTo>
                  <a:lnTo>
                    <a:pt x="1976" y="1008"/>
                  </a:lnTo>
                  <a:lnTo>
                    <a:pt x="1976" y="1008"/>
                  </a:lnTo>
                  <a:lnTo>
                    <a:pt x="1956" y="968"/>
                  </a:lnTo>
                  <a:lnTo>
                    <a:pt x="1946" y="929"/>
                  </a:lnTo>
                  <a:lnTo>
                    <a:pt x="1956" y="929"/>
                  </a:lnTo>
                  <a:lnTo>
                    <a:pt x="1956" y="909"/>
                  </a:lnTo>
                  <a:lnTo>
                    <a:pt x="1956" y="889"/>
                  </a:lnTo>
                  <a:lnTo>
                    <a:pt x="1943" y="916"/>
                  </a:lnTo>
                  <a:lnTo>
                    <a:pt x="1936" y="889"/>
                  </a:lnTo>
                  <a:lnTo>
                    <a:pt x="1916" y="850"/>
                  </a:lnTo>
                  <a:lnTo>
                    <a:pt x="1916" y="850"/>
                  </a:lnTo>
                  <a:lnTo>
                    <a:pt x="1936" y="870"/>
                  </a:lnTo>
                  <a:lnTo>
                    <a:pt x="1936" y="850"/>
                  </a:lnTo>
                  <a:lnTo>
                    <a:pt x="1956" y="889"/>
                  </a:lnTo>
                  <a:lnTo>
                    <a:pt x="1956" y="850"/>
                  </a:lnTo>
                  <a:lnTo>
                    <a:pt x="1936" y="830"/>
                  </a:lnTo>
                  <a:lnTo>
                    <a:pt x="1916" y="771"/>
                  </a:lnTo>
                  <a:lnTo>
                    <a:pt x="1936" y="791"/>
                  </a:lnTo>
                  <a:lnTo>
                    <a:pt x="1956" y="830"/>
                  </a:lnTo>
                  <a:lnTo>
                    <a:pt x="1956" y="791"/>
                  </a:lnTo>
                  <a:lnTo>
                    <a:pt x="1956" y="771"/>
                  </a:lnTo>
                  <a:lnTo>
                    <a:pt x="1936" y="731"/>
                  </a:lnTo>
                  <a:lnTo>
                    <a:pt x="1936" y="692"/>
                  </a:lnTo>
                  <a:lnTo>
                    <a:pt x="1976" y="751"/>
                  </a:lnTo>
                  <a:lnTo>
                    <a:pt x="1995" y="791"/>
                  </a:lnTo>
                  <a:lnTo>
                    <a:pt x="2015" y="850"/>
                  </a:lnTo>
                  <a:lnTo>
                    <a:pt x="2015" y="870"/>
                  </a:lnTo>
                  <a:lnTo>
                    <a:pt x="2035" y="850"/>
                  </a:lnTo>
                  <a:lnTo>
                    <a:pt x="2015" y="791"/>
                  </a:lnTo>
                  <a:lnTo>
                    <a:pt x="2074" y="850"/>
                  </a:lnTo>
                  <a:lnTo>
                    <a:pt x="2055" y="810"/>
                  </a:lnTo>
                  <a:lnTo>
                    <a:pt x="2035" y="731"/>
                  </a:lnTo>
                  <a:lnTo>
                    <a:pt x="2015" y="692"/>
                  </a:lnTo>
                  <a:lnTo>
                    <a:pt x="1995" y="652"/>
                  </a:lnTo>
                  <a:lnTo>
                    <a:pt x="1976" y="593"/>
                  </a:lnTo>
                  <a:lnTo>
                    <a:pt x="1976" y="573"/>
                  </a:lnTo>
                  <a:lnTo>
                    <a:pt x="2035" y="652"/>
                  </a:lnTo>
                  <a:lnTo>
                    <a:pt x="2074" y="771"/>
                  </a:lnTo>
                  <a:lnTo>
                    <a:pt x="2134" y="929"/>
                  </a:lnTo>
                  <a:lnTo>
                    <a:pt x="2153" y="889"/>
                  </a:lnTo>
                  <a:lnTo>
                    <a:pt x="2173" y="889"/>
                  </a:lnTo>
                  <a:lnTo>
                    <a:pt x="2153" y="810"/>
                  </a:lnTo>
                  <a:lnTo>
                    <a:pt x="2114" y="712"/>
                  </a:lnTo>
                  <a:lnTo>
                    <a:pt x="2134" y="712"/>
                  </a:lnTo>
                  <a:lnTo>
                    <a:pt x="2134" y="692"/>
                  </a:lnTo>
                  <a:lnTo>
                    <a:pt x="2134" y="672"/>
                  </a:lnTo>
                  <a:lnTo>
                    <a:pt x="2153" y="672"/>
                  </a:lnTo>
                  <a:lnTo>
                    <a:pt x="2134" y="613"/>
                  </a:lnTo>
                  <a:lnTo>
                    <a:pt x="2094" y="534"/>
                  </a:lnTo>
                  <a:lnTo>
                    <a:pt x="2094" y="514"/>
                  </a:lnTo>
                  <a:lnTo>
                    <a:pt x="2094" y="494"/>
                  </a:lnTo>
                  <a:lnTo>
                    <a:pt x="2094" y="475"/>
                  </a:lnTo>
                  <a:lnTo>
                    <a:pt x="11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
            <p:cNvSpPr/>
            <p:nvPr/>
          </p:nvSpPr>
          <p:spPr>
            <a:xfrm>
              <a:off x="-1158575" y="3982025"/>
              <a:ext cx="525" cy="1000"/>
            </a:xfrm>
            <a:custGeom>
              <a:rect b="b" l="l" r="r" t="t"/>
              <a:pathLst>
                <a:path extrusionOk="0" h="40" w="21">
                  <a:moveTo>
                    <a:pt x="1" y="0"/>
                  </a:moveTo>
                  <a:lnTo>
                    <a:pt x="1" y="0"/>
                  </a:lnTo>
                  <a:lnTo>
                    <a:pt x="20" y="40"/>
                  </a:lnTo>
                  <a:lnTo>
                    <a:pt x="20" y="4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 name="Google Shape;2494;p9"/>
            <p:cNvSpPr/>
            <p:nvPr/>
          </p:nvSpPr>
          <p:spPr>
            <a:xfrm>
              <a:off x="-1159550" y="4098050"/>
              <a:ext cx="500" cy="525"/>
            </a:xfrm>
            <a:custGeom>
              <a:rect b="b" l="l" r="r" t="t"/>
              <a:pathLst>
                <a:path extrusionOk="0" h="21" w="20">
                  <a:moveTo>
                    <a:pt x="0" y="21"/>
                  </a:moveTo>
                  <a:lnTo>
                    <a:pt x="0" y="21"/>
                  </a:lnTo>
                  <a:lnTo>
                    <a:pt x="20" y="1"/>
                  </a:lnTo>
                  <a:lnTo>
                    <a:pt x="20" y="1"/>
                  </a:lnTo>
                  <a:lnTo>
                    <a:pt x="0" y="21"/>
                  </a:lnTo>
                  <a:lnTo>
                    <a:pt x="0" y="21"/>
                  </a:lnTo>
                  <a:lnTo>
                    <a:pt x="0" y="21"/>
                  </a:lnTo>
                  <a:lnTo>
                    <a:pt x="0"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
            <p:cNvSpPr/>
            <p:nvPr/>
          </p:nvSpPr>
          <p:spPr>
            <a:xfrm>
              <a:off x="-1161050" y="4097075"/>
              <a:ext cx="2500" cy="1000"/>
            </a:xfrm>
            <a:custGeom>
              <a:rect b="b" l="l" r="r" t="t"/>
              <a:pathLst>
                <a:path extrusionOk="0" h="40" w="100">
                  <a:moveTo>
                    <a:pt x="100" y="0"/>
                  </a:moveTo>
                  <a:lnTo>
                    <a:pt x="60" y="20"/>
                  </a:lnTo>
                  <a:lnTo>
                    <a:pt x="1" y="40"/>
                  </a:lnTo>
                  <a:lnTo>
                    <a:pt x="1" y="40"/>
                  </a:lnTo>
                  <a:lnTo>
                    <a:pt x="80" y="20"/>
                  </a:lnTo>
                  <a:lnTo>
                    <a:pt x="10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 name="Google Shape;2496;p9"/>
            <p:cNvSpPr/>
            <p:nvPr/>
          </p:nvSpPr>
          <p:spPr>
            <a:xfrm>
              <a:off x="-1159075" y="4096575"/>
              <a:ext cx="1025" cy="525"/>
            </a:xfrm>
            <a:custGeom>
              <a:rect b="b" l="l" r="r" t="t"/>
              <a:pathLst>
                <a:path extrusionOk="0" h="21" w="41">
                  <a:moveTo>
                    <a:pt x="1" y="1"/>
                  </a:moveTo>
                  <a:lnTo>
                    <a:pt x="1" y="20"/>
                  </a:lnTo>
                  <a:lnTo>
                    <a:pt x="40" y="20"/>
                  </a:lnTo>
                  <a:lnTo>
                    <a:pt x="4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 name="Google Shape;2497;p9"/>
            <p:cNvSpPr/>
            <p:nvPr/>
          </p:nvSpPr>
          <p:spPr>
            <a:xfrm>
              <a:off x="-1164000" y="4095600"/>
              <a:ext cx="6450" cy="3475"/>
            </a:xfrm>
            <a:custGeom>
              <a:rect b="b" l="l" r="r" t="t"/>
              <a:pathLst>
                <a:path extrusionOk="0" h="139" w="258">
                  <a:moveTo>
                    <a:pt x="257" y="0"/>
                  </a:moveTo>
                  <a:lnTo>
                    <a:pt x="198" y="20"/>
                  </a:lnTo>
                  <a:lnTo>
                    <a:pt x="158" y="40"/>
                  </a:lnTo>
                  <a:lnTo>
                    <a:pt x="237" y="40"/>
                  </a:lnTo>
                  <a:lnTo>
                    <a:pt x="257" y="0"/>
                  </a:lnTo>
                  <a:close/>
                  <a:moveTo>
                    <a:pt x="79" y="40"/>
                  </a:moveTo>
                  <a:lnTo>
                    <a:pt x="0" y="99"/>
                  </a:lnTo>
                  <a:lnTo>
                    <a:pt x="20" y="99"/>
                  </a:lnTo>
                  <a:lnTo>
                    <a:pt x="0" y="138"/>
                  </a:lnTo>
                  <a:lnTo>
                    <a:pt x="40" y="99"/>
                  </a:lnTo>
                  <a:lnTo>
                    <a:pt x="79" y="99"/>
                  </a:lnTo>
                  <a:lnTo>
                    <a:pt x="60" y="119"/>
                  </a:lnTo>
                  <a:lnTo>
                    <a:pt x="139" y="59"/>
                  </a:lnTo>
                  <a:lnTo>
                    <a:pt x="99" y="59"/>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
            <p:cNvSpPr/>
            <p:nvPr/>
          </p:nvSpPr>
          <p:spPr>
            <a:xfrm>
              <a:off x="-1174375" y="4056575"/>
              <a:ext cx="31625" cy="40025"/>
            </a:xfrm>
            <a:custGeom>
              <a:rect b="b" l="l" r="r" t="t"/>
              <a:pathLst>
                <a:path extrusionOk="0" h="1601" w="1265">
                  <a:moveTo>
                    <a:pt x="1028" y="149"/>
                  </a:moveTo>
                  <a:lnTo>
                    <a:pt x="1028" y="159"/>
                  </a:lnTo>
                  <a:lnTo>
                    <a:pt x="1047" y="159"/>
                  </a:lnTo>
                  <a:lnTo>
                    <a:pt x="1028" y="149"/>
                  </a:lnTo>
                  <a:close/>
                  <a:moveTo>
                    <a:pt x="60" y="573"/>
                  </a:moveTo>
                  <a:lnTo>
                    <a:pt x="40" y="593"/>
                  </a:lnTo>
                  <a:lnTo>
                    <a:pt x="60" y="593"/>
                  </a:lnTo>
                  <a:lnTo>
                    <a:pt x="50" y="603"/>
                  </a:lnTo>
                  <a:lnTo>
                    <a:pt x="50" y="603"/>
                  </a:lnTo>
                  <a:lnTo>
                    <a:pt x="99" y="593"/>
                  </a:lnTo>
                  <a:lnTo>
                    <a:pt x="99" y="573"/>
                  </a:lnTo>
                  <a:close/>
                  <a:moveTo>
                    <a:pt x="50" y="603"/>
                  </a:moveTo>
                  <a:lnTo>
                    <a:pt x="0" y="613"/>
                  </a:lnTo>
                  <a:lnTo>
                    <a:pt x="20" y="613"/>
                  </a:lnTo>
                  <a:lnTo>
                    <a:pt x="0" y="633"/>
                  </a:lnTo>
                  <a:lnTo>
                    <a:pt x="60" y="613"/>
                  </a:lnTo>
                  <a:lnTo>
                    <a:pt x="40" y="613"/>
                  </a:lnTo>
                  <a:lnTo>
                    <a:pt x="50" y="603"/>
                  </a:lnTo>
                  <a:close/>
                  <a:moveTo>
                    <a:pt x="336" y="1344"/>
                  </a:moveTo>
                  <a:lnTo>
                    <a:pt x="257" y="1383"/>
                  </a:lnTo>
                  <a:lnTo>
                    <a:pt x="277" y="1383"/>
                  </a:lnTo>
                  <a:lnTo>
                    <a:pt x="317" y="1364"/>
                  </a:lnTo>
                  <a:lnTo>
                    <a:pt x="336" y="1344"/>
                  </a:lnTo>
                  <a:close/>
                  <a:moveTo>
                    <a:pt x="791" y="1"/>
                  </a:moveTo>
                  <a:lnTo>
                    <a:pt x="791" y="20"/>
                  </a:lnTo>
                  <a:lnTo>
                    <a:pt x="652" y="20"/>
                  </a:lnTo>
                  <a:lnTo>
                    <a:pt x="692" y="40"/>
                  </a:lnTo>
                  <a:lnTo>
                    <a:pt x="672" y="40"/>
                  </a:lnTo>
                  <a:lnTo>
                    <a:pt x="652" y="60"/>
                  </a:lnTo>
                  <a:lnTo>
                    <a:pt x="534" y="60"/>
                  </a:lnTo>
                  <a:lnTo>
                    <a:pt x="514" y="80"/>
                  </a:lnTo>
                  <a:lnTo>
                    <a:pt x="534" y="80"/>
                  </a:lnTo>
                  <a:lnTo>
                    <a:pt x="554" y="99"/>
                  </a:lnTo>
                  <a:lnTo>
                    <a:pt x="534" y="119"/>
                  </a:lnTo>
                  <a:lnTo>
                    <a:pt x="475" y="99"/>
                  </a:lnTo>
                  <a:lnTo>
                    <a:pt x="494" y="119"/>
                  </a:lnTo>
                  <a:lnTo>
                    <a:pt x="415" y="119"/>
                  </a:lnTo>
                  <a:lnTo>
                    <a:pt x="514" y="139"/>
                  </a:lnTo>
                  <a:lnTo>
                    <a:pt x="573" y="139"/>
                  </a:lnTo>
                  <a:lnTo>
                    <a:pt x="554" y="159"/>
                  </a:lnTo>
                  <a:lnTo>
                    <a:pt x="514" y="159"/>
                  </a:lnTo>
                  <a:lnTo>
                    <a:pt x="435" y="139"/>
                  </a:lnTo>
                  <a:lnTo>
                    <a:pt x="415" y="159"/>
                  </a:lnTo>
                  <a:lnTo>
                    <a:pt x="396" y="178"/>
                  </a:lnTo>
                  <a:lnTo>
                    <a:pt x="297" y="178"/>
                  </a:lnTo>
                  <a:lnTo>
                    <a:pt x="317" y="198"/>
                  </a:lnTo>
                  <a:lnTo>
                    <a:pt x="356" y="218"/>
                  </a:lnTo>
                  <a:lnTo>
                    <a:pt x="336" y="218"/>
                  </a:lnTo>
                  <a:lnTo>
                    <a:pt x="336" y="238"/>
                  </a:lnTo>
                  <a:lnTo>
                    <a:pt x="297" y="238"/>
                  </a:lnTo>
                  <a:lnTo>
                    <a:pt x="317" y="257"/>
                  </a:lnTo>
                  <a:lnTo>
                    <a:pt x="238" y="257"/>
                  </a:lnTo>
                  <a:lnTo>
                    <a:pt x="218" y="277"/>
                  </a:lnTo>
                  <a:lnTo>
                    <a:pt x="257" y="277"/>
                  </a:lnTo>
                  <a:lnTo>
                    <a:pt x="257" y="297"/>
                  </a:lnTo>
                  <a:lnTo>
                    <a:pt x="317" y="297"/>
                  </a:lnTo>
                  <a:lnTo>
                    <a:pt x="238" y="317"/>
                  </a:lnTo>
                  <a:lnTo>
                    <a:pt x="435" y="317"/>
                  </a:lnTo>
                  <a:lnTo>
                    <a:pt x="396" y="336"/>
                  </a:lnTo>
                  <a:lnTo>
                    <a:pt x="198" y="336"/>
                  </a:lnTo>
                  <a:lnTo>
                    <a:pt x="257" y="356"/>
                  </a:lnTo>
                  <a:lnTo>
                    <a:pt x="218" y="356"/>
                  </a:lnTo>
                  <a:lnTo>
                    <a:pt x="218" y="376"/>
                  </a:lnTo>
                  <a:lnTo>
                    <a:pt x="139" y="376"/>
                  </a:lnTo>
                  <a:lnTo>
                    <a:pt x="139" y="396"/>
                  </a:lnTo>
                  <a:lnTo>
                    <a:pt x="99" y="415"/>
                  </a:lnTo>
                  <a:lnTo>
                    <a:pt x="79" y="415"/>
                  </a:lnTo>
                  <a:lnTo>
                    <a:pt x="159" y="435"/>
                  </a:lnTo>
                  <a:lnTo>
                    <a:pt x="119" y="455"/>
                  </a:lnTo>
                  <a:lnTo>
                    <a:pt x="99" y="455"/>
                  </a:lnTo>
                  <a:lnTo>
                    <a:pt x="99" y="475"/>
                  </a:lnTo>
                  <a:lnTo>
                    <a:pt x="79" y="494"/>
                  </a:lnTo>
                  <a:lnTo>
                    <a:pt x="99" y="494"/>
                  </a:lnTo>
                  <a:lnTo>
                    <a:pt x="60" y="514"/>
                  </a:lnTo>
                  <a:lnTo>
                    <a:pt x="119" y="514"/>
                  </a:lnTo>
                  <a:lnTo>
                    <a:pt x="119" y="534"/>
                  </a:lnTo>
                  <a:lnTo>
                    <a:pt x="99" y="534"/>
                  </a:lnTo>
                  <a:lnTo>
                    <a:pt x="60" y="554"/>
                  </a:lnTo>
                  <a:lnTo>
                    <a:pt x="238" y="554"/>
                  </a:lnTo>
                  <a:lnTo>
                    <a:pt x="178" y="573"/>
                  </a:lnTo>
                  <a:lnTo>
                    <a:pt x="99" y="593"/>
                  </a:lnTo>
                  <a:lnTo>
                    <a:pt x="119" y="593"/>
                  </a:lnTo>
                  <a:lnTo>
                    <a:pt x="159" y="613"/>
                  </a:lnTo>
                  <a:lnTo>
                    <a:pt x="297" y="613"/>
                  </a:lnTo>
                  <a:lnTo>
                    <a:pt x="257" y="633"/>
                  </a:lnTo>
                  <a:lnTo>
                    <a:pt x="198" y="653"/>
                  </a:lnTo>
                  <a:lnTo>
                    <a:pt x="139" y="653"/>
                  </a:lnTo>
                  <a:lnTo>
                    <a:pt x="159" y="672"/>
                  </a:lnTo>
                  <a:lnTo>
                    <a:pt x="79" y="712"/>
                  </a:lnTo>
                  <a:lnTo>
                    <a:pt x="178" y="692"/>
                  </a:lnTo>
                  <a:lnTo>
                    <a:pt x="198" y="692"/>
                  </a:lnTo>
                  <a:lnTo>
                    <a:pt x="178" y="712"/>
                  </a:lnTo>
                  <a:lnTo>
                    <a:pt x="99" y="732"/>
                  </a:lnTo>
                  <a:lnTo>
                    <a:pt x="99" y="751"/>
                  </a:lnTo>
                  <a:lnTo>
                    <a:pt x="79" y="791"/>
                  </a:lnTo>
                  <a:lnTo>
                    <a:pt x="60" y="811"/>
                  </a:lnTo>
                  <a:lnTo>
                    <a:pt x="79" y="830"/>
                  </a:lnTo>
                  <a:lnTo>
                    <a:pt x="139" y="801"/>
                  </a:lnTo>
                  <a:lnTo>
                    <a:pt x="139" y="801"/>
                  </a:lnTo>
                  <a:lnTo>
                    <a:pt x="198" y="791"/>
                  </a:lnTo>
                  <a:lnTo>
                    <a:pt x="317" y="771"/>
                  </a:lnTo>
                  <a:lnTo>
                    <a:pt x="297" y="791"/>
                  </a:lnTo>
                  <a:lnTo>
                    <a:pt x="257" y="791"/>
                  </a:lnTo>
                  <a:lnTo>
                    <a:pt x="297" y="811"/>
                  </a:lnTo>
                  <a:lnTo>
                    <a:pt x="317" y="791"/>
                  </a:lnTo>
                  <a:lnTo>
                    <a:pt x="356" y="791"/>
                  </a:lnTo>
                  <a:lnTo>
                    <a:pt x="317" y="811"/>
                  </a:lnTo>
                  <a:lnTo>
                    <a:pt x="257" y="830"/>
                  </a:lnTo>
                  <a:lnTo>
                    <a:pt x="336" y="830"/>
                  </a:lnTo>
                  <a:lnTo>
                    <a:pt x="297" y="850"/>
                  </a:lnTo>
                  <a:lnTo>
                    <a:pt x="198" y="850"/>
                  </a:lnTo>
                  <a:lnTo>
                    <a:pt x="159" y="870"/>
                  </a:lnTo>
                  <a:lnTo>
                    <a:pt x="119" y="870"/>
                  </a:lnTo>
                  <a:lnTo>
                    <a:pt x="119" y="890"/>
                  </a:lnTo>
                  <a:lnTo>
                    <a:pt x="40" y="909"/>
                  </a:lnTo>
                  <a:lnTo>
                    <a:pt x="60" y="909"/>
                  </a:lnTo>
                  <a:lnTo>
                    <a:pt x="60" y="929"/>
                  </a:lnTo>
                  <a:lnTo>
                    <a:pt x="119" y="929"/>
                  </a:lnTo>
                  <a:lnTo>
                    <a:pt x="60" y="969"/>
                  </a:lnTo>
                  <a:lnTo>
                    <a:pt x="60" y="1008"/>
                  </a:lnTo>
                  <a:lnTo>
                    <a:pt x="99" y="988"/>
                  </a:lnTo>
                  <a:lnTo>
                    <a:pt x="139" y="988"/>
                  </a:lnTo>
                  <a:lnTo>
                    <a:pt x="99" y="1008"/>
                  </a:lnTo>
                  <a:lnTo>
                    <a:pt x="79" y="1028"/>
                  </a:lnTo>
                  <a:lnTo>
                    <a:pt x="60" y="1028"/>
                  </a:lnTo>
                  <a:lnTo>
                    <a:pt x="79" y="1048"/>
                  </a:lnTo>
                  <a:lnTo>
                    <a:pt x="119" y="1048"/>
                  </a:lnTo>
                  <a:lnTo>
                    <a:pt x="218" y="1028"/>
                  </a:lnTo>
                  <a:lnTo>
                    <a:pt x="218" y="1048"/>
                  </a:lnTo>
                  <a:lnTo>
                    <a:pt x="178" y="1067"/>
                  </a:lnTo>
                  <a:lnTo>
                    <a:pt x="238" y="1048"/>
                  </a:lnTo>
                  <a:lnTo>
                    <a:pt x="277" y="1067"/>
                  </a:lnTo>
                  <a:lnTo>
                    <a:pt x="198" y="1067"/>
                  </a:lnTo>
                  <a:lnTo>
                    <a:pt x="159" y="1087"/>
                  </a:lnTo>
                  <a:lnTo>
                    <a:pt x="159" y="1107"/>
                  </a:lnTo>
                  <a:lnTo>
                    <a:pt x="159" y="1127"/>
                  </a:lnTo>
                  <a:lnTo>
                    <a:pt x="356" y="1107"/>
                  </a:lnTo>
                  <a:lnTo>
                    <a:pt x="475" y="1067"/>
                  </a:lnTo>
                  <a:lnTo>
                    <a:pt x="593" y="1048"/>
                  </a:lnTo>
                  <a:lnTo>
                    <a:pt x="593" y="1048"/>
                  </a:lnTo>
                  <a:lnTo>
                    <a:pt x="534" y="1087"/>
                  </a:lnTo>
                  <a:lnTo>
                    <a:pt x="514" y="1107"/>
                  </a:lnTo>
                  <a:lnTo>
                    <a:pt x="435" y="1127"/>
                  </a:lnTo>
                  <a:lnTo>
                    <a:pt x="396" y="1146"/>
                  </a:lnTo>
                  <a:lnTo>
                    <a:pt x="376" y="1146"/>
                  </a:lnTo>
                  <a:lnTo>
                    <a:pt x="435" y="1127"/>
                  </a:lnTo>
                  <a:lnTo>
                    <a:pt x="435" y="1107"/>
                  </a:lnTo>
                  <a:lnTo>
                    <a:pt x="297" y="1186"/>
                  </a:lnTo>
                  <a:lnTo>
                    <a:pt x="257" y="1186"/>
                  </a:lnTo>
                  <a:lnTo>
                    <a:pt x="297" y="1166"/>
                  </a:lnTo>
                  <a:lnTo>
                    <a:pt x="297" y="1166"/>
                  </a:lnTo>
                  <a:lnTo>
                    <a:pt x="238" y="1186"/>
                  </a:lnTo>
                  <a:lnTo>
                    <a:pt x="218" y="1186"/>
                  </a:lnTo>
                  <a:lnTo>
                    <a:pt x="119" y="1225"/>
                  </a:lnTo>
                  <a:lnTo>
                    <a:pt x="139" y="1245"/>
                  </a:lnTo>
                  <a:lnTo>
                    <a:pt x="159" y="1245"/>
                  </a:lnTo>
                  <a:lnTo>
                    <a:pt x="139" y="1265"/>
                  </a:lnTo>
                  <a:lnTo>
                    <a:pt x="198" y="1265"/>
                  </a:lnTo>
                  <a:lnTo>
                    <a:pt x="178" y="1285"/>
                  </a:lnTo>
                  <a:lnTo>
                    <a:pt x="257" y="1265"/>
                  </a:lnTo>
                  <a:lnTo>
                    <a:pt x="238" y="1285"/>
                  </a:lnTo>
                  <a:lnTo>
                    <a:pt x="198" y="1304"/>
                  </a:lnTo>
                  <a:lnTo>
                    <a:pt x="238" y="1304"/>
                  </a:lnTo>
                  <a:lnTo>
                    <a:pt x="238" y="1324"/>
                  </a:lnTo>
                  <a:lnTo>
                    <a:pt x="317" y="1285"/>
                  </a:lnTo>
                  <a:lnTo>
                    <a:pt x="415" y="1265"/>
                  </a:lnTo>
                  <a:lnTo>
                    <a:pt x="435" y="1265"/>
                  </a:lnTo>
                  <a:lnTo>
                    <a:pt x="455" y="1285"/>
                  </a:lnTo>
                  <a:lnTo>
                    <a:pt x="376" y="1285"/>
                  </a:lnTo>
                  <a:lnTo>
                    <a:pt x="435" y="1304"/>
                  </a:lnTo>
                  <a:lnTo>
                    <a:pt x="376" y="1324"/>
                  </a:lnTo>
                  <a:lnTo>
                    <a:pt x="356" y="1324"/>
                  </a:lnTo>
                  <a:lnTo>
                    <a:pt x="336" y="1344"/>
                  </a:lnTo>
                  <a:lnTo>
                    <a:pt x="356" y="1344"/>
                  </a:lnTo>
                  <a:lnTo>
                    <a:pt x="435" y="1324"/>
                  </a:lnTo>
                  <a:lnTo>
                    <a:pt x="415" y="1344"/>
                  </a:lnTo>
                  <a:lnTo>
                    <a:pt x="415" y="1364"/>
                  </a:lnTo>
                  <a:lnTo>
                    <a:pt x="415" y="1364"/>
                  </a:lnTo>
                  <a:lnTo>
                    <a:pt x="415" y="1364"/>
                  </a:lnTo>
                  <a:lnTo>
                    <a:pt x="317" y="1383"/>
                  </a:lnTo>
                  <a:lnTo>
                    <a:pt x="238" y="1403"/>
                  </a:lnTo>
                  <a:lnTo>
                    <a:pt x="257" y="1383"/>
                  </a:lnTo>
                  <a:lnTo>
                    <a:pt x="277" y="1364"/>
                  </a:lnTo>
                  <a:lnTo>
                    <a:pt x="238" y="1364"/>
                  </a:lnTo>
                  <a:lnTo>
                    <a:pt x="277" y="1344"/>
                  </a:lnTo>
                  <a:lnTo>
                    <a:pt x="277" y="1324"/>
                  </a:lnTo>
                  <a:lnTo>
                    <a:pt x="218" y="1324"/>
                  </a:lnTo>
                  <a:lnTo>
                    <a:pt x="198" y="1364"/>
                  </a:lnTo>
                  <a:lnTo>
                    <a:pt x="218" y="1383"/>
                  </a:lnTo>
                  <a:lnTo>
                    <a:pt x="178" y="1403"/>
                  </a:lnTo>
                  <a:lnTo>
                    <a:pt x="297" y="1423"/>
                  </a:lnTo>
                  <a:lnTo>
                    <a:pt x="356" y="1383"/>
                  </a:lnTo>
                  <a:lnTo>
                    <a:pt x="415" y="1364"/>
                  </a:lnTo>
                  <a:lnTo>
                    <a:pt x="415" y="1364"/>
                  </a:lnTo>
                  <a:lnTo>
                    <a:pt x="336" y="1403"/>
                  </a:lnTo>
                  <a:lnTo>
                    <a:pt x="297" y="1443"/>
                  </a:lnTo>
                  <a:lnTo>
                    <a:pt x="376" y="1423"/>
                  </a:lnTo>
                  <a:lnTo>
                    <a:pt x="455" y="1403"/>
                  </a:lnTo>
                  <a:lnTo>
                    <a:pt x="475" y="1383"/>
                  </a:lnTo>
                  <a:lnTo>
                    <a:pt x="534" y="1364"/>
                  </a:lnTo>
                  <a:lnTo>
                    <a:pt x="573" y="1364"/>
                  </a:lnTo>
                  <a:lnTo>
                    <a:pt x="554" y="1383"/>
                  </a:lnTo>
                  <a:lnTo>
                    <a:pt x="534" y="1383"/>
                  </a:lnTo>
                  <a:lnTo>
                    <a:pt x="514" y="1403"/>
                  </a:lnTo>
                  <a:lnTo>
                    <a:pt x="494" y="1423"/>
                  </a:lnTo>
                  <a:lnTo>
                    <a:pt x="317" y="1443"/>
                  </a:lnTo>
                  <a:lnTo>
                    <a:pt x="297" y="1462"/>
                  </a:lnTo>
                  <a:lnTo>
                    <a:pt x="317" y="1462"/>
                  </a:lnTo>
                  <a:lnTo>
                    <a:pt x="297" y="1482"/>
                  </a:lnTo>
                  <a:lnTo>
                    <a:pt x="297" y="1482"/>
                  </a:lnTo>
                  <a:lnTo>
                    <a:pt x="356" y="1462"/>
                  </a:lnTo>
                  <a:lnTo>
                    <a:pt x="396" y="1443"/>
                  </a:lnTo>
                  <a:lnTo>
                    <a:pt x="554" y="1443"/>
                  </a:lnTo>
                  <a:lnTo>
                    <a:pt x="494" y="1462"/>
                  </a:lnTo>
                  <a:lnTo>
                    <a:pt x="435" y="1482"/>
                  </a:lnTo>
                  <a:lnTo>
                    <a:pt x="396" y="1482"/>
                  </a:lnTo>
                  <a:lnTo>
                    <a:pt x="297" y="1522"/>
                  </a:lnTo>
                  <a:lnTo>
                    <a:pt x="356" y="1502"/>
                  </a:lnTo>
                  <a:lnTo>
                    <a:pt x="376" y="1502"/>
                  </a:lnTo>
                  <a:lnTo>
                    <a:pt x="356" y="1522"/>
                  </a:lnTo>
                  <a:lnTo>
                    <a:pt x="356" y="1541"/>
                  </a:lnTo>
                  <a:lnTo>
                    <a:pt x="396" y="1561"/>
                  </a:lnTo>
                  <a:lnTo>
                    <a:pt x="435" y="1541"/>
                  </a:lnTo>
                  <a:lnTo>
                    <a:pt x="455" y="1541"/>
                  </a:lnTo>
                  <a:lnTo>
                    <a:pt x="435" y="1561"/>
                  </a:lnTo>
                  <a:lnTo>
                    <a:pt x="455" y="1561"/>
                  </a:lnTo>
                  <a:lnTo>
                    <a:pt x="455" y="1581"/>
                  </a:lnTo>
                  <a:lnTo>
                    <a:pt x="475" y="1581"/>
                  </a:lnTo>
                  <a:lnTo>
                    <a:pt x="514" y="1561"/>
                  </a:lnTo>
                  <a:lnTo>
                    <a:pt x="554" y="1522"/>
                  </a:lnTo>
                  <a:lnTo>
                    <a:pt x="613" y="1541"/>
                  </a:lnTo>
                  <a:lnTo>
                    <a:pt x="692" y="1541"/>
                  </a:lnTo>
                  <a:lnTo>
                    <a:pt x="830" y="1304"/>
                  </a:lnTo>
                  <a:lnTo>
                    <a:pt x="968" y="1048"/>
                  </a:lnTo>
                  <a:lnTo>
                    <a:pt x="1245" y="396"/>
                  </a:lnTo>
                  <a:lnTo>
                    <a:pt x="1107" y="396"/>
                  </a:lnTo>
                  <a:lnTo>
                    <a:pt x="1166" y="376"/>
                  </a:lnTo>
                  <a:lnTo>
                    <a:pt x="1186" y="376"/>
                  </a:lnTo>
                  <a:lnTo>
                    <a:pt x="1166" y="356"/>
                  </a:lnTo>
                  <a:lnTo>
                    <a:pt x="1245" y="356"/>
                  </a:lnTo>
                  <a:lnTo>
                    <a:pt x="1245" y="336"/>
                  </a:lnTo>
                  <a:lnTo>
                    <a:pt x="1067" y="336"/>
                  </a:lnTo>
                  <a:lnTo>
                    <a:pt x="1047" y="317"/>
                  </a:lnTo>
                  <a:lnTo>
                    <a:pt x="1067" y="317"/>
                  </a:lnTo>
                  <a:lnTo>
                    <a:pt x="1008" y="277"/>
                  </a:lnTo>
                  <a:lnTo>
                    <a:pt x="988" y="238"/>
                  </a:lnTo>
                  <a:lnTo>
                    <a:pt x="968" y="198"/>
                  </a:lnTo>
                  <a:lnTo>
                    <a:pt x="1008" y="139"/>
                  </a:lnTo>
                  <a:lnTo>
                    <a:pt x="1028" y="149"/>
                  </a:lnTo>
                  <a:lnTo>
                    <a:pt x="1028" y="149"/>
                  </a:lnTo>
                  <a:lnTo>
                    <a:pt x="1028" y="139"/>
                  </a:lnTo>
                  <a:lnTo>
                    <a:pt x="1067" y="139"/>
                  </a:lnTo>
                  <a:lnTo>
                    <a:pt x="1087" y="119"/>
                  </a:lnTo>
                  <a:lnTo>
                    <a:pt x="1047" y="119"/>
                  </a:lnTo>
                  <a:lnTo>
                    <a:pt x="1087" y="99"/>
                  </a:lnTo>
                  <a:lnTo>
                    <a:pt x="1087" y="119"/>
                  </a:lnTo>
                  <a:lnTo>
                    <a:pt x="1107" y="99"/>
                  </a:lnTo>
                  <a:lnTo>
                    <a:pt x="1126" y="80"/>
                  </a:lnTo>
                  <a:lnTo>
                    <a:pt x="1146" y="80"/>
                  </a:lnTo>
                  <a:lnTo>
                    <a:pt x="1146" y="60"/>
                  </a:lnTo>
                  <a:lnTo>
                    <a:pt x="1265" y="60"/>
                  </a:lnTo>
                  <a:lnTo>
                    <a:pt x="1205" y="40"/>
                  </a:lnTo>
                  <a:lnTo>
                    <a:pt x="1146" y="40"/>
                  </a:lnTo>
                  <a:lnTo>
                    <a:pt x="1126" y="20"/>
                  </a:lnTo>
                  <a:lnTo>
                    <a:pt x="968" y="1"/>
                  </a:lnTo>
                  <a:close/>
                  <a:moveTo>
                    <a:pt x="475" y="1581"/>
                  </a:moveTo>
                  <a:lnTo>
                    <a:pt x="475" y="1601"/>
                  </a:lnTo>
                  <a:lnTo>
                    <a:pt x="514" y="158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 name="Google Shape;2499;p9"/>
            <p:cNvSpPr/>
            <p:nvPr/>
          </p:nvSpPr>
          <p:spPr>
            <a:xfrm>
              <a:off x="-1164000" y="4095600"/>
              <a:ext cx="525" cy="500"/>
            </a:xfrm>
            <a:custGeom>
              <a:rect b="b" l="l" r="r" t="t"/>
              <a:pathLst>
                <a:path extrusionOk="0" h="20" w="21">
                  <a:moveTo>
                    <a:pt x="20" y="0"/>
                  </a:moveTo>
                  <a:lnTo>
                    <a:pt x="20" y="0"/>
                  </a:lnTo>
                  <a:lnTo>
                    <a:pt x="0" y="20"/>
                  </a:lnTo>
                  <a:lnTo>
                    <a:pt x="0" y="2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 name="Google Shape;2500;p9"/>
            <p:cNvSpPr/>
            <p:nvPr/>
          </p:nvSpPr>
          <p:spPr>
            <a:xfrm>
              <a:off x="-1395600" y="410002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 name="Google Shape;2501;p9"/>
            <p:cNvSpPr/>
            <p:nvPr/>
          </p:nvSpPr>
          <p:spPr>
            <a:xfrm>
              <a:off x="-1397075" y="4099050"/>
              <a:ext cx="25" cy="25"/>
            </a:xfrm>
            <a:custGeom>
              <a:rect b="b" l="l" r="r" t="t"/>
              <a:pathLst>
                <a:path extrusionOk="0" h="1" w="1">
                  <a:moveTo>
                    <a:pt x="0" y="0"/>
                  </a:move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 name="Google Shape;2502;p9"/>
            <p:cNvSpPr/>
            <p:nvPr/>
          </p:nvSpPr>
          <p:spPr>
            <a:xfrm>
              <a:off x="-1435600" y="4052125"/>
              <a:ext cx="48425" cy="55350"/>
            </a:xfrm>
            <a:custGeom>
              <a:rect b="b" l="l" r="r" t="t"/>
              <a:pathLst>
                <a:path extrusionOk="0" h="2214" w="1937">
                  <a:moveTo>
                    <a:pt x="652" y="80"/>
                  </a:moveTo>
                  <a:lnTo>
                    <a:pt x="692" y="100"/>
                  </a:lnTo>
                  <a:lnTo>
                    <a:pt x="633" y="80"/>
                  </a:lnTo>
                  <a:close/>
                  <a:moveTo>
                    <a:pt x="1403" y="712"/>
                  </a:moveTo>
                  <a:lnTo>
                    <a:pt x="1403" y="732"/>
                  </a:lnTo>
                  <a:lnTo>
                    <a:pt x="1304" y="732"/>
                  </a:lnTo>
                  <a:lnTo>
                    <a:pt x="1344" y="712"/>
                  </a:lnTo>
                  <a:close/>
                  <a:moveTo>
                    <a:pt x="336" y="831"/>
                  </a:moveTo>
                  <a:lnTo>
                    <a:pt x="277" y="850"/>
                  </a:lnTo>
                  <a:lnTo>
                    <a:pt x="356" y="831"/>
                  </a:lnTo>
                  <a:close/>
                  <a:moveTo>
                    <a:pt x="218" y="969"/>
                  </a:moveTo>
                  <a:lnTo>
                    <a:pt x="198" y="989"/>
                  </a:lnTo>
                  <a:lnTo>
                    <a:pt x="238" y="989"/>
                  </a:lnTo>
                  <a:lnTo>
                    <a:pt x="218" y="969"/>
                  </a:lnTo>
                  <a:close/>
                  <a:moveTo>
                    <a:pt x="80" y="969"/>
                  </a:moveTo>
                  <a:lnTo>
                    <a:pt x="60" y="989"/>
                  </a:lnTo>
                  <a:lnTo>
                    <a:pt x="60" y="1008"/>
                  </a:lnTo>
                  <a:lnTo>
                    <a:pt x="40" y="1028"/>
                  </a:lnTo>
                  <a:lnTo>
                    <a:pt x="139" y="1048"/>
                  </a:lnTo>
                  <a:lnTo>
                    <a:pt x="198" y="1028"/>
                  </a:lnTo>
                  <a:lnTo>
                    <a:pt x="80" y="1028"/>
                  </a:lnTo>
                  <a:lnTo>
                    <a:pt x="99" y="1008"/>
                  </a:lnTo>
                  <a:lnTo>
                    <a:pt x="119" y="1008"/>
                  </a:lnTo>
                  <a:lnTo>
                    <a:pt x="99" y="989"/>
                  </a:lnTo>
                  <a:lnTo>
                    <a:pt x="139" y="989"/>
                  </a:lnTo>
                  <a:lnTo>
                    <a:pt x="139" y="969"/>
                  </a:lnTo>
                  <a:close/>
                  <a:moveTo>
                    <a:pt x="1778" y="1265"/>
                  </a:moveTo>
                  <a:lnTo>
                    <a:pt x="1719" y="1285"/>
                  </a:lnTo>
                  <a:lnTo>
                    <a:pt x="1739" y="1285"/>
                  </a:lnTo>
                  <a:lnTo>
                    <a:pt x="1778" y="1265"/>
                  </a:lnTo>
                  <a:close/>
                  <a:moveTo>
                    <a:pt x="376" y="1285"/>
                  </a:moveTo>
                  <a:lnTo>
                    <a:pt x="317" y="1305"/>
                  </a:lnTo>
                  <a:lnTo>
                    <a:pt x="317" y="1305"/>
                  </a:lnTo>
                  <a:lnTo>
                    <a:pt x="396" y="1285"/>
                  </a:lnTo>
                  <a:close/>
                  <a:moveTo>
                    <a:pt x="297" y="1245"/>
                  </a:moveTo>
                  <a:lnTo>
                    <a:pt x="198" y="1265"/>
                  </a:lnTo>
                  <a:lnTo>
                    <a:pt x="218" y="1265"/>
                  </a:lnTo>
                  <a:lnTo>
                    <a:pt x="218" y="1285"/>
                  </a:lnTo>
                  <a:lnTo>
                    <a:pt x="198" y="1305"/>
                  </a:lnTo>
                  <a:lnTo>
                    <a:pt x="198" y="1305"/>
                  </a:lnTo>
                  <a:lnTo>
                    <a:pt x="238" y="1285"/>
                  </a:lnTo>
                  <a:lnTo>
                    <a:pt x="336" y="1265"/>
                  </a:lnTo>
                  <a:lnTo>
                    <a:pt x="317" y="1265"/>
                  </a:lnTo>
                  <a:lnTo>
                    <a:pt x="336" y="1245"/>
                  </a:lnTo>
                  <a:close/>
                  <a:moveTo>
                    <a:pt x="1522" y="1324"/>
                  </a:moveTo>
                  <a:lnTo>
                    <a:pt x="1443" y="1344"/>
                  </a:lnTo>
                  <a:lnTo>
                    <a:pt x="1443" y="1349"/>
                  </a:lnTo>
                  <a:lnTo>
                    <a:pt x="1443" y="1349"/>
                  </a:lnTo>
                  <a:lnTo>
                    <a:pt x="1462" y="1344"/>
                  </a:lnTo>
                  <a:lnTo>
                    <a:pt x="1522" y="1324"/>
                  </a:lnTo>
                  <a:close/>
                  <a:moveTo>
                    <a:pt x="1482" y="1344"/>
                  </a:moveTo>
                  <a:lnTo>
                    <a:pt x="1443" y="1354"/>
                  </a:lnTo>
                  <a:lnTo>
                    <a:pt x="1443" y="1354"/>
                  </a:lnTo>
                  <a:lnTo>
                    <a:pt x="1443" y="1364"/>
                  </a:lnTo>
                  <a:lnTo>
                    <a:pt x="1482" y="1344"/>
                  </a:lnTo>
                  <a:close/>
                  <a:moveTo>
                    <a:pt x="1443" y="1349"/>
                  </a:moveTo>
                  <a:lnTo>
                    <a:pt x="1383" y="1364"/>
                  </a:lnTo>
                  <a:lnTo>
                    <a:pt x="1324" y="1384"/>
                  </a:lnTo>
                  <a:lnTo>
                    <a:pt x="1324" y="1384"/>
                  </a:lnTo>
                  <a:lnTo>
                    <a:pt x="1403" y="1364"/>
                  </a:lnTo>
                  <a:lnTo>
                    <a:pt x="1443" y="1354"/>
                  </a:lnTo>
                  <a:lnTo>
                    <a:pt x="1443" y="1354"/>
                  </a:lnTo>
                  <a:lnTo>
                    <a:pt x="1443" y="1349"/>
                  </a:lnTo>
                  <a:close/>
                  <a:moveTo>
                    <a:pt x="1798" y="1423"/>
                  </a:moveTo>
                  <a:lnTo>
                    <a:pt x="1786" y="1435"/>
                  </a:lnTo>
                  <a:lnTo>
                    <a:pt x="1786" y="1435"/>
                  </a:lnTo>
                  <a:lnTo>
                    <a:pt x="1798" y="1432"/>
                  </a:lnTo>
                  <a:lnTo>
                    <a:pt x="1798" y="1432"/>
                  </a:lnTo>
                  <a:lnTo>
                    <a:pt x="1798" y="1423"/>
                  </a:lnTo>
                  <a:close/>
                  <a:moveTo>
                    <a:pt x="1786" y="1435"/>
                  </a:moveTo>
                  <a:lnTo>
                    <a:pt x="1759" y="1443"/>
                  </a:lnTo>
                  <a:lnTo>
                    <a:pt x="1778" y="1443"/>
                  </a:lnTo>
                  <a:lnTo>
                    <a:pt x="1786" y="1435"/>
                  </a:lnTo>
                  <a:close/>
                  <a:moveTo>
                    <a:pt x="415" y="1443"/>
                  </a:moveTo>
                  <a:lnTo>
                    <a:pt x="396" y="1463"/>
                  </a:lnTo>
                  <a:lnTo>
                    <a:pt x="396" y="1463"/>
                  </a:lnTo>
                  <a:lnTo>
                    <a:pt x="455" y="1443"/>
                  </a:lnTo>
                  <a:close/>
                  <a:moveTo>
                    <a:pt x="1877" y="1443"/>
                  </a:moveTo>
                  <a:lnTo>
                    <a:pt x="1824" y="1456"/>
                  </a:lnTo>
                  <a:lnTo>
                    <a:pt x="1824" y="1456"/>
                  </a:lnTo>
                  <a:lnTo>
                    <a:pt x="1818" y="1463"/>
                  </a:lnTo>
                  <a:lnTo>
                    <a:pt x="1818" y="1463"/>
                  </a:lnTo>
                  <a:lnTo>
                    <a:pt x="1877" y="1443"/>
                  </a:lnTo>
                  <a:close/>
                  <a:moveTo>
                    <a:pt x="415" y="1463"/>
                  </a:moveTo>
                  <a:lnTo>
                    <a:pt x="415" y="1482"/>
                  </a:lnTo>
                  <a:lnTo>
                    <a:pt x="435" y="1489"/>
                  </a:lnTo>
                  <a:lnTo>
                    <a:pt x="435" y="1489"/>
                  </a:lnTo>
                  <a:lnTo>
                    <a:pt x="435" y="1482"/>
                  </a:lnTo>
                  <a:lnTo>
                    <a:pt x="435" y="1463"/>
                  </a:lnTo>
                  <a:close/>
                  <a:moveTo>
                    <a:pt x="435" y="1489"/>
                  </a:moveTo>
                  <a:lnTo>
                    <a:pt x="435" y="1502"/>
                  </a:lnTo>
                  <a:lnTo>
                    <a:pt x="458" y="1496"/>
                  </a:lnTo>
                  <a:lnTo>
                    <a:pt x="458" y="1496"/>
                  </a:lnTo>
                  <a:lnTo>
                    <a:pt x="435" y="1489"/>
                  </a:lnTo>
                  <a:close/>
                  <a:moveTo>
                    <a:pt x="514" y="1640"/>
                  </a:moveTo>
                  <a:lnTo>
                    <a:pt x="475" y="1660"/>
                  </a:lnTo>
                  <a:lnTo>
                    <a:pt x="514" y="1660"/>
                  </a:lnTo>
                  <a:lnTo>
                    <a:pt x="514" y="1640"/>
                  </a:lnTo>
                  <a:close/>
                  <a:moveTo>
                    <a:pt x="1818" y="1640"/>
                  </a:moveTo>
                  <a:lnTo>
                    <a:pt x="1778" y="1660"/>
                  </a:lnTo>
                  <a:lnTo>
                    <a:pt x="1818" y="1640"/>
                  </a:lnTo>
                  <a:close/>
                  <a:moveTo>
                    <a:pt x="1620" y="1719"/>
                  </a:moveTo>
                  <a:lnTo>
                    <a:pt x="1601" y="1739"/>
                  </a:lnTo>
                  <a:lnTo>
                    <a:pt x="1601" y="1739"/>
                  </a:lnTo>
                  <a:lnTo>
                    <a:pt x="1620" y="1731"/>
                  </a:lnTo>
                  <a:lnTo>
                    <a:pt x="1620" y="1731"/>
                  </a:lnTo>
                  <a:lnTo>
                    <a:pt x="1620" y="1719"/>
                  </a:lnTo>
                  <a:close/>
                  <a:moveTo>
                    <a:pt x="1778" y="1660"/>
                  </a:moveTo>
                  <a:lnTo>
                    <a:pt x="1739" y="1680"/>
                  </a:lnTo>
                  <a:lnTo>
                    <a:pt x="1620" y="1731"/>
                  </a:lnTo>
                  <a:lnTo>
                    <a:pt x="1620" y="1731"/>
                  </a:lnTo>
                  <a:lnTo>
                    <a:pt x="1620" y="1739"/>
                  </a:lnTo>
                  <a:lnTo>
                    <a:pt x="1699" y="1700"/>
                  </a:lnTo>
                  <a:lnTo>
                    <a:pt x="1778" y="1660"/>
                  </a:lnTo>
                  <a:close/>
                  <a:moveTo>
                    <a:pt x="850" y="1846"/>
                  </a:moveTo>
                  <a:lnTo>
                    <a:pt x="771" y="1877"/>
                  </a:lnTo>
                  <a:lnTo>
                    <a:pt x="791" y="1858"/>
                  </a:lnTo>
                  <a:lnTo>
                    <a:pt x="850" y="1846"/>
                  </a:lnTo>
                  <a:close/>
                  <a:moveTo>
                    <a:pt x="1581" y="1897"/>
                  </a:moveTo>
                  <a:lnTo>
                    <a:pt x="1561" y="1907"/>
                  </a:lnTo>
                  <a:lnTo>
                    <a:pt x="1561" y="1907"/>
                  </a:lnTo>
                  <a:lnTo>
                    <a:pt x="1561" y="1917"/>
                  </a:lnTo>
                  <a:lnTo>
                    <a:pt x="1581" y="1897"/>
                  </a:lnTo>
                  <a:close/>
                  <a:moveTo>
                    <a:pt x="1660" y="1858"/>
                  </a:moveTo>
                  <a:lnTo>
                    <a:pt x="1581" y="1897"/>
                  </a:lnTo>
                  <a:lnTo>
                    <a:pt x="1601" y="1917"/>
                  </a:lnTo>
                  <a:lnTo>
                    <a:pt x="1640" y="1897"/>
                  </a:lnTo>
                  <a:lnTo>
                    <a:pt x="1660" y="1877"/>
                  </a:lnTo>
                  <a:lnTo>
                    <a:pt x="1699" y="1858"/>
                  </a:lnTo>
                  <a:close/>
                  <a:moveTo>
                    <a:pt x="1522" y="1956"/>
                  </a:moveTo>
                  <a:lnTo>
                    <a:pt x="1502" y="1976"/>
                  </a:lnTo>
                  <a:lnTo>
                    <a:pt x="1522" y="1976"/>
                  </a:lnTo>
                  <a:lnTo>
                    <a:pt x="1541" y="1956"/>
                  </a:lnTo>
                  <a:close/>
                  <a:moveTo>
                    <a:pt x="731" y="1"/>
                  </a:moveTo>
                  <a:lnTo>
                    <a:pt x="771" y="21"/>
                  </a:lnTo>
                  <a:lnTo>
                    <a:pt x="731" y="21"/>
                  </a:lnTo>
                  <a:lnTo>
                    <a:pt x="751" y="40"/>
                  </a:lnTo>
                  <a:lnTo>
                    <a:pt x="692" y="21"/>
                  </a:lnTo>
                  <a:lnTo>
                    <a:pt x="593" y="21"/>
                  </a:lnTo>
                  <a:lnTo>
                    <a:pt x="613" y="40"/>
                  </a:lnTo>
                  <a:lnTo>
                    <a:pt x="633" y="40"/>
                  </a:lnTo>
                  <a:lnTo>
                    <a:pt x="613" y="60"/>
                  </a:lnTo>
                  <a:lnTo>
                    <a:pt x="554" y="40"/>
                  </a:lnTo>
                  <a:lnTo>
                    <a:pt x="573" y="60"/>
                  </a:lnTo>
                  <a:lnTo>
                    <a:pt x="562" y="72"/>
                  </a:lnTo>
                  <a:lnTo>
                    <a:pt x="562" y="72"/>
                  </a:lnTo>
                  <a:lnTo>
                    <a:pt x="514" y="60"/>
                  </a:lnTo>
                  <a:lnTo>
                    <a:pt x="475" y="80"/>
                  </a:lnTo>
                  <a:lnTo>
                    <a:pt x="475" y="100"/>
                  </a:lnTo>
                  <a:lnTo>
                    <a:pt x="455" y="80"/>
                  </a:lnTo>
                  <a:lnTo>
                    <a:pt x="376" y="80"/>
                  </a:lnTo>
                  <a:lnTo>
                    <a:pt x="376" y="100"/>
                  </a:lnTo>
                  <a:lnTo>
                    <a:pt x="415" y="100"/>
                  </a:lnTo>
                  <a:lnTo>
                    <a:pt x="435" y="119"/>
                  </a:lnTo>
                  <a:lnTo>
                    <a:pt x="376" y="119"/>
                  </a:lnTo>
                  <a:lnTo>
                    <a:pt x="376" y="139"/>
                  </a:lnTo>
                  <a:lnTo>
                    <a:pt x="317" y="139"/>
                  </a:lnTo>
                  <a:lnTo>
                    <a:pt x="317" y="159"/>
                  </a:lnTo>
                  <a:lnTo>
                    <a:pt x="376" y="179"/>
                  </a:lnTo>
                  <a:lnTo>
                    <a:pt x="297" y="179"/>
                  </a:lnTo>
                  <a:lnTo>
                    <a:pt x="415" y="198"/>
                  </a:lnTo>
                  <a:lnTo>
                    <a:pt x="317" y="198"/>
                  </a:lnTo>
                  <a:lnTo>
                    <a:pt x="277" y="218"/>
                  </a:lnTo>
                  <a:lnTo>
                    <a:pt x="178" y="218"/>
                  </a:lnTo>
                  <a:lnTo>
                    <a:pt x="159" y="238"/>
                  </a:lnTo>
                  <a:lnTo>
                    <a:pt x="139" y="238"/>
                  </a:lnTo>
                  <a:lnTo>
                    <a:pt x="198" y="258"/>
                  </a:lnTo>
                  <a:lnTo>
                    <a:pt x="119" y="258"/>
                  </a:lnTo>
                  <a:lnTo>
                    <a:pt x="139" y="277"/>
                  </a:lnTo>
                  <a:lnTo>
                    <a:pt x="119" y="297"/>
                  </a:lnTo>
                  <a:lnTo>
                    <a:pt x="139" y="297"/>
                  </a:lnTo>
                  <a:lnTo>
                    <a:pt x="178" y="317"/>
                  </a:lnTo>
                  <a:lnTo>
                    <a:pt x="159" y="317"/>
                  </a:lnTo>
                  <a:lnTo>
                    <a:pt x="80" y="337"/>
                  </a:lnTo>
                  <a:lnTo>
                    <a:pt x="257" y="356"/>
                  </a:lnTo>
                  <a:lnTo>
                    <a:pt x="218" y="356"/>
                  </a:lnTo>
                  <a:lnTo>
                    <a:pt x="119" y="376"/>
                  </a:lnTo>
                  <a:lnTo>
                    <a:pt x="119" y="376"/>
                  </a:lnTo>
                  <a:lnTo>
                    <a:pt x="139" y="356"/>
                  </a:lnTo>
                  <a:lnTo>
                    <a:pt x="119" y="356"/>
                  </a:lnTo>
                  <a:lnTo>
                    <a:pt x="20" y="376"/>
                  </a:lnTo>
                  <a:lnTo>
                    <a:pt x="40" y="376"/>
                  </a:lnTo>
                  <a:lnTo>
                    <a:pt x="20" y="396"/>
                  </a:lnTo>
                  <a:lnTo>
                    <a:pt x="139" y="396"/>
                  </a:lnTo>
                  <a:lnTo>
                    <a:pt x="60" y="376"/>
                  </a:lnTo>
                  <a:lnTo>
                    <a:pt x="178" y="376"/>
                  </a:lnTo>
                  <a:lnTo>
                    <a:pt x="218" y="396"/>
                  </a:lnTo>
                  <a:lnTo>
                    <a:pt x="317" y="416"/>
                  </a:lnTo>
                  <a:lnTo>
                    <a:pt x="257" y="435"/>
                  </a:lnTo>
                  <a:lnTo>
                    <a:pt x="139" y="416"/>
                  </a:lnTo>
                  <a:lnTo>
                    <a:pt x="178" y="435"/>
                  </a:lnTo>
                  <a:lnTo>
                    <a:pt x="159" y="435"/>
                  </a:lnTo>
                  <a:lnTo>
                    <a:pt x="80" y="455"/>
                  </a:lnTo>
                  <a:lnTo>
                    <a:pt x="198" y="455"/>
                  </a:lnTo>
                  <a:lnTo>
                    <a:pt x="178" y="475"/>
                  </a:lnTo>
                  <a:lnTo>
                    <a:pt x="99" y="475"/>
                  </a:lnTo>
                  <a:lnTo>
                    <a:pt x="99" y="495"/>
                  </a:lnTo>
                  <a:lnTo>
                    <a:pt x="60" y="514"/>
                  </a:lnTo>
                  <a:lnTo>
                    <a:pt x="40" y="534"/>
                  </a:lnTo>
                  <a:lnTo>
                    <a:pt x="60" y="554"/>
                  </a:lnTo>
                  <a:lnTo>
                    <a:pt x="139" y="534"/>
                  </a:lnTo>
                  <a:lnTo>
                    <a:pt x="297" y="534"/>
                  </a:lnTo>
                  <a:lnTo>
                    <a:pt x="277" y="554"/>
                  </a:lnTo>
                  <a:lnTo>
                    <a:pt x="336" y="554"/>
                  </a:lnTo>
                  <a:lnTo>
                    <a:pt x="297" y="574"/>
                  </a:lnTo>
                  <a:lnTo>
                    <a:pt x="257" y="574"/>
                  </a:lnTo>
                  <a:lnTo>
                    <a:pt x="317" y="593"/>
                  </a:lnTo>
                  <a:lnTo>
                    <a:pt x="257" y="593"/>
                  </a:lnTo>
                  <a:lnTo>
                    <a:pt x="178" y="574"/>
                  </a:lnTo>
                  <a:lnTo>
                    <a:pt x="139" y="593"/>
                  </a:lnTo>
                  <a:lnTo>
                    <a:pt x="20" y="593"/>
                  </a:lnTo>
                  <a:lnTo>
                    <a:pt x="20" y="613"/>
                  </a:lnTo>
                  <a:lnTo>
                    <a:pt x="1" y="613"/>
                  </a:lnTo>
                  <a:lnTo>
                    <a:pt x="80" y="633"/>
                  </a:lnTo>
                  <a:lnTo>
                    <a:pt x="20" y="653"/>
                  </a:lnTo>
                  <a:lnTo>
                    <a:pt x="1" y="672"/>
                  </a:lnTo>
                  <a:lnTo>
                    <a:pt x="80" y="672"/>
                  </a:lnTo>
                  <a:lnTo>
                    <a:pt x="60" y="692"/>
                  </a:lnTo>
                  <a:lnTo>
                    <a:pt x="1" y="692"/>
                  </a:lnTo>
                  <a:lnTo>
                    <a:pt x="20" y="712"/>
                  </a:lnTo>
                  <a:lnTo>
                    <a:pt x="60" y="732"/>
                  </a:lnTo>
                  <a:lnTo>
                    <a:pt x="99" y="732"/>
                  </a:lnTo>
                  <a:lnTo>
                    <a:pt x="178" y="751"/>
                  </a:lnTo>
                  <a:lnTo>
                    <a:pt x="198" y="751"/>
                  </a:lnTo>
                  <a:lnTo>
                    <a:pt x="178" y="771"/>
                  </a:lnTo>
                  <a:lnTo>
                    <a:pt x="119" y="751"/>
                  </a:lnTo>
                  <a:lnTo>
                    <a:pt x="80" y="751"/>
                  </a:lnTo>
                  <a:lnTo>
                    <a:pt x="80" y="771"/>
                  </a:lnTo>
                  <a:lnTo>
                    <a:pt x="80" y="791"/>
                  </a:lnTo>
                  <a:lnTo>
                    <a:pt x="277" y="811"/>
                  </a:lnTo>
                  <a:lnTo>
                    <a:pt x="455" y="811"/>
                  </a:lnTo>
                  <a:lnTo>
                    <a:pt x="415" y="831"/>
                  </a:lnTo>
                  <a:lnTo>
                    <a:pt x="336" y="850"/>
                  </a:lnTo>
                  <a:lnTo>
                    <a:pt x="277" y="850"/>
                  </a:lnTo>
                  <a:lnTo>
                    <a:pt x="198" y="870"/>
                  </a:lnTo>
                  <a:lnTo>
                    <a:pt x="139" y="850"/>
                  </a:lnTo>
                  <a:lnTo>
                    <a:pt x="119" y="850"/>
                  </a:lnTo>
                  <a:lnTo>
                    <a:pt x="20" y="870"/>
                  </a:lnTo>
                  <a:lnTo>
                    <a:pt x="80" y="870"/>
                  </a:lnTo>
                  <a:lnTo>
                    <a:pt x="40" y="890"/>
                  </a:lnTo>
                  <a:lnTo>
                    <a:pt x="60" y="910"/>
                  </a:lnTo>
                  <a:lnTo>
                    <a:pt x="80" y="910"/>
                  </a:lnTo>
                  <a:lnTo>
                    <a:pt x="60" y="929"/>
                  </a:lnTo>
                  <a:lnTo>
                    <a:pt x="139" y="910"/>
                  </a:lnTo>
                  <a:lnTo>
                    <a:pt x="139" y="929"/>
                  </a:lnTo>
                  <a:lnTo>
                    <a:pt x="119" y="929"/>
                  </a:lnTo>
                  <a:lnTo>
                    <a:pt x="60" y="949"/>
                  </a:lnTo>
                  <a:lnTo>
                    <a:pt x="317" y="949"/>
                  </a:lnTo>
                  <a:lnTo>
                    <a:pt x="317" y="969"/>
                  </a:lnTo>
                  <a:lnTo>
                    <a:pt x="277" y="969"/>
                  </a:lnTo>
                  <a:lnTo>
                    <a:pt x="297" y="989"/>
                  </a:lnTo>
                  <a:lnTo>
                    <a:pt x="277" y="1008"/>
                  </a:lnTo>
                  <a:lnTo>
                    <a:pt x="257" y="1028"/>
                  </a:lnTo>
                  <a:lnTo>
                    <a:pt x="277" y="1028"/>
                  </a:lnTo>
                  <a:lnTo>
                    <a:pt x="178" y="1048"/>
                  </a:lnTo>
                  <a:lnTo>
                    <a:pt x="139" y="1068"/>
                  </a:lnTo>
                  <a:lnTo>
                    <a:pt x="297" y="1068"/>
                  </a:lnTo>
                  <a:lnTo>
                    <a:pt x="336" y="1048"/>
                  </a:lnTo>
                  <a:lnTo>
                    <a:pt x="396" y="1048"/>
                  </a:lnTo>
                  <a:lnTo>
                    <a:pt x="376" y="1068"/>
                  </a:lnTo>
                  <a:lnTo>
                    <a:pt x="336" y="1087"/>
                  </a:lnTo>
                  <a:lnTo>
                    <a:pt x="159" y="1068"/>
                  </a:lnTo>
                  <a:lnTo>
                    <a:pt x="139" y="1087"/>
                  </a:lnTo>
                  <a:lnTo>
                    <a:pt x="119" y="1107"/>
                  </a:lnTo>
                  <a:lnTo>
                    <a:pt x="218" y="1087"/>
                  </a:lnTo>
                  <a:lnTo>
                    <a:pt x="317" y="1107"/>
                  </a:lnTo>
                  <a:lnTo>
                    <a:pt x="396" y="1127"/>
                  </a:lnTo>
                  <a:lnTo>
                    <a:pt x="178" y="1127"/>
                  </a:lnTo>
                  <a:lnTo>
                    <a:pt x="198" y="1147"/>
                  </a:lnTo>
                  <a:lnTo>
                    <a:pt x="178" y="1147"/>
                  </a:lnTo>
                  <a:lnTo>
                    <a:pt x="178" y="1166"/>
                  </a:lnTo>
                  <a:lnTo>
                    <a:pt x="198" y="1186"/>
                  </a:lnTo>
                  <a:lnTo>
                    <a:pt x="238" y="1166"/>
                  </a:lnTo>
                  <a:lnTo>
                    <a:pt x="257" y="1166"/>
                  </a:lnTo>
                  <a:lnTo>
                    <a:pt x="238" y="1186"/>
                  </a:lnTo>
                  <a:lnTo>
                    <a:pt x="257" y="1186"/>
                  </a:lnTo>
                  <a:lnTo>
                    <a:pt x="238" y="1206"/>
                  </a:lnTo>
                  <a:lnTo>
                    <a:pt x="257" y="1206"/>
                  </a:lnTo>
                  <a:lnTo>
                    <a:pt x="257" y="1226"/>
                  </a:lnTo>
                  <a:lnTo>
                    <a:pt x="297" y="1226"/>
                  </a:lnTo>
                  <a:lnTo>
                    <a:pt x="277" y="1206"/>
                  </a:lnTo>
                  <a:lnTo>
                    <a:pt x="317" y="1206"/>
                  </a:lnTo>
                  <a:lnTo>
                    <a:pt x="356" y="1186"/>
                  </a:lnTo>
                  <a:lnTo>
                    <a:pt x="415" y="1206"/>
                  </a:lnTo>
                  <a:lnTo>
                    <a:pt x="435" y="1206"/>
                  </a:lnTo>
                  <a:lnTo>
                    <a:pt x="455" y="1226"/>
                  </a:lnTo>
                  <a:lnTo>
                    <a:pt x="475" y="1206"/>
                  </a:lnTo>
                  <a:lnTo>
                    <a:pt x="494" y="1206"/>
                  </a:lnTo>
                  <a:lnTo>
                    <a:pt x="494" y="1226"/>
                  </a:lnTo>
                  <a:lnTo>
                    <a:pt x="435" y="1245"/>
                  </a:lnTo>
                  <a:lnTo>
                    <a:pt x="455" y="1265"/>
                  </a:lnTo>
                  <a:lnTo>
                    <a:pt x="435" y="1265"/>
                  </a:lnTo>
                  <a:lnTo>
                    <a:pt x="435" y="1285"/>
                  </a:lnTo>
                  <a:lnTo>
                    <a:pt x="396" y="1285"/>
                  </a:lnTo>
                  <a:lnTo>
                    <a:pt x="336" y="1305"/>
                  </a:lnTo>
                  <a:lnTo>
                    <a:pt x="356" y="1305"/>
                  </a:lnTo>
                  <a:lnTo>
                    <a:pt x="376" y="1324"/>
                  </a:lnTo>
                  <a:lnTo>
                    <a:pt x="415" y="1324"/>
                  </a:lnTo>
                  <a:lnTo>
                    <a:pt x="475" y="1305"/>
                  </a:lnTo>
                  <a:lnTo>
                    <a:pt x="554" y="1285"/>
                  </a:lnTo>
                  <a:lnTo>
                    <a:pt x="554" y="1305"/>
                  </a:lnTo>
                  <a:lnTo>
                    <a:pt x="573" y="1305"/>
                  </a:lnTo>
                  <a:lnTo>
                    <a:pt x="554" y="1324"/>
                  </a:lnTo>
                  <a:lnTo>
                    <a:pt x="573" y="1324"/>
                  </a:lnTo>
                  <a:lnTo>
                    <a:pt x="534" y="1344"/>
                  </a:lnTo>
                  <a:lnTo>
                    <a:pt x="494" y="1364"/>
                  </a:lnTo>
                  <a:lnTo>
                    <a:pt x="494" y="1344"/>
                  </a:lnTo>
                  <a:lnTo>
                    <a:pt x="475" y="1344"/>
                  </a:lnTo>
                  <a:lnTo>
                    <a:pt x="396" y="1364"/>
                  </a:lnTo>
                  <a:lnTo>
                    <a:pt x="376" y="1364"/>
                  </a:lnTo>
                  <a:lnTo>
                    <a:pt x="317" y="1384"/>
                  </a:lnTo>
                  <a:lnTo>
                    <a:pt x="376" y="1384"/>
                  </a:lnTo>
                  <a:lnTo>
                    <a:pt x="415" y="1374"/>
                  </a:lnTo>
                  <a:lnTo>
                    <a:pt x="396" y="1384"/>
                  </a:lnTo>
                  <a:lnTo>
                    <a:pt x="455" y="1384"/>
                  </a:lnTo>
                  <a:lnTo>
                    <a:pt x="336" y="1423"/>
                  </a:lnTo>
                  <a:lnTo>
                    <a:pt x="376" y="1423"/>
                  </a:lnTo>
                  <a:lnTo>
                    <a:pt x="415" y="1403"/>
                  </a:lnTo>
                  <a:lnTo>
                    <a:pt x="415" y="1423"/>
                  </a:lnTo>
                  <a:lnTo>
                    <a:pt x="396" y="1423"/>
                  </a:lnTo>
                  <a:lnTo>
                    <a:pt x="396" y="1443"/>
                  </a:lnTo>
                  <a:lnTo>
                    <a:pt x="415" y="1443"/>
                  </a:lnTo>
                  <a:lnTo>
                    <a:pt x="475" y="1423"/>
                  </a:lnTo>
                  <a:lnTo>
                    <a:pt x="494" y="1423"/>
                  </a:lnTo>
                  <a:lnTo>
                    <a:pt x="514" y="1443"/>
                  </a:lnTo>
                  <a:lnTo>
                    <a:pt x="554" y="1463"/>
                  </a:lnTo>
                  <a:lnTo>
                    <a:pt x="514" y="1482"/>
                  </a:lnTo>
                  <a:lnTo>
                    <a:pt x="458" y="1496"/>
                  </a:lnTo>
                  <a:lnTo>
                    <a:pt x="458" y="1496"/>
                  </a:lnTo>
                  <a:lnTo>
                    <a:pt x="475" y="1502"/>
                  </a:lnTo>
                  <a:lnTo>
                    <a:pt x="455" y="1522"/>
                  </a:lnTo>
                  <a:lnTo>
                    <a:pt x="396" y="1542"/>
                  </a:lnTo>
                  <a:lnTo>
                    <a:pt x="356" y="1561"/>
                  </a:lnTo>
                  <a:lnTo>
                    <a:pt x="435" y="1542"/>
                  </a:lnTo>
                  <a:lnTo>
                    <a:pt x="455" y="1542"/>
                  </a:lnTo>
                  <a:lnTo>
                    <a:pt x="455" y="1561"/>
                  </a:lnTo>
                  <a:lnTo>
                    <a:pt x="475" y="1542"/>
                  </a:lnTo>
                  <a:lnTo>
                    <a:pt x="514" y="1542"/>
                  </a:lnTo>
                  <a:lnTo>
                    <a:pt x="475" y="1561"/>
                  </a:lnTo>
                  <a:lnTo>
                    <a:pt x="435" y="1581"/>
                  </a:lnTo>
                  <a:lnTo>
                    <a:pt x="415" y="1601"/>
                  </a:lnTo>
                  <a:lnTo>
                    <a:pt x="435" y="1601"/>
                  </a:lnTo>
                  <a:lnTo>
                    <a:pt x="455" y="1581"/>
                  </a:lnTo>
                  <a:lnTo>
                    <a:pt x="554" y="1565"/>
                  </a:lnTo>
                  <a:lnTo>
                    <a:pt x="554" y="1581"/>
                  </a:lnTo>
                  <a:lnTo>
                    <a:pt x="593" y="1581"/>
                  </a:lnTo>
                  <a:lnTo>
                    <a:pt x="633" y="1561"/>
                  </a:lnTo>
                  <a:lnTo>
                    <a:pt x="613" y="1581"/>
                  </a:lnTo>
                  <a:lnTo>
                    <a:pt x="554" y="1601"/>
                  </a:lnTo>
                  <a:lnTo>
                    <a:pt x="633" y="1601"/>
                  </a:lnTo>
                  <a:lnTo>
                    <a:pt x="672" y="1581"/>
                  </a:lnTo>
                  <a:lnTo>
                    <a:pt x="731" y="1581"/>
                  </a:lnTo>
                  <a:lnTo>
                    <a:pt x="652" y="1621"/>
                  </a:lnTo>
                  <a:lnTo>
                    <a:pt x="613" y="1621"/>
                  </a:lnTo>
                  <a:lnTo>
                    <a:pt x="554" y="1660"/>
                  </a:lnTo>
                  <a:lnTo>
                    <a:pt x="534" y="1660"/>
                  </a:lnTo>
                  <a:lnTo>
                    <a:pt x="475" y="1680"/>
                  </a:lnTo>
                  <a:lnTo>
                    <a:pt x="514" y="1680"/>
                  </a:lnTo>
                  <a:lnTo>
                    <a:pt x="514" y="1700"/>
                  </a:lnTo>
                  <a:lnTo>
                    <a:pt x="554" y="1680"/>
                  </a:lnTo>
                  <a:lnTo>
                    <a:pt x="613" y="1660"/>
                  </a:lnTo>
                  <a:lnTo>
                    <a:pt x="554" y="1700"/>
                  </a:lnTo>
                  <a:lnTo>
                    <a:pt x="593" y="1700"/>
                  </a:lnTo>
                  <a:lnTo>
                    <a:pt x="672" y="1680"/>
                  </a:lnTo>
                  <a:lnTo>
                    <a:pt x="712" y="1640"/>
                  </a:lnTo>
                  <a:lnTo>
                    <a:pt x="771" y="1640"/>
                  </a:lnTo>
                  <a:lnTo>
                    <a:pt x="810" y="1621"/>
                  </a:lnTo>
                  <a:lnTo>
                    <a:pt x="850" y="1621"/>
                  </a:lnTo>
                  <a:lnTo>
                    <a:pt x="751" y="1680"/>
                  </a:lnTo>
                  <a:lnTo>
                    <a:pt x="633" y="1719"/>
                  </a:lnTo>
                  <a:lnTo>
                    <a:pt x="475" y="1759"/>
                  </a:lnTo>
                  <a:lnTo>
                    <a:pt x="514" y="1779"/>
                  </a:lnTo>
                  <a:lnTo>
                    <a:pt x="494" y="1798"/>
                  </a:lnTo>
                  <a:lnTo>
                    <a:pt x="573" y="1779"/>
                  </a:lnTo>
                  <a:lnTo>
                    <a:pt x="692" y="1739"/>
                  </a:lnTo>
                  <a:lnTo>
                    <a:pt x="672" y="1759"/>
                  </a:lnTo>
                  <a:lnTo>
                    <a:pt x="633" y="1759"/>
                  </a:lnTo>
                  <a:lnTo>
                    <a:pt x="692" y="1779"/>
                  </a:lnTo>
                  <a:lnTo>
                    <a:pt x="731" y="1779"/>
                  </a:lnTo>
                  <a:lnTo>
                    <a:pt x="791" y="1759"/>
                  </a:lnTo>
                  <a:lnTo>
                    <a:pt x="870" y="1739"/>
                  </a:lnTo>
                  <a:lnTo>
                    <a:pt x="890" y="1739"/>
                  </a:lnTo>
                  <a:lnTo>
                    <a:pt x="949" y="1719"/>
                  </a:lnTo>
                  <a:lnTo>
                    <a:pt x="949" y="1739"/>
                  </a:lnTo>
                  <a:lnTo>
                    <a:pt x="890" y="1759"/>
                  </a:lnTo>
                  <a:lnTo>
                    <a:pt x="909" y="1759"/>
                  </a:lnTo>
                  <a:lnTo>
                    <a:pt x="850" y="1779"/>
                  </a:lnTo>
                  <a:lnTo>
                    <a:pt x="810" y="1779"/>
                  </a:lnTo>
                  <a:lnTo>
                    <a:pt x="791" y="1798"/>
                  </a:lnTo>
                  <a:lnTo>
                    <a:pt x="751" y="1818"/>
                  </a:lnTo>
                  <a:lnTo>
                    <a:pt x="751" y="1818"/>
                  </a:lnTo>
                  <a:lnTo>
                    <a:pt x="810" y="1798"/>
                  </a:lnTo>
                  <a:lnTo>
                    <a:pt x="810" y="1798"/>
                  </a:lnTo>
                  <a:lnTo>
                    <a:pt x="751" y="1838"/>
                  </a:lnTo>
                  <a:lnTo>
                    <a:pt x="751" y="1858"/>
                  </a:lnTo>
                  <a:lnTo>
                    <a:pt x="751" y="1877"/>
                  </a:lnTo>
                  <a:lnTo>
                    <a:pt x="672" y="1937"/>
                  </a:lnTo>
                  <a:lnTo>
                    <a:pt x="672" y="1937"/>
                  </a:lnTo>
                  <a:lnTo>
                    <a:pt x="751" y="1917"/>
                  </a:lnTo>
                  <a:lnTo>
                    <a:pt x="791" y="1917"/>
                  </a:lnTo>
                  <a:lnTo>
                    <a:pt x="850" y="1897"/>
                  </a:lnTo>
                  <a:lnTo>
                    <a:pt x="909" y="1877"/>
                  </a:lnTo>
                  <a:lnTo>
                    <a:pt x="909" y="1858"/>
                  </a:lnTo>
                  <a:lnTo>
                    <a:pt x="870" y="1877"/>
                  </a:lnTo>
                  <a:lnTo>
                    <a:pt x="850" y="1877"/>
                  </a:lnTo>
                  <a:lnTo>
                    <a:pt x="868" y="1842"/>
                  </a:lnTo>
                  <a:lnTo>
                    <a:pt x="868" y="1842"/>
                  </a:lnTo>
                  <a:lnTo>
                    <a:pt x="890" y="1838"/>
                  </a:lnTo>
                  <a:lnTo>
                    <a:pt x="929" y="1818"/>
                  </a:lnTo>
                  <a:lnTo>
                    <a:pt x="949" y="1818"/>
                  </a:lnTo>
                  <a:lnTo>
                    <a:pt x="988" y="1798"/>
                  </a:lnTo>
                  <a:lnTo>
                    <a:pt x="988" y="1779"/>
                  </a:lnTo>
                  <a:lnTo>
                    <a:pt x="1087" y="1739"/>
                  </a:lnTo>
                  <a:lnTo>
                    <a:pt x="1225" y="1700"/>
                  </a:lnTo>
                  <a:lnTo>
                    <a:pt x="1225" y="1700"/>
                  </a:lnTo>
                  <a:lnTo>
                    <a:pt x="1166" y="1719"/>
                  </a:lnTo>
                  <a:lnTo>
                    <a:pt x="1245" y="1700"/>
                  </a:lnTo>
                  <a:lnTo>
                    <a:pt x="1146" y="1759"/>
                  </a:lnTo>
                  <a:lnTo>
                    <a:pt x="1166" y="1759"/>
                  </a:lnTo>
                  <a:lnTo>
                    <a:pt x="1166" y="1779"/>
                  </a:lnTo>
                  <a:lnTo>
                    <a:pt x="1206" y="1759"/>
                  </a:lnTo>
                  <a:lnTo>
                    <a:pt x="1186" y="1739"/>
                  </a:lnTo>
                  <a:lnTo>
                    <a:pt x="1225" y="1719"/>
                  </a:lnTo>
                  <a:lnTo>
                    <a:pt x="1225" y="1739"/>
                  </a:lnTo>
                  <a:lnTo>
                    <a:pt x="1265" y="1719"/>
                  </a:lnTo>
                  <a:lnTo>
                    <a:pt x="1344" y="1700"/>
                  </a:lnTo>
                  <a:lnTo>
                    <a:pt x="1344" y="1700"/>
                  </a:lnTo>
                  <a:lnTo>
                    <a:pt x="1324" y="1719"/>
                  </a:lnTo>
                  <a:lnTo>
                    <a:pt x="1245" y="1759"/>
                  </a:lnTo>
                  <a:lnTo>
                    <a:pt x="1107" y="1818"/>
                  </a:lnTo>
                  <a:lnTo>
                    <a:pt x="1146" y="1818"/>
                  </a:lnTo>
                  <a:lnTo>
                    <a:pt x="949" y="1877"/>
                  </a:lnTo>
                  <a:lnTo>
                    <a:pt x="929" y="1917"/>
                  </a:lnTo>
                  <a:lnTo>
                    <a:pt x="929" y="1937"/>
                  </a:lnTo>
                  <a:lnTo>
                    <a:pt x="810" y="1996"/>
                  </a:lnTo>
                  <a:lnTo>
                    <a:pt x="830" y="1996"/>
                  </a:lnTo>
                  <a:lnTo>
                    <a:pt x="830" y="2016"/>
                  </a:lnTo>
                  <a:lnTo>
                    <a:pt x="909" y="1996"/>
                  </a:lnTo>
                  <a:lnTo>
                    <a:pt x="909" y="1976"/>
                  </a:lnTo>
                  <a:lnTo>
                    <a:pt x="949" y="1956"/>
                  </a:lnTo>
                  <a:lnTo>
                    <a:pt x="1048" y="1917"/>
                  </a:lnTo>
                  <a:lnTo>
                    <a:pt x="1048" y="1897"/>
                  </a:lnTo>
                  <a:lnTo>
                    <a:pt x="1107" y="1897"/>
                  </a:lnTo>
                  <a:lnTo>
                    <a:pt x="969" y="1956"/>
                  </a:lnTo>
                  <a:lnTo>
                    <a:pt x="988" y="1956"/>
                  </a:lnTo>
                  <a:lnTo>
                    <a:pt x="969" y="1996"/>
                  </a:lnTo>
                  <a:lnTo>
                    <a:pt x="929" y="2016"/>
                  </a:lnTo>
                  <a:lnTo>
                    <a:pt x="890" y="2016"/>
                  </a:lnTo>
                  <a:lnTo>
                    <a:pt x="890" y="2035"/>
                  </a:lnTo>
                  <a:lnTo>
                    <a:pt x="870" y="2035"/>
                  </a:lnTo>
                  <a:lnTo>
                    <a:pt x="850" y="2055"/>
                  </a:lnTo>
                  <a:lnTo>
                    <a:pt x="850" y="2075"/>
                  </a:lnTo>
                  <a:lnTo>
                    <a:pt x="810" y="2095"/>
                  </a:lnTo>
                  <a:lnTo>
                    <a:pt x="909" y="2075"/>
                  </a:lnTo>
                  <a:lnTo>
                    <a:pt x="850" y="2114"/>
                  </a:lnTo>
                  <a:lnTo>
                    <a:pt x="791" y="2154"/>
                  </a:lnTo>
                  <a:lnTo>
                    <a:pt x="791" y="2154"/>
                  </a:lnTo>
                  <a:lnTo>
                    <a:pt x="870" y="2114"/>
                  </a:lnTo>
                  <a:lnTo>
                    <a:pt x="890" y="2114"/>
                  </a:lnTo>
                  <a:lnTo>
                    <a:pt x="909" y="2095"/>
                  </a:lnTo>
                  <a:lnTo>
                    <a:pt x="969" y="2075"/>
                  </a:lnTo>
                  <a:lnTo>
                    <a:pt x="1028" y="2055"/>
                  </a:lnTo>
                  <a:lnTo>
                    <a:pt x="1048" y="2055"/>
                  </a:lnTo>
                  <a:lnTo>
                    <a:pt x="890" y="2134"/>
                  </a:lnTo>
                  <a:lnTo>
                    <a:pt x="929" y="2134"/>
                  </a:lnTo>
                  <a:lnTo>
                    <a:pt x="909" y="2154"/>
                  </a:lnTo>
                  <a:lnTo>
                    <a:pt x="909" y="2154"/>
                  </a:lnTo>
                  <a:lnTo>
                    <a:pt x="969" y="2114"/>
                  </a:lnTo>
                  <a:lnTo>
                    <a:pt x="1028" y="2095"/>
                  </a:lnTo>
                  <a:lnTo>
                    <a:pt x="1067" y="2095"/>
                  </a:lnTo>
                  <a:lnTo>
                    <a:pt x="1166" y="2035"/>
                  </a:lnTo>
                  <a:lnTo>
                    <a:pt x="1146" y="2075"/>
                  </a:lnTo>
                  <a:lnTo>
                    <a:pt x="1048" y="2114"/>
                  </a:lnTo>
                  <a:lnTo>
                    <a:pt x="1067" y="2114"/>
                  </a:lnTo>
                  <a:lnTo>
                    <a:pt x="1028" y="2134"/>
                  </a:lnTo>
                  <a:lnTo>
                    <a:pt x="1048" y="2134"/>
                  </a:lnTo>
                  <a:lnTo>
                    <a:pt x="949" y="2213"/>
                  </a:lnTo>
                  <a:lnTo>
                    <a:pt x="988" y="2193"/>
                  </a:lnTo>
                  <a:lnTo>
                    <a:pt x="969" y="2213"/>
                  </a:lnTo>
                  <a:lnTo>
                    <a:pt x="988" y="2213"/>
                  </a:lnTo>
                  <a:lnTo>
                    <a:pt x="1028" y="2174"/>
                  </a:lnTo>
                  <a:lnTo>
                    <a:pt x="1048" y="2174"/>
                  </a:lnTo>
                  <a:lnTo>
                    <a:pt x="1097" y="2144"/>
                  </a:lnTo>
                  <a:lnTo>
                    <a:pt x="1097" y="2144"/>
                  </a:lnTo>
                  <a:lnTo>
                    <a:pt x="1087" y="2154"/>
                  </a:lnTo>
                  <a:lnTo>
                    <a:pt x="1206" y="2075"/>
                  </a:lnTo>
                  <a:lnTo>
                    <a:pt x="1304" y="2035"/>
                  </a:lnTo>
                  <a:lnTo>
                    <a:pt x="1285" y="2035"/>
                  </a:lnTo>
                  <a:lnTo>
                    <a:pt x="1186" y="2075"/>
                  </a:lnTo>
                  <a:lnTo>
                    <a:pt x="1146" y="2095"/>
                  </a:lnTo>
                  <a:lnTo>
                    <a:pt x="1206" y="2055"/>
                  </a:lnTo>
                  <a:lnTo>
                    <a:pt x="1225" y="2035"/>
                  </a:lnTo>
                  <a:lnTo>
                    <a:pt x="1265" y="1996"/>
                  </a:lnTo>
                  <a:lnTo>
                    <a:pt x="1186" y="2016"/>
                  </a:lnTo>
                  <a:lnTo>
                    <a:pt x="1133" y="2042"/>
                  </a:lnTo>
                  <a:lnTo>
                    <a:pt x="1133" y="2042"/>
                  </a:lnTo>
                  <a:lnTo>
                    <a:pt x="1146" y="2016"/>
                  </a:lnTo>
                  <a:lnTo>
                    <a:pt x="1186" y="2016"/>
                  </a:lnTo>
                  <a:lnTo>
                    <a:pt x="1265" y="1976"/>
                  </a:lnTo>
                  <a:lnTo>
                    <a:pt x="1383" y="1917"/>
                  </a:lnTo>
                  <a:lnTo>
                    <a:pt x="1482" y="1897"/>
                  </a:lnTo>
                  <a:lnTo>
                    <a:pt x="1541" y="1877"/>
                  </a:lnTo>
                  <a:lnTo>
                    <a:pt x="1561" y="1877"/>
                  </a:lnTo>
                  <a:lnTo>
                    <a:pt x="1601" y="1858"/>
                  </a:lnTo>
                  <a:lnTo>
                    <a:pt x="1640" y="1838"/>
                  </a:lnTo>
                  <a:lnTo>
                    <a:pt x="1640" y="1838"/>
                  </a:lnTo>
                  <a:lnTo>
                    <a:pt x="1620" y="1858"/>
                  </a:lnTo>
                  <a:lnTo>
                    <a:pt x="1601" y="1858"/>
                  </a:lnTo>
                  <a:lnTo>
                    <a:pt x="1462" y="1956"/>
                  </a:lnTo>
                  <a:lnTo>
                    <a:pt x="1324" y="2035"/>
                  </a:lnTo>
                  <a:lnTo>
                    <a:pt x="1364" y="2035"/>
                  </a:lnTo>
                  <a:lnTo>
                    <a:pt x="1186" y="2134"/>
                  </a:lnTo>
                  <a:lnTo>
                    <a:pt x="1225" y="2114"/>
                  </a:lnTo>
                  <a:lnTo>
                    <a:pt x="1285" y="2095"/>
                  </a:lnTo>
                  <a:lnTo>
                    <a:pt x="1245" y="2114"/>
                  </a:lnTo>
                  <a:lnTo>
                    <a:pt x="1225" y="2114"/>
                  </a:lnTo>
                  <a:lnTo>
                    <a:pt x="1225" y="2134"/>
                  </a:lnTo>
                  <a:lnTo>
                    <a:pt x="1245" y="2134"/>
                  </a:lnTo>
                  <a:lnTo>
                    <a:pt x="1304" y="2114"/>
                  </a:lnTo>
                  <a:lnTo>
                    <a:pt x="1285" y="2114"/>
                  </a:lnTo>
                  <a:lnTo>
                    <a:pt x="1383" y="2075"/>
                  </a:lnTo>
                  <a:lnTo>
                    <a:pt x="1364" y="2075"/>
                  </a:lnTo>
                  <a:lnTo>
                    <a:pt x="1383" y="2055"/>
                  </a:lnTo>
                  <a:lnTo>
                    <a:pt x="1364" y="2055"/>
                  </a:lnTo>
                  <a:lnTo>
                    <a:pt x="1423" y="2035"/>
                  </a:lnTo>
                  <a:lnTo>
                    <a:pt x="1522" y="1956"/>
                  </a:lnTo>
                  <a:lnTo>
                    <a:pt x="1561" y="1937"/>
                  </a:lnTo>
                  <a:lnTo>
                    <a:pt x="1541" y="1917"/>
                  </a:lnTo>
                  <a:lnTo>
                    <a:pt x="1561" y="1907"/>
                  </a:lnTo>
                  <a:lnTo>
                    <a:pt x="1561" y="1907"/>
                  </a:lnTo>
                  <a:lnTo>
                    <a:pt x="1561" y="1897"/>
                  </a:lnTo>
                  <a:lnTo>
                    <a:pt x="1680" y="1838"/>
                  </a:lnTo>
                  <a:lnTo>
                    <a:pt x="1699" y="1858"/>
                  </a:lnTo>
                  <a:lnTo>
                    <a:pt x="1739" y="1838"/>
                  </a:lnTo>
                  <a:lnTo>
                    <a:pt x="1818" y="1798"/>
                  </a:lnTo>
                  <a:lnTo>
                    <a:pt x="1877" y="1759"/>
                  </a:lnTo>
                  <a:lnTo>
                    <a:pt x="1818" y="1779"/>
                  </a:lnTo>
                  <a:lnTo>
                    <a:pt x="1857" y="1759"/>
                  </a:lnTo>
                  <a:lnTo>
                    <a:pt x="1818" y="1759"/>
                  </a:lnTo>
                  <a:lnTo>
                    <a:pt x="1778" y="1779"/>
                  </a:lnTo>
                  <a:lnTo>
                    <a:pt x="1739" y="1798"/>
                  </a:lnTo>
                  <a:lnTo>
                    <a:pt x="1640" y="1818"/>
                  </a:lnTo>
                  <a:lnTo>
                    <a:pt x="1640" y="1818"/>
                  </a:lnTo>
                  <a:lnTo>
                    <a:pt x="1778" y="1779"/>
                  </a:lnTo>
                  <a:lnTo>
                    <a:pt x="1798" y="1759"/>
                  </a:lnTo>
                  <a:lnTo>
                    <a:pt x="1778" y="1759"/>
                  </a:lnTo>
                  <a:lnTo>
                    <a:pt x="1719" y="1779"/>
                  </a:lnTo>
                  <a:lnTo>
                    <a:pt x="1739" y="1759"/>
                  </a:lnTo>
                  <a:lnTo>
                    <a:pt x="1660" y="1798"/>
                  </a:lnTo>
                  <a:lnTo>
                    <a:pt x="1601" y="1818"/>
                  </a:lnTo>
                  <a:lnTo>
                    <a:pt x="1601" y="1838"/>
                  </a:lnTo>
                  <a:lnTo>
                    <a:pt x="1620" y="1818"/>
                  </a:lnTo>
                  <a:lnTo>
                    <a:pt x="1660" y="1818"/>
                  </a:lnTo>
                  <a:lnTo>
                    <a:pt x="1581" y="1858"/>
                  </a:lnTo>
                  <a:lnTo>
                    <a:pt x="1522" y="1877"/>
                  </a:lnTo>
                  <a:lnTo>
                    <a:pt x="1581" y="1838"/>
                  </a:lnTo>
                  <a:lnTo>
                    <a:pt x="1601" y="1818"/>
                  </a:lnTo>
                  <a:lnTo>
                    <a:pt x="1581" y="1818"/>
                  </a:lnTo>
                  <a:lnTo>
                    <a:pt x="1640" y="1798"/>
                  </a:lnTo>
                  <a:lnTo>
                    <a:pt x="1660" y="1798"/>
                  </a:lnTo>
                  <a:lnTo>
                    <a:pt x="1739" y="1739"/>
                  </a:lnTo>
                  <a:lnTo>
                    <a:pt x="1680" y="1759"/>
                  </a:lnTo>
                  <a:lnTo>
                    <a:pt x="1660" y="1779"/>
                  </a:lnTo>
                  <a:lnTo>
                    <a:pt x="1680" y="1779"/>
                  </a:lnTo>
                  <a:lnTo>
                    <a:pt x="1581" y="1798"/>
                  </a:lnTo>
                  <a:lnTo>
                    <a:pt x="1541" y="1798"/>
                  </a:lnTo>
                  <a:lnTo>
                    <a:pt x="1561" y="1779"/>
                  </a:lnTo>
                  <a:lnTo>
                    <a:pt x="1482" y="1818"/>
                  </a:lnTo>
                  <a:lnTo>
                    <a:pt x="1462" y="1798"/>
                  </a:lnTo>
                  <a:lnTo>
                    <a:pt x="1522" y="1779"/>
                  </a:lnTo>
                  <a:lnTo>
                    <a:pt x="1502" y="1779"/>
                  </a:lnTo>
                  <a:lnTo>
                    <a:pt x="1403" y="1798"/>
                  </a:lnTo>
                  <a:lnTo>
                    <a:pt x="1324" y="1858"/>
                  </a:lnTo>
                  <a:lnTo>
                    <a:pt x="1285" y="1877"/>
                  </a:lnTo>
                  <a:lnTo>
                    <a:pt x="1285" y="1877"/>
                  </a:lnTo>
                  <a:lnTo>
                    <a:pt x="1304" y="1858"/>
                  </a:lnTo>
                  <a:lnTo>
                    <a:pt x="1344" y="1838"/>
                  </a:lnTo>
                  <a:lnTo>
                    <a:pt x="1344" y="1818"/>
                  </a:lnTo>
                  <a:lnTo>
                    <a:pt x="1324" y="1818"/>
                  </a:lnTo>
                  <a:lnTo>
                    <a:pt x="1462" y="1759"/>
                  </a:lnTo>
                  <a:lnTo>
                    <a:pt x="1383" y="1779"/>
                  </a:lnTo>
                  <a:lnTo>
                    <a:pt x="1383" y="1779"/>
                  </a:lnTo>
                  <a:lnTo>
                    <a:pt x="1482" y="1739"/>
                  </a:lnTo>
                  <a:lnTo>
                    <a:pt x="1522" y="1719"/>
                  </a:lnTo>
                  <a:lnTo>
                    <a:pt x="1502" y="1739"/>
                  </a:lnTo>
                  <a:lnTo>
                    <a:pt x="1541" y="1739"/>
                  </a:lnTo>
                  <a:lnTo>
                    <a:pt x="1522" y="1759"/>
                  </a:lnTo>
                  <a:lnTo>
                    <a:pt x="1581" y="1739"/>
                  </a:lnTo>
                  <a:lnTo>
                    <a:pt x="1601" y="1739"/>
                  </a:lnTo>
                  <a:lnTo>
                    <a:pt x="1660" y="1680"/>
                  </a:lnTo>
                  <a:lnTo>
                    <a:pt x="1778" y="1621"/>
                  </a:lnTo>
                  <a:lnTo>
                    <a:pt x="1818" y="1621"/>
                  </a:lnTo>
                  <a:lnTo>
                    <a:pt x="1818" y="1601"/>
                  </a:lnTo>
                  <a:lnTo>
                    <a:pt x="1620" y="1680"/>
                  </a:lnTo>
                  <a:lnTo>
                    <a:pt x="1601" y="1680"/>
                  </a:lnTo>
                  <a:lnTo>
                    <a:pt x="1601" y="1660"/>
                  </a:lnTo>
                  <a:lnTo>
                    <a:pt x="1739" y="1621"/>
                  </a:lnTo>
                  <a:lnTo>
                    <a:pt x="1699" y="1621"/>
                  </a:lnTo>
                  <a:lnTo>
                    <a:pt x="1719" y="1601"/>
                  </a:lnTo>
                  <a:lnTo>
                    <a:pt x="1719" y="1601"/>
                  </a:lnTo>
                  <a:lnTo>
                    <a:pt x="1680" y="1621"/>
                  </a:lnTo>
                  <a:lnTo>
                    <a:pt x="1699" y="1601"/>
                  </a:lnTo>
                  <a:lnTo>
                    <a:pt x="1759" y="1561"/>
                  </a:lnTo>
                  <a:lnTo>
                    <a:pt x="1778" y="1561"/>
                  </a:lnTo>
                  <a:lnTo>
                    <a:pt x="1759" y="1581"/>
                  </a:lnTo>
                  <a:lnTo>
                    <a:pt x="1778" y="1581"/>
                  </a:lnTo>
                  <a:lnTo>
                    <a:pt x="1818" y="1561"/>
                  </a:lnTo>
                  <a:lnTo>
                    <a:pt x="1857" y="1542"/>
                  </a:lnTo>
                  <a:lnTo>
                    <a:pt x="1857" y="1532"/>
                  </a:lnTo>
                  <a:lnTo>
                    <a:pt x="1857" y="1532"/>
                  </a:lnTo>
                  <a:lnTo>
                    <a:pt x="1917" y="1502"/>
                  </a:lnTo>
                  <a:lnTo>
                    <a:pt x="1897" y="1502"/>
                  </a:lnTo>
                  <a:lnTo>
                    <a:pt x="1917" y="1482"/>
                  </a:lnTo>
                  <a:lnTo>
                    <a:pt x="1936" y="1463"/>
                  </a:lnTo>
                  <a:lnTo>
                    <a:pt x="1917" y="1463"/>
                  </a:lnTo>
                  <a:lnTo>
                    <a:pt x="1857" y="1482"/>
                  </a:lnTo>
                  <a:lnTo>
                    <a:pt x="1759" y="1502"/>
                  </a:lnTo>
                  <a:lnTo>
                    <a:pt x="1857" y="1463"/>
                  </a:lnTo>
                  <a:lnTo>
                    <a:pt x="1897" y="1443"/>
                  </a:lnTo>
                  <a:lnTo>
                    <a:pt x="1798" y="1482"/>
                  </a:lnTo>
                  <a:lnTo>
                    <a:pt x="1719" y="1502"/>
                  </a:lnTo>
                  <a:lnTo>
                    <a:pt x="1719" y="1502"/>
                  </a:lnTo>
                  <a:lnTo>
                    <a:pt x="1798" y="1463"/>
                  </a:lnTo>
                  <a:lnTo>
                    <a:pt x="1824" y="1456"/>
                  </a:lnTo>
                  <a:lnTo>
                    <a:pt x="1824" y="1456"/>
                  </a:lnTo>
                  <a:lnTo>
                    <a:pt x="1838" y="1443"/>
                  </a:lnTo>
                  <a:lnTo>
                    <a:pt x="1897" y="1403"/>
                  </a:lnTo>
                  <a:lnTo>
                    <a:pt x="1897" y="1403"/>
                  </a:lnTo>
                  <a:lnTo>
                    <a:pt x="1798" y="1432"/>
                  </a:lnTo>
                  <a:lnTo>
                    <a:pt x="1798" y="1432"/>
                  </a:lnTo>
                  <a:lnTo>
                    <a:pt x="1798" y="1443"/>
                  </a:lnTo>
                  <a:lnTo>
                    <a:pt x="1719" y="1463"/>
                  </a:lnTo>
                  <a:lnTo>
                    <a:pt x="1739" y="1443"/>
                  </a:lnTo>
                  <a:lnTo>
                    <a:pt x="1778" y="1423"/>
                  </a:lnTo>
                  <a:lnTo>
                    <a:pt x="1818" y="1403"/>
                  </a:lnTo>
                  <a:lnTo>
                    <a:pt x="1818" y="1403"/>
                  </a:lnTo>
                  <a:lnTo>
                    <a:pt x="1798" y="1423"/>
                  </a:lnTo>
                  <a:lnTo>
                    <a:pt x="1877" y="1403"/>
                  </a:lnTo>
                  <a:lnTo>
                    <a:pt x="1818" y="1403"/>
                  </a:lnTo>
                  <a:lnTo>
                    <a:pt x="1818" y="1384"/>
                  </a:lnTo>
                  <a:lnTo>
                    <a:pt x="1838" y="1384"/>
                  </a:lnTo>
                  <a:lnTo>
                    <a:pt x="1838" y="1364"/>
                  </a:lnTo>
                  <a:lnTo>
                    <a:pt x="1778" y="1384"/>
                  </a:lnTo>
                  <a:lnTo>
                    <a:pt x="1699" y="1423"/>
                  </a:lnTo>
                  <a:lnTo>
                    <a:pt x="1759" y="1384"/>
                  </a:lnTo>
                  <a:lnTo>
                    <a:pt x="1778" y="1384"/>
                  </a:lnTo>
                  <a:lnTo>
                    <a:pt x="1798" y="1364"/>
                  </a:lnTo>
                  <a:lnTo>
                    <a:pt x="1778" y="1364"/>
                  </a:lnTo>
                  <a:lnTo>
                    <a:pt x="1818" y="1344"/>
                  </a:lnTo>
                  <a:lnTo>
                    <a:pt x="1759" y="1344"/>
                  </a:lnTo>
                  <a:lnTo>
                    <a:pt x="1818" y="1324"/>
                  </a:lnTo>
                  <a:lnTo>
                    <a:pt x="1680" y="1324"/>
                  </a:lnTo>
                  <a:lnTo>
                    <a:pt x="1778" y="1305"/>
                  </a:lnTo>
                  <a:lnTo>
                    <a:pt x="1818" y="1305"/>
                  </a:lnTo>
                  <a:lnTo>
                    <a:pt x="1838" y="1285"/>
                  </a:lnTo>
                  <a:lnTo>
                    <a:pt x="1818" y="1285"/>
                  </a:lnTo>
                  <a:lnTo>
                    <a:pt x="1838" y="1265"/>
                  </a:lnTo>
                  <a:lnTo>
                    <a:pt x="1719" y="1305"/>
                  </a:lnTo>
                  <a:lnTo>
                    <a:pt x="1719" y="1285"/>
                  </a:lnTo>
                  <a:lnTo>
                    <a:pt x="1699" y="1285"/>
                  </a:lnTo>
                  <a:lnTo>
                    <a:pt x="1739" y="1265"/>
                  </a:lnTo>
                  <a:lnTo>
                    <a:pt x="1680" y="1265"/>
                  </a:lnTo>
                  <a:lnTo>
                    <a:pt x="1601" y="1305"/>
                  </a:lnTo>
                  <a:lnTo>
                    <a:pt x="1601" y="1285"/>
                  </a:lnTo>
                  <a:lnTo>
                    <a:pt x="1561" y="1305"/>
                  </a:lnTo>
                  <a:lnTo>
                    <a:pt x="1581" y="1324"/>
                  </a:lnTo>
                  <a:lnTo>
                    <a:pt x="1601" y="1324"/>
                  </a:lnTo>
                  <a:lnTo>
                    <a:pt x="1561" y="1344"/>
                  </a:lnTo>
                  <a:lnTo>
                    <a:pt x="1482" y="1364"/>
                  </a:lnTo>
                  <a:lnTo>
                    <a:pt x="1443" y="1384"/>
                  </a:lnTo>
                  <a:lnTo>
                    <a:pt x="1364" y="1403"/>
                  </a:lnTo>
                  <a:lnTo>
                    <a:pt x="1324" y="1384"/>
                  </a:lnTo>
                  <a:lnTo>
                    <a:pt x="1344" y="1364"/>
                  </a:lnTo>
                  <a:lnTo>
                    <a:pt x="1364" y="1344"/>
                  </a:lnTo>
                  <a:lnTo>
                    <a:pt x="1344" y="1344"/>
                  </a:lnTo>
                  <a:lnTo>
                    <a:pt x="1403" y="1324"/>
                  </a:lnTo>
                  <a:lnTo>
                    <a:pt x="1482" y="1324"/>
                  </a:lnTo>
                  <a:lnTo>
                    <a:pt x="1601" y="1285"/>
                  </a:lnTo>
                  <a:lnTo>
                    <a:pt x="1719" y="1245"/>
                  </a:lnTo>
                  <a:lnTo>
                    <a:pt x="1699" y="1245"/>
                  </a:lnTo>
                  <a:lnTo>
                    <a:pt x="1739" y="1226"/>
                  </a:lnTo>
                  <a:lnTo>
                    <a:pt x="1660" y="1226"/>
                  </a:lnTo>
                  <a:lnTo>
                    <a:pt x="1719" y="1206"/>
                  </a:lnTo>
                  <a:lnTo>
                    <a:pt x="1699" y="1186"/>
                  </a:lnTo>
                  <a:lnTo>
                    <a:pt x="1660" y="1186"/>
                  </a:lnTo>
                  <a:lnTo>
                    <a:pt x="1719" y="1166"/>
                  </a:lnTo>
                  <a:lnTo>
                    <a:pt x="1719" y="1147"/>
                  </a:lnTo>
                  <a:lnTo>
                    <a:pt x="1601" y="1147"/>
                  </a:lnTo>
                  <a:lnTo>
                    <a:pt x="1601" y="1127"/>
                  </a:lnTo>
                  <a:lnTo>
                    <a:pt x="1620" y="1127"/>
                  </a:lnTo>
                  <a:lnTo>
                    <a:pt x="1660" y="1107"/>
                  </a:lnTo>
                  <a:lnTo>
                    <a:pt x="1620" y="1107"/>
                  </a:lnTo>
                  <a:lnTo>
                    <a:pt x="1680" y="1068"/>
                  </a:lnTo>
                  <a:lnTo>
                    <a:pt x="1620" y="1068"/>
                  </a:lnTo>
                  <a:lnTo>
                    <a:pt x="1541" y="1087"/>
                  </a:lnTo>
                  <a:lnTo>
                    <a:pt x="1541" y="1087"/>
                  </a:lnTo>
                  <a:lnTo>
                    <a:pt x="1660" y="1048"/>
                  </a:lnTo>
                  <a:lnTo>
                    <a:pt x="1601" y="1028"/>
                  </a:lnTo>
                  <a:lnTo>
                    <a:pt x="1561" y="989"/>
                  </a:lnTo>
                  <a:lnTo>
                    <a:pt x="1581" y="989"/>
                  </a:lnTo>
                  <a:lnTo>
                    <a:pt x="1561" y="969"/>
                  </a:lnTo>
                  <a:lnTo>
                    <a:pt x="1522" y="949"/>
                  </a:lnTo>
                  <a:lnTo>
                    <a:pt x="1482" y="949"/>
                  </a:lnTo>
                  <a:lnTo>
                    <a:pt x="1482" y="929"/>
                  </a:lnTo>
                  <a:lnTo>
                    <a:pt x="1383" y="929"/>
                  </a:lnTo>
                  <a:lnTo>
                    <a:pt x="1265" y="969"/>
                  </a:lnTo>
                  <a:lnTo>
                    <a:pt x="1245" y="949"/>
                  </a:lnTo>
                  <a:lnTo>
                    <a:pt x="1285" y="949"/>
                  </a:lnTo>
                  <a:lnTo>
                    <a:pt x="1344" y="929"/>
                  </a:lnTo>
                  <a:lnTo>
                    <a:pt x="1423" y="910"/>
                  </a:lnTo>
                  <a:lnTo>
                    <a:pt x="1443" y="910"/>
                  </a:lnTo>
                  <a:lnTo>
                    <a:pt x="1443" y="890"/>
                  </a:lnTo>
                  <a:lnTo>
                    <a:pt x="1462" y="870"/>
                  </a:lnTo>
                  <a:lnTo>
                    <a:pt x="1482" y="870"/>
                  </a:lnTo>
                  <a:lnTo>
                    <a:pt x="1482" y="890"/>
                  </a:lnTo>
                  <a:lnTo>
                    <a:pt x="1561" y="890"/>
                  </a:lnTo>
                  <a:lnTo>
                    <a:pt x="1522" y="870"/>
                  </a:lnTo>
                  <a:lnTo>
                    <a:pt x="1522" y="850"/>
                  </a:lnTo>
                  <a:lnTo>
                    <a:pt x="1423" y="850"/>
                  </a:lnTo>
                  <a:lnTo>
                    <a:pt x="1403" y="831"/>
                  </a:lnTo>
                  <a:lnTo>
                    <a:pt x="1482" y="811"/>
                  </a:lnTo>
                  <a:lnTo>
                    <a:pt x="1443" y="811"/>
                  </a:lnTo>
                  <a:lnTo>
                    <a:pt x="1423" y="791"/>
                  </a:lnTo>
                  <a:lnTo>
                    <a:pt x="1482" y="791"/>
                  </a:lnTo>
                  <a:lnTo>
                    <a:pt x="1482" y="771"/>
                  </a:lnTo>
                  <a:lnTo>
                    <a:pt x="1482" y="751"/>
                  </a:lnTo>
                  <a:lnTo>
                    <a:pt x="1522" y="751"/>
                  </a:lnTo>
                  <a:lnTo>
                    <a:pt x="1482" y="732"/>
                  </a:lnTo>
                  <a:lnTo>
                    <a:pt x="1403" y="712"/>
                  </a:lnTo>
                  <a:lnTo>
                    <a:pt x="1423" y="712"/>
                  </a:lnTo>
                  <a:lnTo>
                    <a:pt x="1423" y="692"/>
                  </a:lnTo>
                  <a:lnTo>
                    <a:pt x="1462" y="692"/>
                  </a:lnTo>
                  <a:lnTo>
                    <a:pt x="1443" y="672"/>
                  </a:lnTo>
                  <a:lnTo>
                    <a:pt x="1482" y="672"/>
                  </a:lnTo>
                  <a:lnTo>
                    <a:pt x="1462" y="653"/>
                  </a:lnTo>
                  <a:lnTo>
                    <a:pt x="1423" y="653"/>
                  </a:lnTo>
                  <a:lnTo>
                    <a:pt x="1324" y="633"/>
                  </a:lnTo>
                  <a:lnTo>
                    <a:pt x="1344" y="633"/>
                  </a:lnTo>
                  <a:lnTo>
                    <a:pt x="1324" y="613"/>
                  </a:lnTo>
                  <a:lnTo>
                    <a:pt x="1225" y="613"/>
                  </a:lnTo>
                  <a:lnTo>
                    <a:pt x="1265" y="593"/>
                  </a:lnTo>
                  <a:lnTo>
                    <a:pt x="1324" y="593"/>
                  </a:lnTo>
                  <a:lnTo>
                    <a:pt x="1324" y="613"/>
                  </a:lnTo>
                  <a:lnTo>
                    <a:pt x="1403" y="593"/>
                  </a:lnTo>
                  <a:lnTo>
                    <a:pt x="1443" y="574"/>
                  </a:lnTo>
                  <a:lnTo>
                    <a:pt x="1443" y="554"/>
                  </a:lnTo>
                  <a:lnTo>
                    <a:pt x="1423" y="534"/>
                  </a:lnTo>
                  <a:lnTo>
                    <a:pt x="1403" y="514"/>
                  </a:lnTo>
                  <a:lnTo>
                    <a:pt x="1383" y="514"/>
                  </a:lnTo>
                  <a:lnTo>
                    <a:pt x="1443" y="495"/>
                  </a:lnTo>
                  <a:lnTo>
                    <a:pt x="1443" y="475"/>
                  </a:lnTo>
                  <a:lnTo>
                    <a:pt x="1443" y="455"/>
                  </a:lnTo>
                  <a:lnTo>
                    <a:pt x="1423" y="435"/>
                  </a:lnTo>
                  <a:lnTo>
                    <a:pt x="1383" y="435"/>
                  </a:lnTo>
                  <a:lnTo>
                    <a:pt x="1443" y="416"/>
                  </a:lnTo>
                  <a:lnTo>
                    <a:pt x="1344" y="416"/>
                  </a:lnTo>
                  <a:lnTo>
                    <a:pt x="1304" y="376"/>
                  </a:lnTo>
                  <a:lnTo>
                    <a:pt x="1265" y="356"/>
                  </a:lnTo>
                  <a:lnTo>
                    <a:pt x="1146" y="337"/>
                  </a:lnTo>
                  <a:lnTo>
                    <a:pt x="1206" y="337"/>
                  </a:lnTo>
                  <a:lnTo>
                    <a:pt x="1265" y="356"/>
                  </a:lnTo>
                  <a:lnTo>
                    <a:pt x="1225" y="337"/>
                  </a:lnTo>
                  <a:lnTo>
                    <a:pt x="1285" y="337"/>
                  </a:lnTo>
                  <a:lnTo>
                    <a:pt x="1304" y="317"/>
                  </a:lnTo>
                  <a:lnTo>
                    <a:pt x="1206" y="317"/>
                  </a:lnTo>
                  <a:lnTo>
                    <a:pt x="1146" y="297"/>
                  </a:lnTo>
                  <a:lnTo>
                    <a:pt x="1107" y="297"/>
                  </a:lnTo>
                  <a:lnTo>
                    <a:pt x="1107" y="277"/>
                  </a:lnTo>
                  <a:lnTo>
                    <a:pt x="1107" y="277"/>
                  </a:lnTo>
                  <a:lnTo>
                    <a:pt x="1067" y="238"/>
                  </a:lnTo>
                  <a:lnTo>
                    <a:pt x="1048" y="198"/>
                  </a:lnTo>
                  <a:lnTo>
                    <a:pt x="1048" y="159"/>
                  </a:lnTo>
                  <a:lnTo>
                    <a:pt x="1067" y="139"/>
                  </a:lnTo>
                  <a:lnTo>
                    <a:pt x="1107" y="139"/>
                  </a:lnTo>
                  <a:lnTo>
                    <a:pt x="1127" y="119"/>
                  </a:lnTo>
                  <a:lnTo>
                    <a:pt x="1107" y="100"/>
                  </a:lnTo>
                  <a:lnTo>
                    <a:pt x="1206" y="100"/>
                  </a:lnTo>
                  <a:lnTo>
                    <a:pt x="1225" y="80"/>
                  </a:lnTo>
                  <a:lnTo>
                    <a:pt x="1344" y="80"/>
                  </a:lnTo>
                  <a:lnTo>
                    <a:pt x="1265" y="60"/>
                  </a:lnTo>
                  <a:lnTo>
                    <a:pt x="1225" y="40"/>
                  </a:lnTo>
                  <a:lnTo>
                    <a:pt x="1206" y="40"/>
                  </a:lnTo>
                  <a:lnTo>
                    <a:pt x="10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 name="Google Shape;2503;p9"/>
            <p:cNvSpPr/>
            <p:nvPr/>
          </p:nvSpPr>
          <p:spPr>
            <a:xfrm>
              <a:off x="-1397075" y="4099050"/>
              <a:ext cx="525" cy="525"/>
            </a:xfrm>
            <a:custGeom>
              <a:rect b="b" l="l" r="r" t="t"/>
              <a:pathLst>
                <a:path extrusionOk="0" h="21" w="21">
                  <a:moveTo>
                    <a:pt x="0" y="0"/>
                  </a:moveTo>
                  <a:lnTo>
                    <a:pt x="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 name="Google Shape;2504;p9"/>
            <p:cNvSpPr/>
            <p:nvPr/>
          </p:nvSpPr>
          <p:spPr>
            <a:xfrm>
              <a:off x="-1430175" y="4082250"/>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 name="Google Shape;2505;p9"/>
            <p:cNvSpPr/>
            <p:nvPr/>
          </p:nvSpPr>
          <p:spPr>
            <a:xfrm>
              <a:off x="-1409425" y="4106450"/>
              <a:ext cx="25" cy="25"/>
            </a:xfrm>
            <a:custGeom>
              <a:rect b="b" l="l" r="r" t="t"/>
              <a:pathLst>
                <a:path extrusionOk="0" h="1" w="1">
                  <a:moveTo>
                    <a:pt x="1" y="1"/>
                  </a:move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 name="Google Shape;2506;p9"/>
            <p:cNvSpPr/>
            <p:nvPr/>
          </p:nvSpPr>
          <p:spPr>
            <a:xfrm>
              <a:off x="-1243500" y="413657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 name="Google Shape;2507;p9"/>
            <p:cNvSpPr/>
            <p:nvPr/>
          </p:nvSpPr>
          <p:spPr>
            <a:xfrm>
              <a:off x="-1245000" y="4137075"/>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 name="Google Shape;2508;p9"/>
            <p:cNvSpPr/>
            <p:nvPr/>
          </p:nvSpPr>
          <p:spPr>
            <a:xfrm>
              <a:off x="-1295850" y="4123725"/>
              <a:ext cx="53850" cy="43975"/>
            </a:xfrm>
            <a:custGeom>
              <a:rect b="b" l="l" r="r" t="t"/>
              <a:pathLst>
                <a:path extrusionOk="0" h="1759" w="2154">
                  <a:moveTo>
                    <a:pt x="1699" y="100"/>
                  </a:moveTo>
                  <a:lnTo>
                    <a:pt x="1699" y="139"/>
                  </a:lnTo>
                  <a:lnTo>
                    <a:pt x="1709" y="100"/>
                  </a:lnTo>
                  <a:close/>
                  <a:moveTo>
                    <a:pt x="1976" y="179"/>
                  </a:moveTo>
                  <a:lnTo>
                    <a:pt x="1956" y="278"/>
                  </a:lnTo>
                  <a:lnTo>
                    <a:pt x="1943" y="370"/>
                  </a:lnTo>
                  <a:lnTo>
                    <a:pt x="1956" y="317"/>
                  </a:lnTo>
                  <a:lnTo>
                    <a:pt x="1976" y="179"/>
                  </a:lnTo>
                  <a:close/>
                  <a:moveTo>
                    <a:pt x="1943" y="370"/>
                  </a:moveTo>
                  <a:lnTo>
                    <a:pt x="1936" y="396"/>
                  </a:lnTo>
                  <a:lnTo>
                    <a:pt x="1936" y="416"/>
                  </a:lnTo>
                  <a:lnTo>
                    <a:pt x="1943" y="370"/>
                  </a:lnTo>
                  <a:close/>
                  <a:moveTo>
                    <a:pt x="2045" y="455"/>
                  </a:moveTo>
                  <a:lnTo>
                    <a:pt x="2035" y="475"/>
                  </a:lnTo>
                  <a:lnTo>
                    <a:pt x="2035" y="495"/>
                  </a:lnTo>
                  <a:lnTo>
                    <a:pt x="2045" y="455"/>
                  </a:lnTo>
                  <a:close/>
                  <a:moveTo>
                    <a:pt x="2035" y="495"/>
                  </a:moveTo>
                  <a:lnTo>
                    <a:pt x="2022" y="534"/>
                  </a:lnTo>
                  <a:lnTo>
                    <a:pt x="2035" y="534"/>
                  </a:lnTo>
                  <a:lnTo>
                    <a:pt x="2035" y="495"/>
                  </a:lnTo>
                  <a:close/>
                  <a:moveTo>
                    <a:pt x="2134" y="198"/>
                  </a:moveTo>
                  <a:lnTo>
                    <a:pt x="2114" y="258"/>
                  </a:lnTo>
                  <a:lnTo>
                    <a:pt x="2114" y="238"/>
                  </a:lnTo>
                  <a:lnTo>
                    <a:pt x="2114" y="218"/>
                  </a:lnTo>
                  <a:lnTo>
                    <a:pt x="2094" y="258"/>
                  </a:lnTo>
                  <a:lnTo>
                    <a:pt x="2094" y="297"/>
                  </a:lnTo>
                  <a:lnTo>
                    <a:pt x="2074" y="337"/>
                  </a:lnTo>
                  <a:lnTo>
                    <a:pt x="2074" y="297"/>
                  </a:lnTo>
                  <a:lnTo>
                    <a:pt x="2074" y="278"/>
                  </a:lnTo>
                  <a:lnTo>
                    <a:pt x="2055" y="337"/>
                  </a:lnTo>
                  <a:lnTo>
                    <a:pt x="2055" y="317"/>
                  </a:lnTo>
                  <a:lnTo>
                    <a:pt x="2035" y="396"/>
                  </a:lnTo>
                  <a:lnTo>
                    <a:pt x="2015" y="455"/>
                  </a:lnTo>
                  <a:lnTo>
                    <a:pt x="2035" y="475"/>
                  </a:lnTo>
                  <a:lnTo>
                    <a:pt x="2035" y="455"/>
                  </a:lnTo>
                  <a:lnTo>
                    <a:pt x="2055" y="416"/>
                  </a:lnTo>
                  <a:lnTo>
                    <a:pt x="2045" y="455"/>
                  </a:lnTo>
                  <a:lnTo>
                    <a:pt x="2055" y="436"/>
                  </a:lnTo>
                  <a:lnTo>
                    <a:pt x="2055" y="475"/>
                  </a:lnTo>
                  <a:lnTo>
                    <a:pt x="2055" y="653"/>
                  </a:lnTo>
                  <a:lnTo>
                    <a:pt x="2035" y="811"/>
                  </a:lnTo>
                  <a:lnTo>
                    <a:pt x="2055" y="791"/>
                  </a:lnTo>
                  <a:lnTo>
                    <a:pt x="2042" y="923"/>
                  </a:lnTo>
                  <a:lnTo>
                    <a:pt x="2042" y="923"/>
                  </a:lnTo>
                  <a:lnTo>
                    <a:pt x="2055" y="870"/>
                  </a:lnTo>
                  <a:lnTo>
                    <a:pt x="2055" y="910"/>
                  </a:lnTo>
                  <a:lnTo>
                    <a:pt x="2055" y="929"/>
                  </a:lnTo>
                  <a:lnTo>
                    <a:pt x="2074" y="870"/>
                  </a:lnTo>
                  <a:lnTo>
                    <a:pt x="2074" y="890"/>
                  </a:lnTo>
                  <a:lnTo>
                    <a:pt x="2094" y="791"/>
                  </a:lnTo>
                  <a:lnTo>
                    <a:pt x="2094" y="771"/>
                  </a:lnTo>
                  <a:lnTo>
                    <a:pt x="2074" y="791"/>
                  </a:lnTo>
                  <a:lnTo>
                    <a:pt x="2094" y="732"/>
                  </a:lnTo>
                  <a:lnTo>
                    <a:pt x="2094" y="613"/>
                  </a:lnTo>
                  <a:lnTo>
                    <a:pt x="2094" y="594"/>
                  </a:lnTo>
                  <a:lnTo>
                    <a:pt x="2094" y="574"/>
                  </a:lnTo>
                  <a:lnTo>
                    <a:pt x="2074" y="613"/>
                  </a:lnTo>
                  <a:lnTo>
                    <a:pt x="2074" y="574"/>
                  </a:lnTo>
                  <a:lnTo>
                    <a:pt x="2074" y="554"/>
                  </a:lnTo>
                  <a:lnTo>
                    <a:pt x="2074" y="534"/>
                  </a:lnTo>
                  <a:lnTo>
                    <a:pt x="2094" y="416"/>
                  </a:lnTo>
                  <a:lnTo>
                    <a:pt x="2114" y="396"/>
                  </a:lnTo>
                  <a:lnTo>
                    <a:pt x="2094" y="436"/>
                  </a:lnTo>
                  <a:lnTo>
                    <a:pt x="2094" y="515"/>
                  </a:lnTo>
                  <a:lnTo>
                    <a:pt x="2114" y="475"/>
                  </a:lnTo>
                  <a:lnTo>
                    <a:pt x="2114" y="455"/>
                  </a:lnTo>
                  <a:lnTo>
                    <a:pt x="2134" y="376"/>
                  </a:lnTo>
                  <a:lnTo>
                    <a:pt x="2134" y="357"/>
                  </a:lnTo>
                  <a:lnTo>
                    <a:pt x="2153" y="278"/>
                  </a:lnTo>
                  <a:lnTo>
                    <a:pt x="2153" y="198"/>
                  </a:lnTo>
                  <a:lnTo>
                    <a:pt x="2134" y="278"/>
                  </a:lnTo>
                  <a:lnTo>
                    <a:pt x="2134" y="258"/>
                  </a:lnTo>
                  <a:lnTo>
                    <a:pt x="2134" y="198"/>
                  </a:lnTo>
                  <a:close/>
                  <a:moveTo>
                    <a:pt x="1815" y="935"/>
                  </a:moveTo>
                  <a:lnTo>
                    <a:pt x="1810" y="981"/>
                  </a:lnTo>
                  <a:lnTo>
                    <a:pt x="1798" y="969"/>
                  </a:lnTo>
                  <a:lnTo>
                    <a:pt x="1815" y="935"/>
                  </a:lnTo>
                  <a:close/>
                  <a:moveTo>
                    <a:pt x="2042" y="923"/>
                  </a:moveTo>
                  <a:lnTo>
                    <a:pt x="2035" y="949"/>
                  </a:lnTo>
                  <a:lnTo>
                    <a:pt x="2035" y="989"/>
                  </a:lnTo>
                  <a:lnTo>
                    <a:pt x="2042" y="923"/>
                  </a:lnTo>
                  <a:close/>
                  <a:moveTo>
                    <a:pt x="1947" y="898"/>
                  </a:moveTo>
                  <a:lnTo>
                    <a:pt x="1936" y="989"/>
                  </a:lnTo>
                  <a:lnTo>
                    <a:pt x="1936" y="949"/>
                  </a:lnTo>
                  <a:lnTo>
                    <a:pt x="1936" y="910"/>
                  </a:lnTo>
                  <a:lnTo>
                    <a:pt x="1947" y="898"/>
                  </a:lnTo>
                  <a:close/>
                  <a:moveTo>
                    <a:pt x="2035" y="989"/>
                  </a:moveTo>
                  <a:lnTo>
                    <a:pt x="2035" y="989"/>
                  </a:lnTo>
                  <a:lnTo>
                    <a:pt x="2035" y="989"/>
                  </a:lnTo>
                  <a:close/>
                  <a:moveTo>
                    <a:pt x="1995" y="989"/>
                  </a:moveTo>
                  <a:lnTo>
                    <a:pt x="1988" y="1044"/>
                  </a:lnTo>
                  <a:lnTo>
                    <a:pt x="1995" y="1028"/>
                  </a:lnTo>
                  <a:lnTo>
                    <a:pt x="1995" y="989"/>
                  </a:lnTo>
                  <a:close/>
                  <a:moveTo>
                    <a:pt x="1620" y="1127"/>
                  </a:moveTo>
                  <a:lnTo>
                    <a:pt x="1620" y="1147"/>
                  </a:lnTo>
                  <a:lnTo>
                    <a:pt x="1625" y="1132"/>
                  </a:lnTo>
                  <a:lnTo>
                    <a:pt x="1625" y="1132"/>
                  </a:lnTo>
                  <a:lnTo>
                    <a:pt x="1620" y="1127"/>
                  </a:lnTo>
                  <a:close/>
                  <a:moveTo>
                    <a:pt x="1818" y="1127"/>
                  </a:moveTo>
                  <a:lnTo>
                    <a:pt x="1808" y="1137"/>
                  </a:lnTo>
                  <a:lnTo>
                    <a:pt x="1818" y="1147"/>
                  </a:lnTo>
                  <a:lnTo>
                    <a:pt x="1818" y="1127"/>
                  </a:lnTo>
                  <a:close/>
                  <a:moveTo>
                    <a:pt x="1995" y="1166"/>
                  </a:moveTo>
                  <a:lnTo>
                    <a:pt x="1976" y="1186"/>
                  </a:lnTo>
                  <a:lnTo>
                    <a:pt x="1976" y="1206"/>
                  </a:lnTo>
                  <a:lnTo>
                    <a:pt x="1995" y="1166"/>
                  </a:lnTo>
                  <a:close/>
                  <a:moveTo>
                    <a:pt x="1857" y="1226"/>
                  </a:moveTo>
                  <a:lnTo>
                    <a:pt x="1857" y="1226"/>
                  </a:lnTo>
                  <a:lnTo>
                    <a:pt x="1857" y="1226"/>
                  </a:lnTo>
                  <a:close/>
                  <a:moveTo>
                    <a:pt x="1719" y="1087"/>
                  </a:moveTo>
                  <a:lnTo>
                    <a:pt x="1699" y="1107"/>
                  </a:lnTo>
                  <a:lnTo>
                    <a:pt x="1679" y="1226"/>
                  </a:lnTo>
                  <a:lnTo>
                    <a:pt x="1679" y="1324"/>
                  </a:lnTo>
                  <a:lnTo>
                    <a:pt x="1699" y="1245"/>
                  </a:lnTo>
                  <a:lnTo>
                    <a:pt x="1719" y="1206"/>
                  </a:lnTo>
                  <a:lnTo>
                    <a:pt x="1719" y="1087"/>
                  </a:lnTo>
                  <a:close/>
                  <a:moveTo>
                    <a:pt x="1482" y="1344"/>
                  </a:moveTo>
                  <a:lnTo>
                    <a:pt x="1482" y="1344"/>
                  </a:lnTo>
                  <a:lnTo>
                    <a:pt x="1482" y="1344"/>
                  </a:lnTo>
                  <a:close/>
                  <a:moveTo>
                    <a:pt x="277" y="1285"/>
                  </a:moveTo>
                  <a:lnTo>
                    <a:pt x="277" y="1305"/>
                  </a:lnTo>
                  <a:lnTo>
                    <a:pt x="277" y="1324"/>
                  </a:lnTo>
                  <a:lnTo>
                    <a:pt x="297" y="1384"/>
                  </a:lnTo>
                  <a:lnTo>
                    <a:pt x="277" y="1285"/>
                  </a:lnTo>
                  <a:close/>
                  <a:moveTo>
                    <a:pt x="1344" y="1364"/>
                  </a:moveTo>
                  <a:lnTo>
                    <a:pt x="1330" y="1403"/>
                  </a:lnTo>
                  <a:lnTo>
                    <a:pt x="1344" y="1403"/>
                  </a:lnTo>
                  <a:lnTo>
                    <a:pt x="1344" y="1364"/>
                  </a:lnTo>
                  <a:close/>
                  <a:moveTo>
                    <a:pt x="1442" y="1364"/>
                  </a:moveTo>
                  <a:lnTo>
                    <a:pt x="1462" y="1403"/>
                  </a:lnTo>
                  <a:lnTo>
                    <a:pt x="1462" y="1384"/>
                  </a:lnTo>
                  <a:lnTo>
                    <a:pt x="1442" y="1364"/>
                  </a:lnTo>
                  <a:close/>
                  <a:moveTo>
                    <a:pt x="1304" y="1403"/>
                  </a:moveTo>
                  <a:lnTo>
                    <a:pt x="1324" y="1423"/>
                  </a:lnTo>
                  <a:lnTo>
                    <a:pt x="1330" y="1403"/>
                  </a:lnTo>
                  <a:close/>
                  <a:moveTo>
                    <a:pt x="1482" y="1344"/>
                  </a:moveTo>
                  <a:lnTo>
                    <a:pt x="1462" y="1423"/>
                  </a:lnTo>
                  <a:lnTo>
                    <a:pt x="1482" y="1403"/>
                  </a:lnTo>
                  <a:lnTo>
                    <a:pt x="1482" y="1384"/>
                  </a:lnTo>
                  <a:lnTo>
                    <a:pt x="1482" y="1344"/>
                  </a:lnTo>
                  <a:close/>
                  <a:moveTo>
                    <a:pt x="1265" y="1443"/>
                  </a:moveTo>
                  <a:lnTo>
                    <a:pt x="1265" y="1463"/>
                  </a:lnTo>
                  <a:lnTo>
                    <a:pt x="1284" y="1482"/>
                  </a:lnTo>
                  <a:lnTo>
                    <a:pt x="1265" y="1443"/>
                  </a:lnTo>
                  <a:close/>
                  <a:moveTo>
                    <a:pt x="988" y="1522"/>
                  </a:moveTo>
                  <a:lnTo>
                    <a:pt x="968" y="1542"/>
                  </a:lnTo>
                  <a:lnTo>
                    <a:pt x="988" y="1561"/>
                  </a:lnTo>
                  <a:lnTo>
                    <a:pt x="988" y="1542"/>
                  </a:lnTo>
                  <a:lnTo>
                    <a:pt x="988" y="1522"/>
                  </a:lnTo>
                  <a:close/>
                  <a:moveTo>
                    <a:pt x="1166" y="1423"/>
                  </a:moveTo>
                  <a:lnTo>
                    <a:pt x="1146" y="1443"/>
                  </a:lnTo>
                  <a:lnTo>
                    <a:pt x="1146" y="1482"/>
                  </a:lnTo>
                  <a:lnTo>
                    <a:pt x="1166" y="1581"/>
                  </a:lnTo>
                  <a:lnTo>
                    <a:pt x="1186" y="1601"/>
                  </a:lnTo>
                  <a:lnTo>
                    <a:pt x="1186" y="1601"/>
                  </a:lnTo>
                  <a:lnTo>
                    <a:pt x="1166" y="1561"/>
                  </a:lnTo>
                  <a:lnTo>
                    <a:pt x="1166" y="1522"/>
                  </a:lnTo>
                  <a:lnTo>
                    <a:pt x="1186" y="1542"/>
                  </a:lnTo>
                  <a:lnTo>
                    <a:pt x="1166" y="1443"/>
                  </a:lnTo>
                  <a:lnTo>
                    <a:pt x="1166" y="1423"/>
                  </a:lnTo>
                  <a:close/>
                  <a:moveTo>
                    <a:pt x="949" y="1423"/>
                  </a:moveTo>
                  <a:lnTo>
                    <a:pt x="968" y="1443"/>
                  </a:lnTo>
                  <a:lnTo>
                    <a:pt x="968" y="1463"/>
                  </a:lnTo>
                  <a:lnTo>
                    <a:pt x="988" y="1522"/>
                  </a:lnTo>
                  <a:lnTo>
                    <a:pt x="988" y="1463"/>
                  </a:lnTo>
                  <a:lnTo>
                    <a:pt x="1008" y="1502"/>
                  </a:lnTo>
                  <a:lnTo>
                    <a:pt x="1008" y="1621"/>
                  </a:lnTo>
                  <a:lnTo>
                    <a:pt x="988" y="1561"/>
                  </a:lnTo>
                  <a:lnTo>
                    <a:pt x="988" y="1561"/>
                  </a:lnTo>
                  <a:lnTo>
                    <a:pt x="1008" y="1640"/>
                  </a:lnTo>
                  <a:lnTo>
                    <a:pt x="988" y="1621"/>
                  </a:lnTo>
                  <a:lnTo>
                    <a:pt x="968" y="1621"/>
                  </a:lnTo>
                  <a:lnTo>
                    <a:pt x="968" y="1640"/>
                  </a:lnTo>
                  <a:lnTo>
                    <a:pt x="949" y="1463"/>
                  </a:lnTo>
                  <a:lnTo>
                    <a:pt x="949" y="1423"/>
                  </a:lnTo>
                  <a:close/>
                  <a:moveTo>
                    <a:pt x="534" y="1700"/>
                  </a:moveTo>
                  <a:lnTo>
                    <a:pt x="534" y="1700"/>
                  </a:lnTo>
                  <a:lnTo>
                    <a:pt x="534" y="1700"/>
                  </a:lnTo>
                  <a:close/>
                  <a:moveTo>
                    <a:pt x="652" y="1700"/>
                  </a:moveTo>
                  <a:lnTo>
                    <a:pt x="652" y="1700"/>
                  </a:lnTo>
                  <a:lnTo>
                    <a:pt x="652" y="1700"/>
                  </a:lnTo>
                  <a:close/>
                  <a:moveTo>
                    <a:pt x="534" y="1700"/>
                  </a:moveTo>
                  <a:lnTo>
                    <a:pt x="534" y="1700"/>
                  </a:lnTo>
                  <a:lnTo>
                    <a:pt x="534" y="1700"/>
                  </a:lnTo>
                  <a:close/>
                  <a:moveTo>
                    <a:pt x="652" y="1700"/>
                  </a:moveTo>
                  <a:lnTo>
                    <a:pt x="652" y="1700"/>
                  </a:lnTo>
                  <a:lnTo>
                    <a:pt x="652" y="1700"/>
                  </a:lnTo>
                  <a:close/>
                  <a:moveTo>
                    <a:pt x="1521" y="1"/>
                  </a:moveTo>
                  <a:lnTo>
                    <a:pt x="1502" y="40"/>
                  </a:lnTo>
                  <a:lnTo>
                    <a:pt x="1482" y="119"/>
                  </a:lnTo>
                  <a:lnTo>
                    <a:pt x="1462" y="119"/>
                  </a:lnTo>
                  <a:lnTo>
                    <a:pt x="1462" y="80"/>
                  </a:lnTo>
                  <a:lnTo>
                    <a:pt x="1442" y="139"/>
                  </a:lnTo>
                  <a:lnTo>
                    <a:pt x="1442" y="218"/>
                  </a:lnTo>
                  <a:lnTo>
                    <a:pt x="1462" y="278"/>
                  </a:lnTo>
                  <a:lnTo>
                    <a:pt x="1462" y="238"/>
                  </a:lnTo>
                  <a:lnTo>
                    <a:pt x="1482" y="218"/>
                  </a:lnTo>
                  <a:lnTo>
                    <a:pt x="1482" y="278"/>
                  </a:lnTo>
                  <a:lnTo>
                    <a:pt x="1482" y="357"/>
                  </a:lnTo>
                  <a:lnTo>
                    <a:pt x="1482" y="396"/>
                  </a:lnTo>
                  <a:lnTo>
                    <a:pt x="1482" y="495"/>
                  </a:lnTo>
                  <a:lnTo>
                    <a:pt x="1462" y="515"/>
                  </a:lnTo>
                  <a:lnTo>
                    <a:pt x="1462" y="436"/>
                  </a:lnTo>
                  <a:lnTo>
                    <a:pt x="1462" y="396"/>
                  </a:lnTo>
                  <a:lnTo>
                    <a:pt x="1462" y="297"/>
                  </a:lnTo>
                  <a:lnTo>
                    <a:pt x="1442" y="376"/>
                  </a:lnTo>
                  <a:lnTo>
                    <a:pt x="1442" y="436"/>
                  </a:lnTo>
                  <a:lnTo>
                    <a:pt x="1423" y="436"/>
                  </a:lnTo>
                  <a:lnTo>
                    <a:pt x="1423" y="455"/>
                  </a:lnTo>
                  <a:lnTo>
                    <a:pt x="1423" y="495"/>
                  </a:lnTo>
                  <a:lnTo>
                    <a:pt x="1403" y="416"/>
                  </a:lnTo>
                  <a:lnTo>
                    <a:pt x="1423" y="436"/>
                  </a:lnTo>
                  <a:lnTo>
                    <a:pt x="1423" y="396"/>
                  </a:lnTo>
                  <a:lnTo>
                    <a:pt x="1423" y="357"/>
                  </a:lnTo>
                  <a:lnTo>
                    <a:pt x="1423" y="297"/>
                  </a:lnTo>
                  <a:lnTo>
                    <a:pt x="1423" y="218"/>
                  </a:lnTo>
                  <a:lnTo>
                    <a:pt x="1442" y="100"/>
                  </a:lnTo>
                  <a:lnTo>
                    <a:pt x="1423" y="100"/>
                  </a:lnTo>
                  <a:lnTo>
                    <a:pt x="1423" y="60"/>
                  </a:lnTo>
                  <a:lnTo>
                    <a:pt x="1403" y="100"/>
                  </a:lnTo>
                  <a:lnTo>
                    <a:pt x="1383" y="159"/>
                  </a:lnTo>
                  <a:lnTo>
                    <a:pt x="1383" y="100"/>
                  </a:lnTo>
                  <a:lnTo>
                    <a:pt x="1363" y="100"/>
                  </a:lnTo>
                  <a:lnTo>
                    <a:pt x="1344" y="139"/>
                  </a:lnTo>
                  <a:lnTo>
                    <a:pt x="1344" y="80"/>
                  </a:lnTo>
                  <a:lnTo>
                    <a:pt x="1324" y="60"/>
                  </a:lnTo>
                  <a:lnTo>
                    <a:pt x="1324" y="80"/>
                  </a:lnTo>
                  <a:lnTo>
                    <a:pt x="1304" y="119"/>
                  </a:lnTo>
                  <a:lnTo>
                    <a:pt x="1284" y="179"/>
                  </a:lnTo>
                  <a:lnTo>
                    <a:pt x="1265" y="179"/>
                  </a:lnTo>
                  <a:lnTo>
                    <a:pt x="1265" y="139"/>
                  </a:lnTo>
                  <a:lnTo>
                    <a:pt x="1245" y="119"/>
                  </a:lnTo>
                  <a:lnTo>
                    <a:pt x="1245" y="159"/>
                  </a:lnTo>
                  <a:lnTo>
                    <a:pt x="1225" y="119"/>
                  </a:lnTo>
                  <a:lnTo>
                    <a:pt x="1225" y="139"/>
                  </a:lnTo>
                  <a:lnTo>
                    <a:pt x="1205" y="159"/>
                  </a:lnTo>
                  <a:lnTo>
                    <a:pt x="1205" y="100"/>
                  </a:lnTo>
                  <a:lnTo>
                    <a:pt x="1186" y="100"/>
                  </a:lnTo>
                  <a:lnTo>
                    <a:pt x="1186" y="139"/>
                  </a:lnTo>
                  <a:lnTo>
                    <a:pt x="1166" y="218"/>
                  </a:lnTo>
                  <a:lnTo>
                    <a:pt x="1166" y="119"/>
                  </a:lnTo>
                  <a:lnTo>
                    <a:pt x="1107" y="179"/>
                  </a:lnTo>
                  <a:lnTo>
                    <a:pt x="1047" y="218"/>
                  </a:lnTo>
                  <a:lnTo>
                    <a:pt x="1047" y="179"/>
                  </a:lnTo>
                  <a:lnTo>
                    <a:pt x="1028" y="198"/>
                  </a:lnTo>
                  <a:lnTo>
                    <a:pt x="1008" y="238"/>
                  </a:lnTo>
                  <a:lnTo>
                    <a:pt x="988" y="278"/>
                  </a:lnTo>
                  <a:lnTo>
                    <a:pt x="968" y="317"/>
                  </a:lnTo>
                  <a:lnTo>
                    <a:pt x="968" y="376"/>
                  </a:lnTo>
                  <a:lnTo>
                    <a:pt x="988" y="495"/>
                  </a:lnTo>
                  <a:lnTo>
                    <a:pt x="988" y="515"/>
                  </a:lnTo>
                  <a:lnTo>
                    <a:pt x="968" y="475"/>
                  </a:lnTo>
                  <a:lnTo>
                    <a:pt x="968" y="436"/>
                  </a:lnTo>
                  <a:lnTo>
                    <a:pt x="968" y="416"/>
                  </a:lnTo>
                  <a:lnTo>
                    <a:pt x="949" y="317"/>
                  </a:lnTo>
                  <a:lnTo>
                    <a:pt x="929" y="297"/>
                  </a:lnTo>
                  <a:lnTo>
                    <a:pt x="929" y="317"/>
                  </a:lnTo>
                  <a:lnTo>
                    <a:pt x="909" y="317"/>
                  </a:lnTo>
                  <a:lnTo>
                    <a:pt x="909" y="297"/>
                  </a:lnTo>
                  <a:lnTo>
                    <a:pt x="909" y="258"/>
                  </a:lnTo>
                  <a:lnTo>
                    <a:pt x="929" y="238"/>
                  </a:lnTo>
                  <a:lnTo>
                    <a:pt x="929" y="198"/>
                  </a:lnTo>
                  <a:lnTo>
                    <a:pt x="909" y="238"/>
                  </a:lnTo>
                  <a:lnTo>
                    <a:pt x="889" y="238"/>
                  </a:lnTo>
                  <a:lnTo>
                    <a:pt x="889" y="278"/>
                  </a:lnTo>
                  <a:lnTo>
                    <a:pt x="889" y="297"/>
                  </a:lnTo>
                  <a:lnTo>
                    <a:pt x="870" y="376"/>
                  </a:lnTo>
                  <a:lnTo>
                    <a:pt x="870" y="357"/>
                  </a:lnTo>
                  <a:lnTo>
                    <a:pt x="850" y="357"/>
                  </a:lnTo>
                  <a:lnTo>
                    <a:pt x="830" y="337"/>
                  </a:lnTo>
                  <a:lnTo>
                    <a:pt x="830" y="278"/>
                  </a:lnTo>
                  <a:lnTo>
                    <a:pt x="810" y="297"/>
                  </a:lnTo>
                  <a:lnTo>
                    <a:pt x="810" y="278"/>
                  </a:lnTo>
                  <a:lnTo>
                    <a:pt x="771" y="278"/>
                  </a:lnTo>
                  <a:lnTo>
                    <a:pt x="751" y="258"/>
                  </a:lnTo>
                  <a:lnTo>
                    <a:pt x="751" y="238"/>
                  </a:lnTo>
                  <a:lnTo>
                    <a:pt x="731" y="278"/>
                  </a:lnTo>
                  <a:lnTo>
                    <a:pt x="712" y="357"/>
                  </a:lnTo>
                  <a:lnTo>
                    <a:pt x="731" y="357"/>
                  </a:lnTo>
                  <a:lnTo>
                    <a:pt x="731" y="416"/>
                  </a:lnTo>
                  <a:lnTo>
                    <a:pt x="731" y="455"/>
                  </a:lnTo>
                  <a:lnTo>
                    <a:pt x="712" y="416"/>
                  </a:lnTo>
                  <a:lnTo>
                    <a:pt x="712" y="376"/>
                  </a:lnTo>
                  <a:lnTo>
                    <a:pt x="692" y="337"/>
                  </a:lnTo>
                  <a:lnTo>
                    <a:pt x="672" y="297"/>
                  </a:lnTo>
                  <a:lnTo>
                    <a:pt x="672" y="317"/>
                  </a:lnTo>
                  <a:lnTo>
                    <a:pt x="652" y="376"/>
                  </a:lnTo>
                  <a:lnTo>
                    <a:pt x="652" y="337"/>
                  </a:lnTo>
                  <a:lnTo>
                    <a:pt x="652" y="297"/>
                  </a:lnTo>
                  <a:lnTo>
                    <a:pt x="633" y="278"/>
                  </a:lnTo>
                  <a:lnTo>
                    <a:pt x="633" y="297"/>
                  </a:lnTo>
                  <a:lnTo>
                    <a:pt x="633" y="337"/>
                  </a:lnTo>
                  <a:lnTo>
                    <a:pt x="613" y="455"/>
                  </a:lnTo>
                  <a:lnTo>
                    <a:pt x="613" y="495"/>
                  </a:lnTo>
                  <a:lnTo>
                    <a:pt x="593" y="554"/>
                  </a:lnTo>
                  <a:lnTo>
                    <a:pt x="593" y="495"/>
                  </a:lnTo>
                  <a:lnTo>
                    <a:pt x="573" y="475"/>
                  </a:lnTo>
                  <a:lnTo>
                    <a:pt x="573" y="436"/>
                  </a:lnTo>
                  <a:lnTo>
                    <a:pt x="593" y="455"/>
                  </a:lnTo>
                  <a:lnTo>
                    <a:pt x="593" y="436"/>
                  </a:lnTo>
                  <a:lnTo>
                    <a:pt x="573" y="357"/>
                  </a:lnTo>
                  <a:lnTo>
                    <a:pt x="554" y="337"/>
                  </a:lnTo>
                  <a:lnTo>
                    <a:pt x="514" y="337"/>
                  </a:lnTo>
                  <a:lnTo>
                    <a:pt x="494" y="376"/>
                  </a:lnTo>
                  <a:lnTo>
                    <a:pt x="475" y="376"/>
                  </a:lnTo>
                  <a:lnTo>
                    <a:pt x="475" y="396"/>
                  </a:lnTo>
                  <a:lnTo>
                    <a:pt x="435" y="357"/>
                  </a:lnTo>
                  <a:lnTo>
                    <a:pt x="396" y="357"/>
                  </a:lnTo>
                  <a:lnTo>
                    <a:pt x="376" y="376"/>
                  </a:lnTo>
                  <a:lnTo>
                    <a:pt x="376" y="416"/>
                  </a:lnTo>
                  <a:lnTo>
                    <a:pt x="356" y="376"/>
                  </a:lnTo>
                  <a:lnTo>
                    <a:pt x="356" y="455"/>
                  </a:lnTo>
                  <a:lnTo>
                    <a:pt x="336" y="515"/>
                  </a:lnTo>
                  <a:lnTo>
                    <a:pt x="336" y="554"/>
                  </a:lnTo>
                  <a:lnTo>
                    <a:pt x="336" y="673"/>
                  </a:lnTo>
                  <a:lnTo>
                    <a:pt x="317" y="613"/>
                  </a:lnTo>
                  <a:lnTo>
                    <a:pt x="297" y="594"/>
                  </a:lnTo>
                  <a:lnTo>
                    <a:pt x="297" y="534"/>
                  </a:lnTo>
                  <a:lnTo>
                    <a:pt x="277" y="515"/>
                  </a:lnTo>
                  <a:lnTo>
                    <a:pt x="277" y="534"/>
                  </a:lnTo>
                  <a:lnTo>
                    <a:pt x="297" y="613"/>
                  </a:lnTo>
                  <a:lnTo>
                    <a:pt x="297" y="673"/>
                  </a:lnTo>
                  <a:lnTo>
                    <a:pt x="297" y="692"/>
                  </a:lnTo>
                  <a:lnTo>
                    <a:pt x="297" y="712"/>
                  </a:lnTo>
                  <a:lnTo>
                    <a:pt x="257" y="771"/>
                  </a:lnTo>
                  <a:lnTo>
                    <a:pt x="238" y="811"/>
                  </a:lnTo>
                  <a:lnTo>
                    <a:pt x="198" y="831"/>
                  </a:lnTo>
                  <a:lnTo>
                    <a:pt x="159" y="811"/>
                  </a:lnTo>
                  <a:lnTo>
                    <a:pt x="159" y="791"/>
                  </a:lnTo>
                  <a:lnTo>
                    <a:pt x="139" y="791"/>
                  </a:lnTo>
                  <a:lnTo>
                    <a:pt x="139" y="771"/>
                  </a:lnTo>
                  <a:lnTo>
                    <a:pt x="119" y="732"/>
                  </a:lnTo>
                  <a:lnTo>
                    <a:pt x="119" y="771"/>
                  </a:lnTo>
                  <a:lnTo>
                    <a:pt x="119" y="791"/>
                  </a:lnTo>
                  <a:lnTo>
                    <a:pt x="99" y="752"/>
                  </a:lnTo>
                  <a:lnTo>
                    <a:pt x="99" y="732"/>
                  </a:lnTo>
                  <a:lnTo>
                    <a:pt x="79" y="732"/>
                  </a:lnTo>
                  <a:lnTo>
                    <a:pt x="60" y="712"/>
                  </a:lnTo>
                  <a:lnTo>
                    <a:pt x="60" y="692"/>
                  </a:lnTo>
                  <a:lnTo>
                    <a:pt x="40" y="712"/>
                  </a:lnTo>
                  <a:lnTo>
                    <a:pt x="0" y="574"/>
                  </a:lnTo>
                  <a:lnTo>
                    <a:pt x="0" y="653"/>
                  </a:lnTo>
                  <a:lnTo>
                    <a:pt x="20" y="712"/>
                  </a:lnTo>
                  <a:lnTo>
                    <a:pt x="20" y="732"/>
                  </a:lnTo>
                  <a:lnTo>
                    <a:pt x="60" y="890"/>
                  </a:lnTo>
                  <a:lnTo>
                    <a:pt x="119" y="1048"/>
                  </a:lnTo>
                  <a:lnTo>
                    <a:pt x="139" y="1107"/>
                  </a:lnTo>
                  <a:lnTo>
                    <a:pt x="178" y="1166"/>
                  </a:lnTo>
                  <a:lnTo>
                    <a:pt x="159" y="1127"/>
                  </a:lnTo>
                  <a:lnTo>
                    <a:pt x="159" y="1127"/>
                  </a:lnTo>
                  <a:lnTo>
                    <a:pt x="178" y="1147"/>
                  </a:lnTo>
                  <a:lnTo>
                    <a:pt x="198" y="1186"/>
                  </a:lnTo>
                  <a:lnTo>
                    <a:pt x="198" y="1147"/>
                  </a:lnTo>
                  <a:lnTo>
                    <a:pt x="218" y="1206"/>
                  </a:lnTo>
                  <a:lnTo>
                    <a:pt x="238" y="1285"/>
                  </a:lnTo>
                  <a:lnTo>
                    <a:pt x="238" y="1265"/>
                  </a:lnTo>
                  <a:lnTo>
                    <a:pt x="238" y="1245"/>
                  </a:lnTo>
                  <a:lnTo>
                    <a:pt x="257" y="1285"/>
                  </a:lnTo>
                  <a:lnTo>
                    <a:pt x="257" y="1324"/>
                  </a:lnTo>
                  <a:lnTo>
                    <a:pt x="277" y="1305"/>
                  </a:lnTo>
                  <a:lnTo>
                    <a:pt x="257" y="1226"/>
                  </a:lnTo>
                  <a:lnTo>
                    <a:pt x="257" y="1186"/>
                  </a:lnTo>
                  <a:lnTo>
                    <a:pt x="277" y="1226"/>
                  </a:lnTo>
                  <a:lnTo>
                    <a:pt x="297" y="1285"/>
                  </a:lnTo>
                  <a:lnTo>
                    <a:pt x="297" y="1364"/>
                  </a:lnTo>
                  <a:lnTo>
                    <a:pt x="317" y="1384"/>
                  </a:lnTo>
                  <a:lnTo>
                    <a:pt x="336" y="1384"/>
                  </a:lnTo>
                  <a:lnTo>
                    <a:pt x="336" y="1423"/>
                  </a:lnTo>
                  <a:lnTo>
                    <a:pt x="356" y="1482"/>
                  </a:lnTo>
                  <a:lnTo>
                    <a:pt x="356" y="1443"/>
                  </a:lnTo>
                  <a:lnTo>
                    <a:pt x="356" y="1423"/>
                  </a:lnTo>
                  <a:lnTo>
                    <a:pt x="376" y="1443"/>
                  </a:lnTo>
                  <a:lnTo>
                    <a:pt x="376" y="1463"/>
                  </a:lnTo>
                  <a:lnTo>
                    <a:pt x="396" y="1522"/>
                  </a:lnTo>
                  <a:lnTo>
                    <a:pt x="415" y="1561"/>
                  </a:lnTo>
                  <a:lnTo>
                    <a:pt x="415" y="1522"/>
                  </a:lnTo>
                  <a:lnTo>
                    <a:pt x="415" y="1463"/>
                  </a:lnTo>
                  <a:lnTo>
                    <a:pt x="435" y="1522"/>
                  </a:lnTo>
                  <a:lnTo>
                    <a:pt x="415" y="1423"/>
                  </a:lnTo>
                  <a:lnTo>
                    <a:pt x="396" y="1344"/>
                  </a:lnTo>
                  <a:lnTo>
                    <a:pt x="435" y="1443"/>
                  </a:lnTo>
                  <a:lnTo>
                    <a:pt x="455" y="1561"/>
                  </a:lnTo>
                  <a:lnTo>
                    <a:pt x="455" y="1502"/>
                  </a:lnTo>
                  <a:lnTo>
                    <a:pt x="475" y="1542"/>
                  </a:lnTo>
                  <a:lnTo>
                    <a:pt x="475" y="1581"/>
                  </a:lnTo>
                  <a:lnTo>
                    <a:pt x="494" y="1640"/>
                  </a:lnTo>
                  <a:lnTo>
                    <a:pt x="494" y="1621"/>
                  </a:lnTo>
                  <a:lnTo>
                    <a:pt x="514" y="1660"/>
                  </a:lnTo>
                  <a:lnTo>
                    <a:pt x="514" y="1621"/>
                  </a:lnTo>
                  <a:lnTo>
                    <a:pt x="534" y="1700"/>
                  </a:lnTo>
                  <a:lnTo>
                    <a:pt x="534" y="1660"/>
                  </a:lnTo>
                  <a:lnTo>
                    <a:pt x="554" y="1680"/>
                  </a:lnTo>
                  <a:lnTo>
                    <a:pt x="554" y="1660"/>
                  </a:lnTo>
                  <a:lnTo>
                    <a:pt x="573" y="1700"/>
                  </a:lnTo>
                  <a:lnTo>
                    <a:pt x="573" y="1700"/>
                  </a:lnTo>
                  <a:lnTo>
                    <a:pt x="554" y="1621"/>
                  </a:lnTo>
                  <a:lnTo>
                    <a:pt x="573" y="1640"/>
                  </a:lnTo>
                  <a:lnTo>
                    <a:pt x="593" y="1700"/>
                  </a:lnTo>
                  <a:lnTo>
                    <a:pt x="554" y="1522"/>
                  </a:lnTo>
                  <a:lnTo>
                    <a:pt x="573" y="1581"/>
                  </a:lnTo>
                  <a:lnTo>
                    <a:pt x="593" y="1660"/>
                  </a:lnTo>
                  <a:lnTo>
                    <a:pt x="613" y="1759"/>
                  </a:lnTo>
                  <a:lnTo>
                    <a:pt x="613" y="1739"/>
                  </a:lnTo>
                  <a:lnTo>
                    <a:pt x="633" y="1759"/>
                  </a:lnTo>
                  <a:lnTo>
                    <a:pt x="633" y="1759"/>
                  </a:lnTo>
                  <a:lnTo>
                    <a:pt x="613" y="1660"/>
                  </a:lnTo>
                  <a:lnTo>
                    <a:pt x="613" y="1700"/>
                  </a:lnTo>
                  <a:lnTo>
                    <a:pt x="593" y="1640"/>
                  </a:lnTo>
                  <a:lnTo>
                    <a:pt x="593" y="1561"/>
                  </a:lnTo>
                  <a:lnTo>
                    <a:pt x="593" y="1463"/>
                  </a:lnTo>
                  <a:lnTo>
                    <a:pt x="613" y="1522"/>
                  </a:lnTo>
                  <a:lnTo>
                    <a:pt x="633" y="1640"/>
                  </a:lnTo>
                  <a:lnTo>
                    <a:pt x="633" y="1621"/>
                  </a:lnTo>
                  <a:lnTo>
                    <a:pt x="652" y="1700"/>
                  </a:lnTo>
                  <a:lnTo>
                    <a:pt x="633" y="1601"/>
                  </a:lnTo>
                  <a:lnTo>
                    <a:pt x="652" y="1581"/>
                  </a:lnTo>
                  <a:lnTo>
                    <a:pt x="652" y="1601"/>
                  </a:lnTo>
                  <a:lnTo>
                    <a:pt x="672" y="1660"/>
                  </a:lnTo>
                  <a:lnTo>
                    <a:pt x="672" y="1680"/>
                  </a:lnTo>
                  <a:lnTo>
                    <a:pt x="692" y="1700"/>
                  </a:lnTo>
                  <a:lnTo>
                    <a:pt x="712" y="1719"/>
                  </a:lnTo>
                  <a:lnTo>
                    <a:pt x="712" y="1700"/>
                  </a:lnTo>
                  <a:lnTo>
                    <a:pt x="672" y="1463"/>
                  </a:lnTo>
                  <a:lnTo>
                    <a:pt x="692" y="1482"/>
                  </a:lnTo>
                  <a:lnTo>
                    <a:pt x="692" y="1463"/>
                  </a:lnTo>
                  <a:lnTo>
                    <a:pt x="712" y="1522"/>
                  </a:lnTo>
                  <a:lnTo>
                    <a:pt x="712" y="1581"/>
                  </a:lnTo>
                  <a:lnTo>
                    <a:pt x="731" y="1680"/>
                  </a:lnTo>
                  <a:lnTo>
                    <a:pt x="751" y="1660"/>
                  </a:lnTo>
                  <a:lnTo>
                    <a:pt x="751" y="1739"/>
                  </a:lnTo>
                  <a:lnTo>
                    <a:pt x="771" y="1739"/>
                  </a:lnTo>
                  <a:lnTo>
                    <a:pt x="771" y="1680"/>
                  </a:lnTo>
                  <a:lnTo>
                    <a:pt x="791" y="1739"/>
                  </a:lnTo>
                  <a:lnTo>
                    <a:pt x="810" y="1759"/>
                  </a:lnTo>
                  <a:lnTo>
                    <a:pt x="810" y="1759"/>
                  </a:lnTo>
                  <a:lnTo>
                    <a:pt x="791" y="1700"/>
                  </a:lnTo>
                  <a:lnTo>
                    <a:pt x="791" y="1680"/>
                  </a:lnTo>
                  <a:lnTo>
                    <a:pt x="810" y="1700"/>
                  </a:lnTo>
                  <a:lnTo>
                    <a:pt x="810" y="1739"/>
                  </a:lnTo>
                  <a:lnTo>
                    <a:pt x="830" y="1739"/>
                  </a:lnTo>
                  <a:lnTo>
                    <a:pt x="830" y="1700"/>
                  </a:lnTo>
                  <a:lnTo>
                    <a:pt x="810" y="1601"/>
                  </a:lnTo>
                  <a:lnTo>
                    <a:pt x="830" y="1601"/>
                  </a:lnTo>
                  <a:lnTo>
                    <a:pt x="830" y="1621"/>
                  </a:lnTo>
                  <a:lnTo>
                    <a:pt x="850" y="1680"/>
                  </a:lnTo>
                  <a:lnTo>
                    <a:pt x="850" y="1660"/>
                  </a:lnTo>
                  <a:lnTo>
                    <a:pt x="870" y="1680"/>
                  </a:lnTo>
                  <a:lnTo>
                    <a:pt x="870" y="1463"/>
                  </a:lnTo>
                  <a:lnTo>
                    <a:pt x="830" y="1245"/>
                  </a:lnTo>
                  <a:lnTo>
                    <a:pt x="850" y="1285"/>
                  </a:lnTo>
                  <a:lnTo>
                    <a:pt x="870" y="1324"/>
                  </a:lnTo>
                  <a:lnTo>
                    <a:pt x="889" y="1403"/>
                  </a:lnTo>
                  <a:lnTo>
                    <a:pt x="889" y="1463"/>
                  </a:lnTo>
                  <a:lnTo>
                    <a:pt x="870" y="1403"/>
                  </a:lnTo>
                  <a:lnTo>
                    <a:pt x="909" y="1542"/>
                  </a:lnTo>
                  <a:lnTo>
                    <a:pt x="909" y="1601"/>
                  </a:lnTo>
                  <a:lnTo>
                    <a:pt x="889" y="1561"/>
                  </a:lnTo>
                  <a:lnTo>
                    <a:pt x="909" y="1640"/>
                  </a:lnTo>
                  <a:lnTo>
                    <a:pt x="909" y="1719"/>
                  </a:lnTo>
                  <a:lnTo>
                    <a:pt x="929" y="1719"/>
                  </a:lnTo>
                  <a:lnTo>
                    <a:pt x="929" y="1700"/>
                  </a:lnTo>
                  <a:lnTo>
                    <a:pt x="949" y="1680"/>
                  </a:lnTo>
                  <a:lnTo>
                    <a:pt x="949" y="1640"/>
                  </a:lnTo>
                  <a:lnTo>
                    <a:pt x="968" y="1680"/>
                  </a:lnTo>
                  <a:lnTo>
                    <a:pt x="988" y="1700"/>
                  </a:lnTo>
                  <a:lnTo>
                    <a:pt x="1008" y="1700"/>
                  </a:lnTo>
                  <a:lnTo>
                    <a:pt x="1008" y="1719"/>
                  </a:lnTo>
                  <a:lnTo>
                    <a:pt x="1028" y="1621"/>
                  </a:lnTo>
                  <a:lnTo>
                    <a:pt x="1008" y="1482"/>
                  </a:lnTo>
                  <a:lnTo>
                    <a:pt x="1028" y="1581"/>
                  </a:lnTo>
                  <a:lnTo>
                    <a:pt x="1047" y="1621"/>
                  </a:lnTo>
                  <a:lnTo>
                    <a:pt x="1028" y="1542"/>
                  </a:lnTo>
                  <a:lnTo>
                    <a:pt x="1028" y="1463"/>
                  </a:lnTo>
                  <a:lnTo>
                    <a:pt x="1028" y="1423"/>
                  </a:lnTo>
                  <a:lnTo>
                    <a:pt x="1028" y="1384"/>
                  </a:lnTo>
                  <a:lnTo>
                    <a:pt x="1047" y="1423"/>
                  </a:lnTo>
                  <a:lnTo>
                    <a:pt x="1047" y="1443"/>
                  </a:lnTo>
                  <a:lnTo>
                    <a:pt x="1067" y="1384"/>
                  </a:lnTo>
                  <a:lnTo>
                    <a:pt x="1067" y="1502"/>
                  </a:lnTo>
                  <a:lnTo>
                    <a:pt x="1067" y="1640"/>
                  </a:lnTo>
                  <a:lnTo>
                    <a:pt x="1087" y="1561"/>
                  </a:lnTo>
                  <a:lnTo>
                    <a:pt x="1087" y="1601"/>
                  </a:lnTo>
                  <a:lnTo>
                    <a:pt x="1107" y="1581"/>
                  </a:lnTo>
                  <a:lnTo>
                    <a:pt x="1107" y="1542"/>
                  </a:lnTo>
                  <a:lnTo>
                    <a:pt x="1126" y="1522"/>
                  </a:lnTo>
                  <a:lnTo>
                    <a:pt x="1146" y="1502"/>
                  </a:lnTo>
                  <a:lnTo>
                    <a:pt x="1126" y="1482"/>
                  </a:lnTo>
                  <a:lnTo>
                    <a:pt x="1126" y="1403"/>
                  </a:lnTo>
                  <a:lnTo>
                    <a:pt x="1126" y="1364"/>
                  </a:lnTo>
                  <a:lnTo>
                    <a:pt x="1146" y="1324"/>
                  </a:lnTo>
                  <a:lnTo>
                    <a:pt x="1146" y="1305"/>
                  </a:lnTo>
                  <a:lnTo>
                    <a:pt x="1146" y="1285"/>
                  </a:lnTo>
                  <a:lnTo>
                    <a:pt x="1166" y="1344"/>
                  </a:lnTo>
                  <a:lnTo>
                    <a:pt x="1166" y="1384"/>
                  </a:lnTo>
                  <a:lnTo>
                    <a:pt x="1186" y="1364"/>
                  </a:lnTo>
                  <a:lnTo>
                    <a:pt x="1186" y="1403"/>
                  </a:lnTo>
                  <a:lnTo>
                    <a:pt x="1186" y="1423"/>
                  </a:lnTo>
                  <a:lnTo>
                    <a:pt x="1205" y="1384"/>
                  </a:lnTo>
                  <a:lnTo>
                    <a:pt x="1205" y="1364"/>
                  </a:lnTo>
                  <a:lnTo>
                    <a:pt x="1205" y="1305"/>
                  </a:lnTo>
                  <a:lnTo>
                    <a:pt x="1205" y="1245"/>
                  </a:lnTo>
                  <a:lnTo>
                    <a:pt x="1225" y="1226"/>
                  </a:lnTo>
                  <a:lnTo>
                    <a:pt x="1245" y="1285"/>
                  </a:lnTo>
                  <a:lnTo>
                    <a:pt x="1245" y="1324"/>
                  </a:lnTo>
                  <a:lnTo>
                    <a:pt x="1245" y="1364"/>
                  </a:lnTo>
                  <a:lnTo>
                    <a:pt x="1265" y="1423"/>
                  </a:lnTo>
                  <a:lnTo>
                    <a:pt x="1265" y="1443"/>
                  </a:lnTo>
                  <a:lnTo>
                    <a:pt x="1284" y="1403"/>
                  </a:lnTo>
                  <a:lnTo>
                    <a:pt x="1284" y="1423"/>
                  </a:lnTo>
                  <a:lnTo>
                    <a:pt x="1304" y="1423"/>
                  </a:lnTo>
                  <a:lnTo>
                    <a:pt x="1304" y="1403"/>
                  </a:lnTo>
                  <a:lnTo>
                    <a:pt x="1284" y="1344"/>
                  </a:lnTo>
                  <a:lnTo>
                    <a:pt x="1304" y="1324"/>
                  </a:lnTo>
                  <a:lnTo>
                    <a:pt x="1324" y="1305"/>
                  </a:lnTo>
                  <a:lnTo>
                    <a:pt x="1324" y="1265"/>
                  </a:lnTo>
                  <a:lnTo>
                    <a:pt x="1344" y="1324"/>
                  </a:lnTo>
                  <a:lnTo>
                    <a:pt x="1344" y="1364"/>
                  </a:lnTo>
                  <a:lnTo>
                    <a:pt x="1363" y="1443"/>
                  </a:lnTo>
                  <a:lnTo>
                    <a:pt x="1363" y="1403"/>
                  </a:lnTo>
                  <a:lnTo>
                    <a:pt x="1383" y="1403"/>
                  </a:lnTo>
                  <a:lnTo>
                    <a:pt x="1383" y="1423"/>
                  </a:lnTo>
                  <a:lnTo>
                    <a:pt x="1403" y="1463"/>
                  </a:lnTo>
                  <a:lnTo>
                    <a:pt x="1403" y="1423"/>
                  </a:lnTo>
                  <a:lnTo>
                    <a:pt x="1403" y="1403"/>
                  </a:lnTo>
                  <a:lnTo>
                    <a:pt x="1403" y="1364"/>
                  </a:lnTo>
                  <a:lnTo>
                    <a:pt x="1423" y="1305"/>
                  </a:lnTo>
                  <a:lnTo>
                    <a:pt x="1403" y="1344"/>
                  </a:lnTo>
                  <a:lnTo>
                    <a:pt x="1403" y="1305"/>
                  </a:lnTo>
                  <a:lnTo>
                    <a:pt x="1423" y="1305"/>
                  </a:lnTo>
                  <a:lnTo>
                    <a:pt x="1423" y="1245"/>
                  </a:lnTo>
                  <a:lnTo>
                    <a:pt x="1442" y="1324"/>
                  </a:lnTo>
                  <a:lnTo>
                    <a:pt x="1442" y="1245"/>
                  </a:lnTo>
                  <a:lnTo>
                    <a:pt x="1442" y="1226"/>
                  </a:lnTo>
                  <a:lnTo>
                    <a:pt x="1462" y="1147"/>
                  </a:lnTo>
                  <a:lnTo>
                    <a:pt x="1462" y="1226"/>
                  </a:lnTo>
                  <a:lnTo>
                    <a:pt x="1462" y="1265"/>
                  </a:lnTo>
                  <a:lnTo>
                    <a:pt x="1462" y="1324"/>
                  </a:lnTo>
                  <a:lnTo>
                    <a:pt x="1462" y="1344"/>
                  </a:lnTo>
                  <a:lnTo>
                    <a:pt x="1482" y="1344"/>
                  </a:lnTo>
                  <a:lnTo>
                    <a:pt x="1482" y="1265"/>
                  </a:lnTo>
                  <a:lnTo>
                    <a:pt x="1502" y="1344"/>
                  </a:lnTo>
                  <a:lnTo>
                    <a:pt x="1502" y="1305"/>
                  </a:lnTo>
                  <a:lnTo>
                    <a:pt x="1502" y="1226"/>
                  </a:lnTo>
                  <a:lnTo>
                    <a:pt x="1502" y="1166"/>
                  </a:lnTo>
                  <a:lnTo>
                    <a:pt x="1502" y="1127"/>
                  </a:lnTo>
                  <a:lnTo>
                    <a:pt x="1502" y="1068"/>
                  </a:lnTo>
                  <a:lnTo>
                    <a:pt x="1521" y="1048"/>
                  </a:lnTo>
                  <a:lnTo>
                    <a:pt x="1521" y="1147"/>
                  </a:lnTo>
                  <a:lnTo>
                    <a:pt x="1521" y="1285"/>
                  </a:lnTo>
                  <a:lnTo>
                    <a:pt x="1521" y="1443"/>
                  </a:lnTo>
                  <a:lnTo>
                    <a:pt x="1541" y="1423"/>
                  </a:lnTo>
                  <a:lnTo>
                    <a:pt x="1541" y="1443"/>
                  </a:lnTo>
                  <a:lnTo>
                    <a:pt x="1561" y="1344"/>
                  </a:lnTo>
                  <a:lnTo>
                    <a:pt x="1561" y="1285"/>
                  </a:lnTo>
                  <a:lnTo>
                    <a:pt x="1581" y="1245"/>
                  </a:lnTo>
                  <a:lnTo>
                    <a:pt x="1600" y="1206"/>
                  </a:lnTo>
                  <a:lnTo>
                    <a:pt x="1600" y="1068"/>
                  </a:lnTo>
                  <a:lnTo>
                    <a:pt x="1620" y="1048"/>
                  </a:lnTo>
                  <a:lnTo>
                    <a:pt x="1620" y="989"/>
                  </a:lnTo>
                  <a:lnTo>
                    <a:pt x="1640" y="989"/>
                  </a:lnTo>
                  <a:lnTo>
                    <a:pt x="1620" y="1048"/>
                  </a:lnTo>
                  <a:lnTo>
                    <a:pt x="1640" y="1068"/>
                  </a:lnTo>
                  <a:lnTo>
                    <a:pt x="1640" y="1087"/>
                  </a:lnTo>
                  <a:lnTo>
                    <a:pt x="1625" y="1132"/>
                  </a:lnTo>
                  <a:lnTo>
                    <a:pt x="1625" y="1132"/>
                  </a:lnTo>
                  <a:lnTo>
                    <a:pt x="1640" y="1147"/>
                  </a:lnTo>
                  <a:lnTo>
                    <a:pt x="1660" y="1206"/>
                  </a:lnTo>
                  <a:lnTo>
                    <a:pt x="1679" y="1226"/>
                  </a:lnTo>
                  <a:lnTo>
                    <a:pt x="1679" y="1186"/>
                  </a:lnTo>
                  <a:lnTo>
                    <a:pt x="1679" y="1087"/>
                  </a:lnTo>
                  <a:lnTo>
                    <a:pt x="1699" y="1008"/>
                  </a:lnTo>
                  <a:lnTo>
                    <a:pt x="1699" y="969"/>
                  </a:lnTo>
                  <a:lnTo>
                    <a:pt x="1679" y="969"/>
                  </a:lnTo>
                  <a:lnTo>
                    <a:pt x="1679" y="870"/>
                  </a:lnTo>
                  <a:lnTo>
                    <a:pt x="1699" y="732"/>
                  </a:lnTo>
                  <a:lnTo>
                    <a:pt x="1699" y="791"/>
                  </a:lnTo>
                  <a:lnTo>
                    <a:pt x="1719" y="712"/>
                  </a:lnTo>
                  <a:lnTo>
                    <a:pt x="1719" y="831"/>
                  </a:lnTo>
                  <a:lnTo>
                    <a:pt x="1739" y="831"/>
                  </a:lnTo>
                  <a:lnTo>
                    <a:pt x="1739" y="850"/>
                  </a:lnTo>
                  <a:lnTo>
                    <a:pt x="1758" y="831"/>
                  </a:lnTo>
                  <a:lnTo>
                    <a:pt x="1739" y="771"/>
                  </a:lnTo>
                  <a:lnTo>
                    <a:pt x="1739" y="732"/>
                  </a:lnTo>
                  <a:lnTo>
                    <a:pt x="1758" y="732"/>
                  </a:lnTo>
                  <a:lnTo>
                    <a:pt x="1758" y="692"/>
                  </a:lnTo>
                  <a:lnTo>
                    <a:pt x="1758" y="613"/>
                  </a:lnTo>
                  <a:lnTo>
                    <a:pt x="1778" y="653"/>
                  </a:lnTo>
                  <a:lnTo>
                    <a:pt x="1778" y="732"/>
                  </a:lnTo>
                  <a:lnTo>
                    <a:pt x="1758" y="870"/>
                  </a:lnTo>
                  <a:lnTo>
                    <a:pt x="1758" y="870"/>
                  </a:lnTo>
                  <a:lnTo>
                    <a:pt x="1778" y="850"/>
                  </a:lnTo>
                  <a:lnTo>
                    <a:pt x="1778" y="850"/>
                  </a:lnTo>
                  <a:lnTo>
                    <a:pt x="1739" y="1068"/>
                  </a:lnTo>
                  <a:lnTo>
                    <a:pt x="1758" y="1087"/>
                  </a:lnTo>
                  <a:lnTo>
                    <a:pt x="1778" y="1087"/>
                  </a:lnTo>
                  <a:lnTo>
                    <a:pt x="1778" y="1226"/>
                  </a:lnTo>
                  <a:lnTo>
                    <a:pt x="1798" y="1285"/>
                  </a:lnTo>
                  <a:lnTo>
                    <a:pt x="1798" y="1226"/>
                  </a:lnTo>
                  <a:lnTo>
                    <a:pt x="1798" y="1147"/>
                  </a:lnTo>
                  <a:lnTo>
                    <a:pt x="1808" y="1137"/>
                  </a:lnTo>
                  <a:lnTo>
                    <a:pt x="1798" y="1127"/>
                  </a:lnTo>
                  <a:lnTo>
                    <a:pt x="1798" y="1087"/>
                  </a:lnTo>
                  <a:lnTo>
                    <a:pt x="1818" y="1048"/>
                  </a:lnTo>
                  <a:lnTo>
                    <a:pt x="1837" y="1107"/>
                  </a:lnTo>
                  <a:lnTo>
                    <a:pt x="1818" y="1166"/>
                  </a:lnTo>
                  <a:lnTo>
                    <a:pt x="1818" y="1206"/>
                  </a:lnTo>
                  <a:lnTo>
                    <a:pt x="1818" y="1226"/>
                  </a:lnTo>
                  <a:lnTo>
                    <a:pt x="1837" y="1245"/>
                  </a:lnTo>
                  <a:lnTo>
                    <a:pt x="1837" y="1285"/>
                  </a:lnTo>
                  <a:lnTo>
                    <a:pt x="1857" y="1186"/>
                  </a:lnTo>
                  <a:lnTo>
                    <a:pt x="1857" y="1226"/>
                  </a:lnTo>
                  <a:lnTo>
                    <a:pt x="1877" y="1186"/>
                  </a:lnTo>
                  <a:lnTo>
                    <a:pt x="1897" y="1127"/>
                  </a:lnTo>
                  <a:lnTo>
                    <a:pt x="1897" y="1087"/>
                  </a:lnTo>
                  <a:lnTo>
                    <a:pt x="1897" y="1048"/>
                  </a:lnTo>
                  <a:lnTo>
                    <a:pt x="1916" y="1008"/>
                  </a:lnTo>
                  <a:lnTo>
                    <a:pt x="1897" y="1226"/>
                  </a:lnTo>
                  <a:lnTo>
                    <a:pt x="1916" y="1087"/>
                  </a:lnTo>
                  <a:lnTo>
                    <a:pt x="1936" y="1087"/>
                  </a:lnTo>
                  <a:lnTo>
                    <a:pt x="1936" y="1048"/>
                  </a:lnTo>
                  <a:lnTo>
                    <a:pt x="1956" y="949"/>
                  </a:lnTo>
                  <a:lnTo>
                    <a:pt x="1976" y="989"/>
                  </a:lnTo>
                  <a:lnTo>
                    <a:pt x="1956" y="1087"/>
                  </a:lnTo>
                  <a:lnTo>
                    <a:pt x="1956" y="1107"/>
                  </a:lnTo>
                  <a:lnTo>
                    <a:pt x="1976" y="1087"/>
                  </a:lnTo>
                  <a:lnTo>
                    <a:pt x="1956" y="1206"/>
                  </a:lnTo>
                  <a:lnTo>
                    <a:pt x="1976" y="1186"/>
                  </a:lnTo>
                  <a:lnTo>
                    <a:pt x="1976" y="1147"/>
                  </a:lnTo>
                  <a:lnTo>
                    <a:pt x="1976" y="1127"/>
                  </a:lnTo>
                  <a:lnTo>
                    <a:pt x="1988" y="1044"/>
                  </a:lnTo>
                  <a:lnTo>
                    <a:pt x="1976" y="1068"/>
                  </a:lnTo>
                  <a:lnTo>
                    <a:pt x="1991" y="957"/>
                  </a:lnTo>
                  <a:lnTo>
                    <a:pt x="1991" y="957"/>
                  </a:lnTo>
                  <a:lnTo>
                    <a:pt x="1976" y="989"/>
                  </a:lnTo>
                  <a:lnTo>
                    <a:pt x="1976" y="989"/>
                  </a:lnTo>
                  <a:lnTo>
                    <a:pt x="1995" y="929"/>
                  </a:lnTo>
                  <a:lnTo>
                    <a:pt x="1991" y="957"/>
                  </a:lnTo>
                  <a:lnTo>
                    <a:pt x="1991" y="957"/>
                  </a:lnTo>
                  <a:lnTo>
                    <a:pt x="1995" y="949"/>
                  </a:lnTo>
                  <a:lnTo>
                    <a:pt x="2015" y="850"/>
                  </a:lnTo>
                  <a:lnTo>
                    <a:pt x="2015" y="831"/>
                  </a:lnTo>
                  <a:lnTo>
                    <a:pt x="1995" y="929"/>
                  </a:lnTo>
                  <a:lnTo>
                    <a:pt x="1976" y="890"/>
                  </a:lnTo>
                  <a:lnTo>
                    <a:pt x="1956" y="831"/>
                  </a:lnTo>
                  <a:lnTo>
                    <a:pt x="1976" y="692"/>
                  </a:lnTo>
                  <a:lnTo>
                    <a:pt x="2015" y="613"/>
                  </a:lnTo>
                  <a:lnTo>
                    <a:pt x="2015" y="554"/>
                  </a:lnTo>
                  <a:lnTo>
                    <a:pt x="2022" y="534"/>
                  </a:lnTo>
                  <a:lnTo>
                    <a:pt x="2015" y="534"/>
                  </a:lnTo>
                  <a:lnTo>
                    <a:pt x="2015" y="475"/>
                  </a:lnTo>
                  <a:lnTo>
                    <a:pt x="2015" y="455"/>
                  </a:lnTo>
                  <a:lnTo>
                    <a:pt x="1995" y="475"/>
                  </a:lnTo>
                  <a:lnTo>
                    <a:pt x="2015" y="416"/>
                  </a:lnTo>
                  <a:lnTo>
                    <a:pt x="2015" y="396"/>
                  </a:lnTo>
                  <a:lnTo>
                    <a:pt x="2035" y="357"/>
                  </a:lnTo>
                  <a:lnTo>
                    <a:pt x="2035" y="317"/>
                  </a:lnTo>
                  <a:lnTo>
                    <a:pt x="2015" y="357"/>
                  </a:lnTo>
                  <a:lnTo>
                    <a:pt x="2015" y="376"/>
                  </a:lnTo>
                  <a:lnTo>
                    <a:pt x="1995" y="455"/>
                  </a:lnTo>
                  <a:lnTo>
                    <a:pt x="1976" y="455"/>
                  </a:lnTo>
                  <a:lnTo>
                    <a:pt x="1956" y="475"/>
                  </a:lnTo>
                  <a:lnTo>
                    <a:pt x="1956" y="455"/>
                  </a:lnTo>
                  <a:lnTo>
                    <a:pt x="1936" y="554"/>
                  </a:lnTo>
                  <a:lnTo>
                    <a:pt x="1916" y="574"/>
                  </a:lnTo>
                  <a:lnTo>
                    <a:pt x="1936" y="495"/>
                  </a:lnTo>
                  <a:lnTo>
                    <a:pt x="1916" y="495"/>
                  </a:lnTo>
                  <a:lnTo>
                    <a:pt x="1916" y="515"/>
                  </a:lnTo>
                  <a:lnTo>
                    <a:pt x="1877" y="613"/>
                  </a:lnTo>
                  <a:lnTo>
                    <a:pt x="1897" y="712"/>
                  </a:lnTo>
                  <a:lnTo>
                    <a:pt x="1877" y="752"/>
                  </a:lnTo>
                  <a:lnTo>
                    <a:pt x="1877" y="732"/>
                  </a:lnTo>
                  <a:lnTo>
                    <a:pt x="1877" y="692"/>
                  </a:lnTo>
                  <a:lnTo>
                    <a:pt x="1877" y="534"/>
                  </a:lnTo>
                  <a:lnTo>
                    <a:pt x="1857" y="633"/>
                  </a:lnTo>
                  <a:lnTo>
                    <a:pt x="1857" y="515"/>
                  </a:lnTo>
                  <a:lnTo>
                    <a:pt x="1877" y="475"/>
                  </a:lnTo>
                  <a:lnTo>
                    <a:pt x="1897" y="495"/>
                  </a:lnTo>
                  <a:lnTo>
                    <a:pt x="1897" y="475"/>
                  </a:lnTo>
                  <a:lnTo>
                    <a:pt x="1916" y="475"/>
                  </a:lnTo>
                  <a:lnTo>
                    <a:pt x="1916" y="436"/>
                  </a:lnTo>
                  <a:lnTo>
                    <a:pt x="1936" y="416"/>
                  </a:lnTo>
                  <a:lnTo>
                    <a:pt x="1916" y="337"/>
                  </a:lnTo>
                  <a:lnTo>
                    <a:pt x="1916" y="317"/>
                  </a:lnTo>
                  <a:lnTo>
                    <a:pt x="1916" y="198"/>
                  </a:lnTo>
                  <a:lnTo>
                    <a:pt x="1936" y="198"/>
                  </a:lnTo>
                  <a:lnTo>
                    <a:pt x="1936" y="179"/>
                  </a:lnTo>
                  <a:lnTo>
                    <a:pt x="1936" y="159"/>
                  </a:lnTo>
                  <a:lnTo>
                    <a:pt x="1916" y="159"/>
                  </a:lnTo>
                  <a:lnTo>
                    <a:pt x="1877" y="357"/>
                  </a:lnTo>
                  <a:lnTo>
                    <a:pt x="1877" y="396"/>
                  </a:lnTo>
                  <a:lnTo>
                    <a:pt x="1857" y="376"/>
                  </a:lnTo>
                  <a:lnTo>
                    <a:pt x="1877" y="317"/>
                  </a:lnTo>
                  <a:lnTo>
                    <a:pt x="1877" y="238"/>
                  </a:lnTo>
                  <a:lnTo>
                    <a:pt x="1857" y="278"/>
                  </a:lnTo>
                  <a:lnTo>
                    <a:pt x="1857" y="258"/>
                  </a:lnTo>
                  <a:lnTo>
                    <a:pt x="1837" y="179"/>
                  </a:lnTo>
                  <a:lnTo>
                    <a:pt x="1877" y="179"/>
                  </a:lnTo>
                  <a:lnTo>
                    <a:pt x="1877" y="139"/>
                  </a:lnTo>
                  <a:lnTo>
                    <a:pt x="1877" y="100"/>
                  </a:lnTo>
                  <a:lnTo>
                    <a:pt x="1857" y="100"/>
                  </a:lnTo>
                  <a:lnTo>
                    <a:pt x="1857" y="21"/>
                  </a:lnTo>
                  <a:lnTo>
                    <a:pt x="1837" y="1"/>
                  </a:lnTo>
                  <a:lnTo>
                    <a:pt x="1818" y="21"/>
                  </a:lnTo>
                  <a:lnTo>
                    <a:pt x="1798" y="60"/>
                  </a:lnTo>
                  <a:lnTo>
                    <a:pt x="1778" y="60"/>
                  </a:lnTo>
                  <a:lnTo>
                    <a:pt x="1778" y="119"/>
                  </a:lnTo>
                  <a:lnTo>
                    <a:pt x="1758" y="198"/>
                  </a:lnTo>
                  <a:lnTo>
                    <a:pt x="1739" y="198"/>
                  </a:lnTo>
                  <a:lnTo>
                    <a:pt x="1758" y="100"/>
                  </a:lnTo>
                  <a:lnTo>
                    <a:pt x="1739" y="60"/>
                  </a:lnTo>
                  <a:lnTo>
                    <a:pt x="1739" y="1"/>
                  </a:lnTo>
                  <a:lnTo>
                    <a:pt x="1719" y="60"/>
                  </a:lnTo>
                  <a:lnTo>
                    <a:pt x="1709" y="100"/>
                  </a:lnTo>
                  <a:lnTo>
                    <a:pt x="1719" y="100"/>
                  </a:lnTo>
                  <a:lnTo>
                    <a:pt x="1699" y="179"/>
                  </a:lnTo>
                  <a:lnTo>
                    <a:pt x="1699" y="159"/>
                  </a:lnTo>
                  <a:lnTo>
                    <a:pt x="1679" y="100"/>
                  </a:lnTo>
                  <a:lnTo>
                    <a:pt x="1699" y="80"/>
                  </a:lnTo>
                  <a:lnTo>
                    <a:pt x="1699" y="60"/>
                  </a:lnTo>
                  <a:lnTo>
                    <a:pt x="1699" y="40"/>
                  </a:lnTo>
                  <a:lnTo>
                    <a:pt x="1679" y="40"/>
                  </a:lnTo>
                  <a:lnTo>
                    <a:pt x="1679" y="60"/>
                  </a:lnTo>
                  <a:lnTo>
                    <a:pt x="1660" y="60"/>
                  </a:lnTo>
                  <a:lnTo>
                    <a:pt x="1660" y="40"/>
                  </a:lnTo>
                  <a:lnTo>
                    <a:pt x="1660" y="21"/>
                  </a:lnTo>
                  <a:lnTo>
                    <a:pt x="1640" y="80"/>
                  </a:lnTo>
                  <a:lnTo>
                    <a:pt x="1620" y="80"/>
                  </a:lnTo>
                  <a:lnTo>
                    <a:pt x="1600" y="218"/>
                  </a:lnTo>
                  <a:lnTo>
                    <a:pt x="1600" y="119"/>
                  </a:lnTo>
                  <a:lnTo>
                    <a:pt x="1600" y="80"/>
                  </a:lnTo>
                  <a:lnTo>
                    <a:pt x="1581" y="40"/>
                  </a:lnTo>
                  <a:lnTo>
                    <a:pt x="1561" y="80"/>
                  </a:lnTo>
                  <a:lnTo>
                    <a:pt x="1541" y="119"/>
                  </a:lnTo>
                  <a:lnTo>
                    <a:pt x="1521" y="159"/>
                  </a:lnTo>
                  <a:lnTo>
                    <a:pt x="1541" y="60"/>
                  </a:lnTo>
                  <a:lnTo>
                    <a:pt x="1541" y="21"/>
                  </a:lnTo>
                  <a:lnTo>
                    <a:pt x="1541" y="1"/>
                  </a:lnTo>
                  <a:lnTo>
                    <a:pt x="1521" y="21"/>
                  </a:lnTo>
                  <a:lnTo>
                    <a:pt x="1521" y="1"/>
                  </a:lnTo>
                  <a:close/>
                  <a:moveTo>
                    <a:pt x="613" y="1759"/>
                  </a:moveTo>
                  <a:lnTo>
                    <a:pt x="613" y="1759"/>
                  </a:lnTo>
                  <a:lnTo>
                    <a:pt x="613" y="1759"/>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
            <p:cNvSpPr/>
            <p:nvPr/>
          </p:nvSpPr>
          <p:spPr>
            <a:xfrm>
              <a:off x="-1245000" y="4137075"/>
              <a:ext cx="25" cy="525"/>
            </a:xfrm>
            <a:custGeom>
              <a:rect b="b" l="l" r="r" t="t"/>
              <a:pathLst>
                <a:path extrusionOk="0" h="21" w="1">
                  <a:moveTo>
                    <a:pt x="1" y="0"/>
                  </a:moveTo>
                  <a:lnTo>
                    <a:pt x="1" y="0"/>
                  </a:lnTo>
                  <a:lnTo>
                    <a:pt x="1" y="0"/>
                  </a:lnTo>
                  <a:lnTo>
                    <a:pt x="1" y="20"/>
                  </a:lnTo>
                  <a:lnTo>
                    <a:pt x="1" y="2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 name="Google Shape;2510;p9"/>
            <p:cNvSpPr/>
            <p:nvPr/>
          </p:nvSpPr>
          <p:spPr>
            <a:xfrm>
              <a:off x="-1267700" y="4162250"/>
              <a:ext cx="25" cy="525"/>
            </a:xfrm>
            <a:custGeom>
              <a:rect b="b" l="l" r="r" t="t"/>
              <a:pathLst>
                <a:path extrusionOk="0" h="21" w="1">
                  <a:moveTo>
                    <a:pt x="0" y="1"/>
                  </a:moveTo>
                  <a:lnTo>
                    <a:pt x="0" y="1"/>
                  </a:lnTo>
                  <a:lnTo>
                    <a:pt x="0" y="20"/>
                  </a:lnTo>
                  <a:lnTo>
                    <a:pt x="0" y="20"/>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 name="Google Shape;2511;p9"/>
            <p:cNvSpPr/>
            <p:nvPr/>
          </p:nvSpPr>
          <p:spPr>
            <a:xfrm>
              <a:off x="-1246475" y="4151400"/>
              <a:ext cx="525" cy="500"/>
            </a:xfrm>
            <a:custGeom>
              <a:rect b="b" l="l" r="r" t="t"/>
              <a:pathLst>
                <a:path extrusionOk="0" h="20" w="21">
                  <a:moveTo>
                    <a:pt x="1" y="20"/>
                  </a:moveTo>
                  <a:lnTo>
                    <a:pt x="1" y="20"/>
                  </a:lnTo>
                  <a:lnTo>
                    <a:pt x="20" y="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
            <p:cNvSpPr/>
            <p:nvPr/>
          </p:nvSpPr>
          <p:spPr>
            <a:xfrm>
              <a:off x="-1245000" y="4279275"/>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 name="Google Shape;2513;p9"/>
            <p:cNvSpPr/>
            <p:nvPr/>
          </p:nvSpPr>
          <p:spPr>
            <a:xfrm>
              <a:off x="-1226225" y="4308925"/>
              <a:ext cx="525" cy="0"/>
            </a:xfrm>
            <a:custGeom>
              <a:rect b="b" l="l" r="r" t="t"/>
              <a:pathLst>
                <a:path extrusionOk="0" h="0"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514" name="Shape 2514"/>
        <p:cNvGrpSpPr/>
        <p:nvPr/>
      </p:nvGrpSpPr>
      <p:grpSpPr>
        <a:xfrm>
          <a:off x="0" y="0"/>
          <a:ext cx="0" cy="0"/>
          <a:chOff x="0" y="0"/>
          <a:chExt cx="0" cy="0"/>
        </a:xfrm>
      </p:grpSpPr>
      <p:sp>
        <p:nvSpPr>
          <p:cNvPr id="2515" name="Google Shape;2515;p10"/>
          <p:cNvSpPr/>
          <p:nvPr>
            <p:ph idx="2" type="pic"/>
          </p:nvPr>
        </p:nvSpPr>
        <p:spPr>
          <a:xfrm>
            <a:off x="0" y="0"/>
            <a:ext cx="9144000" cy="5143500"/>
          </a:xfrm>
          <a:prstGeom prst="rect">
            <a:avLst/>
          </a:prstGeom>
          <a:noFill/>
          <a:ln>
            <a:noFill/>
          </a:ln>
        </p:spPr>
      </p:sp>
      <p:sp>
        <p:nvSpPr>
          <p:cNvPr id="2516" name="Google Shape;2516;p10"/>
          <p:cNvSpPr txBox="1"/>
          <p:nvPr>
            <p:ph type="title"/>
          </p:nvPr>
        </p:nvSpPr>
        <p:spPr>
          <a:xfrm>
            <a:off x="3082075" y="3592925"/>
            <a:ext cx="5348700" cy="1006500"/>
          </a:xfrm>
          <a:prstGeom prst="rect">
            <a:avLst/>
          </a:prstGeom>
          <a:solidFill>
            <a:schemeClr val="accent1"/>
          </a:solidFill>
        </p:spPr>
        <p:txBody>
          <a:bodyPr anchorCtr="0" anchor="ctr" bIns="91425" lIns="91425" spcFirstLastPara="1" rIns="91425" wrap="square" tIns="91425">
            <a:noAutofit/>
          </a:bodyPr>
          <a:lstStyle>
            <a:lvl1pPr lvl="0" rtl="0" algn="r">
              <a:spcBef>
                <a:spcPts val="0"/>
              </a:spcBef>
              <a:spcAft>
                <a:spcPts val="0"/>
              </a:spcAft>
              <a:buSzPts val="30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517" name="Shape 2517"/>
        <p:cNvGrpSpPr/>
        <p:nvPr/>
      </p:nvGrpSpPr>
      <p:grpSpPr>
        <a:xfrm>
          <a:off x="0" y="0"/>
          <a:ext cx="0" cy="0"/>
          <a:chOff x="0" y="0"/>
          <a:chExt cx="0" cy="0"/>
        </a:xfrm>
      </p:grpSpPr>
      <p:grpSp>
        <p:nvGrpSpPr>
          <p:cNvPr id="2518" name="Google Shape;2518;p11"/>
          <p:cNvGrpSpPr/>
          <p:nvPr/>
        </p:nvGrpSpPr>
        <p:grpSpPr>
          <a:xfrm flipH="1">
            <a:off x="28" y="16530"/>
            <a:ext cx="9143944" cy="4940153"/>
            <a:chOff x="0" y="0"/>
            <a:chExt cx="2940175" cy="3566125"/>
          </a:xfrm>
        </p:grpSpPr>
        <p:sp>
          <p:nvSpPr>
            <p:cNvPr id="2519" name="Google Shape;2519;p11"/>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 name="Google Shape;2520;p11"/>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 name="Google Shape;2521;p11"/>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11"/>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 name="Google Shape;2523;p11"/>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 name="Google Shape;2524;p11"/>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 name="Google Shape;2525;p11"/>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 name="Google Shape;2526;p11"/>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 name="Google Shape;2527;p11"/>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 name="Google Shape;2528;p11"/>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 name="Google Shape;2529;p11"/>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 name="Google Shape;2530;p11"/>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 name="Google Shape;2531;p11"/>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 name="Google Shape;2532;p11"/>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11"/>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 name="Google Shape;2534;p11"/>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 name="Google Shape;2535;p11"/>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11"/>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 name="Google Shape;2537;p11"/>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11"/>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 name="Google Shape;2539;p11"/>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11"/>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 name="Google Shape;2541;p11"/>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11"/>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11"/>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 name="Google Shape;2544;p11"/>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 name="Google Shape;2545;p11"/>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11"/>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11"/>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 name="Google Shape;2548;p11"/>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 name="Google Shape;2549;p11"/>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11"/>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11"/>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 name="Google Shape;2552;p11"/>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 name="Google Shape;2553;p11"/>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11"/>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11"/>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 name="Google Shape;2556;p11"/>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 name="Google Shape;2557;p11"/>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11"/>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 name="Google Shape;2559;p11"/>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 name="Google Shape;2560;p11"/>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 name="Google Shape;2561;p11"/>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 name="Google Shape;2562;p11"/>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 name="Google Shape;2563;p11"/>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 name="Google Shape;2564;p11"/>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 name="Google Shape;2565;p11"/>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 name="Google Shape;2566;p11"/>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11"/>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 name="Google Shape;2568;p11"/>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 name="Google Shape;2569;p11"/>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11"/>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 name="Google Shape;2571;p11"/>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11"/>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 name="Google Shape;2573;p11"/>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11"/>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11"/>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 name="Google Shape;2576;p11"/>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 name="Google Shape;2577;p11"/>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11"/>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11"/>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 name="Google Shape;2580;p11"/>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 name="Google Shape;2581;p11"/>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 name="Google Shape;2582;p11"/>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11"/>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11"/>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 name="Google Shape;2585;p11"/>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 name="Google Shape;2586;p11"/>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11"/>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11"/>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 name="Google Shape;2589;p11"/>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 name="Google Shape;2590;p11"/>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11"/>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 name="Google Shape;2592;p11"/>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 name="Google Shape;2593;p11"/>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 name="Google Shape;2594;p11"/>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 name="Google Shape;2595;p11"/>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 name="Google Shape;2596;p11"/>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 name="Google Shape;2597;p11"/>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 name="Google Shape;2598;p11"/>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 name="Google Shape;2599;p11"/>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11"/>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 name="Google Shape;2601;p11"/>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 name="Google Shape;2602;p11"/>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11"/>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 name="Google Shape;2604;p11"/>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 name="Google Shape;2605;p11"/>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11"/>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 name="Google Shape;2607;p11"/>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 name="Google Shape;2608;p11"/>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11"/>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 name="Google Shape;2610;p11"/>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11"/>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 name="Google Shape;2612;p11"/>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 name="Google Shape;2613;p11"/>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 name="Google Shape;2614;p11"/>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 name="Google Shape;2615;p11"/>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 name="Google Shape;2616;p11"/>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 name="Google Shape;2617;p11"/>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 name="Google Shape;2618;p11"/>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 name="Google Shape;2619;p11"/>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 name="Google Shape;2620;p11"/>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 name="Google Shape;2621;p11"/>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11"/>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 name="Google Shape;2623;p11"/>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1"/>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1"/>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 name="Google Shape;2626;p11"/>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 name="Google Shape;2627;p11"/>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 name="Google Shape;2628;p11"/>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 name="Google Shape;2629;p11"/>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1"/>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 name="Google Shape;2631;p11"/>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 name="Google Shape;2632;p11"/>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1"/>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 name="Google Shape;2634;p11"/>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 name="Google Shape;2635;p11"/>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36" name="Google Shape;2636;p11"/>
          <p:cNvSpPr txBox="1"/>
          <p:nvPr>
            <p:ph hasCustomPrompt="1" type="title"/>
          </p:nvPr>
        </p:nvSpPr>
        <p:spPr>
          <a:xfrm>
            <a:off x="1394246" y="1829050"/>
            <a:ext cx="6357300" cy="1196700"/>
          </a:xfrm>
          <a:prstGeom prst="rect">
            <a:avLst/>
          </a:prstGeom>
        </p:spPr>
        <p:txBody>
          <a:bodyPr anchorCtr="0" anchor="t" bIns="91425" lIns="91425" spcFirstLastPara="1" rIns="91425" wrap="square" tIns="91425">
            <a:noAutofit/>
          </a:bodyPr>
          <a:lstStyle>
            <a:lvl1pPr lvl="0" algn="ctr">
              <a:spcBef>
                <a:spcPts val="0"/>
              </a:spcBef>
              <a:spcAft>
                <a:spcPts val="0"/>
              </a:spcAft>
              <a:buSzPts val="9600"/>
              <a:buNone/>
              <a:defRPr sz="55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2637" name="Google Shape;2637;p11"/>
          <p:cNvSpPr txBox="1"/>
          <p:nvPr>
            <p:ph idx="1" type="subTitle"/>
          </p:nvPr>
        </p:nvSpPr>
        <p:spPr>
          <a:xfrm>
            <a:off x="1391850" y="2948750"/>
            <a:ext cx="6360300" cy="365700"/>
          </a:xfrm>
          <a:prstGeom prst="rect">
            <a:avLst/>
          </a:prstGeom>
          <a:noFill/>
        </p:spPr>
        <p:txBody>
          <a:bodyPr anchorCtr="0" anchor="ctr"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
        <p:nvSpPr>
          <p:cNvPr id="2638" name="Google Shape;2638;p11"/>
          <p:cNvSpPr/>
          <p:nvPr/>
        </p:nvSpPr>
        <p:spPr>
          <a:xfrm rot="-5400000">
            <a:off x="2302741" y="-680239"/>
            <a:ext cx="4538517" cy="6503979"/>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39" name="Google Shape;2639;p11"/>
          <p:cNvGrpSpPr/>
          <p:nvPr/>
        </p:nvGrpSpPr>
        <p:grpSpPr>
          <a:xfrm rot="1746615">
            <a:off x="3943591" y="4254957"/>
            <a:ext cx="1047275" cy="979617"/>
            <a:chOff x="-252624" y="1601574"/>
            <a:chExt cx="1047258" cy="979600"/>
          </a:xfrm>
        </p:grpSpPr>
        <p:sp>
          <p:nvSpPr>
            <p:cNvPr id="2640" name="Google Shape;2640;p11"/>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 name="Google Shape;2641;p11"/>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1"/>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 name="Google Shape;2643;p11"/>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 name="Google Shape;2644;p11"/>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11"/>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11"/>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 name="Google Shape;2647;p11"/>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 name="Google Shape;2648;p11"/>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9" name="Google Shape;2649;p11"/>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0" name="Google Shape;2650;p11"/>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1" name="Google Shape;2651;p11"/>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1"/>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53" name="Google Shape;2653;p11"/>
          <p:cNvGrpSpPr/>
          <p:nvPr/>
        </p:nvGrpSpPr>
        <p:grpSpPr>
          <a:xfrm rot="10800000">
            <a:off x="-262192" y="4034075"/>
            <a:ext cx="1363145" cy="1433258"/>
            <a:chOff x="8529150" y="-173700"/>
            <a:chExt cx="1669089" cy="1754724"/>
          </a:xfrm>
        </p:grpSpPr>
        <p:sp>
          <p:nvSpPr>
            <p:cNvPr id="2654" name="Google Shape;2654;p11"/>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5" name="Google Shape;2655;p11"/>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1"/>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1"/>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8" name="Google Shape;2658;p11"/>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9" name="Google Shape;2659;p11"/>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1"/>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1"/>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2" name="Google Shape;2662;p11"/>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3" name="Google Shape;2663;p11"/>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4" name="Google Shape;2664;p11"/>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5" name="Google Shape;2665;p11"/>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6" name="Google Shape;2666;p11"/>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11"/>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11"/>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9" name="Google Shape;2669;p11"/>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11"/>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1"/>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2" name="Google Shape;2672;p11"/>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3" name="Google Shape;2673;p11"/>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1"/>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5" name="Google Shape;2675;p11"/>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1"/>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7" name="Google Shape;2677;p11"/>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8" name="Google Shape;2678;p11"/>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1"/>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0" name="Google Shape;2680;p11"/>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1"/>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2" name="Google Shape;2682;p11"/>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3" name="Google Shape;2683;p11"/>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1"/>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5" name="Google Shape;2685;p11"/>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6" name="Google Shape;2686;p11"/>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7" name="Google Shape;2687;p11"/>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8" name="Google Shape;2688;p11"/>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9" name="Google Shape;2689;p11"/>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11"/>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1" name="Google Shape;2691;p11"/>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2" name="Google Shape;2692;p11"/>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1"/>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4" name="Google Shape;2694;p11"/>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5" name="Google Shape;2695;p11"/>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96" name="Google Shape;2696;p11"/>
          <p:cNvGrpSpPr/>
          <p:nvPr/>
        </p:nvGrpSpPr>
        <p:grpSpPr>
          <a:xfrm rot="10800000">
            <a:off x="-340873" y="1095833"/>
            <a:ext cx="925639" cy="688028"/>
            <a:chOff x="8588925" y="2091476"/>
            <a:chExt cx="925639" cy="688028"/>
          </a:xfrm>
        </p:grpSpPr>
        <p:sp>
          <p:nvSpPr>
            <p:cNvPr id="2697" name="Google Shape;2697;p11"/>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1"/>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9" name="Google Shape;2699;p11"/>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1"/>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1" name="Google Shape;2701;p11"/>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2" name="Google Shape;2702;p11"/>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3" name="Google Shape;2703;p11"/>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4" name="Google Shape;2704;p11"/>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5" name="Google Shape;2705;p11"/>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6" name="Google Shape;2706;p11"/>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7" name="Google Shape;2707;p11"/>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8" name="Google Shape;2708;p11"/>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9" name="Google Shape;2709;p11"/>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1"/>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11" name="Google Shape;2711;p11"/>
          <p:cNvGrpSpPr/>
          <p:nvPr/>
        </p:nvGrpSpPr>
        <p:grpSpPr>
          <a:xfrm rot="10800000">
            <a:off x="8526702" y="2788729"/>
            <a:ext cx="898165" cy="766770"/>
            <a:chOff x="-252625" y="2918525"/>
            <a:chExt cx="898165" cy="766770"/>
          </a:xfrm>
        </p:grpSpPr>
        <p:sp>
          <p:nvSpPr>
            <p:cNvPr id="2712" name="Google Shape;2712;p11"/>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1"/>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1"/>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1"/>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1"/>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1"/>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8" name="Google Shape;2718;p11"/>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1"/>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0" name="Google Shape;2720;p11"/>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1"/>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2" name="Google Shape;2722;p11"/>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3" name="Google Shape;2723;p11"/>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4" name="Google Shape;2724;p11"/>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5" name="Google Shape;2725;p11"/>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6" name="Google Shape;2726;p11"/>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1"/>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8" name="Google Shape;2728;p11"/>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9" name="Google Shape;2729;p11"/>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0" name="Google Shape;2730;p11"/>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1" name="Google Shape;2731;p11"/>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2" name="Google Shape;2732;p11"/>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3" name="Google Shape;2733;p11"/>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4" name="Google Shape;2734;p11"/>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5" name="Google Shape;2735;p11"/>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1"/>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7" name="Google Shape;2737;p11"/>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8" name="Google Shape;2738;p11"/>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1"/>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1"/>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1"/>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1"/>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1"/>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4" name="Google Shape;2744;p11"/>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1"/>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6" name="Google Shape;2746;p11"/>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7" name="Google Shape;2747;p11"/>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48" name="Google Shape;2748;p11"/>
          <p:cNvGrpSpPr/>
          <p:nvPr/>
        </p:nvGrpSpPr>
        <p:grpSpPr>
          <a:xfrm rot="10800000">
            <a:off x="-227370" y="-77202"/>
            <a:ext cx="1294621" cy="1350901"/>
            <a:chOff x="8465725" y="2863051"/>
            <a:chExt cx="1956212" cy="2041561"/>
          </a:xfrm>
        </p:grpSpPr>
        <p:sp>
          <p:nvSpPr>
            <p:cNvPr id="2749" name="Google Shape;2749;p11"/>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0" name="Google Shape;2750;p11"/>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1" name="Google Shape;2751;p11"/>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2" name="Google Shape;2752;p11"/>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3" name="Google Shape;2753;p11"/>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1"/>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5" name="Google Shape;2755;p11"/>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11"/>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1"/>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1"/>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1"/>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1"/>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1"/>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2" name="Google Shape;2762;p11"/>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1"/>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4" name="Google Shape;2764;p11"/>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1"/>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6" name="Google Shape;2766;p11"/>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7" name="Google Shape;2767;p11"/>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8" name="Google Shape;2768;p11"/>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9" name="Google Shape;2769;p11"/>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0" name="Google Shape;2770;p11"/>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1" name="Google Shape;2771;p11"/>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2" name="Google Shape;2772;p11"/>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3" name="Google Shape;2773;p11"/>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4" name="Google Shape;2774;p11"/>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1"/>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6" name="Google Shape;2776;p11"/>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7" name="Google Shape;2777;p11"/>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1"/>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1"/>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1"/>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1"/>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1"/>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3" name="Google Shape;2783;p11"/>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1"/>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5" name="Google Shape;2785;p11"/>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6" name="Google Shape;2786;p11"/>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7" name="Google Shape;2787;p11"/>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8" name="Google Shape;2788;p11"/>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9" name="Google Shape;2789;p11"/>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0" name="Google Shape;2790;p11"/>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1" name="Google Shape;2791;p11"/>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2" name="Google Shape;2792;p11"/>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93" name="Google Shape;2793;p11"/>
          <p:cNvGrpSpPr/>
          <p:nvPr/>
        </p:nvGrpSpPr>
        <p:grpSpPr>
          <a:xfrm rot="10800000">
            <a:off x="7778562" y="3885614"/>
            <a:ext cx="1646313" cy="1753805"/>
            <a:chOff x="-2092800" y="-1252032"/>
            <a:chExt cx="1956171" cy="2083646"/>
          </a:xfrm>
        </p:grpSpPr>
        <p:sp>
          <p:nvSpPr>
            <p:cNvPr id="2794" name="Google Shape;2794;p11"/>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5" name="Google Shape;2795;p11"/>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1"/>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1"/>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1"/>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1"/>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1"/>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1" name="Google Shape;2801;p11"/>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1"/>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3" name="Google Shape;2803;p11"/>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4" name="Google Shape;2804;p11"/>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5" name="Google Shape;2805;p11"/>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6" name="Google Shape;2806;p11"/>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7" name="Google Shape;2807;p11"/>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8" name="Google Shape;2808;p11"/>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9" name="Google Shape;2809;p11"/>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0" name="Google Shape;2810;p11"/>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1"/>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2" name="Google Shape;2812;p11"/>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3" name="Google Shape;2813;p11"/>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1"/>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1"/>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6" name="Google Shape;2816;p11"/>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7" name="Google Shape;2817;p11"/>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8" name="Google Shape;2818;p11"/>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1"/>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0" name="Google Shape;2820;p11"/>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1"/>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1"/>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3" name="Google Shape;2823;p11"/>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4" name="Google Shape;2824;p11"/>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5" name="Google Shape;2825;p11"/>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1"/>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7" name="Google Shape;2827;p11"/>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1"/>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1"/>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0" name="Google Shape;2830;p11"/>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1" name="Google Shape;2831;p11"/>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2" name="Google Shape;2832;p11"/>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1"/>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4" name="Google Shape;2834;p11"/>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5" name="Google Shape;2835;p11"/>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6" name="Google Shape;2836;p11"/>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7" name="Google Shape;2837;p11"/>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8" name="Google Shape;2838;p11"/>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9" name="Google Shape;2839;p11"/>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0" name="Google Shape;2840;p11"/>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1" name="Google Shape;2841;p11"/>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43" name="Google Shape;2843;p11"/>
          <p:cNvGrpSpPr/>
          <p:nvPr/>
        </p:nvGrpSpPr>
        <p:grpSpPr>
          <a:xfrm rot="10800000">
            <a:off x="-18265" y="3065179"/>
            <a:ext cx="679382" cy="871990"/>
            <a:chOff x="8619938" y="2813305"/>
            <a:chExt cx="679382" cy="871990"/>
          </a:xfrm>
        </p:grpSpPr>
        <p:sp>
          <p:nvSpPr>
            <p:cNvPr id="2844" name="Google Shape;2844;p11"/>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6" name="Google Shape;2846;p11"/>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7" name="Google Shape;2847;p11"/>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0" name="Google Shape;2850;p11"/>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2" name="Google Shape;2852;p11"/>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4" name="Google Shape;2854;p11"/>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5" name="Google Shape;2855;p11"/>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7" name="Google Shape;2857;p11"/>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8" name="Google Shape;2858;p11"/>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1" name="Google Shape;2861;p11"/>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2" name="Google Shape;2862;p11"/>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3" name="Google Shape;2863;p11"/>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4" name="Google Shape;2864;p11"/>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5" name="Google Shape;2865;p11"/>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6" name="Google Shape;2866;p11"/>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7" name="Google Shape;2867;p11"/>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8" name="Google Shape;2868;p11"/>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9" name="Google Shape;2869;p11"/>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0" name="Google Shape;2870;p11"/>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1" name="Google Shape;2871;p11"/>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72" name="Google Shape;2872;p11"/>
            <p:cNvGrpSpPr/>
            <p:nvPr/>
          </p:nvGrpSpPr>
          <p:grpSpPr>
            <a:xfrm>
              <a:off x="8619938" y="2813305"/>
              <a:ext cx="679382" cy="871990"/>
              <a:chOff x="8619938" y="2813305"/>
              <a:chExt cx="679382" cy="871990"/>
            </a:xfrm>
          </p:grpSpPr>
          <p:sp>
            <p:nvSpPr>
              <p:cNvPr id="2873" name="Google Shape;2873;p11"/>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4" name="Google Shape;2874;p11"/>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875" name="Google Shape;2875;p11"/>
          <p:cNvGrpSpPr/>
          <p:nvPr/>
        </p:nvGrpSpPr>
        <p:grpSpPr>
          <a:xfrm rot="10800000">
            <a:off x="7477155" y="-441745"/>
            <a:ext cx="1973759" cy="1718179"/>
            <a:chOff x="-1914575" y="2967750"/>
            <a:chExt cx="1540675" cy="1341175"/>
          </a:xfrm>
        </p:grpSpPr>
        <p:sp>
          <p:nvSpPr>
            <p:cNvPr id="2876" name="Google Shape;2876;p11"/>
            <p:cNvSpPr/>
            <p:nvPr/>
          </p:nvSpPr>
          <p:spPr>
            <a:xfrm>
              <a:off x="-484050" y="3675375"/>
              <a:ext cx="53850" cy="59775"/>
            </a:xfrm>
            <a:custGeom>
              <a:rect b="b" l="l" r="r" t="t"/>
              <a:pathLst>
                <a:path extrusionOk="0" h="2391" w="2154">
                  <a:moveTo>
                    <a:pt x="1186" y="0"/>
                  </a:moveTo>
                  <a:lnTo>
                    <a:pt x="1048" y="20"/>
                  </a:lnTo>
                  <a:lnTo>
                    <a:pt x="890" y="59"/>
                  </a:lnTo>
                  <a:lnTo>
                    <a:pt x="712" y="119"/>
                  </a:lnTo>
                  <a:lnTo>
                    <a:pt x="534" y="217"/>
                  </a:lnTo>
                  <a:lnTo>
                    <a:pt x="356" y="356"/>
                  </a:lnTo>
                  <a:lnTo>
                    <a:pt x="258" y="435"/>
                  </a:lnTo>
                  <a:lnTo>
                    <a:pt x="179" y="533"/>
                  </a:lnTo>
                  <a:lnTo>
                    <a:pt x="119" y="632"/>
                  </a:lnTo>
                  <a:lnTo>
                    <a:pt x="60" y="751"/>
                  </a:lnTo>
                  <a:lnTo>
                    <a:pt x="40" y="889"/>
                  </a:lnTo>
                  <a:lnTo>
                    <a:pt x="1" y="1007"/>
                  </a:lnTo>
                  <a:lnTo>
                    <a:pt x="1" y="1146"/>
                  </a:lnTo>
                  <a:lnTo>
                    <a:pt x="1" y="1264"/>
                  </a:lnTo>
                  <a:lnTo>
                    <a:pt x="21" y="1402"/>
                  </a:lnTo>
                  <a:lnTo>
                    <a:pt x="60" y="1521"/>
                  </a:lnTo>
                  <a:lnTo>
                    <a:pt x="119" y="1639"/>
                  </a:lnTo>
                  <a:lnTo>
                    <a:pt x="179" y="1758"/>
                  </a:lnTo>
                  <a:lnTo>
                    <a:pt x="258" y="1857"/>
                  </a:lnTo>
                  <a:lnTo>
                    <a:pt x="356" y="1956"/>
                  </a:lnTo>
                  <a:lnTo>
                    <a:pt x="475" y="2054"/>
                  </a:lnTo>
                  <a:lnTo>
                    <a:pt x="593" y="2133"/>
                  </a:lnTo>
                  <a:lnTo>
                    <a:pt x="732" y="2212"/>
                  </a:lnTo>
                  <a:lnTo>
                    <a:pt x="890" y="2272"/>
                  </a:lnTo>
                  <a:lnTo>
                    <a:pt x="1048" y="2331"/>
                  </a:lnTo>
                  <a:lnTo>
                    <a:pt x="1225" y="2370"/>
                  </a:lnTo>
                  <a:lnTo>
                    <a:pt x="1403" y="2390"/>
                  </a:lnTo>
                  <a:lnTo>
                    <a:pt x="1561" y="2370"/>
                  </a:lnTo>
                  <a:lnTo>
                    <a:pt x="1680" y="2331"/>
                  </a:lnTo>
                  <a:lnTo>
                    <a:pt x="1798" y="2272"/>
                  </a:lnTo>
                  <a:lnTo>
                    <a:pt x="1897" y="2193"/>
                  </a:lnTo>
                  <a:lnTo>
                    <a:pt x="1956" y="2094"/>
                  </a:lnTo>
                  <a:lnTo>
                    <a:pt x="2016" y="1995"/>
                  </a:lnTo>
                  <a:lnTo>
                    <a:pt x="2075" y="1877"/>
                  </a:lnTo>
                  <a:lnTo>
                    <a:pt x="2134" y="1659"/>
                  </a:lnTo>
                  <a:lnTo>
                    <a:pt x="2154" y="1462"/>
                  </a:lnTo>
                  <a:lnTo>
                    <a:pt x="2154" y="1264"/>
                  </a:lnTo>
                  <a:lnTo>
                    <a:pt x="2035" y="1304"/>
                  </a:lnTo>
                  <a:lnTo>
                    <a:pt x="1897" y="1323"/>
                  </a:lnTo>
                  <a:lnTo>
                    <a:pt x="1739" y="1343"/>
                  </a:lnTo>
                  <a:lnTo>
                    <a:pt x="1561" y="1363"/>
                  </a:lnTo>
                  <a:lnTo>
                    <a:pt x="1383" y="1323"/>
                  </a:lnTo>
                  <a:lnTo>
                    <a:pt x="1304" y="1304"/>
                  </a:lnTo>
                  <a:lnTo>
                    <a:pt x="1225" y="1244"/>
                  </a:lnTo>
                  <a:lnTo>
                    <a:pt x="1146" y="1205"/>
                  </a:lnTo>
                  <a:lnTo>
                    <a:pt x="1087" y="1126"/>
                  </a:lnTo>
                  <a:lnTo>
                    <a:pt x="1048" y="1047"/>
                  </a:lnTo>
                  <a:lnTo>
                    <a:pt x="1008" y="968"/>
                  </a:lnTo>
                  <a:lnTo>
                    <a:pt x="988" y="770"/>
                  </a:lnTo>
                  <a:lnTo>
                    <a:pt x="988" y="593"/>
                  </a:lnTo>
                  <a:lnTo>
                    <a:pt x="1028" y="395"/>
                  </a:lnTo>
                  <a:lnTo>
                    <a:pt x="1067" y="237"/>
                  </a:lnTo>
                  <a:lnTo>
                    <a:pt x="1127" y="119"/>
                  </a:lnTo>
                  <a:lnTo>
                    <a:pt x="118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7" name="Google Shape;2877;p11"/>
            <p:cNvSpPr/>
            <p:nvPr/>
          </p:nvSpPr>
          <p:spPr>
            <a:xfrm>
              <a:off x="-1182275" y="2967750"/>
              <a:ext cx="808375" cy="740725"/>
            </a:xfrm>
            <a:custGeom>
              <a:rect b="b" l="l" r="r" t="t"/>
              <a:pathLst>
                <a:path extrusionOk="0" h="29629" w="32335">
                  <a:moveTo>
                    <a:pt x="2706" y="0"/>
                  </a:moveTo>
                  <a:lnTo>
                    <a:pt x="2529" y="20"/>
                  </a:lnTo>
                  <a:lnTo>
                    <a:pt x="2331" y="40"/>
                  </a:lnTo>
                  <a:lnTo>
                    <a:pt x="1956" y="139"/>
                  </a:lnTo>
                  <a:lnTo>
                    <a:pt x="1581" y="277"/>
                  </a:lnTo>
                  <a:lnTo>
                    <a:pt x="1245" y="395"/>
                  </a:lnTo>
                  <a:lnTo>
                    <a:pt x="968" y="514"/>
                  </a:lnTo>
                  <a:lnTo>
                    <a:pt x="731" y="632"/>
                  </a:lnTo>
                  <a:lnTo>
                    <a:pt x="0" y="7309"/>
                  </a:lnTo>
                  <a:lnTo>
                    <a:pt x="4958" y="10943"/>
                  </a:lnTo>
                  <a:lnTo>
                    <a:pt x="10034" y="14637"/>
                  </a:lnTo>
                  <a:lnTo>
                    <a:pt x="15881" y="18844"/>
                  </a:lnTo>
                  <a:lnTo>
                    <a:pt x="18864" y="20957"/>
                  </a:lnTo>
                  <a:lnTo>
                    <a:pt x="21767" y="23012"/>
                  </a:lnTo>
                  <a:lnTo>
                    <a:pt x="24473" y="24888"/>
                  </a:lnTo>
                  <a:lnTo>
                    <a:pt x="26922" y="26547"/>
                  </a:lnTo>
                  <a:lnTo>
                    <a:pt x="28009" y="27278"/>
                  </a:lnTo>
                  <a:lnTo>
                    <a:pt x="29016" y="27930"/>
                  </a:lnTo>
                  <a:lnTo>
                    <a:pt x="29885" y="28483"/>
                  </a:lnTo>
                  <a:lnTo>
                    <a:pt x="30636" y="28937"/>
                  </a:lnTo>
                  <a:lnTo>
                    <a:pt x="31248" y="29293"/>
                  </a:lnTo>
                  <a:lnTo>
                    <a:pt x="31722" y="29530"/>
                  </a:lnTo>
                  <a:lnTo>
                    <a:pt x="31900" y="29589"/>
                  </a:lnTo>
                  <a:lnTo>
                    <a:pt x="32038" y="29628"/>
                  </a:lnTo>
                  <a:lnTo>
                    <a:pt x="32157" y="29628"/>
                  </a:lnTo>
                  <a:lnTo>
                    <a:pt x="32176" y="29609"/>
                  </a:lnTo>
                  <a:lnTo>
                    <a:pt x="32256" y="29411"/>
                  </a:lnTo>
                  <a:lnTo>
                    <a:pt x="32295" y="29194"/>
                  </a:lnTo>
                  <a:lnTo>
                    <a:pt x="32335" y="28996"/>
                  </a:lnTo>
                  <a:lnTo>
                    <a:pt x="32335" y="28799"/>
                  </a:lnTo>
                  <a:lnTo>
                    <a:pt x="32315" y="28582"/>
                  </a:lnTo>
                  <a:lnTo>
                    <a:pt x="32256" y="28384"/>
                  </a:lnTo>
                  <a:lnTo>
                    <a:pt x="32196" y="28187"/>
                  </a:lnTo>
                  <a:lnTo>
                    <a:pt x="32137" y="27969"/>
                  </a:lnTo>
                  <a:lnTo>
                    <a:pt x="32038" y="27792"/>
                  </a:lnTo>
                  <a:lnTo>
                    <a:pt x="31939" y="27594"/>
                  </a:lnTo>
                  <a:lnTo>
                    <a:pt x="31722" y="27238"/>
                  </a:lnTo>
                  <a:lnTo>
                    <a:pt x="31485" y="26942"/>
                  </a:lnTo>
                  <a:lnTo>
                    <a:pt x="31248" y="26685"/>
                  </a:lnTo>
                  <a:lnTo>
                    <a:pt x="31090" y="26547"/>
                  </a:lnTo>
                  <a:lnTo>
                    <a:pt x="30833" y="26369"/>
                  </a:lnTo>
                  <a:lnTo>
                    <a:pt x="30162" y="25915"/>
                  </a:lnTo>
                  <a:lnTo>
                    <a:pt x="29293" y="25362"/>
                  </a:lnTo>
                  <a:lnTo>
                    <a:pt x="28364" y="24809"/>
                  </a:lnTo>
                  <a:lnTo>
                    <a:pt x="26685" y="23802"/>
                  </a:lnTo>
                  <a:lnTo>
                    <a:pt x="25935" y="23367"/>
                  </a:lnTo>
                  <a:lnTo>
                    <a:pt x="26824" y="21096"/>
                  </a:lnTo>
                  <a:lnTo>
                    <a:pt x="27614" y="19061"/>
                  </a:lnTo>
                  <a:lnTo>
                    <a:pt x="28364" y="17185"/>
                  </a:lnTo>
                  <a:lnTo>
                    <a:pt x="28443" y="16967"/>
                  </a:lnTo>
                  <a:lnTo>
                    <a:pt x="28483" y="16770"/>
                  </a:lnTo>
                  <a:lnTo>
                    <a:pt x="28503" y="16572"/>
                  </a:lnTo>
                  <a:lnTo>
                    <a:pt x="28503" y="16355"/>
                  </a:lnTo>
                  <a:lnTo>
                    <a:pt x="28463" y="16158"/>
                  </a:lnTo>
                  <a:lnTo>
                    <a:pt x="28424" y="15960"/>
                  </a:lnTo>
                  <a:lnTo>
                    <a:pt x="28364" y="15762"/>
                  </a:lnTo>
                  <a:lnTo>
                    <a:pt x="28266" y="15545"/>
                  </a:lnTo>
                  <a:lnTo>
                    <a:pt x="28167" y="15348"/>
                  </a:lnTo>
                  <a:lnTo>
                    <a:pt x="28048" y="15150"/>
                  </a:lnTo>
                  <a:lnTo>
                    <a:pt x="27910" y="14972"/>
                  </a:lnTo>
                  <a:lnTo>
                    <a:pt x="27752" y="14775"/>
                  </a:lnTo>
                  <a:lnTo>
                    <a:pt x="27416" y="14400"/>
                  </a:lnTo>
                  <a:lnTo>
                    <a:pt x="27041" y="14024"/>
                  </a:lnTo>
                  <a:lnTo>
                    <a:pt x="26626" y="13689"/>
                  </a:lnTo>
                  <a:lnTo>
                    <a:pt x="26192" y="13353"/>
                  </a:lnTo>
                  <a:lnTo>
                    <a:pt x="25737" y="13037"/>
                  </a:lnTo>
                  <a:lnTo>
                    <a:pt x="25283" y="12740"/>
                  </a:lnTo>
                  <a:lnTo>
                    <a:pt x="24848" y="12464"/>
                  </a:lnTo>
                  <a:lnTo>
                    <a:pt x="24394" y="12207"/>
                  </a:lnTo>
                  <a:lnTo>
                    <a:pt x="23604" y="11773"/>
                  </a:lnTo>
                  <a:lnTo>
                    <a:pt x="23071" y="11476"/>
                  </a:lnTo>
                  <a:lnTo>
                    <a:pt x="22202" y="10982"/>
                  </a:lnTo>
                  <a:lnTo>
                    <a:pt x="19693" y="9541"/>
                  </a:lnTo>
                  <a:lnTo>
                    <a:pt x="12899" y="5570"/>
                  </a:lnTo>
                  <a:lnTo>
                    <a:pt x="9383" y="3536"/>
                  </a:lnTo>
                  <a:lnTo>
                    <a:pt x="6301" y="1778"/>
                  </a:lnTo>
                  <a:lnTo>
                    <a:pt x="5057" y="1067"/>
                  </a:lnTo>
                  <a:lnTo>
                    <a:pt x="4050" y="514"/>
                  </a:lnTo>
                  <a:lnTo>
                    <a:pt x="3358" y="158"/>
                  </a:lnTo>
                  <a:lnTo>
                    <a:pt x="3141" y="60"/>
                  </a:lnTo>
                  <a:lnTo>
                    <a:pt x="30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
            <p:cNvSpPr/>
            <p:nvPr/>
          </p:nvSpPr>
          <p:spPr>
            <a:xfrm>
              <a:off x="-1370425" y="2977625"/>
              <a:ext cx="991100" cy="806900"/>
            </a:xfrm>
            <a:custGeom>
              <a:rect b="b" l="l" r="r" t="t"/>
              <a:pathLst>
                <a:path extrusionOk="0" h="32276" w="39644">
                  <a:moveTo>
                    <a:pt x="36858" y="28068"/>
                  </a:moveTo>
                  <a:lnTo>
                    <a:pt x="36977" y="28108"/>
                  </a:lnTo>
                  <a:lnTo>
                    <a:pt x="37075" y="28147"/>
                  </a:lnTo>
                  <a:lnTo>
                    <a:pt x="37174" y="28206"/>
                  </a:lnTo>
                  <a:lnTo>
                    <a:pt x="37273" y="28266"/>
                  </a:lnTo>
                  <a:lnTo>
                    <a:pt x="37352" y="28345"/>
                  </a:lnTo>
                  <a:lnTo>
                    <a:pt x="37431" y="28424"/>
                  </a:lnTo>
                  <a:lnTo>
                    <a:pt x="37490" y="28522"/>
                  </a:lnTo>
                  <a:lnTo>
                    <a:pt x="37530" y="28621"/>
                  </a:lnTo>
                  <a:lnTo>
                    <a:pt x="37550" y="28740"/>
                  </a:lnTo>
                  <a:lnTo>
                    <a:pt x="37569" y="28957"/>
                  </a:lnTo>
                  <a:lnTo>
                    <a:pt x="37550" y="29154"/>
                  </a:lnTo>
                  <a:lnTo>
                    <a:pt x="37490" y="29332"/>
                  </a:lnTo>
                  <a:lnTo>
                    <a:pt x="37411" y="29510"/>
                  </a:lnTo>
                  <a:lnTo>
                    <a:pt x="37313" y="29648"/>
                  </a:lnTo>
                  <a:lnTo>
                    <a:pt x="37194" y="29747"/>
                  </a:lnTo>
                  <a:lnTo>
                    <a:pt x="37056" y="29826"/>
                  </a:lnTo>
                  <a:lnTo>
                    <a:pt x="36898" y="29866"/>
                  </a:lnTo>
                  <a:lnTo>
                    <a:pt x="36759" y="29885"/>
                  </a:lnTo>
                  <a:lnTo>
                    <a:pt x="36621" y="29866"/>
                  </a:lnTo>
                  <a:lnTo>
                    <a:pt x="36483" y="29826"/>
                  </a:lnTo>
                  <a:lnTo>
                    <a:pt x="36384" y="29806"/>
                  </a:lnTo>
                  <a:lnTo>
                    <a:pt x="36226" y="29727"/>
                  </a:lnTo>
                  <a:lnTo>
                    <a:pt x="36167" y="29688"/>
                  </a:lnTo>
                  <a:lnTo>
                    <a:pt x="36048" y="29569"/>
                  </a:lnTo>
                  <a:lnTo>
                    <a:pt x="35950" y="29431"/>
                  </a:lnTo>
                  <a:lnTo>
                    <a:pt x="35851" y="29273"/>
                  </a:lnTo>
                  <a:lnTo>
                    <a:pt x="35811" y="29174"/>
                  </a:lnTo>
                  <a:lnTo>
                    <a:pt x="35792" y="29056"/>
                  </a:lnTo>
                  <a:lnTo>
                    <a:pt x="35772" y="28957"/>
                  </a:lnTo>
                  <a:lnTo>
                    <a:pt x="35772" y="28838"/>
                  </a:lnTo>
                  <a:lnTo>
                    <a:pt x="35792" y="28720"/>
                  </a:lnTo>
                  <a:lnTo>
                    <a:pt x="35831" y="28601"/>
                  </a:lnTo>
                  <a:lnTo>
                    <a:pt x="35910" y="28483"/>
                  </a:lnTo>
                  <a:lnTo>
                    <a:pt x="36009" y="28364"/>
                  </a:lnTo>
                  <a:lnTo>
                    <a:pt x="36127" y="28266"/>
                  </a:lnTo>
                  <a:lnTo>
                    <a:pt x="36246" y="28187"/>
                  </a:lnTo>
                  <a:lnTo>
                    <a:pt x="36364" y="28127"/>
                  </a:lnTo>
                  <a:lnTo>
                    <a:pt x="36483" y="28088"/>
                  </a:lnTo>
                  <a:lnTo>
                    <a:pt x="36601" y="28068"/>
                  </a:lnTo>
                  <a:close/>
                  <a:moveTo>
                    <a:pt x="8949" y="0"/>
                  </a:moveTo>
                  <a:lnTo>
                    <a:pt x="8731" y="40"/>
                  </a:lnTo>
                  <a:lnTo>
                    <a:pt x="8514" y="99"/>
                  </a:lnTo>
                  <a:lnTo>
                    <a:pt x="8317" y="178"/>
                  </a:lnTo>
                  <a:lnTo>
                    <a:pt x="8119" y="277"/>
                  </a:lnTo>
                  <a:lnTo>
                    <a:pt x="7902" y="395"/>
                  </a:lnTo>
                  <a:lnTo>
                    <a:pt x="7704" y="553"/>
                  </a:lnTo>
                  <a:lnTo>
                    <a:pt x="7487" y="771"/>
                  </a:lnTo>
                  <a:lnTo>
                    <a:pt x="7210" y="1106"/>
                  </a:lnTo>
                  <a:lnTo>
                    <a:pt x="6894" y="1502"/>
                  </a:lnTo>
                  <a:lnTo>
                    <a:pt x="6559" y="1995"/>
                  </a:lnTo>
                  <a:lnTo>
                    <a:pt x="5808" y="3121"/>
                  </a:lnTo>
                  <a:lnTo>
                    <a:pt x="5038" y="4346"/>
                  </a:lnTo>
                  <a:lnTo>
                    <a:pt x="4307" y="5511"/>
                  </a:lnTo>
                  <a:lnTo>
                    <a:pt x="3695" y="6519"/>
                  </a:lnTo>
                  <a:lnTo>
                    <a:pt x="3122" y="7486"/>
                  </a:lnTo>
                  <a:lnTo>
                    <a:pt x="2964" y="7802"/>
                  </a:lnTo>
                  <a:lnTo>
                    <a:pt x="2529" y="8672"/>
                  </a:lnTo>
                  <a:lnTo>
                    <a:pt x="1956" y="9916"/>
                  </a:lnTo>
                  <a:lnTo>
                    <a:pt x="1621" y="10627"/>
                  </a:lnTo>
                  <a:lnTo>
                    <a:pt x="1305" y="11378"/>
                  </a:lnTo>
                  <a:lnTo>
                    <a:pt x="989" y="12148"/>
                  </a:lnTo>
                  <a:lnTo>
                    <a:pt x="692" y="12918"/>
                  </a:lnTo>
                  <a:lnTo>
                    <a:pt x="435" y="13669"/>
                  </a:lnTo>
                  <a:lnTo>
                    <a:pt x="238" y="14360"/>
                  </a:lnTo>
                  <a:lnTo>
                    <a:pt x="159" y="14676"/>
                  </a:lnTo>
                  <a:lnTo>
                    <a:pt x="80" y="14992"/>
                  </a:lnTo>
                  <a:lnTo>
                    <a:pt x="40" y="15288"/>
                  </a:lnTo>
                  <a:lnTo>
                    <a:pt x="21" y="15545"/>
                  </a:lnTo>
                  <a:lnTo>
                    <a:pt x="1" y="15782"/>
                  </a:lnTo>
                  <a:lnTo>
                    <a:pt x="21" y="16000"/>
                  </a:lnTo>
                  <a:lnTo>
                    <a:pt x="80" y="16177"/>
                  </a:lnTo>
                  <a:lnTo>
                    <a:pt x="139" y="16316"/>
                  </a:lnTo>
                  <a:lnTo>
                    <a:pt x="277" y="16474"/>
                  </a:lnTo>
                  <a:lnTo>
                    <a:pt x="495" y="16671"/>
                  </a:lnTo>
                  <a:lnTo>
                    <a:pt x="791" y="16928"/>
                  </a:lnTo>
                  <a:lnTo>
                    <a:pt x="1186" y="17224"/>
                  </a:lnTo>
                  <a:lnTo>
                    <a:pt x="2154" y="17935"/>
                  </a:lnTo>
                  <a:lnTo>
                    <a:pt x="3398" y="18785"/>
                  </a:lnTo>
                  <a:lnTo>
                    <a:pt x="4820" y="19733"/>
                  </a:lnTo>
                  <a:lnTo>
                    <a:pt x="6401" y="20760"/>
                  </a:lnTo>
                  <a:lnTo>
                    <a:pt x="9837" y="22952"/>
                  </a:lnTo>
                  <a:lnTo>
                    <a:pt x="13314" y="25125"/>
                  </a:lnTo>
                  <a:lnTo>
                    <a:pt x="16494" y="27080"/>
                  </a:lnTo>
                  <a:lnTo>
                    <a:pt x="20385" y="29490"/>
                  </a:lnTo>
                  <a:lnTo>
                    <a:pt x="21175" y="29984"/>
                  </a:lnTo>
                  <a:lnTo>
                    <a:pt x="22024" y="30537"/>
                  </a:lnTo>
                  <a:lnTo>
                    <a:pt x="22894" y="31070"/>
                  </a:lnTo>
                  <a:lnTo>
                    <a:pt x="23328" y="31327"/>
                  </a:lnTo>
                  <a:lnTo>
                    <a:pt x="23743" y="31564"/>
                  </a:lnTo>
                  <a:lnTo>
                    <a:pt x="24177" y="31762"/>
                  </a:lnTo>
                  <a:lnTo>
                    <a:pt x="24592" y="31939"/>
                  </a:lnTo>
                  <a:lnTo>
                    <a:pt x="25007" y="32098"/>
                  </a:lnTo>
                  <a:lnTo>
                    <a:pt x="25402" y="32196"/>
                  </a:lnTo>
                  <a:lnTo>
                    <a:pt x="25777" y="32256"/>
                  </a:lnTo>
                  <a:lnTo>
                    <a:pt x="25955" y="32275"/>
                  </a:lnTo>
                  <a:lnTo>
                    <a:pt x="26133" y="32275"/>
                  </a:lnTo>
                  <a:lnTo>
                    <a:pt x="26311" y="32256"/>
                  </a:lnTo>
                  <a:lnTo>
                    <a:pt x="26469" y="32216"/>
                  </a:lnTo>
                  <a:lnTo>
                    <a:pt x="26627" y="32177"/>
                  </a:lnTo>
                  <a:lnTo>
                    <a:pt x="26785" y="32117"/>
                  </a:lnTo>
                  <a:lnTo>
                    <a:pt x="26943" y="32019"/>
                  </a:lnTo>
                  <a:lnTo>
                    <a:pt x="27081" y="31939"/>
                  </a:lnTo>
                  <a:lnTo>
                    <a:pt x="27397" y="31702"/>
                  </a:lnTo>
                  <a:lnTo>
                    <a:pt x="27713" y="31406"/>
                  </a:lnTo>
                  <a:lnTo>
                    <a:pt x="28029" y="31070"/>
                  </a:lnTo>
                  <a:lnTo>
                    <a:pt x="28345" y="30715"/>
                  </a:lnTo>
                  <a:lnTo>
                    <a:pt x="28641" y="30320"/>
                  </a:lnTo>
                  <a:lnTo>
                    <a:pt x="28938" y="29925"/>
                  </a:lnTo>
                  <a:lnTo>
                    <a:pt x="29214" y="29530"/>
                  </a:lnTo>
                  <a:lnTo>
                    <a:pt x="29708" y="28779"/>
                  </a:lnTo>
                  <a:lnTo>
                    <a:pt x="30103" y="28127"/>
                  </a:lnTo>
                  <a:lnTo>
                    <a:pt x="30459" y="27515"/>
                  </a:lnTo>
                  <a:lnTo>
                    <a:pt x="32750" y="29194"/>
                  </a:lnTo>
                  <a:lnTo>
                    <a:pt x="34468" y="30438"/>
                  </a:lnTo>
                  <a:lnTo>
                    <a:pt x="35535" y="31189"/>
                  </a:lnTo>
                  <a:lnTo>
                    <a:pt x="35792" y="31367"/>
                  </a:lnTo>
                  <a:lnTo>
                    <a:pt x="36127" y="31525"/>
                  </a:lnTo>
                  <a:lnTo>
                    <a:pt x="36285" y="31604"/>
                  </a:lnTo>
                  <a:lnTo>
                    <a:pt x="36483" y="31663"/>
                  </a:lnTo>
                  <a:lnTo>
                    <a:pt x="36680" y="31702"/>
                  </a:lnTo>
                  <a:lnTo>
                    <a:pt x="36878" y="31742"/>
                  </a:lnTo>
                  <a:lnTo>
                    <a:pt x="37075" y="31762"/>
                  </a:lnTo>
                  <a:lnTo>
                    <a:pt x="37510" y="31762"/>
                  </a:lnTo>
                  <a:lnTo>
                    <a:pt x="37727" y="31702"/>
                  </a:lnTo>
                  <a:lnTo>
                    <a:pt x="37945" y="31643"/>
                  </a:lnTo>
                  <a:lnTo>
                    <a:pt x="38162" y="31544"/>
                  </a:lnTo>
                  <a:lnTo>
                    <a:pt x="38379" y="31426"/>
                  </a:lnTo>
                  <a:lnTo>
                    <a:pt x="38596" y="31268"/>
                  </a:lnTo>
                  <a:lnTo>
                    <a:pt x="38794" y="31090"/>
                  </a:lnTo>
                  <a:lnTo>
                    <a:pt x="38972" y="30893"/>
                  </a:lnTo>
                  <a:lnTo>
                    <a:pt x="39130" y="30675"/>
                  </a:lnTo>
                  <a:lnTo>
                    <a:pt x="39248" y="30438"/>
                  </a:lnTo>
                  <a:lnTo>
                    <a:pt x="39367" y="30201"/>
                  </a:lnTo>
                  <a:lnTo>
                    <a:pt x="39465" y="29964"/>
                  </a:lnTo>
                  <a:lnTo>
                    <a:pt x="39525" y="29708"/>
                  </a:lnTo>
                  <a:lnTo>
                    <a:pt x="39584" y="29470"/>
                  </a:lnTo>
                  <a:lnTo>
                    <a:pt x="39623" y="29214"/>
                  </a:lnTo>
                  <a:lnTo>
                    <a:pt x="39643" y="28977"/>
                  </a:lnTo>
                  <a:lnTo>
                    <a:pt x="39643" y="28759"/>
                  </a:lnTo>
                  <a:lnTo>
                    <a:pt x="39623" y="28542"/>
                  </a:lnTo>
                  <a:lnTo>
                    <a:pt x="39604" y="28345"/>
                  </a:lnTo>
                  <a:lnTo>
                    <a:pt x="39564" y="28167"/>
                  </a:lnTo>
                  <a:lnTo>
                    <a:pt x="39525" y="28009"/>
                  </a:lnTo>
                  <a:lnTo>
                    <a:pt x="39446" y="27871"/>
                  </a:lnTo>
                  <a:lnTo>
                    <a:pt x="39406" y="27811"/>
                  </a:lnTo>
                  <a:lnTo>
                    <a:pt x="39327" y="27713"/>
                  </a:lnTo>
                  <a:lnTo>
                    <a:pt x="39070" y="27515"/>
                  </a:lnTo>
                  <a:lnTo>
                    <a:pt x="38735" y="27258"/>
                  </a:lnTo>
                  <a:lnTo>
                    <a:pt x="38300" y="26942"/>
                  </a:lnTo>
                  <a:lnTo>
                    <a:pt x="37273" y="26271"/>
                  </a:lnTo>
                  <a:lnTo>
                    <a:pt x="36127" y="25560"/>
                  </a:lnTo>
                  <a:lnTo>
                    <a:pt x="35002" y="24868"/>
                  </a:lnTo>
                  <a:lnTo>
                    <a:pt x="34034" y="24276"/>
                  </a:lnTo>
                  <a:lnTo>
                    <a:pt x="33086" y="23723"/>
                  </a:lnTo>
                  <a:lnTo>
                    <a:pt x="33441" y="23051"/>
                  </a:lnTo>
                  <a:lnTo>
                    <a:pt x="34231" y="21451"/>
                  </a:lnTo>
                  <a:lnTo>
                    <a:pt x="34685" y="20464"/>
                  </a:lnTo>
                  <a:lnTo>
                    <a:pt x="35120" y="19476"/>
                  </a:lnTo>
                  <a:lnTo>
                    <a:pt x="35515" y="18548"/>
                  </a:lnTo>
                  <a:lnTo>
                    <a:pt x="35673" y="18113"/>
                  </a:lnTo>
                  <a:lnTo>
                    <a:pt x="35811" y="17738"/>
                  </a:lnTo>
                  <a:lnTo>
                    <a:pt x="35890" y="17382"/>
                  </a:lnTo>
                  <a:lnTo>
                    <a:pt x="35930" y="17066"/>
                  </a:lnTo>
                  <a:lnTo>
                    <a:pt x="35930" y="16750"/>
                  </a:lnTo>
                  <a:lnTo>
                    <a:pt x="35890" y="16474"/>
                  </a:lnTo>
                  <a:lnTo>
                    <a:pt x="35831" y="16217"/>
                  </a:lnTo>
                  <a:lnTo>
                    <a:pt x="35732" y="15960"/>
                  </a:lnTo>
                  <a:lnTo>
                    <a:pt x="35594" y="15723"/>
                  </a:lnTo>
                  <a:lnTo>
                    <a:pt x="35456" y="15506"/>
                  </a:lnTo>
                  <a:lnTo>
                    <a:pt x="35278" y="15308"/>
                  </a:lnTo>
                  <a:lnTo>
                    <a:pt x="35081" y="15111"/>
                  </a:lnTo>
                  <a:lnTo>
                    <a:pt x="34883" y="14933"/>
                  </a:lnTo>
                  <a:lnTo>
                    <a:pt x="34666" y="14755"/>
                  </a:lnTo>
                  <a:lnTo>
                    <a:pt x="34231" y="14439"/>
                  </a:lnTo>
                  <a:lnTo>
                    <a:pt x="33797" y="14143"/>
                  </a:lnTo>
                  <a:lnTo>
                    <a:pt x="32592" y="13373"/>
                  </a:lnTo>
                  <a:lnTo>
                    <a:pt x="30103" y="11812"/>
                  </a:lnTo>
                  <a:lnTo>
                    <a:pt x="26745" y="9758"/>
                  </a:lnTo>
                  <a:lnTo>
                    <a:pt x="22953" y="7427"/>
                  </a:lnTo>
                  <a:lnTo>
                    <a:pt x="19141" y="5096"/>
                  </a:lnTo>
                  <a:lnTo>
                    <a:pt x="15704" y="3042"/>
                  </a:lnTo>
                  <a:lnTo>
                    <a:pt x="13077" y="1482"/>
                  </a:lnTo>
                  <a:lnTo>
                    <a:pt x="12188" y="988"/>
                  </a:lnTo>
                  <a:lnTo>
                    <a:pt x="11655" y="711"/>
                  </a:lnTo>
                  <a:lnTo>
                    <a:pt x="11003" y="435"/>
                  </a:lnTo>
                  <a:lnTo>
                    <a:pt x="10430" y="218"/>
                  </a:lnTo>
                  <a:lnTo>
                    <a:pt x="10153" y="139"/>
                  </a:lnTo>
                  <a:lnTo>
                    <a:pt x="9897" y="79"/>
                  </a:lnTo>
                  <a:lnTo>
                    <a:pt x="9640" y="20"/>
                  </a:lnTo>
                  <a:lnTo>
                    <a:pt x="9403" y="0"/>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9" name="Google Shape;2879;p11"/>
            <p:cNvSpPr/>
            <p:nvPr/>
          </p:nvSpPr>
          <p:spPr>
            <a:xfrm>
              <a:off x="-1246975" y="3112925"/>
              <a:ext cx="4975" cy="3475"/>
            </a:xfrm>
            <a:custGeom>
              <a:rect b="b" l="l" r="r" t="t"/>
              <a:pathLst>
                <a:path extrusionOk="0" h="139" w="199">
                  <a:moveTo>
                    <a:pt x="198" y="0"/>
                  </a:moveTo>
                  <a:lnTo>
                    <a:pt x="1" y="139"/>
                  </a:lnTo>
                  <a:lnTo>
                    <a:pt x="1" y="139"/>
                  </a:lnTo>
                  <a:lnTo>
                    <a:pt x="80" y="99"/>
                  </a:lnTo>
                  <a:lnTo>
                    <a:pt x="198"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0" name="Google Shape;2880;p11"/>
            <p:cNvSpPr/>
            <p:nvPr/>
          </p:nvSpPr>
          <p:spPr>
            <a:xfrm>
              <a:off x="-1235125" y="3112925"/>
              <a:ext cx="525" cy="25"/>
            </a:xfrm>
            <a:custGeom>
              <a:rect b="b" l="l" r="r" t="t"/>
              <a:pathLst>
                <a:path extrusionOk="0" h="1" w="21">
                  <a:moveTo>
                    <a:pt x="1" y="0"/>
                  </a:moveTo>
                  <a:lnTo>
                    <a:pt x="1" y="0"/>
                  </a:lnTo>
                  <a:lnTo>
                    <a:pt x="21" y="0"/>
                  </a:lnTo>
                  <a:lnTo>
                    <a:pt x="21" y="0"/>
                  </a:lnTo>
                  <a:lnTo>
                    <a:pt x="1" y="0"/>
                  </a:lnTo>
                  <a:lnTo>
                    <a:pt x="1"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
            <p:cNvSpPr/>
            <p:nvPr/>
          </p:nvSpPr>
          <p:spPr>
            <a:xfrm>
              <a:off x="-905750" y="3252175"/>
              <a:ext cx="3975" cy="1025"/>
            </a:xfrm>
            <a:custGeom>
              <a:rect b="b" l="l" r="r" t="t"/>
              <a:pathLst>
                <a:path extrusionOk="0" h="41" w="159">
                  <a:moveTo>
                    <a:pt x="1" y="1"/>
                  </a:moveTo>
                  <a:lnTo>
                    <a:pt x="99" y="40"/>
                  </a:lnTo>
                  <a:lnTo>
                    <a:pt x="159" y="40"/>
                  </a:lnTo>
                  <a:lnTo>
                    <a:pt x="60" y="20"/>
                  </a:lnTo>
                  <a:lnTo>
                    <a:pt x="1"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
            <p:cNvSpPr/>
            <p:nvPr/>
          </p:nvSpPr>
          <p:spPr>
            <a:xfrm>
              <a:off x="-582300" y="3332175"/>
              <a:ext cx="1000" cy="525"/>
            </a:xfrm>
            <a:custGeom>
              <a:rect b="b" l="l" r="r" t="t"/>
              <a:pathLst>
                <a:path extrusionOk="0" h="21" w="40">
                  <a:moveTo>
                    <a:pt x="0" y="0"/>
                  </a:moveTo>
                  <a:lnTo>
                    <a:pt x="20" y="2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3" name="Google Shape;2883;p11"/>
            <p:cNvSpPr/>
            <p:nvPr/>
          </p:nvSpPr>
          <p:spPr>
            <a:xfrm>
              <a:off x="-1286950" y="3160825"/>
              <a:ext cx="2000" cy="2500"/>
            </a:xfrm>
            <a:custGeom>
              <a:rect b="b" l="l" r="r" t="t"/>
              <a:pathLst>
                <a:path extrusionOk="0" h="100" w="80">
                  <a:moveTo>
                    <a:pt x="59" y="0"/>
                  </a:moveTo>
                  <a:lnTo>
                    <a:pt x="20" y="20"/>
                  </a:lnTo>
                  <a:lnTo>
                    <a:pt x="0" y="99"/>
                  </a:lnTo>
                  <a:lnTo>
                    <a:pt x="0" y="99"/>
                  </a:lnTo>
                  <a:lnTo>
                    <a:pt x="79" y="20"/>
                  </a:lnTo>
                  <a:lnTo>
                    <a:pt x="59"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4" name="Google Shape;2884;p11"/>
            <p:cNvSpPr/>
            <p:nvPr/>
          </p:nvSpPr>
          <p:spPr>
            <a:xfrm>
              <a:off x="-968950" y="3215150"/>
              <a:ext cx="1000" cy="500"/>
            </a:xfrm>
            <a:custGeom>
              <a:rect b="b" l="l" r="r" t="t"/>
              <a:pathLst>
                <a:path extrusionOk="0" h="20" w="40">
                  <a:moveTo>
                    <a:pt x="40" y="0"/>
                  </a:moveTo>
                  <a:lnTo>
                    <a:pt x="40" y="0"/>
                  </a:lnTo>
                  <a:lnTo>
                    <a:pt x="0" y="20"/>
                  </a:lnTo>
                  <a:lnTo>
                    <a:pt x="0" y="20"/>
                  </a:lnTo>
                  <a:lnTo>
                    <a:pt x="40" y="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5" name="Google Shape;2885;p11"/>
            <p:cNvSpPr/>
            <p:nvPr/>
          </p:nvSpPr>
          <p:spPr>
            <a:xfrm>
              <a:off x="-1299300" y="3366250"/>
              <a:ext cx="1500" cy="2000"/>
            </a:xfrm>
            <a:custGeom>
              <a:rect b="b" l="l" r="r" t="t"/>
              <a:pathLst>
                <a:path extrusionOk="0" h="80" w="60">
                  <a:moveTo>
                    <a:pt x="59" y="79"/>
                  </a:moveTo>
                  <a:lnTo>
                    <a:pt x="59" y="79"/>
                  </a:lnTo>
                  <a:lnTo>
                    <a:pt x="0" y="0"/>
                  </a:lnTo>
                  <a:lnTo>
                    <a:pt x="0" y="0"/>
                  </a:lnTo>
                  <a:lnTo>
                    <a:pt x="59" y="79"/>
                  </a:lnTo>
                  <a:lnTo>
                    <a:pt x="59" y="79"/>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11"/>
            <p:cNvSpPr/>
            <p:nvPr/>
          </p:nvSpPr>
          <p:spPr>
            <a:xfrm>
              <a:off x="-621825" y="3419575"/>
              <a:ext cx="1525" cy="525"/>
            </a:xfrm>
            <a:custGeom>
              <a:rect b="b" l="l" r="r" t="t"/>
              <a:pathLst>
                <a:path extrusionOk="0" h="21" w="61">
                  <a:moveTo>
                    <a:pt x="60" y="0"/>
                  </a:moveTo>
                  <a:lnTo>
                    <a:pt x="60" y="0"/>
                  </a:lnTo>
                  <a:lnTo>
                    <a:pt x="1" y="20"/>
                  </a:lnTo>
                  <a:lnTo>
                    <a:pt x="1" y="20"/>
                  </a:lnTo>
                  <a:lnTo>
                    <a:pt x="60" y="0"/>
                  </a:lnTo>
                  <a:lnTo>
                    <a:pt x="6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7" name="Google Shape;2887;p11"/>
            <p:cNvSpPr/>
            <p:nvPr/>
          </p:nvSpPr>
          <p:spPr>
            <a:xfrm>
              <a:off x="-1302275" y="3165750"/>
              <a:ext cx="25" cy="525"/>
            </a:xfrm>
            <a:custGeom>
              <a:rect b="b" l="l" r="r" t="t"/>
              <a:pathLst>
                <a:path extrusionOk="0" h="21" w="1">
                  <a:moveTo>
                    <a:pt x="1" y="21"/>
                  </a:moveTo>
                  <a:lnTo>
                    <a:pt x="1" y="21"/>
                  </a:lnTo>
                  <a:lnTo>
                    <a:pt x="1" y="1"/>
                  </a:lnTo>
                  <a:lnTo>
                    <a:pt x="1" y="1"/>
                  </a:lnTo>
                  <a:lnTo>
                    <a:pt x="1" y="21"/>
                  </a:lnTo>
                  <a:lnTo>
                    <a:pt x="1" y="2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8" name="Google Shape;2888;p11"/>
            <p:cNvSpPr/>
            <p:nvPr/>
          </p:nvSpPr>
          <p:spPr>
            <a:xfrm>
              <a:off x="-1336825" y="3072925"/>
              <a:ext cx="793050" cy="646900"/>
            </a:xfrm>
            <a:custGeom>
              <a:rect b="b" l="l" r="r" t="t"/>
              <a:pathLst>
                <a:path extrusionOk="0" h="25876" w="31722">
                  <a:moveTo>
                    <a:pt x="3773" y="889"/>
                  </a:moveTo>
                  <a:lnTo>
                    <a:pt x="3733" y="909"/>
                  </a:lnTo>
                  <a:lnTo>
                    <a:pt x="3773" y="892"/>
                  </a:lnTo>
                  <a:lnTo>
                    <a:pt x="3773" y="892"/>
                  </a:lnTo>
                  <a:lnTo>
                    <a:pt x="3773" y="889"/>
                  </a:lnTo>
                  <a:close/>
                  <a:moveTo>
                    <a:pt x="13115" y="3971"/>
                  </a:moveTo>
                  <a:lnTo>
                    <a:pt x="13115" y="3971"/>
                  </a:lnTo>
                  <a:lnTo>
                    <a:pt x="13115" y="3971"/>
                  </a:lnTo>
                  <a:close/>
                  <a:moveTo>
                    <a:pt x="13115" y="3971"/>
                  </a:moveTo>
                  <a:lnTo>
                    <a:pt x="13135" y="3990"/>
                  </a:lnTo>
                  <a:lnTo>
                    <a:pt x="13135" y="3990"/>
                  </a:lnTo>
                  <a:lnTo>
                    <a:pt x="13115" y="3971"/>
                  </a:lnTo>
                  <a:close/>
                  <a:moveTo>
                    <a:pt x="0" y="7566"/>
                  </a:moveTo>
                  <a:lnTo>
                    <a:pt x="20" y="7803"/>
                  </a:lnTo>
                  <a:lnTo>
                    <a:pt x="79" y="7980"/>
                  </a:lnTo>
                  <a:lnTo>
                    <a:pt x="158" y="8119"/>
                  </a:lnTo>
                  <a:lnTo>
                    <a:pt x="237" y="8217"/>
                  </a:lnTo>
                  <a:lnTo>
                    <a:pt x="395" y="8375"/>
                  </a:lnTo>
                  <a:lnTo>
                    <a:pt x="564" y="8525"/>
                  </a:lnTo>
                  <a:lnTo>
                    <a:pt x="564" y="8525"/>
                  </a:lnTo>
                  <a:lnTo>
                    <a:pt x="553" y="8494"/>
                  </a:lnTo>
                  <a:lnTo>
                    <a:pt x="454" y="8237"/>
                  </a:lnTo>
                  <a:lnTo>
                    <a:pt x="494" y="8237"/>
                  </a:lnTo>
                  <a:lnTo>
                    <a:pt x="296" y="8079"/>
                  </a:lnTo>
                  <a:lnTo>
                    <a:pt x="316" y="8277"/>
                  </a:lnTo>
                  <a:lnTo>
                    <a:pt x="217" y="8138"/>
                  </a:lnTo>
                  <a:lnTo>
                    <a:pt x="119" y="7941"/>
                  </a:lnTo>
                  <a:lnTo>
                    <a:pt x="20" y="7724"/>
                  </a:lnTo>
                  <a:lnTo>
                    <a:pt x="0" y="7566"/>
                  </a:lnTo>
                  <a:close/>
                  <a:moveTo>
                    <a:pt x="564" y="8525"/>
                  </a:moveTo>
                  <a:lnTo>
                    <a:pt x="576" y="8562"/>
                  </a:lnTo>
                  <a:lnTo>
                    <a:pt x="573" y="8533"/>
                  </a:lnTo>
                  <a:lnTo>
                    <a:pt x="564" y="8525"/>
                  </a:lnTo>
                  <a:close/>
                  <a:moveTo>
                    <a:pt x="4800" y="13432"/>
                  </a:moveTo>
                  <a:lnTo>
                    <a:pt x="4820" y="13452"/>
                  </a:lnTo>
                  <a:lnTo>
                    <a:pt x="4820" y="13447"/>
                  </a:lnTo>
                  <a:lnTo>
                    <a:pt x="4800" y="13432"/>
                  </a:lnTo>
                  <a:close/>
                  <a:moveTo>
                    <a:pt x="29253" y="16000"/>
                  </a:moveTo>
                  <a:lnTo>
                    <a:pt x="29253" y="16059"/>
                  </a:lnTo>
                  <a:lnTo>
                    <a:pt x="29257" y="16077"/>
                  </a:lnTo>
                  <a:lnTo>
                    <a:pt x="29257" y="16077"/>
                  </a:lnTo>
                  <a:lnTo>
                    <a:pt x="29253" y="16000"/>
                  </a:lnTo>
                  <a:close/>
                  <a:moveTo>
                    <a:pt x="9501" y="988"/>
                  </a:moveTo>
                  <a:lnTo>
                    <a:pt x="9481" y="1028"/>
                  </a:lnTo>
                  <a:lnTo>
                    <a:pt x="9422" y="1067"/>
                  </a:lnTo>
                  <a:lnTo>
                    <a:pt x="9303" y="1087"/>
                  </a:lnTo>
                  <a:lnTo>
                    <a:pt x="9481" y="1126"/>
                  </a:lnTo>
                  <a:lnTo>
                    <a:pt x="9600" y="1186"/>
                  </a:lnTo>
                  <a:lnTo>
                    <a:pt x="9639" y="1205"/>
                  </a:lnTo>
                  <a:lnTo>
                    <a:pt x="9659" y="1245"/>
                  </a:lnTo>
                  <a:lnTo>
                    <a:pt x="9442" y="1265"/>
                  </a:lnTo>
                  <a:lnTo>
                    <a:pt x="9343" y="1284"/>
                  </a:lnTo>
                  <a:lnTo>
                    <a:pt x="9244" y="1324"/>
                  </a:lnTo>
                  <a:lnTo>
                    <a:pt x="9442" y="1383"/>
                  </a:lnTo>
                  <a:lnTo>
                    <a:pt x="9442" y="1403"/>
                  </a:lnTo>
                  <a:lnTo>
                    <a:pt x="9442" y="1423"/>
                  </a:lnTo>
                  <a:lnTo>
                    <a:pt x="9422" y="1442"/>
                  </a:lnTo>
                  <a:lnTo>
                    <a:pt x="9402" y="1462"/>
                  </a:lnTo>
                  <a:lnTo>
                    <a:pt x="9422" y="1502"/>
                  </a:lnTo>
                  <a:lnTo>
                    <a:pt x="9461" y="1541"/>
                  </a:lnTo>
                  <a:lnTo>
                    <a:pt x="9461" y="1482"/>
                  </a:lnTo>
                  <a:lnTo>
                    <a:pt x="9521" y="1462"/>
                  </a:lnTo>
                  <a:lnTo>
                    <a:pt x="9679" y="1462"/>
                  </a:lnTo>
                  <a:lnTo>
                    <a:pt x="9876" y="1521"/>
                  </a:lnTo>
                  <a:lnTo>
                    <a:pt x="10093" y="1561"/>
                  </a:lnTo>
                  <a:lnTo>
                    <a:pt x="10074" y="1581"/>
                  </a:lnTo>
                  <a:lnTo>
                    <a:pt x="10054" y="1600"/>
                  </a:lnTo>
                  <a:lnTo>
                    <a:pt x="9995" y="1600"/>
                  </a:lnTo>
                  <a:lnTo>
                    <a:pt x="9916" y="1581"/>
                  </a:lnTo>
                  <a:lnTo>
                    <a:pt x="9837" y="1581"/>
                  </a:lnTo>
                  <a:lnTo>
                    <a:pt x="9975" y="1719"/>
                  </a:lnTo>
                  <a:lnTo>
                    <a:pt x="10093" y="1798"/>
                  </a:lnTo>
                  <a:lnTo>
                    <a:pt x="10232" y="1837"/>
                  </a:lnTo>
                  <a:lnTo>
                    <a:pt x="10350" y="1857"/>
                  </a:lnTo>
                  <a:lnTo>
                    <a:pt x="10508" y="1877"/>
                  </a:lnTo>
                  <a:lnTo>
                    <a:pt x="10666" y="1897"/>
                  </a:lnTo>
                  <a:lnTo>
                    <a:pt x="10844" y="1936"/>
                  </a:lnTo>
                  <a:lnTo>
                    <a:pt x="11022" y="2035"/>
                  </a:lnTo>
                  <a:lnTo>
                    <a:pt x="10883" y="2035"/>
                  </a:lnTo>
                  <a:lnTo>
                    <a:pt x="10982" y="2055"/>
                  </a:lnTo>
                  <a:lnTo>
                    <a:pt x="11061" y="2114"/>
                  </a:lnTo>
                  <a:lnTo>
                    <a:pt x="11199" y="2213"/>
                  </a:lnTo>
                  <a:lnTo>
                    <a:pt x="11318" y="2312"/>
                  </a:lnTo>
                  <a:lnTo>
                    <a:pt x="11377" y="2331"/>
                  </a:lnTo>
                  <a:lnTo>
                    <a:pt x="11456" y="2331"/>
                  </a:lnTo>
                  <a:lnTo>
                    <a:pt x="11496" y="2391"/>
                  </a:lnTo>
                  <a:lnTo>
                    <a:pt x="11535" y="2450"/>
                  </a:lnTo>
                  <a:lnTo>
                    <a:pt x="11535" y="2529"/>
                  </a:lnTo>
                  <a:lnTo>
                    <a:pt x="11535" y="2588"/>
                  </a:lnTo>
                  <a:lnTo>
                    <a:pt x="11555" y="2628"/>
                  </a:lnTo>
                  <a:lnTo>
                    <a:pt x="11614" y="2687"/>
                  </a:lnTo>
                  <a:lnTo>
                    <a:pt x="11713" y="2766"/>
                  </a:lnTo>
                  <a:lnTo>
                    <a:pt x="11713" y="2726"/>
                  </a:lnTo>
                  <a:lnTo>
                    <a:pt x="11733" y="2707"/>
                  </a:lnTo>
                  <a:lnTo>
                    <a:pt x="11772" y="2707"/>
                  </a:lnTo>
                  <a:lnTo>
                    <a:pt x="11832" y="2746"/>
                  </a:lnTo>
                  <a:lnTo>
                    <a:pt x="11911" y="2805"/>
                  </a:lnTo>
                  <a:lnTo>
                    <a:pt x="11990" y="2865"/>
                  </a:lnTo>
                  <a:lnTo>
                    <a:pt x="12069" y="2904"/>
                  </a:lnTo>
                  <a:lnTo>
                    <a:pt x="12148" y="2924"/>
                  </a:lnTo>
                  <a:lnTo>
                    <a:pt x="12167" y="2924"/>
                  </a:lnTo>
                  <a:lnTo>
                    <a:pt x="12207" y="2904"/>
                  </a:lnTo>
                  <a:lnTo>
                    <a:pt x="12365" y="3200"/>
                  </a:lnTo>
                  <a:lnTo>
                    <a:pt x="12444" y="3200"/>
                  </a:lnTo>
                  <a:lnTo>
                    <a:pt x="12523" y="3181"/>
                  </a:lnTo>
                  <a:lnTo>
                    <a:pt x="12622" y="3102"/>
                  </a:lnTo>
                  <a:lnTo>
                    <a:pt x="12661" y="3062"/>
                  </a:lnTo>
                  <a:lnTo>
                    <a:pt x="12740" y="3062"/>
                  </a:lnTo>
                  <a:lnTo>
                    <a:pt x="12839" y="3102"/>
                  </a:lnTo>
                  <a:lnTo>
                    <a:pt x="12977" y="3220"/>
                  </a:lnTo>
                  <a:lnTo>
                    <a:pt x="13056" y="3339"/>
                  </a:lnTo>
                  <a:lnTo>
                    <a:pt x="13076" y="3398"/>
                  </a:lnTo>
                  <a:lnTo>
                    <a:pt x="13076" y="3437"/>
                  </a:lnTo>
                  <a:lnTo>
                    <a:pt x="13056" y="3457"/>
                  </a:lnTo>
                  <a:lnTo>
                    <a:pt x="13036" y="3497"/>
                  </a:lnTo>
                  <a:lnTo>
                    <a:pt x="12977" y="3516"/>
                  </a:lnTo>
                  <a:lnTo>
                    <a:pt x="12898" y="3556"/>
                  </a:lnTo>
                  <a:lnTo>
                    <a:pt x="12839" y="3595"/>
                  </a:lnTo>
                  <a:lnTo>
                    <a:pt x="12819" y="3615"/>
                  </a:lnTo>
                  <a:lnTo>
                    <a:pt x="12819" y="3655"/>
                  </a:lnTo>
                  <a:lnTo>
                    <a:pt x="12819" y="3694"/>
                  </a:lnTo>
                  <a:lnTo>
                    <a:pt x="12839" y="3734"/>
                  </a:lnTo>
                  <a:lnTo>
                    <a:pt x="13017" y="3753"/>
                  </a:lnTo>
                  <a:lnTo>
                    <a:pt x="13135" y="3990"/>
                  </a:lnTo>
                  <a:lnTo>
                    <a:pt x="13214" y="4069"/>
                  </a:lnTo>
                  <a:lnTo>
                    <a:pt x="13333" y="4168"/>
                  </a:lnTo>
                  <a:lnTo>
                    <a:pt x="13412" y="4287"/>
                  </a:lnTo>
                  <a:lnTo>
                    <a:pt x="13412" y="4326"/>
                  </a:lnTo>
                  <a:lnTo>
                    <a:pt x="13412" y="4346"/>
                  </a:lnTo>
                  <a:lnTo>
                    <a:pt x="13352" y="4346"/>
                  </a:lnTo>
                  <a:lnTo>
                    <a:pt x="13293" y="4306"/>
                  </a:lnTo>
                  <a:lnTo>
                    <a:pt x="13214" y="4267"/>
                  </a:lnTo>
                  <a:lnTo>
                    <a:pt x="13175" y="4247"/>
                  </a:lnTo>
                  <a:lnTo>
                    <a:pt x="13214" y="4287"/>
                  </a:lnTo>
                  <a:lnTo>
                    <a:pt x="13273" y="4326"/>
                  </a:lnTo>
                  <a:lnTo>
                    <a:pt x="13392" y="4464"/>
                  </a:lnTo>
                  <a:lnTo>
                    <a:pt x="13668" y="4820"/>
                  </a:lnTo>
                  <a:lnTo>
                    <a:pt x="13826" y="4978"/>
                  </a:lnTo>
                  <a:lnTo>
                    <a:pt x="14004" y="5136"/>
                  </a:lnTo>
                  <a:lnTo>
                    <a:pt x="14103" y="5195"/>
                  </a:lnTo>
                  <a:lnTo>
                    <a:pt x="14202" y="5235"/>
                  </a:lnTo>
                  <a:lnTo>
                    <a:pt x="14281" y="5255"/>
                  </a:lnTo>
                  <a:lnTo>
                    <a:pt x="14380" y="5255"/>
                  </a:lnTo>
                  <a:lnTo>
                    <a:pt x="14518" y="5373"/>
                  </a:lnTo>
                  <a:lnTo>
                    <a:pt x="14656" y="5511"/>
                  </a:lnTo>
                  <a:lnTo>
                    <a:pt x="14755" y="5610"/>
                  </a:lnTo>
                  <a:lnTo>
                    <a:pt x="14775" y="5650"/>
                  </a:lnTo>
                  <a:lnTo>
                    <a:pt x="14755" y="5689"/>
                  </a:lnTo>
                  <a:lnTo>
                    <a:pt x="14854" y="5689"/>
                  </a:lnTo>
                  <a:lnTo>
                    <a:pt x="14972" y="5748"/>
                  </a:lnTo>
                  <a:lnTo>
                    <a:pt x="15249" y="5887"/>
                  </a:lnTo>
                  <a:lnTo>
                    <a:pt x="15505" y="6045"/>
                  </a:lnTo>
                  <a:lnTo>
                    <a:pt x="15624" y="6104"/>
                  </a:lnTo>
                  <a:lnTo>
                    <a:pt x="15742" y="6124"/>
                  </a:lnTo>
                  <a:lnTo>
                    <a:pt x="15723" y="6143"/>
                  </a:lnTo>
                  <a:lnTo>
                    <a:pt x="15742" y="6183"/>
                  </a:lnTo>
                  <a:lnTo>
                    <a:pt x="15802" y="6242"/>
                  </a:lnTo>
                  <a:lnTo>
                    <a:pt x="15900" y="6321"/>
                  </a:lnTo>
                  <a:lnTo>
                    <a:pt x="16019" y="6361"/>
                  </a:lnTo>
                  <a:lnTo>
                    <a:pt x="15960" y="6321"/>
                  </a:lnTo>
                  <a:lnTo>
                    <a:pt x="15940" y="6282"/>
                  </a:lnTo>
                  <a:lnTo>
                    <a:pt x="15940" y="6262"/>
                  </a:lnTo>
                  <a:lnTo>
                    <a:pt x="15960" y="6242"/>
                  </a:lnTo>
                  <a:lnTo>
                    <a:pt x="16039" y="6222"/>
                  </a:lnTo>
                  <a:lnTo>
                    <a:pt x="16157" y="6203"/>
                  </a:lnTo>
                  <a:lnTo>
                    <a:pt x="16216" y="6282"/>
                  </a:lnTo>
                  <a:lnTo>
                    <a:pt x="16315" y="6341"/>
                  </a:lnTo>
                  <a:lnTo>
                    <a:pt x="16513" y="6459"/>
                  </a:lnTo>
                  <a:lnTo>
                    <a:pt x="16612" y="6519"/>
                  </a:lnTo>
                  <a:lnTo>
                    <a:pt x="16691" y="6578"/>
                  </a:lnTo>
                  <a:lnTo>
                    <a:pt x="16750" y="6637"/>
                  </a:lnTo>
                  <a:lnTo>
                    <a:pt x="16750" y="6716"/>
                  </a:lnTo>
                  <a:lnTo>
                    <a:pt x="16849" y="6716"/>
                  </a:lnTo>
                  <a:lnTo>
                    <a:pt x="16908" y="6696"/>
                  </a:lnTo>
                  <a:lnTo>
                    <a:pt x="16967" y="6677"/>
                  </a:lnTo>
                  <a:lnTo>
                    <a:pt x="16987" y="6637"/>
                  </a:lnTo>
                  <a:lnTo>
                    <a:pt x="17046" y="6578"/>
                  </a:lnTo>
                  <a:lnTo>
                    <a:pt x="17105" y="6499"/>
                  </a:lnTo>
                  <a:lnTo>
                    <a:pt x="17165" y="6558"/>
                  </a:lnTo>
                  <a:lnTo>
                    <a:pt x="17224" y="6637"/>
                  </a:lnTo>
                  <a:lnTo>
                    <a:pt x="17382" y="6775"/>
                  </a:lnTo>
                  <a:lnTo>
                    <a:pt x="17441" y="6854"/>
                  </a:lnTo>
                  <a:lnTo>
                    <a:pt x="17500" y="6933"/>
                  </a:lnTo>
                  <a:lnTo>
                    <a:pt x="17500" y="6993"/>
                  </a:lnTo>
                  <a:lnTo>
                    <a:pt x="17481" y="7013"/>
                  </a:lnTo>
                  <a:lnTo>
                    <a:pt x="17461" y="7032"/>
                  </a:lnTo>
                  <a:lnTo>
                    <a:pt x="17362" y="6953"/>
                  </a:lnTo>
                  <a:lnTo>
                    <a:pt x="17244" y="6874"/>
                  </a:lnTo>
                  <a:lnTo>
                    <a:pt x="17184" y="6854"/>
                  </a:lnTo>
                  <a:lnTo>
                    <a:pt x="17125" y="6854"/>
                  </a:lnTo>
                  <a:lnTo>
                    <a:pt x="17105" y="6914"/>
                  </a:lnTo>
                  <a:lnTo>
                    <a:pt x="17184" y="6993"/>
                  </a:lnTo>
                  <a:lnTo>
                    <a:pt x="17244" y="6993"/>
                  </a:lnTo>
                  <a:lnTo>
                    <a:pt x="17303" y="6973"/>
                  </a:lnTo>
                  <a:lnTo>
                    <a:pt x="17342" y="6973"/>
                  </a:lnTo>
                  <a:lnTo>
                    <a:pt x="17402" y="7013"/>
                  </a:lnTo>
                  <a:lnTo>
                    <a:pt x="17402" y="7052"/>
                  </a:lnTo>
                  <a:lnTo>
                    <a:pt x="17421" y="7111"/>
                  </a:lnTo>
                  <a:lnTo>
                    <a:pt x="17421" y="7171"/>
                  </a:lnTo>
                  <a:lnTo>
                    <a:pt x="17421" y="7210"/>
                  </a:lnTo>
                  <a:lnTo>
                    <a:pt x="17402" y="7210"/>
                  </a:lnTo>
                  <a:lnTo>
                    <a:pt x="17619" y="7348"/>
                  </a:lnTo>
                  <a:lnTo>
                    <a:pt x="17876" y="7566"/>
                  </a:lnTo>
                  <a:lnTo>
                    <a:pt x="17816" y="7467"/>
                  </a:lnTo>
                  <a:lnTo>
                    <a:pt x="17797" y="7427"/>
                  </a:lnTo>
                  <a:lnTo>
                    <a:pt x="17895" y="7427"/>
                  </a:lnTo>
                  <a:lnTo>
                    <a:pt x="18014" y="7447"/>
                  </a:lnTo>
                  <a:lnTo>
                    <a:pt x="18034" y="7447"/>
                  </a:lnTo>
                  <a:lnTo>
                    <a:pt x="18034" y="7427"/>
                  </a:lnTo>
                  <a:lnTo>
                    <a:pt x="18014" y="7388"/>
                  </a:lnTo>
                  <a:lnTo>
                    <a:pt x="17639" y="7309"/>
                  </a:lnTo>
                  <a:lnTo>
                    <a:pt x="17560" y="7250"/>
                  </a:lnTo>
                  <a:lnTo>
                    <a:pt x="17500" y="7210"/>
                  </a:lnTo>
                  <a:lnTo>
                    <a:pt x="17500" y="7171"/>
                  </a:lnTo>
                  <a:lnTo>
                    <a:pt x="17520" y="7151"/>
                  </a:lnTo>
                  <a:lnTo>
                    <a:pt x="17560" y="7111"/>
                  </a:lnTo>
                  <a:lnTo>
                    <a:pt x="17560" y="7092"/>
                  </a:lnTo>
                  <a:lnTo>
                    <a:pt x="17560" y="7052"/>
                  </a:lnTo>
                  <a:lnTo>
                    <a:pt x="17737" y="7151"/>
                  </a:lnTo>
                  <a:lnTo>
                    <a:pt x="17895" y="7210"/>
                  </a:lnTo>
                  <a:lnTo>
                    <a:pt x="18034" y="7250"/>
                  </a:lnTo>
                  <a:lnTo>
                    <a:pt x="18152" y="7269"/>
                  </a:lnTo>
                  <a:lnTo>
                    <a:pt x="18429" y="7329"/>
                  </a:lnTo>
                  <a:lnTo>
                    <a:pt x="18606" y="7368"/>
                  </a:lnTo>
                  <a:lnTo>
                    <a:pt x="18843" y="7467"/>
                  </a:lnTo>
                  <a:lnTo>
                    <a:pt x="19081" y="7645"/>
                  </a:lnTo>
                  <a:lnTo>
                    <a:pt x="19278" y="7783"/>
                  </a:lnTo>
                  <a:lnTo>
                    <a:pt x="19179" y="7743"/>
                  </a:lnTo>
                  <a:lnTo>
                    <a:pt x="19120" y="7743"/>
                  </a:lnTo>
                  <a:lnTo>
                    <a:pt x="19081" y="7763"/>
                  </a:lnTo>
                  <a:lnTo>
                    <a:pt x="19041" y="7803"/>
                  </a:lnTo>
                  <a:lnTo>
                    <a:pt x="19041" y="7842"/>
                  </a:lnTo>
                  <a:lnTo>
                    <a:pt x="19041" y="7882"/>
                  </a:lnTo>
                  <a:lnTo>
                    <a:pt x="19081" y="7921"/>
                  </a:lnTo>
                  <a:lnTo>
                    <a:pt x="19120" y="7961"/>
                  </a:lnTo>
                  <a:lnTo>
                    <a:pt x="19298" y="8000"/>
                  </a:lnTo>
                  <a:lnTo>
                    <a:pt x="19436" y="8040"/>
                  </a:lnTo>
                  <a:lnTo>
                    <a:pt x="19594" y="8099"/>
                  </a:lnTo>
                  <a:lnTo>
                    <a:pt x="19713" y="8178"/>
                  </a:lnTo>
                  <a:lnTo>
                    <a:pt x="19950" y="8336"/>
                  </a:lnTo>
                  <a:lnTo>
                    <a:pt x="20068" y="8415"/>
                  </a:lnTo>
                  <a:lnTo>
                    <a:pt x="20206" y="8474"/>
                  </a:lnTo>
                  <a:lnTo>
                    <a:pt x="20206" y="8474"/>
                  </a:lnTo>
                  <a:lnTo>
                    <a:pt x="20108" y="8415"/>
                  </a:lnTo>
                  <a:lnTo>
                    <a:pt x="20068" y="8375"/>
                  </a:lnTo>
                  <a:lnTo>
                    <a:pt x="20048" y="8356"/>
                  </a:lnTo>
                  <a:lnTo>
                    <a:pt x="20048" y="8316"/>
                  </a:lnTo>
                  <a:lnTo>
                    <a:pt x="20088" y="8296"/>
                  </a:lnTo>
                  <a:lnTo>
                    <a:pt x="20127" y="8277"/>
                  </a:lnTo>
                  <a:lnTo>
                    <a:pt x="20226" y="8257"/>
                  </a:lnTo>
                  <a:lnTo>
                    <a:pt x="20443" y="8277"/>
                  </a:lnTo>
                  <a:lnTo>
                    <a:pt x="20562" y="8296"/>
                  </a:lnTo>
                  <a:lnTo>
                    <a:pt x="20621" y="8316"/>
                  </a:lnTo>
                  <a:lnTo>
                    <a:pt x="20641" y="8356"/>
                  </a:lnTo>
                  <a:lnTo>
                    <a:pt x="20641" y="8435"/>
                  </a:lnTo>
                  <a:lnTo>
                    <a:pt x="20680" y="8474"/>
                  </a:lnTo>
                  <a:lnTo>
                    <a:pt x="20740" y="8533"/>
                  </a:lnTo>
                  <a:lnTo>
                    <a:pt x="21115" y="8612"/>
                  </a:lnTo>
                  <a:lnTo>
                    <a:pt x="21411" y="8691"/>
                  </a:lnTo>
                  <a:lnTo>
                    <a:pt x="21984" y="8869"/>
                  </a:lnTo>
                  <a:lnTo>
                    <a:pt x="22241" y="8948"/>
                  </a:lnTo>
                  <a:lnTo>
                    <a:pt x="22498" y="9007"/>
                  </a:lnTo>
                  <a:lnTo>
                    <a:pt x="22774" y="9047"/>
                  </a:lnTo>
                  <a:lnTo>
                    <a:pt x="23051" y="9067"/>
                  </a:lnTo>
                  <a:lnTo>
                    <a:pt x="23051" y="9067"/>
                  </a:lnTo>
                  <a:lnTo>
                    <a:pt x="22735" y="8830"/>
                  </a:lnTo>
                  <a:lnTo>
                    <a:pt x="22577" y="8968"/>
                  </a:lnTo>
                  <a:lnTo>
                    <a:pt x="22517" y="8909"/>
                  </a:lnTo>
                  <a:lnTo>
                    <a:pt x="22498" y="8849"/>
                  </a:lnTo>
                  <a:lnTo>
                    <a:pt x="22517" y="8770"/>
                  </a:lnTo>
                  <a:lnTo>
                    <a:pt x="22557" y="8731"/>
                  </a:lnTo>
                  <a:lnTo>
                    <a:pt x="22636" y="8672"/>
                  </a:lnTo>
                  <a:lnTo>
                    <a:pt x="22715" y="8612"/>
                  </a:lnTo>
                  <a:lnTo>
                    <a:pt x="22873" y="8553"/>
                  </a:lnTo>
                  <a:lnTo>
                    <a:pt x="22912" y="8573"/>
                  </a:lnTo>
                  <a:lnTo>
                    <a:pt x="22972" y="8593"/>
                  </a:lnTo>
                  <a:lnTo>
                    <a:pt x="23110" y="8632"/>
                  </a:lnTo>
                  <a:lnTo>
                    <a:pt x="23209" y="8691"/>
                  </a:lnTo>
                  <a:lnTo>
                    <a:pt x="23228" y="8711"/>
                  </a:lnTo>
                  <a:lnTo>
                    <a:pt x="23169" y="8731"/>
                  </a:lnTo>
                  <a:lnTo>
                    <a:pt x="23643" y="8731"/>
                  </a:lnTo>
                  <a:lnTo>
                    <a:pt x="23604" y="8711"/>
                  </a:lnTo>
                  <a:lnTo>
                    <a:pt x="23564" y="8691"/>
                  </a:lnTo>
                  <a:lnTo>
                    <a:pt x="23465" y="8652"/>
                  </a:lnTo>
                  <a:lnTo>
                    <a:pt x="23446" y="8632"/>
                  </a:lnTo>
                  <a:lnTo>
                    <a:pt x="23426" y="8612"/>
                  </a:lnTo>
                  <a:lnTo>
                    <a:pt x="23446" y="8612"/>
                  </a:lnTo>
                  <a:lnTo>
                    <a:pt x="23505" y="8593"/>
                  </a:lnTo>
                  <a:lnTo>
                    <a:pt x="23663" y="8652"/>
                  </a:lnTo>
                  <a:lnTo>
                    <a:pt x="23821" y="8731"/>
                  </a:lnTo>
                  <a:lnTo>
                    <a:pt x="23880" y="8770"/>
                  </a:lnTo>
                  <a:lnTo>
                    <a:pt x="23900" y="8790"/>
                  </a:lnTo>
                  <a:lnTo>
                    <a:pt x="23880" y="8810"/>
                  </a:lnTo>
                  <a:lnTo>
                    <a:pt x="23801" y="8830"/>
                  </a:lnTo>
                  <a:lnTo>
                    <a:pt x="23979" y="8869"/>
                  </a:lnTo>
                  <a:lnTo>
                    <a:pt x="24236" y="8869"/>
                  </a:lnTo>
                  <a:lnTo>
                    <a:pt x="24295" y="8849"/>
                  </a:lnTo>
                  <a:lnTo>
                    <a:pt x="24315" y="8830"/>
                  </a:lnTo>
                  <a:lnTo>
                    <a:pt x="24315" y="8790"/>
                  </a:lnTo>
                  <a:lnTo>
                    <a:pt x="24433" y="8810"/>
                  </a:lnTo>
                  <a:lnTo>
                    <a:pt x="24473" y="8849"/>
                  </a:lnTo>
                  <a:lnTo>
                    <a:pt x="24453" y="8869"/>
                  </a:lnTo>
                  <a:lnTo>
                    <a:pt x="24394" y="8909"/>
                  </a:lnTo>
                  <a:lnTo>
                    <a:pt x="24236" y="8968"/>
                  </a:lnTo>
                  <a:lnTo>
                    <a:pt x="24058" y="9007"/>
                  </a:lnTo>
                  <a:lnTo>
                    <a:pt x="24157" y="9047"/>
                  </a:lnTo>
                  <a:lnTo>
                    <a:pt x="24216" y="9067"/>
                  </a:lnTo>
                  <a:lnTo>
                    <a:pt x="24256" y="9106"/>
                  </a:lnTo>
                  <a:lnTo>
                    <a:pt x="24275" y="9146"/>
                  </a:lnTo>
                  <a:lnTo>
                    <a:pt x="24275" y="9185"/>
                  </a:lnTo>
                  <a:lnTo>
                    <a:pt x="24256" y="9205"/>
                  </a:lnTo>
                  <a:lnTo>
                    <a:pt x="24196" y="9244"/>
                  </a:lnTo>
                  <a:lnTo>
                    <a:pt x="24611" y="9304"/>
                  </a:lnTo>
                  <a:lnTo>
                    <a:pt x="24552" y="9323"/>
                  </a:lnTo>
                  <a:lnTo>
                    <a:pt x="24512" y="9363"/>
                  </a:lnTo>
                  <a:lnTo>
                    <a:pt x="24453" y="9403"/>
                  </a:lnTo>
                  <a:lnTo>
                    <a:pt x="24394" y="9422"/>
                  </a:lnTo>
                  <a:lnTo>
                    <a:pt x="24493" y="9462"/>
                  </a:lnTo>
                  <a:lnTo>
                    <a:pt x="24769" y="9462"/>
                  </a:lnTo>
                  <a:lnTo>
                    <a:pt x="24848" y="9482"/>
                  </a:lnTo>
                  <a:lnTo>
                    <a:pt x="24927" y="9482"/>
                  </a:lnTo>
                  <a:lnTo>
                    <a:pt x="24986" y="9521"/>
                  </a:lnTo>
                  <a:lnTo>
                    <a:pt x="25065" y="9580"/>
                  </a:lnTo>
                  <a:lnTo>
                    <a:pt x="25184" y="9462"/>
                  </a:lnTo>
                  <a:lnTo>
                    <a:pt x="25539" y="9620"/>
                  </a:lnTo>
                  <a:lnTo>
                    <a:pt x="25757" y="9719"/>
                  </a:lnTo>
                  <a:lnTo>
                    <a:pt x="26231" y="9936"/>
                  </a:lnTo>
                  <a:lnTo>
                    <a:pt x="26191" y="9817"/>
                  </a:lnTo>
                  <a:lnTo>
                    <a:pt x="26330" y="9817"/>
                  </a:lnTo>
                  <a:lnTo>
                    <a:pt x="26409" y="9857"/>
                  </a:lnTo>
                  <a:lnTo>
                    <a:pt x="26468" y="9916"/>
                  </a:lnTo>
                  <a:lnTo>
                    <a:pt x="26507" y="9975"/>
                  </a:lnTo>
                  <a:lnTo>
                    <a:pt x="26547" y="10035"/>
                  </a:lnTo>
                  <a:lnTo>
                    <a:pt x="26586" y="10114"/>
                  </a:lnTo>
                  <a:lnTo>
                    <a:pt x="26665" y="10173"/>
                  </a:lnTo>
                  <a:lnTo>
                    <a:pt x="26784" y="10252"/>
                  </a:lnTo>
                  <a:lnTo>
                    <a:pt x="26942" y="10311"/>
                  </a:lnTo>
                  <a:lnTo>
                    <a:pt x="27060" y="10351"/>
                  </a:lnTo>
                  <a:lnTo>
                    <a:pt x="27120" y="10370"/>
                  </a:lnTo>
                  <a:lnTo>
                    <a:pt x="27159" y="10351"/>
                  </a:lnTo>
                  <a:lnTo>
                    <a:pt x="27199" y="10331"/>
                  </a:lnTo>
                  <a:lnTo>
                    <a:pt x="27238" y="10291"/>
                  </a:lnTo>
                  <a:lnTo>
                    <a:pt x="27317" y="10351"/>
                  </a:lnTo>
                  <a:lnTo>
                    <a:pt x="27337" y="10410"/>
                  </a:lnTo>
                  <a:lnTo>
                    <a:pt x="27337" y="10469"/>
                  </a:lnTo>
                  <a:lnTo>
                    <a:pt x="27317" y="10528"/>
                  </a:lnTo>
                  <a:lnTo>
                    <a:pt x="27436" y="10548"/>
                  </a:lnTo>
                  <a:lnTo>
                    <a:pt x="27554" y="10607"/>
                  </a:lnTo>
                  <a:lnTo>
                    <a:pt x="27613" y="10667"/>
                  </a:lnTo>
                  <a:lnTo>
                    <a:pt x="27633" y="10706"/>
                  </a:lnTo>
                  <a:lnTo>
                    <a:pt x="27653" y="10765"/>
                  </a:lnTo>
                  <a:lnTo>
                    <a:pt x="27653" y="10825"/>
                  </a:lnTo>
                  <a:lnTo>
                    <a:pt x="27436" y="10647"/>
                  </a:lnTo>
                  <a:lnTo>
                    <a:pt x="27416" y="10686"/>
                  </a:lnTo>
                  <a:lnTo>
                    <a:pt x="27396" y="10726"/>
                  </a:lnTo>
                  <a:lnTo>
                    <a:pt x="27436" y="10825"/>
                  </a:lnTo>
                  <a:lnTo>
                    <a:pt x="27475" y="10923"/>
                  </a:lnTo>
                  <a:lnTo>
                    <a:pt x="27475" y="10963"/>
                  </a:lnTo>
                  <a:lnTo>
                    <a:pt x="27455" y="11002"/>
                  </a:lnTo>
                  <a:lnTo>
                    <a:pt x="27495" y="11042"/>
                  </a:lnTo>
                  <a:lnTo>
                    <a:pt x="27515" y="11101"/>
                  </a:lnTo>
                  <a:lnTo>
                    <a:pt x="27574" y="11200"/>
                  </a:lnTo>
                  <a:lnTo>
                    <a:pt x="27613" y="11338"/>
                  </a:lnTo>
                  <a:lnTo>
                    <a:pt x="27673" y="11595"/>
                  </a:lnTo>
                  <a:lnTo>
                    <a:pt x="27771" y="11852"/>
                  </a:lnTo>
                  <a:lnTo>
                    <a:pt x="27870" y="12089"/>
                  </a:lnTo>
                  <a:lnTo>
                    <a:pt x="28008" y="12326"/>
                  </a:lnTo>
                  <a:lnTo>
                    <a:pt x="28166" y="12523"/>
                  </a:lnTo>
                  <a:lnTo>
                    <a:pt x="28324" y="12681"/>
                  </a:lnTo>
                  <a:lnTo>
                    <a:pt x="28305" y="12583"/>
                  </a:lnTo>
                  <a:lnTo>
                    <a:pt x="28344" y="12523"/>
                  </a:lnTo>
                  <a:lnTo>
                    <a:pt x="28384" y="12484"/>
                  </a:lnTo>
                  <a:lnTo>
                    <a:pt x="28443" y="12464"/>
                  </a:lnTo>
                  <a:lnTo>
                    <a:pt x="28542" y="12484"/>
                  </a:lnTo>
                  <a:lnTo>
                    <a:pt x="28641" y="12543"/>
                  </a:lnTo>
                  <a:lnTo>
                    <a:pt x="28917" y="12721"/>
                  </a:lnTo>
                  <a:lnTo>
                    <a:pt x="28897" y="12721"/>
                  </a:lnTo>
                  <a:lnTo>
                    <a:pt x="28897" y="12741"/>
                  </a:lnTo>
                  <a:lnTo>
                    <a:pt x="28917" y="12820"/>
                  </a:lnTo>
                  <a:lnTo>
                    <a:pt x="29055" y="13017"/>
                  </a:lnTo>
                  <a:lnTo>
                    <a:pt x="29194" y="13195"/>
                  </a:lnTo>
                  <a:lnTo>
                    <a:pt x="29253" y="13274"/>
                  </a:lnTo>
                  <a:lnTo>
                    <a:pt x="29273" y="13353"/>
                  </a:lnTo>
                  <a:lnTo>
                    <a:pt x="29233" y="13373"/>
                  </a:lnTo>
                  <a:lnTo>
                    <a:pt x="29213" y="13412"/>
                  </a:lnTo>
                  <a:lnTo>
                    <a:pt x="29194" y="13511"/>
                  </a:lnTo>
                  <a:lnTo>
                    <a:pt x="29174" y="13550"/>
                  </a:lnTo>
                  <a:lnTo>
                    <a:pt x="29154" y="13570"/>
                  </a:lnTo>
                  <a:lnTo>
                    <a:pt x="29115" y="13570"/>
                  </a:lnTo>
                  <a:lnTo>
                    <a:pt x="29055" y="13531"/>
                  </a:lnTo>
                  <a:lnTo>
                    <a:pt x="29075" y="13373"/>
                  </a:lnTo>
                  <a:lnTo>
                    <a:pt x="29055" y="13333"/>
                  </a:lnTo>
                  <a:lnTo>
                    <a:pt x="29036" y="13294"/>
                  </a:lnTo>
                  <a:lnTo>
                    <a:pt x="29016" y="13254"/>
                  </a:lnTo>
                  <a:lnTo>
                    <a:pt x="28957" y="13215"/>
                  </a:lnTo>
                  <a:lnTo>
                    <a:pt x="28976" y="13353"/>
                  </a:lnTo>
                  <a:lnTo>
                    <a:pt x="29016" y="13511"/>
                  </a:lnTo>
                  <a:lnTo>
                    <a:pt x="29016" y="13570"/>
                  </a:lnTo>
                  <a:lnTo>
                    <a:pt x="29016" y="13629"/>
                  </a:lnTo>
                  <a:lnTo>
                    <a:pt x="28996" y="13728"/>
                  </a:lnTo>
                  <a:lnTo>
                    <a:pt x="28858" y="13728"/>
                  </a:lnTo>
                  <a:lnTo>
                    <a:pt x="28838" y="13708"/>
                  </a:lnTo>
                  <a:lnTo>
                    <a:pt x="28897" y="13689"/>
                  </a:lnTo>
                  <a:lnTo>
                    <a:pt x="28937" y="13649"/>
                  </a:lnTo>
                  <a:lnTo>
                    <a:pt x="28838" y="13610"/>
                  </a:lnTo>
                  <a:lnTo>
                    <a:pt x="28779" y="13610"/>
                  </a:lnTo>
                  <a:lnTo>
                    <a:pt x="28759" y="13629"/>
                  </a:lnTo>
                  <a:lnTo>
                    <a:pt x="28759" y="13649"/>
                  </a:lnTo>
                  <a:lnTo>
                    <a:pt x="28739" y="13708"/>
                  </a:lnTo>
                  <a:lnTo>
                    <a:pt x="28739" y="13748"/>
                  </a:lnTo>
                  <a:lnTo>
                    <a:pt x="28720" y="13807"/>
                  </a:lnTo>
                  <a:lnTo>
                    <a:pt x="28660" y="13866"/>
                  </a:lnTo>
                  <a:lnTo>
                    <a:pt x="28680" y="13866"/>
                  </a:lnTo>
                  <a:lnTo>
                    <a:pt x="28700" y="13886"/>
                  </a:lnTo>
                  <a:lnTo>
                    <a:pt x="28720" y="13886"/>
                  </a:lnTo>
                  <a:lnTo>
                    <a:pt x="28759" y="13847"/>
                  </a:lnTo>
                  <a:lnTo>
                    <a:pt x="28720" y="13906"/>
                  </a:lnTo>
                  <a:lnTo>
                    <a:pt x="28720" y="13965"/>
                  </a:lnTo>
                  <a:lnTo>
                    <a:pt x="28739" y="14024"/>
                  </a:lnTo>
                  <a:lnTo>
                    <a:pt x="28799" y="14104"/>
                  </a:lnTo>
                  <a:lnTo>
                    <a:pt x="28838" y="14202"/>
                  </a:lnTo>
                  <a:lnTo>
                    <a:pt x="28878" y="14321"/>
                  </a:lnTo>
                  <a:lnTo>
                    <a:pt x="28878" y="14439"/>
                  </a:lnTo>
                  <a:lnTo>
                    <a:pt x="28858" y="14499"/>
                  </a:lnTo>
                  <a:lnTo>
                    <a:pt x="28838" y="14558"/>
                  </a:lnTo>
                  <a:lnTo>
                    <a:pt x="28858" y="14538"/>
                  </a:lnTo>
                  <a:lnTo>
                    <a:pt x="28897" y="14499"/>
                  </a:lnTo>
                  <a:lnTo>
                    <a:pt x="28957" y="14499"/>
                  </a:lnTo>
                  <a:lnTo>
                    <a:pt x="28976" y="14538"/>
                  </a:lnTo>
                  <a:lnTo>
                    <a:pt x="28996" y="14578"/>
                  </a:lnTo>
                  <a:lnTo>
                    <a:pt x="29016" y="14696"/>
                  </a:lnTo>
                  <a:lnTo>
                    <a:pt x="29016" y="14775"/>
                  </a:lnTo>
                  <a:lnTo>
                    <a:pt x="28996" y="14834"/>
                  </a:lnTo>
                  <a:lnTo>
                    <a:pt x="28976" y="14874"/>
                  </a:lnTo>
                  <a:lnTo>
                    <a:pt x="28917" y="14953"/>
                  </a:lnTo>
                  <a:lnTo>
                    <a:pt x="28878" y="15032"/>
                  </a:lnTo>
                  <a:lnTo>
                    <a:pt x="28897" y="15091"/>
                  </a:lnTo>
                  <a:lnTo>
                    <a:pt x="28937" y="15170"/>
                  </a:lnTo>
                  <a:lnTo>
                    <a:pt x="28957" y="15368"/>
                  </a:lnTo>
                  <a:lnTo>
                    <a:pt x="28976" y="15545"/>
                  </a:lnTo>
                  <a:lnTo>
                    <a:pt x="28976" y="15585"/>
                  </a:lnTo>
                  <a:lnTo>
                    <a:pt x="28996" y="15644"/>
                  </a:lnTo>
                  <a:lnTo>
                    <a:pt x="29036" y="15664"/>
                  </a:lnTo>
                  <a:lnTo>
                    <a:pt x="29075" y="15624"/>
                  </a:lnTo>
                  <a:lnTo>
                    <a:pt x="29134" y="15605"/>
                  </a:lnTo>
                  <a:lnTo>
                    <a:pt x="29174" y="15565"/>
                  </a:lnTo>
                  <a:lnTo>
                    <a:pt x="29233" y="15565"/>
                  </a:lnTo>
                  <a:lnTo>
                    <a:pt x="29273" y="15585"/>
                  </a:lnTo>
                  <a:lnTo>
                    <a:pt x="29312" y="15664"/>
                  </a:lnTo>
                  <a:lnTo>
                    <a:pt x="29371" y="15763"/>
                  </a:lnTo>
                  <a:lnTo>
                    <a:pt x="29391" y="15842"/>
                  </a:lnTo>
                  <a:lnTo>
                    <a:pt x="29391" y="15940"/>
                  </a:lnTo>
                  <a:lnTo>
                    <a:pt x="29391" y="16039"/>
                  </a:lnTo>
                  <a:lnTo>
                    <a:pt x="29371" y="16237"/>
                  </a:lnTo>
                  <a:lnTo>
                    <a:pt x="29371" y="16335"/>
                  </a:lnTo>
                  <a:lnTo>
                    <a:pt x="29371" y="16434"/>
                  </a:lnTo>
                  <a:lnTo>
                    <a:pt x="29332" y="16494"/>
                  </a:lnTo>
                  <a:lnTo>
                    <a:pt x="29312" y="16513"/>
                  </a:lnTo>
                  <a:lnTo>
                    <a:pt x="29292" y="16494"/>
                  </a:lnTo>
                  <a:lnTo>
                    <a:pt x="29292" y="16454"/>
                  </a:lnTo>
                  <a:lnTo>
                    <a:pt x="29273" y="16375"/>
                  </a:lnTo>
                  <a:lnTo>
                    <a:pt x="29273" y="16158"/>
                  </a:lnTo>
                  <a:lnTo>
                    <a:pt x="29257" y="16077"/>
                  </a:lnTo>
                  <a:lnTo>
                    <a:pt x="29257" y="16077"/>
                  </a:lnTo>
                  <a:lnTo>
                    <a:pt x="29273" y="16415"/>
                  </a:lnTo>
                  <a:lnTo>
                    <a:pt x="29273" y="16849"/>
                  </a:lnTo>
                  <a:lnTo>
                    <a:pt x="29233" y="16908"/>
                  </a:lnTo>
                  <a:lnTo>
                    <a:pt x="29213" y="16928"/>
                  </a:lnTo>
                  <a:lnTo>
                    <a:pt x="29174" y="16908"/>
                  </a:lnTo>
                  <a:lnTo>
                    <a:pt x="29154" y="16849"/>
                  </a:lnTo>
                  <a:lnTo>
                    <a:pt x="29154" y="16671"/>
                  </a:lnTo>
                  <a:lnTo>
                    <a:pt x="29154" y="16474"/>
                  </a:lnTo>
                  <a:lnTo>
                    <a:pt x="29115" y="16612"/>
                  </a:lnTo>
                  <a:lnTo>
                    <a:pt x="29095" y="16731"/>
                  </a:lnTo>
                  <a:lnTo>
                    <a:pt x="29095" y="16869"/>
                  </a:lnTo>
                  <a:lnTo>
                    <a:pt x="29095" y="16987"/>
                  </a:lnTo>
                  <a:lnTo>
                    <a:pt x="29115" y="17106"/>
                  </a:lnTo>
                  <a:lnTo>
                    <a:pt x="29134" y="17205"/>
                  </a:lnTo>
                  <a:lnTo>
                    <a:pt x="29174" y="17303"/>
                  </a:lnTo>
                  <a:lnTo>
                    <a:pt x="29213" y="17343"/>
                  </a:lnTo>
                  <a:lnTo>
                    <a:pt x="29174" y="17481"/>
                  </a:lnTo>
                  <a:lnTo>
                    <a:pt x="29154" y="17600"/>
                  </a:lnTo>
                  <a:lnTo>
                    <a:pt x="29134" y="17718"/>
                  </a:lnTo>
                  <a:lnTo>
                    <a:pt x="29075" y="17856"/>
                  </a:lnTo>
                  <a:lnTo>
                    <a:pt x="29055" y="17777"/>
                  </a:lnTo>
                  <a:lnTo>
                    <a:pt x="29016" y="17718"/>
                  </a:lnTo>
                  <a:lnTo>
                    <a:pt x="28917" y="17619"/>
                  </a:lnTo>
                  <a:lnTo>
                    <a:pt x="28878" y="17560"/>
                  </a:lnTo>
                  <a:lnTo>
                    <a:pt x="28838" y="17501"/>
                  </a:lnTo>
                  <a:lnTo>
                    <a:pt x="28799" y="17422"/>
                  </a:lnTo>
                  <a:lnTo>
                    <a:pt x="28799" y="17323"/>
                  </a:lnTo>
                  <a:lnTo>
                    <a:pt x="28818" y="17185"/>
                  </a:lnTo>
                  <a:lnTo>
                    <a:pt x="28858" y="17145"/>
                  </a:lnTo>
                  <a:lnTo>
                    <a:pt x="28878" y="17145"/>
                  </a:lnTo>
                  <a:lnTo>
                    <a:pt x="28917" y="17185"/>
                  </a:lnTo>
                  <a:lnTo>
                    <a:pt x="28937" y="17224"/>
                  </a:lnTo>
                  <a:lnTo>
                    <a:pt x="28976" y="17244"/>
                  </a:lnTo>
                  <a:lnTo>
                    <a:pt x="28996" y="17244"/>
                  </a:lnTo>
                  <a:lnTo>
                    <a:pt x="29016" y="17224"/>
                  </a:lnTo>
                  <a:lnTo>
                    <a:pt x="29036" y="17106"/>
                  </a:lnTo>
                  <a:lnTo>
                    <a:pt x="28897" y="17066"/>
                  </a:lnTo>
                  <a:lnTo>
                    <a:pt x="28937" y="16987"/>
                  </a:lnTo>
                  <a:lnTo>
                    <a:pt x="28937" y="16928"/>
                  </a:lnTo>
                  <a:lnTo>
                    <a:pt x="28937" y="16810"/>
                  </a:lnTo>
                  <a:lnTo>
                    <a:pt x="28917" y="16671"/>
                  </a:lnTo>
                  <a:lnTo>
                    <a:pt x="28917" y="16533"/>
                  </a:lnTo>
                  <a:lnTo>
                    <a:pt x="28937" y="16494"/>
                  </a:lnTo>
                  <a:lnTo>
                    <a:pt x="28957" y="16513"/>
                  </a:lnTo>
                  <a:lnTo>
                    <a:pt x="28976" y="16632"/>
                  </a:lnTo>
                  <a:lnTo>
                    <a:pt x="29016" y="16158"/>
                  </a:lnTo>
                  <a:lnTo>
                    <a:pt x="29016" y="16039"/>
                  </a:lnTo>
                  <a:lnTo>
                    <a:pt x="28996" y="15940"/>
                  </a:lnTo>
                  <a:lnTo>
                    <a:pt x="28957" y="15822"/>
                  </a:lnTo>
                  <a:lnTo>
                    <a:pt x="28917" y="15723"/>
                  </a:lnTo>
                  <a:lnTo>
                    <a:pt x="28878" y="15921"/>
                  </a:lnTo>
                  <a:lnTo>
                    <a:pt x="28858" y="16118"/>
                  </a:lnTo>
                  <a:lnTo>
                    <a:pt x="28838" y="16533"/>
                  </a:lnTo>
                  <a:lnTo>
                    <a:pt x="28838" y="16711"/>
                  </a:lnTo>
                  <a:lnTo>
                    <a:pt x="28818" y="16889"/>
                  </a:lnTo>
                  <a:lnTo>
                    <a:pt x="28779" y="17027"/>
                  </a:lnTo>
                  <a:lnTo>
                    <a:pt x="28759" y="17066"/>
                  </a:lnTo>
                  <a:lnTo>
                    <a:pt x="28720" y="17106"/>
                  </a:lnTo>
                  <a:lnTo>
                    <a:pt x="28759" y="17580"/>
                  </a:lnTo>
                  <a:lnTo>
                    <a:pt x="28779" y="18054"/>
                  </a:lnTo>
                  <a:lnTo>
                    <a:pt x="28799" y="18034"/>
                  </a:lnTo>
                  <a:lnTo>
                    <a:pt x="28838" y="18014"/>
                  </a:lnTo>
                  <a:lnTo>
                    <a:pt x="28917" y="17955"/>
                  </a:lnTo>
                  <a:lnTo>
                    <a:pt x="28957" y="17935"/>
                  </a:lnTo>
                  <a:lnTo>
                    <a:pt x="28996" y="17935"/>
                  </a:lnTo>
                  <a:lnTo>
                    <a:pt x="29036" y="17955"/>
                  </a:lnTo>
                  <a:lnTo>
                    <a:pt x="29055" y="18034"/>
                  </a:lnTo>
                  <a:lnTo>
                    <a:pt x="28976" y="18074"/>
                  </a:lnTo>
                  <a:lnTo>
                    <a:pt x="28917" y="18133"/>
                  </a:lnTo>
                  <a:lnTo>
                    <a:pt x="28818" y="18271"/>
                  </a:lnTo>
                  <a:lnTo>
                    <a:pt x="28700" y="18469"/>
                  </a:lnTo>
                  <a:lnTo>
                    <a:pt x="28621" y="18686"/>
                  </a:lnTo>
                  <a:lnTo>
                    <a:pt x="28660" y="18686"/>
                  </a:lnTo>
                  <a:lnTo>
                    <a:pt x="28680" y="18706"/>
                  </a:lnTo>
                  <a:lnTo>
                    <a:pt x="28720" y="18745"/>
                  </a:lnTo>
                  <a:lnTo>
                    <a:pt x="28720" y="18844"/>
                  </a:lnTo>
                  <a:lnTo>
                    <a:pt x="28720" y="18943"/>
                  </a:lnTo>
                  <a:lnTo>
                    <a:pt x="28720" y="19042"/>
                  </a:lnTo>
                  <a:lnTo>
                    <a:pt x="28720" y="19121"/>
                  </a:lnTo>
                  <a:lnTo>
                    <a:pt x="28759" y="19160"/>
                  </a:lnTo>
                  <a:lnTo>
                    <a:pt x="28799" y="19160"/>
                  </a:lnTo>
                  <a:lnTo>
                    <a:pt x="28799" y="19081"/>
                  </a:lnTo>
                  <a:lnTo>
                    <a:pt x="28818" y="19042"/>
                  </a:lnTo>
                  <a:lnTo>
                    <a:pt x="28838" y="19002"/>
                  </a:lnTo>
                  <a:lnTo>
                    <a:pt x="28858" y="18963"/>
                  </a:lnTo>
                  <a:lnTo>
                    <a:pt x="28917" y="18923"/>
                  </a:lnTo>
                  <a:lnTo>
                    <a:pt x="28957" y="18903"/>
                  </a:lnTo>
                  <a:lnTo>
                    <a:pt x="28937" y="19022"/>
                  </a:lnTo>
                  <a:lnTo>
                    <a:pt x="28937" y="19081"/>
                  </a:lnTo>
                  <a:lnTo>
                    <a:pt x="28957" y="19101"/>
                  </a:lnTo>
                  <a:lnTo>
                    <a:pt x="28996" y="19101"/>
                  </a:lnTo>
                  <a:lnTo>
                    <a:pt x="29055" y="19121"/>
                  </a:lnTo>
                  <a:lnTo>
                    <a:pt x="29055" y="19140"/>
                  </a:lnTo>
                  <a:lnTo>
                    <a:pt x="29055" y="19200"/>
                  </a:lnTo>
                  <a:lnTo>
                    <a:pt x="28976" y="19358"/>
                  </a:lnTo>
                  <a:lnTo>
                    <a:pt x="28937" y="19437"/>
                  </a:lnTo>
                  <a:lnTo>
                    <a:pt x="28897" y="19476"/>
                  </a:lnTo>
                  <a:lnTo>
                    <a:pt x="28878" y="19456"/>
                  </a:lnTo>
                  <a:lnTo>
                    <a:pt x="28858" y="19456"/>
                  </a:lnTo>
                  <a:lnTo>
                    <a:pt x="28818" y="19476"/>
                  </a:lnTo>
                  <a:lnTo>
                    <a:pt x="28759" y="19535"/>
                  </a:lnTo>
                  <a:lnTo>
                    <a:pt x="28680" y="19693"/>
                  </a:lnTo>
                  <a:lnTo>
                    <a:pt x="28641" y="19338"/>
                  </a:lnTo>
                  <a:lnTo>
                    <a:pt x="28621" y="19101"/>
                  </a:lnTo>
                  <a:lnTo>
                    <a:pt x="28621" y="18844"/>
                  </a:lnTo>
                  <a:lnTo>
                    <a:pt x="28581" y="18844"/>
                  </a:lnTo>
                  <a:lnTo>
                    <a:pt x="28561" y="18884"/>
                  </a:lnTo>
                  <a:lnTo>
                    <a:pt x="28522" y="19002"/>
                  </a:lnTo>
                  <a:lnTo>
                    <a:pt x="28482" y="19160"/>
                  </a:lnTo>
                  <a:lnTo>
                    <a:pt x="28443" y="19219"/>
                  </a:lnTo>
                  <a:lnTo>
                    <a:pt x="28482" y="19219"/>
                  </a:lnTo>
                  <a:lnTo>
                    <a:pt x="28502" y="19239"/>
                  </a:lnTo>
                  <a:lnTo>
                    <a:pt x="28522" y="19279"/>
                  </a:lnTo>
                  <a:lnTo>
                    <a:pt x="28561" y="19338"/>
                  </a:lnTo>
                  <a:lnTo>
                    <a:pt x="28581" y="19338"/>
                  </a:lnTo>
                  <a:lnTo>
                    <a:pt x="28601" y="19298"/>
                  </a:lnTo>
                  <a:lnTo>
                    <a:pt x="28542" y="19693"/>
                  </a:lnTo>
                  <a:lnTo>
                    <a:pt x="28463" y="20088"/>
                  </a:lnTo>
                  <a:lnTo>
                    <a:pt x="28403" y="20306"/>
                  </a:lnTo>
                  <a:lnTo>
                    <a:pt x="28344" y="20503"/>
                  </a:lnTo>
                  <a:lnTo>
                    <a:pt x="28265" y="20720"/>
                  </a:lnTo>
                  <a:lnTo>
                    <a:pt x="28166" y="20918"/>
                  </a:lnTo>
                  <a:lnTo>
                    <a:pt x="28127" y="20859"/>
                  </a:lnTo>
                  <a:lnTo>
                    <a:pt x="28127" y="20799"/>
                  </a:lnTo>
                  <a:lnTo>
                    <a:pt x="28127" y="20661"/>
                  </a:lnTo>
                  <a:lnTo>
                    <a:pt x="28206" y="20365"/>
                  </a:lnTo>
                  <a:lnTo>
                    <a:pt x="28226" y="20207"/>
                  </a:lnTo>
                  <a:lnTo>
                    <a:pt x="28245" y="20088"/>
                  </a:lnTo>
                  <a:lnTo>
                    <a:pt x="28226" y="20029"/>
                  </a:lnTo>
                  <a:lnTo>
                    <a:pt x="28186" y="19990"/>
                  </a:lnTo>
                  <a:lnTo>
                    <a:pt x="28147" y="19970"/>
                  </a:lnTo>
                  <a:lnTo>
                    <a:pt x="28087" y="19970"/>
                  </a:lnTo>
                  <a:lnTo>
                    <a:pt x="28048" y="20148"/>
                  </a:lnTo>
                  <a:lnTo>
                    <a:pt x="28048" y="20266"/>
                  </a:lnTo>
                  <a:lnTo>
                    <a:pt x="28048" y="20365"/>
                  </a:lnTo>
                  <a:lnTo>
                    <a:pt x="28028" y="20404"/>
                  </a:lnTo>
                  <a:lnTo>
                    <a:pt x="27989" y="20483"/>
                  </a:lnTo>
                  <a:lnTo>
                    <a:pt x="27910" y="20523"/>
                  </a:lnTo>
                  <a:lnTo>
                    <a:pt x="27831" y="20602"/>
                  </a:lnTo>
                  <a:lnTo>
                    <a:pt x="27771" y="20701"/>
                  </a:lnTo>
                  <a:lnTo>
                    <a:pt x="27692" y="20799"/>
                  </a:lnTo>
                  <a:lnTo>
                    <a:pt x="27554" y="21056"/>
                  </a:lnTo>
                  <a:lnTo>
                    <a:pt x="27475" y="21175"/>
                  </a:lnTo>
                  <a:lnTo>
                    <a:pt x="27396" y="21293"/>
                  </a:lnTo>
                  <a:lnTo>
                    <a:pt x="27554" y="21214"/>
                  </a:lnTo>
                  <a:lnTo>
                    <a:pt x="27534" y="21274"/>
                  </a:lnTo>
                  <a:lnTo>
                    <a:pt x="27495" y="21333"/>
                  </a:lnTo>
                  <a:lnTo>
                    <a:pt x="27396" y="21451"/>
                  </a:lnTo>
                  <a:lnTo>
                    <a:pt x="27179" y="21649"/>
                  </a:lnTo>
                  <a:lnTo>
                    <a:pt x="27179" y="21590"/>
                  </a:lnTo>
                  <a:lnTo>
                    <a:pt x="27100" y="21748"/>
                  </a:lnTo>
                  <a:lnTo>
                    <a:pt x="27060" y="21748"/>
                  </a:lnTo>
                  <a:lnTo>
                    <a:pt x="27021" y="21807"/>
                  </a:lnTo>
                  <a:lnTo>
                    <a:pt x="26962" y="21886"/>
                  </a:lnTo>
                  <a:lnTo>
                    <a:pt x="26764" y="22064"/>
                  </a:lnTo>
                  <a:lnTo>
                    <a:pt x="26547" y="22222"/>
                  </a:lnTo>
                  <a:lnTo>
                    <a:pt x="26349" y="22399"/>
                  </a:lnTo>
                  <a:lnTo>
                    <a:pt x="26369" y="22419"/>
                  </a:lnTo>
                  <a:lnTo>
                    <a:pt x="26409" y="22399"/>
                  </a:lnTo>
                  <a:lnTo>
                    <a:pt x="26527" y="22320"/>
                  </a:lnTo>
                  <a:lnTo>
                    <a:pt x="26646" y="22202"/>
                  </a:lnTo>
                  <a:lnTo>
                    <a:pt x="26764" y="22103"/>
                  </a:lnTo>
                  <a:lnTo>
                    <a:pt x="26942" y="22044"/>
                  </a:lnTo>
                  <a:lnTo>
                    <a:pt x="26981" y="22024"/>
                  </a:lnTo>
                  <a:lnTo>
                    <a:pt x="27021" y="22044"/>
                  </a:lnTo>
                  <a:lnTo>
                    <a:pt x="27041" y="22064"/>
                  </a:lnTo>
                  <a:lnTo>
                    <a:pt x="27041" y="22103"/>
                  </a:lnTo>
                  <a:lnTo>
                    <a:pt x="26804" y="22320"/>
                  </a:lnTo>
                  <a:lnTo>
                    <a:pt x="26606" y="22538"/>
                  </a:lnTo>
                  <a:lnTo>
                    <a:pt x="26389" y="22755"/>
                  </a:lnTo>
                  <a:lnTo>
                    <a:pt x="26251" y="22854"/>
                  </a:lnTo>
                  <a:lnTo>
                    <a:pt x="26092" y="22952"/>
                  </a:lnTo>
                  <a:lnTo>
                    <a:pt x="26092" y="22952"/>
                  </a:lnTo>
                  <a:lnTo>
                    <a:pt x="26251" y="22913"/>
                  </a:lnTo>
                  <a:lnTo>
                    <a:pt x="26211" y="22972"/>
                  </a:lnTo>
                  <a:lnTo>
                    <a:pt x="26152" y="23012"/>
                  </a:lnTo>
                  <a:lnTo>
                    <a:pt x="26033" y="23091"/>
                  </a:lnTo>
                  <a:lnTo>
                    <a:pt x="25717" y="23229"/>
                  </a:lnTo>
                  <a:lnTo>
                    <a:pt x="25599" y="23249"/>
                  </a:lnTo>
                  <a:lnTo>
                    <a:pt x="25579" y="23229"/>
                  </a:lnTo>
                  <a:lnTo>
                    <a:pt x="25559" y="23209"/>
                  </a:lnTo>
                  <a:lnTo>
                    <a:pt x="25579" y="23170"/>
                  </a:lnTo>
                  <a:lnTo>
                    <a:pt x="25638" y="23110"/>
                  </a:lnTo>
                  <a:lnTo>
                    <a:pt x="25717" y="23012"/>
                  </a:lnTo>
                  <a:lnTo>
                    <a:pt x="25737" y="22992"/>
                  </a:lnTo>
                  <a:lnTo>
                    <a:pt x="25717" y="22972"/>
                  </a:lnTo>
                  <a:lnTo>
                    <a:pt x="25658" y="22972"/>
                  </a:lnTo>
                  <a:lnTo>
                    <a:pt x="25717" y="22913"/>
                  </a:lnTo>
                  <a:lnTo>
                    <a:pt x="25776" y="22873"/>
                  </a:lnTo>
                  <a:lnTo>
                    <a:pt x="25895" y="22794"/>
                  </a:lnTo>
                  <a:lnTo>
                    <a:pt x="25954" y="22755"/>
                  </a:lnTo>
                  <a:lnTo>
                    <a:pt x="26013" y="22715"/>
                  </a:lnTo>
                  <a:lnTo>
                    <a:pt x="26033" y="22676"/>
                  </a:lnTo>
                  <a:lnTo>
                    <a:pt x="26033" y="22617"/>
                  </a:lnTo>
                  <a:lnTo>
                    <a:pt x="25875" y="22597"/>
                  </a:lnTo>
                  <a:lnTo>
                    <a:pt x="25717" y="22577"/>
                  </a:lnTo>
                  <a:lnTo>
                    <a:pt x="25678" y="22636"/>
                  </a:lnTo>
                  <a:lnTo>
                    <a:pt x="25599" y="22676"/>
                  </a:lnTo>
                  <a:lnTo>
                    <a:pt x="25441" y="22715"/>
                  </a:lnTo>
                  <a:lnTo>
                    <a:pt x="25302" y="22735"/>
                  </a:lnTo>
                  <a:lnTo>
                    <a:pt x="25243" y="22735"/>
                  </a:lnTo>
                  <a:lnTo>
                    <a:pt x="25184" y="22755"/>
                  </a:lnTo>
                  <a:lnTo>
                    <a:pt x="25362" y="22794"/>
                  </a:lnTo>
                  <a:lnTo>
                    <a:pt x="25362" y="22834"/>
                  </a:lnTo>
                  <a:lnTo>
                    <a:pt x="25342" y="22873"/>
                  </a:lnTo>
                  <a:lnTo>
                    <a:pt x="25322" y="22873"/>
                  </a:lnTo>
                  <a:lnTo>
                    <a:pt x="25283" y="22893"/>
                  </a:lnTo>
                  <a:lnTo>
                    <a:pt x="25144" y="22873"/>
                  </a:lnTo>
                  <a:lnTo>
                    <a:pt x="25302" y="23051"/>
                  </a:lnTo>
                  <a:lnTo>
                    <a:pt x="25381" y="23031"/>
                  </a:lnTo>
                  <a:lnTo>
                    <a:pt x="25460" y="22992"/>
                  </a:lnTo>
                  <a:lnTo>
                    <a:pt x="25579" y="22893"/>
                  </a:lnTo>
                  <a:lnTo>
                    <a:pt x="25618" y="22854"/>
                  </a:lnTo>
                  <a:lnTo>
                    <a:pt x="25678" y="22814"/>
                  </a:lnTo>
                  <a:lnTo>
                    <a:pt x="25737" y="22794"/>
                  </a:lnTo>
                  <a:lnTo>
                    <a:pt x="25816" y="22794"/>
                  </a:lnTo>
                  <a:lnTo>
                    <a:pt x="25618" y="22952"/>
                  </a:lnTo>
                  <a:lnTo>
                    <a:pt x="25520" y="23091"/>
                  </a:lnTo>
                  <a:lnTo>
                    <a:pt x="25460" y="23150"/>
                  </a:lnTo>
                  <a:lnTo>
                    <a:pt x="25381" y="23209"/>
                  </a:lnTo>
                  <a:lnTo>
                    <a:pt x="25283" y="23268"/>
                  </a:lnTo>
                  <a:lnTo>
                    <a:pt x="25105" y="23328"/>
                  </a:lnTo>
                  <a:lnTo>
                    <a:pt x="25105" y="23308"/>
                  </a:lnTo>
                  <a:lnTo>
                    <a:pt x="25105" y="23288"/>
                  </a:lnTo>
                  <a:lnTo>
                    <a:pt x="25144" y="23268"/>
                  </a:lnTo>
                  <a:lnTo>
                    <a:pt x="25204" y="23249"/>
                  </a:lnTo>
                  <a:lnTo>
                    <a:pt x="25243" y="23189"/>
                  </a:lnTo>
                  <a:lnTo>
                    <a:pt x="25243" y="23189"/>
                  </a:lnTo>
                  <a:lnTo>
                    <a:pt x="25164" y="23209"/>
                  </a:lnTo>
                  <a:lnTo>
                    <a:pt x="25105" y="23229"/>
                  </a:lnTo>
                  <a:lnTo>
                    <a:pt x="24967" y="23288"/>
                  </a:lnTo>
                  <a:lnTo>
                    <a:pt x="24888" y="23328"/>
                  </a:lnTo>
                  <a:lnTo>
                    <a:pt x="24809" y="23367"/>
                  </a:lnTo>
                  <a:lnTo>
                    <a:pt x="24730" y="23387"/>
                  </a:lnTo>
                  <a:lnTo>
                    <a:pt x="24611" y="23387"/>
                  </a:lnTo>
                  <a:lnTo>
                    <a:pt x="24749" y="23328"/>
                  </a:lnTo>
                  <a:lnTo>
                    <a:pt x="24848" y="23249"/>
                  </a:lnTo>
                  <a:lnTo>
                    <a:pt x="24868" y="23209"/>
                  </a:lnTo>
                  <a:lnTo>
                    <a:pt x="24868" y="23170"/>
                  </a:lnTo>
                  <a:lnTo>
                    <a:pt x="24848" y="23130"/>
                  </a:lnTo>
                  <a:lnTo>
                    <a:pt x="24789" y="23110"/>
                  </a:lnTo>
                  <a:lnTo>
                    <a:pt x="24670" y="23288"/>
                  </a:lnTo>
                  <a:lnTo>
                    <a:pt x="24591" y="23288"/>
                  </a:lnTo>
                  <a:lnTo>
                    <a:pt x="24572" y="23249"/>
                  </a:lnTo>
                  <a:lnTo>
                    <a:pt x="24552" y="23229"/>
                  </a:lnTo>
                  <a:lnTo>
                    <a:pt x="24473" y="23229"/>
                  </a:lnTo>
                  <a:lnTo>
                    <a:pt x="24453" y="23249"/>
                  </a:lnTo>
                  <a:lnTo>
                    <a:pt x="24453" y="23308"/>
                  </a:lnTo>
                  <a:lnTo>
                    <a:pt x="24453" y="23328"/>
                  </a:lnTo>
                  <a:lnTo>
                    <a:pt x="24433" y="23347"/>
                  </a:lnTo>
                  <a:lnTo>
                    <a:pt x="24394" y="23367"/>
                  </a:lnTo>
                  <a:lnTo>
                    <a:pt x="24295" y="23367"/>
                  </a:lnTo>
                  <a:lnTo>
                    <a:pt x="24216" y="23328"/>
                  </a:lnTo>
                  <a:lnTo>
                    <a:pt x="24196" y="23308"/>
                  </a:lnTo>
                  <a:lnTo>
                    <a:pt x="24196" y="23288"/>
                  </a:lnTo>
                  <a:lnTo>
                    <a:pt x="24038" y="23288"/>
                  </a:lnTo>
                  <a:lnTo>
                    <a:pt x="23979" y="23308"/>
                  </a:lnTo>
                  <a:lnTo>
                    <a:pt x="23900" y="23347"/>
                  </a:lnTo>
                  <a:lnTo>
                    <a:pt x="23841" y="23387"/>
                  </a:lnTo>
                  <a:lnTo>
                    <a:pt x="23742" y="23407"/>
                  </a:lnTo>
                  <a:lnTo>
                    <a:pt x="23841" y="23407"/>
                  </a:lnTo>
                  <a:lnTo>
                    <a:pt x="23900" y="23446"/>
                  </a:lnTo>
                  <a:lnTo>
                    <a:pt x="23940" y="23486"/>
                  </a:lnTo>
                  <a:lnTo>
                    <a:pt x="23959" y="23525"/>
                  </a:lnTo>
                  <a:lnTo>
                    <a:pt x="23940" y="23585"/>
                  </a:lnTo>
                  <a:lnTo>
                    <a:pt x="23900" y="23624"/>
                  </a:lnTo>
                  <a:lnTo>
                    <a:pt x="23821" y="23644"/>
                  </a:lnTo>
                  <a:lnTo>
                    <a:pt x="23722" y="23664"/>
                  </a:lnTo>
                  <a:lnTo>
                    <a:pt x="23169" y="23604"/>
                  </a:lnTo>
                  <a:lnTo>
                    <a:pt x="23051" y="23565"/>
                  </a:lnTo>
                  <a:lnTo>
                    <a:pt x="22952" y="23525"/>
                  </a:lnTo>
                  <a:lnTo>
                    <a:pt x="22853" y="23466"/>
                  </a:lnTo>
                  <a:lnTo>
                    <a:pt x="22754" y="23367"/>
                  </a:lnTo>
                  <a:lnTo>
                    <a:pt x="22537" y="23387"/>
                  </a:lnTo>
                  <a:lnTo>
                    <a:pt x="22577" y="23367"/>
                  </a:lnTo>
                  <a:lnTo>
                    <a:pt x="22577" y="23328"/>
                  </a:lnTo>
                  <a:lnTo>
                    <a:pt x="22478" y="23268"/>
                  </a:lnTo>
                  <a:lnTo>
                    <a:pt x="22320" y="23209"/>
                  </a:lnTo>
                  <a:lnTo>
                    <a:pt x="22201" y="23150"/>
                  </a:lnTo>
                  <a:lnTo>
                    <a:pt x="22221" y="23130"/>
                  </a:lnTo>
                  <a:lnTo>
                    <a:pt x="22300" y="23130"/>
                  </a:lnTo>
                  <a:lnTo>
                    <a:pt x="22517" y="23209"/>
                  </a:lnTo>
                  <a:lnTo>
                    <a:pt x="22636" y="23229"/>
                  </a:lnTo>
                  <a:lnTo>
                    <a:pt x="22735" y="23249"/>
                  </a:lnTo>
                  <a:lnTo>
                    <a:pt x="22833" y="23229"/>
                  </a:lnTo>
                  <a:lnTo>
                    <a:pt x="22853" y="23189"/>
                  </a:lnTo>
                  <a:lnTo>
                    <a:pt x="22873" y="23150"/>
                  </a:lnTo>
                  <a:lnTo>
                    <a:pt x="22754" y="23091"/>
                  </a:lnTo>
                  <a:lnTo>
                    <a:pt x="22754" y="23051"/>
                  </a:lnTo>
                  <a:lnTo>
                    <a:pt x="22754" y="23031"/>
                  </a:lnTo>
                  <a:lnTo>
                    <a:pt x="22794" y="22992"/>
                  </a:lnTo>
                  <a:lnTo>
                    <a:pt x="22873" y="22972"/>
                  </a:lnTo>
                  <a:lnTo>
                    <a:pt x="22794" y="22952"/>
                  </a:lnTo>
                  <a:lnTo>
                    <a:pt x="22735" y="22952"/>
                  </a:lnTo>
                  <a:lnTo>
                    <a:pt x="22695" y="22992"/>
                  </a:lnTo>
                  <a:lnTo>
                    <a:pt x="22675" y="23012"/>
                  </a:lnTo>
                  <a:lnTo>
                    <a:pt x="22636" y="23110"/>
                  </a:lnTo>
                  <a:lnTo>
                    <a:pt x="22596" y="23130"/>
                  </a:lnTo>
                  <a:lnTo>
                    <a:pt x="22557" y="23170"/>
                  </a:lnTo>
                  <a:lnTo>
                    <a:pt x="22537" y="23130"/>
                  </a:lnTo>
                  <a:lnTo>
                    <a:pt x="22498" y="23091"/>
                  </a:lnTo>
                  <a:lnTo>
                    <a:pt x="22379" y="23012"/>
                  </a:lnTo>
                  <a:lnTo>
                    <a:pt x="22320" y="22972"/>
                  </a:lnTo>
                  <a:lnTo>
                    <a:pt x="22280" y="22933"/>
                  </a:lnTo>
                  <a:lnTo>
                    <a:pt x="22280" y="22893"/>
                  </a:lnTo>
                  <a:lnTo>
                    <a:pt x="22340" y="22873"/>
                  </a:lnTo>
                  <a:lnTo>
                    <a:pt x="22261" y="22834"/>
                  </a:lnTo>
                  <a:lnTo>
                    <a:pt x="22201" y="22814"/>
                  </a:lnTo>
                  <a:lnTo>
                    <a:pt x="21964" y="22814"/>
                  </a:lnTo>
                  <a:lnTo>
                    <a:pt x="21925" y="22794"/>
                  </a:lnTo>
                  <a:lnTo>
                    <a:pt x="21866" y="22755"/>
                  </a:lnTo>
                  <a:lnTo>
                    <a:pt x="21964" y="22676"/>
                  </a:lnTo>
                  <a:lnTo>
                    <a:pt x="22004" y="22636"/>
                  </a:lnTo>
                  <a:lnTo>
                    <a:pt x="22043" y="22577"/>
                  </a:lnTo>
                  <a:lnTo>
                    <a:pt x="21984" y="22577"/>
                  </a:lnTo>
                  <a:lnTo>
                    <a:pt x="21925" y="22518"/>
                  </a:lnTo>
                  <a:lnTo>
                    <a:pt x="21826" y="22399"/>
                  </a:lnTo>
                  <a:lnTo>
                    <a:pt x="21826" y="22419"/>
                  </a:lnTo>
                  <a:lnTo>
                    <a:pt x="21806" y="22439"/>
                  </a:lnTo>
                  <a:lnTo>
                    <a:pt x="21767" y="22459"/>
                  </a:lnTo>
                  <a:lnTo>
                    <a:pt x="21767" y="22478"/>
                  </a:lnTo>
                  <a:lnTo>
                    <a:pt x="21767" y="22498"/>
                  </a:lnTo>
                  <a:lnTo>
                    <a:pt x="21866" y="22538"/>
                  </a:lnTo>
                  <a:lnTo>
                    <a:pt x="21806" y="22557"/>
                  </a:lnTo>
                  <a:lnTo>
                    <a:pt x="21747" y="22538"/>
                  </a:lnTo>
                  <a:lnTo>
                    <a:pt x="21609" y="22439"/>
                  </a:lnTo>
                  <a:lnTo>
                    <a:pt x="21510" y="22340"/>
                  </a:lnTo>
                  <a:lnTo>
                    <a:pt x="21451" y="22320"/>
                  </a:lnTo>
                  <a:lnTo>
                    <a:pt x="21431" y="22320"/>
                  </a:lnTo>
                  <a:lnTo>
                    <a:pt x="21431" y="22281"/>
                  </a:lnTo>
                  <a:lnTo>
                    <a:pt x="21411" y="22222"/>
                  </a:lnTo>
                  <a:lnTo>
                    <a:pt x="21372" y="22162"/>
                  </a:lnTo>
                  <a:lnTo>
                    <a:pt x="21313" y="22083"/>
                  </a:lnTo>
                  <a:lnTo>
                    <a:pt x="21174" y="21945"/>
                  </a:lnTo>
                  <a:lnTo>
                    <a:pt x="21115" y="21866"/>
                  </a:lnTo>
                  <a:lnTo>
                    <a:pt x="21095" y="21787"/>
                  </a:lnTo>
                  <a:lnTo>
                    <a:pt x="21016" y="21846"/>
                  </a:lnTo>
                  <a:lnTo>
                    <a:pt x="21016" y="21886"/>
                  </a:lnTo>
                  <a:lnTo>
                    <a:pt x="21016" y="21906"/>
                  </a:lnTo>
                  <a:lnTo>
                    <a:pt x="21056" y="21965"/>
                  </a:lnTo>
                  <a:lnTo>
                    <a:pt x="21135" y="22004"/>
                  </a:lnTo>
                  <a:lnTo>
                    <a:pt x="21194" y="22044"/>
                  </a:lnTo>
                  <a:lnTo>
                    <a:pt x="21253" y="22103"/>
                  </a:lnTo>
                  <a:lnTo>
                    <a:pt x="21273" y="22123"/>
                  </a:lnTo>
                  <a:lnTo>
                    <a:pt x="21273" y="22162"/>
                  </a:lnTo>
                  <a:lnTo>
                    <a:pt x="21273" y="22202"/>
                  </a:lnTo>
                  <a:lnTo>
                    <a:pt x="21253" y="22241"/>
                  </a:lnTo>
                  <a:lnTo>
                    <a:pt x="21135" y="22162"/>
                  </a:lnTo>
                  <a:lnTo>
                    <a:pt x="21036" y="22064"/>
                  </a:lnTo>
                  <a:lnTo>
                    <a:pt x="20917" y="21925"/>
                  </a:lnTo>
                  <a:lnTo>
                    <a:pt x="20858" y="21846"/>
                  </a:lnTo>
                  <a:lnTo>
                    <a:pt x="20819" y="21767"/>
                  </a:lnTo>
                  <a:lnTo>
                    <a:pt x="20700" y="21590"/>
                  </a:lnTo>
                  <a:lnTo>
                    <a:pt x="20700" y="21570"/>
                  </a:lnTo>
                  <a:lnTo>
                    <a:pt x="20680" y="21530"/>
                  </a:lnTo>
                  <a:lnTo>
                    <a:pt x="20641" y="21432"/>
                  </a:lnTo>
                  <a:lnTo>
                    <a:pt x="20582" y="21254"/>
                  </a:lnTo>
                  <a:lnTo>
                    <a:pt x="20522" y="21096"/>
                  </a:lnTo>
                  <a:lnTo>
                    <a:pt x="20463" y="20918"/>
                  </a:lnTo>
                  <a:lnTo>
                    <a:pt x="20404" y="20740"/>
                  </a:lnTo>
                  <a:lnTo>
                    <a:pt x="20345" y="20562"/>
                  </a:lnTo>
                  <a:lnTo>
                    <a:pt x="20325" y="20306"/>
                  </a:lnTo>
                  <a:lnTo>
                    <a:pt x="20345" y="20167"/>
                  </a:lnTo>
                  <a:lnTo>
                    <a:pt x="20364" y="20128"/>
                  </a:lnTo>
                  <a:lnTo>
                    <a:pt x="20384" y="20148"/>
                  </a:lnTo>
                  <a:lnTo>
                    <a:pt x="20463" y="20227"/>
                  </a:lnTo>
                  <a:lnTo>
                    <a:pt x="20503" y="20227"/>
                  </a:lnTo>
                  <a:lnTo>
                    <a:pt x="20522" y="20207"/>
                  </a:lnTo>
                  <a:lnTo>
                    <a:pt x="20542" y="20167"/>
                  </a:lnTo>
                  <a:lnTo>
                    <a:pt x="20661" y="20681"/>
                  </a:lnTo>
                  <a:lnTo>
                    <a:pt x="20700" y="20898"/>
                  </a:lnTo>
                  <a:lnTo>
                    <a:pt x="20740" y="21056"/>
                  </a:lnTo>
                  <a:lnTo>
                    <a:pt x="20819" y="21392"/>
                  </a:lnTo>
                  <a:lnTo>
                    <a:pt x="20858" y="21530"/>
                  </a:lnTo>
                  <a:lnTo>
                    <a:pt x="20898" y="21570"/>
                  </a:lnTo>
                  <a:lnTo>
                    <a:pt x="20937" y="21609"/>
                  </a:lnTo>
                  <a:lnTo>
                    <a:pt x="20898" y="21511"/>
                  </a:lnTo>
                  <a:lnTo>
                    <a:pt x="20878" y="21471"/>
                  </a:lnTo>
                  <a:lnTo>
                    <a:pt x="20858" y="21432"/>
                  </a:lnTo>
                  <a:lnTo>
                    <a:pt x="20838" y="21293"/>
                  </a:lnTo>
                  <a:lnTo>
                    <a:pt x="20759" y="21036"/>
                  </a:lnTo>
                  <a:lnTo>
                    <a:pt x="20720" y="20918"/>
                  </a:lnTo>
                  <a:lnTo>
                    <a:pt x="20700" y="20760"/>
                  </a:lnTo>
                  <a:lnTo>
                    <a:pt x="20562" y="20167"/>
                  </a:lnTo>
                  <a:lnTo>
                    <a:pt x="20463" y="19674"/>
                  </a:lnTo>
                  <a:lnTo>
                    <a:pt x="20364" y="19674"/>
                  </a:lnTo>
                  <a:lnTo>
                    <a:pt x="20246" y="19693"/>
                  </a:lnTo>
                  <a:lnTo>
                    <a:pt x="20068" y="19753"/>
                  </a:lnTo>
                  <a:lnTo>
                    <a:pt x="19792" y="19772"/>
                  </a:lnTo>
                  <a:lnTo>
                    <a:pt x="19594" y="19753"/>
                  </a:lnTo>
                  <a:lnTo>
                    <a:pt x="19416" y="19713"/>
                  </a:lnTo>
                  <a:lnTo>
                    <a:pt x="19239" y="19674"/>
                  </a:lnTo>
                  <a:lnTo>
                    <a:pt x="19041" y="19634"/>
                  </a:lnTo>
                  <a:lnTo>
                    <a:pt x="18824" y="19595"/>
                  </a:lnTo>
                  <a:lnTo>
                    <a:pt x="18527" y="19575"/>
                  </a:lnTo>
                  <a:lnTo>
                    <a:pt x="18448" y="19595"/>
                  </a:lnTo>
                  <a:lnTo>
                    <a:pt x="18409" y="19575"/>
                  </a:lnTo>
                  <a:lnTo>
                    <a:pt x="18310" y="19595"/>
                  </a:lnTo>
                  <a:lnTo>
                    <a:pt x="18350" y="19654"/>
                  </a:lnTo>
                  <a:lnTo>
                    <a:pt x="18369" y="19713"/>
                  </a:lnTo>
                  <a:lnTo>
                    <a:pt x="18429" y="19753"/>
                  </a:lnTo>
                  <a:lnTo>
                    <a:pt x="18606" y="19772"/>
                  </a:lnTo>
                  <a:lnTo>
                    <a:pt x="18508" y="19792"/>
                  </a:lnTo>
                  <a:lnTo>
                    <a:pt x="18409" y="19792"/>
                  </a:lnTo>
                  <a:lnTo>
                    <a:pt x="18290" y="19772"/>
                  </a:lnTo>
                  <a:lnTo>
                    <a:pt x="18053" y="19753"/>
                  </a:lnTo>
                  <a:lnTo>
                    <a:pt x="18034" y="19772"/>
                  </a:lnTo>
                  <a:lnTo>
                    <a:pt x="18034" y="19792"/>
                  </a:lnTo>
                  <a:lnTo>
                    <a:pt x="18093" y="19832"/>
                  </a:lnTo>
                  <a:lnTo>
                    <a:pt x="18132" y="19851"/>
                  </a:lnTo>
                  <a:lnTo>
                    <a:pt x="18132" y="19871"/>
                  </a:lnTo>
                  <a:lnTo>
                    <a:pt x="18113" y="19891"/>
                  </a:lnTo>
                  <a:lnTo>
                    <a:pt x="18053" y="19891"/>
                  </a:lnTo>
                  <a:lnTo>
                    <a:pt x="17915" y="19851"/>
                  </a:lnTo>
                  <a:lnTo>
                    <a:pt x="17856" y="19812"/>
                  </a:lnTo>
                  <a:lnTo>
                    <a:pt x="17856" y="19792"/>
                  </a:lnTo>
                  <a:lnTo>
                    <a:pt x="17856" y="19753"/>
                  </a:lnTo>
                  <a:lnTo>
                    <a:pt x="17737" y="19753"/>
                  </a:lnTo>
                  <a:lnTo>
                    <a:pt x="17619" y="19713"/>
                  </a:lnTo>
                  <a:lnTo>
                    <a:pt x="17540" y="19674"/>
                  </a:lnTo>
                  <a:lnTo>
                    <a:pt x="17500" y="19614"/>
                  </a:lnTo>
                  <a:lnTo>
                    <a:pt x="17441" y="19575"/>
                  </a:lnTo>
                  <a:lnTo>
                    <a:pt x="17382" y="19535"/>
                  </a:lnTo>
                  <a:lnTo>
                    <a:pt x="17283" y="19535"/>
                  </a:lnTo>
                  <a:lnTo>
                    <a:pt x="17125" y="19555"/>
                  </a:lnTo>
                  <a:lnTo>
                    <a:pt x="17165" y="19575"/>
                  </a:lnTo>
                  <a:lnTo>
                    <a:pt x="17224" y="19595"/>
                  </a:lnTo>
                  <a:lnTo>
                    <a:pt x="17283" y="19595"/>
                  </a:lnTo>
                  <a:lnTo>
                    <a:pt x="17362" y="19634"/>
                  </a:lnTo>
                  <a:lnTo>
                    <a:pt x="17362" y="19654"/>
                  </a:lnTo>
                  <a:lnTo>
                    <a:pt x="17342" y="19693"/>
                  </a:lnTo>
                  <a:lnTo>
                    <a:pt x="17303" y="19713"/>
                  </a:lnTo>
                  <a:lnTo>
                    <a:pt x="17244" y="19753"/>
                  </a:lnTo>
                  <a:lnTo>
                    <a:pt x="17086" y="19772"/>
                  </a:lnTo>
                  <a:lnTo>
                    <a:pt x="16908" y="19772"/>
                  </a:lnTo>
                  <a:lnTo>
                    <a:pt x="16928" y="19753"/>
                  </a:lnTo>
                  <a:lnTo>
                    <a:pt x="16908" y="19733"/>
                  </a:lnTo>
                  <a:lnTo>
                    <a:pt x="16849" y="19693"/>
                  </a:lnTo>
                  <a:lnTo>
                    <a:pt x="16730" y="19674"/>
                  </a:lnTo>
                  <a:lnTo>
                    <a:pt x="16631" y="19634"/>
                  </a:lnTo>
                  <a:lnTo>
                    <a:pt x="16631" y="19595"/>
                  </a:lnTo>
                  <a:lnTo>
                    <a:pt x="16651" y="19575"/>
                  </a:lnTo>
                  <a:lnTo>
                    <a:pt x="16789" y="19614"/>
                  </a:lnTo>
                  <a:lnTo>
                    <a:pt x="16947" y="19654"/>
                  </a:lnTo>
                  <a:lnTo>
                    <a:pt x="17007" y="19654"/>
                  </a:lnTo>
                  <a:lnTo>
                    <a:pt x="17066" y="19634"/>
                  </a:lnTo>
                  <a:lnTo>
                    <a:pt x="16710" y="19516"/>
                  </a:lnTo>
                  <a:lnTo>
                    <a:pt x="16770" y="19555"/>
                  </a:lnTo>
                  <a:lnTo>
                    <a:pt x="16335" y="19535"/>
                  </a:lnTo>
                  <a:lnTo>
                    <a:pt x="16335" y="19535"/>
                  </a:lnTo>
                  <a:lnTo>
                    <a:pt x="16414" y="19555"/>
                  </a:lnTo>
                  <a:lnTo>
                    <a:pt x="16473" y="19595"/>
                  </a:lnTo>
                  <a:lnTo>
                    <a:pt x="16473" y="19614"/>
                  </a:lnTo>
                  <a:lnTo>
                    <a:pt x="16473" y="19654"/>
                  </a:lnTo>
                  <a:lnTo>
                    <a:pt x="16434" y="19674"/>
                  </a:lnTo>
                  <a:lnTo>
                    <a:pt x="16394" y="19693"/>
                  </a:lnTo>
                  <a:lnTo>
                    <a:pt x="16276" y="19693"/>
                  </a:lnTo>
                  <a:lnTo>
                    <a:pt x="16078" y="19595"/>
                  </a:lnTo>
                  <a:lnTo>
                    <a:pt x="15920" y="19476"/>
                  </a:lnTo>
                  <a:lnTo>
                    <a:pt x="15861" y="19437"/>
                  </a:lnTo>
                  <a:lnTo>
                    <a:pt x="15841" y="19377"/>
                  </a:lnTo>
                  <a:lnTo>
                    <a:pt x="15821" y="19338"/>
                  </a:lnTo>
                  <a:lnTo>
                    <a:pt x="15841" y="19279"/>
                  </a:lnTo>
                  <a:lnTo>
                    <a:pt x="15841" y="19279"/>
                  </a:lnTo>
                  <a:lnTo>
                    <a:pt x="15802" y="19318"/>
                  </a:lnTo>
                  <a:lnTo>
                    <a:pt x="15663" y="19318"/>
                  </a:lnTo>
                  <a:lnTo>
                    <a:pt x="15565" y="19279"/>
                  </a:lnTo>
                  <a:lnTo>
                    <a:pt x="15367" y="19200"/>
                  </a:lnTo>
                  <a:lnTo>
                    <a:pt x="15170" y="19101"/>
                  </a:lnTo>
                  <a:lnTo>
                    <a:pt x="15170" y="19101"/>
                  </a:lnTo>
                  <a:lnTo>
                    <a:pt x="15249" y="19160"/>
                  </a:lnTo>
                  <a:lnTo>
                    <a:pt x="15268" y="19219"/>
                  </a:lnTo>
                  <a:lnTo>
                    <a:pt x="15268" y="19239"/>
                  </a:lnTo>
                  <a:lnTo>
                    <a:pt x="15150" y="19239"/>
                  </a:lnTo>
                  <a:lnTo>
                    <a:pt x="15051" y="19219"/>
                  </a:lnTo>
                  <a:lnTo>
                    <a:pt x="14913" y="19042"/>
                  </a:lnTo>
                  <a:lnTo>
                    <a:pt x="14775" y="18864"/>
                  </a:lnTo>
                  <a:lnTo>
                    <a:pt x="14873" y="18923"/>
                  </a:lnTo>
                  <a:lnTo>
                    <a:pt x="14952" y="18923"/>
                  </a:lnTo>
                  <a:lnTo>
                    <a:pt x="14952" y="18903"/>
                  </a:lnTo>
                  <a:lnTo>
                    <a:pt x="14933" y="18864"/>
                  </a:lnTo>
                  <a:lnTo>
                    <a:pt x="14873" y="18745"/>
                  </a:lnTo>
                  <a:lnTo>
                    <a:pt x="14873" y="18706"/>
                  </a:lnTo>
                  <a:lnTo>
                    <a:pt x="14893" y="18686"/>
                  </a:lnTo>
                  <a:lnTo>
                    <a:pt x="15051" y="18686"/>
                  </a:lnTo>
                  <a:lnTo>
                    <a:pt x="15110" y="18725"/>
                  </a:lnTo>
                  <a:lnTo>
                    <a:pt x="15189" y="18765"/>
                  </a:lnTo>
                  <a:lnTo>
                    <a:pt x="15466" y="18982"/>
                  </a:lnTo>
                  <a:lnTo>
                    <a:pt x="15367" y="18844"/>
                  </a:lnTo>
                  <a:lnTo>
                    <a:pt x="15249" y="18765"/>
                  </a:lnTo>
                  <a:lnTo>
                    <a:pt x="15150" y="18706"/>
                  </a:lnTo>
                  <a:lnTo>
                    <a:pt x="15031" y="18666"/>
                  </a:lnTo>
                  <a:lnTo>
                    <a:pt x="14913" y="18627"/>
                  </a:lnTo>
                  <a:lnTo>
                    <a:pt x="14814" y="18587"/>
                  </a:lnTo>
                  <a:lnTo>
                    <a:pt x="14696" y="18508"/>
                  </a:lnTo>
                  <a:lnTo>
                    <a:pt x="14656" y="18469"/>
                  </a:lnTo>
                  <a:lnTo>
                    <a:pt x="14617" y="18409"/>
                  </a:lnTo>
                  <a:lnTo>
                    <a:pt x="14656" y="18370"/>
                  </a:lnTo>
                  <a:lnTo>
                    <a:pt x="14696" y="18350"/>
                  </a:lnTo>
                  <a:lnTo>
                    <a:pt x="14775" y="18370"/>
                  </a:lnTo>
                  <a:lnTo>
                    <a:pt x="14854" y="18429"/>
                  </a:lnTo>
                  <a:lnTo>
                    <a:pt x="14834" y="18409"/>
                  </a:lnTo>
                  <a:lnTo>
                    <a:pt x="14794" y="18370"/>
                  </a:lnTo>
                  <a:lnTo>
                    <a:pt x="14656" y="18311"/>
                  </a:lnTo>
                  <a:lnTo>
                    <a:pt x="14498" y="18212"/>
                  </a:lnTo>
                  <a:lnTo>
                    <a:pt x="14419" y="18153"/>
                  </a:lnTo>
                  <a:lnTo>
                    <a:pt x="14360" y="18054"/>
                  </a:lnTo>
                  <a:lnTo>
                    <a:pt x="14360" y="18133"/>
                  </a:lnTo>
                  <a:lnTo>
                    <a:pt x="14360" y="18212"/>
                  </a:lnTo>
                  <a:lnTo>
                    <a:pt x="14340" y="18251"/>
                  </a:lnTo>
                  <a:lnTo>
                    <a:pt x="14301" y="18251"/>
                  </a:lnTo>
                  <a:lnTo>
                    <a:pt x="14241" y="18232"/>
                  </a:lnTo>
                  <a:lnTo>
                    <a:pt x="14162" y="18192"/>
                  </a:lnTo>
                  <a:lnTo>
                    <a:pt x="14064" y="17975"/>
                  </a:lnTo>
                  <a:lnTo>
                    <a:pt x="13925" y="17758"/>
                  </a:lnTo>
                  <a:lnTo>
                    <a:pt x="13787" y="17639"/>
                  </a:lnTo>
                  <a:lnTo>
                    <a:pt x="13668" y="17560"/>
                  </a:lnTo>
                  <a:lnTo>
                    <a:pt x="13550" y="17560"/>
                  </a:lnTo>
                  <a:lnTo>
                    <a:pt x="13491" y="17580"/>
                  </a:lnTo>
                  <a:lnTo>
                    <a:pt x="13313" y="17580"/>
                  </a:lnTo>
                  <a:lnTo>
                    <a:pt x="13155" y="17521"/>
                  </a:lnTo>
                  <a:lnTo>
                    <a:pt x="13293" y="17659"/>
                  </a:lnTo>
                  <a:lnTo>
                    <a:pt x="13412" y="17797"/>
                  </a:lnTo>
                  <a:lnTo>
                    <a:pt x="13372" y="17817"/>
                  </a:lnTo>
                  <a:lnTo>
                    <a:pt x="13333" y="17817"/>
                  </a:lnTo>
                  <a:lnTo>
                    <a:pt x="13254" y="17777"/>
                  </a:lnTo>
                  <a:lnTo>
                    <a:pt x="13056" y="17679"/>
                  </a:lnTo>
                  <a:lnTo>
                    <a:pt x="12938" y="17639"/>
                  </a:lnTo>
                  <a:lnTo>
                    <a:pt x="12859" y="17600"/>
                  </a:lnTo>
                  <a:lnTo>
                    <a:pt x="12760" y="17600"/>
                  </a:lnTo>
                  <a:lnTo>
                    <a:pt x="12740" y="17639"/>
                  </a:lnTo>
                  <a:lnTo>
                    <a:pt x="12918" y="17698"/>
                  </a:lnTo>
                  <a:lnTo>
                    <a:pt x="13096" y="17738"/>
                  </a:lnTo>
                  <a:lnTo>
                    <a:pt x="13273" y="17817"/>
                  </a:lnTo>
                  <a:lnTo>
                    <a:pt x="13372" y="17856"/>
                  </a:lnTo>
                  <a:lnTo>
                    <a:pt x="13451" y="17935"/>
                  </a:lnTo>
                  <a:lnTo>
                    <a:pt x="13431" y="17995"/>
                  </a:lnTo>
                  <a:lnTo>
                    <a:pt x="13392" y="17995"/>
                  </a:lnTo>
                  <a:lnTo>
                    <a:pt x="13333" y="17975"/>
                  </a:lnTo>
                  <a:lnTo>
                    <a:pt x="13234" y="17916"/>
                  </a:lnTo>
                  <a:lnTo>
                    <a:pt x="13036" y="17837"/>
                  </a:lnTo>
                  <a:lnTo>
                    <a:pt x="12957" y="17797"/>
                  </a:lnTo>
                  <a:lnTo>
                    <a:pt x="12878" y="17797"/>
                  </a:lnTo>
                  <a:lnTo>
                    <a:pt x="12582" y="17619"/>
                  </a:lnTo>
                  <a:lnTo>
                    <a:pt x="12424" y="17540"/>
                  </a:lnTo>
                  <a:lnTo>
                    <a:pt x="12108" y="17323"/>
                  </a:lnTo>
                  <a:lnTo>
                    <a:pt x="12128" y="17284"/>
                  </a:lnTo>
                  <a:lnTo>
                    <a:pt x="12167" y="17244"/>
                  </a:lnTo>
                  <a:lnTo>
                    <a:pt x="12246" y="17205"/>
                  </a:lnTo>
                  <a:lnTo>
                    <a:pt x="12365" y="17165"/>
                  </a:lnTo>
                  <a:lnTo>
                    <a:pt x="12503" y="17145"/>
                  </a:lnTo>
                  <a:lnTo>
                    <a:pt x="12641" y="17126"/>
                  </a:lnTo>
                  <a:lnTo>
                    <a:pt x="12760" y="17086"/>
                  </a:lnTo>
                  <a:lnTo>
                    <a:pt x="12799" y="17066"/>
                  </a:lnTo>
                  <a:lnTo>
                    <a:pt x="12859" y="17027"/>
                  </a:lnTo>
                  <a:lnTo>
                    <a:pt x="12878" y="16987"/>
                  </a:lnTo>
                  <a:lnTo>
                    <a:pt x="12878" y="16928"/>
                  </a:lnTo>
                  <a:lnTo>
                    <a:pt x="12424" y="16810"/>
                  </a:lnTo>
                  <a:lnTo>
                    <a:pt x="12029" y="16731"/>
                  </a:lnTo>
                  <a:lnTo>
                    <a:pt x="11891" y="16671"/>
                  </a:lnTo>
                  <a:lnTo>
                    <a:pt x="11753" y="16612"/>
                  </a:lnTo>
                  <a:lnTo>
                    <a:pt x="11634" y="16533"/>
                  </a:lnTo>
                  <a:lnTo>
                    <a:pt x="11535" y="16454"/>
                  </a:lnTo>
                  <a:lnTo>
                    <a:pt x="11417" y="16434"/>
                  </a:lnTo>
                  <a:lnTo>
                    <a:pt x="11318" y="16415"/>
                  </a:lnTo>
                  <a:lnTo>
                    <a:pt x="11239" y="16434"/>
                  </a:lnTo>
                  <a:lnTo>
                    <a:pt x="11180" y="16454"/>
                  </a:lnTo>
                  <a:lnTo>
                    <a:pt x="11140" y="16494"/>
                  </a:lnTo>
                  <a:lnTo>
                    <a:pt x="11101" y="16553"/>
                  </a:lnTo>
                  <a:lnTo>
                    <a:pt x="11081" y="16652"/>
                  </a:lnTo>
                  <a:lnTo>
                    <a:pt x="10982" y="16612"/>
                  </a:lnTo>
                  <a:lnTo>
                    <a:pt x="10903" y="16553"/>
                  </a:lnTo>
                  <a:lnTo>
                    <a:pt x="10785" y="16434"/>
                  </a:lnTo>
                  <a:lnTo>
                    <a:pt x="10785" y="16434"/>
                  </a:lnTo>
                  <a:lnTo>
                    <a:pt x="10982" y="16474"/>
                  </a:lnTo>
                  <a:lnTo>
                    <a:pt x="10666" y="16335"/>
                  </a:lnTo>
                  <a:lnTo>
                    <a:pt x="10370" y="16177"/>
                  </a:lnTo>
                  <a:lnTo>
                    <a:pt x="10074" y="16000"/>
                  </a:lnTo>
                  <a:lnTo>
                    <a:pt x="9738" y="15763"/>
                  </a:lnTo>
                  <a:lnTo>
                    <a:pt x="9639" y="15723"/>
                  </a:lnTo>
                  <a:lnTo>
                    <a:pt x="9560" y="15703"/>
                  </a:lnTo>
                  <a:lnTo>
                    <a:pt x="9521" y="15723"/>
                  </a:lnTo>
                  <a:lnTo>
                    <a:pt x="9481" y="15743"/>
                  </a:lnTo>
                  <a:lnTo>
                    <a:pt x="9461" y="15782"/>
                  </a:lnTo>
                  <a:lnTo>
                    <a:pt x="9461" y="15822"/>
                  </a:lnTo>
                  <a:lnTo>
                    <a:pt x="9461" y="15940"/>
                  </a:lnTo>
                  <a:lnTo>
                    <a:pt x="9145" y="15743"/>
                  </a:lnTo>
                  <a:lnTo>
                    <a:pt x="9185" y="15802"/>
                  </a:lnTo>
                  <a:lnTo>
                    <a:pt x="9106" y="15822"/>
                  </a:lnTo>
                  <a:lnTo>
                    <a:pt x="9046" y="15802"/>
                  </a:lnTo>
                  <a:lnTo>
                    <a:pt x="8967" y="15782"/>
                  </a:lnTo>
                  <a:lnTo>
                    <a:pt x="8888" y="15723"/>
                  </a:lnTo>
                  <a:lnTo>
                    <a:pt x="8730" y="15624"/>
                  </a:lnTo>
                  <a:lnTo>
                    <a:pt x="8592" y="15506"/>
                  </a:lnTo>
                  <a:lnTo>
                    <a:pt x="8592" y="15486"/>
                  </a:lnTo>
                  <a:lnTo>
                    <a:pt x="8770" y="15486"/>
                  </a:lnTo>
                  <a:lnTo>
                    <a:pt x="8632" y="15348"/>
                  </a:lnTo>
                  <a:lnTo>
                    <a:pt x="8474" y="15249"/>
                  </a:lnTo>
                  <a:lnTo>
                    <a:pt x="8296" y="15150"/>
                  </a:lnTo>
                  <a:lnTo>
                    <a:pt x="8158" y="15091"/>
                  </a:lnTo>
                  <a:lnTo>
                    <a:pt x="8217" y="15052"/>
                  </a:lnTo>
                  <a:lnTo>
                    <a:pt x="8375" y="15052"/>
                  </a:lnTo>
                  <a:lnTo>
                    <a:pt x="8434" y="15091"/>
                  </a:lnTo>
                  <a:lnTo>
                    <a:pt x="8513" y="15131"/>
                  </a:lnTo>
                  <a:lnTo>
                    <a:pt x="8592" y="15190"/>
                  </a:lnTo>
                  <a:lnTo>
                    <a:pt x="8592" y="15210"/>
                  </a:lnTo>
                  <a:lnTo>
                    <a:pt x="8592" y="15249"/>
                  </a:lnTo>
                  <a:lnTo>
                    <a:pt x="8987" y="15427"/>
                  </a:lnTo>
                  <a:lnTo>
                    <a:pt x="8829" y="15348"/>
                  </a:lnTo>
                  <a:lnTo>
                    <a:pt x="8711" y="15249"/>
                  </a:lnTo>
                  <a:lnTo>
                    <a:pt x="8592" y="15150"/>
                  </a:lnTo>
                  <a:lnTo>
                    <a:pt x="8533" y="15071"/>
                  </a:lnTo>
                  <a:lnTo>
                    <a:pt x="8474" y="14973"/>
                  </a:lnTo>
                  <a:lnTo>
                    <a:pt x="8454" y="14894"/>
                  </a:lnTo>
                  <a:lnTo>
                    <a:pt x="8454" y="14834"/>
                  </a:lnTo>
                  <a:lnTo>
                    <a:pt x="8474" y="14775"/>
                  </a:lnTo>
                  <a:lnTo>
                    <a:pt x="8355" y="14736"/>
                  </a:lnTo>
                  <a:lnTo>
                    <a:pt x="8316" y="14736"/>
                  </a:lnTo>
                  <a:lnTo>
                    <a:pt x="8316" y="14795"/>
                  </a:lnTo>
                  <a:lnTo>
                    <a:pt x="8355" y="14854"/>
                  </a:lnTo>
                  <a:lnTo>
                    <a:pt x="8395" y="14894"/>
                  </a:lnTo>
                  <a:lnTo>
                    <a:pt x="8395" y="14933"/>
                  </a:lnTo>
                  <a:lnTo>
                    <a:pt x="8335" y="14933"/>
                  </a:lnTo>
                  <a:lnTo>
                    <a:pt x="8197" y="14854"/>
                  </a:lnTo>
                  <a:lnTo>
                    <a:pt x="8098" y="14736"/>
                  </a:lnTo>
                  <a:lnTo>
                    <a:pt x="8000" y="14617"/>
                  </a:lnTo>
                  <a:lnTo>
                    <a:pt x="7782" y="14439"/>
                  </a:lnTo>
                  <a:lnTo>
                    <a:pt x="7565" y="14281"/>
                  </a:lnTo>
                  <a:lnTo>
                    <a:pt x="7348" y="14143"/>
                  </a:lnTo>
                  <a:lnTo>
                    <a:pt x="7150" y="14005"/>
                  </a:lnTo>
                  <a:lnTo>
                    <a:pt x="6992" y="13866"/>
                  </a:lnTo>
                  <a:lnTo>
                    <a:pt x="6933" y="13787"/>
                  </a:lnTo>
                  <a:lnTo>
                    <a:pt x="6874" y="13708"/>
                  </a:lnTo>
                  <a:lnTo>
                    <a:pt x="6834" y="13610"/>
                  </a:lnTo>
                  <a:lnTo>
                    <a:pt x="6795" y="13491"/>
                  </a:lnTo>
                  <a:lnTo>
                    <a:pt x="6538" y="13412"/>
                  </a:lnTo>
                  <a:lnTo>
                    <a:pt x="6222" y="13294"/>
                  </a:lnTo>
                  <a:lnTo>
                    <a:pt x="5906" y="13136"/>
                  </a:lnTo>
                  <a:lnTo>
                    <a:pt x="5748" y="13037"/>
                  </a:lnTo>
                  <a:lnTo>
                    <a:pt x="5570" y="12938"/>
                  </a:lnTo>
                  <a:lnTo>
                    <a:pt x="5550" y="12958"/>
                  </a:lnTo>
                  <a:lnTo>
                    <a:pt x="5491" y="12958"/>
                  </a:lnTo>
                  <a:lnTo>
                    <a:pt x="5373" y="12899"/>
                  </a:lnTo>
                  <a:lnTo>
                    <a:pt x="5313" y="12879"/>
                  </a:lnTo>
                  <a:lnTo>
                    <a:pt x="5274" y="12859"/>
                  </a:lnTo>
                  <a:lnTo>
                    <a:pt x="5234" y="12859"/>
                  </a:lnTo>
                  <a:lnTo>
                    <a:pt x="5195" y="12899"/>
                  </a:lnTo>
                  <a:lnTo>
                    <a:pt x="5254" y="12978"/>
                  </a:lnTo>
                  <a:lnTo>
                    <a:pt x="5333" y="13057"/>
                  </a:lnTo>
                  <a:lnTo>
                    <a:pt x="5471" y="13175"/>
                  </a:lnTo>
                  <a:lnTo>
                    <a:pt x="5649" y="13254"/>
                  </a:lnTo>
                  <a:lnTo>
                    <a:pt x="5807" y="13333"/>
                  </a:lnTo>
                  <a:lnTo>
                    <a:pt x="5985" y="13412"/>
                  </a:lnTo>
                  <a:lnTo>
                    <a:pt x="6123" y="13491"/>
                  </a:lnTo>
                  <a:lnTo>
                    <a:pt x="6242" y="13590"/>
                  </a:lnTo>
                  <a:lnTo>
                    <a:pt x="6301" y="13669"/>
                  </a:lnTo>
                  <a:lnTo>
                    <a:pt x="6340" y="13748"/>
                  </a:lnTo>
                  <a:lnTo>
                    <a:pt x="6419" y="13768"/>
                  </a:lnTo>
                  <a:lnTo>
                    <a:pt x="6538" y="13768"/>
                  </a:lnTo>
                  <a:lnTo>
                    <a:pt x="6558" y="13748"/>
                  </a:lnTo>
                  <a:lnTo>
                    <a:pt x="6637" y="13708"/>
                  </a:lnTo>
                  <a:lnTo>
                    <a:pt x="6657" y="13689"/>
                  </a:lnTo>
                  <a:lnTo>
                    <a:pt x="6696" y="13689"/>
                  </a:lnTo>
                  <a:lnTo>
                    <a:pt x="6834" y="13768"/>
                  </a:lnTo>
                  <a:lnTo>
                    <a:pt x="6933" y="13866"/>
                  </a:lnTo>
                  <a:lnTo>
                    <a:pt x="7012" y="13945"/>
                  </a:lnTo>
                  <a:lnTo>
                    <a:pt x="7012" y="13985"/>
                  </a:lnTo>
                  <a:lnTo>
                    <a:pt x="7012" y="14005"/>
                  </a:lnTo>
                  <a:lnTo>
                    <a:pt x="6874" y="13965"/>
                  </a:lnTo>
                  <a:lnTo>
                    <a:pt x="6775" y="13945"/>
                  </a:lnTo>
                  <a:lnTo>
                    <a:pt x="6696" y="13965"/>
                  </a:lnTo>
                  <a:lnTo>
                    <a:pt x="6637" y="13985"/>
                  </a:lnTo>
                  <a:lnTo>
                    <a:pt x="6577" y="14005"/>
                  </a:lnTo>
                  <a:lnTo>
                    <a:pt x="6498" y="13985"/>
                  </a:lnTo>
                  <a:lnTo>
                    <a:pt x="6380" y="13945"/>
                  </a:lnTo>
                  <a:lnTo>
                    <a:pt x="6202" y="13847"/>
                  </a:lnTo>
                  <a:lnTo>
                    <a:pt x="6222" y="13906"/>
                  </a:lnTo>
                  <a:lnTo>
                    <a:pt x="6281" y="13965"/>
                  </a:lnTo>
                  <a:lnTo>
                    <a:pt x="6459" y="14123"/>
                  </a:lnTo>
                  <a:lnTo>
                    <a:pt x="6657" y="14262"/>
                  </a:lnTo>
                  <a:lnTo>
                    <a:pt x="6834" y="14400"/>
                  </a:lnTo>
                  <a:lnTo>
                    <a:pt x="6775" y="14420"/>
                  </a:lnTo>
                  <a:lnTo>
                    <a:pt x="6775" y="14479"/>
                  </a:lnTo>
                  <a:lnTo>
                    <a:pt x="6795" y="14538"/>
                  </a:lnTo>
                  <a:lnTo>
                    <a:pt x="6854" y="14637"/>
                  </a:lnTo>
                  <a:lnTo>
                    <a:pt x="6676" y="14617"/>
                  </a:lnTo>
                  <a:lnTo>
                    <a:pt x="6479" y="14558"/>
                  </a:lnTo>
                  <a:lnTo>
                    <a:pt x="6281" y="14499"/>
                  </a:lnTo>
                  <a:lnTo>
                    <a:pt x="6103" y="14459"/>
                  </a:lnTo>
                  <a:lnTo>
                    <a:pt x="6123" y="14459"/>
                  </a:lnTo>
                  <a:lnTo>
                    <a:pt x="6143" y="14439"/>
                  </a:lnTo>
                  <a:lnTo>
                    <a:pt x="6143" y="14400"/>
                  </a:lnTo>
                  <a:lnTo>
                    <a:pt x="6143" y="14380"/>
                  </a:lnTo>
                  <a:lnTo>
                    <a:pt x="6143" y="14360"/>
                  </a:lnTo>
                  <a:lnTo>
                    <a:pt x="6163" y="14360"/>
                  </a:lnTo>
                  <a:lnTo>
                    <a:pt x="5511" y="14123"/>
                  </a:lnTo>
                  <a:lnTo>
                    <a:pt x="5452" y="14005"/>
                  </a:lnTo>
                  <a:lnTo>
                    <a:pt x="5432" y="13906"/>
                  </a:lnTo>
                  <a:lnTo>
                    <a:pt x="5432" y="13886"/>
                  </a:lnTo>
                  <a:lnTo>
                    <a:pt x="5471" y="13847"/>
                  </a:lnTo>
                  <a:lnTo>
                    <a:pt x="5531" y="13847"/>
                  </a:lnTo>
                  <a:lnTo>
                    <a:pt x="5412" y="13748"/>
                  </a:lnTo>
                  <a:lnTo>
                    <a:pt x="5294" y="13649"/>
                  </a:lnTo>
                  <a:lnTo>
                    <a:pt x="5017" y="13471"/>
                  </a:lnTo>
                  <a:lnTo>
                    <a:pt x="4899" y="13392"/>
                  </a:lnTo>
                  <a:lnTo>
                    <a:pt x="4820" y="13313"/>
                  </a:lnTo>
                  <a:lnTo>
                    <a:pt x="4780" y="13254"/>
                  </a:lnTo>
                  <a:lnTo>
                    <a:pt x="4780" y="13215"/>
                  </a:lnTo>
                  <a:lnTo>
                    <a:pt x="4780" y="13195"/>
                  </a:lnTo>
                  <a:lnTo>
                    <a:pt x="4681" y="13116"/>
                  </a:lnTo>
                  <a:lnTo>
                    <a:pt x="4622" y="13096"/>
                  </a:lnTo>
                  <a:lnTo>
                    <a:pt x="4622" y="13136"/>
                  </a:lnTo>
                  <a:lnTo>
                    <a:pt x="4662" y="13195"/>
                  </a:lnTo>
                  <a:lnTo>
                    <a:pt x="4760" y="13333"/>
                  </a:lnTo>
                  <a:lnTo>
                    <a:pt x="4820" y="13392"/>
                  </a:lnTo>
                  <a:lnTo>
                    <a:pt x="4820" y="13447"/>
                  </a:lnTo>
                  <a:lnTo>
                    <a:pt x="5195" y="13728"/>
                  </a:lnTo>
                  <a:lnTo>
                    <a:pt x="5175" y="13748"/>
                  </a:lnTo>
                  <a:lnTo>
                    <a:pt x="5155" y="13768"/>
                  </a:lnTo>
                  <a:lnTo>
                    <a:pt x="5116" y="13768"/>
                  </a:lnTo>
                  <a:lnTo>
                    <a:pt x="5096" y="13748"/>
                  </a:lnTo>
                  <a:lnTo>
                    <a:pt x="5017" y="13689"/>
                  </a:lnTo>
                  <a:lnTo>
                    <a:pt x="4938" y="13629"/>
                  </a:lnTo>
                  <a:lnTo>
                    <a:pt x="4839" y="13531"/>
                  </a:lnTo>
                  <a:lnTo>
                    <a:pt x="4741" y="13471"/>
                  </a:lnTo>
                  <a:lnTo>
                    <a:pt x="4662" y="13432"/>
                  </a:lnTo>
                  <a:lnTo>
                    <a:pt x="4622" y="13432"/>
                  </a:lnTo>
                  <a:lnTo>
                    <a:pt x="4583" y="13452"/>
                  </a:lnTo>
                  <a:lnTo>
                    <a:pt x="4523" y="13491"/>
                  </a:lnTo>
                  <a:lnTo>
                    <a:pt x="4405" y="13491"/>
                  </a:lnTo>
                  <a:lnTo>
                    <a:pt x="4365" y="13471"/>
                  </a:lnTo>
                  <a:lnTo>
                    <a:pt x="4267" y="13373"/>
                  </a:lnTo>
                  <a:lnTo>
                    <a:pt x="4187" y="13234"/>
                  </a:lnTo>
                  <a:lnTo>
                    <a:pt x="4010" y="12938"/>
                  </a:lnTo>
                  <a:lnTo>
                    <a:pt x="3911" y="12800"/>
                  </a:lnTo>
                  <a:lnTo>
                    <a:pt x="3871" y="12741"/>
                  </a:lnTo>
                  <a:lnTo>
                    <a:pt x="3812" y="12701"/>
                  </a:lnTo>
                  <a:lnTo>
                    <a:pt x="4306" y="12741"/>
                  </a:lnTo>
                  <a:lnTo>
                    <a:pt x="4010" y="12563"/>
                  </a:lnTo>
                  <a:lnTo>
                    <a:pt x="4168" y="12563"/>
                  </a:lnTo>
                  <a:lnTo>
                    <a:pt x="4306" y="12543"/>
                  </a:lnTo>
                  <a:lnTo>
                    <a:pt x="4464" y="12523"/>
                  </a:lnTo>
                  <a:lnTo>
                    <a:pt x="4563" y="12543"/>
                  </a:lnTo>
                  <a:lnTo>
                    <a:pt x="4681" y="12563"/>
                  </a:lnTo>
                  <a:lnTo>
                    <a:pt x="4681" y="12563"/>
                  </a:lnTo>
                  <a:lnTo>
                    <a:pt x="4405" y="12306"/>
                  </a:lnTo>
                  <a:lnTo>
                    <a:pt x="4128" y="12010"/>
                  </a:lnTo>
                  <a:lnTo>
                    <a:pt x="3871" y="11733"/>
                  </a:lnTo>
                  <a:lnTo>
                    <a:pt x="3674" y="11536"/>
                  </a:lnTo>
                  <a:lnTo>
                    <a:pt x="3674" y="11437"/>
                  </a:lnTo>
                  <a:lnTo>
                    <a:pt x="3713" y="11358"/>
                  </a:lnTo>
                  <a:lnTo>
                    <a:pt x="3753" y="11299"/>
                  </a:lnTo>
                  <a:lnTo>
                    <a:pt x="3832" y="11259"/>
                  </a:lnTo>
                  <a:lnTo>
                    <a:pt x="3674" y="11160"/>
                  </a:lnTo>
                  <a:lnTo>
                    <a:pt x="3575" y="11062"/>
                  </a:lnTo>
                  <a:lnTo>
                    <a:pt x="3496" y="10943"/>
                  </a:lnTo>
                  <a:lnTo>
                    <a:pt x="3437" y="10825"/>
                  </a:lnTo>
                  <a:lnTo>
                    <a:pt x="3358" y="10588"/>
                  </a:lnTo>
                  <a:lnTo>
                    <a:pt x="3318" y="10469"/>
                  </a:lnTo>
                  <a:lnTo>
                    <a:pt x="3239" y="10351"/>
                  </a:lnTo>
                  <a:lnTo>
                    <a:pt x="3160" y="10272"/>
                  </a:lnTo>
                  <a:lnTo>
                    <a:pt x="3141" y="10272"/>
                  </a:lnTo>
                  <a:lnTo>
                    <a:pt x="3121" y="10291"/>
                  </a:lnTo>
                  <a:lnTo>
                    <a:pt x="3121" y="10351"/>
                  </a:lnTo>
                  <a:lnTo>
                    <a:pt x="3141" y="10430"/>
                  </a:lnTo>
                  <a:lnTo>
                    <a:pt x="3160" y="10528"/>
                  </a:lnTo>
                  <a:lnTo>
                    <a:pt x="3160" y="10588"/>
                  </a:lnTo>
                  <a:lnTo>
                    <a:pt x="3160" y="10607"/>
                  </a:lnTo>
                  <a:lnTo>
                    <a:pt x="3141" y="10627"/>
                  </a:lnTo>
                  <a:lnTo>
                    <a:pt x="3101" y="10627"/>
                  </a:lnTo>
                  <a:lnTo>
                    <a:pt x="3062" y="10607"/>
                  </a:lnTo>
                  <a:lnTo>
                    <a:pt x="3062" y="10548"/>
                  </a:lnTo>
                  <a:lnTo>
                    <a:pt x="3022" y="10489"/>
                  </a:lnTo>
                  <a:lnTo>
                    <a:pt x="2963" y="10390"/>
                  </a:lnTo>
                  <a:lnTo>
                    <a:pt x="2805" y="10212"/>
                  </a:lnTo>
                  <a:lnTo>
                    <a:pt x="2844" y="10272"/>
                  </a:lnTo>
                  <a:lnTo>
                    <a:pt x="2884" y="10331"/>
                  </a:lnTo>
                  <a:lnTo>
                    <a:pt x="2983" y="10528"/>
                  </a:lnTo>
                  <a:lnTo>
                    <a:pt x="3220" y="11002"/>
                  </a:lnTo>
                  <a:lnTo>
                    <a:pt x="3220" y="11002"/>
                  </a:lnTo>
                  <a:lnTo>
                    <a:pt x="3160" y="10943"/>
                  </a:lnTo>
                  <a:lnTo>
                    <a:pt x="3121" y="10904"/>
                  </a:lnTo>
                  <a:lnTo>
                    <a:pt x="3081" y="10884"/>
                  </a:lnTo>
                  <a:lnTo>
                    <a:pt x="3042" y="10884"/>
                  </a:lnTo>
                  <a:lnTo>
                    <a:pt x="2963" y="10904"/>
                  </a:lnTo>
                  <a:lnTo>
                    <a:pt x="2884" y="10904"/>
                  </a:lnTo>
                  <a:lnTo>
                    <a:pt x="3101" y="11239"/>
                  </a:lnTo>
                  <a:lnTo>
                    <a:pt x="3042" y="11239"/>
                  </a:lnTo>
                  <a:lnTo>
                    <a:pt x="2983" y="11220"/>
                  </a:lnTo>
                  <a:lnTo>
                    <a:pt x="2923" y="11160"/>
                  </a:lnTo>
                  <a:lnTo>
                    <a:pt x="2864" y="11062"/>
                  </a:lnTo>
                  <a:lnTo>
                    <a:pt x="2746" y="10884"/>
                  </a:lnTo>
                  <a:lnTo>
                    <a:pt x="2686" y="10805"/>
                  </a:lnTo>
                  <a:lnTo>
                    <a:pt x="2627" y="10746"/>
                  </a:lnTo>
                  <a:lnTo>
                    <a:pt x="2726" y="10746"/>
                  </a:lnTo>
                  <a:lnTo>
                    <a:pt x="2805" y="10726"/>
                  </a:lnTo>
                  <a:lnTo>
                    <a:pt x="2864" y="10706"/>
                  </a:lnTo>
                  <a:lnTo>
                    <a:pt x="2983" y="10706"/>
                  </a:lnTo>
                  <a:lnTo>
                    <a:pt x="2805" y="10489"/>
                  </a:lnTo>
                  <a:lnTo>
                    <a:pt x="2627" y="10252"/>
                  </a:lnTo>
                  <a:lnTo>
                    <a:pt x="2568" y="10114"/>
                  </a:lnTo>
                  <a:lnTo>
                    <a:pt x="2509" y="9975"/>
                  </a:lnTo>
                  <a:lnTo>
                    <a:pt x="2469" y="9857"/>
                  </a:lnTo>
                  <a:lnTo>
                    <a:pt x="2449" y="9738"/>
                  </a:lnTo>
                  <a:lnTo>
                    <a:pt x="2449" y="9679"/>
                  </a:lnTo>
                  <a:lnTo>
                    <a:pt x="2469" y="9679"/>
                  </a:lnTo>
                  <a:lnTo>
                    <a:pt x="2528" y="9719"/>
                  </a:lnTo>
                  <a:lnTo>
                    <a:pt x="2588" y="9798"/>
                  </a:lnTo>
                  <a:lnTo>
                    <a:pt x="2667" y="9877"/>
                  </a:lnTo>
                  <a:lnTo>
                    <a:pt x="2667" y="9837"/>
                  </a:lnTo>
                  <a:lnTo>
                    <a:pt x="2667" y="9778"/>
                  </a:lnTo>
                  <a:lnTo>
                    <a:pt x="2588" y="9679"/>
                  </a:lnTo>
                  <a:lnTo>
                    <a:pt x="2528" y="9600"/>
                  </a:lnTo>
                  <a:lnTo>
                    <a:pt x="2528" y="9541"/>
                  </a:lnTo>
                  <a:lnTo>
                    <a:pt x="2548" y="9501"/>
                  </a:lnTo>
                  <a:lnTo>
                    <a:pt x="2588" y="9501"/>
                  </a:lnTo>
                  <a:lnTo>
                    <a:pt x="2607" y="9521"/>
                  </a:lnTo>
                  <a:lnTo>
                    <a:pt x="2647" y="9600"/>
                  </a:lnTo>
                  <a:lnTo>
                    <a:pt x="2686" y="9679"/>
                  </a:lnTo>
                  <a:lnTo>
                    <a:pt x="2726" y="9758"/>
                  </a:lnTo>
                  <a:lnTo>
                    <a:pt x="2627" y="9541"/>
                  </a:lnTo>
                  <a:lnTo>
                    <a:pt x="2548" y="9323"/>
                  </a:lnTo>
                  <a:lnTo>
                    <a:pt x="2469" y="9106"/>
                  </a:lnTo>
                  <a:lnTo>
                    <a:pt x="2410" y="8889"/>
                  </a:lnTo>
                  <a:lnTo>
                    <a:pt x="2430" y="8889"/>
                  </a:lnTo>
                  <a:lnTo>
                    <a:pt x="2449" y="8909"/>
                  </a:lnTo>
                  <a:lnTo>
                    <a:pt x="2509" y="8988"/>
                  </a:lnTo>
                  <a:lnTo>
                    <a:pt x="2548" y="9106"/>
                  </a:lnTo>
                  <a:lnTo>
                    <a:pt x="2588" y="9205"/>
                  </a:lnTo>
                  <a:lnTo>
                    <a:pt x="2548" y="9027"/>
                  </a:lnTo>
                  <a:lnTo>
                    <a:pt x="2469" y="8849"/>
                  </a:lnTo>
                  <a:lnTo>
                    <a:pt x="2351" y="8691"/>
                  </a:lnTo>
                  <a:lnTo>
                    <a:pt x="2153" y="8514"/>
                  </a:lnTo>
                  <a:lnTo>
                    <a:pt x="2153" y="8277"/>
                  </a:lnTo>
                  <a:lnTo>
                    <a:pt x="2173" y="8059"/>
                  </a:lnTo>
                  <a:lnTo>
                    <a:pt x="2193" y="7980"/>
                  </a:lnTo>
                  <a:lnTo>
                    <a:pt x="2232" y="7941"/>
                  </a:lnTo>
                  <a:lnTo>
                    <a:pt x="2272" y="7901"/>
                  </a:lnTo>
                  <a:lnTo>
                    <a:pt x="2311" y="7921"/>
                  </a:lnTo>
                  <a:lnTo>
                    <a:pt x="2252" y="7862"/>
                  </a:lnTo>
                  <a:lnTo>
                    <a:pt x="2212" y="7862"/>
                  </a:lnTo>
                  <a:lnTo>
                    <a:pt x="2173" y="7882"/>
                  </a:lnTo>
                  <a:lnTo>
                    <a:pt x="2133" y="7901"/>
                  </a:lnTo>
                  <a:lnTo>
                    <a:pt x="2114" y="7763"/>
                  </a:lnTo>
                  <a:lnTo>
                    <a:pt x="2094" y="7664"/>
                  </a:lnTo>
                  <a:lnTo>
                    <a:pt x="2054" y="7566"/>
                  </a:lnTo>
                  <a:lnTo>
                    <a:pt x="2015" y="7506"/>
                  </a:lnTo>
                  <a:lnTo>
                    <a:pt x="1916" y="7368"/>
                  </a:lnTo>
                  <a:lnTo>
                    <a:pt x="1896" y="7289"/>
                  </a:lnTo>
                  <a:lnTo>
                    <a:pt x="1896" y="7210"/>
                  </a:lnTo>
                  <a:lnTo>
                    <a:pt x="1758" y="7408"/>
                  </a:lnTo>
                  <a:lnTo>
                    <a:pt x="1798" y="7269"/>
                  </a:lnTo>
                  <a:lnTo>
                    <a:pt x="1798" y="7190"/>
                  </a:lnTo>
                  <a:lnTo>
                    <a:pt x="1758" y="7171"/>
                  </a:lnTo>
                  <a:lnTo>
                    <a:pt x="1718" y="7151"/>
                  </a:lnTo>
                  <a:lnTo>
                    <a:pt x="1679" y="7131"/>
                  </a:lnTo>
                  <a:lnTo>
                    <a:pt x="1659" y="7092"/>
                  </a:lnTo>
                  <a:lnTo>
                    <a:pt x="1639" y="7032"/>
                  </a:lnTo>
                  <a:lnTo>
                    <a:pt x="1679" y="6914"/>
                  </a:lnTo>
                  <a:lnTo>
                    <a:pt x="1778" y="6953"/>
                  </a:lnTo>
                  <a:lnTo>
                    <a:pt x="1877" y="6973"/>
                  </a:lnTo>
                  <a:lnTo>
                    <a:pt x="1975" y="6953"/>
                  </a:lnTo>
                  <a:lnTo>
                    <a:pt x="2094" y="6933"/>
                  </a:lnTo>
                  <a:lnTo>
                    <a:pt x="2054" y="6894"/>
                  </a:lnTo>
                  <a:lnTo>
                    <a:pt x="2035" y="6854"/>
                  </a:lnTo>
                  <a:lnTo>
                    <a:pt x="2054" y="6756"/>
                  </a:lnTo>
                  <a:lnTo>
                    <a:pt x="2094" y="6637"/>
                  </a:lnTo>
                  <a:lnTo>
                    <a:pt x="2133" y="6519"/>
                  </a:lnTo>
                  <a:lnTo>
                    <a:pt x="2094" y="6519"/>
                  </a:lnTo>
                  <a:lnTo>
                    <a:pt x="2074" y="6499"/>
                  </a:lnTo>
                  <a:lnTo>
                    <a:pt x="2035" y="6380"/>
                  </a:lnTo>
                  <a:lnTo>
                    <a:pt x="2035" y="6341"/>
                  </a:lnTo>
                  <a:lnTo>
                    <a:pt x="1995" y="6321"/>
                  </a:lnTo>
                  <a:lnTo>
                    <a:pt x="1975" y="6321"/>
                  </a:lnTo>
                  <a:lnTo>
                    <a:pt x="1916" y="6380"/>
                  </a:lnTo>
                  <a:lnTo>
                    <a:pt x="1916" y="6242"/>
                  </a:lnTo>
                  <a:lnTo>
                    <a:pt x="1936" y="6124"/>
                  </a:lnTo>
                  <a:lnTo>
                    <a:pt x="2015" y="5946"/>
                  </a:lnTo>
                  <a:lnTo>
                    <a:pt x="2074" y="5768"/>
                  </a:lnTo>
                  <a:lnTo>
                    <a:pt x="2094" y="5689"/>
                  </a:lnTo>
                  <a:lnTo>
                    <a:pt x="2094" y="5571"/>
                  </a:lnTo>
                  <a:lnTo>
                    <a:pt x="2054" y="5590"/>
                  </a:lnTo>
                  <a:lnTo>
                    <a:pt x="2035" y="5571"/>
                  </a:lnTo>
                  <a:lnTo>
                    <a:pt x="2035" y="5452"/>
                  </a:lnTo>
                  <a:lnTo>
                    <a:pt x="2035" y="5334"/>
                  </a:lnTo>
                  <a:lnTo>
                    <a:pt x="1995" y="5294"/>
                  </a:lnTo>
                  <a:lnTo>
                    <a:pt x="1956" y="5314"/>
                  </a:lnTo>
                  <a:lnTo>
                    <a:pt x="2035" y="5195"/>
                  </a:lnTo>
                  <a:lnTo>
                    <a:pt x="2094" y="5077"/>
                  </a:lnTo>
                  <a:lnTo>
                    <a:pt x="2173" y="4998"/>
                  </a:lnTo>
                  <a:lnTo>
                    <a:pt x="2252" y="4939"/>
                  </a:lnTo>
                  <a:lnTo>
                    <a:pt x="2311" y="4919"/>
                  </a:lnTo>
                  <a:lnTo>
                    <a:pt x="2370" y="4899"/>
                  </a:lnTo>
                  <a:lnTo>
                    <a:pt x="2430" y="4919"/>
                  </a:lnTo>
                  <a:lnTo>
                    <a:pt x="2449" y="4958"/>
                  </a:lnTo>
                  <a:lnTo>
                    <a:pt x="2331" y="5136"/>
                  </a:lnTo>
                  <a:lnTo>
                    <a:pt x="2311" y="5215"/>
                  </a:lnTo>
                  <a:lnTo>
                    <a:pt x="2311" y="5255"/>
                  </a:lnTo>
                  <a:lnTo>
                    <a:pt x="2351" y="5255"/>
                  </a:lnTo>
                  <a:lnTo>
                    <a:pt x="2489" y="4958"/>
                  </a:lnTo>
                  <a:lnTo>
                    <a:pt x="2647" y="4662"/>
                  </a:lnTo>
                  <a:lnTo>
                    <a:pt x="2864" y="4484"/>
                  </a:lnTo>
                  <a:lnTo>
                    <a:pt x="2983" y="4425"/>
                  </a:lnTo>
                  <a:lnTo>
                    <a:pt x="3081" y="4425"/>
                  </a:lnTo>
                  <a:lnTo>
                    <a:pt x="3101" y="4326"/>
                  </a:lnTo>
                  <a:lnTo>
                    <a:pt x="3141" y="4247"/>
                  </a:lnTo>
                  <a:lnTo>
                    <a:pt x="3220" y="4148"/>
                  </a:lnTo>
                  <a:lnTo>
                    <a:pt x="3299" y="4069"/>
                  </a:lnTo>
                  <a:lnTo>
                    <a:pt x="3378" y="3990"/>
                  </a:lnTo>
                  <a:lnTo>
                    <a:pt x="3437" y="3911"/>
                  </a:lnTo>
                  <a:lnTo>
                    <a:pt x="3476" y="3832"/>
                  </a:lnTo>
                  <a:lnTo>
                    <a:pt x="3476" y="3734"/>
                  </a:lnTo>
                  <a:lnTo>
                    <a:pt x="3457" y="3813"/>
                  </a:lnTo>
                  <a:lnTo>
                    <a:pt x="3417" y="3892"/>
                  </a:lnTo>
                  <a:lnTo>
                    <a:pt x="3378" y="3951"/>
                  </a:lnTo>
                  <a:lnTo>
                    <a:pt x="3318" y="3990"/>
                  </a:lnTo>
                  <a:lnTo>
                    <a:pt x="3220" y="4050"/>
                  </a:lnTo>
                  <a:lnTo>
                    <a:pt x="3141" y="4089"/>
                  </a:lnTo>
                  <a:lnTo>
                    <a:pt x="3180" y="3990"/>
                  </a:lnTo>
                  <a:lnTo>
                    <a:pt x="3141" y="4030"/>
                  </a:lnTo>
                  <a:lnTo>
                    <a:pt x="3101" y="3635"/>
                  </a:lnTo>
                  <a:lnTo>
                    <a:pt x="3042" y="3694"/>
                  </a:lnTo>
                  <a:lnTo>
                    <a:pt x="3002" y="3734"/>
                  </a:lnTo>
                  <a:lnTo>
                    <a:pt x="3002" y="3773"/>
                  </a:lnTo>
                  <a:lnTo>
                    <a:pt x="3022" y="3813"/>
                  </a:lnTo>
                  <a:lnTo>
                    <a:pt x="3042" y="3872"/>
                  </a:lnTo>
                  <a:lnTo>
                    <a:pt x="3062" y="3931"/>
                  </a:lnTo>
                  <a:lnTo>
                    <a:pt x="3022" y="4010"/>
                  </a:lnTo>
                  <a:lnTo>
                    <a:pt x="2963" y="4109"/>
                  </a:lnTo>
                  <a:lnTo>
                    <a:pt x="2904" y="4129"/>
                  </a:lnTo>
                  <a:lnTo>
                    <a:pt x="2864" y="4129"/>
                  </a:lnTo>
                  <a:lnTo>
                    <a:pt x="2825" y="4089"/>
                  </a:lnTo>
                  <a:lnTo>
                    <a:pt x="2825" y="4050"/>
                  </a:lnTo>
                  <a:lnTo>
                    <a:pt x="2825" y="3911"/>
                  </a:lnTo>
                  <a:lnTo>
                    <a:pt x="2864" y="3753"/>
                  </a:lnTo>
                  <a:lnTo>
                    <a:pt x="2904" y="3615"/>
                  </a:lnTo>
                  <a:lnTo>
                    <a:pt x="2923" y="3497"/>
                  </a:lnTo>
                  <a:lnTo>
                    <a:pt x="2923" y="3457"/>
                  </a:lnTo>
                  <a:lnTo>
                    <a:pt x="2904" y="3437"/>
                  </a:lnTo>
                  <a:lnTo>
                    <a:pt x="2864" y="3437"/>
                  </a:lnTo>
                  <a:lnTo>
                    <a:pt x="2805" y="3457"/>
                  </a:lnTo>
                  <a:lnTo>
                    <a:pt x="2746" y="3536"/>
                  </a:lnTo>
                  <a:lnTo>
                    <a:pt x="2706" y="3595"/>
                  </a:lnTo>
                  <a:lnTo>
                    <a:pt x="2686" y="3655"/>
                  </a:lnTo>
                  <a:lnTo>
                    <a:pt x="2686" y="3714"/>
                  </a:lnTo>
                  <a:lnTo>
                    <a:pt x="2726" y="3852"/>
                  </a:lnTo>
                  <a:lnTo>
                    <a:pt x="2726" y="3931"/>
                  </a:lnTo>
                  <a:lnTo>
                    <a:pt x="2706" y="4010"/>
                  </a:lnTo>
                  <a:lnTo>
                    <a:pt x="2706" y="4010"/>
                  </a:lnTo>
                  <a:lnTo>
                    <a:pt x="2746" y="3971"/>
                  </a:lnTo>
                  <a:lnTo>
                    <a:pt x="2746" y="3971"/>
                  </a:lnTo>
                  <a:lnTo>
                    <a:pt x="2528" y="4504"/>
                  </a:lnTo>
                  <a:lnTo>
                    <a:pt x="2489" y="4484"/>
                  </a:lnTo>
                  <a:lnTo>
                    <a:pt x="2489" y="4464"/>
                  </a:lnTo>
                  <a:lnTo>
                    <a:pt x="2469" y="4385"/>
                  </a:lnTo>
                  <a:lnTo>
                    <a:pt x="2469" y="4287"/>
                  </a:lnTo>
                  <a:lnTo>
                    <a:pt x="2232" y="4662"/>
                  </a:lnTo>
                  <a:lnTo>
                    <a:pt x="2035" y="4919"/>
                  </a:lnTo>
                  <a:lnTo>
                    <a:pt x="1837" y="5195"/>
                  </a:lnTo>
                  <a:lnTo>
                    <a:pt x="1718" y="5393"/>
                  </a:lnTo>
                  <a:lnTo>
                    <a:pt x="1600" y="5610"/>
                  </a:lnTo>
                  <a:lnTo>
                    <a:pt x="1679" y="5590"/>
                  </a:lnTo>
                  <a:lnTo>
                    <a:pt x="1778" y="5590"/>
                  </a:lnTo>
                  <a:lnTo>
                    <a:pt x="1837" y="5630"/>
                  </a:lnTo>
                  <a:lnTo>
                    <a:pt x="1857" y="5669"/>
                  </a:lnTo>
                  <a:lnTo>
                    <a:pt x="1877" y="5748"/>
                  </a:lnTo>
                  <a:lnTo>
                    <a:pt x="1857" y="5847"/>
                  </a:lnTo>
                  <a:lnTo>
                    <a:pt x="1857" y="5926"/>
                  </a:lnTo>
                  <a:lnTo>
                    <a:pt x="1837" y="5985"/>
                  </a:lnTo>
                  <a:lnTo>
                    <a:pt x="1758" y="6064"/>
                  </a:lnTo>
                  <a:lnTo>
                    <a:pt x="1699" y="6143"/>
                  </a:lnTo>
                  <a:lnTo>
                    <a:pt x="1659" y="6203"/>
                  </a:lnTo>
                  <a:lnTo>
                    <a:pt x="1639" y="6262"/>
                  </a:lnTo>
                  <a:lnTo>
                    <a:pt x="1620" y="6163"/>
                  </a:lnTo>
                  <a:lnTo>
                    <a:pt x="1600" y="6064"/>
                  </a:lnTo>
                  <a:lnTo>
                    <a:pt x="1600" y="6025"/>
                  </a:lnTo>
                  <a:lnTo>
                    <a:pt x="1600" y="5966"/>
                  </a:lnTo>
                  <a:lnTo>
                    <a:pt x="1620" y="5926"/>
                  </a:lnTo>
                  <a:lnTo>
                    <a:pt x="1679" y="5867"/>
                  </a:lnTo>
                  <a:lnTo>
                    <a:pt x="1501" y="5827"/>
                  </a:lnTo>
                  <a:lnTo>
                    <a:pt x="1501" y="5630"/>
                  </a:lnTo>
                  <a:lnTo>
                    <a:pt x="1462" y="5492"/>
                  </a:lnTo>
                  <a:lnTo>
                    <a:pt x="1422" y="5294"/>
                  </a:lnTo>
                  <a:lnTo>
                    <a:pt x="1402" y="5195"/>
                  </a:lnTo>
                  <a:lnTo>
                    <a:pt x="1402" y="5077"/>
                  </a:lnTo>
                  <a:lnTo>
                    <a:pt x="1442" y="4899"/>
                  </a:lnTo>
                  <a:lnTo>
                    <a:pt x="1541" y="4642"/>
                  </a:lnTo>
                  <a:lnTo>
                    <a:pt x="1521" y="4603"/>
                  </a:lnTo>
                  <a:lnTo>
                    <a:pt x="1521" y="4504"/>
                  </a:lnTo>
                  <a:lnTo>
                    <a:pt x="1560" y="4385"/>
                  </a:lnTo>
                  <a:lnTo>
                    <a:pt x="1620" y="4247"/>
                  </a:lnTo>
                  <a:lnTo>
                    <a:pt x="1758" y="3951"/>
                  </a:lnTo>
                  <a:lnTo>
                    <a:pt x="1857" y="3793"/>
                  </a:lnTo>
                  <a:lnTo>
                    <a:pt x="1956" y="3655"/>
                  </a:lnTo>
                  <a:lnTo>
                    <a:pt x="1758" y="3773"/>
                  </a:lnTo>
                  <a:lnTo>
                    <a:pt x="1758" y="3773"/>
                  </a:lnTo>
                  <a:lnTo>
                    <a:pt x="1778" y="3635"/>
                  </a:lnTo>
                  <a:lnTo>
                    <a:pt x="1817" y="3556"/>
                  </a:lnTo>
                  <a:lnTo>
                    <a:pt x="1857" y="3536"/>
                  </a:lnTo>
                  <a:lnTo>
                    <a:pt x="1896" y="3516"/>
                  </a:lnTo>
                  <a:lnTo>
                    <a:pt x="1936" y="3516"/>
                  </a:lnTo>
                  <a:lnTo>
                    <a:pt x="1995" y="3477"/>
                  </a:lnTo>
                  <a:lnTo>
                    <a:pt x="2054" y="3378"/>
                  </a:lnTo>
                  <a:lnTo>
                    <a:pt x="2133" y="3200"/>
                  </a:lnTo>
                  <a:lnTo>
                    <a:pt x="2390" y="3141"/>
                  </a:lnTo>
                  <a:lnTo>
                    <a:pt x="2528" y="3121"/>
                  </a:lnTo>
                  <a:lnTo>
                    <a:pt x="2647" y="3102"/>
                  </a:lnTo>
                  <a:lnTo>
                    <a:pt x="2765" y="3102"/>
                  </a:lnTo>
                  <a:lnTo>
                    <a:pt x="2844" y="3141"/>
                  </a:lnTo>
                  <a:lnTo>
                    <a:pt x="2864" y="3181"/>
                  </a:lnTo>
                  <a:lnTo>
                    <a:pt x="2884" y="3220"/>
                  </a:lnTo>
                  <a:lnTo>
                    <a:pt x="2884" y="3260"/>
                  </a:lnTo>
                  <a:lnTo>
                    <a:pt x="2884" y="3319"/>
                  </a:lnTo>
                  <a:lnTo>
                    <a:pt x="2983" y="3220"/>
                  </a:lnTo>
                  <a:lnTo>
                    <a:pt x="3062" y="3141"/>
                  </a:lnTo>
                  <a:lnTo>
                    <a:pt x="3180" y="2963"/>
                  </a:lnTo>
                  <a:lnTo>
                    <a:pt x="3279" y="2786"/>
                  </a:lnTo>
                  <a:lnTo>
                    <a:pt x="3437" y="2608"/>
                  </a:lnTo>
                  <a:lnTo>
                    <a:pt x="3516" y="2608"/>
                  </a:lnTo>
                  <a:lnTo>
                    <a:pt x="3575" y="2628"/>
                  </a:lnTo>
                  <a:lnTo>
                    <a:pt x="3595" y="2667"/>
                  </a:lnTo>
                  <a:lnTo>
                    <a:pt x="3595" y="2726"/>
                  </a:lnTo>
                  <a:lnTo>
                    <a:pt x="3595" y="2825"/>
                  </a:lnTo>
                  <a:lnTo>
                    <a:pt x="3615" y="2884"/>
                  </a:lnTo>
                  <a:lnTo>
                    <a:pt x="3654" y="2924"/>
                  </a:lnTo>
                  <a:lnTo>
                    <a:pt x="3792" y="2786"/>
                  </a:lnTo>
                  <a:lnTo>
                    <a:pt x="3871" y="2647"/>
                  </a:lnTo>
                  <a:lnTo>
                    <a:pt x="3891" y="2588"/>
                  </a:lnTo>
                  <a:lnTo>
                    <a:pt x="3891" y="2529"/>
                  </a:lnTo>
                  <a:lnTo>
                    <a:pt x="3871" y="2509"/>
                  </a:lnTo>
                  <a:lnTo>
                    <a:pt x="3812" y="2509"/>
                  </a:lnTo>
                  <a:lnTo>
                    <a:pt x="4029" y="2391"/>
                  </a:lnTo>
                  <a:lnTo>
                    <a:pt x="4247" y="2292"/>
                  </a:lnTo>
                  <a:lnTo>
                    <a:pt x="4227" y="2312"/>
                  </a:lnTo>
                  <a:lnTo>
                    <a:pt x="4187" y="2351"/>
                  </a:lnTo>
                  <a:lnTo>
                    <a:pt x="4069" y="2450"/>
                  </a:lnTo>
                  <a:lnTo>
                    <a:pt x="4207" y="2351"/>
                  </a:lnTo>
                  <a:lnTo>
                    <a:pt x="4365" y="2232"/>
                  </a:lnTo>
                  <a:lnTo>
                    <a:pt x="4484" y="2094"/>
                  </a:lnTo>
                  <a:lnTo>
                    <a:pt x="4563" y="1995"/>
                  </a:lnTo>
                  <a:lnTo>
                    <a:pt x="4484" y="2055"/>
                  </a:lnTo>
                  <a:lnTo>
                    <a:pt x="4425" y="2094"/>
                  </a:lnTo>
                  <a:lnTo>
                    <a:pt x="4385" y="2114"/>
                  </a:lnTo>
                  <a:lnTo>
                    <a:pt x="4523" y="1976"/>
                  </a:lnTo>
                  <a:lnTo>
                    <a:pt x="4662" y="1857"/>
                  </a:lnTo>
                  <a:lnTo>
                    <a:pt x="4839" y="1699"/>
                  </a:lnTo>
                  <a:lnTo>
                    <a:pt x="5037" y="1699"/>
                  </a:lnTo>
                  <a:lnTo>
                    <a:pt x="5175" y="1660"/>
                  </a:lnTo>
                  <a:lnTo>
                    <a:pt x="5313" y="1620"/>
                  </a:lnTo>
                  <a:lnTo>
                    <a:pt x="5412" y="1541"/>
                  </a:lnTo>
                  <a:lnTo>
                    <a:pt x="5531" y="1502"/>
                  </a:lnTo>
                  <a:lnTo>
                    <a:pt x="5629" y="1482"/>
                  </a:lnTo>
                  <a:lnTo>
                    <a:pt x="5708" y="1482"/>
                  </a:lnTo>
                  <a:lnTo>
                    <a:pt x="5807" y="1502"/>
                  </a:lnTo>
                  <a:lnTo>
                    <a:pt x="5926" y="1482"/>
                  </a:lnTo>
                  <a:lnTo>
                    <a:pt x="6044" y="1462"/>
                  </a:lnTo>
                  <a:lnTo>
                    <a:pt x="6163" y="1403"/>
                  </a:lnTo>
                  <a:lnTo>
                    <a:pt x="6202" y="1344"/>
                  </a:lnTo>
                  <a:lnTo>
                    <a:pt x="6242" y="1304"/>
                  </a:lnTo>
                  <a:lnTo>
                    <a:pt x="6340" y="1245"/>
                  </a:lnTo>
                  <a:lnTo>
                    <a:pt x="6459" y="1205"/>
                  </a:lnTo>
                  <a:lnTo>
                    <a:pt x="6577" y="1186"/>
                  </a:lnTo>
                  <a:lnTo>
                    <a:pt x="6736" y="1166"/>
                  </a:lnTo>
                  <a:lnTo>
                    <a:pt x="6874" y="1146"/>
                  </a:lnTo>
                  <a:lnTo>
                    <a:pt x="7012" y="1087"/>
                  </a:lnTo>
                  <a:lnTo>
                    <a:pt x="7131" y="988"/>
                  </a:lnTo>
                  <a:lnTo>
                    <a:pt x="7111" y="1028"/>
                  </a:lnTo>
                  <a:lnTo>
                    <a:pt x="7111" y="1067"/>
                  </a:lnTo>
                  <a:lnTo>
                    <a:pt x="7131" y="1067"/>
                  </a:lnTo>
                  <a:lnTo>
                    <a:pt x="7150" y="1087"/>
                  </a:lnTo>
                  <a:lnTo>
                    <a:pt x="7210" y="1087"/>
                  </a:lnTo>
                  <a:lnTo>
                    <a:pt x="7289" y="1107"/>
                  </a:lnTo>
                  <a:lnTo>
                    <a:pt x="7407" y="1107"/>
                  </a:lnTo>
                  <a:lnTo>
                    <a:pt x="7407" y="1126"/>
                  </a:lnTo>
                  <a:lnTo>
                    <a:pt x="7407" y="1166"/>
                  </a:lnTo>
                  <a:lnTo>
                    <a:pt x="7328" y="1225"/>
                  </a:lnTo>
                  <a:lnTo>
                    <a:pt x="7407" y="1245"/>
                  </a:lnTo>
                  <a:lnTo>
                    <a:pt x="7526" y="1225"/>
                  </a:lnTo>
                  <a:lnTo>
                    <a:pt x="7842" y="1146"/>
                  </a:lnTo>
                  <a:lnTo>
                    <a:pt x="8000" y="1087"/>
                  </a:lnTo>
                  <a:lnTo>
                    <a:pt x="8177" y="1067"/>
                  </a:lnTo>
                  <a:lnTo>
                    <a:pt x="8335" y="1067"/>
                  </a:lnTo>
                  <a:lnTo>
                    <a:pt x="8454" y="1107"/>
                  </a:lnTo>
                  <a:lnTo>
                    <a:pt x="8414" y="1166"/>
                  </a:lnTo>
                  <a:lnTo>
                    <a:pt x="8395" y="1186"/>
                  </a:lnTo>
                  <a:lnTo>
                    <a:pt x="8355" y="1205"/>
                  </a:lnTo>
                  <a:lnTo>
                    <a:pt x="8493" y="1186"/>
                  </a:lnTo>
                  <a:lnTo>
                    <a:pt x="8572" y="1186"/>
                  </a:lnTo>
                  <a:lnTo>
                    <a:pt x="8651" y="1205"/>
                  </a:lnTo>
                  <a:lnTo>
                    <a:pt x="8691" y="1225"/>
                  </a:lnTo>
                  <a:lnTo>
                    <a:pt x="8790" y="1284"/>
                  </a:lnTo>
                  <a:lnTo>
                    <a:pt x="8849" y="1324"/>
                  </a:lnTo>
                  <a:lnTo>
                    <a:pt x="8948" y="1324"/>
                  </a:lnTo>
                  <a:lnTo>
                    <a:pt x="8948" y="1166"/>
                  </a:lnTo>
                  <a:lnTo>
                    <a:pt x="8987" y="1146"/>
                  </a:lnTo>
                  <a:lnTo>
                    <a:pt x="9027" y="1146"/>
                  </a:lnTo>
                  <a:lnTo>
                    <a:pt x="9086" y="1186"/>
                  </a:lnTo>
                  <a:lnTo>
                    <a:pt x="9145" y="1205"/>
                  </a:lnTo>
                  <a:lnTo>
                    <a:pt x="9165" y="1225"/>
                  </a:lnTo>
                  <a:lnTo>
                    <a:pt x="9205" y="1225"/>
                  </a:lnTo>
                  <a:lnTo>
                    <a:pt x="9126" y="1186"/>
                  </a:lnTo>
                  <a:lnTo>
                    <a:pt x="9066" y="1146"/>
                  </a:lnTo>
                  <a:lnTo>
                    <a:pt x="9027" y="1087"/>
                  </a:lnTo>
                  <a:lnTo>
                    <a:pt x="9027" y="1047"/>
                  </a:lnTo>
                  <a:lnTo>
                    <a:pt x="9046" y="1028"/>
                  </a:lnTo>
                  <a:lnTo>
                    <a:pt x="9284" y="988"/>
                  </a:lnTo>
                  <a:close/>
                  <a:moveTo>
                    <a:pt x="8197" y="1"/>
                  </a:moveTo>
                  <a:lnTo>
                    <a:pt x="8079" y="20"/>
                  </a:lnTo>
                  <a:lnTo>
                    <a:pt x="7960" y="60"/>
                  </a:lnTo>
                  <a:lnTo>
                    <a:pt x="7861" y="99"/>
                  </a:lnTo>
                  <a:lnTo>
                    <a:pt x="7743" y="139"/>
                  </a:lnTo>
                  <a:lnTo>
                    <a:pt x="7624" y="139"/>
                  </a:lnTo>
                  <a:lnTo>
                    <a:pt x="7466" y="99"/>
                  </a:lnTo>
                  <a:lnTo>
                    <a:pt x="7545" y="60"/>
                  </a:lnTo>
                  <a:lnTo>
                    <a:pt x="7071" y="139"/>
                  </a:lnTo>
                  <a:lnTo>
                    <a:pt x="6637" y="178"/>
                  </a:lnTo>
                  <a:lnTo>
                    <a:pt x="6439" y="238"/>
                  </a:lnTo>
                  <a:lnTo>
                    <a:pt x="6222" y="297"/>
                  </a:lnTo>
                  <a:lnTo>
                    <a:pt x="6005" y="376"/>
                  </a:lnTo>
                  <a:lnTo>
                    <a:pt x="5787" y="514"/>
                  </a:lnTo>
                  <a:lnTo>
                    <a:pt x="5491" y="613"/>
                  </a:lnTo>
                  <a:lnTo>
                    <a:pt x="5294" y="652"/>
                  </a:lnTo>
                  <a:lnTo>
                    <a:pt x="5116" y="672"/>
                  </a:lnTo>
                  <a:lnTo>
                    <a:pt x="4879" y="731"/>
                  </a:lnTo>
                  <a:lnTo>
                    <a:pt x="4800" y="810"/>
                  </a:lnTo>
                  <a:lnTo>
                    <a:pt x="4721" y="889"/>
                  </a:lnTo>
                  <a:lnTo>
                    <a:pt x="4622" y="1028"/>
                  </a:lnTo>
                  <a:lnTo>
                    <a:pt x="4583" y="1126"/>
                  </a:lnTo>
                  <a:lnTo>
                    <a:pt x="4563" y="1166"/>
                  </a:lnTo>
                  <a:lnTo>
                    <a:pt x="4701" y="1087"/>
                  </a:lnTo>
                  <a:lnTo>
                    <a:pt x="4760" y="1087"/>
                  </a:lnTo>
                  <a:lnTo>
                    <a:pt x="4760" y="1126"/>
                  </a:lnTo>
                  <a:lnTo>
                    <a:pt x="4721" y="1166"/>
                  </a:lnTo>
                  <a:lnTo>
                    <a:pt x="4662" y="1245"/>
                  </a:lnTo>
                  <a:lnTo>
                    <a:pt x="4504" y="1403"/>
                  </a:lnTo>
                  <a:lnTo>
                    <a:pt x="4365" y="1581"/>
                  </a:lnTo>
                  <a:lnTo>
                    <a:pt x="4464" y="1581"/>
                  </a:lnTo>
                  <a:lnTo>
                    <a:pt x="4543" y="1620"/>
                  </a:lnTo>
                  <a:lnTo>
                    <a:pt x="4721" y="1679"/>
                  </a:lnTo>
                  <a:lnTo>
                    <a:pt x="4820" y="1699"/>
                  </a:lnTo>
                  <a:lnTo>
                    <a:pt x="4741" y="1739"/>
                  </a:lnTo>
                  <a:lnTo>
                    <a:pt x="4681" y="1778"/>
                  </a:lnTo>
                  <a:lnTo>
                    <a:pt x="4543" y="1798"/>
                  </a:lnTo>
                  <a:lnTo>
                    <a:pt x="4484" y="1818"/>
                  </a:lnTo>
                  <a:lnTo>
                    <a:pt x="4405" y="1837"/>
                  </a:lnTo>
                  <a:lnTo>
                    <a:pt x="4326" y="1877"/>
                  </a:lnTo>
                  <a:lnTo>
                    <a:pt x="4247" y="1956"/>
                  </a:lnTo>
                  <a:lnTo>
                    <a:pt x="4247" y="1916"/>
                  </a:lnTo>
                  <a:lnTo>
                    <a:pt x="4267" y="1857"/>
                  </a:lnTo>
                  <a:lnTo>
                    <a:pt x="4326" y="1778"/>
                  </a:lnTo>
                  <a:lnTo>
                    <a:pt x="4425" y="1739"/>
                  </a:lnTo>
                  <a:lnTo>
                    <a:pt x="4306" y="1739"/>
                  </a:lnTo>
                  <a:lnTo>
                    <a:pt x="4207" y="1778"/>
                  </a:lnTo>
                  <a:lnTo>
                    <a:pt x="4010" y="1837"/>
                  </a:lnTo>
                  <a:lnTo>
                    <a:pt x="3852" y="1897"/>
                  </a:lnTo>
                  <a:lnTo>
                    <a:pt x="3773" y="1916"/>
                  </a:lnTo>
                  <a:lnTo>
                    <a:pt x="3713" y="1916"/>
                  </a:lnTo>
                  <a:lnTo>
                    <a:pt x="3792" y="1877"/>
                  </a:lnTo>
                  <a:lnTo>
                    <a:pt x="3871" y="1837"/>
                  </a:lnTo>
                  <a:lnTo>
                    <a:pt x="3970" y="1739"/>
                  </a:lnTo>
                  <a:lnTo>
                    <a:pt x="4029" y="1660"/>
                  </a:lnTo>
                  <a:lnTo>
                    <a:pt x="4069" y="1600"/>
                  </a:lnTo>
                  <a:lnTo>
                    <a:pt x="3891" y="1699"/>
                  </a:lnTo>
                  <a:lnTo>
                    <a:pt x="3694" y="1837"/>
                  </a:lnTo>
                  <a:lnTo>
                    <a:pt x="3536" y="1995"/>
                  </a:lnTo>
                  <a:lnTo>
                    <a:pt x="3437" y="2114"/>
                  </a:lnTo>
                  <a:lnTo>
                    <a:pt x="3358" y="2114"/>
                  </a:lnTo>
                  <a:lnTo>
                    <a:pt x="3259" y="2153"/>
                  </a:lnTo>
                  <a:lnTo>
                    <a:pt x="3160" y="2232"/>
                  </a:lnTo>
                  <a:lnTo>
                    <a:pt x="3081" y="2331"/>
                  </a:lnTo>
                  <a:lnTo>
                    <a:pt x="3002" y="2410"/>
                  </a:lnTo>
                  <a:lnTo>
                    <a:pt x="2943" y="2470"/>
                  </a:lnTo>
                  <a:lnTo>
                    <a:pt x="2904" y="2489"/>
                  </a:lnTo>
                  <a:lnTo>
                    <a:pt x="2904" y="2470"/>
                  </a:lnTo>
                  <a:lnTo>
                    <a:pt x="2884" y="2391"/>
                  </a:lnTo>
                  <a:lnTo>
                    <a:pt x="2884" y="2430"/>
                  </a:lnTo>
                  <a:lnTo>
                    <a:pt x="2864" y="2470"/>
                  </a:lnTo>
                  <a:lnTo>
                    <a:pt x="2785" y="2588"/>
                  </a:lnTo>
                  <a:lnTo>
                    <a:pt x="2686" y="2707"/>
                  </a:lnTo>
                  <a:lnTo>
                    <a:pt x="2568" y="2805"/>
                  </a:lnTo>
                  <a:lnTo>
                    <a:pt x="2548" y="2766"/>
                  </a:lnTo>
                  <a:lnTo>
                    <a:pt x="2568" y="2707"/>
                  </a:lnTo>
                  <a:lnTo>
                    <a:pt x="2627" y="2529"/>
                  </a:lnTo>
                  <a:lnTo>
                    <a:pt x="2726" y="2351"/>
                  </a:lnTo>
                  <a:lnTo>
                    <a:pt x="2805" y="2173"/>
                  </a:lnTo>
                  <a:lnTo>
                    <a:pt x="2963" y="1976"/>
                  </a:lnTo>
                  <a:lnTo>
                    <a:pt x="3062" y="1897"/>
                  </a:lnTo>
                  <a:lnTo>
                    <a:pt x="3081" y="1877"/>
                  </a:lnTo>
                  <a:lnTo>
                    <a:pt x="3101" y="1897"/>
                  </a:lnTo>
                  <a:lnTo>
                    <a:pt x="3081" y="1956"/>
                  </a:lnTo>
                  <a:lnTo>
                    <a:pt x="3042" y="2134"/>
                  </a:lnTo>
                  <a:lnTo>
                    <a:pt x="3042" y="2193"/>
                  </a:lnTo>
                  <a:lnTo>
                    <a:pt x="3101" y="2193"/>
                  </a:lnTo>
                  <a:lnTo>
                    <a:pt x="3338" y="1956"/>
                  </a:lnTo>
                  <a:lnTo>
                    <a:pt x="3595" y="1739"/>
                  </a:lnTo>
                  <a:lnTo>
                    <a:pt x="3575" y="1739"/>
                  </a:lnTo>
                  <a:lnTo>
                    <a:pt x="3575" y="1699"/>
                  </a:lnTo>
                  <a:lnTo>
                    <a:pt x="3595" y="1640"/>
                  </a:lnTo>
                  <a:lnTo>
                    <a:pt x="3595" y="1620"/>
                  </a:lnTo>
                  <a:lnTo>
                    <a:pt x="3555" y="1620"/>
                  </a:lnTo>
                  <a:lnTo>
                    <a:pt x="3496" y="1660"/>
                  </a:lnTo>
                  <a:lnTo>
                    <a:pt x="3378" y="1739"/>
                  </a:lnTo>
                  <a:lnTo>
                    <a:pt x="3417" y="1640"/>
                  </a:lnTo>
                  <a:lnTo>
                    <a:pt x="3476" y="1541"/>
                  </a:lnTo>
                  <a:lnTo>
                    <a:pt x="3575" y="1442"/>
                  </a:lnTo>
                  <a:lnTo>
                    <a:pt x="3674" y="1344"/>
                  </a:lnTo>
                  <a:lnTo>
                    <a:pt x="3792" y="1265"/>
                  </a:lnTo>
                  <a:lnTo>
                    <a:pt x="3931" y="1186"/>
                  </a:lnTo>
                  <a:lnTo>
                    <a:pt x="4069" y="1107"/>
                  </a:lnTo>
                  <a:lnTo>
                    <a:pt x="4207" y="1067"/>
                  </a:lnTo>
                  <a:lnTo>
                    <a:pt x="4227" y="1047"/>
                  </a:lnTo>
                  <a:lnTo>
                    <a:pt x="4207" y="1047"/>
                  </a:lnTo>
                  <a:lnTo>
                    <a:pt x="4128" y="1067"/>
                  </a:lnTo>
                  <a:lnTo>
                    <a:pt x="3931" y="1146"/>
                  </a:lnTo>
                  <a:lnTo>
                    <a:pt x="4010" y="1028"/>
                  </a:lnTo>
                  <a:lnTo>
                    <a:pt x="4069" y="889"/>
                  </a:lnTo>
                  <a:lnTo>
                    <a:pt x="4069" y="830"/>
                  </a:lnTo>
                  <a:lnTo>
                    <a:pt x="4049" y="810"/>
                  </a:lnTo>
                  <a:lnTo>
                    <a:pt x="4029" y="810"/>
                  </a:lnTo>
                  <a:lnTo>
                    <a:pt x="3911" y="830"/>
                  </a:lnTo>
                  <a:lnTo>
                    <a:pt x="3773" y="892"/>
                  </a:lnTo>
                  <a:lnTo>
                    <a:pt x="3773" y="892"/>
                  </a:lnTo>
                  <a:lnTo>
                    <a:pt x="3773" y="909"/>
                  </a:lnTo>
                  <a:lnTo>
                    <a:pt x="3713" y="988"/>
                  </a:lnTo>
                  <a:lnTo>
                    <a:pt x="3694" y="1028"/>
                  </a:lnTo>
                  <a:lnTo>
                    <a:pt x="3694" y="1047"/>
                  </a:lnTo>
                  <a:lnTo>
                    <a:pt x="3733" y="1067"/>
                  </a:lnTo>
                  <a:lnTo>
                    <a:pt x="3832" y="1047"/>
                  </a:lnTo>
                  <a:lnTo>
                    <a:pt x="3615" y="1166"/>
                  </a:lnTo>
                  <a:lnTo>
                    <a:pt x="3358" y="1304"/>
                  </a:lnTo>
                  <a:lnTo>
                    <a:pt x="3259" y="1344"/>
                  </a:lnTo>
                  <a:lnTo>
                    <a:pt x="3180" y="1363"/>
                  </a:lnTo>
                  <a:lnTo>
                    <a:pt x="3160" y="1344"/>
                  </a:lnTo>
                  <a:lnTo>
                    <a:pt x="3141" y="1324"/>
                  </a:lnTo>
                  <a:lnTo>
                    <a:pt x="3160" y="1265"/>
                  </a:lnTo>
                  <a:lnTo>
                    <a:pt x="2963" y="1462"/>
                  </a:lnTo>
                  <a:lnTo>
                    <a:pt x="2765" y="1699"/>
                  </a:lnTo>
                  <a:lnTo>
                    <a:pt x="2449" y="2114"/>
                  </a:lnTo>
                  <a:lnTo>
                    <a:pt x="2430" y="2094"/>
                  </a:lnTo>
                  <a:lnTo>
                    <a:pt x="2430" y="2074"/>
                  </a:lnTo>
                  <a:lnTo>
                    <a:pt x="2469" y="1995"/>
                  </a:lnTo>
                  <a:lnTo>
                    <a:pt x="2548" y="1916"/>
                  </a:lnTo>
                  <a:lnTo>
                    <a:pt x="2607" y="1818"/>
                  </a:lnTo>
                  <a:lnTo>
                    <a:pt x="2351" y="2134"/>
                  </a:lnTo>
                  <a:lnTo>
                    <a:pt x="2114" y="2450"/>
                  </a:lnTo>
                  <a:lnTo>
                    <a:pt x="2331" y="2351"/>
                  </a:lnTo>
                  <a:lnTo>
                    <a:pt x="2193" y="2509"/>
                  </a:lnTo>
                  <a:lnTo>
                    <a:pt x="2094" y="2647"/>
                  </a:lnTo>
                  <a:lnTo>
                    <a:pt x="2015" y="2805"/>
                  </a:lnTo>
                  <a:lnTo>
                    <a:pt x="1956" y="2963"/>
                  </a:lnTo>
                  <a:lnTo>
                    <a:pt x="1857" y="3279"/>
                  </a:lnTo>
                  <a:lnTo>
                    <a:pt x="1817" y="3418"/>
                  </a:lnTo>
                  <a:lnTo>
                    <a:pt x="1758" y="3576"/>
                  </a:lnTo>
                  <a:lnTo>
                    <a:pt x="1718" y="3516"/>
                  </a:lnTo>
                  <a:lnTo>
                    <a:pt x="1718" y="3437"/>
                  </a:lnTo>
                  <a:lnTo>
                    <a:pt x="1738" y="3358"/>
                  </a:lnTo>
                  <a:lnTo>
                    <a:pt x="1758" y="3260"/>
                  </a:lnTo>
                  <a:lnTo>
                    <a:pt x="1936" y="2845"/>
                  </a:lnTo>
                  <a:lnTo>
                    <a:pt x="1837" y="2884"/>
                  </a:lnTo>
                  <a:lnTo>
                    <a:pt x="1778" y="2924"/>
                  </a:lnTo>
                  <a:lnTo>
                    <a:pt x="1758" y="2983"/>
                  </a:lnTo>
                  <a:lnTo>
                    <a:pt x="1758" y="3042"/>
                  </a:lnTo>
                  <a:lnTo>
                    <a:pt x="1758" y="3102"/>
                  </a:lnTo>
                  <a:lnTo>
                    <a:pt x="1738" y="3181"/>
                  </a:lnTo>
                  <a:lnTo>
                    <a:pt x="1718" y="3279"/>
                  </a:lnTo>
                  <a:lnTo>
                    <a:pt x="1639" y="3398"/>
                  </a:lnTo>
                  <a:lnTo>
                    <a:pt x="1600" y="3418"/>
                  </a:lnTo>
                  <a:lnTo>
                    <a:pt x="1560" y="3418"/>
                  </a:lnTo>
                  <a:lnTo>
                    <a:pt x="1521" y="3398"/>
                  </a:lnTo>
                  <a:lnTo>
                    <a:pt x="1501" y="3378"/>
                  </a:lnTo>
                  <a:lnTo>
                    <a:pt x="1442" y="3753"/>
                  </a:lnTo>
                  <a:lnTo>
                    <a:pt x="1402" y="3773"/>
                  </a:lnTo>
                  <a:lnTo>
                    <a:pt x="1383" y="3773"/>
                  </a:lnTo>
                  <a:lnTo>
                    <a:pt x="1383" y="3734"/>
                  </a:lnTo>
                  <a:lnTo>
                    <a:pt x="1343" y="3911"/>
                  </a:lnTo>
                  <a:lnTo>
                    <a:pt x="1343" y="4010"/>
                  </a:lnTo>
                  <a:lnTo>
                    <a:pt x="1363" y="4050"/>
                  </a:lnTo>
                  <a:lnTo>
                    <a:pt x="1383" y="4089"/>
                  </a:lnTo>
                  <a:lnTo>
                    <a:pt x="1402" y="4129"/>
                  </a:lnTo>
                  <a:lnTo>
                    <a:pt x="1383" y="4208"/>
                  </a:lnTo>
                  <a:lnTo>
                    <a:pt x="1343" y="4346"/>
                  </a:lnTo>
                  <a:lnTo>
                    <a:pt x="1264" y="4563"/>
                  </a:lnTo>
                  <a:lnTo>
                    <a:pt x="1343" y="4445"/>
                  </a:lnTo>
                  <a:lnTo>
                    <a:pt x="1402" y="4326"/>
                  </a:lnTo>
                  <a:lnTo>
                    <a:pt x="1442" y="4247"/>
                  </a:lnTo>
                  <a:lnTo>
                    <a:pt x="1442" y="4168"/>
                  </a:lnTo>
                  <a:lnTo>
                    <a:pt x="1481" y="4010"/>
                  </a:lnTo>
                  <a:lnTo>
                    <a:pt x="1521" y="3911"/>
                  </a:lnTo>
                  <a:lnTo>
                    <a:pt x="1580" y="3793"/>
                  </a:lnTo>
                  <a:lnTo>
                    <a:pt x="1659" y="3793"/>
                  </a:lnTo>
                  <a:lnTo>
                    <a:pt x="1659" y="3832"/>
                  </a:lnTo>
                  <a:lnTo>
                    <a:pt x="1659" y="3911"/>
                  </a:lnTo>
                  <a:lnTo>
                    <a:pt x="1639" y="4030"/>
                  </a:lnTo>
                  <a:lnTo>
                    <a:pt x="1560" y="4267"/>
                  </a:lnTo>
                  <a:lnTo>
                    <a:pt x="1541" y="4366"/>
                  </a:lnTo>
                  <a:lnTo>
                    <a:pt x="1541" y="4445"/>
                  </a:lnTo>
                  <a:lnTo>
                    <a:pt x="1442" y="4563"/>
                  </a:lnTo>
                  <a:lnTo>
                    <a:pt x="1363" y="4642"/>
                  </a:lnTo>
                  <a:lnTo>
                    <a:pt x="1205" y="4761"/>
                  </a:lnTo>
                  <a:lnTo>
                    <a:pt x="1126" y="4840"/>
                  </a:lnTo>
                  <a:lnTo>
                    <a:pt x="1067" y="4939"/>
                  </a:lnTo>
                  <a:lnTo>
                    <a:pt x="1007" y="5057"/>
                  </a:lnTo>
                  <a:lnTo>
                    <a:pt x="968" y="5235"/>
                  </a:lnTo>
                  <a:lnTo>
                    <a:pt x="988" y="5136"/>
                  </a:lnTo>
                  <a:lnTo>
                    <a:pt x="988" y="5057"/>
                  </a:lnTo>
                  <a:lnTo>
                    <a:pt x="948" y="4998"/>
                  </a:lnTo>
                  <a:lnTo>
                    <a:pt x="948" y="4978"/>
                  </a:lnTo>
                  <a:lnTo>
                    <a:pt x="948" y="4919"/>
                  </a:lnTo>
                  <a:lnTo>
                    <a:pt x="1047" y="4682"/>
                  </a:lnTo>
                  <a:lnTo>
                    <a:pt x="1047" y="4603"/>
                  </a:lnTo>
                  <a:lnTo>
                    <a:pt x="1047" y="4563"/>
                  </a:lnTo>
                  <a:lnTo>
                    <a:pt x="1027" y="4583"/>
                  </a:lnTo>
                  <a:lnTo>
                    <a:pt x="988" y="4622"/>
                  </a:lnTo>
                  <a:lnTo>
                    <a:pt x="889" y="4741"/>
                  </a:lnTo>
                  <a:lnTo>
                    <a:pt x="849" y="4781"/>
                  </a:lnTo>
                  <a:lnTo>
                    <a:pt x="790" y="4800"/>
                  </a:lnTo>
                  <a:lnTo>
                    <a:pt x="790" y="4840"/>
                  </a:lnTo>
                  <a:lnTo>
                    <a:pt x="810" y="4860"/>
                  </a:lnTo>
                  <a:lnTo>
                    <a:pt x="869" y="4899"/>
                  </a:lnTo>
                  <a:lnTo>
                    <a:pt x="889" y="4919"/>
                  </a:lnTo>
                  <a:lnTo>
                    <a:pt x="889" y="4958"/>
                  </a:lnTo>
                  <a:lnTo>
                    <a:pt x="869" y="5037"/>
                  </a:lnTo>
                  <a:lnTo>
                    <a:pt x="810" y="5136"/>
                  </a:lnTo>
                  <a:lnTo>
                    <a:pt x="790" y="5116"/>
                  </a:lnTo>
                  <a:lnTo>
                    <a:pt x="770" y="5452"/>
                  </a:lnTo>
                  <a:lnTo>
                    <a:pt x="751" y="5788"/>
                  </a:lnTo>
                  <a:lnTo>
                    <a:pt x="711" y="5906"/>
                  </a:lnTo>
                  <a:lnTo>
                    <a:pt x="672" y="6025"/>
                  </a:lnTo>
                  <a:lnTo>
                    <a:pt x="632" y="6262"/>
                  </a:lnTo>
                  <a:lnTo>
                    <a:pt x="612" y="6499"/>
                  </a:lnTo>
                  <a:lnTo>
                    <a:pt x="612" y="6756"/>
                  </a:lnTo>
                  <a:lnTo>
                    <a:pt x="612" y="6993"/>
                  </a:lnTo>
                  <a:lnTo>
                    <a:pt x="612" y="7210"/>
                  </a:lnTo>
                  <a:lnTo>
                    <a:pt x="593" y="7388"/>
                  </a:lnTo>
                  <a:lnTo>
                    <a:pt x="553" y="7566"/>
                  </a:lnTo>
                  <a:lnTo>
                    <a:pt x="711" y="7467"/>
                  </a:lnTo>
                  <a:lnTo>
                    <a:pt x="751" y="7763"/>
                  </a:lnTo>
                  <a:lnTo>
                    <a:pt x="790" y="8079"/>
                  </a:lnTo>
                  <a:lnTo>
                    <a:pt x="849" y="8356"/>
                  </a:lnTo>
                  <a:lnTo>
                    <a:pt x="909" y="8593"/>
                  </a:lnTo>
                  <a:lnTo>
                    <a:pt x="909" y="8593"/>
                  </a:lnTo>
                  <a:lnTo>
                    <a:pt x="869" y="8553"/>
                  </a:lnTo>
                  <a:lnTo>
                    <a:pt x="849" y="8533"/>
                  </a:lnTo>
                  <a:lnTo>
                    <a:pt x="770" y="8395"/>
                  </a:lnTo>
                  <a:lnTo>
                    <a:pt x="731" y="8237"/>
                  </a:lnTo>
                  <a:lnTo>
                    <a:pt x="672" y="8059"/>
                  </a:lnTo>
                  <a:lnTo>
                    <a:pt x="711" y="8296"/>
                  </a:lnTo>
                  <a:lnTo>
                    <a:pt x="751" y="8533"/>
                  </a:lnTo>
                  <a:lnTo>
                    <a:pt x="830" y="8751"/>
                  </a:lnTo>
                  <a:lnTo>
                    <a:pt x="909" y="8948"/>
                  </a:lnTo>
                  <a:lnTo>
                    <a:pt x="988" y="9126"/>
                  </a:lnTo>
                  <a:lnTo>
                    <a:pt x="1086" y="9304"/>
                  </a:lnTo>
                  <a:lnTo>
                    <a:pt x="1205" y="9462"/>
                  </a:lnTo>
                  <a:lnTo>
                    <a:pt x="1304" y="9600"/>
                  </a:lnTo>
                  <a:lnTo>
                    <a:pt x="1304" y="9383"/>
                  </a:lnTo>
                  <a:lnTo>
                    <a:pt x="1304" y="9244"/>
                  </a:lnTo>
                  <a:lnTo>
                    <a:pt x="1284" y="8928"/>
                  </a:lnTo>
                  <a:lnTo>
                    <a:pt x="1383" y="9027"/>
                  </a:lnTo>
                  <a:lnTo>
                    <a:pt x="1442" y="9146"/>
                  </a:lnTo>
                  <a:lnTo>
                    <a:pt x="1462" y="9244"/>
                  </a:lnTo>
                  <a:lnTo>
                    <a:pt x="1462" y="9343"/>
                  </a:lnTo>
                  <a:lnTo>
                    <a:pt x="1462" y="9442"/>
                  </a:lnTo>
                  <a:lnTo>
                    <a:pt x="1462" y="9580"/>
                  </a:lnTo>
                  <a:lnTo>
                    <a:pt x="1521" y="9699"/>
                  </a:lnTo>
                  <a:lnTo>
                    <a:pt x="1600" y="9857"/>
                  </a:lnTo>
                  <a:lnTo>
                    <a:pt x="1560" y="9877"/>
                  </a:lnTo>
                  <a:lnTo>
                    <a:pt x="1442" y="9877"/>
                  </a:lnTo>
                  <a:lnTo>
                    <a:pt x="1402" y="9857"/>
                  </a:lnTo>
                  <a:lnTo>
                    <a:pt x="1383" y="9877"/>
                  </a:lnTo>
                  <a:lnTo>
                    <a:pt x="1343" y="9896"/>
                  </a:lnTo>
                  <a:lnTo>
                    <a:pt x="1304" y="9956"/>
                  </a:lnTo>
                  <a:lnTo>
                    <a:pt x="1442" y="10094"/>
                  </a:lnTo>
                  <a:lnTo>
                    <a:pt x="1580" y="10272"/>
                  </a:lnTo>
                  <a:lnTo>
                    <a:pt x="1718" y="10469"/>
                  </a:lnTo>
                  <a:lnTo>
                    <a:pt x="1778" y="10548"/>
                  </a:lnTo>
                  <a:lnTo>
                    <a:pt x="1857" y="10607"/>
                  </a:lnTo>
                  <a:lnTo>
                    <a:pt x="1817" y="10667"/>
                  </a:lnTo>
                  <a:lnTo>
                    <a:pt x="1778" y="10686"/>
                  </a:lnTo>
                  <a:lnTo>
                    <a:pt x="1699" y="10686"/>
                  </a:lnTo>
                  <a:lnTo>
                    <a:pt x="1639" y="10667"/>
                  </a:lnTo>
                  <a:lnTo>
                    <a:pt x="1541" y="10588"/>
                  </a:lnTo>
                  <a:lnTo>
                    <a:pt x="1462" y="10489"/>
                  </a:lnTo>
                  <a:lnTo>
                    <a:pt x="1363" y="10351"/>
                  </a:lnTo>
                  <a:lnTo>
                    <a:pt x="1264" y="10193"/>
                  </a:lnTo>
                  <a:lnTo>
                    <a:pt x="1244" y="10035"/>
                  </a:lnTo>
                  <a:lnTo>
                    <a:pt x="1185" y="9877"/>
                  </a:lnTo>
                  <a:lnTo>
                    <a:pt x="1027" y="9600"/>
                  </a:lnTo>
                  <a:lnTo>
                    <a:pt x="948" y="9442"/>
                  </a:lnTo>
                  <a:lnTo>
                    <a:pt x="889" y="9304"/>
                  </a:lnTo>
                  <a:lnTo>
                    <a:pt x="849" y="9165"/>
                  </a:lnTo>
                  <a:lnTo>
                    <a:pt x="849" y="9027"/>
                  </a:lnTo>
                  <a:lnTo>
                    <a:pt x="810" y="9264"/>
                  </a:lnTo>
                  <a:lnTo>
                    <a:pt x="711" y="8988"/>
                  </a:lnTo>
                  <a:lnTo>
                    <a:pt x="632" y="8731"/>
                  </a:lnTo>
                  <a:lnTo>
                    <a:pt x="576" y="8562"/>
                  </a:lnTo>
                  <a:lnTo>
                    <a:pt x="593" y="8731"/>
                  </a:lnTo>
                  <a:lnTo>
                    <a:pt x="593" y="8909"/>
                  </a:lnTo>
                  <a:lnTo>
                    <a:pt x="593" y="9205"/>
                  </a:lnTo>
                  <a:lnTo>
                    <a:pt x="593" y="9343"/>
                  </a:lnTo>
                  <a:lnTo>
                    <a:pt x="612" y="9462"/>
                  </a:lnTo>
                  <a:lnTo>
                    <a:pt x="652" y="9580"/>
                  </a:lnTo>
                  <a:lnTo>
                    <a:pt x="731" y="9699"/>
                  </a:lnTo>
                  <a:lnTo>
                    <a:pt x="711" y="9738"/>
                  </a:lnTo>
                  <a:lnTo>
                    <a:pt x="691" y="9778"/>
                  </a:lnTo>
                  <a:lnTo>
                    <a:pt x="672" y="9896"/>
                  </a:lnTo>
                  <a:lnTo>
                    <a:pt x="652" y="9936"/>
                  </a:lnTo>
                  <a:lnTo>
                    <a:pt x="632" y="9956"/>
                  </a:lnTo>
                  <a:lnTo>
                    <a:pt x="593" y="9936"/>
                  </a:lnTo>
                  <a:lnTo>
                    <a:pt x="533" y="9877"/>
                  </a:lnTo>
                  <a:lnTo>
                    <a:pt x="454" y="9679"/>
                  </a:lnTo>
                  <a:lnTo>
                    <a:pt x="395" y="9501"/>
                  </a:lnTo>
                  <a:lnTo>
                    <a:pt x="356" y="9383"/>
                  </a:lnTo>
                  <a:lnTo>
                    <a:pt x="336" y="9363"/>
                  </a:lnTo>
                  <a:lnTo>
                    <a:pt x="296" y="9343"/>
                  </a:lnTo>
                  <a:lnTo>
                    <a:pt x="336" y="9521"/>
                  </a:lnTo>
                  <a:lnTo>
                    <a:pt x="356" y="9640"/>
                  </a:lnTo>
                  <a:lnTo>
                    <a:pt x="395" y="9798"/>
                  </a:lnTo>
                  <a:lnTo>
                    <a:pt x="494" y="10054"/>
                  </a:lnTo>
                  <a:lnTo>
                    <a:pt x="573" y="10074"/>
                  </a:lnTo>
                  <a:lnTo>
                    <a:pt x="652" y="10133"/>
                  </a:lnTo>
                  <a:lnTo>
                    <a:pt x="830" y="10272"/>
                  </a:lnTo>
                  <a:lnTo>
                    <a:pt x="1244" y="10627"/>
                  </a:lnTo>
                  <a:lnTo>
                    <a:pt x="1422" y="10864"/>
                  </a:lnTo>
                  <a:lnTo>
                    <a:pt x="1600" y="11101"/>
                  </a:lnTo>
                  <a:lnTo>
                    <a:pt x="1738" y="11358"/>
                  </a:lnTo>
                  <a:lnTo>
                    <a:pt x="1857" y="11575"/>
                  </a:lnTo>
                  <a:lnTo>
                    <a:pt x="1679" y="11378"/>
                  </a:lnTo>
                  <a:lnTo>
                    <a:pt x="1501" y="11220"/>
                  </a:lnTo>
                  <a:lnTo>
                    <a:pt x="1422" y="11180"/>
                  </a:lnTo>
                  <a:lnTo>
                    <a:pt x="1363" y="11141"/>
                  </a:lnTo>
                  <a:lnTo>
                    <a:pt x="1304" y="11141"/>
                  </a:lnTo>
                  <a:lnTo>
                    <a:pt x="1284" y="11180"/>
                  </a:lnTo>
                  <a:lnTo>
                    <a:pt x="1363" y="11239"/>
                  </a:lnTo>
                  <a:lnTo>
                    <a:pt x="1422" y="11338"/>
                  </a:lnTo>
                  <a:lnTo>
                    <a:pt x="1541" y="11536"/>
                  </a:lnTo>
                  <a:lnTo>
                    <a:pt x="1580" y="11615"/>
                  </a:lnTo>
                  <a:lnTo>
                    <a:pt x="1620" y="11674"/>
                  </a:lnTo>
                  <a:lnTo>
                    <a:pt x="1639" y="11694"/>
                  </a:lnTo>
                  <a:lnTo>
                    <a:pt x="1659" y="11694"/>
                  </a:lnTo>
                  <a:lnTo>
                    <a:pt x="1699" y="11654"/>
                  </a:lnTo>
                  <a:lnTo>
                    <a:pt x="1896" y="11951"/>
                  </a:lnTo>
                  <a:lnTo>
                    <a:pt x="2114" y="12267"/>
                  </a:lnTo>
                  <a:lnTo>
                    <a:pt x="2212" y="12405"/>
                  </a:lnTo>
                  <a:lnTo>
                    <a:pt x="2272" y="12523"/>
                  </a:lnTo>
                  <a:lnTo>
                    <a:pt x="2311" y="12642"/>
                  </a:lnTo>
                  <a:lnTo>
                    <a:pt x="2311" y="12681"/>
                  </a:lnTo>
                  <a:lnTo>
                    <a:pt x="2291" y="12721"/>
                  </a:lnTo>
                  <a:lnTo>
                    <a:pt x="2173" y="12602"/>
                  </a:lnTo>
                  <a:lnTo>
                    <a:pt x="2074" y="12504"/>
                  </a:lnTo>
                  <a:lnTo>
                    <a:pt x="1896" y="12267"/>
                  </a:lnTo>
                  <a:lnTo>
                    <a:pt x="1738" y="12030"/>
                  </a:lnTo>
                  <a:lnTo>
                    <a:pt x="1659" y="11911"/>
                  </a:lnTo>
                  <a:lnTo>
                    <a:pt x="1560" y="11812"/>
                  </a:lnTo>
                  <a:lnTo>
                    <a:pt x="1600" y="11872"/>
                  </a:lnTo>
                  <a:lnTo>
                    <a:pt x="1620" y="11931"/>
                  </a:lnTo>
                  <a:lnTo>
                    <a:pt x="1600" y="11970"/>
                  </a:lnTo>
                  <a:lnTo>
                    <a:pt x="1560" y="11970"/>
                  </a:lnTo>
                  <a:lnTo>
                    <a:pt x="1284" y="11536"/>
                  </a:lnTo>
                  <a:lnTo>
                    <a:pt x="1284" y="11536"/>
                  </a:lnTo>
                  <a:lnTo>
                    <a:pt x="1402" y="11891"/>
                  </a:lnTo>
                  <a:lnTo>
                    <a:pt x="1481" y="12049"/>
                  </a:lnTo>
                  <a:lnTo>
                    <a:pt x="1659" y="12286"/>
                  </a:lnTo>
                  <a:lnTo>
                    <a:pt x="1659" y="12227"/>
                  </a:lnTo>
                  <a:lnTo>
                    <a:pt x="1659" y="12207"/>
                  </a:lnTo>
                  <a:lnTo>
                    <a:pt x="1679" y="12207"/>
                  </a:lnTo>
                  <a:lnTo>
                    <a:pt x="1936" y="12523"/>
                  </a:lnTo>
                  <a:lnTo>
                    <a:pt x="1817" y="12642"/>
                  </a:lnTo>
                  <a:lnTo>
                    <a:pt x="1936" y="12760"/>
                  </a:lnTo>
                  <a:lnTo>
                    <a:pt x="2054" y="12899"/>
                  </a:lnTo>
                  <a:lnTo>
                    <a:pt x="2331" y="13254"/>
                  </a:lnTo>
                  <a:lnTo>
                    <a:pt x="2489" y="13452"/>
                  </a:lnTo>
                  <a:lnTo>
                    <a:pt x="2647" y="13629"/>
                  </a:lnTo>
                  <a:lnTo>
                    <a:pt x="2844" y="13787"/>
                  </a:lnTo>
                  <a:lnTo>
                    <a:pt x="3042" y="13945"/>
                  </a:lnTo>
                  <a:lnTo>
                    <a:pt x="3042" y="13945"/>
                  </a:lnTo>
                  <a:lnTo>
                    <a:pt x="2983" y="13926"/>
                  </a:lnTo>
                  <a:lnTo>
                    <a:pt x="2983" y="13926"/>
                  </a:lnTo>
                  <a:lnTo>
                    <a:pt x="3121" y="14044"/>
                  </a:lnTo>
                  <a:lnTo>
                    <a:pt x="3239" y="14123"/>
                  </a:lnTo>
                  <a:lnTo>
                    <a:pt x="3378" y="14163"/>
                  </a:lnTo>
                  <a:lnTo>
                    <a:pt x="3496" y="14183"/>
                  </a:lnTo>
                  <a:lnTo>
                    <a:pt x="3634" y="14202"/>
                  </a:lnTo>
                  <a:lnTo>
                    <a:pt x="3753" y="14242"/>
                  </a:lnTo>
                  <a:lnTo>
                    <a:pt x="3911" y="14301"/>
                  </a:lnTo>
                  <a:lnTo>
                    <a:pt x="4069" y="14400"/>
                  </a:lnTo>
                  <a:lnTo>
                    <a:pt x="3970" y="14380"/>
                  </a:lnTo>
                  <a:lnTo>
                    <a:pt x="3950" y="14400"/>
                  </a:lnTo>
                  <a:lnTo>
                    <a:pt x="3911" y="14420"/>
                  </a:lnTo>
                  <a:lnTo>
                    <a:pt x="3891" y="14479"/>
                  </a:lnTo>
                  <a:lnTo>
                    <a:pt x="3871" y="14538"/>
                  </a:lnTo>
                  <a:lnTo>
                    <a:pt x="3970" y="14578"/>
                  </a:lnTo>
                  <a:lnTo>
                    <a:pt x="4049" y="14637"/>
                  </a:lnTo>
                  <a:lnTo>
                    <a:pt x="4168" y="14755"/>
                  </a:lnTo>
                  <a:lnTo>
                    <a:pt x="4247" y="14894"/>
                  </a:lnTo>
                  <a:lnTo>
                    <a:pt x="4385" y="15052"/>
                  </a:lnTo>
                  <a:lnTo>
                    <a:pt x="4326" y="14973"/>
                  </a:lnTo>
                  <a:lnTo>
                    <a:pt x="4346" y="14933"/>
                  </a:lnTo>
                  <a:lnTo>
                    <a:pt x="4365" y="14913"/>
                  </a:lnTo>
                  <a:lnTo>
                    <a:pt x="4523" y="14913"/>
                  </a:lnTo>
                  <a:lnTo>
                    <a:pt x="4543" y="14894"/>
                  </a:lnTo>
                  <a:lnTo>
                    <a:pt x="4504" y="14854"/>
                  </a:lnTo>
                  <a:lnTo>
                    <a:pt x="4523" y="14815"/>
                  </a:lnTo>
                  <a:lnTo>
                    <a:pt x="4642" y="14815"/>
                  </a:lnTo>
                  <a:lnTo>
                    <a:pt x="4721" y="14854"/>
                  </a:lnTo>
                  <a:lnTo>
                    <a:pt x="4839" y="14894"/>
                  </a:lnTo>
                  <a:lnTo>
                    <a:pt x="5076" y="15052"/>
                  </a:lnTo>
                  <a:lnTo>
                    <a:pt x="5274" y="15210"/>
                  </a:lnTo>
                  <a:lnTo>
                    <a:pt x="5254" y="15249"/>
                  </a:lnTo>
                  <a:lnTo>
                    <a:pt x="5234" y="15269"/>
                  </a:lnTo>
                  <a:lnTo>
                    <a:pt x="5155" y="15269"/>
                  </a:lnTo>
                  <a:lnTo>
                    <a:pt x="5037" y="15229"/>
                  </a:lnTo>
                  <a:lnTo>
                    <a:pt x="4899" y="15150"/>
                  </a:lnTo>
                  <a:lnTo>
                    <a:pt x="4780" y="15111"/>
                  </a:lnTo>
                  <a:lnTo>
                    <a:pt x="4701" y="15071"/>
                  </a:lnTo>
                  <a:lnTo>
                    <a:pt x="4662" y="15091"/>
                  </a:lnTo>
                  <a:lnTo>
                    <a:pt x="4662" y="15111"/>
                  </a:lnTo>
                  <a:lnTo>
                    <a:pt x="4662" y="15150"/>
                  </a:lnTo>
                  <a:lnTo>
                    <a:pt x="4701" y="15229"/>
                  </a:lnTo>
                  <a:lnTo>
                    <a:pt x="4780" y="15289"/>
                  </a:lnTo>
                  <a:lnTo>
                    <a:pt x="4839" y="15328"/>
                  </a:lnTo>
                  <a:lnTo>
                    <a:pt x="4958" y="15328"/>
                  </a:lnTo>
                  <a:lnTo>
                    <a:pt x="4958" y="15289"/>
                  </a:lnTo>
                  <a:lnTo>
                    <a:pt x="4938" y="15249"/>
                  </a:lnTo>
                  <a:lnTo>
                    <a:pt x="4899" y="15190"/>
                  </a:lnTo>
                  <a:lnTo>
                    <a:pt x="5373" y="15585"/>
                  </a:lnTo>
                  <a:lnTo>
                    <a:pt x="5590" y="15802"/>
                  </a:lnTo>
                  <a:lnTo>
                    <a:pt x="5669" y="15901"/>
                  </a:lnTo>
                  <a:lnTo>
                    <a:pt x="5748" y="16000"/>
                  </a:lnTo>
                  <a:lnTo>
                    <a:pt x="5886" y="16039"/>
                  </a:lnTo>
                  <a:lnTo>
                    <a:pt x="6005" y="16079"/>
                  </a:lnTo>
                  <a:lnTo>
                    <a:pt x="6202" y="16158"/>
                  </a:lnTo>
                  <a:lnTo>
                    <a:pt x="6380" y="16217"/>
                  </a:lnTo>
                  <a:lnTo>
                    <a:pt x="6597" y="16217"/>
                  </a:lnTo>
                  <a:lnTo>
                    <a:pt x="6538" y="16177"/>
                  </a:lnTo>
                  <a:lnTo>
                    <a:pt x="6479" y="16177"/>
                  </a:lnTo>
                  <a:lnTo>
                    <a:pt x="6360" y="16158"/>
                  </a:lnTo>
                  <a:lnTo>
                    <a:pt x="6301" y="16138"/>
                  </a:lnTo>
                  <a:lnTo>
                    <a:pt x="6261" y="16118"/>
                  </a:lnTo>
                  <a:lnTo>
                    <a:pt x="6202" y="16079"/>
                  </a:lnTo>
                  <a:lnTo>
                    <a:pt x="6123" y="16000"/>
                  </a:lnTo>
                  <a:lnTo>
                    <a:pt x="6479" y="16039"/>
                  </a:lnTo>
                  <a:lnTo>
                    <a:pt x="6597" y="16118"/>
                  </a:lnTo>
                  <a:lnTo>
                    <a:pt x="6696" y="16197"/>
                  </a:lnTo>
                  <a:lnTo>
                    <a:pt x="6874" y="16395"/>
                  </a:lnTo>
                  <a:lnTo>
                    <a:pt x="7032" y="16553"/>
                  </a:lnTo>
                  <a:lnTo>
                    <a:pt x="7190" y="16711"/>
                  </a:lnTo>
                  <a:lnTo>
                    <a:pt x="7190" y="16711"/>
                  </a:lnTo>
                  <a:lnTo>
                    <a:pt x="6913" y="16612"/>
                  </a:lnTo>
                  <a:lnTo>
                    <a:pt x="6953" y="16592"/>
                  </a:lnTo>
                  <a:lnTo>
                    <a:pt x="6894" y="16573"/>
                  </a:lnTo>
                  <a:lnTo>
                    <a:pt x="6834" y="16553"/>
                  </a:lnTo>
                  <a:lnTo>
                    <a:pt x="6696" y="16494"/>
                  </a:lnTo>
                  <a:lnTo>
                    <a:pt x="6577" y="16454"/>
                  </a:lnTo>
                  <a:lnTo>
                    <a:pt x="6518" y="16454"/>
                  </a:lnTo>
                  <a:lnTo>
                    <a:pt x="6498" y="16474"/>
                  </a:lnTo>
                  <a:lnTo>
                    <a:pt x="6617" y="16494"/>
                  </a:lnTo>
                  <a:lnTo>
                    <a:pt x="6696" y="16533"/>
                  </a:lnTo>
                  <a:lnTo>
                    <a:pt x="6854" y="16632"/>
                  </a:lnTo>
                  <a:lnTo>
                    <a:pt x="7012" y="16731"/>
                  </a:lnTo>
                  <a:lnTo>
                    <a:pt x="7111" y="16790"/>
                  </a:lnTo>
                  <a:lnTo>
                    <a:pt x="7229" y="16829"/>
                  </a:lnTo>
                  <a:lnTo>
                    <a:pt x="7190" y="16829"/>
                  </a:lnTo>
                  <a:lnTo>
                    <a:pt x="7387" y="16928"/>
                  </a:lnTo>
                  <a:lnTo>
                    <a:pt x="7545" y="17047"/>
                  </a:lnTo>
                  <a:lnTo>
                    <a:pt x="7684" y="17165"/>
                  </a:lnTo>
                  <a:lnTo>
                    <a:pt x="7802" y="17303"/>
                  </a:lnTo>
                  <a:lnTo>
                    <a:pt x="7921" y="17402"/>
                  </a:lnTo>
                  <a:lnTo>
                    <a:pt x="8039" y="17501"/>
                  </a:lnTo>
                  <a:lnTo>
                    <a:pt x="8177" y="17540"/>
                  </a:lnTo>
                  <a:lnTo>
                    <a:pt x="8256" y="17560"/>
                  </a:lnTo>
                  <a:lnTo>
                    <a:pt x="8335" y="17560"/>
                  </a:lnTo>
                  <a:lnTo>
                    <a:pt x="8276" y="17481"/>
                  </a:lnTo>
                  <a:lnTo>
                    <a:pt x="8217" y="17402"/>
                  </a:lnTo>
                  <a:lnTo>
                    <a:pt x="8217" y="17303"/>
                  </a:lnTo>
                  <a:lnTo>
                    <a:pt x="8217" y="17284"/>
                  </a:lnTo>
                  <a:lnTo>
                    <a:pt x="8237" y="17264"/>
                  </a:lnTo>
                  <a:lnTo>
                    <a:pt x="8276" y="17323"/>
                  </a:lnTo>
                  <a:lnTo>
                    <a:pt x="8316" y="17382"/>
                  </a:lnTo>
                  <a:lnTo>
                    <a:pt x="8434" y="17481"/>
                  </a:lnTo>
                  <a:lnTo>
                    <a:pt x="8533" y="17580"/>
                  </a:lnTo>
                  <a:lnTo>
                    <a:pt x="8553" y="17619"/>
                  </a:lnTo>
                  <a:lnTo>
                    <a:pt x="8533" y="17659"/>
                  </a:lnTo>
                  <a:lnTo>
                    <a:pt x="8434" y="17619"/>
                  </a:lnTo>
                  <a:lnTo>
                    <a:pt x="8750" y="17876"/>
                  </a:lnTo>
                  <a:lnTo>
                    <a:pt x="8869" y="17975"/>
                  </a:lnTo>
                  <a:lnTo>
                    <a:pt x="8967" y="18014"/>
                  </a:lnTo>
                  <a:lnTo>
                    <a:pt x="9046" y="17975"/>
                  </a:lnTo>
                  <a:lnTo>
                    <a:pt x="9106" y="17935"/>
                  </a:lnTo>
                  <a:lnTo>
                    <a:pt x="9145" y="17935"/>
                  </a:lnTo>
                  <a:lnTo>
                    <a:pt x="9185" y="17916"/>
                  </a:lnTo>
                  <a:lnTo>
                    <a:pt x="9244" y="17935"/>
                  </a:lnTo>
                  <a:lnTo>
                    <a:pt x="9323" y="17955"/>
                  </a:lnTo>
                  <a:lnTo>
                    <a:pt x="9461" y="18093"/>
                  </a:lnTo>
                  <a:lnTo>
                    <a:pt x="9481" y="18133"/>
                  </a:lnTo>
                  <a:lnTo>
                    <a:pt x="9481" y="18153"/>
                  </a:lnTo>
                  <a:lnTo>
                    <a:pt x="9461" y="18172"/>
                  </a:lnTo>
                  <a:lnTo>
                    <a:pt x="9442" y="18192"/>
                  </a:lnTo>
                  <a:lnTo>
                    <a:pt x="9284" y="18192"/>
                  </a:lnTo>
                  <a:lnTo>
                    <a:pt x="9224" y="18212"/>
                  </a:lnTo>
                  <a:lnTo>
                    <a:pt x="9205" y="18232"/>
                  </a:lnTo>
                  <a:lnTo>
                    <a:pt x="9205" y="18271"/>
                  </a:lnTo>
                  <a:lnTo>
                    <a:pt x="9224" y="18311"/>
                  </a:lnTo>
                  <a:lnTo>
                    <a:pt x="9264" y="18350"/>
                  </a:lnTo>
                  <a:lnTo>
                    <a:pt x="9876" y="18607"/>
                  </a:lnTo>
                  <a:lnTo>
                    <a:pt x="9955" y="18785"/>
                  </a:lnTo>
                  <a:lnTo>
                    <a:pt x="10113" y="18884"/>
                  </a:lnTo>
                  <a:lnTo>
                    <a:pt x="10271" y="18982"/>
                  </a:lnTo>
                  <a:lnTo>
                    <a:pt x="10449" y="19061"/>
                  </a:lnTo>
                  <a:lnTo>
                    <a:pt x="10627" y="19121"/>
                  </a:lnTo>
                  <a:lnTo>
                    <a:pt x="10982" y="19239"/>
                  </a:lnTo>
                  <a:lnTo>
                    <a:pt x="11338" y="19318"/>
                  </a:lnTo>
                  <a:lnTo>
                    <a:pt x="11911" y="19377"/>
                  </a:lnTo>
                  <a:lnTo>
                    <a:pt x="12108" y="19417"/>
                  </a:lnTo>
                  <a:lnTo>
                    <a:pt x="12227" y="19456"/>
                  </a:lnTo>
                  <a:lnTo>
                    <a:pt x="12187" y="19516"/>
                  </a:lnTo>
                  <a:lnTo>
                    <a:pt x="12148" y="19535"/>
                  </a:lnTo>
                  <a:lnTo>
                    <a:pt x="12088" y="19555"/>
                  </a:lnTo>
                  <a:lnTo>
                    <a:pt x="12029" y="19575"/>
                  </a:lnTo>
                  <a:lnTo>
                    <a:pt x="11851" y="19555"/>
                  </a:lnTo>
                  <a:lnTo>
                    <a:pt x="11674" y="19516"/>
                  </a:lnTo>
                  <a:lnTo>
                    <a:pt x="11753" y="19595"/>
                  </a:lnTo>
                  <a:lnTo>
                    <a:pt x="11832" y="19634"/>
                  </a:lnTo>
                  <a:lnTo>
                    <a:pt x="11970" y="19674"/>
                  </a:lnTo>
                  <a:lnTo>
                    <a:pt x="12069" y="19693"/>
                  </a:lnTo>
                  <a:lnTo>
                    <a:pt x="12088" y="19693"/>
                  </a:lnTo>
                  <a:lnTo>
                    <a:pt x="12088" y="19733"/>
                  </a:lnTo>
                  <a:lnTo>
                    <a:pt x="12167" y="19772"/>
                  </a:lnTo>
                  <a:lnTo>
                    <a:pt x="12286" y="19812"/>
                  </a:lnTo>
                  <a:lnTo>
                    <a:pt x="12404" y="19832"/>
                  </a:lnTo>
                  <a:lnTo>
                    <a:pt x="12444" y="19812"/>
                  </a:lnTo>
                  <a:lnTo>
                    <a:pt x="12464" y="19772"/>
                  </a:lnTo>
                  <a:lnTo>
                    <a:pt x="12562" y="19851"/>
                  </a:lnTo>
                  <a:lnTo>
                    <a:pt x="12641" y="19930"/>
                  </a:lnTo>
                  <a:lnTo>
                    <a:pt x="12661" y="19990"/>
                  </a:lnTo>
                  <a:lnTo>
                    <a:pt x="12681" y="20029"/>
                  </a:lnTo>
                  <a:lnTo>
                    <a:pt x="12681" y="20069"/>
                  </a:lnTo>
                  <a:lnTo>
                    <a:pt x="12661" y="20088"/>
                  </a:lnTo>
                  <a:lnTo>
                    <a:pt x="12641" y="20108"/>
                  </a:lnTo>
                  <a:lnTo>
                    <a:pt x="12641" y="20128"/>
                  </a:lnTo>
                  <a:lnTo>
                    <a:pt x="12740" y="20148"/>
                  </a:lnTo>
                  <a:lnTo>
                    <a:pt x="12859" y="20207"/>
                  </a:lnTo>
                  <a:lnTo>
                    <a:pt x="12997" y="20286"/>
                  </a:lnTo>
                  <a:lnTo>
                    <a:pt x="13135" y="20385"/>
                  </a:lnTo>
                  <a:lnTo>
                    <a:pt x="13412" y="20602"/>
                  </a:lnTo>
                  <a:lnTo>
                    <a:pt x="13570" y="20701"/>
                  </a:lnTo>
                  <a:lnTo>
                    <a:pt x="13708" y="20780"/>
                  </a:lnTo>
                  <a:lnTo>
                    <a:pt x="13668" y="20878"/>
                  </a:lnTo>
                  <a:lnTo>
                    <a:pt x="13965" y="20997"/>
                  </a:lnTo>
                  <a:lnTo>
                    <a:pt x="14261" y="21116"/>
                  </a:lnTo>
                  <a:lnTo>
                    <a:pt x="14261" y="21116"/>
                  </a:lnTo>
                  <a:lnTo>
                    <a:pt x="14222" y="21076"/>
                  </a:lnTo>
                  <a:lnTo>
                    <a:pt x="14222" y="21056"/>
                  </a:lnTo>
                  <a:lnTo>
                    <a:pt x="14222" y="21036"/>
                  </a:lnTo>
                  <a:lnTo>
                    <a:pt x="14241" y="21017"/>
                  </a:lnTo>
                  <a:lnTo>
                    <a:pt x="14301" y="20997"/>
                  </a:lnTo>
                  <a:lnTo>
                    <a:pt x="14340" y="20957"/>
                  </a:lnTo>
                  <a:lnTo>
                    <a:pt x="14478" y="21036"/>
                  </a:lnTo>
                  <a:lnTo>
                    <a:pt x="14478" y="21036"/>
                  </a:lnTo>
                  <a:lnTo>
                    <a:pt x="14399" y="20938"/>
                  </a:lnTo>
                  <a:lnTo>
                    <a:pt x="14301" y="20859"/>
                  </a:lnTo>
                  <a:lnTo>
                    <a:pt x="14123" y="20720"/>
                  </a:lnTo>
                  <a:lnTo>
                    <a:pt x="13905" y="20582"/>
                  </a:lnTo>
                  <a:lnTo>
                    <a:pt x="13668" y="20464"/>
                  </a:lnTo>
                  <a:lnTo>
                    <a:pt x="13451" y="20325"/>
                  </a:lnTo>
                  <a:lnTo>
                    <a:pt x="13234" y="20187"/>
                  </a:lnTo>
                  <a:lnTo>
                    <a:pt x="13155" y="20088"/>
                  </a:lnTo>
                  <a:lnTo>
                    <a:pt x="13076" y="19990"/>
                  </a:lnTo>
                  <a:lnTo>
                    <a:pt x="12997" y="19891"/>
                  </a:lnTo>
                  <a:lnTo>
                    <a:pt x="12957" y="19772"/>
                  </a:lnTo>
                  <a:lnTo>
                    <a:pt x="12997" y="19792"/>
                  </a:lnTo>
                  <a:lnTo>
                    <a:pt x="13036" y="19792"/>
                  </a:lnTo>
                  <a:lnTo>
                    <a:pt x="13036" y="19772"/>
                  </a:lnTo>
                  <a:lnTo>
                    <a:pt x="13036" y="19753"/>
                  </a:lnTo>
                  <a:lnTo>
                    <a:pt x="13056" y="19733"/>
                  </a:lnTo>
                  <a:lnTo>
                    <a:pt x="13096" y="19733"/>
                  </a:lnTo>
                  <a:lnTo>
                    <a:pt x="13135" y="19753"/>
                  </a:lnTo>
                  <a:lnTo>
                    <a:pt x="13234" y="19871"/>
                  </a:lnTo>
                  <a:lnTo>
                    <a:pt x="13254" y="19911"/>
                  </a:lnTo>
                  <a:lnTo>
                    <a:pt x="13254" y="19930"/>
                  </a:lnTo>
                  <a:lnTo>
                    <a:pt x="13451" y="19950"/>
                  </a:lnTo>
                  <a:lnTo>
                    <a:pt x="13471" y="19950"/>
                  </a:lnTo>
                  <a:lnTo>
                    <a:pt x="13471" y="19930"/>
                  </a:lnTo>
                  <a:lnTo>
                    <a:pt x="13352" y="19832"/>
                  </a:lnTo>
                  <a:lnTo>
                    <a:pt x="13392" y="19812"/>
                  </a:lnTo>
                  <a:lnTo>
                    <a:pt x="13431" y="19792"/>
                  </a:lnTo>
                  <a:lnTo>
                    <a:pt x="13530" y="19812"/>
                  </a:lnTo>
                  <a:lnTo>
                    <a:pt x="13649" y="19851"/>
                  </a:lnTo>
                  <a:lnTo>
                    <a:pt x="13767" y="19930"/>
                  </a:lnTo>
                  <a:lnTo>
                    <a:pt x="14064" y="20108"/>
                  </a:lnTo>
                  <a:lnTo>
                    <a:pt x="14222" y="20207"/>
                  </a:lnTo>
                  <a:lnTo>
                    <a:pt x="14380" y="20286"/>
                  </a:lnTo>
                  <a:lnTo>
                    <a:pt x="14419" y="20365"/>
                  </a:lnTo>
                  <a:lnTo>
                    <a:pt x="14419" y="20385"/>
                  </a:lnTo>
                  <a:lnTo>
                    <a:pt x="14399" y="20404"/>
                  </a:lnTo>
                  <a:lnTo>
                    <a:pt x="14320" y="20404"/>
                  </a:lnTo>
                  <a:lnTo>
                    <a:pt x="14222" y="20385"/>
                  </a:lnTo>
                  <a:lnTo>
                    <a:pt x="13965" y="20306"/>
                  </a:lnTo>
                  <a:lnTo>
                    <a:pt x="13846" y="20246"/>
                  </a:lnTo>
                  <a:lnTo>
                    <a:pt x="13747" y="20227"/>
                  </a:lnTo>
                  <a:lnTo>
                    <a:pt x="13747" y="20227"/>
                  </a:lnTo>
                  <a:lnTo>
                    <a:pt x="13866" y="20286"/>
                  </a:lnTo>
                  <a:lnTo>
                    <a:pt x="13985" y="20325"/>
                  </a:lnTo>
                  <a:lnTo>
                    <a:pt x="14103" y="20404"/>
                  </a:lnTo>
                  <a:lnTo>
                    <a:pt x="14222" y="20503"/>
                  </a:lnTo>
                  <a:lnTo>
                    <a:pt x="14083" y="20602"/>
                  </a:lnTo>
                  <a:lnTo>
                    <a:pt x="14261" y="20681"/>
                  </a:lnTo>
                  <a:lnTo>
                    <a:pt x="14360" y="20701"/>
                  </a:lnTo>
                  <a:lnTo>
                    <a:pt x="14419" y="20701"/>
                  </a:lnTo>
                  <a:lnTo>
                    <a:pt x="14439" y="20681"/>
                  </a:lnTo>
                  <a:lnTo>
                    <a:pt x="14439" y="20582"/>
                  </a:lnTo>
                  <a:lnTo>
                    <a:pt x="14459" y="20543"/>
                  </a:lnTo>
                  <a:lnTo>
                    <a:pt x="14518" y="20503"/>
                  </a:lnTo>
                  <a:lnTo>
                    <a:pt x="14597" y="20483"/>
                  </a:lnTo>
                  <a:lnTo>
                    <a:pt x="14696" y="20503"/>
                  </a:lnTo>
                  <a:lnTo>
                    <a:pt x="14775" y="20562"/>
                  </a:lnTo>
                  <a:lnTo>
                    <a:pt x="14854" y="20622"/>
                  </a:lnTo>
                  <a:lnTo>
                    <a:pt x="15012" y="20760"/>
                  </a:lnTo>
                  <a:lnTo>
                    <a:pt x="15071" y="20799"/>
                  </a:lnTo>
                  <a:lnTo>
                    <a:pt x="15130" y="20839"/>
                  </a:lnTo>
                  <a:lnTo>
                    <a:pt x="15130" y="20839"/>
                  </a:lnTo>
                  <a:lnTo>
                    <a:pt x="14952" y="20799"/>
                  </a:lnTo>
                  <a:lnTo>
                    <a:pt x="15091" y="20878"/>
                  </a:lnTo>
                  <a:lnTo>
                    <a:pt x="15209" y="20938"/>
                  </a:lnTo>
                  <a:lnTo>
                    <a:pt x="15328" y="20977"/>
                  </a:lnTo>
                  <a:lnTo>
                    <a:pt x="15426" y="20997"/>
                  </a:lnTo>
                  <a:lnTo>
                    <a:pt x="15644" y="21036"/>
                  </a:lnTo>
                  <a:lnTo>
                    <a:pt x="15762" y="21056"/>
                  </a:lnTo>
                  <a:lnTo>
                    <a:pt x="15900" y="21116"/>
                  </a:lnTo>
                  <a:lnTo>
                    <a:pt x="16039" y="21293"/>
                  </a:lnTo>
                  <a:lnTo>
                    <a:pt x="15881" y="21195"/>
                  </a:lnTo>
                  <a:lnTo>
                    <a:pt x="15742" y="21155"/>
                  </a:lnTo>
                  <a:lnTo>
                    <a:pt x="15604" y="21135"/>
                  </a:lnTo>
                  <a:lnTo>
                    <a:pt x="15486" y="21135"/>
                  </a:lnTo>
                  <a:lnTo>
                    <a:pt x="15387" y="21155"/>
                  </a:lnTo>
                  <a:lnTo>
                    <a:pt x="15288" y="21155"/>
                  </a:lnTo>
                  <a:lnTo>
                    <a:pt x="15189" y="21135"/>
                  </a:lnTo>
                  <a:lnTo>
                    <a:pt x="15091" y="21076"/>
                  </a:lnTo>
                  <a:lnTo>
                    <a:pt x="15091" y="21076"/>
                  </a:lnTo>
                  <a:lnTo>
                    <a:pt x="15268" y="21214"/>
                  </a:lnTo>
                  <a:lnTo>
                    <a:pt x="15308" y="21274"/>
                  </a:lnTo>
                  <a:lnTo>
                    <a:pt x="15308" y="21313"/>
                  </a:lnTo>
                  <a:lnTo>
                    <a:pt x="15308" y="21333"/>
                  </a:lnTo>
                  <a:lnTo>
                    <a:pt x="15268" y="21353"/>
                  </a:lnTo>
                  <a:lnTo>
                    <a:pt x="15150" y="21372"/>
                  </a:lnTo>
                  <a:lnTo>
                    <a:pt x="14992" y="21372"/>
                  </a:lnTo>
                  <a:lnTo>
                    <a:pt x="14794" y="21353"/>
                  </a:lnTo>
                  <a:lnTo>
                    <a:pt x="14498" y="21313"/>
                  </a:lnTo>
                  <a:lnTo>
                    <a:pt x="14735" y="21432"/>
                  </a:lnTo>
                  <a:lnTo>
                    <a:pt x="14933" y="21530"/>
                  </a:lnTo>
                  <a:lnTo>
                    <a:pt x="15110" y="21649"/>
                  </a:lnTo>
                  <a:lnTo>
                    <a:pt x="15249" y="21767"/>
                  </a:lnTo>
                  <a:lnTo>
                    <a:pt x="15466" y="21787"/>
                  </a:lnTo>
                  <a:lnTo>
                    <a:pt x="15663" y="21827"/>
                  </a:lnTo>
                  <a:lnTo>
                    <a:pt x="16039" y="21985"/>
                  </a:lnTo>
                  <a:lnTo>
                    <a:pt x="16236" y="22044"/>
                  </a:lnTo>
                  <a:lnTo>
                    <a:pt x="16414" y="22083"/>
                  </a:lnTo>
                  <a:lnTo>
                    <a:pt x="16612" y="22103"/>
                  </a:lnTo>
                  <a:lnTo>
                    <a:pt x="16730" y="22103"/>
                  </a:lnTo>
                  <a:lnTo>
                    <a:pt x="16829" y="22083"/>
                  </a:lnTo>
                  <a:lnTo>
                    <a:pt x="16888" y="22103"/>
                  </a:lnTo>
                  <a:lnTo>
                    <a:pt x="16888" y="22123"/>
                  </a:lnTo>
                  <a:lnTo>
                    <a:pt x="16868" y="22143"/>
                  </a:lnTo>
                  <a:lnTo>
                    <a:pt x="16829" y="22143"/>
                  </a:lnTo>
                  <a:lnTo>
                    <a:pt x="16750" y="22162"/>
                  </a:lnTo>
                  <a:lnTo>
                    <a:pt x="16770" y="22182"/>
                  </a:lnTo>
                  <a:lnTo>
                    <a:pt x="16849" y="22202"/>
                  </a:lnTo>
                  <a:lnTo>
                    <a:pt x="17244" y="22281"/>
                  </a:lnTo>
                  <a:lnTo>
                    <a:pt x="17461" y="22320"/>
                  </a:lnTo>
                  <a:lnTo>
                    <a:pt x="17658" y="22340"/>
                  </a:lnTo>
                  <a:lnTo>
                    <a:pt x="18073" y="22340"/>
                  </a:lnTo>
                  <a:lnTo>
                    <a:pt x="18271" y="22320"/>
                  </a:lnTo>
                  <a:lnTo>
                    <a:pt x="18310" y="22281"/>
                  </a:lnTo>
                  <a:lnTo>
                    <a:pt x="18330" y="22301"/>
                  </a:lnTo>
                  <a:lnTo>
                    <a:pt x="18330" y="22340"/>
                  </a:lnTo>
                  <a:lnTo>
                    <a:pt x="18310" y="22439"/>
                  </a:lnTo>
                  <a:lnTo>
                    <a:pt x="18330" y="22459"/>
                  </a:lnTo>
                  <a:lnTo>
                    <a:pt x="18350" y="22459"/>
                  </a:lnTo>
                  <a:lnTo>
                    <a:pt x="18389" y="22439"/>
                  </a:lnTo>
                  <a:lnTo>
                    <a:pt x="18508" y="22439"/>
                  </a:lnTo>
                  <a:lnTo>
                    <a:pt x="18567" y="22498"/>
                  </a:lnTo>
                  <a:lnTo>
                    <a:pt x="18606" y="22538"/>
                  </a:lnTo>
                  <a:lnTo>
                    <a:pt x="18685" y="22656"/>
                  </a:lnTo>
                  <a:lnTo>
                    <a:pt x="18883" y="22972"/>
                  </a:lnTo>
                  <a:lnTo>
                    <a:pt x="19120" y="23308"/>
                  </a:lnTo>
                  <a:lnTo>
                    <a:pt x="19397" y="23683"/>
                  </a:lnTo>
                  <a:lnTo>
                    <a:pt x="19160" y="23545"/>
                  </a:lnTo>
                  <a:lnTo>
                    <a:pt x="19160" y="23545"/>
                  </a:lnTo>
                  <a:lnTo>
                    <a:pt x="19318" y="23743"/>
                  </a:lnTo>
                  <a:lnTo>
                    <a:pt x="19456" y="23940"/>
                  </a:lnTo>
                  <a:lnTo>
                    <a:pt x="19614" y="24059"/>
                  </a:lnTo>
                  <a:lnTo>
                    <a:pt x="19693" y="24098"/>
                  </a:lnTo>
                  <a:lnTo>
                    <a:pt x="19772" y="24118"/>
                  </a:lnTo>
                  <a:lnTo>
                    <a:pt x="19811" y="24217"/>
                  </a:lnTo>
                  <a:lnTo>
                    <a:pt x="19871" y="24315"/>
                  </a:lnTo>
                  <a:lnTo>
                    <a:pt x="19950" y="24394"/>
                  </a:lnTo>
                  <a:lnTo>
                    <a:pt x="20029" y="24473"/>
                  </a:lnTo>
                  <a:lnTo>
                    <a:pt x="20266" y="24631"/>
                  </a:lnTo>
                  <a:lnTo>
                    <a:pt x="20503" y="24770"/>
                  </a:lnTo>
                  <a:lnTo>
                    <a:pt x="20759" y="24908"/>
                  </a:lnTo>
                  <a:lnTo>
                    <a:pt x="21016" y="25046"/>
                  </a:lnTo>
                  <a:lnTo>
                    <a:pt x="21233" y="25184"/>
                  </a:lnTo>
                  <a:lnTo>
                    <a:pt x="21332" y="25283"/>
                  </a:lnTo>
                  <a:lnTo>
                    <a:pt x="21411" y="25362"/>
                  </a:lnTo>
                  <a:lnTo>
                    <a:pt x="21629" y="25461"/>
                  </a:lnTo>
                  <a:lnTo>
                    <a:pt x="21826" y="25540"/>
                  </a:lnTo>
                  <a:lnTo>
                    <a:pt x="21984" y="25560"/>
                  </a:lnTo>
                  <a:lnTo>
                    <a:pt x="22122" y="25560"/>
                  </a:lnTo>
                  <a:lnTo>
                    <a:pt x="22399" y="25540"/>
                  </a:lnTo>
                  <a:lnTo>
                    <a:pt x="22557" y="25540"/>
                  </a:lnTo>
                  <a:lnTo>
                    <a:pt x="22754" y="25579"/>
                  </a:lnTo>
                  <a:lnTo>
                    <a:pt x="22715" y="25619"/>
                  </a:lnTo>
                  <a:lnTo>
                    <a:pt x="22675" y="25678"/>
                  </a:lnTo>
                  <a:lnTo>
                    <a:pt x="22675" y="25718"/>
                  </a:lnTo>
                  <a:lnTo>
                    <a:pt x="22675" y="25737"/>
                  </a:lnTo>
                  <a:lnTo>
                    <a:pt x="22735" y="25777"/>
                  </a:lnTo>
                  <a:lnTo>
                    <a:pt x="22814" y="25816"/>
                  </a:lnTo>
                  <a:lnTo>
                    <a:pt x="23169" y="25856"/>
                  </a:lnTo>
                  <a:lnTo>
                    <a:pt x="23525" y="25876"/>
                  </a:lnTo>
                  <a:lnTo>
                    <a:pt x="23880" y="25876"/>
                  </a:lnTo>
                  <a:lnTo>
                    <a:pt x="24236" y="25856"/>
                  </a:lnTo>
                  <a:lnTo>
                    <a:pt x="24572" y="25816"/>
                  </a:lnTo>
                  <a:lnTo>
                    <a:pt x="24907" y="25777"/>
                  </a:lnTo>
                  <a:lnTo>
                    <a:pt x="25243" y="25718"/>
                  </a:lnTo>
                  <a:lnTo>
                    <a:pt x="25559" y="25619"/>
                  </a:lnTo>
                  <a:lnTo>
                    <a:pt x="25895" y="25520"/>
                  </a:lnTo>
                  <a:lnTo>
                    <a:pt x="26211" y="25421"/>
                  </a:lnTo>
                  <a:lnTo>
                    <a:pt x="26527" y="25283"/>
                  </a:lnTo>
                  <a:lnTo>
                    <a:pt x="26823" y="25145"/>
                  </a:lnTo>
                  <a:lnTo>
                    <a:pt x="27139" y="24987"/>
                  </a:lnTo>
                  <a:lnTo>
                    <a:pt x="27436" y="24809"/>
                  </a:lnTo>
                  <a:lnTo>
                    <a:pt x="27732" y="24612"/>
                  </a:lnTo>
                  <a:lnTo>
                    <a:pt x="28028" y="24394"/>
                  </a:lnTo>
                  <a:lnTo>
                    <a:pt x="28008" y="24434"/>
                  </a:lnTo>
                  <a:lnTo>
                    <a:pt x="27989" y="24473"/>
                  </a:lnTo>
                  <a:lnTo>
                    <a:pt x="27910" y="24533"/>
                  </a:lnTo>
                  <a:lnTo>
                    <a:pt x="28107" y="24394"/>
                  </a:lnTo>
                  <a:lnTo>
                    <a:pt x="28305" y="24256"/>
                  </a:lnTo>
                  <a:lnTo>
                    <a:pt x="28641" y="23940"/>
                  </a:lnTo>
                  <a:lnTo>
                    <a:pt x="28937" y="23604"/>
                  </a:lnTo>
                  <a:lnTo>
                    <a:pt x="29233" y="23249"/>
                  </a:lnTo>
                  <a:lnTo>
                    <a:pt x="29470" y="22913"/>
                  </a:lnTo>
                  <a:lnTo>
                    <a:pt x="29707" y="22557"/>
                  </a:lnTo>
                  <a:lnTo>
                    <a:pt x="30161" y="21925"/>
                  </a:lnTo>
                  <a:lnTo>
                    <a:pt x="30240" y="21728"/>
                  </a:lnTo>
                  <a:lnTo>
                    <a:pt x="30319" y="21511"/>
                  </a:lnTo>
                  <a:lnTo>
                    <a:pt x="30339" y="21412"/>
                  </a:lnTo>
                  <a:lnTo>
                    <a:pt x="30339" y="21333"/>
                  </a:lnTo>
                  <a:lnTo>
                    <a:pt x="30319" y="21293"/>
                  </a:lnTo>
                  <a:lnTo>
                    <a:pt x="30260" y="21313"/>
                  </a:lnTo>
                  <a:lnTo>
                    <a:pt x="30221" y="21372"/>
                  </a:lnTo>
                  <a:lnTo>
                    <a:pt x="30181" y="21412"/>
                  </a:lnTo>
                  <a:lnTo>
                    <a:pt x="30122" y="21432"/>
                  </a:lnTo>
                  <a:lnTo>
                    <a:pt x="30082" y="21451"/>
                  </a:lnTo>
                  <a:lnTo>
                    <a:pt x="29984" y="21432"/>
                  </a:lnTo>
                  <a:lnTo>
                    <a:pt x="29924" y="21392"/>
                  </a:lnTo>
                  <a:lnTo>
                    <a:pt x="30023" y="21155"/>
                  </a:lnTo>
                  <a:lnTo>
                    <a:pt x="30102" y="21017"/>
                  </a:lnTo>
                  <a:lnTo>
                    <a:pt x="30181" y="20938"/>
                  </a:lnTo>
                  <a:lnTo>
                    <a:pt x="30240" y="20898"/>
                  </a:lnTo>
                  <a:lnTo>
                    <a:pt x="30319" y="20878"/>
                  </a:lnTo>
                  <a:lnTo>
                    <a:pt x="30379" y="20839"/>
                  </a:lnTo>
                  <a:lnTo>
                    <a:pt x="30438" y="20740"/>
                  </a:lnTo>
                  <a:lnTo>
                    <a:pt x="30517" y="20602"/>
                  </a:lnTo>
                  <a:lnTo>
                    <a:pt x="30596" y="20582"/>
                  </a:lnTo>
                  <a:lnTo>
                    <a:pt x="30616" y="20602"/>
                  </a:lnTo>
                  <a:lnTo>
                    <a:pt x="30635" y="20622"/>
                  </a:lnTo>
                  <a:lnTo>
                    <a:pt x="30635" y="20681"/>
                  </a:lnTo>
                  <a:lnTo>
                    <a:pt x="30635" y="20760"/>
                  </a:lnTo>
                  <a:lnTo>
                    <a:pt x="30616" y="20938"/>
                  </a:lnTo>
                  <a:lnTo>
                    <a:pt x="30635" y="21017"/>
                  </a:lnTo>
                  <a:lnTo>
                    <a:pt x="30655" y="21056"/>
                  </a:lnTo>
                  <a:lnTo>
                    <a:pt x="30675" y="21076"/>
                  </a:lnTo>
                  <a:lnTo>
                    <a:pt x="30793" y="20641"/>
                  </a:lnTo>
                  <a:lnTo>
                    <a:pt x="30872" y="20227"/>
                  </a:lnTo>
                  <a:lnTo>
                    <a:pt x="30951" y="20069"/>
                  </a:lnTo>
                  <a:lnTo>
                    <a:pt x="31011" y="19911"/>
                  </a:lnTo>
                  <a:lnTo>
                    <a:pt x="31110" y="19575"/>
                  </a:lnTo>
                  <a:lnTo>
                    <a:pt x="31189" y="19259"/>
                  </a:lnTo>
                  <a:lnTo>
                    <a:pt x="31248" y="19101"/>
                  </a:lnTo>
                  <a:lnTo>
                    <a:pt x="31289" y="19005"/>
                  </a:lnTo>
                  <a:lnTo>
                    <a:pt x="31289" y="19005"/>
                  </a:lnTo>
                  <a:lnTo>
                    <a:pt x="31307" y="19042"/>
                  </a:lnTo>
                  <a:lnTo>
                    <a:pt x="31327" y="19101"/>
                  </a:lnTo>
                  <a:lnTo>
                    <a:pt x="31347" y="19140"/>
                  </a:lnTo>
                  <a:lnTo>
                    <a:pt x="31347" y="19180"/>
                  </a:lnTo>
                  <a:lnTo>
                    <a:pt x="31347" y="19239"/>
                  </a:lnTo>
                  <a:lnTo>
                    <a:pt x="31287" y="19338"/>
                  </a:lnTo>
                  <a:lnTo>
                    <a:pt x="31287" y="19298"/>
                  </a:lnTo>
                  <a:lnTo>
                    <a:pt x="31268" y="19259"/>
                  </a:lnTo>
                  <a:lnTo>
                    <a:pt x="31208" y="19476"/>
                  </a:lnTo>
                  <a:lnTo>
                    <a:pt x="31189" y="19614"/>
                  </a:lnTo>
                  <a:lnTo>
                    <a:pt x="31189" y="19713"/>
                  </a:lnTo>
                  <a:lnTo>
                    <a:pt x="31189" y="19792"/>
                  </a:lnTo>
                  <a:lnTo>
                    <a:pt x="31189" y="19950"/>
                  </a:lnTo>
                  <a:lnTo>
                    <a:pt x="31169" y="20088"/>
                  </a:lnTo>
                  <a:lnTo>
                    <a:pt x="31129" y="20266"/>
                  </a:lnTo>
                  <a:lnTo>
                    <a:pt x="31228" y="19832"/>
                  </a:lnTo>
                  <a:lnTo>
                    <a:pt x="31347" y="19377"/>
                  </a:lnTo>
                  <a:lnTo>
                    <a:pt x="31445" y="18923"/>
                  </a:lnTo>
                  <a:lnTo>
                    <a:pt x="31544" y="18528"/>
                  </a:lnTo>
                  <a:lnTo>
                    <a:pt x="31485" y="18528"/>
                  </a:lnTo>
                  <a:lnTo>
                    <a:pt x="31465" y="18488"/>
                  </a:lnTo>
                  <a:lnTo>
                    <a:pt x="31465" y="18429"/>
                  </a:lnTo>
                  <a:lnTo>
                    <a:pt x="31465" y="18350"/>
                  </a:lnTo>
                  <a:lnTo>
                    <a:pt x="31485" y="18153"/>
                  </a:lnTo>
                  <a:lnTo>
                    <a:pt x="31485" y="18054"/>
                  </a:lnTo>
                  <a:lnTo>
                    <a:pt x="31465" y="17995"/>
                  </a:lnTo>
                  <a:lnTo>
                    <a:pt x="31485" y="17955"/>
                  </a:lnTo>
                  <a:lnTo>
                    <a:pt x="31465" y="17935"/>
                  </a:lnTo>
                  <a:lnTo>
                    <a:pt x="31445" y="17916"/>
                  </a:lnTo>
                  <a:lnTo>
                    <a:pt x="31426" y="17797"/>
                  </a:lnTo>
                  <a:lnTo>
                    <a:pt x="31406" y="17560"/>
                  </a:lnTo>
                  <a:lnTo>
                    <a:pt x="31603" y="17481"/>
                  </a:lnTo>
                  <a:lnTo>
                    <a:pt x="31603" y="17422"/>
                  </a:lnTo>
                  <a:lnTo>
                    <a:pt x="31584" y="17382"/>
                  </a:lnTo>
                  <a:lnTo>
                    <a:pt x="31564" y="17382"/>
                  </a:lnTo>
                  <a:lnTo>
                    <a:pt x="31544" y="17402"/>
                  </a:lnTo>
                  <a:lnTo>
                    <a:pt x="31524" y="17402"/>
                  </a:lnTo>
                  <a:lnTo>
                    <a:pt x="31505" y="17363"/>
                  </a:lnTo>
                  <a:lnTo>
                    <a:pt x="31505" y="17303"/>
                  </a:lnTo>
                  <a:lnTo>
                    <a:pt x="31505" y="16987"/>
                  </a:lnTo>
                  <a:lnTo>
                    <a:pt x="31544" y="16533"/>
                  </a:lnTo>
                  <a:lnTo>
                    <a:pt x="31564" y="16316"/>
                  </a:lnTo>
                  <a:lnTo>
                    <a:pt x="31603" y="16138"/>
                  </a:lnTo>
                  <a:lnTo>
                    <a:pt x="31663" y="16000"/>
                  </a:lnTo>
                  <a:lnTo>
                    <a:pt x="31682" y="15960"/>
                  </a:lnTo>
                  <a:lnTo>
                    <a:pt x="31722" y="15921"/>
                  </a:lnTo>
                  <a:lnTo>
                    <a:pt x="31702" y="15703"/>
                  </a:lnTo>
                  <a:lnTo>
                    <a:pt x="31663" y="15526"/>
                  </a:lnTo>
                  <a:lnTo>
                    <a:pt x="31623" y="15348"/>
                  </a:lnTo>
                  <a:lnTo>
                    <a:pt x="31623" y="15131"/>
                  </a:lnTo>
                  <a:lnTo>
                    <a:pt x="31663" y="15150"/>
                  </a:lnTo>
                  <a:lnTo>
                    <a:pt x="31682" y="15190"/>
                  </a:lnTo>
                  <a:lnTo>
                    <a:pt x="31722" y="15249"/>
                  </a:lnTo>
                  <a:lnTo>
                    <a:pt x="31722" y="14953"/>
                  </a:lnTo>
                  <a:lnTo>
                    <a:pt x="31722" y="14657"/>
                  </a:lnTo>
                  <a:lnTo>
                    <a:pt x="31702" y="14321"/>
                  </a:lnTo>
                  <a:lnTo>
                    <a:pt x="31682" y="13965"/>
                  </a:lnTo>
                  <a:lnTo>
                    <a:pt x="31623" y="13590"/>
                  </a:lnTo>
                  <a:lnTo>
                    <a:pt x="31544" y="13195"/>
                  </a:lnTo>
                  <a:lnTo>
                    <a:pt x="31426" y="12800"/>
                  </a:lnTo>
                  <a:lnTo>
                    <a:pt x="31268" y="12385"/>
                  </a:lnTo>
                  <a:lnTo>
                    <a:pt x="31070" y="12109"/>
                  </a:lnTo>
                  <a:lnTo>
                    <a:pt x="30853" y="11872"/>
                  </a:lnTo>
                  <a:lnTo>
                    <a:pt x="30675" y="11714"/>
                  </a:lnTo>
                  <a:lnTo>
                    <a:pt x="30517" y="11595"/>
                  </a:lnTo>
                  <a:lnTo>
                    <a:pt x="30458" y="11536"/>
                  </a:lnTo>
                  <a:lnTo>
                    <a:pt x="30418" y="11516"/>
                  </a:lnTo>
                  <a:lnTo>
                    <a:pt x="30359" y="11496"/>
                  </a:lnTo>
                  <a:lnTo>
                    <a:pt x="30221" y="11457"/>
                  </a:lnTo>
                  <a:lnTo>
                    <a:pt x="30260" y="11496"/>
                  </a:lnTo>
                  <a:lnTo>
                    <a:pt x="30280" y="11555"/>
                  </a:lnTo>
                  <a:lnTo>
                    <a:pt x="30280" y="11595"/>
                  </a:lnTo>
                  <a:lnTo>
                    <a:pt x="30260" y="11615"/>
                  </a:lnTo>
                  <a:lnTo>
                    <a:pt x="30240" y="11634"/>
                  </a:lnTo>
                  <a:lnTo>
                    <a:pt x="30122" y="11634"/>
                  </a:lnTo>
                  <a:lnTo>
                    <a:pt x="30082" y="11595"/>
                  </a:lnTo>
                  <a:lnTo>
                    <a:pt x="30003" y="11476"/>
                  </a:lnTo>
                  <a:lnTo>
                    <a:pt x="29964" y="11437"/>
                  </a:lnTo>
                  <a:lnTo>
                    <a:pt x="30003" y="11417"/>
                  </a:lnTo>
                  <a:lnTo>
                    <a:pt x="30023" y="11378"/>
                  </a:lnTo>
                  <a:lnTo>
                    <a:pt x="30043" y="11299"/>
                  </a:lnTo>
                  <a:lnTo>
                    <a:pt x="30043" y="11279"/>
                  </a:lnTo>
                  <a:lnTo>
                    <a:pt x="30082" y="11279"/>
                  </a:lnTo>
                  <a:lnTo>
                    <a:pt x="30102" y="11338"/>
                  </a:lnTo>
                  <a:lnTo>
                    <a:pt x="30161" y="11279"/>
                  </a:lnTo>
                  <a:lnTo>
                    <a:pt x="30181" y="11239"/>
                  </a:lnTo>
                  <a:lnTo>
                    <a:pt x="30201" y="11200"/>
                  </a:lnTo>
                  <a:lnTo>
                    <a:pt x="30181" y="11160"/>
                  </a:lnTo>
                  <a:lnTo>
                    <a:pt x="30181" y="11002"/>
                  </a:lnTo>
                  <a:lnTo>
                    <a:pt x="30122" y="10588"/>
                  </a:lnTo>
                  <a:lnTo>
                    <a:pt x="30142" y="10430"/>
                  </a:lnTo>
                  <a:lnTo>
                    <a:pt x="30142" y="10390"/>
                  </a:lnTo>
                  <a:lnTo>
                    <a:pt x="30181" y="10370"/>
                  </a:lnTo>
                  <a:lnTo>
                    <a:pt x="30142" y="10272"/>
                  </a:lnTo>
                  <a:lnTo>
                    <a:pt x="30082" y="10133"/>
                  </a:lnTo>
                  <a:lnTo>
                    <a:pt x="30023" y="9936"/>
                  </a:lnTo>
                  <a:lnTo>
                    <a:pt x="29924" y="9738"/>
                  </a:lnTo>
                  <a:lnTo>
                    <a:pt x="29826" y="9541"/>
                  </a:lnTo>
                  <a:lnTo>
                    <a:pt x="29707" y="9363"/>
                  </a:lnTo>
                  <a:lnTo>
                    <a:pt x="29589" y="9205"/>
                  </a:lnTo>
                  <a:lnTo>
                    <a:pt x="29470" y="9106"/>
                  </a:lnTo>
                  <a:lnTo>
                    <a:pt x="29470" y="9086"/>
                  </a:lnTo>
                  <a:lnTo>
                    <a:pt x="29490" y="9086"/>
                  </a:lnTo>
                  <a:lnTo>
                    <a:pt x="29529" y="9106"/>
                  </a:lnTo>
                  <a:lnTo>
                    <a:pt x="29648" y="9244"/>
                  </a:lnTo>
                  <a:lnTo>
                    <a:pt x="29766" y="9403"/>
                  </a:lnTo>
                  <a:lnTo>
                    <a:pt x="29806" y="9442"/>
                  </a:lnTo>
                  <a:lnTo>
                    <a:pt x="29845" y="9462"/>
                  </a:lnTo>
                  <a:lnTo>
                    <a:pt x="29727" y="9284"/>
                  </a:lnTo>
                  <a:lnTo>
                    <a:pt x="29589" y="9106"/>
                  </a:lnTo>
                  <a:lnTo>
                    <a:pt x="29648" y="9067"/>
                  </a:lnTo>
                  <a:lnTo>
                    <a:pt x="29490" y="8849"/>
                  </a:lnTo>
                  <a:lnTo>
                    <a:pt x="29352" y="8691"/>
                  </a:lnTo>
                  <a:lnTo>
                    <a:pt x="29213" y="8573"/>
                  </a:lnTo>
                  <a:lnTo>
                    <a:pt x="29075" y="8494"/>
                  </a:lnTo>
                  <a:lnTo>
                    <a:pt x="28818" y="8375"/>
                  </a:lnTo>
                  <a:lnTo>
                    <a:pt x="28700" y="8336"/>
                  </a:lnTo>
                  <a:lnTo>
                    <a:pt x="28561" y="8257"/>
                  </a:lnTo>
                  <a:lnTo>
                    <a:pt x="28581" y="8237"/>
                  </a:lnTo>
                  <a:lnTo>
                    <a:pt x="28344" y="8099"/>
                  </a:lnTo>
                  <a:lnTo>
                    <a:pt x="28344" y="8099"/>
                  </a:lnTo>
                  <a:lnTo>
                    <a:pt x="28720" y="8158"/>
                  </a:lnTo>
                  <a:lnTo>
                    <a:pt x="28581" y="8079"/>
                  </a:lnTo>
                  <a:lnTo>
                    <a:pt x="28443" y="8000"/>
                  </a:lnTo>
                  <a:lnTo>
                    <a:pt x="28186" y="7901"/>
                  </a:lnTo>
                  <a:lnTo>
                    <a:pt x="27910" y="7803"/>
                  </a:lnTo>
                  <a:lnTo>
                    <a:pt x="27594" y="7684"/>
                  </a:lnTo>
                  <a:lnTo>
                    <a:pt x="27574" y="7605"/>
                  </a:lnTo>
                  <a:lnTo>
                    <a:pt x="27297" y="7546"/>
                  </a:lnTo>
                  <a:lnTo>
                    <a:pt x="27357" y="7546"/>
                  </a:lnTo>
                  <a:lnTo>
                    <a:pt x="27357" y="7526"/>
                  </a:lnTo>
                  <a:lnTo>
                    <a:pt x="27357" y="7506"/>
                  </a:lnTo>
                  <a:lnTo>
                    <a:pt x="27218" y="7506"/>
                  </a:lnTo>
                  <a:lnTo>
                    <a:pt x="27080" y="7487"/>
                  </a:lnTo>
                  <a:lnTo>
                    <a:pt x="26764" y="7427"/>
                  </a:lnTo>
                  <a:lnTo>
                    <a:pt x="26468" y="7368"/>
                  </a:lnTo>
                  <a:lnTo>
                    <a:pt x="26349" y="7348"/>
                  </a:lnTo>
                  <a:lnTo>
                    <a:pt x="26231" y="7368"/>
                  </a:lnTo>
                  <a:lnTo>
                    <a:pt x="26172" y="7348"/>
                  </a:lnTo>
                  <a:lnTo>
                    <a:pt x="26112" y="7289"/>
                  </a:lnTo>
                  <a:lnTo>
                    <a:pt x="26013" y="7210"/>
                  </a:lnTo>
                  <a:lnTo>
                    <a:pt x="25954" y="7171"/>
                  </a:lnTo>
                  <a:lnTo>
                    <a:pt x="25895" y="7131"/>
                  </a:lnTo>
                  <a:lnTo>
                    <a:pt x="25816" y="7131"/>
                  </a:lnTo>
                  <a:lnTo>
                    <a:pt x="25717" y="7151"/>
                  </a:lnTo>
                  <a:lnTo>
                    <a:pt x="25816" y="6953"/>
                  </a:lnTo>
                  <a:lnTo>
                    <a:pt x="25994" y="6993"/>
                  </a:lnTo>
                  <a:lnTo>
                    <a:pt x="26092" y="7032"/>
                  </a:lnTo>
                  <a:lnTo>
                    <a:pt x="26152" y="7072"/>
                  </a:lnTo>
                  <a:lnTo>
                    <a:pt x="26191" y="7111"/>
                  </a:lnTo>
                  <a:lnTo>
                    <a:pt x="26231" y="7151"/>
                  </a:lnTo>
                  <a:lnTo>
                    <a:pt x="26310" y="7171"/>
                  </a:lnTo>
                  <a:lnTo>
                    <a:pt x="26428" y="7210"/>
                  </a:lnTo>
                  <a:lnTo>
                    <a:pt x="26606" y="7250"/>
                  </a:lnTo>
                  <a:lnTo>
                    <a:pt x="26527" y="7171"/>
                  </a:lnTo>
                  <a:lnTo>
                    <a:pt x="26428" y="7111"/>
                  </a:lnTo>
                  <a:lnTo>
                    <a:pt x="26191" y="6973"/>
                  </a:lnTo>
                  <a:lnTo>
                    <a:pt x="25875" y="6854"/>
                  </a:lnTo>
                  <a:lnTo>
                    <a:pt x="25539" y="6736"/>
                  </a:lnTo>
                  <a:lnTo>
                    <a:pt x="25204" y="6657"/>
                  </a:lnTo>
                  <a:lnTo>
                    <a:pt x="24848" y="6598"/>
                  </a:lnTo>
                  <a:lnTo>
                    <a:pt x="24216" y="6479"/>
                  </a:lnTo>
                  <a:lnTo>
                    <a:pt x="23959" y="6459"/>
                  </a:lnTo>
                  <a:lnTo>
                    <a:pt x="23683" y="6420"/>
                  </a:lnTo>
                  <a:lnTo>
                    <a:pt x="23110" y="6321"/>
                  </a:lnTo>
                  <a:lnTo>
                    <a:pt x="22853" y="6282"/>
                  </a:lnTo>
                  <a:lnTo>
                    <a:pt x="22616" y="6262"/>
                  </a:lnTo>
                  <a:lnTo>
                    <a:pt x="22399" y="6262"/>
                  </a:lnTo>
                  <a:lnTo>
                    <a:pt x="22320" y="6301"/>
                  </a:lnTo>
                  <a:lnTo>
                    <a:pt x="22261" y="6341"/>
                  </a:lnTo>
                  <a:lnTo>
                    <a:pt x="22261" y="6341"/>
                  </a:lnTo>
                  <a:lnTo>
                    <a:pt x="22340" y="6222"/>
                  </a:lnTo>
                  <a:lnTo>
                    <a:pt x="21332" y="5926"/>
                  </a:lnTo>
                  <a:lnTo>
                    <a:pt x="21016" y="5867"/>
                  </a:lnTo>
                  <a:lnTo>
                    <a:pt x="20740" y="5808"/>
                  </a:lnTo>
                  <a:lnTo>
                    <a:pt x="20463" y="5729"/>
                  </a:lnTo>
                  <a:lnTo>
                    <a:pt x="20226" y="5630"/>
                  </a:lnTo>
                  <a:lnTo>
                    <a:pt x="19811" y="5452"/>
                  </a:lnTo>
                  <a:lnTo>
                    <a:pt x="19594" y="5353"/>
                  </a:lnTo>
                  <a:lnTo>
                    <a:pt x="19357" y="5274"/>
                  </a:lnTo>
                  <a:lnTo>
                    <a:pt x="19258" y="5077"/>
                  </a:lnTo>
                  <a:lnTo>
                    <a:pt x="19100" y="5057"/>
                  </a:lnTo>
                  <a:lnTo>
                    <a:pt x="18942" y="4998"/>
                  </a:lnTo>
                  <a:lnTo>
                    <a:pt x="18547" y="4820"/>
                  </a:lnTo>
                  <a:lnTo>
                    <a:pt x="18113" y="4622"/>
                  </a:lnTo>
                  <a:lnTo>
                    <a:pt x="17678" y="4445"/>
                  </a:lnTo>
                  <a:lnTo>
                    <a:pt x="17263" y="4287"/>
                  </a:lnTo>
                  <a:lnTo>
                    <a:pt x="16888" y="4188"/>
                  </a:lnTo>
                  <a:lnTo>
                    <a:pt x="16710" y="4148"/>
                  </a:lnTo>
                  <a:lnTo>
                    <a:pt x="16552" y="4129"/>
                  </a:lnTo>
                  <a:lnTo>
                    <a:pt x="16434" y="4129"/>
                  </a:lnTo>
                  <a:lnTo>
                    <a:pt x="16295" y="4148"/>
                  </a:lnTo>
                  <a:lnTo>
                    <a:pt x="16236" y="4069"/>
                  </a:lnTo>
                  <a:lnTo>
                    <a:pt x="16216" y="4030"/>
                  </a:lnTo>
                  <a:lnTo>
                    <a:pt x="16236" y="4010"/>
                  </a:lnTo>
                  <a:lnTo>
                    <a:pt x="16295" y="3990"/>
                  </a:lnTo>
                  <a:lnTo>
                    <a:pt x="16434" y="4010"/>
                  </a:lnTo>
                  <a:lnTo>
                    <a:pt x="16552" y="4010"/>
                  </a:lnTo>
                  <a:lnTo>
                    <a:pt x="16454" y="3951"/>
                  </a:lnTo>
                  <a:lnTo>
                    <a:pt x="16315" y="3911"/>
                  </a:lnTo>
                  <a:lnTo>
                    <a:pt x="16058" y="3852"/>
                  </a:lnTo>
                  <a:lnTo>
                    <a:pt x="15920" y="3813"/>
                  </a:lnTo>
                  <a:lnTo>
                    <a:pt x="15821" y="3753"/>
                  </a:lnTo>
                  <a:lnTo>
                    <a:pt x="15723" y="3674"/>
                  </a:lnTo>
                  <a:lnTo>
                    <a:pt x="15683" y="3635"/>
                  </a:lnTo>
                  <a:lnTo>
                    <a:pt x="15663" y="3576"/>
                  </a:lnTo>
                  <a:lnTo>
                    <a:pt x="15742" y="3576"/>
                  </a:lnTo>
                  <a:lnTo>
                    <a:pt x="15841" y="3615"/>
                  </a:lnTo>
                  <a:lnTo>
                    <a:pt x="15900" y="3635"/>
                  </a:lnTo>
                  <a:lnTo>
                    <a:pt x="15920" y="3635"/>
                  </a:lnTo>
                  <a:lnTo>
                    <a:pt x="15881" y="3595"/>
                  </a:lnTo>
                  <a:lnTo>
                    <a:pt x="15841" y="3536"/>
                  </a:lnTo>
                  <a:lnTo>
                    <a:pt x="15802" y="3497"/>
                  </a:lnTo>
                  <a:lnTo>
                    <a:pt x="15703" y="3477"/>
                  </a:lnTo>
                  <a:lnTo>
                    <a:pt x="15644" y="3457"/>
                  </a:lnTo>
                  <a:lnTo>
                    <a:pt x="15604" y="3437"/>
                  </a:lnTo>
                  <a:lnTo>
                    <a:pt x="15545" y="3398"/>
                  </a:lnTo>
                  <a:lnTo>
                    <a:pt x="15505" y="3319"/>
                  </a:lnTo>
                  <a:lnTo>
                    <a:pt x="15486" y="3378"/>
                  </a:lnTo>
                  <a:lnTo>
                    <a:pt x="15446" y="3398"/>
                  </a:lnTo>
                  <a:lnTo>
                    <a:pt x="15367" y="3398"/>
                  </a:lnTo>
                  <a:lnTo>
                    <a:pt x="15268" y="3378"/>
                  </a:lnTo>
                  <a:lnTo>
                    <a:pt x="15150" y="3319"/>
                  </a:lnTo>
                  <a:lnTo>
                    <a:pt x="15031" y="3260"/>
                  </a:lnTo>
                  <a:lnTo>
                    <a:pt x="14913" y="3200"/>
                  </a:lnTo>
                  <a:lnTo>
                    <a:pt x="14794" y="3121"/>
                  </a:lnTo>
                  <a:lnTo>
                    <a:pt x="14834" y="3161"/>
                  </a:lnTo>
                  <a:lnTo>
                    <a:pt x="14854" y="3200"/>
                  </a:lnTo>
                  <a:lnTo>
                    <a:pt x="14834" y="3220"/>
                  </a:lnTo>
                  <a:lnTo>
                    <a:pt x="14814" y="3220"/>
                  </a:lnTo>
                  <a:lnTo>
                    <a:pt x="14735" y="3181"/>
                  </a:lnTo>
                  <a:lnTo>
                    <a:pt x="14538" y="3023"/>
                  </a:lnTo>
                  <a:lnTo>
                    <a:pt x="14597" y="3023"/>
                  </a:lnTo>
                  <a:lnTo>
                    <a:pt x="14044" y="2568"/>
                  </a:lnTo>
                  <a:lnTo>
                    <a:pt x="13451" y="2094"/>
                  </a:lnTo>
                  <a:lnTo>
                    <a:pt x="13135" y="1857"/>
                  </a:lnTo>
                  <a:lnTo>
                    <a:pt x="12819" y="1640"/>
                  </a:lnTo>
                  <a:lnTo>
                    <a:pt x="12483" y="1423"/>
                  </a:lnTo>
                  <a:lnTo>
                    <a:pt x="12128" y="1225"/>
                  </a:lnTo>
                  <a:lnTo>
                    <a:pt x="11772" y="1028"/>
                  </a:lnTo>
                  <a:lnTo>
                    <a:pt x="11417" y="870"/>
                  </a:lnTo>
                  <a:lnTo>
                    <a:pt x="11041" y="712"/>
                  </a:lnTo>
                  <a:lnTo>
                    <a:pt x="10666" y="554"/>
                  </a:lnTo>
                  <a:lnTo>
                    <a:pt x="10291" y="435"/>
                  </a:lnTo>
                  <a:lnTo>
                    <a:pt x="9916" y="336"/>
                  </a:lnTo>
                  <a:lnTo>
                    <a:pt x="9521" y="238"/>
                  </a:lnTo>
                  <a:lnTo>
                    <a:pt x="9126" y="178"/>
                  </a:lnTo>
                  <a:lnTo>
                    <a:pt x="9521" y="139"/>
                  </a:lnTo>
                  <a:lnTo>
                    <a:pt x="9264" y="139"/>
                  </a:lnTo>
                  <a:lnTo>
                    <a:pt x="8967" y="99"/>
                  </a:lnTo>
                  <a:lnTo>
                    <a:pt x="8513" y="60"/>
                  </a:lnTo>
                  <a:lnTo>
                    <a:pt x="8553" y="40"/>
                  </a:lnTo>
                  <a:lnTo>
                    <a:pt x="835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
            <p:cNvSpPr/>
            <p:nvPr/>
          </p:nvSpPr>
          <p:spPr>
            <a:xfrm>
              <a:off x="-1287950" y="3163300"/>
              <a:ext cx="2000" cy="1000"/>
            </a:xfrm>
            <a:custGeom>
              <a:rect b="b" l="l" r="r" t="t"/>
              <a:pathLst>
                <a:path extrusionOk="0" h="40" w="80">
                  <a:moveTo>
                    <a:pt x="40" y="0"/>
                  </a:moveTo>
                  <a:lnTo>
                    <a:pt x="1" y="40"/>
                  </a:lnTo>
                  <a:lnTo>
                    <a:pt x="1" y="40"/>
                  </a:lnTo>
                  <a:lnTo>
                    <a:pt x="8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
            <p:cNvSpPr/>
            <p:nvPr/>
          </p:nvSpPr>
          <p:spPr>
            <a:xfrm>
              <a:off x="-660325" y="3614625"/>
              <a:ext cx="525" cy="2000"/>
            </a:xfrm>
            <a:custGeom>
              <a:rect b="b" l="l" r="r" t="t"/>
              <a:pathLst>
                <a:path extrusionOk="0" h="80" w="21">
                  <a:moveTo>
                    <a:pt x="20" y="1"/>
                  </a:moveTo>
                  <a:lnTo>
                    <a:pt x="0" y="40"/>
                  </a:lnTo>
                  <a:lnTo>
                    <a:pt x="0" y="80"/>
                  </a:lnTo>
                  <a:lnTo>
                    <a:pt x="20" y="40"/>
                  </a:lnTo>
                  <a:lnTo>
                    <a:pt x="2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1" name="Google Shape;2891;p11"/>
            <p:cNvSpPr/>
            <p:nvPr/>
          </p:nvSpPr>
          <p:spPr>
            <a:xfrm>
              <a:off x="-785750" y="3636350"/>
              <a:ext cx="25" cy="1025"/>
            </a:xfrm>
            <a:custGeom>
              <a:rect b="b" l="l" r="r" t="t"/>
              <a:pathLst>
                <a:path extrusionOk="0" h="41" w="1">
                  <a:moveTo>
                    <a:pt x="0" y="1"/>
                  </a:moveTo>
                  <a:lnTo>
                    <a:pt x="0" y="1"/>
                  </a:lnTo>
                  <a:lnTo>
                    <a:pt x="0" y="40"/>
                  </a:lnTo>
                  <a:lnTo>
                    <a:pt x="0" y="40"/>
                  </a:lnTo>
                  <a:lnTo>
                    <a:pt x="0" y="20"/>
                  </a:lnTo>
                  <a:lnTo>
                    <a:pt x="0" y="1"/>
                  </a:lnTo>
                  <a:lnTo>
                    <a:pt x="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2" name="Google Shape;2892;p11"/>
            <p:cNvSpPr/>
            <p:nvPr/>
          </p:nvSpPr>
          <p:spPr>
            <a:xfrm>
              <a:off x="-1257325" y="3169700"/>
              <a:ext cx="1000" cy="3000"/>
            </a:xfrm>
            <a:custGeom>
              <a:rect b="b" l="l" r="r" t="t"/>
              <a:pathLst>
                <a:path extrusionOk="0" h="120" w="40">
                  <a:moveTo>
                    <a:pt x="40" y="1"/>
                  </a:moveTo>
                  <a:lnTo>
                    <a:pt x="0" y="119"/>
                  </a:lnTo>
                  <a:lnTo>
                    <a:pt x="20" y="60"/>
                  </a:lnTo>
                  <a:lnTo>
                    <a:pt x="4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3" name="Google Shape;2893;p11"/>
            <p:cNvSpPr/>
            <p:nvPr/>
          </p:nvSpPr>
          <p:spPr>
            <a:xfrm>
              <a:off x="-831175" y="3371675"/>
              <a:ext cx="278525" cy="333350"/>
            </a:xfrm>
            <a:custGeom>
              <a:rect b="b" l="l" r="r" t="t"/>
              <a:pathLst>
                <a:path extrusionOk="0" h="13334" w="11141">
                  <a:moveTo>
                    <a:pt x="7980" y="1"/>
                  </a:moveTo>
                  <a:lnTo>
                    <a:pt x="7684" y="20"/>
                  </a:lnTo>
                  <a:lnTo>
                    <a:pt x="7387" y="40"/>
                  </a:lnTo>
                  <a:lnTo>
                    <a:pt x="7052" y="99"/>
                  </a:lnTo>
                  <a:lnTo>
                    <a:pt x="6716" y="159"/>
                  </a:lnTo>
                  <a:lnTo>
                    <a:pt x="6360" y="257"/>
                  </a:lnTo>
                  <a:lnTo>
                    <a:pt x="6005" y="396"/>
                  </a:lnTo>
                  <a:lnTo>
                    <a:pt x="5649" y="554"/>
                  </a:lnTo>
                  <a:lnTo>
                    <a:pt x="5294" y="771"/>
                  </a:lnTo>
                  <a:lnTo>
                    <a:pt x="4958" y="1028"/>
                  </a:lnTo>
                  <a:lnTo>
                    <a:pt x="4800" y="1166"/>
                  </a:lnTo>
                  <a:lnTo>
                    <a:pt x="4642" y="1324"/>
                  </a:lnTo>
                  <a:lnTo>
                    <a:pt x="4326" y="1679"/>
                  </a:lnTo>
                  <a:lnTo>
                    <a:pt x="3970" y="2154"/>
                  </a:lnTo>
                  <a:lnTo>
                    <a:pt x="3595" y="2687"/>
                  </a:lnTo>
                  <a:lnTo>
                    <a:pt x="3220" y="3299"/>
                  </a:lnTo>
                  <a:lnTo>
                    <a:pt x="2825" y="3951"/>
                  </a:lnTo>
                  <a:lnTo>
                    <a:pt x="2430" y="4623"/>
                  </a:lnTo>
                  <a:lnTo>
                    <a:pt x="2035" y="5334"/>
                  </a:lnTo>
                  <a:lnTo>
                    <a:pt x="1679" y="6045"/>
                  </a:lnTo>
                  <a:lnTo>
                    <a:pt x="1324" y="6736"/>
                  </a:lnTo>
                  <a:lnTo>
                    <a:pt x="1007" y="7408"/>
                  </a:lnTo>
                  <a:lnTo>
                    <a:pt x="711" y="8040"/>
                  </a:lnTo>
                  <a:lnTo>
                    <a:pt x="454" y="8612"/>
                  </a:lnTo>
                  <a:lnTo>
                    <a:pt x="257" y="9126"/>
                  </a:lnTo>
                  <a:lnTo>
                    <a:pt x="119" y="9561"/>
                  </a:lnTo>
                  <a:lnTo>
                    <a:pt x="20" y="9877"/>
                  </a:lnTo>
                  <a:lnTo>
                    <a:pt x="0" y="9995"/>
                  </a:lnTo>
                  <a:lnTo>
                    <a:pt x="0" y="10094"/>
                  </a:lnTo>
                  <a:lnTo>
                    <a:pt x="59" y="10410"/>
                  </a:lnTo>
                  <a:lnTo>
                    <a:pt x="138" y="10765"/>
                  </a:lnTo>
                  <a:lnTo>
                    <a:pt x="257" y="11121"/>
                  </a:lnTo>
                  <a:lnTo>
                    <a:pt x="336" y="11299"/>
                  </a:lnTo>
                  <a:lnTo>
                    <a:pt x="435" y="11496"/>
                  </a:lnTo>
                  <a:lnTo>
                    <a:pt x="553" y="11674"/>
                  </a:lnTo>
                  <a:lnTo>
                    <a:pt x="672" y="11852"/>
                  </a:lnTo>
                  <a:lnTo>
                    <a:pt x="830" y="12030"/>
                  </a:lnTo>
                  <a:lnTo>
                    <a:pt x="1007" y="12207"/>
                  </a:lnTo>
                  <a:lnTo>
                    <a:pt x="1205" y="12365"/>
                  </a:lnTo>
                  <a:lnTo>
                    <a:pt x="1422" y="12523"/>
                  </a:lnTo>
                  <a:lnTo>
                    <a:pt x="1659" y="12681"/>
                  </a:lnTo>
                  <a:lnTo>
                    <a:pt x="1936" y="12839"/>
                  </a:lnTo>
                  <a:lnTo>
                    <a:pt x="2212" y="12958"/>
                  </a:lnTo>
                  <a:lnTo>
                    <a:pt x="2489" y="13076"/>
                  </a:lnTo>
                  <a:lnTo>
                    <a:pt x="2746" y="13175"/>
                  </a:lnTo>
                  <a:lnTo>
                    <a:pt x="3002" y="13254"/>
                  </a:lnTo>
                  <a:lnTo>
                    <a:pt x="3259" y="13294"/>
                  </a:lnTo>
                  <a:lnTo>
                    <a:pt x="3536" y="13333"/>
                  </a:lnTo>
                  <a:lnTo>
                    <a:pt x="4069" y="13333"/>
                  </a:lnTo>
                  <a:lnTo>
                    <a:pt x="4346" y="13294"/>
                  </a:lnTo>
                  <a:lnTo>
                    <a:pt x="4642" y="13234"/>
                  </a:lnTo>
                  <a:lnTo>
                    <a:pt x="4958" y="13155"/>
                  </a:lnTo>
                  <a:lnTo>
                    <a:pt x="5294" y="13037"/>
                  </a:lnTo>
                  <a:lnTo>
                    <a:pt x="5629" y="12918"/>
                  </a:lnTo>
                  <a:lnTo>
                    <a:pt x="6005" y="12741"/>
                  </a:lnTo>
                  <a:lnTo>
                    <a:pt x="6834" y="12346"/>
                  </a:lnTo>
                  <a:lnTo>
                    <a:pt x="7170" y="12168"/>
                  </a:lnTo>
                  <a:lnTo>
                    <a:pt x="7486" y="11931"/>
                  </a:lnTo>
                  <a:lnTo>
                    <a:pt x="7782" y="11674"/>
                  </a:lnTo>
                  <a:lnTo>
                    <a:pt x="8059" y="11397"/>
                  </a:lnTo>
                  <a:lnTo>
                    <a:pt x="8316" y="11081"/>
                  </a:lnTo>
                  <a:lnTo>
                    <a:pt x="8553" y="10746"/>
                  </a:lnTo>
                  <a:lnTo>
                    <a:pt x="8790" y="10410"/>
                  </a:lnTo>
                  <a:lnTo>
                    <a:pt x="8987" y="10035"/>
                  </a:lnTo>
                  <a:lnTo>
                    <a:pt x="9205" y="9659"/>
                  </a:lnTo>
                  <a:lnTo>
                    <a:pt x="9402" y="9264"/>
                  </a:lnTo>
                  <a:lnTo>
                    <a:pt x="9758" y="8474"/>
                  </a:lnTo>
                  <a:lnTo>
                    <a:pt x="10469" y="6874"/>
                  </a:lnTo>
                  <a:lnTo>
                    <a:pt x="10627" y="6479"/>
                  </a:lnTo>
                  <a:lnTo>
                    <a:pt x="10765" y="6084"/>
                  </a:lnTo>
                  <a:lnTo>
                    <a:pt x="10884" y="5689"/>
                  </a:lnTo>
                  <a:lnTo>
                    <a:pt x="10982" y="5314"/>
                  </a:lnTo>
                  <a:lnTo>
                    <a:pt x="11042" y="4939"/>
                  </a:lnTo>
                  <a:lnTo>
                    <a:pt x="11101" y="4563"/>
                  </a:lnTo>
                  <a:lnTo>
                    <a:pt x="11121" y="4188"/>
                  </a:lnTo>
                  <a:lnTo>
                    <a:pt x="11140" y="3832"/>
                  </a:lnTo>
                  <a:lnTo>
                    <a:pt x="11140" y="3497"/>
                  </a:lnTo>
                  <a:lnTo>
                    <a:pt x="11121" y="3161"/>
                  </a:lnTo>
                  <a:lnTo>
                    <a:pt x="11081" y="2845"/>
                  </a:lnTo>
                  <a:lnTo>
                    <a:pt x="11022" y="2549"/>
                  </a:lnTo>
                  <a:lnTo>
                    <a:pt x="10963" y="2252"/>
                  </a:lnTo>
                  <a:lnTo>
                    <a:pt x="10903" y="1976"/>
                  </a:lnTo>
                  <a:lnTo>
                    <a:pt x="10804" y="1719"/>
                  </a:lnTo>
                  <a:lnTo>
                    <a:pt x="10725" y="1502"/>
                  </a:lnTo>
                  <a:lnTo>
                    <a:pt x="10607" y="1284"/>
                  </a:lnTo>
                  <a:lnTo>
                    <a:pt x="10488" y="1087"/>
                  </a:lnTo>
                  <a:lnTo>
                    <a:pt x="10350" y="929"/>
                  </a:lnTo>
                  <a:lnTo>
                    <a:pt x="10212" y="771"/>
                  </a:lnTo>
                  <a:lnTo>
                    <a:pt x="10074" y="633"/>
                  </a:lnTo>
                  <a:lnTo>
                    <a:pt x="9916" y="514"/>
                  </a:lnTo>
                  <a:lnTo>
                    <a:pt x="9758" y="415"/>
                  </a:lnTo>
                  <a:lnTo>
                    <a:pt x="9600" y="336"/>
                  </a:lnTo>
                  <a:lnTo>
                    <a:pt x="9323" y="198"/>
                  </a:lnTo>
                  <a:lnTo>
                    <a:pt x="9086" y="119"/>
                  </a:lnTo>
                  <a:lnTo>
                    <a:pt x="8869" y="60"/>
                  </a:lnTo>
                  <a:lnTo>
                    <a:pt x="8770" y="40"/>
                  </a:lnTo>
                  <a:lnTo>
                    <a:pt x="8454" y="20"/>
                  </a:lnTo>
                  <a:lnTo>
                    <a:pt x="798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11"/>
            <p:cNvSpPr/>
            <p:nvPr/>
          </p:nvSpPr>
          <p:spPr>
            <a:xfrm>
              <a:off x="-813400" y="3369700"/>
              <a:ext cx="247400" cy="321500"/>
            </a:xfrm>
            <a:custGeom>
              <a:rect b="b" l="l" r="r" t="t"/>
              <a:pathLst>
                <a:path extrusionOk="0" h="12860" w="9896">
                  <a:moveTo>
                    <a:pt x="6044" y="1"/>
                  </a:moveTo>
                  <a:lnTo>
                    <a:pt x="5827" y="20"/>
                  </a:lnTo>
                  <a:lnTo>
                    <a:pt x="5709" y="40"/>
                  </a:lnTo>
                  <a:lnTo>
                    <a:pt x="5590" y="99"/>
                  </a:lnTo>
                  <a:lnTo>
                    <a:pt x="5472" y="159"/>
                  </a:lnTo>
                  <a:lnTo>
                    <a:pt x="5333" y="238"/>
                  </a:lnTo>
                  <a:lnTo>
                    <a:pt x="5057" y="455"/>
                  </a:lnTo>
                  <a:lnTo>
                    <a:pt x="4760" y="731"/>
                  </a:lnTo>
                  <a:lnTo>
                    <a:pt x="4464" y="1067"/>
                  </a:lnTo>
                  <a:lnTo>
                    <a:pt x="4148" y="1442"/>
                  </a:lnTo>
                  <a:lnTo>
                    <a:pt x="3832" y="1837"/>
                  </a:lnTo>
                  <a:lnTo>
                    <a:pt x="3496" y="2272"/>
                  </a:lnTo>
                  <a:lnTo>
                    <a:pt x="2884" y="3181"/>
                  </a:lnTo>
                  <a:lnTo>
                    <a:pt x="2291" y="4089"/>
                  </a:lnTo>
                  <a:lnTo>
                    <a:pt x="1798" y="4919"/>
                  </a:lnTo>
                  <a:lnTo>
                    <a:pt x="1403" y="5610"/>
                  </a:lnTo>
                  <a:lnTo>
                    <a:pt x="1225" y="5926"/>
                  </a:lnTo>
                  <a:lnTo>
                    <a:pt x="1067" y="6262"/>
                  </a:lnTo>
                  <a:lnTo>
                    <a:pt x="909" y="6637"/>
                  </a:lnTo>
                  <a:lnTo>
                    <a:pt x="751" y="6993"/>
                  </a:lnTo>
                  <a:lnTo>
                    <a:pt x="613" y="7388"/>
                  </a:lnTo>
                  <a:lnTo>
                    <a:pt x="494" y="7783"/>
                  </a:lnTo>
                  <a:lnTo>
                    <a:pt x="376" y="8178"/>
                  </a:lnTo>
                  <a:lnTo>
                    <a:pt x="257" y="8573"/>
                  </a:lnTo>
                  <a:lnTo>
                    <a:pt x="178" y="8948"/>
                  </a:lnTo>
                  <a:lnTo>
                    <a:pt x="99" y="9343"/>
                  </a:lnTo>
                  <a:lnTo>
                    <a:pt x="40" y="9699"/>
                  </a:lnTo>
                  <a:lnTo>
                    <a:pt x="0" y="10054"/>
                  </a:lnTo>
                  <a:lnTo>
                    <a:pt x="0" y="10390"/>
                  </a:lnTo>
                  <a:lnTo>
                    <a:pt x="0" y="10706"/>
                  </a:lnTo>
                  <a:lnTo>
                    <a:pt x="40" y="10983"/>
                  </a:lnTo>
                  <a:lnTo>
                    <a:pt x="99" y="11220"/>
                  </a:lnTo>
                  <a:lnTo>
                    <a:pt x="138" y="11338"/>
                  </a:lnTo>
                  <a:lnTo>
                    <a:pt x="178" y="11457"/>
                  </a:lnTo>
                  <a:lnTo>
                    <a:pt x="336" y="11694"/>
                  </a:lnTo>
                  <a:lnTo>
                    <a:pt x="534" y="11911"/>
                  </a:lnTo>
                  <a:lnTo>
                    <a:pt x="751" y="12109"/>
                  </a:lnTo>
                  <a:lnTo>
                    <a:pt x="1027" y="12286"/>
                  </a:lnTo>
                  <a:lnTo>
                    <a:pt x="1343" y="12464"/>
                  </a:lnTo>
                  <a:lnTo>
                    <a:pt x="1679" y="12602"/>
                  </a:lnTo>
                  <a:lnTo>
                    <a:pt x="2035" y="12721"/>
                  </a:lnTo>
                  <a:lnTo>
                    <a:pt x="2430" y="12800"/>
                  </a:lnTo>
                  <a:lnTo>
                    <a:pt x="2845" y="12859"/>
                  </a:lnTo>
                  <a:lnTo>
                    <a:pt x="3259" y="12859"/>
                  </a:lnTo>
                  <a:lnTo>
                    <a:pt x="3694" y="12820"/>
                  </a:lnTo>
                  <a:lnTo>
                    <a:pt x="3911" y="12780"/>
                  </a:lnTo>
                  <a:lnTo>
                    <a:pt x="4128" y="12741"/>
                  </a:lnTo>
                  <a:lnTo>
                    <a:pt x="4365" y="12681"/>
                  </a:lnTo>
                  <a:lnTo>
                    <a:pt x="4583" y="12602"/>
                  </a:lnTo>
                  <a:lnTo>
                    <a:pt x="4820" y="12523"/>
                  </a:lnTo>
                  <a:lnTo>
                    <a:pt x="5037" y="12425"/>
                  </a:lnTo>
                  <a:lnTo>
                    <a:pt x="5254" y="12306"/>
                  </a:lnTo>
                  <a:lnTo>
                    <a:pt x="5491" y="12168"/>
                  </a:lnTo>
                  <a:lnTo>
                    <a:pt x="5709" y="12030"/>
                  </a:lnTo>
                  <a:lnTo>
                    <a:pt x="5926" y="11872"/>
                  </a:lnTo>
                  <a:lnTo>
                    <a:pt x="6321" y="11536"/>
                  </a:lnTo>
                  <a:lnTo>
                    <a:pt x="6716" y="11160"/>
                  </a:lnTo>
                  <a:lnTo>
                    <a:pt x="7071" y="10765"/>
                  </a:lnTo>
                  <a:lnTo>
                    <a:pt x="7387" y="10351"/>
                  </a:lnTo>
                  <a:lnTo>
                    <a:pt x="7704" y="9916"/>
                  </a:lnTo>
                  <a:lnTo>
                    <a:pt x="8000" y="9462"/>
                  </a:lnTo>
                  <a:lnTo>
                    <a:pt x="8257" y="9007"/>
                  </a:lnTo>
                  <a:lnTo>
                    <a:pt x="8494" y="8533"/>
                  </a:lnTo>
                  <a:lnTo>
                    <a:pt x="8731" y="8059"/>
                  </a:lnTo>
                  <a:lnTo>
                    <a:pt x="8928" y="7585"/>
                  </a:lnTo>
                  <a:lnTo>
                    <a:pt x="9106" y="7131"/>
                  </a:lnTo>
                  <a:lnTo>
                    <a:pt x="9284" y="6677"/>
                  </a:lnTo>
                  <a:lnTo>
                    <a:pt x="9422" y="6242"/>
                  </a:lnTo>
                  <a:lnTo>
                    <a:pt x="9659" y="5452"/>
                  </a:lnTo>
                  <a:lnTo>
                    <a:pt x="9758" y="5077"/>
                  </a:lnTo>
                  <a:lnTo>
                    <a:pt x="9817" y="4702"/>
                  </a:lnTo>
                  <a:lnTo>
                    <a:pt x="9876" y="4326"/>
                  </a:lnTo>
                  <a:lnTo>
                    <a:pt x="9896" y="3971"/>
                  </a:lnTo>
                  <a:lnTo>
                    <a:pt x="9896" y="3615"/>
                  </a:lnTo>
                  <a:lnTo>
                    <a:pt x="9876" y="3260"/>
                  </a:lnTo>
                  <a:lnTo>
                    <a:pt x="9817" y="2944"/>
                  </a:lnTo>
                  <a:lnTo>
                    <a:pt x="9758" y="2608"/>
                  </a:lnTo>
                  <a:lnTo>
                    <a:pt x="9659" y="2312"/>
                  </a:lnTo>
                  <a:lnTo>
                    <a:pt x="9540" y="2015"/>
                  </a:lnTo>
                  <a:lnTo>
                    <a:pt x="9402" y="1739"/>
                  </a:lnTo>
                  <a:lnTo>
                    <a:pt x="9244" y="1482"/>
                  </a:lnTo>
                  <a:lnTo>
                    <a:pt x="9066" y="1245"/>
                  </a:lnTo>
                  <a:lnTo>
                    <a:pt x="8869" y="1028"/>
                  </a:lnTo>
                  <a:lnTo>
                    <a:pt x="8632" y="830"/>
                  </a:lnTo>
                  <a:lnTo>
                    <a:pt x="8375" y="672"/>
                  </a:lnTo>
                  <a:lnTo>
                    <a:pt x="8118" y="534"/>
                  </a:lnTo>
                  <a:lnTo>
                    <a:pt x="7862" y="415"/>
                  </a:lnTo>
                  <a:lnTo>
                    <a:pt x="7624" y="317"/>
                  </a:lnTo>
                  <a:lnTo>
                    <a:pt x="7387" y="218"/>
                  </a:lnTo>
                  <a:lnTo>
                    <a:pt x="6953" y="99"/>
                  </a:lnTo>
                  <a:lnTo>
                    <a:pt x="6578" y="40"/>
                  </a:lnTo>
                  <a:lnTo>
                    <a:pt x="62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5" name="Google Shape;2895;p11"/>
            <p:cNvSpPr/>
            <p:nvPr/>
          </p:nvSpPr>
          <p:spPr>
            <a:xfrm>
              <a:off x="-836625" y="3276375"/>
              <a:ext cx="241000" cy="352600"/>
            </a:xfrm>
            <a:custGeom>
              <a:rect b="b" l="l" r="r" t="t"/>
              <a:pathLst>
                <a:path extrusionOk="0" h="14104" w="9640">
                  <a:moveTo>
                    <a:pt x="6025" y="0"/>
                  </a:moveTo>
                  <a:lnTo>
                    <a:pt x="5887" y="20"/>
                  </a:lnTo>
                  <a:lnTo>
                    <a:pt x="5729" y="40"/>
                  </a:lnTo>
                  <a:lnTo>
                    <a:pt x="5591" y="79"/>
                  </a:lnTo>
                  <a:lnTo>
                    <a:pt x="5354" y="158"/>
                  </a:lnTo>
                  <a:lnTo>
                    <a:pt x="5176" y="277"/>
                  </a:lnTo>
                  <a:lnTo>
                    <a:pt x="5018" y="395"/>
                  </a:lnTo>
                  <a:lnTo>
                    <a:pt x="4919" y="514"/>
                  </a:lnTo>
                  <a:lnTo>
                    <a:pt x="4840" y="613"/>
                  </a:lnTo>
                  <a:lnTo>
                    <a:pt x="4781" y="711"/>
                  </a:lnTo>
                  <a:lnTo>
                    <a:pt x="4030" y="2114"/>
                  </a:lnTo>
                  <a:lnTo>
                    <a:pt x="3260" y="3595"/>
                  </a:lnTo>
                  <a:lnTo>
                    <a:pt x="2371" y="5353"/>
                  </a:lnTo>
                  <a:lnTo>
                    <a:pt x="1937" y="6282"/>
                  </a:lnTo>
                  <a:lnTo>
                    <a:pt x="1502" y="7190"/>
                  </a:lnTo>
                  <a:lnTo>
                    <a:pt x="1087" y="8079"/>
                  </a:lnTo>
                  <a:lnTo>
                    <a:pt x="732" y="8928"/>
                  </a:lnTo>
                  <a:lnTo>
                    <a:pt x="435" y="9699"/>
                  </a:lnTo>
                  <a:lnTo>
                    <a:pt x="198" y="10370"/>
                  </a:lnTo>
                  <a:lnTo>
                    <a:pt x="119" y="10647"/>
                  </a:lnTo>
                  <a:lnTo>
                    <a:pt x="60" y="10904"/>
                  </a:lnTo>
                  <a:lnTo>
                    <a:pt x="21" y="11141"/>
                  </a:lnTo>
                  <a:lnTo>
                    <a:pt x="1" y="11318"/>
                  </a:lnTo>
                  <a:lnTo>
                    <a:pt x="21" y="11634"/>
                  </a:lnTo>
                  <a:lnTo>
                    <a:pt x="60" y="11911"/>
                  </a:lnTo>
                  <a:lnTo>
                    <a:pt x="119" y="12168"/>
                  </a:lnTo>
                  <a:lnTo>
                    <a:pt x="198" y="12405"/>
                  </a:lnTo>
                  <a:lnTo>
                    <a:pt x="297" y="12602"/>
                  </a:lnTo>
                  <a:lnTo>
                    <a:pt x="396" y="12780"/>
                  </a:lnTo>
                  <a:lnTo>
                    <a:pt x="514" y="12938"/>
                  </a:lnTo>
                  <a:lnTo>
                    <a:pt x="653" y="13096"/>
                  </a:lnTo>
                  <a:lnTo>
                    <a:pt x="791" y="13215"/>
                  </a:lnTo>
                  <a:lnTo>
                    <a:pt x="949" y="13333"/>
                  </a:lnTo>
                  <a:lnTo>
                    <a:pt x="1107" y="13432"/>
                  </a:lnTo>
                  <a:lnTo>
                    <a:pt x="1265" y="13531"/>
                  </a:lnTo>
                  <a:lnTo>
                    <a:pt x="1601" y="13708"/>
                  </a:lnTo>
                  <a:lnTo>
                    <a:pt x="1937" y="13847"/>
                  </a:lnTo>
                  <a:lnTo>
                    <a:pt x="2114" y="13926"/>
                  </a:lnTo>
                  <a:lnTo>
                    <a:pt x="2312" y="13985"/>
                  </a:lnTo>
                  <a:lnTo>
                    <a:pt x="2509" y="14044"/>
                  </a:lnTo>
                  <a:lnTo>
                    <a:pt x="2727" y="14084"/>
                  </a:lnTo>
                  <a:lnTo>
                    <a:pt x="2964" y="14103"/>
                  </a:lnTo>
                  <a:lnTo>
                    <a:pt x="3477" y="14103"/>
                  </a:lnTo>
                  <a:lnTo>
                    <a:pt x="3734" y="14064"/>
                  </a:lnTo>
                  <a:lnTo>
                    <a:pt x="4011" y="14024"/>
                  </a:lnTo>
                  <a:lnTo>
                    <a:pt x="4287" y="13945"/>
                  </a:lnTo>
                  <a:lnTo>
                    <a:pt x="4583" y="13847"/>
                  </a:lnTo>
                  <a:lnTo>
                    <a:pt x="4880" y="13728"/>
                  </a:lnTo>
                  <a:lnTo>
                    <a:pt x="5176" y="13570"/>
                  </a:lnTo>
                  <a:lnTo>
                    <a:pt x="5472" y="13392"/>
                  </a:lnTo>
                  <a:lnTo>
                    <a:pt x="5768" y="13195"/>
                  </a:lnTo>
                  <a:lnTo>
                    <a:pt x="6065" y="12958"/>
                  </a:lnTo>
                  <a:lnTo>
                    <a:pt x="6361" y="12681"/>
                  </a:lnTo>
                  <a:lnTo>
                    <a:pt x="6618" y="12405"/>
                  </a:lnTo>
                  <a:lnTo>
                    <a:pt x="6875" y="12108"/>
                  </a:lnTo>
                  <a:lnTo>
                    <a:pt x="7131" y="11792"/>
                  </a:lnTo>
                  <a:lnTo>
                    <a:pt x="7368" y="11457"/>
                  </a:lnTo>
                  <a:lnTo>
                    <a:pt x="7586" y="11121"/>
                  </a:lnTo>
                  <a:lnTo>
                    <a:pt x="7783" y="10765"/>
                  </a:lnTo>
                  <a:lnTo>
                    <a:pt x="7981" y="10390"/>
                  </a:lnTo>
                  <a:lnTo>
                    <a:pt x="8178" y="10015"/>
                  </a:lnTo>
                  <a:lnTo>
                    <a:pt x="8356" y="9620"/>
                  </a:lnTo>
                  <a:lnTo>
                    <a:pt x="8692" y="8810"/>
                  </a:lnTo>
                  <a:lnTo>
                    <a:pt x="9008" y="7980"/>
                  </a:lnTo>
                  <a:lnTo>
                    <a:pt x="9304" y="7111"/>
                  </a:lnTo>
                  <a:lnTo>
                    <a:pt x="9442" y="6677"/>
                  </a:lnTo>
                  <a:lnTo>
                    <a:pt x="9541" y="6262"/>
                  </a:lnTo>
                  <a:lnTo>
                    <a:pt x="9600" y="5867"/>
                  </a:lnTo>
                  <a:lnTo>
                    <a:pt x="9640" y="5472"/>
                  </a:lnTo>
                  <a:lnTo>
                    <a:pt x="9640" y="5096"/>
                  </a:lnTo>
                  <a:lnTo>
                    <a:pt x="9620" y="4721"/>
                  </a:lnTo>
                  <a:lnTo>
                    <a:pt x="9581" y="4385"/>
                  </a:lnTo>
                  <a:lnTo>
                    <a:pt x="9502" y="4030"/>
                  </a:lnTo>
                  <a:lnTo>
                    <a:pt x="9423" y="3714"/>
                  </a:lnTo>
                  <a:lnTo>
                    <a:pt x="9324" y="3378"/>
                  </a:lnTo>
                  <a:lnTo>
                    <a:pt x="9205" y="3082"/>
                  </a:lnTo>
                  <a:lnTo>
                    <a:pt x="9087" y="2785"/>
                  </a:lnTo>
                  <a:lnTo>
                    <a:pt x="8949" y="2489"/>
                  </a:lnTo>
                  <a:lnTo>
                    <a:pt x="8791" y="2213"/>
                  </a:lnTo>
                  <a:lnTo>
                    <a:pt x="8474" y="1699"/>
                  </a:lnTo>
                  <a:lnTo>
                    <a:pt x="8316" y="1462"/>
                  </a:lnTo>
                  <a:lnTo>
                    <a:pt x="8158" y="1245"/>
                  </a:lnTo>
                  <a:lnTo>
                    <a:pt x="8000" y="1047"/>
                  </a:lnTo>
                  <a:lnTo>
                    <a:pt x="7823" y="869"/>
                  </a:lnTo>
                  <a:lnTo>
                    <a:pt x="7665" y="711"/>
                  </a:lnTo>
                  <a:lnTo>
                    <a:pt x="7507" y="553"/>
                  </a:lnTo>
                  <a:lnTo>
                    <a:pt x="7329" y="435"/>
                  </a:lnTo>
                  <a:lnTo>
                    <a:pt x="7171" y="316"/>
                  </a:lnTo>
                  <a:lnTo>
                    <a:pt x="7013" y="237"/>
                  </a:lnTo>
                  <a:lnTo>
                    <a:pt x="6835" y="158"/>
                  </a:lnTo>
                  <a:lnTo>
                    <a:pt x="6677" y="99"/>
                  </a:lnTo>
                  <a:lnTo>
                    <a:pt x="6519" y="60"/>
                  </a:lnTo>
                  <a:lnTo>
                    <a:pt x="6361" y="20"/>
                  </a:lnTo>
                  <a:lnTo>
                    <a:pt x="618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6" name="Google Shape;2896;p11"/>
            <p:cNvSpPr/>
            <p:nvPr/>
          </p:nvSpPr>
          <p:spPr>
            <a:xfrm>
              <a:off x="-826250" y="3285750"/>
              <a:ext cx="215325" cy="330875"/>
            </a:xfrm>
            <a:custGeom>
              <a:rect b="b" l="l" r="r" t="t"/>
              <a:pathLst>
                <a:path extrusionOk="0" h="13235" w="8613">
                  <a:moveTo>
                    <a:pt x="5511" y="1"/>
                  </a:moveTo>
                  <a:lnTo>
                    <a:pt x="5353" y="20"/>
                  </a:lnTo>
                  <a:lnTo>
                    <a:pt x="5215" y="60"/>
                  </a:lnTo>
                  <a:lnTo>
                    <a:pt x="5097" y="99"/>
                  </a:lnTo>
                  <a:lnTo>
                    <a:pt x="4998" y="139"/>
                  </a:lnTo>
                  <a:lnTo>
                    <a:pt x="4899" y="198"/>
                  </a:lnTo>
                  <a:lnTo>
                    <a:pt x="4820" y="277"/>
                  </a:lnTo>
                  <a:lnTo>
                    <a:pt x="4682" y="396"/>
                  </a:lnTo>
                  <a:lnTo>
                    <a:pt x="4603" y="514"/>
                  </a:lnTo>
                  <a:lnTo>
                    <a:pt x="4544" y="652"/>
                  </a:lnTo>
                  <a:lnTo>
                    <a:pt x="4050" y="1541"/>
                  </a:lnTo>
                  <a:lnTo>
                    <a:pt x="2884" y="3615"/>
                  </a:lnTo>
                  <a:lnTo>
                    <a:pt x="2213" y="4820"/>
                  </a:lnTo>
                  <a:lnTo>
                    <a:pt x="1601" y="5986"/>
                  </a:lnTo>
                  <a:lnTo>
                    <a:pt x="1087" y="6973"/>
                  </a:lnTo>
                  <a:lnTo>
                    <a:pt x="890" y="7388"/>
                  </a:lnTo>
                  <a:lnTo>
                    <a:pt x="751" y="7724"/>
                  </a:lnTo>
                  <a:lnTo>
                    <a:pt x="534" y="8297"/>
                  </a:lnTo>
                  <a:lnTo>
                    <a:pt x="336" y="8889"/>
                  </a:lnTo>
                  <a:lnTo>
                    <a:pt x="178" y="9501"/>
                  </a:lnTo>
                  <a:lnTo>
                    <a:pt x="60" y="10074"/>
                  </a:lnTo>
                  <a:lnTo>
                    <a:pt x="20" y="10351"/>
                  </a:lnTo>
                  <a:lnTo>
                    <a:pt x="1" y="10627"/>
                  </a:lnTo>
                  <a:lnTo>
                    <a:pt x="1" y="10884"/>
                  </a:lnTo>
                  <a:lnTo>
                    <a:pt x="20" y="11141"/>
                  </a:lnTo>
                  <a:lnTo>
                    <a:pt x="40" y="11378"/>
                  </a:lnTo>
                  <a:lnTo>
                    <a:pt x="99" y="11595"/>
                  </a:lnTo>
                  <a:lnTo>
                    <a:pt x="159" y="11773"/>
                  </a:lnTo>
                  <a:lnTo>
                    <a:pt x="257" y="11951"/>
                  </a:lnTo>
                  <a:lnTo>
                    <a:pt x="376" y="12128"/>
                  </a:lnTo>
                  <a:lnTo>
                    <a:pt x="534" y="12286"/>
                  </a:lnTo>
                  <a:lnTo>
                    <a:pt x="712" y="12444"/>
                  </a:lnTo>
                  <a:lnTo>
                    <a:pt x="909" y="12603"/>
                  </a:lnTo>
                  <a:lnTo>
                    <a:pt x="1127" y="12741"/>
                  </a:lnTo>
                  <a:lnTo>
                    <a:pt x="1364" y="12859"/>
                  </a:lnTo>
                  <a:lnTo>
                    <a:pt x="1640" y="12978"/>
                  </a:lnTo>
                  <a:lnTo>
                    <a:pt x="1917" y="13077"/>
                  </a:lnTo>
                  <a:lnTo>
                    <a:pt x="2213" y="13156"/>
                  </a:lnTo>
                  <a:lnTo>
                    <a:pt x="2509" y="13195"/>
                  </a:lnTo>
                  <a:lnTo>
                    <a:pt x="2825" y="13235"/>
                  </a:lnTo>
                  <a:lnTo>
                    <a:pt x="3141" y="13215"/>
                  </a:lnTo>
                  <a:lnTo>
                    <a:pt x="3477" y="13195"/>
                  </a:lnTo>
                  <a:lnTo>
                    <a:pt x="3813" y="13116"/>
                  </a:lnTo>
                  <a:lnTo>
                    <a:pt x="4168" y="12998"/>
                  </a:lnTo>
                  <a:lnTo>
                    <a:pt x="4504" y="12859"/>
                  </a:lnTo>
                  <a:lnTo>
                    <a:pt x="4840" y="12662"/>
                  </a:lnTo>
                  <a:lnTo>
                    <a:pt x="5156" y="12444"/>
                  </a:lnTo>
                  <a:lnTo>
                    <a:pt x="5452" y="12188"/>
                  </a:lnTo>
                  <a:lnTo>
                    <a:pt x="5729" y="11931"/>
                  </a:lnTo>
                  <a:lnTo>
                    <a:pt x="5986" y="11635"/>
                  </a:lnTo>
                  <a:lnTo>
                    <a:pt x="6223" y="11319"/>
                  </a:lnTo>
                  <a:lnTo>
                    <a:pt x="6440" y="11003"/>
                  </a:lnTo>
                  <a:lnTo>
                    <a:pt x="6657" y="10667"/>
                  </a:lnTo>
                  <a:lnTo>
                    <a:pt x="6855" y="10331"/>
                  </a:lnTo>
                  <a:lnTo>
                    <a:pt x="7032" y="9975"/>
                  </a:lnTo>
                  <a:lnTo>
                    <a:pt x="7368" y="9284"/>
                  </a:lnTo>
                  <a:lnTo>
                    <a:pt x="7645" y="8632"/>
                  </a:lnTo>
                  <a:lnTo>
                    <a:pt x="7901" y="8020"/>
                  </a:lnTo>
                  <a:lnTo>
                    <a:pt x="8119" y="7427"/>
                  </a:lnTo>
                  <a:lnTo>
                    <a:pt x="8297" y="6815"/>
                  </a:lnTo>
                  <a:lnTo>
                    <a:pt x="8455" y="6183"/>
                  </a:lnTo>
                  <a:lnTo>
                    <a:pt x="8514" y="5867"/>
                  </a:lnTo>
                  <a:lnTo>
                    <a:pt x="8553" y="5551"/>
                  </a:lnTo>
                  <a:lnTo>
                    <a:pt x="8593" y="5215"/>
                  </a:lnTo>
                  <a:lnTo>
                    <a:pt x="8613" y="4899"/>
                  </a:lnTo>
                  <a:lnTo>
                    <a:pt x="8613" y="4583"/>
                  </a:lnTo>
                  <a:lnTo>
                    <a:pt x="8613" y="4267"/>
                  </a:lnTo>
                  <a:lnTo>
                    <a:pt x="8573" y="3971"/>
                  </a:lnTo>
                  <a:lnTo>
                    <a:pt x="8534" y="3655"/>
                  </a:lnTo>
                  <a:lnTo>
                    <a:pt x="8474" y="3339"/>
                  </a:lnTo>
                  <a:lnTo>
                    <a:pt x="8395" y="3042"/>
                  </a:lnTo>
                  <a:lnTo>
                    <a:pt x="8297" y="2746"/>
                  </a:lnTo>
                  <a:lnTo>
                    <a:pt x="8198" y="2470"/>
                  </a:lnTo>
                  <a:lnTo>
                    <a:pt x="8079" y="2193"/>
                  </a:lnTo>
                  <a:lnTo>
                    <a:pt x="7961" y="1936"/>
                  </a:lnTo>
                  <a:lnTo>
                    <a:pt x="7822" y="1680"/>
                  </a:lnTo>
                  <a:lnTo>
                    <a:pt x="7664" y="1443"/>
                  </a:lnTo>
                  <a:lnTo>
                    <a:pt x="7506" y="1225"/>
                  </a:lnTo>
                  <a:lnTo>
                    <a:pt x="7348" y="1028"/>
                  </a:lnTo>
                  <a:lnTo>
                    <a:pt x="7190" y="830"/>
                  </a:lnTo>
                  <a:lnTo>
                    <a:pt x="7013" y="652"/>
                  </a:lnTo>
                  <a:lnTo>
                    <a:pt x="6835" y="494"/>
                  </a:lnTo>
                  <a:lnTo>
                    <a:pt x="6657" y="376"/>
                  </a:lnTo>
                  <a:lnTo>
                    <a:pt x="6460" y="257"/>
                  </a:lnTo>
                  <a:lnTo>
                    <a:pt x="6262" y="159"/>
                  </a:lnTo>
                  <a:lnTo>
                    <a:pt x="6065" y="80"/>
                  </a:lnTo>
                  <a:lnTo>
                    <a:pt x="5867" y="40"/>
                  </a:lnTo>
                  <a:lnTo>
                    <a:pt x="5689" y="20"/>
                  </a:lnTo>
                  <a:lnTo>
                    <a:pt x="55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
            <p:cNvSpPr/>
            <p:nvPr/>
          </p:nvSpPr>
          <p:spPr>
            <a:xfrm>
              <a:off x="-911675" y="3264025"/>
              <a:ext cx="249900" cy="354575"/>
            </a:xfrm>
            <a:custGeom>
              <a:rect b="b" l="l" r="r" t="t"/>
              <a:pathLst>
                <a:path extrusionOk="0" h="14183" w="9996">
                  <a:moveTo>
                    <a:pt x="5808" y="1"/>
                  </a:moveTo>
                  <a:lnTo>
                    <a:pt x="5689" y="20"/>
                  </a:lnTo>
                  <a:lnTo>
                    <a:pt x="5571" y="40"/>
                  </a:lnTo>
                  <a:lnTo>
                    <a:pt x="5452" y="99"/>
                  </a:lnTo>
                  <a:lnTo>
                    <a:pt x="5215" y="198"/>
                  </a:lnTo>
                  <a:lnTo>
                    <a:pt x="5018" y="336"/>
                  </a:lnTo>
                  <a:lnTo>
                    <a:pt x="4860" y="494"/>
                  </a:lnTo>
                  <a:lnTo>
                    <a:pt x="4721" y="613"/>
                  </a:lnTo>
                  <a:lnTo>
                    <a:pt x="4623" y="731"/>
                  </a:lnTo>
                  <a:lnTo>
                    <a:pt x="4010" y="1956"/>
                  </a:lnTo>
                  <a:lnTo>
                    <a:pt x="2647" y="4741"/>
                  </a:lnTo>
                  <a:lnTo>
                    <a:pt x="1877" y="6341"/>
                  </a:lnTo>
                  <a:lnTo>
                    <a:pt x="1166" y="7862"/>
                  </a:lnTo>
                  <a:lnTo>
                    <a:pt x="593" y="9146"/>
                  </a:lnTo>
                  <a:lnTo>
                    <a:pt x="396" y="9659"/>
                  </a:lnTo>
                  <a:lnTo>
                    <a:pt x="257" y="10054"/>
                  </a:lnTo>
                  <a:lnTo>
                    <a:pt x="178" y="10370"/>
                  </a:lnTo>
                  <a:lnTo>
                    <a:pt x="99" y="10686"/>
                  </a:lnTo>
                  <a:lnTo>
                    <a:pt x="40" y="10983"/>
                  </a:lnTo>
                  <a:lnTo>
                    <a:pt x="20" y="11259"/>
                  </a:lnTo>
                  <a:lnTo>
                    <a:pt x="1" y="11516"/>
                  </a:lnTo>
                  <a:lnTo>
                    <a:pt x="1" y="11773"/>
                  </a:lnTo>
                  <a:lnTo>
                    <a:pt x="20" y="12010"/>
                  </a:lnTo>
                  <a:lnTo>
                    <a:pt x="60" y="12227"/>
                  </a:lnTo>
                  <a:lnTo>
                    <a:pt x="139" y="12444"/>
                  </a:lnTo>
                  <a:lnTo>
                    <a:pt x="218" y="12642"/>
                  </a:lnTo>
                  <a:lnTo>
                    <a:pt x="317" y="12839"/>
                  </a:lnTo>
                  <a:lnTo>
                    <a:pt x="435" y="13017"/>
                  </a:lnTo>
                  <a:lnTo>
                    <a:pt x="573" y="13175"/>
                  </a:lnTo>
                  <a:lnTo>
                    <a:pt x="731" y="13333"/>
                  </a:lnTo>
                  <a:lnTo>
                    <a:pt x="929" y="13491"/>
                  </a:lnTo>
                  <a:lnTo>
                    <a:pt x="1126" y="13630"/>
                  </a:lnTo>
                  <a:lnTo>
                    <a:pt x="1344" y="13748"/>
                  </a:lnTo>
                  <a:lnTo>
                    <a:pt x="1581" y="13867"/>
                  </a:lnTo>
                  <a:lnTo>
                    <a:pt x="1837" y="13965"/>
                  </a:lnTo>
                  <a:lnTo>
                    <a:pt x="2114" y="14044"/>
                  </a:lnTo>
                  <a:lnTo>
                    <a:pt x="2391" y="14104"/>
                  </a:lnTo>
                  <a:lnTo>
                    <a:pt x="2687" y="14163"/>
                  </a:lnTo>
                  <a:lnTo>
                    <a:pt x="2983" y="14183"/>
                  </a:lnTo>
                  <a:lnTo>
                    <a:pt x="3279" y="14183"/>
                  </a:lnTo>
                  <a:lnTo>
                    <a:pt x="3615" y="14163"/>
                  </a:lnTo>
                  <a:lnTo>
                    <a:pt x="3931" y="14104"/>
                  </a:lnTo>
                  <a:lnTo>
                    <a:pt x="4247" y="14044"/>
                  </a:lnTo>
                  <a:lnTo>
                    <a:pt x="4583" y="13946"/>
                  </a:lnTo>
                  <a:lnTo>
                    <a:pt x="4919" y="13807"/>
                  </a:lnTo>
                  <a:lnTo>
                    <a:pt x="5255" y="13649"/>
                  </a:lnTo>
                  <a:lnTo>
                    <a:pt x="5590" y="13452"/>
                  </a:lnTo>
                  <a:lnTo>
                    <a:pt x="5906" y="13234"/>
                  </a:lnTo>
                  <a:lnTo>
                    <a:pt x="6242" y="12997"/>
                  </a:lnTo>
                  <a:lnTo>
                    <a:pt x="6538" y="12721"/>
                  </a:lnTo>
                  <a:lnTo>
                    <a:pt x="6815" y="12444"/>
                  </a:lnTo>
                  <a:lnTo>
                    <a:pt x="7092" y="12148"/>
                  </a:lnTo>
                  <a:lnTo>
                    <a:pt x="7348" y="11832"/>
                  </a:lnTo>
                  <a:lnTo>
                    <a:pt x="7585" y="11516"/>
                  </a:lnTo>
                  <a:lnTo>
                    <a:pt x="7822" y="11161"/>
                  </a:lnTo>
                  <a:lnTo>
                    <a:pt x="8040" y="10805"/>
                  </a:lnTo>
                  <a:lnTo>
                    <a:pt x="8257" y="10449"/>
                  </a:lnTo>
                  <a:lnTo>
                    <a:pt x="8454" y="10074"/>
                  </a:lnTo>
                  <a:lnTo>
                    <a:pt x="8830" y="9284"/>
                  </a:lnTo>
                  <a:lnTo>
                    <a:pt x="9185" y="8454"/>
                  </a:lnTo>
                  <a:lnTo>
                    <a:pt x="9521" y="7585"/>
                  </a:lnTo>
                  <a:lnTo>
                    <a:pt x="9679" y="7131"/>
                  </a:lnTo>
                  <a:lnTo>
                    <a:pt x="9798" y="6697"/>
                  </a:lnTo>
                  <a:lnTo>
                    <a:pt x="9896" y="6282"/>
                  </a:lnTo>
                  <a:lnTo>
                    <a:pt x="9956" y="5867"/>
                  </a:lnTo>
                  <a:lnTo>
                    <a:pt x="9995" y="5472"/>
                  </a:lnTo>
                  <a:lnTo>
                    <a:pt x="9995" y="5077"/>
                  </a:lnTo>
                  <a:lnTo>
                    <a:pt x="9975" y="4682"/>
                  </a:lnTo>
                  <a:lnTo>
                    <a:pt x="9936" y="4307"/>
                  </a:lnTo>
                  <a:lnTo>
                    <a:pt x="9877" y="3951"/>
                  </a:lnTo>
                  <a:lnTo>
                    <a:pt x="9798" y="3595"/>
                  </a:lnTo>
                  <a:lnTo>
                    <a:pt x="9679" y="3260"/>
                  </a:lnTo>
                  <a:lnTo>
                    <a:pt x="9541" y="2924"/>
                  </a:lnTo>
                  <a:lnTo>
                    <a:pt x="9403" y="2608"/>
                  </a:lnTo>
                  <a:lnTo>
                    <a:pt x="9225" y="2292"/>
                  </a:lnTo>
                  <a:lnTo>
                    <a:pt x="9027" y="1996"/>
                  </a:lnTo>
                  <a:lnTo>
                    <a:pt x="8830" y="1719"/>
                  </a:lnTo>
                  <a:lnTo>
                    <a:pt x="8612" y="1462"/>
                  </a:lnTo>
                  <a:lnTo>
                    <a:pt x="8395" y="1225"/>
                  </a:lnTo>
                  <a:lnTo>
                    <a:pt x="8178" y="1028"/>
                  </a:lnTo>
                  <a:lnTo>
                    <a:pt x="7961" y="830"/>
                  </a:lnTo>
                  <a:lnTo>
                    <a:pt x="7763" y="692"/>
                  </a:lnTo>
                  <a:lnTo>
                    <a:pt x="7566" y="554"/>
                  </a:lnTo>
                  <a:lnTo>
                    <a:pt x="7368" y="435"/>
                  </a:lnTo>
                  <a:lnTo>
                    <a:pt x="7190" y="336"/>
                  </a:lnTo>
                  <a:lnTo>
                    <a:pt x="6835" y="198"/>
                  </a:lnTo>
                  <a:lnTo>
                    <a:pt x="6499" y="99"/>
                  </a:lnTo>
                  <a:lnTo>
                    <a:pt x="6203" y="40"/>
                  </a:lnTo>
                  <a:lnTo>
                    <a:pt x="592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
            <p:cNvSpPr/>
            <p:nvPr/>
          </p:nvSpPr>
          <p:spPr>
            <a:xfrm>
              <a:off x="-899325" y="3276875"/>
              <a:ext cx="221250" cy="328400"/>
            </a:xfrm>
            <a:custGeom>
              <a:rect b="b" l="l" r="r" t="t"/>
              <a:pathLst>
                <a:path extrusionOk="0" h="13136" w="8850">
                  <a:moveTo>
                    <a:pt x="5274" y="0"/>
                  </a:moveTo>
                  <a:lnTo>
                    <a:pt x="5136" y="40"/>
                  </a:lnTo>
                  <a:lnTo>
                    <a:pt x="5017" y="79"/>
                  </a:lnTo>
                  <a:lnTo>
                    <a:pt x="4899" y="138"/>
                  </a:lnTo>
                  <a:lnTo>
                    <a:pt x="4721" y="257"/>
                  </a:lnTo>
                  <a:lnTo>
                    <a:pt x="4583" y="375"/>
                  </a:lnTo>
                  <a:lnTo>
                    <a:pt x="4464" y="494"/>
                  </a:lnTo>
                  <a:lnTo>
                    <a:pt x="4385" y="612"/>
                  </a:lnTo>
                  <a:lnTo>
                    <a:pt x="3773" y="1936"/>
                  </a:lnTo>
                  <a:lnTo>
                    <a:pt x="2390" y="4938"/>
                  </a:lnTo>
                  <a:lnTo>
                    <a:pt x="1620" y="6597"/>
                  </a:lnTo>
                  <a:lnTo>
                    <a:pt x="929" y="8118"/>
                  </a:lnTo>
                  <a:lnTo>
                    <a:pt x="415" y="9323"/>
                  </a:lnTo>
                  <a:lnTo>
                    <a:pt x="237" y="9758"/>
                  </a:lnTo>
                  <a:lnTo>
                    <a:pt x="139" y="10034"/>
                  </a:lnTo>
                  <a:lnTo>
                    <a:pt x="79" y="10232"/>
                  </a:lnTo>
                  <a:lnTo>
                    <a:pt x="40" y="10429"/>
                  </a:lnTo>
                  <a:lnTo>
                    <a:pt x="20" y="10647"/>
                  </a:lnTo>
                  <a:lnTo>
                    <a:pt x="0" y="10844"/>
                  </a:lnTo>
                  <a:lnTo>
                    <a:pt x="0" y="11061"/>
                  </a:lnTo>
                  <a:lnTo>
                    <a:pt x="20" y="11259"/>
                  </a:lnTo>
                  <a:lnTo>
                    <a:pt x="40" y="11456"/>
                  </a:lnTo>
                  <a:lnTo>
                    <a:pt x="79" y="11654"/>
                  </a:lnTo>
                  <a:lnTo>
                    <a:pt x="139" y="11851"/>
                  </a:lnTo>
                  <a:lnTo>
                    <a:pt x="218" y="12029"/>
                  </a:lnTo>
                  <a:lnTo>
                    <a:pt x="297" y="12187"/>
                  </a:lnTo>
                  <a:lnTo>
                    <a:pt x="415" y="12345"/>
                  </a:lnTo>
                  <a:lnTo>
                    <a:pt x="534" y="12483"/>
                  </a:lnTo>
                  <a:lnTo>
                    <a:pt x="672" y="12622"/>
                  </a:lnTo>
                  <a:lnTo>
                    <a:pt x="850" y="12720"/>
                  </a:lnTo>
                  <a:lnTo>
                    <a:pt x="1027" y="12799"/>
                  </a:lnTo>
                  <a:lnTo>
                    <a:pt x="1423" y="12938"/>
                  </a:lnTo>
                  <a:lnTo>
                    <a:pt x="1877" y="13037"/>
                  </a:lnTo>
                  <a:lnTo>
                    <a:pt x="2351" y="13116"/>
                  </a:lnTo>
                  <a:lnTo>
                    <a:pt x="2845" y="13135"/>
                  </a:lnTo>
                  <a:lnTo>
                    <a:pt x="3101" y="13135"/>
                  </a:lnTo>
                  <a:lnTo>
                    <a:pt x="3338" y="13116"/>
                  </a:lnTo>
                  <a:lnTo>
                    <a:pt x="3575" y="13076"/>
                  </a:lnTo>
                  <a:lnTo>
                    <a:pt x="3813" y="13017"/>
                  </a:lnTo>
                  <a:lnTo>
                    <a:pt x="4050" y="12958"/>
                  </a:lnTo>
                  <a:lnTo>
                    <a:pt x="4287" y="12878"/>
                  </a:lnTo>
                  <a:lnTo>
                    <a:pt x="4504" y="12799"/>
                  </a:lnTo>
                  <a:lnTo>
                    <a:pt x="4721" y="12681"/>
                  </a:lnTo>
                  <a:lnTo>
                    <a:pt x="4919" y="12543"/>
                  </a:lnTo>
                  <a:lnTo>
                    <a:pt x="5136" y="12385"/>
                  </a:lnTo>
                  <a:lnTo>
                    <a:pt x="5353" y="12227"/>
                  </a:lnTo>
                  <a:lnTo>
                    <a:pt x="5570" y="12029"/>
                  </a:lnTo>
                  <a:lnTo>
                    <a:pt x="5807" y="11812"/>
                  </a:lnTo>
                  <a:lnTo>
                    <a:pt x="6025" y="11575"/>
                  </a:lnTo>
                  <a:lnTo>
                    <a:pt x="6262" y="11318"/>
                  </a:lnTo>
                  <a:lnTo>
                    <a:pt x="6479" y="11042"/>
                  </a:lnTo>
                  <a:lnTo>
                    <a:pt x="6696" y="10745"/>
                  </a:lnTo>
                  <a:lnTo>
                    <a:pt x="6914" y="10429"/>
                  </a:lnTo>
                  <a:lnTo>
                    <a:pt x="7111" y="10113"/>
                  </a:lnTo>
                  <a:lnTo>
                    <a:pt x="7328" y="9758"/>
                  </a:lnTo>
                  <a:lnTo>
                    <a:pt x="7506" y="9402"/>
                  </a:lnTo>
                  <a:lnTo>
                    <a:pt x="7684" y="9027"/>
                  </a:lnTo>
                  <a:lnTo>
                    <a:pt x="7862" y="8632"/>
                  </a:lnTo>
                  <a:lnTo>
                    <a:pt x="8020" y="8217"/>
                  </a:lnTo>
                  <a:lnTo>
                    <a:pt x="8276" y="7447"/>
                  </a:lnTo>
                  <a:lnTo>
                    <a:pt x="8494" y="6736"/>
                  </a:lnTo>
                  <a:lnTo>
                    <a:pt x="8672" y="6104"/>
                  </a:lnTo>
                  <a:lnTo>
                    <a:pt x="8770" y="5491"/>
                  </a:lnTo>
                  <a:lnTo>
                    <a:pt x="8810" y="5195"/>
                  </a:lnTo>
                  <a:lnTo>
                    <a:pt x="8849" y="4918"/>
                  </a:lnTo>
                  <a:lnTo>
                    <a:pt x="8849" y="4622"/>
                  </a:lnTo>
                  <a:lnTo>
                    <a:pt x="8849" y="4326"/>
                  </a:lnTo>
                  <a:lnTo>
                    <a:pt x="8830" y="4030"/>
                  </a:lnTo>
                  <a:lnTo>
                    <a:pt x="8810" y="3733"/>
                  </a:lnTo>
                  <a:lnTo>
                    <a:pt x="8691" y="3081"/>
                  </a:lnTo>
                  <a:lnTo>
                    <a:pt x="8612" y="2765"/>
                  </a:lnTo>
                  <a:lnTo>
                    <a:pt x="8513" y="2449"/>
                  </a:lnTo>
                  <a:lnTo>
                    <a:pt x="8375" y="2153"/>
                  </a:lnTo>
                  <a:lnTo>
                    <a:pt x="8217" y="1877"/>
                  </a:lnTo>
                  <a:lnTo>
                    <a:pt x="8039" y="1620"/>
                  </a:lnTo>
                  <a:lnTo>
                    <a:pt x="7842" y="1363"/>
                  </a:lnTo>
                  <a:lnTo>
                    <a:pt x="7625" y="1146"/>
                  </a:lnTo>
                  <a:lnTo>
                    <a:pt x="7407" y="928"/>
                  </a:lnTo>
                  <a:lnTo>
                    <a:pt x="7190" y="751"/>
                  </a:lnTo>
                  <a:lnTo>
                    <a:pt x="6973" y="593"/>
                  </a:lnTo>
                  <a:lnTo>
                    <a:pt x="6736" y="435"/>
                  </a:lnTo>
                  <a:lnTo>
                    <a:pt x="6519" y="316"/>
                  </a:lnTo>
                  <a:lnTo>
                    <a:pt x="6301" y="198"/>
                  </a:lnTo>
                  <a:lnTo>
                    <a:pt x="6084" y="119"/>
                  </a:lnTo>
                  <a:lnTo>
                    <a:pt x="5906" y="59"/>
                  </a:lnTo>
                  <a:lnTo>
                    <a:pt x="5728" y="20"/>
                  </a:lnTo>
                  <a:lnTo>
                    <a:pt x="555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9" name="Google Shape;2899;p11"/>
            <p:cNvSpPr/>
            <p:nvPr/>
          </p:nvSpPr>
          <p:spPr>
            <a:xfrm>
              <a:off x="-1012900" y="3249225"/>
              <a:ext cx="277050" cy="358025"/>
            </a:xfrm>
            <a:custGeom>
              <a:rect b="b" l="l" r="r" t="t"/>
              <a:pathLst>
                <a:path extrusionOk="0" h="14321" w="11082">
                  <a:moveTo>
                    <a:pt x="6894" y="0"/>
                  </a:moveTo>
                  <a:lnTo>
                    <a:pt x="6716" y="20"/>
                  </a:lnTo>
                  <a:lnTo>
                    <a:pt x="6538" y="59"/>
                  </a:lnTo>
                  <a:lnTo>
                    <a:pt x="6440" y="119"/>
                  </a:lnTo>
                  <a:lnTo>
                    <a:pt x="6321" y="217"/>
                  </a:lnTo>
                  <a:lnTo>
                    <a:pt x="6183" y="356"/>
                  </a:lnTo>
                  <a:lnTo>
                    <a:pt x="6025" y="533"/>
                  </a:lnTo>
                  <a:lnTo>
                    <a:pt x="5669" y="1007"/>
                  </a:lnTo>
                  <a:lnTo>
                    <a:pt x="5254" y="1620"/>
                  </a:lnTo>
                  <a:lnTo>
                    <a:pt x="4780" y="2311"/>
                  </a:lnTo>
                  <a:lnTo>
                    <a:pt x="4287" y="3081"/>
                  </a:lnTo>
                  <a:lnTo>
                    <a:pt x="3279" y="4741"/>
                  </a:lnTo>
                  <a:lnTo>
                    <a:pt x="2311" y="6400"/>
                  </a:lnTo>
                  <a:lnTo>
                    <a:pt x="1482" y="7822"/>
                  </a:lnTo>
                  <a:lnTo>
                    <a:pt x="711" y="9204"/>
                  </a:lnTo>
                  <a:lnTo>
                    <a:pt x="652" y="9264"/>
                  </a:lnTo>
                  <a:lnTo>
                    <a:pt x="514" y="9461"/>
                  </a:lnTo>
                  <a:lnTo>
                    <a:pt x="336" y="9758"/>
                  </a:lnTo>
                  <a:lnTo>
                    <a:pt x="257" y="9935"/>
                  </a:lnTo>
                  <a:lnTo>
                    <a:pt x="178" y="10133"/>
                  </a:lnTo>
                  <a:lnTo>
                    <a:pt x="99" y="10350"/>
                  </a:lnTo>
                  <a:lnTo>
                    <a:pt x="40" y="10587"/>
                  </a:lnTo>
                  <a:lnTo>
                    <a:pt x="20" y="10844"/>
                  </a:lnTo>
                  <a:lnTo>
                    <a:pt x="0" y="11101"/>
                  </a:lnTo>
                  <a:lnTo>
                    <a:pt x="20" y="11357"/>
                  </a:lnTo>
                  <a:lnTo>
                    <a:pt x="79" y="11634"/>
                  </a:lnTo>
                  <a:lnTo>
                    <a:pt x="178" y="11930"/>
                  </a:lnTo>
                  <a:lnTo>
                    <a:pt x="316" y="12207"/>
                  </a:lnTo>
                  <a:lnTo>
                    <a:pt x="514" y="12483"/>
                  </a:lnTo>
                  <a:lnTo>
                    <a:pt x="711" y="12720"/>
                  </a:lnTo>
                  <a:lnTo>
                    <a:pt x="948" y="12957"/>
                  </a:lnTo>
                  <a:lnTo>
                    <a:pt x="1186" y="13155"/>
                  </a:lnTo>
                  <a:lnTo>
                    <a:pt x="1462" y="13352"/>
                  </a:lnTo>
                  <a:lnTo>
                    <a:pt x="1739" y="13530"/>
                  </a:lnTo>
                  <a:lnTo>
                    <a:pt x="2035" y="13668"/>
                  </a:lnTo>
                  <a:lnTo>
                    <a:pt x="2331" y="13807"/>
                  </a:lnTo>
                  <a:lnTo>
                    <a:pt x="2627" y="13925"/>
                  </a:lnTo>
                  <a:lnTo>
                    <a:pt x="2924" y="14024"/>
                  </a:lnTo>
                  <a:lnTo>
                    <a:pt x="3220" y="14103"/>
                  </a:lnTo>
                  <a:lnTo>
                    <a:pt x="3516" y="14182"/>
                  </a:lnTo>
                  <a:lnTo>
                    <a:pt x="3793" y="14241"/>
                  </a:lnTo>
                  <a:lnTo>
                    <a:pt x="4069" y="14281"/>
                  </a:lnTo>
                  <a:lnTo>
                    <a:pt x="4563" y="14320"/>
                  </a:lnTo>
                  <a:lnTo>
                    <a:pt x="4780" y="14320"/>
                  </a:lnTo>
                  <a:lnTo>
                    <a:pt x="5017" y="14301"/>
                  </a:lnTo>
                  <a:lnTo>
                    <a:pt x="5235" y="14281"/>
                  </a:lnTo>
                  <a:lnTo>
                    <a:pt x="5452" y="14241"/>
                  </a:lnTo>
                  <a:lnTo>
                    <a:pt x="5669" y="14162"/>
                  </a:lnTo>
                  <a:lnTo>
                    <a:pt x="5886" y="14103"/>
                  </a:lnTo>
                  <a:lnTo>
                    <a:pt x="6104" y="14004"/>
                  </a:lnTo>
                  <a:lnTo>
                    <a:pt x="6301" y="13905"/>
                  </a:lnTo>
                  <a:lnTo>
                    <a:pt x="6499" y="13787"/>
                  </a:lnTo>
                  <a:lnTo>
                    <a:pt x="6696" y="13649"/>
                  </a:lnTo>
                  <a:lnTo>
                    <a:pt x="6894" y="13510"/>
                  </a:lnTo>
                  <a:lnTo>
                    <a:pt x="7072" y="13352"/>
                  </a:lnTo>
                  <a:lnTo>
                    <a:pt x="7249" y="13194"/>
                  </a:lnTo>
                  <a:lnTo>
                    <a:pt x="7407" y="13017"/>
                  </a:lnTo>
                  <a:lnTo>
                    <a:pt x="7565" y="12819"/>
                  </a:lnTo>
                  <a:lnTo>
                    <a:pt x="7723" y="12622"/>
                  </a:lnTo>
                  <a:lnTo>
                    <a:pt x="8079" y="12128"/>
                  </a:lnTo>
                  <a:lnTo>
                    <a:pt x="8514" y="11456"/>
                  </a:lnTo>
                  <a:lnTo>
                    <a:pt x="8988" y="10646"/>
                  </a:lnTo>
                  <a:lnTo>
                    <a:pt x="9481" y="9738"/>
                  </a:lnTo>
                  <a:lnTo>
                    <a:pt x="9955" y="8809"/>
                  </a:lnTo>
                  <a:lnTo>
                    <a:pt x="10173" y="8335"/>
                  </a:lnTo>
                  <a:lnTo>
                    <a:pt x="10370" y="7881"/>
                  </a:lnTo>
                  <a:lnTo>
                    <a:pt x="10548" y="7427"/>
                  </a:lnTo>
                  <a:lnTo>
                    <a:pt x="10706" y="6992"/>
                  </a:lnTo>
                  <a:lnTo>
                    <a:pt x="10825" y="6577"/>
                  </a:lnTo>
                  <a:lnTo>
                    <a:pt x="10923" y="6202"/>
                  </a:lnTo>
                  <a:lnTo>
                    <a:pt x="10983" y="5847"/>
                  </a:lnTo>
                  <a:lnTo>
                    <a:pt x="11022" y="5491"/>
                  </a:lnTo>
                  <a:lnTo>
                    <a:pt x="11062" y="5155"/>
                  </a:lnTo>
                  <a:lnTo>
                    <a:pt x="11081" y="4839"/>
                  </a:lnTo>
                  <a:lnTo>
                    <a:pt x="11081" y="4523"/>
                  </a:lnTo>
                  <a:lnTo>
                    <a:pt x="11062" y="4227"/>
                  </a:lnTo>
                  <a:lnTo>
                    <a:pt x="11022" y="3950"/>
                  </a:lnTo>
                  <a:lnTo>
                    <a:pt x="10983" y="3674"/>
                  </a:lnTo>
                  <a:lnTo>
                    <a:pt x="10923" y="3397"/>
                  </a:lnTo>
                  <a:lnTo>
                    <a:pt x="10844" y="3141"/>
                  </a:lnTo>
                  <a:lnTo>
                    <a:pt x="10745" y="2904"/>
                  </a:lnTo>
                  <a:lnTo>
                    <a:pt x="10627" y="2647"/>
                  </a:lnTo>
                  <a:lnTo>
                    <a:pt x="10489" y="2410"/>
                  </a:lnTo>
                  <a:lnTo>
                    <a:pt x="10331" y="2192"/>
                  </a:lnTo>
                  <a:lnTo>
                    <a:pt x="10153" y="1955"/>
                  </a:lnTo>
                  <a:lnTo>
                    <a:pt x="9975" y="1738"/>
                  </a:lnTo>
                  <a:lnTo>
                    <a:pt x="9541" y="1323"/>
                  </a:lnTo>
                  <a:lnTo>
                    <a:pt x="9106" y="948"/>
                  </a:lnTo>
                  <a:lnTo>
                    <a:pt x="8869" y="770"/>
                  </a:lnTo>
                  <a:lnTo>
                    <a:pt x="8632" y="612"/>
                  </a:lnTo>
                  <a:lnTo>
                    <a:pt x="8415" y="474"/>
                  </a:lnTo>
                  <a:lnTo>
                    <a:pt x="8178" y="356"/>
                  </a:lnTo>
                  <a:lnTo>
                    <a:pt x="7941" y="237"/>
                  </a:lnTo>
                  <a:lnTo>
                    <a:pt x="7723" y="158"/>
                  </a:lnTo>
                  <a:lnTo>
                    <a:pt x="7506" y="79"/>
                  </a:lnTo>
                  <a:lnTo>
                    <a:pt x="7289" y="40"/>
                  </a:lnTo>
                  <a:lnTo>
                    <a:pt x="709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0" name="Google Shape;2900;p11"/>
            <p:cNvSpPr/>
            <p:nvPr/>
          </p:nvSpPr>
          <p:spPr>
            <a:xfrm>
              <a:off x="-1298325" y="3095150"/>
              <a:ext cx="417775" cy="434075"/>
            </a:xfrm>
            <a:custGeom>
              <a:rect b="b" l="l" r="r" t="t"/>
              <a:pathLst>
                <a:path extrusionOk="0" h="17363" w="16711">
                  <a:moveTo>
                    <a:pt x="6973" y="0"/>
                  </a:moveTo>
                  <a:lnTo>
                    <a:pt x="6519" y="40"/>
                  </a:lnTo>
                  <a:lnTo>
                    <a:pt x="6084" y="119"/>
                  </a:lnTo>
                  <a:lnTo>
                    <a:pt x="5630" y="218"/>
                  </a:lnTo>
                  <a:lnTo>
                    <a:pt x="5196" y="356"/>
                  </a:lnTo>
                  <a:lnTo>
                    <a:pt x="4781" y="514"/>
                  </a:lnTo>
                  <a:lnTo>
                    <a:pt x="4366" y="711"/>
                  </a:lnTo>
                  <a:lnTo>
                    <a:pt x="3971" y="929"/>
                  </a:lnTo>
                  <a:lnTo>
                    <a:pt x="3596" y="1166"/>
                  </a:lnTo>
                  <a:lnTo>
                    <a:pt x="3240" y="1442"/>
                  </a:lnTo>
                  <a:lnTo>
                    <a:pt x="2904" y="1739"/>
                  </a:lnTo>
                  <a:lnTo>
                    <a:pt x="2588" y="2055"/>
                  </a:lnTo>
                  <a:lnTo>
                    <a:pt x="2292" y="2390"/>
                  </a:lnTo>
                  <a:lnTo>
                    <a:pt x="1996" y="2766"/>
                  </a:lnTo>
                  <a:lnTo>
                    <a:pt x="1719" y="3161"/>
                  </a:lnTo>
                  <a:lnTo>
                    <a:pt x="1443" y="3575"/>
                  </a:lnTo>
                  <a:lnTo>
                    <a:pt x="1206" y="4010"/>
                  </a:lnTo>
                  <a:lnTo>
                    <a:pt x="969" y="4445"/>
                  </a:lnTo>
                  <a:lnTo>
                    <a:pt x="751" y="4899"/>
                  </a:lnTo>
                  <a:lnTo>
                    <a:pt x="574" y="5353"/>
                  </a:lnTo>
                  <a:lnTo>
                    <a:pt x="396" y="5807"/>
                  </a:lnTo>
                  <a:lnTo>
                    <a:pt x="258" y="6282"/>
                  </a:lnTo>
                  <a:lnTo>
                    <a:pt x="159" y="6756"/>
                  </a:lnTo>
                  <a:lnTo>
                    <a:pt x="80" y="7210"/>
                  </a:lnTo>
                  <a:lnTo>
                    <a:pt x="20" y="7664"/>
                  </a:lnTo>
                  <a:lnTo>
                    <a:pt x="1" y="8118"/>
                  </a:lnTo>
                  <a:lnTo>
                    <a:pt x="20" y="8553"/>
                  </a:lnTo>
                  <a:lnTo>
                    <a:pt x="60" y="8751"/>
                  </a:lnTo>
                  <a:lnTo>
                    <a:pt x="99" y="8968"/>
                  </a:lnTo>
                  <a:lnTo>
                    <a:pt x="159" y="9185"/>
                  </a:lnTo>
                  <a:lnTo>
                    <a:pt x="238" y="9402"/>
                  </a:lnTo>
                  <a:lnTo>
                    <a:pt x="337" y="9620"/>
                  </a:lnTo>
                  <a:lnTo>
                    <a:pt x="435" y="9837"/>
                  </a:lnTo>
                  <a:lnTo>
                    <a:pt x="692" y="10271"/>
                  </a:lnTo>
                  <a:lnTo>
                    <a:pt x="1008" y="10686"/>
                  </a:lnTo>
                  <a:lnTo>
                    <a:pt x="1344" y="11121"/>
                  </a:lnTo>
                  <a:lnTo>
                    <a:pt x="1719" y="11536"/>
                  </a:lnTo>
                  <a:lnTo>
                    <a:pt x="2134" y="11950"/>
                  </a:lnTo>
                  <a:lnTo>
                    <a:pt x="2568" y="12345"/>
                  </a:lnTo>
                  <a:lnTo>
                    <a:pt x="3023" y="12740"/>
                  </a:lnTo>
                  <a:lnTo>
                    <a:pt x="3477" y="13116"/>
                  </a:lnTo>
                  <a:lnTo>
                    <a:pt x="3931" y="13491"/>
                  </a:lnTo>
                  <a:lnTo>
                    <a:pt x="4840" y="14182"/>
                  </a:lnTo>
                  <a:lnTo>
                    <a:pt x="5670" y="14795"/>
                  </a:lnTo>
                  <a:lnTo>
                    <a:pt x="7131" y="15861"/>
                  </a:lnTo>
                  <a:lnTo>
                    <a:pt x="8277" y="16711"/>
                  </a:lnTo>
                  <a:lnTo>
                    <a:pt x="8731" y="17027"/>
                  </a:lnTo>
                  <a:lnTo>
                    <a:pt x="9067" y="17244"/>
                  </a:lnTo>
                  <a:lnTo>
                    <a:pt x="9304" y="17362"/>
                  </a:lnTo>
                  <a:lnTo>
                    <a:pt x="9403" y="17362"/>
                  </a:lnTo>
                  <a:lnTo>
                    <a:pt x="11161" y="14360"/>
                  </a:lnTo>
                  <a:lnTo>
                    <a:pt x="12504" y="12049"/>
                  </a:lnTo>
                  <a:lnTo>
                    <a:pt x="13709" y="9995"/>
                  </a:lnTo>
                  <a:lnTo>
                    <a:pt x="14933" y="7921"/>
                  </a:lnTo>
                  <a:lnTo>
                    <a:pt x="16711" y="4919"/>
                  </a:lnTo>
                  <a:lnTo>
                    <a:pt x="15822" y="4326"/>
                  </a:lnTo>
                  <a:lnTo>
                    <a:pt x="13847" y="3062"/>
                  </a:lnTo>
                  <a:lnTo>
                    <a:pt x="12682" y="2331"/>
                  </a:lnTo>
                  <a:lnTo>
                    <a:pt x="11516" y="1620"/>
                  </a:lnTo>
                  <a:lnTo>
                    <a:pt x="10450" y="988"/>
                  </a:lnTo>
                  <a:lnTo>
                    <a:pt x="9975" y="731"/>
                  </a:lnTo>
                  <a:lnTo>
                    <a:pt x="9561" y="514"/>
                  </a:lnTo>
                  <a:lnTo>
                    <a:pt x="9146" y="336"/>
                  </a:lnTo>
                  <a:lnTo>
                    <a:pt x="8731" y="198"/>
                  </a:lnTo>
                  <a:lnTo>
                    <a:pt x="8297" y="99"/>
                  </a:lnTo>
                  <a:lnTo>
                    <a:pt x="7862" y="40"/>
                  </a:lnTo>
                  <a:lnTo>
                    <a:pt x="74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1" name="Google Shape;2901;p11"/>
            <p:cNvSpPr/>
            <p:nvPr/>
          </p:nvSpPr>
          <p:spPr>
            <a:xfrm>
              <a:off x="-880575" y="3218100"/>
              <a:ext cx="25" cy="25"/>
            </a:xfrm>
            <a:custGeom>
              <a:rect b="b" l="l" r="r" t="t"/>
              <a:pathLst>
                <a:path extrusionOk="0" h="1" w="1">
                  <a:moveTo>
                    <a:pt x="1" y="1"/>
                  </a:moveTo>
                  <a:lnTo>
                    <a:pt x="1" y="1"/>
                  </a:lnTo>
                  <a:lnTo>
                    <a:pt x="1" y="1"/>
                  </a:lnTo>
                  <a:lnTo>
                    <a:pt x="1" y="1"/>
                  </a:lnTo>
                  <a:lnTo>
                    <a:pt x="1" y="1"/>
                  </a:lnTo>
                  <a:lnTo>
                    <a:pt x="1" y="1"/>
                  </a:lnTo>
                  <a:lnTo>
                    <a:pt x="1" y="1"/>
                  </a:lnTo>
                  <a:close/>
                </a:path>
              </a:pathLst>
            </a:custGeom>
            <a:solidFill>
              <a:srgbClr val="E6A4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11"/>
            <p:cNvSpPr/>
            <p:nvPr/>
          </p:nvSpPr>
          <p:spPr>
            <a:xfrm>
              <a:off x="-1510150" y="3967200"/>
              <a:ext cx="345675" cy="325450"/>
            </a:xfrm>
            <a:custGeom>
              <a:rect b="b" l="l" r="r" t="t"/>
              <a:pathLst>
                <a:path extrusionOk="0" h="13018" w="13827">
                  <a:moveTo>
                    <a:pt x="3872" y="1"/>
                  </a:moveTo>
                  <a:lnTo>
                    <a:pt x="3259" y="1047"/>
                  </a:lnTo>
                  <a:lnTo>
                    <a:pt x="1896" y="3378"/>
                  </a:lnTo>
                  <a:lnTo>
                    <a:pt x="1185" y="4623"/>
                  </a:lnTo>
                  <a:lnTo>
                    <a:pt x="573" y="5748"/>
                  </a:lnTo>
                  <a:lnTo>
                    <a:pt x="138" y="6558"/>
                  </a:lnTo>
                  <a:lnTo>
                    <a:pt x="20" y="6815"/>
                  </a:lnTo>
                  <a:lnTo>
                    <a:pt x="0" y="6894"/>
                  </a:lnTo>
                  <a:lnTo>
                    <a:pt x="0" y="6934"/>
                  </a:lnTo>
                  <a:lnTo>
                    <a:pt x="20" y="6973"/>
                  </a:lnTo>
                  <a:lnTo>
                    <a:pt x="119" y="7052"/>
                  </a:lnTo>
                  <a:lnTo>
                    <a:pt x="494" y="7289"/>
                  </a:lnTo>
                  <a:lnTo>
                    <a:pt x="1758" y="8040"/>
                  </a:lnTo>
                  <a:lnTo>
                    <a:pt x="3536" y="9047"/>
                  </a:lnTo>
                  <a:lnTo>
                    <a:pt x="5570" y="10193"/>
                  </a:lnTo>
                  <a:lnTo>
                    <a:pt x="7624" y="11299"/>
                  </a:lnTo>
                  <a:lnTo>
                    <a:pt x="8572" y="11793"/>
                  </a:lnTo>
                  <a:lnTo>
                    <a:pt x="9442" y="12227"/>
                  </a:lnTo>
                  <a:lnTo>
                    <a:pt x="10172" y="12583"/>
                  </a:lnTo>
                  <a:lnTo>
                    <a:pt x="10745" y="12839"/>
                  </a:lnTo>
                  <a:lnTo>
                    <a:pt x="11140" y="12997"/>
                  </a:lnTo>
                  <a:lnTo>
                    <a:pt x="11259" y="13017"/>
                  </a:lnTo>
                  <a:lnTo>
                    <a:pt x="11318" y="13017"/>
                  </a:lnTo>
                  <a:lnTo>
                    <a:pt x="11397" y="12859"/>
                  </a:lnTo>
                  <a:lnTo>
                    <a:pt x="11516" y="12563"/>
                  </a:lnTo>
                  <a:lnTo>
                    <a:pt x="11832" y="11556"/>
                  </a:lnTo>
                  <a:lnTo>
                    <a:pt x="12246" y="10193"/>
                  </a:lnTo>
                  <a:lnTo>
                    <a:pt x="12681" y="8672"/>
                  </a:lnTo>
                  <a:lnTo>
                    <a:pt x="13491" y="5827"/>
                  </a:lnTo>
                  <a:lnTo>
                    <a:pt x="13827" y="4544"/>
                  </a:lnTo>
                  <a:lnTo>
                    <a:pt x="38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3" name="Google Shape;2903;p11"/>
            <p:cNvSpPr/>
            <p:nvPr/>
          </p:nvSpPr>
          <p:spPr>
            <a:xfrm>
              <a:off x="-1914575" y="3337100"/>
              <a:ext cx="321475" cy="387675"/>
            </a:xfrm>
            <a:custGeom>
              <a:rect b="b" l="l" r="r" t="t"/>
              <a:pathLst>
                <a:path extrusionOk="0" h="15507" w="12859">
                  <a:moveTo>
                    <a:pt x="8632" y="1"/>
                  </a:moveTo>
                  <a:lnTo>
                    <a:pt x="5985" y="1028"/>
                  </a:lnTo>
                  <a:lnTo>
                    <a:pt x="5017" y="1423"/>
                  </a:lnTo>
                  <a:lnTo>
                    <a:pt x="4978" y="1443"/>
                  </a:lnTo>
                  <a:lnTo>
                    <a:pt x="4859" y="1482"/>
                  </a:lnTo>
                  <a:lnTo>
                    <a:pt x="4820" y="1502"/>
                  </a:lnTo>
                  <a:lnTo>
                    <a:pt x="4780" y="1502"/>
                  </a:lnTo>
                  <a:lnTo>
                    <a:pt x="4780" y="1522"/>
                  </a:lnTo>
                  <a:lnTo>
                    <a:pt x="4760" y="1522"/>
                  </a:lnTo>
                  <a:lnTo>
                    <a:pt x="4721" y="1542"/>
                  </a:lnTo>
                  <a:lnTo>
                    <a:pt x="4701" y="1542"/>
                  </a:lnTo>
                  <a:lnTo>
                    <a:pt x="4662" y="1561"/>
                  </a:lnTo>
                  <a:lnTo>
                    <a:pt x="4642" y="1561"/>
                  </a:lnTo>
                  <a:lnTo>
                    <a:pt x="3437" y="2055"/>
                  </a:lnTo>
                  <a:lnTo>
                    <a:pt x="2351" y="2509"/>
                  </a:lnTo>
                  <a:lnTo>
                    <a:pt x="1482" y="2885"/>
                  </a:lnTo>
                  <a:lnTo>
                    <a:pt x="1166" y="3043"/>
                  </a:lnTo>
                  <a:lnTo>
                    <a:pt x="948" y="3141"/>
                  </a:lnTo>
                  <a:lnTo>
                    <a:pt x="0" y="3695"/>
                  </a:lnTo>
                  <a:lnTo>
                    <a:pt x="534" y="4959"/>
                  </a:lnTo>
                  <a:lnTo>
                    <a:pt x="553" y="4978"/>
                  </a:lnTo>
                  <a:lnTo>
                    <a:pt x="1047" y="6164"/>
                  </a:lnTo>
                  <a:lnTo>
                    <a:pt x="1067" y="6183"/>
                  </a:lnTo>
                  <a:lnTo>
                    <a:pt x="1087" y="6243"/>
                  </a:lnTo>
                  <a:lnTo>
                    <a:pt x="1087" y="6262"/>
                  </a:lnTo>
                  <a:lnTo>
                    <a:pt x="1106" y="6282"/>
                  </a:lnTo>
                  <a:lnTo>
                    <a:pt x="3358" y="11516"/>
                  </a:lnTo>
                  <a:lnTo>
                    <a:pt x="3733" y="12405"/>
                  </a:lnTo>
                  <a:lnTo>
                    <a:pt x="3733" y="12425"/>
                  </a:lnTo>
                  <a:lnTo>
                    <a:pt x="3753" y="12445"/>
                  </a:lnTo>
                  <a:lnTo>
                    <a:pt x="3832" y="12622"/>
                  </a:lnTo>
                  <a:lnTo>
                    <a:pt x="3832" y="12642"/>
                  </a:lnTo>
                  <a:lnTo>
                    <a:pt x="3832" y="12662"/>
                  </a:lnTo>
                  <a:lnTo>
                    <a:pt x="3852" y="12682"/>
                  </a:lnTo>
                  <a:lnTo>
                    <a:pt x="3852" y="12701"/>
                  </a:lnTo>
                  <a:lnTo>
                    <a:pt x="3872" y="12741"/>
                  </a:lnTo>
                  <a:lnTo>
                    <a:pt x="3891" y="12761"/>
                  </a:lnTo>
                  <a:lnTo>
                    <a:pt x="3911" y="12800"/>
                  </a:lnTo>
                  <a:lnTo>
                    <a:pt x="4741" y="14677"/>
                  </a:lnTo>
                  <a:lnTo>
                    <a:pt x="4997" y="15249"/>
                  </a:lnTo>
                  <a:lnTo>
                    <a:pt x="5136" y="15506"/>
                  </a:lnTo>
                  <a:lnTo>
                    <a:pt x="5175" y="15506"/>
                  </a:lnTo>
                  <a:lnTo>
                    <a:pt x="5274" y="15487"/>
                  </a:lnTo>
                  <a:lnTo>
                    <a:pt x="5412" y="15408"/>
                  </a:lnTo>
                  <a:lnTo>
                    <a:pt x="5570" y="15309"/>
                  </a:lnTo>
                  <a:lnTo>
                    <a:pt x="6025" y="15032"/>
                  </a:lnTo>
                  <a:lnTo>
                    <a:pt x="6578" y="14637"/>
                  </a:lnTo>
                  <a:lnTo>
                    <a:pt x="7921" y="13610"/>
                  </a:lnTo>
                  <a:lnTo>
                    <a:pt x="9422" y="12445"/>
                  </a:lnTo>
                  <a:lnTo>
                    <a:pt x="9442" y="12445"/>
                  </a:lnTo>
                  <a:lnTo>
                    <a:pt x="10291" y="11753"/>
                  </a:lnTo>
                  <a:lnTo>
                    <a:pt x="10331" y="11734"/>
                  </a:lnTo>
                  <a:lnTo>
                    <a:pt x="12859" y="9699"/>
                  </a:lnTo>
                  <a:lnTo>
                    <a:pt x="8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4" name="Google Shape;2904;p11"/>
            <p:cNvSpPr/>
            <p:nvPr/>
          </p:nvSpPr>
          <p:spPr>
            <a:xfrm>
              <a:off x="-1617800" y="3222550"/>
              <a:ext cx="250375" cy="293825"/>
            </a:xfrm>
            <a:custGeom>
              <a:rect b="b" l="l" r="r" t="t"/>
              <a:pathLst>
                <a:path extrusionOk="0" h="11753" w="10015">
                  <a:moveTo>
                    <a:pt x="6222" y="0"/>
                  </a:moveTo>
                  <a:lnTo>
                    <a:pt x="1640" y="2252"/>
                  </a:lnTo>
                  <a:lnTo>
                    <a:pt x="0" y="3062"/>
                  </a:lnTo>
                  <a:lnTo>
                    <a:pt x="1087" y="5511"/>
                  </a:lnTo>
                  <a:lnTo>
                    <a:pt x="1126" y="5630"/>
                  </a:lnTo>
                  <a:lnTo>
                    <a:pt x="1146" y="5649"/>
                  </a:lnTo>
                  <a:lnTo>
                    <a:pt x="1166" y="5709"/>
                  </a:lnTo>
                  <a:lnTo>
                    <a:pt x="1659" y="6835"/>
                  </a:lnTo>
                  <a:lnTo>
                    <a:pt x="1719" y="6953"/>
                  </a:lnTo>
                  <a:lnTo>
                    <a:pt x="1778" y="7111"/>
                  </a:lnTo>
                  <a:lnTo>
                    <a:pt x="1837" y="7230"/>
                  </a:lnTo>
                  <a:lnTo>
                    <a:pt x="1975" y="7565"/>
                  </a:lnTo>
                  <a:lnTo>
                    <a:pt x="2114" y="7862"/>
                  </a:lnTo>
                  <a:lnTo>
                    <a:pt x="2133" y="7881"/>
                  </a:lnTo>
                  <a:lnTo>
                    <a:pt x="2153" y="7960"/>
                  </a:lnTo>
                  <a:lnTo>
                    <a:pt x="2153" y="7980"/>
                  </a:lnTo>
                  <a:lnTo>
                    <a:pt x="2212" y="8079"/>
                  </a:lnTo>
                  <a:lnTo>
                    <a:pt x="2212" y="8119"/>
                  </a:lnTo>
                  <a:lnTo>
                    <a:pt x="2232" y="8158"/>
                  </a:lnTo>
                  <a:lnTo>
                    <a:pt x="2252" y="8158"/>
                  </a:lnTo>
                  <a:lnTo>
                    <a:pt x="2410" y="8553"/>
                  </a:lnTo>
                  <a:lnTo>
                    <a:pt x="2430" y="8573"/>
                  </a:lnTo>
                  <a:lnTo>
                    <a:pt x="2509" y="8751"/>
                  </a:lnTo>
                  <a:lnTo>
                    <a:pt x="2528" y="8810"/>
                  </a:lnTo>
                  <a:lnTo>
                    <a:pt x="2825" y="9481"/>
                  </a:lnTo>
                  <a:lnTo>
                    <a:pt x="2864" y="9560"/>
                  </a:lnTo>
                  <a:lnTo>
                    <a:pt x="3812" y="11753"/>
                  </a:lnTo>
                  <a:lnTo>
                    <a:pt x="4326" y="11457"/>
                  </a:lnTo>
                  <a:lnTo>
                    <a:pt x="6321" y="10271"/>
                  </a:lnTo>
                  <a:lnTo>
                    <a:pt x="10014" y="8059"/>
                  </a:lnTo>
                  <a:lnTo>
                    <a:pt x="622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
            <p:cNvSpPr/>
            <p:nvPr/>
          </p:nvSpPr>
          <p:spPr>
            <a:xfrm>
              <a:off x="-1048450" y="3187975"/>
              <a:ext cx="209875" cy="360025"/>
            </a:xfrm>
            <a:custGeom>
              <a:rect b="b" l="l" r="r" t="t"/>
              <a:pathLst>
                <a:path extrusionOk="0" h="14401" w="8395">
                  <a:moveTo>
                    <a:pt x="8237" y="1"/>
                  </a:moveTo>
                  <a:lnTo>
                    <a:pt x="8197" y="40"/>
                  </a:lnTo>
                  <a:lnTo>
                    <a:pt x="8099" y="139"/>
                  </a:lnTo>
                  <a:lnTo>
                    <a:pt x="7822" y="574"/>
                  </a:lnTo>
                  <a:lnTo>
                    <a:pt x="7388" y="1245"/>
                  </a:lnTo>
                  <a:lnTo>
                    <a:pt x="6854" y="2134"/>
                  </a:lnTo>
                  <a:lnTo>
                    <a:pt x="5531" y="4346"/>
                  </a:lnTo>
                  <a:lnTo>
                    <a:pt x="4030" y="6894"/>
                  </a:lnTo>
                  <a:lnTo>
                    <a:pt x="1264" y="11654"/>
                  </a:lnTo>
                  <a:lnTo>
                    <a:pt x="0" y="13807"/>
                  </a:lnTo>
                  <a:lnTo>
                    <a:pt x="257" y="14400"/>
                  </a:lnTo>
                  <a:lnTo>
                    <a:pt x="8375" y="179"/>
                  </a:lnTo>
                  <a:lnTo>
                    <a:pt x="8395" y="159"/>
                  </a:lnTo>
                  <a:lnTo>
                    <a:pt x="8395" y="100"/>
                  </a:lnTo>
                  <a:lnTo>
                    <a:pt x="8375" y="80"/>
                  </a:lnTo>
                  <a:lnTo>
                    <a:pt x="8355" y="40"/>
                  </a:lnTo>
                  <a:lnTo>
                    <a:pt x="8316" y="20"/>
                  </a:lnTo>
                  <a:lnTo>
                    <a:pt x="823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
            <p:cNvSpPr/>
            <p:nvPr/>
          </p:nvSpPr>
          <p:spPr>
            <a:xfrm>
              <a:off x="-1273625" y="3541050"/>
              <a:ext cx="185200" cy="231625"/>
            </a:xfrm>
            <a:custGeom>
              <a:rect b="b" l="l" r="r" t="t"/>
              <a:pathLst>
                <a:path extrusionOk="0" h="9265" w="7408">
                  <a:moveTo>
                    <a:pt x="6242" y="0"/>
                  </a:moveTo>
                  <a:lnTo>
                    <a:pt x="6084" y="20"/>
                  </a:lnTo>
                  <a:lnTo>
                    <a:pt x="5906" y="60"/>
                  </a:lnTo>
                  <a:lnTo>
                    <a:pt x="5728" y="119"/>
                  </a:lnTo>
                  <a:lnTo>
                    <a:pt x="5531" y="198"/>
                  </a:lnTo>
                  <a:lnTo>
                    <a:pt x="5096" y="376"/>
                  </a:lnTo>
                  <a:lnTo>
                    <a:pt x="4662" y="633"/>
                  </a:lnTo>
                  <a:lnTo>
                    <a:pt x="4543" y="692"/>
                  </a:lnTo>
                  <a:lnTo>
                    <a:pt x="4148" y="949"/>
                  </a:lnTo>
                  <a:lnTo>
                    <a:pt x="3733" y="1225"/>
                  </a:lnTo>
                  <a:lnTo>
                    <a:pt x="3299" y="1541"/>
                  </a:lnTo>
                  <a:lnTo>
                    <a:pt x="2884" y="1877"/>
                  </a:lnTo>
                  <a:lnTo>
                    <a:pt x="2627" y="2094"/>
                  </a:lnTo>
                  <a:lnTo>
                    <a:pt x="2371" y="2331"/>
                  </a:lnTo>
                  <a:lnTo>
                    <a:pt x="2134" y="2568"/>
                  </a:lnTo>
                  <a:lnTo>
                    <a:pt x="1916" y="2805"/>
                  </a:lnTo>
                  <a:lnTo>
                    <a:pt x="1719" y="3062"/>
                  </a:lnTo>
                  <a:lnTo>
                    <a:pt x="1521" y="3319"/>
                  </a:lnTo>
                  <a:lnTo>
                    <a:pt x="1166" y="3832"/>
                  </a:lnTo>
                  <a:lnTo>
                    <a:pt x="869" y="4346"/>
                  </a:lnTo>
                  <a:lnTo>
                    <a:pt x="593" y="4860"/>
                  </a:lnTo>
                  <a:lnTo>
                    <a:pt x="395" y="5353"/>
                  </a:lnTo>
                  <a:lnTo>
                    <a:pt x="218" y="5847"/>
                  </a:lnTo>
                  <a:lnTo>
                    <a:pt x="139" y="6104"/>
                  </a:lnTo>
                  <a:lnTo>
                    <a:pt x="99" y="6361"/>
                  </a:lnTo>
                  <a:lnTo>
                    <a:pt x="60" y="6637"/>
                  </a:lnTo>
                  <a:lnTo>
                    <a:pt x="20" y="6914"/>
                  </a:lnTo>
                  <a:lnTo>
                    <a:pt x="0" y="7487"/>
                  </a:lnTo>
                  <a:lnTo>
                    <a:pt x="20" y="8040"/>
                  </a:lnTo>
                  <a:lnTo>
                    <a:pt x="60" y="8514"/>
                  </a:lnTo>
                  <a:lnTo>
                    <a:pt x="99" y="8909"/>
                  </a:lnTo>
                  <a:lnTo>
                    <a:pt x="139" y="9264"/>
                  </a:lnTo>
                  <a:lnTo>
                    <a:pt x="909" y="8652"/>
                  </a:lnTo>
                  <a:lnTo>
                    <a:pt x="1699" y="8020"/>
                  </a:lnTo>
                  <a:lnTo>
                    <a:pt x="2588" y="7289"/>
                  </a:lnTo>
                  <a:lnTo>
                    <a:pt x="3477" y="6519"/>
                  </a:lnTo>
                  <a:lnTo>
                    <a:pt x="3891" y="6163"/>
                  </a:lnTo>
                  <a:lnTo>
                    <a:pt x="4247" y="5827"/>
                  </a:lnTo>
                  <a:lnTo>
                    <a:pt x="4563" y="5511"/>
                  </a:lnTo>
                  <a:lnTo>
                    <a:pt x="4780" y="5255"/>
                  </a:lnTo>
                  <a:lnTo>
                    <a:pt x="4919" y="5057"/>
                  </a:lnTo>
                  <a:lnTo>
                    <a:pt x="4958" y="4978"/>
                  </a:lnTo>
                  <a:lnTo>
                    <a:pt x="4958" y="4919"/>
                  </a:lnTo>
                  <a:lnTo>
                    <a:pt x="4938" y="4721"/>
                  </a:lnTo>
                  <a:lnTo>
                    <a:pt x="4938" y="4524"/>
                  </a:lnTo>
                  <a:lnTo>
                    <a:pt x="4958" y="4346"/>
                  </a:lnTo>
                  <a:lnTo>
                    <a:pt x="5017" y="4168"/>
                  </a:lnTo>
                  <a:lnTo>
                    <a:pt x="5116" y="3990"/>
                  </a:lnTo>
                  <a:lnTo>
                    <a:pt x="5215" y="3852"/>
                  </a:lnTo>
                  <a:lnTo>
                    <a:pt x="5333" y="3694"/>
                  </a:lnTo>
                  <a:lnTo>
                    <a:pt x="5452" y="3556"/>
                  </a:lnTo>
                  <a:lnTo>
                    <a:pt x="5768" y="3279"/>
                  </a:lnTo>
                  <a:lnTo>
                    <a:pt x="6084" y="3042"/>
                  </a:lnTo>
                  <a:lnTo>
                    <a:pt x="6400" y="2805"/>
                  </a:lnTo>
                  <a:lnTo>
                    <a:pt x="6696" y="2568"/>
                  </a:lnTo>
                  <a:lnTo>
                    <a:pt x="6914" y="2371"/>
                  </a:lnTo>
                  <a:lnTo>
                    <a:pt x="7072" y="2173"/>
                  </a:lnTo>
                  <a:lnTo>
                    <a:pt x="7210" y="1976"/>
                  </a:lnTo>
                  <a:lnTo>
                    <a:pt x="7309" y="1778"/>
                  </a:lnTo>
                  <a:lnTo>
                    <a:pt x="7368" y="1581"/>
                  </a:lnTo>
                  <a:lnTo>
                    <a:pt x="7407" y="1383"/>
                  </a:lnTo>
                  <a:lnTo>
                    <a:pt x="7407" y="1205"/>
                  </a:lnTo>
                  <a:lnTo>
                    <a:pt x="7388" y="1008"/>
                  </a:lnTo>
                  <a:lnTo>
                    <a:pt x="7348" y="850"/>
                  </a:lnTo>
                  <a:lnTo>
                    <a:pt x="7269" y="672"/>
                  </a:lnTo>
                  <a:lnTo>
                    <a:pt x="7190" y="534"/>
                  </a:lnTo>
                  <a:lnTo>
                    <a:pt x="7091" y="396"/>
                  </a:lnTo>
                  <a:lnTo>
                    <a:pt x="6993" y="277"/>
                  </a:lnTo>
                  <a:lnTo>
                    <a:pt x="6874" y="178"/>
                  </a:lnTo>
                  <a:lnTo>
                    <a:pt x="6756" y="99"/>
                  </a:lnTo>
                  <a:lnTo>
                    <a:pt x="6617" y="40"/>
                  </a:lnTo>
                  <a:lnTo>
                    <a:pt x="6479"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7" name="Google Shape;2907;p11"/>
            <p:cNvSpPr/>
            <p:nvPr/>
          </p:nvSpPr>
          <p:spPr>
            <a:xfrm>
              <a:off x="-1191650" y="3522275"/>
              <a:ext cx="165925" cy="240025"/>
            </a:xfrm>
            <a:custGeom>
              <a:rect b="b" l="l" r="r" t="t"/>
              <a:pathLst>
                <a:path extrusionOk="0" h="9601" w="6637">
                  <a:moveTo>
                    <a:pt x="5570" y="1"/>
                  </a:moveTo>
                  <a:lnTo>
                    <a:pt x="5531" y="21"/>
                  </a:lnTo>
                  <a:lnTo>
                    <a:pt x="5412" y="119"/>
                  </a:lnTo>
                  <a:lnTo>
                    <a:pt x="5215" y="396"/>
                  </a:lnTo>
                  <a:lnTo>
                    <a:pt x="4543" y="1344"/>
                  </a:lnTo>
                  <a:lnTo>
                    <a:pt x="3654" y="2667"/>
                  </a:lnTo>
                  <a:lnTo>
                    <a:pt x="2667" y="4208"/>
                  </a:lnTo>
                  <a:lnTo>
                    <a:pt x="1679" y="5749"/>
                  </a:lnTo>
                  <a:lnTo>
                    <a:pt x="830" y="7131"/>
                  </a:lnTo>
                  <a:lnTo>
                    <a:pt x="237" y="8159"/>
                  </a:lnTo>
                  <a:lnTo>
                    <a:pt x="59" y="8475"/>
                  </a:lnTo>
                  <a:lnTo>
                    <a:pt x="20" y="8573"/>
                  </a:lnTo>
                  <a:lnTo>
                    <a:pt x="0" y="8652"/>
                  </a:lnTo>
                  <a:lnTo>
                    <a:pt x="20" y="8731"/>
                  </a:lnTo>
                  <a:lnTo>
                    <a:pt x="40" y="8810"/>
                  </a:lnTo>
                  <a:lnTo>
                    <a:pt x="79" y="8889"/>
                  </a:lnTo>
                  <a:lnTo>
                    <a:pt x="138" y="8968"/>
                  </a:lnTo>
                  <a:lnTo>
                    <a:pt x="296" y="9126"/>
                  </a:lnTo>
                  <a:lnTo>
                    <a:pt x="474" y="9265"/>
                  </a:lnTo>
                  <a:lnTo>
                    <a:pt x="672" y="9383"/>
                  </a:lnTo>
                  <a:lnTo>
                    <a:pt x="869" y="9482"/>
                  </a:lnTo>
                  <a:lnTo>
                    <a:pt x="1027" y="9561"/>
                  </a:lnTo>
                  <a:lnTo>
                    <a:pt x="1146" y="9600"/>
                  </a:lnTo>
                  <a:lnTo>
                    <a:pt x="1185" y="9581"/>
                  </a:lnTo>
                  <a:lnTo>
                    <a:pt x="1264" y="9521"/>
                  </a:lnTo>
                  <a:lnTo>
                    <a:pt x="1462" y="9265"/>
                  </a:lnTo>
                  <a:lnTo>
                    <a:pt x="1738" y="8870"/>
                  </a:lnTo>
                  <a:lnTo>
                    <a:pt x="2094" y="8336"/>
                  </a:lnTo>
                  <a:lnTo>
                    <a:pt x="2963" y="6993"/>
                  </a:lnTo>
                  <a:lnTo>
                    <a:pt x="3931" y="5433"/>
                  </a:lnTo>
                  <a:lnTo>
                    <a:pt x="4899" y="3853"/>
                  </a:lnTo>
                  <a:lnTo>
                    <a:pt x="5748" y="2450"/>
                  </a:lnTo>
                  <a:lnTo>
                    <a:pt x="6360" y="1423"/>
                  </a:lnTo>
                  <a:lnTo>
                    <a:pt x="6617" y="929"/>
                  </a:lnTo>
                  <a:lnTo>
                    <a:pt x="6637" y="870"/>
                  </a:lnTo>
                  <a:lnTo>
                    <a:pt x="6617" y="791"/>
                  </a:lnTo>
                  <a:lnTo>
                    <a:pt x="6578" y="712"/>
                  </a:lnTo>
                  <a:lnTo>
                    <a:pt x="6538" y="633"/>
                  </a:lnTo>
                  <a:lnTo>
                    <a:pt x="6380" y="455"/>
                  </a:lnTo>
                  <a:lnTo>
                    <a:pt x="6202" y="317"/>
                  </a:lnTo>
                  <a:lnTo>
                    <a:pt x="5985" y="179"/>
                  </a:lnTo>
                  <a:lnTo>
                    <a:pt x="5788" y="80"/>
                  </a:lnTo>
                  <a:lnTo>
                    <a:pt x="5629" y="21"/>
                  </a:lnTo>
                  <a:lnTo>
                    <a:pt x="557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8" name="Google Shape;2908;p11"/>
            <p:cNvSpPr/>
            <p:nvPr/>
          </p:nvSpPr>
          <p:spPr>
            <a:xfrm>
              <a:off x="-1258325" y="3556850"/>
              <a:ext cx="279025" cy="311125"/>
            </a:xfrm>
            <a:custGeom>
              <a:rect b="b" l="l" r="r" t="t"/>
              <a:pathLst>
                <a:path extrusionOk="0" h="12445" w="11161">
                  <a:moveTo>
                    <a:pt x="9087" y="1"/>
                  </a:moveTo>
                  <a:lnTo>
                    <a:pt x="9008" y="40"/>
                  </a:lnTo>
                  <a:lnTo>
                    <a:pt x="8948" y="60"/>
                  </a:lnTo>
                  <a:lnTo>
                    <a:pt x="8850" y="159"/>
                  </a:lnTo>
                  <a:lnTo>
                    <a:pt x="8751" y="257"/>
                  </a:lnTo>
                  <a:lnTo>
                    <a:pt x="8692" y="376"/>
                  </a:lnTo>
                  <a:lnTo>
                    <a:pt x="8632" y="514"/>
                  </a:lnTo>
                  <a:lnTo>
                    <a:pt x="8514" y="810"/>
                  </a:lnTo>
                  <a:lnTo>
                    <a:pt x="8375" y="1146"/>
                  </a:lnTo>
                  <a:lnTo>
                    <a:pt x="8138" y="1640"/>
                  </a:lnTo>
                  <a:lnTo>
                    <a:pt x="7822" y="2252"/>
                  </a:lnTo>
                  <a:lnTo>
                    <a:pt x="7487" y="2805"/>
                  </a:lnTo>
                  <a:lnTo>
                    <a:pt x="7348" y="3003"/>
                  </a:lnTo>
                  <a:lnTo>
                    <a:pt x="7269" y="3121"/>
                  </a:lnTo>
                  <a:lnTo>
                    <a:pt x="7092" y="3279"/>
                  </a:lnTo>
                  <a:lnTo>
                    <a:pt x="6855" y="3437"/>
                  </a:lnTo>
                  <a:lnTo>
                    <a:pt x="6558" y="3615"/>
                  </a:lnTo>
                  <a:lnTo>
                    <a:pt x="6163" y="3813"/>
                  </a:lnTo>
                  <a:lnTo>
                    <a:pt x="5827" y="3951"/>
                  </a:lnTo>
                  <a:lnTo>
                    <a:pt x="5551" y="4030"/>
                  </a:lnTo>
                  <a:lnTo>
                    <a:pt x="5294" y="4089"/>
                  </a:lnTo>
                  <a:lnTo>
                    <a:pt x="5097" y="4109"/>
                  </a:lnTo>
                  <a:lnTo>
                    <a:pt x="4919" y="4089"/>
                  </a:lnTo>
                  <a:lnTo>
                    <a:pt x="4781" y="4050"/>
                  </a:lnTo>
                  <a:lnTo>
                    <a:pt x="4662" y="3990"/>
                  </a:lnTo>
                  <a:lnTo>
                    <a:pt x="4583" y="3931"/>
                  </a:lnTo>
                  <a:lnTo>
                    <a:pt x="4504" y="3852"/>
                  </a:lnTo>
                  <a:lnTo>
                    <a:pt x="4465" y="3773"/>
                  </a:lnTo>
                  <a:lnTo>
                    <a:pt x="4445" y="3674"/>
                  </a:lnTo>
                  <a:lnTo>
                    <a:pt x="4425" y="3595"/>
                  </a:lnTo>
                  <a:lnTo>
                    <a:pt x="4405" y="3477"/>
                  </a:lnTo>
                  <a:lnTo>
                    <a:pt x="4425" y="3418"/>
                  </a:lnTo>
                  <a:lnTo>
                    <a:pt x="2233" y="5610"/>
                  </a:lnTo>
                  <a:lnTo>
                    <a:pt x="731" y="7151"/>
                  </a:lnTo>
                  <a:lnTo>
                    <a:pt x="218" y="7684"/>
                  </a:lnTo>
                  <a:lnTo>
                    <a:pt x="60" y="7862"/>
                  </a:lnTo>
                  <a:lnTo>
                    <a:pt x="1" y="7941"/>
                  </a:lnTo>
                  <a:lnTo>
                    <a:pt x="1" y="7961"/>
                  </a:lnTo>
                  <a:lnTo>
                    <a:pt x="40" y="8020"/>
                  </a:lnTo>
                  <a:lnTo>
                    <a:pt x="198" y="8178"/>
                  </a:lnTo>
                  <a:lnTo>
                    <a:pt x="810" y="8711"/>
                  </a:lnTo>
                  <a:lnTo>
                    <a:pt x="1699" y="9422"/>
                  </a:lnTo>
                  <a:lnTo>
                    <a:pt x="2746" y="10212"/>
                  </a:lnTo>
                  <a:lnTo>
                    <a:pt x="4721" y="11714"/>
                  </a:lnTo>
                  <a:lnTo>
                    <a:pt x="5709" y="12425"/>
                  </a:lnTo>
                  <a:lnTo>
                    <a:pt x="5788" y="12444"/>
                  </a:lnTo>
                  <a:lnTo>
                    <a:pt x="5887" y="12425"/>
                  </a:lnTo>
                  <a:lnTo>
                    <a:pt x="6223" y="12326"/>
                  </a:lnTo>
                  <a:lnTo>
                    <a:pt x="6677" y="12128"/>
                  </a:lnTo>
                  <a:lnTo>
                    <a:pt x="7190" y="11891"/>
                  </a:lnTo>
                  <a:lnTo>
                    <a:pt x="7743" y="11615"/>
                  </a:lnTo>
                  <a:lnTo>
                    <a:pt x="8296" y="11299"/>
                  </a:lnTo>
                  <a:lnTo>
                    <a:pt x="8810" y="11002"/>
                  </a:lnTo>
                  <a:lnTo>
                    <a:pt x="9225" y="10706"/>
                  </a:lnTo>
                  <a:lnTo>
                    <a:pt x="9758" y="10272"/>
                  </a:lnTo>
                  <a:lnTo>
                    <a:pt x="9936" y="10114"/>
                  </a:lnTo>
                  <a:lnTo>
                    <a:pt x="10074" y="9995"/>
                  </a:lnTo>
                  <a:lnTo>
                    <a:pt x="10153" y="9877"/>
                  </a:lnTo>
                  <a:lnTo>
                    <a:pt x="10232" y="9778"/>
                  </a:lnTo>
                  <a:lnTo>
                    <a:pt x="10370" y="9521"/>
                  </a:lnTo>
                  <a:lnTo>
                    <a:pt x="10469" y="9304"/>
                  </a:lnTo>
                  <a:lnTo>
                    <a:pt x="10588" y="9027"/>
                  </a:lnTo>
                  <a:lnTo>
                    <a:pt x="10825" y="8296"/>
                  </a:lnTo>
                  <a:lnTo>
                    <a:pt x="11022" y="7566"/>
                  </a:lnTo>
                  <a:lnTo>
                    <a:pt x="11082" y="7269"/>
                  </a:lnTo>
                  <a:lnTo>
                    <a:pt x="11121" y="7072"/>
                  </a:lnTo>
                  <a:lnTo>
                    <a:pt x="11141" y="6795"/>
                  </a:lnTo>
                  <a:lnTo>
                    <a:pt x="11141" y="6539"/>
                  </a:lnTo>
                  <a:lnTo>
                    <a:pt x="11121" y="6282"/>
                  </a:lnTo>
                  <a:lnTo>
                    <a:pt x="11121" y="6222"/>
                  </a:lnTo>
                  <a:lnTo>
                    <a:pt x="11141" y="6025"/>
                  </a:lnTo>
                  <a:lnTo>
                    <a:pt x="11161" y="5669"/>
                  </a:lnTo>
                  <a:lnTo>
                    <a:pt x="11121" y="5136"/>
                  </a:lnTo>
                  <a:lnTo>
                    <a:pt x="11082" y="4840"/>
                  </a:lnTo>
                  <a:lnTo>
                    <a:pt x="11022" y="4563"/>
                  </a:lnTo>
                  <a:lnTo>
                    <a:pt x="10943" y="4129"/>
                  </a:lnTo>
                  <a:lnTo>
                    <a:pt x="10864" y="3852"/>
                  </a:lnTo>
                  <a:lnTo>
                    <a:pt x="10825" y="3753"/>
                  </a:lnTo>
                  <a:lnTo>
                    <a:pt x="10805" y="3477"/>
                  </a:lnTo>
                  <a:lnTo>
                    <a:pt x="10785" y="3260"/>
                  </a:lnTo>
                  <a:lnTo>
                    <a:pt x="10726" y="3082"/>
                  </a:lnTo>
                  <a:lnTo>
                    <a:pt x="10667" y="2963"/>
                  </a:lnTo>
                  <a:lnTo>
                    <a:pt x="10588" y="2865"/>
                  </a:lnTo>
                  <a:lnTo>
                    <a:pt x="10548" y="2805"/>
                  </a:lnTo>
                  <a:lnTo>
                    <a:pt x="10489" y="2786"/>
                  </a:lnTo>
                  <a:lnTo>
                    <a:pt x="10548" y="2549"/>
                  </a:lnTo>
                  <a:lnTo>
                    <a:pt x="10588" y="2292"/>
                  </a:lnTo>
                  <a:lnTo>
                    <a:pt x="10647" y="1996"/>
                  </a:lnTo>
                  <a:lnTo>
                    <a:pt x="10667" y="1660"/>
                  </a:lnTo>
                  <a:lnTo>
                    <a:pt x="10667" y="1324"/>
                  </a:lnTo>
                  <a:lnTo>
                    <a:pt x="10647" y="1166"/>
                  </a:lnTo>
                  <a:lnTo>
                    <a:pt x="10607" y="1008"/>
                  </a:lnTo>
                  <a:lnTo>
                    <a:pt x="10548" y="870"/>
                  </a:lnTo>
                  <a:lnTo>
                    <a:pt x="10489" y="751"/>
                  </a:lnTo>
                  <a:lnTo>
                    <a:pt x="10410" y="633"/>
                  </a:lnTo>
                  <a:lnTo>
                    <a:pt x="10331" y="534"/>
                  </a:lnTo>
                  <a:lnTo>
                    <a:pt x="10114" y="356"/>
                  </a:lnTo>
                  <a:lnTo>
                    <a:pt x="9916" y="198"/>
                  </a:lnTo>
                  <a:lnTo>
                    <a:pt x="9679" y="99"/>
                  </a:lnTo>
                  <a:lnTo>
                    <a:pt x="9462" y="20"/>
                  </a:lnTo>
                  <a:lnTo>
                    <a:pt x="9264"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9" name="Google Shape;2909;p11"/>
            <p:cNvSpPr/>
            <p:nvPr/>
          </p:nvSpPr>
          <p:spPr>
            <a:xfrm>
              <a:off x="-1024250" y="3626475"/>
              <a:ext cx="29150" cy="64725"/>
            </a:xfrm>
            <a:custGeom>
              <a:rect b="b" l="l" r="r" t="t"/>
              <a:pathLst>
                <a:path extrusionOk="0" h="2589" w="1166">
                  <a:moveTo>
                    <a:pt x="1126" y="1"/>
                  </a:moveTo>
                  <a:lnTo>
                    <a:pt x="948" y="573"/>
                  </a:lnTo>
                  <a:lnTo>
                    <a:pt x="790" y="1067"/>
                  </a:lnTo>
                  <a:lnTo>
                    <a:pt x="691" y="1344"/>
                  </a:lnTo>
                  <a:lnTo>
                    <a:pt x="593" y="1601"/>
                  </a:lnTo>
                  <a:lnTo>
                    <a:pt x="474" y="1818"/>
                  </a:lnTo>
                  <a:lnTo>
                    <a:pt x="356" y="2035"/>
                  </a:lnTo>
                  <a:lnTo>
                    <a:pt x="138" y="2351"/>
                  </a:lnTo>
                  <a:lnTo>
                    <a:pt x="20" y="2549"/>
                  </a:lnTo>
                  <a:lnTo>
                    <a:pt x="0" y="2588"/>
                  </a:lnTo>
                  <a:lnTo>
                    <a:pt x="40" y="2588"/>
                  </a:lnTo>
                  <a:lnTo>
                    <a:pt x="119" y="2529"/>
                  </a:lnTo>
                  <a:lnTo>
                    <a:pt x="198" y="2430"/>
                  </a:lnTo>
                  <a:lnTo>
                    <a:pt x="316" y="2292"/>
                  </a:lnTo>
                  <a:lnTo>
                    <a:pt x="435" y="2114"/>
                  </a:lnTo>
                  <a:lnTo>
                    <a:pt x="691" y="1660"/>
                  </a:lnTo>
                  <a:lnTo>
                    <a:pt x="830" y="1383"/>
                  </a:lnTo>
                  <a:lnTo>
                    <a:pt x="968" y="1087"/>
                  </a:lnTo>
                  <a:lnTo>
                    <a:pt x="1067" y="810"/>
                  </a:lnTo>
                  <a:lnTo>
                    <a:pt x="1126" y="573"/>
                  </a:lnTo>
                  <a:lnTo>
                    <a:pt x="1165" y="396"/>
                  </a:lnTo>
                  <a:lnTo>
                    <a:pt x="1165" y="238"/>
                  </a:lnTo>
                  <a:lnTo>
                    <a:pt x="1165" y="119"/>
                  </a:lnTo>
                  <a:lnTo>
                    <a:pt x="1146" y="40"/>
                  </a:lnTo>
                  <a:lnTo>
                    <a:pt x="1126"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11"/>
            <p:cNvSpPr/>
            <p:nvPr/>
          </p:nvSpPr>
          <p:spPr>
            <a:xfrm>
              <a:off x="-1007475" y="3650675"/>
              <a:ext cx="21250" cy="81500"/>
            </a:xfrm>
            <a:custGeom>
              <a:rect b="b" l="l" r="r" t="t"/>
              <a:pathLst>
                <a:path extrusionOk="0" h="3260" w="850">
                  <a:moveTo>
                    <a:pt x="771" y="0"/>
                  </a:moveTo>
                  <a:lnTo>
                    <a:pt x="751" y="99"/>
                  </a:lnTo>
                  <a:lnTo>
                    <a:pt x="731" y="494"/>
                  </a:lnTo>
                  <a:lnTo>
                    <a:pt x="712" y="751"/>
                  </a:lnTo>
                  <a:lnTo>
                    <a:pt x="692" y="1067"/>
                  </a:lnTo>
                  <a:lnTo>
                    <a:pt x="633" y="1403"/>
                  </a:lnTo>
                  <a:lnTo>
                    <a:pt x="554" y="1739"/>
                  </a:lnTo>
                  <a:lnTo>
                    <a:pt x="396" y="2292"/>
                  </a:lnTo>
                  <a:lnTo>
                    <a:pt x="297" y="2588"/>
                  </a:lnTo>
                  <a:lnTo>
                    <a:pt x="198" y="2766"/>
                  </a:lnTo>
                  <a:lnTo>
                    <a:pt x="80" y="2924"/>
                  </a:lnTo>
                  <a:lnTo>
                    <a:pt x="20" y="3082"/>
                  </a:lnTo>
                  <a:lnTo>
                    <a:pt x="1" y="3161"/>
                  </a:lnTo>
                  <a:lnTo>
                    <a:pt x="20" y="3240"/>
                  </a:lnTo>
                  <a:lnTo>
                    <a:pt x="40" y="3260"/>
                  </a:lnTo>
                  <a:lnTo>
                    <a:pt x="80" y="3220"/>
                  </a:lnTo>
                  <a:lnTo>
                    <a:pt x="139" y="3161"/>
                  </a:lnTo>
                  <a:lnTo>
                    <a:pt x="198" y="3042"/>
                  </a:lnTo>
                  <a:lnTo>
                    <a:pt x="277" y="2884"/>
                  </a:lnTo>
                  <a:lnTo>
                    <a:pt x="376" y="2647"/>
                  </a:lnTo>
                  <a:lnTo>
                    <a:pt x="494" y="2331"/>
                  </a:lnTo>
                  <a:lnTo>
                    <a:pt x="613" y="1956"/>
                  </a:lnTo>
                  <a:lnTo>
                    <a:pt x="712" y="1561"/>
                  </a:lnTo>
                  <a:lnTo>
                    <a:pt x="791" y="1205"/>
                  </a:lnTo>
                  <a:lnTo>
                    <a:pt x="830" y="870"/>
                  </a:lnTo>
                  <a:lnTo>
                    <a:pt x="850" y="593"/>
                  </a:lnTo>
                  <a:lnTo>
                    <a:pt x="850" y="356"/>
                  </a:lnTo>
                  <a:lnTo>
                    <a:pt x="830" y="178"/>
                  </a:lnTo>
                  <a:lnTo>
                    <a:pt x="811" y="60"/>
                  </a:lnTo>
                  <a:lnTo>
                    <a:pt x="79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1" name="Google Shape;2911;p11"/>
            <p:cNvSpPr/>
            <p:nvPr/>
          </p:nvSpPr>
          <p:spPr>
            <a:xfrm>
              <a:off x="-1004025" y="3711400"/>
              <a:ext cx="23250" cy="67200"/>
            </a:xfrm>
            <a:custGeom>
              <a:rect b="b" l="l" r="r" t="t"/>
              <a:pathLst>
                <a:path extrusionOk="0" h="2688" w="930">
                  <a:moveTo>
                    <a:pt x="910" y="1"/>
                  </a:moveTo>
                  <a:lnTo>
                    <a:pt x="870" y="60"/>
                  </a:lnTo>
                  <a:lnTo>
                    <a:pt x="811" y="337"/>
                  </a:lnTo>
                  <a:lnTo>
                    <a:pt x="712" y="771"/>
                  </a:lnTo>
                  <a:lnTo>
                    <a:pt x="574" y="1344"/>
                  </a:lnTo>
                  <a:lnTo>
                    <a:pt x="475" y="1621"/>
                  </a:lnTo>
                  <a:lnTo>
                    <a:pt x="376" y="1877"/>
                  </a:lnTo>
                  <a:lnTo>
                    <a:pt x="198" y="2272"/>
                  </a:lnTo>
                  <a:lnTo>
                    <a:pt x="60" y="2529"/>
                  </a:lnTo>
                  <a:lnTo>
                    <a:pt x="1" y="2608"/>
                  </a:lnTo>
                  <a:lnTo>
                    <a:pt x="21" y="2668"/>
                  </a:lnTo>
                  <a:lnTo>
                    <a:pt x="40" y="2687"/>
                  </a:lnTo>
                  <a:lnTo>
                    <a:pt x="60" y="2687"/>
                  </a:lnTo>
                  <a:lnTo>
                    <a:pt x="119" y="2648"/>
                  </a:lnTo>
                  <a:lnTo>
                    <a:pt x="198" y="2549"/>
                  </a:lnTo>
                  <a:lnTo>
                    <a:pt x="277" y="2411"/>
                  </a:lnTo>
                  <a:lnTo>
                    <a:pt x="356" y="2213"/>
                  </a:lnTo>
                  <a:lnTo>
                    <a:pt x="455" y="2016"/>
                  </a:lnTo>
                  <a:lnTo>
                    <a:pt x="534" y="1759"/>
                  </a:lnTo>
                  <a:lnTo>
                    <a:pt x="692" y="1206"/>
                  </a:lnTo>
                  <a:lnTo>
                    <a:pt x="831" y="653"/>
                  </a:lnTo>
                  <a:lnTo>
                    <a:pt x="910" y="218"/>
                  </a:lnTo>
                  <a:lnTo>
                    <a:pt x="929" y="60"/>
                  </a:lnTo>
                  <a:lnTo>
                    <a:pt x="91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2" name="Google Shape;2912;p11"/>
            <p:cNvSpPr/>
            <p:nvPr/>
          </p:nvSpPr>
          <p:spPr>
            <a:xfrm>
              <a:off x="-1361025" y="3708950"/>
              <a:ext cx="279500" cy="288400"/>
            </a:xfrm>
            <a:custGeom>
              <a:rect b="b" l="l" r="r" t="t"/>
              <a:pathLst>
                <a:path extrusionOk="0" h="11536" w="11180">
                  <a:moveTo>
                    <a:pt x="4148" y="0"/>
                  </a:moveTo>
                  <a:lnTo>
                    <a:pt x="1185" y="5057"/>
                  </a:lnTo>
                  <a:lnTo>
                    <a:pt x="0" y="7071"/>
                  </a:lnTo>
                  <a:lnTo>
                    <a:pt x="0" y="7091"/>
                  </a:lnTo>
                  <a:lnTo>
                    <a:pt x="40" y="7131"/>
                  </a:lnTo>
                  <a:lnTo>
                    <a:pt x="178" y="7190"/>
                  </a:lnTo>
                  <a:lnTo>
                    <a:pt x="198" y="7210"/>
                  </a:lnTo>
                  <a:lnTo>
                    <a:pt x="277" y="7249"/>
                  </a:lnTo>
                  <a:lnTo>
                    <a:pt x="553" y="7407"/>
                  </a:lnTo>
                  <a:lnTo>
                    <a:pt x="573" y="7407"/>
                  </a:lnTo>
                  <a:lnTo>
                    <a:pt x="672" y="7467"/>
                  </a:lnTo>
                  <a:lnTo>
                    <a:pt x="948" y="7625"/>
                  </a:lnTo>
                  <a:lnTo>
                    <a:pt x="988" y="7625"/>
                  </a:lnTo>
                  <a:lnTo>
                    <a:pt x="1008" y="7644"/>
                  </a:lnTo>
                  <a:lnTo>
                    <a:pt x="1245" y="7763"/>
                  </a:lnTo>
                  <a:lnTo>
                    <a:pt x="1896" y="8118"/>
                  </a:lnTo>
                  <a:lnTo>
                    <a:pt x="1936" y="8138"/>
                  </a:lnTo>
                  <a:lnTo>
                    <a:pt x="1956" y="8158"/>
                  </a:lnTo>
                  <a:lnTo>
                    <a:pt x="1995" y="8178"/>
                  </a:lnTo>
                  <a:lnTo>
                    <a:pt x="2193" y="8276"/>
                  </a:lnTo>
                  <a:lnTo>
                    <a:pt x="2489" y="8434"/>
                  </a:lnTo>
                  <a:lnTo>
                    <a:pt x="2785" y="8573"/>
                  </a:lnTo>
                  <a:lnTo>
                    <a:pt x="2845" y="8612"/>
                  </a:lnTo>
                  <a:lnTo>
                    <a:pt x="2963" y="8671"/>
                  </a:lnTo>
                  <a:lnTo>
                    <a:pt x="3003" y="8711"/>
                  </a:lnTo>
                  <a:lnTo>
                    <a:pt x="3121" y="8750"/>
                  </a:lnTo>
                  <a:lnTo>
                    <a:pt x="3161" y="8770"/>
                  </a:lnTo>
                  <a:lnTo>
                    <a:pt x="3220" y="8810"/>
                  </a:lnTo>
                  <a:lnTo>
                    <a:pt x="3299" y="8849"/>
                  </a:lnTo>
                  <a:lnTo>
                    <a:pt x="3358" y="8889"/>
                  </a:lnTo>
                  <a:lnTo>
                    <a:pt x="3615" y="9027"/>
                  </a:lnTo>
                  <a:lnTo>
                    <a:pt x="3753" y="9086"/>
                  </a:lnTo>
                  <a:lnTo>
                    <a:pt x="3773" y="9106"/>
                  </a:lnTo>
                  <a:lnTo>
                    <a:pt x="6992" y="10765"/>
                  </a:lnTo>
                  <a:lnTo>
                    <a:pt x="8118" y="11338"/>
                  </a:lnTo>
                  <a:lnTo>
                    <a:pt x="8434" y="11476"/>
                  </a:lnTo>
                  <a:lnTo>
                    <a:pt x="8573" y="11535"/>
                  </a:lnTo>
                  <a:lnTo>
                    <a:pt x="8671" y="11318"/>
                  </a:lnTo>
                  <a:lnTo>
                    <a:pt x="8928" y="10785"/>
                  </a:lnTo>
                  <a:lnTo>
                    <a:pt x="9066" y="10508"/>
                  </a:lnTo>
                  <a:lnTo>
                    <a:pt x="9106" y="10410"/>
                  </a:lnTo>
                  <a:lnTo>
                    <a:pt x="9106" y="10390"/>
                  </a:lnTo>
                  <a:lnTo>
                    <a:pt x="9323" y="9936"/>
                  </a:lnTo>
                  <a:lnTo>
                    <a:pt x="9718" y="9086"/>
                  </a:lnTo>
                  <a:lnTo>
                    <a:pt x="11180" y="5867"/>
                  </a:lnTo>
                  <a:lnTo>
                    <a:pt x="4148"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
            <p:cNvSpPr/>
            <p:nvPr/>
          </p:nvSpPr>
          <p:spPr>
            <a:xfrm>
              <a:off x="-1360050" y="3893625"/>
              <a:ext cx="1025" cy="525"/>
            </a:xfrm>
            <a:custGeom>
              <a:rect b="b" l="l" r="r" t="t"/>
              <a:pathLst>
                <a:path extrusionOk="0" h="21" w="41">
                  <a:moveTo>
                    <a:pt x="40" y="0"/>
                  </a:moveTo>
                  <a:lnTo>
                    <a:pt x="1" y="20"/>
                  </a:lnTo>
                  <a:lnTo>
                    <a:pt x="20" y="2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
            <p:cNvSpPr/>
            <p:nvPr/>
          </p:nvSpPr>
          <p:spPr>
            <a:xfrm>
              <a:off x="-1104250" y="3947450"/>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5" name="Google Shape;2915;p11"/>
            <p:cNvSpPr/>
            <p:nvPr/>
          </p:nvSpPr>
          <p:spPr>
            <a:xfrm>
              <a:off x="-1300800" y="3924250"/>
              <a:ext cx="525" cy="1000"/>
            </a:xfrm>
            <a:custGeom>
              <a:rect b="b" l="l" r="r" t="t"/>
              <a:pathLst>
                <a:path extrusionOk="0" h="40" w="21">
                  <a:moveTo>
                    <a:pt x="21" y="0"/>
                  </a:moveTo>
                  <a:lnTo>
                    <a:pt x="21" y="0"/>
                  </a:lnTo>
                  <a:lnTo>
                    <a:pt x="1" y="40"/>
                  </a:lnTo>
                  <a:lnTo>
                    <a:pt x="1" y="40"/>
                  </a:lnTo>
                  <a:lnTo>
                    <a:pt x="21" y="0"/>
                  </a:lnTo>
                  <a:lnTo>
                    <a:pt x="2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6" name="Google Shape;2916;p11"/>
            <p:cNvSpPr/>
            <p:nvPr/>
          </p:nvSpPr>
          <p:spPr>
            <a:xfrm>
              <a:off x="-1190675" y="3964725"/>
              <a:ext cx="525" cy="25"/>
            </a:xfrm>
            <a:custGeom>
              <a:rect b="b" l="l" r="r" t="t"/>
              <a:pathLst>
                <a:path extrusionOk="0" h="1" w="21">
                  <a:moveTo>
                    <a:pt x="20" y="1"/>
                  </a:moveTo>
                  <a:lnTo>
                    <a:pt x="20" y="1"/>
                  </a:lnTo>
                  <a:lnTo>
                    <a:pt x="1" y="1"/>
                  </a:lnTo>
                  <a:lnTo>
                    <a:pt x="1" y="1"/>
                  </a:lnTo>
                  <a:lnTo>
                    <a:pt x="1" y="1"/>
                  </a:lnTo>
                  <a:lnTo>
                    <a:pt x="20" y="1"/>
                  </a:lnTo>
                  <a:lnTo>
                    <a:pt x="2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7" name="Google Shape;2917;p11"/>
            <p:cNvSpPr/>
            <p:nvPr/>
          </p:nvSpPr>
          <p:spPr>
            <a:xfrm>
              <a:off x="-1270675" y="3934125"/>
              <a:ext cx="25" cy="500"/>
            </a:xfrm>
            <a:custGeom>
              <a:rect b="b" l="l" r="r" t="t"/>
              <a:pathLst>
                <a:path extrusionOk="0" h="20" w="1">
                  <a:moveTo>
                    <a:pt x="1" y="0"/>
                  </a:moveTo>
                  <a:lnTo>
                    <a:pt x="1" y="0"/>
                  </a:lnTo>
                  <a:lnTo>
                    <a:pt x="1" y="20"/>
                  </a:lnTo>
                  <a:lnTo>
                    <a:pt x="1" y="20"/>
                  </a:lnTo>
                  <a:lnTo>
                    <a:pt x="1" y="20"/>
                  </a:lnTo>
                  <a:lnTo>
                    <a:pt x="1" y="20"/>
                  </a:lnTo>
                  <a:lnTo>
                    <a:pt x="1" y="20"/>
                  </a:lnTo>
                  <a:lnTo>
                    <a:pt x="1" y="20"/>
                  </a:lnTo>
                  <a:lnTo>
                    <a:pt x="1" y="0"/>
                  </a:lnTo>
                  <a:lnTo>
                    <a:pt x="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11"/>
            <p:cNvSpPr/>
            <p:nvPr/>
          </p:nvSpPr>
          <p:spPr>
            <a:xfrm>
              <a:off x="-1139325" y="3971650"/>
              <a:ext cx="4975" cy="6925"/>
            </a:xfrm>
            <a:custGeom>
              <a:rect b="b" l="l" r="r" t="t"/>
              <a:pathLst>
                <a:path extrusionOk="0" h="277" w="199">
                  <a:moveTo>
                    <a:pt x="198" y="0"/>
                  </a:moveTo>
                  <a:lnTo>
                    <a:pt x="100" y="99"/>
                  </a:lnTo>
                  <a:lnTo>
                    <a:pt x="1" y="178"/>
                  </a:lnTo>
                  <a:lnTo>
                    <a:pt x="60" y="277"/>
                  </a:lnTo>
                  <a:lnTo>
                    <a:pt x="1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9" name="Google Shape;2919;p11"/>
            <p:cNvSpPr/>
            <p:nvPr/>
          </p:nvSpPr>
          <p:spPr>
            <a:xfrm>
              <a:off x="-1133400" y="3968675"/>
              <a:ext cx="25" cy="525"/>
            </a:xfrm>
            <a:custGeom>
              <a:rect b="b" l="l" r="r" t="t"/>
              <a:pathLst>
                <a:path extrusionOk="0" h="21" w="1">
                  <a:moveTo>
                    <a:pt x="1" y="21"/>
                  </a:moveTo>
                  <a:lnTo>
                    <a:pt x="1" y="1"/>
                  </a:lnTo>
                  <a:lnTo>
                    <a:pt x="1" y="1"/>
                  </a:lnTo>
                  <a:lnTo>
                    <a:pt x="1" y="21"/>
                  </a:lnTo>
                  <a:lnTo>
                    <a:pt x="1" y="2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0" name="Google Shape;2920;p11"/>
            <p:cNvSpPr/>
            <p:nvPr/>
          </p:nvSpPr>
          <p:spPr>
            <a:xfrm>
              <a:off x="-1361525" y="3832400"/>
              <a:ext cx="245925" cy="149150"/>
            </a:xfrm>
            <a:custGeom>
              <a:rect b="b" l="l" r="r" t="t"/>
              <a:pathLst>
                <a:path extrusionOk="0" h="5966" w="9837">
                  <a:moveTo>
                    <a:pt x="178" y="2272"/>
                  </a:moveTo>
                  <a:lnTo>
                    <a:pt x="170" y="2276"/>
                  </a:lnTo>
                  <a:lnTo>
                    <a:pt x="170" y="2276"/>
                  </a:lnTo>
                  <a:lnTo>
                    <a:pt x="173" y="2282"/>
                  </a:lnTo>
                  <a:lnTo>
                    <a:pt x="173" y="2282"/>
                  </a:lnTo>
                  <a:lnTo>
                    <a:pt x="178" y="2272"/>
                  </a:lnTo>
                  <a:close/>
                  <a:moveTo>
                    <a:pt x="119" y="2232"/>
                  </a:moveTo>
                  <a:lnTo>
                    <a:pt x="79" y="2311"/>
                  </a:lnTo>
                  <a:lnTo>
                    <a:pt x="79" y="2331"/>
                  </a:lnTo>
                  <a:lnTo>
                    <a:pt x="119" y="2311"/>
                  </a:lnTo>
                  <a:lnTo>
                    <a:pt x="139" y="2291"/>
                  </a:lnTo>
                  <a:lnTo>
                    <a:pt x="170" y="2276"/>
                  </a:lnTo>
                  <a:lnTo>
                    <a:pt x="170" y="2276"/>
                  </a:lnTo>
                  <a:lnTo>
                    <a:pt x="158" y="2252"/>
                  </a:lnTo>
                  <a:lnTo>
                    <a:pt x="139" y="2232"/>
                  </a:lnTo>
                  <a:close/>
                  <a:moveTo>
                    <a:pt x="3299" y="3753"/>
                  </a:moveTo>
                  <a:lnTo>
                    <a:pt x="3240" y="3872"/>
                  </a:lnTo>
                  <a:lnTo>
                    <a:pt x="3240" y="3872"/>
                  </a:lnTo>
                  <a:lnTo>
                    <a:pt x="3299" y="3812"/>
                  </a:lnTo>
                  <a:lnTo>
                    <a:pt x="3319" y="3773"/>
                  </a:lnTo>
                  <a:lnTo>
                    <a:pt x="3299" y="3753"/>
                  </a:lnTo>
                  <a:close/>
                  <a:moveTo>
                    <a:pt x="4682" y="4425"/>
                  </a:moveTo>
                  <a:lnTo>
                    <a:pt x="4682" y="4425"/>
                  </a:lnTo>
                  <a:lnTo>
                    <a:pt x="4682" y="4425"/>
                  </a:lnTo>
                  <a:close/>
                  <a:moveTo>
                    <a:pt x="1502" y="0"/>
                  </a:moveTo>
                  <a:lnTo>
                    <a:pt x="1423" y="59"/>
                  </a:lnTo>
                  <a:lnTo>
                    <a:pt x="1344" y="99"/>
                  </a:lnTo>
                  <a:lnTo>
                    <a:pt x="1265" y="119"/>
                  </a:lnTo>
                  <a:lnTo>
                    <a:pt x="1205" y="119"/>
                  </a:lnTo>
                  <a:lnTo>
                    <a:pt x="20" y="2133"/>
                  </a:lnTo>
                  <a:lnTo>
                    <a:pt x="20" y="2153"/>
                  </a:lnTo>
                  <a:lnTo>
                    <a:pt x="20" y="2193"/>
                  </a:lnTo>
                  <a:lnTo>
                    <a:pt x="0" y="2252"/>
                  </a:lnTo>
                  <a:lnTo>
                    <a:pt x="0" y="2252"/>
                  </a:lnTo>
                  <a:lnTo>
                    <a:pt x="60" y="2193"/>
                  </a:lnTo>
                  <a:lnTo>
                    <a:pt x="139" y="2094"/>
                  </a:lnTo>
                  <a:lnTo>
                    <a:pt x="218" y="1975"/>
                  </a:lnTo>
                  <a:lnTo>
                    <a:pt x="218" y="2035"/>
                  </a:lnTo>
                  <a:lnTo>
                    <a:pt x="237" y="2094"/>
                  </a:lnTo>
                  <a:lnTo>
                    <a:pt x="237" y="2173"/>
                  </a:lnTo>
                  <a:lnTo>
                    <a:pt x="198" y="2252"/>
                  </a:lnTo>
                  <a:lnTo>
                    <a:pt x="178" y="2291"/>
                  </a:lnTo>
                  <a:lnTo>
                    <a:pt x="173" y="2282"/>
                  </a:lnTo>
                  <a:lnTo>
                    <a:pt x="173" y="2282"/>
                  </a:lnTo>
                  <a:lnTo>
                    <a:pt x="139" y="2351"/>
                  </a:lnTo>
                  <a:lnTo>
                    <a:pt x="99" y="2449"/>
                  </a:lnTo>
                  <a:lnTo>
                    <a:pt x="158" y="2449"/>
                  </a:lnTo>
                  <a:lnTo>
                    <a:pt x="198" y="2509"/>
                  </a:lnTo>
                  <a:lnTo>
                    <a:pt x="198" y="2449"/>
                  </a:lnTo>
                  <a:lnTo>
                    <a:pt x="237" y="2410"/>
                  </a:lnTo>
                  <a:lnTo>
                    <a:pt x="277" y="2370"/>
                  </a:lnTo>
                  <a:lnTo>
                    <a:pt x="297" y="2311"/>
                  </a:lnTo>
                  <a:lnTo>
                    <a:pt x="178" y="2410"/>
                  </a:lnTo>
                  <a:lnTo>
                    <a:pt x="158" y="2390"/>
                  </a:lnTo>
                  <a:lnTo>
                    <a:pt x="178" y="2351"/>
                  </a:lnTo>
                  <a:lnTo>
                    <a:pt x="218" y="2272"/>
                  </a:lnTo>
                  <a:lnTo>
                    <a:pt x="218" y="2252"/>
                  </a:lnTo>
                  <a:lnTo>
                    <a:pt x="277" y="2252"/>
                  </a:lnTo>
                  <a:lnTo>
                    <a:pt x="317" y="2232"/>
                  </a:lnTo>
                  <a:lnTo>
                    <a:pt x="396" y="2173"/>
                  </a:lnTo>
                  <a:lnTo>
                    <a:pt x="475" y="2094"/>
                  </a:lnTo>
                  <a:lnTo>
                    <a:pt x="534" y="2074"/>
                  </a:lnTo>
                  <a:lnTo>
                    <a:pt x="573" y="2054"/>
                  </a:lnTo>
                  <a:lnTo>
                    <a:pt x="593" y="2173"/>
                  </a:lnTo>
                  <a:lnTo>
                    <a:pt x="573" y="2193"/>
                  </a:lnTo>
                  <a:lnTo>
                    <a:pt x="534" y="2252"/>
                  </a:lnTo>
                  <a:lnTo>
                    <a:pt x="494" y="2331"/>
                  </a:lnTo>
                  <a:lnTo>
                    <a:pt x="475" y="2370"/>
                  </a:lnTo>
                  <a:lnTo>
                    <a:pt x="534" y="2351"/>
                  </a:lnTo>
                  <a:lnTo>
                    <a:pt x="554" y="2370"/>
                  </a:lnTo>
                  <a:lnTo>
                    <a:pt x="573" y="2410"/>
                  </a:lnTo>
                  <a:lnTo>
                    <a:pt x="573" y="2469"/>
                  </a:lnTo>
                  <a:lnTo>
                    <a:pt x="554" y="2529"/>
                  </a:lnTo>
                  <a:lnTo>
                    <a:pt x="573" y="2568"/>
                  </a:lnTo>
                  <a:lnTo>
                    <a:pt x="573" y="2529"/>
                  </a:lnTo>
                  <a:lnTo>
                    <a:pt x="593" y="2469"/>
                  </a:lnTo>
                  <a:lnTo>
                    <a:pt x="672" y="2390"/>
                  </a:lnTo>
                  <a:lnTo>
                    <a:pt x="731" y="2370"/>
                  </a:lnTo>
                  <a:lnTo>
                    <a:pt x="731" y="2390"/>
                  </a:lnTo>
                  <a:lnTo>
                    <a:pt x="731" y="2410"/>
                  </a:lnTo>
                  <a:lnTo>
                    <a:pt x="692" y="2529"/>
                  </a:lnTo>
                  <a:lnTo>
                    <a:pt x="672" y="2568"/>
                  </a:lnTo>
                  <a:lnTo>
                    <a:pt x="731" y="2608"/>
                  </a:lnTo>
                  <a:lnTo>
                    <a:pt x="771" y="2647"/>
                  </a:lnTo>
                  <a:lnTo>
                    <a:pt x="830" y="2746"/>
                  </a:lnTo>
                  <a:lnTo>
                    <a:pt x="870" y="2805"/>
                  </a:lnTo>
                  <a:lnTo>
                    <a:pt x="909" y="2825"/>
                  </a:lnTo>
                  <a:lnTo>
                    <a:pt x="949" y="2845"/>
                  </a:lnTo>
                  <a:lnTo>
                    <a:pt x="1008" y="2845"/>
                  </a:lnTo>
                  <a:lnTo>
                    <a:pt x="1028" y="2706"/>
                  </a:lnTo>
                  <a:lnTo>
                    <a:pt x="1028" y="2667"/>
                  </a:lnTo>
                  <a:lnTo>
                    <a:pt x="1008" y="2687"/>
                  </a:lnTo>
                  <a:lnTo>
                    <a:pt x="929" y="2805"/>
                  </a:lnTo>
                  <a:lnTo>
                    <a:pt x="968" y="2687"/>
                  </a:lnTo>
                  <a:lnTo>
                    <a:pt x="1087" y="2509"/>
                  </a:lnTo>
                  <a:lnTo>
                    <a:pt x="1186" y="2390"/>
                  </a:lnTo>
                  <a:lnTo>
                    <a:pt x="1186" y="2430"/>
                  </a:lnTo>
                  <a:lnTo>
                    <a:pt x="1205" y="2449"/>
                  </a:lnTo>
                  <a:lnTo>
                    <a:pt x="1205" y="2489"/>
                  </a:lnTo>
                  <a:lnTo>
                    <a:pt x="1186" y="2529"/>
                  </a:lnTo>
                  <a:lnTo>
                    <a:pt x="1284" y="2489"/>
                  </a:lnTo>
                  <a:lnTo>
                    <a:pt x="1284" y="2449"/>
                  </a:lnTo>
                  <a:lnTo>
                    <a:pt x="1284" y="2430"/>
                  </a:lnTo>
                  <a:lnTo>
                    <a:pt x="1284" y="2410"/>
                  </a:lnTo>
                  <a:lnTo>
                    <a:pt x="1324" y="2370"/>
                  </a:lnTo>
                  <a:lnTo>
                    <a:pt x="1344" y="2469"/>
                  </a:lnTo>
                  <a:lnTo>
                    <a:pt x="1324" y="2529"/>
                  </a:lnTo>
                  <a:lnTo>
                    <a:pt x="1284" y="2568"/>
                  </a:lnTo>
                  <a:lnTo>
                    <a:pt x="1324" y="2588"/>
                  </a:lnTo>
                  <a:lnTo>
                    <a:pt x="1363" y="2568"/>
                  </a:lnTo>
                  <a:lnTo>
                    <a:pt x="1403" y="2529"/>
                  </a:lnTo>
                  <a:lnTo>
                    <a:pt x="1442" y="2469"/>
                  </a:lnTo>
                  <a:lnTo>
                    <a:pt x="1442" y="2489"/>
                  </a:lnTo>
                  <a:lnTo>
                    <a:pt x="1442" y="2509"/>
                  </a:lnTo>
                  <a:lnTo>
                    <a:pt x="1403" y="2588"/>
                  </a:lnTo>
                  <a:lnTo>
                    <a:pt x="1284" y="2706"/>
                  </a:lnTo>
                  <a:lnTo>
                    <a:pt x="1284" y="2726"/>
                  </a:lnTo>
                  <a:lnTo>
                    <a:pt x="1284" y="2766"/>
                  </a:lnTo>
                  <a:lnTo>
                    <a:pt x="1265" y="2825"/>
                  </a:lnTo>
                  <a:lnTo>
                    <a:pt x="1205" y="2904"/>
                  </a:lnTo>
                  <a:lnTo>
                    <a:pt x="1284" y="2904"/>
                  </a:lnTo>
                  <a:lnTo>
                    <a:pt x="1186" y="3042"/>
                  </a:lnTo>
                  <a:lnTo>
                    <a:pt x="1205" y="3062"/>
                  </a:lnTo>
                  <a:lnTo>
                    <a:pt x="1225" y="3062"/>
                  </a:lnTo>
                  <a:lnTo>
                    <a:pt x="1265" y="3042"/>
                  </a:lnTo>
                  <a:lnTo>
                    <a:pt x="1304" y="3042"/>
                  </a:lnTo>
                  <a:lnTo>
                    <a:pt x="1304" y="3062"/>
                  </a:lnTo>
                  <a:lnTo>
                    <a:pt x="1304" y="3101"/>
                  </a:lnTo>
                  <a:lnTo>
                    <a:pt x="1383" y="3003"/>
                  </a:lnTo>
                  <a:lnTo>
                    <a:pt x="1442" y="3161"/>
                  </a:lnTo>
                  <a:lnTo>
                    <a:pt x="1482" y="3200"/>
                  </a:lnTo>
                  <a:lnTo>
                    <a:pt x="1541" y="3240"/>
                  </a:lnTo>
                  <a:lnTo>
                    <a:pt x="1581" y="3141"/>
                  </a:lnTo>
                  <a:lnTo>
                    <a:pt x="1620" y="3121"/>
                  </a:lnTo>
                  <a:lnTo>
                    <a:pt x="1640" y="3121"/>
                  </a:lnTo>
                  <a:lnTo>
                    <a:pt x="1660" y="3141"/>
                  </a:lnTo>
                  <a:lnTo>
                    <a:pt x="1640" y="3180"/>
                  </a:lnTo>
                  <a:lnTo>
                    <a:pt x="1660" y="3279"/>
                  </a:lnTo>
                  <a:lnTo>
                    <a:pt x="1679" y="3299"/>
                  </a:lnTo>
                  <a:lnTo>
                    <a:pt x="1719" y="3319"/>
                  </a:lnTo>
                  <a:lnTo>
                    <a:pt x="1818" y="3279"/>
                  </a:lnTo>
                  <a:lnTo>
                    <a:pt x="1857" y="3240"/>
                  </a:lnTo>
                  <a:lnTo>
                    <a:pt x="1916" y="3180"/>
                  </a:lnTo>
                  <a:lnTo>
                    <a:pt x="1936" y="3121"/>
                  </a:lnTo>
                  <a:lnTo>
                    <a:pt x="1956" y="3101"/>
                  </a:lnTo>
                  <a:lnTo>
                    <a:pt x="1976" y="3121"/>
                  </a:lnTo>
                  <a:lnTo>
                    <a:pt x="1956" y="3200"/>
                  </a:lnTo>
                  <a:lnTo>
                    <a:pt x="1956" y="3240"/>
                  </a:lnTo>
                  <a:lnTo>
                    <a:pt x="1976" y="3220"/>
                  </a:lnTo>
                  <a:lnTo>
                    <a:pt x="2035" y="3161"/>
                  </a:lnTo>
                  <a:lnTo>
                    <a:pt x="2094" y="3121"/>
                  </a:lnTo>
                  <a:lnTo>
                    <a:pt x="2153" y="3121"/>
                  </a:lnTo>
                  <a:lnTo>
                    <a:pt x="2153" y="3141"/>
                  </a:lnTo>
                  <a:lnTo>
                    <a:pt x="2173" y="3161"/>
                  </a:lnTo>
                  <a:lnTo>
                    <a:pt x="2094" y="3200"/>
                  </a:lnTo>
                  <a:lnTo>
                    <a:pt x="2035" y="3220"/>
                  </a:lnTo>
                  <a:lnTo>
                    <a:pt x="2015" y="3240"/>
                  </a:lnTo>
                  <a:lnTo>
                    <a:pt x="2015" y="3279"/>
                  </a:lnTo>
                  <a:lnTo>
                    <a:pt x="2015" y="3299"/>
                  </a:lnTo>
                  <a:lnTo>
                    <a:pt x="2055" y="3338"/>
                  </a:lnTo>
                  <a:lnTo>
                    <a:pt x="2094" y="3358"/>
                  </a:lnTo>
                  <a:lnTo>
                    <a:pt x="2114" y="3378"/>
                  </a:lnTo>
                  <a:lnTo>
                    <a:pt x="2134" y="3398"/>
                  </a:lnTo>
                  <a:lnTo>
                    <a:pt x="2213" y="3338"/>
                  </a:lnTo>
                  <a:lnTo>
                    <a:pt x="2529" y="3121"/>
                  </a:lnTo>
                  <a:lnTo>
                    <a:pt x="2548" y="3022"/>
                  </a:lnTo>
                  <a:lnTo>
                    <a:pt x="2608" y="2924"/>
                  </a:lnTo>
                  <a:lnTo>
                    <a:pt x="2687" y="2825"/>
                  </a:lnTo>
                  <a:lnTo>
                    <a:pt x="2766" y="2726"/>
                  </a:lnTo>
                  <a:lnTo>
                    <a:pt x="2746" y="2785"/>
                  </a:lnTo>
                  <a:lnTo>
                    <a:pt x="2766" y="2845"/>
                  </a:lnTo>
                  <a:lnTo>
                    <a:pt x="2786" y="2884"/>
                  </a:lnTo>
                  <a:lnTo>
                    <a:pt x="2805" y="2943"/>
                  </a:lnTo>
                  <a:lnTo>
                    <a:pt x="2766" y="3022"/>
                  </a:lnTo>
                  <a:lnTo>
                    <a:pt x="2746" y="3101"/>
                  </a:lnTo>
                  <a:lnTo>
                    <a:pt x="2726" y="3161"/>
                  </a:lnTo>
                  <a:lnTo>
                    <a:pt x="2706" y="3180"/>
                  </a:lnTo>
                  <a:lnTo>
                    <a:pt x="2687" y="3200"/>
                  </a:lnTo>
                  <a:lnTo>
                    <a:pt x="2706" y="3082"/>
                  </a:lnTo>
                  <a:lnTo>
                    <a:pt x="2706" y="3042"/>
                  </a:lnTo>
                  <a:lnTo>
                    <a:pt x="2667" y="3042"/>
                  </a:lnTo>
                  <a:lnTo>
                    <a:pt x="2647" y="3200"/>
                  </a:lnTo>
                  <a:lnTo>
                    <a:pt x="2667" y="3378"/>
                  </a:lnTo>
                  <a:lnTo>
                    <a:pt x="2608" y="3437"/>
                  </a:lnTo>
                  <a:lnTo>
                    <a:pt x="2568" y="3457"/>
                  </a:lnTo>
                  <a:lnTo>
                    <a:pt x="2548" y="3457"/>
                  </a:lnTo>
                  <a:lnTo>
                    <a:pt x="2588" y="3398"/>
                  </a:lnTo>
                  <a:lnTo>
                    <a:pt x="2608" y="3358"/>
                  </a:lnTo>
                  <a:lnTo>
                    <a:pt x="2568" y="3378"/>
                  </a:lnTo>
                  <a:lnTo>
                    <a:pt x="2529" y="3417"/>
                  </a:lnTo>
                  <a:lnTo>
                    <a:pt x="2509" y="3496"/>
                  </a:lnTo>
                  <a:lnTo>
                    <a:pt x="2489" y="3595"/>
                  </a:lnTo>
                  <a:lnTo>
                    <a:pt x="2450" y="3674"/>
                  </a:lnTo>
                  <a:lnTo>
                    <a:pt x="2529" y="3674"/>
                  </a:lnTo>
                  <a:lnTo>
                    <a:pt x="2548" y="3635"/>
                  </a:lnTo>
                  <a:lnTo>
                    <a:pt x="2548" y="3694"/>
                  </a:lnTo>
                  <a:lnTo>
                    <a:pt x="2568" y="3714"/>
                  </a:lnTo>
                  <a:lnTo>
                    <a:pt x="2647" y="3714"/>
                  </a:lnTo>
                  <a:lnTo>
                    <a:pt x="2687" y="3694"/>
                  </a:lnTo>
                  <a:lnTo>
                    <a:pt x="2726" y="3694"/>
                  </a:lnTo>
                  <a:lnTo>
                    <a:pt x="2746" y="3714"/>
                  </a:lnTo>
                  <a:lnTo>
                    <a:pt x="2746" y="3773"/>
                  </a:lnTo>
                  <a:lnTo>
                    <a:pt x="2766" y="3714"/>
                  </a:lnTo>
                  <a:lnTo>
                    <a:pt x="2805" y="3635"/>
                  </a:lnTo>
                  <a:lnTo>
                    <a:pt x="2825" y="3615"/>
                  </a:lnTo>
                  <a:lnTo>
                    <a:pt x="2845" y="3635"/>
                  </a:lnTo>
                  <a:lnTo>
                    <a:pt x="2865" y="3674"/>
                  </a:lnTo>
                  <a:lnTo>
                    <a:pt x="2845" y="3793"/>
                  </a:lnTo>
                  <a:lnTo>
                    <a:pt x="2884" y="3753"/>
                  </a:lnTo>
                  <a:lnTo>
                    <a:pt x="2924" y="3733"/>
                  </a:lnTo>
                  <a:lnTo>
                    <a:pt x="2963" y="3733"/>
                  </a:lnTo>
                  <a:lnTo>
                    <a:pt x="2963" y="3753"/>
                  </a:lnTo>
                  <a:lnTo>
                    <a:pt x="2983" y="3733"/>
                  </a:lnTo>
                  <a:lnTo>
                    <a:pt x="3023" y="3674"/>
                  </a:lnTo>
                  <a:lnTo>
                    <a:pt x="3042" y="3595"/>
                  </a:lnTo>
                  <a:lnTo>
                    <a:pt x="3082" y="3516"/>
                  </a:lnTo>
                  <a:lnTo>
                    <a:pt x="3141" y="3437"/>
                  </a:lnTo>
                  <a:lnTo>
                    <a:pt x="3200" y="3398"/>
                  </a:lnTo>
                  <a:lnTo>
                    <a:pt x="3240" y="3398"/>
                  </a:lnTo>
                  <a:lnTo>
                    <a:pt x="3260" y="3437"/>
                  </a:lnTo>
                  <a:lnTo>
                    <a:pt x="3299" y="3437"/>
                  </a:lnTo>
                  <a:lnTo>
                    <a:pt x="3279" y="3516"/>
                  </a:lnTo>
                  <a:lnTo>
                    <a:pt x="3200" y="3516"/>
                  </a:lnTo>
                  <a:lnTo>
                    <a:pt x="3161" y="3536"/>
                  </a:lnTo>
                  <a:lnTo>
                    <a:pt x="3339" y="3536"/>
                  </a:lnTo>
                  <a:lnTo>
                    <a:pt x="3339" y="3595"/>
                  </a:lnTo>
                  <a:lnTo>
                    <a:pt x="3299" y="3635"/>
                  </a:lnTo>
                  <a:lnTo>
                    <a:pt x="3260" y="3654"/>
                  </a:lnTo>
                  <a:lnTo>
                    <a:pt x="3220" y="3635"/>
                  </a:lnTo>
                  <a:lnTo>
                    <a:pt x="3220" y="3674"/>
                  </a:lnTo>
                  <a:lnTo>
                    <a:pt x="3240" y="3694"/>
                  </a:lnTo>
                  <a:lnTo>
                    <a:pt x="3299" y="3694"/>
                  </a:lnTo>
                  <a:lnTo>
                    <a:pt x="3358" y="3654"/>
                  </a:lnTo>
                  <a:lnTo>
                    <a:pt x="3418" y="3595"/>
                  </a:lnTo>
                  <a:lnTo>
                    <a:pt x="3457" y="3635"/>
                  </a:lnTo>
                  <a:lnTo>
                    <a:pt x="3477" y="3654"/>
                  </a:lnTo>
                  <a:lnTo>
                    <a:pt x="3477" y="3674"/>
                  </a:lnTo>
                  <a:lnTo>
                    <a:pt x="3398" y="3793"/>
                  </a:lnTo>
                  <a:lnTo>
                    <a:pt x="3319" y="3911"/>
                  </a:lnTo>
                  <a:lnTo>
                    <a:pt x="3279" y="3951"/>
                  </a:lnTo>
                  <a:lnTo>
                    <a:pt x="3220" y="3951"/>
                  </a:lnTo>
                  <a:lnTo>
                    <a:pt x="3220" y="3931"/>
                  </a:lnTo>
                  <a:lnTo>
                    <a:pt x="3240" y="3872"/>
                  </a:lnTo>
                  <a:lnTo>
                    <a:pt x="3220" y="3832"/>
                  </a:lnTo>
                  <a:lnTo>
                    <a:pt x="3181" y="3832"/>
                  </a:lnTo>
                  <a:lnTo>
                    <a:pt x="3121" y="3852"/>
                  </a:lnTo>
                  <a:lnTo>
                    <a:pt x="3141" y="3812"/>
                  </a:lnTo>
                  <a:lnTo>
                    <a:pt x="3181" y="3793"/>
                  </a:lnTo>
                  <a:lnTo>
                    <a:pt x="3102" y="3753"/>
                  </a:lnTo>
                  <a:lnTo>
                    <a:pt x="3062" y="3753"/>
                  </a:lnTo>
                  <a:lnTo>
                    <a:pt x="3023" y="3773"/>
                  </a:lnTo>
                  <a:lnTo>
                    <a:pt x="2963" y="3812"/>
                  </a:lnTo>
                  <a:lnTo>
                    <a:pt x="2983" y="3852"/>
                  </a:lnTo>
                  <a:lnTo>
                    <a:pt x="3023" y="3891"/>
                  </a:lnTo>
                  <a:lnTo>
                    <a:pt x="3082" y="3931"/>
                  </a:lnTo>
                  <a:lnTo>
                    <a:pt x="3161" y="3951"/>
                  </a:lnTo>
                  <a:lnTo>
                    <a:pt x="3161" y="3990"/>
                  </a:lnTo>
                  <a:lnTo>
                    <a:pt x="3161" y="4030"/>
                  </a:lnTo>
                  <a:lnTo>
                    <a:pt x="3378" y="3951"/>
                  </a:lnTo>
                  <a:lnTo>
                    <a:pt x="3418" y="3931"/>
                  </a:lnTo>
                  <a:lnTo>
                    <a:pt x="3457" y="3812"/>
                  </a:lnTo>
                  <a:lnTo>
                    <a:pt x="3477" y="3753"/>
                  </a:lnTo>
                  <a:lnTo>
                    <a:pt x="3516" y="3694"/>
                  </a:lnTo>
                  <a:lnTo>
                    <a:pt x="3497" y="3793"/>
                  </a:lnTo>
                  <a:lnTo>
                    <a:pt x="3497" y="3891"/>
                  </a:lnTo>
                  <a:lnTo>
                    <a:pt x="3497" y="3951"/>
                  </a:lnTo>
                  <a:lnTo>
                    <a:pt x="3536" y="3990"/>
                  </a:lnTo>
                  <a:lnTo>
                    <a:pt x="3556" y="3951"/>
                  </a:lnTo>
                  <a:lnTo>
                    <a:pt x="3595" y="3911"/>
                  </a:lnTo>
                  <a:lnTo>
                    <a:pt x="3655" y="3872"/>
                  </a:lnTo>
                  <a:lnTo>
                    <a:pt x="3694" y="3832"/>
                  </a:lnTo>
                  <a:lnTo>
                    <a:pt x="3734" y="3793"/>
                  </a:lnTo>
                  <a:lnTo>
                    <a:pt x="3734" y="3753"/>
                  </a:lnTo>
                  <a:lnTo>
                    <a:pt x="3714" y="3773"/>
                  </a:lnTo>
                  <a:lnTo>
                    <a:pt x="3714" y="3733"/>
                  </a:lnTo>
                  <a:lnTo>
                    <a:pt x="3734" y="3654"/>
                  </a:lnTo>
                  <a:lnTo>
                    <a:pt x="3773" y="3654"/>
                  </a:lnTo>
                  <a:lnTo>
                    <a:pt x="3793" y="3595"/>
                  </a:lnTo>
                  <a:lnTo>
                    <a:pt x="3813" y="3536"/>
                  </a:lnTo>
                  <a:lnTo>
                    <a:pt x="3852" y="3516"/>
                  </a:lnTo>
                  <a:lnTo>
                    <a:pt x="3872" y="3556"/>
                  </a:lnTo>
                  <a:lnTo>
                    <a:pt x="3872" y="3575"/>
                  </a:lnTo>
                  <a:lnTo>
                    <a:pt x="3872" y="3615"/>
                  </a:lnTo>
                  <a:lnTo>
                    <a:pt x="3852" y="3674"/>
                  </a:lnTo>
                  <a:lnTo>
                    <a:pt x="3852" y="3694"/>
                  </a:lnTo>
                  <a:lnTo>
                    <a:pt x="3872" y="3733"/>
                  </a:lnTo>
                  <a:lnTo>
                    <a:pt x="3734" y="3872"/>
                  </a:lnTo>
                  <a:lnTo>
                    <a:pt x="3655" y="3931"/>
                  </a:lnTo>
                  <a:lnTo>
                    <a:pt x="3576" y="3970"/>
                  </a:lnTo>
                  <a:lnTo>
                    <a:pt x="3576" y="4010"/>
                  </a:lnTo>
                  <a:lnTo>
                    <a:pt x="3595" y="4030"/>
                  </a:lnTo>
                  <a:lnTo>
                    <a:pt x="3615" y="4030"/>
                  </a:lnTo>
                  <a:lnTo>
                    <a:pt x="3635" y="4069"/>
                  </a:lnTo>
                  <a:lnTo>
                    <a:pt x="3655" y="4010"/>
                  </a:lnTo>
                  <a:lnTo>
                    <a:pt x="3674" y="3970"/>
                  </a:lnTo>
                  <a:lnTo>
                    <a:pt x="3714" y="3931"/>
                  </a:lnTo>
                  <a:lnTo>
                    <a:pt x="3714" y="3891"/>
                  </a:lnTo>
                  <a:lnTo>
                    <a:pt x="3813" y="3872"/>
                  </a:lnTo>
                  <a:lnTo>
                    <a:pt x="3931" y="3812"/>
                  </a:lnTo>
                  <a:lnTo>
                    <a:pt x="4050" y="3773"/>
                  </a:lnTo>
                  <a:lnTo>
                    <a:pt x="4148" y="3773"/>
                  </a:lnTo>
                  <a:lnTo>
                    <a:pt x="4109" y="3832"/>
                  </a:lnTo>
                  <a:lnTo>
                    <a:pt x="4050" y="3891"/>
                  </a:lnTo>
                  <a:lnTo>
                    <a:pt x="3951" y="3931"/>
                  </a:lnTo>
                  <a:lnTo>
                    <a:pt x="3911" y="3970"/>
                  </a:lnTo>
                  <a:lnTo>
                    <a:pt x="3852" y="4010"/>
                  </a:lnTo>
                  <a:lnTo>
                    <a:pt x="3813" y="4069"/>
                  </a:lnTo>
                  <a:lnTo>
                    <a:pt x="3773" y="4148"/>
                  </a:lnTo>
                  <a:lnTo>
                    <a:pt x="3773" y="4168"/>
                  </a:lnTo>
                  <a:lnTo>
                    <a:pt x="3793" y="4168"/>
                  </a:lnTo>
                  <a:lnTo>
                    <a:pt x="3832" y="4128"/>
                  </a:lnTo>
                  <a:lnTo>
                    <a:pt x="3872" y="4089"/>
                  </a:lnTo>
                  <a:lnTo>
                    <a:pt x="3911" y="4069"/>
                  </a:lnTo>
                  <a:lnTo>
                    <a:pt x="3931" y="4069"/>
                  </a:lnTo>
                  <a:lnTo>
                    <a:pt x="3931" y="4128"/>
                  </a:lnTo>
                  <a:lnTo>
                    <a:pt x="3931" y="4148"/>
                  </a:lnTo>
                  <a:lnTo>
                    <a:pt x="3951" y="4168"/>
                  </a:lnTo>
                  <a:lnTo>
                    <a:pt x="3990" y="4188"/>
                  </a:lnTo>
                  <a:lnTo>
                    <a:pt x="4050" y="4168"/>
                  </a:lnTo>
                  <a:lnTo>
                    <a:pt x="4129" y="4188"/>
                  </a:lnTo>
                  <a:lnTo>
                    <a:pt x="4129" y="4089"/>
                  </a:lnTo>
                  <a:lnTo>
                    <a:pt x="4188" y="4089"/>
                  </a:lnTo>
                  <a:lnTo>
                    <a:pt x="4227" y="4148"/>
                  </a:lnTo>
                  <a:lnTo>
                    <a:pt x="4208" y="4168"/>
                  </a:lnTo>
                  <a:lnTo>
                    <a:pt x="4267" y="4148"/>
                  </a:lnTo>
                  <a:lnTo>
                    <a:pt x="4267" y="4168"/>
                  </a:lnTo>
                  <a:lnTo>
                    <a:pt x="4287" y="4168"/>
                  </a:lnTo>
                  <a:lnTo>
                    <a:pt x="4306" y="4148"/>
                  </a:lnTo>
                  <a:lnTo>
                    <a:pt x="4366" y="4188"/>
                  </a:lnTo>
                  <a:lnTo>
                    <a:pt x="4405" y="4207"/>
                  </a:lnTo>
                  <a:lnTo>
                    <a:pt x="4464" y="4227"/>
                  </a:lnTo>
                  <a:lnTo>
                    <a:pt x="4484" y="4168"/>
                  </a:lnTo>
                  <a:lnTo>
                    <a:pt x="4464" y="4148"/>
                  </a:lnTo>
                  <a:lnTo>
                    <a:pt x="4405" y="4168"/>
                  </a:lnTo>
                  <a:lnTo>
                    <a:pt x="4385" y="4148"/>
                  </a:lnTo>
                  <a:lnTo>
                    <a:pt x="4385" y="4069"/>
                  </a:lnTo>
                  <a:lnTo>
                    <a:pt x="4385" y="4030"/>
                  </a:lnTo>
                  <a:lnTo>
                    <a:pt x="4425" y="3970"/>
                  </a:lnTo>
                  <a:lnTo>
                    <a:pt x="4445" y="3990"/>
                  </a:lnTo>
                  <a:lnTo>
                    <a:pt x="4484" y="3990"/>
                  </a:lnTo>
                  <a:lnTo>
                    <a:pt x="4563" y="3951"/>
                  </a:lnTo>
                  <a:lnTo>
                    <a:pt x="4642" y="3931"/>
                  </a:lnTo>
                  <a:lnTo>
                    <a:pt x="4682" y="3931"/>
                  </a:lnTo>
                  <a:lnTo>
                    <a:pt x="4721" y="3951"/>
                  </a:lnTo>
                  <a:lnTo>
                    <a:pt x="4701" y="3911"/>
                  </a:lnTo>
                  <a:lnTo>
                    <a:pt x="4761" y="3872"/>
                  </a:lnTo>
                  <a:lnTo>
                    <a:pt x="4780" y="3872"/>
                  </a:lnTo>
                  <a:lnTo>
                    <a:pt x="4840" y="3911"/>
                  </a:lnTo>
                  <a:lnTo>
                    <a:pt x="4840" y="3951"/>
                  </a:lnTo>
                  <a:lnTo>
                    <a:pt x="4840" y="3990"/>
                  </a:lnTo>
                  <a:lnTo>
                    <a:pt x="4780" y="4030"/>
                  </a:lnTo>
                  <a:lnTo>
                    <a:pt x="4741" y="4089"/>
                  </a:lnTo>
                  <a:lnTo>
                    <a:pt x="4721" y="4109"/>
                  </a:lnTo>
                  <a:lnTo>
                    <a:pt x="4721" y="4148"/>
                  </a:lnTo>
                  <a:lnTo>
                    <a:pt x="4662" y="4168"/>
                  </a:lnTo>
                  <a:lnTo>
                    <a:pt x="4603" y="4168"/>
                  </a:lnTo>
                  <a:lnTo>
                    <a:pt x="4563" y="4227"/>
                  </a:lnTo>
                  <a:lnTo>
                    <a:pt x="4524" y="4425"/>
                  </a:lnTo>
                  <a:lnTo>
                    <a:pt x="4524" y="4425"/>
                  </a:lnTo>
                  <a:lnTo>
                    <a:pt x="4543" y="4405"/>
                  </a:lnTo>
                  <a:lnTo>
                    <a:pt x="4563" y="4405"/>
                  </a:lnTo>
                  <a:lnTo>
                    <a:pt x="4583" y="4425"/>
                  </a:lnTo>
                  <a:lnTo>
                    <a:pt x="4603" y="4484"/>
                  </a:lnTo>
                  <a:lnTo>
                    <a:pt x="4603" y="4504"/>
                  </a:lnTo>
                  <a:lnTo>
                    <a:pt x="4622" y="4504"/>
                  </a:lnTo>
                  <a:lnTo>
                    <a:pt x="4622" y="4405"/>
                  </a:lnTo>
                  <a:lnTo>
                    <a:pt x="4662" y="4365"/>
                  </a:lnTo>
                  <a:lnTo>
                    <a:pt x="4682" y="4346"/>
                  </a:lnTo>
                  <a:lnTo>
                    <a:pt x="4682" y="4365"/>
                  </a:lnTo>
                  <a:lnTo>
                    <a:pt x="4682" y="4425"/>
                  </a:lnTo>
                  <a:lnTo>
                    <a:pt x="4761" y="4227"/>
                  </a:lnTo>
                  <a:lnTo>
                    <a:pt x="4741" y="4207"/>
                  </a:lnTo>
                  <a:lnTo>
                    <a:pt x="4721" y="4227"/>
                  </a:lnTo>
                  <a:lnTo>
                    <a:pt x="4682" y="4247"/>
                  </a:lnTo>
                  <a:lnTo>
                    <a:pt x="4642" y="4247"/>
                  </a:lnTo>
                  <a:lnTo>
                    <a:pt x="4642" y="4227"/>
                  </a:lnTo>
                  <a:lnTo>
                    <a:pt x="4642" y="4188"/>
                  </a:lnTo>
                  <a:lnTo>
                    <a:pt x="4721" y="4168"/>
                  </a:lnTo>
                  <a:lnTo>
                    <a:pt x="4780" y="4109"/>
                  </a:lnTo>
                  <a:lnTo>
                    <a:pt x="4840" y="4069"/>
                  </a:lnTo>
                  <a:lnTo>
                    <a:pt x="4879" y="4049"/>
                  </a:lnTo>
                  <a:lnTo>
                    <a:pt x="4899" y="4069"/>
                  </a:lnTo>
                  <a:lnTo>
                    <a:pt x="4879" y="4089"/>
                  </a:lnTo>
                  <a:lnTo>
                    <a:pt x="4879" y="4109"/>
                  </a:lnTo>
                  <a:lnTo>
                    <a:pt x="4859" y="4109"/>
                  </a:lnTo>
                  <a:lnTo>
                    <a:pt x="4840" y="4128"/>
                  </a:lnTo>
                  <a:lnTo>
                    <a:pt x="4840" y="4148"/>
                  </a:lnTo>
                  <a:lnTo>
                    <a:pt x="4859" y="4148"/>
                  </a:lnTo>
                  <a:lnTo>
                    <a:pt x="4899" y="4128"/>
                  </a:lnTo>
                  <a:lnTo>
                    <a:pt x="4958" y="4128"/>
                  </a:lnTo>
                  <a:lnTo>
                    <a:pt x="4978" y="4148"/>
                  </a:lnTo>
                  <a:lnTo>
                    <a:pt x="4879" y="4207"/>
                  </a:lnTo>
                  <a:lnTo>
                    <a:pt x="4840" y="4267"/>
                  </a:lnTo>
                  <a:lnTo>
                    <a:pt x="4820" y="4346"/>
                  </a:lnTo>
                  <a:lnTo>
                    <a:pt x="4820" y="4346"/>
                  </a:lnTo>
                  <a:lnTo>
                    <a:pt x="4919" y="4227"/>
                  </a:lnTo>
                  <a:lnTo>
                    <a:pt x="4938" y="4247"/>
                  </a:lnTo>
                  <a:lnTo>
                    <a:pt x="4919" y="4286"/>
                  </a:lnTo>
                  <a:lnTo>
                    <a:pt x="4919" y="4306"/>
                  </a:lnTo>
                  <a:lnTo>
                    <a:pt x="4919" y="4326"/>
                  </a:lnTo>
                  <a:lnTo>
                    <a:pt x="4938" y="4306"/>
                  </a:lnTo>
                  <a:lnTo>
                    <a:pt x="4958" y="4267"/>
                  </a:lnTo>
                  <a:lnTo>
                    <a:pt x="4978" y="4227"/>
                  </a:lnTo>
                  <a:lnTo>
                    <a:pt x="5017" y="4227"/>
                  </a:lnTo>
                  <a:lnTo>
                    <a:pt x="4998" y="4286"/>
                  </a:lnTo>
                  <a:lnTo>
                    <a:pt x="4978" y="4326"/>
                  </a:lnTo>
                  <a:lnTo>
                    <a:pt x="5017" y="4346"/>
                  </a:lnTo>
                  <a:lnTo>
                    <a:pt x="5037" y="4326"/>
                  </a:lnTo>
                  <a:lnTo>
                    <a:pt x="5077" y="4286"/>
                  </a:lnTo>
                  <a:lnTo>
                    <a:pt x="5136" y="4267"/>
                  </a:lnTo>
                  <a:lnTo>
                    <a:pt x="5116" y="4247"/>
                  </a:lnTo>
                  <a:lnTo>
                    <a:pt x="5116" y="4207"/>
                  </a:lnTo>
                  <a:lnTo>
                    <a:pt x="5156" y="4128"/>
                  </a:lnTo>
                  <a:lnTo>
                    <a:pt x="5195" y="4069"/>
                  </a:lnTo>
                  <a:lnTo>
                    <a:pt x="5235" y="4030"/>
                  </a:lnTo>
                  <a:lnTo>
                    <a:pt x="5255" y="4030"/>
                  </a:lnTo>
                  <a:lnTo>
                    <a:pt x="5314" y="4049"/>
                  </a:lnTo>
                  <a:lnTo>
                    <a:pt x="5373" y="4069"/>
                  </a:lnTo>
                  <a:lnTo>
                    <a:pt x="5393" y="4069"/>
                  </a:lnTo>
                  <a:lnTo>
                    <a:pt x="5393" y="4109"/>
                  </a:lnTo>
                  <a:lnTo>
                    <a:pt x="5413" y="4148"/>
                  </a:lnTo>
                  <a:lnTo>
                    <a:pt x="5393" y="4207"/>
                  </a:lnTo>
                  <a:lnTo>
                    <a:pt x="5472" y="4128"/>
                  </a:lnTo>
                  <a:lnTo>
                    <a:pt x="5452" y="4188"/>
                  </a:lnTo>
                  <a:lnTo>
                    <a:pt x="5452" y="4207"/>
                  </a:lnTo>
                  <a:lnTo>
                    <a:pt x="5452" y="4227"/>
                  </a:lnTo>
                  <a:lnTo>
                    <a:pt x="5492" y="4227"/>
                  </a:lnTo>
                  <a:lnTo>
                    <a:pt x="5511" y="4247"/>
                  </a:lnTo>
                  <a:lnTo>
                    <a:pt x="5492" y="4286"/>
                  </a:lnTo>
                  <a:lnTo>
                    <a:pt x="5393" y="4286"/>
                  </a:lnTo>
                  <a:lnTo>
                    <a:pt x="5353" y="4306"/>
                  </a:lnTo>
                  <a:lnTo>
                    <a:pt x="5334" y="4346"/>
                  </a:lnTo>
                  <a:lnTo>
                    <a:pt x="5274" y="4405"/>
                  </a:lnTo>
                  <a:lnTo>
                    <a:pt x="5294" y="4444"/>
                  </a:lnTo>
                  <a:lnTo>
                    <a:pt x="5274" y="4484"/>
                  </a:lnTo>
                  <a:lnTo>
                    <a:pt x="5215" y="4583"/>
                  </a:lnTo>
                  <a:lnTo>
                    <a:pt x="5235" y="4563"/>
                  </a:lnTo>
                  <a:lnTo>
                    <a:pt x="5255" y="4543"/>
                  </a:lnTo>
                  <a:lnTo>
                    <a:pt x="5294" y="4484"/>
                  </a:lnTo>
                  <a:lnTo>
                    <a:pt x="5353" y="4405"/>
                  </a:lnTo>
                  <a:lnTo>
                    <a:pt x="5393" y="4326"/>
                  </a:lnTo>
                  <a:lnTo>
                    <a:pt x="5393" y="4365"/>
                  </a:lnTo>
                  <a:lnTo>
                    <a:pt x="5413" y="4405"/>
                  </a:lnTo>
                  <a:lnTo>
                    <a:pt x="5413" y="4444"/>
                  </a:lnTo>
                  <a:lnTo>
                    <a:pt x="5373" y="4504"/>
                  </a:lnTo>
                  <a:lnTo>
                    <a:pt x="5393" y="4523"/>
                  </a:lnTo>
                  <a:lnTo>
                    <a:pt x="5413" y="4504"/>
                  </a:lnTo>
                  <a:lnTo>
                    <a:pt x="5472" y="4464"/>
                  </a:lnTo>
                  <a:lnTo>
                    <a:pt x="5511" y="4444"/>
                  </a:lnTo>
                  <a:lnTo>
                    <a:pt x="5531" y="4444"/>
                  </a:lnTo>
                  <a:lnTo>
                    <a:pt x="5472" y="4543"/>
                  </a:lnTo>
                  <a:lnTo>
                    <a:pt x="5413" y="4642"/>
                  </a:lnTo>
                  <a:lnTo>
                    <a:pt x="5452" y="4642"/>
                  </a:lnTo>
                  <a:lnTo>
                    <a:pt x="5472" y="4681"/>
                  </a:lnTo>
                  <a:lnTo>
                    <a:pt x="5492" y="4622"/>
                  </a:lnTo>
                  <a:lnTo>
                    <a:pt x="5511" y="4602"/>
                  </a:lnTo>
                  <a:lnTo>
                    <a:pt x="5472" y="4602"/>
                  </a:lnTo>
                  <a:lnTo>
                    <a:pt x="5511" y="4563"/>
                  </a:lnTo>
                  <a:lnTo>
                    <a:pt x="5571" y="4563"/>
                  </a:lnTo>
                  <a:lnTo>
                    <a:pt x="5590" y="4583"/>
                  </a:lnTo>
                  <a:lnTo>
                    <a:pt x="5610" y="4563"/>
                  </a:lnTo>
                  <a:lnTo>
                    <a:pt x="5630" y="4543"/>
                  </a:lnTo>
                  <a:lnTo>
                    <a:pt x="5610" y="4583"/>
                  </a:lnTo>
                  <a:lnTo>
                    <a:pt x="5610" y="4622"/>
                  </a:lnTo>
                  <a:lnTo>
                    <a:pt x="5650" y="4642"/>
                  </a:lnTo>
                  <a:lnTo>
                    <a:pt x="5689" y="4662"/>
                  </a:lnTo>
                  <a:lnTo>
                    <a:pt x="5709" y="4681"/>
                  </a:lnTo>
                  <a:lnTo>
                    <a:pt x="5709" y="4701"/>
                  </a:lnTo>
                  <a:lnTo>
                    <a:pt x="5748" y="4602"/>
                  </a:lnTo>
                  <a:lnTo>
                    <a:pt x="5768" y="4583"/>
                  </a:lnTo>
                  <a:lnTo>
                    <a:pt x="5748" y="4563"/>
                  </a:lnTo>
                  <a:lnTo>
                    <a:pt x="5709" y="4583"/>
                  </a:lnTo>
                  <a:lnTo>
                    <a:pt x="5689" y="4602"/>
                  </a:lnTo>
                  <a:lnTo>
                    <a:pt x="5669" y="4602"/>
                  </a:lnTo>
                  <a:lnTo>
                    <a:pt x="5669" y="4583"/>
                  </a:lnTo>
                  <a:lnTo>
                    <a:pt x="5689" y="4504"/>
                  </a:lnTo>
                  <a:lnTo>
                    <a:pt x="5768" y="4504"/>
                  </a:lnTo>
                  <a:lnTo>
                    <a:pt x="5847" y="4523"/>
                  </a:lnTo>
                  <a:lnTo>
                    <a:pt x="5946" y="4543"/>
                  </a:lnTo>
                  <a:lnTo>
                    <a:pt x="5985" y="4543"/>
                  </a:lnTo>
                  <a:lnTo>
                    <a:pt x="6045" y="4523"/>
                  </a:lnTo>
                  <a:lnTo>
                    <a:pt x="6064" y="4563"/>
                  </a:lnTo>
                  <a:lnTo>
                    <a:pt x="6064" y="4583"/>
                  </a:lnTo>
                  <a:lnTo>
                    <a:pt x="6025" y="4622"/>
                  </a:lnTo>
                  <a:lnTo>
                    <a:pt x="5985" y="4681"/>
                  </a:lnTo>
                  <a:lnTo>
                    <a:pt x="5946" y="4760"/>
                  </a:lnTo>
                  <a:lnTo>
                    <a:pt x="5887" y="4741"/>
                  </a:lnTo>
                  <a:lnTo>
                    <a:pt x="5867" y="4721"/>
                  </a:lnTo>
                  <a:lnTo>
                    <a:pt x="5827" y="4681"/>
                  </a:lnTo>
                  <a:lnTo>
                    <a:pt x="5788" y="4681"/>
                  </a:lnTo>
                  <a:lnTo>
                    <a:pt x="5827" y="4741"/>
                  </a:lnTo>
                  <a:lnTo>
                    <a:pt x="5887" y="4780"/>
                  </a:lnTo>
                  <a:lnTo>
                    <a:pt x="5985" y="4780"/>
                  </a:lnTo>
                  <a:lnTo>
                    <a:pt x="6064" y="4741"/>
                  </a:lnTo>
                  <a:lnTo>
                    <a:pt x="6084" y="4760"/>
                  </a:lnTo>
                  <a:lnTo>
                    <a:pt x="6084" y="4800"/>
                  </a:lnTo>
                  <a:lnTo>
                    <a:pt x="6064" y="4919"/>
                  </a:lnTo>
                  <a:lnTo>
                    <a:pt x="6045" y="5017"/>
                  </a:lnTo>
                  <a:lnTo>
                    <a:pt x="6064" y="5057"/>
                  </a:lnTo>
                  <a:lnTo>
                    <a:pt x="6104" y="5057"/>
                  </a:lnTo>
                  <a:lnTo>
                    <a:pt x="6143" y="4958"/>
                  </a:lnTo>
                  <a:lnTo>
                    <a:pt x="6143" y="4879"/>
                  </a:lnTo>
                  <a:lnTo>
                    <a:pt x="6183" y="4879"/>
                  </a:lnTo>
                  <a:lnTo>
                    <a:pt x="6203" y="4899"/>
                  </a:lnTo>
                  <a:lnTo>
                    <a:pt x="6222" y="4919"/>
                  </a:lnTo>
                  <a:lnTo>
                    <a:pt x="6242" y="4899"/>
                  </a:lnTo>
                  <a:lnTo>
                    <a:pt x="6262" y="4859"/>
                  </a:lnTo>
                  <a:lnTo>
                    <a:pt x="6262" y="4820"/>
                  </a:lnTo>
                  <a:lnTo>
                    <a:pt x="6301" y="4800"/>
                  </a:lnTo>
                  <a:lnTo>
                    <a:pt x="6301" y="4839"/>
                  </a:lnTo>
                  <a:lnTo>
                    <a:pt x="6301" y="4879"/>
                  </a:lnTo>
                  <a:lnTo>
                    <a:pt x="6282" y="4919"/>
                  </a:lnTo>
                  <a:lnTo>
                    <a:pt x="6301" y="4919"/>
                  </a:lnTo>
                  <a:lnTo>
                    <a:pt x="6321" y="4938"/>
                  </a:lnTo>
                  <a:lnTo>
                    <a:pt x="6301" y="5017"/>
                  </a:lnTo>
                  <a:lnTo>
                    <a:pt x="6301" y="5057"/>
                  </a:lnTo>
                  <a:lnTo>
                    <a:pt x="6301" y="5077"/>
                  </a:lnTo>
                  <a:lnTo>
                    <a:pt x="6321" y="5077"/>
                  </a:lnTo>
                  <a:lnTo>
                    <a:pt x="6380" y="5037"/>
                  </a:lnTo>
                  <a:lnTo>
                    <a:pt x="6380" y="5017"/>
                  </a:lnTo>
                  <a:lnTo>
                    <a:pt x="6361" y="5017"/>
                  </a:lnTo>
                  <a:lnTo>
                    <a:pt x="6341" y="4998"/>
                  </a:lnTo>
                  <a:lnTo>
                    <a:pt x="6380" y="4938"/>
                  </a:lnTo>
                  <a:lnTo>
                    <a:pt x="6440" y="4899"/>
                  </a:lnTo>
                  <a:lnTo>
                    <a:pt x="6479" y="4859"/>
                  </a:lnTo>
                  <a:lnTo>
                    <a:pt x="6538" y="4839"/>
                  </a:lnTo>
                  <a:lnTo>
                    <a:pt x="6519" y="4859"/>
                  </a:lnTo>
                  <a:lnTo>
                    <a:pt x="6538" y="4879"/>
                  </a:lnTo>
                  <a:lnTo>
                    <a:pt x="6558" y="4879"/>
                  </a:lnTo>
                  <a:lnTo>
                    <a:pt x="6558" y="4899"/>
                  </a:lnTo>
                  <a:lnTo>
                    <a:pt x="6538" y="4938"/>
                  </a:lnTo>
                  <a:lnTo>
                    <a:pt x="6479" y="4938"/>
                  </a:lnTo>
                  <a:lnTo>
                    <a:pt x="6440" y="4958"/>
                  </a:lnTo>
                  <a:lnTo>
                    <a:pt x="6479" y="4998"/>
                  </a:lnTo>
                  <a:lnTo>
                    <a:pt x="6479" y="4998"/>
                  </a:lnTo>
                  <a:lnTo>
                    <a:pt x="6617" y="4919"/>
                  </a:lnTo>
                  <a:lnTo>
                    <a:pt x="6598" y="4919"/>
                  </a:lnTo>
                  <a:lnTo>
                    <a:pt x="6598" y="4899"/>
                  </a:lnTo>
                  <a:lnTo>
                    <a:pt x="6617" y="4859"/>
                  </a:lnTo>
                  <a:lnTo>
                    <a:pt x="6677" y="4800"/>
                  </a:lnTo>
                  <a:lnTo>
                    <a:pt x="6696" y="4780"/>
                  </a:lnTo>
                  <a:lnTo>
                    <a:pt x="6736" y="4800"/>
                  </a:lnTo>
                  <a:lnTo>
                    <a:pt x="6736" y="4859"/>
                  </a:lnTo>
                  <a:lnTo>
                    <a:pt x="6736" y="4899"/>
                  </a:lnTo>
                  <a:lnTo>
                    <a:pt x="6716" y="4978"/>
                  </a:lnTo>
                  <a:lnTo>
                    <a:pt x="6756" y="4919"/>
                  </a:lnTo>
                  <a:lnTo>
                    <a:pt x="6815" y="4899"/>
                  </a:lnTo>
                  <a:lnTo>
                    <a:pt x="6894" y="4919"/>
                  </a:lnTo>
                  <a:lnTo>
                    <a:pt x="6894" y="4859"/>
                  </a:lnTo>
                  <a:lnTo>
                    <a:pt x="6914" y="4820"/>
                  </a:lnTo>
                  <a:lnTo>
                    <a:pt x="6993" y="4780"/>
                  </a:lnTo>
                  <a:lnTo>
                    <a:pt x="6993" y="4938"/>
                  </a:lnTo>
                  <a:lnTo>
                    <a:pt x="6953" y="4938"/>
                  </a:lnTo>
                  <a:lnTo>
                    <a:pt x="6933" y="4958"/>
                  </a:lnTo>
                  <a:lnTo>
                    <a:pt x="6914" y="4998"/>
                  </a:lnTo>
                  <a:lnTo>
                    <a:pt x="6914" y="5057"/>
                  </a:lnTo>
                  <a:lnTo>
                    <a:pt x="6874" y="5136"/>
                  </a:lnTo>
                  <a:lnTo>
                    <a:pt x="6815" y="5175"/>
                  </a:lnTo>
                  <a:lnTo>
                    <a:pt x="6775" y="5175"/>
                  </a:lnTo>
                  <a:lnTo>
                    <a:pt x="6736" y="5116"/>
                  </a:lnTo>
                  <a:lnTo>
                    <a:pt x="6736" y="5195"/>
                  </a:lnTo>
                  <a:lnTo>
                    <a:pt x="6756" y="5215"/>
                  </a:lnTo>
                  <a:lnTo>
                    <a:pt x="6775" y="5215"/>
                  </a:lnTo>
                  <a:lnTo>
                    <a:pt x="6815" y="5195"/>
                  </a:lnTo>
                  <a:lnTo>
                    <a:pt x="6894" y="5156"/>
                  </a:lnTo>
                  <a:lnTo>
                    <a:pt x="6914" y="5156"/>
                  </a:lnTo>
                  <a:lnTo>
                    <a:pt x="6933" y="5195"/>
                  </a:lnTo>
                  <a:lnTo>
                    <a:pt x="6894" y="5254"/>
                  </a:lnTo>
                  <a:lnTo>
                    <a:pt x="6854" y="5294"/>
                  </a:lnTo>
                  <a:lnTo>
                    <a:pt x="6914" y="5274"/>
                  </a:lnTo>
                  <a:lnTo>
                    <a:pt x="6933" y="5274"/>
                  </a:lnTo>
                  <a:lnTo>
                    <a:pt x="6953" y="5314"/>
                  </a:lnTo>
                  <a:lnTo>
                    <a:pt x="6993" y="5195"/>
                  </a:lnTo>
                  <a:lnTo>
                    <a:pt x="7032" y="5136"/>
                  </a:lnTo>
                  <a:lnTo>
                    <a:pt x="7091" y="5116"/>
                  </a:lnTo>
                  <a:lnTo>
                    <a:pt x="7052" y="5294"/>
                  </a:lnTo>
                  <a:lnTo>
                    <a:pt x="7091" y="5294"/>
                  </a:lnTo>
                  <a:lnTo>
                    <a:pt x="7151" y="5235"/>
                  </a:lnTo>
                  <a:lnTo>
                    <a:pt x="7210" y="5175"/>
                  </a:lnTo>
                  <a:lnTo>
                    <a:pt x="7230" y="5136"/>
                  </a:lnTo>
                  <a:lnTo>
                    <a:pt x="7269" y="5116"/>
                  </a:lnTo>
                  <a:lnTo>
                    <a:pt x="7289" y="4998"/>
                  </a:lnTo>
                  <a:lnTo>
                    <a:pt x="7328" y="4958"/>
                  </a:lnTo>
                  <a:lnTo>
                    <a:pt x="7407" y="4958"/>
                  </a:lnTo>
                  <a:lnTo>
                    <a:pt x="7447" y="4919"/>
                  </a:lnTo>
                  <a:lnTo>
                    <a:pt x="7368" y="4919"/>
                  </a:lnTo>
                  <a:lnTo>
                    <a:pt x="7348" y="4938"/>
                  </a:lnTo>
                  <a:lnTo>
                    <a:pt x="7328" y="4938"/>
                  </a:lnTo>
                  <a:lnTo>
                    <a:pt x="7309" y="4919"/>
                  </a:lnTo>
                  <a:lnTo>
                    <a:pt x="7368" y="4859"/>
                  </a:lnTo>
                  <a:lnTo>
                    <a:pt x="7388" y="4839"/>
                  </a:lnTo>
                  <a:lnTo>
                    <a:pt x="7427" y="4839"/>
                  </a:lnTo>
                  <a:lnTo>
                    <a:pt x="7467" y="4820"/>
                  </a:lnTo>
                  <a:lnTo>
                    <a:pt x="7506" y="4919"/>
                  </a:lnTo>
                  <a:lnTo>
                    <a:pt x="7486" y="5057"/>
                  </a:lnTo>
                  <a:lnTo>
                    <a:pt x="7407" y="5175"/>
                  </a:lnTo>
                  <a:lnTo>
                    <a:pt x="7309" y="5254"/>
                  </a:lnTo>
                  <a:lnTo>
                    <a:pt x="7210" y="5373"/>
                  </a:lnTo>
                  <a:lnTo>
                    <a:pt x="7091" y="5531"/>
                  </a:lnTo>
                  <a:lnTo>
                    <a:pt x="7170" y="5531"/>
                  </a:lnTo>
                  <a:lnTo>
                    <a:pt x="7249" y="5551"/>
                  </a:lnTo>
                  <a:lnTo>
                    <a:pt x="7309" y="5570"/>
                  </a:lnTo>
                  <a:lnTo>
                    <a:pt x="7328" y="5610"/>
                  </a:lnTo>
                  <a:lnTo>
                    <a:pt x="7328" y="5649"/>
                  </a:lnTo>
                  <a:lnTo>
                    <a:pt x="7407" y="5610"/>
                  </a:lnTo>
                  <a:lnTo>
                    <a:pt x="7486" y="5531"/>
                  </a:lnTo>
                  <a:lnTo>
                    <a:pt x="7585" y="5333"/>
                  </a:lnTo>
                  <a:lnTo>
                    <a:pt x="7625" y="5333"/>
                  </a:lnTo>
                  <a:lnTo>
                    <a:pt x="7625" y="5353"/>
                  </a:lnTo>
                  <a:lnTo>
                    <a:pt x="7645" y="5393"/>
                  </a:lnTo>
                  <a:lnTo>
                    <a:pt x="7565" y="5452"/>
                  </a:lnTo>
                  <a:lnTo>
                    <a:pt x="7565" y="5452"/>
                  </a:lnTo>
                  <a:lnTo>
                    <a:pt x="7724" y="5412"/>
                  </a:lnTo>
                  <a:lnTo>
                    <a:pt x="7803" y="5412"/>
                  </a:lnTo>
                  <a:lnTo>
                    <a:pt x="7862" y="5452"/>
                  </a:lnTo>
                  <a:lnTo>
                    <a:pt x="7901" y="5412"/>
                  </a:lnTo>
                  <a:lnTo>
                    <a:pt x="7961" y="5373"/>
                  </a:lnTo>
                  <a:lnTo>
                    <a:pt x="8040" y="5215"/>
                  </a:lnTo>
                  <a:lnTo>
                    <a:pt x="8099" y="5215"/>
                  </a:lnTo>
                  <a:lnTo>
                    <a:pt x="8119" y="5195"/>
                  </a:lnTo>
                  <a:lnTo>
                    <a:pt x="8178" y="5136"/>
                  </a:lnTo>
                  <a:lnTo>
                    <a:pt x="8198" y="5116"/>
                  </a:lnTo>
                  <a:lnTo>
                    <a:pt x="8237" y="5156"/>
                  </a:lnTo>
                  <a:lnTo>
                    <a:pt x="8257" y="5175"/>
                  </a:lnTo>
                  <a:lnTo>
                    <a:pt x="8198" y="5215"/>
                  </a:lnTo>
                  <a:lnTo>
                    <a:pt x="8178" y="5254"/>
                  </a:lnTo>
                  <a:lnTo>
                    <a:pt x="8178" y="5294"/>
                  </a:lnTo>
                  <a:lnTo>
                    <a:pt x="8198" y="5314"/>
                  </a:lnTo>
                  <a:lnTo>
                    <a:pt x="8237" y="5333"/>
                  </a:lnTo>
                  <a:lnTo>
                    <a:pt x="8277" y="5314"/>
                  </a:lnTo>
                  <a:lnTo>
                    <a:pt x="8277" y="5314"/>
                  </a:lnTo>
                  <a:lnTo>
                    <a:pt x="8198" y="5393"/>
                  </a:lnTo>
                  <a:lnTo>
                    <a:pt x="8158" y="5432"/>
                  </a:lnTo>
                  <a:lnTo>
                    <a:pt x="8138" y="5432"/>
                  </a:lnTo>
                  <a:lnTo>
                    <a:pt x="8138" y="5412"/>
                  </a:lnTo>
                  <a:lnTo>
                    <a:pt x="8158" y="5353"/>
                  </a:lnTo>
                  <a:lnTo>
                    <a:pt x="8059" y="5393"/>
                  </a:lnTo>
                  <a:lnTo>
                    <a:pt x="8099" y="5393"/>
                  </a:lnTo>
                  <a:lnTo>
                    <a:pt x="8119" y="5412"/>
                  </a:lnTo>
                  <a:lnTo>
                    <a:pt x="8119" y="5432"/>
                  </a:lnTo>
                  <a:lnTo>
                    <a:pt x="8119" y="5472"/>
                  </a:lnTo>
                  <a:lnTo>
                    <a:pt x="8079" y="5570"/>
                  </a:lnTo>
                  <a:lnTo>
                    <a:pt x="8040" y="5669"/>
                  </a:lnTo>
                  <a:lnTo>
                    <a:pt x="8040" y="5669"/>
                  </a:lnTo>
                  <a:lnTo>
                    <a:pt x="8059" y="5649"/>
                  </a:lnTo>
                  <a:lnTo>
                    <a:pt x="8079" y="5630"/>
                  </a:lnTo>
                  <a:lnTo>
                    <a:pt x="8099" y="5570"/>
                  </a:lnTo>
                  <a:lnTo>
                    <a:pt x="8119" y="5511"/>
                  </a:lnTo>
                  <a:lnTo>
                    <a:pt x="8138" y="5511"/>
                  </a:lnTo>
                  <a:lnTo>
                    <a:pt x="8178" y="5491"/>
                  </a:lnTo>
                  <a:lnTo>
                    <a:pt x="8178" y="5590"/>
                  </a:lnTo>
                  <a:lnTo>
                    <a:pt x="8198" y="5649"/>
                  </a:lnTo>
                  <a:lnTo>
                    <a:pt x="8217" y="5689"/>
                  </a:lnTo>
                  <a:lnTo>
                    <a:pt x="8257" y="5709"/>
                  </a:lnTo>
                  <a:lnTo>
                    <a:pt x="8296" y="5728"/>
                  </a:lnTo>
                  <a:lnTo>
                    <a:pt x="8316" y="5768"/>
                  </a:lnTo>
                  <a:lnTo>
                    <a:pt x="8296" y="5847"/>
                  </a:lnTo>
                  <a:lnTo>
                    <a:pt x="8257" y="5965"/>
                  </a:lnTo>
                  <a:lnTo>
                    <a:pt x="8257" y="5965"/>
                  </a:lnTo>
                  <a:lnTo>
                    <a:pt x="8415" y="5906"/>
                  </a:lnTo>
                  <a:lnTo>
                    <a:pt x="8514" y="5886"/>
                  </a:lnTo>
                  <a:lnTo>
                    <a:pt x="8573" y="5886"/>
                  </a:lnTo>
                  <a:lnTo>
                    <a:pt x="8632" y="5847"/>
                  </a:lnTo>
                  <a:lnTo>
                    <a:pt x="8672" y="5827"/>
                  </a:lnTo>
                  <a:lnTo>
                    <a:pt x="8691" y="5807"/>
                  </a:lnTo>
                  <a:lnTo>
                    <a:pt x="8751" y="5748"/>
                  </a:lnTo>
                  <a:lnTo>
                    <a:pt x="8751" y="5689"/>
                  </a:lnTo>
                  <a:lnTo>
                    <a:pt x="8711" y="5689"/>
                  </a:lnTo>
                  <a:lnTo>
                    <a:pt x="8632" y="5709"/>
                  </a:lnTo>
                  <a:lnTo>
                    <a:pt x="8553" y="5709"/>
                  </a:lnTo>
                  <a:lnTo>
                    <a:pt x="8533" y="5689"/>
                  </a:lnTo>
                  <a:lnTo>
                    <a:pt x="8533" y="5610"/>
                  </a:lnTo>
                  <a:lnTo>
                    <a:pt x="8494" y="5649"/>
                  </a:lnTo>
                  <a:lnTo>
                    <a:pt x="8454" y="5689"/>
                  </a:lnTo>
                  <a:lnTo>
                    <a:pt x="8375" y="5788"/>
                  </a:lnTo>
                  <a:lnTo>
                    <a:pt x="8336" y="5788"/>
                  </a:lnTo>
                  <a:lnTo>
                    <a:pt x="8336" y="5748"/>
                  </a:lnTo>
                  <a:lnTo>
                    <a:pt x="8336" y="5728"/>
                  </a:lnTo>
                  <a:lnTo>
                    <a:pt x="8356" y="5669"/>
                  </a:lnTo>
                  <a:lnTo>
                    <a:pt x="8395" y="5669"/>
                  </a:lnTo>
                  <a:lnTo>
                    <a:pt x="8435" y="5630"/>
                  </a:lnTo>
                  <a:lnTo>
                    <a:pt x="8514" y="5551"/>
                  </a:lnTo>
                  <a:lnTo>
                    <a:pt x="8573" y="5491"/>
                  </a:lnTo>
                  <a:lnTo>
                    <a:pt x="8612" y="5472"/>
                  </a:lnTo>
                  <a:lnTo>
                    <a:pt x="8652" y="5491"/>
                  </a:lnTo>
                  <a:lnTo>
                    <a:pt x="8652" y="5432"/>
                  </a:lnTo>
                  <a:lnTo>
                    <a:pt x="8632" y="5393"/>
                  </a:lnTo>
                  <a:lnTo>
                    <a:pt x="8612" y="5353"/>
                  </a:lnTo>
                  <a:lnTo>
                    <a:pt x="8593" y="5314"/>
                  </a:lnTo>
                  <a:lnTo>
                    <a:pt x="8632" y="5235"/>
                  </a:lnTo>
                  <a:lnTo>
                    <a:pt x="8672" y="5156"/>
                  </a:lnTo>
                  <a:lnTo>
                    <a:pt x="8810" y="5057"/>
                  </a:lnTo>
                  <a:lnTo>
                    <a:pt x="8928" y="4978"/>
                  </a:lnTo>
                  <a:lnTo>
                    <a:pt x="8889" y="5057"/>
                  </a:lnTo>
                  <a:lnTo>
                    <a:pt x="8849" y="5096"/>
                  </a:lnTo>
                  <a:lnTo>
                    <a:pt x="9067" y="4998"/>
                  </a:lnTo>
                  <a:lnTo>
                    <a:pt x="9007" y="5136"/>
                  </a:lnTo>
                  <a:lnTo>
                    <a:pt x="8948" y="5235"/>
                  </a:lnTo>
                  <a:lnTo>
                    <a:pt x="8968" y="5254"/>
                  </a:lnTo>
                  <a:lnTo>
                    <a:pt x="8988" y="5254"/>
                  </a:lnTo>
                  <a:lnTo>
                    <a:pt x="9047" y="5274"/>
                  </a:lnTo>
                  <a:lnTo>
                    <a:pt x="9067" y="5274"/>
                  </a:lnTo>
                  <a:lnTo>
                    <a:pt x="9086" y="5294"/>
                  </a:lnTo>
                  <a:lnTo>
                    <a:pt x="9086" y="5333"/>
                  </a:lnTo>
                  <a:lnTo>
                    <a:pt x="9047" y="5373"/>
                  </a:lnTo>
                  <a:lnTo>
                    <a:pt x="9086" y="5373"/>
                  </a:lnTo>
                  <a:lnTo>
                    <a:pt x="9106" y="5333"/>
                  </a:lnTo>
                  <a:lnTo>
                    <a:pt x="9106" y="5274"/>
                  </a:lnTo>
                  <a:lnTo>
                    <a:pt x="9126" y="5215"/>
                  </a:lnTo>
                  <a:lnTo>
                    <a:pt x="9047" y="5175"/>
                  </a:lnTo>
                  <a:lnTo>
                    <a:pt x="9086" y="5116"/>
                  </a:lnTo>
                  <a:lnTo>
                    <a:pt x="9106" y="5096"/>
                  </a:lnTo>
                  <a:lnTo>
                    <a:pt x="9126" y="5116"/>
                  </a:lnTo>
                  <a:lnTo>
                    <a:pt x="9146" y="5136"/>
                  </a:lnTo>
                  <a:lnTo>
                    <a:pt x="9146" y="5156"/>
                  </a:lnTo>
                  <a:lnTo>
                    <a:pt x="9205" y="5156"/>
                  </a:lnTo>
                  <a:lnTo>
                    <a:pt x="9244" y="5116"/>
                  </a:lnTo>
                  <a:lnTo>
                    <a:pt x="9304" y="5017"/>
                  </a:lnTo>
                  <a:lnTo>
                    <a:pt x="9343" y="4998"/>
                  </a:lnTo>
                  <a:lnTo>
                    <a:pt x="9738" y="4148"/>
                  </a:lnTo>
                  <a:lnTo>
                    <a:pt x="9738" y="4148"/>
                  </a:lnTo>
                  <a:lnTo>
                    <a:pt x="9679" y="4168"/>
                  </a:lnTo>
                  <a:lnTo>
                    <a:pt x="9639" y="4168"/>
                  </a:lnTo>
                  <a:lnTo>
                    <a:pt x="9600" y="4148"/>
                  </a:lnTo>
                  <a:lnTo>
                    <a:pt x="9580" y="4128"/>
                  </a:lnTo>
                  <a:lnTo>
                    <a:pt x="9620" y="4069"/>
                  </a:lnTo>
                  <a:lnTo>
                    <a:pt x="9659" y="4030"/>
                  </a:lnTo>
                  <a:lnTo>
                    <a:pt x="9718" y="4010"/>
                  </a:lnTo>
                  <a:lnTo>
                    <a:pt x="9758" y="4010"/>
                  </a:lnTo>
                  <a:lnTo>
                    <a:pt x="9797" y="3990"/>
                  </a:lnTo>
                  <a:lnTo>
                    <a:pt x="9817" y="3951"/>
                  </a:lnTo>
                  <a:lnTo>
                    <a:pt x="9837" y="3891"/>
                  </a:lnTo>
                  <a:lnTo>
                    <a:pt x="9837" y="3872"/>
                  </a:lnTo>
                  <a:lnTo>
                    <a:pt x="9817" y="3872"/>
                  </a:lnTo>
                  <a:lnTo>
                    <a:pt x="9778" y="3891"/>
                  </a:lnTo>
                  <a:lnTo>
                    <a:pt x="9758" y="3951"/>
                  </a:lnTo>
                  <a:lnTo>
                    <a:pt x="9738" y="3990"/>
                  </a:lnTo>
                  <a:lnTo>
                    <a:pt x="9679" y="3891"/>
                  </a:lnTo>
                  <a:lnTo>
                    <a:pt x="9659" y="3812"/>
                  </a:lnTo>
                  <a:lnTo>
                    <a:pt x="9679" y="3714"/>
                  </a:lnTo>
                  <a:lnTo>
                    <a:pt x="9580" y="3753"/>
                  </a:lnTo>
                  <a:lnTo>
                    <a:pt x="9521" y="3773"/>
                  </a:lnTo>
                  <a:lnTo>
                    <a:pt x="9481" y="3793"/>
                  </a:lnTo>
                  <a:lnTo>
                    <a:pt x="9383" y="3872"/>
                  </a:lnTo>
                  <a:lnTo>
                    <a:pt x="9422" y="3872"/>
                  </a:lnTo>
                  <a:lnTo>
                    <a:pt x="9462" y="3832"/>
                  </a:lnTo>
                  <a:lnTo>
                    <a:pt x="9501" y="3832"/>
                  </a:lnTo>
                  <a:lnTo>
                    <a:pt x="9501" y="3852"/>
                  </a:lnTo>
                  <a:lnTo>
                    <a:pt x="9363" y="3970"/>
                  </a:lnTo>
                  <a:lnTo>
                    <a:pt x="9343" y="3951"/>
                  </a:lnTo>
                  <a:lnTo>
                    <a:pt x="9323" y="3931"/>
                  </a:lnTo>
                  <a:lnTo>
                    <a:pt x="9323" y="3852"/>
                  </a:lnTo>
                  <a:lnTo>
                    <a:pt x="9323" y="3793"/>
                  </a:lnTo>
                  <a:lnTo>
                    <a:pt x="9304" y="3733"/>
                  </a:lnTo>
                  <a:lnTo>
                    <a:pt x="9383" y="3714"/>
                  </a:lnTo>
                  <a:lnTo>
                    <a:pt x="9363" y="3733"/>
                  </a:lnTo>
                  <a:lnTo>
                    <a:pt x="9363" y="3733"/>
                  </a:lnTo>
                  <a:lnTo>
                    <a:pt x="9402" y="3714"/>
                  </a:lnTo>
                  <a:lnTo>
                    <a:pt x="9442" y="3714"/>
                  </a:lnTo>
                  <a:lnTo>
                    <a:pt x="9481" y="3694"/>
                  </a:lnTo>
                  <a:lnTo>
                    <a:pt x="9521" y="3654"/>
                  </a:lnTo>
                  <a:lnTo>
                    <a:pt x="9521" y="3654"/>
                  </a:lnTo>
                  <a:lnTo>
                    <a:pt x="9462" y="3674"/>
                  </a:lnTo>
                  <a:lnTo>
                    <a:pt x="9422" y="3674"/>
                  </a:lnTo>
                  <a:lnTo>
                    <a:pt x="9383" y="3654"/>
                  </a:lnTo>
                  <a:lnTo>
                    <a:pt x="9363" y="3635"/>
                  </a:lnTo>
                  <a:lnTo>
                    <a:pt x="9323" y="3654"/>
                  </a:lnTo>
                  <a:lnTo>
                    <a:pt x="9343" y="3635"/>
                  </a:lnTo>
                  <a:lnTo>
                    <a:pt x="9304" y="3635"/>
                  </a:lnTo>
                  <a:lnTo>
                    <a:pt x="9264" y="3615"/>
                  </a:lnTo>
                  <a:lnTo>
                    <a:pt x="9244" y="3516"/>
                  </a:lnTo>
                  <a:lnTo>
                    <a:pt x="9225" y="3477"/>
                  </a:lnTo>
                  <a:lnTo>
                    <a:pt x="9205" y="3477"/>
                  </a:lnTo>
                  <a:lnTo>
                    <a:pt x="9165" y="3496"/>
                  </a:lnTo>
                  <a:lnTo>
                    <a:pt x="9086" y="3556"/>
                  </a:lnTo>
                  <a:lnTo>
                    <a:pt x="9106" y="3575"/>
                  </a:lnTo>
                  <a:lnTo>
                    <a:pt x="9086" y="3615"/>
                  </a:lnTo>
                  <a:lnTo>
                    <a:pt x="9067" y="3674"/>
                  </a:lnTo>
                  <a:lnTo>
                    <a:pt x="9027" y="3714"/>
                  </a:lnTo>
                  <a:lnTo>
                    <a:pt x="9047" y="3674"/>
                  </a:lnTo>
                  <a:lnTo>
                    <a:pt x="9027" y="3635"/>
                  </a:lnTo>
                  <a:lnTo>
                    <a:pt x="9027" y="3595"/>
                  </a:lnTo>
                  <a:lnTo>
                    <a:pt x="9027" y="3556"/>
                  </a:lnTo>
                  <a:lnTo>
                    <a:pt x="9067" y="3536"/>
                  </a:lnTo>
                  <a:lnTo>
                    <a:pt x="9027" y="3477"/>
                  </a:lnTo>
                  <a:lnTo>
                    <a:pt x="8988" y="3457"/>
                  </a:lnTo>
                  <a:lnTo>
                    <a:pt x="8968" y="3457"/>
                  </a:lnTo>
                  <a:lnTo>
                    <a:pt x="8889" y="3595"/>
                  </a:lnTo>
                  <a:lnTo>
                    <a:pt x="8849" y="3635"/>
                  </a:lnTo>
                  <a:lnTo>
                    <a:pt x="8790" y="3654"/>
                  </a:lnTo>
                  <a:lnTo>
                    <a:pt x="8790" y="3615"/>
                  </a:lnTo>
                  <a:lnTo>
                    <a:pt x="8810" y="3575"/>
                  </a:lnTo>
                  <a:lnTo>
                    <a:pt x="8869" y="3496"/>
                  </a:lnTo>
                  <a:lnTo>
                    <a:pt x="8928" y="3437"/>
                  </a:lnTo>
                  <a:lnTo>
                    <a:pt x="8948" y="3398"/>
                  </a:lnTo>
                  <a:lnTo>
                    <a:pt x="8968" y="3338"/>
                  </a:lnTo>
                  <a:lnTo>
                    <a:pt x="8810" y="3398"/>
                  </a:lnTo>
                  <a:lnTo>
                    <a:pt x="8849" y="3299"/>
                  </a:lnTo>
                  <a:lnTo>
                    <a:pt x="8810" y="3240"/>
                  </a:lnTo>
                  <a:lnTo>
                    <a:pt x="8751" y="3220"/>
                  </a:lnTo>
                  <a:lnTo>
                    <a:pt x="8691" y="3240"/>
                  </a:lnTo>
                  <a:lnTo>
                    <a:pt x="8612" y="3240"/>
                  </a:lnTo>
                  <a:lnTo>
                    <a:pt x="8474" y="3279"/>
                  </a:lnTo>
                  <a:lnTo>
                    <a:pt x="8415" y="3279"/>
                  </a:lnTo>
                  <a:lnTo>
                    <a:pt x="8356" y="3259"/>
                  </a:lnTo>
                  <a:lnTo>
                    <a:pt x="8435" y="3180"/>
                  </a:lnTo>
                  <a:lnTo>
                    <a:pt x="8494" y="3141"/>
                  </a:lnTo>
                  <a:lnTo>
                    <a:pt x="8573" y="3121"/>
                  </a:lnTo>
                  <a:lnTo>
                    <a:pt x="8612" y="3121"/>
                  </a:lnTo>
                  <a:lnTo>
                    <a:pt x="8612" y="3082"/>
                  </a:lnTo>
                  <a:lnTo>
                    <a:pt x="8612" y="3062"/>
                  </a:lnTo>
                  <a:lnTo>
                    <a:pt x="8553" y="3042"/>
                  </a:lnTo>
                  <a:lnTo>
                    <a:pt x="8514" y="3042"/>
                  </a:lnTo>
                  <a:lnTo>
                    <a:pt x="8494" y="3022"/>
                  </a:lnTo>
                  <a:lnTo>
                    <a:pt x="8474" y="2983"/>
                  </a:lnTo>
                  <a:lnTo>
                    <a:pt x="8454" y="2963"/>
                  </a:lnTo>
                  <a:lnTo>
                    <a:pt x="8435" y="2963"/>
                  </a:lnTo>
                  <a:lnTo>
                    <a:pt x="8375" y="3003"/>
                  </a:lnTo>
                  <a:lnTo>
                    <a:pt x="8316" y="3062"/>
                  </a:lnTo>
                  <a:lnTo>
                    <a:pt x="8277" y="3121"/>
                  </a:lnTo>
                  <a:lnTo>
                    <a:pt x="8237" y="3121"/>
                  </a:lnTo>
                  <a:lnTo>
                    <a:pt x="8237" y="3062"/>
                  </a:lnTo>
                  <a:lnTo>
                    <a:pt x="8296" y="2983"/>
                  </a:lnTo>
                  <a:lnTo>
                    <a:pt x="8257" y="3022"/>
                  </a:lnTo>
                  <a:lnTo>
                    <a:pt x="8217" y="3042"/>
                  </a:lnTo>
                  <a:lnTo>
                    <a:pt x="8178" y="3062"/>
                  </a:lnTo>
                  <a:lnTo>
                    <a:pt x="8158" y="3062"/>
                  </a:lnTo>
                  <a:lnTo>
                    <a:pt x="8099" y="3042"/>
                  </a:lnTo>
                  <a:lnTo>
                    <a:pt x="8040" y="3022"/>
                  </a:lnTo>
                  <a:lnTo>
                    <a:pt x="8099" y="2943"/>
                  </a:lnTo>
                  <a:lnTo>
                    <a:pt x="7941" y="3003"/>
                  </a:lnTo>
                  <a:lnTo>
                    <a:pt x="7941" y="3022"/>
                  </a:lnTo>
                  <a:lnTo>
                    <a:pt x="7921" y="3062"/>
                  </a:lnTo>
                  <a:lnTo>
                    <a:pt x="7862" y="3141"/>
                  </a:lnTo>
                  <a:lnTo>
                    <a:pt x="7842" y="3121"/>
                  </a:lnTo>
                  <a:lnTo>
                    <a:pt x="7842" y="3220"/>
                  </a:lnTo>
                  <a:lnTo>
                    <a:pt x="7862" y="3240"/>
                  </a:lnTo>
                  <a:lnTo>
                    <a:pt x="7901" y="3259"/>
                  </a:lnTo>
                  <a:lnTo>
                    <a:pt x="7961" y="3240"/>
                  </a:lnTo>
                  <a:lnTo>
                    <a:pt x="8000" y="3240"/>
                  </a:lnTo>
                  <a:lnTo>
                    <a:pt x="8040" y="3259"/>
                  </a:lnTo>
                  <a:lnTo>
                    <a:pt x="8059" y="3299"/>
                  </a:lnTo>
                  <a:lnTo>
                    <a:pt x="8059" y="3398"/>
                  </a:lnTo>
                  <a:lnTo>
                    <a:pt x="8020" y="3417"/>
                  </a:lnTo>
                  <a:lnTo>
                    <a:pt x="8000" y="3457"/>
                  </a:lnTo>
                  <a:lnTo>
                    <a:pt x="8000" y="3477"/>
                  </a:lnTo>
                  <a:lnTo>
                    <a:pt x="7961" y="3496"/>
                  </a:lnTo>
                  <a:lnTo>
                    <a:pt x="7961" y="3477"/>
                  </a:lnTo>
                  <a:lnTo>
                    <a:pt x="7980" y="3437"/>
                  </a:lnTo>
                  <a:lnTo>
                    <a:pt x="7901" y="3516"/>
                  </a:lnTo>
                  <a:lnTo>
                    <a:pt x="7882" y="3536"/>
                  </a:lnTo>
                  <a:lnTo>
                    <a:pt x="7882" y="3556"/>
                  </a:lnTo>
                  <a:lnTo>
                    <a:pt x="7803" y="3654"/>
                  </a:lnTo>
                  <a:lnTo>
                    <a:pt x="7783" y="3674"/>
                  </a:lnTo>
                  <a:lnTo>
                    <a:pt x="7743" y="3694"/>
                  </a:lnTo>
                  <a:lnTo>
                    <a:pt x="7684" y="3674"/>
                  </a:lnTo>
                  <a:lnTo>
                    <a:pt x="7625" y="3694"/>
                  </a:lnTo>
                  <a:lnTo>
                    <a:pt x="7625" y="3635"/>
                  </a:lnTo>
                  <a:lnTo>
                    <a:pt x="7645" y="3595"/>
                  </a:lnTo>
                  <a:lnTo>
                    <a:pt x="7704" y="3536"/>
                  </a:lnTo>
                  <a:lnTo>
                    <a:pt x="7783" y="3496"/>
                  </a:lnTo>
                  <a:lnTo>
                    <a:pt x="7842" y="3457"/>
                  </a:lnTo>
                  <a:lnTo>
                    <a:pt x="7783" y="3477"/>
                  </a:lnTo>
                  <a:lnTo>
                    <a:pt x="7763" y="3477"/>
                  </a:lnTo>
                  <a:lnTo>
                    <a:pt x="7743" y="3457"/>
                  </a:lnTo>
                  <a:lnTo>
                    <a:pt x="7842" y="3319"/>
                  </a:lnTo>
                  <a:lnTo>
                    <a:pt x="7763" y="3358"/>
                  </a:lnTo>
                  <a:lnTo>
                    <a:pt x="7724" y="3398"/>
                  </a:lnTo>
                  <a:lnTo>
                    <a:pt x="7704" y="3477"/>
                  </a:lnTo>
                  <a:lnTo>
                    <a:pt x="7645" y="3556"/>
                  </a:lnTo>
                  <a:lnTo>
                    <a:pt x="7605" y="3615"/>
                  </a:lnTo>
                  <a:lnTo>
                    <a:pt x="7585" y="3635"/>
                  </a:lnTo>
                  <a:lnTo>
                    <a:pt x="7565" y="3615"/>
                  </a:lnTo>
                  <a:lnTo>
                    <a:pt x="7565" y="3595"/>
                  </a:lnTo>
                  <a:lnTo>
                    <a:pt x="7546" y="3536"/>
                  </a:lnTo>
                  <a:lnTo>
                    <a:pt x="7546" y="3516"/>
                  </a:lnTo>
                  <a:lnTo>
                    <a:pt x="7585" y="3496"/>
                  </a:lnTo>
                  <a:lnTo>
                    <a:pt x="7565" y="3457"/>
                  </a:lnTo>
                  <a:lnTo>
                    <a:pt x="7546" y="3457"/>
                  </a:lnTo>
                  <a:lnTo>
                    <a:pt x="7506" y="3477"/>
                  </a:lnTo>
                  <a:lnTo>
                    <a:pt x="7447" y="3496"/>
                  </a:lnTo>
                  <a:lnTo>
                    <a:pt x="7407" y="3496"/>
                  </a:lnTo>
                  <a:lnTo>
                    <a:pt x="7447" y="3358"/>
                  </a:lnTo>
                  <a:lnTo>
                    <a:pt x="7447" y="3398"/>
                  </a:lnTo>
                  <a:lnTo>
                    <a:pt x="7467" y="3417"/>
                  </a:lnTo>
                  <a:lnTo>
                    <a:pt x="7546" y="3358"/>
                  </a:lnTo>
                  <a:lnTo>
                    <a:pt x="7605" y="3299"/>
                  </a:lnTo>
                  <a:lnTo>
                    <a:pt x="7645" y="3279"/>
                  </a:lnTo>
                  <a:lnTo>
                    <a:pt x="7645" y="3240"/>
                  </a:lnTo>
                  <a:lnTo>
                    <a:pt x="7664" y="3180"/>
                  </a:lnTo>
                  <a:lnTo>
                    <a:pt x="7704" y="3121"/>
                  </a:lnTo>
                  <a:lnTo>
                    <a:pt x="7743" y="3082"/>
                  </a:lnTo>
                  <a:lnTo>
                    <a:pt x="7941" y="2924"/>
                  </a:lnTo>
                  <a:lnTo>
                    <a:pt x="7901" y="2904"/>
                  </a:lnTo>
                  <a:lnTo>
                    <a:pt x="7882" y="2884"/>
                  </a:lnTo>
                  <a:lnTo>
                    <a:pt x="7862" y="2845"/>
                  </a:lnTo>
                  <a:lnTo>
                    <a:pt x="7862" y="2785"/>
                  </a:lnTo>
                  <a:lnTo>
                    <a:pt x="7822" y="2825"/>
                  </a:lnTo>
                  <a:lnTo>
                    <a:pt x="7783" y="2825"/>
                  </a:lnTo>
                  <a:lnTo>
                    <a:pt x="7743" y="2805"/>
                  </a:lnTo>
                  <a:lnTo>
                    <a:pt x="7724" y="2785"/>
                  </a:lnTo>
                  <a:lnTo>
                    <a:pt x="7704" y="2766"/>
                  </a:lnTo>
                  <a:lnTo>
                    <a:pt x="7684" y="2746"/>
                  </a:lnTo>
                  <a:lnTo>
                    <a:pt x="7625" y="2766"/>
                  </a:lnTo>
                  <a:lnTo>
                    <a:pt x="7565" y="2825"/>
                  </a:lnTo>
                  <a:lnTo>
                    <a:pt x="7585" y="2785"/>
                  </a:lnTo>
                  <a:lnTo>
                    <a:pt x="7605" y="2746"/>
                  </a:lnTo>
                  <a:lnTo>
                    <a:pt x="7625" y="2726"/>
                  </a:lnTo>
                  <a:lnTo>
                    <a:pt x="7625" y="2706"/>
                  </a:lnTo>
                  <a:lnTo>
                    <a:pt x="7565" y="2667"/>
                  </a:lnTo>
                  <a:lnTo>
                    <a:pt x="7506" y="2647"/>
                  </a:lnTo>
                  <a:lnTo>
                    <a:pt x="7427" y="2647"/>
                  </a:lnTo>
                  <a:lnTo>
                    <a:pt x="7348" y="2667"/>
                  </a:lnTo>
                  <a:lnTo>
                    <a:pt x="7328" y="2647"/>
                  </a:lnTo>
                  <a:lnTo>
                    <a:pt x="7348" y="2608"/>
                  </a:lnTo>
                  <a:lnTo>
                    <a:pt x="7388" y="2529"/>
                  </a:lnTo>
                  <a:lnTo>
                    <a:pt x="7328" y="2469"/>
                  </a:lnTo>
                  <a:lnTo>
                    <a:pt x="7249" y="2449"/>
                  </a:lnTo>
                  <a:lnTo>
                    <a:pt x="7190" y="2469"/>
                  </a:lnTo>
                  <a:lnTo>
                    <a:pt x="7111" y="2489"/>
                  </a:lnTo>
                  <a:lnTo>
                    <a:pt x="7032" y="2509"/>
                  </a:lnTo>
                  <a:lnTo>
                    <a:pt x="6874" y="2509"/>
                  </a:lnTo>
                  <a:lnTo>
                    <a:pt x="6815" y="2449"/>
                  </a:lnTo>
                  <a:lnTo>
                    <a:pt x="6894" y="2390"/>
                  </a:lnTo>
                  <a:lnTo>
                    <a:pt x="6874" y="2351"/>
                  </a:lnTo>
                  <a:lnTo>
                    <a:pt x="6835" y="2331"/>
                  </a:lnTo>
                  <a:lnTo>
                    <a:pt x="6795" y="2351"/>
                  </a:lnTo>
                  <a:lnTo>
                    <a:pt x="6756" y="2390"/>
                  </a:lnTo>
                  <a:lnTo>
                    <a:pt x="6775" y="2311"/>
                  </a:lnTo>
                  <a:lnTo>
                    <a:pt x="6756" y="2272"/>
                  </a:lnTo>
                  <a:lnTo>
                    <a:pt x="6657" y="2272"/>
                  </a:lnTo>
                  <a:lnTo>
                    <a:pt x="6617" y="2291"/>
                  </a:lnTo>
                  <a:lnTo>
                    <a:pt x="6578" y="2272"/>
                  </a:lnTo>
                  <a:lnTo>
                    <a:pt x="6558" y="2232"/>
                  </a:lnTo>
                  <a:lnTo>
                    <a:pt x="6558" y="2153"/>
                  </a:lnTo>
                  <a:lnTo>
                    <a:pt x="6538" y="2114"/>
                  </a:lnTo>
                  <a:lnTo>
                    <a:pt x="6499" y="2114"/>
                  </a:lnTo>
                  <a:lnTo>
                    <a:pt x="6440" y="2173"/>
                  </a:lnTo>
                  <a:lnTo>
                    <a:pt x="6361" y="2232"/>
                  </a:lnTo>
                  <a:lnTo>
                    <a:pt x="6321" y="2252"/>
                  </a:lnTo>
                  <a:lnTo>
                    <a:pt x="6282" y="2272"/>
                  </a:lnTo>
                  <a:lnTo>
                    <a:pt x="6341" y="2173"/>
                  </a:lnTo>
                  <a:lnTo>
                    <a:pt x="6380" y="2114"/>
                  </a:lnTo>
                  <a:lnTo>
                    <a:pt x="6380" y="2074"/>
                  </a:lnTo>
                  <a:lnTo>
                    <a:pt x="6163" y="2035"/>
                  </a:lnTo>
                  <a:lnTo>
                    <a:pt x="5985" y="1995"/>
                  </a:lnTo>
                  <a:lnTo>
                    <a:pt x="5590" y="1877"/>
                  </a:lnTo>
                  <a:lnTo>
                    <a:pt x="5650" y="1837"/>
                  </a:lnTo>
                  <a:lnTo>
                    <a:pt x="5571" y="1798"/>
                  </a:lnTo>
                  <a:lnTo>
                    <a:pt x="5353" y="1798"/>
                  </a:lnTo>
                  <a:lnTo>
                    <a:pt x="5215" y="1817"/>
                  </a:lnTo>
                  <a:lnTo>
                    <a:pt x="5156" y="1798"/>
                  </a:lnTo>
                  <a:lnTo>
                    <a:pt x="5096" y="1738"/>
                  </a:lnTo>
                  <a:lnTo>
                    <a:pt x="5017" y="1798"/>
                  </a:lnTo>
                  <a:lnTo>
                    <a:pt x="4958" y="1837"/>
                  </a:lnTo>
                  <a:lnTo>
                    <a:pt x="4938" y="1896"/>
                  </a:lnTo>
                  <a:lnTo>
                    <a:pt x="4938" y="1936"/>
                  </a:lnTo>
                  <a:lnTo>
                    <a:pt x="4919" y="1995"/>
                  </a:lnTo>
                  <a:lnTo>
                    <a:pt x="4859" y="2153"/>
                  </a:lnTo>
                  <a:lnTo>
                    <a:pt x="4800" y="2153"/>
                  </a:lnTo>
                  <a:lnTo>
                    <a:pt x="4780" y="2133"/>
                  </a:lnTo>
                  <a:lnTo>
                    <a:pt x="4780" y="2094"/>
                  </a:lnTo>
                  <a:lnTo>
                    <a:pt x="4800" y="2054"/>
                  </a:lnTo>
                  <a:lnTo>
                    <a:pt x="4820" y="1956"/>
                  </a:lnTo>
                  <a:lnTo>
                    <a:pt x="4820" y="1936"/>
                  </a:lnTo>
                  <a:lnTo>
                    <a:pt x="4780" y="1916"/>
                  </a:lnTo>
                  <a:lnTo>
                    <a:pt x="4840" y="1817"/>
                  </a:lnTo>
                  <a:lnTo>
                    <a:pt x="4879" y="1758"/>
                  </a:lnTo>
                  <a:lnTo>
                    <a:pt x="4938" y="1719"/>
                  </a:lnTo>
                  <a:lnTo>
                    <a:pt x="4998" y="1640"/>
                  </a:lnTo>
                  <a:lnTo>
                    <a:pt x="4998" y="1640"/>
                  </a:lnTo>
                  <a:lnTo>
                    <a:pt x="4800" y="1699"/>
                  </a:lnTo>
                  <a:lnTo>
                    <a:pt x="4800" y="1679"/>
                  </a:lnTo>
                  <a:lnTo>
                    <a:pt x="4780" y="1659"/>
                  </a:lnTo>
                  <a:lnTo>
                    <a:pt x="4721" y="1640"/>
                  </a:lnTo>
                  <a:lnTo>
                    <a:pt x="4662" y="1620"/>
                  </a:lnTo>
                  <a:lnTo>
                    <a:pt x="4642" y="1600"/>
                  </a:lnTo>
                  <a:lnTo>
                    <a:pt x="4642" y="1580"/>
                  </a:lnTo>
                  <a:lnTo>
                    <a:pt x="4662" y="1561"/>
                  </a:lnTo>
                  <a:lnTo>
                    <a:pt x="4682" y="1521"/>
                  </a:lnTo>
                  <a:lnTo>
                    <a:pt x="4721" y="1482"/>
                  </a:lnTo>
                  <a:lnTo>
                    <a:pt x="4721" y="1501"/>
                  </a:lnTo>
                  <a:lnTo>
                    <a:pt x="4721" y="1521"/>
                  </a:lnTo>
                  <a:lnTo>
                    <a:pt x="4701" y="1541"/>
                  </a:lnTo>
                  <a:lnTo>
                    <a:pt x="4741" y="1561"/>
                  </a:lnTo>
                  <a:lnTo>
                    <a:pt x="4761" y="1561"/>
                  </a:lnTo>
                  <a:lnTo>
                    <a:pt x="4800" y="1541"/>
                  </a:lnTo>
                  <a:lnTo>
                    <a:pt x="4840" y="1501"/>
                  </a:lnTo>
                  <a:lnTo>
                    <a:pt x="4879" y="1482"/>
                  </a:lnTo>
                  <a:lnTo>
                    <a:pt x="4761" y="1482"/>
                  </a:lnTo>
                  <a:lnTo>
                    <a:pt x="4682" y="1462"/>
                  </a:lnTo>
                  <a:lnTo>
                    <a:pt x="4642" y="1422"/>
                  </a:lnTo>
                  <a:lnTo>
                    <a:pt x="4603" y="1482"/>
                  </a:lnTo>
                  <a:lnTo>
                    <a:pt x="4563" y="1501"/>
                  </a:lnTo>
                  <a:lnTo>
                    <a:pt x="4524" y="1501"/>
                  </a:lnTo>
                  <a:lnTo>
                    <a:pt x="4484" y="1521"/>
                  </a:lnTo>
                  <a:lnTo>
                    <a:pt x="4484" y="1501"/>
                  </a:lnTo>
                  <a:lnTo>
                    <a:pt x="4464" y="1541"/>
                  </a:lnTo>
                  <a:lnTo>
                    <a:pt x="4425" y="1561"/>
                  </a:lnTo>
                  <a:lnTo>
                    <a:pt x="4385" y="1600"/>
                  </a:lnTo>
                  <a:lnTo>
                    <a:pt x="4445" y="1422"/>
                  </a:lnTo>
                  <a:lnTo>
                    <a:pt x="4425" y="1442"/>
                  </a:lnTo>
                  <a:lnTo>
                    <a:pt x="4405" y="1462"/>
                  </a:lnTo>
                  <a:lnTo>
                    <a:pt x="4405" y="1501"/>
                  </a:lnTo>
                  <a:lnTo>
                    <a:pt x="4366" y="1521"/>
                  </a:lnTo>
                  <a:lnTo>
                    <a:pt x="4306" y="1521"/>
                  </a:lnTo>
                  <a:lnTo>
                    <a:pt x="4247" y="1482"/>
                  </a:lnTo>
                  <a:lnTo>
                    <a:pt x="4227" y="1462"/>
                  </a:lnTo>
                  <a:lnTo>
                    <a:pt x="4208" y="1403"/>
                  </a:lnTo>
                  <a:lnTo>
                    <a:pt x="4208" y="1363"/>
                  </a:lnTo>
                  <a:lnTo>
                    <a:pt x="4227" y="1304"/>
                  </a:lnTo>
                  <a:lnTo>
                    <a:pt x="4188" y="1304"/>
                  </a:lnTo>
                  <a:lnTo>
                    <a:pt x="4148" y="1324"/>
                  </a:lnTo>
                  <a:lnTo>
                    <a:pt x="4109" y="1343"/>
                  </a:lnTo>
                  <a:lnTo>
                    <a:pt x="4069" y="1324"/>
                  </a:lnTo>
                  <a:lnTo>
                    <a:pt x="4129" y="1245"/>
                  </a:lnTo>
                  <a:lnTo>
                    <a:pt x="4050" y="1185"/>
                  </a:lnTo>
                  <a:lnTo>
                    <a:pt x="3951" y="1146"/>
                  </a:lnTo>
                  <a:lnTo>
                    <a:pt x="3872" y="1087"/>
                  </a:lnTo>
                  <a:lnTo>
                    <a:pt x="3832" y="1047"/>
                  </a:lnTo>
                  <a:lnTo>
                    <a:pt x="3813" y="988"/>
                  </a:lnTo>
                  <a:lnTo>
                    <a:pt x="3655" y="1008"/>
                  </a:lnTo>
                  <a:lnTo>
                    <a:pt x="3576" y="1027"/>
                  </a:lnTo>
                  <a:lnTo>
                    <a:pt x="3497" y="1087"/>
                  </a:lnTo>
                  <a:lnTo>
                    <a:pt x="3516" y="1087"/>
                  </a:lnTo>
                  <a:lnTo>
                    <a:pt x="3536" y="1126"/>
                  </a:lnTo>
                  <a:lnTo>
                    <a:pt x="3536" y="1185"/>
                  </a:lnTo>
                  <a:lnTo>
                    <a:pt x="3477" y="1225"/>
                  </a:lnTo>
                  <a:lnTo>
                    <a:pt x="3457" y="1264"/>
                  </a:lnTo>
                  <a:lnTo>
                    <a:pt x="3358" y="1264"/>
                  </a:lnTo>
                  <a:lnTo>
                    <a:pt x="3378" y="1205"/>
                  </a:lnTo>
                  <a:lnTo>
                    <a:pt x="3358" y="1166"/>
                  </a:lnTo>
                  <a:lnTo>
                    <a:pt x="3358" y="1126"/>
                  </a:lnTo>
                  <a:lnTo>
                    <a:pt x="3398" y="1106"/>
                  </a:lnTo>
                  <a:lnTo>
                    <a:pt x="3418" y="1047"/>
                  </a:lnTo>
                  <a:lnTo>
                    <a:pt x="3418" y="1008"/>
                  </a:lnTo>
                  <a:lnTo>
                    <a:pt x="3398" y="988"/>
                  </a:lnTo>
                  <a:lnTo>
                    <a:pt x="3339" y="988"/>
                  </a:lnTo>
                  <a:lnTo>
                    <a:pt x="3319" y="968"/>
                  </a:lnTo>
                  <a:lnTo>
                    <a:pt x="3319" y="929"/>
                  </a:lnTo>
                  <a:lnTo>
                    <a:pt x="3339" y="869"/>
                  </a:lnTo>
                  <a:lnTo>
                    <a:pt x="3299" y="889"/>
                  </a:lnTo>
                  <a:lnTo>
                    <a:pt x="3181" y="889"/>
                  </a:lnTo>
                  <a:lnTo>
                    <a:pt x="3102" y="929"/>
                  </a:lnTo>
                  <a:lnTo>
                    <a:pt x="3141" y="889"/>
                  </a:lnTo>
                  <a:lnTo>
                    <a:pt x="3161" y="869"/>
                  </a:lnTo>
                  <a:lnTo>
                    <a:pt x="3200" y="869"/>
                  </a:lnTo>
                  <a:lnTo>
                    <a:pt x="3220" y="830"/>
                  </a:lnTo>
                  <a:lnTo>
                    <a:pt x="3161" y="850"/>
                  </a:lnTo>
                  <a:lnTo>
                    <a:pt x="3161" y="850"/>
                  </a:lnTo>
                  <a:lnTo>
                    <a:pt x="3200" y="790"/>
                  </a:lnTo>
                  <a:lnTo>
                    <a:pt x="3161" y="771"/>
                  </a:lnTo>
                  <a:lnTo>
                    <a:pt x="3141" y="771"/>
                  </a:lnTo>
                  <a:lnTo>
                    <a:pt x="3062" y="810"/>
                  </a:lnTo>
                  <a:lnTo>
                    <a:pt x="2983" y="889"/>
                  </a:lnTo>
                  <a:lnTo>
                    <a:pt x="2924" y="929"/>
                  </a:lnTo>
                  <a:lnTo>
                    <a:pt x="2944" y="909"/>
                  </a:lnTo>
                  <a:lnTo>
                    <a:pt x="2884" y="929"/>
                  </a:lnTo>
                  <a:lnTo>
                    <a:pt x="3003" y="790"/>
                  </a:lnTo>
                  <a:lnTo>
                    <a:pt x="3003" y="790"/>
                  </a:lnTo>
                  <a:lnTo>
                    <a:pt x="2944" y="810"/>
                  </a:lnTo>
                  <a:lnTo>
                    <a:pt x="2884" y="850"/>
                  </a:lnTo>
                  <a:lnTo>
                    <a:pt x="2825" y="889"/>
                  </a:lnTo>
                  <a:lnTo>
                    <a:pt x="2766" y="909"/>
                  </a:lnTo>
                  <a:lnTo>
                    <a:pt x="2786" y="850"/>
                  </a:lnTo>
                  <a:lnTo>
                    <a:pt x="2706" y="889"/>
                  </a:lnTo>
                  <a:lnTo>
                    <a:pt x="2746" y="850"/>
                  </a:lnTo>
                  <a:lnTo>
                    <a:pt x="2667" y="909"/>
                  </a:lnTo>
                  <a:lnTo>
                    <a:pt x="2608" y="929"/>
                  </a:lnTo>
                  <a:lnTo>
                    <a:pt x="2548" y="948"/>
                  </a:lnTo>
                  <a:lnTo>
                    <a:pt x="2489" y="988"/>
                  </a:lnTo>
                  <a:lnTo>
                    <a:pt x="2489" y="948"/>
                  </a:lnTo>
                  <a:lnTo>
                    <a:pt x="2489" y="869"/>
                  </a:lnTo>
                  <a:lnTo>
                    <a:pt x="2489" y="830"/>
                  </a:lnTo>
                  <a:lnTo>
                    <a:pt x="2469" y="850"/>
                  </a:lnTo>
                  <a:lnTo>
                    <a:pt x="2450" y="869"/>
                  </a:lnTo>
                  <a:lnTo>
                    <a:pt x="2548" y="692"/>
                  </a:lnTo>
                  <a:lnTo>
                    <a:pt x="2568" y="692"/>
                  </a:lnTo>
                  <a:lnTo>
                    <a:pt x="2588" y="711"/>
                  </a:lnTo>
                  <a:lnTo>
                    <a:pt x="2568" y="771"/>
                  </a:lnTo>
                  <a:lnTo>
                    <a:pt x="2568" y="810"/>
                  </a:lnTo>
                  <a:lnTo>
                    <a:pt x="2627" y="810"/>
                  </a:lnTo>
                  <a:lnTo>
                    <a:pt x="2647" y="711"/>
                  </a:lnTo>
                  <a:lnTo>
                    <a:pt x="2627" y="632"/>
                  </a:lnTo>
                  <a:lnTo>
                    <a:pt x="2608" y="573"/>
                  </a:lnTo>
                  <a:lnTo>
                    <a:pt x="2568" y="534"/>
                  </a:lnTo>
                  <a:lnTo>
                    <a:pt x="2469" y="474"/>
                  </a:lnTo>
                  <a:lnTo>
                    <a:pt x="2351" y="435"/>
                  </a:lnTo>
                  <a:lnTo>
                    <a:pt x="2311" y="455"/>
                  </a:lnTo>
                  <a:lnTo>
                    <a:pt x="2252" y="435"/>
                  </a:lnTo>
                  <a:lnTo>
                    <a:pt x="2173" y="395"/>
                  </a:lnTo>
                  <a:lnTo>
                    <a:pt x="2134" y="376"/>
                  </a:lnTo>
                  <a:lnTo>
                    <a:pt x="2074" y="376"/>
                  </a:lnTo>
                  <a:lnTo>
                    <a:pt x="2035" y="415"/>
                  </a:lnTo>
                  <a:lnTo>
                    <a:pt x="1956" y="474"/>
                  </a:lnTo>
                  <a:lnTo>
                    <a:pt x="2035" y="376"/>
                  </a:lnTo>
                  <a:lnTo>
                    <a:pt x="1916" y="198"/>
                  </a:lnTo>
                  <a:lnTo>
                    <a:pt x="1818" y="158"/>
                  </a:lnTo>
                  <a:lnTo>
                    <a:pt x="1719" y="99"/>
                  </a:lnTo>
                  <a:lnTo>
                    <a:pt x="1660" y="79"/>
                  </a:lnTo>
                  <a:lnTo>
                    <a:pt x="1541" y="79"/>
                  </a:lnTo>
                  <a:lnTo>
                    <a:pt x="1482" y="119"/>
                  </a:lnTo>
                  <a:lnTo>
                    <a:pt x="1482" y="119"/>
                  </a:lnTo>
                  <a:lnTo>
                    <a:pt x="1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
            <p:cNvSpPr/>
            <p:nvPr/>
          </p:nvSpPr>
          <p:spPr>
            <a:xfrm>
              <a:off x="-1255850" y="3936575"/>
              <a:ext cx="1000" cy="1025"/>
            </a:xfrm>
            <a:custGeom>
              <a:rect b="b" l="l" r="r" t="t"/>
              <a:pathLst>
                <a:path extrusionOk="0" h="41" w="40">
                  <a:moveTo>
                    <a:pt x="40" y="1"/>
                  </a:moveTo>
                  <a:lnTo>
                    <a:pt x="40" y="1"/>
                  </a:lnTo>
                  <a:lnTo>
                    <a:pt x="0" y="40"/>
                  </a:lnTo>
                  <a:lnTo>
                    <a:pt x="0" y="40"/>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
            <p:cNvSpPr/>
            <p:nvPr/>
          </p:nvSpPr>
          <p:spPr>
            <a:xfrm>
              <a:off x="-1226725" y="3948425"/>
              <a:ext cx="525" cy="1025"/>
            </a:xfrm>
            <a:custGeom>
              <a:rect b="b" l="l" r="r" t="t"/>
              <a:pathLst>
                <a:path extrusionOk="0" h="41" w="21">
                  <a:moveTo>
                    <a:pt x="21" y="1"/>
                  </a:moveTo>
                  <a:lnTo>
                    <a:pt x="21" y="1"/>
                  </a:lnTo>
                  <a:lnTo>
                    <a:pt x="1" y="40"/>
                  </a:lnTo>
                  <a:lnTo>
                    <a:pt x="1" y="40"/>
                  </a:lnTo>
                  <a:lnTo>
                    <a:pt x="21" y="1"/>
                  </a:lnTo>
                  <a:lnTo>
                    <a:pt x="2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3" name="Google Shape;2923;p11"/>
            <p:cNvSpPr/>
            <p:nvPr/>
          </p:nvSpPr>
          <p:spPr>
            <a:xfrm>
              <a:off x="-1426225" y="3852150"/>
              <a:ext cx="310150" cy="250875"/>
            </a:xfrm>
            <a:custGeom>
              <a:rect b="b" l="l" r="r" t="t"/>
              <a:pathLst>
                <a:path extrusionOk="0" h="10035" w="12406">
                  <a:moveTo>
                    <a:pt x="2470" y="0"/>
                  </a:moveTo>
                  <a:lnTo>
                    <a:pt x="2391" y="20"/>
                  </a:lnTo>
                  <a:lnTo>
                    <a:pt x="2332" y="60"/>
                  </a:lnTo>
                  <a:lnTo>
                    <a:pt x="2174" y="158"/>
                  </a:lnTo>
                  <a:lnTo>
                    <a:pt x="2016" y="316"/>
                  </a:lnTo>
                  <a:lnTo>
                    <a:pt x="1858" y="514"/>
                  </a:lnTo>
                  <a:lnTo>
                    <a:pt x="1700" y="731"/>
                  </a:lnTo>
                  <a:lnTo>
                    <a:pt x="1522" y="988"/>
                  </a:lnTo>
                  <a:lnTo>
                    <a:pt x="1364" y="1284"/>
                  </a:lnTo>
                  <a:lnTo>
                    <a:pt x="1344" y="1284"/>
                  </a:lnTo>
                  <a:lnTo>
                    <a:pt x="1324" y="1324"/>
                  </a:lnTo>
                  <a:lnTo>
                    <a:pt x="1324" y="1363"/>
                  </a:lnTo>
                  <a:lnTo>
                    <a:pt x="1265" y="1422"/>
                  </a:lnTo>
                  <a:lnTo>
                    <a:pt x="1226" y="1501"/>
                  </a:lnTo>
                  <a:lnTo>
                    <a:pt x="1226" y="1521"/>
                  </a:lnTo>
                  <a:lnTo>
                    <a:pt x="1226" y="1541"/>
                  </a:lnTo>
                  <a:lnTo>
                    <a:pt x="989" y="1995"/>
                  </a:lnTo>
                  <a:lnTo>
                    <a:pt x="752" y="2450"/>
                  </a:lnTo>
                  <a:lnTo>
                    <a:pt x="554" y="2904"/>
                  </a:lnTo>
                  <a:lnTo>
                    <a:pt x="376" y="3338"/>
                  </a:lnTo>
                  <a:lnTo>
                    <a:pt x="218" y="3733"/>
                  </a:lnTo>
                  <a:lnTo>
                    <a:pt x="100" y="4049"/>
                  </a:lnTo>
                  <a:lnTo>
                    <a:pt x="21" y="4306"/>
                  </a:lnTo>
                  <a:lnTo>
                    <a:pt x="1" y="4464"/>
                  </a:lnTo>
                  <a:lnTo>
                    <a:pt x="21" y="4524"/>
                  </a:lnTo>
                  <a:lnTo>
                    <a:pt x="40" y="4563"/>
                  </a:lnTo>
                  <a:lnTo>
                    <a:pt x="139" y="4701"/>
                  </a:lnTo>
                  <a:lnTo>
                    <a:pt x="277" y="4840"/>
                  </a:lnTo>
                  <a:lnTo>
                    <a:pt x="495" y="4978"/>
                  </a:lnTo>
                  <a:lnTo>
                    <a:pt x="732" y="5156"/>
                  </a:lnTo>
                  <a:lnTo>
                    <a:pt x="1008" y="5333"/>
                  </a:lnTo>
                  <a:lnTo>
                    <a:pt x="1680" y="5709"/>
                  </a:lnTo>
                  <a:lnTo>
                    <a:pt x="2411" y="6104"/>
                  </a:lnTo>
                  <a:lnTo>
                    <a:pt x="3201" y="6519"/>
                  </a:lnTo>
                  <a:lnTo>
                    <a:pt x="4662" y="7269"/>
                  </a:lnTo>
                  <a:lnTo>
                    <a:pt x="6243" y="8099"/>
                  </a:lnTo>
                  <a:lnTo>
                    <a:pt x="7131" y="8592"/>
                  </a:lnTo>
                  <a:lnTo>
                    <a:pt x="8040" y="9067"/>
                  </a:lnTo>
                  <a:lnTo>
                    <a:pt x="8889" y="9481"/>
                  </a:lnTo>
                  <a:lnTo>
                    <a:pt x="9620" y="9797"/>
                  </a:lnTo>
                  <a:lnTo>
                    <a:pt x="9916" y="9916"/>
                  </a:lnTo>
                  <a:lnTo>
                    <a:pt x="10173" y="9995"/>
                  </a:lnTo>
                  <a:lnTo>
                    <a:pt x="10371" y="10034"/>
                  </a:lnTo>
                  <a:lnTo>
                    <a:pt x="10450" y="10034"/>
                  </a:lnTo>
                  <a:lnTo>
                    <a:pt x="10509" y="10015"/>
                  </a:lnTo>
                  <a:lnTo>
                    <a:pt x="10588" y="9955"/>
                  </a:lnTo>
                  <a:lnTo>
                    <a:pt x="10667" y="9857"/>
                  </a:lnTo>
                  <a:lnTo>
                    <a:pt x="10687" y="9837"/>
                  </a:lnTo>
                  <a:lnTo>
                    <a:pt x="10687" y="9817"/>
                  </a:lnTo>
                  <a:lnTo>
                    <a:pt x="10707" y="9797"/>
                  </a:lnTo>
                  <a:lnTo>
                    <a:pt x="10726" y="9797"/>
                  </a:lnTo>
                  <a:lnTo>
                    <a:pt x="10726" y="9778"/>
                  </a:lnTo>
                  <a:lnTo>
                    <a:pt x="10746" y="9738"/>
                  </a:lnTo>
                  <a:lnTo>
                    <a:pt x="10766" y="9718"/>
                  </a:lnTo>
                  <a:lnTo>
                    <a:pt x="10904" y="9481"/>
                  </a:lnTo>
                  <a:lnTo>
                    <a:pt x="11042" y="9225"/>
                  </a:lnTo>
                  <a:lnTo>
                    <a:pt x="11319" y="8573"/>
                  </a:lnTo>
                  <a:lnTo>
                    <a:pt x="11516" y="8099"/>
                  </a:lnTo>
                  <a:lnTo>
                    <a:pt x="11714" y="7605"/>
                  </a:lnTo>
                  <a:lnTo>
                    <a:pt x="12050" y="6637"/>
                  </a:lnTo>
                  <a:lnTo>
                    <a:pt x="12306" y="5827"/>
                  </a:lnTo>
                  <a:lnTo>
                    <a:pt x="12366" y="5551"/>
                  </a:lnTo>
                  <a:lnTo>
                    <a:pt x="12405" y="5353"/>
                  </a:lnTo>
                  <a:lnTo>
                    <a:pt x="12385" y="5274"/>
                  </a:lnTo>
                  <a:lnTo>
                    <a:pt x="12326" y="5195"/>
                  </a:lnTo>
                  <a:lnTo>
                    <a:pt x="12247" y="5096"/>
                  </a:lnTo>
                  <a:lnTo>
                    <a:pt x="12129" y="4998"/>
                  </a:lnTo>
                  <a:lnTo>
                    <a:pt x="11832" y="4800"/>
                  </a:lnTo>
                  <a:lnTo>
                    <a:pt x="11418" y="4563"/>
                  </a:lnTo>
                  <a:lnTo>
                    <a:pt x="11358" y="4524"/>
                  </a:lnTo>
                  <a:lnTo>
                    <a:pt x="11339" y="4524"/>
                  </a:lnTo>
                  <a:lnTo>
                    <a:pt x="11260" y="4484"/>
                  </a:lnTo>
                  <a:lnTo>
                    <a:pt x="11260" y="4464"/>
                  </a:lnTo>
                  <a:lnTo>
                    <a:pt x="11240" y="4464"/>
                  </a:lnTo>
                  <a:lnTo>
                    <a:pt x="11220" y="4445"/>
                  </a:lnTo>
                  <a:lnTo>
                    <a:pt x="10233" y="3970"/>
                  </a:lnTo>
                  <a:lnTo>
                    <a:pt x="8435" y="3101"/>
                  </a:lnTo>
                  <a:lnTo>
                    <a:pt x="7447" y="2627"/>
                  </a:lnTo>
                  <a:lnTo>
                    <a:pt x="6499" y="2134"/>
                  </a:lnTo>
                  <a:lnTo>
                    <a:pt x="4761" y="1205"/>
                  </a:lnTo>
                  <a:lnTo>
                    <a:pt x="3537" y="553"/>
                  </a:lnTo>
                  <a:lnTo>
                    <a:pt x="2588" y="20"/>
                  </a:lnTo>
                  <a:lnTo>
                    <a:pt x="252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4" name="Google Shape;2924;p11"/>
            <p:cNvSpPr/>
            <p:nvPr/>
          </p:nvSpPr>
          <p:spPr>
            <a:xfrm>
              <a:off x="-1160050" y="3541050"/>
              <a:ext cx="44950" cy="29150"/>
            </a:xfrm>
            <a:custGeom>
              <a:rect b="b" l="l" r="r" t="t"/>
              <a:pathLst>
                <a:path extrusionOk="0" h="1166" w="1798">
                  <a:moveTo>
                    <a:pt x="1699" y="0"/>
                  </a:moveTo>
                  <a:lnTo>
                    <a:pt x="1679" y="139"/>
                  </a:lnTo>
                  <a:lnTo>
                    <a:pt x="1659" y="336"/>
                  </a:lnTo>
                  <a:lnTo>
                    <a:pt x="1679" y="514"/>
                  </a:lnTo>
                  <a:lnTo>
                    <a:pt x="1699" y="554"/>
                  </a:lnTo>
                  <a:lnTo>
                    <a:pt x="1245" y="751"/>
                  </a:lnTo>
                  <a:lnTo>
                    <a:pt x="889" y="889"/>
                  </a:lnTo>
                  <a:lnTo>
                    <a:pt x="632" y="988"/>
                  </a:lnTo>
                  <a:lnTo>
                    <a:pt x="376" y="1067"/>
                  </a:lnTo>
                  <a:lnTo>
                    <a:pt x="297" y="1067"/>
                  </a:lnTo>
                  <a:lnTo>
                    <a:pt x="237" y="1047"/>
                  </a:lnTo>
                  <a:lnTo>
                    <a:pt x="178" y="968"/>
                  </a:lnTo>
                  <a:lnTo>
                    <a:pt x="139" y="889"/>
                  </a:lnTo>
                  <a:lnTo>
                    <a:pt x="119" y="791"/>
                  </a:lnTo>
                  <a:lnTo>
                    <a:pt x="99" y="712"/>
                  </a:lnTo>
                  <a:lnTo>
                    <a:pt x="119" y="633"/>
                  </a:lnTo>
                  <a:lnTo>
                    <a:pt x="0" y="692"/>
                  </a:lnTo>
                  <a:lnTo>
                    <a:pt x="40" y="850"/>
                  </a:lnTo>
                  <a:lnTo>
                    <a:pt x="79" y="988"/>
                  </a:lnTo>
                  <a:lnTo>
                    <a:pt x="139" y="1107"/>
                  </a:lnTo>
                  <a:lnTo>
                    <a:pt x="178" y="1146"/>
                  </a:lnTo>
                  <a:lnTo>
                    <a:pt x="218" y="1166"/>
                  </a:lnTo>
                  <a:lnTo>
                    <a:pt x="297" y="1166"/>
                  </a:lnTo>
                  <a:lnTo>
                    <a:pt x="376" y="1146"/>
                  </a:lnTo>
                  <a:lnTo>
                    <a:pt x="593" y="1087"/>
                  </a:lnTo>
                  <a:lnTo>
                    <a:pt x="830" y="1008"/>
                  </a:lnTo>
                  <a:lnTo>
                    <a:pt x="1106" y="889"/>
                  </a:lnTo>
                  <a:lnTo>
                    <a:pt x="1580" y="692"/>
                  </a:lnTo>
                  <a:lnTo>
                    <a:pt x="1798" y="593"/>
                  </a:lnTo>
                  <a:lnTo>
                    <a:pt x="1758" y="554"/>
                  </a:lnTo>
                  <a:lnTo>
                    <a:pt x="1738" y="415"/>
                  </a:lnTo>
                  <a:lnTo>
                    <a:pt x="1719" y="336"/>
                  </a:lnTo>
                  <a:lnTo>
                    <a:pt x="1719" y="238"/>
                  </a:lnTo>
                  <a:lnTo>
                    <a:pt x="1758" y="119"/>
                  </a:lnTo>
                  <a:lnTo>
                    <a:pt x="17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5" name="Google Shape;2925;p11"/>
            <p:cNvSpPr/>
            <p:nvPr/>
          </p:nvSpPr>
          <p:spPr>
            <a:xfrm>
              <a:off x="-1201050" y="3651650"/>
              <a:ext cx="61750" cy="19800"/>
            </a:xfrm>
            <a:custGeom>
              <a:rect b="b" l="l" r="r" t="t"/>
              <a:pathLst>
                <a:path extrusionOk="0" h="792" w="2470">
                  <a:moveTo>
                    <a:pt x="2154" y="1"/>
                  </a:moveTo>
                  <a:lnTo>
                    <a:pt x="1917" y="60"/>
                  </a:lnTo>
                  <a:lnTo>
                    <a:pt x="1166" y="218"/>
                  </a:lnTo>
                  <a:lnTo>
                    <a:pt x="929" y="277"/>
                  </a:lnTo>
                  <a:lnTo>
                    <a:pt x="712" y="357"/>
                  </a:lnTo>
                  <a:lnTo>
                    <a:pt x="514" y="455"/>
                  </a:lnTo>
                  <a:lnTo>
                    <a:pt x="337" y="554"/>
                  </a:lnTo>
                  <a:lnTo>
                    <a:pt x="100" y="732"/>
                  </a:lnTo>
                  <a:lnTo>
                    <a:pt x="1" y="791"/>
                  </a:lnTo>
                  <a:lnTo>
                    <a:pt x="100" y="752"/>
                  </a:lnTo>
                  <a:lnTo>
                    <a:pt x="337" y="633"/>
                  </a:lnTo>
                  <a:lnTo>
                    <a:pt x="672" y="495"/>
                  </a:lnTo>
                  <a:lnTo>
                    <a:pt x="870" y="436"/>
                  </a:lnTo>
                  <a:lnTo>
                    <a:pt x="1087" y="376"/>
                  </a:lnTo>
                  <a:lnTo>
                    <a:pt x="1542" y="317"/>
                  </a:lnTo>
                  <a:lnTo>
                    <a:pt x="1996" y="277"/>
                  </a:lnTo>
                  <a:lnTo>
                    <a:pt x="2470" y="238"/>
                  </a:lnTo>
                  <a:lnTo>
                    <a:pt x="215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11"/>
            <p:cNvSpPr/>
            <p:nvPr/>
          </p:nvSpPr>
          <p:spPr>
            <a:xfrm>
              <a:off x="-1604475" y="3372675"/>
              <a:ext cx="1500" cy="25"/>
            </a:xfrm>
            <a:custGeom>
              <a:rect b="b" l="l" r="r" t="t"/>
              <a:pathLst>
                <a:path extrusionOk="0" h="1" w="60">
                  <a:moveTo>
                    <a:pt x="60" y="0"/>
                  </a:moveTo>
                  <a:lnTo>
                    <a:pt x="60" y="0"/>
                  </a:lnTo>
                  <a:lnTo>
                    <a:pt x="0" y="0"/>
                  </a:lnTo>
                  <a:lnTo>
                    <a:pt x="0" y="0"/>
                  </a:lnTo>
                  <a:lnTo>
                    <a:pt x="60" y="0"/>
                  </a:lnTo>
                  <a:lnTo>
                    <a:pt x="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7" name="Google Shape;2927;p11"/>
            <p:cNvSpPr/>
            <p:nvPr/>
          </p:nvSpPr>
          <p:spPr>
            <a:xfrm>
              <a:off x="-1617800" y="3278850"/>
              <a:ext cx="158525" cy="230125"/>
            </a:xfrm>
            <a:custGeom>
              <a:rect b="b" l="l" r="r" t="t"/>
              <a:pathLst>
                <a:path extrusionOk="0" h="9205" w="6341">
                  <a:moveTo>
                    <a:pt x="1245" y="4089"/>
                  </a:moveTo>
                  <a:lnTo>
                    <a:pt x="1324" y="4148"/>
                  </a:lnTo>
                  <a:lnTo>
                    <a:pt x="1324" y="4148"/>
                  </a:lnTo>
                  <a:lnTo>
                    <a:pt x="1284" y="4109"/>
                  </a:lnTo>
                  <a:lnTo>
                    <a:pt x="1245" y="4089"/>
                  </a:lnTo>
                  <a:close/>
                  <a:moveTo>
                    <a:pt x="2054" y="5570"/>
                  </a:moveTo>
                  <a:lnTo>
                    <a:pt x="1995" y="5590"/>
                  </a:lnTo>
                  <a:lnTo>
                    <a:pt x="1857" y="5728"/>
                  </a:lnTo>
                  <a:lnTo>
                    <a:pt x="1896" y="5728"/>
                  </a:lnTo>
                  <a:lnTo>
                    <a:pt x="1916" y="5748"/>
                  </a:lnTo>
                  <a:lnTo>
                    <a:pt x="1896" y="5787"/>
                  </a:lnTo>
                  <a:lnTo>
                    <a:pt x="1896" y="5827"/>
                  </a:lnTo>
                  <a:lnTo>
                    <a:pt x="1877" y="5847"/>
                  </a:lnTo>
                  <a:lnTo>
                    <a:pt x="1896" y="5867"/>
                  </a:lnTo>
                  <a:lnTo>
                    <a:pt x="1956" y="5807"/>
                  </a:lnTo>
                  <a:lnTo>
                    <a:pt x="2015" y="5787"/>
                  </a:lnTo>
                  <a:lnTo>
                    <a:pt x="1995" y="5847"/>
                  </a:lnTo>
                  <a:lnTo>
                    <a:pt x="2173" y="5728"/>
                  </a:lnTo>
                  <a:lnTo>
                    <a:pt x="2153" y="5728"/>
                  </a:lnTo>
                  <a:lnTo>
                    <a:pt x="2153" y="5708"/>
                  </a:lnTo>
                  <a:lnTo>
                    <a:pt x="2133" y="5689"/>
                  </a:lnTo>
                  <a:lnTo>
                    <a:pt x="2074" y="5689"/>
                  </a:lnTo>
                  <a:lnTo>
                    <a:pt x="2054" y="5669"/>
                  </a:lnTo>
                  <a:lnTo>
                    <a:pt x="2074" y="5629"/>
                  </a:lnTo>
                  <a:lnTo>
                    <a:pt x="2133" y="5629"/>
                  </a:lnTo>
                  <a:lnTo>
                    <a:pt x="2114" y="5610"/>
                  </a:lnTo>
                  <a:lnTo>
                    <a:pt x="2094" y="5570"/>
                  </a:lnTo>
                  <a:close/>
                  <a:moveTo>
                    <a:pt x="3321" y="7543"/>
                  </a:moveTo>
                  <a:lnTo>
                    <a:pt x="3319" y="7545"/>
                  </a:lnTo>
                  <a:lnTo>
                    <a:pt x="3338" y="7545"/>
                  </a:lnTo>
                  <a:lnTo>
                    <a:pt x="3321" y="7543"/>
                  </a:lnTo>
                  <a:close/>
                  <a:moveTo>
                    <a:pt x="1640" y="0"/>
                  </a:moveTo>
                  <a:lnTo>
                    <a:pt x="0" y="810"/>
                  </a:lnTo>
                  <a:lnTo>
                    <a:pt x="1087" y="3259"/>
                  </a:lnTo>
                  <a:lnTo>
                    <a:pt x="1225" y="3200"/>
                  </a:lnTo>
                  <a:lnTo>
                    <a:pt x="1383" y="3180"/>
                  </a:lnTo>
                  <a:lnTo>
                    <a:pt x="1383" y="3180"/>
                  </a:lnTo>
                  <a:lnTo>
                    <a:pt x="1343" y="3200"/>
                  </a:lnTo>
                  <a:lnTo>
                    <a:pt x="1324" y="3259"/>
                  </a:lnTo>
                  <a:lnTo>
                    <a:pt x="1324" y="3318"/>
                  </a:lnTo>
                  <a:lnTo>
                    <a:pt x="1304" y="3378"/>
                  </a:lnTo>
                  <a:lnTo>
                    <a:pt x="1225" y="3417"/>
                  </a:lnTo>
                  <a:lnTo>
                    <a:pt x="1166" y="3457"/>
                  </a:lnTo>
                  <a:lnTo>
                    <a:pt x="1106" y="3516"/>
                  </a:lnTo>
                  <a:lnTo>
                    <a:pt x="1087" y="3516"/>
                  </a:lnTo>
                  <a:lnTo>
                    <a:pt x="1047" y="3496"/>
                  </a:lnTo>
                  <a:lnTo>
                    <a:pt x="1146" y="3397"/>
                  </a:lnTo>
                  <a:lnTo>
                    <a:pt x="1166" y="3378"/>
                  </a:lnTo>
                  <a:lnTo>
                    <a:pt x="1126" y="3378"/>
                  </a:lnTo>
                  <a:lnTo>
                    <a:pt x="1027" y="3496"/>
                  </a:lnTo>
                  <a:lnTo>
                    <a:pt x="929" y="3635"/>
                  </a:lnTo>
                  <a:lnTo>
                    <a:pt x="850" y="3654"/>
                  </a:lnTo>
                  <a:lnTo>
                    <a:pt x="810" y="3654"/>
                  </a:lnTo>
                  <a:lnTo>
                    <a:pt x="790" y="3635"/>
                  </a:lnTo>
                  <a:lnTo>
                    <a:pt x="850" y="3615"/>
                  </a:lnTo>
                  <a:lnTo>
                    <a:pt x="909" y="3575"/>
                  </a:lnTo>
                  <a:lnTo>
                    <a:pt x="810" y="3575"/>
                  </a:lnTo>
                  <a:lnTo>
                    <a:pt x="731" y="3635"/>
                  </a:lnTo>
                  <a:lnTo>
                    <a:pt x="652" y="3694"/>
                  </a:lnTo>
                  <a:lnTo>
                    <a:pt x="593" y="3753"/>
                  </a:lnTo>
                  <a:lnTo>
                    <a:pt x="632" y="3793"/>
                  </a:lnTo>
                  <a:lnTo>
                    <a:pt x="652" y="3793"/>
                  </a:lnTo>
                  <a:lnTo>
                    <a:pt x="691" y="3773"/>
                  </a:lnTo>
                  <a:lnTo>
                    <a:pt x="652" y="3832"/>
                  </a:lnTo>
                  <a:lnTo>
                    <a:pt x="652" y="3852"/>
                  </a:lnTo>
                  <a:lnTo>
                    <a:pt x="691" y="3872"/>
                  </a:lnTo>
                  <a:lnTo>
                    <a:pt x="731" y="3891"/>
                  </a:lnTo>
                  <a:lnTo>
                    <a:pt x="770" y="3911"/>
                  </a:lnTo>
                  <a:lnTo>
                    <a:pt x="790" y="3931"/>
                  </a:lnTo>
                  <a:lnTo>
                    <a:pt x="790" y="3970"/>
                  </a:lnTo>
                  <a:lnTo>
                    <a:pt x="770" y="4010"/>
                  </a:lnTo>
                  <a:lnTo>
                    <a:pt x="830" y="3970"/>
                  </a:lnTo>
                  <a:lnTo>
                    <a:pt x="869" y="3951"/>
                  </a:lnTo>
                  <a:lnTo>
                    <a:pt x="929" y="3951"/>
                  </a:lnTo>
                  <a:lnTo>
                    <a:pt x="929" y="3970"/>
                  </a:lnTo>
                  <a:lnTo>
                    <a:pt x="929" y="3990"/>
                  </a:lnTo>
                  <a:lnTo>
                    <a:pt x="909" y="4010"/>
                  </a:lnTo>
                  <a:lnTo>
                    <a:pt x="830" y="4089"/>
                  </a:lnTo>
                  <a:lnTo>
                    <a:pt x="889" y="4089"/>
                  </a:lnTo>
                  <a:lnTo>
                    <a:pt x="948" y="4109"/>
                  </a:lnTo>
                  <a:lnTo>
                    <a:pt x="968" y="4128"/>
                  </a:lnTo>
                  <a:lnTo>
                    <a:pt x="968" y="4148"/>
                  </a:lnTo>
                  <a:lnTo>
                    <a:pt x="988" y="4148"/>
                  </a:lnTo>
                  <a:lnTo>
                    <a:pt x="1027" y="4128"/>
                  </a:lnTo>
                  <a:lnTo>
                    <a:pt x="1106" y="4089"/>
                  </a:lnTo>
                  <a:lnTo>
                    <a:pt x="1185" y="4030"/>
                  </a:lnTo>
                  <a:lnTo>
                    <a:pt x="1245" y="4010"/>
                  </a:lnTo>
                  <a:lnTo>
                    <a:pt x="1383" y="4010"/>
                  </a:lnTo>
                  <a:lnTo>
                    <a:pt x="1383" y="4030"/>
                  </a:lnTo>
                  <a:lnTo>
                    <a:pt x="1383" y="4069"/>
                  </a:lnTo>
                  <a:lnTo>
                    <a:pt x="1403" y="4089"/>
                  </a:lnTo>
                  <a:lnTo>
                    <a:pt x="1422" y="4109"/>
                  </a:lnTo>
                  <a:lnTo>
                    <a:pt x="1363" y="4148"/>
                  </a:lnTo>
                  <a:lnTo>
                    <a:pt x="1324" y="4148"/>
                  </a:lnTo>
                  <a:lnTo>
                    <a:pt x="1403" y="4207"/>
                  </a:lnTo>
                  <a:lnTo>
                    <a:pt x="1343" y="4247"/>
                  </a:lnTo>
                  <a:lnTo>
                    <a:pt x="1304" y="4267"/>
                  </a:lnTo>
                  <a:lnTo>
                    <a:pt x="1264" y="4247"/>
                  </a:lnTo>
                  <a:lnTo>
                    <a:pt x="1245" y="4207"/>
                  </a:lnTo>
                  <a:lnTo>
                    <a:pt x="1225" y="4247"/>
                  </a:lnTo>
                  <a:lnTo>
                    <a:pt x="1225" y="4286"/>
                  </a:lnTo>
                  <a:lnTo>
                    <a:pt x="1245" y="4306"/>
                  </a:lnTo>
                  <a:lnTo>
                    <a:pt x="1264" y="4326"/>
                  </a:lnTo>
                  <a:lnTo>
                    <a:pt x="1343" y="4326"/>
                  </a:lnTo>
                  <a:lnTo>
                    <a:pt x="1442" y="4306"/>
                  </a:lnTo>
                  <a:lnTo>
                    <a:pt x="1442" y="4365"/>
                  </a:lnTo>
                  <a:lnTo>
                    <a:pt x="1442" y="4385"/>
                  </a:lnTo>
                  <a:lnTo>
                    <a:pt x="1422" y="4425"/>
                  </a:lnTo>
                  <a:lnTo>
                    <a:pt x="1343" y="4444"/>
                  </a:lnTo>
                  <a:lnTo>
                    <a:pt x="1245" y="4484"/>
                  </a:lnTo>
                  <a:lnTo>
                    <a:pt x="1146" y="4504"/>
                  </a:lnTo>
                  <a:lnTo>
                    <a:pt x="1067" y="4504"/>
                  </a:lnTo>
                  <a:lnTo>
                    <a:pt x="1067" y="4464"/>
                  </a:lnTo>
                  <a:lnTo>
                    <a:pt x="1087" y="4444"/>
                  </a:lnTo>
                  <a:lnTo>
                    <a:pt x="1146" y="4425"/>
                  </a:lnTo>
                  <a:lnTo>
                    <a:pt x="1205" y="4405"/>
                  </a:lnTo>
                  <a:lnTo>
                    <a:pt x="1225" y="4385"/>
                  </a:lnTo>
                  <a:lnTo>
                    <a:pt x="1245" y="4365"/>
                  </a:lnTo>
                  <a:lnTo>
                    <a:pt x="1106" y="4405"/>
                  </a:lnTo>
                  <a:lnTo>
                    <a:pt x="1126" y="4385"/>
                  </a:lnTo>
                  <a:lnTo>
                    <a:pt x="1106" y="4365"/>
                  </a:lnTo>
                  <a:lnTo>
                    <a:pt x="1067" y="4346"/>
                  </a:lnTo>
                  <a:lnTo>
                    <a:pt x="1027" y="4326"/>
                  </a:lnTo>
                  <a:lnTo>
                    <a:pt x="1047" y="4326"/>
                  </a:lnTo>
                  <a:lnTo>
                    <a:pt x="1067" y="4306"/>
                  </a:lnTo>
                  <a:lnTo>
                    <a:pt x="1106" y="4326"/>
                  </a:lnTo>
                  <a:lnTo>
                    <a:pt x="1087" y="4267"/>
                  </a:lnTo>
                  <a:lnTo>
                    <a:pt x="1067" y="4227"/>
                  </a:lnTo>
                  <a:lnTo>
                    <a:pt x="1027" y="4207"/>
                  </a:lnTo>
                  <a:lnTo>
                    <a:pt x="929" y="4207"/>
                  </a:lnTo>
                  <a:lnTo>
                    <a:pt x="909" y="4247"/>
                  </a:lnTo>
                  <a:lnTo>
                    <a:pt x="929" y="4286"/>
                  </a:lnTo>
                  <a:lnTo>
                    <a:pt x="968" y="4365"/>
                  </a:lnTo>
                  <a:lnTo>
                    <a:pt x="988" y="4425"/>
                  </a:lnTo>
                  <a:lnTo>
                    <a:pt x="988" y="4464"/>
                  </a:lnTo>
                  <a:lnTo>
                    <a:pt x="948" y="4504"/>
                  </a:lnTo>
                  <a:lnTo>
                    <a:pt x="1225" y="4602"/>
                  </a:lnTo>
                  <a:lnTo>
                    <a:pt x="1324" y="4504"/>
                  </a:lnTo>
                  <a:lnTo>
                    <a:pt x="1383" y="4484"/>
                  </a:lnTo>
                  <a:lnTo>
                    <a:pt x="1462" y="4464"/>
                  </a:lnTo>
                  <a:lnTo>
                    <a:pt x="1363" y="4523"/>
                  </a:lnTo>
                  <a:lnTo>
                    <a:pt x="1324" y="4602"/>
                  </a:lnTo>
                  <a:lnTo>
                    <a:pt x="1284" y="4662"/>
                  </a:lnTo>
                  <a:lnTo>
                    <a:pt x="1284" y="4721"/>
                  </a:lnTo>
                  <a:lnTo>
                    <a:pt x="1343" y="4701"/>
                  </a:lnTo>
                  <a:lnTo>
                    <a:pt x="1383" y="4681"/>
                  </a:lnTo>
                  <a:lnTo>
                    <a:pt x="1462" y="4681"/>
                  </a:lnTo>
                  <a:lnTo>
                    <a:pt x="1521" y="4701"/>
                  </a:lnTo>
                  <a:lnTo>
                    <a:pt x="1561" y="4681"/>
                  </a:lnTo>
                  <a:lnTo>
                    <a:pt x="1600" y="4662"/>
                  </a:lnTo>
                  <a:lnTo>
                    <a:pt x="1561" y="4642"/>
                  </a:lnTo>
                  <a:lnTo>
                    <a:pt x="1580" y="4622"/>
                  </a:lnTo>
                  <a:lnTo>
                    <a:pt x="1640" y="4563"/>
                  </a:lnTo>
                  <a:lnTo>
                    <a:pt x="1659" y="4583"/>
                  </a:lnTo>
                  <a:lnTo>
                    <a:pt x="1699" y="4583"/>
                  </a:lnTo>
                  <a:lnTo>
                    <a:pt x="1758" y="4563"/>
                  </a:lnTo>
                  <a:lnTo>
                    <a:pt x="1798" y="4543"/>
                  </a:lnTo>
                  <a:lnTo>
                    <a:pt x="1817" y="4543"/>
                  </a:lnTo>
                  <a:lnTo>
                    <a:pt x="1817" y="4602"/>
                  </a:lnTo>
                  <a:lnTo>
                    <a:pt x="1778" y="4622"/>
                  </a:lnTo>
                  <a:lnTo>
                    <a:pt x="1738" y="4642"/>
                  </a:lnTo>
                  <a:lnTo>
                    <a:pt x="1719" y="4662"/>
                  </a:lnTo>
                  <a:lnTo>
                    <a:pt x="1719" y="4701"/>
                  </a:lnTo>
                  <a:lnTo>
                    <a:pt x="1719" y="4721"/>
                  </a:lnTo>
                  <a:lnTo>
                    <a:pt x="1521" y="4741"/>
                  </a:lnTo>
                  <a:lnTo>
                    <a:pt x="1324" y="4741"/>
                  </a:lnTo>
                  <a:lnTo>
                    <a:pt x="1304" y="4760"/>
                  </a:lnTo>
                  <a:lnTo>
                    <a:pt x="1324" y="4780"/>
                  </a:lnTo>
                  <a:lnTo>
                    <a:pt x="1324" y="4820"/>
                  </a:lnTo>
                  <a:lnTo>
                    <a:pt x="1304" y="4859"/>
                  </a:lnTo>
                  <a:lnTo>
                    <a:pt x="1363" y="4820"/>
                  </a:lnTo>
                  <a:lnTo>
                    <a:pt x="1422" y="4800"/>
                  </a:lnTo>
                  <a:lnTo>
                    <a:pt x="1462" y="4780"/>
                  </a:lnTo>
                  <a:lnTo>
                    <a:pt x="1501" y="4760"/>
                  </a:lnTo>
                  <a:lnTo>
                    <a:pt x="1640" y="4820"/>
                  </a:lnTo>
                  <a:lnTo>
                    <a:pt x="1778" y="4859"/>
                  </a:lnTo>
                  <a:lnTo>
                    <a:pt x="1857" y="4899"/>
                  </a:lnTo>
                  <a:lnTo>
                    <a:pt x="1936" y="4938"/>
                  </a:lnTo>
                  <a:lnTo>
                    <a:pt x="1837" y="4978"/>
                  </a:lnTo>
                  <a:lnTo>
                    <a:pt x="1719" y="4958"/>
                  </a:lnTo>
                  <a:lnTo>
                    <a:pt x="1640" y="4938"/>
                  </a:lnTo>
                  <a:lnTo>
                    <a:pt x="1580" y="4938"/>
                  </a:lnTo>
                  <a:lnTo>
                    <a:pt x="1521" y="4958"/>
                  </a:lnTo>
                  <a:lnTo>
                    <a:pt x="1462" y="4978"/>
                  </a:lnTo>
                  <a:lnTo>
                    <a:pt x="1383" y="5017"/>
                  </a:lnTo>
                  <a:lnTo>
                    <a:pt x="1442" y="5037"/>
                  </a:lnTo>
                  <a:lnTo>
                    <a:pt x="1561" y="5037"/>
                  </a:lnTo>
                  <a:lnTo>
                    <a:pt x="1561" y="5057"/>
                  </a:lnTo>
                  <a:lnTo>
                    <a:pt x="1541" y="5096"/>
                  </a:lnTo>
                  <a:lnTo>
                    <a:pt x="1521" y="5116"/>
                  </a:lnTo>
                  <a:lnTo>
                    <a:pt x="1541" y="5155"/>
                  </a:lnTo>
                  <a:lnTo>
                    <a:pt x="1561" y="5175"/>
                  </a:lnTo>
                  <a:lnTo>
                    <a:pt x="1620" y="5215"/>
                  </a:lnTo>
                  <a:lnTo>
                    <a:pt x="1659" y="5274"/>
                  </a:lnTo>
                  <a:lnTo>
                    <a:pt x="1719" y="5195"/>
                  </a:lnTo>
                  <a:lnTo>
                    <a:pt x="1758" y="5215"/>
                  </a:lnTo>
                  <a:lnTo>
                    <a:pt x="1778" y="5234"/>
                  </a:lnTo>
                  <a:lnTo>
                    <a:pt x="1778" y="5313"/>
                  </a:lnTo>
                  <a:lnTo>
                    <a:pt x="1738" y="5313"/>
                  </a:lnTo>
                  <a:lnTo>
                    <a:pt x="1798" y="5333"/>
                  </a:lnTo>
                  <a:lnTo>
                    <a:pt x="1778" y="5353"/>
                  </a:lnTo>
                  <a:lnTo>
                    <a:pt x="1817" y="5353"/>
                  </a:lnTo>
                  <a:lnTo>
                    <a:pt x="1837" y="5373"/>
                  </a:lnTo>
                  <a:lnTo>
                    <a:pt x="1857" y="5412"/>
                  </a:lnTo>
                  <a:lnTo>
                    <a:pt x="1877" y="5471"/>
                  </a:lnTo>
                  <a:lnTo>
                    <a:pt x="1936" y="5531"/>
                  </a:lnTo>
                  <a:lnTo>
                    <a:pt x="1975" y="5491"/>
                  </a:lnTo>
                  <a:lnTo>
                    <a:pt x="1956" y="5471"/>
                  </a:lnTo>
                  <a:lnTo>
                    <a:pt x="1916" y="5432"/>
                  </a:lnTo>
                  <a:lnTo>
                    <a:pt x="1896" y="5412"/>
                  </a:lnTo>
                  <a:lnTo>
                    <a:pt x="1916" y="5373"/>
                  </a:lnTo>
                  <a:lnTo>
                    <a:pt x="1956" y="5333"/>
                  </a:lnTo>
                  <a:lnTo>
                    <a:pt x="1975" y="5313"/>
                  </a:lnTo>
                  <a:lnTo>
                    <a:pt x="2035" y="5294"/>
                  </a:lnTo>
                  <a:lnTo>
                    <a:pt x="2054" y="5313"/>
                  </a:lnTo>
                  <a:lnTo>
                    <a:pt x="2074" y="5353"/>
                  </a:lnTo>
                  <a:lnTo>
                    <a:pt x="2153" y="5373"/>
                  </a:lnTo>
                  <a:lnTo>
                    <a:pt x="2232" y="5412"/>
                  </a:lnTo>
                  <a:lnTo>
                    <a:pt x="2272" y="5432"/>
                  </a:lnTo>
                  <a:lnTo>
                    <a:pt x="2291" y="5471"/>
                  </a:lnTo>
                  <a:lnTo>
                    <a:pt x="2311" y="5432"/>
                  </a:lnTo>
                  <a:lnTo>
                    <a:pt x="2370" y="5432"/>
                  </a:lnTo>
                  <a:lnTo>
                    <a:pt x="2390" y="5452"/>
                  </a:lnTo>
                  <a:lnTo>
                    <a:pt x="2410" y="5531"/>
                  </a:lnTo>
                  <a:lnTo>
                    <a:pt x="2390" y="5550"/>
                  </a:lnTo>
                  <a:lnTo>
                    <a:pt x="2370" y="5590"/>
                  </a:lnTo>
                  <a:lnTo>
                    <a:pt x="2232" y="5590"/>
                  </a:lnTo>
                  <a:lnTo>
                    <a:pt x="2193" y="5610"/>
                  </a:lnTo>
                  <a:lnTo>
                    <a:pt x="2173" y="5629"/>
                  </a:lnTo>
                  <a:lnTo>
                    <a:pt x="2133" y="5629"/>
                  </a:lnTo>
                  <a:lnTo>
                    <a:pt x="2193" y="5649"/>
                  </a:lnTo>
                  <a:lnTo>
                    <a:pt x="2272" y="5629"/>
                  </a:lnTo>
                  <a:lnTo>
                    <a:pt x="2331" y="5649"/>
                  </a:lnTo>
                  <a:lnTo>
                    <a:pt x="2351" y="5669"/>
                  </a:lnTo>
                  <a:lnTo>
                    <a:pt x="2390" y="5689"/>
                  </a:lnTo>
                  <a:lnTo>
                    <a:pt x="2351" y="5708"/>
                  </a:lnTo>
                  <a:lnTo>
                    <a:pt x="2331" y="5708"/>
                  </a:lnTo>
                  <a:lnTo>
                    <a:pt x="2311" y="5689"/>
                  </a:lnTo>
                  <a:lnTo>
                    <a:pt x="2291" y="5689"/>
                  </a:lnTo>
                  <a:lnTo>
                    <a:pt x="2272" y="5708"/>
                  </a:lnTo>
                  <a:lnTo>
                    <a:pt x="2291" y="5728"/>
                  </a:lnTo>
                  <a:lnTo>
                    <a:pt x="2331" y="5748"/>
                  </a:lnTo>
                  <a:lnTo>
                    <a:pt x="2390" y="5768"/>
                  </a:lnTo>
                  <a:lnTo>
                    <a:pt x="2390" y="5787"/>
                  </a:lnTo>
                  <a:lnTo>
                    <a:pt x="2390" y="5807"/>
                  </a:lnTo>
                  <a:lnTo>
                    <a:pt x="2252" y="5807"/>
                  </a:lnTo>
                  <a:lnTo>
                    <a:pt x="2212" y="5827"/>
                  </a:lnTo>
                  <a:lnTo>
                    <a:pt x="2153" y="5867"/>
                  </a:lnTo>
                  <a:lnTo>
                    <a:pt x="2212" y="5867"/>
                  </a:lnTo>
                  <a:lnTo>
                    <a:pt x="2311" y="5847"/>
                  </a:lnTo>
                  <a:lnTo>
                    <a:pt x="2311" y="5847"/>
                  </a:lnTo>
                  <a:lnTo>
                    <a:pt x="2291" y="5867"/>
                  </a:lnTo>
                  <a:lnTo>
                    <a:pt x="2272" y="5886"/>
                  </a:lnTo>
                  <a:lnTo>
                    <a:pt x="2232" y="5906"/>
                  </a:lnTo>
                  <a:lnTo>
                    <a:pt x="2252" y="5906"/>
                  </a:lnTo>
                  <a:lnTo>
                    <a:pt x="2331" y="5886"/>
                  </a:lnTo>
                  <a:lnTo>
                    <a:pt x="2370" y="5886"/>
                  </a:lnTo>
                  <a:lnTo>
                    <a:pt x="2370" y="5906"/>
                  </a:lnTo>
                  <a:lnTo>
                    <a:pt x="2331" y="5946"/>
                  </a:lnTo>
                  <a:lnTo>
                    <a:pt x="2291" y="5965"/>
                  </a:lnTo>
                  <a:lnTo>
                    <a:pt x="2311" y="6005"/>
                  </a:lnTo>
                  <a:lnTo>
                    <a:pt x="2449" y="6005"/>
                  </a:lnTo>
                  <a:lnTo>
                    <a:pt x="2449" y="5985"/>
                  </a:lnTo>
                  <a:lnTo>
                    <a:pt x="2469" y="5965"/>
                  </a:lnTo>
                  <a:lnTo>
                    <a:pt x="2548" y="5906"/>
                  </a:lnTo>
                  <a:lnTo>
                    <a:pt x="2627" y="5886"/>
                  </a:lnTo>
                  <a:lnTo>
                    <a:pt x="2686" y="5886"/>
                  </a:lnTo>
                  <a:lnTo>
                    <a:pt x="2726" y="5946"/>
                  </a:lnTo>
                  <a:lnTo>
                    <a:pt x="2765" y="6005"/>
                  </a:lnTo>
                  <a:lnTo>
                    <a:pt x="2785" y="6025"/>
                  </a:lnTo>
                  <a:lnTo>
                    <a:pt x="2765" y="6044"/>
                  </a:lnTo>
                  <a:lnTo>
                    <a:pt x="2746" y="6084"/>
                  </a:lnTo>
                  <a:lnTo>
                    <a:pt x="2706" y="6143"/>
                  </a:lnTo>
                  <a:lnTo>
                    <a:pt x="2825" y="6123"/>
                  </a:lnTo>
                  <a:lnTo>
                    <a:pt x="2765" y="6163"/>
                  </a:lnTo>
                  <a:lnTo>
                    <a:pt x="2746" y="6183"/>
                  </a:lnTo>
                  <a:lnTo>
                    <a:pt x="2765" y="6183"/>
                  </a:lnTo>
                  <a:lnTo>
                    <a:pt x="2785" y="6222"/>
                  </a:lnTo>
                  <a:lnTo>
                    <a:pt x="2785" y="6242"/>
                  </a:lnTo>
                  <a:lnTo>
                    <a:pt x="2746" y="6262"/>
                  </a:lnTo>
                  <a:lnTo>
                    <a:pt x="2726" y="6262"/>
                  </a:lnTo>
                  <a:lnTo>
                    <a:pt x="2686" y="6222"/>
                  </a:lnTo>
                  <a:lnTo>
                    <a:pt x="2667" y="6202"/>
                  </a:lnTo>
                  <a:lnTo>
                    <a:pt x="2568" y="6202"/>
                  </a:lnTo>
                  <a:lnTo>
                    <a:pt x="2489" y="6222"/>
                  </a:lnTo>
                  <a:lnTo>
                    <a:pt x="2489" y="6262"/>
                  </a:lnTo>
                  <a:lnTo>
                    <a:pt x="2469" y="6281"/>
                  </a:lnTo>
                  <a:lnTo>
                    <a:pt x="2410" y="6301"/>
                  </a:lnTo>
                  <a:lnTo>
                    <a:pt x="2351" y="6321"/>
                  </a:lnTo>
                  <a:lnTo>
                    <a:pt x="2370" y="6341"/>
                  </a:lnTo>
                  <a:lnTo>
                    <a:pt x="2430" y="6321"/>
                  </a:lnTo>
                  <a:lnTo>
                    <a:pt x="2528" y="6281"/>
                  </a:lnTo>
                  <a:lnTo>
                    <a:pt x="2627" y="6242"/>
                  </a:lnTo>
                  <a:lnTo>
                    <a:pt x="2607" y="6281"/>
                  </a:lnTo>
                  <a:lnTo>
                    <a:pt x="2607" y="6321"/>
                  </a:lnTo>
                  <a:lnTo>
                    <a:pt x="2588" y="6360"/>
                  </a:lnTo>
                  <a:lnTo>
                    <a:pt x="2528" y="6380"/>
                  </a:lnTo>
                  <a:lnTo>
                    <a:pt x="2528" y="6400"/>
                  </a:lnTo>
                  <a:lnTo>
                    <a:pt x="2667" y="6400"/>
                  </a:lnTo>
                  <a:lnTo>
                    <a:pt x="2686" y="6420"/>
                  </a:lnTo>
                  <a:lnTo>
                    <a:pt x="2509" y="6499"/>
                  </a:lnTo>
                  <a:lnTo>
                    <a:pt x="2469" y="6518"/>
                  </a:lnTo>
                  <a:lnTo>
                    <a:pt x="2489" y="6518"/>
                  </a:lnTo>
                  <a:lnTo>
                    <a:pt x="2489" y="6538"/>
                  </a:lnTo>
                  <a:lnTo>
                    <a:pt x="2489" y="6597"/>
                  </a:lnTo>
                  <a:lnTo>
                    <a:pt x="2528" y="6558"/>
                  </a:lnTo>
                  <a:lnTo>
                    <a:pt x="2568" y="6538"/>
                  </a:lnTo>
                  <a:lnTo>
                    <a:pt x="2548" y="6518"/>
                  </a:lnTo>
                  <a:lnTo>
                    <a:pt x="2607" y="6518"/>
                  </a:lnTo>
                  <a:lnTo>
                    <a:pt x="2647" y="6558"/>
                  </a:lnTo>
                  <a:lnTo>
                    <a:pt x="2667" y="6578"/>
                  </a:lnTo>
                  <a:lnTo>
                    <a:pt x="2706" y="6578"/>
                  </a:lnTo>
                  <a:lnTo>
                    <a:pt x="2667" y="6597"/>
                  </a:lnTo>
                  <a:lnTo>
                    <a:pt x="2647" y="6617"/>
                  </a:lnTo>
                  <a:lnTo>
                    <a:pt x="2667" y="6676"/>
                  </a:lnTo>
                  <a:lnTo>
                    <a:pt x="2686" y="6716"/>
                  </a:lnTo>
                  <a:lnTo>
                    <a:pt x="2706" y="6736"/>
                  </a:lnTo>
                  <a:lnTo>
                    <a:pt x="2686" y="6755"/>
                  </a:lnTo>
                  <a:lnTo>
                    <a:pt x="2785" y="6716"/>
                  </a:lnTo>
                  <a:lnTo>
                    <a:pt x="2805" y="6696"/>
                  </a:lnTo>
                  <a:lnTo>
                    <a:pt x="2785" y="6676"/>
                  </a:lnTo>
                  <a:lnTo>
                    <a:pt x="2765" y="6676"/>
                  </a:lnTo>
                  <a:lnTo>
                    <a:pt x="2726" y="6657"/>
                  </a:lnTo>
                  <a:lnTo>
                    <a:pt x="2706" y="6657"/>
                  </a:lnTo>
                  <a:lnTo>
                    <a:pt x="2726" y="6637"/>
                  </a:lnTo>
                  <a:lnTo>
                    <a:pt x="2785" y="6597"/>
                  </a:lnTo>
                  <a:lnTo>
                    <a:pt x="2825" y="6597"/>
                  </a:lnTo>
                  <a:lnTo>
                    <a:pt x="2864" y="6637"/>
                  </a:lnTo>
                  <a:lnTo>
                    <a:pt x="2904" y="6696"/>
                  </a:lnTo>
                  <a:lnTo>
                    <a:pt x="2983" y="6775"/>
                  </a:lnTo>
                  <a:lnTo>
                    <a:pt x="3022" y="6815"/>
                  </a:lnTo>
                  <a:lnTo>
                    <a:pt x="3081" y="6834"/>
                  </a:lnTo>
                  <a:lnTo>
                    <a:pt x="3062" y="6874"/>
                  </a:lnTo>
                  <a:lnTo>
                    <a:pt x="3062" y="6894"/>
                  </a:lnTo>
                  <a:lnTo>
                    <a:pt x="3002" y="6913"/>
                  </a:lnTo>
                  <a:lnTo>
                    <a:pt x="2943" y="6933"/>
                  </a:lnTo>
                  <a:lnTo>
                    <a:pt x="2864" y="6973"/>
                  </a:lnTo>
                  <a:lnTo>
                    <a:pt x="2825" y="6913"/>
                  </a:lnTo>
                  <a:lnTo>
                    <a:pt x="2805" y="6874"/>
                  </a:lnTo>
                  <a:lnTo>
                    <a:pt x="2805" y="6834"/>
                  </a:lnTo>
                  <a:lnTo>
                    <a:pt x="2765" y="6795"/>
                  </a:lnTo>
                  <a:lnTo>
                    <a:pt x="2765" y="6874"/>
                  </a:lnTo>
                  <a:lnTo>
                    <a:pt x="2805" y="6953"/>
                  </a:lnTo>
                  <a:lnTo>
                    <a:pt x="2864" y="6992"/>
                  </a:lnTo>
                  <a:lnTo>
                    <a:pt x="2963" y="7032"/>
                  </a:lnTo>
                  <a:lnTo>
                    <a:pt x="2963" y="7052"/>
                  </a:lnTo>
                  <a:lnTo>
                    <a:pt x="2963" y="7071"/>
                  </a:lnTo>
                  <a:lnTo>
                    <a:pt x="2923" y="7111"/>
                  </a:lnTo>
                  <a:lnTo>
                    <a:pt x="2825" y="7229"/>
                  </a:lnTo>
                  <a:lnTo>
                    <a:pt x="2785" y="7289"/>
                  </a:lnTo>
                  <a:lnTo>
                    <a:pt x="2805" y="7308"/>
                  </a:lnTo>
                  <a:lnTo>
                    <a:pt x="2825" y="7328"/>
                  </a:lnTo>
                  <a:lnTo>
                    <a:pt x="2864" y="7308"/>
                  </a:lnTo>
                  <a:lnTo>
                    <a:pt x="2923" y="7269"/>
                  </a:lnTo>
                  <a:lnTo>
                    <a:pt x="2963" y="7210"/>
                  </a:lnTo>
                  <a:lnTo>
                    <a:pt x="2983" y="7229"/>
                  </a:lnTo>
                  <a:lnTo>
                    <a:pt x="3002" y="7249"/>
                  </a:lnTo>
                  <a:lnTo>
                    <a:pt x="3002" y="7308"/>
                  </a:lnTo>
                  <a:lnTo>
                    <a:pt x="3042" y="7289"/>
                  </a:lnTo>
                  <a:lnTo>
                    <a:pt x="3062" y="7249"/>
                  </a:lnTo>
                  <a:lnTo>
                    <a:pt x="3101" y="7229"/>
                  </a:lnTo>
                  <a:lnTo>
                    <a:pt x="3141" y="7229"/>
                  </a:lnTo>
                  <a:lnTo>
                    <a:pt x="3121" y="7269"/>
                  </a:lnTo>
                  <a:lnTo>
                    <a:pt x="3101" y="7308"/>
                  </a:lnTo>
                  <a:lnTo>
                    <a:pt x="3062" y="7328"/>
                  </a:lnTo>
                  <a:lnTo>
                    <a:pt x="3042" y="7328"/>
                  </a:lnTo>
                  <a:lnTo>
                    <a:pt x="3081" y="7348"/>
                  </a:lnTo>
                  <a:lnTo>
                    <a:pt x="3062" y="7368"/>
                  </a:lnTo>
                  <a:lnTo>
                    <a:pt x="3022" y="7427"/>
                  </a:lnTo>
                  <a:lnTo>
                    <a:pt x="2983" y="7466"/>
                  </a:lnTo>
                  <a:lnTo>
                    <a:pt x="2983" y="7486"/>
                  </a:lnTo>
                  <a:lnTo>
                    <a:pt x="3002" y="7506"/>
                  </a:lnTo>
                  <a:lnTo>
                    <a:pt x="3062" y="7506"/>
                  </a:lnTo>
                  <a:lnTo>
                    <a:pt x="3081" y="7486"/>
                  </a:lnTo>
                  <a:lnTo>
                    <a:pt x="3081" y="7466"/>
                  </a:lnTo>
                  <a:lnTo>
                    <a:pt x="3062" y="7466"/>
                  </a:lnTo>
                  <a:lnTo>
                    <a:pt x="3062" y="7447"/>
                  </a:lnTo>
                  <a:lnTo>
                    <a:pt x="3121" y="7407"/>
                  </a:lnTo>
                  <a:lnTo>
                    <a:pt x="3319" y="7407"/>
                  </a:lnTo>
                  <a:lnTo>
                    <a:pt x="3279" y="7427"/>
                  </a:lnTo>
                  <a:lnTo>
                    <a:pt x="3299" y="7447"/>
                  </a:lnTo>
                  <a:lnTo>
                    <a:pt x="3299" y="7466"/>
                  </a:lnTo>
                  <a:lnTo>
                    <a:pt x="3319" y="7486"/>
                  </a:lnTo>
                  <a:lnTo>
                    <a:pt x="3259" y="7526"/>
                  </a:lnTo>
                  <a:lnTo>
                    <a:pt x="3220" y="7506"/>
                  </a:lnTo>
                  <a:lnTo>
                    <a:pt x="3200" y="7466"/>
                  </a:lnTo>
                  <a:lnTo>
                    <a:pt x="3160" y="7466"/>
                  </a:lnTo>
                  <a:lnTo>
                    <a:pt x="3180" y="7545"/>
                  </a:lnTo>
                  <a:lnTo>
                    <a:pt x="3200" y="7526"/>
                  </a:lnTo>
                  <a:lnTo>
                    <a:pt x="3321" y="7543"/>
                  </a:lnTo>
                  <a:lnTo>
                    <a:pt x="3321" y="7543"/>
                  </a:lnTo>
                  <a:lnTo>
                    <a:pt x="3338" y="7526"/>
                  </a:lnTo>
                  <a:lnTo>
                    <a:pt x="3378" y="7486"/>
                  </a:lnTo>
                  <a:lnTo>
                    <a:pt x="3457" y="7466"/>
                  </a:lnTo>
                  <a:lnTo>
                    <a:pt x="3496" y="7466"/>
                  </a:lnTo>
                  <a:lnTo>
                    <a:pt x="3496" y="7526"/>
                  </a:lnTo>
                  <a:lnTo>
                    <a:pt x="3477" y="7565"/>
                  </a:lnTo>
                  <a:lnTo>
                    <a:pt x="3437" y="7624"/>
                  </a:lnTo>
                  <a:lnTo>
                    <a:pt x="3378" y="7664"/>
                  </a:lnTo>
                  <a:lnTo>
                    <a:pt x="3457" y="7644"/>
                  </a:lnTo>
                  <a:lnTo>
                    <a:pt x="3516" y="7664"/>
                  </a:lnTo>
                  <a:lnTo>
                    <a:pt x="3575" y="7723"/>
                  </a:lnTo>
                  <a:lnTo>
                    <a:pt x="3615" y="7684"/>
                  </a:lnTo>
                  <a:lnTo>
                    <a:pt x="3654" y="7664"/>
                  </a:lnTo>
                  <a:lnTo>
                    <a:pt x="3733" y="7664"/>
                  </a:lnTo>
                  <a:lnTo>
                    <a:pt x="3654" y="7802"/>
                  </a:lnTo>
                  <a:lnTo>
                    <a:pt x="3615" y="7782"/>
                  </a:lnTo>
                  <a:lnTo>
                    <a:pt x="3595" y="7782"/>
                  </a:lnTo>
                  <a:lnTo>
                    <a:pt x="3556" y="7822"/>
                  </a:lnTo>
                  <a:lnTo>
                    <a:pt x="3516" y="7861"/>
                  </a:lnTo>
                  <a:lnTo>
                    <a:pt x="3457" y="7901"/>
                  </a:lnTo>
                  <a:lnTo>
                    <a:pt x="3378" y="7901"/>
                  </a:lnTo>
                  <a:lnTo>
                    <a:pt x="3338" y="7881"/>
                  </a:lnTo>
                  <a:lnTo>
                    <a:pt x="3338" y="7802"/>
                  </a:lnTo>
                  <a:lnTo>
                    <a:pt x="3299" y="7861"/>
                  </a:lnTo>
                  <a:lnTo>
                    <a:pt x="3279" y="7881"/>
                  </a:lnTo>
                  <a:lnTo>
                    <a:pt x="3319" y="7901"/>
                  </a:lnTo>
                  <a:lnTo>
                    <a:pt x="3358" y="7921"/>
                  </a:lnTo>
                  <a:lnTo>
                    <a:pt x="3437" y="7940"/>
                  </a:lnTo>
                  <a:lnTo>
                    <a:pt x="3457" y="7960"/>
                  </a:lnTo>
                  <a:lnTo>
                    <a:pt x="3457" y="7980"/>
                  </a:lnTo>
                  <a:lnTo>
                    <a:pt x="3358" y="8019"/>
                  </a:lnTo>
                  <a:lnTo>
                    <a:pt x="3338" y="8019"/>
                  </a:lnTo>
                  <a:lnTo>
                    <a:pt x="3319" y="8000"/>
                  </a:lnTo>
                  <a:lnTo>
                    <a:pt x="3319" y="8019"/>
                  </a:lnTo>
                  <a:lnTo>
                    <a:pt x="3378" y="8039"/>
                  </a:lnTo>
                  <a:lnTo>
                    <a:pt x="3417" y="8059"/>
                  </a:lnTo>
                  <a:lnTo>
                    <a:pt x="3437" y="8079"/>
                  </a:lnTo>
                  <a:lnTo>
                    <a:pt x="3417" y="8098"/>
                  </a:lnTo>
                  <a:lnTo>
                    <a:pt x="3516" y="8039"/>
                  </a:lnTo>
                  <a:lnTo>
                    <a:pt x="3575" y="8000"/>
                  </a:lnTo>
                  <a:lnTo>
                    <a:pt x="3635" y="8019"/>
                  </a:lnTo>
                  <a:lnTo>
                    <a:pt x="3516" y="8158"/>
                  </a:lnTo>
                  <a:lnTo>
                    <a:pt x="3536" y="8178"/>
                  </a:lnTo>
                  <a:lnTo>
                    <a:pt x="3556" y="8178"/>
                  </a:lnTo>
                  <a:lnTo>
                    <a:pt x="3615" y="8158"/>
                  </a:lnTo>
                  <a:lnTo>
                    <a:pt x="3714" y="8138"/>
                  </a:lnTo>
                  <a:lnTo>
                    <a:pt x="3793" y="8138"/>
                  </a:lnTo>
                  <a:lnTo>
                    <a:pt x="3872" y="8039"/>
                  </a:lnTo>
                  <a:lnTo>
                    <a:pt x="3931" y="8039"/>
                  </a:lnTo>
                  <a:lnTo>
                    <a:pt x="3970" y="8059"/>
                  </a:lnTo>
                  <a:lnTo>
                    <a:pt x="3990" y="8079"/>
                  </a:lnTo>
                  <a:lnTo>
                    <a:pt x="4069" y="8079"/>
                  </a:lnTo>
                  <a:lnTo>
                    <a:pt x="4030" y="8039"/>
                  </a:lnTo>
                  <a:lnTo>
                    <a:pt x="3990" y="8039"/>
                  </a:lnTo>
                  <a:lnTo>
                    <a:pt x="3951" y="8019"/>
                  </a:lnTo>
                  <a:lnTo>
                    <a:pt x="3951" y="8000"/>
                  </a:lnTo>
                  <a:lnTo>
                    <a:pt x="4010" y="7960"/>
                  </a:lnTo>
                  <a:lnTo>
                    <a:pt x="4049" y="7980"/>
                  </a:lnTo>
                  <a:lnTo>
                    <a:pt x="4089" y="8000"/>
                  </a:lnTo>
                  <a:lnTo>
                    <a:pt x="4128" y="8000"/>
                  </a:lnTo>
                  <a:lnTo>
                    <a:pt x="4109" y="8079"/>
                  </a:lnTo>
                  <a:lnTo>
                    <a:pt x="4089" y="8118"/>
                  </a:lnTo>
                  <a:lnTo>
                    <a:pt x="4010" y="8217"/>
                  </a:lnTo>
                  <a:lnTo>
                    <a:pt x="3872" y="8276"/>
                  </a:lnTo>
                  <a:lnTo>
                    <a:pt x="3753" y="8296"/>
                  </a:lnTo>
                  <a:lnTo>
                    <a:pt x="3615" y="8316"/>
                  </a:lnTo>
                  <a:lnTo>
                    <a:pt x="3516" y="8336"/>
                  </a:lnTo>
                  <a:lnTo>
                    <a:pt x="3437" y="8395"/>
                  </a:lnTo>
                  <a:lnTo>
                    <a:pt x="3496" y="8434"/>
                  </a:lnTo>
                  <a:lnTo>
                    <a:pt x="3556" y="8494"/>
                  </a:lnTo>
                  <a:lnTo>
                    <a:pt x="3595" y="8573"/>
                  </a:lnTo>
                  <a:lnTo>
                    <a:pt x="3595" y="8612"/>
                  </a:lnTo>
                  <a:lnTo>
                    <a:pt x="3575" y="8652"/>
                  </a:lnTo>
                  <a:lnTo>
                    <a:pt x="3674" y="8652"/>
                  </a:lnTo>
                  <a:lnTo>
                    <a:pt x="3773" y="8632"/>
                  </a:lnTo>
                  <a:lnTo>
                    <a:pt x="3872" y="8592"/>
                  </a:lnTo>
                  <a:lnTo>
                    <a:pt x="3970" y="8533"/>
                  </a:lnTo>
                  <a:lnTo>
                    <a:pt x="3990" y="8553"/>
                  </a:lnTo>
                  <a:lnTo>
                    <a:pt x="3990" y="8573"/>
                  </a:lnTo>
                  <a:lnTo>
                    <a:pt x="3970" y="8612"/>
                  </a:lnTo>
                  <a:lnTo>
                    <a:pt x="3891" y="8612"/>
                  </a:lnTo>
                  <a:lnTo>
                    <a:pt x="4030" y="8691"/>
                  </a:lnTo>
                  <a:lnTo>
                    <a:pt x="4089" y="8731"/>
                  </a:lnTo>
                  <a:lnTo>
                    <a:pt x="4148" y="8790"/>
                  </a:lnTo>
                  <a:lnTo>
                    <a:pt x="4188" y="8810"/>
                  </a:lnTo>
                  <a:lnTo>
                    <a:pt x="4267" y="8790"/>
                  </a:lnTo>
                  <a:lnTo>
                    <a:pt x="4425" y="8691"/>
                  </a:lnTo>
                  <a:lnTo>
                    <a:pt x="4464" y="8750"/>
                  </a:lnTo>
                  <a:lnTo>
                    <a:pt x="4484" y="8711"/>
                  </a:lnTo>
                  <a:lnTo>
                    <a:pt x="4602" y="8711"/>
                  </a:lnTo>
                  <a:lnTo>
                    <a:pt x="4622" y="8750"/>
                  </a:lnTo>
                  <a:lnTo>
                    <a:pt x="4622" y="8790"/>
                  </a:lnTo>
                  <a:lnTo>
                    <a:pt x="4563" y="8810"/>
                  </a:lnTo>
                  <a:lnTo>
                    <a:pt x="4504" y="8810"/>
                  </a:lnTo>
                  <a:lnTo>
                    <a:pt x="4504" y="8869"/>
                  </a:lnTo>
                  <a:lnTo>
                    <a:pt x="4504" y="8889"/>
                  </a:lnTo>
                  <a:lnTo>
                    <a:pt x="4543" y="8928"/>
                  </a:lnTo>
                  <a:lnTo>
                    <a:pt x="4583" y="8928"/>
                  </a:lnTo>
                  <a:lnTo>
                    <a:pt x="4464" y="8968"/>
                  </a:lnTo>
                  <a:lnTo>
                    <a:pt x="4425" y="8968"/>
                  </a:lnTo>
                  <a:lnTo>
                    <a:pt x="4405" y="8948"/>
                  </a:lnTo>
                  <a:lnTo>
                    <a:pt x="4405" y="8928"/>
                  </a:lnTo>
                  <a:lnTo>
                    <a:pt x="4444" y="8908"/>
                  </a:lnTo>
                  <a:lnTo>
                    <a:pt x="4346" y="8869"/>
                  </a:lnTo>
                  <a:lnTo>
                    <a:pt x="4346" y="8869"/>
                  </a:lnTo>
                  <a:lnTo>
                    <a:pt x="4365" y="8889"/>
                  </a:lnTo>
                  <a:lnTo>
                    <a:pt x="4385" y="8908"/>
                  </a:lnTo>
                  <a:lnTo>
                    <a:pt x="4385" y="8948"/>
                  </a:lnTo>
                  <a:lnTo>
                    <a:pt x="4365" y="8968"/>
                  </a:lnTo>
                  <a:lnTo>
                    <a:pt x="4286" y="9047"/>
                  </a:lnTo>
                  <a:lnTo>
                    <a:pt x="4188" y="9106"/>
                  </a:lnTo>
                  <a:lnTo>
                    <a:pt x="4247" y="9106"/>
                  </a:lnTo>
                  <a:lnTo>
                    <a:pt x="4286" y="9066"/>
                  </a:lnTo>
                  <a:lnTo>
                    <a:pt x="4346" y="9027"/>
                  </a:lnTo>
                  <a:lnTo>
                    <a:pt x="4405" y="9027"/>
                  </a:lnTo>
                  <a:lnTo>
                    <a:pt x="4346" y="9126"/>
                  </a:lnTo>
                  <a:lnTo>
                    <a:pt x="4326" y="9205"/>
                  </a:lnTo>
                  <a:lnTo>
                    <a:pt x="6321" y="8019"/>
                  </a:lnTo>
                  <a:lnTo>
                    <a:pt x="6321" y="7940"/>
                  </a:lnTo>
                  <a:lnTo>
                    <a:pt x="6341" y="7881"/>
                  </a:lnTo>
                  <a:lnTo>
                    <a:pt x="6341" y="7861"/>
                  </a:lnTo>
                  <a:lnTo>
                    <a:pt x="6321" y="7842"/>
                  </a:lnTo>
                  <a:lnTo>
                    <a:pt x="6202" y="7842"/>
                  </a:lnTo>
                  <a:lnTo>
                    <a:pt x="6183" y="7881"/>
                  </a:lnTo>
                  <a:lnTo>
                    <a:pt x="6163" y="7901"/>
                  </a:lnTo>
                  <a:lnTo>
                    <a:pt x="6104" y="7940"/>
                  </a:lnTo>
                  <a:lnTo>
                    <a:pt x="6064" y="7960"/>
                  </a:lnTo>
                  <a:lnTo>
                    <a:pt x="6084" y="7921"/>
                  </a:lnTo>
                  <a:lnTo>
                    <a:pt x="6084" y="7881"/>
                  </a:lnTo>
                  <a:lnTo>
                    <a:pt x="6104" y="7861"/>
                  </a:lnTo>
                  <a:lnTo>
                    <a:pt x="6143" y="7822"/>
                  </a:lnTo>
                  <a:lnTo>
                    <a:pt x="6183" y="7842"/>
                  </a:lnTo>
                  <a:lnTo>
                    <a:pt x="6183" y="7743"/>
                  </a:lnTo>
                  <a:lnTo>
                    <a:pt x="6163" y="7723"/>
                  </a:lnTo>
                  <a:lnTo>
                    <a:pt x="6143" y="7723"/>
                  </a:lnTo>
                  <a:lnTo>
                    <a:pt x="6005" y="7763"/>
                  </a:lnTo>
                  <a:lnTo>
                    <a:pt x="5946" y="7782"/>
                  </a:lnTo>
                  <a:lnTo>
                    <a:pt x="5886" y="7782"/>
                  </a:lnTo>
                  <a:lnTo>
                    <a:pt x="5906" y="7743"/>
                  </a:lnTo>
                  <a:lnTo>
                    <a:pt x="5926" y="7723"/>
                  </a:lnTo>
                  <a:lnTo>
                    <a:pt x="6025" y="7684"/>
                  </a:lnTo>
                  <a:lnTo>
                    <a:pt x="6123" y="7664"/>
                  </a:lnTo>
                  <a:lnTo>
                    <a:pt x="6163" y="7644"/>
                  </a:lnTo>
                  <a:lnTo>
                    <a:pt x="6202" y="7605"/>
                  </a:lnTo>
                  <a:lnTo>
                    <a:pt x="6044" y="7565"/>
                  </a:lnTo>
                  <a:lnTo>
                    <a:pt x="6123" y="7506"/>
                  </a:lnTo>
                  <a:lnTo>
                    <a:pt x="6123" y="7427"/>
                  </a:lnTo>
                  <a:lnTo>
                    <a:pt x="6084" y="7387"/>
                  </a:lnTo>
                  <a:lnTo>
                    <a:pt x="6025" y="7368"/>
                  </a:lnTo>
                  <a:lnTo>
                    <a:pt x="5965" y="7328"/>
                  </a:lnTo>
                  <a:lnTo>
                    <a:pt x="5827" y="7289"/>
                  </a:lnTo>
                  <a:lnTo>
                    <a:pt x="5768" y="7249"/>
                  </a:lnTo>
                  <a:lnTo>
                    <a:pt x="5728" y="7190"/>
                  </a:lnTo>
                  <a:lnTo>
                    <a:pt x="5827" y="7170"/>
                  </a:lnTo>
                  <a:lnTo>
                    <a:pt x="5926" y="7170"/>
                  </a:lnTo>
                  <a:lnTo>
                    <a:pt x="5985" y="7210"/>
                  </a:lnTo>
                  <a:lnTo>
                    <a:pt x="6025" y="7229"/>
                  </a:lnTo>
                  <a:lnTo>
                    <a:pt x="6044" y="7190"/>
                  </a:lnTo>
                  <a:lnTo>
                    <a:pt x="6064" y="7170"/>
                  </a:lnTo>
                  <a:lnTo>
                    <a:pt x="6025" y="7131"/>
                  </a:lnTo>
                  <a:lnTo>
                    <a:pt x="5985" y="7091"/>
                  </a:lnTo>
                  <a:lnTo>
                    <a:pt x="5965" y="7071"/>
                  </a:lnTo>
                  <a:lnTo>
                    <a:pt x="5985" y="7032"/>
                  </a:lnTo>
                  <a:lnTo>
                    <a:pt x="5985" y="7012"/>
                  </a:lnTo>
                  <a:lnTo>
                    <a:pt x="5965" y="6992"/>
                  </a:lnTo>
                  <a:lnTo>
                    <a:pt x="5886" y="6992"/>
                  </a:lnTo>
                  <a:lnTo>
                    <a:pt x="5807" y="7012"/>
                  </a:lnTo>
                  <a:lnTo>
                    <a:pt x="5748" y="7032"/>
                  </a:lnTo>
                  <a:lnTo>
                    <a:pt x="5709" y="7012"/>
                  </a:lnTo>
                  <a:lnTo>
                    <a:pt x="5709" y="6992"/>
                  </a:lnTo>
                  <a:lnTo>
                    <a:pt x="5748" y="6973"/>
                  </a:lnTo>
                  <a:lnTo>
                    <a:pt x="5827" y="6913"/>
                  </a:lnTo>
                  <a:lnTo>
                    <a:pt x="5768" y="6933"/>
                  </a:lnTo>
                  <a:lnTo>
                    <a:pt x="5728" y="6933"/>
                  </a:lnTo>
                  <a:lnTo>
                    <a:pt x="5689" y="6913"/>
                  </a:lnTo>
                  <a:lnTo>
                    <a:pt x="5669" y="6913"/>
                  </a:lnTo>
                  <a:lnTo>
                    <a:pt x="5629" y="6854"/>
                  </a:lnTo>
                  <a:lnTo>
                    <a:pt x="5610" y="6815"/>
                  </a:lnTo>
                  <a:lnTo>
                    <a:pt x="5689" y="6775"/>
                  </a:lnTo>
                  <a:lnTo>
                    <a:pt x="5531" y="6736"/>
                  </a:lnTo>
                  <a:lnTo>
                    <a:pt x="5511" y="6755"/>
                  </a:lnTo>
                  <a:lnTo>
                    <a:pt x="5471" y="6775"/>
                  </a:lnTo>
                  <a:lnTo>
                    <a:pt x="5373" y="6815"/>
                  </a:lnTo>
                  <a:lnTo>
                    <a:pt x="5373" y="6795"/>
                  </a:lnTo>
                  <a:lnTo>
                    <a:pt x="5333" y="6854"/>
                  </a:lnTo>
                  <a:lnTo>
                    <a:pt x="5333" y="6894"/>
                  </a:lnTo>
                  <a:lnTo>
                    <a:pt x="5353" y="6933"/>
                  </a:lnTo>
                  <a:lnTo>
                    <a:pt x="5412" y="6953"/>
                  </a:lnTo>
                  <a:lnTo>
                    <a:pt x="5452" y="6973"/>
                  </a:lnTo>
                  <a:lnTo>
                    <a:pt x="5471" y="7012"/>
                  </a:lnTo>
                  <a:lnTo>
                    <a:pt x="5471" y="7052"/>
                  </a:lnTo>
                  <a:lnTo>
                    <a:pt x="5392" y="7131"/>
                  </a:lnTo>
                  <a:lnTo>
                    <a:pt x="5373" y="7131"/>
                  </a:lnTo>
                  <a:lnTo>
                    <a:pt x="5333" y="7150"/>
                  </a:lnTo>
                  <a:lnTo>
                    <a:pt x="5294" y="7170"/>
                  </a:lnTo>
                  <a:lnTo>
                    <a:pt x="5274" y="7170"/>
                  </a:lnTo>
                  <a:lnTo>
                    <a:pt x="5274" y="7131"/>
                  </a:lnTo>
                  <a:lnTo>
                    <a:pt x="5313" y="7111"/>
                  </a:lnTo>
                  <a:lnTo>
                    <a:pt x="5313" y="7111"/>
                  </a:lnTo>
                  <a:lnTo>
                    <a:pt x="5195" y="7131"/>
                  </a:lnTo>
                  <a:lnTo>
                    <a:pt x="5175" y="7150"/>
                  </a:lnTo>
                  <a:lnTo>
                    <a:pt x="5175" y="7170"/>
                  </a:lnTo>
                  <a:lnTo>
                    <a:pt x="5096" y="7210"/>
                  </a:lnTo>
                  <a:lnTo>
                    <a:pt x="5017" y="7210"/>
                  </a:lnTo>
                  <a:lnTo>
                    <a:pt x="4978" y="7190"/>
                  </a:lnTo>
                  <a:lnTo>
                    <a:pt x="4938" y="7150"/>
                  </a:lnTo>
                  <a:lnTo>
                    <a:pt x="4879" y="7111"/>
                  </a:lnTo>
                  <a:lnTo>
                    <a:pt x="4918" y="7091"/>
                  </a:lnTo>
                  <a:lnTo>
                    <a:pt x="4958" y="7071"/>
                  </a:lnTo>
                  <a:lnTo>
                    <a:pt x="5037" y="7052"/>
                  </a:lnTo>
                  <a:lnTo>
                    <a:pt x="5136" y="7052"/>
                  </a:lnTo>
                  <a:lnTo>
                    <a:pt x="5096" y="7032"/>
                  </a:lnTo>
                  <a:lnTo>
                    <a:pt x="5116" y="7012"/>
                  </a:lnTo>
                  <a:lnTo>
                    <a:pt x="5274" y="6933"/>
                  </a:lnTo>
                  <a:lnTo>
                    <a:pt x="5195" y="6933"/>
                  </a:lnTo>
                  <a:lnTo>
                    <a:pt x="5116" y="6953"/>
                  </a:lnTo>
                  <a:lnTo>
                    <a:pt x="5057" y="6992"/>
                  </a:lnTo>
                  <a:lnTo>
                    <a:pt x="4958" y="7032"/>
                  </a:lnTo>
                  <a:lnTo>
                    <a:pt x="4899" y="7052"/>
                  </a:lnTo>
                  <a:lnTo>
                    <a:pt x="4879" y="7052"/>
                  </a:lnTo>
                  <a:lnTo>
                    <a:pt x="4859" y="7032"/>
                  </a:lnTo>
                  <a:lnTo>
                    <a:pt x="4859" y="7012"/>
                  </a:lnTo>
                  <a:lnTo>
                    <a:pt x="4899" y="6953"/>
                  </a:lnTo>
                  <a:lnTo>
                    <a:pt x="4899" y="6913"/>
                  </a:lnTo>
                  <a:lnTo>
                    <a:pt x="4958" y="6933"/>
                  </a:lnTo>
                  <a:lnTo>
                    <a:pt x="4958" y="6894"/>
                  </a:lnTo>
                  <a:lnTo>
                    <a:pt x="4938" y="6874"/>
                  </a:lnTo>
                  <a:lnTo>
                    <a:pt x="4899" y="6874"/>
                  </a:lnTo>
                  <a:lnTo>
                    <a:pt x="4839" y="6854"/>
                  </a:lnTo>
                  <a:lnTo>
                    <a:pt x="4820" y="6834"/>
                  </a:lnTo>
                  <a:lnTo>
                    <a:pt x="4800" y="6815"/>
                  </a:lnTo>
                  <a:lnTo>
                    <a:pt x="4899" y="6736"/>
                  </a:lnTo>
                  <a:lnTo>
                    <a:pt x="4879" y="6775"/>
                  </a:lnTo>
                  <a:lnTo>
                    <a:pt x="4899" y="6795"/>
                  </a:lnTo>
                  <a:lnTo>
                    <a:pt x="5116" y="6795"/>
                  </a:lnTo>
                  <a:lnTo>
                    <a:pt x="5155" y="6755"/>
                  </a:lnTo>
                  <a:lnTo>
                    <a:pt x="5215" y="6716"/>
                  </a:lnTo>
                  <a:lnTo>
                    <a:pt x="5254" y="6696"/>
                  </a:lnTo>
                  <a:lnTo>
                    <a:pt x="5333" y="6676"/>
                  </a:lnTo>
                  <a:lnTo>
                    <a:pt x="5452" y="6676"/>
                  </a:lnTo>
                  <a:lnTo>
                    <a:pt x="5570" y="6657"/>
                  </a:lnTo>
                  <a:lnTo>
                    <a:pt x="5550" y="6637"/>
                  </a:lnTo>
                  <a:lnTo>
                    <a:pt x="5531" y="6597"/>
                  </a:lnTo>
                  <a:lnTo>
                    <a:pt x="5550" y="6558"/>
                  </a:lnTo>
                  <a:lnTo>
                    <a:pt x="5590" y="6499"/>
                  </a:lnTo>
                  <a:lnTo>
                    <a:pt x="5531" y="6499"/>
                  </a:lnTo>
                  <a:lnTo>
                    <a:pt x="5491" y="6479"/>
                  </a:lnTo>
                  <a:lnTo>
                    <a:pt x="5471" y="6459"/>
                  </a:lnTo>
                  <a:lnTo>
                    <a:pt x="5471" y="6420"/>
                  </a:lnTo>
                  <a:lnTo>
                    <a:pt x="5471" y="6400"/>
                  </a:lnTo>
                  <a:lnTo>
                    <a:pt x="5452" y="6360"/>
                  </a:lnTo>
                  <a:lnTo>
                    <a:pt x="5313" y="6360"/>
                  </a:lnTo>
                  <a:lnTo>
                    <a:pt x="5353" y="6341"/>
                  </a:lnTo>
                  <a:lnTo>
                    <a:pt x="5392" y="6321"/>
                  </a:lnTo>
                  <a:lnTo>
                    <a:pt x="5412" y="6321"/>
                  </a:lnTo>
                  <a:lnTo>
                    <a:pt x="5432" y="6301"/>
                  </a:lnTo>
                  <a:lnTo>
                    <a:pt x="5412" y="6242"/>
                  </a:lnTo>
                  <a:lnTo>
                    <a:pt x="5373" y="6183"/>
                  </a:lnTo>
                  <a:lnTo>
                    <a:pt x="5294" y="6143"/>
                  </a:lnTo>
                  <a:lnTo>
                    <a:pt x="5215" y="6104"/>
                  </a:lnTo>
                  <a:lnTo>
                    <a:pt x="5215" y="6084"/>
                  </a:lnTo>
                  <a:lnTo>
                    <a:pt x="5254" y="6044"/>
                  </a:lnTo>
                  <a:lnTo>
                    <a:pt x="5333" y="6005"/>
                  </a:lnTo>
                  <a:lnTo>
                    <a:pt x="5313" y="5926"/>
                  </a:lnTo>
                  <a:lnTo>
                    <a:pt x="5274" y="5867"/>
                  </a:lnTo>
                  <a:lnTo>
                    <a:pt x="5195" y="5827"/>
                  </a:lnTo>
                  <a:lnTo>
                    <a:pt x="5116" y="5787"/>
                  </a:lnTo>
                  <a:lnTo>
                    <a:pt x="5057" y="5768"/>
                  </a:lnTo>
                  <a:lnTo>
                    <a:pt x="4978" y="5728"/>
                  </a:lnTo>
                  <a:lnTo>
                    <a:pt x="4938" y="5669"/>
                  </a:lnTo>
                  <a:lnTo>
                    <a:pt x="4899" y="5590"/>
                  </a:lnTo>
                  <a:lnTo>
                    <a:pt x="4997" y="5570"/>
                  </a:lnTo>
                  <a:lnTo>
                    <a:pt x="4997" y="5531"/>
                  </a:lnTo>
                  <a:lnTo>
                    <a:pt x="4997" y="5511"/>
                  </a:lnTo>
                  <a:lnTo>
                    <a:pt x="4958" y="5491"/>
                  </a:lnTo>
                  <a:lnTo>
                    <a:pt x="4879" y="5511"/>
                  </a:lnTo>
                  <a:lnTo>
                    <a:pt x="4938" y="5452"/>
                  </a:lnTo>
                  <a:lnTo>
                    <a:pt x="4958" y="5412"/>
                  </a:lnTo>
                  <a:lnTo>
                    <a:pt x="4918" y="5373"/>
                  </a:lnTo>
                  <a:lnTo>
                    <a:pt x="4879" y="5353"/>
                  </a:lnTo>
                  <a:lnTo>
                    <a:pt x="4839" y="5333"/>
                  </a:lnTo>
                  <a:lnTo>
                    <a:pt x="4800" y="5294"/>
                  </a:lnTo>
                  <a:lnTo>
                    <a:pt x="4820" y="5234"/>
                  </a:lnTo>
                  <a:lnTo>
                    <a:pt x="4879" y="5175"/>
                  </a:lnTo>
                  <a:lnTo>
                    <a:pt x="4859" y="5136"/>
                  </a:lnTo>
                  <a:lnTo>
                    <a:pt x="4839" y="5116"/>
                  </a:lnTo>
                  <a:lnTo>
                    <a:pt x="4602" y="5116"/>
                  </a:lnTo>
                  <a:lnTo>
                    <a:pt x="4583" y="5096"/>
                  </a:lnTo>
                  <a:lnTo>
                    <a:pt x="4681" y="5057"/>
                  </a:lnTo>
                  <a:lnTo>
                    <a:pt x="4741" y="5037"/>
                  </a:lnTo>
                  <a:lnTo>
                    <a:pt x="4760" y="4997"/>
                  </a:lnTo>
                  <a:lnTo>
                    <a:pt x="4622" y="4839"/>
                  </a:lnTo>
                  <a:lnTo>
                    <a:pt x="4484" y="4681"/>
                  </a:lnTo>
                  <a:lnTo>
                    <a:pt x="4247" y="4326"/>
                  </a:lnTo>
                  <a:lnTo>
                    <a:pt x="4306" y="4326"/>
                  </a:lnTo>
                  <a:lnTo>
                    <a:pt x="4267" y="4267"/>
                  </a:lnTo>
                  <a:lnTo>
                    <a:pt x="4207" y="4207"/>
                  </a:lnTo>
                  <a:lnTo>
                    <a:pt x="4069" y="4109"/>
                  </a:lnTo>
                  <a:lnTo>
                    <a:pt x="3951" y="4030"/>
                  </a:lnTo>
                  <a:lnTo>
                    <a:pt x="3911" y="3970"/>
                  </a:lnTo>
                  <a:lnTo>
                    <a:pt x="3911" y="3911"/>
                  </a:lnTo>
                  <a:lnTo>
                    <a:pt x="3812" y="3872"/>
                  </a:lnTo>
                  <a:lnTo>
                    <a:pt x="3733" y="3872"/>
                  </a:lnTo>
                  <a:lnTo>
                    <a:pt x="3674" y="3911"/>
                  </a:lnTo>
                  <a:lnTo>
                    <a:pt x="3654" y="3951"/>
                  </a:lnTo>
                  <a:lnTo>
                    <a:pt x="3595" y="3990"/>
                  </a:lnTo>
                  <a:lnTo>
                    <a:pt x="3457" y="4069"/>
                  </a:lnTo>
                  <a:lnTo>
                    <a:pt x="3417" y="4030"/>
                  </a:lnTo>
                  <a:lnTo>
                    <a:pt x="3417" y="4010"/>
                  </a:lnTo>
                  <a:lnTo>
                    <a:pt x="3437" y="3990"/>
                  </a:lnTo>
                  <a:lnTo>
                    <a:pt x="3477" y="3951"/>
                  </a:lnTo>
                  <a:lnTo>
                    <a:pt x="3536" y="3891"/>
                  </a:lnTo>
                  <a:lnTo>
                    <a:pt x="3556" y="3872"/>
                  </a:lnTo>
                  <a:lnTo>
                    <a:pt x="3536" y="3832"/>
                  </a:lnTo>
                  <a:lnTo>
                    <a:pt x="3654" y="3773"/>
                  </a:lnTo>
                  <a:lnTo>
                    <a:pt x="3773" y="3773"/>
                  </a:lnTo>
                  <a:lnTo>
                    <a:pt x="3872" y="3733"/>
                  </a:lnTo>
                  <a:lnTo>
                    <a:pt x="3694" y="3674"/>
                  </a:lnTo>
                  <a:lnTo>
                    <a:pt x="3694" y="3635"/>
                  </a:lnTo>
                  <a:lnTo>
                    <a:pt x="3694" y="3615"/>
                  </a:lnTo>
                  <a:lnTo>
                    <a:pt x="3654" y="3575"/>
                  </a:lnTo>
                  <a:lnTo>
                    <a:pt x="3615" y="3516"/>
                  </a:lnTo>
                  <a:lnTo>
                    <a:pt x="3615" y="3496"/>
                  </a:lnTo>
                  <a:lnTo>
                    <a:pt x="3635" y="3457"/>
                  </a:lnTo>
                  <a:lnTo>
                    <a:pt x="3654" y="3457"/>
                  </a:lnTo>
                  <a:lnTo>
                    <a:pt x="3694" y="3437"/>
                  </a:lnTo>
                  <a:lnTo>
                    <a:pt x="3753" y="3437"/>
                  </a:lnTo>
                  <a:lnTo>
                    <a:pt x="3733" y="3477"/>
                  </a:lnTo>
                  <a:lnTo>
                    <a:pt x="3694" y="3477"/>
                  </a:lnTo>
                  <a:lnTo>
                    <a:pt x="3714" y="3516"/>
                  </a:lnTo>
                  <a:lnTo>
                    <a:pt x="3733" y="3536"/>
                  </a:lnTo>
                  <a:lnTo>
                    <a:pt x="3872" y="3536"/>
                  </a:lnTo>
                  <a:lnTo>
                    <a:pt x="3911" y="3556"/>
                  </a:lnTo>
                  <a:lnTo>
                    <a:pt x="3911" y="3556"/>
                  </a:lnTo>
                  <a:lnTo>
                    <a:pt x="3852" y="3516"/>
                  </a:lnTo>
                  <a:lnTo>
                    <a:pt x="3773" y="3457"/>
                  </a:lnTo>
                  <a:lnTo>
                    <a:pt x="3733" y="3378"/>
                  </a:lnTo>
                  <a:lnTo>
                    <a:pt x="3714" y="3318"/>
                  </a:lnTo>
                  <a:lnTo>
                    <a:pt x="3654" y="3358"/>
                  </a:lnTo>
                  <a:lnTo>
                    <a:pt x="3615" y="3338"/>
                  </a:lnTo>
                  <a:lnTo>
                    <a:pt x="3595" y="3318"/>
                  </a:lnTo>
                  <a:lnTo>
                    <a:pt x="3536" y="3318"/>
                  </a:lnTo>
                  <a:lnTo>
                    <a:pt x="3536" y="3299"/>
                  </a:lnTo>
                  <a:lnTo>
                    <a:pt x="3496" y="3318"/>
                  </a:lnTo>
                  <a:lnTo>
                    <a:pt x="3457" y="3318"/>
                  </a:lnTo>
                  <a:lnTo>
                    <a:pt x="3398" y="3299"/>
                  </a:lnTo>
                  <a:lnTo>
                    <a:pt x="3556" y="3200"/>
                  </a:lnTo>
                  <a:lnTo>
                    <a:pt x="3536" y="3200"/>
                  </a:lnTo>
                  <a:lnTo>
                    <a:pt x="3496" y="3220"/>
                  </a:lnTo>
                  <a:lnTo>
                    <a:pt x="3477" y="3239"/>
                  </a:lnTo>
                  <a:lnTo>
                    <a:pt x="3437" y="3220"/>
                  </a:lnTo>
                  <a:lnTo>
                    <a:pt x="3398" y="3180"/>
                  </a:lnTo>
                  <a:lnTo>
                    <a:pt x="3358" y="3121"/>
                  </a:lnTo>
                  <a:lnTo>
                    <a:pt x="3358" y="3081"/>
                  </a:lnTo>
                  <a:lnTo>
                    <a:pt x="3358" y="3042"/>
                  </a:lnTo>
                  <a:lnTo>
                    <a:pt x="3398" y="2983"/>
                  </a:lnTo>
                  <a:lnTo>
                    <a:pt x="3457" y="2943"/>
                  </a:lnTo>
                  <a:lnTo>
                    <a:pt x="3417" y="2923"/>
                  </a:lnTo>
                  <a:lnTo>
                    <a:pt x="3358" y="2923"/>
                  </a:lnTo>
                  <a:lnTo>
                    <a:pt x="3319" y="2904"/>
                  </a:lnTo>
                  <a:lnTo>
                    <a:pt x="3299" y="2864"/>
                  </a:lnTo>
                  <a:lnTo>
                    <a:pt x="3398" y="2844"/>
                  </a:lnTo>
                  <a:lnTo>
                    <a:pt x="3358" y="2746"/>
                  </a:lnTo>
                  <a:lnTo>
                    <a:pt x="3299" y="2647"/>
                  </a:lnTo>
                  <a:lnTo>
                    <a:pt x="3279" y="2548"/>
                  </a:lnTo>
                  <a:lnTo>
                    <a:pt x="3259" y="2489"/>
                  </a:lnTo>
                  <a:lnTo>
                    <a:pt x="3279" y="2430"/>
                  </a:lnTo>
                  <a:lnTo>
                    <a:pt x="3141" y="2331"/>
                  </a:lnTo>
                  <a:lnTo>
                    <a:pt x="3062" y="2291"/>
                  </a:lnTo>
                  <a:lnTo>
                    <a:pt x="2963" y="2291"/>
                  </a:lnTo>
                  <a:lnTo>
                    <a:pt x="2983" y="2311"/>
                  </a:lnTo>
                  <a:lnTo>
                    <a:pt x="2983" y="2351"/>
                  </a:lnTo>
                  <a:lnTo>
                    <a:pt x="2943" y="2390"/>
                  </a:lnTo>
                  <a:lnTo>
                    <a:pt x="2864" y="2410"/>
                  </a:lnTo>
                  <a:lnTo>
                    <a:pt x="2825" y="2410"/>
                  </a:lnTo>
                  <a:lnTo>
                    <a:pt x="2785" y="2390"/>
                  </a:lnTo>
                  <a:lnTo>
                    <a:pt x="2765" y="2370"/>
                  </a:lnTo>
                  <a:lnTo>
                    <a:pt x="2746" y="2351"/>
                  </a:lnTo>
                  <a:lnTo>
                    <a:pt x="2785" y="2311"/>
                  </a:lnTo>
                  <a:lnTo>
                    <a:pt x="2805" y="2272"/>
                  </a:lnTo>
                  <a:lnTo>
                    <a:pt x="2825" y="2232"/>
                  </a:lnTo>
                  <a:lnTo>
                    <a:pt x="2884" y="2252"/>
                  </a:lnTo>
                  <a:lnTo>
                    <a:pt x="2923" y="2212"/>
                  </a:lnTo>
                  <a:lnTo>
                    <a:pt x="2943" y="2173"/>
                  </a:lnTo>
                  <a:lnTo>
                    <a:pt x="2923" y="2133"/>
                  </a:lnTo>
                  <a:lnTo>
                    <a:pt x="2904" y="2114"/>
                  </a:lnTo>
                  <a:lnTo>
                    <a:pt x="2884" y="2094"/>
                  </a:lnTo>
                  <a:lnTo>
                    <a:pt x="2884" y="2054"/>
                  </a:lnTo>
                  <a:lnTo>
                    <a:pt x="2904" y="2035"/>
                  </a:lnTo>
                  <a:lnTo>
                    <a:pt x="2943" y="1995"/>
                  </a:lnTo>
                  <a:lnTo>
                    <a:pt x="2904" y="1995"/>
                  </a:lnTo>
                  <a:lnTo>
                    <a:pt x="2864" y="1956"/>
                  </a:lnTo>
                  <a:lnTo>
                    <a:pt x="2805" y="1916"/>
                  </a:lnTo>
                  <a:lnTo>
                    <a:pt x="2765" y="1896"/>
                  </a:lnTo>
                  <a:lnTo>
                    <a:pt x="2726" y="1896"/>
                  </a:lnTo>
                  <a:lnTo>
                    <a:pt x="2785" y="1877"/>
                  </a:lnTo>
                  <a:lnTo>
                    <a:pt x="2805" y="1896"/>
                  </a:lnTo>
                  <a:lnTo>
                    <a:pt x="2884" y="1896"/>
                  </a:lnTo>
                  <a:lnTo>
                    <a:pt x="2825" y="1857"/>
                  </a:lnTo>
                  <a:lnTo>
                    <a:pt x="2884" y="1837"/>
                  </a:lnTo>
                  <a:lnTo>
                    <a:pt x="2864" y="1798"/>
                  </a:lnTo>
                  <a:lnTo>
                    <a:pt x="2844" y="1778"/>
                  </a:lnTo>
                  <a:lnTo>
                    <a:pt x="2588" y="1778"/>
                  </a:lnTo>
                  <a:lnTo>
                    <a:pt x="2548" y="1738"/>
                  </a:lnTo>
                  <a:lnTo>
                    <a:pt x="2726" y="1719"/>
                  </a:lnTo>
                  <a:lnTo>
                    <a:pt x="2667" y="1679"/>
                  </a:lnTo>
                  <a:lnTo>
                    <a:pt x="2509" y="1679"/>
                  </a:lnTo>
                  <a:lnTo>
                    <a:pt x="2449" y="1659"/>
                  </a:lnTo>
                  <a:lnTo>
                    <a:pt x="2489" y="1620"/>
                  </a:lnTo>
                  <a:lnTo>
                    <a:pt x="2410" y="1600"/>
                  </a:lnTo>
                  <a:lnTo>
                    <a:pt x="2469" y="1580"/>
                  </a:lnTo>
                  <a:lnTo>
                    <a:pt x="2469" y="1580"/>
                  </a:lnTo>
                  <a:lnTo>
                    <a:pt x="2370" y="1600"/>
                  </a:lnTo>
                  <a:lnTo>
                    <a:pt x="2311" y="1561"/>
                  </a:lnTo>
                  <a:lnTo>
                    <a:pt x="2252" y="1541"/>
                  </a:lnTo>
                  <a:lnTo>
                    <a:pt x="2173" y="1541"/>
                  </a:lnTo>
                  <a:lnTo>
                    <a:pt x="2193" y="1501"/>
                  </a:lnTo>
                  <a:lnTo>
                    <a:pt x="2232" y="1442"/>
                  </a:lnTo>
                  <a:lnTo>
                    <a:pt x="2252" y="1403"/>
                  </a:lnTo>
                  <a:lnTo>
                    <a:pt x="2193" y="1403"/>
                  </a:lnTo>
                  <a:lnTo>
                    <a:pt x="2390" y="1324"/>
                  </a:lnTo>
                  <a:lnTo>
                    <a:pt x="2410" y="1343"/>
                  </a:lnTo>
                  <a:lnTo>
                    <a:pt x="2410" y="1363"/>
                  </a:lnTo>
                  <a:lnTo>
                    <a:pt x="2370" y="1403"/>
                  </a:lnTo>
                  <a:lnTo>
                    <a:pt x="2351" y="1442"/>
                  </a:lnTo>
                  <a:lnTo>
                    <a:pt x="2370" y="1462"/>
                  </a:lnTo>
                  <a:lnTo>
                    <a:pt x="2390" y="1482"/>
                  </a:lnTo>
                  <a:lnTo>
                    <a:pt x="2449" y="1403"/>
                  </a:lnTo>
                  <a:lnTo>
                    <a:pt x="2489" y="1343"/>
                  </a:lnTo>
                  <a:lnTo>
                    <a:pt x="2489" y="1264"/>
                  </a:lnTo>
                  <a:lnTo>
                    <a:pt x="2489" y="1205"/>
                  </a:lnTo>
                  <a:lnTo>
                    <a:pt x="2449" y="1086"/>
                  </a:lnTo>
                  <a:lnTo>
                    <a:pt x="2370" y="988"/>
                  </a:lnTo>
                  <a:lnTo>
                    <a:pt x="2331" y="948"/>
                  </a:lnTo>
                  <a:lnTo>
                    <a:pt x="2291" y="909"/>
                  </a:lnTo>
                  <a:lnTo>
                    <a:pt x="2232" y="810"/>
                  </a:lnTo>
                  <a:lnTo>
                    <a:pt x="2212" y="770"/>
                  </a:lnTo>
                  <a:lnTo>
                    <a:pt x="2173" y="751"/>
                  </a:lnTo>
                  <a:lnTo>
                    <a:pt x="2094" y="751"/>
                  </a:lnTo>
                  <a:lnTo>
                    <a:pt x="2015" y="770"/>
                  </a:lnTo>
                  <a:lnTo>
                    <a:pt x="2133" y="711"/>
                  </a:lnTo>
                  <a:lnTo>
                    <a:pt x="2133" y="494"/>
                  </a:lnTo>
                  <a:lnTo>
                    <a:pt x="2054" y="375"/>
                  </a:lnTo>
                  <a:lnTo>
                    <a:pt x="1995" y="277"/>
                  </a:lnTo>
                  <a:lnTo>
                    <a:pt x="1956" y="217"/>
                  </a:lnTo>
                  <a:lnTo>
                    <a:pt x="1916" y="178"/>
                  </a:lnTo>
                  <a:lnTo>
                    <a:pt x="1857" y="138"/>
                  </a:lnTo>
                  <a:lnTo>
                    <a:pt x="1778" y="119"/>
                  </a:lnTo>
                  <a:lnTo>
                    <a:pt x="1857" y="40"/>
                  </a:lnTo>
                  <a:lnTo>
                    <a:pt x="1738" y="40"/>
                  </a:lnTo>
                  <a:lnTo>
                    <a:pt x="16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8" name="Google Shape;2928;p11"/>
            <p:cNvSpPr/>
            <p:nvPr/>
          </p:nvSpPr>
          <p:spPr>
            <a:xfrm>
              <a:off x="-1574350" y="3412650"/>
              <a:ext cx="1000" cy="25"/>
            </a:xfrm>
            <a:custGeom>
              <a:rect b="b" l="l" r="r" t="t"/>
              <a:pathLst>
                <a:path extrusionOk="0" h="1" w="40">
                  <a:moveTo>
                    <a:pt x="40" y="1"/>
                  </a:moveTo>
                  <a:lnTo>
                    <a:pt x="40" y="1"/>
                  </a:lnTo>
                  <a:lnTo>
                    <a:pt x="0" y="1"/>
                  </a:lnTo>
                  <a:lnTo>
                    <a:pt x="0" y="1"/>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9" name="Google Shape;2929;p11"/>
            <p:cNvSpPr/>
            <p:nvPr/>
          </p:nvSpPr>
          <p:spPr>
            <a:xfrm>
              <a:off x="-1557075" y="3441800"/>
              <a:ext cx="1025" cy="525"/>
            </a:xfrm>
            <a:custGeom>
              <a:rect b="b" l="l" r="r" t="t"/>
              <a:pathLst>
                <a:path extrusionOk="0" h="21" w="41">
                  <a:moveTo>
                    <a:pt x="40" y="0"/>
                  </a:moveTo>
                  <a:lnTo>
                    <a:pt x="40" y="0"/>
                  </a:lnTo>
                  <a:lnTo>
                    <a:pt x="1" y="20"/>
                  </a:lnTo>
                  <a:lnTo>
                    <a:pt x="1" y="20"/>
                  </a:lnTo>
                  <a:lnTo>
                    <a:pt x="40" y="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0" name="Google Shape;2930;p11"/>
            <p:cNvSpPr/>
            <p:nvPr/>
          </p:nvSpPr>
          <p:spPr>
            <a:xfrm>
              <a:off x="-1245975" y="3259100"/>
              <a:ext cx="260250" cy="195075"/>
            </a:xfrm>
            <a:custGeom>
              <a:rect b="b" l="l" r="r" t="t"/>
              <a:pathLst>
                <a:path extrusionOk="0" h="7803" w="10410">
                  <a:moveTo>
                    <a:pt x="0" y="0"/>
                  </a:moveTo>
                  <a:lnTo>
                    <a:pt x="139" y="277"/>
                  </a:lnTo>
                  <a:lnTo>
                    <a:pt x="356" y="612"/>
                  </a:lnTo>
                  <a:lnTo>
                    <a:pt x="652" y="1047"/>
                  </a:lnTo>
                  <a:lnTo>
                    <a:pt x="1047" y="1560"/>
                  </a:lnTo>
                  <a:lnTo>
                    <a:pt x="1284" y="1837"/>
                  </a:lnTo>
                  <a:lnTo>
                    <a:pt x="1541" y="2133"/>
                  </a:lnTo>
                  <a:lnTo>
                    <a:pt x="1837" y="2430"/>
                  </a:lnTo>
                  <a:lnTo>
                    <a:pt x="2153" y="2746"/>
                  </a:lnTo>
                  <a:lnTo>
                    <a:pt x="2509" y="3062"/>
                  </a:lnTo>
                  <a:lnTo>
                    <a:pt x="2884" y="3378"/>
                  </a:lnTo>
                  <a:lnTo>
                    <a:pt x="3615" y="3950"/>
                  </a:lnTo>
                  <a:lnTo>
                    <a:pt x="4445" y="4583"/>
                  </a:lnTo>
                  <a:lnTo>
                    <a:pt x="5333" y="5215"/>
                  </a:lnTo>
                  <a:lnTo>
                    <a:pt x="6242" y="5866"/>
                  </a:lnTo>
                  <a:lnTo>
                    <a:pt x="7901" y="7012"/>
                  </a:lnTo>
                  <a:lnTo>
                    <a:pt x="9067" y="7802"/>
                  </a:lnTo>
                  <a:lnTo>
                    <a:pt x="10410" y="5491"/>
                  </a:lnTo>
                  <a:lnTo>
                    <a:pt x="8652" y="4365"/>
                  </a:lnTo>
                  <a:lnTo>
                    <a:pt x="7447" y="3615"/>
                  </a:lnTo>
                  <a:lnTo>
                    <a:pt x="6124" y="2805"/>
                  </a:lnTo>
                  <a:lnTo>
                    <a:pt x="4800" y="2035"/>
                  </a:lnTo>
                  <a:lnTo>
                    <a:pt x="3576" y="1343"/>
                  </a:lnTo>
                  <a:lnTo>
                    <a:pt x="3023" y="1047"/>
                  </a:lnTo>
                  <a:lnTo>
                    <a:pt x="2529" y="810"/>
                  </a:lnTo>
                  <a:lnTo>
                    <a:pt x="2114" y="632"/>
                  </a:lnTo>
                  <a:lnTo>
                    <a:pt x="1778" y="514"/>
                  </a:lnTo>
                  <a:lnTo>
                    <a:pt x="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1" name="Google Shape;2931;p11"/>
            <p:cNvSpPr/>
            <p:nvPr/>
          </p:nvSpPr>
          <p:spPr>
            <a:xfrm>
              <a:off x="-1722000" y="3272425"/>
              <a:ext cx="240000" cy="328900"/>
            </a:xfrm>
            <a:custGeom>
              <a:rect b="b" l="l" r="r" t="t"/>
              <a:pathLst>
                <a:path extrusionOk="0" h="13156" w="9600">
                  <a:moveTo>
                    <a:pt x="4267" y="0"/>
                  </a:moveTo>
                  <a:lnTo>
                    <a:pt x="3990" y="40"/>
                  </a:lnTo>
                  <a:lnTo>
                    <a:pt x="3694" y="139"/>
                  </a:lnTo>
                  <a:lnTo>
                    <a:pt x="3339" y="257"/>
                  </a:lnTo>
                  <a:lnTo>
                    <a:pt x="2983" y="395"/>
                  </a:lnTo>
                  <a:lnTo>
                    <a:pt x="2608" y="573"/>
                  </a:lnTo>
                  <a:lnTo>
                    <a:pt x="2232" y="751"/>
                  </a:lnTo>
                  <a:lnTo>
                    <a:pt x="1620" y="1067"/>
                  </a:lnTo>
                  <a:lnTo>
                    <a:pt x="1067" y="1383"/>
                  </a:lnTo>
                  <a:lnTo>
                    <a:pt x="968" y="1442"/>
                  </a:lnTo>
                  <a:lnTo>
                    <a:pt x="909" y="1482"/>
                  </a:lnTo>
                  <a:lnTo>
                    <a:pt x="870" y="1502"/>
                  </a:lnTo>
                  <a:lnTo>
                    <a:pt x="336" y="1837"/>
                  </a:lnTo>
                  <a:lnTo>
                    <a:pt x="198" y="1936"/>
                  </a:lnTo>
                  <a:lnTo>
                    <a:pt x="119" y="2055"/>
                  </a:lnTo>
                  <a:lnTo>
                    <a:pt x="60" y="2153"/>
                  </a:lnTo>
                  <a:lnTo>
                    <a:pt x="20" y="2272"/>
                  </a:lnTo>
                  <a:lnTo>
                    <a:pt x="0" y="2410"/>
                  </a:lnTo>
                  <a:lnTo>
                    <a:pt x="0" y="2529"/>
                  </a:lnTo>
                  <a:lnTo>
                    <a:pt x="40" y="2667"/>
                  </a:lnTo>
                  <a:lnTo>
                    <a:pt x="80" y="2825"/>
                  </a:lnTo>
                  <a:lnTo>
                    <a:pt x="218" y="3141"/>
                  </a:lnTo>
                  <a:lnTo>
                    <a:pt x="396" y="3516"/>
                  </a:lnTo>
                  <a:lnTo>
                    <a:pt x="593" y="3911"/>
                  </a:lnTo>
                  <a:lnTo>
                    <a:pt x="791" y="4366"/>
                  </a:lnTo>
                  <a:lnTo>
                    <a:pt x="1620" y="6222"/>
                  </a:lnTo>
                  <a:lnTo>
                    <a:pt x="2924" y="9106"/>
                  </a:lnTo>
                  <a:lnTo>
                    <a:pt x="3595" y="10548"/>
                  </a:lnTo>
                  <a:lnTo>
                    <a:pt x="4188" y="11812"/>
                  </a:lnTo>
                  <a:lnTo>
                    <a:pt x="4662" y="12721"/>
                  </a:lnTo>
                  <a:lnTo>
                    <a:pt x="4820" y="12997"/>
                  </a:lnTo>
                  <a:lnTo>
                    <a:pt x="4919" y="13116"/>
                  </a:lnTo>
                  <a:lnTo>
                    <a:pt x="4958" y="13136"/>
                  </a:lnTo>
                  <a:lnTo>
                    <a:pt x="5018" y="13155"/>
                  </a:lnTo>
                  <a:lnTo>
                    <a:pt x="5195" y="13116"/>
                  </a:lnTo>
                  <a:lnTo>
                    <a:pt x="5413" y="13037"/>
                  </a:lnTo>
                  <a:lnTo>
                    <a:pt x="5669" y="12938"/>
                  </a:lnTo>
                  <a:lnTo>
                    <a:pt x="5966" y="12780"/>
                  </a:lnTo>
                  <a:lnTo>
                    <a:pt x="6282" y="12602"/>
                  </a:lnTo>
                  <a:lnTo>
                    <a:pt x="6953" y="12187"/>
                  </a:lnTo>
                  <a:lnTo>
                    <a:pt x="7645" y="11753"/>
                  </a:lnTo>
                  <a:lnTo>
                    <a:pt x="8277" y="11358"/>
                  </a:lnTo>
                  <a:lnTo>
                    <a:pt x="9067" y="10805"/>
                  </a:lnTo>
                  <a:lnTo>
                    <a:pt x="9225" y="10686"/>
                  </a:lnTo>
                  <a:lnTo>
                    <a:pt x="9343" y="10568"/>
                  </a:lnTo>
                  <a:lnTo>
                    <a:pt x="9442" y="10449"/>
                  </a:lnTo>
                  <a:lnTo>
                    <a:pt x="9521" y="10350"/>
                  </a:lnTo>
                  <a:lnTo>
                    <a:pt x="9560" y="10232"/>
                  </a:lnTo>
                  <a:lnTo>
                    <a:pt x="9580" y="10153"/>
                  </a:lnTo>
                  <a:lnTo>
                    <a:pt x="9600" y="10054"/>
                  </a:lnTo>
                  <a:lnTo>
                    <a:pt x="9600" y="9955"/>
                  </a:lnTo>
                  <a:lnTo>
                    <a:pt x="9541" y="9797"/>
                  </a:lnTo>
                  <a:lnTo>
                    <a:pt x="9481" y="9639"/>
                  </a:lnTo>
                  <a:lnTo>
                    <a:pt x="9402" y="9501"/>
                  </a:lnTo>
                  <a:lnTo>
                    <a:pt x="9343" y="9363"/>
                  </a:lnTo>
                  <a:lnTo>
                    <a:pt x="9323" y="9343"/>
                  </a:lnTo>
                  <a:lnTo>
                    <a:pt x="9323" y="9323"/>
                  </a:lnTo>
                  <a:lnTo>
                    <a:pt x="9304" y="9304"/>
                  </a:lnTo>
                  <a:lnTo>
                    <a:pt x="9304" y="9284"/>
                  </a:lnTo>
                  <a:lnTo>
                    <a:pt x="9304" y="9264"/>
                  </a:lnTo>
                  <a:lnTo>
                    <a:pt x="9067" y="8652"/>
                  </a:lnTo>
                  <a:lnTo>
                    <a:pt x="8770" y="7980"/>
                  </a:lnTo>
                  <a:lnTo>
                    <a:pt x="8138" y="6538"/>
                  </a:lnTo>
                  <a:lnTo>
                    <a:pt x="7427" y="4998"/>
                  </a:lnTo>
                  <a:lnTo>
                    <a:pt x="6677" y="3477"/>
                  </a:lnTo>
                  <a:lnTo>
                    <a:pt x="5966" y="2114"/>
                  </a:lnTo>
                  <a:lnTo>
                    <a:pt x="5650" y="1521"/>
                  </a:lnTo>
                  <a:lnTo>
                    <a:pt x="5353" y="1008"/>
                  </a:lnTo>
                  <a:lnTo>
                    <a:pt x="5334" y="968"/>
                  </a:lnTo>
                  <a:lnTo>
                    <a:pt x="5294" y="929"/>
                  </a:lnTo>
                  <a:lnTo>
                    <a:pt x="5294" y="909"/>
                  </a:lnTo>
                  <a:lnTo>
                    <a:pt x="5274" y="889"/>
                  </a:lnTo>
                  <a:lnTo>
                    <a:pt x="5235" y="830"/>
                  </a:lnTo>
                  <a:lnTo>
                    <a:pt x="5057" y="553"/>
                  </a:lnTo>
                  <a:lnTo>
                    <a:pt x="4899" y="316"/>
                  </a:lnTo>
                  <a:lnTo>
                    <a:pt x="4761" y="158"/>
                  </a:lnTo>
                  <a:lnTo>
                    <a:pt x="4662" y="60"/>
                  </a:lnTo>
                  <a:lnTo>
                    <a:pt x="4583" y="20"/>
                  </a:lnTo>
                  <a:lnTo>
                    <a:pt x="450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2" name="Google Shape;2932;p11"/>
            <p:cNvSpPr/>
            <p:nvPr/>
          </p:nvSpPr>
          <p:spPr>
            <a:xfrm>
              <a:off x="-1415350" y="3197850"/>
              <a:ext cx="229650" cy="228650"/>
            </a:xfrm>
            <a:custGeom>
              <a:rect b="b" l="l" r="r" t="t"/>
              <a:pathLst>
                <a:path extrusionOk="0" h="9146" w="9186">
                  <a:moveTo>
                    <a:pt x="7566" y="1"/>
                  </a:moveTo>
                  <a:lnTo>
                    <a:pt x="7368" y="60"/>
                  </a:lnTo>
                  <a:lnTo>
                    <a:pt x="7190" y="119"/>
                  </a:lnTo>
                  <a:lnTo>
                    <a:pt x="7012" y="198"/>
                  </a:lnTo>
                  <a:lnTo>
                    <a:pt x="6854" y="277"/>
                  </a:lnTo>
                  <a:lnTo>
                    <a:pt x="6696" y="376"/>
                  </a:lnTo>
                  <a:lnTo>
                    <a:pt x="6558" y="495"/>
                  </a:lnTo>
                  <a:lnTo>
                    <a:pt x="6282" y="751"/>
                  </a:lnTo>
                  <a:lnTo>
                    <a:pt x="6025" y="1028"/>
                  </a:lnTo>
                  <a:lnTo>
                    <a:pt x="5788" y="1304"/>
                  </a:lnTo>
                  <a:lnTo>
                    <a:pt x="5551" y="1581"/>
                  </a:lnTo>
                  <a:lnTo>
                    <a:pt x="5294" y="1838"/>
                  </a:lnTo>
                  <a:lnTo>
                    <a:pt x="5057" y="2075"/>
                  </a:lnTo>
                  <a:lnTo>
                    <a:pt x="4800" y="2292"/>
                  </a:lnTo>
                  <a:lnTo>
                    <a:pt x="4543" y="2490"/>
                  </a:lnTo>
                  <a:lnTo>
                    <a:pt x="4287" y="2648"/>
                  </a:lnTo>
                  <a:lnTo>
                    <a:pt x="4010" y="2786"/>
                  </a:lnTo>
                  <a:lnTo>
                    <a:pt x="3734" y="2885"/>
                  </a:lnTo>
                  <a:lnTo>
                    <a:pt x="3457" y="2983"/>
                  </a:lnTo>
                  <a:lnTo>
                    <a:pt x="3161" y="3023"/>
                  </a:lnTo>
                  <a:lnTo>
                    <a:pt x="3003" y="3062"/>
                  </a:lnTo>
                  <a:lnTo>
                    <a:pt x="2805" y="3122"/>
                  </a:lnTo>
                  <a:lnTo>
                    <a:pt x="2588" y="3240"/>
                  </a:lnTo>
                  <a:lnTo>
                    <a:pt x="2351" y="3378"/>
                  </a:lnTo>
                  <a:lnTo>
                    <a:pt x="2114" y="3536"/>
                  </a:lnTo>
                  <a:lnTo>
                    <a:pt x="1857" y="3714"/>
                  </a:lnTo>
                  <a:lnTo>
                    <a:pt x="1600" y="3931"/>
                  </a:lnTo>
                  <a:lnTo>
                    <a:pt x="1344" y="4168"/>
                  </a:lnTo>
                  <a:lnTo>
                    <a:pt x="1087" y="4425"/>
                  </a:lnTo>
                  <a:lnTo>
                    <a:pt x="870" y="4682"/>
                  </a:lnTo>
                  <a:lnTo>
                    <a:pt x="652" y="4978"/>
                  </a:lnTo>
                  <a:lnTo>
                    <a:pt x="455" y="5255"/>
                  </a:lnTo>
                  <a:lnTo>
                    <a:pt x="297" y="5571"/>
                  </a:lnTo>
                  <a:lnTo>
                    <a:pt x="159" y="5867"/>
                  </a:lnTo>
                  <a:lnTo>
                    <a:pt x="60" y="6183"/>
                  </a:lnTo>
                  <a:lnTo>
                    <a:pt x="20" y="6499"/>
                  </a:lnTo>
                  <a:lnTo>
                    <a:pt x="0" y="6796"/>
                  </a:lnTo>
                  <a:lnTo>
                    <a:pt x="40" y="7072"/>
                  </a:lnTo>
                  <a:lnTo>
                    <a:pt x="119" y="7349"/>
                  </a:lnTo>
                  <a:lnTo>
                    <a:pt x="218" y="7586"/>
                  </a:lnTo>
                  <a:lnTo>
                    <a:pt x="356" y="7823"/>
                  </a:lnTo>
                  <a:lnTo>
                    <a:pt x="514" y="8020"/>
                  </a:lnTo>
                  <a:lnTo>
                    <a:pt x="672" y="8218"/>
                  </a:lnTo>
                  <a:lnTo>
                    <a:pt x="830" y="8376"/>
                  </a:lnTo>
                  <a:lnTo>
                    <a:pt x="1008" y="8534"/>
                  </a:lnTo>
                  <a:lnTo>
                    <a:pt x="1186" y="8672"/>
                  </a:lnTo>
                  <a:lnTo>
                    <a:pt x="1482" y="8869"/>
                  </a:lnTo>
                  <a:lnTo>
                    <a:pt x="1699" y="8988"/>
                  </a:lnTo>
                  <a:lnTo>
                    <a:pt x="1778" y="9027"/>
                  </a:lnTo>
                  <a:lnTo>
                    <a:pt x="2094" y="9087"/>
                  </a:lnTo>
                  <a:lnTo>
                    <a:pt x="2450" y="9126"/>
                  </a:lnTo>
                  <a:lnTo>
                    <a:pt x="2904" y="9146"/>
                  </a:lnTo>
                  <a:lnTo>
                    <a:pt x="3141" y="9126"/>
                  </a:lnTo>
                  <a:lnTo>
                    <a:pt x="3378" y="9107"/>
                  </a:lnTo>
                  <a:lnTo>
                    <a:pt x="3615" y="9067"/>
                  </a:lnTo>
                  <a:lnTo>
                    <a:pt x="3872" y="9008"/>
                  </a:lnTo>
                  <a:lnTo>
                    <a:pt x="4089" y="8909"/>
                  </a:lnTo>
                  <a:lnTo>
                    <a:pt x="4326" y="8810"/>
                  </a:lnTo>
                  <a:lnTo>
                    <a:pt x="4524" y="8672"/>
                  </a:lnTo>
                  <a:lnTo>
                    <a:pt x="4721" y="8494"/>
                  </a:lnTo>
                  <a:lnTo>
                    <a:pt x="5037" y="8119"/>
                  </a:lnTo>
                  <a:lnTo>
                    <a:pt x="5314" y="7744"/>
                  </a:lnTo>
                  <a:lnTo>
                    <a:pt x="5531" y="7368"/>
                  </a:lnTo>
                  <a:lnTo>
                    <a:pt x="5748" y="6993"/>
                  </a:lnTo>
                  <a:lnTo>
                    <a:pt x="6143" y="6242"/>
                  </a:lnTo>
                  <a:lnTo>
                    <a:pt x="6361" y="5887"/>
                  </a:lnTo>
                  <a:lnTo>
                    <a:pt x="6598" y="5531"/>
                  </a:lnTo>
                  <a:lnTo>
                    <a:pt x="6736" y="5354"/>
                  </a:lnTo>
                  <a:lnTo>
                    <a:pt x="6894" y="5176"/>
                  </a:lnTo>
                  <a:lnTo>
                    <a:pt x="7249" y="4820"/>
                  </a:lnTo>
                  <a:lnTo>
                    <a:pt x="7625" y="4445"/>
                  </a:lnTo>
                  <a:lnTo>
                    <a:pt x="8020" y="4050"/>
                  </a:lnTo>
                  <a:lnTo>
                    <a:pt x="8415" y="3615"/>
                  </a:lnTo>
                  <a:lnTo>
                    <a:pt x="8573" y="3398"/>
                  </a:lnTo>
                  <a:lnTo>
                    <a:pt x="8731" y="3181"/>
                  </a:lnTo>
                  <a:lnTo>
                    <a:pt x="8869" y="2944"/>
                  </a:lnTo>
                  <a:lnTo>
                    <a:pt x="8988" y="2687"/>
                  </a:lnTo>
                  <a:lnTo>
                    <a:pt x="9086" y="2430"/>
                  </a:lnTo>
                  <a:lnTo>
                    <a:pt x="9146" y="2174"/>
                  </a:lnTo>
                  <a:lnTo>
                    <a:pt x="9185" y="1897"/>
                  </a:lnTo>
                  <a:lnTo>
                    <a:pt x="9185" y="1660"/>
                  </a:lnTo>
                  <a:lnTo>
                    <a:pt x="9165" y="1423"/>
                  </a:lnTo>
                  <a:lnTo>
                    <a:pt x="9126" y="1206"/>
                  </a:lnTo>
                  <a:lnTo>
                    <a:pt x="9047" y="1008"/>
                  </a:lnTo>
                  <a:lnTo>
                    <a:pt x="8948" y="811"/>
                  </a:lnTo>
                  <a:lnTo>
                    <a:pt x="8849" y="653"/>
                  </a:lnTo>
                  <a:lnTo>
                    <a:pt x="8731" y="495"/>
                  </a:lnTo>
                  <a:lnTo>
                    <a:pt x="8593" y="376"/>
                  </a:lnTo>
                  <a:lnTo>
                    <a:pt x="8454" y="258"/>
                  </a:lnTo>
                  <a:lnTo>
                    <a:pt x="8296" y="159"/>
                  </a:lnTo>
                  <a:lnTo>
                    <a:pt x="8158" y="100"/>
                  </a:lnTo>
                  <a:lnTo>
                    <a:pt x="8000" y="40"/>
                  </a:lnTo>
                  <a:lnTo>
                    <a:pt x="7862"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3" name="Google Shape;2933;p11"/>
            <p:cNvSpPr/>
            <p:nvPr/>
          </p:nvSpPr>
          <p:spPr>
            <a:xfrm>
              <a:off x="-1467200" y="3098100"/>
              <a:ext cx="269150" cy="274600"/>
            </a:xfrm>
            <a:custGeom>
              <a:rect b="b" l="l" r="r" t="t"/>
              <a:pathLst>
                <a:path extrusionOk="0" h="10984" w="10766">
                  <a:moveTo>
                    <a:pt x="9659" y="1"/>
                  </a:moveTo>
                  <a:lnTo>
                    <a:pt x="9363" y="21"/>
                  </a:lnTo>
                  <a:lnTo>
                    <a:pt x="9086" y="60"/>
                  </a:lnTo>
                  <a:lnTo>
                    <a:pt x="8830" y="119"/>
                  </a:lnTo>
                  <a:lnTo>
                    <a:pt x="8612" y="198"/>
                  </a:lnTo>
                  <a:lnTo>
                    <a:pt x="8435" y="297"/>
                  </a:lnTo>
                  <a:lnTo>
                    <a:pt x="8316" y="376"/>
                  </a:lnTo>
                  <a:lnTo>
                    <a:pt x="8198" y="435"/>
                  </a:lnTo>
                  <a:lnTo>
                    <a:pt x="7842" y="376"/>
                  </a:lnTo>
                  <a:lnTo>
                    <a:pt x="7526" y="317"/>
                  </a:lnTo>
                  <a:lnTo>
                    <a:pt x="7210" y="277"/>
                  </a:lnTo>
                  <a:lnTo>
                    <a:pt x="6914" y="258"/>
                  </a:lnTo>
                  <a:lnTo>
                    <a:pt x="6380" y="258"/>
                  </a:lnTo>
                  <a:lnTo>
                    <a:pt x="5926" y="297"/>
                  </a:lnTo>
                  <a:lnTo>
                    <a:pt x="5571" y="337"/>
                  </a:lnTo>
                  <a:lnTo>
                    <a:pt x="5314" y="396"/>
                  </a:lnTo>
                  <a:lnTo>
                    <a:pt x="5097" y="475"/>
                  </a:lnTo>
                  <a:lnTo>
                    <a:pt x="4840" y="514"/>
                  </a:lnTo>
                  <a:lnTo>
                    <a:pt x="4603" y="554"/>
                  </a:lnTo>
                  <a:lnTo>
                    <a:pt x="4405" y="613"/>
                  </a:lnTo>
                  <a:lnTo>
                    <a:pt x="4227" y="672"/>
                  </a:lnTo>
                  <a:lnTo>
                    <a:pt x="3931" y="811"/>
                  </a:lnTo>
                  <a:lnTo>
                    <a:pt x="3714" y="949"/>
                  </a:lnTo>
                  <a:lnTo>
                    <a:pt x="3556" y="1067"/>
                  </a:lnTo>
                  <a:lnTo>
                    <a:pt x="3457" y="1186"/>
                  </a:lnTo>
                  <a:lnTo>
                    <a:pt x="3378" y="1245"/>
                  </a:lnTo>
                  <a:lnTo>
                    <a:pt x="3339" y="1285"/>
                  </a:lnTo>
                  <a:lnTo>
                    <a:pt x="3102" y="1364"/>
                  </a:lnTo>
                  <a:lnTo>
                    <a:pt x="2647" y="1581"/>
                  </a:lnTo>
                  <a:lnTo>
                    <a:pt x="2351" y="1739"/>
                  </a:lnTo>
                  <a:lnTo>
                    <a:pt x="2055" y="1937"/>
                  </a:lnTo>
                  <a:lnTo>
                    <a:pt x="1739" y="2154"/>
                  </a:lnTo>
                  <a:lnTo>
                    <a:pt x="1442" y="2391"/>
                  </a:lnTo>
                  <a:lnTo>
                    <a:pt x="1304" y="2529"/>
                  </a:lnTo>
                  <a:lnTo>
                    <a:pt x="1146" y="2707"/>
                  </a:lnTo>
                  <a:lnTo>
                    <a:pt x="1008" y="2924"/>
                  </a:lnTo>
                  <a:lnTo>
                    <a:pt x="889" y="3141"/>
                  </a:lnTo>
                  <a:lnTo>
                    <a:pt x="633" y="3635"/>
                  </a:lnTo>
                  <a:lnTo>
                    <a:pt x="415" y="4129"/>
                  </a:lnTo>
                  <a:lnTo>
                    <a:pt x="238" y="4583"/>
                  </a:lnTo>
                  <a:lnTo>
                    <a:pt x="119" y="4978"/>
                  </a:lnTo>
                  <a:lnTo>
                    <a:pt x="1" y="5354"/>
                  </a:lnTo>
                  <a:lnTo>
                    <a:pt x="317" y="6223"/>
                  </a:lnTo>
                  <a:lnTo>
                    <a:pt x="672" y="7131"/>
                  </a:lnTo>
                  <a:lnTo>
                    <a:pt x="1087" y="8158"/>
                  </a:lnTo>
                  <a:lnTo>
                    <a:pt x="1541" y="9205"/>
                  </a:lnTo>
                  <a:lnTo>
                    <a:pt x="1758" y="9679"/>
                  </a:lnTo>
                  <a:lnTo>
                    <a:pt x="1976" y="10114"/>
                  </a:lnTo>
                  <a:lnTo>
                    <a:pt x="2193" y="10469"/>
                  </a:lnTo>
                  <a:lnTo>
                    <a:pt x="2391" y="10746"/>
                  </a:lnTo>
                  <a:lnTo>
                    <a:pt x="2470" y="10845"/>
                  </a:lnTo>
                  <a:lnTo>
                    <a:pt x="2549" y="10924"/>
                  </a:lnTo>
                  <a:lnTo>
                    <a:pt x="2628" y="10983"/>
                  </a:lnTo>
                  <a:lnTo>
                    <a:pt x="2766" y="10983"/>
                  </a:lnTo>
                  <a:lnTo>
                    <a:pt x="2845" y="10963"/>
                  </a:lnTo>
                  <a:lnTo>
                    <a:pt x="3042" y="10865"/>
                  </a:lnTo>
                  <a:lnTo>
                    <a:pt x="3240" y="10707"/>
                  </a:lnTo>
                  <a:lnTo>
                    <a:pt x="3477" y="10509"/>
                  </a:lnTo>
                  <a:lnTo>
                    <a:pt x="3734" y="10272"/>
                  </a:lnTo>
                  <a:lnTo>
                    <a:pt x="3990" y="9995"/>
                  </a:lnTo>
                  <a:lnTo>
                    <a:pt x="4247" y="9699"/>
                  </a:lnTo>
                  <a:lnTo>
                    <a:pt x="4524" y="9383"/>
                  </a:lnTo>
                  <a:lnTo>
                    <a:pt x="5018" y="8751"/>
                  </a:lnTo>
                  <a:lnTo>
                    <a:pt x="5452" y="8119"/>
                  </a:lnTo>
                  <a:lnTo>
                    <a:pt x="5610" y="7842"/>
                  </a:lnTo>
                  <a:lnTo>
                    <a:pt x="5748" y="7605"/>
                  </a:lnTo>
                  <a:lnTo>
                    <a:pt x="5847" y="7388"/>
                  </a:lnTo>
                  <a:lnTo>
                    <a:pt x="5906" y="7210"/>
                  </a:lnTo>
                  <a:lnTo>
                    <a:pt x="5985" y="6894"/>
                  </a:lnTo>
                  <a:lnTo>
                    <a:pt x="6124" y="6499"/>
                  </a:lnTo>
                  <a:lnTo>
                    <a:pt x="6301" y="6065"/>
                  </a:lnTo>
                  <a:lnTo>
                    <a:pt x="6499" y="5630"/>
                  </a:lnTo>
                  <a:lnTo>
                    <a:pt x="6696" y="5196"/>
                  </a:lnTo>
                  <a:lnTo>
                    <a:pt x="6894" y="4820"/>
                  </a:lnTo>
                  <a:lnTo>
                    <a:pt x="7052" y="4524"/>
                  </a:lnTo>
                  <a:lnTo>
                    <a:pt x="7171" y="4346"/>
                  </a:lnTo>
                  <a:lnTo>
                    <a:pt x="7329" y="4188"/>
                  </a:lnTo>
                  <a:lnTo>
                    <a:pt x="7585" y="3991"/>
                  </a:lnTo>
                  <a:lnTo>
                    <a:pt x="8296" y="3497"/>
                  </a:lnTo>
                  <a:lnTo>
                    <a:pt x="9146" y="2944"/>
                  </a:lnTo>
                  <a:lnTo>
                    <a:pt x="9580" y="2648"/>
                  </a:lnTo>
                  <a:lnTo>
                    <a:pt x="9975" y="2371"/>
                  </a:lnTo>
                  <a:lnTo>
                    <a:pt x="10153" y="2233"/>
                  </a:lnTo>
                  <a:lnTo>
                    <a:pt x="10311" y="2075"/>
                  </a:lnTo>
                  <a:lnTo>
                    <a:pt x="10430" y="1917"/>
                  </a:lnTo>
                  <a:lnTo>
                    <a:pt x="10548" y="1759"/>
                  </a:lnTo>
                  <a:lnTo>
                    <a:pt x="10627" y="1581"/>
                  </a:lnTo>
                  <a:lnTo>
                    <a:pt x="10706" y="1403"/>
                  </a:lnTo>
                  <a:lnTo>
                    <a:pt x="10746" y="1225"/>
                  </a:lnTo>
                  <a:lnTo>
                    <a:pt x="10765" y="1048"/>
                  </a:lnTo>
                  <a:lnTo>
                    <a:pt x="10746" y="890"/>
                  </a:lnTo>
                  <a:lnTo>
                    <a:pt x="10726" y="732"/>
                  </a:lnTo>
                  <a:lnTo>
                    <a:pt x="10667" y="574"/>
                  </a:lnTo>
                  <a:lnTo>
                    <a:pt x="10588" y="435"/>
                  </a:lnTo>
                  <a:lnTo>
                    <a:pt x="10489" y="317"/>
                  </a:lnTo>
                  <a:lnTo>
                    <a:pt x="10370" y="218"/>
                  </a:lnTo>
                  <a:lnTo>
                    <a:pt x="10212" y="139"/>
                  </a:lnTo>
                  <a:lnTo>
                    <a:pt x="10035" y="80"/>
                  </a:lnTo>
                  <a:lnTo>
                    <a:pt x="9798" y="21"/>
                  </a:lnTo>
                  <a:lnTo>
                    <a:pt x="9659"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4" name="Google Shape;2934;p11"/>
            <p:cNvSpPr/>
            <p:nvPr/>
          </p:nvSpPr>
          <p:spPr>
            <a:xfrm>
              <a:off x="-1390175" y="3108975"/>
              <a:ext cx="127925" cy="124950"/>
            </a:xfrm>
            <a:custGeom>
              <a:rect b="b" l="l" r="r" t="t"/>
              <a:pathLst>
                <a:path extrusionOk="0" h="4998" w="5117">
                  <a:moveTo>
                    <a:pt x="5117" y="0"/>
                  </a:moveTo>
                  <a:lnTo>
                    <a:pt x="4781" y="40"/>
                  </a:lnTo>
                  <a:lnTo>
                    <a:pt x="4406" y="99"/>
                  </a:lnTo>
                  <a:lnTo>
                    <a:pt x="3932" y="198"/>
                  </a:lnTo>
                  <a:lnTo>
                    <a:pt x="3675" y="277"/>
                  </a:lnTo>
                  <a:lnTo>
                    <a:pt x="3398" y="376"/>
                  </a:lnTo>
                  <a:lnTo>
                    <a:pt x="3102" y="474"/>
                  </a:lnTo>
                  <a:lnTo>
                    <a:pt x="2825" y="613"/>
                  </a:lnTo>
                  <a:lnTo>
                    <a:pt x="2529" y="771"/>
                  </a:lnTo>
                  <a:lnTo>
                    <a:pt x="2253" y="949"/>
                  </a:lnTo>
                  <a:lnTo>
                    <a:pt x="1976" y="1166"/>
                  </a:lnTo>
                  <a:lnTo>
                    <a:pt x="1719" y="1383"/>
                  </a:lnTo>
                  <a:lnTo>
                    <a:pt x="1482" y="1660"/>
                  </a:lnTo>
                  <a:lnTo>
                    <a:pt x="1265" y="1936"/>
                  </a:lnTo>
                  <a:lnTo>
                    <a:pt x="1067" y="2213"/>
                  </a:lnTo>
                  <a:lnTo>
                    <a:pt x="890" y="2509"/>
                  </a:lnTo>
                  <a:lnTo>
                    <a:pt x="732" y="2825"/>
                  </a:lnTo>
                  <a:lnTo>
                    <a:pt x="593" y="3121"/>
                  </a:lnTo>
                  <a:lnTo>
                    <a:pt x="475" y="3418"/>
                  </a:lnTo>
                  <a:lnTo>
                    <a:pt x="356" y="3694"/>
                  </a:lnTo>
                  <a:lnTo>
                    <a:pt x="198" y="4208"/>
                  </a:lnTo>
                  <a:lnTo>
                    <a:pt x="80" y="4622"/>
                  </a:lnTo>
                  <a:lnTo>
                    <a:pt x="1" y="4998"/>
                  </a:lnTo>
                  <a:lnTo>
                    <a:pt x="139" y="4583"/>
                  </a:lnTo>
                  <a:lnTo>
                    <a:pt x="317" y="4109"/>
                  </a:lnTo>
                  <a:lnTo>
                    <a:pt x="534" y="3556"/>
                  </a:lnTo>
                  <a:lnTo>
                    <a:pt x="672" y="3260"/>
                  </a:lnTo>
                  <a:lnTo>
                    <a:pt x="830" y="2963"/>
                  </a:lnTo>
                  <a:lnTo>
                    <a:pt x="1008" y="2667"/>
                  </a:lnTo>
                  <a:lnTo>
                    <a:pt x="1186" y="2371"/>
                  </a:lnTo>
                  <a:lnTo>
                    <a:pt x="1383" y="2094"/>
                  </a:lnTo>
                  <a:lnTo>
                    <a:pt x="1581" y="1837"/>
                  </a:lnTo>
                  <a:lnTo>
                    <a:pt x="1798" y="1600"/>
                  </a:lnTo>
                  <a:lnTo>
                    <a:pt x="2035" y="1403"/>
                  </a:lnTo>
                  <a:lnTo>
                    <a:pt x="2272" y="1245"/>
                  </a:lnTo>
                  <a:lnTo>
                    <a:pt x="2529" y="1087"/>
                  </a:lnTo>
                  <a:lnTo>
                    <a:pt x="3062" y="790"/>
                  </a:lnTo>
                  <a:lnTo>
                    <a:pt x="3576" y="553"/>
                  </a:lnTo>
                  <a:lnTo>
                    <a:pt x="4050" y="356"/>
                  </a:lnTo>
                  <a:lnTo>
                    <a:pt x="4485" y="198"/>
                  </a:lnTo>
                  <a:lnTo>
                    <a:pt x="4820" y="99"/>
                  </a:lnTo>
                  <a:lnTo>
                    <a:pt x="5117"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5" name="Google Shape;2935;p11"/>
            <p:cNvSpPr/>
            <p:nvPr/>
          </p:nvSpPr>
          <p:spPr>
            <a:xfrm>
              <a:off x="-1421275" y="3109475"/>
              <a:ext cx="81500" cy="108150"/>
            </a:xfrm>
            <a:custGeom>
              <a:rect b="b" l="l" r="r" t="t"/>
              <a:pathLst>
                <a:path extrusionOk="0" h="4326" w="3260">
                  <a:moveTo>
                    <a:pt x="3260" y="0"/>
                  </a:moveTo>
                  <a:lnTo>
                    <a:pt x="3023" y="119"/>
                  </a:lnTo>
                  <a:lnTo>
                    <a:pt x="2746" y="257"/>
                  </a:lnTo>
                  <a:lnTo>
                    <a:pt x="2410" y="474"/>
                  </a:lnTo>
                  <a:lnTo>
                    <a:pt x="2055" y="731"/>
                  </a:lnTo>
                  <a:lnTo>
                    <a:pt x="1857" y="869"/>
                  </a:lnTo>
                  <a:lnTo>
                    <a:pt x="1679" y="1047"/>
                  </a:lnTo>
                  <a:lnTo>
                    <a:pt x="1502" y="1225"/>
                  </a:lnTo>
                  <a:lnTo>
                    <a:pt x="1324" y="1422"/>
                  </a:lnTo>
                  <a:lnTo>
                    <a:pt x="1146" y="1640"/>
                  </a:lnTo>
                  <a:lnTo>
                    <a:pt x="988" y="1877"/>
                  </a:lnTo>
                  <a:lnTo>
                    <a:pt x="731" y="2351"/>
                  </a:lnTo>
                  <a:lnTo>
                    <a:pt x="514" y="2785"/>
                  </a:lnTo>
                  <a:lnTo>
                    <a:pt x="336" y="3200"/>
                  </a:lnTo>
                  <a:lnTo>
                    <a:pt x="198" y="3575"/>
                  </a:lnTo>
                  <a:lnTo>
                    <a:pt x="99" y="3891"/>
                  </a:lnTo>
                  <a:lnTo>
                    <a:pt x="40" y="4128"/>
                  </a:lnTo>
                  <a:lnTo>
                    <a:pt x="0" y="4326"/>
                  </a:lnTo>
                  <a:lnTo>
                    <a:pt x="40" y="4188"/>
                  </a:lnTo>
                  <a:lnTo>
                    <a:pt x="198" y="3753"/>
                  </a:lnTo>
                  <a:lnTo>
                    <a:pt x="336" y="3437"/>
                  </a:lnTo>
                  <a:lnTo>
                    <a:pt x="514" y="3062"/>
                  </a:lnTo>
                  <a:lnTo>
                    <a:pt x="751" y="2627"/>
                  </a:lnTo>
                  <a:lnTo>
                    <a:pt x="1028" y="2114"/>
                  </a:lnTo>
                  <a:lnTo>
                    <a:pt x="1186" y="1857"/>
                  </a:lnTo>
                  <a:lnTo>
                    <a:pt x="1363" y="1620"/>
                  </a:lnTo>
                  <a:lnTo>
                    <a:pt x="1541" y="1403"/>
                  </a:lnTo>
                  <a:lnTo>
                    <a:pt x="1719" y="1185"/>
                  </a:lnTo>
                  <a:lnTo>
                    <a:pt x="1897" y="988"/>
                  </a:lnTo>
                  <a:lnTo>
                    <a:pt x="2094" y="830"/>
                  </a:lnTo>
                  <a:lnTo>
                    <a:pt x="2450" y="533"/>
                  </a:lnTo>
                  <a:lnTo>
                    <a:pt x="2766" y="296"/>
                  </a:lnTo>
                  <a:lnTo>
                    <a:pt x="3023" y="138"/>
                  </a:lnTo>
                  <a:lnTo>
                    <a:pt x="32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6" name="Google Shape;2936;p11"/>
            <p:cNvSpPr/>
            <p:nvPr/>
          </p:nvSpPr>
          <p:spPr>
            <a:xfrm>
              <a:off x="-1439550" y="3130200"/>
              <a:ext cx="55825" cy="79050"/>
            </a:xfrm>
            <a:custGeom>
              <a:rect b="b" l="l" r="r" t="t"/>
              <a:pathLst>
                <a:path extrusionOk="0" h="3162" w="2233">
                  <a:moveTo>
                    <a:pt x="2233" y="1"/>
                  </a:moveTo>
                  <a:lnTo>
                    <a:pt x="1857" y="80"/>
                  </a:lnTo>
                  <a:lnTo>
                    <a:pt x="1798" y="119"/>
                  </a:lnTo>
                  <a:lnTo>
                    <a:pt x="1660" y="238"/>
                  </a:lnTo>
                  <a:lnTo>
                    <a:pt x="1541" y="337"/>
                  </a:lnTo>
                  <a:lnTo>
                    <a:pt x="1423" y="475"/>
                  </a:lnTo>
                  <a:lnTo>
                    <a:pt x="1285" y="653"/>
                  </a:lnTo>
                  <a:lnTo>
                    <a:pt x="1127" y="850"/>
                  </a:lnTo>
                  <a:lnTo>
                    <a:pt x="949" y="1146"/>
                  </a:lnTo>
                  <a:lnTo>
                    <a:pt x="771" y="1482"/>
                  </a:lnTo>
                  <a:lnTo>
                    <a:pt x="396" y="2252"/>
                  </a:lnTo>
                  <a:lnTo>
                    <a:pt x="119" y="2904"/>
                  </a:lnTo>
                  <a:lnTo>
                    <a:pt x="1" y="3161"/>
                  </a:lnTo>
                  <a:lnTo>
                    <a:pt x="672" y="1877"/>
                  </a:lnTo>
                  <a:lnTo>
                    <a:pt x="929" y="1423"/>
                  </a:lnTo>
                  <a:lnTo>
                    <a:pt x="1186" y="1028"/>
                  </a:lnTo>
                  <a:lnTo>
                    <a:pt x="1462" y="712"/>
                  </a:lnTo>
                  <a:lnTo>
                    <a:pt x="1699" y="455"/>
                  </a:lnTo>
                  <a:lnTo>
                    <a:pt x="1917" y="258"/>
                  </a:lnTo>
                  <a:lnTo>
                    <a:pt x="2075" y="119"/>
                  </a:lnTo>
                  <a:lnTo>
                    <a:pt x="223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
            <p:cNvSpPr/>
            <p:nvPr/>
          </p:nvSpPr>
          <p:spPr>
            <a:xfrm>
              <a:off x="-1268200" y="3098100"/>
              <a:ext cx="50400" cy="39550"/>
            </a:xfrm>
            <a:custGeom>
              <a:rect b="b" l="l" r="r" t="t"/>
              <a:pathLst>
                <a:path extrusionOk="0" h="1582" w="2016">
                  <a:moveTo>
                    <a:pt x="1699" y="1"/>
                  </a:moveTo>
                  <a:lnTo>
                    <a:pt x="1719" y="297"/>
                  </a:lnTo>
                  <a:lnTo>
                    <a:pt x="1759" y="574"/>
                  </a:lnTo>
                  <a:lnTo>
                    <a:pt x="1818" y="830"/>
                  </a:lnTo>
                  <a:lnTo>
                    <a:pt x="1838" y="929"/>
                  </a:lnTo>
                  <a:lnTo>
                    <a:pt x="1541" y="1087"/>
                  </a:lnTo>
                  <a:lnTo>
                    <a:pt x="1265" y="1225"/>
                  </a:lnTo>
                  <a:lnTo>
                    <a:pt x="949" y="1344"/>
                  </a:lnTo>
                  <a:lnTo>
                    <a:pt x="692" y="1423"/>
                  </a:lnTo>
                  <a:lnTo>
                    <a:pt x="514" y="1463"/>
                  </a:lnTo>
                  <a:lnTo>
                    <a:pt x="376" y="1463"/>
                  </a:lnTo>
                  <a:lnTo>
                    <a:pt x="336" y="1423"/>
                  </a:lnTo>
                  <a:lnTo>
                    <a:pt x="277" y="1384"/>
                  </a:lnTo>
                  <a:lnTo>
                    <a:pt x="198" y="1285"/>
                  </a:lnTo>
                  <a:lnTo>
                    <a:pt x="139" y="1186"/>
                  </a:lnTo>
                  <a:lnTo>
                    <a:pt x="99" y="1048"/>
                  </a:lnTo>
                  <a:lnTo>
                    <a:pt x="80" y="929"/>
                  </a:lnTo>
                  <a:lnTo>
                    <a:pt x="80" y="613"/>
                  </a:lnTo>
                  <a:lnTo>
                    <a:pt x="80" y="455"/>
                  </a:lnTo>
                  <a:lnTo>
                    <a:pt x="1" y="475"/>
                  </a:lnTo>
                  <a:lnTo>
                    <a:pt x="1" y="613"/>
                  </a:lnTo>
                  <a:lnTo>
                    <a:pt x="1" y="751"/>
                  </a:lnTo>
                  <a:lnTo>
                    <a:pt x="1" y="890"/>
                  </a:lnTo>
                  <a:lnTo>
                    <a:pt x="1" y="1048"/>
                  </a:lnTo>
                  <a:lnTo>
                    <a:pt x="40" y="1225"/>
                  </a:lnTo>
                  <a:lnTo>
                    <a:pt x="99" y="1384"/>
                  </a:lnTo>
                  <a:lnTo>
                    <a:pt x="139" y="1443"/>
                  </a:lnTo>
                  <a:lnTo>
                    <a:pt x="198" y="1502"/>
                  </a:lnTo>
                  <a:lnTo>
                    <a:pt x="257" y="1542"/>
                  </a:lnTo>
                  <a:lnTo>
                    <a:pt x="336" y="1581"/>
                  </a:lnTo>
                  <a:lnTo>
                    <a:pt x="514" y="1581"/>
                  </a:lnTo>
                  <a:lnTo>
                    <a:pt x="771" y="1542"/>
                  </a:lnTo>
                  <a:lnTo>
                    <a:pt x="1047" y="1443"/>
                  </a:lnTo>
                  <a:lnTo>
                    <a:pt x="1324" y="1324"/>
                  </a:lnTo>
                  <a:lnTo>
                    <a:pt x="1798" y="1087"/>
                  </a:lnTo>
                  <a:lnTo>
                    <a:pt x="2015" y="988"/>
                  </a:lnTo>
                  <a:lnTo>
                    <a:pt x="1976" y="890"/>
                  </a:lnTo>
                  <a:lnTo>
                    <a:pt x="1897" y="653"/>
                  </a:lnTo>
                  <a:lnTo>
                    <a:pt x="1838" y="356"/>
                  </a:lnTo>
                  <a:lnTo>
                    <a:pt x="1838" y="179"/>
                  </a:lnTo>
                  <a:lnTo>
                    <a:pt x="1838" y="21"/>
                  </a:lnTo>
                  <a:lnTo>
                    <a:pt x="169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8" name="Google Shape;2938;p11"/>
            <p:cNvSpPr/>
            <p:nvPr/>
          </p:nvSpPr>
          <p:spPr>
            <a:xfrm>
              <a:off x="-1265225" y="3218100"/>
              <a:ext cx="72600" cy="76075"/>
            </a:xfrm>
            <a:custGeom>
              <a:rect b="b" l="l" r="r" t="t"/>
              <a:pathLst>
                <a:path extrusionOk="0" h="3043" w="2904">
                  <a:moveTo>
                    <a:pt x="1304" y="198"/>
                  </a:moveTo>
                  <a:lnTo>
                    <a:pt x="2667" y="1541"/>
                  </a:lnTo>
                  <a:lnTo>
                    <a:pt x="2548" y="1699"/>
                  </a:lnTo>
                  <a:lnTo>
                    <a:pt x="2252" y="2094"/>
                  </a:lnTo>
                  <a:lnTo>
                    <a:pt x="2054" y="2292"/>
                  </a:lnTo>
                  <a:lnTo>
                    <a:pt x="1877" y="2489"/>
                  </a:lnTo>
                  <a:lnTo>
                    <a:pt x="1699" y="2647"/>
                  </a:lnTo>
                  <a:lnTo>
                    <a:pt x="1561" y="2766"/>
                  </a:lnTo>
                  <a:lnTo>
                    <a:pt x="1403" y="2825"/>
                  </a:lnTo>
                  <a:lnTo>
                    <a:pt x="1264" y="2845"/>
                  </a:lnTo>
                  <a:lnTo>
                    <a:pt x="1106" y="2865"/>
                  </a:lnTo>
                  <a:lnTo>
                    <a:pt x="948" y="2845"/>
                  </a:lnTo>
                  <a:lnTo>
                    <a:pt x="790" y="2825"/>
                  </a:lnTo>
                  <a:lnTo>
                    <a:pt x="632" y="2766"/>
                  </a:lnTo>
                  <a:lnTo>
                    <a:pt x="494" y="2687"/>
                  </a:lnTo>
                  <a:lnTo>
                    <a:pt x="375" y="2588"/>
                  </a:lnTo>
                  <a:lnTo>
                    <a:pt x="277" y="2470"/>
                  </a:lnTo>
                  <a:lnTo>
                    <a:pt x="198" y="2331"/>
                  </a:lnTo>
                  <a:lnTo>
                    <a:pt x="178" y="2173"/>
                  </a:lnTo>
                  <a:lnTo>
                    <a:pt x="158" y="2015"/>
                  </a:lnTo>
                  <a:lnTo>
                    <a:pt x="158" y="1857"/>
                  </a:lnTo>
                  <a:lnTo>
                    <a:pt x="178" y="1719"/>
                  </a:lnTo>
                  <a:lnTo>
                    <a:pt x="217" y="1581"/>
                  </a:lnTo>
                  <a:lnTo>
                    <a:pt x="257" y="1482"/>
                  </a:lnTo>
                  <a:lnTo>
                    <a:pt x="336" y="1344"/>
                  </a:lnTo>
                  <a:lnTo>
                    <a:pt x="454" y="1166"/>
                  </a:lnTo>
                  <a:lnTo>
                    <a:pt x="810" y="731"/>
                  </a:lnTo>
                  <a:lnTo>
                    <a:pt x="1304" y="198"/>
                  </a:lnTo>
                  <a:close/>
                  <a:moveTo>
                    <a:pt x="1323" y="1"/>
                  </a:moveTo>
                  <a:lnTo>
                    <a:pt x="1185" y="119"/>
                  </a:lnTo>
                  <a:lnTo>
                    <a:pt x="869" y="415"/>
                  </a:lnTo>
                  <a:lnTo>
                    <a:pt x="514" y="810"/>
                  </a:lnTo>
                  <a:lnTo>
                    <a:pt x="336" y="1008"/>
                  </a:lnTo>
                  <a:lnTo>
                    <a:pt x="217" y="1225"/>
                  </a:lnTo>
                  <a:lnTo>
                    <a:pt x="119" y="1423"/>
                  </a:lnTo>
                  <a:lnTo>
                    <a:pt x="40" y="1620"/>
                  </a:lnTo>
                  <a:lnTo>
                    <a:pt x="0" y="1818"/>
                  </a:lnTo>
                  <a:lnTo>
                    <a:pt x="0" y="2015"/>
                  </a:lnTo>
                  <a:lnTo>
                    <a:pt x="0" y="2193"/>
                  </a:lnTo>
                  <a:lnTo>
                    <a:pt x="59" y="2371"/>
                  </a:lnTo>
                  <a:lnTo>
                    <a:pt x="119" y="2529"/>
                  </a:lnTo>
                  <a:lnTo>
                    <a:pt x="237" y="2667"/>
                  </a:lnTo>
                  <a:lnTo>
                    <a:pt x="356" y="2786"/>
                  </a:lnTo>
                  <a:lnTo>
                    <a:pt x="533" y="2904"/>
                  </a:lnTo>
                  <a:lnTo>
                    <a:pt x="731" y="2983"/>
                  </a:lnTo>
                  <a:lnTo>
                    <a:pt x="948" y="3023"/>
                  </a:lnTo>
                  <a:lnTo>
                    <a:pt x="1165" y="3042"/>
                  </a:lnTo>
                  <a:lnTo>
                    <a:pt x="1383" y="3023"/>
                  </a:lnTo>
                  <a:lnTo>
                    <a:pt x="1501" y="2983"/>
                  </a:lnTo>
                  <a:lnTo>
                    <a:pt x="1600" y="2944"/>
                  </a:lnTo>
                  <a:lnTo>
                    <a:pt x="1719" y="2884"/>
                  </a:lnTo>
                  <a:lnTo>
                    <a:pt x="1798" y="2805"/>
                  </a:lnTo>
                  <a:lnTo>
                    <a:pt x="1995" y="2628"/>
                  </a:lnTo>
                  <a:lnTo>
                    <a:pt x="2193" y="2430"/>
                  </a:lnTo>
                  <a:lnTo>
                    <a:pt x="2548" y="1996"/>
                  </a:lnTo>
                  <a:lnTo>
                    <a:pt x="2805" y="1660"/>
                  </a:lnTo>
                  <a:lnTo>
                    <a:pt x="2904" y="1522"/>
                  </a:lnTo>
                  <a:lnTo>
                    <a:pt x="2785" y="1423"/>
                  </a:lnTo>
                  <a:lnTo>
                    <a:pt x="2607" y="1265"/>
                  </a:lnTo>
                  <a:lnTo>
                    <a:pt x="2193" y="850"/>
                  </a:lnTo>
                  <a:lnTo>
                    <a:pt x="1640" y="277"/>
                  </a:lnTo>
                  <a:lnTo>
                    <a:pt x="132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9" name="Google Shape;2939;p11"/>
            <p:cNvSpPr/>
            <p:nvPr/>
          </p:nvSpPr>
          <p:spPr>
            <a:xfrm>
              <a:off x="-1000075" y="3266000"/>
              <a:ext cx="252375" cy="325450"/>
            </a:xfrm>
            <a:custGeom>
              <a:rect b="b" l="l" r="r" t="t"/>
              <a:pathLst>
                <a:path extrusionOk="0" h="13018" w="10095">
                  <a:moveTo>
                    <a:pt x="6539" y="1"/>
                  </a:moveTo>
                  <a:lnTo>
                    <a:pt x="6361" y="20"/>
                  </a:lnTo>
                  <a:lnTo>
                    <a:pt x="6183" y="40"/>
                  </a:lnTo>
                  <a:lnTo>
                    <a:pt x="6025" y="99"/>
                  </a:lnTo>
                  <a:lnTo>
                    <a:pt x="5867" y="178"/>
                  </a:lnTo>
                  <a:lnTo>
                    <a:pt x="5729" y="277"/>
                  </a:lnTo>
                  <a:lnTo>
                    <a:pt x="5591" y="376"/>
                  </a:lnTo>
                  <a:lnTo>
                    <a:pt x="5472" y="514"/>
                  </a:lnTo>
                  <a:lnTo>
                    <a:pt x="5215" y="791"/>
                  </a:lnTo>
                  <a:lnTo>
                    <a:pt x="4939" y="1126"/>
                  </a:lnTo>
                  <a:lnTo>
                    <a:pt x="4623" y="1600"/>
                  </a:lnTo>
                  <a:lnTo>
                    <a:pt x="4188" y="2272"/>
                  </a:lnTo>
                  <a:lnTo>
                    <a:pt x="3655" y="3141"/>
                  </a:lnTo>
                  <a:lnTo>
                    <a:pt x="3063" y="4149"/>
                  </a:lnTo>
                  <a:lnTo>
                    <a:pt x="1779" y="6400"/>
                  </a:lnTo>
                  <a:lnTo>
                    <a:pt x="495" y="8711"/>
                  </a:lnTo>
                  <a:lnTo>
                    <a:pt x="356" y="8988"/>
                  </a:lnTo>
                  <a:lnTo>
                    <a:pt x="238" y="9245"/>
                  </a:lnTo>
                  <a:lnTo>
                    <a:pt x="139" y="9501"/>
                  </a:lnTo>
                  <a:lnTo>
                    <a:pt x="80" y="9738"/>
                  </a:lnTo>
                  <a:lnTo>
                    <a:pt x="40" y="9956"/>
                  </a:lnTo>
                  <a:lnTo>
                    <a:pt x="1" y="10173"/>
                  </a:lnTo>
                  <a:lnTo>
                    <a:pt x="1" y="10390"/>
                  </a:lnTo>
                  <a:lnTo>
                    <a:pt x="1" y="10568"/>
                  </a:lnTo>
                  <a:lnTo>
                    <a:pt x="40" y="10765"/>
                  </a:lnTo>
                  <a:lnTo>
                    <a:pt x="80" y="10923"/>
                  </a:lnTo>
                  <a:lnTo>
                    <a:pt x="119" y="11101"/>
                  </a:lnTo>
                  <a:lnTo>
                    <a:pt x="198" y="11240"/>
                  </a:lnTo>
                  <a:lnTo>
                    <a:pt x="258" y="11378"/>
                  </a:lnTo>
                  <a:lnTo>
                    <a:pt x="356" y="11516"/>
                  </a:lnTo>
                  <a:lnTo>
                    <a:pt x="534" y="11753"/>
                  </a:lnTo>
                  <a:lnTo>
                    <a:pt x="752" y="11970"/>
                  </a:lnTo>
                  <a:lnTo>
                    <a:pt x="969" y="12128"/>
                  </a:lnTo>
                  <a:lnTo>
                    <a:pt x="1166" y="12267"/>
                  </a:lnTo>
                  <a:lnTo>
                    <a:pt x="1364" y="12385"/>
                  </a:lnTo>
                  <a:lnTo>
                    <a:pt x="1680" y="12523"/>
                  </a:lnTo>
                  <a:lnTo>
                    <a:pt x="1798" y="12563"/>
                  </a:lnTo>
                  <a:lnTo>
                    <a:pt x="2075" y="12662"/>
                  </a:lnTo>
                  <a:lnTo>
                    <a:pt x="2391" y="12760"/>
                  </a:lnTo>
                  <a:lnTo>
                    <a:pt x="2786" y="12859"/>
                  </a:lnTo>
                  <a:lnTo>
                    <a:pt x="3240" y="12938"/>
                  </a:lnTo>
                  <a:lnTo>
                    <a:pt x="3774" y="12997"/>
                  </a:lnTo>
                  <a:lnTo>
                    <a:pt x="4030" y="13017"/>
                  </a:lnTo>
                  <a:lnTo>
                    <a:pt x="4327" y="13017"/>
                  </a:lnTo>
                  <a:lnTo>
                    <a:pt x="4603" y="12997"/>
                  </a:lnTo>
                  <a:lnTo>
                    <a:pt x="4880" y="12958"/>
                  </a:lnTo>
                  <a:lnTo>
                    <a:pt x="5156" y="12899"/>
                  </a:lnTo>
                  <a:lnTo>
                    <a:pt x="5413" y="12820"/>
                  </a:lnTo>
                  <a:lnTo>
                    <a:pt x="5670" y="12721"/>
                  </a:lnTo>
                  <a:lnTo>
                    <a:pt x="5887" y="12583"/>
                  </a:lnTo>
                  <a:lnTo>
                    <a:pt x="6104" y="12425"/>
                  </a:lnTo>
                  <a:lnTo>
                    <a:pt x="6322" y="12247"/>
                  </a:lnTo>
                  <a:lnTo>
                    <a:pt x="6519" y="12049"/>
                  </a:lnTo>
                  <a:lnTo>
                    <a:pt x="6717" y="11832"/>
                  </a:lnTo>
                  <a:lnTo>
                    <a:pt x="6894" y="11595"/>
                  </a:lnTo>
                  <a:lnTo>
                    <a:pt x="7072" y="11338"/>
                  </a:lnTo>
                  <a:lnTo>
                    <a:pt x="7428" y="10805"/>
                  </a:lnTo>
                  <a:lnTo>
                    <a:pt x="7763" y="10212"/>
                  </a:lnTo>
                  <a:lnTo>
                    <a:pt x="8099" y="9600"/>
                  </a:lnTo>
                  <a:lnTo>
                    <a:pt x="8455" y="8948"/>
                  </a:lnTo>
                  <a:lnTo>
                    <a:pt x="8791" y="8277"/>
                  </a:lnTo>
                  <a:lnTo>
                    <a:pt x="9126" y="7566"/>
                  </a:lnTo>
                  <a:lnTo>
                    <a:pt x="9423" y="6835"/>
                  </a:lnTo>
                  <a:lnTo>
                    <a:pt x="9679" y="6124"/>
                  </a:lnTo>
                  <a:lnTo>
                    <a:pt x="9798" y="5748"/>
                  </a:lnTo>
                  <a:lnTo>
                    <a:pt x="9877" y="5393"/>
                  </a:lnTo>
                  <a:lnTo>
                    <a:pt x="9956" y="5037"/>
                  </a:lnTo>
                  <a:lnTo>
                    <a:pt x="10035" y="4682"/>
                  </a:lnTo>
                  <a:lnTo>
                    <a:pt x="10074" y="4346"/>
                  </a:lnTo>
                  <a:lnTo>
                    <a:pt x="10094" y="3991"/>
                  </a:lnTo>
                  <a:lnTo>
                    <a:pt x="10094" y="3674"/>
                  </a:lnTo>
                  <a:lnTo>
                    <a:pt x="10074" y="3358"/>
                  </a:lnTo>
                  <a:lnTo>
                    <a:pt x="10035" y="3062"/>
                  </a:lnTo>
                  <a:lnTo>
                    <a:pt x="9956" y="2766"/>
                  </a:lnTo>
                  <a:lnTo>
                    <a:pt x="9877" y="2509"/>
                  </a:lnTo>
                  <a:lnTo>
                    <a:pt x="9758" y="2252"/>
                  </a:lnTo>
                  <a:lnTo>
                    <a:pt x="9640" y="1996"/>
                  </a:lnTo>
                  <a:lnTo>
                    <a:pt x="9482" y="1759"/>
                  </a:lnTo>
                  <a:lnTo>
                    <a:pt x="9324" y="1541"/>
                  </a:lnTo>
                  <a:lnTo>
                    <a:pt x="9146" y="1344"/>
                  </a:lnTo>
                  <a:lnTo>
                    <a:pt x="8929" y="1146"/>
                  </a:lnTo>
                  <a:lnTo>
                    <a:pt x="8712" y="949"/>
                  </a:lnTo>
                  <a:lnTo>
                    <a:pt x="8494" y="791"/>
                  </a:lnTo>
                  <a:lnTo>
                    <a:pt x="8238" y="613"/>
                  </a:lnTo>
                  <a:lnTo>
                    <a:pt x="7981" y="475"/>
                  </a:lnTo>
                  <a:lnTo>
                    <a:pt x="7704" y="317"/>
                  </a:lnTo>
                  <a:lnTo>
                    <a:pt x="7428" y="198"/>
                  </a:lnTo>
                  <a:lnTo>
                    <a:pt x="7171" y="119"/>
                  </a:lnTo>
                  <a:lnTo>
                    <a:pt x="6954" y="40"/>
                  </a:lnTo>
                  <a:lnTo>
                    <a:pt x="67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
            <p:cNvSpPr/>
            <p:nvPr/>
          </p:nvSpPr>
          <p:spPr>
            <a:xfrm>
              <a:off x="-1423750" y="3975100"/>
              <a:ext cx="253850" cy="137300"/>
            </a:xfrm>
            <a:custGeom>
              <a:rect b="b" l="l" r="r" t="t"/>
              <a:pathLst>
                <a:path extrusionOk="0" h="5492" w="10154">
                  <a:moveTo>
                    <a:pt x="178" y="1"/>
                  </a:moveTo>
                  <a:lnTo>
                    <a:pt x="1" y="277"/>
                  </a:lnTo>
                  <a:lnTo>
                    <a:pt x="1285" y="1008"/>
                  </a:lnTo>
                  <a:lnTo>
                    <a:pt x="2509" y="1680"/>
                  </a:lnTo>
                  <a:lnTo>
                    <a:pt x="3754" y="2351"/>
                  </a:lnTo>
                  <a:lnTo>
                    <a:pt x="5373" y="3200"/>
                  </a:lnTo>
                  <a:lnTo>
                    <a:pt x="7427" y="4228"/>
                  </a:lnTo>
                  <a:lnTo>
                    <a:pt x="9975" y="5492"/>
                  </a:lnTo>
                  <a:lnTo>
                    <a:pt x="10153" y="5097"/>
                  </a:lnTo>
                  <a:lnTo>
                    <a:pt x="9936" y="4998"/>
                  </a:lnTo>
                  <a:lnTo>
                    <a:pt x="9264" y="4702"/>
                  </a:lnTo>
                  <a:lnTo>
                    <a:pt x="8257" y="4188"/>
                  </a:lnTo>
                  <a:lnTo>
                    <a:pt x="7625" y="3872"/>
                  </a:lnTo>
                  <a:lnTo>
                    <a:pt x="6934" y="3477"/>
                  </a:lnTo>
                  <a:lnTo>
                    <a:pt x="6084" y="3023"/>
                  </a:lnTo>
                  <a:lnTo>
                    <a:pt x="5077" y="2489"/>
                  </a:lnTo>
                  <a:lnTo>
                    <a:pt x="2825" y="1344"/>
                  </a:lnTo>
                  <a:lnTo>
                    <a:pt x="178"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1" name="Google Shape;2941;p11"/>
            <p:cNvSpPr/>
            <p:nvPr/>
          </p:nvSpPr>
          <p:spPr>
            <a:xfrm>
              <a:off x="-1731375" y="3345000"/>
              <a:ext cx="124950" cy="251375"/>
            </a:xfrm>
            <a:custGeom>
              <a:rect b="b" l="l" r="r" t="t"/>
              <a:pathLst>
                <a:path extrusionOk="0" h="10055" w="4998">
                  <a:moveTo>
                    <a:pt x="395" y="1"/>
                  </a:moveTo>
                  <a:lnTo>
                    <a:pt x="178" y="40"/>
                  </a:lnTo>
                  <a:lnTo>
                    <a:pt x="40" y="60"/>
                  </a:lnTo>
                  <a:lnTo>
                    <a:pt x="20" y="100"/>
                  </a:lnTo>
                  <a:lnTo>
                    <a:pt x="0" y="119"/>
                  </a:lnTo>
                  <a:lnTo>
                    <a:pt x="2331" y="5117"/>
                  </a:lnTo>
                  <a:lnTo>
                    <a:pt x="4622" y="10055"/>
                  </a:lnTo>
                  <a:lnTo>
                    <a:pt x="4997" y="9699"/>
                  </a:lnTo>
                  <a:lnTo>
                    <a:pt x="4089" y="7823"/>
                  </a:lnTo>
                  <a:lnTo>
                    <a:pt x="2528" y="4524"/>
                  </a:lnTo>
                  <a:lnTo>
                    <a:pt x="395" y="1"/>
                  </a:lnTo>
                  <a:close/>
                </a:path>
              </a:pathLst>
            </a:custGeom>
            <a:solidFill>
              <a:srgbClr val="98B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
            <p:cNvSpPr/>
            <p:nvPr/>
          </p:nvSpPr>
          <p:spPr>
            <a:xfrm>
              <a:off x="-1187225" y="3148475"/>
              <a:ext cx="262250" cy="196550"/>
            </a:xfrm>
            <a:custGeom>
              <a:rect b="b" l="l" r="r" t="t"/>
              <a:pathLst>
                <a:path extrusionOk="0" h="7862" w="10490">
                  <a:moveTo>
                    <a:pt x="119" y="1"/>
                  </a:moveTo>
                  <a:lnTo>
                    <a:pt x="60" y="20"/>
                  </a:lnTo>
                  <a:lnTo>
                    <a:pt x="40" y="40"/>
                  </a:lnTo>
                  <a:lnTo>
                    <a:pt x="21" y="60"/>
                  </a:lnTo>
                  <a:lnTo>
                    <a:pt x="1" y="99"/>
                  </a:lnTo>
                  <a:lnTo>
                    <a:pt x="21" y="159"/>
                  </a:lnTo>
                  <a:lnTo>
                    <a:pt x="60" y="297"/>
                  </a:lnTo>
                  <a:lnTo>
                    <a:pt x="139" y="494"/>
                  </a:lnTo>
                  <a:lnTo>
                    <a:pt x="258" y="712"/>
                  </a:lnTo>
                  <a:lnTo>
                    <a:pt x="435" y="949"/>
                  </a:lnTo>
                  <a:lnTo>
                    <a:pt x="633" y="1225"/>
                  </a:lnTo>
                  <a:lnTo>
                    <a:pt x="870" y="1541"/>
                  </a:lnTo>
                  <a:lnTo>
                    <a:pt x="1127" y="1838"/>
                  </a:lnTo>
                  <a:lnTo>
                    <a:pt x="1423" y="2173"/>
                  </a:lnTo>
                  <a:lnTo>
                    <a:pt x="1739" y="2509"/>
                  </a:lnTo>
                  <a:lnTo>
                    <a:pt x="2095" y="2845"/>
                  </a:lnTo>
                  <a:lnTo>
                    <a:pt x="2470" y="3181"/>
                  </a:lnTo>
                  <a:lnTo>
                    <a:pt x="2845" y="3516"/>
                  </a:lnTo>
                  <a:lnTo>
                    <a:pt x="3260" y="3813"/>
                  </a:lnTo>
                  <a:lnTo>
                    <a:pt x="3695" y="4129"/>
                  </a:lnTo>
                  <a:lnTo>
                    <a:pt x="6993" y="6321"/>
                  </a:lnTo>
                  <a:lnTo>
                    <a:pt x="9265" y="7862"/>
                  </a:lnTo>
                  <a:lnTo>
                    <a:pt x="10489" y="5788"/>
                  </a:lnTo>
                  <a:lnTo>
                    <a:pt x="9028" y="4860"/>
                  </a:lnTo>
                  <a:lnTo>
                    <a:pt x="6796" y="3477"/>
                  </a:lnTo>
                  <a:lnTo>
                    <a:pt x="5887" y="2944"/>
                  </a:lnTo>
                  <a:lnTo>
                    <a:pt x="4880" y="2351"/>
                  </a:lnTo>
                  <a:lnTo>
                    <a:pt x="3813" y="1759"/>
                  </a:lnTo>
                  <a:lnTo>
                    <a:pt x="2766" y="1205"/>
                  </a:lnTo>
                  <a:lnTo>
                    <a:pt x="1798" y="712"/>
                  </a:lnTo>
                  <a:lnTo>
                    <a:pt x="969" y="317"/>
                  </a:lnTo>
                  <a:lnTo>
                    <a:pt x="653" y="178"/>
                  </a:lnTo>
                  <a:lnTo>
                    <a:pt x="376" y="80"/>
                  </a:lnTo>
                  <a:lnTo>
                    <a:pt x="179" y="20"/>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3" name="Google Shape;2943;p11"/>
            <p:cNvSpPr/>
            <p:nvPr/>
          </p:nvSpPr>
          <p:spPr>
            <a:xfrm>
              <a:off x="-1768900" y="3553400"/>
              <a:ext cx="25" cy="25"/>
            </a:xfrm>
            <a:custGeom>
              <a:rect b="b" l="l" r="r" t="t"/>
              <a:pathLst>
                <a:path extrusionOk="0" h="1" w="1">
                  <a:moveTo>
                    <a:pt x="0" y="0"/>
                  </a:move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
            <p:cNvSpPr/>
            <p:nvPr/>
          </p:nvSpPr>
          <p:spPr>
            <a:xfrm>
              <a:off x="-1768425" y="3550925"/>
              <a:ext cx="25" cy="525"/>
            </a:xfrm>
            <a:custGeom>
              <a:rect b="b" l="l" r="r" t="t"/>
              <a:pathLst>
                <a:path extrusionOk="0" h="21" w="1">
                  <a:moveTo>
                    <a:pt x="1" y="1"/>
                  </a:moveTo>
                  <a:lnTo>
                    <a:pt x="1" y="1"/>
                  </a:lnTo>
                  <a:lnTo>
                    <a:pt x="1" y="1"/>
                  </a:lnTo>
                  <a:lnTo>
                    <a:pt x="1" y="1"/>
                  </a:lnTo>
                  <a:lnTo>
                    <a:pt x="1" y="20"/>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5" name="Google Shape;2945;p11"/>
            <p:cNvSpPr/>
            <p:nvPr/>
          </p:nvSpPr>
          <p:spPr>
            <a:xfrm>
              <a:off x="-1782750" y="3483275"/>
              <a:ext cx="58800" cy="75075"/>
            </a:xfrm>
            <a:custGeom>
              <a:rect b="b" l="l" r="r" t="t"/>
              <a:pathLst>
                <a:path extrusionOk="0" h="3003" w="2352">
                  <a:moveTo>
                    <a:pt x="1324" y="20"/>
                  </a:moveTo>
                  <a:lnTo>
                    <a:pt x="1364" y="40"/>
                  </a:lnTo>
                  <a:lnTo>
                    <a:pt x="1364" y="40"/>
                  </a:lnTo>
                  <a:lnTo>
                    <a:pt x="1344" y="20"/>
                  </a:lnTo>
                  <a:close/>
                  <a:moveTo>
                    <a:pt x="969" y="99"/>
                  </a:moveTo>
                  <a:lnTo>
                    <a:pt x="969" y="119"/>
                  </a:lnTo>
                  <a:lnTo>
                    <a:pt x="949" y="119"/>
                  </a:lnTo>
                  <a:lnTo>
                    <a:pt x="1008" y="139"/>
                  </a:lnTo>
                  <a:lnTo>
                    <a:pt x="1008" y="139"/>
                  </a:lnTo>
                  <a:lnTo>
                    <a:pt x="989" y="119"/>
                  </a:lnTo>
                  <a:lnTo>
                    <a:pt x="1008" y="129"/>
                  </a:lnTo>
                  <a:lnTo>
                    <a:pt x="969" y="99"/>
                  </a:lnTo>
                  <a:close/>
                  <a:moveTo>
                    <a:pt x="1008" y="129"/>
                  </a:moveTo>
                  <a:lnTo>
                    <a:pt x="1048" y="159"/>
                  </a:lnTo>
                  <a:lnTo>
                    <a:pt x="1048" y="159"/>
                  </a:lnTo>
                  <a:lnTo>
                    <a:pt x="1041" y="145"/>
                  </a:lnTo>
                  <a:lnTo>
                    <a:pt x="1041" y="145"/>
                  </a:lnTo>
                  <a:lnTo>
                    <a:pt x="1028" y="139"/>
                  </a:lnTo>
                  <a:lnTo>
                    <a:pt x="1008" y="129"/>
                  </a:lnTo>
                  <a:close/>
                  <a:moveTo>
                    <a:pt x="1028" y="119"/>
                  </a:moveTo>
                  <a:lnTo>
                    <a:pt x="1041" y="145"/>
                  </a:lnTo>
                  <a:lnTo>
                    <a:pt x="1041" y="145"/>
                  </a:lnTo>
                  <a:lnTo>
                    <a:pt x="1068" y="159"/>
                  </a:lnTo>
                  <a:lnTo>
                    <a:pt x="1028" y="119"/>
                  </a:lnTo>
                  <a:close/>
                  <a:moveTo>
                    <a:pt x="1048" y="159"/>
                  </a:moveTo>
                  <a:lnTo>
                    <a:pt x="1074" y="172"/>
                  </a:lnTo>
                  <a:lnTo>
                    <a:pt x="1074" y="172"/>
                  </a:lnTo>
                  <a:lnTo>
                    <a:pt x="1068" y="159"/>
                  </a:lnTo>
                  <a:close/>
                  <a:moveTo>
                    <a:pt x="1087" y="435"/>
                  </a:moveTo>
                  <a:lnTo>
                    <a:pt x="1107" y="455"/>
                  </a:lnTo>
                  <a:lnTo>
                    <a:pt x="1068" y="435"/>
                  </a:lnTo>
                  <a:close/>
                  <a:moveTo>
                    <a:pt x="811" y="494"/>
                  </a:moveTo>
                  <a:lnTo>
                    <a:pt x="850" y="534"/>
                  </a:lnTo>
                  <a:lnTo>
                    <a:pt x="850" y="554"/>
                  </a:lnTo>
                  <a:lnTo>
                    <a:pt x="811" y="494"/>
                  </a:lnTo>
                  <a:close/>
                  <a:moveTo>
                    <a:pt x="613" y="731"/>
                  </a:moveTo>
                  <a:lnTo>
                    <a:pt x="673" y="771"/>
                  </a:lnTo>
                  <a:lnTo>
                    <a:pt x="653" y="751"/>
                  </a:lnTo>
                  <a:lnTo>
                    <a:pt x="633" y="731"/>
                  </a:lnTo>
                  <a:close/>
                  <a:moveTo>
                    <a:pt x="594" y="652"/>
                  </a:moveTo>
                  <a:lnTo>
                    <a:pt x="594" y="672"/>
                  </a:lnTo>
                  <a:lnTo>
                    <a:pt x="574" y="692"/>
                  </a:lnTo>
                  <a:lnTo>
                    <a:pt x="534" y="672"/>
                  </a:lnTo>
                  <a:lnTo>
                    <a:pt x="534" y="672"/>
                  </a:lnTo>
                  <a:lnTo>
                    <a:pt x="594" y="771"/>
                  </a:lnTo>
                  <a:lnTo>
                    <a:pt x="653" y="791"/>
                  </a:lnTo>
                  <a:lnTo>
                    <a:pt x="712" y="830"/>
                  </a:lnTo>
                  <a:lnTo>
                    <a:pt x="712" y="830"/>
                  </a:lnTo>
                  <a:lnTo>
                    <a:pt x="633" y="771"/>
                  </a:lnTo>
                  <a:lnTo>
                    <a:pt x="574" y="712"/>
                  </a:lnTo>
                  <a:lnTo>
                    <a:pt x="594" y="712"/>
                  </a:lnTo>
                  <a:lnTo>
                    <a:pt x="633" y="731"/>
                  </a:lnTo>
                  <a:lnTo>
                    <a:pt x="633" y="712"/>
                  </a:lnTo>
                  <a:lnTo>
                    <a:pt x="653" y="712"/>
                  </a:lnTo>
                  <a:lnTo>
                    <a:pt x="613" y="652"/>
                  </a:lnTo>
                  <a:close/>
                  <a:moveTo>
                    <a:pt x="475" y="988"/>
                  </a:moveTo>
                  <a:lnTo>
                    <a:pt x="495" y="1008"/>
                  </a:lnTo>
                  <a:lnTo>
                    <a:pt x="455" y="1008"/>
                  </a:lnTo>
                  <a:lnTo>
                    <a:pt x="475" y="1028"/>
                  </a:lnTo>
                  <a:lnTo>
                    <a:pt x="515" y="1047"/>
                  </a:lnTo>
                  <a:lnTo>
                    <a:pt x="475" y="1047"/>
                  </a:lnTo>
                  <a:lnTo>
                    <a:pt x="574" y="1087"/>
                  </a:lnTo>
                  <a:lnTo>
                    <a:pt x="554" y="1067"/>
                  </a:lnTo>
                  <a:lnTo>
                    <a:pt x="574" y="1067"/>
                  </a:lnTo>
                  <a:lnTo>
                    <a:pt x="607" y="1100"/>
                  </a:lnTo>
                  <a:lnTo>
                    <a:pt x="594" y="1087"/>
                  </a:lnTo>
                  <a:lnTo>
                    <a:pt x="594" y="1067"/>
                  </a:lnTo>
                  <a:lnTo>
                    <a:pt x="554" y="1028"/>
                  </a:lnTo>
                  <a:lnTo>
                    <a:pt x="475" y="988"/>
                  </a:lnTo>
                  <a:close/>
                  <a:moveTo>
                    <a:pt x="613" y="1107"/>
                  </a:moveTo>
                  <a:lnTo>
                    <a:pt x="633" y="1126"/>
                  </a:lnTo>
                  <a:lnTo>
                    <a:pt x="653" y="1146"/>
                  </a:lnTo>
                  <a:lnTo>
                    <a:pt x="613" y="1107"/>
                  </a:lnTo>
                  <a:close/>
                  <a:moveTo>
                    <a:pt x="436" y="1205"/>
                  </a:moveTo>
                  <a:lnTo>
                    <a:pt x="436" y="1205"/>
                  </a:lnTo>
                  <a:lnTo>
                    <a:pt x="436" y="1205"/>
                  </a:lnTo>
                  <a:close/>
                  <a:moveTo>
                    <a:pt x="455" y="1304"/>
                  </a:moveTo>
                  <a:lnTo>
                    <a:pt x="436" y="1324"/>
                  </a:lnTo>
                  <a:lnTo>
                    <a:pt x="440" y="1339"/>
                  </a:lnTo>
                  <a:lnTo>
                    <a:pt x="440" y="1339"/>
                  </a:lnTo>
                  <a:lnTo>
                    <a:pt x="455" y="1324"/>
                  </a:lnTo>
                  <a:lnTo>
                    <a:pt x="455" y="1304"/>
                  </a:lnTo>
                  <a:close/>
                  <a:moveTo>
                    <a:pt x="440" y="1339"/>
                  </a:moveTo>
                  <a:lnTo>
                    <a:pt x="436" y="1344"/>
                  </a:lnTo>
                  <a:lnTo>
                    <a:pt x="445" y="1354"/>
                  </a:lnTo>
                  <a:lnTo>
                    <a:pt x="440" y="1339"/>
                  </a:lnTo>
                  <a:close/>
                  <a:moveTo>
                    <a:pt x="1680" y="1477"/>
                  </a:moveTo>
                  <a:lnTo>
                    <a:pt x="1680" y="1482"/>
                  </a:lnTo>
                  <a:lnTo>
                    <a:pt x="1739" y="1521"/>
                  </a:lnTo>
                  <a:lnTo>
                    <a:pt x="1680" y="1477"/>
                  </a:lnTo>
                  <a:close/>
                  <a:moveTo>
                    <a:pt x="324" y="1732"/>
                  </a:moveTo>
                  <a:lnTo>
                    <a:pt x="357" y="1758"/>
                  </a:lnTo>
                  <a:lnTo>
                    <a:pt x="337" y="1758"/>
                  </a:lnTo>
                  <a:lnTo>
                    <a:pt x="324" y="1732"/>
                  </a:lnTo>
                  <a:close/>
                  <a:moveTo>
                    <a:pt x="495" y="1739"/>
                  </a:moveTo>
                  <a:lnTo>
                    <a:pt x="495" y="1758"/>
                  </a:lnTo>
                  <a:lnTo>
                    <a:pt x="515" y="1778"/>
                  </a:lnTo>
                  <a:lnTo>
                    <a:pt x="495" y="1739"/>
                  </a:lnTo>
                  <a:close/>
                  <a:moveTo>
                    <a:pt x="1087" y="2055"/>
                  </a:moveTo>
                  <a:lnTo>
                    <a:pt x="1107" y="2074"/>
                  </a:lnTo>
                  <a:lnTo>
                    <a:pt x="1166" y="2134"/>
                  </a:lnTo>
                  <a:lnTo>
                    <a:pt x="1166" y="2134"/>
                  </a:lnTo>
                  <a:lnTo>
                    <a:pt x="1147" y="2094"/>
                  </a:lnTo>
                  <a:lnTo>
                    <a:pt x="1206" y="2153"/>
                  </a:lnTo>
                  <a:lnTo>
                    <a:pt x="1166" y="2094"/>
                  </a:lnTo>
                  <a:lnTo>
                    <a:pt x="1087" y="2055"/>
                  </a:lnTo>
                  <a:close/>
                  <a:moveTo>
                    <a:pt x="199" y="2134"/>
                  </a:moveTo>
                  <a:lnTo>
                    <a:pt x="218" y="2153"/>
                  </a:lnTo>
                  <a:lnTo>
                    <a:pt x="218" y="2134"/>
                  </a:lnTo>
                  <a:close/>
                  <a:moveTo>
                    <a:pt x="515" y="2193"/>
                  </a:moveTo>
                  <a:lnTo>
                    <a:pt x="534" y="2213"/>
                  </a:lnTo>
                  <a:lnTo>
                    <a:pt x="554" y="2213"/>
                  </a:lnTo>
                  <a:lnTo>
                    <a:pt x="515" y="2193"/>
                  </a:lnTo>
                  <a:close/>
                  <a:moveTo>
                    <a:pt x="1" y="2351"/>
                  </a:moveTo>
                  <a:lnTo>
                    <a:pt x="40" y="2371"/>
                  </a:lnTo>
                  <a:lnTo>
                    <a:pt x="21" y="2351"/>
                  </a:lnTo>
                  <a:close/>
                  <a:moveTo>
                    <a:pt x="278" y="2391"/>
                  </a:moveTo>
                  <a:lnTo>
                    <a:pt x="317" y="2430"/>
                  </a:lnTo>
                  <a:lnTo>
                    <a:pt x="297" y="2430"/>
                  </a:lnTo>
                  <a:lnTo>
                    <a:pt x="238" y="2391"/>
                  </a:lnTo>
                  <a:close/>
                  <a:moveTo>
                    <a:pt x="1226" y="2430"/>
                  </a:moveTo>
                  <a:lnTo>
                    <a:pt x="1245" y="2450"/>
                  </a:lnTo>
                  <a:lnTo>
                    <a:pt x="1265" y="2470"/>
                  </a:lnTo>
                  <a:lnTo>
                    <a:pt x="1265" y="2470"/>
                  </a:lnTo>
                  <a:lnTo>
                    <a:pt x="1186" y="2430"/>
                  </a:lnTo>
                  <a:close/>
                  <a:moveTo>
                    <a:pt x="1324" y="2470"/>
                  </a:moveTo>
                  <a:lnTo>
                    <a:pt x="1324" y="2470"/>
                  </a:lnTo>
                  <a:lnTo>
                    <a:pt x="1324" y="2470"/>
                  </a:lnTo>
                  <a:close/>
                  <a:moveTo>
                    <a:pt x="1166" y="2509"/>
                  </a:moveTo>
                  <a:lnTo>
                    <a:pt x="1186" y="2529"/>
                  </a:lnTo>
                  <a:lnTo>
                    <a:pt x="1206" y="2549"/>
                  </a:lnTo>
                  <a:lnTo>
                    <a:pt x="1166" y="2509"/>
                  </a:lnTo>
                  <a:close/>
                  <a:moveTo>
                    <a:pt x="297" y="2549"/>
                  </a:moveTo>
                  <a:lnTo>
                    <a:pt x="317" y="2568"/>
                  </a:lnTo>
                  <a:lnTo>
                    <a:pt x="337" y="2568"/>
                  </a:lnTo>
                  <a:lnTo>
                    <a:pt x="297" y="2549"/>
                  </a:lnTo>
                  <a:close/>
                  <a:moveTo>
                    <a:pt x="673" y="2568"/>
                  </a:moveTo>
                  <a:lnTo>
                    <a:pt x="673" y="2608"/>
                  </a:lnTo>
                  <a:lnTo>
                    <a:pt x="692" y="2588"/>
                  </a:lnTo>
                  <a:lnTo>
                    <a:pt x="673" y="2568"/>
                  </a:lnTo>
                  <a:close/>
                  <a:moveTo>
                    <a:pt x="1166" y="2588"/>
                  </a:moveTo>
                  <a:lnTo>
                    <a:pt x="1166" y="2608"/>
                  </a:lnTo>
                  <a:lnTo>
                    <a:pt x="1226" y="2647"/>
                  </a:lnTo>
                  <a:lnTo>
                    <a:pt x="1226" y="2647"/>
                  </a:lnTo>
                  <a:lnTo>
                    <a:pt x="1206" y="2628"/>
                  </a:lnTo>
                  <a:lnTo>
                    <a:pt x="1166" y="2588"/>
                  </a:lnTo>
                  <a:close/>
                  <a:moveTo>
                    <a:pt x="771" y="2647"/>
                  </a:moveTo>
                  <a:lnTo>
                    <a:pt x="831" y="2707"/>
                  </a:lnTo>
                  <a:lnTo>
                    <a:pt x="929" y="2805"/>
                  </a:lnTo>
                  <a:lnTo>
                    <a:pt x="910" y="2766"/>
                  </a:lnTo>
                  <a:lnTo>
                    <a:pt x="870" y="2726"/>
                  </a:lnTo>
                  <a:lnTo>
                    <a:pt x="771" y="2647"/>
                  </a:lnTo>
                  <a:close/>
                  <a:moveTo>
                    <a:pt x="732" y="2825"/>
                  </a:moveTo>
                  <a:lnTo>
                    <a:pt x="752" y="2845"/>
                  </a:lnTo>
                  <a:lnTo>
                    <a:pt x="771" y="2884"/>
                  </a:lnTo>
                  <a:lnTo>
                    <a:pt x="791" y="2884"/>
                  </a:lnTo>
                  <a:lnTo>
                    <a:pt x="771" y="2865"/>
                  </a:lnTo>
                  <a:lnTo>
                    <a:pt x="752" y="2845"/>
                  </a:lnTo>
                  <a:lnTo>
                    <a:pt x="752" y="2845"/>
                  </a:lnTo>
                  <a:lnTo>
                    <a:pt x="791" y="2865"/>
                  </a:lnTo>
                  <a:lnTo>
                    <a:pt x="732" y="2825"/>
                  </a:lnTo>
                  <a:close/>
                  <a:moveTo>
                    <a:pt x="1443" y="1"/>
                  </a:moveTo>
                  <a:lnTo>
                    <a:pt x="1443" y="20"/>
                  </a:lnTo>
                  <a:lnTo>
                    <a:pt x="1463" y="40"/>
                  </a:lnTo>
                  <a:lnTo>
                    <a:pt x="1482" y="60"/>
                  </a:lnTo>
                  <a:lnTo>
                    <a:pt x="1463" y="60"/>
                  </a:lnTo>
                  <a:lnTo>
                    <a:pt x="1443" y="40"/>
                  </a:lnTo>
                  <a:lnTo>
                    <a:pt x="1443" y="60"/>
                  </a:lnTo>
                  <a:lnTo>
                    <a:pt x="1423" y="60"/>
                  </a:lnTo>
                  <a:lnTo>
                    <a:pt x="1364" y="40"/>
                  </a:lnTo>
                  <a:lnTo>
                    <a:pt x="1344" y="40"/>
                  </a:lnTo>
                  <a:lnTo>
                    <a:pt x="1344" y="60"/>
                  </a:lnTo>
                  <a:lnTo>
                    <a:pt x="1384" y="80"/>
                  </a:lnTo>
                  <a:lnTo>
                    <a:pt x="1384" y="80"/>
                  </a:lnTo>
                  <a:lnTo>
                    <a:pt x="1324" y="60"/>
                  </a:lnTo>
                  <a:lnTo>
                    <a:pt x="1423" y="139"/>
                  </a:lnTo>
                  <a:lnTo>
                    <a:pt x="1463" y="159"/>
                  </a:lnTo>
                  <a:lnTo>
                    <a:pt x="1482" y="198"/>
                  </a:lnTo>
                  <a:lnTo>
                    <a:pt x="1423" y="178"/>
                  </a:lnTo>
                  <a:lnTo>
                    <a:pt x="1384" y="139"/>
                  </a:lnTo>
                  <a:lnTo>
                    <a:pt x="1324" y="99"/>
                  </a:lnTo>
                  <a:lnTo>
                    <a:pt x="1324" y="99"/>
                  </a:lnTo>
                  <a:lnTo>
                    <a:pt x="1285" y="80"/>
                  </a:lnTo>
                  <a:lnTo>
                    <a:pt x="1245" y="80"/>
                  </a:lnTo>
                  <a:lnTo>
                    <a:pt x="1206" y="40"/>
                  </a:lnTo>
                  <a:lnTo>
                    <a:pt x="1147" y="40"/>
                  </a:lnTo>
                  <a:lnTo>
                    <a:pt x="1186" y="80"/>
                  </a:lnTo>
                  <a:lnTo>
                    <a:pt x="1147" y="80"/>
                  </a:lnTo>
                  <a:lnTo>
                    <a:pt x="1107" y="60"/>
                  </a:lnTo>
                  <a:lnTo>
                    <a:pt x="1107" y="60"/>
                  </a:lnTo>
                  <a:lnTo>
                    <a:pt x="1127" y="80"/>
                  </a:lnTo>
                  <a:lnTo>
                    <a:pt x="1107" y="80"/>
                  </a:lnTo>
                  <a:lnTo>
                    <a:pt x="1107" y="99"/>
                  </a:lnTo>
                  <a:lnTo>
                    <a:pt x="1127" y="119"/>
                  </a:lnTo>
                  <a:lnTo>
                    <a:pt x="1107" y="139"/>
                  </a:lnTo>
                  <a:lnTo>
                    <a:pt x="1087" y="119"/>
                  </a:lnTo>
                  <a:lnTo>
                    <a:pt x="1048" y="99"/>
                  </a:lnTo>
                  <a:lnTo>
                    <a:pt x="1107" y="159"/>
                  </a:lnTo>
                  <a:lnTo>
                    <a:pt x="1186" y="218"/>
                  </a:lnTo>
                  <a:lnTo>
                    <a:pt x="1186" y="218"/>
                  </a:lnTo>
                  <a:lnTo>
                    <a:pt x="1127" y="198"/>
                  </a:lnTo>
                  <a:lnTo>
                    <a:pt x="1074" y="172"/>
                  </a:lnTo>
                  <a:lnTo>
                    <a:pt x="1074" y="172"/>
                  </a:lnTo>
                  <a:lnTo>
                    <a:pt x="1087" y="198"/>
                  </a:lnTo>
                  <a:lnTo>
                    <a:pt x="1107" y="238"/>
                  </a:lnTo>
                  <a:lnTo>
                    <a:pt x="1186" y="297"/>
                  </a:lnTo>
                  <a:lnTo>
                    <a:pt x="1127" y="297"/>
                  </a:lnTo>
                  <a:lnTo>
                    <a:pt x="1087" y="257"/>
                  </a:lnTo>
                  <a:lnTo>
                    <a:pt x="1048" y="218"/>
                  </a:lnTo>
                  <a:lnTo>
                    <a:pt x="1048" y="238"/>
                  </a:lnTo>
                  <a:lnTo>
                    <a:pt x="1028" y="238"/>
                  </a:lnTo>
                  <a:lnTo>
                    <a:pt x="969" y="218"/>
                  </a:lnTo>
                  <a:lnTo>
                    <a:pt x="969" y="218"/>
                  </a:lnTo>
                  <a:lnTo>
                    <a:pt x="1008" y="238"/>
                  </a:lnTo>
                  <a:lnTo>
                    <a:pt x="1048" y="277"/>
                  </a:lnTo>
                  <a:lnTo>
                    <a:pt x="1048" y="277"/>
                  </a:lnTo>
                  <a:lnTo>
                    <a:pt x="969" y="238"/>
                  </a:lnTo>
                  <a:lnTo>
                    <a:pt x="949" y="257"/>
                  </a:lnTo>
                  <a:lnTo>
                    <a:pt x="890" y="257"/>
                  </a:lnTo>
                  <a:lnTo>
                    <a:pt x="890" y="277"/>
                  </a:lnTo>
                  <a:lnTo>
                    <a:pt x="969" y="317"/>
                  </a:lnTo>
                  <a:lnTo>
                    <a:pt x="969" y="317"/>
                  </a:lnTo>
                  <a:lnTo>
                    <a:pt x="910" y="277"/>
                  </a:lnTo>
                  <a:lnTo>
                    <a:pt x="1008" y="336"/>
                  </a:lnTo>
                  <a:lnTo>
                    <a:pt x="1087" y="415"/>
                  </a:lnTo>
                  <a:lnTo>
                    <a:pt x="1068" y="415"/>
                  </a:lnTo>
                  <a:lnTo>
                    <a:pt x="1028" y="396"/>
                  </a:lnTo>
                  <a:lnTo>
                    <a:pt x="1028" y="396"/>
                  </a:lnTo>
                  <a:lnTo>
                    <a:pt x="1041" y="422"/>
                  </a:lnTo>
                  <a:lnTo>
                    <a:pt x="1041" y="422"/>
                  </a:lnTo>
                  <a:lnTo>
                    <a:pt x="1028" y="415"/>
                  </a:lnTo>
                  <a:lnTo>
                    <a:pt x="1028" y="435"/>
                  </a:lnTo>
                  <a:lnTo>
                    <a:pt x="969" y="376"/>
                  </a:lnTo>
                  <a:lnTo>
                    <a:pt x="929" y="376"/>
                  </a:lnTo>
                  <a:lnTo>
                    <a:pt x="890" y="336"/>
                  </a:lnTo>
                  <a:lnTo>
                    <a:pt x="890" y="356"/>
                  </a:lnTo>
                  <a:lnTo>
                    <a:pt x="831" y="297"/>
                  </a:lnTo>
                  <a:lnTo>
                    <a:pt x="811" y="297"/>
                  </a:lnTo>
                  <a:lnTo>
                    <a:pt x="831" y="317"/>
                  </a:lnTo>
                  <a:lnTo>
                    <a:pt x="831" y="336"/>
                  </a:lnTo>
                  <a:lnTo>
                    <a:pt x="791" y="317"/>
                  </a:lnTo>
                  <a:lnTo>
                    <a:pt x="850" y="356"/>
                  </a:lnTo>
                  <a:lnTo>
                    <a:pt x="771" y="356"/>
                  </a:lnTo>
                  <a:lnTo>
                    <a:pt x="811" y="396"/>
                  </a:lnTo>
                  <a:lnTo>
                    <a:pt x="831" y="415"/>
                  </a:lnTo>
                  <a:lnTo>
                    <a:pt x="791" y="396"/>
                  </a:lnTo>
                  <a:lnTo>
                    <a:pt x="752" y="396"/>
                  </a:lnTo>
                  <a:lnTo>
                    <a:pt x="771" y="435"/>
                  </a:lnTo>
                  <a:lnTo>
                    <a:pt x="850" y="494"/>
                  </a:lnTo>
                  <a:lnTo>
                    <a:pt x="850" y="514"/>
                  </a:lnTo>
                  <a:lnTo>
                    <a:pt x="831" y="494"/>
                  </a:lnTo>
                  <a:lnTo>
                    <a:pt x="791" y="475"/>
                  </a:lnTo>
                  <a:lnTo>
                    <a:pt x="811" y="494"/>
                  </a:lnTo>
                  <a:lnTo>
                    <a:pt x="771" y="475"/>
                  </a:lnTo>
                  <a:lnTo>
                    <a:pt x="752" y="494"/>
                  </a:lnTo>
                  <a:lnTo>
                    <a:pt x="732" y="494"/>
                  </a:lnTo>
                  <a:lnTo>
                    <a:pt x="890" y="652"/>
                  </a:lnTo>
                  <a:lnTo>
                    <a:pt x="969" y="731"/>
                  </a:lnTo>
                  <a:lnTo>
                    <a:pt x="1068" y="791"/>
                  </a:lnTo>
                  <a:lnTo>
                    <a:pt x="1068" y="791"/>
                  </a:lnTo>
                  <a:lnTo>
                    <a:pt x="1008" y="771"/>
                  </a:lnTo>
                  <a:lnTo>
                    <a:pt x="969" y="771"/>
                  </a:lnTo>
                  <a:lnTo>
                    <a:pt x="910" y="731"/>
                  </a:lnTo>
                  <a:lnTo>
                    <a:pt x="870" y="712"/>
                  </a:lnTo>
                  <a:lnTo>
                    <a:pt x="870" y="692"/>
                  </a:lnTo>
                  <a:lnTo>
                    <a:pt x="910" y="712"/>
                  </a:lnTo>
                  <a:lnTo>
                    <a:pt x="929" y="731"/>
                  </a:lnTo>
                  <a:lnTo>
                    <a:pt x="929" y="712"/>
                  </a:lnTo>
                  <a:lnTo>
                    <a:pt x="791" y="652"/>
                  </a:lnTo>
                  <a:lnTo>
                    <a:pt x="752" y="613"/>
                  </a:lnTo>
                  <a:lnTo>
                    <a:pt x="732" y="593"/>
                  </a:lnTo>
                  <a:lnTo>
                    <a:pt x="653" y="534"/>
                  </a:lnTo>
                  <a:lnTo>
                    <a:pt x="653" y="554"/>
                  </a:lnTo>
                  <a:lnTo>
                    <a:pt x="673" y="573"/>
                  </a:lnTo>
                  <a:lnTo>
                    <a:pt x="633" y="573"/>
                  </a:lnTo>
                  <a:lnTo>
                    <a:pt x="653" y="593"/>
                  </a:lnTo>
                  <a:lnTo>
                    <a:pt x="653" y="613"/>
                  </a:lnTo>
                  <a:lnTo>
                    <a:pt x="692" y="652"/>
                  </a:lnTo>
                  <a:lnTo>
                    <a:pt x="673" y="652"/>
                  </a:lnTo>
                  <a:lnTo>
                    <a:pt x="633" y="633"/>
                  </a:lnTo>
                  <a:lnTo>
                    <a:pt x="653" y="672"/>
                  </a:lnTo>
                  <a:lnTo>
                    <a:pt x="712" y="712"/>
                  </a:lnTo>
                  <a:lnTo>
                    <a:pt x="791" y="771"/>
                  </a:lnTo>
                  <a:lnTo>
                    <a:pt x="811" y="810"/>
                  </a:lnTo>
                  <a:lnTo>
                    <a:pt x="791" y="810"/>
                  </a:lnTo>
                  <a:lnTo>
                    <a:pt x="771" y="791"/>
                  </a:lnTo>
                  <a:lnTo>
                    <a:pt x="752" y="771"/>
                  </a:lnTo>
                  <a:lnTo>
                    <a:pt x="771" y="810"/>
                  </a:lnTo>
                  <a:lnTo>
                    <a:pt x="712" y="791"/>
                  </a:lnTo>
                  <a:lnTo>
                    <a:pt x="712" y="771"/>
                  </a:lnTo>
                  <a:lnTo>
                    <a:pt x="692" y="751"/>
                  </a:lnTo>
                  <a:lnTo>
                    <a:pt x="692" y="771"/>
                  </a:lnTo>
                  <a:lnTo>
                    <a:pt x="752" y="830"/>
                  </a:lnTo>
                  <a:lnTo>
                    <a:pt x="712" y="830"/>
                  </a:lnTo>
                  <a:lnTo>
                    <a:pt x="633" y="791"/>
                  </a:lnTo>
                  <a:lnTo>
                    <a:pt x="574" y="791"/>
                  </a:lnTo>
                  <a:lnTo>
                    <a:pt x="653" y="850"/>
                  </a:lnTo>
                  <a:lnTo>
                    <a:pt x="692" y="889"/>
                  </a:lnTo>
                  <a:lnTo>
                    <a:pt x="692" y="870"/>
                  </a:lnTo>
                  <a:lnTo>
                    <a:pt x="712" y="889"/>
                  </a:lnTo>
                  <a:lnTo>
                    <a:pt x="732" y="909"/>
                  </a:lnTo>
                  <a:lnTo>
                    <a:pt x="771" y="929"/>
                  </a:lnTo>
                  <a:lnTo>
                    <a:pt x="811" y="968"/>
                  </a:lnTo>
                  <a:lnTo>
                    <a:pt x="791" y="968"/>
                  </a:lnTo>
                  <a:lnTo>
                    <a:pt x="771" y="949"/>
                  </a:lnTo>
                  <a:lnTo>
                    <a:pt x="752" y="929"/>
                  </a:lnTo>
                  <a:lnTo>
                    <a:pt x="712" y="929"/>
                  </a:lnTo>
                  <a:lnTo>
                    <a:pt x="594" y="810"/>
                  </a:lnTo>
                  <a:lnTo>
                    <a:pt x="574" y="791"/>
                  </a:lnTo>
                  <a:lnTo>
                    <a:pt x="574" y="810"/>
                  </a:lnTo>
                  <a:lnTo>
                    <a:pt x="574" y="810"/>
                  </a:lnTo>
                  <a:lnTo>
                    <a:pt x="594" y="830"/>
                  </a:lnTo>
                  <a:lnTo>
                    <a:pt x="633" y="850"/>
                  </a:lnTo>
                  <a:lnTo>
                    <a:pt x="692" y="929"/>
                  </a:lnTo>
                  <a:lnTo>
                    <a:pt x="732" y="1008"/>
                  </a:lnTo>
                  <a:lnTo>
                    <a:pt x="732" y="1008"/>
                  </a:lnTo>
                  <a:lnTo>
                    <a:pt x="673" y="949"/>
                  </a:lnTo>
                  <a:lnTo>
                    <a:pt x="633" y="909"/>
                  </a:lnTo>
                  <a:lnTo>
                    <a:pt x="594" y="870"/>
                  </a:lnTo>
                  <a:lnTo>
                    <a:pt x="534" y="830"/>
                  </a:lnTo>
                  <a:lnTo>
                    <a:pt x="534" y="830"/>
                  </a:lnTo>
                  <a:lnTo>
                    <a:pt x="554" y="870"/>
                  </a:lnTo>
                  <a:lnTo>
                    <a:pt x="574" y="889"/>
                  </a:lnTo>
                  <a:lnTo>
                    <a:pt x="534" y="870"/>
                  </a:lnTo>
                  <a:lnTo>
                    <a:pt x="534" y="889"/>
                  </a:lnTo>
                  <a:lnTo>
                    <a:pt x="554" y="929"/>
                  </a:lnTo>
                  <a:lnTo>
                    <a:pt x="574" y="929"/>
                  </a:lnTo>
                  <a:lnTo>
                    <a:pt x="594" y="949"/>
                  </a:lnTo>
                  <a:lnTo>
                    <a:pt x="574" y="968"/>
                  </a:lnTo>
                  <a:lnTo>
                    <a:pt x="554" y="968"/>
                  </a:lnTo>
                  <a:lnTo>
                    <a:pt x="574" y="988"/>
                  </a:lnTo>
                  <a:lnTo>
                    <a:pt x="554" y="988"/>
                  </a:lnTo>
                  <a:lnTo>
                    <a:pt x="554" y="1008"/>
                  </a:lnTo>
                  <a:lnTo>
                    <a:pt x="574" y="1028"/>
                  </a:lnTo>
                  <a:lnTo>
                    <a:pt x="574" y="1008"/>
                  </a:lnTo>
                  <a:lnTo>
                    <a:pt x="613" y="1008"/>
                  </a:lnTo>
                  <a:lnTo>
                    <a:pt x="653" y="1047"/>
                  </a:lnTo>
                  <a:lnTo>
                    <a:pt x="653" y="1067"/>
                  </a:lnTo>
                  <a:lnTo>
                    <a:pt x="673" y="1087"/>
                  </a:lnTo>
                  <a:lnTo>
                    <a:pt x="692" y="1107"/>
                  </a:lnTo>
                  <a:lnTo>
                    <a:pt x="692" y="1126"/>
                  </a:lnTo>
                  <a:lnTo>
                    <a:pt x="712" y="1146"/>
                  </a:lnTo>
                  <a:lnTo>
                    <a:pt x="712" y="1166"/>
                  </a:lnTo>
                  <a:lnTo>
                    <a:pt x="712" y="1186"/>
                  </a:lnTo>
                  <a:lnTo>
                    <a:pt x="673" y="1166"/>
                  </a:lnTo>
                  <a:lnTo>
                    <a:pt x="653" y="1146"/>
                  </a:lnTo>
                  <a:lnTo>
                    <a:pt x="653" y="1166"/>
                  </a:lnTo>
                  <a:lnTo>
                    <a:pt x="613" y="1126"/>
                  </a:lnTo>
                  <a:lnTo>
                    <a:pt x="613" y="1146"/>
                  </a:lnTo>
                  <a:lnTo>
                    <a:pt x="633" y="1166"/>
                  </a:lnTo>
                  <a:lnTo>
                    <a:pt x="613" y="1166"/>
                  </a:lnTo>
                  <a:lnTo>
                    <a:pt x="594" y="1126"/>
                  </a:lnTo>
                  <a:lnTo>
                    <a:pt x="534" y="1087"/>
                  </a:lnTo>
                  <a:lnTo>
                    <a:pt x="594" y="1146"/>
                  </a:lnTo>
                  <a:lnTo>
                    <a:pt x="554" y="1126"/>
                  </a:lnTo>
                  <a:lnTo>
                    <a:pt x="574" y="1146"/>
                  </a:lnTo>
                  <a:lnTo>
                    <a:pt x="594" y="1166"/>
                  </a:lnTo>
                  <a:lnTo>
                    <a:pt x="554" y="1146"/>
                  </a:lnTo>
                  <a:lnTo>
                    <a:pt x="554" y="1166"/>
                  </a:lnTo>
                  <a:lnTo>
                    <a:pt x="594" y="1205"/>
                  </a:lnTo>
                  <a:lnTo>
                    <a:pt x="633" y="1225"/>
                  </a:lnTo>
                  <a:lnTo>
                    <a:pt x="692" y="1265"/>
                  </a:lnTo>
                  <a:lnTo>
                    <a:pt x="692" y="1284"/>
                  </a:lnTo>
                  <a:lnTo>
                    <a:pt x="692" y="1304"/>
                  </a:lnTo>
                  <a:lnTo>
                    <a:pt x="673" y="1304"/>
                  </a:lnTo>
                  <a:lnTo>
                    <a:pt x="633" y="1284"/>
                  </a:lnTo>
                  <a:lnTo>
                    <a:pt x="673" y="1324"/>
                  </a:lnTo>
                  <a:lnTo>
                    <a:pt x="673" y="1324"/>
                  </a:lnTo>
                  <a:lnTo>
                    <a:pt x="633" y="1304"/>
                  </a:lnTo>
                  <a:lnTo>
                    <a:pt x="594" y="1284"/>
                  </a:lnTo>
                  <a:lnTo>
                    <a:pt x="594" y="1265"/>
                  </a:lnTo>
                  <a:lnTo>
                    <a:pt x="534" y="1225"/>
                  </a:lnTo>
                  <a:lnTo>
                    <a:pt x="495" y="1205"/>
                  </a:lnTo>
                  <a:lnTo>
                    <a:pt x="495" y="1205"/>
                  </a:lnTo>
                  <a:lnTo>
                    <a:pt x="542" y="1241"/>
                  </a:lnTo>
                  <a:lnTo>
                    <a:pt x="542" y="1241"/>
                  </a:lnTo>
                  <a:lnTo>
                    <a:pt x="495" y="1225"/>
                  </a:lnTo>
                  <a:lnTo>
                    <a:pt x="515" y="1265"/>
                  </a:lnTo>
                  <a:lnTo>
                    <a:pt x="534" y="1284"/>
                  </a:lnTo>
                  <a:lnTo>
                    <a:pt x="534" y="1284"/>
                  </a:lnTo>
                  <a:lnTo>
                    <a:pt x="436" y="1205"/>
                  </a:lnTo>
                  <a:lnTo>
                    <a:pt x="455" y="1225"/>
                  </a:lnTo>
                  <a:lnTo>
                    <a:pt x="436" y="1225"/>
                  </a:lnTo>
                  <a:lnTo>
                    <a:pt x="455" y="1245"/>
                  </a:lnTo>
                  <a:lnTo>
                    <a:pt x="475" y="1245"/>
                  </a:lnTo>
                  <a:lnTo>
                    <a:pt x="495" y="1265"/>
                  </a:lnTo>
                  <a:lnTo>
                    <a:pt x="495" y="1284"/>
                  </a:lnTo>
                  <a:lnTo>
                    <a:pt x="455" y="1284"/>
                  </a:lnTo>
                  <a:lnTo>
                    <a:pt x="495" y="1324"/>
                  </a:lnTo>
                  <a:lnTo>
                    <a:pt x="495" y="1304"/>
                  </a:lnTo>
                  <a:lnTo>
                    <a:pt x="515" y="1324"/>
                  </a:lnTo>
                  <a:lnTo>
                    <a:pt x="534" y="1344"/>
                  </a:lnTo>
                  <a:lnTo>
                    <a:pt x="534" y="1363"/>
                  </a:lnTo>
                  <a:lnTo>
                    <a:pt x="534" y="1383"/>
                  </a:lnTo>
                  <a:lnTo>
                    <a:pt x="554" y="1423"/>
                  </a:lnTo>
                  <a:lnTo>
                    <a:pt x="495" y="1403"/>
                  </a:lnTo>
                  <a:lnTo>
                    <a:pt x="445" y="1354"/>
                  </a:lnTo>
                  <a:lnTo>
                    <a:pt x="455" y="1383"/>
                  </a:lnTo>
                  <a:lnTo>
                    <a:pt x="436" y="1383"/>
                  </a:lnTo>
                  <a:lnTo>
                    <a:pt x="376" y="1363"/>
                  </a:lnTo>
                  <a:lnTo>
                    <a:pt x="337" y="1344"/>
                  </a:lnTo>
                  <a:lnTo>
                    <a:pt x="317" y="1344"/>
                  </a:lnTo>
                  <a:lnTo>
                    <a:pt x="396" y="1383"/>
                  </a:lnTo>
                  <a:lnTo>
                    <a:pt x="396" y="1403"/>
                  </a:lnTo>
                  <a:lnTo>
                    <a:pt x="436" y="1423"/>
                  </a:lnTo>
                  <a:lnTo>
                    <a:pt x="455" y="1442"/>
                  </a:lnTo>
                  <a:lnTo>
                    <a:pt x="455" y="1442"/>
                  </a:lnTo>
                  <a:lnTo>
                    <a:pt x="396" y="1423"/>
                  </a:lnTo>
                  <a:lnTo>
                    <a:pt x="376" y="1423"/>
                  </a:lnTo>
                  <a:lnTo>
                    <a:pt x="436" y="1462"/>
                  </a:lnTo>
                  <a:lnTo>
                    <a:pt x="455" y="1521"/>
                  </a:lnTo>
                  <a:lnTo>
                    <a:pt x="436" y="1502"/>
                  </a:lnTo>
                  <a:lnTo>
                    <a:pt x="416" y="1482"/>
                  </a:lnTo>
                  <a:lnTo>
                    <a:pt x="396" y="1462"/>
                  </a:lnTo>
                  <a:lnTo>
                    <a:pt x="436" y="1521"/>
                  </a:lnTo>
                  <a:lnTo>
                    <a:pt x="455" y="1541"/>
                  </a:lnTo>
                  <a:lnTo>
                    <a:pt x="475" y="1561"/>
                  </a:lnTo>
                  <a:lnTo>
                    <a:pt x="416" y="1541"/>
                  </a:lnTo>
                  <a:lnTo>
                    <a:pt x="455" y="1581"/>
                  </a:lnTo>
                  <a:lnTo>
                    <a:pt x="455" y="1600"/>
                  </a:lnTo>
                  <a:lnTo>
                    <a:pt x="495" y="1620"/>
                  </a:lnTo>
                  <a:lnTo>
                    <a:pt x="534" y="1660"/>
                  </a:lnTo>
                  <a:lnTo>
                    <a:pt x="455" y="1640"/>
                  </a:lnTo>
                  <a:lnTo>
                    <a:pt x="455" y="1620"/>
                  </a:lnTo>
                  <a:lnTo>
                    <a:pt x="416" y="1600"/>
                  </a:lnTo>
                  <a:lnTo>
                    <a:pt x="376" y="1561"/>
                  </a:lnTo>
                  <a:lnTo>
                    <a:pt x="337" y="1521"/>
                  </a:lnTo>
                  <a:lnTo>
                    <a:pt x="317" y="1521"/>
                  </a:lnTo>
                  <a:lnTo>
                    <a:pt x="337" y="1541"/>
                  </a:lnTo>
                  <a:lnTo>
                    <a:pt x="357" y="1561"/>
                  </a:lnTo>
                  <a:lnTo>
                    <a:pt x="357" y="1581"/>
                  </a:lnTo>
                  <a:lnTo>
                    <a:pt x="337" y="1561"/>
                  </a:lnTo>
                  <a:lnTo>
                    <a:pt x="297" y="1541"/>
                  </a:lnTo>
                  <a:lnTo>
                    <a:pt x="317" y="1561"/>
                  </a:lnTo>
                  <a:lnTo>
                    <a:pt x="297" y="1561"/>
                  </a:lnTo>
                  <a:lnTo>
                    <a:pt x="357" y="1600"/>
                  </a:lnTo>
                  <a:lnTo>
                    <a:pt x="396" y="1640"/>
                  </a:lnTo>
                  <a:lnTo>
                    <a:pt x="396" y="1640"/>
                  </a:lnTo>
                  <a:lnTo>
                    <a:pt x="317" y="1600"/>
                  </a:lnTo>
                  <a:lnTo>
                    <a:pt x="357" y="1640"/>
                  </a:lnTo>
                  <a:lnTo>
                    <a:pt x="416" y="1679"/>
                  </a:lnTo>
                  <a:lnTo>
                    <a:pt x="455" y="1719"/>
                  </a:lnTo>
                  <a:lnTo>
                    <a:pt x="495" y="1739"/>
                  </a:lnTo>
                  <a:lnTo>
                    <a:pt x="534" y="1758"/>
                  </a:lnTo>
                  <a:lnTo>
                    <a:pt x="554" y="1798"/>
                  </a:lnTo>
                  <a:lnTo>
                    <a:pt x="515" y="1778"/>
                  </a:lnTo>
                  <a:lnTo>
                    <a:pt x="455" y="1758"/>
                  </a:lnTo>
                  <a:lnTo>
                    <a:pt x="357" y="1679"/>
                  </a:lnTo>
                  <a:lnTo>
                    <a:pt x="218" y="1581"/>
                  </a:lnTo>
                  <a:lnTo>
                    <a:pt x="238" y="1620"/>
                  </a:lnTo>
                  <a:lnTo>
                    <a:pt x="199" y="1620"/>
                  </a:lnTo>
                  <a:lnTo>
                    <a:pt x="258" y="1679"/>
                  </a:lnTo>
                  <a:lnTo>
                    <a:pt x="321" y="1730"/>
                  </a:lnTo>
                  <a:lnTo>
                    <a:pt x="321" y="1730"/>
                  </a:lnTo>
                  <a:lnTo>
                    <a:pt x="337" y="1778"/>
                  </a:lnTo>
                  <a:lnTo>
                    <a:pt x="337" y="1798"/>
                  </a:lnTo>
                  <a:lnTo>
                    <a:pt x="337" y="1818"/>
                  </a:lnTo>
                  <a:lnTo>
                    <a:pt x="376" y="1857"/>
                  </a:lnTo>
                  <a:lnTo>
                    <a:pt x="455" y="1897"/>
                  </a:lnTo>
                  <a:lnTo>
                    <a:pt x="455" y="1916"/>
                  </a:lnTo>
                  <a:lnTo>
                    <a:pt x="475" y="1936"/>
                  </a:lnTo>
                  <a:lnTo>
                    <a:pt x="515" y="1976"/>
                  </a:lnTo>
                  <a:lnTo>
                    <a:pt x="495" y="1976"/>
                  </a:lnTo>
                  <a:lnTo>
                    <a:pt x="455" y="1936"/>
                  </a:lnTo>
                  <a:lnTo>
                    <a:pt x="436" y="1936"/>
                  </a:lnTo>
                  <a:lnTo>
                    <a:pt x="455" y="1976"/>
                  </a:lnTo>
                  <a:lnTo>
                    <a:pt x="396" y="1936"/>
                  </a:lnTo>
                  <a:lnTo>
                    <a:pt x="376" y="1916"/>
                  </a:lnTo>
                  <a:lnTo>
                    <a:pt x="416" y="1916"/>
                  </a:lnTo>
                  <a:lnTo>
                    <a:pt x="376" y="1877"/>
                  </a:lnTo>
                  <a:lnTo>
                    <a:pt x="376" y="1897"/>
                  </a:lnTo>
                  <a:lnTo>
                    <a:pt x="357" y="1897"/>
                  </a:lnTo>
                  <a:lnTo>
                    <a:pt x="278" y="1837"/>
                  </a:lnTo>
                  <a:lnTo>
                    <a:pt x="297" y="1857"/>
                  </a:lnTo>
                  <a:lnTo>
                    <a:pt x="317" y="1877"/>
                  </a:lnTo>
                  <a:lnTo>
                    <a:pt x="337" y="1897"/>
                  </a:lnTo>
                  <a:lnTo>
                    <a:pt x="357" y="1916"/>
                  </a:lnTo>
                  <a:lnTo>
                    <a:pt x="297" y="1897"/>
                  </a:lnTo>
                  <a:lnTo>
                    <a:pt x="278" y="1897"/>
                  </a:lnTo>
                  <a:lnTo>
                    <a:pt x="278" y="1916"/>
                  </a:lnTo>
                  <a:lnTo>
                    <a:pt x="258" y="1916"/>
                  </a:lnTo>
                  <a:lnTo>
                    <a:pt x="179" y="1857"/>
                  </a:lnTo>
                  <a:lnTo>
                    <a:pt x="179" y="1857"/>
                  </a:lnTo>
                  <a:lnTo>
                    <a:pt x="218" y="1936"/>
                  </a:lnTo>
                  <a:lnTo>
                    <a:pt x="238" y="1976"/>
                  </a:lnTo>
                  <a:lnTo>
                    <a:pt x="278" y="2015"/>
                  </a:lnTo>
                  <a:lnTo>
                    <a:pt x="317" y="2055"/>
                  </a:lnTo>
                  <a:lnTo>
                    <a:pt x="357" y="2055"/>
                  </a:lnTo>
                  <a:lnTo>
                    <a:pt x="337" y="2015"/>
                  </a:lnTo>
                  <a:lnTo>
                    <a:pt x="317" y="1995"/>
                  </a:lnTo>
                  <a:lnTo>
                    <a:pt x="357" y="1995"/>
                  </a:lnTo>
                  <a:lnTo>
                    <a:pt x="258" y="1916"/>
                  </a:lnTo>
                  <a:lnTo>
                    <a:pt x="258" y="1916"/>
                  </a:lnTo>
                  <a:lnTo>
                    <a:pt x="297" y="1936"/>
                  </a:lnTo>
                  <a:lnTo>
                    <a:pt x="376" y="1995"/>
                  </a:lnTo>
                  <a:lnTo>
                    <a:pt x="416" y="2035"/>
                  </a:lnTo>
                  <a:lnTo>
                    <a:pt x="416" y="2055"/>
                  </a:lnTo>
                  <a:lnTo>
                    <a:pt x="455" y="2074"/>
                  </a:lnTo>
                  <a:lnTo>
                    <a:pt x="475" y="2055"/>
                  </a:lnTo>
                  <a:lnTo>
                    <a:pt x="554" y="2114"/>
                  </a:lnTo>
                  <a:lnTo>
                    <a:pt x="613" y="2173"/>
                  </a:lnTo>
                  <a:lnTo>
                    <a:pt x="613" y="2173"/>
                  </a:lnTo>
                  <a:lnTo>
                    <a:pt x="673" y="2252"/>
                  </a:lnTo>
                  <a:lnTo>
                    <a:pt x="554" y="2173"/>
                  </a:lnTo>
                  <a:lnTo>
                    <a:pt x="554" y="2193"/>
                  </a:lnTo>
                  <a:lnTo>
                    <a:pt x="554" y="2213"/>
                  </a:lnTo>
                  <a:lnTo>
                    <a:pt x="594" y="2232"/>
                  </a:lnTo>
                  <a:lnTo>
                    <a:pt x="594" y="2213"/>
                  </a:lnTo>
                  <a:lnTo>
                    <a:pt x="633" y="2252"/>
                  </a:lnTo>
                  <a:lnTo>
                    <a:pt x="613" y="2252"/>
                  </a:lnTo>
                  <a:lnTo>
                    <a:pt x="653" y="2292"/>
                  </a:lnTo>
                  <a:lnTo>
                    <a:pt x="712" y="2331"/>
                  </a:lnTo>
                  <a:lnTo>
                    <a:pt x="673" y="2331"/>
                  </a:lnTo>
                  <a:lnTo>
                    <a:pt x="633" y="2311"/>
                  </a:lnTo>
                  <a:lnTo>
                    <a:pt x="594" y="2292"/>
                  </a:lnTo>
                  <a:lnTo>
                    <a:pt x="495" y="2193"/>
                  </a:lnTo>
                  <a:lnTo>
                    <a:pt x="515" y="2232"/>
                  </a:lnTo>
                  <a:lnTo>
                    <a:pt x="337" y="2094"/>
                  </a:lnTo>
                  <a:lnTo>
                    <a:pt x="297" y="2094"/>
                  </a:lnTo>
                  <a:lnTo>
                    <a:pt x="297" y="2114"/>
                  </a:lnTo>
                  <a:lnTo>
                    <a:pt x="159" y="2035"/>
                  </a:lnTo>
                  <a:lnTo>
                    <a:pt x="179" y="2074"/>
                  </a:lnTo>
                  <a:lnTo>
                    <a:pt x="159" y="2074"/>
                  </a:lnTo>
                  <a:lnTo>
                    <a:pt x="100" y="2055"/>
                  </a:lnTo>
                  <a:lnTo>
                    <a:pt x="120" y="2074"/>
                  </a:lnTo>
                  <a:lnTo>
                    <a:pt x="159" y="2094"/>
                  </a:lnTo>
                  <a:lnTo>
                    <a:pt x="218" y="2134"/>
                  </a:lnTo>
                  <a:lnTo>
                    <a:pt x="238" y="2134"/>
                  </a:lnTo>
                  <a:lnTo>
                    <a:pt x="278" y="2153"/>
                  </a:lnTo>
                  <a:lnTo>
                    <a:pt x="297" y="2173"/>
                  </a:lnTo>
                  <a:lnTo>
                    <a:pt x="357" y="2213"/>
                  </a:lnTo>
                  <a:lnTo>
                    <a:pt x="376" y="2213"/>
                  </a:lnTo>
                  <a:lnTo>
                    <a:pt x="416" y="2232"/>
                  </a:lnTo>
                  <a:lnTo>
                    <a:pt x="396" y="2252"/>
                  </a:lnTo>
                  <a:lnTo>
                    <a:pt x="396" y="2272"/>
                  </a:lnTo>
                  <a:lnTo>
                    <a:pt x="278" y="2173"/>
                  </a:lnTo>
                  <a:lnTo>
                    <a:pt x="278" y="2193"/>
                  </a:lnTo>
                  <a:lnTo>
                    <a:pt x="238" y="2193"/>
                  </a:lnTo>
                  <a:lnTo>
                    <a:pt x="199" y="2173"/>
                  </a:lnTo>
                  <a:lnTo>
                    <a:pt x="179" y="2153"/>
                  </a:lnTo>
                  <a:lnTo>
                    <a:pt x="159" y="2134"/>
                  </a:lnTo>
                  <a:lnTo>
                    <a:pt x="139" y="2114"/>
                  </a:lnTo>
                  <a:lnTo>
                    <a:pt x="100" y="2134"/>
                  </a:lnTo>
                  <a:lnTo>
                    <a:pt x="80" y="2114"/>
                  </a:lnTo>
                  <a:lnTo>
                    <a:pt x="80" y="2094"/>
                  </a:lnTo>
                  <a:lnTo>
                    <a:pt x="60" y="2094"/>
                  </a:lnTo>
                  <a:lnTo>
                    <a:pt x="60" y="2114"/>
                  </a:lnTo>
                  <a:lnTo>
                    <a:pt x="139" y="2173"/>
                  </a:lnTo>
                  <a:lnTo>
                    <a:pt x="80" y="2173"/>
                  </a:lnTo>
                  <a:lnTo>
                    <a:pt x="80" y="2193"/>
                  </a:lnTo>
                  <a:lnTo>
                    <a:pt x="120" y="2213"/>
                  </a:lnTo>
                  <a:lnTo>
                    <a:pt x="159" y="2252"/>
                  </a:lnTo>
                  <a:lnTo>
                    <a:pt x="199" y="2292"/>
                  </a:lnTo>
                  <a:lnTo>
                    <a:pt x="218" y="2311"/>
                  </a:lnTo>
                  <a:lnTo>
                    <a:pt x="238" y="2331"/>
                  </a:lnTo>
                  <a:lnTo>
                    <a:pt x="60" y="2213"/>
                  </a:lnTo>
                  <a:lnTo>
                    <a:pt x="80" y="2232"/>
                  </a:lnTo>
                  <a:lnTo>
                    <a:pt x="60" y="2232"/>
                  </a:lnTo>
                  <a:lnTo>
                    <a:pt x="120" y="2272"/>
                  </a:lnTo>
                  <a:lnTo>
                    <a:pt x="159" y="2311"/>
                  </a:lnTo>
                  <a:lnTo>
                    <a:pt x="179" y="2331"/>
                  </a:lnTo>
                  <a:lnTo>
                    <a:pt x="159" y="2331"/>
                  </a:lnTo>
                  <a:lnTo>
                    <a:pt x="179" y="2371"/>
                  </a:lnTo>
                  <a:lnTo>
                    <a:pt x="218" y="2391"/>
                  </a:lnTo>
                  <a:lnTo>
                    <a:pt x="278" y="2430"/>
                  </a:lnTo>
                  <a:lnTo>
                    <a:pt x="218" y="2430"/>
                  </a:lnTo>
                  <a:lnTo>
                    <a:pt x="139" y="2371"/>
                  </a:lnTo>
                  <a:lnTo>
                    <a:pt x="159" y="2371"/>
                  </a:lnTo>
                  <a:lnTo>
                    <a:pt x="139" y="2351"/>
                  </a:lnTo>
                  <a:lnTo>
                    <a:pt x="120" y="2371"/>
                  </a:lnTo>
                  <a:lnTo>
                    <a:pt x="80" y="2351"/>
                  </a:lnTo>
                  <a:lnTo>
                    <a:pt x="21" y="2311"/>
                  </a:lnTo>
                  <a:lnTo>
                    <a:pt x="40" y="2351"/>
                  </a:lnTo>
                  <a:lnTo>
                    <a:pt x="80" y="2371"/>
                  </a:lnTo>
                  <a:lnTo>
                    <a:pt x="80" y="2391"/>
                  </a:lnTo>
                  <a:lnTo>
                    <a:pt x="179" y="2470"/>
                  </a:lnTo>
                  <a:lnTo>
                    <a:pt x="199" y="2470"/>
                  </a:lnTo>
                  <a:lnTo>
                    <a:pt x="159" y="2450"/>
                  </a:lnTo>
                  <a:lnTo>
                    <a:pt x="139" y="2430"/>
                  </a:lnTo>
                  <a:lnTo>
                    <a:pt x="120" y="2410"/>
                  </a:lnTo>
                  <a:lnTo>
                    <a:pt x="120" y="2410"/>
                  </a:lnTo>
                  <a:lnTo>
                    <a:pt x="199" y="2450"/>
                  </a:lnTo>
                  <a:lnTo>
                    <a:pt x="238" y="2489"/>
                  </a:lnTo>
                  <a:lnTo>
                    <a:pt x="238" y="2489"/>
                  </a:lnTo>
                  <a:lnTo>
                    <a:pt x="199" y="2430"/>
                  </a:lnTo>
                  <a:lnTo>
                    <a:pt x="258" y="2489"/>
                  </a:lnTo>
                  <a:lnTo>
                    <a:pt x="278" y="2470"/>
                  </a:lnTo>
                  <a:lnTo>
                    <a:pt x="297" y="2470"/>
                  </a:lnTo>
                  <a:lnTo>
                    <a:pt x="357" y="2489"/>
                  </a:lnTo>
                  <a:lnTo>
                    <a:pt x="297" y="2430"/>
                  </a:lnTo>
                  <a:lnTo>
                    <a:pt x="297" y="2430"/>
                  </a:lnTo>
                  <a:lnTo>
                    <a:pt x="376" y="2489"/>
                  </a:lnTo>
                  <a:lnTo>
                    <a:pt x="475" y="2568"/>
                  </a:lnTo>
                  <a:lnTo>
                    <a:pt x="515" y="2608"/>
                  </a:lnTo>
                  <a:lnTo>
                    <a:pt x="534" y="2647"/>
                  </a:lnTo>
                  <a:lnTo>
                    <a:pt x="574" y="2687"/>
                  </a:lnTo>
                  <a:lnTo>
                    <a:pt x="594" y="2707"/>
                  </a:lnTo>
                  <a:lnTo>
                    <a:pt x="574" y="2707"/>
                  </a:lnTo>
                  <a:lnTo>
                    <a:pt x="633" y="2746"/>
                  </a:lnTo>
                  <a:lnTo>
                    <a:pt x="594" y="2746"/>
                  </a:lnTo>
                  <a:lnTo>
                    <a:pt x="613" y="2766"/>
                  </a:lnTo>
                  <a:lnTo>
                    <a:pt x="613" y="2766"/>
                  </a:lnTo>
                  <a:lnTo>
                    <a:pt x="455" y="2667"/>
                  </a:lnTo>
                  <a:lnTo>
                    <a:pt x="337" y="2568"/>
                  </a:lnTo>
                  <a:lnTo>
                    <a:pt x="317" y="2588"/>
                  </a:lnTo>
                  <a:lnTo>
                    <a:pt x="337" y="2628"/>
                  </a:lnTo>
                  <a:lnTo>
                    <a:pt x="337" y="2628"/>
                  </a:lnTo>
                  <a:lnTo>
                    <a:pt x="258" y="2568"/>
                  </a:lnTo>
                  <a:lnTo>
                    <a:pt x="179" y="2509"/>
                  </a:lnTo>
                  <a:lnTo>
                    <a:pt x="199" y="2529"/>
                  </a:lnTo>
                  <a:lnTo>
                    <a:pt x="258" y="2588"/>
                  </a:lnTo>
                  <a:lnTo>
                    <a:pt x="218" y="2568"/>
                  </a:lnTo>
                  <a:lnTo>
                    <a:pt x="199" y="2568"/>
                  </a:lnTo>
                  <a:lnTo>
                    <a:pt x="238" y="2608"/>
                  </a:lnTo>
                  <a:lnTo>
                    <a:pt x="297" y="2667"/>
                  </a:lnTo>
                  <a:lnTo>
                    <a:pt x="330" y="2667"/>
                  </a:lnTo>
                  <a:lnTo>
                    <a:pt x="357" y="2707"/>
                  </a:lnTo>
                  <a:lnTo>
                    <a:pt x="416" y="2707"/>
                  </a:lnTo>
                  <a:lnTo>
                    <a:pt x="455" y="2733"/>
                  </a:lnTo>
                  <a:lnTo>
                    <a:pt x="455" y="2733"/>
                  </a:lnTo>
                  <a:lnTo>
                    <a:pt x="455" y="2746"/>
                  </a:lnTo>
                  <a:lnTo>
                    <a:pt x="475" y="2766"/>
                  </a:lnTo>
                  <a:lnTo>
                    <a:pt x="495" y="2766"/>
                  </a:lnTo>
                  <a:lnTo>
                    <a:pt x="475" y="2726"/>
                  </a:lnTo>
                  <a:lnTo>
                    <a:pt x="475" y="2726"/>
                  </a:lnTo>
                  <a:lnTo>
                    <a:pt x="515" y="2746"/>
                  </a:lnTo>
                  <a:lnTo>
                    <a:pt x="554" y="2746"/>
                  </a:lnTo>
                  <a:lnTo>
                    <a:pt x="633" y="2825"/>
                  </a:lnTo>
                  <a:lnTo>
                    <a:pt x="554" y="2786"/>
                  </a:lnTo>
                  <a:lnTo>
                    <a:pt x="554" y="2805"/>
                  </a:lnTo>
                  <a:lnTo>
                    <a:pt x="574" y="2825"/>
                  </a:lnTo>
                  <a:lnTo>
                    <a:pt x="613" y="2825"/>
                  </a:lnTo>
                  <a:lnTo>
                    <a:pt x="653" y="2884"/>
                  </a:lnTo>
                  <a:lnTo>
                    <a:pt x="653" y="2904"/>
                  </a:lnTo>
                  <a:lnTo>
                    <a:pt x="673" y="2904"/>
                  </a:lnTo>
                  <a:lnTo>
                    <a:pt x="732" y="2963"/>
                  </a:lnTo>
                  <a:lnTo>
                    <a:pt x="791" y="3003"/>
                  </a:lnTo>
                  <a:lnTo>
                    <a:pt x="791" y="3003"/>
                  </a:lnTo>
                  <a:lnTo>
                    <a:pt x="771" y="2983"/>
                  </a:lnTo>
                  <a:lnTo>
                    <a:pt x="732" y="2944"/>
                  </a:lnTo>
                  <a:lnTo>
                    <a:pt x="752" y="2944"/>
                  </a:lnTo>
                  <a:lnTo>
                    <a:pt x="811" y="2983"/>
                  </a:lnTo>
                  <a:lnTo>
                    <a:pt x="771" y="2924"/>
                  </a:lnTo>
                  <a:lnTo>
                    <a:pt x="791" y="2944"/>
                  </a:lnTo>
                  <a:lnTo>
                    <a:pt x="811" y="2944"/>
                  </a:lnTo>
                  <a:lnTo>
                    <a:pt x="791" y="2904"/>
                  </a:lnTo>
                  <a:lnTo>
                    <a:pt x="752" y="2884"/>
                  </a:lnTo>
                  <a:lnTo>
                    <a:pt x="732" y="2845"/>
                  </a:lnTo>
                  <a:lnTo>
                    <a:pt x="673" y="2786"/>
                  </a:lnTo>
                  <a:lnTo>
                    <a:pt x="732" y="2825"/>
                  </a:lnTo>
                  <a:lnTo>
                    <a:pt x="771" y="2845"/>
                  </a:lnTo>
                  <a:lnTo>
                    <a:pt x="692" y="2766"/>
                  </a:lnTo>
                  <a:lnTo>
                    <a:pt x="673" y="2746"/>
                  </a:lnTo>
                  <a:lnTo>
                    <a:pt x="653" y="2726"/>
                  </a:lnTo>
                  <a:lnTo>
                    <a:pt x="633" y="2726"/>
                  </a:lnTo>
                  <a:lnTo>
                    <a:pt x="653" y="2746"/>
                  </a:lnTo>
                  <a:lnTo>
                    <a:pt x="673" y="2766"/>
                  </a:lnTo>
                  <a:lnTo>
                    <a:pt x="673" y="2766"/>
                  </a:lnTo>
                  <a:lnTo>
                    <a:pt x="613" y="2726"/>
                  </a:lnTo>
                  <a:lnTo>
                    <a:pt x="574" y="2667"/>
                  </a:lnTo>
                  <a:lnTo>
                    <a:pt x="633" y="2707"/>
                  </a:lnTo>
                  <a:lnTo>
                    <a:pt x="673" y="2707"/>
                  </a:lnTo>
                  <a:lnTo>
                    <a:pt x="692" y="2726"/>
                  </a:lnTo>
                  <a:lnTo>
                    <a:pt x="712" y="2746"/>
                  </a:lnTo>
                  <a:lnTo>
                    <a:pt x="752" y="2786"/>
                  </a:lnTo>
                  <a:lnTo>
                    <a:pt x="791" y="2805"/>
                  </a:lnTo>
                  <a:lnTo>
                    <a:pt x="752" y="2766"/>
                  </a:lnTo>
                  <a:lnTo>
                    <a:pt x="732" y="2746"/>
                  </a:lnTo>
                  <a:lnTo>
                    <a:pt x="673" y="2687"/>
                  </a:lnTo>
                  <a:lnTo>
                    <a:pt x="692" y="2687"/>
                  </a:lnTo>
                  <a:lnTo>
                    <a:pt x="692" y="2667"/>
                  </a:lnTo>
                  <a:lnTo>
                    <a:pt x="673" y="2647"/>
                  </a:lnTo>
                  <a:lnTo>
                    <a:pt x="673" y="2628"/>
                  </a:lnTo>
                  <a:lnTo>
                    <a:pt x="712" y="2647"/>
                  </a:lnTo>
                  <a:lnTo>
                    <a:pt x="633" y="2588"/>
                  </a:lnTo>
                  <a:lnTo>
                    <a:pt x="633" y="2568"/>
                  </a:lnTo>
                  <a:lnTo>
                    <a:pt x="633" y="2549"/>
                  </a:lnTo>
                  <a:lnTo>
                    <a:pt x="673" y="2568"/>
                  </a:lnTo>
                  <a:lnTo>
                    <a:pt x="633" y="2489"/>
                  </a:lnTo>
                  <a:lnTo>
                    <a:pt x="534" y="2450"/>
                  </a:lnTo>
                  <a:lnTo>
                    <a:pt x="503" y="2419"/>
                  </a:lnTo>
                  <a:lnTo>
                    <a:pt x="515" y="2430"/>
                  </a:lnTo>
                  <a:lnTo>
                    <a:pt x="554" y="2450"/>
                  </a:lnTo>
                  <a:lnTo>
                    <a:pt x="574" y="2450"/>
                  </a:lnTo>
                  <a:lnTo>
                    <a:pt x="554" y="2430"/>
                  </a:lnTo>
                  <a:lnTo>
                    <a:pt x="692" y="2529"/>
                  </a:lnTo>
                  <a:lnTo>
                    <a:pt x="653" y="2489"/>
                  </a:lnTo>
                  <a:lnTo>
                    <a:pt x="633" y="2450"/>
                  </a:lnTo>
                  <a:lnTo>
                    <a:pt x="712" y="2509"/>
                  </a:lnTo>
                  <a:lnTo>
                    <a:pt x="752" y="2549"/>
                  </a:lnTo>
                  <a:lnTo>
                    <a:pt x="712" y="2549"/>
                  </a:lnTo>
                  <a:lnTo>
                    <a:pt x="732" y="2568"/>
                  </a:lnTo>
                  <a:lnTo>
                    <a:pt x="732" y="2588"/>
                  </a:lnTo>
                  <a:lnTo>
                    <a:pt x="712" y="2588"/>
                  </a:lnTo>
                  <a:lnTo>
                    <a:pt x="752" y="2608"/>
                  </a:lnTo>
                  <a:lnTo>
                    <a:pt x="771" y="2628"/>
                  </a:lnTo>
                  <a:lnTo>
                    <a:pt x="771" y="2647"/>
                  </a:lnTo>
                  <a:lnTo>
                    <a:pt x="791" y="2647"/>
                  </a:lnTo>
                  <a:lnTo>
                    <a:pt x="831" y="2667"/>
                  </a:lnTo>
                  <a:lnTo>
                    <a:pt x="870" y="2687"/>
                  </a:lnTo>
                  <a:lnTo>
                    <a:pt x="850" y="2667"/>
                  </a:lnTo>
                  <a:lnTo>
                    <a:pt x="910" y="2687"/>
                  </a:lnTo>
                  <a:lnTo>
                    <a:pt x="949" y="2726"/>
                  </a:lnTo>
                  <a:lnTo>
                    <a:pt x="949" y="2746"/>
                  </a:lnTo>
                  <a:lnTo>
                    <a:pt x="969" y="2766"/>
                  </a:lnTo>
                  <a:lnTo>
                    <a:pt x="989" y="2766"/>
                  </a:lnTo>
                  <a:lnTo>
                    <a:pt x="1008" y="2746"/>
                  </a:lnTo>
                  <a:lnTo>
                    <a:pt x="850" y="2608"/>
                  </a:lnTo>
                  <a:lnTo>
                    <a:pt x="831" y="2568"/>
                  </a:lnTo>
                  <a:lnTo>
                    <a:pt x="850" y="2568"/>
                  </a:lnTo>
                  <a:lnTo>
                    <a:pt x="890" y="2608"/>
                  </a:lnTo>
                  <a:lnTo>
                    <a:pt x="929" y="2647"/>
                  </a:lnTo>
                  <a:lnTo>
                    <a:pt x="969" y="2647"/>
                  </a:lnTo>
                  <a:lnTo>
                    <a:pt x="929" y="2628"/>
                  </a:lnTo>
                  <a:lnTo>
                    <a:pt x="949" y="2608"/>
                  </a:lnTo>
                  <a:lnTo>
                    <a:pt x="1028" y="2647"/>
                  </a:lnTo>
                  <a:lnTo>
                    <a:pt x="1028" y="2667"/>
                  </a:lnTo>
                  <a:lnTo>
                    <a:pt x="1008" y="2667"/>
                  </a:lnTo>
                  <a:lnTo>
                    <a:pt x="1008" y="2687"/>
                  </a:lnTo>
                  <a:lnTo>
                    <a:pt x="1048" y="2707"/>
                  </a:lnTo>
                  <a:lnTo>
                    <a:pt x="1028" y="2707"/>
                  </a:lnTo>
                  <a:lnTo>
                    <a:pt x="1087" y="2726"/>
                  </a:lnTo>
                  <a:lnTo>
                    <a:pt x="1107" y="2726"/>
                  </a:lnTo>
                  <a:lnTo>
                    <a:pt x="1068" y="2707"/>
                  </a:lnTo>
                  <a:lnTo>
                    <a:pt x="1087" y="2707"/>
                  </a:lnTo>
                  <a:lnTo>
                    <a:pt x="1147" y="2746"/>
                  </a:lnTo>
                  <a:lnTo>
                    <a:pt x="1186" y="2726"/>
                  </a:lnTo>
                  <a:lnTo>
                    <a:pt x="1206" y="2726"/>
                  </a:lnTo>
                  <a:lnTo>
                    <a:pt x="1206" y="2707"/>
                  </a:lnTo>
                  <a:lnTo>
                    <a:pt x="1166" y="2667"/>
                  </a:lnTo>
                  <a:lnTo>
                    <a:pt x="1087" y="2588"/>
                  </a:lnTo>
                  <a:lnTo>
                    <a:pt x="1087" y="2588"/>
                  </a:lnTo>
                  <a:lnTo>
                    <a:pt x="1186" y="2647"/>
                  </a:lnTo>
                  <a:lnTo>
                    <a:pt x="1245" y="2667"/>
                  </a:lnTo>
                  <a:lnTo>
                    <a:pt x="1186" y="2628"/>
                  </a:lnTo>
                  <a:lnTo>
                    <a:pt x="1147" y="2588"/>
                  </a:lnTo>
                  <a:lnTo>
                    <a:pt x="1087" y="2549"/>
                  </a:lnTo>
                  <a:lnTo>
                    <a:pt x="1087" y="2529"/>
                  </a:lnTo>
                  <a:lnTo>
                    <a:pt x="1147" y="2568"/>
                  </a:lnTo>
                  <a:lnTo>
                    <a:pt x="1166" y="2588"/>
                  </a:lnTo>
                  <a:lnTo>
                    <a:pt x="1206" y="2588"/>
                  </a:lnTo>
                  <a:lnTo>
                    <a:pt x="1265" y="2608"/>
                  </a:lnTo>
                  <a:lnTo>
                    <a:pt x="1226" y="2568"/>
                  </a:lnTo>
                  <a:lnTo>
                    <a:pt x="1206" y="2549"/>
                  </a:lnTo>
                  <a:lnTo>
                    <a:pt x="1186" y="2549"/>
                  </a:lnTo>
                  <a:lnTo>
                    <a:pt x="1127" y="2489"/>
                  </a:lnTo>
                  <a:lnTo>
                    <a:pt x="1166" y="2489"/>
                  </a:lnTo>
                  <a:lnTo>
                    <a:pt x="1206" y="2509"/>
                  </a:lnTo>
                  <a:lnTo>
                    <a:pt x="1226" y="2529"/>
                  </a:lnTo>
                  <a:lnTo>
                    <a:pt x="1245" y="2549"/>
                  </a:lnTo>
                  <a:lnTo>
                    <a:pt x="1265" y="2549"/>
                  </a:lnTo>
                  <a:lnTo>
                    <a:pt x="1245" y="2529"/>
                  </a:lnTo>
                  <a:lnTo>
                    <a:pt x="1265" y="2509"/>
                  </a:lnTo>
                  <a:lnTo>
                    <a:pt x="1285" y="2529"/>
                  </a:lnTo>
                  <a:lnTo>
                    <a:pt x="1305" y="2509"/>
                  </a:lnTo>
                  <a:lnTo>
                    <a:pt x="1265" y="2470"/>
                  </a:lnTo>
                  <a:lnTo>
                    <a:pt x="1285" y="2470"/>
                  </a:lnTo>
                  <a:lnTo>
                    <a:pt x="1285" y="2450"/>
                  </a:lnTo>
                  <a:lnTo>
                    <a:pt x="1219" y="2397"/>
                  </a:lnTo>
                  <a:lnTo>
                    <a:pt x="1219" y="2397"/>
                  </a:lnTo>
                  <a:lnTo>
                    <a:pt x="1245" y="2410"/>
                  </a:lnTo>
                  <a:lnTo>
                    <a:pt x="1324" y="2470"/>
                  </a:lnTo>
                  <a:lnTo>
                    <a:pt x="1285" y="2410"/>
                  </a:lnTo>
                  <a:lnTo>
                    <a:pt x="1344" y="2430"/>
                  </a:lnTo>
                  <a:lnTo>
                    <a:pt x="1324" y="2391"/>
                  </a:lnTo>
                  <a:lnTo>
                    <a:pt x="1305" y="2331"/>
                  </a:lnTo>
                  <a:lnTo>
                    <a:pt x="1285" y="2292"/>
                  </a:lnTo>
                  <a:lnTo>
                    <a:pt x="1364" y="2371"/>
                  </a:lnTo>
                  <a:lnTo>
                    <a:pt x="1384" y="2391"/>
                  </a:lnTo>
                  <a:lnTo>
                    <a:pt x="1403" y="2410"/>
                  </a:lnTo>
                  <a:lnTo>
                    <a:pt x="1403" y="2391"/>
                  </a:lnTo>
                  <a:lnTo>
                    <a:pt x="1423" y="2391"/>
                  </a:lnTo>
                  <a:lnTo>
                    <a:pt x="1423" y="2371"/>
                  </a:lnTo>
                  <a:lnTo>
                    <a:pt x="1403" y="2351"/>
                  </a:lnTo>
                  <a:lnTo>
                    <a:pt x="1344" y="2311"/>
                  </a:lnTo>
                  <a:lnTo>
                    <a:pt x="1344" y="2292"/>
                  </a:lnTo>
                  <a:lnTo>
                    <a:pt x="1364" y="2311"/>
                  </a:lnTo>
                  <a:lnTo>
                    <a:pt x="1403" y="2331"/>
                  </a:lnTo>
                  <a:lnTo>
                    <a:pt x="1403" y="2331"/>
                  </a:lnTo>
                  <a:lnTo>
                    <a:pt x="1364" y="2292"/>
                  </a:lnTo>
                  <a:lnTo>
                    <a:pt x="1364" y="2272"/>
                  </a:lnTo>
                  <a:lnTo>
                    <a:pt x="1364" y="2252"/>
                  </a:lnTo>
                  <a:lnTo>
                    <a:pt x="1403" y="2292"/>
                  </a:lnTo>
                  <a:lnTo>
                    <a:pt x="1403" y="2292"/>
                  </a:lnTo>
                  <a:lnTo>
                    <a:pt x="1364" y="2232"/>
                  </a:lnTo>
                  <a:lnTo>
                    <a:pt x="1285" y="2173"/>
                  </a:lnTo>
                  <a:lnTo>
                    <a:pt x="1245" y="2153"/>
                  </a:lnTo>
                  <a:lnTo>
                    <a:pt x="1245" y="2153"/>
                  </a:lnTo>
                  <a:lnTo>
                    <a:pt x="1265" y="2193"/>
                  </a:lnTo>
                  <a:lnTo>
                    <a:pt x="1265" y="2213"/>
                  </a:lnTo>
                  <a:lnTo>
                    <a:pt x="1206" y="2193"/>
                  </a:lnTo>
                  <a:lnTo>
                    <a:pt x="1147" y="2153"/>
                  </a:lnTo>
                  <a:lnTo>
                    <a:pt x="1147" y="2153"/>
                  </a:lnTo>
                  <a:lnTo>
                    <a:pt x="1186" y="2173"/>
                  </a:lnTo>
                  <a:lnTo>
                    <a:pt x="1147" y="2134"/>
                  </a:lnTo>
                  <a:lnTo>
                    <a:pt x="1127" y="2114"/>
                  </a:lnTo>
                  <a:lnTo>
                    <a:pt x="1048" y="2055"/>
                  </a:lnTo>
                  <a:lnTo>
                    <a:pt x="1048" y="2015"/>
                  </a:lnTo>
                  <a:lnTo>
                    <a:pt x="1087" y="2055"/>
                  </a:lnTo>
                  <a:lnTo>
                    <a:pt x="1087" y="2055"/>
                  </a:lnTo>
                  <a:lnTo>
                    <a:pt x="1068" y="2015"/>
                  </a:lnTo>
                  <a:lnTo>
                    <a:pt x="1107" y="2035"/>
                  </a:lnTo>
                  <a:lnTo>
                    <a:pt x="1127" y="2035"/>
                  </a:lnTo>
                  <a:lnTo>
                    <a:pt x="1127" y="2015"/>
                  </a:lnTo>
                  <a:lnTo>
                    <a:pt x="1107" y="1995"/>
                  </a:lnTo>
                  <a:lnTo>
                    <a:pt x="1166" y="2015"/>
                  </a:lnTo>
                  <a:lnTo>
                    <a:pt x="1147" y="2015"/>
                  </a:lnTo>
                  <a:lnTo>
                    <a:pt x="1166" y="2055"/>
                  </a:lnTo>
                  <a:lnTo>
                    <a:pt x="1206" y="2074"/>
                  </a:lnTo>
                  <a:lnTo>
                    <a:pt x="1206" y="2094"/>
                  </a:lnTo>
                  <a:lnTo>
                    <a:pt x="1265" y="2114"/>
                  </a:lnTo>
                  <a:lnTo>
                    <a:pt x="1305" y="2153"/>
                  </a:lnTo>
                  <a:lnTo>
                    <a:pt x="1384" y="2232"/>
                  </a:lnTo>
                  <a:lnTo>
                    <a:pt x="1403" y="2232"/>
                  </a:lnTo>
                  <a:lnTo>
                    <a:pt x="1443" y="2252"/>
                  </a:lnTo>
                  <a:lnTo>
                    <a:pt x="1423" y="2213"/>
                  </a:lnTo>
                  <a:lnTo>
                    <a:pt x="1423" y="2193"/>
                  </a:lnTo>
                  <a:lnTo>
                    <a:pt x="1403" y="2153"/>
                  </a:lnTo>
                  <a:lnTo>
                    <a:pt x="1423" y="2173"/>
                  </a:lnTo>
                  <a:lnTo>
                    <a:pt x="1443" y="2193"/>
                  </a:lnTo>
                  <a:lnTo>
                    <a:pt x="1463" y="2153"/>
                  </a:lnTo>
                  <a:lnTo>
                    <a:pt x="1423" y="2114"/>
                  </a:lnTo>
                  <a:lnTo>
                    <a:pt x="1463" y="2114"/>
                  </a:lnTo>
                  <a:lnTo>
                    <a:pt x="1502" y="2153"/>
                  </a:lnTo>
                  <a:lnTo>
                    <a:pt x="1522" y="2134"/>
                  </a:lnTo>
                  <a:lnTo>
                    <a:pt x="1522" y="2114"/>
                  </a:lnTo>
                  <a:lnTo>
                    <a:pt x="1482" y="2074"/>
                  </a:lnTo>
                  <a:lnTo>
                    <a:pt x="1463" y="2035"/>
                  </a:lnTo>
                  <a:lnTo>
                    <a:pt x="1463" y="2015"/>
                  </a:lnTo>
                  <a:lnTo>
                    <a:pt x="1482" y="1995"/>
                  </a:lnTo>
                  <a:lnTo>
                    <a:pt x="1522" y="2035"/>
                  </a:lnTo>
                  <a:lnTo>
                    <a:pt x="1502" y="1995"/>
                  </a:lnTo>
                  <a:lnTo>
                    <a:pt x="1542" y="2015"/>
                  </a:lnTo>
                  <a:lnTo>
                    <a:pt x="1542" y="1976"/>
                  </a:lnTo>
                  <a:lnTo>
                    <a:pt x="1542" y="1956"/>
                  </a:lnTo>
                  <a:lnTo>
                    <a:pt x="1581" y="1976"/>
                  </a:lnTo>
                  <a:lnTo>
                    <a:pt x="1561" y="1936"/>
                  </a:lnTo>
                  <a:lnTo>
                    <a:pt x="1502" y="1877"/>
                  </a:lnTo>
                  <a:lnTo>
                    <a:pt x="1561" y="1916"/>
                  </a:lnTo>
                  <a:lnTo>
                    <a:pt x="1601" y="1936"/>
                  </a:lnTo>
                  <a:lnTo>
                    <a:pt x="1601" y="1837"/>
                  </a:lnTo>
                  <a:lnTo>
                    <a:pt x="1621" y="1758"/>
                  </a:lnTo>
                  <a:lnTo>
                    <a:pt x="1640" y="1778"/>
                  </a:lnTo>
                  <a:lnTo>
                    <a:pt x="1640" y="1739"/>
                  </a:lnTo>
                  <a:lnTo>
                    <a:pt x="1640" y="1699"/>
                  </a:lnTo>
                  <a:lnTo>
                    <a:pt x="1621" y="1660"/>
                  </a:lnTo>
                  <a:lnTo>
                    <a:pt x="1621" y="1640"/>
                  </a:lnTo>
                  <a:lnTo>
                    <a:pt x="1640" y="1640"/>
                  </a:lnTo>
                  <a:lnTo>
                    <a:pt x="1621" y="1600"/>
                  </a:lnTo>
                  <a:lnTo>
                    <a:pt x="1561" y="1561"/>
                  </a:lnTo>
                  <a:lnTo>
                    <a:pt x="1463" y="1502"/>
                  </a:lnTo>
                  <a:lnTo>
                    <a:pt x="1443" y="1482"/>
                  </a:lnTo>
                  <a:lnTo>
                    <a:pt x="1463" y="1482"/>
                  </a:lnTo>
                  <a:lnTo>
                    <a:pt x="1482" y="1502"/>
                  </a:lnTo>
                  <a:lnTo>
                    <a:pt x="1522" y="1521"/>
                  </a:lnTo>
                  <a:lnTo>
                    <a:pt x="1542" y="1521"/>
                  </a:lnTo>
                  <a:lnTo>
                    <a:pt x="1621" y="1581"/>
                  </a:lnTo>
                  <a:lnTo>
                    <a:pt x="1680" y="1620"/>
                  </a:lnTo>
                  <a:lnTo>
                    <a:pt x="1680" y="1620"/>
                  </a:lnTo>
                  <a:lnTo>
                    <a:pt x="1640" y="1561"/>
                  </a:lnTo>
                  <a:lnTo>
                    <a:pt x="1660" y="1561"/>
                  </a:lnTo>
                  <a:lnTo>
                    <a:pt x="1660" y="1541"/>
                  </a:lnTo>
                  <a:lnTo>
                    <a:pt x="1680" y="1541"/>
                  </a:lnTo>
                  <a:lnTo>
                    <a:pt x="1700" y="1561"/>
                  </a:lnTo>
                  <a:lnTo>
                    <a:pt x="1719" y="1581"/>
                  </a:lnTo>
                  <a:lnTo>
                    <a:pt x="1700" y="1581"/>
                  </a:lnTo>
                  <a:lnTo>
                    <a:pt x="1700" y="1600"/>
                  </a:lnTo>
                  <a:lnTo>
                    <a:pt x="1739" y="1640"/>
                  </a:lnTo>
                  <a:lnTo>
                    <a:pt x="1719" y="1600"/>
                  </a:lnTo>
                  <a:lnTo>
                    <a:pt x="1739" y="1581"/>
                  </a:lnTo>
                  <a:lnTo>
                    <a:pt x="1739" y="1561"/>
                  </a:lnTo>
                  <a:lnTo>
                    <a:pt x="1700" y="1541"/>
                  </a:lnTo>
                  <a:lnTo>
                    <a:pt x="1700" y="1521"/>
                  </a:lnTo>
                  <a:lnTo>
                    <a:pt x="1660" y="1462"/>
                  </a:lnTo>
                  <a:lnTo>
                    <a:pt x="1680" y="1477"/>
                  </a:lnTo>
                  <a:lnTo>
                    <a:pt x="1680" y="1477"/>
                  </a:lnTo>
                  <a:lnTo>
                    <a:pt x="1680" y="1462"/>
                  </a:lnTo>
                  <a:lnTo>
                    <a:pt x="1700" y="1442"/>
                  </a:lnTo>
                  <a:lnTo>
                    <a:pt x="1719" y="1442"/>
                  </a:lnTo>
                  <a:lnTo>
                    <a:pt x="1779" y="1482"/>
                  </a:lnTo>
                  <a:lnTo>
                    <a:pt x="1759" y="1442"/>
                  </a:lnTo>
                  <a:lnTo>
                    <a:pt x="1779" y="1462"/>
                  </a:lnTo>
                  <a:lnTo>
                    <a:pt x="1818" y="1423"/>
                  </a:lnTo>
                  <a:lnTo>
                    <a:pt x="1838" y="1403"/>
                  </a:lnTo>
                  <a:lnTo>
                    <a:pt x="1858" y="1403"/>
                  </a:lnTo>
                  <a:lnTo>
                    <a:pt x="1858" y="1363"/>
                  </a:lnTo>
                  <a:lnTo>
                    <a:pt x="1798" y="1304"/>
                  </a:lnTo>
                  <a:lnTo>
                    <a:pt x="1739" y="1284"/>
                  </a:lnTo>
                  <a:lnTo>
                    <a:pt x="1719" y="1245"/>
                  </a:lnTo>
                  <a:lnTo>
                    <a:pt x="1719" y="1225"/>
                  </a:lnTo>
                  <a:lnTo>
                    <a:pt x="1759" y="1265"/>
                  </a:lnTo>
                  <a:lnTo>
                    <a:pt x="1798" y="1284"/>
                  </a:lnTo>
                  <a:lnTo>
                    <a:pt x="1838" y="1304"/>
                  </a:lnTo>
                  <a:lnTo>
                    <a:pt x="1838" y="1284"/>
                  </a:lnTo>
                  <a:lnTo>
                    <a:pt x="1877" y="1304"/>
                  </a:lnTo>
                  <a:lnTo>
                    <a:pt x="1877" y="1265"/>
                  </a:lnTo>
                  <a:lnTo>
                    <a:pt x="1838" y="1225"/>
                  </a:lnTo>
                  <a:lnTo>
                    <a:pt x="1838" y="1225"/>
                  </a:lnTo>
                  <a:lnTo>
                    <a:pt x="1877" y="1245"/>
                  </a:lnTo>
                  <a:lnTo>
                    <a:pt x="1897" y="1284"/>
                  </a:lnTo>
                  <a:lnTo>
                    <a:pt x="1897" y="1265"/>
                  </a:lnTo>
                  <a:lnTo>
                    <a:pt x="1917" y="1284"/>
                  </a:lnTo>
                  <a:lnTo>
                    <a:pt x="1917" y="1265"/>
                  </a:lnTo>
                  <a:lnTo>
                    <a:pt x="1897" y="1225"/>
                  </a:lnTo>
                  <a:lnTo>
                    <a:pt x="1858" y="1186"/>
                  </a:lnTo>
                  <a:lnTo>
                    <a:pt x="1838" y="1126"/>
                  </a:lnTo>
                  <a:lnTo>
                    <a:pt x="1858" y="1126"/>
                  </a:lnTo>
                  <a:lnTo>
                    <a:pt x="1818" y="1087"/>
                  </a:lnTo>
                  <a:lnTo>
                    <a:pt x="1779" y="1028"/>
                  </a:lnTo>
                  <a:lnTo>
                    <a:pt x="1818" y="1067"/>
                  </a:lnTo>
                  <a:lnTo>
                    <a:pt x="1838" y="1067"/>
                  </a:lnTo>
                  <a:lnTo>
                    <a:pt x="1818" y="1047"/>
                  </a:lnTo>
                  <a:lnTo>
                    <a:pt x="1917" y="1107"/>
                  </a:lnTo>
                  <a:lnTo>
                    <a:pt x="1877" y="1107"/>
                  </a:lnTo>
                  <a:lnTo>
                    <a:pt x="1858" y="1087"/>
                  </a:lnTo>
                  <a:lnTo>
                    <a:pt x="1858" y="1107"/>
                  </a:lnTo>
                  <a:lnTo>
                    <a:pt x="1937" y="1146"/>
                  </a:lnTo>
                  <a:lnTo>
                    <a:pt x="1976" y="1146"/>
                  </a:lnTo>
                  <a:lnTo>
                    <a:pt x="1996" y="1126"/>
                  </a:lnTo>
                  <a:lnTo>
                    <a:pt x="1996" y="1107"/>
                  </a:lnTo>
                  <a:lnTo>
                    <a:pt x="1996" y="1067"/>
                  </a:lnTo>
                  <a:lnTo>
                    <a:pt x="2016" y="1047"/>
                  </a:lnTo>
                  <a:lnTo>
                    <a:pt x="1996" y="1028"/>
                  </a:lnTo>
                  <a:lnTo>
                    <a:pt x="1956" y="968"/>
                  </a:lnTo>
                  <a:lnTo>
                    <a:pt x="1996" y="1008"/>
                  </a:lnTo>
                  <a:lnTo>
                    <a:pt x="2075" y="1008"/>
                  </a:lnTo>
                  <a:lnTo>
                    <a:pt x="2075" y="988"/>
                  </a:lnTo>
                  <a:lnTo>
                    <a:pt x="2095" y="968"/>
                  </a:lnTo>
                  <a:lnTo>
                    <a:pt x="2095" y="949"/>
                  </a:lnTo>
                  <a:lnTo>
                    <a:pt x="2075" y="909"/>
                  </a:lnTo>
                  <a:lnTo>
                    <a:pt x="2075" y="909"/>
                  </a:lnTo>
                  <a:lnTo>
                    <a:pt x="2114" y="929"/>
                  </a:lnTo>
                  <a:lnTo>
                    <a:pt x="2055" y="850"/>
                  </a:lnTo>
                  <a:lnTo>
                    <a:pt x="2055" y="810"/>
                  </a:lnTo>
                  <a:lnTo>
                    <a:pt x="2016" y="751"/>
                  </a:lnTo>
                  <a:lnTo>
                    <a:pt x="1937" y="672"/>
                  </a:lnTo>
                  <a:lnTo>
                    <a:pt x="1996" y="712"/>
                  </a:lnTo>
                  <a:lnTo>
                    <a:pt x="2035" y="751"/>
                  </a:lnTo>
                  <a:lnTo>
                    <a:pt x="2035" y="731"/>
                  </a:lnTo>
                  <a:lnTo>
                    <a:pt x="2016" y="712"/>
                  </a:lnTo>
                  <a:lnTo>
                    <a:pt x="2016" y="692"/>
                  </a:lnTo>
                  <a:lnTo>
                    <a:pt x="2035" y="692"/>
                  </a:lnTo>
                  <a:lnTo>
                    <a:pt x="2055" y="712"/>
                  </a:lnTo>
                  <a:lnTo>
                    <a:pt x="2075" y="731"/>
                  </a:lnTo>
                  <a:lnTo>
                    <a:pt x="2095" y="731"/>
                  </a:lnTo>
                  <a:lnTo>
                    <a:pt x="2075" y="712"/>
                  </a:lnTo>
                  <a:lnTo>
                    <a:pt x="2095" y="712"/>
                  </a:lnTo>
                  <a:lnTo>
                    <a:pt x="2016" y="652"/>
                  </a:lnTo>
                  <a:lnTo>
                    <a:pt x="1996" y="613"/>
                  </a:lnTo>
                  <a:lnTo>
                    <a:pt x="1976" y="613"/>
                  </a:lnTo>
                  <a:lnTo>
                    <a:pt x="1956" y="573"/>
                  </a:lnTo>
                  <a:lnTo>
                    <a:pt x="1956" y="514"/>
                  </a:lnTo>
                  <a:lnTo>
                    <a:pt x="1956" y="435"/>
                  </a:lnTo>
                  <a:lnTo>
                    <a:pt x="1996" y="396"/>
                  </a:lnTo>
                  <a:lnTo>
                    <a:pt x="2035" y="356"/>
                  </a:lnTo>
                  <a:lnTo>
                    <a:pt x="2075" y="396"/>
                  </a:lnTo>
                  <a:lnTo>
                    <a:pt x="2075" y="376"/>
                  </a:lnTo>
                  <a:lnTo>
                    <a:pt x="2134" y="376"/>
                  </a:lnTo>
                  <a:lnTo>
                    <a:pt x="2114" y="356"/>
                  </a:lnTo>
                  <a:lnTo>
                    <a:pt x="2095" y="336"/>
                  </a:lnTo>
                  <a:lnTo>
                    <a:pt x="2134" y="356"/>
                  </a:lnTo>
                  <a:lnTo>
                    <a:pt x="2134" y="376"/>
                  </a:lnTo>
                  <a:lnTo>
                    <a:pt x="2154" y="356"/>
                  </a:lnTo>
                  <a:lnTo>
                    <a:pt x="2193" y="376"/>
                  </a:lnTo>
                  <a:lnTo>
                    <a:pt x="2213" y="376"/>
                  </a:lnTo>
                  <a:lnTo>
                    <a:pt x="2213" y="336"/>
                  </a:lnTo>
                  <a:lnTo>
                    <a:pt x="2272" y="376"/>
                  </a:lnTo>
                  <a:lnTo>
                    <a:pt x="2351" y="396"/>
                  </a:lnTo>
                  <a:lnTo>
                    <a:pt x="2351" y="396"/>
                  </a:lnTo>
                  <a:lnTo>
                    <a:pt x="2312" y="376"/>
                  </a:lnTo>
                  <a:lnTo>
                    <a:pt x="2292" y="336"/>
                  </a:lnTo>
                  <a:lnTo>
                    <a:pt x="2272" y="336"/>
                  </a:lnTo>
                  <a:lnTo>
                    <a:pt x="2253" y="317"/>
                  </a:lnTo>
                  <a:lnTo>
                    <a:pt x="2233" y="277"/>
                  </a:lnTo>
                  <a:lnTo>
                    <a:pt x="2095" y="198"/>
                  </a:lnTo>
                  <a:lnTo>
                    <a:pt x="1956" y="119"/>
                  </a:lnTo>
                  <a:lnTo>
                    <a:pt x="1937" y="119"/>
                  </a:lnTo>
                  <a:lnTo>
                    <a:pt x="1897" y="99"/>
                  </a:lnTo>
                  <a:lnTo>
                    <a:pt x="1838" y="60"/>
                  </a:lnTo>
                  <a:lnTo>
                    <a:pt x="1818" y="60"/>
                  </a:lnTo>
                  <a:lnTo>
                    <a:pt x="1858" y="99"/>
                  </a:lnTo>
                  <a:lnTo>
                    <a:pt x="1818" y="99"/>
                  </a:lnTo>
                  <a:lnTo>
                    <a:pt x="1798" y="80"/>
                  </a:lnTo>
                  <a:lnTo>
                    <a:pt x="1818" y="119"/>
                  </a:lnTo>
                  <a:lnTo>
                    <a:pt x="1759" y="80"/>
                  </a:lnTo>
                  <a:lnTo>
                    <a:pt x="1700" y="40"/>
                  </a:lnTo>
                  <a:lnTo>
                    <a:pt x="1680" y="40"/>
                  </a:lnTo>
                  <a:lnTo>
                    <a:pt x="1680" y="60"/>
                  </a:lnTo>
                  <a:lnTo>
                    <a:pt x="1700" y="80"/>
                  </a:lnTo>
                  <a:lnTo>
                    <a:pt x="1660" y="80"/>
                  </a:lnTo>
                  <a:lnTo>
                    <a:pt x="1640" y="40"/>
                  </a:lnTo>
                  <a:lnTo>
                    <a:pt x="1640" y="60"/>
                  </a:lnTo>
                  <a:lnTo>
                    <a:pt x="1621" y="40"/>
                  </a:lnTo>
                  <a:lnTo>
                    <a:pt x="1561" y="20"/>
                  </a:lnTo>
                  <a:lnTo>
                    <a:pt x="1640" y="80"/>
                  </a:lnTo>
                  <a:lnTo>
                    <a:pt x="1621" y="80"/>
                  </a:lnTo>
                  <a:lnTo>
                    <a:pt x="1700" y="119"/>
                  </a:lnTo>
                  <a:lnTo>
                    <a:pt x="1719" y="159"/>
                  </a:lnTo>
                  <a:lnTo>
                    <a:pt x="1680" y="119"/>
                  </a:lnTo>
                  <a:lnTo>
                    <a:pt x="1660" y="119"/>
                  </a:lnTo>
                  <a:lnTo>
                    <a:pt x="1640" y="99"/>
                  </a:lnTo>
                  <a:lnTo>
                    <a:pt x="1581" y="40"/>
                  </a:lnTo>
                  <a:lnTo>
                    <a:pt x="1542" y="40"/>
                  </a:lnTo>
                  <a:lnTo>
                    <a:pt x="1542" y="60"/>
                  </a:lnTo>
                  <a:lnTo>
                    <a:pt x="1522" y="40"/>
                  </a:lnTo>
                  <a:lnTo>
                    <a:pt x="1502" y="20"/>
                  </a:lnTo>
                  <a:lnTo>
                    <a:pt x="14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6" name="Google Shape;2946;p11"/>
            <p:cNvSpPr/>
            <p:nvPr/>
          </p:nvSpPr>
          <p:spPr>
            <a:xfrm>
              <a:off x="-1768900" y="3550925"/>
              <a:ext cx="500" cy="25"/>
            </a:xfrm>
            <a:custGeom>
              <a:rect b="b" l="l" r="r" t="t"/>
              <a:pathLst>
                <a:path extrusionOk="0" h="1" w="20">
                  <a:moveTo>
                    <a:pt x="20" y="1"/>
                  </a:moveTo>
                  <a:lnTo>
                    <a:pt x="20" y="1"/>
                  </a:lnTo>
                  <a:lnTo>
                    <a:pt x="20" y="1"/>
                  </a:ln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
            <p:cNvSpPr/>
            <p:nvPr/>
          </p:nvSpPr>
          <p:spPr>
            <a:xfrm>
              <a:off x="-1769400" y="3506975"/>
              <a:ext cx="525" cy="525"/>
            </a:xfrm>
            <a:custGeom>
              <a:rect b="b" l="l" r="r" t="t"/>
              <a:pathLst>
                <a:path extrusionOk="0" h="21" w="21">
                  <a:moveTo>
                    <a:pt x="20" y="20"/>
                  </a:moveTo>
                  <a:lnTo>
                    <a:pt x="20" y="20"/>
                  </a:lnTo>
                  <a:lnTo>
                    <a:pt x="0" y="1"/>
                  </a:lnTo>
                  <a:lnTo>
                    <a:pt x="0" y="1"/>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8" name="Google Shape;2948;p11"/>
            <p:cNvSpPr/>
            <p:nvPr/>
          </p:nvSpPr>
          <p:spPr>
            <a:xfrm>
              <a:off x="-1780750" y="354302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9" name="Google Shape;2949;p11"/>
            <p:cNvSpPr/>
            <p:nvPr/>
          </p:nvSpPr>
          <p:spPr>
            <a:xfrm>
              <a:off x="-1780275" y="341217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0" name="Google Shape;2950;p11"/>
            <p:cNvSpPr/>
            <p:nvPr/>
          </p:nvSpPr>
          <p:spPr>
            <a:xfrm>
              <a:off x="-1780750" y="3410675"/>
              <a:ext cx="0" cy="25"/>
            </a:xfrm>
            <a:custGeom>
              <a:rect b="b" l="l" r="r" t="t"/>
              <a:pathLst>
                <a:path extrusionOk="0" h="1" w="0">
                  <a:moveTo>
                    <a:pt x="0" y="1"/>
                  </a:moveTo>
                  <a:lnTo>
                    <a:pt x="0" y="1"/>
                  </a:lnTo>
                  <a:lnTo>
                    <a:pt x="0" y="1"/>
                  </a:lnTo>
                  <a:lnTo>
                    <a:pt x="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1" name="Google Shape;2951;p11"/>
            <p:cNvSpPr/>
            <p:nvPr/>
          </p:nvSpPr>
          <p:spPr>
            <a:xfrm>
              <a:off x="-1791625" y="3408700"/>
              <a:ext cx="19275" cy="5475"/>
            </a:xfrm>
            <a:custGeom>
              <a:rect b="b" l="l" r="r" t="t"/>
              <a:pathLst>
                <a:path extrusionOk="0" h="219" w="771">
                  <a:moveTo>
                    <a:pt x="438" y="43"/>
                  </a:moveTo>
                  <a:lnTo>
                    <a:pt x="455" y="60"/>
                  </a:lnTo>
                  <a:lnTo>
                    <a:pt x="435" y="80"/>
                  </a:lnTo>
                  <a:lnTo>
                    <a:pt x="475" y="80"/>
                  </a:lnTo>
                  <a:lnTo>
                    <a:pt x="438" y="43"/>
                  </a:lnTo>
                  <a:close/>
                  <a:moveTo>
                    <a:pt x="494" y="60"/>
                  </a:moveTo>
                  <a:lnTo>
                    <a:pt x="514" y="80"/>
                  </a:lnTo>
                  <a:lnTo>
                    <a:pt x="554" y="100"/>
                  </a:lnTo>
                  <a:lnTo>
                    <a:pt x="672" y="139"/>
                  </a:lnTo>
                  <a:lnTo>
                    <a:pt x="712" y="159"/>
                  </a:lnTo>
                  <a:lnTo>
                    <a:pt x="692" y="139"/>
                  </a:lnTo>
                  <a:lnTo>
                    <a:pt x="633" y="119"/>
                  </a:lnTo>
                  <a:lnTo>
                    <a:pt x="672" y="119"/>
                  </a:lnTo>
                  <a:lnTo>
                    <a:pt x="573" y="80"/>
                  </a:lnTo>
                  <a:lnTo>
                    <a:pt x="514" y="60"/>
                  </a:lnTo>
                  <a:close/>
                  <a:moveTo>
                    <a:pt x="0" y="1"/>
                  </a:moveTo>
                  <a:lnTo>
                    <a:pt x="20" y="21"/>
                  </a:lnTo>
                  <a:lnTo>
                    <a:pt x="99" y="40"/>
                  </a:lnTo>
                  <a:lnTo>
                    <a:pt x="40" y="40"/>
                  </a:lnTo>
                  <a:lnTo>
                    <a:pt x="99" y="60"/>
                  </a:lnTo>
                  <a:lnTo>
                    <a:pt x="178" y="100"/>
                  </a:lnTo>
                  <a:lnTo>
                    <a:pt x="198" y="80"/>
                  </a:lnTo>
                  <a:lnTo>
                    <a:pt x="237" y="100"/>
                  </a:lnTo>
                  <a:lnTo>
                    <a:pt x="356" y="119"/>
                  </a:lnTo>
                  <a:lnTo>
                    <a:pt x="395" y="119"/>
                  </a:lnTo>
                  <a:lnTo>
                    <a:pt x="415" y="100"/>
                  </a:lnTo>
                  <a:lnTo>
                    <a:pt x="435" y="100"/>
                  </a:lnTo>
                  <a:lnTo>
                    <a:pt x="554" y="139"/>
                  </a:lnTo>
                  <a:lnTo>
                    <a:pt x="573" y="159"/>
                  </a:lnTo>
                  <a:lnTo>
                    <a:pt x="573" y="159"/>
                  </a:lnTo>
                  <a:lnTo>
                    <a:pt x="534" y="139"/>
                  </a:lnTo>
                  <a:lnTo>
                    <a:pt x="455" y="119"/>
                  </a:lnTo>
                  <a:lnTo>
                    <a:pt x="455" y="139"/>
                  </a:lnTo>
                  <a:lnTo>
                    <a:pt x="514" y="139"/>
                  </a:lnTo>
                  <a:lnTo>
                    <a:pt x="593" y="179"/>
                  </a:lnTo>
                  <a:lnTo>
                    <a:pt x="672" y="198"/>
                  </a:lnTo>
                  <a:lnTo>
                    <a:pt x="692" y="198"/>
                  </a:lnTo>
                  <a:lnTo>
                    <a:pt x="771" y="218"/>
                  </a:lnTo>
                  <a:lnTo>
                    <a:pt x="771" y="218"/>
                  </a:lnTo>
                  <a:lnTo>
                    <a:pt x="692" y="179"/>
                  </a:lnTo>
                  <a:lnTo>
                    <a:pt x="731" y="179"/>
                  </a:lnTo>
                  <a:lnTo>
                    <a:pt x="712" y="159"/>
                  </a:lnTo>
                  <a:lnTo>
                    <a:pt x="672" y="159"/>
                  </a:lnTo>
                  <a:lnTo>
                    <a:pt x="672" y="139"/>
                  </a:lnTo>
                  <a:lnTo>
                    <a:pt x="633" y="139"/>
                  </a:lnTo>
                  <a:lnTo>
                    <a:pt x="554" y="100"/>
                  </a:lnTo>
                  <a:lnTo>
                    <a:pt x="475" y="80"/>
                  </a:lnTo>
                  <a:lnTo>
                    <a:pt x="475" y="80"/>
                  </a:lnTo>
                  <a:lnTo>
                    <a:pt x="494" y="100"/>
                  </a:lnTo>
                  <a:lnTo>
                    <a:pt x="316" y="60"/>
                  </a:lnTo>
                  <a:lnTo>
                    <a:pt x="158" y="21"/>
                  </a:lnTo>
                  <a:lnTo>
                    <a:pt x="158" y="40"/>
                  </a:lnTo>
                  <a:lnTo>
                    <a:pt x="178" y="60"/>
                  </a:lnTo>
                  <a:lnTo>
                    <a:pt x="178" y="60"/>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2" name="Google Shape;2952;p11"/>
            <p:cNvSpPr/>
            <p:nvPr/>
          </p:nvSpPr>
          <p:spPr>
            <a:xfrm>
              <a:off x="-1774825" y="3409200"/>
              <a:ext cx="2975" cy="1025"/>
            </a:xfrm>
            <a:custGeom>
              <a:rect b="b" l="l" r="r" t="t"/>
              <a:pathLst>
                <a:path extrusionOk="0" h="41" w="119">
                  <a:moveTo>
                    <a:pt x="119" y="40"/>
                  </a:moveTo>
                  <a:lnTo>
                    <a:pt x="119" y="40"/>
                  </a:lnTo>
                  <a:lnTo>
                    <a:pt x="0" y="1"/>
                  </a:lnTo>
                  <a:lnTo>
                    <a:pt x="0" y="1"/>
                  </a:lnTo>
                  <a:lnTo>
                    <a:pt x="119" y="40"/>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3" name="Google Shape;2953;p11"/>
            <p:cNvSpPr/>
            <p:nvPr/>
          </p:nvSpPr>
          <p:spPr>
            <a:xfrm>
              <a:off x="-1777300" y="3408225"/>
              <a:ext cx="2500" cy="1000"/>
            </a:xfrm>
            <a:custGeom>
              <a:rect b="b" l="l" r="r" t="t"/>
              <a:pathLst>
                <a:path extrusionOk="0" h="40" w="100">
                  <a:moveTo>
                    <a:pt x="0" y="0"/>
                  </a:moveTo>
                  <a:lnTo>
                    <a:pt x="20" y="20"/>
                  </a:lnTo>
                  <a:lnTo>
                    <a:pt x="99" y="4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4" name="Google Shape;2954;p11"/>
            <p:cNvSpPr/>
            <p:nvPr/>
          </p:nvSpPr>
          <p:spPr>
            <a:xfrm>
              <a:off x="-1798550" y="3390450"/>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5" name="Google Shape;2955;p11"/>
            <p:cNvSpPr/>
            <p:nvPr/>
          </p:nvSpPr>
          <p:spPr>
            <a:xfrm>
              <a:off x="-1800025" y="3362775"/>
              <a:ext cx="39525" cy="47925"/>
            </a:xfrm>
            <a:custGeom>
              <a:rect b="b" l="l" r="r" t="t"/>
              <a:pathLst>
                <a:path extrusionOk="0" h="1917" w="1581">
                  <a:moveTo>
                    <a:pt x="1423" y="337"/>
                  </a:moveTo>
                  <a:lnTo>
                    <a:pt x="1423" y="342"/>
                  </a:lnTo>
                  <a:lnTo>
                    <a:pt x="1423" y="342"/>
                  </a:lnTo>
                  <a:lnTo>
                    <a:pt x="1443" y="357"/>
                  </a:lnTo>
                  <a:lnTo>
                    <a:pt x="1423" y="337"/>
                  </a:lnTo>
                  <a:close/>
                  <a:moveTo>
                    <a:pt x="139" y="692"/>
                  </a:moveTo>
                  <a:lnTo>
                    <a:pt x="139" y="699"/>
                  </a:lnTo>
                  <a:lnTo>
                    <a:pt x="139" y="699"/>
                  </a:lnTo>
                  <a:lnTo>
                    <a:pt x="149" y="702"/>
                  </a:lnTo>
                  <a:lnTo>
                    <a:pt x="139" y="692"/>
                  </a:lnTo>
                  <a:close/>
                  <a:moveTo>
                    <a:pt x="149" y="702"/>
                  </a:moveTo>
                  <a:lnTo>
                    <a:pt x="159" y="712"/>
                  </a:lnTo>
                  <a:lnTo>
                    <a:pt x="188" y="722"/>
                  </a:lnTo>
                  <a:lnTo>
                    <a:pt x="188" y="722"/>
                  </a:lnTo>
                  <a:lnTo>
                    <a:pt x="178" y="712"/>
                  </a:lnTo>
                  <a:lnTo>
                    <a:pt x="149" y="702"/>
                  </a:lnTo>
                  <a:close/>
                  <a:moveTo>
                    <a:pt x="40" y="653"/>
                  </a:moveTo>
                  <a:lnTo>
                    <a:pt x="60" y="673"/>
                  </a:lnTo>
                  <a:lnTo>
                    <a:pt x="80" y="692"/>
                  </a:lnTo>
                  <a:lnTo>
                    <a:pt x="60" y="692"/>
                  </a:lnTo>
                  <a:lnTo>
                    <a:pt x="159" y="732"/>
                  </a:lnTo>
                  <a:lnTo>
                    <a:pt x="139" y="712"/>
                  </a:lnTo>
                  <a:lnTo>
                    <a:pt x="139" y="699"/>
                  </a:lnTo>
                  <a:lnTo>
                    <a:pt x="139" y="699"/>
                  </a:lnTo>
                  <a:lnTo>
                    <a:pt x="119" y="692"/>
                  </a:lnTo>
                  <a:lnTo>
                    <a:pt x="40" y="653"/>
                  </a:lnTo>
                  <a:close/>
                  <a:moveTo>
                    <a:pt x="188" y="722"/>
                  </a:moveTo>
                  <a:lnTo>
                    <a:pt x="198" y="732"/>
                  </a:lnTo>
                  <a:lnTo>
                    <a:pt x="228" y="742"/>
                  </a:lnTo>
                  <a:lnTo>
                    <a:pt x="228" y="742"/>
                  </a:lnTo>
                  <a:lnTo>
                    <a:pt x="218" y="732"/>
                  </a:lnTo>
                  <a:lnTo>
                    <a:pt x="188" y="722"/>
                  </a:lnTo>
                  <a:close/>
                  <a:moveTo>
                    <a:pt x="119" y="890"/>
                  </a:moveTo>
                  <a:lnTo>
                    <a:pt x="149" y="900"/>
                  </a:lnTo>
                  <a:lnTo>
                    <a:pt x="139" y="890"/>
                  </a:lnTo>
                  <a:close/>
                  <a:moveTo>
                    <a:pt x="149" y="900"/>
                  </a:moveTo>
                  <a:lnTo>
                    <a:pt x="159" y="910"/>
                  </a:lnTo>
                  <a:lnTo>
                    <a:pt x="178" y="910"/>
                  </a:lnTo>
                  <a:lnTo>
                    <a:pt x="149" y="900"/>
                  </a:lnTo>
                  <a:close/>
                  <a:moveTo>
                    <a:pt x="119" y="910"/>
                  </a:moveTo>
                  <a:lnTo>
                    <a:pt x="119" y="929"/>
                  </a:lnTo>
                  <a:lnTo>
                    <a:pt x="139" y="929"/>
                  </a:lnTo>
                  <a:lnTo>
                    <a:pt x="119" y="910"/>
                  </a:lnTo>
                  <a:close/>
                  <a:moveTo>
                    <a:pt x="119" y="929"/>
                  </a:moveTo>
                  <a:lnTo>
                    <a:pt x="119" y="949"/>
                  </a:lnTo>
                  <a:lnTo>
                    <a:pt x="146" y="956"/>
                  </a:lnTo>
                  <a:lnTo>
                    <a:pt x="146" y="956"/>
                  </a:lnTo>
                  <a:lnTo>
                    <a:pt x="119" y="929"/>
                  </a:lnTo>
                  <a:close/>
                  <a:moveTo>
                    <a:pt x="119" y="1028"/>
                  </a:moveTo>
                  <a:lnTo>
                    <a:pt x="119" y="1048"/>
                  </a:lnTo>
                  <a:lnTo>
                    <a:pt x="178" y="1068"/>
                  </a:lnTo>
                  <a:lnTo>
                    <a:pt x="178" y="1068"/>
                  </a:lnTo>
                  <a:lnTo>
                    <a:pt x="139" y="1048"/>
                  </a:lnTo>
                  <a:lnTo>
                    <a:pt x="119" y="1028"/>
                  </a:lnTo>
                  <a:close/>
                  <a:moveTo>
                    <a:pt x="1285" y="1502"/>
                  </a:moveTo>
                  <a:lnTo>
                    <a:pt x="1304" y="1522"/>
                  </a:lnTo>
                  <a:lnTo>
                    <a:pt x="1364" y="1522"/>
                  </a:lnTo>
                  <a:lnTo>
                    <a:pt x="1285" y="1502"/>
                  </a:lnTo>
                  <a:close/>
                  <a:moveTo>
                    <a:pt x="40" y="1601"/>
                  </a:moveTo>
                  <a:lnTo>
                    <a:pt x="99" y="1621"/>
                  </a:lnTo>
                  <a:lnTo>
                    <a:pt x="119" y="1621"/>
                  </a:lnTo>
                  <a:lnTo>
                    <a:pt x="40" y="1601"/>
                  </a:lnTo>
                  <a:close/>
                  <a:moveTo>
                    <a:pt x="257" y="1680"/>
                  </a:moveTo>
                  <a:lnTo>
                    <a:pt x="266" y="1688"/>
                  </a:lnTo>
                  <a:lnTo>
                    <a:pt x="266" y="1688"/>
                  </a:lnTo>
                  <a:lnTo>
                    <a:pt x="228" y="1680"/>
                  </a:lnTo>
                  <a:close/>
                  <a:moveTo>
                    <a:pt x="1304" y="1690"/>
                  </a:moveTo>
                  <a:lnTo>
                    <a:pt x="1304" y="1700"/>
                  </a:lnTo>
                  <a:lnTo>
                    <a:pt x="1324" y="1700"/>
                  </a:lnTo>
                  <a:lnTo>
                    <a:pt x="1304" y="1690"/>
                  </a:lnTo>
                  <a:close/>
                  <a:moveTo>
                    <a:pt x="652" y="1719"/>
                  </a:moveTo>
                  <a:lnTo>
                    <a:pt x="722" y="1739"/>
                  </a:lnTo>
                  <a:lnTo>
                    <a:pt x="633" y="1739"/>
                  </a:lnTo>
                  <a:lnTo>
                    <a:pt x="593" y="1719"/>
                  </a:lnTo>
                  <a:close/>
                  <a:moveTo>
                    <a:pt x="1048" y="1798"/>
                  </a:moveTo>
                  <a:lnTo>
                    <a:pt x="1087" y="1818"/>
                  </a:lnTo>
                  <a:lnTo>
                    <a:pt x="1087" y="1818"/>
                  </a:lnTo>
                  <a:lnTo>
                    <a:pt x="1067" y="1798"/>
                  </a:lnTo>
                  <a:close/>
                  <a:moveTo>
                    <a:pt x="119" y="1739"/>
                  </a:moveTo>
                  <a:lnTo>
                    <a:pt x="139" y="1759"/>
                  </a:lnTo>
                  <a:lnTo>
                    <a:pt x="119" y="1759"/>
                  </a:lnTo>
                  <a:lnTo>
                    <a:pt x="178" y="1779"/>
                  </a:lnTo>
                  <a:lnTo>
                    <a:pt x="198" y="1779"/>
                  </a:lnTo>
                  <a:lnTo>
                    <a:pt x="317" y="1818"/>
                  </a:lnTo>
                  <a:lnTo>
                    <a:pt x="336" y="1818"/>
                  </a:lnTo>
                  <a:lnTo>
                    <a:pt x="297" y="1798"/>
                  </a:lnTo>
                  <a:lnTo>
                    <a:pt x="238" y="1779"/>
                  </a:lnTo>
                  <a:lnTo>
                    <a:pt x="376" y="1818"/>
                  </a:lnTo>
                  <a:lnTo>
                    <a:pt x="336" y="1779"/>
                  </a:lnTo>
                  <a:lnTo>
                    <a:pt x="238" y="1759"/>
                  </a:lnTo>
                  <a:lnTo>
                    <a:pt x="257" y="1759"/>
                  </a:lnTo>
                  <a:lnTo>
                    <a:pt x="218" y="1739"/>
                  </a:lnTo>
                  <a:lnTo>
                    <a:pt x="238" y="1759"/>
                  </a:lnTo>
                  <a:lnTo>
                    <a:pt x="238" y="1759"/>
                  </a:lnTo>
                  <a:lnTo>
                    <a:pt x="119" y="1739"/>
                  </a:lnTo>
                  <a:close/>
                  <a:moveTo>
                    <a:pt x="376" y="1818"/>
                  </a:moveTo>
                  <a:lnTo>
                    <a:pt x="494" y="1858"/>
                  </a:lnTo>
                  <a:lnTo>
                    <a:pt x="494" y="1858"/>
                  </a:lnTo>
                  <a:lnTo>
                    <a:pt x="455" y="1838"/>
                  </a:lnTo>
                  <a:lnTo>
                    <a:pt x="376" y="1818"/>
                  </a:lnTo>
                  <a:close/>
                  <a:moveTo>
                    <a:pt x="1403" y="1"/>
                  </a:moveTo>
                  <a:lnTo>
                    <a:pt x="435" y="396"/>
                  </a:lnTo>
                  <a:lnTo>
                    <a:pt x="514" y="436"/>
                  </a:lnTo>
                  <a:lnTo>
                    <a:pt x="435" y="436"/>
                  </a:lnTo>
                  <a:lnTo>
                    <a:pt x="396" y="416"/>
                  </a:lnTo>
                  <a:lnTo>
                    <a:pt x="277" y="455"/>
                  </a:lnTo>
                  <a:lnTo>
                    <a:pt x="297" y="475"/>
                  </a:lnTo>
                  <a:lnTo>
                    <a:pt x="218" y="475"/>
                  </a:lnTo>
                  <a:lnTo>
                    <a:pt x="238" y="495"/>
                  </a:lnTo>
                  <a:lnTo>
                    <a:pt x="178" y="495"/>
                  </a:lnTo>
                  <a:lnTo>
                    <a:pt x="139" y="515"/>
                  </a:lnTo>
                  <a:lnTo>
                    <a:pt x="218" y="554"/>
                  </a:lnTo>
                  <a:lnTo>
                    <a:pt x="218" y="554"/>
                  </a:lnTo>
                  <a:lnTo>
                    <a:pt x="198" y="534"/>
                  </a:lnTo>
                  <a:lnTo>
                    <a:pt x="218" y="534"/>
                  </a:lnTo>
                  <a:lnTo>
                    <a:pt x="257" y="554"/>
                  </a:lnTo>
                  <a:lnTo>
                    <a:pt x="297" y="574"/>
                  </a:lnTo>
                  <a:lnTo>
                    <a:pt x="336" y="594"/>
                  </a:lnTo>
                  <a:lnTo>
                    <a:pt x="297" y="594"/>
                  </a:lnTo>
                  <a:lnTo>
                    <a:pt x="238" y="574"/>
                  </a:lnTo>
                  <a:lnTo>
                    <a:pt x="119" y="515"/>
                  </a:lnTo>
                  <a:lnTo>
                    <a:pt x="139" y="534"/>
                  </a:lnTo>
                  <a:lnTo>
                    <a:pt x="218" y="594"/>
                  </a:lnTo>
                  <a:lnTo>
                    <a:pt x="277" y="633"/>
                  </a:lnTo>
                  <a:lnTo>
                    <a:pt x="178" y="594"/>
                  </a:lnTo>
                  <a:lnTo>
                    <a:pt x="80" y="534"/>
                  </a:lnTo>
                  <a:lnTo>
                    <a:pt x="60" y="534"/>
                  </a:lnTo>
                  <a:lnTo>
                    <a:pt x="99" y="554"/>
                  </a:lnTo>
                  <a:lnTo>
                    <a:pt x="60" y="554"/>
                  </a:lnTo>
                  <a:lnTo>
                    <a:pt x="80" y="594"/>
                  </a:lnTo>
                  <a:lnTo>
                    <a:pt x="119" y="594"/>
                  </a:lnTo>
                  <a:lnTo>
                    <a:pt x="139" y="613"/>
                  </a:lnTo>
                  <a:lnTo>
                    <a:pt x="99" y="613"/>
                  </a:lnTo>
                  <a:lnTo>
                    <a:pt x="119" y="633"/>
                  </a:lnTo>
                  <a:lnTo>
                    <a:pt x="119" y="653"/>
                  </a:lnTo>
                  <a:lnTo>
                    <a:pt x="119" y="673"/>
                  </a:lnTo>
                  <a:lnTo>
                    <a:pt x="139" y="673"/>
                  </a:lnTo>
                  <a:lnTo>
                    <a:pt x="139" y="653"/>
                  </a:lnTo>
                  <a:lnTo>
                    <a:pt x="159" y="653"/>
                  </a:lnTo>
                  <a:lnTo>
                    <a:pt x="218" y="673"/>
                  </a:lnTo>
                  <a:lnTo>
                    <a:pt x="257" y="712"/>
                  </a:lnTo>
                  <a:lnTo>
                    <a:pt x="277" y="732"/>
                  </a:lnTo>
                  <a:lnTo>
                    <a:pt x="297" y="752"/>
                  </a:lnTo>
                  <a:lnTo>
                    <a:pt x="317" y="771"/>
                  </a:lnTo>
                  <a:lnTo>
                    <a:pt x="317" y="771"/>
                  </a:lnTo>
                  <a:lnTo>
                    <a:pt x="257" y="752"/>
                  </a:lnTo>
                  <a:lnTo>
                    <a:pt x="228" y="742"/>
                  </a:lnTo>
                  <a:lnTo>
                    <a:pt x="228" y="742"/>
                  </a:lnTo>
                  <a:lnTo>
                    <a:pt x="257" y="771"/>
                  </a:lnTo>
                  <a:lnTo>
                    <a:pt x="218" y="752"/>
                  </a:lnTo>
                  <a:lnTo>
                    <a:pt x="218" y="765"/>
                  </a:lnTo>
                  <a:lnTo>
                    <a:pt x="218" y="765"/>
                  </a:lnTo>
                  <a:lnTo>
                    <a:pt x="178" y="752"/>
                  </a:lnTo>
                  <a:lnTo>
                    <a:pt x="119" y="732"/>
                  </a:lnTo>
                  <a:lnTo>
                    <a:pt x="198" y="771"/>
                  </a:lnTo>
                  <a:lnTo>
                    <a:pt x="198" y="771"/>
                  </a:lnTo>
                  <a:lnTo>
                    <a:pt x="139" y="752"/>
                  </a:lnTo>
                  <a:lnTo>
                    <a:pt x="178" y="771"/>
                  </a:lnTo>
                  <a:lnTo>
                    <a:pt x="198" y="791"/>
                  </a:lnTo>
                  <a:lnTo>
                    <a:pt x="159" y="771"/>
                  </a:lnTo>
                  <a:lnTo>
                    <a:pt x="159" y="771"/>
                  </a:lnTo>
                  <a:lnTo>
                    <a:pt x="198" y="811"/>
                  </a:lnTo>
                  <a:lnTo>
                    <a:pt x="257" y="811"/>
                  </a:lnTo>
                  <a:lnTo>
                    <a:pt x="336" y="850"/>
                  </a:lnTo>
                  <a:lnTo>
                    <a:pt x="336" y="870"/>
                  </a:lnTo>
                  <a:lnTo>
                    <a:pt x="277" y="870"/>
                  </a:lnTo>
                  <a:lnTo>
                    <a:pt x="277" y="890"/>
                  </a:lnTo>
                  <a:lnTo>
                    <a:pt x="257" y="870"/>
                  </a:lnTo>
                  <a:lnTo>
                    <a:pt x="238" y="870"/>
                  </a:lnTo>
                  <a:lnTo>
                    <a:pt x="218" y="850"/>
                  </a:lnTo>
                  <a:lnTo>
                    <a:pt x="198" y="850"/>
                  </a:lnTo>
                  <a:lnTo>
                    <a:pt x="139" y="831"/>
                  </a:lnTo>
                  <a:lnTo>
                    <a:pt x="139" y="831"/>
                  </a:lnTo>
                  <a:lnTo>
                    <a:pt x="218" y="850"/>
                  </a:lnTo>
                  <a:lnTo>
                    <a:pt x="159" y="831"/>
                  </a:lnTo>
                  <a:lnTo>
                    <a:pt x="139" y="811"/>
                  </a:lnTo>
                  <a:lnTo>
                    <a:pt x="80" y="791"/>
                  </a:lnTo>
                  <a:lnTo>
                    <a:pt x="80" y="791"/>
                  </a:lnTo>
                  <a:lnTo>
                    <a:pt x="139" y="831"/>
                  </a:lnTo>
                  <a:lnTo>
                    <a:pt x="159" y="850"/>
                  </a:lnTo>
                  <a:lnTo>
                    <a:pt x="198" y="870"/>
                  </a:lnTo>
                  <a:lnTo>
                    <a:pt x="99" y="831"/>
                  </a:lnTo>
                  <a:lnTo>
                    <a:pt x="80" y="850"/>
                  </a:lnTo>
                  <a:lnTo>
                    <a:pt x="119" y="850"/>
                  </a:lnTo>
                  <a:lnTo>
                    <a:pt x="139" y="870"/>
                  </a:lnTo>
                  <a:lnTo>
                    <a:pt x="159" y="890"/>
                  </a:lnTo>
                  <a:lnTo>
                    <a:pt x="139" y="890"/>
                  </a:lnTo>
                  <a:lnTo>
                    <a:pt x="198" y="910"/>
                  </a:lnTo>
                  <a:lnTo>
                    <a:pt x="218" y="929"/>
                  </a:lnTo>
                  <a:lnTo>
                    <a:pt x="218" y="949"/>
                  </a:lnTo>
                  <a:lnTo>
                    <a:pt x="257" y="989"/>
                  </a:lnTo>
                  <a:lnTo>
                    <a:pt x="257" y="989"/>
                  </a:lnTo>
                  <a:lnTo>
                    <a:pt x="198" y="969"/>
                  </a:lnTo>
                  <a:lnTo>
                    <a:pt x="146" y="956"/>
                  </a:lnTo>
                  <a:lnTo>
                    <a:pt x="146" y="956"/>
                  </a:lnTo>
                  <a:lnTo>
                    <a:pt x="159" y="969"/>
                  </a:lnTo>
                  <a:lnTo>
                    <a:pt x="119" y="969"/>
                  </a:lnTo>
                  <a:lnTo>
                    <a:pt x="80" y="949"/>
                  </a:lnTo>
                  <a:lnTo>
                    <a:pt x="20" y="949"/>
                  </a:lnTo>
                  <a:lnTo>
                    <a:pt x="99" y="969"/>
                  </a:lnTo>
                  <a:lnTo>
                    <a:pt x="119" y="989"/>
                  </a:lnTo>
                  <a:lnTo>
                    <a:pt x="99" y="989"/>
                  </a:lnTo>
                  <a:lnTo>
                    <a:pt x="178" y="1008"/>
                  </a:lnTo>
                  <a:lnTo>
                    <a:pt x="99" y="1008"/>
                  </a:lnTo>
                  <a:lnTo>
                    <a:pt x="198" y="1068"/>
                  </a:lnTo>
                  <a:lnTo>
                    <a:pt x="178" y="1068"/>
                  </a:lnTo>
                  <a:lnTo>
                    <a:pt x="257" y="1107"/>
                  </a:lnTo>
                  <a:lnTo>
                    <a:pt x="238" y="1107"/>
                  </a:lnTo>
                  <a:lnTo>
                    <a:pt x="178" y="1087"/>
                  </a:lnTo>
                  <a:lnTo>
                    <a:pt x="218" y="1127"/>
                  </a:lnTo>
                  <a:lnTo>
                    <a:pt x="238" y="1127"/>
                  </a:lnTo>
                  <a:lnTo>
                    <a:pt x="277" y="1147"/>
                  </a:lnTo>
                  <a:lnTo>
                    <a:pt x="317" y="1166"/>
                  </a:lnTo>
                  <a:lnTo>
                    <a:pt x="238" y="1147"/>
                  </a:lnTo>
                  <a:lnTo>
                    <a:pt x="198" y="1127"/>
                  </a:lnTo>
                  <a:lnTo>
                    <a:pt x="139" y="1127"/>
                  </a:lnTo>
                  <a:lnTo>
                    <a:pt x="99" y="1087"/>
                  </a:lnTo>
                  <a:lnTo>
                    <a:pt x="80" y="1087"/>
                  </a:lnTo>
                  <a:lnTo>
                    <a:pt x="99" y="1107"/>
                  </a:lnTo>
                  <a:lnTo>
                    <a:pt x="119" y="1127"/>
                  </a:lnTo>
                  <a:lnTo>
                    <a:pt x="119" y="1127"/>
                  </a:lnTo>
                  <a:lnTo>
                    <a:pt x="60" y="1107"/>
                  </a:lnTo>
                  <a:lnTo>
                    <a:pt x="80" y="1127"/>
                  </a:lnTo>
                  <a:lnTo>
                    <a:pt x="139" y="1147"/>
                  </a:lnTo>
                  <a:lnTo>
                    <a:pt x="178" y="1166"/>
                  </a:lnTo>
                  <a:lnTo>
                    <a:pt x="99" y="1147"/>
                  </a:lnTo>
                  <a:lnTo>
                    <a:pt x="99" y="1147"/>
                  </a:lnTo>
                  <a:lnTo>
                    <a:pt x="119" y="1166"/>
                  </a:lnTo>
                  <a:lnTo>
                    <a:pt x="139" y="1166"/>
                  </a:lnTo>
                  <a:lnTo>
                    <a:pt x="218" y="1206"/>
                  </a:lnTo>
                  <a:lnTo>
                    <a:pt x="277" y="1206"/>
                  </a:lnTo>
                  <a:lnTo>
                    <a:pt x="317" y="1226"/>
                  </a:lnTo>
                  <a:lnTo>
                    <a:pt x="376" y="1245"/>
                  </a:lnTo>
                  <a:lnTo>
                    <a:pt x="396" y="1265"/>
                  </a:lnTo>
                  <a:lnTo>
                    <a:pt x="297" y="1245"/>
                  </a:lnTo>
                  <a:lnTo>
                    <a:pt x="159" y="1206"/>
                  </a:lnTo>
                  <a:lnTo>
                    <a:pt x="1" y="1147"/>
                  </a:lnTo>
                  <a:lnTo>
                    <a:pt x="20" y="1186"/>
                  </a:lnTo>
                  <a:lnTo>
                    <a:pt x="1" y="1186"/>
                  </a:lnTo>
                  <a:lnTo>
                    <a:pt x="80" y="1226"/>
                  </a:lnTo>
                  <a:lnTo>
                    <a:pt x="198" y="1265"/>
                  </a:lnTo>
                  <a:lnTo>
                    <a:pt x="178" y="1265"/>
                  </a:lnTo>
                  <a:lnTo>
                    <a:pt x="139" y="1245"/>
                  </a:lnTo>
                  <a:lnTo>
                    <a:pt x="139" y="1245"/>
                  </a:lnTo>
                  <a:lnTo>
                    <a:pt x="178" y="1285"/>
                  </a:lnTo>
                  <a:lnTo>
                    <a:pt x="198" y="1305"/>
                  </a:lnTo>
                  <a:lnTo>
                    <a:pt x="257" y="1344"/>
                  </a:lnTo>
                  <a:lnTo>
                    <a:pt x="336" y="1364"/>
                  </a:lnTo>
                  <a:lnTo>
                    <a:pt x="356" y="1364"/>
                  </a:lnTo>
                  <a:lnTo>
                    <a:pt x="376" y="1384"/>
                  </a:lnTo>
                  <a:lnTo>
                    <a:pt x="415" y="1403"/>
                  </a:lnTo>
                  <a:lnTo>
                    <a:pt x="356" y="1384"/>
                  </a:lnTo>
                  <a:lnTo>
                    <a:pt x="336" y="1384"/>
                  </a:lnTo>
                  <a:lnTo>
                    <a:pt x="356" y="1403"/>
                  </a:lnTo>
                  <a:lnTo>
                    <a:pt x="297" y="1384"/>
                  </a:lnTo>
                  <a:lnTo>
                    <a:pt x="277" y="1364"/>
                  </a:lnTo>
                  <a:lnTo>
                    <a:pt x="238" y="1364"/>
                  </a:lnTo>
                  <a:lnTo>
                    <a:pt x="139" y="1344"/>
                  </a:lnTo>
                  <a:lnTo>
                    <a:pt x="198" y="1364"/>
                  </a:lnTo>
                  <a:lnTo>
                    <a:pt x="257" y="1384"/>
                  </a:lnTo>
                  <a:lnTo>
                    <a:pt x="178" y="1384"/>
                  </a:lnTo>
                  <a:lnTo>
                    <a:pt x="159" y="1403"/>
                  </a:lnTo>
                  <a:lnTo>
                    <a:pt x="60" y="1384"/>
                  </a:lnTo>
                  <a:lnTo>
                    <a:pt x="60" y="1384"/>
                  </a:lnTo>
                  <a:lnTo>
                    <a:pt x="139" y="1423"/>
                  </a:lnTo>
                  <a:lnTo>
                    <a:pt x="178" y="1443"/>
                  </a:lnTo>
                  <a:lnTo>
                    <a:pt x="277" y="1482"/>
                  </a:lnTo>
                  <a:lnTo>
                    <a:pt x="297" y="1482"/>
                  </a:lnTo>
                  <a:lnTo>
                    <a:pt x="277" y="1463"/>
                  </a:lnTo>
                  <a:lnTo>
                    <a:pt x="238" y="1443"/>
                  </a:lnTo>
                  <a:lnTo>
                    <a:pt x="277" y="1443"/>
                  </a:lnTo>
                  <a:lnTo>
                    <a:pt x="178" y="1403"/>
                  </a:lnTo>
                  <a:lnTo>
                    <a:pt x="218" y="1403"/>
                  </a:lnTo>
                  <a:lnTo>
                    <a:pt x="297" y="1443"/>
                  </a:lnTo>
                  <a:lnTo>
                    <a:pt x="356" y="1463"/>
                  </a:lnTo>
                  <a:lnTo>
                    <a:pt x="415" y="1482"/>
                  </a:lnTo>
                  <a:lnTo>
                    <a:pt x="415" y="1463"/>
                  </a:lnTo>
                  <a:lnTo>
                    <a:pt x="514" y="1482"/>
                  </a:lnTo>
                  <a:lnTo>
                    <a:pt x="652" y="1542"/>
                  </a:lnTo>
                  <a:lnTo>
                    <a:pt x="573" y="1522"/>
                  </a:lnTo>
                  <a:lnTo>
                    <a:pt x="573" y="1522"/>
                  </a:lnTo>
                  <a:lnTo>
                    <a:pt x="672" y="1561"/>
                  </a:lnTo>
                  <a:lnTo>
                    <a:pt x="672" y="1561"/>
                  </a:lnTo>
                  <a:lnTo>
                    <a:pt x="534" y="1542"/>
                  </a:lnTo>
                  <a:lnTo>
                    <a:pt x="534" y="1542"/>
                  </a:lnTo>
                  <a:lnTo>
                    <a:pt x="554" y="1561"/>
                  </a:lnTo>
                  <a:lnTo>
                    <a:pt x="593" y="1581"/>
                  </a:lnTo>
                  <a:lnTo>
                    <a:pt x="593" y="1561"/>
                  </a:lnTo>
                  <a:lnTo>
                    <a:pt x="633" y="1581"/>
                  </a:lnTo>
                  <a:lnTo>
                    <a:pt x="672" y="1601"/>
                  </a:lnTo>
                  <a:lnTo>
                    <a:pt x="731" y="1621"/>
                  </a:lnTo>
                  <a:lnTo>
                    <a:pt x="633" y="1621"/>
                  </a:lnTo>
                  <a:lnTo>
                    <a:pt x="494" y="1561"/>
                  </a:lnTo>
                  <a:lnTo>
                    <a:pt x="514" y="1581"/>
                  </a:lnTo>
                  <a:lnTo>
                    <a:pt x="514" y="1581"/>
                  </a:lnTo>
                  <a:lnTo>
                    <a:pt x="317" y="1522"/>
                  </a:lnTo>
                  <a:lnTo>
                    <a:pt x="277" y="1522"/>
                  </a:lnTo>
                  <a:lnTo>
                    <a:pt x="277" y="1542"/>
                  </a:lnTo>
                  <a:lnTo>
                    <a:pt x="139" y="1502"/>
                  </a:lnTo>
                  <a:lnTo>
                    <a:pt x="159" y="1522"/>
                  </a:lnTo>
                  <a:lnTo>
                    <a:pt x="80" y="1522"/>
                  </a:lnTo>
                  <a:lnTo>
                    <a:pt x="139" y="1542"/>
                  </a:lnTo>
                  <a:lnTo>
                    <a:pt x="218" y="1561"/>
                  </a:lnTo>
                  <a:lnTo>
                    <a:pt x="198" y="1561"/>
                  </a:lnTo>
                  <a:lnTo>
                    <a:pt x="218" y="1581"/>
                  </a:lnTo>
                  <a:lnTo>
                    <a:pt x="277" y="1561"/>
                  </a:lnTo>
                  <a:lnTo>
                    <a:pt x="376" y="1601"/>
                  </a:lnTo>
                  <a:lnTo>
                    <a:pt x="396" y="1601"/>
                  </a:lnTo>
                  <a:lnTo>
                    <a:pt x="435" y="1621"/>
                  </a:lnTo>
                  <a:lnTo>
                    <a:pt x="435" y="1621"/>
                  </a:lnTo>
                  <a:lnTo>
                    <a:pt x="277" y="1581"/>
                  </a:lnTo>
                  <a:lnTo>
                    <a:pt x="297" y="1601"/>
                  </a:lnTo>
                  <a:lnTo>
                    <a:pt x="218" y="1601"/>
                  </a:lnTo>
                  <a:lnTo>
                    <a:pt x="198" y="1581"/>
                  </a:lnTo>
                  <a:lnTo>
                    <a:pt x="139" y="1581"/>
                  </a:lnTo>
                  <a:lnTo>
                    <a:pt x="139" y="1561"/>
                  </a:lnTo>
                  <a:lnTo>
                    <a:pt x="99" y="1581"/>
                  </a:lnTo>
                  <a:lnTo>
                    <a:pt x="60" y="1581"/>
                  </a:lnTo>
                  <a:lnTo>
                    <a:pt x="159" y="1621"/>
                  </a:lnTo>
                  <a:lnTo>
                    <a:pt x="119" y="1621"/>
                  </a:lnTo>
                  <a:lnTo>
                    <a:pt x="119" y="1640"/>
                  </a:lnTo>
                  <a:lnTo>
                    <a:pt x="159" y="1640"/>
                  </a:lnTo>
                  <a:lnTo>
                    <a:pt x="190" y="1671"/>
                  </a:lnTo>
                  <a:lnTo>
                    <a:pt x="139" y="1660"/>
                  </a:lnTo>
                  <a:lnTo>
                    <a:pt x="139" y="1680"/>
                  </a:lnTo>
                  <a:lnTo>
                    <a:pt x="119" y="1680"/>
                  </a:lnTo>
                  <a:lnTo>
                    <a:pt x="178" y="1700"/>
                  </a:lnTo>
                  <a:lnTo>
                    <a:pt x="238" y="1700"/>
                  </a:lnTo>
                  <a:lnTo>
                    <a:pt x="257" y="1719"/>
                  </a:lnTo>
                  <a:lnTo>
                    <a:pt x="238" y="1719"/>
                  </a:lnTo>
                  <a:lnTo>
                    <a:pt x="277" y="1739"/>
                  </a:lnTo>
                  <a:lnTo>
                    <a:pt x="376" y="1779"/>
                  </a:lnTo>
                  <a:lnTo>
                    <a:pt x="336" y="1779"/>
                  </a:lnTo>
                  <a:lnTo>
                    <a:pt x="396" y="1818"/>
                  </a:lnTo>
                  <a:lnTo>
                    <a:pt x="415" y="1798"/>
                  </a:lnTo>
                  <a:lnTo>
                    <a:pt x="435" y="1798"/>
                  </a:lnTo>
                  <a:lnTo>
                    <a:pt x="475" y="1779"/>
                  </a:lnTo>
                  <a:lnTo>
                    <a:pt x="415" y="1779"/>
                  </a:lnTo>
                  <a:lnTo>
                    <a:pt x="336" y="1739"/>
                  </a:lnTo>
                  <a:lnTo>
                    <a:pt x="376" y="1739"/>
                  </a:lnTo>
                  <a:lnTo>
                    <a:pt x="415" y="1759"/>
                  </a:lnTo>
                  <a:lnTo>
                    <a:pt x="494" y="1779"/>
                  </a:lnTo>
                  <a:lnTo>
                    <a:pt x="633" y="1838"/>
                  </a:lnTo>
                  <a:lnTo>
                    <a:pt x="712" y="1858"/>
                  </a:lnTo>
                  <a:lnTo>
                    <a:pt x="751" y="1877"/>
                  </a:lnTo>
                  <a:lnTo>
                    <a:pt x="830" y="1897"/>
                  </a:lnTo>
                  <a:lnTo>
                    <a:pt x="850" y="1897"/>
                  </a:lnTo>
                  <a:lnTo>
                    <a:pt x="850" y="1877"/>
                  </a:lnTo>
                  <a:lnTo>
                    <a:pt x="890" y="1897"/>
                  </a:lnTo>
                  <a:lnTo>
                    <a:pt x="909" y="1917"/>
                  </a:lnTo>
                  <a:lnTo>
                    <a:pt x="949" y="1917"/>
                  </a:lnTo>
                  <a:lnTo>
                    <a:pt x="929" y="1897"/>
                  </a:lnTo>
                  <a:lnTo>
                    <a:pt x="949" y="1897"/>
                  </a:lnTo>
                  <a:lnTo>
                    <a:pt x="850" y="1877"/>
                  </a:lnTo>
                  <a:lnTo>
                    <a:pt x="870" y="1877"/>
                  </a:lnTo>
                  <a:lnTo>
                    <a:pt x="870" y="1858"/>
                  </a:lnTo>
                  <a:lnTo>
                    <a:pt x="830" y="1838"/>
                  </a:lnTo>
                  <a:lnTo>
                    <a:pt x="870" y="1838"/>
                  </a:lnTo>
                  <a:lnTo>
                    <a:pt x="771" y="1818"/>
                  </a:lnTo>
                  <a:lnTo>
                    <a:pt x="751" y="1779"/>
                  </a:lnTo>
                  <a:lnTo>
                    <a:pt x="830" y="1818"/>
                  </a:lnTo>
                  <a:lnTo>
                    <a:pt x="830" y="1798"/>
                  </a:lnTo>
                  <a:lnTo>
                    <a:pt x="811" y="1779"/>
                  </a:lnTo>
                  <a:lnTo>
                    <a:pt x="745" y="1746"/>
                  </a:lnTo>
                  <a:lnTo>
                    <a:pt x="745" y="1746"/>
                  </a:lnTo>
                  <a:lnTo>
                    <a:pt x="791" y="1759"/>
                  </a:lnTo>
                  <a:lnTo>
                    <a:pt x="712" y="1719"/>
                  </a:lnTo>
                  <a:lnTo>
                    <a:pt x="811" y="1739"/>
                  </a:lnTo>
                  <a:lnTo>
                    <a:pt x="870" y="1779"/>
                  </a:lnTo>
                  <a:lnTo>
                    <a:pt x="850" y="1779"/>
                  </a:lnTo>
                  <a:lnTo>
                    <a:pt x="870" y="1798"/>
                  </a:lnTo>
                  <a:lnTo>
                    <a:pt x="890" y="1798"/>
                  </a:lnTo>
                  <a:lnTo>
                    <a:pt x="909" y="1818"/>
                  </a:lnTo>
                  <a:lnTo>
                    <a:pt x="988" y="1838"/>
                  </a:lnTo>
                  <a:lnTo>
                    <a:pt x="1028" y="1838"/>
                  </a:lnTo>
                  <a:lnTo>
                    <a:pt x="1008" y="1818"/>
                  </a:lnTo>
                  <a:lnTo>
                    <a:pt x="1127" y="1858"/>
                  </a:lnTo>
                  <a:lnTo>
                    <a:pt x="1146" y="1877"/>
                  </a:lnTo>
                  <a:lnTo>
                    <a:pt x="1166" y="1877"/>
                  </a:lnTo>
                  <a:lnTo>
                    <a:pt x="1166" y="1858"/>
                  </a:lnTo>
                  <a:lnTo>
                    <a:pt x="969" y="1798"/>
                  </a:lnTo>
                  <a:lnTo>
                    <a:pt x="949" y="1779"/>
                  </a:lnTo>
                  <a:lnTo>
                    <a:pt x="969" y="1759"/>
                  </a:lnTo>
                  <a:lnTo>
                    <a:pt x="1008" y="1779"/>
                  </a:lnTo>
                  <a:lnTo>
                    <a:pt x="1048" y="1798"/>
                  </a:lnTo>
                  <a:lnTo>
                    <a:pt x="1048" y="1798"/>
                  </a:lnTo>
                  <a:lnTo>
                    <a:pt x="1067" y="1779"/>
                  </a:lnTo>
                  <a:lnTo>
                    <a:pt x="1146" y="1798"/>
                  </a:lnTo>
                  <a:lnTo>
                    <a:pt x="1146" y="1818"/>
                  </a:lnTo>
                  <a:lnTo>
                    <a:pt x="1186" y="1818"/>
                  </a:lnTo>
                  <a:lnTo>
                    <a:pt x="1186" y="1838"/>
                  </a:lnTo>
                  <a:lnTo>
                    <a:pt x="1245" y="1838"/>
                  </a:lnTo>
                  <a:lnTo>
                    <a:pt x="1225" y="1818"/>
                  </a:lnTo>
                  <a:lnTo>
                    <a:pt x="1225" y="1818"/>
                  </a:lnTo>
                  <a:lnTo>
                    <a:pt x="1304" y="1838"/>
                  </a:lnTo>
                  <a:lnTo>
                    <a:pt x="1324" y="1818"/>
                  </a:lnTo>
                  <a:lnTo>
                    <a:pt x="1344" y="1818"/>
                  </a:lnTo>
                  <a:lnTo>
                    <a:pt x="1265" y="1779"/>
                  </a:lnTo>
                  <a:lnTo>
                    <a:pt x="1166" y="1739"/>
                  </a:lnTo>
                  <a:lnTo>
                    <a:pt x="1285" y="1779"/>
                  </a:lnTo>
                  <a:lnTo>
                    <a:pt x="1285" y="1759"/>
                  </a:lnTo>
                  <a:lnTo>
                    <a:pt x="1225" y="1739"/>
                  </a:lnTo>
                  <a:lnTo>
                    <a:pt x="1146" y="1719"/>
                  </a:lnTo>
                  <a:lnTo>
                    <a:pt x="1146" y="1700"/>
                  </a:lnTo>
                  <a:lnTo>
                    <a:pt x="1166" y="1700"/>
                  </a:lnTo>
                  <a:lnTo>
                    <a:pt x="1245" y="1739"/>
                  </a:lnTo>
                  <a:lnTo>
                    <a:pt x="1285" y="1719"/>
                  </a:lnTo>
                  <a:lnTo>
                    <a:pt x="1344" y="1739"/>
                  </a:lnTo>
                  <a:lnTo>
                    <a:pt x="1344" y="1739"/>
                  </a:lnTo>
                  <a:lnTo>
                    <a:pt x="1285" y="1700"/>
                  </a:lnTo>
                  <a:lnTo>
                    <a:pt x="1206" y="1680"/>
                  </a:lnTo>
                  <a:lnTo>
                    <a:pt x="1206" y="1680"/>
                  </a:lnTo>
                  <a:lnTo>
                    <a:pt x="1166" y="1660"/>
                  </a:lnTo>
                  <a:lnTo>
                    <a:pt x="1245" y="1660"/>
                  </a:lnTo>
                  <a:lnTo>
                    <a:pt x="1285" y="1680"/>
                  </a:lnTo>
                  <a:lnTo>
                    <a:pt x="1304" y="1690"/>
                  </a:lnTo>
                  <a:lnTo>
                    <a:pt x="1304" y="1690"/>
                  </a:lnTo>
                  <a:lnTo>
                    <a:pt x="1304" y="1680"/>
                  </a:lnTo>
                  <a:lnTo>
                    <a:pt x="1304" y="1660"/>
                  </a:lnTo>
                  <a:lnTo>
                    <a:pt x="1344" y="1660"/>
                  </a:lnTo>
                  <a:lnTo>
                    <a:pt x="1285" y="1640"/>
                  </a:lnTo>
                  <a:lnTo>
                    <a:pt x="1206" y="1621"/>
                  </a:lnTo>
                  <a:lnTo>
                    <a:pt x="1265" y="1621"/>
                  </a:lnTo>
                  <a:lnTo>
                    <a:pt x="1285" y="1640"/>
                  </a:lnTo>
                  <a:lnTo>
                    <a:pt x="1304" y="1640"/>
                  </a:lnTo>
                  <a:lnTo>
                    <a:pt x="1285" y="1621"/>
                  </a:lnTo>
                  <a:lnTo>
                    <a:pt x="1166" y="1581"/>
                  </a:lnTo>
                  <a:lnTo>
                    <a:pt x="1166" y="1581"/>
                  </a:lnTo>
                  <a:lnTo>
                    <a:pt x="1245" y="1601"/>
                  </a:lnTo>
                  <a:lnTo>
                    <a:pt x="1344" y="1621"/>
                  </a:lnTo>
                  <a:lnTo>
                    <a:pt x="1285" y="1601"/>
                  </a:lnTo>
                  <a:lnTo>
                    <a:pt x="1344" y="1601"/>
                  </a:lnTo>
                  <a:lnTo>
                    <a:pt x="1304" y="1581"/>
                  </a:lnTo>
                  <a:lnTo>
                    <a:pt x="1265" y="1542"/>
                  </a:lnTo>
                  <a:lnTo>
                    <a:pt x="1245" y="1522"/>
                  </a:lnTo>
                  <a:lnTo>
                    <a:pt x="1324" y="1561"/>
                  </a:lnTo>
                  <a:lnTo>
                    <a:pt x="1364" y="1581"/>
                  </a:lnTo>
                  <a:lnTo>
                    <a:pt x="1383" y="1581"/>
                  </a:lnTo>
                  <a:lnTo>
                    <a:pt x="1383" y="1561"/>
                  </a:lnTo>
                  <a:lnTo>
                    <a:pt x="1364" y="1542"/>
                  </a:lnTo>
                  <a:lnTo>
                    <a:pt x="1285" y="1522"/>
                  </a:lnTo>
                  <a:lnTo>
                    <a:pt x="1285" y="1502"/>
                  </a:lnTo>
                  <a:lnTo>
                    <a:pt x="1285" y="1482"/>
                  </a:lnTo>
                  <a:lnTo>
                    <a:pt x="1344" y="1502"/>
                  </a:lnTo>
                  <a:lnTo>
                    <a:pt x="1285" y="1463"/>
                  </a:lnTo>
                  <a:lnTo>
                    <a:pt x="1186" y="1443"/>
                  </a:lnTo>
                  <a:lnTo>
                    <a:pt x="1206" y="1443"/>
                  </a:lnTo>
                  <a:lnTo>
                    <a:pt x="1146" y="1423"/>
                  </a:lnTo>
                  <a:lnTo>
                    <a:pt x="1166" y="1443"/>
                  </a:lnTo>
                  <a:lnTo>
                    <a:pt x="1186" y="1463"/>
                  </a:lnTo>
                  <a:lnTo>
                    <a:pt x="1127" y="1463"/>
                  </a:lnTo>
                  <a:lnTo>
                    <a:pt x="1067" y="1443"/>
                  </a:lnTo>
                  <a:lnTo>
                    <a:pt x="1087" y="1443"/>
                  </a:lnTo>
                  <a:lnTo>
                    <a:pt x="1028" y="1423"/>
                  </a:lnTo>
                  <a:lnTo>
                    <a:pt x="929" y="1384"/>
                  </a:lnTo>
                  <a:lnTo>
                    <a:pt x="909" y="1364"/>
                  </a:lnTo>
                  <a:lnTo>
                    <a:pt x="909" y="1364"/>
                  </a:lnTo>
                  <a:lnTo>
                    <a:pt x="988" y="1384"/>
                  </a:lnTo>
                  <a:lnTo>
                    <a:pt x="1028" y="1403"/>
                  </a:lnTo>
                  <a:lnTo>
                    <a:pt x="1107" y="1423"/>
                  </a:lnTo>
                  <a:lnTo>
                    <a:pt x="1048" y="1403"/>
                  </a:lnTo>
                  <a:lnTo>
                    <a:pt x="969" y="1364"/>
                  </a:lnTo>
                  <a:lnTo>
                    <a:pt x="929" y="1344"/>
                  </a:lnTo>
                  <a:lnTo>
                    <a:pt x="969" y="1344"/>
                  </a:lnTo>
                  <a:lnTo>
                    <a:pt x="988" y="1364"/>
                  </a:lnTo>
                  <a:lnTo>
                    <a:pt x="1008" y="1364"/>
                  </a:lnTo>
                  <a:lnTo>
                    <a:pt x="988" y="1344"/>
                  </a:lnTo>
                  <a:lnTo>
                    <a:pt x="949" y="1324"/>
                  </a:lnTo>
                  <a:lnTo>
                    <a:pt x="1028" y="1344"/>
                  </a:lnTo>
                  <a:lnTo>
                    <a:pt x="1008" y="1344"/>
                  </a:lnTo>
                  <a:lnTo>
                    <a:pt x="1028" y="1364"/>
                  </a:lnTo>
                  <a:lnTo>
                    <a:pt x="1087" y="1384"/>
                  </a:lnTo>
                  <a:lnTo>
                    <a:pt x="1206" y="1423"/>
                  </a:lnTo>
                  <a:lnTo>
                    <a:pt x="1304" y="1463"/>
                  </a:lnTo>
                  <a:lnTo>
                    <a:pt x="1364" y="1463"/>
                  </a:lnTo>
                  <a:lnTo>
                    <a:pt x="1324" y="1443"/>
                  </a:lnTo>
                  <a:lnTo>
                    <a:pt x="1324" y="1423"/>
                  </a:lnTo>
                  <a:lnTo>
                    <a:pt x="1285" y="1403"/>
                  </a:lnTo>
                  <a:lnTo>
                    <a:pt x="1344" y="1423"/>
                  </a:lnTo>
                  <a:lnTo>
                    <a:pt x="1344" y="1403"/>
                  </a:lnTo>
                  <a:lnTo>
                    <a:pt x="1304" y="1384"/>
                  </a:lnTo>
                  <a:lnTo>
                    <a:pt x="1304" y="1384"/>
                  </a:lnTo>
                  <a:lnTo>
                    <a:pt x="1364" y="1403"/>
                  </a:lnTo>
                  <a:lnTo>
                    <a:pt x="1383" y="1384"/>
                  </a:lnTo>
                  <a:lnTo>
                    <a:pt x="1344" y="1344"/>
                  </a:lnTo>
                  <a:lnTo>
                    <a:pt x="1285" y="1324"/>
                  </a:lnTo>
                  <a:lnTo>
                    <a:pt x="1285" y="1305"/>
                  </a:lnTo>
                  <a:lnTo>
                    <a:pt x="1344" y="1305"/>
                  </a:lnTo>
                  <a:lnTo>
                    <a:pt x="1304" y="1285"/>
                  </a:lnTo>
                  <a:lnTo>
                    <a:pt x="1364" y="1305"/>
                  </a:lnTo>
                  <a:lnTo>
                    <a:pt x="1344" y="1285"/>
                  </a:lnTo>
                  <a:lnTo>
                    <a:pt x="1324" y="1265"/>
                  </a:lnTo>
                  <a:lnTo>
                    <a:pt x="1383" y="1265"/>
                  </a:lnTo>
                  <a:lnTo>
                    <a:pt x="1344" y="1245"/>
                  </a:lnTo>
                  <a:lnTo>
                    <a:pt x="1285" y="1206"/>
                  </a:lnTo>
                  <a:lnTo>
                    <a:pt x="1383" y="1245"/>
                  </a:lnTo>
                  <a:lnTo>
                    <a:pt x="1344" y="1186"/>
                  </a:lnTo>
                  <a:lnTo>
                    <a:pt x="1344" y="1107"/>
                  </a:lnTo>
                  <a:lnTo>
                    <a:pt x="1364" y="1127"/>
                  </a:lnTo>
                  <a:lnTo>
                    <a:pt x="1364" y="1107"/>
                  </a:lnTo>
                  <a:lnTo>
                    <a:pt x="1324" y="1068"/>
                  </a:lnTo>
                  <a:lnTo>
                    <a:pt x="1304" y="1048"/>
                  </a:lnTo>
                  <a:lnTo>
                    <a:pt x="1304" y="1028"/>
                  </a:lnTo>
                  <a:lnTo>
                    <a:pt x="1324" y="1028"/>
                  </a:lnTo>
                  <a:lnTo>
                    <a:pt x="1285" y="1008"/>
                  </a:lnTo>
                  <a:lnTo>
                    <a:pt x="1225" y="989"/>
                  </a:lnTo>
                  <a:lnTo>
                    <a:pt x="1107" y="949"/>
                  </a:lnTo>
                  <a:lnTo>
                    <a:pt x="1087" y="929"/>
                  </a:lnTo>
                  <a:lnTo>
                    <a:pt x="1127" y="929"/>
                  </a:lnTo>
                  <a:lnTo>
                    <a:pt x="1186" y="949"/>
                  </a:lnTo>
                  <a:lnTo>
                    <a:pt x="1265" y="989"/>
                  </a:lnTo>
                  <a:lnTo>
                    <a:pt x="1344" y="1028"/>
                  </a:lnTo>
                  <a:lnTo>
                    <a:pt x="1344" y="1028"/>
                  </a:lnTo>
                  <a:lnTo>
                    <a:pt x="1285" y="989"/>
                  </a:lnTo>
                  <a:lnTo>
                    <a:pt x="1304" y="969"/>
                  </a:lnTo>
                  <a:lnTo>
                    <a:pt x="1304" y="949"/>
                  </a:lnTo>
                  <a:lnTo>
                    <a:pt x="1324" y="969"/>
                  </a:lnTo>
                  <a:lnTo>
                    <a:pt x="1344" y="969"/>
                  </a:lnTo>
                  <a:lnTo>
                    <a:pt x="1344" y="989"/>
                  </a:lnTo>
                  <a:lnTo>
                    <a:pt x="1364" y="989"/>
                  </a:lnTo>
                  <a:lnTo>
                    <a:pt x="1403" y="1028"/>
                  </a:lnTo>
                  <a:lnTo>
                    <a:pt x="1383" y="989"/>
                  </a:lnTo>
                  <a:lnTo>
                    <a:pt x="1383" y="969"/>
                  </a:lnTo>
                  <a:lnTo>
                    <a:pt x="1344" y="949"/>
                  </a:lnTo>
                  <a:lnTo>
                    <a:pt x="1324" y="929"/>
                  </a:lnTo>
                  <a:lnTo>
                    <a:pt x="1265" y="910"/>
                  </a:lnTo>
                  <a:lnTo>
                    <a:pt x="1364" y="929"/>
                  </a:lnTo>
                  <a:lnTo>
                    <a:pt x="1304" y="910"/>
                  </a:lnTo>
                  <a:lnTo>
                    <a:pt x="1285" y="910"/>
                  </a:lnTo>
                  <a:lnTo>
                    <a:pt x="1285" y="890"/>
                  </a:lnTo>
                  <a:lnTo>
                    <a:pt x="1324" y="890"/>
                  </a:lnTo>
                  <a:lnTo>
                    <a:pt x="1383" y="910"/>
                  </a:lnTo>
                  <a:lnTo>
                    <a:pt x="1383" y="910"/>
                  </a:lnTo>
                  <a:lnTo>
                    <a:pt x="1344" y="890"/>
                  </a:lnTo>
                  <a:lnTo>
                    <a:pt x="1344" y="870"/>
                  </a:lnTo>
                  <a:lnTo>
                    <a:pt x="1383" y="890"/>
                  </a:lnTo>
                  <a:lnTo>
                    <a:pt x="1403" y="870"/>
                  </a:lnTo>
                  <a:lnTo>
                    <a:pt x="1403" y="850"/>
                  </a:lnTo>
                  <a:lnTo>
                    <a:pt x="1443" y="850"/>
                  </a:lnTo>
                  <a:lnTo>
                    <a:pt x="1403" y="831"/>
                  </a:lnTo>
                  <a:lnTo>
                    <a:pt x="1364" y="791"/>
                  </a:lnTo>
                  <a:lnTo>
                    <a:pt x="1344" y="791"/>
                  </a:lnTo>
                  <a:lnTo>
                    <a:pt x="1285" y="771"/>
                  </a:lnTo>
                  <a:lnTo>
                    <a:pt x="1265" y="752"/>
                  </a:lnTo>
                  <a:lnTo>
                    <a:pt x="1245" y="732"/>
                  </a:lnTo>
                  <a:lnTo>
                    <a:pt x="1304" y="752"/>
                  </a:lnTo>
                  <a:lnTo>
                    <a:pt x="1324" y="771"/>
                  </a:lnTo>
                  <a:lnTo>
                    <a:pt x="1423" y="771"/>
                  </a:lnTo>
                  <a:lnTo>
                    <a:pt x="1403" y="752"/>
                  </a:lnTo>
                  <a:lnTo>
                    <a:pt x="1364" y="732"/>
                  </a:lnTo>
                  <a:lnTo>
                    <a:pt x="1423" y="752"/>
                  </a:lnTo>
                  <a:lnTo>
                    <a:pt x="1443" y="752"/>
                  </a:lnTo>
                  <a:lnTo>
                    <a:pt x="1403" y="732"/>
                  </a:lnTo>
                  <a:lnTo>
                    <a:pt x="1324" y="692"/>
                  </a:lnTo>
                  <a:lnTo>
                    <a:pt x="1344" y="692"/>
                  </a:lnTo>
                  <a:lnTo>
                    <a:pt x="1324" y="673"/>
                  </a:lnTo>
                  <a:lnTo>
                    <a:pt x="1403" y="712"/>
                  </a:lnTo>
                  <a:lnTo>
                    <a:pt x="1403" y="712"/>
                  </a:lnTo>
                  <a:lnTo>
                    <a:pt x="1324" y="653"/>
                  </a:lnTo>
                  <a:lnTo>
                    <a:pt x="1285" y="613"/>
                  </a:lnTo>
                  <a:lnTo>
                    <a:pt x="1245" y="594"/>
                  </a:lnTo>
                  <a:lnTo>
                    <a:pt x="1304" y="613"/>
                  </a:lnTo>
                  <a:lnTo>
                    <a:pt x="1383" y="633"/>
                  </a:lnTo>
                  <a:lnTo>
                    <a:pt x="1344" y="633"/>
                  </a:lnTo>
                  <a:lnTo>
                    <a:pt x="1423" y="653"/>
                  </a:lnTo>
                  <a:lnTo>
                    <a:pt x="1462" y="653"/>
                  </a:lnTo>
                  <a:lnTo>
                    <a:pt x="1462" y="633"/>
                  </a:lnTo>
                  <a:lnTo>
                    <a:pt x="1443" y="613"/>
                  </a:lnTo>
                  <a:lnTo>
                    <a:pt x="1462" y="594"/>
                  </a:lnTo>
                  <a:lnTo>
                    <a:pt x="1443" y="574"/>
                  </a:lnTo>
                  <a:lnTo>
                    <a:pt x="1502" y="574"/>
                  </a:lnTo>
                  <a:lnTo>
                    <a:pt x="1502" y="554"/>
                  </a:lnTo>
                  <a:lnTo>
                    <a:pt x="1502" y="534"/>
                  </a:lnTo>
                  <a:lnTo>
                    <a:pt x="1502" y="515"/>
                  </a:lnTo>
                  <a:lnTo>
                    <a:pt x="1462" y="475"/>
                  </a:lnTo>
                  <a:lnTo>
                    <a:pt x="1522" y="495"/>
                  </a:lnTo>
                  <a:lnTo>
                    <a:pt x="1522" y="495"/>
                  </a:lnTo>
                  <a:lnTo>
                    <a:pt x="1443" y="455"/>
                  </a:lnTo>
                  <a:lnTo>
                    <a:pt x="1423" y="416"/>
                  </a:lnTo>
                  <a:lnTo>
                    <a:pt x="1383" y="376"/>
                  </a:lnTo>
                  <a:lnTo>
                    <a:pt x="1285" y="317"/>
                  </a:lnTo>
                  <a:lnTo>
                    <a:pt x="1344" y="337"/>
                  </a:lnTo>
                  <a:lnTo>
                    <a:pt x="1403" y="376"/>
                  </a:lnTo>
                  <a:lnTo>
                    <a:pt x="1364" y="337"/>
                  </a:lnTo>
                  <a:lnTo>
                    <a:pt x="1344" y="317"/>
                  </a:lnTo>
                  <a:lnTo>
                    <a:pt x="1344" y="317"/>
                  </a:lnTo>
                  <a:lnTo>
                    <a:pt x="1383" y="337"/>
                  </a:lnTo>
                  <a:lnTo>
                    <a:pt x="1423" y="357"/>
                  </a:lnTo>
                  <a:lnTo>
                    <a:pt x="1423" y="342"/>
                  </a:lnTo>
                  <a:lnTo>
                    <a:pt x="1423" y="342"/>
                  </a:lnTo>
                  <a:lnTo>
                    <a:pt x="1364" y="297"/>
                  </a:lnTo>
                  <a:lnTo>
                    <a:pt x="1304" y="258"/>
                  </a:lnTo>
                  <a:lnTo>
                    <a:pt x="1265" y="238"/>
                  </a:lnTo>
                  <a:lnTo>
                    <a:pt x="1285" y="238"/>
                  </a:lnTo>
                  <a:lnTo>
                    <a:pt x="1245" y="179"/>
                  </a:lnTo>
                  <a:lnTo>
                    <a:pt x="1245" y="139"/>
                  </a:lnTo>
                  <a:lnTo>
                    <a:pt x="1245" y="100"/>
                  </a:lnTo>
                  <a:lnTo>
                    <a:pt x="1304" y="80"/>
                  </a:lnTo>
                  <a:lnTo>
                    <a:pt x="1324" y="100"/>
                  </a:lnTo>
                  <a:lnTo>
                    <a:pt x="1324" y="80"/>
                  </a:lnTo>
                  <a:lnTo>
                    <a:pt x="1344" y="80"/>
                  </a:lnTo>
                  <a:lnTo>
                    <a:pt x="1344" y="100"/>
                  </a:lnTo>
                  <a:lnTo>
                    <a:pt x="1383" y="100"/>
                  </a:lnTo>
                  <a:lnTo>
                    <a:pt x="1364" y="80"/>
                  </a:lnTo>
                  <a:lnTo>
                    <a:pt x="1344" y="60"/>
                  </a:lnTo>
                  <a:lnTo>
                    <a:pt x="1344" y="60"/>
                  </a:lnTo>
                  <a:lnTo>
                    <a:pt x="1383" y="80"/>
                  </a:lnTo>
                  <a:lnTo>
                    <a:pt x="1462" y="80"/>
                  </a:lnTo>
                  <a:lnTo>
                    <a:pt x="1443" y="60"/>
                  </a:lnTo>
                  <a:lnTo>
                    <a:pt x="1443" y="60"/>
                  </a:lnTo>
                  <a:lnTo>
                    <a:pt x="1581" y="120"/>
                  </a:lnTo>
                  <a:lnTo>
                    <a:pt x="1522" y="60"/>
                  </a:lnTo>
                  <a:lnTo>
                    <a:pt x="1502" y="60"/>
                  </a:lnTo>
                  <a:lnTo>
                    <a:pt x="1462" y="40"/>
                  </a:lnTo>
                  <a:lnTo>
                    <a:pt x="1443" y="21"/>
                  </a:lnTo>
                  <a:lnTo>
                    <a:pt x="140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6" name="Google Shape;2956;p11"/>
            <p:cNvSpPr/>
            <p:nvPr/>
          </p:nvSpPr>
          <p:spPr>
            <a:xfrm>
              <a:off x="-1781250" y="3410200"/>
              <a:ext cx="500" cy="500"/>
            </a:xfrm>
            <a:custGeom>
              <a:rect b="b" l="l" r="r" t="t"/>
              <a:pathLst>
                <a:path extrusionOk="0" h="20" w="20">
                  <a:moveTo>
                    <a:pt x="20" y="20"/>
                  </a:moveTo>
                  <a:lnTo>
                    <a:pt x="20" y="20"/>
                  </a:lnTo>
                  <a:lnTo>
                    <a:pt x="20" y="20"/>
                  </a:lnTo>
                  <a:lnTo>
                    <a:pt x="0" y="0"/>
                  </a:lnTo>
                  <a:lnTo>
                    <a:pt x="0" y="0"/>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7" name="Google Shape;2957;p11"/>
            <p:cNvSpPr/>
            <p:nvPr/>
          </p:nvSpPr>
          <p:spPr>
            <a:xfrm>
              <a:off x="-1798050" y="3378100"/>
              <a:ext cx="525" cy="25"/>
            </a:xfrm>
            <a:custGeom>
              <a:rect b="b" l="l" r="r" t="t"/>
              <a:pathLst>
                <a:path extrusionOk="0" h="1" w="21">
                  <a:moveTo>
                    <a:pt x="20" y="0"/>
                  </a:moveTo>
                  <a:lnTo>
                    <a:pt x="20" y="0"/>
                  </a:lnTo>
                  <a:lnTo>
                    <a:pt x="1" y="0"/>
                  </a:lnTo>
                  <a:lnTo>
                    <a:pt x="1"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
            <p:cNvSpPr/>
            <p:nvPr/>
          </p:nvSpPr>
          <p:spPr>
            <a:xfrm>
              <a:off x="-1795075" y="3407225"/>
              <a:ext cx="500" cy="25"/>
            </a:xfrm>
            <a:custGeom>
              <a:rect b="b" l="l" r="r" t="t"/>
              <a:pathLst>
                <a:path extrusionOk="0" h="1" w="20">
                  <a:moveTo>
                    <a:pt x="0" y="1"/>
                  </a:moveTo>
                  <a:lnTo>
                    <a:pt x="0" y="1"/>
                  </a:lnTo>
                  <a:lnTo>
                    <a:pt x="2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9" name="Google Shape;2959;p11"/>
            <p:cNvSpPr/>
            <p:nvPr/>
          </p:nvSpPr>
          <p:spPr>
            <a:xfrm>
              <a:off x="-1709150" y="3594375"/>
              <a:ext cx="52850" cy="55325"/>
            </a:xfrm>
            <a:custGeom>
              <a:rect b="b" l="l" r="r" t="t"/>
              <a:pathLst>
                <a:path extrusionOk="0" h="2213" w="2114">
                  <a:moveTo>
                    <a:pt x="178" y="574"/>
                  </a:moveTo>
                  <a:lnTo>
                    <a:pt x="158" y="593"/>
                  </a:lnTo>
                  <a:lnTo>
                    <a:pt x="178" y="574"/>
                  </a:lnTo>
                  <a:lnTo>
                    <a:pt x="178" y="574"/>
                  </a:lnTo>
                  <a:close/>
                  <a:moveTo>
                    <a:pt x="158" y="593"/>
                  </a:moveTo>
                  <a:lnTo>
                    <a:pt x="138" y="613"/>
                  </a:lnTo>
                  <a:lnTo>
                    <a:pt x="158" y="593"/>
                  </a:lnTo>
                  <a:close/>
                  <a:moveTo>
                    <a:pt x="1363" y="692"/>
                  </a:moveTo>
                  <a:lnTo>
                    <a:pt x="1323" y="712"/>
                  </a:lnTo>
                  <a:lnTo>
                    <a:pt x="1323" y="712"/>
                  </a:lnTo>
                  <a:lnTo>
                    <a:pt x="1323" y="712"/>
                  </a:lnTo>
                  <a:lnTo>
                    <a:pt x="1363" y="692"/>
                  </a:lnTo>
                  <a:close/>
                  <a:moveTo>
                    <a:pt x="79" y="811"/>
                  </a:moveTo>
                  <a:lnTo>
                    <a:pt x="40" y="830"/>
                  </a:lnTo>
                  <a:lnTo>
                    <a:pt x="59" y="830"/>
                  </a:lnTo>
                  <a:lnTo>
                    <a:pt x="79" y="811"/>
                  </a:lnTo>
                  <a:close/>
                  <a:moveTo>
                    <a:pt x="99" y="1127"/>
                  </a:moveTo>
                  <a:lnTo>
                    <a:pt x="79" y="1146"/>
                  </a:lnTo>
                  <a:lnTo>
                    <a:pt x="79" y="1146"/>
                  </a:lnTo>
                  <a:lnTo>
                    <a:pt x="105" y="1127"/>
                  </a:lnTo>
                  <a:close/>
                  <a:moveTo>
                    <a:pt x="79" y="1127"/>
                  </a:moveTo>
                  <a:lnTo>
                    <a:pt x="0" y="1186"/>
                  </a:lnTo>
                  <a:lnTo>
                    <a:pt x="20" y="1206"/>
                  </a:lnTo>
                  <a:lnTo>
                    <a:pt x="59" y="1186"/>
                  </a:lnTo>
                  <a:lnTo>
                    <a:pt x="99" y="1146"/>
                  </a:lnTo>
                  <a:lnTo>
                    <a:pt x="40" y="1186"/>
                  </a:lnTo>
                  <a:lnTo>
                    <a:pt x="59" y="1166"/>
                  </a:lnTo>
                  <a:lnTo>
                    <a:pt x="79" y="1146"/>
                  </a:lnTo>
                  <a:lnTo>
                    <a:pt x="79" y="1127"/>
                  </a:lnTo>
                  <a:close/>
                  <a:moveTo>
                    <a:pt x="573" y="1443"/>
                  </a:moveTo>
                  <a:lnTo>
                    <a:pt x="553" y="1462"/>
                  </a:lnTo>
                  <a:lnTo>
                    <a:pt x="514" y="1502"/>
                  </a:lnTo>
                  <a:lnTo>
                    <a:pt x="514" y="1502"/>
                  </a:lnTo>
                  <a:lnTo>
                    <a:pt x="514" y="1502"/>
                  </a:lnTo>
                  <a:lnTo>
                    <a:pt x="573" y="1443"/>
                  </a:lnTo>
                  <a:close/>
                  <a:moveTo>
                    <a:pt x="869" y="1838"/>
                  </a:moveTo>
                  <a:lnTo>
                    <a:pt x="834" y="1861"/>
                  </a:lnTo>
                  <a:lnTo>
                    <a:pt x="834" y="1861"/>
                  </a:lnTo>
                  <a:lnTo>
                    <a:pt x="849" y="1857"/>
                  </a:lnTo>
                  <a:lnTo>
                    <a:pt x="869" y="1838"/>
                  </a:lnTo>
                  <a:close/>
                  <a:moveTo>
                    <a:pt x="834" y="1861"/>
                  </a:moveTo>
                  <a:lnTo>
                    <a:pt x="770" y="1877"/>
                  </a:lnTo>
                  <a:lnTo>
                    <a:pt x="770" y="1887"/>
                  </a:lnTo>
                  <a:lnTo>
                    <a:pt x="770" y="1887"/>
                  </a:lnTo>
                  <a:lnTo>
                    <a:pt x="790" y="1877"/>
                  </a:lnTo>
                  <a:lnTo>
                    <a:pt x="810" y="1877"/>
                  </a:lnTo>
                  <a:lnTo>
                    <a:pt x="834" y="1861"/>
                  </a:lnTo>
                  <a:close/>
                  <a:moveTo>
                    <a:pt x="770" y="1887"/>
                  </a:moveTo>
                  <a:lnTo>
                    <a:pt x="751" y="1897"/>
                  </a:lnTo>
                  <a:lnTo>
                    <a:pt x="672" y="1956"/>
                  </a:lnTo>
                  <a:lnTo>
                    <a:pt x="691" y="1956"/>
                  </a:lnTo>
                  <a:lnTo>
                    <a:pt x="672" y="1996"/>
                  </a:lnTo>
                  <a:lnTo>
                    <a:pt x="672" y="1996"/>
                  </a:lnTo>
                  <a:lnTo>
                    <a:pt x="711" y="1956"/>
                  </a:lnTo>
                  <a:lnTo>
                    <a:pt x="731" y="1936"/>
                  </a:lnTo>
                  <a:lnTo>
                    <a:pt x="731" y="1956"/>
                  </a:lnTo>
                  <a:lnTo>
                    <a:pt x="810" y="1897"/>
                  </a:lnTo>
                  <a:lnTo>
                    <a:pt x="770" y="1897"/>
                  </a:lnTo>
                  <a:lnTo>
                    <a:pt x="770" y="1887"/>
                  </a:lnTo>
                  <a:close/>
                  <a:moveTo>
                    <a:pt x="968" y="2075"/>
                  </a:moveTo>
                  <a:lnTo>
                    <a:pt x="968" y="2094"/>
                  </a:lnTo>
                  <a:lnTo>
                    <a:pt x="988" y="2114"/>
                  </a:lnTo>
                  <a:lnTo>
                    <a:pt x="988" y="2094"/>
                  </a:lnTo>
                  <a:lnTo>
                    <a:pt x="988" y="2075"/>
                  </a:lnTo>
                  <a:close/>
                  <a:moveTo>
                    <a:pt x="751" y="1"/>
                  </a:moveTo>
                  <a:lnTo>
                    <a:pt x="711" y="20"/>
                  </a:lnTo>
                  <a:lnTo>
                    <a:pt x="672" y="40"/>
                  </a:lnTo>
                  <a:lnTo>
                    <a:pt x="632" y="80"/>
                  </a:lnTo>
                  <a:lnTo>
                    <a:pt x="612" y="80"/>
                  </a:lnTo>
                  <a:lnTo>
                    <a:pt x="474" y="178"/>
                  </a:lnTo>
                  <a:lnTo>
                    <a:pt x="356" y="277"/>
                  </a:lnTo>
                  <a:lnTo>
                    <a:pt x="356" y="297"/>
                  </a:lnTo>
                  <a:lnTo>
                    <a:pt x="316" y="337"/>
                  </a:lnTo>
                  <a:lnTo>
                    <a:pt x="277" y="356"/>
                  </a:lnTo>
                  <a:lnTo>
                    <a:pt x="257" y="376"/>
                  </a:lnTo>
                  <a:lnTo>
                    <a:pt x="296" y="376"/>
                  </a:lnTo>
                  <a:lnTo>
                    <a:pt x="277" y="396"/>
                  </a:lnTo>
                  <a:lnTo>
                    <a:pt x="277" y="416"/>
                  </a:lnTo>
                  <a:lnTo>
                    <a:pt x="296" y="416"/>
                  </a:lnTo>
                  <a:lnTo>
                    <a:pt x="257" y="455"/>
                  </a:lnTo>
                  <a:lnTo>
                    <a:pt x="198" y="495"/>
                  </a:lnTo>
                  <a:lnTo>
                    <a:pt x="178" y="514"/>
                  </a:lnTo>
                  <a:lnTo>
                    <a:pt x="217" y="514"/>
                  </a:lnTo>
                  <a:lnTo>
                    <a:pt x="217" y="534"/>
                  </a:lnTo>
                  <a:lnTo>
                    <a:pt x="178" y="554"/>
                  </a:lnTo>
                  <a:lnTo>
                    <a:pt x="178" y="574"/>
                  </a:lnTo>
                  <a:lnTo>
                    <a:pt x="198" y="554"/>
                  </a:lnTo>
                  <a:lnTo>
                    <a:pt x="217" y="554"/>
                  </a:lnTo>
                  <a:lnTo>
                    <a:pt x="198" y="574"/>
                  </a:lnTo>
                  <a:lnTo>
                    <a:pt x="198" y="574"/>
                  </a:lnTo>
                  <a:lnTo>
                    <a:pt x="257" y="534"/>
                  </a:lnTo>
                  <a:lnTo>
                    <a:pt x="257" y="554"/>
                  </a:lnTo>
                  <a:lnTo>
                    <a:pt x="237" y="574"/>
                  </a:lnTo>
                  <a:lnTo>
                    <a:pt x="158" y="613"/>
                  </a:lnTo>
                  <a:lnTo>
                    <a:pt x="138" y="633"/>
                  </a:lnTo>
                  <a:lnTo>
                    <a:pt x="79" y="672"/>
                  </a:lnTo>
                  <a:lnTo>
                    <a:pt x="138" y="653"/>
                  </a:lnTo>
                  <a:lnTo>
                    <a:pt x="158" y="653"/>
                  </a:lnTo>
                  <a:lnTo>
                    <a:pt x="138" y="672"/>
                  </a:lnTo>
                  <a:lnTo>
                    <a:pt x="119" y="672"/>
                  </a:lnTo>
                  <a:lnTo>
                    <a:pt x="59" y="732"/>
                  </a:lnTo>
                  <a:lnTo>
                    <a:pt x="79" y="732"/>
                  </a:lnTo>
                  <a:lnTo>
                    <a:pt x="119" y="712"/>
                  </a:lnTo>
                  <a:lnTo>
                    <a:pt x="138" y="712"/>
                  </a:lnTo>
                  <a:lnTo>
                    <a:pt x="119" y="732"/>
                  </a:lnTo>
                  <a:lnTo>
                    <a:pt x="119" y="751"/>
                  </a:lnTo>
                  <a:lnTo>
                    <a:pt x="79" y="811"/>
                  </a:lnTo>
                  <a:lnTo>
                    <a:pt x="79" y="830"/>
                  </a:lnTo>
                  <a:lnTo>
                    <a:pt x="99" y="830"/>
                  </a:lnTo>
                  <a:lnTo>
                    <a:pt x="138" y="811"/>
                  </a:lnTo>
                  <a:lnTo>
                    <a:pt x="138" y="811"/>
                  </a:lnTo>
                  <a:lnTo>
                    <a:pt x="79" y="850"/>
                  </a:lnTo>
                  <a:lnTo>
                    <a:pt x="178" y="791"/>
                  </a:lnTo>
                  <a:lnTo>
                    <a:pt x="237" y="751"/>
                  </a:lnTo>
                  <a:lnTo>
                    <a:pt x="257" y="751"/>
                  </a:lnTo>
                  <a:lnTo>
                    <a:pt x="217" y="791"/>
                  </a:lnTo>
                  <a:lnTo>
                    <a:pt x="178" y="830"/>
                  </a:lnTo>
                  <a:lnTo>
                    <a:pt x="119" y="870"/>
                  </a:lnTo>
                  <a:lnTo>
                    <a:pt x="79" y="909"/>
                  </a:lnTo>
                  <a:lnTo>
                    <a:pt x="99" y="909"/>
                  </a:lnTo>
                  <a:lnTo>
                    <a:pt x="59" y="929"/>
                  </a:lnTo>
                  <a:lnTo>
                    <a:pt x="20" y="949"/>
                  </a:lnTo>
                  <a:lnTo>
                    <a:pt x="20" y="969"/>
                  </a:lnTo>
                  <a:lnTo>
                    <a:pt x="0" y="1008"/>
                  </a:lnTo>
                  <a:lnTo>
                    <a:pt x="0" y="1028"/>
                  </a:lnTo>
                  <a:lnTo>
                    <a:pt x="59" y="988"/>
                  </a:lnTo>
                  <a:lnTo>
                    <a:pt x="40" y="1008"/>
                  </a:lnTo>
                  <a:lnTo>
                    <a:pt x="20" y="1048"/>
                  </a:lnTo>
                  <a:lnTo>
                    <a:pt x="40" y="1048"/>
                  </a:lnTo>
                  <a:lnTo>
                    <a:pt x="40" y="1067"/>
                  </a:lnTo>
                  <a:lnTo>
                    <a:pt x="20" y="1087"/>
                  </a:lnTo>
                  <a:lnTo>
                    <a:pt x="0" y="1107"/>
                  </a:lnTo>
                  <a:lnTo>
                    <a:pt x="20" y="1107"/>
                  </a:lnTo>
                  <a:lnTo>
                    <a:pt x="59" y="1067"/>
                  </a:lnTo>
                  <a:lnTo>
                    <a:pt x="99" y="1048"/>
                  </a:lnTo>
                  <a:lnTo>
                    <a:pt x="99" y="1048"/>
                  </a:lnTo>
                  <a:lnTo>
                    <a:pt x="79" y="1067"/>
                  </a:lnTo>
                  <a:lnTo>
                    <a:pt x="79" y="1087"/>
                  </a:lnTo>
                  <a:lnTo>
                    <a:pt x="59" y="1107"/>
                  </a:lnTo>
                  <a:lnTo>
                    <a:pt x="40" y="1127"/>
                  </a:lnTo>
                  <a:lnTo>
                    <a:pt x="99" y="1087"/>
                  </a:lnTo>
                  <a:lnTo>
                    <a:pt x="178" y="1028"/>
                  </a:lnTo>
                  <a:lnTo>
                    <a:pt x="158" y="1087"/>
                  </a:lnTo>
                  <a:lnTo>
                    <a:pt x="105" y="1127"/>
                  </a:lnTo>
                  <a:lnTo>
                    <a:pt x="138" y="1127"/>
                  </a:lnTo>
                  <a:lnTo>
                    <a:pt x="178" y="1107"/>
                  </a:lnTo>
                  <a:lnTo>
                    <a:pt x="277" y="1067"/>
                  </a:lnTo>
                  <a:lnTo>
                    <a:pt x="237" y="1107"/>
                  </a:lnTo>
                  <a:lnTo>
                    <a:pt x="138" y="1166"/>
                  </a:lnTo>
                  <a:lnTo>
                    <a:pt x="158" y="1166"/>
                  </a:lnTo>
                  <a:lnTo>
                    <a:pt x="119" y="1225"/>
                  </a:lnTo>
                  <a:lnTo>
                    <a:pt x="119" y="1225"/>
                  </a:lnTo>
                  <a:lnTo>
                    <a:pt x="198" y="1186"/>
                  </a:lnTo>
                  <a:lnTo>
                    <a:pt x="138" y="1245"/>
                  </a:lnTo>
                  <a:lnTo>
                    <a:pt x="138" y="1265"/>
                  </a:lnTo>
                  <a:lnTo>
                    <a:pt x="138" y="1304"/>
                  </a:lnTo>
                  <a:lnTo>
                    <a:pt x="119" y="1324"/>
                  </a:lnTo>
                  <a:lnTo>
                    <a:pt x="158" y="1344"/>
                  </a:lnTo>
                  <a:lnTo>
                    <a:pt x="217" y="1265"/>
                  </a:lnTo>
                  <a:lnTo>
                    <a:pt x="138" y="1324"/>
                  </a:lnTo>
                  <a:lnTo>
                    <a:pt x="138" y="1324"/>
                  </a:lnTo>
                  <a:lnTo>
                    <a:pt x="237" y="1245"/>
                  </a:lnTo>
                  <a:lnTo>
                    <a:pt x="336" y="1186"/>
                  </a:lnTo>
                  <a:lnTo>
                    <a:pt x="336" y="1206"/>
                  </a:lnTo>
                  <a:lnTo>
                    <a:pt x="296" y="1225"/>
                  </a:lnTo>
                  <a:lnTo>
                    <a:pt x="336" y="1225"/>
                  </a:lnTo>
                  <a:lnTo>
                    <a:pt x="356" y="1206"/>
                  </a:lnTo>
                  <a:lnTo>
                    <a:pt x="375" y="1186"/>
                  </a:lnTo>
                  <a:lnTo>
                    <a:pt x="356" y="1225"/>
                  </a:lnTo>
                  <a:lnTo>
                    <a:pt x="316" y="1245"/>
                  </a:lnTo>
                  <a:lnTo>
                    <a:pt x="336" y="1245"/>
                  </a:lnTo>
                  <a:lnTo>
                    <a:pt x="395" y="1225"/>
                  </a:lnTo>
                  <a:lnTo>
                    <a:pt x="336" y="1265"/>
                  </a:lnTo>
                  <a:lnTo>
                    <a:pt x="277" y="1285"/>
                  </a:lnTo>
                  <a:lnTo>
                    <a:pt x="237" y="1324"/>
                  </a:lnTo>
                  <a:lnTo>
                    <a:pt x="198" y="1364"/>
                  </a:lnTo>
                  <a:lnTo>
                    <a:pt x="217" y="1364"/>
                  </a:lnTo>
                  <a:lnTo>
                    <a:pt x="138" y="1403"/>
                  </a:lnTo>
                  <a:lnTo>
                    <a:pt x="178" y="1403"/>
                  </a:lnTo>
                  <a:lnTo>
                    <a:pt x="158" y="1423"/>
                  </a:lnTo>
                  <a:lnTo>
                    <a:pt x="158" y="1423"/>
                  </a:lnTo>
                  <a:lnTo>
                    <a:pt x="217" y="1383"/>
                  </a:lnTo>
                  <a:lnTo>
                    <a:pt x="178" y="1443"/>
                  </a:lnTo>
                  <a:lnTo>
                    <a:pt x="178" y="1482"/>
                  </a:lnTo>
                  <a:lnTo>
                    <a:pt x="217" y="1443"/>
                  </a:lnTo>
                  <a:lnTo>
                    <a:pt x="257" y="1443"/>
                  </a:lnTo>
                  <a:lnTo>
                    <a:pt x="237" y="1462"/>
                  </a:lnTo>
                  <a:lnTo>
                    <a:pt x="198" y="1482"/>
                  </a:lnTo>
                  <a:lnTo>
                    <a:pt x="198" y="1502"/>
                  </a:lnTo>
                  <a:lnTo>
                    <a:pt x="257" y="1502"/>
                  </a:lnTo>
                  <a:lnTo>
                    <a:pt x="336" y="1443"/>
                  </a:lnTo>
                  <a:lnTo>
                    <a:pt x="336" y="1462"/>
                  </a:lnTo>
                  <a:lnTo>
                    <a:pt x="296" y="1482"/>
                  </a:lnTo>
                  <a:lnTo>
                    <a:pt x="375" y="1462"/>
                  </a:lnTo>
                  <a:lnTo>
                    <a:pt x="375" y="1462"/>
                  </a:lnTo>
                  <a:lnTo>
                    <a:pt x="316" y="1482"/>
                  </a:lnTo>
                  <a:lnTo>
                    <a:pt x="296" y="1502"/>
                  </a:lnTo>
                  <a:lnTo>
                    <a:pt x="296" y="1522"/>
                  </a:lnTo>
                  <a:lnTo>
                    <a:pt x="296" y="1541"/>
                  </a:lnTo>
                  <a:lnTo>
                    <a:pt x="494" y="1462"/>
                  </a:lnTo>
                  <a:lnTo>
                    <a:pt x="593" y="1403"/>
                  </a:lnTo>
                  <a:lnTo>
                    <a:pt x="691" y="1344"/>
                  </a:lnTo>
                  <a:lnTo>
                    <a:pt x="652" y="1383"/>
                  </a:lnTo>
                  <a:lnTo>
                    <a:pt x="632" y="1423"/>
                  </a:lnTo>
                  <a:lnTo>
                    <a:pt x="573" y="1462"/>
                  </a:lnTo>
                  <a:lnTo>
                    <a:pt x="553" y="1482"/>
                  </a:lnTo>
                  <a:lnTo>
                    <a:pt x="514" y="1502"/>
                  </a:lnTo>
                  <a:lnTo>
                    <a:pt x="514" y="1502"/>
                  </a:lnTo>
                  <a:lnTo>
                    <a:pt x="454" y="1561"/>
                  </a:lnTo>
                  <a:lnTo>
                    <a:pt x="395" y="1581"/>
                  </a:lnTo>
                  <a:lnTo>
                    <a:pt x="454" y="1541"/>
                  </a:lnTo>
                  <a:lnTo>
                    <a:pt x="454" y="1541"/>
                  </a:lnTo>
                  <a:lnTo>
                    <a:pt x="415" y="1561"/>
                  </a:lnTo>
                  <a:lnTo>
                    <a:pt x="375" y="1581"/>
                  </a:lnTo>
                  <a:lnTo>
                    <a:pt x="296" y="1640"/>
                  </a:lnTo>
                  <a:lnTo>
                    <a:pt x="336" y="1640"/>
                  </a:lnTo>
                  <a:lnTo>
                    <a:pt x="336" y="1660"/>
                  </a:lnTo>
                  <a:lnTo>
                    <a:pt x="375" y="1660"/>
                  </a:lnTo>
                  <a:lnTo>
                    <a:pt x="356" y="1680"/>
                  </a:lnTo>
                  <a:lnTo>
                    <a:pt x="395" y="1660"/>
                  </a:lnTo>
                  <a:lnTo>
                    <a:pt x="435" y="1640"/>
                  </a:lnTo>
                  <a:lnTo>
                    <a:pt x="435" y="1640"/>
                  </a:lnTo>
                  <a:lnTo>
                    <a:pt x="415" y="1660"/>
                  </a:lnTo>
                  <a:lnTo>
                    <a:pt x="375" y="1699"/>
                  </a:lnTo>
                  <a:lnTo>
                    <a:pt x="415" y="1680"/>
                  </a:lnTo>
                  <a:lnTo>
                    <a:pt x="435" y="1680"/>
                  </a:lnTo>
                  <a:lnTo>
                    <a:pt x="494" y="1640"/>
                  </a:lnTo>
                  <a:lnTo>
                    <a:pt x="573" y="1581"/>
                  </a:lnTo>
                  <a:lnTo>
                    <a:pt x="612" y="1581"/>
                  </a:lnTo>
                  <a:lnTo>
                    <a:pt x="612" y="1601"/>
                  </a:lnTo>
                  <a:lnTo>
                    <a:pt x="593" y="1620"/>
                  </a:lnTo>
                  <a:lnTo>
                    <a:pt x="612" y="1620"/>
                  </a:lnTo>
                  <a:lnTo>
                    <a:pt x="553" y="1660"/>
                  </a:lnTo>
                  <a:lnTo>
                    <a:pt x="533" y="1660"/>
                  </a:lnTo>
                  <a:lnTo>
                    <a:pt x="533" y="1680"/>
                  </a:lnTo>
                  <a:lnTo>
                    <a:pt x="612" y="1640"/>
                  </a:lnTo>
                  <a:lnTo>
                    <a:pt x="612" y="1660"/>
                  </a:lnTo>
                  <a:lnTo>
                    <a:pt x="593" y="1680"/>
                  </a:lnTo>
                  <a:lnTo>
                    <a:pt x="514" y="1719"/>
                  </a:lnTo>
                  <a:lnTo>
                    <a:pt x="533" y="1699"/>
                  </a:lnTo>
                  <a:lnTo>
                    <a:pt x="533" y="1699"/>
                  </a:lnTo>
                  <a:lnTo>
                    <a:pt x="474" y="1739"/>
                  </a:lnTo>
                  <a:lnTo>
                    <a:pt x="514" y="1719"/>
                  </a:lnTo>
                  <a:lnTo>
                    <a:pt x="514" y="1719"/>
                  </a:lnTo>
                  <a:lnTo>
                    <a:pt x="454" y="1759"/>
                  </a:lnTo>
                  <a:lnTo>
                    <a:pt x="474" y="1739"/>
                  </a:lnTo>
                  <a:lnTo>
                    <a:pt x="474" y="1719"/>
                  </a:lnTo>
                  <a:lnTo>
                    <a:pt x="474" y="1699"/>
                  </a:lnTo>
                  <a:lnTo>
                    <a:pt x="415" y="1699"/>
                  </a:lnTo>
                  <a:lnTo>
                    <a:pt x="395" y="1739"/>
                  </a:lnTo>
                  <a:lnTo>
                    <a:pt x="415" y="1739"/>
                  </a:lnTo>
                  <a:lnTo>
                    <a:pt x="415" y="1759"/>
                  </a:lnTo>
                  <a:lnTo>
                    <a:pt x="395" y="1798"/>
                  </a:lnTo>
                  <a:lnTo>
                    <a:pt x="494" y="1759"/>
                  </a:lnTo>
                  <a:lnTo>
                    <a:pt x="553" y="1719"/>
                  </a:lnTo>
                  <a:lnTo>
                    <a:pt x="612" y="1680"/>
                  </a:lnTo>
                  <a:lnTo>
                    <a:pt x="533" y="1739"/>
                  </a:lnTo>
                  <a:lnTo>
                    <a:pt x="514" y="1778"/>
                  </a:lnTo>
                  <a:lnTo>
                    <a:pt x="593" y="1739"/>
                  </a:lnTo>
                  <a:lnTo>
                    <a:pt x="652" y="1719"/>
                  </a:lnTo>
                  <a:lnTo>
                    <a:pt x="632" y="1719"/>
                  </a:lnTo>
                  <a:lnTo>
                    <a:pt x="652" y="1699"/>
                  </a:lnTo>
                  <a:lnTo>
                    <a:pt x="672" y="1680"/>
                  </a:lnTo>
                  <a:lnTo>
                    <a:pt x="711" y="1660"/>
                  </a:lnTo>
                  <a:lnTo>
                    <a:pt x="751" y="1640"/>
                  </a:lnTo>
                  <a:lnTo>
                    <a:pt x="751" y="1660"/>
                  </a:lnTo>
                  <a:lnTo>
                    <a:pt x="731" y="1680"/>
                  </a:lnTo>
                  <a:lnTo>
                    <a:pt x="711" y="1680"/>
                  </a:lnTo>
                  <a:lnTo>
                    <a:pt x="691" y="1719"/>
                  </a:lnTo>
                  <a:lnTo>
                    <a:pt x="533" y="1778"/>
                  </a:lnTo>
                  <a:lnTo>
                    <a:pt x="533" y="1798"/>
                  </a:lnTo>
                  <a:lnTo>
                    <a:pt x="514" y="1818"/>
                  </a:lnTo>
                  <a:lnTo>
                    <a:pt x="514" y="1818"/>
                  </a:lnTo>
                  <a:lnTo>
                    <a:pt x="573" y="1778"/>
                  </a:lnTo>
                  <a:lnTo>
                    <a:pt x="612" y="1759"/>
                  </a:lnTo>
                  <a:lnTo>
                    <a:pt x="691" y="1739"/>
                  </a:lnTo>
                  <a:lnTo>
                    <a:pt x="770" y="1719"/>
                  </a:lnTo>
                  <a:lnTo>
                    <a:pt x="770" y="1719"/>
                  </a:lnTo>
                  <a:lnTo>
                    <a:pt x="711" y="1759"/>
                  </a:lnTo>
                  <a:lnTo>
                    <a:pt x="652" y="1778"/>
                  </a:lnTo>
                  <a:lnTo>
                    <a:pt x="612" y="1798"/>
                  </a:lnTo>
                  <a:lnTo>
                    <a:pt x="533" y="1857"/>
                  </a:lnTo>
                  <a:lnTo>
                    <a:pt x="573" y="1838"/>
                  </a:lnTo>
                  <a:lnTo>
                    <a:pt x="612" y="1818"/>
                  </a:lnTo>
                  <a:lnTo>
                    <a:pt x="593" y="1857"/>
                  </a:lnTo>
                  <a:lnTo>
                    <a:pt x="632" y="1857"/>
                  </a:lnTo>
                  <a:lnTo>
                    <a:pt x="652" y="1838"/>
                  </a:lnTo>
                  <a:lnTo>
                    <a:pt x="672" y="1838"/>
                  </a:lnTo>
                  <a:lnTo>
                    <a:pt x="672" y="1857"/>
                  </a:lnTo>
                  <a:lnTo>
                    <a:pt x="652" y="1877"/>
                  </a:lnTo>
                  <a:lnTo>
                    <a:pt x="691" y="1857"/>
                  </a:lnTo>
                  <a:lnTo>
                    <a:pt x="691" y="1877"/>
                  </a:lnTo>
                  <a:lnTo>
                    <a:pt x="711" y="1877"/>
                  </a:lnTo>
                  <a:lnTo>
                    <a:pt x="711" y="1897"/>
                  </a:lnTo>
                  <a:lnTo>
                    <a:pt x="751" y="1877"/>
                  </a:lnTo>
                  <a:lnTo>
                    <a:pt x="731" y="1857"/>
                  </a:lnTo>
                  <a:lnTo>
                    <a:pt x="711" y="1857"/>
                  </a:lnTo>
                  <a:lnTo>
                    <a:pt x="731" y="1838"/>
                  </a:lnTo>
                  <a:lnTo>
                    <a:pt x="790" y="1798"/>
                  </a:lnTo>
                  <a:lnTo>
                    <a:pt x="889" y="1798"/>
                  </a:lnTo>
                  <a:lnTo>
                    <a:pt x="928" y="1778"/>
                  </a:lnTo>
                  <a:lnTo>
                    <a:pt x="928" y="1798"/>
                  </a:lnTo>
                  <a:lnTo>
                    <a:pt x="909" y="1818"/>
                  </a:lnTo>
                  <a:lnTo>
                    <a:pt x="869" y="1838"/>
                  </a:lnTo>
                  <a:lnTo>
                    <a:pt x="889" y="1857"/>
                  </a:lnTo>
                  <a:lnTo>
                    <a:pt x="869" y="1857"/>
                  </a:lnTo>
                  <a:lnTo>
                    <a:pt x="849" y="1877"/>
                  </a:lnTo>
                  <a:lnTo>
                    <a:pt x="889" y="1877"/>
                  </a:lnTo>
                  <a:lnTo>
                    <a:pt x="849" y="1897"/>
                  </a:lnTo>
                  <a:lnTo>
                    <a:pt x="830" y="1936"/>
                  </a:lnTo>
                  <a:lnTo>
                    <a:pt x="849" y="1917"/>
                  </a:lnTo>
                  <a:lnTo>
                    <a:pt x="869" y="1897"/>
                  </a:lnTo>
                  <a:lnTo>
                    <a:pt x="869" y="1917"/>
                  </a:lnTo>
                  <a:lnTo>
                    <a:pt x="830" y="1936"/>
                  </a:lnTo>
                  <a:lnTo>
                    <a:pt x="849" y="1936"/>
                  </a:lnTo>
                  <a:lnTo>
                    <a:pt x="909" y="1917"/>
                  </a:lnTo>
                  <a:lnTo>
                    <a:pt x="948" y="1877"/>
                  </a:lnTo>
                  <a:lnTo>
                    <a:pt x="1007" y="1838"/>
                  </a:lnTo>
                  <a:lnTo>
                    <a:pt x="1027" y="1857"/>
                  </a:lnTo>
                  <a:lnTo>
                    <a:pt x="1027" y="1877"/>
                  </a:lnTo>
                  <a:lnTo>
                    <a:pt x="1007" y="1917"/>
                  </a:lnTo>
                  <a:lnTo>
                    <a:pt x="1027" y="1917"/>
                  </a:lnTo>
                  <a:lnTo>
                    <a:pt x="988" y="1936"/>
                  </a:lnTo>
                  <a:lnTo>
                    <a:pt x="968" y="1936"/>
                  </a:lnTo>
                  <a:lnTo>
                    <a:pt x="909" y="1976"/>
                  </a:lnTo>
                  <a:lnTo>
                    <a:pt x="869" y="1996"/>
                  </a:lnTo>
                  <a:lnTo>
                    <a:pt x="830" y="2035"/>
                  </a:lnTo>
                  <a:lnTo>
                    <a:pt x="830" y="2035"/>
                  </a:lnTo>
                  <a:lnTo>
                    <a:pt x="889" y="1996"/>
                  </a:lnTo>
                  <a:lnTo>
                    <a:pt x="968" y="1956"/>
                  </a:lnTo>
                  <a:lnTo>
                    <a:pt x="948" y="1976"/>
                  </a:lnTo>
                  <a:lnTo>
                    <a:pt x="928" y="1996"/>
                  </a:lnTo>
                  <a:lnTo>
                    <a:pt x="968" y="1996"/>
                  </a:lnTo>
                  <a:lnTo>
                    <a:pt x="869" y="2055"/>
                  </a:lnTo>
                  <a:lnTo>
                    <a:pt x="869" y="2075"/>
                  </a:lnTo>
                  <a:lnTo>
                    <a:pt x="909" y="2055"/>
                  </a:lnTo>
                  <a:lnTo>
                    <a:pt x="909" y="2035"/>
                  </a:lnTo>
                  <a:lnTo>
                    <a:pt x="948" y="2035"/>
                  </a:lnTo>
                  <a:lnTo>
                    <a:pt x="928" y="2055"/>
                  </a:lnTo>
                  <a:lnTo>
                    <a:pt x="948" y="2055"/>
                  </a:lnTo>
                  <a:lnTo>
                    <a:pt x="948" y="2075"/>
                  </a:lnTo>
                  <a:lnTo>
                    <a:pt x="968" y="2055"/>
                  </a:lnTo>
                  <a:lnTo>
                    <a:pt x="988" y="2015"/>
                  </a:lnTo>
                  <a:lnTo>
                    <a:pt x="1047" y="2015"/>
                  </a:lnTo>
                  <a:lnTo>
                    <a:pt x="1067" y="2035"/>
                  </a:lnTo>
                  <a:lnTo>
                    <a:pt x="1106" y="2035"/>
                  </a:lnTo>
                  <a:lnTo>
                    <a:pt x="1067" y="2075"/>
                  </a:lnTo>
                  <a:lnTo>
                    <a:pt x="1027" y="2094"/>
                  </a:lnTo>
                  <a:lnTo>
                    <a:pt x="1027" y="2094"/>
                  </a:lnTo>
                  <a:lnTo>
                    <a:pt x="1027" y="2134"/>
                  </a:lnTo>
                  <a:lnTo>
                    <a:pt x="988" y="2173"/>
                  </a:lnTo>
                  <a:lnTo>
                    <a:pt x="948" y="2193"/>
                  </a:lnTo>
                  <a:lnTo>
                    <a:pt x="948" y="2213"/>
                  </a:lnTo>
                  <a:lnTo>
                    <a:pt x="1027" y="2154"/>
                  </a:lnTo>
                  <a:lnTo>
                    <a:pt x="1027" y="2173"/>
                  </a:lnTo>
                  <a:lnTo>
                    <a:pt x="1067" y="2154"/>
                  </a:lnTo>
                  <a:lnTo>
                    <a:pt x="1047" y="2173"/>
                  </a:lnTo>
                  <a:lnTo>
                    <a:pt x="1027" y="2193"/>
                  </a:lnTo>
                  <a:lnTo>
                    <a:pt x="1007" y="2213"/>
                  </a:lnTo>
                  <a:lnTo>
                    <a:pt x="1047" y="2213"/>
                  </a:lnTo>
                  <a:lnTo>
                    <a:pt x="1047" y="2193"/>
                  </a:lnTo>
                  <a:lnTo>
                    <a:pt x="1106" y="2154"/>
                  </a:lnTo>
                  <a:lnTo>
                    <a:pt x="1165" y="2134"/>
                  </a:lnTo>
                  <a:lnTo>
                    <a:pt x="1146" y="2154"/>
                  </a:lnTo>
                  <a:lnTo>
                    <a:pt x="1106" y="2173"/>
                  </a:lnTo>
                  <a:lnTo>
                    <a:pt x="1086" y="2193"/>
                  </a:lnTo>
                  <a:lnTo>
                    <a:pt x="1165" y="2173"/>
                  </a:lnTo>
                  <a:lnTo>
                    <a:pt x="1146" y="2173"/>
                  </a:lnTo>
                  <a:lnTo>
                    <a:pt x="1185" y="2154"/>
                  </a:lnTo>
                  <a:lnTo>
                    <a:pt x="1225" y="2114"/>
                  </a:lnTo>
                  <a:lnTo>
                    <a:pt x="1225" y="2154"/>
                  </a:lnTo>
                  <a:lnTo>
                    <a:pt x="2074" y="1462"/>
                  </a:lnTo>
                  <a:lnTo>
                    <a:pt x="2114" y="1443"/>
                  </a:lnTo>
                  <a:lnTo>
                    <a:pt x="2094" y="1423"/>
                  </a:lnTo>
                  <a:lnTo>
                    <a:pt x="2054" y="1423"/>
                  </a:lnTo>
                  <a:lnTo>
                    <a:pt x="2074" y="1403"/>
                  </a:lnTo>
                  <a:lnTo>
                    <a:pt x="2114" y="1383"/>
                  </a:lnTo>
                  <a:lnTo>
                    <a:pt x="2094" y="1364"/>
                  </a:lnTo>
                  <a:lnTo>
                    <a:pt x="2094" y="1344"/>
                  </a:lnTo>
                  <a:lnTo>
                    <a:pt x="2035" y="1364"/>
                  </a:lnTo>
                  <a:lnTo>
                    <a:pt x="1955" y="1364"/>
                  </a:lnTo>
                  <a:lnTo>
                    <a:pt x="1955" y="1344"/>
                  </a:lnTo>
                  <a:lnTo>
                    <a:pt x="1995" y="1324"/>
                  </a:lnTo>
                  <a:lnTo>
                    <a:pt x="1995" y="1304"/>
                  </a:lnTo>
                  <a:lnTo>
                    <a:pt x="1955" y="1324"/>
                  </a:lnTo>
                  <a:lnTo>
                    <a:pt x="1995" y="1285"/>
                  </a:lnTo>
                  <a:lnTo>
                    <a:pt x="1936" y="1285"/>
                  </a:lnTo>
                  <a:lnTo>
                    <a:pt x="1975" y="1245"/>
                  </a:lnTo>
                  <a:lnTo>
                    <a:pt x="1975" y="1225"/>
                  </a:lnTo>
                  <a:lnTo>
                    <a:pt x="1936" y="1245"/>
                  </a:lnTo>
                  <a:lnTo>
                    <a:pt x="1857" y="1285"/>
                  </a:lnTo>
                  <a:lnTo>
                    <a:pt x="1916" y="1245"/>
                  </a:lnTo>
                  <a:lnTo>
                    <a:pt x="1936" y="1206"/>
                  </a:lnTo>
                  <a:lnTo>
                    <a:pt x="1857" y="1186"/>
                  </a:lnTo>
                  <a:lnTo>
                    <a:pt x="1778" y="1127"/>
                  </a:lnTo>
                  <a:lnTo>
                    <a:pt x="1797" y="1127"/>
                  </a:lnTo>
                  <a:lnTo>
                    <a:pt x="1778" y="1107"/>
                  </a:lnTo>
                  <a:lnTo>
                    <a:pt x="1679" y="1107"/>
                  </a:lnTo>
                  <a:lnTo>
                    <a:pt x="1679" y="1087"/>
                  </a:lnTo>
                  <a:lnTo>
                    <a:pt x="1639" y="1087"/>
                  </a:lnTo>
                  <a:lnTo>
                    <a:pt x="1580" y="1127"/>
                  </a:lnTo>
                  <a:lnTo>
                    <a:pt x="1481" y="1206"/>
                  </a:lnTo>
                  <a:lnTo>
                    <a:pt x="1462" y="1206"/>
                  </a:lnTo>
                  <a:lnTo>
                    <a:pt x="1481" y="1166"/>
                  </a:lnTo>
                  <a:lnTo>
                    <a:pt x="1521" y="1146"/>
                  </a:lnTo>
                  <a:lnTo>
                    <a:pt x="1521" y="1127"/>
                  </a:lnTo>
                  <a:lnTo>
                    <a:pt x="1600" y="1087"/>
                  </a:lnTo>
                  <a:lnTo>
                    <a:pt x="1679" y="1028"/>
                  </a:lnTo>
                  <a:lnTo>
                    <a:pt x="1679" y="1028"/>
                  </a:lnTo>
                  <a:lnTo>
                    <a:pt x="1600" y="1048"/>
                  </a:lnTo>
                  <a:lnTo>
                    <a:pt x="1600" y="1028"/>
                  </a:lnTo>
                  <a:lnTo>
                    <a:pt x="1580" y="1028"/>
                  </a:lnTo>
                  <a:lnTo>
                    <a:pt x="1600" y="1008"/>
                  </a:lnTo>
                  <a:lnTo>
                    <a:pt x="1620" y="988"/>
                  </a:lnTo>
                  <a:lnTo>
                    <a:pt x="1639" y="988"/>
                  </a:lnTo>
                  <a:lnTo>
                    <a:pt x="1620" y="1008"/>
                  </a:lnTo>
                  <a:lnTo>
                    <a:pt x="1659" y="1008"/>
                  </a:lnTo>
                  <a:lnTo>
                    <a:pt x="1699" y="988"/>
                  </a:lnTo>
                  <a:lnTo>
                    <a:pt x="1659" y="969"/>
                  </a:lnTo>
                  <a:lnTo>
                    <a:pt x="1639" y="969"/>
                  </a:lnTo>
                  <a:lnTo>
                    <a:pt x="1639" y="949"/>
                  </a:lnTo>
                  <a:lnTo>
                    <a:pt x="1600" y="969"/>
                  </a:lnTo>
                  <a:lnTo>
                    <a:pt x="1580" y="988"/>
                  </a:lnTo>
                  <a:lnTo>
                    <a:pt x="1521" y="1008"/>
                  </a:lnTo>
                  <a:lnTo>
                    <a:pt x="1521" y="1008"/>
                  </a:lnTo>
                  <a:lnTo>
                    <a:pt x="1600" y="949"/>
                  </a:lnTo>
                  <a:lnTo>
                    <a:pt x="1541" y="988"/>
                  </a:lnTo>
                  <a:lnTo>
                    <a:pt x="1521" y="988"/>
                  </a:lnTo>
                  <a:lnTo>
                    <a:pt x="1521" y="969"/>
                  </a:lnTo>
                  <a:lnTo>
                    <a:pt x="1521" y="949"/>
                  </a:lnTo>
                  <a:lnTo>
                    <a:pt x="1560" y="909"/>
                  </a:lnTo>
                  <a:lnTo>
                    <a:pt x="1501" y="909"/>
                  </a:lnTo>
                  <a:lnTo>
                    <a:pt x="1541" y="890"/>
                  </a:lnTo>
                  <a:lnTo>
                    <a:pt x="1541" y="850"/>
                  </a:lnTo>
                  <a:lnTo>
                    <a:pt x="1521" y="830"/>
                  </a:lnTo>
                  <a:lnTo>
                    <a:pt x="1541" y="791"/>
                  </a:lnTo>
                  <a:lnTo>
                    <a:pt x="1481" y="791"/>
                  </a:lnTo>
                  <a:lnTo>
                    <a:pt x="1422" y="811"/>
                  </a:lnTo>
                  <a:lnTo>
                    <a:pt x="1422" y="830"/>
                  </a:lnTo>
                  <a:lnTo>
                    <a:pt x="1363" y="850"/>
                  </a:lnTo>
                  <a:lnTo>
                    <a:pt x="1343" y="870"/>
                  </a:lnTo>
                  <a:lnTo>
                    <a:pt x="1323" y="870"/>
                  </a:lnTo>
                  <a:lnTo>
                    <a:pt x="1363" y="830"/>
                  </a:lnTo>
                  <a:lnTo>
                    <a:pt x="1383" y="811"/>
                  </a:lnTo>
                  <a:lnTo>
                    <a:pt x="1422" y="791"/>
                  </a:lnTo>
                  <a:lnTo>
                    <a:pt x="1402" y="771"/>
                  </a:lnTo>
                  <a:lnTo>
                    <a:pt x="1442" y="732"/>
                  </a:lnTo>
                  <a:lnTo>
                    <a:pt x="1402" y="732"/>
                  </a:lnTo>
                  <a:lnTo>
                    <a:pt x="1363" y="751"/>
                  </a:lnTo>
                  <a:lnTo>
                    <a:pt x="1383" y="732"/>
                  </a:lnTo>
                  <a:lnTo>
                    <a:pt x="1422" y="712"/>
                  </a:lnTo>
                  <a:lnTo>
                    <a:pt x="1402" y="712"/>
                  </a:lnTo>
                  <a:lnTo>
                    <a:pt x="1422" y="692"/>
                  </a:lnTo>
                  <a:lnTo>
                    <a:pt x="1383" y="712"/>
                  </a:lnTo>
                  <a:lnTo>
                    <a:pt x="1304" y="751"/>
                  </a:lnTo>
                  <a:lnTo>
                    <a:pt x="1304" y="732"/>
                  </a:lnTo>
                  <a:lnTo>
                    <a:pt x="1284" y="732"/>
                  </a:lnTo>
                  <a:lnTo>
                    <a:pt x="1323" y="712"/>
                  </a:lnTo>
                  <a:lnTo>
                    <a:pt x="1323" y="712"/>
                  </a:lnTo>
                  <a:lnTo>
                    <a:pt x="1264" y="732"/>
                  </a:lnTo>
                  <a:lnTo>
                    <a:pt x="1284" y="712"/>
                  </a:lnTo>
                  <a:lnTo>
                    <a:pt x="1205" y="732"/>
                  </a:lnTo>
                  <a:lnTo>
                    <a:pt x="1146" y="751"/>
                  </a:lnTo>
                  <a:lnTo>
                    <a:pt x="1146" y="751"/>
                  </a:lnTo>
                  <a:lnTo>
                    <a:pt x="1185" y="712"/>
                  </a:lnTo>
                  <a:lnTo>
                    <a:pt x="1264" y="653"/>
                  </a:lnTo>
                  <a:lnTo>
                    <a:pt x="1244" y="672"/>
                  </a:lnTo>
                  <a:lnTo>
                    <a:pt x="1244" y="692"/>
                  </a:lnTo>
                  <a:lnTo>
                    <a:pt x="1304" y="633"/>
                  </a:lnTo>
                  <a:lnTo>
                    <a:pt x="1323" y="593"/>
                  </a:lnTo>
                  <a:lnTo>
                    <a:pt x="1304" y="574"/>
                  </a:lnTo>
                  <a:lnTo>
                    <a:pt x="1284" y="554"/>
                  </a:lnTo>
                  <a:lnTo>
                    <a:pt x="1264" y="554"/>
                  </a:lnTo>
                  <a:lnTo>
                    <a:pt x="1244" y="534"/>
                  </a:lnTo>
                  <a:lnTo>
                    <a:pt x="1225" y="534"/>
                  </a:lnTo>
                  <a:lnTo>
                    <a:pt x="1165" y="574"/>
                  </a:lnTo>
                  <a:lnTo>
                    <a:pt x="1165" y="574"/>
                  </a:lnTo>
                  <a:lnTo>
                    <a:pt x="1205" y="534"/>
                  </a:lnTo>
                  <a:lnTo>
                    <a:pt x="1225" y="475"/>
                  </a:lnTo>
                  <a:lnTo>
                    <a:pt x="1205" y="455"/>
                  </a:lnTo>
                  <a:lnTo>
                    <a:pt x="1205" y="435"/>
                  </a:lnTo>
                  <a:lnTo>
                    <a:pt x="1165" y="416"/>
                  </a:lnTo>
                  <a:lnTo>
                    <a:pt x="1126" y="435"/>
                  </a:lnTo>
                  <a:lnTo>
                    <a:pt x="1165" y="396"/>
                  </a:lnTo>
                  <a:lnTo>
                    <a:pt x="1086" y="416"/>
                  </a:lnTo>
                  <a:lnTo>
                    <a:pt x="968" y="416"/>
                  </a:lnTo>
                  <a:lnTo>
                    <a:pt x="869" y="475"/>
                  </a:lnTo>
                  <a:lnTo>
                    <a:pt x="928" y="435"/>
                  </a:lnTo>
                  <a:lnTo>
                    <a:pt x="968" y="396"/>
                  </a:lnTo>
                  <a:lnTo>
                    <a:pt x="948" y="396"/>
                  </a:lnTo>
                  <a:lnTo>
                    <a:pt x="928" y="416"/>
                  </a:lnTo>
                  <a:lnTo>
                    <a:pt x="909" y="416"/>
                  </a:lnTo>
                  <a:lnTo>
                    <a:pt x="928" y="396"/>
                  </a:lnTo>
                  <a:lnTo>
                    <a:pt x="948" y="376"/>
                  </a:lnTo>
                  <a:lnTo>
                    <a:pt x="968" y="356"/>
                  </a:lnTo>
                  <a:lnTo>
                    <a:pt x="948" y="356"/>
                  </a:lnTo>
                  <a:lnTo>
                    <a:pt x="968" y="337"/>
                  </a:lnTo>
                  <a:lnTo>
                    <a:pt x="889" y="396"/>
                  </a:lnTo>
                  <a:lnTo>
                    <a:pt x="830" y="416"/>
                  </a:lnTo>
                  <a:lnTo>
                    <a:pt x="790" y="435"/>
                  </a:lnTo>
                  <a:lnTo>
                    <a:pt x="770" y="435"/>
                  </a:lnTo>
                  <a:lnTo>
                    <a:pt x="790" y="416"/>
                  </a:lnTo>
                  <a:lnTo>
                    <a:pt x="711" y="416"/>
                  </a:lnTo>
                  <a:lnTo>
                    <a:pt x="652" y="376"/>
                  </a:lnTo>
                  <a:lnTo>
                    <a:pt x="632" y="337"/>
                  </a:lnTo>
                  <a:lnTo>
                    <a:pt x="612" y="277"/>
                  </a:lnTo>
                  <a:lnTo>
                    <a:pt x="652" y="258"/>
                  </a:lnTo>
                  <a:lnTo>
                    <a:pt x="632" y="258"/>
                  </a:lnTo>
                  <a:lnTo>
                    <a:pt x="652" y="238"/>
                  </a:lnTo>
                  <a:lnTo>
                    <a:pt x="672" y="198"/>
                  </a:lnTo>
                  <a:lnTo>
                    <a:pt x="632" y="218"/>
                  </a:lnTo>
                  <a:lnTo>
                    <a:pt x="612" y="218"/>
                  </a:lnTo>
                  <a:lnTo>
                    <a:pt x="632" y="198"/>
                  </a:lnTo>
                  <a:lnTo>
                    <a:pt x="652" y="178"/>
                  </a:lnTo>
                  <a:lnTo>
                    <a:pt x="652" y="159"/>
                  </a:lnTo>
                  <a:lnTo>
                    <a:pt x="672" y="139"/>
                  </a:lnTo>
                  <a:lnTo>
                    <a:pt x="672" y="119"/>
                  </a:lnTo>
                  <a:lnTo>
                    <a:pt x="652" y="119"/>
                  </a:lnTo>
                  <a:lnTo>
                    <a:pt x="691" y="60"/>
                  </a:lnTo>
                  <a:lnTo>
                    <a:pt x="7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0" name="Google Shape;2960;p11"/>
            <p:cNvSpPr/>
            <p:nvPr/>
          </p:nvSpPr>
          <p:spPr>
            <a:xfrm>
              <a:off x="-1692875" y="3641300"/>
              <a:ext cx="525" cy="25"/>
            </a:xfrm>
            <a:custGeom>
              <a:rect b="b" l="l" r="r" t="t"/>
              <a:pathLst>
                <a:path extrusionOk="0" h="1" w="21">
                  <a:moveTo>
                    <a:pt x="21" y="0"/>
                  </a:moveTo>
                  <a:lnTo>
                    <a:pt x="21" y="0"/>
                  </a:lnTo>
                  <a:lnTo>
                    <a:pt x="1" y="0"/>
                  </a:lnTo>
                  <a:lnTo>
                    <a:pt x="1" y="0"/>
                  </a:lnTo>
                  <a:lnTo>
                    <a:pt x="21" y="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
            <p:cNvSpPr/>
            <p:nvPr/>
          </p:nvSpPr>
          <p:spPr>
            <a:xfrm>
              <a:off x="-1600025" y="3561300"/>
              <a:ext cx="25" cy="525"/>
            </a:xfrm>
            <a:custGeom>
              <a:rect b="b" l="l" r="r" t="t"/>
              <a:pathLst>
                <a:path extrusionOk="0" h="21" w="1">
                  <a:moveTo>
                    <a:pt x="0" y="20"/>
                  </a:move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2" name="Google Shape;2962;p11"/>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
            <p:cNvSpPr/>
            <p:nvPr/>
          </p:nvSpPr>
          <p:spPr>
            <a:xfrm>
              <a:off x="-1619775" y="3485250"/>
              <a:ext cx="41500" cy="78050"/>
            </a:xfrm>
            <a:custGeom>
              <a:rect b="b" l="l" r="r" t="t"/>
              <a:pathLst>
                <a:path extrusionOk="0" h="3122" w="1660">
                  <a:moveTo>
                    <a:pt x="454" y="159"/>
                  </a:moveTo>
                  <a:lnTo>
                    <a:pt x="469" y="163"/>
                  </a:lnTo>
                  <a:lnTo>
                    <a:pt x="469" y="163"/>
                  </a:lnTo>
                  <a:lnTo>
                    <a:pt x="474" y="159"/>
                  </a:lnTo>
                  <a:close/>
                  <a:moveTo>
                    <a:pt x="1422" y="238"/>
                  </a:moveTo>
                  <a:lnTo>
                    <a:pt x="1422" y="257"/>
                  </a:lnTo>
                  <a:lnTo>
                    <a:pt x="1462" y="257"/>
                  </a:lnTo>
                  <a:lnTo>
                    <a:pt x="1422" y="238"/>
                  </a:lnTo>
                  <a:close/>
                  <a:moveTo>
                    <a:pt x="119" y="1057"/>
                  </a:moveTo>
                  <a:lnTo>
                    <a:pt x="138" y="1067"/>
                  </a:lnTo>
                  <a:lnTo>
                    <a:pt x="158" y="1067"/>
                  </a:lnTo>
                  <a:lnTo>
                    <a:pt x="119" y="1057"/>
                  </a:lnTo>
                  <a:close/>
                  <a:moveTo>
                    <a:pt x="40" y="988"/>
                  </a:moveTo>
                  <a:lnTo>
                    <a:pt x="40" y="1008"/>
                  </a:lnTo>
                  <a:lnTo>
                    <a:pt x="40" y="1028"/>
                  </a:lnTo>
                  <a:lnTo>
                    <a:pt x="0" y="1028"/>
                  </a:lnTo>
                  <a:lnTo>
                    <a:pt x="79" y="1087"/>
                  </a:lnTo>
                  <a:lnTo>
                    <a:pt x="138" y="1107"/>
                  </a:lnTo>
                  <a:lnTo>
                    <a:pt x="217" y="1126"/>
                  </a:lnTo>
                  <a:lnTo>
                    <a:pt x="217" y="1126"/>
                  </a:lnTo>
                  <a:lnTo>
                    <a:pt x="119" y="1087"/>
                  </a:lnTo>
                  <a:lnTo>
                    <a:pt x="40" y="1047"/>
                  </a:lnTo>
                  <a:lnTo>
                    <a:pt x="79" y="1047"/>
                  </a:lnTo>
                  <a:lnTo>
                    <a:pt x="119" y="1057"/>
                  </a:lnTo>
                  <a:lnTo>
                    <a:pt x="119" y="1057"/>
                  </a:lnTo>
                  <a:lnTo>
                    <a:pt x="99" y="1047"/>
                  </a:lnTo>
                  <a:lnTo>
                    <a:pt x="99" y="1028"/>
                  </a:lnTo>
                  <a:lnTo>
                    <a:pt x="119" y="1028"/>
                  </a:lnTo>
                  <a:lnTo>
                    <a:pt x="119" y="1008"/>
                  </a:lnTo>
                  <a:lnTo>
                    <a:pt x="79" y="988"/>
                  </a:lnTo>
                  <a:close/>
                  <a:moveTo>
                    <a:pt x="158" y="1146"/>
                  </a:moveTo>
                  <a:lnTo>
                    <a:pt x="178" y="1166"/>
                  </a:lnTo>
                  <a:lnTo>
                    <a:pt x="217" y="1185"/>
                  </a:lnTo>
                  <a:lnTo>
                    <a:pt x="138" y="1146"/>
                  </a:lnTo>
                  <a:close/>
                  <a:moveTo>
                    <a:pt x="217" y="1166"/>
                  </a:moveTo>
                  <a:lnTo>
                    <a:pt x="257" y="1186"/>
                  </a:lnTo>
                  <a:lnTo>
                    <a:pt x="296" y="1205"/>
                  </a:lnTo>
                  <a:lnTo>
                    <a:pt x="336" y="1205"/>
                  </a:lnTo>
                  <a:lnTo>
                    <a:pt x="316" y="1225"/>
                  </a:lnTo>
                  <a:lnTo>
                    <a:pt x="296" y="1225"/>
                  </a:lnTo>
                  <a:lnTo>
                    <a:pt x="277" y="1205"/>
                  </a:lnTo>
                  <a:lnTo>
                    <a:pt x="257" y="1205"/>
                  </a:lnTo>
                  <a:lnTo>
                    <a:pt x="217" y="1186"/>
                  </a:lnTo>
                  <a:lnTo>
                    <a:pt x="198" y="1166"/>
                  </a:lnTo>
                  <a:close/>
                  <a:moveTo>
                    <a:pt x="119" y="1699"/>
                  </a:moveTo>
                  <a:lnTo>
                    <a:pt x="119" y="1719"/>
                  </a:lnTo>
                  <a:lnTo>
                    <a:pt x="138" y="1719"/>
                  </a:lnTo>
                  <a:lnTo>
                    <a:pt x="138" y="1699"/>
                  </a:lnTo>
                  <a:close/>
                  <a:moveTo>
                    <a:pt x="119" y="1857"/>
                  </a:moveTo>
                  <a:lnTo>
                    <a:pt x="119" y="1877"/>
                  </a:lnTo>
                  <a:lnTo>
                    <a:pt x="178" y="1897"/>
                  </a:lnTo>
                  <a:lnTo>
                    <a:pt x="138" y="1877"/>
                  </a:lnTo>
                  <a:lnTo>
                    <a:pt x="138" y="1857"/>
                  </a:lnTo>
                  <a:close/>
                  <a:moveTo>
                    <a:pt x="79" y="1936"/>
                  </a:moveTo>
                  <a:lnTo>
                    <a:pt x="99" y="1956"/>
                  </a:lnTo>
                  <a:lnTo>
                    <a:pt x="119" y="1936"/>
                  </a:lnTo>
                  <a:close/>
                  <a:moveTo>
                    <a:pt x="277" y="2272"/>
                  </a:moveTo>
                  <a:lnTo>
                    <a:pt x="277" y="2292"/>
                  </a:lnTo>
                  <a:lnTo>
                    <a:pt x="316" y="2292"/>
                  </a:lnTo>
                  <a:lnTo>
                    <a:pt x="277" y="2272"/>
                  </a:lnTo>
                  <a:close/>
                  <a:moveTo>
                    <a:pt x="1245" y="2529"/>
                  </a:moveTo>
                  <a:lnTo>
                    <a:pt x="1264" y="2549"/>
                  </a:lnTo>
                  <a:lnTo>
                    <a:pt x="1284" y="2549"/>
                  </a:lnTo>
                  <a:lnTo>
                    <a:pt x="1245" y="2529"/>
                  </a:lnTo>
                  <a:close/>
                  <a:moveTo>
                    <a:pt x="40" y="2647"/>
                  </a:moveTo>
                  <a:lnTo>
                    <a:pt x="99" y="2667"/>
                  </a:lnTo>
                  <a:lnTo>
                    <a:pt x="107" y="2664"/>
                  </a:lnTo>
                  <a:lnTo>
                    <a:pt x="107" y="2664"/>
                  </a:lnTo>
                  <a:lnTo>
                    <a:pt x="40" y="2647"/>
                  </a:lnTo>
                  <a:close/>
                  <a:moveTo>
                    <a:pt x="119" y="2726"/>
                  </a:moveTo>
                  <a:lnTo>
                    <a:pt x="137" y="2728"/>
                  </a:lnTo>
                  <a:lnTo>
                    <a:pt x="137" y="2728"/>
                  </a:lnTo>
                  <a:lnTo>
                    <a:pt x="138" y="2726"/>
                  </a:lnTo>
                  <a:close/>
                  <a:moveTo>
                    <a:pt x="810" y="2786"/>
                  </a:moveTo>
                  <a:lnTo>
                    <a:pt x="830" y="2805"/>
                  </a:lnTo>
                  <a:lnTo>
                    <a:pt x="830" y="2786"/>
                  </a:lnTo>
                  <a:close/>
                  <a:moveTo>
                    <a:pt x="1136" y="2805"/>
                  </a:moveTo>
                  <a:lnTo>
                    <a:pt x="1146" y="2809"/>
                  </a:lnTo>
                  <a:lnTo>
                    <a:pt x="1146" y="2809"/>
                  </a:lnTo>
                  <a:lnTo>
                    <a:pt x="1146" y="2805"/>
                  </a:lnTo>
                  <a:close/>
                  <a:moveTo>
                    <a:pt x="237" y="2805"/>
                  </a:moveTo>
                  <a:lnTo>
                    <a:pt x="237" y="2825"/>
                  </a:lnTo>
                  <a:lnTo>
                    <a:pt x="257" y="2825"/>
                  </a:lnTo>
                  <a:lnTo>
                    <a:pt x="237" y="2805"/>
                  </a:lnTo>
                  <a:close/>
                  <a:moveTo>
                    <a:pt x="1146" y="2809"/>
                  </a:moveTo>
                  <a:lnTo>
                    <a:pt x="1146" y="2825"/>
                  </a:lnTo>
                  <a:lnTo>
                    <a:pt x="1126" y="2825"/>
                  </a:lnTo>
                  <a:lnTo>
                    <a:pt x="1166" y="2845"/>
                  </a:lnTo>
                  <a:lnTo>
                    <a:pt x="1185" y="2825"/>
                  </a:lnTo>
                  <a:lnTo>
                    <a:pt x="1146" y="2809"/>
                  </a:lnTo>
                  <a:close/>
                  <a:moveTo>
                    <a:pt x="929" y="2805"/>
                  </a:moveTo>
                  <a:lnTo>
                    <a:pt x="948" y="2825"/>
                  </a:lnTo>
                  <a:lnTo>
                    <a:pt x="929" y="2825"/>
                  </a:lnTo>
                  <a:lnTo>
                    <a:pt x="1027" y="2845"/>
                  </a:lnTo>
                  <a:lnTo>
                    <a:pt x="1146" y="2884"/>
                  </a:lnTo>
                  <a:lnTo>
                    <a:pt x="1126" y="2865"/>
                  </a:lnTo>
                  <a:lnTo>
                    <a:pt x="1067" y="2845"/>
                  </a:lnTo>
                  <a:lnTo>
                    <a:pt x="929" y="2805"/>
                  </a:lnTo>
                  <a:close/>
                  <a:moveTo>
                    <a:pt x="257" y="2884"/>
                  </a:moveTo>
                  <a:lnTo>
                    <a:pt x="316" y="2904"/>
                  </a:lnTo>
                  <a:lnTo>
                    <a:pt x="336" y="2904"/>
                  </a:lnTo>
                  <a:lnTo>
                    <a:pt x="296" y="2884"/>
                  </a:lnTo>
                  <a:close/>
                  <a:moveTo>
                    <a:pt x="1077" y="3062"/>
                  </a:moveTo>
                  <a:lnTo>
                    <a:pt x="1087" y="3082"/>
                  </a:lnTo>
                  <a:lnTo>
                    <a:pt x="1087" y="3062"/>
                  </a:lnTo>
                  <a:close/>
                  <a:moveTo>
                    <a:pt x="948" y="3082"/>
                  </a:moveTo>
                  <a:lnTo>
                    <a:pt x="929" y="3102"/>
                  </a:lnTo>
                  <a:lnTo>
                    <a:pt x="948" y="3102"/>
                  </a:lnTo>
                  <a:lnTo>
                    <a:pt x="948" y="3082"/>
                  </a:lnTo>
                  <a:close/>
                  <a:moveTo>
                    <a:pt x="1106" y="1"/>
                  </a:moveTo>
                  <a:lnTo>
                    <a:pt x="1087" y="20"/>
                  </a:lnTo>
                  <a:lnTo>
                    <a:pt x="1106" y="40"/>
                  </a:lnTo>
                  <a:lnTo>
                    <a:pt x="1047" y="40"/>
                  </a:lnTo>
                  <a:lnTo>
                    <a:pt x="1087" y="60"/>
                  </a:lnTo>
                  <a:lnTo>
                    <a:pt x="1027" y="40"/>
                  </a:lnTo>
                  <a:lnTo>
                    <a:pt x="948" y="20"/>
                  </a:lnTo>
                  <a:lnTo>
                    <a:pt x="929" y="20"/>
                  </a:lnTo>
                  <a:lnTo>
                    <a:pt x="948" y="40"/>
                  </a:lnTo>
                  <a:lnTo>
                    <a:pt x="948" y="60"/>
                  </a:lnTo>
                  <a:lnTo>
                    <a:pt x="929" y="60"/>
                  </a:lnTo>
                  <a:lnTo>
                    <a:pt x="889" y="40"/>
                  </a:lnTo>
                  <a:lnTo>
                    <a:pt x="889" y="60"/>
                  </a:lnTo>
                  <a:lnTo>
                    <a:pt x="869" y="40"/>
                  </a:lnTo>
                  <a:lnTo>
                    <a:pt x="810" y="40"/>
                  </a:lnTo>
                  <a:lnTo>
                    <a:pt x="909" y="80"/>
                  </a:lnTo>
                  <a:lnTo>
                    <a:pt x="889" y="80"/>
                  </a:lnTo>
                  <a:lnTo>
                    <a:pt x="968" y="99"/>
                  </a:lnTo>
                  <a:lnTo>
                    <a:pt x="1008" y="139"/>
                  </a:lnTo>
                  <a:lnTo>
                    <a:pt x="1008" y="139"/>
                  </a:lnTo>
                  <a:lnTo>
                    <a:pt x="948" y="99"/>
                  </a:lnTo>
                  <a:lnTo>
                    <a:pt x="909" y="99"/>
                  </a:lnTo>
                  <a:lnTo>
                    <a:pt x="830" y="60"/>
                  </a:lnTo>
                  <a:lnTo>
                    <a:pt x="810" y="60"/>
                  </a:lnTo>
                  <a:lnTo>
                    <a:pt x="731" y="40"/>
                  </a:lnTo>
                  <a:lnTo>
                    <a:pt x="790" y="60"/>
                  </a:lnTo>
                  <a:lnTo>
                    <a:pt x="790" y="80"/>
                  </a:lnTo>
                  <a:lnTo>
                    <a:pt x="770" y="80"/>
                  </a:lnTo>
                  <a:lnTo>
                    <a:pt x="751" y="60"/>
                  </a:lnTo>
                  <a:lnTo>
                    <a:pt x="691" y="40"/>
                  </a:lnTo>
                  <a:lnTo>
                    <a:pt x="691" y="60"/>
                  </a:lnTo>
                  <a:lnTo>
                    <a:pt x="731" y="99"/>
                  </a:lnTo>
                  <a:lnTo>
                    <a:pt x="731" y="119"/>
                  </a:lnTo>
                  <a:lnTo>
                    <a:pt x="711" y="99"/>
                  </a:lnTo>
                  <a:lnTo>
                    <a:pt x="672" y="99"/>
                  </a:lnTo>
                  <a:lnTo>
                    <a:pt x="691" y="119"/>
                  </a:lnTo>
                  <a:lnTo>
                    <a:pt x="691" y="119"/>
                  </a:lnTo>
                  <a:lnTo>
                    <a:pt x="632" y="99"/>
                  </a:lnTo>
                  <a:lnTo>
                    <a:pt x="573" y="99"/>
                  </a:lnTo>
                  <a:lnTo>
                    <a:pt x="612" y="119"/>
                  </a:lnTo>
                  <a:lnTo>
                    <a:pt x="612" y="139"/>
                  </a:lnTo>
                  <a:lnTo>
                    <a:pt x="652" y="159"/>
                  </a:lnTo>
                  <a:lnTo>
                    <a:pt x="593" y="139"/>
                  </a:lnTo>
                  <a:lnTo>
                    <a:pt x="593" y="139"/>
                  </a:lnTo>
                  <a:lnTo>
                    <a:pt x="691" y="198"/>
                  </a:lnTo>
                  <a:lnTo>
                    <a:pt x="751" y="218"/>
                  </a:lnTo>
                  <a:lnTo>
                    <a:pt x="770" y="238"/>
                  </a:lnTo>
                  <a:lnTo>
                    <a:pt x="770" y="238"/>
                  </a:lnTo>
                  <a:lnTo>
                    <a:pt x="711" y="218"/>
                  </a:lnTo>
                  <a:lnTo>
                    <a:pt x="652" y="198"/>
                  </a:lnTo>
                  <a:lnTo>
                    <a:pt x="593" y="178"/>
                  </a:lnTo>
                  <a:lnTo>
                    <a:pt x="553" y="178"/>
                  </a:lnTo>
                  <a:lnTo>
                    <a:pt x="553" y="198"/>
                  </a:lnTo>
                  <a:lnTo>
                    <a:pt x="514" y="178"/>
                  </a:lnTo>
                  <a:lnTo>
                    <a:pt x="469" y="163"/>
                  </a:lnTo>
                  <a:lnTo>
                    <a:pt x="469" y="163"/>
                  </a:lnTo>
                  <a:lnTo>
                    <a:pt x="454" y="178"/>
                  </a:lnTo>
                  <a:lnTo>
                    <a:pt x="395" y="178"/>
                  </a:lnTo>
                  <a:lnTo>
                    <a:pt x="454" y="218"/>
                  </a:lnTo>
                  <a:lnTo>
                    <a:pt x="435" y="218"/>
                  </a:lnTo>
                  <a:lnTo>
                    <a:pt x="375" y="198"/>
                  </a:lnTo>
                  <a:lnTo>
                    <a:pt x="395" y="218"/>
                  </a:lnTo>
                  <a:lnTo>
                    <a:pt x="375" y="238"/>
                  </a:lnTo>
                  <a:lnTo>
                    <a:pt x="336" y="238"/>
                  </a:lnTo>
                  <a:lnTo>
                    <a:pt x="375" y="257"/>
                  </a:lnTo>
                  <a:lnTo>
                    <a:pt x="435" y="277"/>
                  </a:lnTo>
                  <a:lnTo>
                    <a:pt x="336" y="277"/>
                  </a:lnTo>
                  <a:lnTo>
                    <a:pt x="395" y="317"/>
                  </a:lnTo>
                  <a:lnTo>
                    <a:pt x="494" y="336"/>
                  </a:lnTo>
                  <a:lnTo>
                    <a:pt x="435" y="336"/>
                  </a:lnTo>
                  <a:lnTo>
                    <a:pt x="356" y="317"/>
                  </a:lnTo>
                  <a:lnTo>
                    <a:pt x="257" y="297"/>
                  </a:lnTo>
                  <a:lnTo>
                    <a:pt x="257" y="317"/>
                  </a:lnTo>
                  <a:lnTo>
                    <a:pt x="237" y="317"/>
                  </a:lnTo>
                  <a:lnTo>
                    <a:pt x="296" y="336"/>
                  </a:lnTo>
                  <a:lnTo>
                    <a:pt x="356" y="356"/>
                  </a:lnTo>
                  <a:lnTo>
                    <a:pt x="277" y="317"/>
                  </a:lnTo>
                  <a:lnTo>
                    <a:pt x="316" y="317"/>
                  </a:lnTo>
                  <a:lnTo>
                    <a:pt x="375" y="336"/>
                  </a:lnTo>
                  <a:lnTo>
                    <a:pt x="395" y="356"/>
                  </a:lnTo>
                  <a:lnTo>
                    <a:pt x="435" y="376"/>
                  </a:lnTo>
                  <a:lnTo>
                    <a:pt x="514" y="435"/>
                  </a:lnTo>
                  <a:lnTo>
                    <a:pt x="454" y="435"/>
                  </a:lnTo>
                  <a:lnTo>
                    <a:pt x="415" y="415"/>
                  </a:lnTo>
                  <a:lnTo>
                    <a:pt x="356" y="396"/>
                  </a:lnTo>
                  <a:lnTo>
                    <a:pt x="375" y="415"/>
                  </a:lnTo>
                  <a:lnTo>
                    <a:pt x="336" y="415"/>
                  </a:lnTo>
                  <a:lnTo>
                    <a:pt x="375" y="435"/>
                  </a:lnTo>
                  <a:lnTo>
                    <a:pt x="395" y="455"/>
                  </a:lnTo>
                  <a:lnTo>
                    <a:pt x="375" y="455"/>
                  </a:lnTo>
                  <a:lnTo>
                    <a:pt x="296" y="435"/>
                  </a:lnTo>
                  <a:lnTo>
                    <a:pt x="277" y="455"/>
                  </a:lnTo>
                  <a:lnTo>
                    <a:pt x="237" y="475"/>
                  </a:lnTo>
                  <a:lnTo>
                    <a:pt x="217" y="475"/>
                  </a:lnTo>
                  <a:lnTo>
                    <a:pt x="217" y="514"/>
                  </a:lnTo>
                  <a:lnTo>
                    <a:pt x="296" y="514"/>
                  </a:lnTo>
                  <a:lnTo>
                    <a:pt x="356" y="534"/>
                  </a:lnTo>
                  <a:lnTo>
                    <a:pt x="454" y="573"/>
                  </a:lnTo>
                  <a:lnTo>
                    <a:pt x="395" y="573"/>
                  </a:lnTo>
                  <a:lnTo>
                    <a:pt x="415" y="593"/>
                  </a:lnTo>
                  <a:lnTo>
                    <a:pt x="454" y="593"/>
                  </a:lnTo>
                  <a:lnTo>
                    <a:pt x="474" y="613"/>
                  </a:lnTo>
                  <a:lnTo>
                    <a:pt x="435" y="613"/>
                  </a:lnTo>
                  <a:lnTo>
                    <a:pt x="395" y="593"/>
                  </a:lnTo>
                  <a:lnTo>
                    <a:pt x="395" y="613"/>
                  </a:lnTo>
                  <a:lnTo>
                    <a:pt x="336" y="593"/>
                  </a:lnTo>
                  <a:lnTo>
                    <a:pt x="277" y="573"/>
                  </a:lnTo>
                  <a:lnTo>
                    <a:pt x="237" y="554"/>
                  </a:lnTo>
                  <a:lnTo>
                    <a:pt x="237" y="573"/>
                  </a:lnTo>
                  <a:lnTo>
                    <a:pt x="158" y="554"/>
                  </a:lnTo>
                  <a:lnTo>
                    <a:pt x="158" y="573"/>
                  </a:lnTo>
                  <a:lnTo>
                    <a:pt x="138" y="573"/>
                  </a:lnTo>
                  <a:lnTo>
                    <a:pt x="217" y="593"/>
                  </a:lnTo>
                  <a:lnTo>
                    <a:pt x="158" y="613"/>
                  </a:lnTo>
                  <a:lnTo>
                    <a:pt x="119" y="633"/>
                  </a:lnTo>
                  <a:lnTo>
                    <a:pt x="178" y="633"/>
                  </a:lnTo>
                  <a:lnTo>
                    <a:pt x="198" y="652"/>
                  </a:lnTo>
                  <a:lnTo>
                    <a:pt x="119" y="652"/>
                  </a:lnTo>
                  <a:lnTo>
                    <a:pt x="119" y="672"/>
                  </a:lnTo>
                  <a:lnTo>
                    <a:pt x="158" y="712"/>
                  </a:lnTo>
                  <a:lnTo>
                    <a:pt x="237" y="731"/>
                  </a:lnTo>
                  <a:lnTo>
                    <a:pt x="237" y="751"/>
                  </a:lnTo>
                  <a:lnTo>
                    <a:pt x="198" y="731"/>
                  </a:lnTo>
                  <a:lnTo>
                    <a:pt x="257" y="771"/>
                  </a:lnTo>
                  <a:lnTo>
                    <a:pt x="277" y="791"/>
                  </a:lnTo>
                  <a:lnTo>
                    <a:pt x="257" y="791"/>
                  </a:lnTo>
                  <a:lnTo>
                    <a:pt x="198" y="751"/>
                  </a:lnTo>
                  <a:lnTo>
                    <a:pt x="158" y="751"/>
                  </a:lnTo>
                  <a:lnTo>
                    <a:pt x="158" y="771"/>
                  </a:lnTo>
                  <a:lnTo>
                    <a:pt x="138" y="771"/>
                  </a:lnTo>
                  <a:lnTo>
                    <a:pt x="316" y="889"/>
                  </a:lnTo>
                  <a:lnTo>
                    <a:pt x="435" y="909"/>
                  </a:lnTo>
                  <a:lnTo>
                    <a:pt x="533" y="968"/>
                  </a:lnTo>
                  <a:lnTo>
                    <a:pt x="454" y="968"/>
                  </a:lnTo>
                  <a:lnTo>
                    <a:pt x="375" y="949"/>
                  </a:lnTo>
                  <a:lnTo>
                    <a:pt x="336" y="949"/>
                  </a:lnTo>
                  <a:lnTo>
                    <a:pt x="316" y="929"/>
                  </a:lnTo>
                  <a:lnTo>
                    <a:pt x="375" y="929"/>
                  </a:lnTo>
                  <a:lnTo>
                    <a:pt x="237" y="909"/>
                  </a:lnTo>
                  <a:lnTo>
                    <a:pt x="198" y="870"/>
                  </a:lnTo>
                  <a:lnTo>
                    <a:pt x="158" y="870"/>
                  </a:lnTo>
                  <a:lnTo>
                    <a:pt x="59" y="850"/>
                  </a:lnTo>
                  <a:lnTo>
                    <a:pt x="59" y="850"/>
                  </a:lnTo>
                  <a:lnTo>
                    <a:pt x="79" y="870"/>
                  </a:lnTo>
                  <a:lnTo>
                    <a:pt x="99" y="889"/>
                  </a:lnTo>
                  <a:lnTo>
                    <a:pt x="59" y="870"/>
                  </a:lnTo>
                  <a:lnTo>
                    <a:pt x="59" y="870"/>
                  </a:lnTo>
                  <a:lnTo>
                    <a:pt x="79" y="889"/>
                  </a:lnTo>
                  <a:lnTo>
                    <a:pt x="99" y="909"/>
                  </a:lnTo>
                  <a:lnTo>
                    <a:pt x="59" y="929"/>
                  </a:lnTo>
                  <a:lnTo>
                    <a:pt x="99" y="929"/>
                  </a:lnTo>
                  <a:lnTo>
                    <a:pt x="138" y="949"/>
                  </a:lnTo>
                  <a:lnTo>
                    <a:pt x="59" y="949"/>
                  </a:lnTo>
                  <a:lnTo>
                    <a:pt x="99" y="968"/>
                  </a:lnTo>
                  <a:lnTo>
                    <a:pt x="99" y="988"/>
                  </a:lnTo>
                  <a:lnTo>
                    <a:pt x="178" y="1008"/>
                  </a:lnTo>
                  <a:lnTo>
                    <a:pt x="277" y="1028"/>
                  </a:lnTo>
                  <a:lnTo>
                    <a:pt x="296" y="1047"/>
                  </a:lnTo>
                  <a:lnTo>
                    <a:pt x="296" y="1067"/>
                  </a:lnTo>
                  <a:lnTo>
                    <a:pt x="257" y="1067"/>
                  </a:lnTo>
                  <a:lnTo>
                    <a:pt x="237" y="1047"/>
                  </a:lnTo>
                  <a:lnTo>
                    <a:pt x="257" y="1087"/>
                  </a:lnTo>
                  <a:lnTo>
                    <a:pt x="257" y="1087"/>
                  </a:lnTo>
                  <a:lnTo>
                    <a:pt x="198" y="1067"/>
                  </a:lnTo>
                  <a:lnTo>
                    <a:pt x="198" y="1047"/>
                  </a:lnTo>
                  <a:lnTo>
                    <a:pt x="178" y="1047"/>
                  </a:lnTo>
                  <a:lnTo>
                    <a:pt x="178" y="1067"/>
                  </a:lnTo>
                  <a:lnTo>
                    <a:pt x="237" y="1107"/>
                  </a:lnTo>
                  <a:lnTo>
                    <a:pt x="217" y="1126"/>
                  </a:lnTo>
                  <a:lnTo>
                    <a:pt x="119" y="1107"/>
                  </a:lnTo>
                  <a:lnTo>
                    <a:pt x="79" y="1126"/>
                  </a:lnTo>
                  <a:lnTo>
                    <a:pt x="79" y="1146"/>
                  </a:lnTo>
                  <a:lnTo>
                    <a:pt x="40" y="1146"/>
                  </a:lnTo>
                  <a:lnTo>
                    <a:pt x="119" y="1166"/>
                  </a:lnTo>
                  <a:lnTo>
                    <a:pt x="158" y="1166"/>
                  </a:lnTo>
                  <a:lnTo>
                    <a:pt x="217" y="1225"/>
                  </a:lnTo>
                  <a:lnTo>
                    <a:pt x="277" y="1284"/>
                  </a:lnTo>
                  <a:lnTo>
                    <a:pt x="217" y="1265"/>
                  </a:lnTo>
                  <a:lnTo>
                    <a:pt x="158" y="1225"/>
                  </a:lnTo>
                  <a:lnTo>
                    <a:pt x="119" y="1205"/>
                  </a:lnTo>
                  <a:lnTo>
                    <a:pt x="40" y="1186"/>
                  </a:lnTo>
                  <a:lnTo>
                    <a:pt x="79" y="1205"/>
                  </a:lnTo>
                  <a:lnTo>
                    <a:pt x="99" y="1225"/>
                  </a:lnTo>
                  <a:lnTo>
                    <a:pt x="59" y="1225"/>
                  </a:lnTo>
                  <a:lnTo>
                    <a:pt x="79" y="1265"/>
                  </a:lnTo>
                  <a:lnTo>
                    <a:pt x="119" y="1265"/>
                  </a:lnTo>
                  <a:lnTo>
                    <a:pt x="138" y="1284"/>
                  </a:lnTo>
                  <a:lnTo>
                    <a:pt x="119" y="1304"/>
                  </a:lnTo>
                  <a:lnTo>
                    <a:pt x="119" y="1324"/>
                  </a:lnTo>
                  <a:lnTo>
                    <a:pt x="119" y="1344"/>
                  </a:lnTo>
                  <a:lnTo>
                    <a:pt x="119" y="1363"/>
                  </a:lnTo>
                  <a:lnTo>
                    <a:pt x="158" y="1363"/>
                  </a:lnTo>
                  <a:lnTo>
                    <a:pt x="138" y="1344"/>
                  </a:lnTo>
                  <a:lnTo>
                    <a:pt x="217" y="1344"/>
                  </a:lnTo>
                  <a:lnTo>
                    <a:pt x="237" y="1363"/>
                  </a:lnTo>
                  <a:lnTo>
                    <a:pt x="257" y="1383"/>
                  </a:lnTo>
                  <a:lnTo>
                    <a:pt x="277" y="1403"/>
                  </a:lnTo>
                  <a:lnTo>
                    <a:pt x="277" y="1423"/>
                  </a:lnTo>
                  <a:lnTo>
                    <a:pt x="296" y="1423"/>
                  </a:lnTo>
                  <a:lnTo>
                    <a:pt x="336" y="1442"/>
                  </a:lnTo>
                  <a:lnTo>
                    <a:pt x="316" y="1462"/>
                  </a:lnTo>
                  <a:lnTo>
                    <a:pt x="296" y="1462"/>
                  </a:lnTo>
                  <a:lnTo>
                    <a:pt x="257" y="1442"/>
                  </a:lnTo>
                  <a:lnTo>
                    <a:pt x="198" y="1423"/>
                  </a:lnTo>
                  <a:lnTo>
                    <a:pt x="178" y="1403"/>
                  </a:lnTo>
                  <a:lnTo>
                    <a:pt x="138" y="1383"/>
                  </a:lnTo>
                  <a:lnTo>
                    <a:pt x="40" y="1363"/>
                  </a:lnTo>
                  <a:lnTo>
                    <a:pt x="40" y="1363"/>
                  </a:lnTo>
                  <a:lnTo>
                    <a:pt x="59" y="1383"/>
                  </a:lnTo>
                  <a:lnTo>
                    <a:pt x="20" y="1383"/>
                  </a:lnTo>
                  <a:lnTo>
                    <a:pt x="59" y="1403"/>
                  </a:lnTo>
                  <a:lnTo>
                    <a:pt x="158" y="1423"/>
                  </a:lnTo>
                  <a:lnTo>
                    <a:pt x="138" y="1403"/>
                  </a:lnTo>
                  <a:lnTo>
                    <a:pt x="158" y="1403"/>
                  </a:lnTo>
                  <a:lnTo>
                    <a:pt x="217" y="1442"/>
                  </a:lnTo>
                  <a:lnTo>
                    <a:pt x="257" y="1462"/>
                  </a:lnTo>
                  <a:lnTo>
                    <a:pt x="237" y="1462"/>
                  </a:lnTo>
                  <a:lnTo>
                    <a:pt x="237" y="1482"/>
                  </a:lnTo>
                  <a:lnTo>
                    <a:pt x="198" y="1462"/>
                  </a:lnTo>
                  <a:lnTo>
                    <a:pt x="119" y="1442"/>
                  </a:lnTo>
                  <a:lnTo>
                    <a:pt x="158" y="1462"/>
                  </a:lnTo>
                  <a:lnTo>
                    <a:pt x="158" y="1462"/>
                  </a:lnTo>
                  <a:lnTo>
                    <a:pt x="178" y="1482"/>
                  </a:lnTo>
                  <a:lnTo>
                    <a:pt x="198" y="1482"/>
                  </a:lnTo>
                  <a:lnTo>
                    <a:pt x="198" y="1502"/>
                  </a:lnTo>
                  <a:lnTo>
                    <a:pt x="158" y="1482"/>
                  </a:lnTo>
                  <a:lnTo>
                    <a:pt x="158" y="1482"/>
                  </a:lnTo>
                  <a:lnTo>
                    <a:pt x="178" y="1502"/>
                  </a:lnTo>
                  <a:lnTo>
                    <a:pt x="217" y="1521"/>
                  </a:lnTo>
                  <a:lnTo>
                    <a:pt x="277" y="1541"/>
                  </a:lnTo>
                  <a:lnTo>
                    <a:pt x="336" y="1561"/>
                  </a:lnTo>
                  <a:lnTo>
                    <a:pt x="336" y="1581"/>
                  </a:lnTo>
                  <a:lnTo>
                    <a:pt x="336" y="1600"/>
                  </a:lnTo>
                  <a:lnTo>
                    <a:pt x="277" y="1600"/>
                  </a:lnTo>
                  <a:lnTo>
                    <a:pt x="336" y="1620"/>
                  </a:lnTo>
                  <a:lnTo>
                    <a:pt x="257" y="1620"/>
                  </a:lnTo>
                  <a:lnTo>
                    <a:pt x="257" y="1600"/>
                  </a:lnTo>
                  <a:lnTo>
                    <a:pt x="237" y="1581"/>
                  </a:lnTo>
                  <a:lnTo>
                    <a:pt x="178" y="1561"/>
                  </a:lnTo>
                  <a:lnTo>
                    <a:pt x="138" y="1561"/>
                  </a:lnTo>
                  <a:lnTo>
                    <a:pt x="217" y="1600"/>
                  </a:lnTo>
                  <a:lnTo>
                    <a:pt x="198" y="1600"/>
                  </a:lnTo>
                  <a:lnTo>
                    <a:pt x="138" y="1581"/>
                  </a:lnTo>
                  <a:lnTo>
                    <a:pt x="178" y="1600"/>
                  </a:lnTo>
                  <a:lnTo>
                    <a:pt x="198" y="1620"/>
                  </a:lnTo>
                  <a:lnTo>
                    <a:pt x="79" y="1600"/>
                  </a:lnTo>
                  <a:lnTo>
                    <a:pt x="119" y="1620"/>
                  </a:lnTo>
                  <a:lnTo>
                    <a:pt x="138" y="1620"/>
                  </a:lnTo>
                  <a:lnTo>
                    <a:pt x="138" y="1640"/>
                  </a:lnTo>
                  <a:lnTo>
                    <a:pt x="119" y="1660"/>
                  </a:lnTo>
                  <a:lnTo>
                    <a:pt x="119" y="1679"/>
                  </a:lnTo>
                  <a:lnTo>
                    <a:pt x="158" y="1679"/>
                  </a:lnTo>
                  <a:lnTo>
                    <a:pt x="138" y="1660"/>
                  </a:lnTo>
                  <a:lnTo>
                    <a:pt x="198" y="1660"/>
                  </a:lnTo>
                  <a:lnTo>
                    <a:pt x="217" y="1679"/>
                  </a:lnTo>
                  <a:lnTo>
                    <a:pt x="217" y="1699"/>
                  </a:lnTo>
                  <a:lnTo>
                    <a:pt x="217" y="1739"/>
                  </a:lnTo>
                  <a:lnTo>
                    <a:pt x="257" y="1758"/>
                  </a:lnTo>
                  <a:lnTo>
                    <a:pt x="198" y="1758"/>
                  </a:lnTo>
                  <a:lnTo>
                    <a:pt x="138" y="1739"/>
                  </a:lnTo>
                  <a:lnTo>
                    <a:pt x="158" y="1758"/>
                  </a:lnTo>
                  <a:lnTo>
                    <a:pt x="20" y="1758"/>
                  </a:lnTo>
                  <a:lnTo>
                    <a:pt x="20" y="1778"/>
                  </a:lnTo>
                  <a:lnTo>
                    <a:pt x="99" y="1778"/>
                  </a:lnTo>
                  <a:lnTo>
                    <a:pt x="119" y="1798"/>
                  </a:lnTo>
                  <a:lnTo>
                    <a:pt x="99" y="1798"/>
                  </a:lnTo>
                  <a:lnTo>
                    <a:pt x="138" y="1818"/>
                  </a:lnTo>
                  <a:lnTo>
                    <a:pt x="40" y="1818"/>
                  </a:lnTo>
                  <a:lnTo>
                    <a:pt x="79" y="1837"/>
                  </a:lnTo>
                  <a:lnTo>
                    <a:pt x="99" y="1837"/>
                  </a:lnTo>
                  <a:lnTo>
                    <a:pt x="158" y="1857"/>
                  </a:lnTo>
                  <a:lnTo>
                    <a:pt x="198" y="1877"/>
                  </a:lnTo>
                  <a:lnTo>
                    <a:pt x="178" y="1877"/>
                  </a:lnTo>
                  <a:lnTo>
                    <a:pt x="178" y="1897"/>
                  </a:lnTo>
                  <a:lnTo>
                    <a:pt x="217" y="1897"/>
                  </a:lnTo>
                  <a:lnTo>
                    <a:pt x="257" y="1916"/>
                  </a:lnTo>
                  <a:lnTo>
                    <a:pt x="237" y="1936"/>
                  </a:lnTo>
                  <a:lnTo>
                    <a:pt x="158" y="1916"/>
                  </a:lnTo>
                  <a:lnTo>
                    <a:pt x="158" y="1916"/>
                  </a:lnTo>
                  <a:lnTo>
                    <a:pt x="217" y="1956"/>
                  </a:lnTo>
                  <a:lnTo>
                    <a:pt x="237" y="1976"/>
                  </a:lnTo>
                  <a:lnTo>
                    <a:pt x="277" y="1976"/>
                  </a:lnTo>
                  <a:lnTo>
                    <a:pt x="316" y="1995"/>
                  </a:lnTo>
                  <a:lnTo>
                    <a:pt x="237" y="1995"/>
                  </a:lnTo>
                  <a:lnTo>
                    <a:pt x="237" y="1976"/>
                  </a:lnTo>
                  <a:lnTo>
                    <a:pt x="138" y="1976"/>
                  </a:lnTo>
                  <a:lnTo>
                    <a:pt x="99" y="1956"/>
                  </a:lnTo>
                  <a:lnTo>
                    <a:pt x="99" y="1956"/>
                  </a:lnTo>
                  <a:lnTo>
                    <a:pt x="119" y="1976"/>
                  </a:lnTo>
                  <a:lnTo>
                    <a:pt x="79" y="1976"/>
                  </a:lnTo>
                  <a:lnTo>
                    <a:pt x="79" y="1995"/>
                  </a:lnTo>
                  <a:lnTo>
                    <a:pt x="138" y="1995"/>
                  </a:lnTo>
                  <a:lnTo>
                    <a:pt x="198" y="2015"/>
                  </a:lnTo>
                  <a:lnTo>
                    <a:pt x="99" y="2015"/>
                  </a:lnTo>
                  <a:lnTo>
                    <a:pt x="119" y="2035"/>
                  </a:lnTo>
                  <a:lnTo>
                    <a:pt x="138" y="2035"/>
                  </a:lnTo>
                  <a:lnTo>
                    <a:pt x="217" y="2074"/>
                  </a:lnTo>
                  <a:lnTo>
                    <a:pt x="316" y="2074"/>
                  </a:lnTo>
                  <a:lnTo>
                    <a:pt x="375" y="2094"/>
                  </a:lnTo>
                  <a:lnTo>
                    <a:pt x="395" y="2114"/>
                  </a:lnTo>
                  <a:lnTo>
                    <a:pt x="356" y="2114"/>
                  </a:lnTo>
                  <a:lnTo>
                    <a:pt x="336" y="2094"/>
                  </a:lnTo>
                  <a:lnTo>
                    <a:pt x="316" y="2074"/>
                  </a:lnTo>
                  <a:lnTo>
                    <a:pt x="316" y="2094"/>
                  </a:lnTo>
                  <a:lnTo>
                    <a:pt x="356" y="2114"/>
                  </a:lnTo>
                  <a:lnTo>
                    <a:pt x="296" y="2114"/>
                  </a:lnTo>
                  <a:lnTo>
                    <a:pt x="158" y="2074"/>
                  </a:lnTo>
                  <a:lnTo>
                    <a:pt x="0" y="2035"/>
                  </a:lnTo>
                  <a:lnTo>
                    <a:pt x="20" y="2074"/>
                  </a:lnTo>
                  <a:lnTo>
                    <a:pt x="20" y="2094"/>
                  </a:lnTo>
                  <a:lnTo>
                    <a:pt x="0" y="2094"/>
                  </a:lnTo>
                  <a:lnTo>
                    <a:pt x="79" y="2134"/>
                  </a:lnTo>
                  <a:lnTo>
                    <a:pt x="198" y="2153"/>
                  </a:lnTo>
                  <a:lnTo>
                    <a:pt x="198" y="2173"/>
                  </a:lnTo>
                  <a:lnTo>
                    <a:pt x="178" y="2173"/>
                  </a:lnTo>
                  <a:lnTo>
                    <a:pt x="138" y="2153"/>
                  </a:lnTo>
                  <a:lnTo>
                    <a:pt x="138" y="2153"/>
                  </a:lnTo>
                  <a:lnTo>
                    <a:pt x="198" y="2193"/>
                  </a:lnTo>
                  <a:lnTo>
                    <a:pt x="198" y="2213"/>
                  </a:lnTo>
                  <a:lnTo>
                    <a:pt x="198" y="2232"/>
                  </a:lnTo>
                  <a:lnTo>
                    <a:pt x="257" y="2252"/>
                  </a:lnTo>
                  <a:lnTo>
                    <a:pt x="356" y="2252"/>
                  </a:lnTo>
                  <a:lnTo>
                    <a:pt x="356" y="2272"/>
                  </a:lnTo>
                  <a:lnTo>
                    <a:pt x="375" y="2272"/>
                  </a:lnTo>
                  <a:lnTo>
                    <a:pt x="415" y="2292"/>
                  </a:lnTo>
                  <a:lnTo>
                    <a:pt x="415" y="2312"/>
                  </a:lnTo>
                  <a:lnTo>
                    <a:pt x="356" y="2292"/>
                  </a:lnTo>
                  <a:lnTo>
                    <a:pt x="336" y="2312"/>
                  </a:lnTo>
                  <a:lnTo>
                    <a:pt x="356" y="2331"/>
                  </a:lnTo>
                  <a:lnTo>
                    <a:pt x="356" y="2331"/>
                  </a:lnTo>
                  <a:lnTo>
                    <a:pt x="296" y="2312"/>
                  </a:lnTo>
                  <a:lnTo>
                    <a:pt x="277" y="2292"/>
                  </a:lnTo>
                  <a:lnTo>
                    <a:pt x="257" y="2292"/>
                  </a:lnTo>
                  <a:lnTo>
                    <a:pt x="138" y="2272"/>
                  </a:lnTo>
                  <a:lnTo>
                    <a:pt x="178" y="2292"/>
                  </a:lnTo>
                  <a:lnTo>
                    <a:pt x="237" y="2292"/>
                  </a:lnTo>
                  <a:lnTo>
                    <a:pt x="257" y="2312"/>
                  </a:lnTo>
                  <a:lnTo>
                    <a:pt x="198" y="2312"/>
                  </a:lnTo>
                  <a:lnTo>
                    <a:pt x="178" y="2331"/>
                  </a:lnTo>
                  <a:lnTo>
                    <a:pt x="158" y="2351"/>
                  </a:lnTo>
                  <a:lnTo>
                    <a:pt x="59" y="2331"/>
                  </a:lnTo>
                  <a:lnTo>
                    <a:pt x="138" y="2371"/>
                  </a:lnTo>
                  <a:lnTo>
                    <a:pt x="178" y="2391"/>
                  </a:lnTo>
                  <a:lnTo>
                    <a:pt x="178" y="2410"/>
                  </a:lnTo>
                  <a:lnTo>
                    <a:pt x="217" y="2430"/>
                  </a:lnTo>
                  <a:lnTo>
                    <a:pt x="277" y="2450"/>
                  </a:lnTo>
                  <a:lnTo>
                    <a:pt x="296" y="2450"/>
                  </a:lnTo>
                  <a:lnTo>
                    <a:pt x="277" y="2410"/>
                  </a:lnTo>
                  <a:lnTo>
                    <a:pt x="257" y="2410"/>
                  </a:lnTo>
                  <a:lnTo>
                    <a:pt x="296" y="2391"/>
                  </a:lnTo>
                  <a:lnTo>
                    <a:pt x="178" y="2371"/>
                  </a:lnTo>
                  <a:lnTo>
                    <a:pt x="178" y="2351"/>
                  </a:lnTo>
                  <a:lnTo>
                    <a:pt x="217" y="2351"/>
                  </a:lnTo>
                  <a:lnTo>
                    <a:pt x="316" y="2391"/>
                  </a:lnTo>
                  <a:lnTo>
                    <a:pt x="356" y="2391"/>
                  </a:lnTo>
                  <a:lnTo>
                    <a:pt x="375" y="2410"/>
                  </a:lnTo>
                  <a:lnTo>
                    <a:pt x="415" y="2410"/>
                  </a:lnTo>
                  <a:lnTo>
                    <a:pt x="435" y="2391"/>
                  </a:lnTo>
                  <a:lnTo>
                    <a:pt x="514" y="2410"/>
                  </a:lnTo>
                  <a:lnTo>
                    <a:pt x="652" y="2470"/>
                  </a:lnTo>
                  <a:lnTo>
                    <a:pt x="652" y="2470"/>
                  </a:lnTo>
                  <a:lnTo>
                    <a:pt x="593" y="2450"/>
                  </a:lnTo>
                  <a:lnTo>
                    <a:pt x="593" y="2450"/>
                  </a:lnTo>
                  <a:lnTo>
                    <a:pt x="672" y="2489"/>
                  </a:lnTo>
                  <a:lnTo>
                    <a:pt x="553" y="2470"/>
                  </a:lnTo>
                  <a:lnTo>
                    <a:pt x="553" y="2489"/>
                  </a:lnTo>
                  <a:lnTo>
                    <a:pt x="553" y="2509"/>
                  </a:lnTo>
                  <a:lnTo>
                    <a:pt x="612" y="2509"/>
                  </a:lnTo>
                  <a:lnTo>
                    <a:pt x="593" y="2489"/>
                  </a:lnTo>
                  <a:lnTo>
                    <a:pt x="652" y="2509"/>
                  </a:lnTo>
                  <a:lnTo>
                    <a:pt x="632" y="2509"/>
                  </a:lnTo>
                  <a:lnTo>
                    <a:pt x="632" y="2529"/>
                  </a:lnTo>
                  <a:lnTo>
                    <a:pt x="672" y="2529"/>
                  </a:lnTo>
                  <a:lnTo>
                    <a:pt x="751" y="2568"/>
                  </a:lnTo>
                  <a:lnTo>
                    <a:pt x="632" y="2568"/>
                  </a:lnTo>
                  <a:lnTo>
                    <a:pt x="494" y="2529"/>
                  </a:lnTo>
                  <a:lnTo>
                    <a:pt x="514" y="2549"/>
                  </a:lnTo>
                  <a:lnTo>
                    <a:pt x="316" y="2489"/>
                  </a:lnTo>
                  <a:lnTo>
                    <a:pt x="277" y="2509"/>
                  </a:lnTo>
                  <a:lnTo>
                    <a:pt x="277" y="2529"/>
                  </a:lnTo>
                  <a:lnTo>
                    <a:pt x="138" y="2509"/>
                  </a:lnTo>
                  <a:lnTo>
                    <a:pt x="158" y="2529"/>
                  </a:lnTo>
                  <a:lnTo>
                    <a:pt x="138" y="2529"/>
                  </a:lnTo>
                  <a:lnTo>
                    <a:pt x="79" y="2549"/>
                  </a:lnTo>
                  <a:lnTo>
                    <a:pt x="178" y="2549"/>
                  </a:lnTo>
                  <a:lnTo>
                    <a:pt x="217" y="2568"/>
                  </a:lnTo>
                  <a:lnTo>
                    <a:pt x="198" y="2568"/>
                  </a:lnTo>
                  <a:lnTo>
                    <a:pt x="217" y="2588"/>
                  </a:lnTo>
                  <a:lnTo>
                    <a:pt x="237" y="2568"/>
                  </a:lnTo>
                  <a:lnTo>
                    <a:pt x="277" y="2568"/>
                  </a:lnTo>
                  <a:lnTo>
                    <a:pt x="316" y="2588"/>
                  </a:lnTo>
                  <a:lnTo>
                    <a:pt x="435" y="2588"/>
                  </a:lnTo>
                  <a:lnTo>
                    <a:pt x="435" y="2608"/>
                  </a:lnTo>
                  <a:lnTo>
                    <a:pt x="435" y="2628"/>
                  </a:lnTo>
                  <a:lnTo>
                    <a:pt x="277" y="2588"/>
                  </a:lnTo>
                  <a:lnTo>
                    <a:pt x="296" y="2608"/>
                  </a:lnTo>
                  <a:lnTo>
                    <a:pt x="257" y="2628"/>
                  </a:lnTo>
                  <a:lnTo>
                    <a:pt x="217" y="2608"/>
                  </a:lnTo>
                  <a:lnTo>
                    <a:pt x="138" y="2608"/>
                  </a:lnTo>
                  <a:lnTo>
                    <a:pt x="138" y="2588"/>
                  </a:lnTo>
                  <a:lnTo>
                    <a:pt x="99" y="2628"/>
                  </a:lnTo>
                  <a:lnTo>
                    <a:pt x="79" y="2608"/>
                  </a:lnTo>
                  <a:lnTo>
                    <a:pt x="59" y="2608"/>
                  </a:lnTo>
                  <a:lnTo>
                    <a:pt x="59" y="2628"/>
                  </a:lnTo>
                  <a:lnTo>
                    <a:pt x="158" y="2647"/>
                  </a:lnTo>
                  <a:lnTo>
                    <a:pt x="107" y="2664"/>
                  </a:lnTo>
                  <a:lnTo>
                    <a:pt x="107" y="2664"/>
                  </a:lnTo>
                  <a:lnTo>
                    <a:pt x="119" y="2667"/>
                  </a:lnTo>
                  <a:lnTo>
                    <a:pt x="119" y="2687"/>
                  </a:lnTo>
                  <a:lnTo>
                    <a:pt x="158" y="2707"/>
                  </a:lnTo>
                  <a:lnTo>
                    <a:pt x="217" y="2726"/>
                  </a:lnTo>
                  <a:lnTo>
                    <a:pt x="257" y="2726"/>
                  </a:lnTo>
                  <a:lnTo>
                    <a:pt x="292" y="2744"/>
                  </a:lnTo>
                  <a:lnTo>
                    <a:pt x="292" y="2744"/>
                  </a:lnTo>
                  <a:lnTo>
                    <a:pt x="137" y="2728"/>
                  </a:lnTo>
                  <a:lnTo>
                    <a:pt x="137" y="2728"/>
                  </a:lnTo>
                  <a:lnTo>
                    <a:pt x="119" y="2746"/>
                  </a:lnTo>
                  <a:lnTo>
                    <a:pt x="178" y="2746"/>
                  </a:lnTo>
                  <a:lnTo>
                    <a:pt x="237" y="2766"/>
                  </a:lnTo>
                  <a:lnTo>
                    <a:pt x="257" y="2786"/>
                  </a:lnTo>
                  <a:lnTo>
                    <a:pt x="237" y="2786"/>
                  </a:lnTo>
                  <a:lnTo>
                    <a:pt x="277" y="2805"/>
                  </a:lnTo>
                  <a:lnTo>
                    <a:pt x="316" y="2825"/>
                  </a:lnTo>
                  <a:lnTo>
                    <a:pt x="395" y="2825"/>
                  </a:lnTo>
                  <a:lnTo>
                    <a:pt x="336" y="2845"/>
                  </a:lnTo>
                  <a:lnTo>
                    <a:pt x="237" y="2825"/>
                  </a:lnTo>
                  <a:lnTo>
                    <a:pt x="237" y="2845"/>
                  </a:lnTo>
                  <a:lnTo>
                    <a:pt x="138" y="2845"/>
                  </a:lnTo>
                  <a:lnTo>
                    <a:pt x="119" y="2865"/>
                  </a:lnTo>
                  <a:lnTo>
                    <a:pt x="198" y="2865"/>
                  </a:lnTo>
                  <a:lnTo>
                    <a:pt x="257" y="2884"/>
                  </a:lnTo>
                  <a:lnTo>
                    <a:pt x="237" y="2865"/>
                  </a:lnTo>
                  <a:lnTo>
                    <a:pt x="237" y="2865"/>
                  </a:lnTo>
                  <a:lnTo>
                    <a:pt x="316" y="2884"/>
                  </a:lnTo>
                  <a:lnTo>
                    <a:pt x="395" y="2904"/>
                  </a:lnTo>
                  <a:lnTo>
                    <a:pt x="435" y="2924"/>
                  </a:lnTo>
                  <a:lnTo>
                    <a:pt x="474" y="2924"/>
                  </a:lnTo>
                  <a:lnTo>
                    <a:pt x="375" y="2884"/>
                  </a:lnTo>
                  <a:lnTo>
                    <a:pt x="336" y="2865"/>
                  </a:lnTo>
                  <a:lnTo>
                    <a:pt x="395" y="2884"/>
                  </a:lnTo>
                  <a:lnTo>
                    <a:pt x="415" y="2865"/>
                  </a:lnTo>
                  <a:lnTo>
                    <a:pt x="435" y="2865"/>
                  </a:lnTo>
                  <a:lnTo>
                    <a:pt x="494" y="2845"/>
                  </a:lnTo>
                  <a:lnTo>
                    <a:pt x="415" y="2825"/>
                  </a:lnTo>
                  <a:lnTo>
                    <a:pt x="336" y="2805"/>
                  </a:lnTo>
                  <a:lnTo>
                    <a:pt x="395" y="2786"/>
                  </a:lnTo>
                  <a:lnTo>
                    <a:pt x="435" y="2805"/>
                  </a:lnTo>
                  <a:lnTo>
                    <a:pt x="415" y="2825"/>
                  </a:lnTo>
                  <a:lnTo>
                    <a:pt x="514" y="2825"/>
                  </a:lnTo>
                  <a:lnTo>
                    <a:pt x="632" y="2865"/>
                  </a:lnTo>
                  <a:lnTo>
                    <a:pt x="691" y="2884"/>
                  </a:lnTo>
                  <a:lnTo>
                    <a:pt x="711" y="2904"/>
                  </a:lnTo>
                  <a:lnTo>
                    <a:pt x="770" y="2944"/>
                  </a:lnTo>
                  <a:lnTo>
                    <a:pt x="790" y="2944"/>
                  </a:lnTo>
                  <a:lnTo>
                    <a:pt x="790" y="2963"/>
                  </a:lnTo>
                  <a:lnTo>
                    <a:pt x="810" y="2963"/>
                  </a:lnTo>
                  <a:lnTo>
                    <a:pt x="849" y="2983"/>
                  </a:lnTo>
                  <a:lnTo>
                    <a:pt x="849" y="2983"/>
                  </a:lnTo>
                  <a:lnTo>
                    <a:pt x="652" y="2963"/>
                  </a:lnTo>
                  <a:lnTo>
                    <a:pt x="494" y="2944"/>
                  </a:lnTo>
                  <a:lnTo>
                    <a:pt x="494" y="2963"/>
                  </a:lnTo>
                  <a:lnTo>
                    <a:pt x="533" y="2983"/>
                  </a:lnTo>
                  <a:lnTo>
                    <a:pt x="435" y="2963"/>
                  </a:lnTo>
                  <a:lnTo>
                    <a:pt x="336" y="2944"/>
                  </a:lnTo>
                  <a:lnTo>
                    <a:pt x="375" y="2963"/>
                  </a:lnTo>
                  <a:lnTo>
                    <a:pt x="435" y="2983"/>
                  </a:lnTo>
                  <a:lnTo>
                    <a:pt x="395" y="2983"/>
                  </a:lnTo>
                  <a:lnTo>
                    <a:pt x="435" y="3003"/>
                  </a:lnTo>
                  <a:lnTo>
                    <a:pt x="514" y="3042"/>
                  </a:lnTo>
                  <a:lnTo>
                    <a:pt x="514" y="3023"/>
                  </a:lnTo>
                  <a:lnTo>
                    <a:pt x="533" y="3023"/>
                  </a:lnTo>
                  <a:lnTo>
                    <a:pt x="593" y="3042"/>
                  </a:lnTo>
                  <a:lnTo>
                    <a:pt x="632" y="3023"/>
                  </a:lnTo>
                  <a:lnTo>
                    <a:pt x="672" y="3023"/>
                  </a:lnTo>
                  <a:lnTo>
                    <a:pt x="691" y="3042"/>
                  </a:lnTo>
                  <a:lnTo>
                    <a:pt x="731" y="3042"/>
                  </a:lnTo>
                  <a:lnTo>
                    <a:pt x="711" y="3023"/>
                  </a:lnTo>
                  <a:lnTo>
                    <a:pt x="751" y="3023"/>
                  </a:lnTo>
                  <a:lnTo>
                    <a:pt x="751" y="3003"/>
                  </a:lnTo>
                  <a:lnTo>
                    <a:pt x="790" y="3023"/>
                  </a:lnTo>
                  <a:lnTo>
                    <a:pt x="770" y="3003"/>
                  </a:lnTo>
                  <a:lnTo>
                    <a:pt x="790" y="3003"/>
                  </a:lnTo>
                  <a:lnTo>
                    <a:pt x="909" y="3042"/>
                  </a:lnTo>
                  <a:lnTo>
                    <a:pt x="869" y="3042"/>
                  </a:lnTo>
                  <a:lnTo>
                    <a:pt x="790" y="3023"/>
                  </a:lnTo>
                  <a:lnTo>
                    <a:pt x="790" y="3042"/>
                  </a:lnTo>
                  <a:lnTo>
                    <a:pt x="830" y="3062"/>
                  </a:lnTo>
                  <a:lnTo>
                    <a:pt x="869" y="3062"/>
                  </a:lnTo>
                  <a:lnTo>
                    <a:pt x="929" y="3082"/>
                  </a:lnTo>
                  <a:lnTo>
                    <a:pt x="948" y="3082"/>
                  </a:lnTo>
                  <a:lnTo>
                    <a:pt x="1027" y="3102"/>
                  </a:lnTo>
                  <a:lnTo>
                    <a:pt x="1047" y="3082"/>
                  </a:lnTo>
                  <a:lnTo>
                    <a:pt x="1106" y="3102"/>
                  </a:lnTo>
                  <a:lnTo>
                    <a:pt x="1106" y="3102"/>
                  </a:lnTo>
                  <a:lnTo>
                    <a:pt x="1047" y="3062"/>
                  </a:lnTo>
                  <a:lnTo>
                    <a:pt x="1077" y="3062"/>
                  </a:lnTo>
                  <a:lnTo>
                    <a:pt x="1067" y="3042"/>
                  </a:lnTo>
                  <a:lnTo>
                    <a:pt x="1027" y="3042"/>
                  </a:lnTo>
                  <a:lnTo>
                    <a:pt x="1008" y="3023"/>
                  </a:lnTo>
                  <a:lnTo>
                    <a:pt x="988" y="3023"/>
                  </a:lnTo>
                  <a:lnTo>
                    <a:pt x="889" y="2983"/>
                  </a:lnTo>
                  <a:lnTo>
                    <a:pt x="968" y="3003"/>
                  </a:lnTo>
                  <a:lnTo>
                    <a:pt x="1027" y="3023"/>
                  </a:lnTo>
                  <a:lnTo>
                    <a:pt x="1008" y="3003"/>
                  </a:lnTo>
                  <a:lnTo>
                    <a:pt x="1047" y="3003"/>
                  </a:lnTo>
                  <a:lnTo>
                    <a:pt x="968" y="2983"/>
                  </a:lnTo>
                  <a:lnTo>
                    <a:pt x="1008" y="2983"/>
                  </a:lnTo>
                  <a:lnTo>
                    <a:pt x="909" y="2963"/>
                  </a:lnTo>
                  <a:lnTo>
                    <a:pt x="889" y="2944"/>
                  </a:lnTo>
                  <a:lnTo>
                    <a:pt x="869" y="2924"/>
                  </a:lnTo>
                  <a:lnTo>
                    <a:pt x="849" y="2944"/>
                  </a:lnTo>
                  <a:lnTo>
                    <a:pt x="869" y="2944"/>
                  </a:lnTo>
                  <a:lnTo>
                    <a:pt x="909" y="2963"/>
                  </a:lnTo>
                  <a:lnTo>
                    <a:pt x="909" y="2963"/>
                  </a:lnTo>
                  <a:lnTo>
                    <a:pt x="830" y="2944"/>
                  </a:lnTo>
                  <a:lnTo>
                    <a:pt x="770" y="2924"/>
                  </a:lnTo>
                  <a:lnTo>
                    <a:pt x="869" y="2924"/>
                  </a:lnTo>
                  <a:lnTo>
                    <a:pt x="849" y="2904"/>
                  </a:lnTo>
                  <a:lnTo>
                    <a:pt x="909" y="2924"/>
                  </a:lnTo>
                  <a:lnTo>
                    <a:pt x="929" y="2944"/>
                  </a:lnTo>
                  <a:lnTo>
                    <a:pt x="968" y="2944"/>
                  </a:lnTo>
                  <a:lnTo>
                    <a:pt x="929" y="2924"/>
                  </a:lnTo>
                  <a:lnTo>
                    <a:pt x="948" y="2924"/>
                  </a:lnTo>
                  <a:lnTo>
                    <a:pt x="869" y="2884"/>
                  </a:lnTo>
                  <a:lnTo>
                    <a:pt x="849" y="2865"/>
                  </a:lnTo>
                  <a:lnTo>
                    <a:pt x="830" y="2845"/>
                  </a:lnTo>
                  <a:lnTo>
                    <a:pt x="869" y="2825"/>
                  </a:lnTo>
                  <a:lnTo>
                    <a:pt x="790" y="2825"/>
                  </a:lnTo>
                  <a:lnTo>
                    <a:pt x="770" y="2805"/>
                  </a:lnTo>
                  <a:lnTo>
                    <a:pt x="770" y="2786"/>
                  </a:lnTo>
                  <a:lnTo>
                    <a:pt x="810" y="2786"/>
                  </a:lnTo>
                  <a:lnTo>
                    <a:pt x="731" y="2726"/>
                  </a:lnTo>
                  <a:lnTo>
                    <a:pt x="632" y="2746"/>
                  </a:lnTo>
                  <a:lnTo>
                    <a:pt x="593" y="2726"/>
                  </a:lnTo>
                  <a:lnTo>
                    <a:pt x="652" y="2726"/>
                  </a:lnTo>
                  <a:lnTo>
                    <a:pt x="668" y="2710"/>
                  </a:lnTo>
                  <a:lnTo>
                    <a:pt x="668" y="2710"/>
                  </a:lnTo>
                  <a:lnTo>
                    <a:pt x="810" y="2746"/>
                  </a:lnTo>
                  <a:lnTo>
                    <a:pt x="810" y="2746"/>
                  </a:lnTo>
                  <a:lnTo>
                    <a:pt x="751" y="2707"/>
                  </a:lnTo>
                  <a:lnTo>
                    <a:pt x="711" y="2687"/>
                  </a:lnTo>
                  <a:lnTo>
                    <a:pt x="830" y="2707"/>
                  </a:lnTo>
                  <a:lnTo>
                    <a:pt x="869" y="2746"/>
                  </a:lnTo>
                  <a:lnTo>
                    <a:pt x="849" y="2746"/>
                  </a:lnTo>
                  <a:lnTo>
                    <a:pt x="869" y="2766"/>
                  </a:lnTo>
                  <a:lnTo>
                    <a:pt x="869" y="2786"/>
                  </a:lnTo>
                  <a:lnTo>
                    <a:pt x="909" y="2786"/>
                  </a:lnTo>
                  <a:lnTo>
                    <a:pt x="929" y="2805"/>
                  </a:lnTo>
                  <a:lnTo>
                    <a:pt x="1027" y="2805"/>
                  </a:lnTo>
                  <a:lnTo>
                    <a:pt x="1008" y="2786"/>
                  </a:lnTo>
                  <a:lnTo>
                    <a:pt x="1087" y="2805"/>
                  </a:lnTo>
                  <a:lnTo>
                    <a:pt x="1136" y="2805"/>
                  </a:lnTo>
                  <a:lnTo>
                    <a:pt x="988" y="2746"/>
                  </a:lnTo>
                  <a:lnTo>
                    <a:pt x="948" y="2726"/>
                  </a:lnTo>
                  <a:lnTo>
                    <a:pt x="968" y="2707"/>
                  </a:lnTo>
                  <a:lnTo>
                    <a:pt x="1027" y="2746"/>
                  </a:lnTo>
                  <a:lnTo>
                    <a:pt x="1106" y="2766"/>
                  </a:lnTo>
                  <a:lnTo>
                    <a:pt x="1087" y="2746"/>
                  </a:lnTo>
                  <a:lnTo>
                    <a:pt x="1106" y="2746"/>
                  </a:lnTo>
                  <a:lnTo>
                    <a:pt x="1067" y="2726"/>
                  </a:lnTo>
                  <a:lnTo>
                    <a:pt x="1087" y="2707"/>
                  </a:lnTo>
                  <a:lnTo>
                    <a:pt x="1166" y="2707"/>
                  </a:lnTo>
                  <a:lnTo>
                    <a:pt x="1185" y="2726"/>
                  </a:lnTo>
                  <a:lnTo>
                    <a:pt x="1166" y="2726"/>
                  </a:lnTo>
                  <a:lnTo>
                    <a:pt x="1166" y="2746"/>
                  </a:lnTo>
                  <a:lnTo>
                    <a:pt x="1205" y="2746"/>
                  </a:lnTo>
                  <a:lnTo>
                    <a:pt x="1205" y="2766"/>
                  </a:lnTo>
                  <a:lnTo>
                    <a:pt x="1264" y="2766"/>
                  </a:lnTo>
                  <a:lnTo>
                    <a:pt x="1264" y="2746"/>
                  </a:lnTo>
                  <a:lnTo>
                    <a:pt x="1324" y="2746"/>
                  </a:lnTo>
                  <a:lnTo>
                    <a:pt x="1343" y="2726"/>
                  </a:lnTo>
                  <a:lnTo>
                    <a:pt x="1363" y="2726"/>
                  </a:lnTo>
                  <a:lnTo>
                    <a:pt x="1343" y="2707"/>
                  </a:lnTo>
                  <a:lnTo>
                    <a:pt x="1363" y="2707"/>
                  </a:lnTo>
                  <a:lnTo>
                    <a:pt x="1343" y="2687"/>
                  </a:lnTo>
                  <a:lnTo>
                    <a:pt x="1284" y="2667"/>
                  </a:lnTo>
                  <a:lnTo>
                    <a:pt x="1205" y="2628"/>
                  </a:lnTo>
                  <a:lnTo>
                    <a:pt x="1304" y="2667"/>
                  </a:lnTo>
                  <a:lnTo>
                    <a:pt x="1304" y="2647"/>
                  </a:lnTo>
                  <a:lnTo>
                    <a:pt x="1245" y="2628"/>
                  </a:lnTo>
                  <a:lnTo>
                    <a:pt x="1185" y="2608"/>
                  </a:lnTo>
                  <a:lnTo>
                    <a:pt x="1166" y="2588"/>
                  </a:lnTo>
                  <a:lnTo>
                    <a:pt x="1225" y="2588"/>
                  </a:lnTo>
                  <a:lnTo>
                    <a:pt x="1264" y="2608"/>
                  </a:lnTo>
                  <a:lnTo>
                    <a:pt x="1284" y="2628"/>
                  </a:lnTo>
                  <a:lnTo>
                    <a:pt x="1324" y="2628"/>
                  </a:lnTo>
                  <a:lnTo>
                    <a:pt x="1284" y="2608"/>
                  </a:lnTo>
                  <a:lnTo>
                    <a:pt x="1304" y="2608"/>
                  </a:lnTo>
                  <a:lnTo>
                    <a:pt x="1383" y="2588"/>
                  </a:lnTo>
                  <a:lnTo>
                    <a:pt x="1324" y="2568"/>
                  </a:lnTo>
                  <a:lnTo>
                    <a:pt x="1284" y="2549"/>
                  </a:lnTo>
                  <a:lnTo>
                    <a:pt x="1264" y="2568"/>
                  </a:lnTo>
                  <a:lnTo>
                    <a:pt x="1205" y="2529"/>
                  </a:lnTo>
                  <a:lnTo>
                    <a:pt x="1225" y="2529"/>
                  </a:lnTo>
                  <a:lnTo>
                    <a:pt x="1284" y="2509"/>
                  </a:lnTo>
                  <a:lnTo>
                    <a:pt x="1304" y="2529"/>
                  </a:lnTo>
                  <a:lnTo>
                    <a:pt x="1324" y="2549"/>
                  </a:lnTo>
                  <a:lnTo>
                    <a:pt x="1363" y="2568"/>
                  </a:lnTo>
                  <a:lnTo>
                    <a:pt x="1343" y="2549"/>
                  </a:lnTo>
                  <a:lnTo>
                    <a:pt x="1343" y="2529"/>
                  </a:lnTo>
                  <a:lnTo>
                    <a:pt x="1324" y="2529"/>
                  </a:lnTo>
                  <a:lnTo>
                    <a:pt x="1324" y="2509"/>
                  </a:lnTo>
                  <a:lnTo>
                    <a:pt x="1363" y="2509"/>
                  </a:lnTo>
                  <a:lnTo>
                    <a:pt x="1363" y="2489"/>
                  </a:lnTo>
                  <a:lnTo>
                    <a:pt x="1304" y="2470"/>
                  </a:lnTo>
                  <a:lnTo>
                    <a:pt x="1225" y="2450"/>
                  </a:lnTo>
                  <a:lnTo>
                    <a:pt x="1304" y="2450"/>
                  </a:lnTo>
                  <a:lnTo>
                    <a:pt x="1304" y="2470"/>
                  </a:lnTo>
                  <a:lnTo>
                    <a:pt x="1324" y="2450"/>
                  </a:lnTo>
                  <a:lnTo>
                    <a:pt x="1185" y="2410"/>
                  </a:lnTo>
                  <a:lnTo>
                    <a:pt x="1284" y="2410"/>
                  </a:lnTo>
                  <a:lnTo>
                    <a:pt x="1363" y="2430"/>
                  </a:lnTo>
                  <a:lnTo>
                    <a:pt x="1363" y="2430"/>
                  </a:lnTo>
                  <a:lnTo>
                    <a:pt x="1324" y="2410"/>
                  </a:lnTo>
                  <a:lnTo>
                    <a:pt x="1383" y="2410"/>
                  </a:lnTo>
                  <a:lnTo>
                    <a:pt x="1383" y="2391"/>
                  </a:lnTo>
                  <a:lnTo>
                    <a:pt x="1343" y="2371"/>
                  </a:lnTo>
                  <a:lnTo>
                    <a:pt x="1284" y="2331"/>
                  </a:lnTo>
                  <a:lnTo>
                    <a:pt x="1264" y="2312"/>
                  </a:lnTo>
                  <a:lnTo>
                    <a:pt x="1363" y="2331"/>
                  </a:lnTo>
                  <a:lnTo>
                    <a:pt x="1383" y="2351"/>
                  </a:lnTo>
                  <a:lnTo>
                    <a:pt x="1422" y="2351"/>
                  </a:lnTo>
                  <a:lnTo>
                    <a:pt x="1403" y="2331"/>
                  </a:lnTo>
                  <a:lnTo>
                    <a:pt x="1422" y="2331"/>
                  </a:lnTo>
                  <a:lnTo>
                    <a:pt x="1422" y="2312"/>
                  </a:lnTo>
                  <a:lnTo>
                    <a:pt x="1383" y="2312"/>
                  </a:lnTo>
                  <a:lnTo>
                    <a:pt x="1324" y="2292"/>
                  </a:lnTo>
                  <a:lnTo>
                    <a:pt x="1304" y="2272"/>
                  </a:lnTo>
                  <a:lnTo>
                    <a:pt x="1343" y="2272"/>
                  </a:lnTo>
                  <a:lnTo>
                    <a:pt x="1324" y="2252"/>
                  </a:lnTo>
                  <a:lnTo>
                    <a:pt x="1304" y="2232"/>
                  </a:lnTo>
                  <a:lnTo>
                    <a:pt x="1363" y="2252"/>
                  </a:lnTo>
                  <a:lnTo>
                    <a:pt x="1304" y="2213"/>
                  </a:lnTo>
                  <a:lnTo>
                    <a:pt x="1225" y="2193"/>
                  </a:lnTo>
                  <a:lnTo>
                    <a:pt x="1185" y="2193"/>
                  </a:lnTo>
                  <a:lnTo>
                    <a:pt x="1205" y="2213"/>
                  </a:lnTo>
                  <a:lnTo>
                    <a:pt x="1205" y="2232"/>
                  </a:lnTo>
                  <a:lnTo>
                    <a:pt x="1146" y="2232"/>
                  </a:lnTo>
                  <a:lnTo>
                    <a:pt x="1087" y="2213"/>
                  </a:lnTo>
                  <a:lnTo>
                    <a:pt x="1126" y="2213"/>
                  </a:lnTo>
                  <a:lnTo>
                    <a:pt x="1067" y="2193"/>
                  </a:lnTo>
                  <a:lnTo>
                    <a:pt x="1047" y="2193"/>
                  </a:lnTo>
                  <a:lnTo>
                    <a:pt x="948" y="2173"/>
                  </a:lnTo>
                  <a:lnTo>
                    <a:pt x="929" y="2134"/>
                  </a:lnTo>
                  <a:lnTo>
                    <a:pt x="1008" y="2153"/>
                  </a:lnTo>
                  <a:lnTo>
                    <a:pt x="1087" y="2193"/>
                  </a:lnTo>
                  <a:lnTo>
                    <a:pt x="1067" y="2173"/>
                  </a:lnTo>
                  <a:lnTo>
                    <a:pt x="1146" y="2193"/>
                  </a:lnTo>
                  <a:lnTo>
                    <a:pt x="1087" y="2153"/>
                  </a:lnTo>
                  <a:lnTo>
                    <a:pt x="988" y="2134"/>
                  </a:lnTo>
                  <a:lnTo>
                    <a:pt x="948" y="2134"/>
                  </a:lnTo>
                  <a:lnTo>
                    <a:pt x="948" y="2114"/>
                  </a:lnTo>
                  <a:lnTo>
                    <a:pt x="988" y="2114"/>
                  </a:lnTo>
                  <a:lnTo>
                    <a:pt x="1008" y="2134"/>
                  </a:lnTo>
                  <a:lnTo>
                    <a:pt x="1027" y="2114"/>
                  </a:lnTo>
                  <a:lnTo>
                    <a:pt x="1008" y="2114"/>
                  </a:lnTo>
                  <a:lnTo>
                    <a:pt x="988" y="2094"/>
                  </a:lnTo>
                  <a:lnTo>
                    <a:pt x="1027" y="2094"/>
                  </a:lnTo>
                  <a:lnTo>
                    <a:pt x="1067" y="2114"/>
                  </a:lnTo>
                  <a:lnTo>
                    <a:pt x="1106" y="2134"/>
                  </a:lnTo>
                  <a:lnTo>
                    <a:pt x="1106" y="2153"/>
                  </a:lnTo>
                  <a:lnTo>
                    <a:pt x="1166" y="2153"/>
                  </a:lnTo>
                  <a:lnTo>
                    <a:pt x="1225" y="2173"/>
                  </a:lnTo>
                  <a:lnTo>
                    <a:pt x="1343" y="2213"/>
                  </a:lnTo>
                  <a:lnTo>
                    <a:pt x="1343" y="2193"/>
                  </a:lnTo>
                  <a:lnTo>
                    <a:pt x="1383" y="2193"/>
                  </a:lnTo>
                  <a:lnTo>
                    <a:pt x="1343" y="2173"/>
                  </a:lnTo>
                  <a:lnTo>
                    <a:pt x="1363" y="2173"/>
                  </a:lnTo>
                  <a:lnTo>
                    <a:pt x="1363" y="2153"/>
                  </a:lnTo>
                  <a:lnTo>
                    <a:pt x="1304" y="2134"/>
                  </a:lnTo>
                  <a:lnTo>
                    <a:pt x="1363" y="2134"/>
                  </a:lnTo>
                  <a:lnTo>
                    <a:pt x="1363" y="2114"/>
                  </a:lnTo>
                  <a:lnTo>
                    <a:pt x="1324" y="2074"/>
                  </a:lnTo>
                  <a:lnTo>
                    <a:pt x="1363" y="2074"/>
                  </a:lnTo>
                  <a:lnTo>
                    <a:pt x="1403" y="2094"/>
                  </a:lnTo>
                  <a:lnTo>
                    <a:pt x="1422" y="2074"/>
                  </a:lnTo>
                  <a:lnTo>
                    <a:pt x="1403" y="2055"/>
                  </a:lnTo>
                  <a:lnTo>
                    <a:pt x="1363" y="2035"/>
                  </a:lnTo>
                  <a:lnTo>
                    <a:pt x="1324" y="1995"/>
                  </a:lnTo>
                  <a:lnTo>
                    <a:pt x="1324" y="1976"/>
                  </a:lnTo>
                  <a:lnTo>
                    <a:pt x="1324" y="1956"/>
                  </a:lnTo>
                  <a:lnTo>
                    <a:pt x="1383" y="1976"/>
                  </a:lnTo>
                  <a:lnTo>
                    <a:pt x="1343" y="1956"/>
                  </a:lnTo>
                  <a:lnTo>
                    <a:pt x="1403" y="1956"/>
                  </a:lnTo>
                  <a:lnTo>
                    <a:pt x="1383" y="1936"/>
                  </a:lnTo>
                  <a:lnTo>
                    <a:pt x="1363" y="1916"/>
                  </a:lnTo>
                  <a:lnTo>
                    <a:pt x="1422" y="1916"/>
                  </a:lnTo>
                  <a:lnTo>
                    <a:pt x="1422" y="1897"/>
                  </a:lnTo>
                  <a:lnTo>
                    <a:pt x="1383" y="1877"/>
                  </a:lnTo>
                  <a:lnTo>
                    <a:pt x="1324" y="1837"/>
                  </a:lnTo>
                  <a:lnTo>
                    <a:pt x="1422" y="1877"/>
                  </a:lnTo>
                  <a:lnTo>
                    <a:pt x="1383" y="1778"/>
                  </a:lnTo>
                  <a:lnTo>
                    <a:pt x="1383" y="1699"/>
                  </a:lnTo>
                  <a:lnTo>
                    <a:pt x="1403" y="1699"/>
                  </a:lnTo>
                  <a:lnTo>
                    <a:pt x="1403" y="1679"/>
                  </a:lnTo>
                  <a:lnTo>
                    <a:pt x="1363" y="1640"/>
                  </a:lnTo>
                  <a:lnTo>
                    <a:pt x="1343" y="1600"/>
                  </a:lnTo>
                  <a:lnTo>
                    <a:pt x="1343" y="1581"/>
                  </a:lnTo>
                  <a:lnTo>
                    <a:pt x="1363" y="1581"/>
                  </a:lnTo>
                  <a:lnTo>
                    <a:pt x="1324" y="1561"/>
                  </a:lnTo>
                  <a:lnTo>
                    <a:pt x="1264" y="1541"/>
                  </a:lnTo>
                  <a:lnTo>
                    <a:pt x="1126" y="1502"/>
                  </a:lnTo>
                  <a:lnTo>
                    <a:pt x="1126" y="1482"/>
                  </a:lnTo>
                  <a:lnTo>
                    <a:pt x="1166" y="1502"/>
                  </a:lnTo>
                  <a:lnTo>
                    <a:pt x="1225" y="1502"/>
                  </a:lnTo>
                  <a:lnTo>
                    <a:pt x="1304" y="1521"/>
                  </a:lnTo>
                  <a:lnTo>
                    <a:pt x="1383" y="1561"/>
                  </a:lnTo>
                  <a:lnTo>
                    <a:pt x="1324" y="1502"/>
                  </a:lnTo>
                  <a:lnTo>
                    <a:pt x="1343" y="1502"/>
                  </a:lnTo>
                  <a:lnTo>
                    <a:pt x="1343" y="1482"/>
                  </a:lnTo>
                  <a:lnTo>
                    <a:pt x="1383" y="1482"/>
                  </a:lnTo>
                  <a:lnTo>
                    <a:pt x="1383" y="1502"/>
                  </a:lnTo>
                  <a:lnTo>
                    <a:pt x="1403" y="1521"/>
                  </a:lnTo>
                  <a:lnTo>
                    <a:pt x="1442" y="1541"/>
                  </a:lnTo>
                  <a:lnTo>
                    <a:pt x="1422" y="1502"/>
                  </a:lnTo>
                  <a:lnTo>
                    <a:pt x="1422" y="1482"/>
                  </a:lnTo>
                  <a:lnTo>
                    <a:pt x="1442" y="1482"/>
                  </a:lnTo>
                  <a:lnTo>
                    <a:pt x="1383" y="1462"/>
                  </a:lnTo>
                  <a:lnTo>
                    <a:pt x="1363" y="1442"/>
                  </a:lnTo>
                  <a:lnTo>
                    <a:pt x="1304" y="1403"/>
                  </a:lnTo>
                  <a:lnTo>
                    <a:pt x="1304" y="1403"/>
                  </a:lnTo>
                  <a:lnTo>
                    <a:pt x="1403" y="1442"/>
                  </a:lnTo>
                  <a:lnTo>
                    <a:pt x="1343" y="1403"/>
                  </a:lnTo>
                  <a:lnTo>
                    <a:pt x="1343" y="1383"/>
                  </a:lnTo>
                  <a:lnTo>
                    <a:pt x="1422" y="1383"/>
                  </a:lnTo>
                  <a:lnTo>
                    <a:pt x="1403" y="1363"/>
                  </a:lnTo>
                  <a:lnTo>
                    <a:pt x="1383" y="1344"/>
                  </a:lnTo>
                  <a:lnTo>
                    <a:pt x="1422" y="1363"/>
                  </a:lnTo>
                  <a:lnTo>
                    <a:pt x="1442" y="1324"/>
                  </a:lnTo>
                  <a:lnTo>
                    <a:pt x="1462" y="1304"/>
                  </a:lnTo>
                  <a:lnTo>
                    <a:pt x="1501" y="1304"/>
                  </a:lnTo>
                  <a:lnTo>
                    <a:pt x="1462" y="1265"/>
                  </a:lnTo>
                  <a:lnTo>
                    <a:pt x="1403" y="1225"/>
                  </a:lnTo>
                  <a:lnTo>
                    <a:pt x="1383" y="1225"/>
                  </a:lnTo>
                  <a:lnTo>
                    <a:pt x="1343" y="1205"/>
                  </a:lnTo>
                  <a:lnTo>
                    <a:pt x="1304" y="1186"/>
                  </a:lnTo>
                  <a:lnTo>
                    <a:pt x="1304" y="1166"/>
                  </a:lnTo>
                  <a:lnTo>
                    <a:pt x="1343" y="1186"/>
                  </a:lnTo>
                  <a:lnTo>
                    <a:pt x="1383" y="1186"/>
                  </a:lnTo>
                  <a:lnTo>
                    <a:pt x="1422" y="1205"/>
                  </a:lnTo>
                  <a:lnTo>
                    <a:pt x="1422" y="1186"/>
                  </a:lnTo>
                  <a:lnTo>
                    <a:pt x="1482" y="1186"/>
                  </a:lnTo>
                  <a:lnTo>
                    <a:pt x="1462" y="1166"/>
                  </a:lnTo>
                  <a:lnTo>
                    <a:pt x="1422" y="1126"/>
                  </a:lnTo>
                  <a:lnTo>
                    <a:pt x="1422" y="1126"/>
                  </a:lnTo>
                  <a:lnTo>
                    <a:pt x="1462" y="1146"/>
                  </a:lnTo>
                  <a:lnTo>
                    <a:pt x="1501" y="1146"/>
                  </a:lnTo>
                  <a:lnTo>
                    <a:pt x="1462" y="1126"/>
                  </a:lnTo>
                  <a:lnTo>
                    <a:pt x="1383" y="1087"/>
                  </a:lnTo>
                  <a:lnTo>
                    <a:pt x="1403" y="1087"/>
                  </a:lnTo>
                  <a:lnTo>
                    <a:pt x="1383" y="1067"/>
                  </a:lnTo>
                  <a:lnTo>
                    <a:pt x="1383" y="1067"/>
                  </a:lnTo>
                  <a:lnTo>
                    <a:pt x="1462" y="1107"/>
                  </a:lnTo>
                  <a:lnTo>
                    <a:pt x="1422" y="1067"/>
                  </a:lnTo>
                  <a:lnTo>
                    <a:pt x="1363" y="1047"/>
                  </a:lnTo>
                  <a:lnTo>
                    <a:pt x="1403" y="1047"/>
                  </a:lnTo>
                  <a:lnTo>
                    <a:pt x="1343" y="1008"/>
                  </a:lnTo>
                  <a:lnTo>
                    <a:pt x="1284" y="968"/>
                  </a:lnTo>
                  <a:lnTo>
                    <a:pt x="1343" y="968"/>
                  </a:lnTo>
                  <a:lnTo>
                    <a:pt x="1442" y="988"/>
                  </a:lnTo>
                  <a:lnTo>
                    <a:pt x="1422" y="1008"/>
                  </a:lnTo>
                  <a:lnTo>
                    <a:pt x="1403" y="1008"/>
                  </a:lnTo>
                  <a:lnTo>
                    <a:pt x="1482" y="1028"/>
                  </a:lnTo>
                  <a:lnTo>
                    <a:pt x="1521" y="1008"/>
                  </a:lnTo>
                  <a:lnTo>
                    <a:pt x="1521" y="988"/>
                  </a:lnTo>
                  <a:lnTo>
                    <a:pt x="1521" y="968"/>
                  </a:lnTo>
                  <a:lnTo>
                    <a:pt x="1501" y="929"/>
                  </a:lnTo>
                  <a:lnTo>
                    <a:pt x="1521" y="909"/>
                  </a:lnTo>
                  <a:lnTo>
                    <a:pt x="1501" y="889"/>
                  </a:lnTo>
                  <a:lnTo>
                    <a:pt x="1561" y="870"/>
                  </a:lnTo>
                  <a:lnTo>
                    <a:pt x="1561" y="830"/>
                  </a:lnTo>
                  <a:lnTo>
                    <a:pt x="1580" y="810"/>
                  </a:lnTo>
                  <a:lnTo>
                    <a:pt x="1561" y="791"/>
                  </a:lnTo>
                  <a:lnTo>
                    <a:pt x="1541" y="751"/>
                  </a:lnTo>
                  <a:lnTo>
                    <a:pt x="1541" y="751"/>
                  </a:lnTo>
                  <a:lnTo>
                    <a:pt x="1580" y="771"/>
                  </a:lnTo>
                  <a:lnTo>
                    <a:pt x="1580" y="771"/>
                  </a:lnTo>
                  <a:lnTo>
                    <a:pt x="1501" y="712"/>
                  </a:lnTo>
                  <a:lnTo>
                    <a:pt x="1482" y="672"/>
                  </a:lnTo>
                  <a:lnTo>
                    <a:pt x="1442" y="633"/>
                  </a:lnTo>
                  <a:lnTo>
                    <a:pt x="1343" y="573"/>
                  </a:lnTo>
                  <a:lnTo>
                    <a:pt x="1403" y="593"/>
                  </a:lnTo>
                  <a:lnTo>
                    <a:pt x="1462" y="613"/>
                  </a:lnTo>
                  <a:lnTo>
                    <a:pt x="1422" y="573"/>
                  </a:lnTo>
                  <a:lnTo>
                    <a:pt x="1442" y="573"/>
                  </a:lnTo>
                  <a:lnTo>
                    <a:pt x="1482" y="593"/>
                  </a:lnTo>
                  <a:lnTo>
                    <a:pt x="1501" y="593"/>
                  </a:lnTo>
                  <a:lnTo>
                    <a:pt x="1482" y="573"/>
                  </a:lnTo>
                  <a:lnTo>
                    <a:pt x="1501" y="573"/>
                  </a:lnTo>
                  <a:lnTo>
                    <a:pt x="1422" y="534"/>
                  </a:lnTo>
                  <a:lnTo>
                    <a:pt x="1383" y="494"/>
                  </a:lnTo>
                  <a:lnTo>
                    <a:pt x="1363" y="494"/>
                  </a:lnTo>
                  <a:lnTo>
                    <a:pt x="1324" y="475"/>
                  </a:lnTo>
                  <a:lnTo>
                    <a:pt x="1343" y="475"/>
                  </a:lnTo>
                  <a:lnTo>
                    <a:pt x="1304" y="415"/>
                  </a:lnTo>
                  <a:lnTo>
                    <a:pt x="1304" y="356"/>
                  </a:lnTo>
                  <a:lnTo>
                    <a:pt x="1324" y="297"/>
                  </a:lnTo>
                  <a:lnTo>
                    <a:pt x="1363" y="257"/>
                  </a:lnTo>
                  <a:lnTo>
                    <a:pt x="1403" y="277"/>
                  </a:lnTo>
                  <a:lnTo>
                    <a:pt x="1383" y="257"/>
                  </a:lnTo>
                  <a:lnTo>
                    <a:pt x="1403" y="257"/>
                  </a:lnTo>
                  <a:lnTo>
                    <a:pt x="1422" y="238"/>
                  </a:lnTo>
                  <a:lnTo>
                    <a:pt x="1422" y="218"/>
                  </a:lnTo>
                  <a:lnTo>
                    <a:pt x="1521" y="218"/>
                  </a:lnTo>
                  <a:lnTo>
                    <a:pt x="1541" y="198"/>
                  </a:lnTo>
                  <a:lnTo>
                    <a:pt x="1521" y="178"/>
                  </a:lnTo>
                  <a:lnTo>
                    <a:pt x="1521" y="178"/>
                  </a:lnTo>
                  <a:lnTo>
                    <a:pt x="1600" y="198"/>
                  </a:lnTo>
                  <a:lnTo>
                    <a:pt x="1659" y="218"/>
                  </a:lnTo>
                  <a:lnTo>
                    <a:pt x="1640" y="178"/>
                  </a:lnTo>
                  <a:lnTo>
                    <a:pt x="1600" y="159"/>
                  </a:lnTo>
                  <a:lnTo>
                    <a:pt x="1580" y="178"/>
                  </a:lnTo>
                  <a:lnTo>
                    <a:pt x="1541" y="139"/>
                  </a:lnTo>
                  <a:lnTo>
                    <a:pt x="1521" y="119"/>
                  </a:lnTo>
                  <a:lnTo>
                    <a:pt x="1383" y="80"/>
                  </a:lnTo>
                  <a:lnTo>
                    <a:pt x="1205" y="20"/>
                  </a:lnTo>
                  <a:lnTo>
                    <a:pt x="1205" y="40"/>
                  </a:lnTo>
                  <a:lnTo>
                    <a:pt x="1146" y="20"/>
                  </a:lnTo>
                  <a:lnTo>
                    <a:pt x="1106" y="1"/>
                  </a:lnTo>
                  <a:close/>
                  <a:moveTo>
                    <a:pt x="1027" y="3102"/>
                  </a:moveTo>
                  <a:lnTo>
                    <a:pt x="1106" y="3121"/>
                  </a:lnTo>
                  <a:lnTo>
                    <a:pt x="1067" y="3102"/>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4" name="Google Shape;2964;p11"/>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
            <p:cNvSpPr/>
            <p:nvPr/>
          </p:nvSpPr>
          <p:spPr>
            <a:xfrm>
              <a:off x="-1617800" y="3517850"/>
              <a:ext cx="1000" cy="25"/>
            </a:xfrm>
            <a:custGeom>
              <a:rect b="b" l="l" r="r" t="t"/>
              <a:pathLst>
                <a:path extrusionOk="0" h="1" w="40">
                  <a:moveTo>
                    <a:pt x="40" y="0"/>
                  </a:moveTo>
                  <a:lnTo>
                    <a:pt x="40" y="0"/>
                  </a:lnTo>
                  <a:lnTo>
                    <a:pt x="0" y="0"/>
                  </a:lnTo>
                  <a:lnTo>
                    <a:pt x="0" y="0"/>
                  </a:lnTo>
                  <a:lnTo>
                    <a:pt x="40" y="0"/>
                  </a:lnTo>
                  <a:lnTo>
                    <a:pt x="4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6" name="Google Shape;2966;p11"/>
            <p:cNvSpPr/>
            <p:nvPr/>
          </p:nvSpPr>
          <p:spPr>
            <a:xfrm>
              <a:off x="-1614850" y="3556850"/>
              <a:ext cx="525" cy="525"/>
            </a:xfrm>
            <a:custGeom>
              <a:rect b="b" l="l" r="r" t="t"/>
              <a:pathLst>
                <a:path extrusionOk="0" h="21" w="21">
                  <a:moveTo>
                    <a:pt x="1" y="1"/>
                  </a:moveTo>
                  <a:lnTo>
                    <a:pt x="1" y="1"/>
                  </a:lnTo>
                  <a:lnTo>
                    <a:pt x="20" y="20"/>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7" name="Google Shape;2967;p11"/>
            <p:cNvSpPr/>
            <p:nvPr/>
          </p:nvSpPr>
          <p:spPr>
            <a:xfrm>
              <a:off x="-1530900" y="3470425"/>
              <a:ext cx="42000" cy="38550"/>
            </a:xfrm>
            <a:custGeom>
              <a:rect b="b" l="l" r="r" t="t"/>
              <a:pathLst>
                <a:path extrusionOk="0" h="1542" w="1680">
                  <a:moveTo>
                    <a:pt x="218" y="1245"/>
                  </a:moveTo>
                  <a:lnTo>
                    <a:pt x="218" y="1245"/>
                  </a:lnTo>
                  <a:lnTo>
                    <a:pt x="218" y="1245"/>
                  </a:lnTo>
                  <a:close/>
                  <a:moveTo>
                    <a:pt x="1344" y="1265"/>
                  </a:moveTo>
                  <a:lnTo>
                    <a:pt x="1344" y="1285"/>
                  </a:lnTo>
                  <a:lnTo>
                    <a:pt x="1354" y="1265"/>
                  </a:lnTo>
                  <a:close/>
                  <a:moveTo>
                    <a:pt x="310" y="1265"/>
                  </a:moveTo>
                  <a:lnTo>
                    <a:pt x="300" y="1296"/>
                  </a:lnTo>
                  <a:lnTo>
                    <a:pt x="310" y="1265"/>
                  </a:lnTo>
                  <a:close/>
                  <a:moveTo>
                    <a:pt x="1304" y="1314"/>
                  </a:moveTo>
                  <a:lnTo>
                    <a:pt x="1284" y="1344"/>
                  </a:lnTo>
                  <a:lnTo>
                    <a:pt x="1304" y="1324"/>
                  </a:lnTo>
                  <a:lnTo>
                    <a:pt x="1304" y="1314"/>
                  </a:lnTo>
                  <a:close/>
                  <a:moveTo>
                    <a:pt x="1284" y="1344"/>
                  </a:moveTo>
                  <a:lnTo>
                    <a:pt x="1284" y="1344"/>
                  </a:lnTo>
                  <a:lnTo>
                    <a:pt x="1284" y="1344"/>
                  </a:lnTo>
                  <a:close/>
                  <a:moveTo>
                    <a:pt x="1585" y="1348"/>
                  </a:moveTo>
                  <a:lnTo>
                    <a:pt x="1574" y="1364"/>
                  </a:lnTo>
                  <a:lnTo>
                    <a:pt x="1581" y="1364"/>
                  </a:lnTo>
                  <a:lnTo>
                    <a:pt x="1585" y="1348"/>
                  </a:lnTo>
                  <a:close/>
                  <a:moveTo>
                    <a:pt x="376" y="1265"/>
                  </a:moveTo>
                  <a:lnTo>
                    <a:pt x="336" y="1344"/>
                  </a:lnTo>
                  <a:lnTo>
                    <a:pt x="336" y="1364"/>
                  </a:lnTo>
                  <a:lnTo>
                    <a:pt x="336" y="1384"/>
                  </a:lnTo>
                  <a:lnTo>
                    <a:pt x="356" y="1324"/>
                  </a:lnTo>
                  <a:lnTo>
                    <a:pt x="376" y="1265"/>
                  </a:lnTo>
                  <a:close/>
                  <a:moveTo>
                    <a:pt x="1561" y="1344"/>
                  </a:moveTo>
                  <a:lnTo>
                    <a:pt x="1541" y="1364"/>
                  </a:lnTo>
                  <a:lnTo>
                    <a:pt x="1561" y="1384"/>
                  </a:lnTo>
                  <a:lnTo>
                    <a:pt x="1574" y="1364"/>
                  </a:lnTo>
                  <a:lnTo>
                    <a:pt x="1561" y="1364"/>
                  </a:lnTo>
                  <a:lnTo>
                    <a:pt x="1561" y="1344"/>
                  </a:lnTo>
                  <a:close/>
                  <a:moveTo>
                    <a:pt x="1092" y="1377"/>
                  </a:moveTo>
                  <a:lnTo>
                    <a:pt x="1087" y="1384"/>
                  </a:lnTo>
                  <a:lnTo>
                    <a:pt x="1084" y="1398"/>
                  </a:lnTo>
                  <a:lnTo>
                    <a:pt x="1092" y="1377"/>
                  </a:lnTo>
                  <a:close/>
                  <a:moveTo>
                    <a:pt x="1660" y="1384"/>
                  </a:moveTo>
                  <a:lnTo>
                    <a:pt x="1660" y="1423"/>
                  </a:lnTo>
                  <a:lnTo>
                    <a:pt x="1660" y="1443"/>
                  </a:lnTo>
                  <a:lnTo>
                    <a:pt x="1679" y="1423"/>
                  </a:lnTo>
                  <a:lnTo>
                    <a:pt x="1679" y="1403"/>
                  </a:lnTo>
                  <a:lnTo>
                    <a:pt x="1660" y="1384"/>
                  </a:lnTo>
                  <a:close/>
                  <a:moveTo>
                    <a:pt x="1304" y="1344"/>
                  </a:moveTo>
                  <a:lnTo>
                    <a:pt x="1304" y="1364"/>
                  </a:lnTo>
                  <a:lnTo>
                    <a:pt x="1284" y="1364"/>
                  </a:lnTo>
                  <a:lnTo>
                    <a:pt x="1284" y="1344"/>
                  </a:lnTo>
                  <a:lnTo>
                    <a:pt x="1265" y="1384"/>
                  </a:lnTo>
                  <a:lnTo>
                    <a:pt x="1265" y="1463"/>
                  </a:lnTo>
                  <a:lnTo>
                    <a:pt x="1284" y="1463"/>
                  </a:lnTo>
                  <a:lnTo>
                    <a:pt x="1284" y="1443"/>
                  </a:lnTo>
                  <a:lnTo>
                    <a:pt x="1304" y="1423"/>
                  </a:lnTo>
                  <a:lnTo>
                    <a:pt x="1304" y="1443"/>
                  </a:lnTo>
                  <a:lnTo>
                    <a:pt x="1324" y="1344"/>
                  </a:lnTo>
                  <a:close/>
                  <a:moveTo>
                    <a:pt x="1084" y="1398"/>
                  </a:moveTo>
                  <a:lnTo>
                    <a:pt x="1067" y="1443"/>
                  </a:lnTo>
                  <a:lnTo>
                    <a:pt x="1067" y="1463"/>
                  </a:lnTo>
                  <a:lnTo>
                    <a:pt x="1067" y="1482"/>
                  </a:lnTo>
                  <a:lnTo>
                    <a:pt x="1084" y="1398"/>
                  </a:lnTo>
                  <a:close/>
                  <a:moveTo>
                    <a:pt x="119" y="1"/>
                  </a:moveTo>
                  <a:lnTo>
                    <a:pt x="99" y="40"/>
                  </a:lnTo>
                  <a:lnTo>
                    <a:pt x="99" y="80"/>
                  </a:lnTo>
                  <a:lnTo>
                    <a:pt x="80" y="119"/>
                  </a:lnTo>
                  <a:lnTo>
                    <a:pt x="60" y="139"/>
                  </a:lnTo>
                  <a:lnTo>
                    <a:pt x="40" y="297"/>
                  </a:lnTo>
                  <a:lnTo>
                    <a:pt x="20" y="475"/>
                  </a:lnTo>
                  <a:lnTo>
                    <a:pt x="20" y="534"/>
                  </a:lnTo>
                  <a:lnTo>
                    <a:pt x="1" y="594"/>
                  </a:lnTo>
                  <a:lnTo>
                    <a:pt x="20" y="613"/>
                  </a:lnTo>
                  <a:lnTo>
                    <a:pt x="20" y="574"/>
                  </a:lnTo>
                  <a:lnTo>
                    <a:pt x="40" y="594"/>
                  </a:lnTo>
                  <a:lnTo>
                    <a:pt x="40" y="633"/>
                  </a:lnTo>
                  <a:lnTo>
                    <a:pt x="60" y="594"/>
                  </a:lnTo>
                  <a:lnTo>
                    <a:pt x="40" y="653"/>
                  </a:lnTo>
                  <a:lnTo>
                    <a:pt x="20" y="732"/>
                  </a:lnTo>
                  <a:lnTo>
                    <a:pt x="40" y="752"/>
                  </a:lnTo>
                  <a:lnTo>
                    <a:pt x="40" y="732"/>
                  </a:lnTo>
                  <a:lnTo>
                    <a:pt x="60" y="712"/>
                  </a:lnTo>
                  <a:lnTo>
                    <a:pt x="60" y="752"/>
                  </a:lnTo>
                  <a:lnTo>
                    <a:pt x="60" y="791"/>
                  </a:lnTo>
                  <a:lnTo>
                    <a:pt x="60" y="811"/>
                  </a:lnTo>
                  <a:lnTo>
                    <a:pt x="60" y="850"/>
                  </a:lnTo>
                  <a:lnTo>
                    <a:pt x="80" y="771"/>
                  </a:lnTo>
                  <a:lnTo>
                    <a:pt x="80" y="791"/>
                  </a:lnTo>
                  <a:lnTo>
                    <a:pt x="99" y="712"/>
                  </a:lnTo>
                  <a:lnTo>
                    <a:pt x="119" y="732"/>
                  </a:lnTo>
                  <a:lnTo>
                    <a:pt x="119" y="771"/>
                  </a:lnTo>
                  <a:lnTo>
                    <a:pt x="80" y="831"/>
                  </a:lnTo>
                  <a:lnTo>
                    <a:pt x="80" y="870"/>
                  </a:lnTo>
                  <a:lnTo>
                    <a:pt x="99" y="870"/>
                  </a:lnTo>
                  <a:lnTo>
                    <a:pt x="99" y="890"/>
                  </a:lnTo>
                  <a:lnTo>
                    <a:pt x="80" y="910"/>
                  </a:lnTo>
                  <a:lnTo>
                    <a:pt x="80" y="989"/>
                  </a:lnTo>
                  <a:lnTo>
                    <a:pt x="99" y="969"/>
                  </a:lnTo>
                  <a:lnTo>
                    <a:pt x="119" y="929"/>
                  </a:lnTo>
                  <a:lnTo>
                    <a:pt x="139" y="929"/>
                  </a:lnTo>
                  <a:lnTo>
                    <a:pt x="119" y="969"/>
                  </a:lnTo>
                  <a:lnTo>
                    <a:pt x="139" y="949"/>
                  </a:lnTo>
                  <a:lnTo>
                    <a:pt x="139" y="969"/>
                  </a:lnTo>
                  <a:lnTo>
                    <a:pt x="139" y="1028"/>
                  </a:lnTo>
                  <a:lnTo>
                    <a:pt x="139" y="1048"/>
                  </a:lnTo>
                  <a:lnTo>
                    <a:pt x="159" y="1048"/>
                  </a:lnTo>
                  <a:lnTo>
                    <a:pt x="178" y="1008"/>
                  </a:lnTo>
                  <a:lnTo>
                    <a:pt x="178" y="1068"/>
                  </a:lnTo>
                  <a:lnTo>
                    <a:pt x="198" y="949"/>
                  </a:lnTo>
                  <a:lnTo>
                    <a:pt x="218" y="910"/>
                  </a:lnTo>
                  <a:lnTo>
                    <a:pt x="238" y="870"/>
                  </a:lnTo>
                  <a:lnTo>
                    <a:pt x="238" y="929"/>
                  </a:lnTo>
                  <a:lnTo>
                    <a:pt x="218" y="989"/>
                  </a:lnTo>
                  <a:lnTo>
                    <a:pt x="198" y="1107"/>
                  </a:lnTo>
                  <a:lnTo>
                    <a:pt x="218" y="1107"/>
                  </a:lnTo>
                  <a:lnTo>
                    <a:pt x="218" y="1147"/>
                  </a:lnTo>
                  <a:lnTo>
                    <a:pt x="198" y="1186"/>
                  </a:lnTo>
                  <a:lnTo>
                    <a:pt x="218" y="1226"/>
                  </a:lnTo>
                  <a:lnTo>
                    <a:pt x="218" y="1245"/>
                  </a:lnTo>
                  <a:lnTo>
                    <a:pt x="238" y="1186"/>
                  </a:lnTo>
                  <a:lnTo>
                    <a:pt x="238" y="1206"/>
                  </a:lnTo>
                  <a:lnTo>
                    <a:pt x="238" y="1265"/>
                  </a:lnTo>
                  <a:lnTo>
                    <a:pt x="257" y="1245"/>
                  </a:lnTo>
                  <a:lnTo>
                    <a:pt x="257" y="1265"/>
                  </a:lnTo>
                  <a:lnTo>
                    <a:pt x="277" y="1245"/>
                  </a:lnTo>
                  <a:lnTo>
                    <a:pt x="297" y="1206"/>
                  </a:lnTo>
                  <a:lnTo>
                    <a:pt x="317" y="1245"/>
                  </a:lnTo>
                  <a:lnTo>
                    <a:pt x="310" y="1265"/>
                  </a:lnTo>
                  <a:lnTo>
                    <a:pt x="356" y="1127"/>
                  </a:lnTo>
                  <a:lnTo>
                    <a:pt x="356" y="1186"/>
                  </a:lnTo>
                  <a:lnTo>
                    <a:pt x="336" y="1285"/>
                  </a:lnTo>
                  <a:lnTo>
                    <a:pt x="336" y="1265"/>
                  </a:lnTo>
                  <a:lnTo>
                    <a:pt x="317" y="1305"/>
                  </a:lnTo>
                  <a:lnTo>
                    <a:pt x="317" y="1324"/>
                  </a:lnTo>
                  <a:lnTo>
                    <a:pt x="336" y="1305"/>
                  </a:lnTo>
                  <a:lnTo>
                    <a:pt x="356" y="1265"/>
                  </a:lnTo>
                  <a:lnTo>
                    <a:pt x="376" y="1226"/>
                  </a:lnTo>
                  <a:lnTo>
                    <a:pt x="396" y="1186"/>
                  </a:lnTo>
                  <a:lnTo>
                    <a:pt x="435" y="1087"/>
                  </a:lnTo>
                  <a:lnTo>
                    <a:pt x="435" y="1147"/>
                  </a:lnTo>
                  <a:lnTo>
                    <a:pt x="415" y="1265"/>
                  </a:lnTo>
                  <a:lnTo>
                    <a:pt x="415" y="1344"/>
                  </a:lnTo>
                  <a:lnTo>
                    <a:pt x="435" y="1285"/>
                  </a:lnTo>
                  <a:lnTo>
                    <a:pt x="455" y="1226"/>
                  </a:lnTo>
                  <a:lnTo>
                    <a:pt x="455" y="1305"/>
                  </a:lnTo>
                  <a:lnTo>
                    <a:pt x="475" y="1324"/>
                  </a:lnTo>
                  <a:lnTo>
                    <a:pt x="475" y="1364"/>
                  </a:lnTo>
                  <a:lnTo>
                    <a:pt x="494" y="1384"/>
                  </a:lnTo>
                  <a:lnTo>
                    <a:pt x="514" y="1384"/>
                  </a:lnTo>
                  <a:lnTo>
                    <a:pt x="514" y="1285"/>
                  </a:lnTo>
                  <a:lnTo>
                    <a:pt x="494" y="1364"/>
                  </a:lnTo>
                  <a:lnTo>
                    <a:pt x="514" y="1245"/>
                  </a:lnTo>
                  <a:lnTo>
                    <a:pt x="554" y="1147"/>
                  </a:lnTo>
                  <a:lnTo>
                    <a:pt x="554" y="1166"/>
                  </a:lnTo>
                  <a:lnTo>
                    <a:pt x="554" y="1206"/>
                  </a:lnTo>
                  <a:lnTo>
                    <a:pt x="573" y="1166"/>
                  </a:lnTo>
                  <a:lnTo>
                    <a:pt x="573" y="1127"/>
                  </a:lnTo>
                  <a:lnTo>
                    <a:pt x="593" y="1107"/>
                  </a:lnTo>
                  <a:lnTo>
                    <a:pt x="593" y="1147"/>
                  </a:lnTo>
                  <a:lnTo>
                    <a:pt x="573" y="1206"/>
                  </a:lnTo>
                  <a:lnTo>
                    <a:pt x="593" y="1186"/>
                  </a:lnTo>
                  <a:lnTo>
                    <a:pt x="573" y="1265"/>
                  </a:lnTo>
                  <a:lnTo>
                    <a:pt x="573" y="1305"/>
                  </a:lnTo>
                  <a:lnTo>
                    <a:pt x="554" y="1364"/>
                  </a:lnTo>
                  <a:lnTo>
                    <a:pt x="573" y="1344"/>
                  </a:lnTo>
                  <a:lnTo>
                    <a:pt x="573" y="1344"/>
                  </a:lnTo>
                  <a:lnTo>
                    <a:pt x="554" y="1423"/>
                  </a:lnTo>
                  <a:lnTo>
                    <a:pt x="554" y="1443"/>
                  </a:lnTo>
                  <a:lnTo>
                    <a:pt x="573" y="1423"/>
                  </a:lnTo>
                  <a:lnTo>
                    <a:pt x="573" y="1443"/>
                  </a:lnTo>
                  <a:lnTo>
                    <a:pt x="593" y="1384"/>
                  </a:lnTo>
                  <a:lnTo>
                    <a:pt x="613" y="1443"/>
                  </a:lnTo>
                  <a:lnTo>
                    <a:pt x="633" y="1463"/>
                  </a:lnTo>
                  <a:lnTo>
                    <a:pt x="633" y="1403"/>
                  </a:lnTo>
                  <a:lnTo>
                    <a:pt x="652" y="1384"/>
                  </a:lnTo>
                  <a:lnTo>
                    <a:pt x="652" y="1403"/>
                  </a:lnTo>
                  <a:lnTo>
                    <a:pt x="652" y="1443"/>
                  </a:lnTo>
                  <a:lnTo>
                    <a:pt x="652" y="1463"/>
                  </a:lnTo>
                  <a:lnTo>
                    <a:pt x="692" y="1423"/>
                  </a:lnTo>
                  <a:lnTo>
                    <a:pt x="712" y="1324"/>
                  </a:lnTo>
                  <a:lnTo>
                    <a:pt x="712" y="1344"/>
                  </a:lnTo>
                  <a:lnTo>
                    <a:pt x="712" y="1384"/>
                  </a:lnTo>
                  <a:lnTo>
                    <a:pt x="751" y="1305"/>
                  </a:lnTo>
                  <a:lnTo>
                    <a:pt x="731" y="1364"/>
                  </a:lnTo>
                  <a:lnTo>
                    <a:pt x="731" y="1403"/>
                  </a:lnTo>
                  <a:lnTo>
                    <a:pt x="751" y="1403"/>
                  </a:lnTo>
                  <a:lnTo>
                    <a:pt x="751" y="1423"/>
                  </a:lnTo>
                  <a:lnTo>
                    <a:pt x="830" y="1226"/>
                  </a:lnTo>
                  <a:lnTo>
                    <a:pt x="870" y="1127"/>
                  </a:lnTo>
                  <a:lnTo>
                    <a:pt x="889" y="1008"/>
                  </a:lnTo>
                  <a:lnTo>
                    <a:pt x="889" y="1068"/>
                  </a:lnTo>
                  <a:lnTo>
                    <a:pt x="909" y="1107"/>
                  </a:lnTo>
                  <a:lnTo>
                    <a:pt x="889" y="1186"/>
                  </a:lnTo>
                  <a:lnTo>
                    <a:pt x="889" y="1206"/>
                  </a:lnTo>
                  <a:lnTo>
                    <a:pt x="870" y="1245"/>
                  </a:lnTo>
                  <a:lnTo>
                    <a:pt x="870" y="1324"/>
                  </a:lnTo>
                  <a:lnTo>
                    <a:pt x="850" y="1384"/>
                  </a:lnTo>
                  <a:lnTo>
                    <a:pt x="850" y="1324"/>
                  </a:lnTo>
                  <a:lnTo>
                    <a:pt x="830" y="1364"/>
                  </a:lnTo>
                  <a:lnTo>
                    <a:pt x="830" y="1403"/>
                  </a:lnTo>
                  <a:lnTo>
                    <a:pt x="810" y="1502"/>
                  </a:lnTo>
                  <a:lnTo>
                    <a:pt x="830" y="1482"/>
                  </a:lnTo>
                  <a:lnTo>
                    <a:pt x="830" y="1463"/>
                  </a:lnTo>
                  <a:lnTo>
                    <a:pt x="850" y="1502"/>
                  </a:lnTo>
                  <a:lnTo>
                    <a:pt x="850" y="1482"/>
                  </a:lnTo>
                  <a:lnTo>
                    <a:pt x="870" y="1463"/>
                  </a:lnTo>
                  <a:lnTo>
                    <a:pt x="870" y="1482"/>
                  </a:lnTo>
                  <a:lnTo>
                    <a:pt x="889" y="1403"/>
                  </a:lnTo>
                  <a:lnTo>
                    <a:pt x="909" y="1403"/>
                  </a:lnTo>
                  <a:lnTo>
                    <a:pt x="909" y="1423"/>
                  </a:lnTo>
                  <a:lnTo>
                    <a:pt x="889" y="1482"/>
                  </a:lnTo>
                  <a:lnTo>
                    <a:pt x="909" y="1443"/>
                  </a:lnTo>
                  <a:lnTo>
                    <a:pt x="929" y="1443"/>
                  </a:lnTo>
                  <a:lnTo>
                    <a:pt x="949" y="1364"/>
                  </a:lnTo>
                  <a:lnTo>
                    <a:pt x="968" y="1265"/>
                  </a:lnTo>
                  <a:lnTo>
                    <a:pt x="988" y="1245"/>
                  </a:lnTo>
                  <a:lnTo>
                    <a:pt x="1008" y="1245"/>
                  </a:lnTo>
                  <a:lnTo>
                    <a:pt x="988" y="1285"/>
                  </a:lnTo>
                  <a:lnTo>
                    <a:pt x="968" y="1305"/>
                  </a:lnTo>
                  <a:lnTo>
                    <a:pt x="1008" y="1285"/>
                  </a:lnTo>
                  <a:lnTo>
                    <a:pt x="1008" y="1324"/>
                  </a:lnTo>
                  <a:lnTo>
                    <a:pt x="988" y="1344"/>
                  </a:lnTo>
                  <a:lnTo>
                    <a:pt x="988" y="1364"/>
                  </a:lnTo>
                  <a:lnTo>
                    <a:pt x="1008" y="1364"/>
                  </a:lnTo>
                  <a:lnTo>
                    <a:pt x="1028" y="1285"/>
                  </a:lnTo>
                  <a:lnTo>
                    <a:pt x="1047" y="1305"/>
                  </a:lnTo>
                  <a:lnTo>
                    <a:pt x="1047" y="1324"/>
                  </a:lnTo>
                  <a:lnTo>
                    <a:pt x="1047" y="1403"/>
                  </a:lnTo>
                  <a:lnTo>
                    <a:pt x="1047" y="1463"/>
                  </a:lnTo>
                  <a:lnTo>
                    <a:pt x="1067" y="1384"/>
                  </a:lnTo>
                  <a:lnTo>
                    <a:pt x="1107" y="1305"/>
                  </a:lnTo>
                  <a:lnTo>
                    <a:pt x="1087" y="1324"/>
                  </a:lnTo>
                  <a:lnTo>
                    <a:pt x="1087" y="1305"/>
                  </a:lnTo>
                  <a:lnTo>
                    <a:pt x="1087" y="1265"/>
                  </a:lnTo>
                  <a:lnTo>
                    <a:pt x="1107" y="1226"/>
                  </a:lnTo>
                  <a:lnTo>
                    <a:pt x="1126" y="1186"/>
                  </a:lnTo>
                  <a:lnTo>
                    <a:pt x="1126" y="1206"/>
                  </a:lnTo>
                  <a:lnTo>
                    <a:pt x="1126" y="1226"/>
                  </a:lnTo>
                  <a:lnTo>
                    <a:pt x="1126" y="1285"/>
                  </a:lnTo>
                  <a:lnTo>
                    <a:pt x="1092" y="1377"/>
                  </a:lnTo>
                  <a:lnTo>
                    <a:pt x="1146" y="1305"/>
                  </a:lnTo>
                  <a:lnTo>
                    <a:pt x="1186" y="1245"/>
                  </a:lnTo>
                  <a:lnTo>
                    <a:pt x="1166" y="1305"/>
                  </a:lnTo>
                  <a:lnTo>
                    <a:pt x="1146" y="1364"/>
                  </a:lnTo>
                  <a:lnTo>
                    <a:pt x="1126" y="1403"/>
                  </a:lnTo>
                  <a:lnTo>
                    <a:pt x="1107" y="1482"/>
                  </a:lnTo>
                  <a:lnTo>
                    <a:pt x="1126" y="1443"/>
                  </a:lnTo>
                  <a:lnTo>
                    <a:pt x="1146" y="1423"/>
                  </a:lnTo>
                  <a:lnTo>
                    <a:pt x="1146" y="1463"/>
                  </a:lnTo>
                  <a:lnTo>
                    <a:pt x="1186" y="1443"/>
                  </a:lnTo>
                  <a:lnTo>
                    <a:pt x="1186" y="1403"/>
                  </a:lnTo>
                  <a:lnTo>
                    <a:pt x="1186" y="1384"/>
                  </a:lnTo>
                  <a:lnTo>
                    <a:pt x="1205" y="1403"/>
                  </a:lnTo>
                  <a:lnTo>
                    <a:pt x="1225" y="1384"/>
                  </a:lnTo>
                  <a:lnTo>
                    <a:pt x="1245" y="1403"/>
                  </a:lnTo>
                  <a:lnTo>
                    <a:pt x="1245" y="1384"/>
                  </a:lnTo>
                  <a:lnTo>
                    <a:pt x="1265" y="1364"/>
                  </a:lnTo>
                  <a:lnTo>
                    <a:pt x="1245" y="1364"/>
                  </a:lnTo>
                  <a:lnTo>
                    <a:pt x="1245" y="1344"/>
                  </a:lnTo>
                  <a:lnTo>
                    <a:pt x="1245" y="1285"/>
                  </a:lnTo>
                  <a:lnTo>
                    <a:pt x="1284" y="1245"/>
                  </a:lnTo>
                  <a:lnTo>
                    <a:pt x="1304" y="1226"/>
                  </a:lnTo>
                  <a:lnTo>
                    <a:pt x="1304" y="1206"/>
                  </a:lnTo>
                  <a:lnTo>
                    <a:pt x="1324" y="1186"/>
                  </a:lnTo>
                  <a:lnTo>
                    <a:pt x="1344" y="1186"/>
                  </a:lnTo>
                  <a:lnTo>
                    <a:pt x="1344" y="1226"/>
                  </a:lnTo>
                  <a:lnTo>
                    <a:pt x="1324" y="1245"/>
                  </a:lnTo>
                  <a:lnTo>
                    <a:pt x="1304" y="1305"/>
                  </a:lnTo>
                  <a:lnTo>
                    <a:pt x="1304" y="1314"/>
                  </a:lnTo>
                  <a:lnTo>
                    <a:pt x="1324" y="1285"/>
                  </a:lnTo>
                  <a:lnTo>
                    <a:pt x="1344" y="1245"/>
                  </a:lnTo>
                  <a:lnTo>
                    <a:pt x="1363" y="1245"/>
                  </a:lnTo>
                  <a:lnTo>
                    <a:pt x="1354" y="1265"/>
                  </a:lnTo>
                  <a:lnTo>
                    <a:pt x="1363" y="1265"/>
                  </a:lnTo>
                  <a:lnTo>
                    <a:pt x="1344" y="1305"/>
                  </a:lnTo>
                  <a:lnTo>
                    <a:pt x="1324" y="1384"/>
                  </a:lnTo>
                  <a:lnTo>
                    <a:pt x="1363" y="1305"/>
                  </a:lnTo>
                  <a:lnTo>
                    <a:pt x="1344" y="1364"/>
                  </a:lnTo>
                  <a:lnTo>
                    <a:pt x="1363" y="1324"/>
                  </a:lnTo>
                  <a:lnTo>
                    <a:pt x="1383" y="1305"/>
                  </a:lnTo>
                  <a:lnTo>
                    <a:pt x="1383" y="1305"/>
                  </a:lnTo>
                  <a:lnTo>
                    <a:pt x="1363" y="1344"/>
                  </a:lnTo>
                  <a:lnTo>
                    <a:pt x="1383" y="1344"/>
                  </a:lnTo>
                  <a:lnTo>
                    <a:pt x="1403" y="1285"/>
                  </a:lnTo>
                  <a:lnTo>
                    <a:pt x="1403" y="1226"/>
                  </a:lnTo>
                  <a:lnTo>
                    <a:pt x="1423" y="1166"/>
                  </a:lnTo>
                  <a:lnTo>
                    <a:pt x="1462" y="1166"/>
                  </a:lnTo>
                  <a:lnTo>
                    <a:pt x="1462" y="1226"/>
                  </a:lnTo>
                  <a:lnTo>
                    <a:pt x="1482" y="1166"/>
                  </a:lnTo>
                  <a:lnTo>
                    <a:pt x="1482" y="1206"/>
                  </a:lnTo>
                  <a:lnTo>
                    <a:pt x="1482" y="1245"/>
                  </a:lnTo>
                  <a:lnTo>
                    <a:pt x="1462" y="1245"/>
                  </a:lnTo>
                  <a:lnTo>
                    <a:pt x="1462" y="1265"/>
                  </a:lnTo>
                  <a:lnTo>
                    <a:pt x="1442" y="1324"/>
                  </a:lnTo>
                  <a:lnTo>
                    <a:pt x="1442" y="1364"/>
                  </a:lnTo>
                  <a:lnTo>
                    <a:pt x="1462" y="1285"/>
                  </a:lnTo>
                  <a:lnTo>
                    <a:pt x="1462" y="1305"/>
                  </a:lnTo>
                  <a:lnTo>
                    <a:pt x="1462" y="1364"/>
                  </a:lnTo>
                  <a:lnTo>
                    <a:pt x="1475" y="1338"/>
                  </a:lnTo>
                  <a:lnTo>
                    <a:pt x="1475" y="1338"/>
                  </a:lnTo>
                  <a:lnTo>
                    <a:pt x="1462" y="1403"/>
                  </a:lnTo>
                  <a:lnTo>
                    <a:pt x="1482" y="1423"/>
                  </a:lnTo>
                  <a:lnTo>
                    <a:pt x="1482" y="1384"/>
                  </a:lnTo>
                  <a:lnTo>
                    <a:pt x="1482" y="1344"/>
                  </a:lnTo>
                  <a:lnTo>
                    <a:pt x="1502" y="1344"/>
                  </a:lnTo>
                  <a:lnTo>
                    <a:pt x="1502" y="1364"/>
                  </a:lnTo>
                  <a:lnTo>
                    <a:pt x="1521" y="1364"/>
                  </a:lnTo>
                  <a:lnTo>
                    <a:pt x="1521" y="1384"/>
                  </a:lnTo>
                  <a:lnTo>
                    <a:pt x="1541" y="1324"/>
                  </a:lnTo>
                  <a:lnTo>
                    <a:pt x="1521" y="1324"/>
                  </a:lnTo>
                  <a:lnTo>
                    <a:pt x="1521" y="1305"/>
                  </a:lnTo>
                  <a:lnTo>
                    <a:pt x="1541" y="1285"/>
                  </a:lnTo>
                  <a:lnTo>
                    <a:pt x="1561" y="1265"/>
                  </a:lnTo>
                  <a:lnTo>
                    <a:pt x="1581" y="1265"/>
                  </a:lnTo>
                  <a:lnTo>
                    <a:pt x="1600" y="1226"/>
                  </a:lnTo>
                  <a:lnTo>
                    <a:pt x="1600" y="1285"/>
                  </a:lnTo>
                  <a:lnTo>
                    <a:pt x="1585" y="1348"/>
                  </a:lnTo>
                  <a:lnTo>
                    <a:pt x="1600" y="1324"/>
                  </a:lnTo>
                  <a:lnTo>
                    <a:pt x="1620" y="1364"/>
                  </a:lnTo>
                  <a:lnTo>
                    <a:pt x="1600" y="1423"/>
                  </a:lnTo>
                  <a:lnTo>
                    <a:pt x="1600" y="1463"/>
                  </a:lnTo>
                  <a:lnTo>
                    <a:pt x="1600" y="1482"/>
                  </a:lnTo>
                  <a:lnTo>
                    <a:pt x="1620" y="1463"/>
                  </a:lnTo>
                  <a:lnTo>
                    <a:pt x="1620" y="1384"/>
                  </a:lnTo>
                  <a:lnTo>
                    <a:pt x="1640" y="1384"/>
                  </a:lnTo>
                  <a:lnTo>
                    <a:pt x="1660" y="1344"/>
                  </a:lnTo>
                  <a:lnTo>
                    <a:pt x="1423" y="732"/>
                  </a:lnTo>
                  <a:lnTo>
                    <a:pt x="1126" y="60"/>
                  </a:lnTo>
                  <a:lnTo>
                    <a:pt x="1087" y="119"/>
                  </a:lnTo>
                  <a:lnTo>
                    <a:pt x="1087" y="139"/>
                  </a:lnTo>
                  <a:lnTo>
                    <a:pt x="1087" y="198"/>
                  </a:lnTo>
                  <a:lnTo>
                    <a:pt x="1067" y="218"/>
                  </a:lnTo>
                  <a:lnTo>
                    <a:pt x="1047" y="238"/>
                  </a:lnTo>
                  <a:lnTo>
                    <a:pt x="1047" y="198"/>
                  </a:lnTo>
                  <a:lnTo>
                    <a:pt x="1067" y="159"/>
                  </a:lnTo>
                  <a:lnTo>
                    <a:pt x="1067" y="100"/>
                  </a:lnTo>
                  <a:lnTo>
                    <a:pt x="1047" y="100"/>
                  </a:lnTo>
                  <a:lnTo>
                    <a:pt x="1047" y="60"/>
                  </a:lnTo>
                  <a:lnTo>
                    <a:pt x="1028" y="80"/>
                  </a:lnTo>
                  <a:lnTo>
                    <a:pt x="1008" y="119"/>
                  </a:lnTo>
                  <a:lnTo>
                    <a:pt x="1008" y="80"/>
                  </a:lnTo>
                  <a:lnTo>
                    <a:pt x="1028" y="40"/>
                  </a:lnTo>
                  <a:lnTo>
                    <a:pt x="1008" y="40"/>
                  </a:lnTo>
                  <a:lnTo>
                    <a:pt x="988" y="80"/>
                  </a:lnTo>
                  <a:lnTo>
                    <a:pt x="988" y="80"/>
                  </a:lnTo>
                  <a:lnTo>
                    <a:pt x="968" y="159"/>
                  </a:lnTo>
                  <a:lnTo>
                    <a:pt x="968" y="139"/>
                  </a:lnTo>
                  <a:lnTo>
                    <a:pt x="949" y="159"/>
                  </a:lnTo>
                  <a:lnTo>
                    <a:pt x="988" y="80"/>
                  </a:lnTo>
                  <a:lnTo>
                    <a:pt x="929" y="179"/>
                  </a:lnTo>
                  <a:lnTo>
                    <a:pt x="929" y="159"/>
                  </a:lnTo>
                  <a:lnTo>
                    <a:pt x="889" y="218"/>
                  </a:lnTo>
                  <a:lnTo>
                    <a:pt x="870" y="258"/>
                  </a:lnTo>
                  <a:lnTo>
                    <a:pt x="870" y="218"/>
                  </a:lnTo>
                  <a:lnTo>
                    <a:pt x="870" y="198"/>
                  </a:lnTo>
                  <a:lnTo>
                    <a:pt x="850" y="218"/>
                  </a:lnTo>
                  <a:lnTo>
                    <a:pt x="870" y="119"/>
                  </a:lnTo>
                  <a:lnTo>
                    <a:pt x="889" y="119"/>
                  </a:lnTo>
                  <a:lnTo>
                    <a:pt x="889" y="80"/>
                  </a:lnTo>
                  <a:lnTo>
                    <a:pt x="889" y="40"/>
                  </a:lnTo>
                  <a:lnTo>
                    <a:pt x="850" y="40"/>
                  </a:lnTo>
                  <a:lnTo>
                    <a:pt x="810" y="60"/>
                  </a:lnTo>
                  <a:lnTo>
                    <a:pt x="791" y="40"/>
                  </a:lnTo>
                  <a:lnTo>
                    <a:pt x="771" y="60"/>
                  </a:lnTo>
                  <a:lnTo>
                    <a:pt x="751" y="1"/>
                  </a:lnTo>
                  <a:lnTo>
                    <a:pt x="692" y="1"/>
                  </a:lnTo>
                  <a:lnTo>
                    <a:pt x="672" y="21"/>
                  </a:lnTo>
                  <a:lnTo>
                    <a:pt x="652" y="40"/>
                  </a:lnTo>
                  <a:lnTo>
                    <a:pt x="652" y="1"/>
                  </a:lnTo>
                  <a:lnTo>
                    <a:pt x="613" y="80"/>
                  </a:lnTo>
                  <a:lnTo>
                    <a:pt x="573" y="119"/>
                  </a:lnTo>
                  <a:lnTo>
                    <a:pt x="534" y="159"/>
                  </a:lnTo>
                  <a:lnTo>
                    <a:pt x="494" y="258"/>
                  </a:lnTo>
                  <a:lnTo>
                    <a:pt x="494" y="198"/>
                  </a:lnTo>
                  <a:lnTo>
                    <a:pt x="514" y="139"/>
                  </a:lnTo>
                  <a:lnTo>
                    <a:pt x="494" y="179"/>
                  </a:lnTo>
                  <a:lnTo>
                    <a:pt x="475" y="198"/>
                  </a:lnTo>
                  <a:lnTo>
                    <a:pt x="475" y="159"/>
                  </a:lnTo>
                  <a:lnTo>
                    <a:pt x="494" y="119"/>
                  </a:lnTo>
                  <a:lnTo>
                    <a:pt x="494" y="100"/>
                  </a:lnTo>
                  <a:lnTo>
                    <a:pt x="475" y="119"/>
                  </a:lnTo>
                  <a:lnTo>
                    <a:pt x="475" y="100"/>
                  </a:lnTo>
                  <a:lnTo>
                    <a:pt x="455" y="179"/>
                  </a:lnTo>
                  <a:lnTo>
                    <a:pt x="415" y="238"/>
                  </a:lnTo>
                  <a:lnTo>
                    <a:pt x="415" y="277"/>
                  </a:lnTo>
                  <a:lnTo>
                    <a:pt x="356" y="317"/>
                  </a:lnTo>
                  <a:lnTo>
                    <a:pt x="297" y="337"/>
                  </a:lnTo>
                  <a:lnTo>
                    <a:pt x="238" y="317"/>
                  </a:lnTo>
                  <a:lnTo>
                    <a:pt x="198" y="277"/>
                  </a:lnTo>
                  <a:lnTo>
                    <a:pt x="218" y="238"/>
                  </a:lnTo>
                  <a:lnTo>
                    <a:pt x="198" y="258"/>
                  </a:lnTo>
                  <a:lnTo>
                    <a:pt x="178" y="238"/>
                  </a:lnTo>
                  <a:lnTo>
                    <a:pt x="198" y="238"/>
                  </a:lnTo>
                  <a:lnTo>
                    <a:pt x="178" y="198"/>
                  </a:lnTo>
                  <a:lnTo>
                    <a:pt x="178" y="218"/>
                  </a:lnTo>
                  <a:lnTo>
                    <a:pt x="159" y="238"/>
                  </a:lnTo>
                  <a:lnTo>
                    <a:pt x="159" y="198"/>
                  </a:lnTo>
                  <a:lnTo>
                    <a:pt x="159" y="179"/>
                  </a:lnTo>
                  <a:lnTo>
                    <a:pt x="139" y="139"/>
                  </a:lnTo>
                  <a:lnTo>
                    <a:pt x="139" y="119"/>
                  </a:lnTo>
                  <a:lnTo>
                    <a:pt x="119" y="139"/>
                  </a:lnTo>
                  <a:lnTo>
                    <a:pt x="119" y="80"/>
                  </a:lnTo>
                  <a:lnTo>
                    <a:pt x="119" y="1"/>
                  </a:lnTo>
                  <a:close/>
                  <a:moveTo>
                    <a:pt x="1047" y="1324"/>
                  </a:moveTo>
                  <a:lnTo>
                    <a:pt x="1008" y="1403"/>
                  </a:lnTo>
                  <a:lnTo>
                    <a:pt x="988" y="1482"/>
                  </a:lnTo>
                  <a:lnTo>
                    <a:pt x="988" y="1463"/>
                  </a:lnTo>
                  <a:lnTo>
                    <a:pt x="988" y="1443"/>
                  </a:lnTo>
                  <a:lnTo>
                    <a:pt x="968" y="1443"/>
                  </a:lnTo>
                  <a:lnTo>
                    <a:pt x="968" y="1423"/>
                  </a:lnTo>
                  <a:lnTo>
                    <a:pt x="949" y="1423"/>
                  </a:lnTo>
                  <a:lnTo>
                    <a:pt x="929" y="1463"/>
                  </a:lnTo>
                  <a:lnTo>
                    <a:pt x="929" y="1502"/>
                  </a:lnTo>
                  <a:lnTo>
                    <a:pt x="968" y="1502"/>
                  </a:lnTo>
                  <a:lnTo>
                    <a:pt x="968" y="1542"/>
                  </a:lnTo>
                  <a:lnTo>
                    <a:pt x="1028" y="1443"/>
                  </a:lnTo>
                  <a:lnTo>
                    <a:pt x="1028" y="1384"/>
                  </a:lnTo>
                  <a:lnTo>
                    <a:pt x="1047" y="1324"/>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
            <p:cNvSpPr/>
            <p:nvPr/>
          </p:nvSpPr>
          <p:spPr>
            <a:xfrm>
              <a:off x="-1500775" y="350550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9" name="Google Shape;2969;p11"/>
            <p:cNvSpPr/>
            <p:nvPr/>
          </p:nvSpPr>
          <p:spPr>
            <a:xfrm>
              <a:off x="-1570900" y="340822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0" name="Google Shape;2970;p11"/>
            <p:cNvSpPr/>
            <p:nvPr/>
          </p:nvSpPr>
          <p:spPr>
            <a:xfrm>
              <a:off x="-1572875" y="3408225"/>
              <a:ext cx="525" cy="500"/>
            </a:xfrm>
            <a:custGeom>
              <a:rect b="b" l="l" r="r" t="t"/>
              <a:pathLst>
                <a:path extrusionOk="0" h="20" w="21">
                  <a:moveTo>
                    <a:pt x="1" y="20"/>
                  </a:moveTo>
                  <a:lnTo>
                    <a:pt x="1" y="20"/>
                  </a:lnTo>
                  <a:lnTo>
                    <a:pt x="1" y="20"/>
                  </a:lnTo>
                  <a:lnTo>
                    <a:pt x="1" y="20"/>
                  </a:lnTo>
                  <a:lnTo>
                    <a:pt x="20"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
            <p:cNvSpPr/>
            <p:nvPr/>
          </p:nvSpPr>
          <p:spPr>
            <a:xfrm>
              <a:off x="-1629175" y="3384025"/>
              <a:ext cx="61750" cy="41500"/>
            </a:xfrm>
            <a:custGeom>
              <a:rect b="b" l="l" r="r" t="t"/>
              <a:pathLst>
                <a:path extrusionOk="0" h="1660" w="2470">
                  <a:moveTo>
                    <a:pt x="850" y="237"/>
                  </a:moveTo>
                  <a:lnTo>
                    <a:pt x="850" y="237"/>
                  </a:lnTo>
                  <a:lnTo>
                    <a:pt x="850" y="237"/>
                  </a:lnTo>
                  <a:close/>
                  <a:moveTo>
                    <a:pt x="1186" y="257"/>
                  </a:moveTo>
                  <a:lnTo>
                    <a:pt x="1186" y="257"/>
                  </a:lnTo>
                  <a:lnTo>
                    <a:pt x="1186" y="257"/>
                  </a:lnTo>
                  <a:close/>
                  <a:moveTo>
                    <a:pt x="1285" y="198"/>
                  </a:moveTo>
                  <a:lnTo>
                    <a:pt x="1245" y="237"/>
                  </a:lnTo>
                  <a:lnTo>
                    <a:pt x="1245" y="257"/>
                  </a:lnTo>
                  <a:lnTo>
                    <a:pt x="1225" y="277"/>
                  </a:lnTo>
                  <a:lnTo>
                    <a:pt x="1245" y="277"/>
                  </a:lnTo>
                  <a:lnTo>
                    <a:pt x="1265" y="257"/>
                  </a:lnTo>
                  <a:lnTo>
                    <a:pt x="1285" y="198"/>
                  </a:lnTo>
                  <a:close/>
                  <a:moveTo>
                    <a:pt x="2055" y="435"/>
                  </a:moveTo>
                  <a:lnTo>
                    <a:pt x="2055" y="435"/>
                  </a:lnTo>
                  <a:lnTo>
                    <a:pt x="2055" y="435"/>
                  </a:lnTo>
                  <a:close/>
                  <a:moveTo>
                    <a:pt x="1660" y="652"/>
                  </a:moveTo>
                  <a:lnTo>
                    <a:pt x="1660" y="672"/>
                  </a:lnTo>
                  <a:lnTo>
                    <a:pt x="1680" y="672"/>
                  </a:lnTo>
                  <a:lnTo>
                    <a:pt x="1660" y="652"/>
                  </a:lnTo>
                  <a:close/>
                  <a:moveTo>
                    <a:pt x="2253" y="692"/>
                  </a:moveTo>
                  <a:lnTo>
                    <a:pt x="2253" y="692"/>
                  </a:lnTo>
                  <a:lnTo>
                    <a:pt x="2253" y="692"/>
                  </a:lnTo>
                  <a:close/>
                  <a:moveTo>
                    <a:pt x="2470" y="692"/>
                  </a:moveTo>
                  <a:lnTo>
                    <a:pt x="2470" y="692"/>
                  </a:lnTo>
                  <a:lnTo>
                    <a:pt x="2470" y="692"/>
                  </a:lnTo>
                  <a:close/>
                  <a:moveTo>
                    <a:pt x="2253" y="692"/>
                  </a:moveTo>
                  <a:lnTo>
                    <a:pt x="2243" y="711"/>
                  </a:lnTo>
                  <a:lnTo>
                    <a:pt x="2253" y="692"/>
                  </a:lnTo>
                  <a:close/>
                  <a:moveTo>
                    <a:pt x="2243" y="711"/>
                  </a:moveTo>
                  <a:lnTo>
                    <a:pt x="2230" y="737"/>
                  </a:lnTo>
                  <a:lnTo>
                    <a:pt x="2233" y="731"/>
                  </a:lnTo>
                  <a:lnTo>
                    <a:pt x="2243" y="711"/>
                  </a:lnTo>
                  <a:close/>
                  <a:moveTo>
                    <a:pt x="2230" y="737"/>
                  </a:moveTo>
                  <a:lnTo>
                    <a:pt x="2218" y="761"/>
                  </a:lnTo>
                  <a:lnTo>
                    <a:pt x="2230" y="737"/>
                  </a:lnTo>
                  <a:close/>
                  <a:moveTo>
                    <a:pt x="2218" y="761"/>
                  </a:moveTo>
                  <a:lnTo>
                    <a:pt x="2213" y="771"/>
                  </a:lnTo>
                  <a:lnTo>
                    <a:pt x="2218" y="761"/>
                  </a:lnTo>
                  <a:close/>
                  <a:moveTo>
                    <a:pt x="2213" y="771"/>
                  </a:moveTo>
                  <a:lnTo>
                    <a:pt x="2204" y="789"/>
                  </a:lnTo>
                  <a:lnTo>
                    <a:pt x="2213" y="771"/>
                  </a:lnTo>
                  <a:close/>
                  <a:moveTo>
                    <a:pt x="2371" y="731"/>
                  </a:moveTo>
                  <a:lnTo>
                    <a:pt x="2332" y="790"/>
                  </a:lnTo>
                  <a:lnTo>
                    <a:pt x="2371" y="751"/>
                  </a:lnTo>
                  <a:lnTo>
                    <a:pt x="2391" y="731"/>
                  </a:lnTo>
                  <a:close/>
                  <a:moveTo>
                    <a:pt x="2401" y="850"/>
                  </a:moveTo>
                  <a:lnTo>
                    <a:pt x="2391" y="869"/>
                  </a:lnTo>
                  <a:lnTo>
                    <a:pt x="2391" y="869"/>
                  </a:lnTo>
                  <a:lnTo>
                    <a:pt x="2411" y="850"/>
                  </a:lnTo>
                  <a:close/>
                  <a:moveTo>
                    <a:pt x="2272" y="929"/>
                  </a:moveTo>
                  <a:lnTo>
                    <a:pt x="2246" y="968"/>
                  </a:lnTo>
                  <a:lnTo>
                    <a:pt x="2253" y="968"/>
                  </a:lnTo>
                  <a:lnTo>
                    <a:pt x="2272" y="929"/>
                  </a:lnTo>
                  <a:close/>
                  <a:moveTo>
                    <a:pt x="2238" y="968"/>
                  </a:moveTo>
                  <a:lnTo>
                    <a:pt x="2233" y="988"/>
                  </a:lnTo>
                  <a:lnTo>
                    <a:pt x="2246" y="968"/>
                  </a:lnTo>
                  <a:close/>
                  <a:moveTo>
                    <a:pt x="80" y="988"/>
                  </a:moveTo>
                  <a:lnTo>
                    <a:pt x="80" y="988"/>
                  </a:lnTo>
                  <a:lnTo>
                    <a:pt x="80" y="988"/>
                  </a:lnTo>
                  <a:lnTo>
                    <a:pt x="67" y="1027"/>
                  </a:lnTo>
                  <a:lnTo>
                    <a:pt x="80" y="988"/>
                  </a:lnTo>
                  <a:close/>
                  <a:moveTo>
                    <a:pt x="67" y="1027"/>
                  </a:moveTo>
                  <a:lnTo>
                    <a:pt x="62" y="1043"/>
                  </a:lnTo>
                  <a:lnTo>
                    <a:pt x="67" y="1027"/>
                  </a:lnTo>
                  <a:close/>
                  <a:moveTo>
                    <a:pt x="2312" y="1027"/>
                  </a:moveTo>
                  <a:lnTo>
                    <a:pt x="2292" y="1067"/>
                  </a:lnTo>
                  <a:lnTo>
                    <a:pt x="2312" y="1047"/>
                  </a:lnTo>
                  <a:lnTo>
                    <a:pt x="2312" y="1027"/>
                  </a:lnTo>
                  <a:close/>
                  <a:moveTo>
                    <a:pt x="1858" y="1087"/>
                  </a:moveTo>
                  <a:lnTo>
                    <a:pt x="1838" y="1146"/>
                  </a:lnTo>
                  <a:lnTo>
                    <a:pt x="1858" y="1126"/>
                  </a:lnTo>
                  <a:lnTo>
                    <a:pt x="1858" y="1146"/>
                  </a:lnTo>
                  <a:lnTo>
                    <a:pt x="1877" y="1106"/>
                  </a:lnTo>
                  <a:lnTo>
                    <a:pt x="1877" y="1087"/>
                  </a:lnTo>
                  <a:close/>
                  <a:moveTo>
                    <a:pt x="179" y="1264"/>
                  </a:moveTo>
                  <a:lnTo>
                    <a:pt x="179" y="1264"/>
                  </a:lnTo>
                  <a:lnTo>
                    <a:pt x="179" y="1264"/>
                  </a:lnTo>
                  <a:close/>
                  <a:moveTo>
                    <a:pt x="100" y="1284"/>
                  </a:moveTo>
                  <a:lnTo>
                    <a:pt x="100" y="1284"/>
                  </a:lnTo>
                  <a:lnTo>
                    <a:pt x="100" y="1284"/>
                  </a:lnTo>
                  <a:close/>
                  <a:moveTo>
                    <a:pt x="2154" y="1245"/>
                  </a:moveTo>
                  <a:lnTo>
                    <a:pt x="2154" y="1264"/>
                  </a:lnTo>
                  <a:lnTo>
                    <a:pt x="2138" y="1304"/>
                  </a:lnTo>
                  <a:lnTo>
                    <a:pt x="2174" y="1245"/>
                  </a:lnTo>
                  <a:close/>
                  <a:moveTo>
                    <a:pt x="2138" y="1304"/>
                  </a:moveTo>
                  <a:lnTo>
                    <a:pt x="2138" y="1304"/>
                  </a:lnTo>
                  <a:lnTo>
                    <a:pt x="2138" y="1304"/>
                  </a:lnTo>
                  <a:close/>
                  <a:moveTo>
                    <a:pt x="2174" y="1304"/>
                  </a:moveTo>
                  <a:lnTo>
                    <a:pt x="2174" y="1304"/>
                  </a:lnTo>
                  <a:lnTo>
                    <a:pt x="2174" y="1304"/>
                  </a:lnTo>
                  <a:close/>
                  <a:moveTo>
                    <a:pt x="2174" y="1304"/>
                  </a:moveTo>
                  <a:lnTo>
                    <a:pt x="2174" y="1304"/>
                  </a:lnTo>
                  <a:lnTo>
                    <a:pt x="2174" y="1304"/>
                  </a:lnTo>
                  <a:close/>
                  <a:moveTo>
                    <a:pt x="2174" y="1304"/>
                  </a:moveTo>
                  <a:lnTo>
                    <a:pt x="2168" y="1327"/>
                  </a:lnTo>
                  <a:lnTo>
                    <a:pt x="2174" y="1314"/>
                  </a:lnTo>
                  <a:lnTo>
                    <a:pt x="2174" y="1304"/>
                  </a:lnTo>
                  <a:close/>
                  <a:moveTo>
                    <a:pt x="2450" y="672"/>
                  </a:moveTo>
                  <a:lnTo>
                    <a:pt x="2411" y="731"/>
                  </a:lnTo>
                  <a:lnTo>
                    <a:pt x="2411" y="711"/>
                  </a:lnTo>
                  <a:lnTo>
                    <a:pt x="2430" y="692"/>
                  </a:lnTo>
                  <a:lnTo>
                    <a:pt x="2430" y="692"/>
                  </a:lnTo>
                  <a:lnTo>
                    <a:pt x="2391" y="711"/>
                  </a:lnTo>
                  <a:lnTo>
                    <a:pt x="2391" y="751"/>
                  </a:lnTo>
                  <a:lnTo>
                    <a:pt x="2371" y="771"/>
                  </a:lnTo>
                  <a:lnTo>
                    <a:pt x="2351" y="790"/>
                  </a:lnTo>
                  <a:lnTo>
                    <a:pt x="2312" y="869"/>
                  </a:lnTo>
                  <a:lnTo>
                    <a:pt x="2312" y="869"/>
                  </a:lnTo>
                  <a:lnTo>
                    <a:pt x="2332" y="790"/>
                  </a:lnTo>
                  <a:lnTo>
                    <a:pt x="2332" y="771"/>
                  </a:lnTo>
                  <a:lnTo>
                    <a:pt x="2292" y="850"/>
                  </a:lnTo>
                  <a:lnTo>
                    <a:pt x="2253" y="889"/>
                  </a:lnTo>
                  <a:lnTo>
                    <a:pt x="2272" y="909"/>
                  </a:lnTo>
                  <a:lnTo>
                    <a:pt x="2272" y="889"/>
                  </a:lnTo>
                  <a:lnTo>
                    <a:pt x="2292" y="869"/>
                  </a:lnTo>
                  <a:lnTo>
                    <a:pt x="2272" y="929"/>
                  </a:lnTo>
                  <a:lnTo>
                    <a:pt x="2292" y="889"/>
                  </a:lnTo>
                  <a:lnTo>
                    <a:pt x="2292" y="909"/>
                  </a:lnTo>
                  <a:lnTo>
                    <a:pt x="2272" y="948"/>
                  </a:lnTo>
                  <a:lnTo>
                    <a:pt x="2272" y="948"/>
                  </a:lnTo>
                  <a:lnTo>
                    <a:pt x="2292" y="929"/>
                  </a:lnTo>
                  <a:lnTo>
                    <a:pt x="2292" y="929"/>
                  </a:lnTo>
                  <a:lnTo>
                    <a:pt x="2233" y="1087"/>
                  </a:lnTo>
                  <a:lnTo>
                    <a:pt x="2174" y="1245"/>
                  </a:lnTo>
                  <a:lnTo>
                    <a:pt x="2193" y="1245"/>
                  </a:lnTo>
                  <a:lnTo>
                    <a:pt x="2213" y="1225"/>
                  </a:lnTo>
                  <a:lnTo>
                    <a:pt x="2174" y="1314"/>
                  </a:lnTo>
                  <a:lnTo>
                    <a:pt x="2174" y="1343"/>
                  </a:lnTo>
                  <a:lnTo>
                    <a:pt x="2174" y="1363"/>
                  </a:lnTo>
                  <a:lnTo>
                    <a:pt x="2213" y="1324"/>
                  </a:lnTo>
                  <a:lnTo>
                    <a:pt x="2193" y="1324"/>
                  </a:lnTo>
                  <a:lnTo>
                    <a:pt x="2253" y="1245"/>
                  </a:lnTo>
                  <a:lnTo>
                    <a:pt x="2253" y="1225"/>
                  </a:lnTo>
                  <a:lnTo>
                    <a:pt x="2233" y="1225"/>
                  </a:lnTo>
                  <a:lnTo>
                    <a:pt x="2272" y="1166"/>
                  </a:lnTo>
                  <a:lnTo>
                    <a:pt x="2292" y="1067"/>
                  </a:lnTo>
                  <a:lnTo>
                    <a:pt x="2292" y="1027"/>
                  </a:lnTo>
                  <a:lnTo>
                    <a:pt x="2292" y="1008"/>
                  </a:lnTo>
                  <a:lnTo>
                    <a:pt x="2312" y="968"/>
                  </a:lnTo>
                  <a:lnTo>
                    <a:pt x="2292" y="988"/>
                  </a:lnTo>
                  <a:lnTo>
                    <a:pt x="2292" y="988"/>
                  </a:lnTo>
                  <a:lnTo>
                    <a:pt x="2351" y="869"/>
                  </a:lnTo>
                  <a:lnTo>
                    <a:pt x="2371" y="869"/>
                  </a:lnTo>
                  <a:lnTo>
                    <a:pt x="2351" y="889"/>
                  </a:lnTo>
                  <a:lnTo>
                    <a:pt x="2312" y="968"/>
                  </a:lnTo>
                  <a:lnTo>
                    <a:pt x="2332" y="968"/>
                  </a:lnTo>
                  <a:lnTo>
                    <a:pt x="2351" y="929"/>
                  </a:lnTo>
                  <a:lnTo>
                    <a:pt x="2351" y="909"/>
                  </a:lnTo>
                  <a:lnTo>
                    <a:pt x="2391" y="850"/>
                  </a:lnTo>
                  <a:lnTo>
                    <a:pt x="2401" y="850"/>
                  </a:lnTo>
                  <a:lnTo>
                    <a:pt x="2411" y="830"/>
                  </a:lnTo>
                  <a:lnTo>
                    <a:pt x="2450" y="751"/>
                  </a:lnTo>
                  <a:lnTo>
                    <a:pt x="2470" y="692"/>
                  </a:lnTo>
                  <a:lnTo>
                    <a:pt x="2430" y="771"/>
                  </a:lnTo>
                  <a:lnTo>
                    <a:pt x="2430" y="751"/>
                  </a:lnTo>
                  <a:lnTo>
                    <a:pt x="2450" y="672"/>
                  </a:lnTo>
                  <a:close/>
                  <a:moveTo>
                    <a:pt x="1717" y="1387"/>
                  </a:moveTo>
                  <a:lnTo>
                    <a:pt x="1709" y="1403"/>
                  </a:lnTo>
                  <a:lnTo>
                    <a:pt x="1717" y="1387"/>
                  </a:lnTo>
                  <a:close/>
                  <a:moveTo>
                    <a:pt x="1917" y="1264"/>
                  </a:moveTo>
                  <a:lnTo>
                    <a:pt x="1838" y="1403"/>
                  </a:lnTo>
                  <a:lnTo>
                    <a:pt x="1877" y="1324"/>
                  </a:lnTo>
                  <a:lnTo>
                    <a:pt x="1877" y="1304"/>
                  </a:lnTo>
                  <a:lnTo>
                    <a:pt x="1897" y="1264"/>
                  </a:lnTo>
                  <a:close/>
                  <a:moveTo>
                    <a:pt x="1709" y="1403"/>
                  </a:moveTo>
                  <a:lnTo>
                    <a:pt x="1709" y="1403"/>
                  </a:lnTo>
                  <a:lnTo>
                    <a:pt x="1709" y="1403"/>
                  </a:lnTo>
                  <a:close/>
                  <a:moveTo>
                    <a:pt x="2138" y="1304"/>
                  </a:moveTo>
                  <a:lnTo>
                    <a:pt x="2114" y="1343"/>
                  </a:lnTo>
                  <a:lnTo>
                    <a:pt x="2075" y="1403"/>
                  </a:lnTo>
                  <a:lnTo>
                    <a:pt x="2114" y="1363"/>
                  </a:lnTo>
                  <a:lnTo>
                    <a:pt x="2138" y="1304"/>
                  </a:lnTo>
                  <a:close/>
                  <a:moveTo>
                    <a:pt x="2168" y="1327"/>
                  </a:moveTo>
                  <a:lnTo>
                    <a:pt x="2134" y="1403"/>
                  </a:lnTo>
                  <a:lnTo>
                    <a:pt x="2154" y="1383"/>
                  </a:lnTo>
                  <a:lnTo>
                    <a:pt x="2168" y="1327"/>
                  </a:lnTo>
                  <a:close/>
                  <a:moveTo>
                    <a:pt x="692" y="1442"/>
                  </a:moveTo>
                  <a:lnTo>
                    <a:pt x="692" y="1442"/>
                  </a:lnTo>
                  <a:lnTo>
                    <a:pt x="692" y="1442"/>
                  </a:lnTo>
                  <a:close/>
                  <a:moveTo>
                    <a:pt x="988" y="1363"/>
                  </a:moveTo>
                  <a:lnTo>
                    <a:pt x="969" y="1383"/>
                  </a:lnTo>
                  <a:lnTo>
                    <a:pt x="929" y="1442"/>
                  </a:lnTo>
                  <a:lnTo>
                    <a:pt x="929" y="1452"/>
                  </a:lnTo>
                  <a:lnTo>
                    <a:pt x="949" y="1422"/>
                  </a:lnTo>
                  <a:lnTo>
                    <a:pt x="969" y="1403"/>
                  </a:lnTo>
                  <a:lnTo>
                    <a:pt x="988" y="1363"/>
                  </a:lnTo>
                  <a:close/>
                  <a:moveTo>
                    <a:pt x="1146" y="1442"/>
                  </a:moveTo>
                  <a:lnTo>
                    <a:pt x="1140" y="1462"/>
                  </a:lnTo>
                  <a:lnTo>
                    <a:pt x="1146" y="1462"/>
                  </a:lnTo>
                  <a:lnTo>
                    <a:pt x="1146" y="1442"/>
                  </a:lnTo>
                  <a:close/>
                  <a:moveTo>
                    <a:pt x="1087" y="1383"/>
                  </a:moveTo>
                  <a:lnTo>
                    <a:pt x="1048" y="1482"/>
                  </a:lnTo>
                  <a:lnTo>
                    <a:pt x="1067" y="1442"/>
                  </a:lnTo>
                  <a:lnTo>
                    <a:pt x="1087" y="1383"/>
                  </a:lnTo>
                  <a:close/>
                  <a:moveTo>
                    <a:pt x="2095" y="1403"/>
                  </a:moveTo>
                  <a:lnTo>
                    <a:pt x="2075" y="1422"/>
                  </a:lnTo>
                  <a:lnTo>
                    <a:pt x="2055" y="1482"/>
                  </a:lnTo>
                  <a:lnTo>
                    <a:pt x="2055" y="1482"/>
                  </a:lnTo>
                  <a:lnTo>
                    <a:pt x="2095" y="1403"/>
                  </a:lnTo>
                  <a:close/>
                  <a:moveTo>
                    <a:pt x="1048" y="1482"/>
                  </a:moveTo>
                  <a:lnTo>
                    <a:pt x="1048" y="1482"/>
                  </a:lnTo>
                  <a:lnTo>
                    <a:pt x="1048" y="1482"/>
                  </a:lnTo>
                  <a:close/>
                  <a:moveTo>
                    <a:pt x="1067" y="1482"/>
                  </a:moveTo>
                  <a:lnTo>
                    <a:pt x="1067" y="1482"/>
                  </a:lnTo>
                  <a:lnTo>
                    <a:pt x="1067" y="1482"/>
                  </a:lnTo>
                  <a:close/>
                  <a:moveTo>
                    <a:pt x="969" y="1482"/>
                  </a:moveTo>
                  <a:lnTo>
                    <a:pt x="969" y="1482"/>
                  </a:lnTo>
                  <a:lnTo>
                    <a:pt x="969" y="1482"/>
                  </a:lnTo>
                  <a:close/>
                  <a:moveTo>
                    <a:pt x="1522" y="1475"/>
                  </a:moveTo>
                  <a:lnTo>
                    <a:pt x="1488" y="1498"/>
                  </a:lnTo>
                  <a:lnTo>
                    <a:pt x="1488" y="1498"/>
                  </a:lnTo>
                  <a:lnTo>
                    <a:pt x="1487" y="1499"/>
                  </a:lnTo>
                  <a:lnTo>
                    <a:pt x="1487" y="1499"/>
                  </a:lnTo>
                  <a:lnTo>
                    <a:pt x="1522" y="1482"/>
                  </a:lnTo>
                  <a:lnTo>
                    <a:pt x="1522" y="1475"/>
                  </a:lnTo>
                  <a:close/>
                  <a:moveTo>
                    <a:pt x="1305" y="1422"/>
                  </a:moveTo>
                  <a:lnTo>
                    <a:pt x="1305" y="1442"/>
                  </a:lnTo>
                  <a:lnTo>
                    <a:pt x="1285" y="1482"/>
                  </a:lnTo>
                  <a:lnTo>
                    <a:pt x="1265" y="1501"/>
                  </a:lnTo>
                  <a:lnTo>
                    <a:pt x="1305" y="1422"/>
                  </a:lnTo>
                  <a:close/>
                  <a:moveTo>
                    <a:pt x="1146" y="1482"/>
                  </a:moveTo>
                  <a:lnTo>
                    <a:pt x="1146" y="1501"/>
                  </a:lnTo>
                  <a:lnTo>
                    <a:pt x="1166" y="1501"/>
                  </a:lnTo>
                  <a:lnTo>
                    <a:pt x="1166" y="1482"/>
                  </a:lnTo>
                  <a:close/>
                  <a:moveTo>
                    <a:pt x="521" y="1508"/>
                  </a:moveTo>
                  <a:lnTo>
                    <a:pt x="514" y="1521"/>
                  </a:lnTo>
                  <a:lnTo>
                    <a:pt x="514" y="1541"/>
                  </a:lnTo>
                  <a:lnTo>
                    <a:pt x="521" y="1508"/>
                  </a:lnTo>
                  <a:close/>
                  <a:moveTo>
                    <a:pt x="761" y="1541"/>
                  </a:moveTo>
                  <a:lnTo>
                    <a:pt x="760" y="1543"/>
                  </a:lnTo>
                  <a:lnTo>
                    <a:pt x="760" y="1543"/>
                  </a:lnTo>
                  <a:lnTo>
                    <a:pt x="761" y="1541"/>
                  </a:lnTo>
                  <a:close/>
                  <a:moveTo>
                    <a:pt x="969" y="1442"/>
                  </a:moveTo>
                  <a:lnTo>
                    <a:pt x="949" y="1462"/>
                  </a:lnTo>
                  <a:lnTo>
                    <a:pt x="929" y="1462"/>
                  </a:lnTo>
                  <a:lnTo>
                    <a:pt x="929" y="1452"/>
                  </a:lnTo>
                  <a:lnTo>
                    <a:pt x="909" y="1482"/>
                  </a:lnTo>
                  <a:lnTo>
                    <a:pt x="890" y="1561"/>
                  </a:lnTo>
                  <a:lnTo>
                    <a:pt x="909" y="1541"/>
                  </a:lnTo>
                  <a:lnTo>
                    <a:pt x="929" y="1521"/>
                  </a:lnTo>
                  <a:lnTo>
                    <a:pt x="929" y="1541"/>
                  </a:lnTo>
                  <a:lnTo>
                    <a:pt x="969" y="1442"/>
                  </a:lnTo>
                  <a:close/>
                  <a:moveTo>
                    <a:pt x="1364" y="1501"/>
                  </a:moveTo>
                  <a:lnTo>
                    <a:pt x="1324" y="1541"/>
                  </a:lnTo>
                  <a:lnTo>
                    <a:pt x="1324" y="1561"/>
                  </a:lnTo>
                  <a:lnTo>
                    <a:pt x="1344" y="1541"/>
                  </a:lnTo>
                  <a:lnTo>
                    <a:pt x="1364" y="1501"/>
                  </a:lnTo>
                  <a:close/>
                  <a:moveTo>
                    <a:pt x="1818" y="1541"/>
                  </a:moveTo>
                  <a:lnTo>
                    <a:pt x="1818" y="1561"/>
                  </a:lnTo>
                  <a:lnTo>
                    <a:pt x="1825" y="1554"/>
                  </a:lnTo>
                  <a:lnTo>
                    <a:pt x="1825" y="1554"/>
                  </a:lnTo>
                  <a:lnTo>
                    <a:pt x="1818" y="1541"/>
                  </a:lnTo>
                  <a:close/>
                  <a:moveTo>
                    <a:pt x="1739" y="1383"/>
                  </a:moveTo>
                  <a:lnTo>
                    <a:pt x="1719" y="1403"/>
                  </a:lnTo>
                  <a:lnTo>
                    <a:pt x="1700" y="1422"/>
                  </a:lnTo>
                  <a:lnTo>
                    <a:pt x="1709" y="1403"/>
                  </a:lnTo>
                  <a:lnTo>
                    <a:pt x="1660" y="1501"/>
                  </a:lnTo>
                  <a:lnTo>
                    <a:pt x="1640" y="1482"/>
                  </a:lnTo>
                  <a:lnTo>
                    <a:pt x="1640" y="1501"/>
                  </a:lnTo>
                  <a:lnTo>
                    <a:pt x="1621" y="1600"/>
                  </a:lnTo>
                  <a:lnTo>
                    <a:pt x="1660" y="1521"/>
                  </a:lnTo>
                  <a:lnTo>
                    <a:pt x="1700" y="1501"/>
                  </a:lnTo>
                  <a:lnTo>
                    <a:pt x="1719" y="1442"/>
                  </a:lnTo>
                  <a:lnTo>
                    <a:pt x="1759" y="1403"/>
                  </a:lnTo>
                  <a:lnTo>
                    <a:pt x="1759" y="1383"/>
                  </a:lnTo>
                  <a:close/>
                  <a:moveTo>
                    <a:pt x="238" y="0"/>
                  </a:moveTo>
                  <a:lnTo>
                    <a:pt x="198" y="60"/>
                  </a:lnTo>
                  <a:lnTo>
                    <a:pt x="198" y="79"/>
                  </a:lnTo>
                  <a:lnTo>
                    <a:pt x="179" y="119"/>
                  </a:lnTo>
                  <a:lnTo>
                    <a:pt x="159" y="139"/>
                  </a:lnTo>
                  <a:lnTo>
                    <a:pt x="100" y="297"/>
                  </a:lnTo>
                  <a:lnTo>
                    <a:pt x="40" y="455"/>
                  </a:lnTo>
                  <a:lnTo>
                    <a:pt x="60" y="455"/>
                  </a:lnTo>
                  <a:lnTo>
                    <a:pt x="40" y="514"/>
                  </a:lnTo>
                  <a:lnTo>
                    <a:pt x="21" y="553"/>
                  </a:lnTo>
                  <a:lnTo>
                    <a:pt x="21" y="573"/>
                  </a:lnTo>
                  <a:lnTo>
                    <a:pt x="40" y="553"/>
                  </a:lnTo>
                  <a:lnTo>
                    <a:pt x="40" y="573"/>
                  </a:lnTo>
                  <a:lnTo>
                    <a:pt x="40" y="593"/>
                  </a:lnTo>
                  <a:lnTo>
                    <a:pt x="60" y="573"/>
                  </a:lnTo>
                  <a:lnTo>
                    <a:pt x="60" y="573"/>
                  </a:lnTo>
                  <a:lnTo>
                    <a:pt x="40" y="632"/>
                  </a:lnTo>
                  <a:lnTo>
                    <a:pt x="1" y="692"/>
                  </a:lnTo>
                  <a:lnTo>
                    <a:pt x="1" y="711"/>
                  </a:lnTo>
                  <a:lnTo>
                    <a:pt x="21" y="711"/>
                  </a:lnTo>
                  <a:lnTo>
                    <a:pt x="40" y="692"/>
                  </a:lnTo>
                  <a:lnTo>
                    <a:pt x="40" y="731"/>
                  </a:lnTo>
                  <a:lnTo>
                    <a:pt x="21" y="771"/>
                  </a:lnTo>
                  <a:lnTo>
                    <a:pt x="1" y="830"/>
                  </a:lnTo>
                  <a:lnTo>
                    <a:pt x="40" y="751"/>
                  </a:lnTo>
                  <a:lnTo>
                    <a:pt x="40" y="771"/>
                  </a:lnTo>
                  <a:lnTo>
                    <a:pt x="80" y="692"/>
                  </a:lnTo>
                  <a:lnTo>
                    <a:pt x="80" y="711"/>
                  </a:lnTo>
                  <a:lnTo>
                    <a:pt x="60" y="751"/>
                  </a:lnTo>
                  <a:lnTo>
                    <a:pt x="21" y="810"/>
                  </a:lnTo>
                  <a:lnTo>
                    <a:pt x="21" y="850"/>
                  </a:lnTo>
                  <a:lnTo>
                    <a:pt x="40" y="850"/>
                  </a:lnTo>
                  <a:lnTo>
                    <a:pt x="21" y="889"/>
                  </a:lnTo>
                  <a:lnTo>
                    <a:pt x="1" y="948"/>
                  </a:lnTo>
                  <a:lnTo>
                    <a:pt x="21" y="948"/>
                  </a:lnTo>
                  <a:lnTo>
                    <a:pt x="40" y="909"/>
                  </a:lnTo>
                  <a:lnTo>
                    <a:pt x="60" y="909"/>
                  </a:lnTo>
                  <a:lnTo>
                    <a:pt x="40" y="929"/>
                  </a:lnTo>
                  <a:lnTo>
                    <a:pt x="40" y="948"/>
                  </a:lnTo>
                  <a:lnTo>
                    <a:pt x="40" y="968"/>
                  </a:lnTo>
                  <a:lnTo>
                    <a:pt x="60" y="948"/>
                  </a:lnTo>
                  <a:lnTo>
                    <a:pt x="60" y="948"/>
                  </a:lnTo>
                  <a:lnTo>
                    <a:pt x="40" y="1008"/>
                  </a:lnTo>
                  <a:lnTo>
                    <a:pt x="21" y="1067"/>
                  </a:lnTo>
                  <a:lnTo>
                    <a:pt x="40" y="1027"/>
                  </a:lnTo>
                  <a:lnTo>
                    <a:pt x="60" y="1027"/>
                  </a:lnTo>
                  <a:lnTo>
                    <a:pt x="80" y="988"/>
                  </a:lnTo>
                  <a:lnTo>
                    <a:pt x="80" y="988"/>
                  </a:lnTo>
                  <a:lnTo>
                    <a:pt x="100" y="929"/>
                  </a:lnTo>
                  <a:lnTo>
                    <a:pt x="139" y="889"/>
                  </a:lnTo>
                  <a:lnTo>
                    <a:pt x="159" y="869"/>
                  </a:lnTo>
                  <a:lnTo>
                    <a:pt x="119" y="968"/>
                  </a:lnTo>
                  <a:lnTo>
                    <a:pt x="60" y="1087"/>
                  </a:lnTo>
                  <a:lnTo>
                    <a:pt x="100" y="1047"/>
                  </a:lnTo>
                  <a:lnTo>
                    <a:pt x="80" y="1087"/>
                  </a:lnTo>
                  <a:lnTo>
                    <a:pt x="80" y="1126"/>
                  </a:lnTo>
                  <a:lnTo>
                    <a:pt x="60" y="1166"/>
                  </a:lnTo>
                  <a:lnTo>
                    <a:pt x="60" y="1205"/>
                  </a:lnTo>
                  <a:lnTo>
                    <a:pt x="60" y="1225"/>
                  </a:lnTo>
                  <a:lnTo>
                    <a:pt x="100" y="1166"/>
                  </a:lnTo>
                  <a:lnTo>
                    <a:pt x="100" y="1166"/>
                  </a:lnTo>
                  <a:lnTo>
                    <a:pt x="80" y="1205"/>
                  </a:lnTo>
                  <a:lnTo>
                    <a:pt x="80" y="1225"/>
                  </a:lnTo>
                  <a:lnTo>
                    <a:pt x="100" y="1225"/>
                  </a:lnTo>
                  <a:lnTo>
                    <a:pt x="100" y="1264"/>
                  </a:lnTo>
                  <a:lnTo>
                    <a:pt x="100" y="1284"/>
                  </a:lnTo>
                  <a:lnTo>
                    <a:pt x="139" y="1185"/>
                  </a:lnTo>
                  <a:lnTo>
                    <a:pt x="139" y="1225"/>
                  </a:lnTo>
                  <a:lnTo>
                    <a:pt x="119" y="1284"/>
                  </a:lnTo>
                  <a:lnTo>
                    <a:pt x="198" y="1126"/>
                  </a:lnTo>
                  <a:lnTo>
                    <a:pt x="179" y="1185"/>
                  </a:lnTo>
                  <a:lnTo>
                    <a:pt x="159" y="1264"/>
                  </a:lnTo>
                  <a:lnTo>
                    <a:pt x="159" y="1245"/>
                  </a:lnTo>
                  <a:lnTo>
                    <a:pt x="139" y="1304"/>
                  </a:lnTo>
                  <a:lnTo>
                    <a:pt x="119" y="1343"/>
                  </a:lnTo>
                  <a:lnTo>
                    <a:pt x="139" y="1343"/>
                  </a:lnTo>
                  <a:lnTo>
                    <a:pt x="139" y="1363"/>
                  </a:lnTo>
                  <a:lnTo>
                    <a:pt x="159" y="1304"/>
                  </a:lnTo>
                  <a:lnTo>
                    <a:pt x="179" y="1264"/>
                  </a:lnTo>
                  <a:lnTo>
                    <a:pt x="165" y="1284"/>
                  </a:lnTo>
                  <a:lnTo>
                    <a:pt x="179" y="1245"/>
                  </a:lnTo>
                  <a:lnTo>
                    <a:pt x="218" y="1185"/>
                  </a:lnTo>
                  <a:lnTo>
                    <a:pt x="277" y="1106"/>
                  </a:lnTo>
                  <a:lnTo>
                    <a:pt x="258" y="1146"/>
                  </a:lnTo>
                  <a:lnTo>
                    <a:pt x="218" y="1264"/>
                  </a:lnTo>
                  <a:lnTo>
                    <a:pt x="238" y="1245"/>
                  </a:lnTo>
                  <a:lnTo>
                    <a:pt x="238" y="1264"/>
                  </a:lnTo>
                  <a:lnTo>
                    <a:pt x="218" y="1324"/>
                  </a:lnTo>
                  <a:lnTo>
                    <a:pt x="258" y="1225"/>
                  </a:lnTo>
                  <a:lnTo>
                    <a:pt x="277" y="1225"/>
                  </a:lnTo>
                  <a:lnTo>
                    <a:pt x="258" y="1245"/>
                  </a:lnTo>
                  <a:lnTo>
                    <a:pt x="238" y="1304"/>
                  </a:lnTo>
                  <a:lnTo>
                    <a:pt x="258" y="1324"/>
                  </a:lnTo>
                  <a:lnTo>
                    <a:pt x="258" y="1363"/>
                  </a:lnTo>
                  <a:lnTo>
                    <a:pt x="258" y="1383"/>
                  </a:lnTo>
                  <a:lnTo>
                    <a:pt x="277" y="1383"/>
                  </a:lnTo>
                  <a:lnTo>
                    <a:pt x="291" y="1330"/>
                  </a:lnTo>
                  <a:lnTo>
                    <a:pt x="317" y="1264"/>
                  </a:lnTo>
                  <a:lnTo>
                    <a:pt x="356" y="1199"/>
                  </a:lnTo>
                  <a:lnTo>
                    <a:pt x="356" y="1205"/>
                  </a:lnTo>
                  <a:lnTo>
                    <a:pt x="376" y="1185"/>
                  </a:lnTo>
                  <a:lnTo>
                    <a:pt x="376" y="1166"/>
                  </a:lnTo>
                  <a:lnTo>
                    <a:pt x="396" y="1126"/>
                  </a:lnTo>
                  <a:lnTo>
                    <a:pt x="396" y="1166"/>
                  </a:lnTo>
                  <a:lnTo>
                    <a:pt x="376" y="1225"/>
                  </a:lnTo>
                  <a:lnTo>
                    <a:pt x="396" y="1205"/>
                  </a:lnTo>
                  <a:lnTo>
                    <a:pt x="396" y="1205"/>
                  </a:lnTo>
                  <a:lnTo>
                    <a:pt x="356" y="1284"/>
                  </a:lnTo>
                  <a:lnTo>
                    <a:pt x="337" y="1324"/>
                  </a:lnTo>
                  <a:lnTo>
                    <a:pt x="317" y="1383"/>
                  </a:lnTo>
                  <a:lnTo>
                    <a:pt x="337" y="1363"/>
                  </a:lnTo>
                  <a:lnTo>
                    <a:pt x="297" y="1442"/>
                  </a:lnTo>
                  <a:lnTo>
                    <a:pt x="317" y="1442"/>
                  </a:lnTo>
                  <a:lnTo>
                    <a:pt x="317" y="1462"/>
                  </a:lnTo>
                  <a:lnTo>
                    <a:pt x="337" y="1383"/>
                  </a:lnTo>
                  <a:lnTo>
                    <a:pt x="337" y="1442"/>
                  </a:lnTo>
                  <a:lnTo>
                    <a:pt x="356" y="1482"/>
                  </a:lnTo>
                  <a:lnTo>
                    <a:pt x="376" y="1422"/>
                  </a:lnTo>
                  <a:lnTo>
                    <a:pt x="396" y="1403"/>
                  </a:lnTo>
                  <a:lnTo>
                    <a:pt x="396" y="1403"/>
                  </a:lnTo>
                  <a:lnTo>
                    <a:pt x="376" y="1442"/>
                  </a:lnTo>
                  <a:lnTo>
                    <a:pt x="376" y="1482"/>
                  </a:lnTo>
                  <a:lnTo>
                    <a:pt x="416" y="1442"/>
                  </a:lnTo>
                  <a:lnTo>
                    <a:pt x="455" y="1363"/>
                  </a:lnTo>
                  <a:lnTo>
                    <a:pt x="455" y="1403"/>
                  </a:lnTo>
                  <a:lnTo>
                    <a:pt x="455" y="1442"/>
                  </a:lnTo>
                  <a:lnTo>
                    <a:pt x="475" y="1462"/>
                  </a:lnTo>
                  <a:lnTo>
                    <a:pt x="574" y="1284"/>
                  </a:lnTo>
                  <a:lnTo>
                    <a:pt x="633" y="1166"/>
                  </a:lnTo>
                  <a:lnTo>
                    <a:pt x="672" y="1067"/>
                  </a:lnTo>
                  <a:lnTo>
                    <a:pt x="672" y="1126"/>
                  </a:lnTo>
                  <a:lnTo>
                    <a:pt x="653" y="1166"/>
                  </a:lnTo>
                  <a:lnTo>
                    <a:pt x="633" y="1245"/>
                  </a:lnTo>
                  <a:lnTo>
                    <a:pt x="633" y="1225"/>
                  </a:lnTo>
                  <a:lnTo>
                    <a:pt x="593" y="1383"/>
                  </a:lnTo>
                  <a:lnTo>
                    <a:pt x="554" y="1422"/>
                  </a:lnTo>
                  <a:lnTo>
                    <a:pt x="574" y="1363"/>
                  </a:lnTo>
                  <a:lnTo>
                    <a:pt x="534" y="1442"/>
                  </a:lnTo>
                  <a:lnTo>
                    <a:pt x="521" y="1508"/>
                  </a:lnTo>
                  <a:lnTo>
                    <a:pt x="534" y="1482"/>
                  </a:lnTo>
                  <a:lnTo>
                    <a:pt x="534" y="1541"/>
                  </a:lnTo>
                  <a:lnTo>
                    <a:pt x="554" y="1521"/>
                  </a:lnTo>
                  <a:lnTo>
                    <a:pt x="554" y="1541"/>
                  </a:lnTo>
                  <a:lnTo>
                    <a:pt x="593" y="1462"/>
                  </a:lnTo>
                  <a:lnTo>
                    <a:pt x="593" y="1482"/>
                  </a:lnTo>
                  <a:lnTo>
                    <a:pt x="574" y="1521"/>
                  </a:lnTo>
                  <a:lnTo>
                    <a:pt x="613" y="1501"/>
                  </a:lnTo>
                  <a:lnTo>
                    <a:pt x="653" y="1422"/>
                  </a:lnTo>
                  <a:lnTo>
                    <a:pt x="686" y="1357"/>
                  </a:lnTo>
                  <a:lnTo>
                    <a:pt x="686" y="1357"/>
                  </a:lnTo>
                  <a:lnTo>
                    <a:pt x="712" y="1343"/>
                  </a:lnTo>
                  <a:lnTo>
                    <a:pt x="692" y="1403"/>
                  </a:lnTo>
                  <a:lnTo>
                    <a:pt x="672" y="1403"/>
                  </a:lnTo>
                  <a:lnTo>
                    <a:pt x="672" y="1422"/>
                  </a:lnTo>
                  <a:lnTo>
                    <a:pt x="692" y="1422"/>
                  </a:lnTo>
                  <a:lnTo>
                    <a:pt x="732" y="1363"/>
                  </a:lnTo>
                  <a:lnTo>
                    <a:pt x="732" y="1383"/>
                  </a:lnTo>
                  <a:lnTo>
                    <a:pt x="672" y="1501"/>
                  </a:lnTo>
                  <a:lnTo>
                    <a:pt x="692" y="1442"/>
                  </a:lnTo>
                  <a:lnTo>
                    <a:pt x="653" y="1501"/>
                  </a:lnTo>
                  <a:lnTo>
                    <a:pt x="633" y="1521"/>
                  </a:lnTo>
                  <a:lnTo>
                    <a:pt x="653" y="1482"/>
                  </a:lnTo>
                  <a:lnTo>
                    <a:pt x="633" y="1482"/>
                  </a:lnTo>
                  <a:lnTo>
                    <a:pt x="613" y="1521"/>
                  </a:lnTo>
                  <a:lnTo>
                    <a:pt x="613" y="1541"/>
                  </a:lnTo>
                  <a:lnTo>
                    <a:pt x="633" y="1561"/>
                  </a:lnTo>
                  <a:lnTo>
                    <a:pt x="633" y="1580"/>
                  </a:lnTo>
                  <a:lnTo>
                    <a:pt x="692" y="1501"/>
                  </a:lnTo>
                  <a:lnTo>
                    <a:pt x="712" y="1442"/>
                  </a:lnTo>
                  <a:lnTo>
                    <a:pt x="751" y="1383"/>
                  </a:lnTo>
                  <a:lnTo>
                    <a:pt x="712" y="1482"/>
                  </a:lnTo>
                  <a:lnTo>
                    <a:pt x="712" y="1521"/>
                  </a:lnTo>
                  <a:lnTo>
                    <a:pt x="751" y="1442"/>
                  </a:lnTo>
                  <a:lnTo>
                    <a:pt x="791" y="1383"/>
                  </a:lnTo>
                  <a:lnTo>
                    <a:pt x="771" y="1403"/>
                  </a:lnTo>
                  <a:lnTo>
                    <a:pt x="771" y="1383"/>
                  </a:lnTo>
                  <a:lnTo>
                    <a:pt x="791" y="1343"/>
                  </a:lnTo>
                  <a:lnTo>
                    <a:pt x="811" y="1304"/>
                  </a:lnTo>
                  <a:lnTo>
                    <a:pt x="830" y="1264"/>
                  </a:lnTo>
                  <a:lnTo>
                    <a:pt x="830" y="1304"/>
                  </a:lnTo>
                  <a:lnTo>
                    <a:pt x="811" y="1363"/>
                  </a:lnTo>
                  <a:lnTo>
                    <a:pt x="732" y="1501"/>
                  </a:lnTo>
                  <a:lnTo>
                    <a:pt x="732" y="1521"/>
                  </a:lnTo>
                  <a:lnTo>
                    <a:pt x="732" y="1541"/>
                  </a:lnTo>
                  <a:lnTo>
                    <a:pt x="771" y="1442"/>
                  </a:lnTo>
                  <a:lnTo>
                    <a:pt x="811" y="1383"/>
                  </a:lnTo>
                  <a:lnTo>
                    <a:pt x="870" y="1324"/>
                  </a:lnTo>
                  <a:lnTo>
                    <a:pt x="811" y="1442"/>
                  </a:lnTo>
                  <a:lnTo>
                    <a:pt x="791" y="1482"/>
                  </a:lnTo>
                  <a:lnTo>
                    <a:pt x="761" y="1541"/>
                  </a:lnTo>
                  <a:lnTo>
                    <a:pt x="771" y="1521"/>
                  </a:lnTo>
                  <a:lnTo>
                    <a:pt x="791" y="1501"/>
                  </a:lnTo>
                  <a:lnTo>
                    <a:pt x="791" y="1541"/>
                  </a:lnTo>
                  <a:lnTo>
                    <a:pt x="830" y="1521"/>
                  </a:lnTo>
                  <a:lnTo>
                    <a:pt x="830" y="1482"/>
                  </a:lnTo>
                  <a:lnTo>
                    <a:pt x="850" y="1462"/>
                  </a:lnTo>
                  <a:lnTo>
                    <a:pt x="850" y="1482"/>
                  </a:lnTo>
                  <a:lnTo>
                    <a:pt x="850" y="1501"/>
                  </a:lnTo>
                  <a:lnTo>
                    <a:pt x="870" y="1482"/>
                  </a:lnTo>
                  <a:lnTo>
                    <a:pt x="890" y="1482"/>
                  </a:lnTo>
                  <a:lnTo>
                    <a:pt x="909" y="1462"/>
                  </a:lnTo>
                  <a:lnTo>
                    <a:pt x="890" y="1462"/>
                  </a:lnTo>
                  <a:lnTo>
                    <a:pt x="890" y="1442"/>
                  </a:lnTo>
                  <a:lnTo>
                    <a:pt x="909" y="1383"/>
                  </a:lnTo>
                  <a:lnTo>
                    <a:pt x="949" y="1343"/>
                  </a:lnTo>
                  <a:lnTo>
                    <a:pt x="969" y="1324"/>
                  </a:lnTo>
                  <a:lnTo>
                    <a:pt x="988" y="1324"/>
                  </a:lnTo>
                  <a:lnTo>
                    <a:pt x="988" y="1304"/>
                  </a:lnTo>
                  <a:lnTo>
                    <a:pt x="1008" y="1284"/>
                  </a:lnTo>
                  <a:lnTo>
                    <a:pt x="988" y="1363"/>
                  </a:lnTo>
                  <a:lnTo>
                    <a:pt x="1008" y="1343"/>
                  </a:lnTo>
                  <a:lnTo>
                    <a:pt x="988" y="1383"/>
                  </a:lnTo>
                  <a:lnTo>
                    <a:pt x="988" y="1403"/>
                  </a:lnTo>
                  <a:lnTo>
                    <a:pt x="1008" y="1383"/>
                  </a:lnTo>
                  <a:lnTo>
                    <a:pt x="1008" y="1383"/>
                  </a:lnTo>
                  <a:lnTo>
                    <a:pt x="988" y="1422"/>
                  </a:lnTo>
                  <a:lnTo>
                    <a:pt x="969" y="1482"/>
                  </a:lnTo>
                  <a:lnTo>
                    <a:pt x="1008" y="1422"/>
                  </a:lnTo>
                  <a:lnTo>
                    <a:pt x="1008" y="1442"/>
                  </a:lnTo>
                  <a:lnTo>
                    <a:pt x="1048" y="1403"/>
                  </a:lnTo>
                  <a:lnTo>
                    <a:pt x="1067" y="1343"/>
                  </a:lnTo>
                  <a:lnTo>
                    <a:pt x="1087" y="1284"/>
                  </a:lnTo>
                  <a:lnTo>
                    <a:pt x="1127" y="1284"/>
                  </a:lnTo>
                  <a:lnTo>
                    <a:pt x="1127" y="1324"/>
                  </a:lnTo>
                  <a:lnTo>
                    <a:pt x="1107" y="1363"/>
                  </a:lnTo>
                  <a:lnTo>
                    <a:pt x="1087" y="1383"/>
                  </a:lnTo>
                  <a:lnTo>
                    <a:pt x="1087" y="1422"/>
                  </a:lnTo>
                  <a:lnTo>
                    <a:pt x="1067" y="1482"/>
                  </a:lnTo>
                  <a:lnTo>
                    <a:pt x="1087" y="1442"/>
                  </a:lnTo>
                  <a:lnTo>
                    <a:pt x="1107" y="1422"/>
                  </a:lnTo>
                  <a:lnTo>
                    <a:pt x="1107" y="1422"/>
                  </a:lnTo>
                  <a:lnTo>
                    <a:pt x="1067" y="1521"/>
                  </a:lnTo>
                  <a:lnTo>
                    <a:pt x="1067" y="1541"/>
                  </a:lnTo>
                  <a:lnTo>
                    <a:pt x="1087" y="1501"/>
                  </a:lnTo>
                  <a:lnTo>
                    <a:pt x="1107" y="1462"/>
                  </a:lnTo>
                  <a:lnTo>
                    <a:pt x="1127" y="1442"/>
                  </a:lnTo>
                  <a:lnTo>
                    <a:pt x="1107" y="1482"/>
                  </a:lnTo>
                  <a:lnTo>
                    <a:pt x="1127" y="1482"/>
                  </a:lnTo>
                  <a:lnTo>
                    <a:pt x="1127" y="1501"/>
                  </a:lnTo>
                  <a:lnTo>
                    <a:pt x="1140" y="1462"/>
                  </a:lnTo>
                  <a:lnTo>
                    <a:pt x="1127" y="1462"/>
                  </a:lnTo>
                  <a:lnTo>
                    <a:pt x="1146" y="1422"/>
                  </a:lnTo>
                  <a:lnTo>
                    <a:pt x="1166" y="1403"/>
                  </a:lnTo>
                  <a:lnTo>
                    <a:pt x="1206" y="1403"/>
                  </a:lnTo>
                  <a:lnTo>
                    <a:pt x="1225" y="1363"/>
                  </a:lnTo>
                  <a:lnTo>
                    <a:pt x="1206" y="1422"/>
                  </a:lnTo>
                  <a:lnTo>
                    <a:pt x="1186" y="1482"/>
                  </a:lnTo>
                  <a:lnTo>
                    <a:pt x="1206" y="1462"/>
                  </a:lnTo>
                  <a:lnTo>
                    <a:pt x="1186" y="1541"/>
                  </a:lnTo>
                  <a:lnTo>
                    <a:pt x="1166" y="1600"/>
                  </a:lnTo>
                  <a:lnTo>
                    <a:pt x="1186" y="1600"/>
                  </a:lnTo>
                  <a:lnTo>
                    <a:pt x="1206" y="1521"/>
                  </a:lnTo>
                  <a:lnTo>
                    <a:pt x="1225" y="1501"/>
                  </a:lnTo>
                  <a:lnTo>
                    <a:pt x="1225" y="1521"/>
                  </a:lnTo>
                  <a:lnTo>
                    <a:pt x="1245" y="1442"/>
                  </a:lnTo>
                  <a:lnTo>
                    <a:pt x="1245" y="1501"/>
                  </a:lnTo>
                  <a:lnTo>
                    <a:pt x="1225" y="1541"/>
                  </a:lnTo>
                  <a:lnTo>
                    <a:pt x="1225" y="1580"/>
                  </a:lnTo>
                  <a:lnTo>
                    <a:pt x="1245" y="1541"/>
                  </a:lnTo>
                  <a:lnTo>
                    <a:pt x="1265" y="1501"/>
                  </a:lnTo>
                  <a:lnTo>
                    <a:pt x="1265" y="1501"/>
                  </a:lnTo>
                  <a:lnTo>
                    <a:pt x="1285" y="1521"/>
                  </a:lnTo>
                  <a:lnTo>
                    <a:pt x="1285" y="1501"/>
                  </a:lnTo>
                  <a:lnTo>
                    <a:pt x="1324" y="1442"/>
                  </a:lnTo>
                  <a:lnTo>
                    <a:pt x="1324" y="1422"/>
                  </a:lnTo>
                  <a:lnTo>
                    <a:pt x="1344" y="1363"/>
                  </a:lnTo>
                  <a:lnTo>
                    <a:pt x="1344" y="1403"/>
                  </a:lnTo>
                  <a:lnTo>
                    <a:pt x="1324" y="1462"/>
                  </a:lnTo>
                  <a:lnTo>
                    <a:pt x="1364" y="1422"/>
                  </a:lnTo>
                  <a:lnTo>
                    <a:pt x="1384" y="1403"/>
                  </a:lnTo>
                  <a:lnTo>
                    <a:pt x="1403" y="1363"/>
                  </a:lnTo>
                  <a:lnTo>
                    <a:pt x="1423" y="1324"/>
                  </a:lnTo>
                  <a:lnTo>
                    <a:pt x="1403" y="1403"/>
                  </a:lnTo>
                  <a:lnTo>
                    <a:pt x="1384" y="1442"/>
                  </a:lnTo>
                  <a:lnTo>
                    <a:pt x="1364" y="1501"/>
                  </a:lnTo>
                  <a:lnTo>
                    <a:pt x="1364" y="1521"/>
                  </a:lnTo>
                  <a:lnTo>
                    <a:pt x="1324" y="1580"/>
                  </a:lnTo>
                  <a:lnTo>
                    <a:pt x="1344" y="1561"/>
                  </a:lnTo>
                  <a:lnTo>
                    <a:pt x="1364" y="1541"/>
                  </a:lnTo>
                  <a:lnTo>
                    <a:pt x="1364" y="1561"/>
                  </a:lnTo>
                  <a:lnTo>
                    <a:pt x="1384" y="1501"/>
                  </a:lnTo>
                  <a:lnTo>
                    <a:pt x="1403" y="1442"/>
                  </a:lnTo>
                  <a:lnTo>
                    <a:pt x="1403" y="1442"/>
                  </a:lnTo>
                  <a:lnTo>
                    <a:pt x="1384" y="1521"/>
                  </a:lnTo>
                  <a:lnTo>
                    <a:pt x="1403" y="1521"/>
                  </a:lnTo>
                  <a:lnTo>
                    <a:pt x="1403" y="1501"/>
                  </a:lnTo>
                  <a:lnTo>
                    <a:pt x="1443" y="1422"/>
                  </a:lnTo>
                  <a:lnTo>
                    <a:pt x="1463" y="1363"/>
                  </a:lnTo>
                  <a:lnTo>
                    <a:pt x="1482" y="1343"/>
                  </a:lnTo>
                  <a:lnTo>
                    <a:pt x="1502" y="1304"/>
                  </a:lnTo>
                  <a:lnTo>
                    <a:pt x="1482" y="1324"/>
                  </a:lnTo>
                  <a:lnTo>
                    <a:pt x="1482" y="1324"/>
                  </a:lnTo>
                  <a:lnTo>
                    <a:pt x="1502" y="1284"/>
                  </a:lnTo>
                  <a:lnTo>
                    <a:pt x="1522" y="1264"/>
                  </a:lnTo>
                  <a:lnTo>
                    <a:pt x="1502" y="1363"/>
                  </a:lnTo>
                  <a:lnTo>
                    <a:pt x="1443" y="1482"/>
                  </a:lnTo>
                  <a:lnTo>
                    <a:pt x="1384" y="1620"/>
                  </a:lnTo>
                  <a:lnTo>
                    <a:pt x="1384" y="1620"/>
                  </a:lnTo>
                  <a:lnTo>
                    <a:pt x="1403" y="1600"/>
                  </a:lnTo>
                  <a:lnTo>
                    <a:pt x="1423" y="1620"/>
                  </a:lnTo>
                  <a:lnTo>
                    <a:pt x="1423" y="1640"/>
                  </a:lnTo>
                  <a:lnTo>
                    <a:pt x="1463" y="1561"/>
                  </a:lnTo>
                  <a:lnTo>
                    <a:pt x="1487" y="1499"/>
                  </a:lnTo>
                  <a:lnTo>
                    <a:pt x="1487" y="1499"/>
                  </a:lnTo>
                  <a:lnTo>
                    <a:pt x="1482" y="1501"/>
                  </a:lnTo>
                  <a:lnTo>
                    <a:pt x="1488" y="1498"/>
                  </a:lnTo>
                  <a:lnTo>
                    <a:pt x="1488" y="1498"/>
                  </a:lnTo>
                  <a:lnTo>
                    <a:pt x="1502" y="1462"/>
                  </a:lnTo>
                  <a:lnTo>
                    <a:pt x="1522" y="1462"/>
                  </a:lnTo>
                  <a:lnTo>
                    <a:pt x="1522" y="1475"/>
                  </a:lnTo>
                  <a:lnTo>
                    <a:pt x="1542" y="1462"/>
                  </a:lnTo>
                  <a:lnTo>
                    <a:pt x="1561" y="1442"/>
                  </a:lnTo>
                  <a:lnTo>
                    <a:pt x="1581" y="1403"/>
                  </a:lnTo>
                  <a:lnTo>
                    <a:pt x="1621" y="1324"/>
                  </a:lnTo>
                  <a:lnTo>
                    <a:pt x="1640" y="1304"/>
                  </a:lnTo>
                  <a:lnTo>
                    <a:pt x="1660" y="1245"/>
                  </a:lnTo>
                  <a:lnTo>
                    <a:pt x="1680" y="1264"/>
                  </a:lnTo>
                  <a:lnTo>
                    <a:pt x="1640" y="1304"/>
                  </a:lnTo>
                  <a:lnTo>
                    <a:pt x="1660" y="1324"/>
                  </a:lnTo>
                  <a:lnTo>
                    <a:pt x="1680" y="1304"/>
                  </a:lnTo>
                  <a:lnTo>
                    <a:pt x="1640" y="1363"/>
                  </a:lnTo>
                  <a:lnTo>
                    <a:pt x="1621" y="1383"/>
                  </a:lnTo>
                  <a:lnTo>
                    <a:pt x="1621" y="1403"/>
                  </a:lnTo>
                  <a:lnTo>
                    <a:pt x="1581" y="1501"/>
                  </a:lnTo>
                  <a:lnTo>
                    <a:pt x="1601" y="1462"/>
                  </a:lnTo>
                  <a:lnTo>
                    <a:pt x="1640" y="1403"/>
                  </a:lnTo>
                  <a:lnTo>
                    <a:pt x="1621" y="1482"/>
                  </a:lnTo>
                  <a:lnTo>
                    <a:pt x="1640" y="1482"/>
                  </a:lnTo>
                  <a:lnTo>
                    <a:pt x="1660" y="1442"/>
                  </a:lnTo>
                  <a:lnTo>
                    <a:pt x="1700" y="1363"/>
                  </a:lnTo>
                  <a:lnTo>
                    <a:pt x="1719" y="1324"/>
                  </a:lnTo>
                  <a:lnTo>
                    <a:pt x="1739" y="1304"/>
                  </a:lnTo>
                  <a:lnTo>
                    <a:pt x="1759" y="1264"/>
                  </a:lnTo>
                  <a:lnTo>
                    <a:pt x="1739" y="1245"/>
                  </a:lnTo>
                  <a:lnTo>
                    <a:pt x="1779" y="1166"/>
                  </a:lnTo>
                  <a:lnTo>
                    <a:pt x="1818" y="1106"/>
                  </a:lnTo>
                  <a:lnTo>
                    <a:pt x="1877" y="1027"/>
                  </a:lnTo>
                  <a:lnTo>
                    <a:pt x="1858" y="1087"/>
                  </a:lnTo>
                  <a:lnTo>
                    <a:pt x="1877" y="1047"/>
                  </a:lnTo>
                  <a:lnTo>
                    <a:pt x="1877" y="1067"/>
                  </a:lnTo>
                  <a:lnTo>
                    <a:pt x="1897" y="1067"/>
                  </a:lnTo>
                  <a:lnTo>
                    <a:pt x="1917" y="1027"/>
                  </a:lnTo>
                  <a:lnTo>
                    <a:pt x="1937" y="948"/>
                  </a:lnTo>
                  <a:lnTo>
                    <a:pt x="1937" y="988"/>
                  </a:lnTo>
                  <a:lnTo>
                    <a:pt x="1917" y="1047"/>
                  </a:lnTo>
                  <a:lnTo>
                    <a:pt x="1917" y="1067"/>
                  </a:lnTo>
                  <a:lnTo>
                    <a:pt x="1858" y="1205"/>
                  </a:lnTo>
                  <a:lnTo>
                    <a:pt x="1877" y="1185"/>
                  </a:lnTo>
                  <a:lnTo>
                    <a:pt x="1779" y="1363"/>
                  </a:lnTo>
                  <a:lnTo>
                    <a:pt x="1798" y="1403"/>
                  </a:lnTo>
                  <a:lnTo>
                    <a:pt x="1798" y="1422"/>
                  </a:lnTo>
                  <a:lnTo>
                    <a:pt x="1818" y="1403"/>
                  </a:lnTo>
                  <a:lnTo>
                    <a:pt x="1759" y="1541"/>
                  </a:lnTo>
                  <a:lnTo>
                    <a:pt x="1779" y="1521"/>
                  </a:lnTo>
                  <a:lnTo>
                    <a:pt x="1779" y="1541"/>
                  </a:lnTo>
                  <a:lnTo>
                    <a:pt x="1759" y="1600"/>
                  </a:lnTo>
                  <a:lnTo>
                    <a:pt x="1798" y="1541"/>
                  </a:lnTo>
                  <a:lnTo>
                    <a:pt x="1818" y="1462"/>
                  </a:lnTo>
                  <a:lnTo>
                    <a:pt x="1818" y="1482"/>
                  </a:lnTo>
                  <a:lnTo>
                    <a:pt x="1838" y="1462"/>
                  </a:lnTo>
                  <a:lnTo>
                    <a:pt x="1838" y="1403"/>
                  </a:lnTo>
                  <a:lnTo>
                    <a:pt x="1877" y="1403"/>
                  </a:lnTo>
                  <a:lnTo>
                    <a:pt x="1877" y="1442"/>
                  </a:lnTo>
                  <a:lnTo>
                    <a:pt x="1858" y="1482"/>
                  </a:lnTo>
                  <a:lnTo>
                    <a:pt x="1838" y="1501"/>
                  </a:lnTo>
                  <a:lnTo>
                    <a:pt x="1838" y="1541"/>
                  </a:lnTo>
                  <a:lnTo>
                    <a:pt x="1825" y="1554"/>
                  </a:lnTo>
                  <a:lnTo>
                    <a:pt x="1825" y="1554"/>
                  </a:lnTo>
                  <a:lnTo>
                    <a:pt x="1838" y="1580"/>
                  </a:lnTo>
                  <a:lnTo>
                    <a:pt x="1818" y="1620"/>
                  </a:lnTo>
                  <a:lnTo>
                    <a:pt x="1877" y="1541"/>
                  </a:lnTo>
                  <a:lnTo>
                    <a:pt x="1858" y="1600"/>
                  </a:lnTo>
                  <a:lnTo>
                    <a:pt x="1838" y="1660"/>
                  </a:lnTo>
                  <a:lnTo>
                    <a:pt x="1877" y="1580"/>
                  </a:lnTo>
                  <a:lnTo>
                    <a:pt x="1897" y="1541"/>
                  </a:lnTo>
                  <a:lnTo>
                    <a:pt x="1937" y="1501"/>
                  </a:lnTo>
                  <a:lnTo>
                    <a:pt x="1956" y="1442"/>
                  </a:lnTo>
                  <a:lnTo>
                    <a:pt x="1956" y="1462"/>
                  </a:lnTo>
                  <a:lnTo>
                    <a:pt x="1976" y="1422"/>
                  </a:lnTo>
                  <a:lnTo>
                    <a:pt x="1976" y="1383"/>
                  </a:lnTo>
                  <a:lnTo>
                    <a:pt x="1996" y="1383"/>
                  </a:lnTo>
                  <a:lnTo>
                    <a:pt x="1996" y="1403"/>
                  </a:lnTo>
                  <a:lnTo>
                    <a:pt x="1917" y="1580"/>
                  </a:lnTo>
                  <a:lnTo>
                    <a:pt x="1956" y="1521"/>
                  </a:lnTo>
                  <a:lnTo>
                    <a:pt x="1976" y="1482"/>
                  </a:lnTo>
                  <a:lnTo>
                    <a:pt x="1996" y="1462"/>
                  </a:lnTo>
                  <a:lnTo>
                    <a:pt x="2016" y="1442"/>
                  </a:lnTo>
                  <a:lnTo>
                    <a:pt x="2055" y="1343"/>
                  </a:lnTo>
                  <a:lnTo>
                    <a:pt x="2055" y="1383"/>
                  </a:lnTo>
                  <a:lnTo>
                    <a:pt x="2016" y="1482"/>
                  </a:lnTo>
                  <a:lnTo>
                    <a:pt x="2035" y="1482"/>
                  </a:lnTo>
                  <a:lnTo>
                    <a:pt x="1996" y="1600"/>
                  </a:lnTo>
                  <a:lnTo>
                    <a:pt x="2016" y="1580"/>
                  </a:lnTo>
                  <a:lnTo>
                    <a:pt x="2035" y="1541"/>
                  </a:lnTo>
                  <a:lnTo>
                    <a:pt x="2035" y="1521"/>
                  </a:lnTo>
                  <a:lnTo>
                    <a:pt x="2055" y="1482"/>
                  </a:lnTo>
                  <a:lnTo>
                    <a:pt x="2075" y="1403"/>
                  </a:lnTo>
                  <a:lnTo>
                    <a:pt x="2095" y="1324"/>
                  </a:lnTo>
                  <a:lnTo>
                    <a:pt x="2095" y="1284"/>
                  </a:lnTo>
                  <a:lnTo>
                    <a:pt x="2095" y="1245"/>
                  </a:lnTo>
                  <a:lnTo>
                    <a:pt x="2055" y="1324"/>
                  </a:lnTo>
                  <a:lnTo>
                    <a:pt x="2035" y="1383"/>
                  </a:lnTo>
                  <a:lnTo>
                    <a:pt x="2016" y="1383"/>
                  </a:lnTo>
                  <a:lnTo>
                    <a:pt x="2035" y="1343"/>
                  </a:lnTo>
                  <a:lnTo>
                    <a:pt x="2055" y="1304"/>
                  </a:lnTo>
                  <a:lnTo>
                    <a:pt x="2095" y="1225"/>
                  </a:lnTo>
                  <a:lnTo>
                    <a:pt x="2154" y="1106"/>
                  </a:lnTo>
                  <a:lnTo>
                    <a:pt x="2213" y="1027"/>
                  </a:lnTo>
                  <a:lnTo>
                    <a:pt x="2233" y="968"/>
                  </a:lnTo>
                  <a:lnTo>
                    <a:pt x="2238" y="968"/>
                  </a:lnTo>
                  <a:lnTo>
                    <a:pt x="2253" y="909"/>
                  </a:lnTo>
                  <a:lnTo>
                    <a:pt x="2253" y="889"/>
                  </a:lnTo>
                  <a:lnTo>
                    <a:pt x="2233" y="909"/>
                  </a:lnTo>
                  <a:lnTo>
                    <a:pt x="2272" y="850"/>
                  </a:lnTo>
                  <a:lnTo>
                    <a:pt x="2272" y="830"/>
                  </a:lnTo>
                  <a:lnTo>
                    <a:pt x="2272" y="810"/>
                  </a:lnTo>
                  <a:lnTo>
                    <a:pt x="2233" y="889"/>
                  </a:lnTo>
                  <a:lnTo>
                    <a:pt x="2233" y="869"/>
                  </a:lnTo>
                  <a:lnTo>
                    <a:pt x="2213" y="869"/>
                  </a:lnTo>
                  <a:lnTo>
                    <a:pt x="2193" y="889"/>
                  </a:lnTo>
                  <a:lnTo>
                    <a:pt x="2174" y="909"/>
                  </a:lnTo>
                  <a:lnTo>
                    <a:pt x="2154" y="948"/>
                  </a:lnTo>
                  <a:lnTo>
                    <a:pt x="2134" y="968"/>
                  </a:lnTo>
                  <a:lnTo>
                    <a:pt x="2114" y="968"/>
                  </a:lnTo>
                  <a:lnTo>
                    <a:pt x="2134" y="929"/>
                  </a:lnTo>
                  <a:lnTo>
                    <a:pt x="2075" y="988"/>
                  </a:lnTo>
                  <a:lnTo>
                    <a:pt x="2055" y="1087"/>
                  </a:lnTo>
                  <a:lnTo>
                    <a:pt x="2035" y="1126"/>
                  </a:lnTo>
                  <a:lnTo>
                    <a:pt x="2035" y="1106"/>
                  </a:lnTo>
                  <a:lnTo>
                    <a:pt x="2035" y="1067"/>
                  </a:lnTo>
                  <a:lnTo>
                    <a:pt x="2095" y="929"/>
                  </a:lnTo>
                  <a:lnTo>
                    <a:pt x="2035" y="1008"/>
                  </a:lnTo>
                  <a:lnTo>
                    <a:pt x="2075" y="909"/>
                  </a:lnTo>
                  <a:lnTo>
                    <a:pt x="2114" y="869"/>
                  </a:lnTo>
                  <a:lnTo>
                    <a:pt x="2114" y="889"/>
                  </a:lnTo>
                  <a:lnTo>
                    <a:pt x="2134" y="869"/>
                  </a:lnTo>
                  <a:lnTo>
                    <a:pt x="2134" y="889"/>
                  </a:lnTo>
                  <a:lnTo>
                    <a:pt x="2154" y="830"/>
                  </a:lnTo>
                  <a:lnTo>
                    <a:pt x="2174" y="830"/>
                  </a:lnTo>
                  <a:lnTo>
                    <a:pt x="2193" y="790"/>
                  </a:lnTo>
                  <a:lnTo>
                    <a:pt x="2193" y="751"/>
                  </a:lnTo>
                  <a:lnTo>
                    <a:pt x="2213" y="711"/>
                  </a:lnTo>
                  <a:lnTo>
                    <a:pt x="2193" y="731"/>
                  </a:lnTo>
                  <a:lnTo>
                    <a:pt x="2233" y="613"/>
                  </a:lnTo>
                  <a:lnTo>
                    <a:pt x="2253" y="613"/>
                  </a:lnTo>
                  <a:lnTo>
                    <a:pt x="2253" y="593"/>
                  </a:lnTo>
                  <a:lnTo>
                    <a:pt x="2253" y="573"/>
                  </a:lnTo>
                  <a:lnTo>
                    <a:pt x="2154" y="751"/>
                  </a:lnTo>
                  <a:lnTo>
                    <a:pt x="2134" y="771"/>
                  </a:lnTo>
                  <a:lnTo>
                    <a:pt x="2114" y="751"/>
                  </a:lnTo>
                  <a:lnTo>
                    <a:pt x="2154" y="711"/>
                  </a:lnTo>
                  <a:lnTo>
                    <a:pt x="2193" y="632"/>
                  </a:lnTo>
                  <a:lnTo>
                    <a:pt x="2174" y="652"/>
                  </a:lnTo>
                  <a:lnTo>
                    <a:pt x="2174" y="632"/>
                  </a:lnTo>
                  <a:lnTo>
                    <a:pt x="2154" y="672"/>
                  </a:lnTo>
                  <a:lnTo>
                    <a:pt x="2154" y="652"/>
                  </a:lnTo>
                  <a:lnTo>
                    <a:pt x="2174" y="573"/>
                  </a:lnTo>
                  <a:lnTo>
                    <a:pt x="2193" y="593"/>
                  </a:lnTo>
                  <a:lnTo>
                    <a:pt x="2213" y="534"/>
                  </a:lnTo>
                  <a:lnTo>
                    <a:pt x="2213" y="553"/>
                  </a:lnTo>
                  <a:lnTo>
                    <a:pt x="2233" y="494"/>
                  </a:lnTo>
                  <a:lnTo>
                    <a:pt x="2213" y="494"/>
                  </a:lnTo>
                  <a:lnTo>
                    <a:pt x="2213" y="514"/>
                  </a:lnTo>
                  <a:lnTo>
                    <a:pt x="2193" y="514"/>
                  </a:lnTo>
                  <a:lnTo>
                    <a:pt x="2233" y="435"/>
                  </a:lnTo>
                  <a:lnTo>
                    <a:pt x="2233" y="415"/>
                  </a:lnTo>
                  <a:lnTo>
                    <a:pt x="2213" y="395"/>
                  </a:lnTo>
                  <a:lnTo>
                    <a:pt x="2193" y="395"/>
                  </a:lnTo>
                  <a:lnTo>
                    <a:pt x="2174" y="455"/>
                  </a:lnTo>
                  <a:lnTo>
                    <a:pt x="2114" y="534"/>
                  </a:lnTo>
                  <a:lnTo>
                    <a:pt x="2154" y="435"/>
                  </a:lnTo>
                  <a:lnTo>
                    <a:pt x="2154" y="376"/>
                  </a:lnTo>
                  <a:lnTo>
                    <a:pt x="2144" y="405"/>
                  </a:lnTo>
                  <a:lnTo>
                    <a:pt x="2144" y="405"/>
                  </a:lnTo>
                  <a:lnTo>
                    <a:pt x="2134" y="415"/>
                  </a:lnTo>
                  <a:lnTo>
                    <a:pt x="2114" y="455"/>
                  </a:lnTo>
                  <a:lnTo>
                    <a:pt x="2114" y="455"/>
                  </a:lnTo>
                  <a:lnTo>
                    <a:pt x="2141" y="415"/>
                  </a:lnTo>
                  <a:lnTo>
                    <a:pt x="2141" y="415"/>
                  </a:lnTo>
                  <a:lnTo>
                    <a:pt x="2134" y="435"/>
                  </a:lnTo>
                  <a:lnTo>
                    <a:pt x="2114" y="494"/>
                  </a:lnTo>
                  <a:lnTo>
                    <a:pt x="2075" y="553"/>
                  </a:lnTo>
                  <a:lnTo>
                    <a:pt x="2055" y="553"/>
                  </a:lnTo>
                  <a:lnTo>
                    <a:pt x="2095" y="494"/>
                  </a:lnTo>
                  <a:lnTo>
                    <a:pt x="2114" y="474"/>
                  </a:lnTo>
                  <a:lnTo>
                    <a:pt x="2114" y="455"/>
                  </a:lnTo>
                  <a:lnTo>
                    <a:pt x="2114" y="435"/>
                  </a:lnTo>
                  <a:lnTo>
                    <a:pt x="2114" y="356"/>
                  </a:lnTo>
                  <a:lnTo>
                    <a:pt x="2075" y="415"/>
                  </a:lnTo>
                  <a:lnTo>
                    <a:pt x="2055" y="455"/>
                  </a:lnTo>
                  <a:lnTo>
                    <a:pt x="2075" y="435"/>
                  </a:lnTo>
                  <a:lnTo>
                    <a:pt x="2075" y="455"/>
                  </a:lnTo>
                  <a:lnTo>
                    <a:pt x="2035" y="534"/>
                  </a:lnTo>
                  <a:lnTo>
                    <a:pt x="2035" y="494"/>
                  </a:lnTo>
                  <a:lnTo>
                    <a:pt x="2035" y="455"/>
                  </a:lnTo>
                  <a:lnTo>
                    <a:pt x="2055" y="415"/>
                  </a:lnTo>
                  <a:lnTo>
                    <a:pt x="2055" y="435"/>
                  </a:lnTo>
                  <a:lnTo>
                    <a:pt x="2075" y="395"/>
                  </a:lnTo>
                  <a:lnTo>
                    <a:pt x="2035" y="395"/>
                  </a:lnTo>
                  <a:lnTo>
                    <a:pt x="2035" y="376"/>
                  </a:lnTo>
                  <a:lnTo>
                    <a:pt x="2035" y="356"/>
                  </a:lnTo>
                  <a:lnTo>
                    <a:pt x="1996" y="415"/>
                  </a:lnTo>
                  <a:lnTo>
                    <a:pt x="1976" y="494"/>
                  </a:lnTo>
                  <a:lnTo>
                    <a:pt x="1976" y="455"/>
                  </a:lnTo>
                  <a:lnTo>
                    <a:pt x="1996" y="415"/>
                  </a:lnTo>
                  <a:lnTo>
                    <a:pt x="1996" y="395"/>
                  </a:lnTo>
                  <a:lnTo>
                    <a:pt x="1976" y="395"/>
                  </a:lnTo>
                  <a:lnTo>
                    <a:pt x="1996" y="356"/>
                  </a:lnTo>
                  <a:lnTo>
                    <a:pt x="1956" y="395"/>
                  </a:lnTo>
                  <a:lnTo>
                    <a:pt x="1976" y="356"/>
                  </a:lnTo>
                  <a:lnTo>
                    <a:pt x="1976" y="336"/>
                  </a:lnTo>
                  <a:lnTo>
                    <a:pt x="1956" y="336"/>
                  </a:lnTo>
                  <a:lnTo>
                    <a:pt x="1917" y="376"/>
                  </a:lnTo>
                  <a:lnTo>
                    <a:pt x="1897" y="415"/>
                  </a:lnTo>
                  <a:lnTo>
                    <a:pt x="1858" y="435"/>
                  </a:lnTo>
                  <a:lnTo>
                    <a:pt x="1858" y="435"/>
                  </a:lnTo>
                  <a:lnTo>
                    <a:pt x="1917" y="356"/>
                  </a:lnTo>
                  <a:lnTo>
                    <a:pt x="1937" y="316"/>
                  </a:lnTo>
                  <a:lnTo>
                    <a:pt x="1937" y="297"/>
                  </a:lnTo>
                  <a:lnTo>
                    <a:pt x="1917" y="297"/>
                  </a:lnTo>
                  <a:lnTo>
                    <a:pt x="1897" y="316"/>
                  </a:lnTo>
                  <a:lnTo>
                    <a:pt x="1858" y="376"/>
                  </a:lnTo>
                  <a:lnTo>
                    <a:pt x="1858" y="376"/>
                  </a:lnTo>
                  <a:lnTo>
                    <a:pt x="1877" y="316"/>
                  </a:lnTo>
                  <a:lnTo>
                    <a:pt x="1838" y="376"/>
                  </a:lnTo>
                  <a:lnTo>
                    <a:pt x="1818" y="376"/>
                  </a:lnTo>
                  <a:lnTo>
                    <a:pt x="1838" y="336"/>
                  </a:lnTo>
                  <a:lnTo>
                    <a:pt x="1798" y="395"/>
                  </a:lnTo>
                  <a:lnTo>
                    <a:pt x="1759" y="474"/>
                  </a:lnTo>
                  <a:lnTo>
                    <a:pt x="1759" y="514"/>
                  </a:lnTo>
                  <a:lnTo>
                    <a:pt x="1779" y="494"/>
                  </a:lnTo>
                  <a:lnTo>
                    <a:pt x="1798" y="474"/>
                  </a:lnTo>
                  <a:lnTo>
                    <a:pt x="1798" y="474"/>
                  </a:lnTo>
                  <a:lnTo>
                    <a:pt x="1779" y="534"/>
                  </a:lnTo>
                  <a:lnTo>
                    <a:pt x="1759" y="613"/>
                  </a:lnTo>
                  <a:lnTo>
                    <a:pt x="1759" y="573"/>
                  </a:lnTo>
                  <a:lnTo>
                    <a:pt x="1739" y="613"/>
                  </a:lnTo>
                  <a:lnTo>
                    <a:pt x="1739" y="652"/>
                  </a:lnTo>
                  <a:lnTo>
                    <a:pt x="1680" y="711"/>
                  </a:lnTo>
                  <a:lnTo>
                    <a:pt x="1700" y="672"/>
                  </a:lnTo>
                  <a:lnTo>
                    <a:pt x="1719" y="632"/>
                  </a:lnTo>
                  <a:lnTo>
                    <a:pt x="1739" y="553"/>
                  </a:lnTo>
                  <a:lnTo>
                    <a:pt x="1719" y="593"/>
                  </a:lnTo>
                  <a:lnTo>
                    <a:pt x="1680" y="692"/>
                  </a:lnTo>
                  <a:lnTo>
                    <a:pt x="1660" y="731"/>
                  </a:lnTo>
                  <a:lnTo>
                    <a:pt x="1660" y="711"/>
                  </a:lnTo>
                  <a:lnTo>
                    <a:pt x="1660" y="672"/>
                  </a:lnTo>
                  <a:lnTo>
                    <a:pt x="1621" y="692"/>
                  </a:lnTo>
                  <a:lnTo>
                    <a:pt x="1660" y="632"/>
                  </a:lnTo>
                  <a:lnTo>
                    <a:pt x="1660" y="652"/>
                  </a:lnTo>
                  <a:lnTo>
                    <a:pt x="1680" y="613"/>
                  </a:lnTo>
                  <a:lnTo>
                    <a:pt x="1700" y="573"/>
                  </a:lnTo>
                  <a:lnTo>
                    <a:pt x="1719" y="514"/>
                  </a:lnTo>
                  <a:lnTo>
                    <a:pt x="1739" y="455"/>
                  </a:lnTo>
                  <a:lnTo>
                    <a:pt x="1798" y="356"/>
                  </a:lnTo>
                  <a:lnTo>
                    <a:pt x="1798" y="316"/>
                  </a:lnTo>
                  <a:lnTo>
                    <a:pt x="1779" y="336"/>
                  </a:lnTo>
                  <a:lnTo>
                    <a:pt x="1759" y="336"/>
                  </a:lnTo>
                  <a:lnTo>
                    <a:pt x="1739" y="376"/>
                  </a:lnTo>
                  <a:lnTo>
                    <a:pt x="1759" y="316"/>
                  </a:lnTo>
                  <a:lnTo>
                    <a:pt x="1739" y="316"/>
                  </a:lnTo>
                  <a:lnTo>
                    <a:pt x="1700" y="356"/>
                  </a:lnTo>
                  <a:lnTo>
                    <a:pt x="1700" y="356"/>
                  </a:lnTo>
                  <a:lnTo>
                    <a:pt x="1719" y="277"/>
                  </a:lnTo>
                  <a:lnTo>
                    <a:pt x="1700" y="277"/>
                  </a:lnTo>
                  <a:lnTo>
                    <a:pt x="1660" y="316"/>
                  </a:lnTo>
                  <a:lnTo>
                    <a:pt x="1621" y="356"/>
                  </a:lnTo>
                  <a:lnTo>
                    <a:pt x="1601" y="336"/>
                  </a:lnTo>
                  <a:lnTo>
                    <a:pt x="1601" y="277"/>
                  </a:lnTo>
                  <a:lnTo>
                    <a:pt x="1581" y="297"/>
                  </a:lnTo>
                  <a:lnTo>
                    <a:pt x="1561" y="297"/>
                  </a:lnTo>
                  <a:lnTo>
                    <a:pt x="1581" y="257"/>
                  </a:lnTo>
                  <a:lnTo>
                    <a:pt x="1581" y="237"/>
                  </a:lnTo>
                  <a:lnTo>
                    <a:pt x="1561" y="257"/>
                  </a:lnTo>
                  <a:lnTo>
                    <a:pt x="1542" y="277"/>
                  </a:lnTo>
                  <a:lnTo>
                    <a:pt x="1502" y="356"/>
                  </a:lnTo>
                  <a:lnTo>
                    <a:pt x="1542" y="257"/>
                  </a:lnTo>
                  <a:lnTo>
                    <a:pt x="1542" y="257"/>
                  </a:lnTo>
                  <a:lnTo>
                    <a:pt x="1463" y="277"/>
                  </a:lnTo>
                  <a:lnTo>
                    <a:pt x="1403" y="277"/>
                  </a:lnTo>
                  <a:lnTo>
                    <a:pt x="1403" y="257"/>
                  </a:lnTo>
                  <a:lnTo>
                    <a:pt x="1384" y="257"/>
                  </a:lnTo>
                  <a:lnTo>
                    <a:pt x="1344" y="297"/>
                  </a:lnTo>
                  <a:lnTo>
                    <a:pt x="1324" y="316"/>
                  </a:lnTo>
                  <a:lnTo>
                    <a:pt x="1305" y="316"/>
                  </a:lnTo>
                  <a:lnTo>
                    <a:pt x="1305" y="297"/>
                  </a:lnTo>
                  <a:lnTo>
                    <a:pt x="1285" y="336"/>
                  </a:lnTo>
                  <a:lnTo>
                    <a:pt x="1245" y="395"/>
                  </a:lnTo>
                  <a:lnTo>
                    <a:pt x="1206" y="514"/>
                  </a:lnTo>
                  <a:lnTo>
                    <a:pt x="1186" y="514"/>
                  </a:lnTo>
                  <a:lnTo>
                    <a:pt x="1206" y="474"/>
                  </a:lnTo>
                  <a:lnTo>
                    <a:pt x="1206" y="435"/>
                  </a:lnTo>
                  <a:lnTo>
                    <a:pt x="1206" y="415"/>
                  </a:lnTo>
                  <a:lnTo>
                    <a:pt x="1245" y="336"/>
                  </a:lnTo>
                  <a:lnTo>
                    <a:pt x="1285" y="257"/>
                  </a:lnTo>
                  <a:lnTo>
                    <a:pt x="1285" y="257"/>
                  </a:lnTo>
                  <a:lnTo>
                    <a:pt x="1245" y="316"/>
                  </a:lnTo>
                  <a:lnTo>
                    <a:pt x="1225" y="316"/>
                  </a:lnTo>
                  <a:lnTo>
                    <a:pt x="1225" y="277"/>
                  </a:lnTo>
                  <a:lnTo>
                    <a:pt x="1225" y="257"/>
                  </a:lnTo>
                  <a:lnTo>
                    <a:pt x="1245" y="237"/>
                  </a:lnTo>
                  <a:lnTo>
                    <a:pt x="1225" y="218"/>
                  </a:lnTo>
                  <a:lnTo>
                    <a:pt x="1206" y="257"/>
                  </a:lnTo>
                  <a:lnTo>
                    <a:pt x="1186" y="297"/>
                  </a:lnTo>
                  <a:lnTo>
                    <a:pt x="1186" y="277"/>
                  </a:lnTo>
                  <a:lnTo>
                    <a:pt x="1166" y="336"/>
                  </a:lnTo>
                  <a:lnTo>
                    <a:pt x="1186" y="257"/>
                  </a:lnTo>
                  <a:lnTo>
                    <a:pt x="1166" y="297"/>
                  </a:lnTo>
                  <a:lnTo>
                    <a:pt x="1146" y="316"/>
                  </a:lnTo>
                  <a:lnTo>
                    <a:pt x="1146" y="297"/>
                  </a:lnTo>
                  <a:lnTo>
                    <a:pt x="1146" y="277"/>
                  </a:lnTo>
                  <a:lnTo>
                    <a:pt x="1166" y="218"/>
                  </a:lnTo>
                  <a:lnTo>
                    <a:pt x="1127" y="257"/>
                  </a:lnTo>
                  <a:lnTo>
                    <a:pt x="1146" y="218"/>
                  </a:lnTo>
                  <a:lnTo>
                    <a:pt x="1107" y="198"/>
                  </a:lnTo>
                  <a:lnTo>
                    <a:pt x="1107" y="178"/>
                  </a:lnTo>
                  <a:lnTo>
                    <a:pt x="1087" y="158"/>
                  </a:lnTo>
                  <a:lnTo>
                    <a:pt x="1067" y="178"/>
                  </a:lnTo>
                  <a:lnTo>
                    <a:pt x="1028" y="237"/>
                  </a:lnTo>
                  <a:lnTo>
                    <a:pt x="1028" y="257"/>
                  </a:lnTo>
                  <a:lnTo>
                    <a:pt x="1008" y="297"/>
                  </a:lnTo>
                  <a:lnTo>
                    <a:pt x="988" y="336"/>
                  </a:lnTo>
                  <a:lnTo>
                    <a:pt x="969" y="336"/>
                  </a:lnTo>
                  <a:lnTo>
                    <a:pt x="988" y="297"/>
                  </a:lnTo>
                  <a:lnTo>
                    <a:pt x="988" y="257"/>
                  </a:lnTo>
                  <a:lnTo>
                    <a:pt x="1008" y="218"/>
                  </a:lnTo>
                  <a:lnTo>
                    <a:pt x="988" y="218"/>
                  </a:lnTo>
                  <a:lnTo>
                    <a:pt x="1008" y="178"/>
                  </a:lnTo>
                  <a:lnTo>
                    <a:pt x="988" y="198"/>
                  </a:lnTo>
                  <a:lnTo>
                    <a:pt x="949" y="218"/>
                  </a:lnTo>
                  <a:lnTo>
                    <a:pt x="969" y="198"/>
                  </a:lnTo>
                  <a:lnTo>
                    <a:pt x="988" y="158"/>
                  </a:lnTo>
                  <a:lnTo>
                    <a:pt x="969" y="178"/>
                  </a:lnTo>
                  <a:lnTo>
                    <a:pt x="988" y="139"/>
                  </a:lnTo>
                  <a:lnTo>
                    <a:pt x="969" y="158"/>
                  </a:lnTo>
                  <a:lnTo>
                    <a:pt x="949" y="178"/>
                  </a:lnTo>
                  <a:lnTo>
                    <a:pt x="909" y="257"/>
                  </a:lnTo>
                  <a:lnTo>
                    <a:pt x="909" y="237"/>
                  </a:lnTo>
                  <a:lnTo>
                    <a:pt x="890" y="257"/>
                  </a:lnTo>
                  <a:lnTo>
                    <a:pt x="949" y="178"/>
                  </a:lnTo>
                  <a:lnTo>
                    <a:pt x="870" y="277"/>
                  </a:lnTo>
                  <a:lnTo>
                    <a:pt x="890" y="237"/>
                  </a:lnTo>
                  <a:lnTo>
                    <a:pt x="870" y="257"/>
                  </a:lnTo>
                  <a:lnTo>
                    <a:pt x="870" y="237"/>
                  </a:lnTo>
                  <a:lnTo>
                    <a:pt x="830" y="297"/>
                  </a:lnTo>
                  <a:lnTo>
                    <a:pt x="811" y="336"/>
                  </a:lnTo>
                  <a:lnTo>
                    <a:pt x="811" y="297"/>
                  </a:lnTo>
                  <a:lnTo>
                    <a:pt x="850" y="198"/>
                  </a:lnTo>
                  <a:lnTo>
                    <a:pt x="850" y="218"/>
                  </a:lnTo>
                  <a:lnTo>
                    <a:pt x="850" y="237"/>
                  </a:lnTo>
                  <a:lnTo>
                    <a:pt x="870" y="178"/>
                  </a:lnTo>
                  <a:lnTo>
                    <a:pt x="870" y="139"/>
                  </a:lnTo>
                  <a:lnTo>
                    <a:pt x="850" y="119"/>
                  </a:lnTo>
                  <a:lnTo>
                    <a:pt x="830" y="119"/>
                  </a:lnTo>
                  <a:lnTo>
                    <a:pt x="811" y="139"/>
                  </a:lnTo>
                  <a:lnTo>
                    <a:pt x="791" y="119"/>
                  </a:lnTo>
                  <a:lnTo>
                    <a:pt x="771" y="139"/>
                  </a:lnTo>
                  <a:lnTo>
                    <a:pt x="751" y="79"/>
                  </a:lnTo>
                  <a:lnTo>
                    <a:pt x="692" y="79"/>
                  </a:lnTo>
                  <a:lnTo>
                    <a:pt x="672" y="119"/>
                  </a:lnTo>
                  <a:lnTo>
                    <a:pt x="672" y="60"/>
                  </a:lnTo>
                  <a:lnTo>
                    <a:pt x="633" y="139"/>
                  </a:lnTo>
                  <a:lnTo>
                    <a:pt x="593" y="158"/>
                  </a:lnTo>
                  <a:lnTo>
                    <a:pt x="554" y="198"/>
                  </a:lnTo>
                  <a:lnTo>
                    <a:pt x="495" y="297"/>
                  </a:lnTo>
                  <a:lnTo>
                    <a:pt x="514" y="237"/>
                  </a:lnTo>
                  <a:lnTo>
                    <a:pt x="554" y="178"/>
                  </a:lnTo>
                  <a:lnTo>
                    <a:pt x="514" y="218"/>
                  </a:lnTo>
                  <a:lnTo>
                    <a:pt x="495" y="237"/>
                  </a:lnTo>
                  <a:lnTo>
                    <a:pt x="495" y="237"/>
                  </a:lnTo>
                  <a:lnTo>
                    <a:pt x="514" y="198"/>
                  </a:lnTo>
                  <a:lnTo>
                    <a:pt x="514" y="178"/>
                  </a:lnTo>
                  <a:lnTo>
                    <a:pt x="534" y="158"/>
                  </a:lnTo>
                  <a:lnTo>
                    <a:pt x="534" y="139"/>
                  </a:lnTo>
                  <a:lnTo>
                    <a:pt x="514" y="158"/>
                  </a:lnTo>
                  <a:lnTo>
                    <a:pt x="514" y="139"/>
                  </a:lnTo>
                  <a:lnTo>
                    <a:pt x="475" y="218"/>
                  </a:lnTo>
                  <a:lnTo>
                    <a:pt x="435" y="277"/>
                  </a:lnTo>
                  <a:lnTo>
                    <a:pt x="416" y="316"/>
                  </a:lnTo>
                  <a:lnTo>
                    <a:pt x="416" y="297"/>
                  </a:lnTo>
                  <a:lnTo>
                    <a:pt x="356" y="336"/>
                  </a:lnTo>
                  <a:lnTo>
                    <a:pt x="277" y="336"/>
                  </a:lnTo>
                  <a:lnTo>
                    <a:pt x="238" y="297"/>
                  </a:lnTo>
                  <a:lnTo>
                    <a:pt x="258" y="257"/>
                  </a:lnTo>
                  <a:lnTo>
                    <a:pt x="238" y="257"/>
                  </a:lnTo>
                  <a:lnTo>
                    <a:pt x="238" y="237"/>
                  </a:lnTo>
                  <a:lnTo>
                    <a:pt x="258" y="198"/>
                  </a:lnTo>
                  <a:lnTo>
                    <a:pt x="238" y="218"/>
                  </a:lnTo>
                  <a:lnTo>
                    <a:pt x="218" y="237"/>
                  </a:lnTo>
                  <a:lnTo>
                    <a:pt x="218" y="198"/>
                  </a:lnTo>
                  <a:lnTo>
                    <a:pt x="238" y="198"/>
                  </a:lnTo>
                  <a:lnTo>
                    <a:pt x="218" y="178"/>
                  </a:lnTo>
                  <a:lnTo>
                    <a:pt x="218" y="158"/>
                  </a:lnTo>
                  <a:lnTo>
                    <a:pt x="218" y="119"/>
                  </a:lnTo>
                  <a:lnTo>
                    <a:pt x="198" y="139"/>
                  </a:lnTo>
                  <a:lnTo>
                    <a:pt x="2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2" name="Google Shape;2972;p11"/>
            <p:cNvSpPr/>
            <p:nvPr/>
          </p:nvSpPr>
          <p:spPr>
            <a:xfrm>
              <a:off x="-1572875" y="3408225"/>
              <a:ext cx="25" cy="500"/>
            </a:xfrm>
            <a:custGeom>
              <a:rect b="b" l="l" r="r" t="t"/>
              <a:pathLst>
                <a:path extrusionOk="0" h="20" w="1">
                  <a:moveTo>
                    <a:pt x="1" y="20"/>
                  </a:moveTo>
                  <a:lnTo>
                    <a:pt x="1" y="20"/>
                  </a:lnTo>
                  <a:lnTo>
                    <a:pt x="1" y="0"/>
                  </a:lnTo>
                  <a:lnTo>
                    <a:pt x="1" y="20"/>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3" name="Google Shape;2973;p11"/>
            <p:cNvSpPr/>
            <p:nvPr/>
          </p:nvSpPr>
          <p:spPr>
            <a:xfrm>
              <a:off x="-1607925" y="342155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4" name="Google Shape;2974;p11"/>
            <p:cNvSpPr/>
            <p:nvPr/>
          </p:nvSpPr>
          <p:spPr>
            <a:xfrm>
              <a:off x="-1578300" y="3422050"/>
              <a:ext cx="525" cy="25"/>
            </a:xfrm>
            <a:custGeom>
              <a:rect b="b" l="l" r="r" t="t"/>
              <a:pathLst>
                <a:path extrusionOk="0" h="1" w="21">
                  <a:moveTo>
                    <a:pt x="0" y="0"/>
                  </a:moveTo>
                  <a:lnTo>
                    <a:pt x="0" y="0"/>
                  </a:lnTo>
                  <a:lnTo>
                    <a:pt x="2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5" name="Google Shape;2975;p11"/>
            <p:cNvSpPr/>
            <p:nvPr/>
          </p:nvSpPr>
          <p:spPr>
            <a:xfrm>
              <a:off x="-1684975" y="3350450"/>
              <a:ext cx="25" cy="500"/>
            </a:xfrm>
            <a:custGeom>
              <a:rect b="b" l="l" r="r" t="t"/>
              <a:pathLst>
                <a:path extrusionOk="0" h="20" w="1">
                  <a:moveTo>
                    <a:pt x="1" y="20"/>
                  </a:move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6" name="Google Shape;2976;p11"/>
            <p:cNvSpPr/>
            <p:nvPr/>
          </p:nvSpPr>
          <p:spPr>
            <a:xfrm>
              <a:off x="-1685450" y="3348475"/>
              <a:ext cx="500" cy="25"/>
            </a:xfrm>
            <a:custGeom>
              <a:rect b="b" l="l" r="r" t="t"/>
              <a:pathLst>
                <a:path extrusionOk="0" h="1" w="20">
                  <a:moveTo>
                    <a:pt x="0" y="0"/>
                  </a:moveTo>
                  <a:lnTo>
                    <a:pt x="0" y="0"/>
                  </a:lnTo>
                  <a:lnTo>
                    <a:pt x="0" y="0"/>
                  </a:lnTo>
                  <a:lnTo>
                    <a:pt x="0" y="0"/>
                  </a:lnTo>
                  <a:lnTo>
                    <a:pt x="2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7" name="Google Shape;2977;p11"/>
            <p:cNvSpPr/>
            <p:nvPr/>
          </p:nvSpPr>
          <p:spPr>
            <a:xfrm>
              <a:off x="-1696325" y="3346500"/>
              <a:ext cx="18800" cy="6925"/>
            </a:xfrm>
            <a:custGeom>
              <a:rect b="b" l="l" r="r" t="t"/>
              <a:pathLst>
                <a:path extrusionOk="0" h="277" w="752">
                  <a:moveTo>
                    <a:pt x="435" y="40"/>
                  </a:moveTo>
                  <a:lnTo>
                    <a:pt x="455" y="59"/>
                  </a:lnTo>
                  <a:lnTo>
                    <a:pt x="455" y="79"/>
                  </a:lnTo>
                  <a:lnTo>
                    <a:pt x="494" y="79"/>
                  </a:lnTo>
                  <a:lnTo>
                    <a:pt x="435" y="40"/>
                  </a:lnTo>
                  <a:close/>
                  <a:moveTo>
                    <a:pt x="494" y="79"/>
                  </a:moveTo>
                  <a:lnTo>
                    <a:pt x="521" y="86"/>
                  </a:lnTo>
                  <a:lnTo>
                    <a:pt x="521" y="86"/>
                  </a:lnTo>
                  <a:lnTo>
                    <a:pt x="514" y="79"/>
                  </a:lnTo>
                  <a:close/>
                  <a:moveTo>
                    <a:pt x="652" y="158"/>
                  </a:moveTo>
                  <a:lnTo>
                    <a:pt x="672" y="178"/>
                  </a:lnTo>
                  <a:lnTo>
                    <a:pt x="712" y="178"/>
                  </a:lnTo>
                  <a:lnTo>
                    <a:pt x="692" y="158"/>
                  </a:lnTo>
                  <a:close/>
                  <a:moveTo>
                    <a:pt x="1" y="0"/>
                  </a:moveTo>
                  <a:lnTo>
                    <a:pt x="40" y="40"/>
                  </a:lnTo>
                  <a:lnTo>
                    <a:pt x="99" y="59"/>
                  </a:lnTo>
                  <a:lnTo>
                    <a:pt x="60" y="59"/>
                  </a:lnTo>
                  <a:lnTo>
                    <a:pt x="99" y="79"/>
                  </a:lnTo>
                  <a:lnTo>
                    <a:pt x="178" y="119"/>
                  </a:lnTo>
                  <a:lnTo>
                    <a:pt x="198" y="119"/>
                  </a:lnTo>
                  <a:lnTo>
                    <a:pt x="178" y="99"/>
                  </a:lnTo>
                  <a:lnTo>
                    <a:pt x="178" y="99"/>
                  </a:lnTo>
                  <a:lnTo>
                    <a:pt x="238" y="119"/>
                  </a:lnTo>
                  <a:lnTo>
                    <a:pt x="356" y="138"/>
                  </a:lnTo>
                  <a:lnTo>
                    <a:pt x="336" y="138"/>
                  </a:lnTo>
                  <a:lnTo>
                    <a:pt x="376" y="158"/>
                  </a:lnTo>
                  <a:lnTo>
                    <a:pt x="396" y="158"/>
                  </a:lnTo>
                  <a:lnTo>
                    <a:pt x="356" y="119"/>
                  </a:lnTo>
                  <a:lnTo>
                    <a:pt x="356" y="119"/>
                  </a:lnTo>
                  <a:lnTo>
                    <a:pt x="396" y="138"/>
                  </a:lnTo>
                  <a:lnTo>
                    <a:pt x="415" y="138"/>
                  </a:lnTo>
                  <a:lnTo>
                    <a:pt x="415" y="119"/>
                  </a:lnTo>
                  <a:lnTo>
                    <a:pt x="435" y="119"/>
                  </a:lnTo>
                  <a:lnTo>
                    <a:pt x="554" y="178"/>
                  </a:lnTo>
                  <a:lnTo>
                    <a:pt x="534" y="178"/>
                  </a:lnTo>
                  <a:lnTo>
                    <a:pt x="455" y="138"/>
                  </a:lnTo>
                  <a:lnTo>
                    <a:pt x="455" y="158"/>
                  </a:lnTo>
                  <a:lnTo>
                    <a:pt x="494" y="178"/>
                  </a:lnTo>
                  <a:lnTo>
                    <a:pt x="514" y="178"/>
                  </a:lnTo>
                  <a:lnTo>
                    <a:pt x="593" y="217"/>
                  </a:lnTo>
                  <a:lnTo>
                    <a:pt x="573" y="237"/>
                  </a:lnTo>
                  <a:lnTo>
                    <a:pt x="593" y="237"/>
                  </a:lnTo>
                  <a:lnTo>
                    <a:pt x="672" y="257"/>
                  </a:lnTo>
                  <a:lnTo>
                    <a:pt x="692" y="237"/>
                  </a:lnTo>
                  <a:lnTo>
                    <a:pt x="751" y="257"/>
                  </a:lnTo>
                  <a:lnTo>
                    <a:pt x="692" y="198"/>
                  </a:lnTo>
                  <a:lnTo>
                    <a:pt x="731" y="217"/>
                  </a:lnTo>
                  <a:lnTo>
                    <a:pt x="712" y="198"/>
                  </a:lnTo>
                  <a:lnTo>
                    <a:pt x="672" y="178"/>
                  </a:lnTo>
                  <a:lnTo>
                    <a:pt x="633" y="158"/>
                  </a:lnTo>
                  <a:lnTo>
                    <a:pt x="554" y="119"/>
                  </a:lnTo>
                  <a:lnTo>
                    <a:pt x="633" y="138"/>
                  </a:lnTo>
                  <a:lnTo>
                    <a:pt x="652" y="158"/>
                  </a:lnTo>
                  <a:lnTo>
                    <a:pt x="652" y="138"/>
                  </a:lnTo>
                  <a:lnTo>
                    <a:pt x="712" y="158"/>
                  </a:lnTo>
                  <a:lnTo>
                    <a:pt x="633" y="119"/>
                  </a:lnTo>
                  <a:lnTo>
                    <a:pt x="652" y="119"/>
                  </a:lnTo>
                  <a:lnTo>
                    <a:pt x="573" y="99"/>
                  </a:lnTo>
                  <a:lnTo>
                    <a:pt x="534" y="59"/>
                  </a:lnTo>
                  <a:lnTo>
                    <a:pt x="514" y="59"/>
                  </a:lnTo>
                  <a:lnTo>
                    <a:pt x="534" y="79"/>
                  </a:lnTo>
                  <a:lnTo>
                    <a:pt x="573" y="99"/>
                  </a:lnTo>
                  <a:lnTo>
                    <a:pt x="573" y="99"/>
                  </a:lnTo>
                  <a:lnTo>
                    <a:pt x="521" y="86"/>
                  </a:lnTo>
                  <a:lnTo>
                    <a:pt x="521" y="86"/>
                  </a:lnTo>
                  <a:lnTo>
                    <a:pt x="534" y="99"/>
                  </a:lnTo>
                  <a:lnTo>
                    <a:pt x="475" y="99"/>
                  </a:lnTo>
                  <a:lnTo>
                    <a:pt x="494" y="119"/>
                  </a:lnTo>
                  <a:lnTo>
                    <a:pt x="317" y="79"/>
                  </a:lnTo>
                  <a:lnTo>
                    <a:pt x="178" y="20"/>
                  </a:lnTo>
                  <a:lnTo>
                    <a:pt x="159" y="40"/>
                  </a:lnTo>
                  <a:lnTo>
                    <a:pt x="178" y="40"/>
                  </a:lnTo>
                  <a:lnTo>
                    <a:pt x="198" y="59"/>
                  </a:lnTo>
                  <a:lnTo>
                    <a:pt x="99" y="40"/>
                  </a:lnTo>
                  <a:lnTo>
                    <a:pt x="1" y="0"/>
                  </a:lnTo>
                  <a:close/>
                  <a:moveTo>
                    <a:pt x="672" y="257"/>
                  </a:moveTo>
                  <a:lnTo>
                    <a:pt x="751" y="277"/>
                  </a:lnTo>
                  <a:lnTo>
                    <a:pt x="712" y="257"/>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8" name="Google Shape;2978;p11"/>
            <p:cNvSpPr/>
            <p:nvPr/>
          </p:nvSpPr>
          <p:spPr>
            <a:xfrm>
              <a:off x="-1679050" y="3346000"/>
              <a:ext cx="3000" cy="1500"/>
            </a:xfrm>
            <a:custGeom>
              <a:rect b="b" l="l" r="r" t="t"/>
              <a:pathLst>
                <a:path extrusionOk="0" h="60" w="120">
                  <a:moveTo>
                    <a:pt x="119" y="60"/>
                  </a:moveTo>
                  <a:lnTo>
                    <a:pt x="119" y="60"/>
                  </a:lnTo>
                  <a:lnTo>
                    <a:pt x="1" y="0"/>
                  </a:lnTo>
                  <a:lnTo>
                    <a:pt x="1" y="0"/>
                  </a:lnTo>
                  <a:lnTo>
                    <a:pt x="80" y="40"/>
                  </a:lnTo>
                  <a:lnTo>
                    <a:pt x="119" y="60"/>
                  </a:lnTo>
                  <a:lnTo>
                    <a:pt x="119" y="6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9" name="Google Shape;2979;p11"/>
            <p:cNvSpPr/>
            <p:nvPr/>
          </p:nvSpPr>
          <p:spPr>
            <a:xfrm>
              <a:off x="-1681025" y="3345500"/>
              <a:ext cx="2000" cy="1025"/>
            </a:xfrm>
            <a:custGeom>
              <a:rect b="b" l="l" r="r" t="t"/>
              <a:pathLst>
                <a:path extrusionOk="0" h="41" w="80">
                  <a:moveTo>
                    <a:pt x="1" y="1"/>
                  </a:moveTo>
                  <a:lnTo>
                    <a:pt x="33" y="9"/>
                  </a:lnTo>
                  <a:lnTo>
                    <a:pt x="33" y="9"/>
                  </a:lnTo>
                  <a:lnTo>
                    <a:pt x="21" y="1"/>
                  </a:lnTo>
                  <a:close/>
                  <a:moveTo>
                    <a:pt x="33" y="9"/>
                  </a:moveTo>
                  <a:lnTo>
                    <a:pt x="80" y="40"/>
                  </a:lnTo>
                  <a:lnTo>
                    <a:pt x="80" y="20"/>
                  </a:lnTo>
                  <a:lnTo>
                    <a:pt x="33" y="9"/>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0" name="Google Shape;2980;p11"/>
            <p:cNvSpPr/>
            <p:nvPr/>
          </p:nvSpPr>
          <p:spPr>
            <a:xfrm>
              <a:off x="-1702750" y="3291175"/>
              <a:ext cx="39525" cy="57325"/>
            </a:xfrm>
            <a:custGeom>
              <a:rect b="b" l="l" r="r" t="t"/>
              <a:pathLst>
                <a:path extrusionOk="0" h="2293" w="1581">
                  <a:moveTo>
                    <a:pt x="1403" y="356"/>
                  </a:moveTo>
                  <a:lnTo>
                    <a:pt x="1403" y="376"/>
                  </a:lnTo>
                  <a:lnTo>
                    <a:pt x="1423" y="376"/>
                  </a:lnTo>
                  <a:lnTo>
                    <a:pt x="1403" y="356"/>
                  </a:lnTo>
                  <a:close/>
                  <a:moveTo>
                    <a:pt x="179" y="752"/>
                  </a:moveTo>
                  <a:lnTo>
                    <a:pt x="208" y="761"/>
                  </a:lnTo>
                  <a:lnTo>
                    <a:pt x="198" y="752"/>
                  </a:lnTo>
                  <a:close/>
                  <a:moveTo>
                    <a:pt x="139" y="732"/>
                  </a:moveTo>
                  <a:lnTo>
                    <a:pt x="100" y="752"/>
                  </a:lnTo>
                  <a:lnTo>
                    <a:pt x="179" y="771"/>
                  </a:lnTo>
                  <a:lnTo>
                    <a:pt x="159" y="752"/>
                  </a:lnTo>
                  <a:lnTo>
                    <a:pt x="179" y="752"/>
                  </a:lnTo>
                  <a:lnTo>
                    <a:pt x="139" y="732"/>
                  </a:lnTo>
                  <a:close/>
                  <a:moveTo>
                    <a:pt x="208" y="761"/>
                  </a:moveTo>
                  <a:lnTo>
                    <a:pt x="218" y="771"/>
                  </a:lnTo>
                  <a:lnTo>
                    <a:pt x="248" y="781"/>
                  </a:lnTo>
                  <a:lnTo>
                    <a:pt x="248" y="781"/>
                  </a:lnTo>
                  <a:lnTo>
                    <a:pt x="238" y="771"/>
                  </a:lnTo>
                  <a:lnTo>
                    <a:pt x="208" y="761"/>
                  </a:lnTo>
                  <a:close/>
                  <a:moveTo>
                    <a:pt x="1403" y="870"/>
                  </a:moveTo>
                  <a:lnTo>
                    <a:pt x="1443" y="910"/>
                  </a:lnTo>
                  <a:lnTo>
                    <a:pt x="1443" y="910"/>
                  </a:lnTo>
                  <a:lnTo>
                    <a:pt x="1423" y="870"/>
                  </a:lnTo>
                  <a:close/>
                  <a:moveTo>
                    <a:pt x="139" y="890"/>
                  </a:moveTo>
                  <a:lnTo>
                    <a:pt x="238" y="929"/>
                  </a:lnTo>
                  <a:lnTo>
                    <a:pt x="179" y="890"/>
                  </a:lnTo>
                  <a:close/>
                  <a:moveTo>
                    <a:pt x="1033" y="1537"/>
                  </a:moveTo>
                  <a:lnTo>
                    <a:pt x="1028" y="1542"/>
                  </a:lnTo>
                  <a:lnTo>
                    <a:pt x="1048" y="1542"/>
                  </a:lnTo>
                  <a:lnTo>
                    <a:pt x="1033" y="1537"/>
                  </a:lnTo>
                  <a:close/>
                  <a:moveTo>
                    <a:pt x="139" y="1561"/>
                  </a:moveTo>
                  <a:lnTo>
                    <a:pt x="159" y="1581"/>
                  </a:lnTo>
                  <a:lnTo>
                    <a:pt x="218" y="1581"/>
                  </a:lnTo>
                  <a:lnTo>
                    <a:pt x="139" y="1561"/>
                  </a:lnTo>
                  <a:close/>
                  <a:moveTo>
                    <a:pt x="40" y="1621"/>
                  </a:moveTo>
                  <a:lnTo>
                    <a:pt x="119" y="1660"/>
                  </a:lnTo>
                  <a:lnTo>
                    <a:pt x="139" y="1680"/>
                  </a:lnTo>
                  <a:lnTo>
                    <a:pt x="159" y="1700"/>
                  </a:lnTo>
                  <a:lnTo>
                    <a:pt x="198" y="1719"/>
                  </a:lnTo>
                  <a:lnTo>
                    <a:pt x="258" y="1739"/>
                  </a:lnTo>
                  <a:lnTo>
                    <a:pt x="277" y="1739"/>
                  </a:lnTo>
                  <a:lnTo>
                    <a:pt x="238" y="1719"/>
                  </a:lnTo>
                  <a:lnTo>
                    <a:pt x="218" y="1700"/>
                  </a:lnTo>
                  <a:lnTo>
                    <a:pt x="258" y="1700"/>
                  </a:lnTo>
                  <a:lnTo>
                    <a:pt x="139" y="1660"/>
                  </a:lnTo>
                  <a:lnTo>
                    <a:pt x="159" y="1640"/>
                  </a:lnTo>
                  <a:lnTo>
                    <a:pt x="139" y="1640"/>
                  </a:lnTo>
                  <a:lnTo>
                    <a:pt x="40" y="1621"/>
                  </a:lnTo>
                  <a:close/>
                  <a:moveTo>
                    <a:pt x="475" y="1818"/>
                  </a:moveTo>
                  <a:lnTo>
                    <a:pt x="495" y="1838"/>
                  </a:lnTo>
                  <a:lnTo>
                    <a:pt x="514" y="1838"/>
                  </a:lnTo>
                  <a:lnTo>
                    <a:pt x="475" y="1818"/>
                  </a:lnTo>
                  <a:close/>
                  <a:moveTo>
                    <a:pt x="1245" y="1996"/>
                  </a:moveTo>
                  <a:lnTo>
                    <a:pt x="1304" y="2016"/>
                  </a:lnTo>
                  <a:lnTo>
                    <a:pt x="1304" y="2016"/>
                  </a:lnTo>
                  <a:lnTo>
                    <a:pt x="1285" y="1996"/>
                  </a:lnTo>
                  <a:close/>
                  <a:moveTo>
                    <a:pt x="159" y="2095"/>
                  </a:moveTo>
                  <a:lnTo>
                    <a:pt x="179" y="2114"/>
                  </a:lnTo>
                  <a:lnTo>
                    <a:pt x="198" y="2095"/>
                  </a:lnTo>
                  <a:close/>
                  <a:moveTo>
                    <a:pt x="1462" y="1"/>
                  </a:moveTo>
                  <a:lnTo>
                    <a:pt x="850" y="317"/>
                  </a:lnTo>
                  <a:lnTo>
                    <a:pt x="297" y="633"/>
                  </a:lnTo>
                  <a:lnTo>
                    <a:pt x="198" y="692"/>
                  </a:lnTo>
                  <a:lnTo>
                    <a:pt x="238" y="692"/>
                  </a:lnTo>
                  <a:lnTo>
                    <a:pt x="238" y="712"/>
                  </a:lnTo>
                  <a:lnTo>
                    <a:pt x="277" y="732"/>
                  </a:lnTo>
                  <a:lnTo>
                    <a:pt x="297" y="752"/>
                  </a:lnTo>
                  <a:lnTo>
                    <a:pt x="297" y="771"/>
                  </a:lnTo>
                  <a:lnTo>
                    <a:pt x="317" y="771"/>
                  </a:lnTo>
                  <a:lnTo>
                    <a:pt x="337" y="791"/>
                  </a:lnTo>
                  <a:lnTo>
                    <a:pt x="337" y="811"/>
                  </a:lnTo>
                  <a:lnTo>
                    <a:pt x="297" y="791"/>
                  </a:lnTo>
                  <a:lnTo>
                    <a:pt x="277" y="791"/>
                  </a:lnTo>
                  <a:lnTo>
                    <a:pt x="248" y="781"/>
                  </a:lnTo>
                  <a:lnTo>
                    <a:pt x="248" y="781"/>
                  </a:lnTo>
                  <a:lnTo>
                    <a:pt x="258" y="791"/>
                  </a:lnTo>
                  <a:lnTo>
                    <a:pt x="277" y="811"/>
                  </a:lnTo>
                  <a:lnTo>
                    <a:pt x="258" y="811"/>
                  </a:lnTo>
                  <a:lnTo>
                    <a:pt x="238" y="791"/>
                  </a:lnTo>
                  <a:lnTo>
                    <a:pt x="238" y="811"/>
                  </a:lnTo>
                  <a:lnTo>
                    <a:pt x="258" y="831"/>
                  </a:lnTo>
                  <a:lnTo>
                    <a:pt x="198" y="811"/>
                  </a:lnTo>
                  <a:lnTo>
                    <a:pt x="218" y="831"/>
                  </a:lnTo>
                  <a:lnTo>
                    <a:pt x="159" y="831"/>
                  </a:lnTo>
                  <a:lnTo>
                    <a:pt x="179" y="850"/>
                  </a:lnTo>
                  <a:lnTo>
                    <a:pt x="218" y="870"/>
                  </a:lnTo>
                  <a:lnTo>
                    <a:pt x="277" y="870"/>
                  </a:lnTo>
                  <a:lnTo>
                    <a:pt x="356" y="910"/>
                  </a:lnTo>
                  <a:lnTo>
                    <a:pt x="356" y="929"/>
                  </a:lnTo>
                  <a:lnTo>
                    <a:pt x="297" y="929"/>
                  </a:lnTo>
                  <a:lnTo>
                    <a:pt x="337" y="949"/>
                  </a:lnTo>
                  <a:lnTo>
                    <a:pt x="297" y="949"/>
                  </a:lnTo>
                  <a:lnTo>
                    <a:pt x="297" y="969"/>
                  </a:lnTo>
                  <a:lnTo>
                    <a:pt x="258" y="949"/>
                  </a:lnTo>
                  <a:lnTo>
                    <a:pt x="258" y="929"/>
                  </a:lnTo>
                  <a:lnTo>
                    <a:pt x="198" y="929"/>
                  </a:lnTo>
                  <a:lnTo>
                    <a:pt x="159" y="910"/>
                  </a:lnTo>
                  <a:lnTo>
                    <a:pt x="176" y="945"/>
                  </a:lnTo>
                  <a:lnTo>
                    <a:pt x="176" y="945"/>
                  </a:lnTo>
                  <a:lnTo>
                    <a:pt x="100" y="929"/>
                  </a:lnTo>
                  <a:lnTo>
                    <a:pt x="80" y="929"/>
                  </a:lnTo>
                  <a:lnTo>
                    <a:pt x="119" y="949"/>
                  </a:lnTo>
                  <a:lnTo>
                    <a:pt x="159" y="949"/>
                  </a:lnTo>
                  <a:lnTo>
                    <a:pt x="159" y="969"/>
                  </a:lnTo>
                  <a:lnTo>
                    <a:pt x="139" y="969"/>
                  </a:lnTo>
                  <a:lnTo>
                    <a:pt x="139" y="989"/>
                  </a:lnTo>
                  <a:lnTo>
                    <a:pt x="119" y="989"/>
                  </a:lnTo>
                  <a:lnTo>
                    <a:pt x="179" y="1008"/>
                  </a:lnTo>
                  <a:lnTo>
                    <a:pt x="179" y="1008"/>
                  </a:lnTo>
                  <a:lnTo>
                    <a:pt x="159" y="989"/>
                  </a:lnTo>
                  <a:lnTo>
                    <a:pt x="198" y="989"/>
                  </a:lnTo>
                  <a:lnTo>
                    <a:pt x="218" y="1008"/>
                  </a:lnTo>
                  <a:lnTo>
                    <a:pt x="218" y="1028"/>
                  </a:lnTo>
                  <a:lnTo>
                    <a:pt x="238" y="1048"/>
                  </a:lnTo>
                  <a:lnTo>
                    <a:pt x="258" y="1087"/>
                  </a:lnTo>
                  <a:lnTo>
                    <a:pt x="198" y="1087"/>
                  </a:lnTo>
                  <a:lnTo>
                    <a:pt x="139" y="1048"/>
                  </a:lnTo>
                  <a:lnTo>
                    <a:pt x="139" y="1028"/>
                  </a:lnTo>
                  <a:lnTo>
                    <a:pt x="139" y="1008"/>
                  </a:lnTo>
                  <a:lnTo>
                    <a:pt x="119" y="1028"/>
                  </a:lnTo>
                  <a:lnTo>
                    <a:pt x="119" y="1048"/>
                  </a:lnTo>
                  <a:lnTo>
                    <a:pt x="159" y="1087"/>
                  </a:lnTo>
                  <a:lnTo>
                    <a:pt x="139" y="1087"/>
                  </a:lnTo>
                  <a:lnTo>
                    <a:pt x="80" y="1068"/>
                  </a:lnTo>
                  <a:lnTo>
                    <a:pt x="21" y="1068"/>
                  </a:lnTo>
                  <a:lnTo>
                    <a:pt x="21" y="1087"/>
                  </a:lnTo>
                  <a:lnTo>
                    <a:pt x="119" y="1107"/>
                  </a:lnTo>
                  <a:lnTo>
                    <a:pt x="100" y="1127"/>
                  </a:lnTo>
                  <a:lnTo>
                    <a:pt x="139" y="1127"/>
                  </a:lnTo>
                  <a:lnTo>
                    <a:pt x="179" y="1147"/>
                  </a:lnTo>
                  <a:lnTo>
                    <a:pt x="159" y="1147"/>
                  </a:lnTo>
                  <a:lnTo>
                    <a:pt x="119" y="1127"/>
                  </a:lnTo>
                  <a:lnTo>
                    <a:pt x="119" y="1147"/>
                  </a:lnTo>
                  <a:lnTo>
                    <a:pt x="100" y="1147"/>
                  </a:lnTo>
                  <a:lnTo>
                    <a:pt x="159" y="1166"/>
                  </a:lnTo>
                  <a:lnTo>
                    <a:pt x="198" y="1206"/>
                  </a:lnTo>
                  <a:lnTo>
                    <a:pt x="179" y="1206"/>
                  </a:lnTo>
                  <a:lnTo>
                    <a:pt x="159" y="1186"/>
                  </a:lnTo>
                  <a:lnTo>
                    <a:pt x="139" y="1186"/>
                  </a:lnTo>
                  <a:lnTo>
                    <a:pt x="139" y="1166"/>
                  </a:lnTo>
                  <a:lnTo>
                    <a:pt x="119" y="1186"/>
                  </a:lnTo>
                  <a:lnTo>
                    <a:pt x="179" y="1226"/>
                  </a:lnTo>
                  <a:lnTo>
                    <a:pt x="218" y="1226"/>
                  </a:lnTo>
                  <a:lnTo>
                    <a:pt x="258" y="1245"/>
                  </a:lnTo>
                  <a:lnTo>
                    <a:pt x="159" y="1245"/>
                  </a:lnTo>
                  <a:lnTo>
                    <a:pt x="218" y="1265"/>
                  </a:lnTo>
                  <a:lnTo>
                    <a:pt x="238" y="1285"/>
                  </a:lnTo>
                  <a:lnTo>
                    <a:pt x="277" y="1305"/>
                  </a:lnTo>
                  <a:lnTo>
                    <a:pt x="218" y="1305"/>
                  </a:lnTo>
                  <a:lnTo>
                    <a:pt x="198" y="1285"/>
                  </a:lnTo>
                  <a:lnTo>
                    <a:pt x="139" y="1285"/>
                  </a:lnTo>
                  <a:lnTo>
                    <a:pt x="100" y="1245"/>
                  </a:lnTo>
                  <a:lnTo>
                    <a:pt x="80" y="1245"/>
                  </a:lnTo>
                  <a:lnTo>
                    <a:pt x="100" y="1265"/>
                  </a:lnTo>
                  <a:lnTo>
                    <a:pt x="119" y="1285"/>
                  </a:lnTo>
                  <a:lnTo>
                    <a:pt x="80" y="1285"/>
                  </a:lnTo>
                  <a:lnTo>
                    <a:pt x="80" y="1305"/>
                  </a:lnTo>
                  <a:lnTo>
                    <a:pt x="119" y="1305"/>
                  </a:lnTo>
                  <a:lnTo>
                    <a:pt x="179" y="1324"/>
                  </a:lnTo>
                  <a:lnTo>
                    <a:pt x="100" y="1324"/>
                  </a:lnTo>
                  <a:lnTo>
                    <a:pt x="139" y="1344"/>
                  </a:lnTo>
                  <a:lnTo>
                    <a:pt x="218" y="1384"/>
                  </a:lnTo>
                  <a:lnTo>
                    <a:pt x="277" y="1384"/>
                  </a:lnTo>
                  <a:lnTo>
                    <a:pt x="297" y="1403"/>
                  </a:lnTo>
                  <a:lnTo>
                    <a:pt x="317" y="1403"/>
                  </a:lnTo>
                  <a:lnTo>
                    <a:pt x="356" y="1423"/>
                  </a:lnTo>
                  <a:lnTo>
                    <a:pt x="396" y="1423"/>
                  </a:lnTo>
                  <a:lnTo>
                    <a:pt x="356" y="1443"/>
                  </a:lnTo>
                  <a:lnTo>
                    <a:pt x="297" y="1443"/>
                  </a:lnTo>
                  <a:lnTo>
                    <a:pt x="159" y="1384"/>
                  </a:lnTo>
                  <a:lnTo>
                    <a:pt x="1" y="1324"/>
                  </a:lnTo>
                  <a:lnTo>
                    <a:pt x="21" y="1364"/>
                  </a:lnTo>
                  <a:lnTo>
                    <a:pt x="21" y="1384"/>
                  </a:lnTo>
                  <a:lnTo>
                    <a:pt x="1" y="1384"/>
                  </a:lnTo>
                  <a:lnTo>
                    <a:pt x="80" y="1423"/>
                  </a:lnTo>
                  <a:lnTo>
                    <a:pt x="179" y="1463"/>
                  </a:lnTo>
                  <a:lnTo>
                    <a:pt x="159" y="1463"/>
                  </a:lnTo>
                  <a:lnTo>
                    <a:pt x="179" y="1482"/>
                  </a:lnTo>
                  <a:lnTo>
                    <a:pt x="198" y="1502"/>
                  </a:lnTo>
                  <a:lnTo>
                    <a:pt x="198" y="1522"/>
                  </a:lnTo>
                  <a:lnTo>
                    <a:pt x="238" y="1542"/>
                  </a:lnTo>
                  <a:lnTo>
                    <a:pt x="337" y="1561"/>
                  </a:lnTo>
                  <a:lnTo>
                    <a:pt x="337" y="1581"/>
                  </a:lnTo>
                  <a:lnTo>
                    <a:pt x="356" y="1581"/>
                  </a:lnTo>
                  <a:lnTo>
                    <a:pt x="396" y="1621"/>
                  </a:lnTo>
                  <a:lnTo>
                    <a:pt x="337" y="1601"/>
                  </a:lnTo>
                  <a:lnTo>
                    <a:pt x="317" y="1621"/>
                  </a:lnTo>
                  <a:lnTo>
                    <a:pt x="337" y="1640"/>
                  </a:lnTo>
                  <a:lnTo>
                    <a:pt x="277" y="1601"/>
                  </a:lnTo>
                  <a:lnTo>
                    <a:pt x="297" y="1601"/>
                  </a:lnTo>
                  <a:lnTo>
                    <a:pt x="258" y="1581"/>
                  </a:lnTo>
                  <a:lnTo>
                    <a:pt x="218" y="1581"/>
                  </a:lnTo>
                  <a:lnTo>
                    <a:pt x="238" y="1601"/>
                  </a:lnTo>
                  <a:lnTo>
                    <a:pt x="179" y="1601"/>
                  </a:lnTo>
                  <a:lnTo>
                    <a:pt x="159" y="1621"/>
                  </a:lnTo>
                  <a:lnTo>
                    <a:pt x="159" y="1640"/>
                  </a:lnTo>
                  <a:lnTo>
                    <a:pt x="198" y="1640"/>
                  </a:lnTo>
                  <a:lnTo>
                    <a:pt x="277" y="1680"/>
                  </a:lnTo>
                  <a:lnTo>
                    <a:pt x="317" y="1700"/>
                  </a:lnTo>
                  <a:lnTo>
                    <a:pt x="337" y="1719"/>
                  </a:lnTo>
                  <a:lnTo>
                    <a:pt x="376" y="1719"/>
                  </a:lnTo>
                  <a:lnTo>
                    <a:pt x="396" y="1700"/>
                  </a:lnTo>
                  <a:lnTo>
                    <a:pt x="495" y="1719"/>
                  </a:lnTo>
                  <a:lnTo>
                    <a:pt x="613" y="1798"/>
                  </a:lnTo>
                  <a:lnTo>
                    <a:pt x="554" y="1779"/>
                  </a:lnTo>
                  <a:lnTo>
                    <a:pt x="633" y="1818"/>
                  </a:lnTo>
                  <a:lnTo>
                    <a:pt x="514" y="1798"/>
                  </a:lnTo>
                  <a:lnTo>
                    <a:pt x="534" y="1818"/>
                  </a:lnTo>
                  <a:lnTo>
                    <a:pt x="514" y="1838"/>
                  </a:lnTo>
                  <a:lnTo>
                    <a:pt x="574" y="1838"/>
                  </a:lnTo>
                  <a:lnTo>
                    <a:pt x="574" y="1818"/>
                  </a:lnTo>
                  <a:lnTo>
                    <a:pt x="613" y="1838"/>
                  </a:lnTo>
                  <a:lnTo>
                    <a:pt x="593" y="1858"/>
                  </a:lnTo>
                  <a:lnTo>
                    <a:pt x="633" y="1877"/>
                  </a:lnTo>
                  <a:lnTo>
                    <a:pt x="712" y="1897"/>
                  </a:lnTo>
                  <a:lnTo>
                    <a:pt x="593" y="1897"/>
                  </a:lnTo>
                  <a:lnTo>
                    <a:pt x="455" y="1838"/>
                  </a:lnTo>
                  <a:lnTo>
                    <a:pt x="475" y="1858"/>
                  </a:lnTo>
                  <a:lnTo>
                    <a:pt x="475" y="1858"/>
                  </a:lnTo>
                  <a:lnTo>
                    <a:pt x="277" y="1779"/>
                  </a:lnTo>
                  <a:lnTo>
                    <a:pt x="258" y="1798"/>
                  </a:lnTo>
                  <a:lnTo>
                    <a:pt x="238" y="1818"/>
                  </a:lnTo>
                  <a:lnTo>
                    <a:pt x="100" y="1779"/>
                  </a:lnTo>
                  <a:lnTo>
                    <a:pt x="119" y="1818"/>
                  </a:lnTo>
                  <a:lnTo>
                    <a:pt x="40" y="1818"/>
                  </a:lnTo>
                  <a:lnTo>
                    <a:pt x="80" y="1838"/>
                  </a:lnTo>
                  <a:lnTo>
                    <a:pt x="100" y="1838"/>
                  </a:lnTo>
                  <a:lnTo>
                    <a:pt x="179" y="1858"/>
                  </a:lnTo>
                  <a:lnTo>
                    <a:pt x="159" y="1858"/>
                  </a:lnTo>
                  <a:lnTo>
                    <a:pt x="179" y="1877"/>
                  </a:lnTo>
                  <a:lnTo>
                    <a:pt x="198" y="1858"/>
                  </a:lnTo>
                  <a:lnTo>
                    <a:pt x="238" y="1858"/>
                  </a:lnTo>
                  <a:lnTo>
                    <a:pt x="277" y="1877"/>
                  </a:lnTo>
                  <a:lnTo>
                    <a:pt x="337" y="1897"/>
                  </a:lnTo>
                  <a:lnTo>
                    <a:pt x="356" y="1877"/>
                  </a:lnTo>
                  <a:lnTo>
                    <a:pt x="396" y="1897"/>
                  </a:lnTo>
                  <a:lnTo>
                    <a:pt x="380" y="1913"/>
                  </a:lnTo>
                  <a:lnTo>
                    <a:pt x="380" y="1913"/>
                  </a:lnTo>
                  <a:lnTo>
                    <a:pt x="238" y="1877"/>
                  </a:lnTo>
                  <a:lnTo>
                    <a:pt x="258" y="1897"/>
                  </a:lnTo>
                  <a:lnTo>
                    <a:pt x="179" y="1897"/>
                  </a:lnTo>
                  <a:lnTo>
                    <a:pt x="159" y="1877"/>
                  </a:lnTo>
                  <a:lnTo>
                    <a:pt x="139" y="1877"/>
                  </a:lnTo>
                  <a:lnTo>
                    <a:pt x="139" y="1897"/>
                  </a:lnTo>
                  <a:lnTo>
                    <a:pt x="119" y="1877"/>
                  </a:lnTo>
                  <a:lnTo>
                    <a:pt x="100" y="1877"/>
                  </a:lnTo>
                  <a:lnTo>
                    <a:pt x="100" y="1858"/>
                  </a:lnTo>
                  <a:lnTo>
                    <a:pt x="60" y="1897"/>
                  </a:lnTo>
                  <a:lnTo>
                    <a:pt x="40" y="1877"/>
                  </a:lnTo>
                  <a:lnTo>
                    <a:pt x="21" y="1877"/>
                  </a:lnTo>
                  <a:lnTo>
                    <a:pt x="119" y="1937"/>
                  </a:lnTo>
                  <a:lnTo>
                    <a:pt x="60" y="1937"/>
                  </a:lnTo>
                  <a:lnTo>
                    <a:pt x="80" y="1956"/>
                  </a:lnTo>
                  <a:lnTo>
                    <a:pt x="100" y="1976"/>
                  </a:lnTo>
                  <a:lnTo>
                    <a:pt x="159" y="1996"/>
                  </a:lnTo>
                  <a:lnTo>
                    <a:pt x="218" y="2016"/>
                  </a:lnTo>
                  <a:lnTo>
                    <a:pt x="238" y="2016"/>
                  </a:lnTo>
                  <a:lnTo>
                    <a:pt x="258" y="2035"/>
                  </a:lnTo>
                  <a:lnTo>
                    <a:pt x="80" y="1996"/>
                  </a:lnTo>
                  <a:lnTo>
                    <a:pt x="60" y="1996"/>
                  </a:lnTo>
                  <a:lnTo>
                    <a:pt x="119" y="2035"/>
                  </a:lnTo>
                  <a:lnTo>
                    <a:pt x="179" y="2035"/>
                  </a:lnTo>
                  <a:lnTo>
                    <a:pt x="198" y="2055"/>
                  </a:lnTo>
                  <a:lnTo>
                    <a:pt x="179" y="2075"/>
                  </a:lnTo>
                  <a:lnTo>
                    <a:pt x="218" y="2095"/>
                  </a:lnTo>
                  <a:lnTo>
                    <a:pt x="258" y="2095"/>
                  </a:lnTo>
                  <a:lnTo>
                    <a:pt x="317" y="2134"/>
                  </a:lnTo>
                  <a:lnTo>
                    <a:pt x="277" y="2134"/>
                  </a:lnTo>
                  <a:lnTo>
                    <a:pt x="179" y="2114"/>
                  </a:lnTo>
                  <a:lnTo>
                    <a:pt x="119" y="2114"/>
                  </a:lnTo>
                  <a:lnTo>
                    <a:pt x="60" y="2095"/>
                  </a:lnTo>
                  <a:lnTo>
                    <a:pt x="80" y="2114"/>
                  </a:lnTo>
                  <a:lnTo>
                    <a:pt x="40" y="2114"/>
                  </a:lnTo>
                  <a:lnTo>
                    <a:pt x="80" y="2134"/>
                  </a:lnTo>
                  <a:lnTo>
                    <a:pt x="139" y="2134"/>
                  </a:lnTo>
                  <a:lnTo>
                    <a:pt x="258" y="2193"/>
                  </a:lnTo>
                  <a:lnTo>
                    <a:pt x="258" y="2174"/>
                  </a:lnTo>
                  <a:lnTo>
                    <a:pt x="238" y="2174"/>
                  </a:lnTo>
                  <a:lnTo>
                    <a:pt x="198" y="2154"/>
                  </a:lnTo>
                  <a:lnTo>
                    <a:pt x="179" y="2134"/>
                  </a:lnTo>
                  <a:lnTo>
                    <a:pt x="179" y="2134"/>
                  </a:lnTo>
                  <a:lnTo>
                    <a:pt x="258" y="2174"/>
                  </a:lnTo>
                  <a:lnTo>
                    <a:pt x="317" y="2193"/>
                  </a:lnTo>
                  <a:lnTo>
                    <a:pt x="376" y="2213"/>
                  </a:lnTo>
                  <a:lnTo>
                    <a:pt x="416" y="2233"/>
                  </a:lnTo>
                  <a:lnTo>
                    <a:pt x="396" y="2213"/>
                  </a:lnTo>
                  <a:lnTo>
                    <a:pt x="317" y="2174"/>
                  </a:lnTo>
                  <a:lnTo>
                    <a:pt x="297" y="2174"/>
                  </a:lnTo>
                  <a:lnTo>
                    <a:pt x="258" y="2154"/>
                  </a:lnTo>
                  <a:lnTo>
                    <a:pt x="337" y="2174"/>
                  </a:lnTo>
                  <a:lnTo>
                    <a:pt x="356" y="2154"/>
                  </a:lnTo>
                  <a:lnTo>
                    <a:pt x="376" y="2154"/>
                  </a:lnTo>
                  <a:lnTo>
                    <a:pt x="416" y="2134"/>
                  </a:lnTo>
                  <a:lnTo>
                    <a:pt x="356" y="2114"/>
                  </a:lnTo>
                  <a:lnTo>
                    <a:pt x="277" y="2095"/>
                  </a:lnTo>
                  <a:lnTo>
                    <a:pt x="277" y="2075"/>
                  </a:lnTo>
                  <a:lnTo>
                    <a:pt x="337" y="2095"/>
                  </a:lnTo>
                  <a:lnTo>
                    <a:pt x="356" y="2114"/>
                  </a:lnTo>
                  <a:lnTo>
                    <a:pt x="435" y="2134"/>
                  </a:lnTo>
                  <a:lnTo>
                    <a:pt x="574" y="2193"/>
                  </a:lnTo>
                  <a:lnTo>
                    <a:pt x="613" y="2213"/>
                  </a:lnTo>
                  <a:lnTo>
                    <a:pt x="633" y="2233"/>
                  </a:lnTo>
                  <a:lnTo>
                    <a:pt x="692" y="2253"/>
                  </a:lnTo>
                  <a:lnTo>
                    <a:pt x="751" y="2253"/>
                  </a:lnTo>
                  <a:lnTo>
                    <a:pt x="791" y="2272"/>
                  </a:lnTo>
                  <a:lnTo>
                    <a:pt x="791" y="2253"/>
                  </a:lnTo>
                  <a:lnTo>
                    <a:pt x="830" y="2272"/>
                  </a:lnTo>
                  <a:lnTo>
                    <a:pt x="850" y="2292"/>
                  </a:lnTo>
                  <a:lnTo>
                    <a:pt x="890" y="2292"/>
                  </a:lnTo>
                  <a:lnTo>
                    <a:pt x="870" y="2272"/>
                  </a:lnTo>
                  <a:lnTo>
                    <a:pt x="791" y="2233"/>
                  </a:lnTo>
                  <a:lnTo>
                    <a:pt x="811" y="2233"/>
                  </a:lnTo>
                  <a:lnTo>
                    <a:pt x="811" y="2213"/>
                  </a:lnTo>
                  <a:lnTo>
                    <a:pt x="771" y="2193"/>
                  </a:lnTo>
                  <a:lnTo>
                    <a:pt x="771" y="2174"/>
                  </a:lnTo>
                  <a:lnTo>
                    <a:pt x="811" y="2174"/>
                  </a:lnTo>
                  <a:lnTo>
                    <a:pt x="712" y="2154"/>
                  </a:lnTo>
                  <a:lnTo>
                    <a:pt x="712" y="2134"/>
                  </a:lnTo>
                  <a:lnTo>
                    <a:pt x="712" y="2114"/>
                  </a:lnTo>
                  <a:lnTo>
                    <a:pt x="751" y="2134"/>
                  </a:lnTo>
                  <a:lnTo>
                    <a:pt x="771" y="2154"/>
                  </a:lnTo>
                  <a:lnTo>
                    <a:pt x="771" y="2134"/>
                  </a:lnTo>
                  <a:lnTo>
                    <a:pt x="751" y="2114"/>
                  </a:lnTo>
                  <a:lnTo>
                    <a:pt x="672" y="2075"/>
                  </a:lnTo>
                  <a:lnTo>
                    <a:pt x="574" y="2055"/>
                  </a:lnTo>
                  <a:lnTo>
                    <a:pt x="534" y="2035"/>
                  </a:lnTo>
                  <a:lnTo>
                    <a:pt x="593" y="2035"/>
                  </a:lnTo>
                  <a:lnTo>
                    <a:pt x="751" y="2075"/>
                  </a:lnTo>
                  <a:lnTo>
                    <a:pt x="751" y="2075"/>
                  </a:lnTo>
                  <a:lnTo>
                    <a:pt x="712" y="2055"/>
                  </a:lnTo>
                  <a:lnTo>
                    <a:pt x="672" y="2016"/>
                  </a:lnTo>
                  <a:lnTo>
                    <a:pt x="771" y="2055"/>
                  </a:lnTo>
                  <a:lnTo>
                    <a:pt x="811" y="2095"/>
                  </a:lnTo>
                  <a:lnTo>
                    <a:pt x="791" y="2095"/>
                  </a:lnTo>
                  <a:lnTo>
                    <a:pt x="791" y="2114"/>
                  </a:lnTo>
                  <a:lnTo>
                    <a:pt x="850" y="2134"/>
                  </a:lnTo>
                  <a:lnTo>
                    <a:pt x="870" y="2174"/>
                  </a:lnTo>
                  <a:lnTo>
                    <a:pt x="929" y="2154"/>
                  </a:lnTo>
                  <a:lnTo>
                    <a:pt x="969" y="2174"/>
                  </a:lnTo>
                  <a:lnTo>
                    <a:pt x="949" y="2154"/>
                  </a:lnTo>
                  <a:lnTo>
                    <a:pt x="1008" y="2174"/>
                  </a:lnTo>
                  <a:lnTo>
                    <a:pt x="1067" y="2174"/>
                  </a:lnTo>
                  <a:lnTo>
                    <a:pt x="1067" y="2193"/>
                  </a:lnTo>
                  <a:lnTo>
                    <a:pt x="1087" y="2213"/>
                  </a:lnTo>
                  <a:lnTo>
                    <a:pt x="1107" y="2213"/>
                  </a:lnTo>
                  <a:lnTo>
                    <a:pt x="1127" y="2193"/>
                  </a:lnTo>
                  <a:lnTo>
                    <a:pt x="929" y="2114"/>
                  </a:lnTo>
                  <a:lnTo>
                    <a:pt x="909" y="2075"/>
                  </a:lnTo>
                  <a:lnTo>
                    <a:pt x="929" y="2075"/>
                  </a:lnTo>
                  <a:lnTo>
                    <a:pt x="969" y="2095"/>
                  </a:lnTo>
                  <a:lnTo>
                    <a:pt x="1048" y="2134"/>
                  </a:lnTo>
                  <a:lnTo>
                    <a:pt x="1048" y="2134"/>
                  </a:lnTo>
                  <a:lnTo>
                    <a:pt x="1028" y="2114"/>
                  </a:lnTo>
                  <a:lnTo>
                    <a:pt x="1048" y="2114"/>
                  </a:lnTo>
                  <a:lnTo>
                    <a:pt x="1008" y="2095"/>
                  </a:lnTo>
                  <a:lnTo>
                    <a:pt x="1028" y="2075"/>
                  </a:lnTo>
                  <a:lnTo>
                    <a:pt x="1107" y="2095"/>
                  </a:lnTo>
                  <a:lnTo>
                    <a:pt x="1127" y="2095"/>
                  </a:lnTo>
                  <a:lnTo>
                    <a:pt x="1107" y="2114"/>
                  </a:lnTo>
                  <a:lnTo>
                    <a:pt x="1146" y="2134"/>
                  </a:lnTo>
                  <a:lnTo>
                    <a:pt x="1127" y="2134"/>
                  </a:lnTo>
                  <a:lnTo>
                    <a:pt x="1186" y="2154"/>
                  </a:lnTo>
                  <a:lnTo>
                    <a:pt x="1206" y="2154"/>
                  </a:lnTo>
                  <a:lnTo>
                    <a:pt x="1206" y="2134"/>
                  </a:lnTo>
                  <a:lnTo>
                    <a:pt x="1186" y="2134"/>
                  </a:lnTo>
                  <a:lnTo>
                    <a:pt x="1186" y="2114"/>
                  </a:lnTo>
                  <a:lnTo>
                    <a:pt x="1265" y="2134"/>
                  </a:lnTo>
                  <a:lnTo>
                    <a:pt x="1285" y="2114"/>
                  </a:lnTo>
                  <a:lnTo>
                    <a:pt x="1304" y="2114"/>
                  </a:lnTo>
                  <a:lnTo>
                    <a:pt x="1285" y="2095"/>
                  </a:lnTo>
                  <a:lnTo>
                    <a:pt x="1304" y="2095"/>
                  </a:lnTo>
                  <a:lnTo>
                    <a:pt x="1285" y="2075"/>
                  </a:lnTo>
                  <a:lnTo>
                    <a:pt x="1245" y="2055"/>
                  </a:lnTo>
                  <a:lnTo>
                    <a:pt x="1146" y="2016"/>
                  </a:lnTo>
                  <a:lnTo>
                    <a:pt x="1146" y="2016"/>
                  </a:lnTo>
                  <a:lnTo>
                    <a:pt x="1265" y="2055"/>
                  </a:lnTo>
                  <a:lnTo>
                    <a:pt x="1245" y="2035"/>
                  </a:lnTo>
                  <a:lnTo>
                    <a:pt x="1304" y="2035"/>
                  </a:lnTo>
                  <a:lnTo>
                    <a:pt x="1245" y="2016"/>
                  </a:lnTo>
                  <a:lnTo>
                    <a:pt x="1206" y="1996"/>
                  </a:lnTo>
                  <a:lnTo>
                    <a:pt x="1127" y="1976"/>
                  </a:lnTo>
                  <a:lnTo>
                    <a:pt x="1127" y="1956"/>
                  </a:lnTo>
                  <a:lnTo>
                    <a:pt x="1186" y="1976"/>
                  </a:lnTo>
                  <a:lnTo>
                    <a:pt x="1206" y="1996"/>
                  </a:lnTo>
                  <a:lnTo>
                    <a:pt x="1225" y="1996"/>
                  </a:lnTo>
                  <a:lnTo>
                    <a:pt x="1265" y="1976"/>
                  </a:lnTo>
                  <a:lnTo>
                    <a:pt x="1324" y="1976"/>
                  </a:lnTo>
                  <a:lnTo>
                    <a:pt x="1265" y="1956"/>
                  </a:lnTo>
                  <a:lnTo>
                    <a:pt x="1206" y="1917"/>
                  </a:lnTo>
                  <a:lnTo>
                    <a:pt x="1225" y="1937"/>
                  </a:lnTo>
                  <a:lnTo>
                    <a:pt x="1225" y="1937"/>
                  </a:lnTo>
                  <a:lnTo>
                    <a:pt x="1146" y="1897"/>
                  </a:lnTo>
                  <a:lnTo>
                    <a:pt x="1245" y="1897"/>
                  </a:lnTo>
                  <a:lnTo>
                    <a:pt x="1265" y="1917"/>
                  </a:lnTo>
                  <a:lnTo>
                    <a:pt x="1285" y="1937"/>
                  </a:lnTo>
                  <a:lnTo>
                    <a:pt x="1304" y="1937"/>
                  </a:lnTo>
                  <a:lnTo>
                    <a:pt x="1304" y="1917"/>
                  </a:lnTo>
                  <a:lnTo>
                    <a:pt x="1285" y="1897"/>
                  </a:lnTo>
                  <a:lnTo>
                    <a:pt x="1324" y="1877"/>
                  </a:lnTo>
                  <a:lnTo>
                    <a:pt x="1285" y="1838"/>
                  </a:lnTo>
                  <a:lnTo>
                    <a:pt x="1285" y="1818"/>
                  </a:lnTo>
                  <a:lnTo>
                    <a:pt x="1166" y="1779"/>
                  </a:lnTo>
                  <a:lnTo>
                    <a:pt x="1206" y="1779"/>
                  </a:lnTo>
                  <a:lnTo>
                    <a:pt x="1245" y="1798"/>
                  </a:lnTo>
                  <a:lnTo>
                    <a:pt x="1344" y="1818"/>
                  </a:lnTo>
                  <a:lnTo>
                    <a:pt x="1285" y="1779"/>
                  </a:lnTo>
                  <a:lnTo>
                    <a:pt x="1344" y="1798"/>
                  </a:lnTo>
                  <a:lnTo>
                    <a:pt x="1344" y="1779"/>
                  </a:lnTo>
                  <a:lnTo>
                    <a:pt x="1304" y="1739"/>
                  </a:lnTo>
                  <a:lnTo>
                    <a:pt x="1265" y="1700"/>
                  </a:lnTo>
                  <a:lnTo>
                    <a:pt x="1245" y="1680"/>
                  </a:lnTo>
                  <a:lnTo>
                    <a:pt x="1344" y="1719"/>
                  </a:lnTo>
                  <a:lnTo>
                    <a:pt x="1364" y="1739"/>
                  </a:lnTo>
                  <a:lnTo>
                    <a:pt x="1383" y="1739"/>
                  </a:lnTo>
                  <a:lnTo>
                    <a:pt x="1383" y="1719"/>
                  </a:lnTo>
                  <a:lnTo>
                    <a:pt x="1403" y="1719"/>
                  </a:lnTo>
                  <a:lnTo>
                    <a:pt x="1403" y="1700"/>
                  </a:lnTo>
                  <a:lnTo>
                    <a:pt x="1364" y="1680"/>
                  </a:lnTo>
                  <a:lnTo>
                    <a:pt x="1304" y="1660"/>
                  </a:lnTo>
                  <a:lnTo>
                    <a:pt x="1364" y="1660"/>
                  </a:lnTo>
                  <a:lnTo>
                    <a:pt x="1324" y="1640"/>
                  </a:lnTo>
                  <a:lnTo>
                    <a:pt x="1304" y="1640"/>
                  </a:lnTo>
                  <a:lnTo>
                    <a:pt x="1285" y="1601"/>
                  </a:lnTo>
                  <a:lnTo>
                    <a:pt x="1344" y="1621"/>
                  </a:lnTo>
                  <a:lnTo>
                    <a:pt x="1285" y="1581"/>
                  </a:lnTo>
                  <a:lnTo>
                    <a:pt x="1206" y="1561"/>
                  </a:lnTo>
                  <a:lnTo>
                    <a:pt x="1166" y="1561"/>
                  </a:lnTo>
                  <a:lnTo>
                    <a:pt x="1186" y="1581"/>
                  </a:lnTo>
                  <a:lnTo>
                    <a:pt x="1186" y="1601"/>
                  </a:lnTo>
                  <a:lnTo>
                    <a:pt x="1127" y="1601"/>
                  </a:lnTo>
                  <a:lnTo>
                    <a:pt x="1067" y="1581"/>
                  </a:lnTo>
                  <a:lnTo>
                    <a:pt x="1107" y="1581"/>
                  </a:lnTo>
                  <a:lnTo>
                    <a:pt x="1048" y="1561"/>
                  </a:lnTo>
                  <a:lnTo>
                    <a:pt x="1028" y="1561"/>
                  </a:lnTo>
                  <a:lnTo>
                    <a:pt x="949" y="1522"/>
                  </a:lnTo>
                  <a:lnTo>
                    <a:pt x="909" y="1482"/>
                  </a:lnTo>
                  <a:lnTo>
                    <a:pt x="909" y="1482"/>
                  </a:lnTo>
                  <a:lnTo>
                    <a:pt x="988" y="1522"/>
                  </a:lnTo>
                  <a:lnTo>
                    <a:pt x="1033" y="1537"/>
                  </a:lnTo>
                  <a:lnTo>
                    <a:pt x="1033" y="1537"/>
                  </a:lnTo>
                  <a:lnTo>
                    <a:pt x="1048" y="1522"/>
                  </a:lnTo>
                  <a:lnTo>
                    <a:pt x="1127" y="1561"/>
                  </a:lnTo>
                  <a:lnTo>
                    <a:pt x="1067" y="1522"/>
                  </a:lnTo>
                  <a:lnTo>
                    <a:pt x="988" y="1502"/>
                  </a:lnTo>
                  <a:lnTo>
                    <a:pt x="929" y="1482"/>
                  </a:lnTo>
                  <a:lnTo>
                    <a:pt x="1008" y="1482"/>
                  </a:lnTo>
                  <a:lnTo>
                    <a:pt x="988" y="1463"/>
                  </a:lnTo>
                  <a:lnTo>
                    <a:pt x="969" y="1443"/>
                  </a:lnTo>
                  <a:lnTo>
                    <a:pt x="969" y="1443"/>
                  </a:lnTo>
                  <a:lnTo>
                    <a:pt x="1028" y="1463"/>
                  </a:lnTo>
                  <a:lnTo>
                    <a:pt x="1008" y="1463"/>
                  </a:lnTo>
                  <a:lnTo>
                    <a:pt x="1048" y="1482"/>
                  </a:lnTo>
                  <a:lnTo>
                    <a:pt x="1087" y="1502"/>
                  </a:lnTo>
                  <a:lnTo>
                    <a:pt x="1146" y="1522"/>
                  </a:lnTo>
                  <a:lnTo>
                    <a:pt x="1206" y="1542"/>
                  </a:lnTo>
                  <a:lnTo>
                    <a:pt x="1324" y="1581"/>
                  </a:lnTo>
                  <a:lnTo>
                    <a:pt x="1364" y="1581"/>
                  </a:lnTo>
                  <a:lnTo>
                    <a:pt x="1324" y="1542"/>
                  </a:lnTo>
                  <a:lnTo>
                    <a:pt x="1344" y="1542"/>
                  </a:lnTo>
                  <a:lnTo>
                    <a:pt x="1344" y="1522"/>
                  </a:lnTo>
                  <a:lnTo>
                    <a:pt x="1364" y="1522"/>
                  </a:lnTo>
                  <a:lnTo>
                    <a:pt x="1364" y="1502"/>
                  </a:lnTo>
                  <a:lnTo>
                    <a:pt x="1324" y="1463"/>
                  </a:lnTo>
                  <a:lnTo>
                    <a:pt x="1403" y="1463"/>
                  </a:lnTo>
                  <a:lnTo>
                    <a:pt x="1403" y="1443"/>
                  </a:lnTo>
                  <a:lnTo>
                    <a:pt x="1364" y="1403"/>
                  </a:lnTo>
                  <a:lnTo>
                    <a:pt x="1324" y="1364"/>
                  </a:lnTo>
                  <a:lnTo>
                    <a:pt x="1324" y="1344"/>
                  </a:lnTo>
                  <a:lnTo>
                    <a:pt x="1383" y="1344"/>
                  </a:lnTo>
                  <a:lnTo>
                    <a:pt x="1344" y="1324"/>
                  </a:lnTo>
                  <a:lnTo>
                    <a:pt x="1403" y="1324"/>
                  </a:lnTo>
                  <a:lnTo>
                    <a:pt x="1383" y="1305"/>
                  </a:lnTo>
                  <a:lnTo>
                    <a:pt x="1364" y="1285"/>
                  </a:lnTo>
                  <a:lnTo>
                    <a:pt x="1423" y="1285"/>
                  </a:lnTo>
                  <a:lnTo>
                    <a:pt x="1423" y="1265"/>
                  </a:lnTo>
                  <a:lnTo>
                    <a:pt x="1383" y="1245"/>
                  </a:lnTo>
                  <a:lnTo>
                    <a:pt x="1324" y="1206"/>
                  </a:lnTo>
                  <a:lnTo>
                    <a:pt x="1324" y="1206"/>
                  </a:lnTo>
                  <a:lnTo>
                    <a:pt x="1423" y="1245"/>
                  </a:lnTo>
                  <a:lnTo>
                    <a:pt x="1423" y="1245"/>
                  </a:lnTo>
                  <a:lnTo>
                    <a:pt x="1403" y="1147"/>
                  </a:lnTo>
                  <a:lnTo>
                    <a:pt x="1383" y="1068"/>
                  </a:lnTo>
                  <a:lnTo>
                    <a:pt x="1403" y="1068"/>
                  </a:lnTo>
                  <a:lnTo>
                    <a:pt x="1403" y="1048"/>
                  </a:lnTo>
                  <a:lnTo>
                    <a:pt x="1383" y="1008"/>
                  </a:lnTo>
                  <a:lnTo>
                    <a:pt x="1344" y="969"/>
                  </a:lnTo>
                  <a:lnTo>
                    <a:pt x="1344" y="949"/>
                  </a:lnTo>
                  <a:lnTo>
                    <a:pt x="1364" y="949"/>
                  </a:lnTo>
                  <a:lnTo>
                    <a:pt x="1324" y="929"/>
                  </a:lnTo>
                  <a:lnTo>
                    <a:pt x="1265" y="890"/>
                  </a:lnTo>
                  <a:lnTo>
                    <a:pt x="1146" y="870"/>
                  </a:lnTo>
                  <a:lnTo>
                    <a:pt x="1127" y="850"/>
                  </a:lnTo>
                  <a:lnTo>
                    <a:pt x="1166" y="850"/>
                  </a:lnTo>
                  <a:lnTo>
                    <a:pt x="1225" y="870"/>
                  </a:lnTo>
                  <a:lnTo>
                    <a:pt x="1324" y="890"/>
                  </a:lnTo>
                  <a:lnTo>
                    <a:pt x="1403" y="929"/>
                  </a:lnTo>
                  <a:lnTo>
                    <a:pt x="1344" y="870"/>
                  </a:lnTo>
                  <a:lnTo>
                    <a:pt x="1344" y="850"/>
                  </a:lnTo>
                  <a:lnTo>
                    <a:pt x="1383" y="850"/>
                  </a:lnTo>
                  <a:lnTo>
                    <a:pt x="1383" y="870"/>
                  </a:lnTo>
                  <a:lnTo>
                    <a:pt x="1403" y="870"/>
                  </a:lnTo>
                  <a:lnTo>
                    <a:pt x="1383" y="850"/>
                  </a:lnTo>
                  <a:lnTo>
                    <a:pt x="1403" y="850"/>
                  </a:lnTo>
                  <a:lnTo>
                    <a:pt x="1423" y="870"/>
                  </a:lnTo>
                  <a:lnTo>
                    <a:pt x="1423" y="850"/>
                  </a:lnTo>
                  <a:lnTo>
                    <a:pt x="1443" y="850"/>
                  </a:lnTo>
                  <a:lnTo>
                    <a:pt x="1403" y="831"/>
                  </a:lnTo>
                  <a:lnTo>
                    <a:pt x="1364" y="811"/>
                  </a:lnTo>
                  <a:lnTo>
                    <a:pt x="1383" y="811"/>
                  </a:lnTo>
                  <a:lnTo>
                    <a:pt x="1324" y="771"/>
                  </a:lnTo>
                  <a:lnTo>
                    <a:pt x="1403" y="791"/>
                  </a:lnTo>
                  <a:lnTo>
                    <a:pt x="1403" y="791"/>
                  </a:lnTo>
                  <a:lnTo>
                    <a:pt x="1344" y="771"/>
                  </a:lnTo>
                  <a:lnTo>
                    <a:pt x="1344" y="752"/>
                  </a:lnTo>
                  <a:lnTo>
                    <a:pt x="1423" y="752"/>
                  </a:lnTo>
                  <a:lnTo>
                    <a:pt x="1403" y="732"/>
                  </a:lnTo>
                  <a:lnTo>
                    <a:pt x="1383" y="712"/>
                  </a:lnTo>
                  <a:lnTo>
                    <a:pt x="1383" y="712"/>
                  </a:lnTo>
                  <a:lnTo>
                    <a:pt x="1443" y="732"/>
                  </a:lnTo>
                  <a:lnTo>
                    <a:pt x="1462" y="692"/>
                  </a:lnTo>
                  <a:lnTo>
                    <a:pt x="1462" y="673"/>
                  </a:lnTo>
                  <a:lnTo>
                    <a:pt x="1502" y="653"/>
                  </a:lnTo>
                  <a:lnTo>
                    <a:pt x="1482" y="633"/>
                  </a:lnTo>
                  <a:lnTo>
                    <a:pt x="1423" y="593"/>
                  </a:lnTo>
                  <a:lnTo>
                    <a:pt x="1403" y="593"/>
                  </a:lnTo>
                  <a:lnTo>
                    <a:pt x="1344" y="574"/>
                  </a:lnTo>
                  <a:lnTo>
                    <a:pt x="1324" y="554"/>
                  </a:lnTo>
                  <a:lnTo>
                    <a:pt x="1304" y="534"/>
                  </a:lnTo>
                  <a:lnTo>
                    <a:pt x="1304" y="534"/>
                  </a:lnTo>
                  <a:lnTo>
                    <a:pt x="1364" y="554"/>
                  </a:lnTo>
                  <a:lnTo>
                    <a:pt x="1383" y="554"/>
                  </a:lnTo>
                  <a:lnTo>
                    <a:pt x="1443" y="574"/>
                  </a:lnTo>
                  <a:lnTo>
                    <a:pt x="1443" y="554"/>
                  </a:lnTo>
                  <a:lnTo>
                    <a:pt x="1443" y="534"/>
                  </a:lnTo>
                  <a:lnTo>
                    <a:pt x="1482" y="554"/>
                  </a:lnTo>
                  <a:lnTo>
                    <a:pt x="1482" y="554"/>
                  </a:lnTo>
                  <a:lnTo>
                    <a:pt x="1462" y="534"/>
                  </a:lnTo>
                  <a:lnTo>
                    <a:pt x="1423" y="495"/>
                  </a:lnTo>
                  <a:lnTo>
                    <a:pt x="1462" y="514"/>
                  </a:lnTo>
                  <a:lnTo>
                    <a:pt x="1502" y="514"/>
                  </a:lnTo>
                  <a:lnTo>
                    <a:pt x="1502" y="495"/>
                  </a:lnTo>
                  <a:lnTo>
                    <a:pt x="1462" y="475"/>
                  </a:lnTo>
                  <a:lnTo>
                    <a:pt x="1383" y="455"/>
                  </a:lnTo>
                  <a:lnTo>
                    <a:pt x="1403" y="455"/>
                  </a:lnTo>
                  <a:lnTo>
                    <a:pt x="1383" y="435"/>
                  </a:lnTo>
                  <a:lnTo>
                    <a:pt x="1383" y="435"/>
                  </a:lnTo>
                  <a:lnTo>
                    <a:pt x="1482" y="475"/>
                  </a:lnTo>
                  <a:lnTo>
                    <a:pt x="1423" y="435"/>
                  </a:lnTo>
                  <a:lnTo>
                    <a:pt x="1383" y="416"/>
                  </a:lnTo>
                  <a:lnTo>
                    <a:pt x="1403" y="416"/>
                  </a:lnTo>
                  <a:lnTo>
                    <a:pt x="1383" y="396"/>
                  </a:lnTo>
                  <a:lnTo>
                    <a:pt x="1403" y="396"/>
                  </a:lnTo>
                  <a:lnTo>
                    <a:pt x="1344" y="376"/>
                  </a:lnTo>
                  <a:lnTo>
                    <a:pt x="1304" y="337"/>
                  </a:lnTo>
                  <a:lnTo>
                    <a:pt x="1364" y="337"/>
                  </a:lnTo>
                  <a:lnTo>
                    <a:pt x="1443" y="356"/>
                  </a:lnTo>
                  <a:lnTo>
                    <a:pt x="1443" y="376"/>
                  </a:lnTo>
                  <a:lnTo>
                    <a:pt x="1522" y="376"/>
                  </a:lnTo>
                  <a:lnTo>
                    <a:pt x="1541" y="356"/>
                  </a:lnTo>
                  <a:lnTo>
                    <a:pt x="1541" y="317"/>
                  </a:lnTo>
                  <a:lnTo>
                    <a:pt x="1522" y="297"/>
                  </a:lnTo>
                  <a:lnTo>
                    <a:pt x="1522" y="277"/>
                  </a:lnTo>
                  <a:lnTo>
                    <a:pt x="1502" y="258"/>
                  </a:lnTo>
                  <a:lnTo>
                    <a:pt x="1443" y="218"/>
                  </a:lnTo>
                  <a:lnTo>
                    <a:pt x="1502" y="238"/>
                  </a:lnTo>
                  <a:lnTo>
                    <a:pt x="1561" y="218"/>
                  </a:lnTo>
                  <a:lnTo>
                    <a:pt x="1561" y="198"/>
                  </a:lnTo>
                  <a:lnTo>
                    <a:pt x="1581" y="179"/>
                  </a:lnTo>
                  <a:lnTo>
                    <a:pt x="1561" y="139"/>
                  </a:lnTo>
                  <a:lnTo>
                    <a:pt x="1541" y="119"/>
                  </a:lnTo>
                  <a:lnTo>
                    <a:pt x="1581" y="119"/>
                  </a:lnTo>
                  <a:lnTo>
                    <a:pt x="1522" y="80"/>
                  </a:lnTo>
                  <a:lnTo>
                    <a:pt x="1502" y="60"/>
                  </a:lnTo>
                  <a:lnTo>
                    <a:pt x="146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1" name="Google Shape;2981;p11"/>
            <p:cNvSpPr/>
            <p:nvPr/>
          </p:nvSpPr>
          <p:spPr>
            <a:xfrm>
              <a:off x="-1685450" y="3348475"/>
              <a:ext cx="500" cy="25"/>
            </a:xfrm>
            <a:custGeom>
              <a:rect b="b" l="l" r="r" t="t"/>
              <a:pathLst>
                <a:path extrusionOk="0" h="1" w="20">
                  <a:moveTo>
                    <a:pt x="0" y="0"/>
                  </a:moveTo>
                  <a:lnTo>
                    <a:pt x="0" y="0"/>
                  </a:lnTo>
                  <a:lnTo>
                    <a:pt x="2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
            <p:cNvSpPr/>
            <p:nvPr/>
          </p:nvSpPr>
          <p:spPr>
            <a:xfrm>
              <a:off x="-1699275" y="3344525"/>
              <a:ext cx="25" cy="500"/>
            </a:xfrm>
            <a:custGeom>
              <a:rect b="b" l="l" r="r" t="t"/>
              <a:pathLst>
                <a:path extrusionOk="0" h="20" w="1">
                  <a:moveTo>
                    <a:pt x="0" y="0"/>
                  </a:moveTo>
                  <a:lnTo>
                    <a:pt x="0" y="0"/>
                  </a:lnTo>
                  <a:lnTo>
                    <a:pt x="0" y="2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3" name="Google Shape;2983;p11"/>
            <p:cNvSpPr/>
            <p:nvPr/>
          </p:nvSpPr>
          <p:spPr>
            <a:xfrm>
              <a:off x="-1610900" y="331490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4" name="Google Shape;2984;p11"/>
            <p:cNvSpPr/>
            <p:nvPr/>
          </p:nvSpPr>
          <p:spPr>
            <a:xfrm>
              <a:off x="-1608925" y="3313900"/>
              <a:ext cx="25" cy="525"/>
            </a:xfrm>
            <a:custGeom>
              <a:rect b="b" l="l" r="r" t="t"/>
              <a:pathLst>
                <a:path extrusionOk="0" h="21" w="1">
                  <a:moveTo>
                    <a:pt x="1" y="20"/>
                  </a:moveTo>
                  <a:lnTo>
                    <a:pt x="1" y="20"/>
                  </a:lnTo>
                  <a:lnTo>
                    <a:pt x="1" y="1"/>
                  </a:lnTo>
                  <a:lnTo>
                    <a:pt x="1" y="1"/>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
            <p:cNvSpPr/>
            <p:nvPr/>
          </p:nvSpPr>
          <p:spPr>
            <a:xfrm>
              <a:off x="-1607450" y="3317850"/>
              <a:ext cx="1525" cy="5450"/>
            </a:xfrm>
            <a:custGeom>
              <a:rect b="b" l="l" r="r" t="t"/>
              <a:pathLst>
                <a:path extrusionOk="0" h="218" w="61">
                  <a:moveTo>
                    <a:pt x="60" y="1"/>
                  </a:moveTo>
                  <a:lnTo>
                    <a:pt x="40" y="20"/>
                  </a:lnTo>
                  <a:lnTo>
                    <a:pt x="40" y="80"/>
                  </a:lnTo>
                  <a:lnTo>
                    <a:pt x="1" y="218"/>
                  </a:lnTo>
                  <a:lnTo>
                    <a:pt x="40" y="119"/>
                  </a:lnTo>
                  <a:lnTo>
                    <a:pt x="6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6" name="Google Shape;2986;p11"/>
            <p:cNvSpPr/>
            <p:nvPr/>
          </p:nvSpPr>
          <p:spPr>
            <a:xfrm>
              <a:off x="-1602000" y="3297600"/>
              <a:ext cx="500" cy="25"/>
            </a:xfrm>
            <a:custGeom>
              <a:rect b="b" l="l" r="r" t="t"/>
              <a:pathLst>
                <a:path extrusionOk="0" h="1" w="20">
                  <a:moveTo>
                    <a:pt x="0" y="1"/>
                  </a:moveTo>
                  <a:lnTo>
                    <a:pt x="20" y="1"/>
                  </a:lnTo>
                  <a:lnTo>
                    <a:pt x="20" y="1"/>
                  </a:lnTo>
                  <a:lnTo>
                    <a:pt x="2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
            <p:cNvSpPr/>
            <p:nvPr/>
          </p:nvSpPr>
          <p:spPr>
            <a:xfrm>
              <a:off x="-1612375" y="3293150"/>
              <a:ext cx="39525" cy="35600"/>
            </a:xfrm>
            <a:custGeom>
              <a:rect b="b" l="l" r="r" t="t"/>
              <a:pathLst>
                <a:path extrusionOk="0" h="1424" w="1581">
                  <a:moveTo>
                    <a:pt x="929" y="60"/>
                  </a:moveTo>
                  <a:lnTo>
                    <a:pt x="909" y="100"/>
                  </a:lnTo>
                  <a:lnTo>
                    <a:pt x="929" y="80"/>
                  </a:lnTo>
                  <a:lnTo>
                    <a:pt x="929" y="60"/>
                  </a:lnTo>
                  <a:close/>
                  <a:moveTo>
                    <a:pt x="376" y="100"/>
                  </a:moveTo>
                  <a:lnTo>
                    <a:pt x="376" y="100"/>
                  </a:lnTo>
                  <a:lnTo>
                    <a:pt x="376" y="100"/>
                  </a:lnTo>
                  <a:close/>
                  <a:moveTo>
                    <a:pt x="870" y="100"/>
                  </a:moveTo>
                  <a:lnTo>
                    <a:pt x="870" y="100"/>
                  </a:lnTo>
                  <a:lnTo>
                    <a:pt x="870" y="100"/>
                  </a:lnTo>
                  <a:close/>
                  <a:moveTo>
                    <a:pt x="474" y="119"/>
                  </a:moveTo>
                  <a:lnTo>
                    <a:pt x="474" y="119"/>
                  </a:lnTo>
                  <a:lnTo>
                    <a:pt x="474" y="119"/>
                  </a:lnTo>
                  <a:close/>
                  <a:moveTo>
                    <a:pt x="415" y="119"/>
                  </a:moveTo>
                  <a:lnTo>
                    <a:pt x="395" y="159"/>
                  </a:lnTo>
                  <a:lnTo>
                    <a:pt x="398" y="162"/>
                  </a:lnTo>
                  <a:lnTo>
                    <a:pt x="398" y="162"/>
                  </a:lnTo>
                  <a:lnTo>
                    <a:pt x="415" y="119"/>
                  </a:lnTo>
                  <a:close/>
                  <a:moveTo>
                    <a:pt x="771" y="139"/>
                  </a:moveTo>
                  <a:lnTo>
                    <a:pt x="751" y="179"/>
                  </a:lnTo>
                  <a:lnTo>
                    <a:pt x="756" y="184"/>
                  </a:lnTo>
                  <a:lnTo>
                    <a:pt x="771" y="139"/>
                  </a:lnTo>
                  <a:close/>
                  <a:moveTo>
                    <a:pt x="633" y="100"/>
                  </a:moveTo>
                  <a:lnTo>
                    <a:pt x="593" y="159"/>
                  </a:lnTo>
                  <a:lnTo>
                    <a:pt x="573" y="218"/>
                  </a:lnTo>
                  <a:lnTo>
                    <a:pt x="534" y="317"/>
                  </a:lnTo>
                  <a:lnTo>
                    <a:pt x="534" y="337"/>
                  </a:lnTo>
                  <a:lnTo>
                    <a:pt x="553" y="337"/>
                  </a:lnTo>
                  <a:lnTo>
                    <a:pt x="573" y="297"/>
                  </a:lnTo>
                  <a:lnTo>
                    <a:pt x="573" y="317"/>
                  </a:lnTo>
                  <a:lnTo>
                    <a:pt x="613" y="198"/>
                  </a:lnTo>
                  <a:lnTo>
                    <a:pt x="633" y="100"/>
                  </a:lnTo>
                  <a:close/>
                  <a:moveTo>
                    <a:pt x="672" y="297"/>
                  </a:moveTo>
                  <a:lnTo>
                    <a:pt x="672" y="337"/>
                  </a:lnTo>
                  <a:lnTo>
                    <a:pt x="692" y="297"/>
                  </a:lnTo>
                  <a:close/>
                  <a:moveTo>
                    <a:pt x="316" y="277"/>
                  </a:moveTo>
                  <a:lnTo>
                    <a:pt x="316" y="317"/>
                  </a:lnTo>
                  <a:lnTo>
                    <a:pt x="316" y="337"/>
                  </a:lnTo>
                  <a:lnTo>
                    <a:pt x="297" y="376"/>
                  </a:lnTo>
                  <a:lnTo>
                    <a:pt x="316" y="277"/>
                  </a:lnTo>
                  <a:close/>
                  <a:moveTo>
                    <a:pt x="158" y="831"/>
                  </a:moveTo>
                  <a:lnTo>
                    <a:pt x="152" y="850"/>
                  </a:lnTo>
                  <a:lnTo>
                    <a:pt x="158" y="850"/>
                  </a:lnTo>
                  <a:lnTo>
                    <a:pt x="158" y="831"/>
                  </a:lnTo>
                  <a:close/>
                  <a:moveTo>
                    <a:pt x="139" y="850"/>
                  </a:moveTo>
                  <a:lnTo>
                    <a:pt x="139" y="890"/>
                  </a:lnTo>
                  <a:lnTo>
                    <a:pt x="152" y="850"/>
                  </a:lnTo>
                  <a:close/>
                  <a:moveTo>
                    <a:pt x="277" y="870"/>
                  </a:moveTo>
                  <a:lnTo>
                    <a:pt x="257" y="890"/>
                  </a:lnTo>
                  <a:lnTo>
                    <a:pt x="277" y="890"/>
                  </a:lnTo>
                  <a:lnTo>
                    <a:pt x="277" y="870"/>
                  </a:lnTo>
                  <a:close/>
                  <a:moveTo>
                    <a:pt x="139" y="890"/>
                  </a:moveTo>
                  <a:lnTo>
                    <a:pt x="132" y="916"/>
                  </a:lnTo>
                  <a:lnTo>
                    <a:pt x="132" y="916"/>
                  </a:lnTo>
                  <a:lnTo>
                    <a:pt x="139" y="910"/>
                  </a:lnTo>
                  <a:lnTo>
                    <a:pt x="139" y="890"/>
                  </a:lnTo>
                  <a:close/>
                  <a:moveTo>
                    <a:pt x="830" y="989"/>
                  </a:moveTo>
                  <a:lnTo>
                    <a:pt x="810" y="1008"/>
                  </a:lnTo>
                  <a:lnTo>
                    <a:pt x="830" y="1008"/>
                  </a:lnTo>
                  <a:lnTo>
                    <a:pt x="830" y="989"/>
                  </a:lnTo>
                  <a:close/>
                  <a:moveTo>
                    <a:pt x="744" y="1324"/>
                  </a:moveTo>
                  <a:lnTo>
                    <a:pt x="731" y="1364"/>
                  </a:lnTo>
                  <a:lnTo>
                    <a:pt x="751" y="1324"/>
                  </a:lnTo>
                  <a:close/>
                  <a:moveTo>
                    <a:pt x="771" y="1384"/>
                  </a:moveTo>
                  <a:lnTo>
                    <a:pt x="771" y="1384"/>
                  </a:lnTo>
                  <a:lnTo>
                    <a:pt x="771" y="1384"/>
                  </a:lnTo>
                  <a:close/>
                  <a:moveTo>
                    <a:pt x="1028" y="1384"/>
                  </a:moveTo>
                  <a:lnTo>
                    <a:pt x="1028" y="1384"/>
                  </a:lnTo>
                  <a:lnTo>
                    <a:pt x="1028" y="1384"/>
                  </a:lnTo>
                  <a:close/>
                  <a:moveTo>
                    <a:pt x="810" y="1"/>
                  </a:moveTo>
                  <a:lnTo>
                    <a:pt x="791" y="100"/>
                  </a:lnTo>
                  <a:lnTo>
                    <a:pt x="771" y="198"/>
                  </a:lnTo>
                  <a:lnTo>
                    <a:pt x="756" y="184"/>
                  </a:lnTo>
                  <a:lnTo>
                    <a:pt x="751" y="198"/>
                  </a:lnTo>
                  <a:lnTo>
                    <a:pt x="712" y="218"/>
                  </a:lnTo>
                  <a:lnTo>
                    <a:pt x="692" y="277"/>
                  </a:lnTo>
                  <a:lnTo>
                    <a:pt x="692" y="356"/>
                  </a:lnTo>
                  <a:lnTo>
                    <a:pt x="672" y="376"/>
                  </a:lnTo>
                  <a:lnTo>
                    <a:pt x="672" y="396"/>
                  </a:lnTo>
                  <a:lnTo>
                    <a:pt x="672" y="435"/>
                  </a:lnTo>
                  <a:lnTo>
                    <a:pt x="652" y="435"/>
                  </a:lnTo>
                  <a:lnTo>
                    <a:pt x="672" y="376"/>
                  </a:lnTo>
                  <a:lnTo>
                    <a:pt x="652" y="356"/>
                  </a:lnTo>
                  <a:lnTo>
                    <a:pt x="633" y="376"/>
                  </a:lnTo>
                  <a:lnTo>
                    <a:pt x="652" y="317"/>
                  </a:lnTo>
                  <a:lnTo>
                    <a:pt x="652" y="297"/>
                  </a:lnTo>
                  <a:lnTo>
                    <a:pt x="672" y="297"/>
                  </a:lnTo>
                  <a:lnTo>
                    <a:pt x="672" y="277"/>
                  </a:lnTo>
                  <a:lnTo>
                    <a:pt x="672" y="218"/>
                  </a:lnTo>
                  <a:lnTo>
                    <a:pt x="652" y="277"/>
                  </a:lnTo>
                  <a:lnTo>
                    <a:pt x="652" y="218"/>
                  </a:lnTo>
                  <a:lnTo>
                    <a:pt x="633" y="198"/>
                  </a:lnTo>
                  <a:lnTo>
                    <a:pt x="613" y="198"/>
                  </a:lnTo>
                  <a:lnTo>
                    <a:pt x="613" y="238"/>
                  </a:lnTo>
                  <a:lnTo>
                    <a:pt x="593" y="337"/>
                  </a:lnTo>
                  <a:lnTo>
                    <a:pt x="573" y="376"/>
                  </a:lnTo>
                  <a:lnTo>
                    <a:pt x="573" y="396"/>
                  </a:lnTo>
                  <a:lnTo>
                    <a:pt x="573" y="435"/>
                  </a:lnTo>
                  <a:lnTo>
                    <a:pt x="593" y="455"/>
                  </a:lnTo>
                  <a:lnTo>
                    <a:pt x="573" y="534"/>
                  </a:lnTo>
                  <a:lnTo>
                    <a:pt x="553" y="613"/>
                  </a:lnTo>
                  <a:lnTo>
                    <a:pt x="514" y="712"/>
                  </a:lnTo>
                  <a:lnTo>
                    <a:pt x="514" y="712"/>
                  </a:lnTo>
                  <a:lnTo>
                    <a:pt x="534" y="594"/>
                  </a:lnTo>
                  <a:lnTo>
                    <a:pt x="514" y="574"/>
                  </a:lnTo>
                  <a:lnTo>
                    <a:pt x="494" y="594"/>
                  </a:lnTo>
                  <a:lnTo>
                    <a:pt x="494" y="633"/>
                  </a:lnTo>
                  <a:lnTo>
                    <a:pt x="514" y="633"/>
                  </a:lnTo>
                  <a:lnTo>
                    <a:pt x="494" y="673"/>
                  </a:lnTo>
                  <a:lnTo>
                    <a:pt x="474" y="712"/>
                  </a:lnTo>
                  <a:lnTo>
                    <a:pt x="455" y="791"/>
                  </a:lnTo>
                  <a:lnTo>
                    <a:pt x="455" y="752"/>
                  </a:lnTo>
                  <a:lnTo>
                    <a:pt x="455" y="692"/>
                  </a:lnTo>
                  <a:lnTo>
                    <a:pt x="455" y="673"/>
                  </a:lnTo>
                  <a:lnTo>
                    <a:pt x="474" y="534"/>
                  </a:lnTo>
                  <a:lnTo>
                    <a:pt x="474" y="554"/>
                  </a:lnTo>
                  <a:lnTo>
                    <a:pt x="514" y="337"/>
                  </a:lnTo>
                  <a:lnTo>
                    <a:pt x="494" y="317"/>
                  </a:lnTo>
                  <a:lnTo>
                    <a:pt x="474" y="317"/>
                  </a:lnTo>
                  <a:lnTo>
                    <a:pt x="494" y="179"/>
                  </a:lnTo>
                  <a:lnTo>
                    <a:pt x="474" y="198"/>
                  </a:lnTo>
                  <a:lnTo>
                    <a:pt x="474" y="179"/>
                  </a:lnTo>
                  <a:lnTo>
                    <a:pt x="474" y="119"/>
                  </a:lnTo>
                  <a:lnTo>
                    <a:pt x="455" y="179"/>
                  </a:lnTo>
                  <a:lnTo>
                    <a:pt x="455" y="258"/>
                  </a:lnTo>
                  <a:lnTo>
                    <a:pt x="435" y="238"/>
                  </a:lnTo>
                  <a:lnTo>
                    <a:pt x="435" y="258"/>
                  </a:lnTo>
                  <a:lnTo>
                    <a:pt x="435" y="277"/>
                  </a:lnTo>
                  <a:lnTo>
                    <a:pt x="455" y="317"/>
                  </a:lnTo>
                  <a:lnTo>
                    <a:pt x="435" y="416"/>
                  </a:lnTo>
                  <a:lnTo>
                    <a:pt x="435" y="435"/>
                  </a:lnTo>
                  <a:lnTo>
                    <a:pt x="435" y="475"/>
                  </a:lnTo>
                  <a:lnTo>
                    <a:pt x="417" y="475"/>
                  </a:lnTo>
                  <a:lnTo>
                    <a:pt x="435" y="317"/>
                  </a:lnTo>
                  <a:lnTo>
                    <a:pt x="415" y="337"/>
                  </a:lnTo>
                  <a:lnTo>
                    <a:pt x="415" y="297"/>
                  </a:lnTo>
                  <a:lnTo>
                    <a:pt x="415" y="258"/>
                  </a:lnTo>
                  <a:lnTo>
                    <a:pt x="415" y="238"/>
                  </a:lnTo>
                  <a:lnTo>
                    <a:pt x="415" y="198"/>
                  </a:lnTo>
                  <a:lnTo>
                    <a:pt x="415" y="179"/>
                  </a:lnTo>
                  <a:lnTo>
                    <a:pt x="398" y="162"/>
                  </a:lnTo>
                  <a:lnTo>
                    <a:pt x="398" y="162"/>
                  </a:lnTo>
                  <a:lnTo>
                    <a:pt x="376" y="218"/>
                  </a:lnTo>
                  <a:lnTo>
                    <a:pt x="376" y="159"/>
                  </a:lnTo>
                  <a:lnTo>
                    <a:pt x="376" y="100"/>
                  </a:lnTo>
                  <a:lnTo>
                    <a:pt x="356" y="159"/>
                  </a:lnTo>
                  <a:lnTo>
                    <a:pt x="356" y="179"/>
                  </a:lnTo>
                  <a:lnTo>
                    <a:pt x="336" y="198"/>
                  </a:lnTo>
                  <a:lnTo>
                    <a:pt x="326" y="228"/>
                  </a:lnTo>
                  <a:lnTo>
                    <a:pt x="336" y="179"/>
                  </a:lnTo>
                  <a:lnTo>
                    <a:pt x="316" y="198"/>
                  </a:lnTo>
                  <a:lnTo>
                    <a:pt x="316" y="179"/>
                  </a:lnTo>
                  <a:lnTo>
                    <a:pt x="297" y="238"/>
                  </a:lnTo>
                  <a:lnTo>
                    <a:pt x="297" y="297"/>
                  </a:lnTo>
                  <a:lnTo>
                    <a:pt x="277" y="317"/>
                  </a:lnTo>
                  <a:lnTo>
                    <a:pt x="277" y="297"/>
                  </a:lnTo>
                  <a:lnTo>
                    <a:pt x="257" y="337"/>
                  </a:lnTo>
                  <a:lnTo>
                    <a:pt x="257" y="376"/>
                  </a:lnTo>
                  <a:lnTo>
                    <a:pt x="237" y="455"/>
                  </a:lnTo>
                  <a:lnTo>
                    <a:pt x="237" y="396"/>
                  </a:lnTo>
                  <a:lnTo>
                    <a:pt x="237" y="317"/>
                  </a:lnTo>
                  <a:lnTo>
                    <a:pt x="257" y="297"/>
                  </a:lnTo>
                  <a:lnTo>
                    <a:pt x="237" y="297"/>
                  </a:lnTo>
                  <a:lnTo>
                    <a:pt x="237" y="179"/>
                  </a:lnTo>
                  <a:lnTo>
                    <a:pt x="218" y="198"/>
                  </a:lnTo>
                  <a:lnTo>
                    <a:pt x="218" y="218"/>
                  </a:lnTo>
                  <a:lnTo>
                    <a:pt x="218" y="238"/>
                  </a:lnTo>
                  <a:lnTo>
                    <a:pt x="218" y="258"/>
                  </a:lnTo>
                  <a:lnTo>
                    <a:pt x="178" y="396"/>
                  </a:lnTo>
                  <a:lnTo>
                    <a:pt x="198" y="376"/>
                  </a:lnTo>
                  <a:lnTo>
                    <a:pt x="218" y="317"/>
                  </a:lnTo>
                  <a:lnTo>
                    <a:pt x="198" y="396"/>
                  </a:lnTo>
                  <a:lnTo>
                    <a:pt x="178" y="455"/>
                  </a:lnTo>
                  <a:lnTo>
                    <a:pt x="158" y="514"/>
                  </a:lnTo>
                  <a:lnTo>
                    <a:pt x="158" y="554"/>
                  </a:lnTo>
                  <a:lnTo>
                    <a:pt x="178" y="534"/>
                  </a:lnTo>
                  <a:lnTo>
                    <a:pt x="198" y="435"/>
                  </a:lnTo>
                  <a:lnTo>
                    <a:pt x="218" y="396"/>
                  </a:lnTo>
                  <a:lnTo>
                    <a:pt x="198" y="455"/>
                  </a:lnTo>
                  <a:lnTo>
                    <a:pt x="218" y="475"/>
                  </a:lnTo>
                  <a:lnTo>
                    <a:pt x="218" y="495"/>
                  </a:lnTo>
                  <a:lnTo>
                    <a:pt x="237" y="554"/>
                  </a:lnTo>
                  <a:lnTo>
                    <a:pt x="237" y="475"/>
                  </a:lnTo>
                  <a:lnTo>
                    <a:pt x="257" y="396"/>
                  </a:lnTo>
                  <a:lnTo>
                    <a:pt x="277" y="376"/>
                  </a:lnTo>
                  <a:lnTo>
                    <a:pt x="277" y="396"/>
                  </a:lnTo>
                  <a:lnTo>
                    <a:pt x="277" y="435"/>
                  </a:lnTo>
                  <a:lnTo>
                    <a:pt x="257" y="475"/>
                  </a:lnTo>
                  <a:lnTo>
                    <a:pt x="237" y="574"/>
                  </a:lnTo>
                  <a:lnTo>
                    <a:pt x="198" y="692"/>
                  </a:lnTo>
                  <a:lnTo>
                    <a:pt x="178" y="771"/>
                  </a:lnTo>
                  <a:lnTo>
                    <a:pt x="158" y="850"/>
                  </a:lnTo>
                  <a:lnTo>
                    <a:pt x="158" y="890"/>
                  </a:lnTo>
                  <a:lnTo>
                    <a:pt x="158" y="910"/>
                  </a:lnTo>
                  <a:lnTo>
                    <a:pt x="139" y="929"/>
                  </a:lnTo>
                  <a:lnTo>
                    <a:pt x="119" y="969"/>
                  </a:lnTo>
                  <a:lnTo>
                    <a:pt x="132" y="916"/>
                  </a:lnTo>
                  <a:lnTo>
                    <a:pt x="132" y="916"/>
                  </a:lnTo>
                  <a:lnTo>
                    <a:pt x="119" y="929"/>
                  </a:lnTo>
                  <a:lnTo>
                    <a:pt x="119" y="910"/>
                  </a:lnTo>
                  <a:lnTo>
                    <a:pt x="139" y="732"/>
                  </a:lnTo>
                  <a:lnTo>
                    <a:pt x="158" y="574"/>
                  </a:lnTo>
                  <a:lnTo>
                    <a:pt x="139" y="554"/>
                  </a:lnTo>
                  <a:lnTo>
                    <a:pt x="139" y="574"/>
                  </a:lnTo>
                  <a:lnTo>
                    <a:pt x="119" y="594"/>
                  </a:lnTo>
                  <a:lnTo>
                    <a:pt x="119" y="594"/>
                  </a:lnTo>
                  <a:lnTo>
                    <a:pt x="158" y="396"/>
                  </a:lnTo>
                  <a:lnTo>
                    <a:pt x="139" y="435"/>
                  </a:lnTo>
                  <a:lnTo>
                    <a:pt x="119" y="495"/>
                  </a:lnTo>
                  <a:lnTo>
                    <a:pt x="119" y="455"/>
                  </a:lnTo>
                  <a:lnTo>
                    <a:pt x="99" y="514"/>
                  </a:lnTo>
                  <a:lnTo>
                    <a:pt x="99" y="495"/>
                  </a:lnTo>
                  <a:lnTo>
                    <a:pt x="79" y="594"/>
                  </a:lnTo>
                  <a:lnTo>
                    <a:pt x="79" y="613"/>
                  </a:lnTo>
                  <a:lnTo>
                    <a:pt x="99" y="594"/>
                  </a:lnTo>
                  <a:lnTo>
                    <a:pt x="79" y="653"/>
                  </a:lnTo>
                  <a:lnTo>
                    <a:pt x="79" y="752"/>
                  </a:lnTo>
                  <a:lnTo>
                    <a:pt x="79" y="771"/>
                  </a:lnTo>
                  <a:lnTo>
                    <a:pt x="60" y="791"/>
                  </a:lnTo>
                  <a:lnTo>
                    <a:pt x="79" y="791"/>
                  </a:lnTo>
                  <a:lnTo>
                    <a:pt x="79" y="811"/>
                  </a:lnTo>
                  <a:lnTo>
                    <a:pt x="99" y="811"/>
                  </a:lnTo>
                  <a:lnTo>
                    <a:pt x="99" y="850"/>
                  </a:lnTo>
                  <a:lnTo>
                    <a:pt x="79" y="969"/>
                  </a:lnTo>
                  <a:lnTo>
                    <a:pt x="60" y="989"/>
                  </a:lnTo>
                  <a:lnTo>
                    <a:pt x="60" y="949"/>
                  </a:lnTo>
                  <a:lnTo>
                    <a:pt x="79" y="870"/>
                  </a:lnTo>
                  <a:lnTo>
                    <a:pt x="60" y="870"/>
                  </a:lnTo>
                  <a:lnTo>
                    <a:pt x="60" y="910"/>
                  </a:lnTo>
                  <a:lnTo>
                    <a:pt x="60" y="929"/>
                  </a:lnTo>
                  <a:lnTo>
                    <a:pt x="40" y="1008"/>
                  </a:lnTo>
                  <a:lnTo>
                    <a:pt x="20" y="1008"/>
                  </a:lnTo>
                  <a:lnTo>
                    <a:pt x="20" y="1028"/>
                  </a:lnTo>
                  <a:lnTo>
                    <a:pt x="0" y="1107"/>
                  </a:lnTo>
                  <a:lnTo>
                    <a:pt x="0" y="1186"/>
                  </a:lnTo>
                  <a:lnTo>
                    <a:pt x="20" y="1087"/>
                  </a:lnTo>
                  <a:lnTo>
                    <a:pt x="20" y="1107"/>
                  </a:lnTo>
                  <a:lnTo>
                    <a:pt x="20" y="1186"/>
                  </a:lnTo>
                  <a:lnTo>
                    <a:pt x="40" y="1147"/>
                  </a:lnTo>
                  <a:lnTo>
                    <a:pt x="40" y="1166"/>
                  </a:lnTo>
                  <a:lnTo>
                    <a:pt x="60" y="1127"/>
                  </a:lnTo>
                  <a:lnTo>
                    <a:pt x="60" y="1087"/>
                  </a:lnTo>
                  <a:lnTo>
                    <a:pt x="79" y="1087"/>
                  </a:lnTo>
                  <a:lnTo>
                    <a:pt x="79" y="1107"/>
                  </a:lnTo>
                  <a:lnTo>
                    <a:pt x="99" y="1068"/>
                  </a:lnTo>
                  <a:lnTo>
                    <a:pt x="99" y="1107"/>
                  </a:lnTo>
                  <a:lnTo>
                    <a:pt x="119" y="1048"/>
                  </a:lnTo>
                  <a:lnTo>
                    <a:pt x="119" y="1068"/>
                  </a:lnTo>
                  <a:lnTo>
                    <a:pt x="139" y="969"/>
                  </a:lnTo>
                  <a:lnTo>
                    <a:pt x="158" y="929"/>
                  </a:lnTo>
                  <a:lnTo>
                    <a:pt x="178" y="929"/>
                  </a:lnTo>
                  <a:lnTo>
                    <a:pt x="158" y="969"/>
                  </a:lnTo>
                  <a:lnTo>
                    <a:pt x="158" y="989"/>
                  </a:lnTo>
                  <a:lnTo>
                    <a:pt x="139" y="1028"/>
                  </a:lnTo>
                  <a:lnTo>
                    <a:pt x="139" y="1068"/>
                  </a:lnTo>
                  <a:lnTo>
                    <a:pt x="158" y="1028"/>
                  </a:lnTo>
                  <a:lnTo>
                    <a:pt x="158" y="1008"/>
                  </a:lnTo>
                  <a:lnTo>
                    <a:pt x="198" y="929"/>
                  </a:lnTo>
                  <a:lnTo>
                    <a:pt x="218" y="910"/>
                  </a:lnTo>
                  <a:lnTo>
                    <a:pt x="237" y="890"/>
                  </a:lnTo>
                  <a:lnTo>
                    <a:pt x="237" y="929"/>
                  </a:lnTo>
                  <a:lnTo>
                    <a:pt x="257" y="831"/>
                  </a:lnTo>
                  <a:lnTo>
                    <a:pt x="277" y="811"/>
                  </a:lnTo>
                  <a:lnTo>
                    <a:pt x="277" y="870"/>
                  </a:lnTo>
                  <a:lnTo>
                    <a:pt x="316" y="791"/>
                  </a:lnTo>
                  <a:lnTo>
                    <a:pt x="316" y="692"/>
                  </a:lnTo>
                  <a:lnTo>
                    <a:pt x="336" y="653"/>
                  </a:lnTo>
                  <a:lnTo>
                    <a:pt x="336" y="673"/>
                  </a:lnTo>
                  <a:lnTo>
                    <a:pt x="336" y="712"/>
                  </a:lnTo>
                  <a:lnTo>
                    <a:pt x="316" y="850"/>
                  </a:lnTo>
                  <a:lnTo>
                    <a:pt x="356" y="771"/>
                  </a:lnTo>
                  <a:lnTo>
                    <a:pt x="336" y="870"/>
                  </a:lnTo>
                  <a:lnTo>
                    <a:pt x="316" y="929"/>
                  </a:lnTo>
                  <a:lnTo>
                    <a:pt x="316" y="890"/>
                  </a:lnTo>
                  <a:lnTo>
                    <a:pt x="297" y="910"/>
                  </a:lnTo>
                  <a:lnTo>
                    <a:pt x="297" y="929"/>
                  </a:lnTo>
                  <a:lnTo>
                    <a:pt x="277" y="929"/>
                  </a:lnTo>
                  <a:lnTo>
                    <a:pt x="277" y="949"/>
                  </a:lnTo>
                  <a:lnTo>
                    <a:pt x="257" y="989"/>
                  </a:lnTo>
                  <a:lnTo>
                    <a:pt x="257" y="1048"/>
                  </a:lnTo>
                  <a:lnTo>
                    <a:pt x="257" y="1087"/>
                  </a:lnTo>
                  <a:lnTo>
                    <a:pt x="277" y="1068"/>
                  </a:lnTo>
                  <a:lnTo>
                    <a:pt x="277" y="1127"/>
                  </a:lnTo>
                  <a:lnTo>
                    <a:pt x="257" y="1186"/>
                  </a:lnTo>
                  <a:lnTo>
                    <a:pt x="237" y="1186"/>
                  </a:lnTo>
                  <a:lnTo>
                    <a:pt x="237" y="1226"/>
                  </a:lnTo>
                  <a:lnTo>
                    <a:pt x="237" y="1245"/>
                  </a:lnTo>
                  <a:lnTo>
                    <a:pt x="257" y="1245"/>
                  </a:lnTo>
                  <a:lnTo>
                    <a:pt x="297" y="1028"/>
                  </a:lnTo>
                  <a:lnTo>
                    <a:pt x="316" y="1008"/>
                  </a:lnTo>
                  <a:lnTo>
                    <a:pt x="336" y="1028"/>
                  </a:lnTo>
                  <a:lnTo>
                    <a:pt x="316" y="1068"/>
                  </a:lnTo>
                  <a:lnTo>
                    <a:pt x="297" y="1166"/>
                  </a:lnTo>
                  <a:lnTo>
                    <a:pt x="316" y="1127"/>
                  </a:lnTo>
                  <a:lnTo>
                    <a:pt x="316" y="1107"/>
                  </a:lnTo>
                  <a:lnTo>
                    <a:pt x="336" y="1127"/>
                  </a:lnTo>
                  <a:lnTo>
                    <a:pt x="336" y="1226"/>
                  </a:lnTo>
                  <a:lnTo>
                    <a:pt x="316" y="1226"/>
                  </a:lnTo>
                  <a:lnTo>
                    <a:pt x="316" y="1265"/>
                  </a:lnTo>
                  <a:lnTo>
                    <a:pt x="297" y="1245"/>
                  </a:lnTo>
                  <a:lnTo>
                    <a:pt x="297" y="1305"/>
                  </a:lnTo>
                  <a:lnTo>
                    <a:pt x="316" y="1305"/>
                  </a:lnTo>
                  <a:lnTo>
                    <a:pt x="316" y="1384"/>
                  </a:lnTo>
                  <a:lnTo>
                    <a:pt x="336" y="1403"/>
                  </a:lnTo>
                  <a:lnTo>
                    <a:pt x="356" y="1384"/>
                  </a:lnTo>
                  <a:lnTo>
                    <a:pt x="376" y="1324"/>
                  </a:lnTo>
                  <a:lnTo>
                    <a:pt x="395" y="1245"/>
                  </a:lnTo>
                  <a:lnTo>
                    <a:pt x="376" y="1344"/>
                  </a:lnTo>
                  <a:lnTo>
                    <a:pt x="395" y="1344"/>
                  </a:lnTo>
                  <a:lnTo>
                    <a:pt x="395" y="1403"/>
                  </a:lnTo>
                  <a:lnTo>
                    <a:pt x="415" y="1344"/>
                  </a:lnTo>
                  <a:lnTo>
                    <a:pt x="415" y="1364"/>
                  </a:lnTo>
                  <a:lnTo>
                    <a:pt x="435" y="1305"/>
                  </a:lnTo>
                  <a:lnTo>
                    <a:pt x="415" y="1324"/>
                  </a:lnTo>
                  <a:lnTo>
                    <a:pt x="415" y="1285"/>
                  </a:lnTo>
                  <a:lnTo>
                    <a:pt x="435" y="1206"/>
                  </a:lnTo>
                  <a:lnTo>
                    <a:pt x="455" y="1206"/>
                  </a:lnTo>
                  <a:lnTo>
                    <a:pt x="435" y="1265"/>
                  </a:lnTo>
                  <a:lnTo>
                    <a:pt x="435" y="1305"/>
                  </a:lnTo>
                  <a:lnTo>
                    <a:pt x="435" y="1344"/>
                  </a:lnTo>
                  <a:lnTo>
                    <a:pt x="435" y="1403"/>
                  </a:lnTo>
                  <a:lnTo>
                    <a:pt x="474" y="1344"/>
                  </a:lnTo>
                  <a:lnTo>
                    <a:pt x="494" y="1265"/>
                  </a:lnTo>
                  <a:lnTo>
                    <a:pt x="474" y="1305"/>
                  </a:lnTo>
                  <a:lnTo>
                    <a:pt x="494" y="1226"/>
                  </a:lnTo>
                  <a:lnTo>
                    <a:pt x="494" y="1265"/>
                  </a:lnTo>
                  <a:lnTo>
                    <a:pt x="514" y="1305"/>
                  </a:lnTo>
                  <a:lnTo>
                    <a:pt x="494" y="1344"/>
                  </a:lnTo>
                  <a:lnTo>
                    <a:pt x="494" y="1324"/>
                  </a:lnTo>
                  <a:lnTo>
                    <a:pt x="474" y="1364"/>
                  </a:lnTo>
                  <a:lnTo>
                    <a:pt x="474" y="1403"/>
                  </a:lnTo>
                  <a:lnTo>
                    <a:pt x="494" y="1364"/>
                  </a:lnTo>
                  <a:lnTo>
                    <a:pt x="514" y="1344"/>
                  </a:lnTo>
                  <a:lnTo>
                    <a:pt x="514" y="1364"/>
                  </a:lnTo>
                  <a:lnTo>
                    <a:pt x="514" y="1384"/>
                  </a:lnTo>
                  <a:lnTo>
                    <a:pt x="534" y="1403"/>
                  </a:lnTo>
                  <a:lnTo>
                    <a:pt x="553" y="1344"/>
                  </a:lnTo>
                  <a:lnTo>
                    <a:pt x="573" y="1344"/>
                  </a:lnTo>
                  <a:lnTo>
                    <a:pt x="593" y="1206"/>
                  </a:lnTo>
                  <a:lnTo>
                    <a:pt x="593" y="1305"/>
                  </a:lnTo>
                  <a:lnTo>
                    <a:pt x="573" y="1384"/>
                  </a:lnTo>
                  <a:lnTo>
                    <a:pt x="593" y="1344"/>
                  </a:lnTo>
                  <a:lnTo>
                    <a:pt x="593" y="1384"/>
                  </a:lnTo>
                  <a:lnTo>
                    <a:pt x="613" y="1403"/>
                  </a:lnTo>
                  <a:lnTo>
                    <a:pt x="613" y="1384"/>
                  </a:lnTo>
                  <a:lnTo>
                    <a:pt x="633" y="1344"/>
                  </a:lnTo>
                  <a:lnTo>
                    <a:pt x="652" y="1305"/>
                  </a:lnTo>
                  <a:lnTo>
                    <a:pt x="692" y="1285"/>
                  </a:lnTo>
                  <a:lnTo>
                    <a:pt x="652" y="1364"/>
                  </a:lnTo>
                  <a:lnTo>
                    <a:pt x="633" y="1403"/>
                  </a:lnTo>
                  <a:lnTo>
                    <a:pt x="652" y="1423"/>
                  </a:lnTo>
                  <a:lnTo>
                    <a:pt x="672" y="1423"/>
                  </a:lnTo>
                  <a:lnTo>
                    <a:pt x="692" y="1403"/>
                  </a:lnTo>
                  <a:lnTo>
                    <a:pt x="692" y="1324"/>
                  </a:lnTo>
                  <a:lnTo>
                    <a:pt x="712" y="1324"/>
                  </a:lnTo>
                  <a:lnTo>
                    <a:pt x="712" y="1344"/>
                  </a:lnTo>
                  <a:lnTo>
                    <a:pt x="692" y="1384"/>
                  </a:lnTo>
                  <a:lnTo>
                    <a:pt x="692" y="1384"/>
                  </a:lnTo>
                  <a:lnTo>
                    <a:pt x="731" y="1324"/>
                  </a:lnTo>
                  <a:lnTo>
                    <a:pt x="744" y="1324"/>
                  </a:lnTo>
                  <a:lnTo>
                    <a:pt x="751" y="1305"/>
                  </a:lnTo>
                  <a:lnTo>
                    <a:pt x="771" y="1226"/>
                  </a:lnTo>
                  <a:lnTo>
                    <a:pt x="771" y="1166"/>
                  </a:lnTo>
                  <a:lnTo>
                    <a:pt x="751" y="1206"/>
                  </a:lnTo>
                  <a:lnTo>
                    <a:pt x="731" y="1206"/>
                  </a:lnTo>
                  <a:lnTo>
                    <a:pt x="731" y="1147"/>
                  </a:lnTo>
                  <a:lnTo>
                    <a:pt x="751" y="1087"/>
                  </a:lnTo>
                  <a:lnTo>
                    <a:pt x="751" y="1048"/>
                  </a:lnTo>
                  <a:lnTo>
                    <a:pt x="791" y="949"/>
                  </a:lnTo>
                  <a:lnTo>
                    <a:pt x="810" y="929"/>
                  </a:lnTo>
                  <a:lnTo>
                    <a:pt x="791" y="1008"/>
                  </a:lnTo>
                  <a:lnTo>
                    <a:pt x="771" y="1068"/>
                  </a:lnTo>
                  <a:lnTo>
                    <a:pt x="791" y="1048"/>
                  </a:lnTo>
                  <a:lnTo>
                    <a:pt x="771" y="1147"/>
                  </a:lnTo>
                  <a:lnTo>
                    <a:pt x="791" y="1068"/>
                  </a:lnTo>
                  <a:lnTo>
                    <a:pt x="810" y="989"/>
                  </a:lnTo>
                  <a:lnTo>
                    <a:pt x="810" y="949"/>
                  </a:lnTo>
                  <a:lnTo>
                    <a:pt x="830" y="989"/>
                  </a:lnTo>
                  <a:lnTo>
                    <a:pt x="850" y="969"/>
                  </a:lnTo>
                  <a:lnTo>
                    <a:pt x="850" y="1028"/>
                  </a:lnTo>
                  <a:lnTo>
                    <a:pt x="830" y="1008"/>
                  </a:lnTo>
                  <a:lnTo>
                    <a:pt x="830" y="1048"/>
                  </a:lnTo>
                  <a:lnTo>
                    <a:pt x="810" y="1107"/>
                  </a:lnTo>
                  <a:lnTo>
                    <a:pt x="810" y="1166"/>
                  </a:lnTo>
                  <a:lnTo>
                    <a:pt x="791" y="1226"/>
                  </a:lnTo>
                  <a:lnTo>
                    <a:pt x="771" y="1344"/>
                  </a:lnTo>
                  <a:lnTo>
                    <a:pt x="771" y="1384"/>
                  </a:lnTo>
                  <a:lnTo>
                    <a:pt x="791" y="1344"/>
                  </a:lnTo>
                  <a:lnTo>
                    <a:pt x="810" y="1344"/>
                  </a:lnTo>
                  <a:lnTo>
                    <a:pt x="830" y="1305"/>
                  </a:lnTo>
                  <a:lnTo>
                    <a:pt x="830" y="1364"/>
                  </a:lnTo>
                  <a:lnTo>
                    <a:pt x="850" y="1364"/>
                  </a:lnTo>
                  <a:lnTo>
                    <a:pt x="870" y="1324"/>
                  </a:lnTo>
                  <a:lnTo>
                    <a:pt x="870" y="1384"/>
                  </a:lnTo>
                  <a:lnTo>
                    <a:pt x="870" y="1403"/>
                  </a:lnTo>
                  <a:lnTo>
                    <a:pt x="889" y="1384"/>
                  </a:lnTo>
                  <a:lnTo>
                    <a:pt x="909" y="1344"/>
                  </a:lnTo>
                  <a:lnTo>
                    <a:pt x="949" y="1305"/>
                  </a:lnTo>
                  <a:lnTo>
                    <a:pt x="949" y="1285"/>
                  </a:lnTo>
                  <a:lnTo>
                    <a:pt x="968" y="1305"/>
                  </a:lnTo>
                  <a:lnTo>
                    <a:pt x="949" y="1344"/>
                  </a:lnTo>
                  <a:lnTo>
                    <a:pt x="968" y="1364"/>
                  </a:lnTo>
                  <a:lnTo>
                    <a:pt x="988" y="1305"/>
                  </a:lnTo>
                  <a:lnTo>
                    <a:pt x="988" y="1364"/>
                  </a:lnTo>
                  <a:lnTo>
                    <a:pt x="1008" y="1344"/>
                  </a:lnTo>
                  <a:lnTo>
                    <a:pt x="1008" y="1324"/>
                  </a:lnTo>
                  <a:lnTo>
                    <a:pt x="1028" y="1384"/>
                  </a:lnTo>
                  <a:lnTo>
                    <a:pt x="1047" y="1344"/>
                  </a:lnTo>
                  <a:lnTo>
                    <a:pt x="1067" y="1265"/>
                  </a:lnTo>
                  <a:lnTo>
                    <a:pt x="1047" y="1384"/>
                  </a:lnTo>
                  <a:lnTo>
                    <a:pt x="1126" y="1344"/>
                  </a:lnTo>
                  <a:lnTo>
                    <a:pt x="1205" y="1305"/>
                  </a:lnTo>
                  <a:lnTo>
                    <a:pt x="1186" y="1344"/>
                  </a:lnTo>
                  <a:lnTo>
                    <a:pt x="1205" y="1324"/>
                  </a:lnTo>
                  <a:lnTo>
                    <a:pt x="1245" y="1305"/>
                  </a:lnTo>
                  <a:lnTo>
                    <a:pt x="1265" y="1265"/>
                  </a:lnTo>
                  <a:lnTo>
                    <a:pt x="1284" y="1265"/>
                  </a:lnTo>
                  <a:lnTo>
                    <a:pt x="1304" y="1245"/>
                  </a:lnTo>
                  <a:lnTo>
                    <a:pt x="1324" y="1166"/>
                  </a:lnTo>
                  <a:lnTo>
                    <a:pt x="1324" y="1048"/>
                  </a:lnTo>
                  <a:lnTo>
                    <a:pt x="1344" y="1028"/>
                  </a:lnTo>
                  <a:lnTo>
                    <a:pt x="1344" y="1068"/>
                  </a:lnTo>
                  <a:lnTo>
                    <a:pt x="1344" y="1107"/>
                  </a:lnTo>
                  <a:lnTo>
                    <a:pt x="1344" y="1127"/>
                  </a:lnTo>
                  <a:lnTo>
                    <a:pt x="1324" y="1226"/>
                  </a:lnTo>
                  <a:lnTo>
                    <a:pt x="1304" y="1305"/>
                  </a:lnTo>
                  <a:lnTo>
                    <a:pt x="1344" y="1226"/>
                  </a:lnTo>
                  <a:lnTo>
                    <a:pt x="1344" y="1245"/>
                  </a:lnTo>
                  <a:lnTo>
                    <a:pt x="1363" y="1245"/>
                  </a:lnTo>
                  <a:lnTo>
                    <a:pt x="1383" y="1265"/>
                  </a:lnTo>
                  <a:lnTo>
                    <a:pt x="1363" y="1305"/>
                  </a:lnTo>
                  <a:lnTo>
                    <a:pt x="1363" y="1285"/>
                  </a:lnTo>
                  <a:lnTo>
                    <a:pt x="1344" y="1285"/>
                  </a:lnTo>
                  <a:lnTo>
                    <a:pt x="1344" y="1305"/>
                  </a:lnTo>
                  <a:lnTo>
                    <a:pt x="1324" y="1344"/>
                  </a:lnTo>
                  <a:lnTo>
                    <a:pt x="1363" y="1324"/>
                  </a:lnTo>
                  <a:lnTo>
                    <a:pt x="1383" y="1324"/>
                  </a:lnTo>
                  <a:lnTo>
                    <a:pt x="1383" y="1285"/>
                  </a:lnTo>
                  <a:lnTo>
                    <a:pt x="1403" y="1245"/>
                  </a:lnTo>
                  <a:lnTo>
                    <a:pt x="1403" y="1265"/>
                  </a:lnTo>
                  <a:lnTo>
                    <a:pt x="1423" y="1206"/>
                  </a:lnTo>
                  <a:lnTo>
                    <a:pt x="1403" y="1285"/>
                  </a:lnTo>
                  <a:lnTo>
                    <a:pt x="1423" y="1226"/>
                  </a:lnTo>
                  <a:lnTo>
                    <a:pt x="1442" y="1226"/>
                  </a:lnTo>
                  <a:lnTo>
                    <a:pt x="1462" y="1245"/>
                  </a:lnTo>
                  <a:lnTo>
                    <a:pt x="1462" y="1285"/>
                  </a:lnTo>
                  <a:lnTo>
                    <a:pt x="1482" y="1265"/>
                  </a:lnTo>
                  <a:lnTo>
                    <a:pt x="1482" y="1305"/>
                  </a:lnTo>
                  <a:lnTo>
                    <a:pt x="1502" y="1324"/>
                  </a:lnTo>
                  <a:lnTo>
                    <a:pt x="1521" y="1324"/>
                  </a:lnTo>
                  <a:lnTo>
                    <a:pt x="1541" y="1364"/>
                  </a:lnTo>
                  <a:lnTo>
                    <a:pt x="1561" y="1324"/>
                  </a:lnTo>
                  <a:lnTo>
                    <a:pt x="1581" y="1285"/>
                  </a:lnTo>
                  <a:lnTo>
                    <a:pt x="1265" y="692"/>
                  </a:lnTo>
                  <a:lnTo>
                    <a:pt x="968" y="179"/>
                  </a:lnTo>
                  <a:lnTo>
                    <a:pt x="949" y="238"/>
                  </a:lnTo>
                  <a:lnTo>
                    <a:pt x="949" y="218"/>
                  </a:lnTo>
                  <a:lnTo>
                    <a:pt x="949" y="159"/>
                  </a:lnTo>
                  <a:lnTo>
                    <a:pt x="929" y="198"/>
                  </a:lnTo>
                  <a:lnTo>
                    <a:pt x="909" y="218"/>
                  </a:lnTo>
                  <a:lnTo>
                    <a:pt x="909" y="258"/>
                  </a:lnTo>
                  <a:lnTo>
                    <a:pt x="889" y="297"/>
                  </a:lnTo>
                  <a:lnTo>
                    <a:pt x="889" y="238"/>
                  </a:lnTo>
                  <a:lnTo>
                    <a:pt x="909" y="198"/>
                  </a:lnTo>
                  <a:lnTo>
                    <a:pt x="909" y="119"/>
                  </a:lnTo>
                  <a:lnTo>
                    <a:pt x="909" y="100"/>
                  </a:lnTo>
                  <a:lnTo>
                    <a:pt x="909" y="80"/>
                  </a:lnTo>
                  <a:lnTo>
                    <a:pt x="909" y="40"/>
                  </a:lnTo>
                  <a:lnTo>
                    <a:pt x="889" y="60"/>
                  </a:lnTo>
                  <a:lnTo>
                    <a:pt x="889" y="119"/>
                  </a:lnTo>
                  <a:lnTo>
                    <a:pt x="870" y="179"/>
                  </a:lnTo>
                  <a:lnTo>
                    <a:pt x="870" y="100"/>
                  </a:lnTo>
                  <a:lnTo>
                    <a:pt x="850" y="139"/>
                  </a:lnTo>
                  <a:lnTo>
                    <a:pt x="830" y="218"/>
                  </a:lnTo>
                  <a:lnTo>
                    <a:pt x="830" y="277"/>
                  </a:lnTo>
                  <a:lnTo>
                    <a:pt x="830" y="317"/>
                  </a:lnTo>
                  <a:lnTo>
                    <a:pt x="830" y="376"/>
                  </a:lnTo>
                  <a:lnTo>
                    <a:pt x="810" y="396"/>
                  </a:lnTo>
                  <a:lnTo>
                    <a:pt x="791" y="297"/>
                  </a:lnTo>
                  <a:lnTo>
                    <a:pt x="830" y="159"/>
                  </a:lnTo>
                  <a:lnTo>
                    <a:pt x="850" y="1"/>
                  </a:lnTo>
                  <a:lnTo>
                    <a:pt x="830" y="21"/>
                  </a:lnTo>
                  <a:lnTo>
                    <a:pt x="810" y="21"/>
                  </a:lnTo>
                  <a:lnTo>
                    <a:pt x="81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8" name="Google Shape;2988;p11"/>
            <p:cNvSpPr/>
            <p:nvPr/>
          </p:nvSpPr>
          <p:spPr>
            <a:xfrm>
              <a:off x="-1608925" y="3313900"/>
              <a:ext cx="25" cy="525"/>
            </a:xfrm>
            <a:custGeom>
              <a:rect b="b" l="l" r="r" t="t"/>
              <a:pathLst>
                <a:path extrusionOk="0" h="21" w="1">
                  <a:moveTo>
                    <a:pt x="1" y="20"/>
                  </a:moveTo>
                  <a:lnTo>
                    <a:pt x="1" y="20"/>
                  </a:lnTo>
                  <a:lnTo>
                    <a:pt x="1" y="20"/>
                  </a:lnTo>
                  <a:lnTo>
                    <a:pt x="1" y="1"/>
                  </a:lnTo>
                  <a:lnTo>
                    <a:pt x="1"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
            <p:cNvSpPr/>
            <p:nvPr/>
          </p:nvSpPr>
          <p:spPr>
            <a:xfrm>
              <a:off x="-1607450" y="3299575"/>
              <a:ext cx="525" cy="525"/>
            </a:xfrm>
            <a:custGeom>
              <a:rect b="b" l="l" r="r" t="t"/>
              <a:pathLst>
                <a:path extrusionOk="0" h="21" w="21">
                  <a:moveTo>
                    <a:pt x="21" y="1"/>
                  </a:moveTo>
                  <a:lnTo>
                    <a:pt x="21" y="1"/>
                  </a:lnTo>
                  <a:lnTo>
                    <a:pt x="1" y="20"/>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0" name="Google Shape;2990;p11"/>
            <p:cNvSpPr/>
            <p:nvPr/>
          </p:nvSpPr>
          <p:spPr>
            <a:xfrm>
              <a:off x="-1360550" y="390845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
            <p:cNvSpPr/>
            <p:nvPr/>
          </p:nvSpPr>
          <p:spPr>
            <a:xfrm>
              <a:off x="-1362025" y="3906950"/>
              <a:ext cx="525" cy="525"/>
            </a:xfrm>
            <a:custGeom>
              <a:rect b="b" l="l" r="r" t="t"/>
              <a:pathLst>
                <a:path extrusionOk="0" h="21" w="21">
                  <a:moveTo>
                    <a:pt x="20" y="1"/>
                  </a:moveTo>
                  <a:lnTo>
                    <a:pt x="20" y="1"/>
                  </a:lnTo>
                  <a:lnTo>
                    <a:pt x="1" y="21"/>
                  </a:lnTo>
                  <a:lnTo>
                    <a:pt x="1" y="21"/>
                  </a:lnTo>
                  <a:lnTo>
                    <a:pt x="2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
            <p:cNvSpPr/>
            <p:nvPr/>
          </p:nvSpPr>
          <p:spPr>
            <a:xfrm>
              <a:off x="-1371900" y="3904975"/>
              <a:ext cx="19275" cy="6950"/>
            </a:xfrm>
            <a:custGeom>
              <a:rect b="b" l="l" r="r" t="t"/>
              <a:pathLst>
                <a:path extrusionOk="0" h="278" w="771">
                  <a:moveTo>
                    <a:pt x="672" y="1"/>
                  </a:moveTo>
                  <a:lnTo>
                    <a:pt x="593" y="21"/>
                  </a:lnTo>
                  <a:lnTo>
                    <a:pt x="613" y="21"/>
                  </a:lnTo>
                  <a:lnTo>
                    <a:pt x="672" y="1"/>
                  </a:lnTo>
                  <a:close/>
                  <a:moveTo>
                    <a:pt x="712" y="21"/>
                  </a:moveTo>
                  <a:lnTo>
                    <a:pt x="705" y="27"/>
                  </a:lnTo>
                  <a:lnTo>
                    <a:pt x="705" y="27"/>
                  </a:lnTo>
                  <a:lnTo>
                    <a:pt x="732" y="40"/>
                  </a:lnTo>
                  <a:lnTo>
                    <a:pt x="732" y="40"/>
                  </a:lnTo>
                  <a:lnTo>
                    <a:pt x="712" y="21"/>
                  </a:lnTo>
                  <a:close/>
                  <a:moveTo>
                    <a:pt x="613" y="1"/>
                  </a:moveTo>
                  <a:lnTo>
                    <a:pt x="514" y="21"/>
                  </a:lnTo>
                  <a:lnTo>
                    <a:pt x="475" y="40"/>
                  </a:lnTo>
                  <a:lnTo>
                    <a:pt x="514" y="40"/>
                  </a:lnTo>
                  <a:lnTo>
                    <a:pt x="593" y="21"/>
                  </a:lnTo>
                  <a:lnTo>
                    <a:pt x="613" y="1"/>
                  </a:lnTo>
                  <a:close/>
                  <a:moveTo>
                    <a:pt x="396" y="60"/>
                  </a:moveTo>
                  <a:lnTo>
                    <a:pt x="415" y="80"/>
                  </a:lnTo>
                  <a:lnTo>
                    <a:pt x="455" y="60"/>
                  </a:lnTo>
                  <a:close/>
                  <a:moveTo>
                    <a:pt x="613" y="100"/>
                  </a:moveTo>
                  <a:lnTo>
                    <a:pt x="593" y="119"/>
                  </a:lnTo>
                  <a:lnTo>
                    <a:pt x="613" y="119"/>
                  </a:lnTo>
                  <a:lnTo>
                    <a:pt x="613" y="100"/>
                  </a:lnTo>
                  <a:close/>
                  <a:moveTo>
                    <a:pt x="99" y="238"/>
                  </a:moveTo>
                  <a:lnTo>
                    <a:pt x="1" y="277"/>
                  </a:lnTo>
                  <a:lnTo>
                    <a:pt x="40" y="277"/>
                  </a:lnTo>
                  <a:lnTo>
                    <a:pt x="99" y="238"/>
                  </a:lnTo>
                  <a:close/>
                  <a:moveTo>
                    <a:pt x="692" y="21"/>
                  </a:moveTo>
                  <a:lnTo>
                    <a:pt x="652" y="40"/>
                  </a:lnTo>
                  <a:lnTo>
                    <a:pt x="514" y="40"/>
                  </a:lnTo>
                  <a:lnTo>
                    <a:pt x="455" y="60"/>
                  </a:lnTo>
                  <a:lnTo>
                    <a:pt x="494" y="60"/>
                  </a:lnTo>
                  <a:lnTo>
                    <a:pt x="455" y="80"/>
                  </a:lnTo>
                  <a:lnTo>
                    <a:pt x="475" y="80"/>
                  </a:lnTo>
                  <a:lnTo>
                    <a:pt x="297" y="139"/>
                  </a:lnTo>
                  <a:lnTo>
                    <a:pt x="159" y="198"/>
                  </a:lnTo>
                  <a:lnTo>
                    <a:pt x="198" y="218"/>
                  </a:lnTo>
                  <a:lnTo>
                    <a:pt x="99" y="238"/>
                  </a:lnTo>
                  <a:lnTo>
                    <a:pt x="80" y="277"/>
                  </a:lnTo>
                  <a:lnTo>
                    <a:pt x="99" y="277"/>
                  </a:lnTo>
                  <a:lnTo>
                    <a:pt x="119" y="258"/>
                  </a:lnTo>
                  <a:lnTo>
                    <a:pt x="198" y="258"/>
                  </a:lnTo>
                  <a:lnTo>
                    <a:pt x="218" y="238"/>
                  </a:lnTo>
                  <a:lnTo>
                    <a:pt x="198" y="238"/>
                  </a:lnTo>
                  <a:lnTo>
                    <a:pt x="257" y="218"/>
                  </a:lnTo>
                  <a:lnTo>
                    <a:pt x="356" y="179"/>
                  </a:lnTo>
                  <a:lnTo>
                    <a:pt x="396" y="179"/>
                  </a:lnTo>
                  <a:lnTo>
                    <a:pt x="396" y="159"/>
                  </a:lnTo>
                  <a:lnTo>
                    <a:pt x="356" y="159"/>
                  </a:lnTo>
                  <a:lnTo>
                    <a:pt x="396" y="139"/>
                  </a:lnTo>
                  <a:lnTo>
                    <a:pt x="415" y="119"/>
                  </a:lnTo>
                  <a:lnTo>
                    <a:pt x="435" y="119"/>
                  </a:lnTo>
                  <a:lnTo>
                    <a:pt x="554" y="80"/>
                  </a:lnTo>
                  <a:lnTo>
                    <a:pt x="554" y="100"/>
                  </a:lnTo>
                  <a:lnTo>
                    <a:pt x="534" y="100"/>
                  </a:lnTo>
                  <a:lnTo>
                    <a:pt x="455" y="119"/>
                  </a:lnTo>
                  <a:lnTo>
                    <a:pt x="455" y="139"/>
                  </a:lnTo>
                  <a:lnTo>
                    <a:pt x="494" y="119"/>
                  </a:lnTo>
                  <a:lnTo>
                    <a:pt x="514" y="119"/>
                  </a:lnTo>
                  <a:lnTo>
                    <a:pt x="593" y="100"/>
                  </a:lnTo>
                  <a:lnTo>
                    <a:pt x="613" y="100"/>
                  </a:lnTo>
                  <a:lnTo>
                    <a:pt x="692" y="80"/>
                  </a:lnTo>
                  <a:lnTo>
                    <a:pt x="692" y="60"/>
                  </a:lnTo>
                  <a:lnTo>
                    <a:pt x="771" y="40"/>
                  </a:lnTo>
                  <a:lnTo>
                    <a:pt x="692" y="40"/>
                  </a:lnTo>
                  <a:lnTo>
                    <a:pt x="705" y="27"/>
                  </a:lnTo>
                  <a:lnTo>
                    <a:pt x="705" y="27"/>
                  </a:lnTo>
                  <a:lnTo>
                    <a:pt x="692"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3" name="Google Shape;2993;p11"/>
            <p:cNvSpPr/>
            <p:nvPr/>
          </p:nvSpPr>
          <p:spPr>
            <a:xfrm>
              <a:off x="-1388675" y="3898575"/>
              <a:ext cx="500" cy="500"/>
            </a:xfrm>
            <a:custGeom>
              <a:rect b="b" l="l" r="r" t="t"/>
              <a:pathLst>
                <a:path extrusionOk="0" h="20" w="20">
                  <a:moveTo>
                    <a:pt x="20" y="0"/>
                  </a:moveTo>
                  <a:lnTo>
                    <a:pt x="0" y="20"/>
                  </a:lnTo>
                  <a:lnTo>
                    <a:pt x="2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4" name="Google Shape;2994;p11"/>
            <p:cNvSpPr/>
            <p:nvPr/>
          </p:nvSpPr>
          <p:spPr>
            <a:xfrm>
              <a:off x="-1360050" y="3902525"/>
              <a:ext cx="2500" cy="500"/>
            </a:xfrm>
            <a:custGeom>
              <a:rect b="b" l="l" r="r" t="t"/>
              <a:pathLst>
                <a:path extrusionOk="0" h="20" w="100">
                  <a:moveTo>
                    <a:pt x="99" y="0"/>
                  </a:moveTo>
                  <a:lnTo>
                    <a:pt x="1" y="20"/>
                  </a:lnTo>
                  <a:lnTo>
                    <a:pt x="20" y="20"/>
                  </a:lnTo>
                  <a:lnTo>
                    <a:pt x="99"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
            <p:cNvSpPr/>
            <p:nvPr/>
          </p:nvSpPr>
          <p:spPr>
            <a:xfrm>
              <a:off x="-1356600" y="3901525"/>
              <a:ext cx="2000" cy="525"/>
            </a:xfrm>
            <a:custGeom>
              <a:rect b="b" l="l" r="r" t="t"/>
              <a:pathLst>
                <a:path extrusionOk="0" h="21" w="80">
                  <a:moveTo>
                    <a:pt x="1" y="20"/>
                  </a:moveTo>
                  <a:lnTo>
                    <a:pt x="1" y="20"/>
                  </a:lnTo>
                  <a:lnTo>
                    <a:pt x="80" y="1"/>
                  </a:lnTo>
                  <a:lnTo>
                    <a:pt x="80"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
            <p:cNvSpPr/>
            <p:nvPr/>
          </p:nvSpPr>
          <p:spPr>
            <a:xfrm>
              <a:off x="-1395600" y="3860050"/>
              <a:ext cx="43975" cy="52850"/>
            </a:xfrm>
            <a:custGeom>
              <a:rect b="b" l="l" r="r" t="t"/>
              <a:pathLst>
                <a:path extrusionOk="0" h="2114" w="1759">
                  <a:moveTo>
                    <a:pt x="1225" y="573"/>
                  </a:moveTo>
                  <a:lnTo>
                    <a:pt x="1225" y="593"/>
                  </a:lnTo>
                  <a:lnTo>
                    <a:pt x="1284" y="593"/>
                  </a:lnTo>
                  <a:lnTo>
                    <a:pt x="1245" y="573"/>
                  </a:lnTo>
                  <a:close/>
                  <a:moveTo>
                    <a:pt x="60" y="1126"/>
                  </a:moveTo>
                  <a:lnTo>
                    <a:pt x="60" y="1146"/>
                  </a:lnTo>
                  <a:lnTo>
                    <a:pt x="80" y="1126"/>
                  </a:lnTo>
                  <a:close/>
                  <a:moveTo>
                    <a:pt x="80" y="1146"/>
                  </a:moveTo>
                  <a:lnTo>
                    <a:pt x="1" y="1185"/>
                  </a:lnTo>
                  <a:lnTo>
                    <a:pt x="20" y="1185"/>
                  </a:lnTo>
                  <a:lnTo>
                    <a:pt x="1" y="1205"/>
                  </a:lnTo>
                  <a:lnTo>
                    <a:pt x="1" y="1225"/>
                  </a:lnTo>
                  <a:lnTo>
                    <a:pt x="20" y="1205"/>
                  </a:lnTo>
                  <a:lnTo>
                    <a:pt x="60" y="1185"/>
                  </a:lnTo>
                  <a:lnTo>
                    <a:pt x="60" y="1185"/>
                  </a:lnTo>
                  <a:lnTo>
                    <a:pt x="40" y="1205"/>
                  </a:lnTo>
                  <a:lnTo>
                    <a:pt x="139" y="1166"/>
                  </a:lnTo>
                  <a:lnTo>
                    <a:pt x="99" y="1166"/>
                  </a:lnTo>
                  <a:lnTo>
                    <a:pt x="119" y="1146"/>
                  </a:lnTo>
                  <a:close/>
                  <a:moveTo>
                    <a:pt x="1284" y="1205"/>
                  </a:moveTo>
                  <a:lnTo>
                    <a:pt x="1253" y="1213"/>
                  </a:lnTo>
                  <a:lnTo>
                    <a:pt x="1253" y="1213"/>
                  </a:lnTo>
                  <a:lnTo>
                    <a:pt x="1265" y="1225"/>
                  </a:lnTo>
                  <a:lnTo>
                    <a:pt x="1284" y="1205"/>
                  </a:lnTo>
                  <a:close/>
                  <a:moveTo>
                    <a:pt x="218" y="1264"/>
                  </a:moveTo>
                  <a:lnTo>
                    <a:pt x="198" y="1284"/>
                  </a:lnTo>
                  <a:lnTo>
                    <a:pt x="238" y="1264"/>
                  </a:lnTo>
                  <a:close/>
                  <a:moveTo>
                    <a:pt x="1620" y="1363"/>
                  </a:moveTo>
                  <a:lnTo>
                    <a:pt x="1581" y="1383"/>
                  </a:lnTo>
                  <a:lnTo>
                    <a:pt x="1633" y="1370"/>
                  </a:lnTo>
                  <a:lnTo>
                    <a:pt x="1633" y="1370"/>
                  </a:lnTo>
                  <a:lnTo>
                    <a:pt x="1640" y="1363"/>
                  </a:lnTo>
                  <a:close/>
                  <a:moveTo>
                    <a:pt x="1699" y="1403"/>
                  </a:moveTo>
                  <a:lnTo>
                    <a:pt x="1640" y="1423"/>
                  </a:lnTo>
                  <a:lnTo>
                    <a:pt x="1660" y="1423"/>
                  </a:lnTo>
                  <a:lnTo>
                    <a:pt x="1719" y="1403"/>
                  </a:lnTo>
                  <a:close/>
                  <a:moveTo>
                    <a:pt x="376" y="1423"/>
                  </a:moveTo>
                  <a:lnTo>
                    <a:pt x="356" y="1442"/>
                  </a:lnTo>
                  <a:lnTo>
                    <a:pt x="336" y="1442"/>
                  </a:lnTo>
                  <a:lnTo>
                    <a:pt x="376" y="1423"/>
                  </a:lnTo>
                  <a:close/>
                  <a:moveTo>
                    <a:pt x="336" y="1502"/>
                  </a:moveTo>
                  <a:lnTo>
                    <a:pt x="297" y="1521"/>
                  </a:lnTo>
                  <a:lnTo>
                    <a:pt x="317" y="1521"/>
                  </a:lnTo>
                  <a:lnTo>
                    <a:pt x="336" y="1502"/>
                  </a:lnTo>
                  <a:close/>
                  <a:moveTo>
                    <a:pt x="1541" y="1581"/>
                  </a:moveTo>
                  <a:lnTo>
                    <a:pt x="1541" y="1590"/>
                  </a:lnTo>
                  <a:lnTo>
                    <a:pt x="1541" y="1590"/>
                  </a:lnTo>
                  <a:lnTo>
                    <a:pt x="1561" y="1581"/>
                  </a:lnTo>
                  <a:close/>
                  <a:moveTo>
                    <a:pt x="613" y="1640"/>
                  </a:moveTo>
                  <a:lnTo>
                    <a:pt x="633" y="1660"/>
                  </a:lnTo>
                  <a:lnTo>
                    <a:pt x="652" y="1640"/>
                  </a:lnTo>
                  <a:close/>
                  <a:moveTo>
                    <a:pt x="1008" y="1640"/>
                  </a:moveTo>
                  <a:lnTo>
                    <a:pt x="949" y="1660"/>
                  </a:lnTo>
                  <a:lnTo>
                    <a:pt x="968" y="1660"/>
                  </a:lnTo>
                  <a:lnTo>
                    <a:pt x="968" y="1679"/>
                  </a:lnTo>
                  <a:lnTo>
                    <a:pt x="1008" y="1660"/>
                  </a:lnTo>
                  <a:lnTo>
                    <a:pt x="1008" y="1640"/>
                  </a:lnTo>
                  <a:close/>
                  <a:moveTo>
                    <a:pt x="1034" y="1923"/>
                  </a:moveTo>
                  <a:lnTo>
                    <a:pt x="968" y="1956"/>
                  </a:lnTo>
                  <a:lnTo>
                    <a:pt x="889" y="1976"/>
                  </a:lnTo>
                  <a:lnTo>
                    <a:pt x="909" y="1956"/>
                  </a:lnTo>
                  <a:lnTo>
                    <a:pt x="929" y="1936"/>
                  </a:lnTo>
                  <a:lnTo>
                    <a:pt x="968" y="1936"/>
                  </a:lnTo>
                  <a:lnTo>
                    <a:pt x="1034" y="1923"/>
                  </a:lnTo>
                  <a:close/>
                  <a:moveTo>
                    <a:pt x="830" y="2015"/>
                  </a:moveTo>
                  <a:lnTo>
                    <a:pt x="810" y="2035"/>
                  </a:lnTo>
                  <a:lnTo>
                    <a:pt x="830" y="2035"/>
                  </a:lnTo>
                  <a:lnTo>
                    <a:pt x="830" y="2015"/>
                  </a:lnTo>
                  <a:close/>
                  <a:moveTo>
                    <a:pt x="791" y="0"/>
                  </a:moveTo>
                  <a:lnTo>
                    <a:pt x="633" y="198"/>
                  </a:lnTo>
                  <a:lnTo>
                    <a:pt x="475" y="415"/>
                  </a:lnTo>
                  <a:lnTo>
                    <a:pt x="297" y="672"/>
                  </a:lnTo>
                  <a:lnTo>
                    <a:pt x="139" y="968"/>
                  </a:lnTo>
                  <a:lnTo>
                    <a:pt x="178" y="948"/>
                  </a:lnTo>
                  <a:lnTo>
                    <a:pt x="159" y="968"/>
                  </a:lnTo>
                  <a:lnTo>
                    <a:pt x="119" y="968"/>
                  </a:lnTo>
                  <a:lnTo>
                    <a:pt x="99" y="1008"/>
                  </a:lnTo>
                  <a:lnTo>
                    <a:pt x="159" y="1027"/>
                  </a:lnTo>
                  <a:lnTo>
                    <a:pt x="99" y="1047"/>
                  </a:lnTo>
                  <a:lnTo>
                    <a:pt x="40" y="1106"/>
                  </a:lnTo>
                  <a:lnTo>
                    <a:pt x="60" y="1126"/>
                  </a:lnTo>
                  <a:lnTo>
                    <a:pt x="99" y="1106"/>
                  </a:lnTo>
                  <a:lnTo>
                    <a:pt x="159" y="1087"/>
                  </a:lnTo>
                  <a:lnTo>
                    <a:pt x="198" y="1087"/>
                  </a:lnTo>
                  <a:lnTo>
                    <a:pt x="218" y="1106"/>
                  </a:lnTo>
                  <a:lnTo>
                    <a:pt x="238" y="1106"/>
                  </a:lnTo>
                  <a:lnTo>
                    <a:pt x="257" y="1087"/>
                  </a:lnTo>
                  <a:lnTo>
                    <a:pt x="277" y="1087"/>
                  </a:lnTo>
                  <a:lnTo>
                    <a:pt x="277" y="1106"/>
                  </a:lnTo>
                  <a:lnTo>
                    <a:pt x="218" y="1126"/>
                  </a:lnTo>
                  <a:lnTo>
                    <a:pt x="159" y="1146"/>
                  </a:lnTo>
                  <a:lnTo>
                    <a:pt x="198" y="1146"/>
                  </a:lnTo>
                  <a:lnTo>
                    <a:pt x="198" y="1166"/>
                  </a:lnTo>
                  <a:lnTo>
                    <a:pt x="178" y="1166"/>
                  </a:lnTo>
                  <a:lnTo>
                    <a:pt x="99" y="1205"/>
                  </a:lnTo>
                  <a:lnTo>
                    <a:pt x="178" y="1185"/>
                  </a:lnTo>
                  <a:lnTo>
                    <a:pt x="198" y="1185"/>
                  </a:lnTo>
                  <a:lnTo>
                    <a:pt x="159" y="1205"/>
                  </a:lnTo>
                  <a:lnTo>
                    <a:pt x="218" y="1205"/>
                  </a:lnTo>
                  <a:lnTo>
                    <a:pt x="277" y="1185"/>
                  </a:lnTo>
                  <a:lnTo>
                    <a:pt x="356" y="1166"/>
                  </a:lnTo>
                  <a:lnTo>
                    <a:pt x="356" y="1185"/>
                  </a:lnTo>
                  <a:lnTo>
                    <a:pt x="317" y="1205"/>
                  </a:lnTo>
                  <a:lnTo>
                    <a:pt x="356" y="1205"/>
                  </a:lnTo>
                  <a:lnTo>
                    <a:pt x="336" y="1225"/>
                  </a:lnTo>
                  <a:lnTo>
                    <a:pt x="297" y="1245"/>
                  </a:lnTo>
                  <a:lnTo>
                    <a:pt x="297" y="1225"/>
                  </a:lnTo>
                  <a:lnTo>
                    <a:pt x="257" y="1225"/>
                  </a:lnTo>
                  <a:lnTo>
                    <a:pt x="198" y="1245"/>
                  </a:lnTo>
                  <a:lnTo>
                    <a:pt x="178" y="1264"/>
                  </a:lnTo>
                  <a:lnTo>
                    <a:pt x="257" y="1245"/>
                  </a:lnTo>
                  <a:lnTo>
                    <a:pt x="238" y="1264"/>
                  </a:lnTo>
                  <a:lnTo>
                    <a:pt x="257" y="1264"/>
                  </a:lnTo>
                  <a:lnTo>
                    <a:pt x="139" y="1304"/>
                  </a:lnTo>
                  <a:lnTo>
                    <a:pt x="159" y="1304"/>
                  </a:lnTo>
                  <a:lnTo>
                    <a:pt x="139" y="1324"/>
                  </a:lnTo>
                  <a:lnTo>
                    <a:pt x="178" y="1304"/>
                  </a:lnTo>
                  <a:lnTo>
                    <a:pt x="238" y="1304"/>
                  </a:lnTo>
                  <a:lnTo>
                    <a:pt x="218" y="1324"/>
                  </a:lnTo>
                  <a:lnTo>
                    <a:pt x="198" y="1343"/>
                  </a:lnTo>
                  <a:lnTo>
                    <a:pt x="277" y="1324"/>
                  </a:lnTo>
                  <a:lnTo>
                    <a:pt x="238" y="1324"/>
                  </a:lnTo>
                  <a:lnTo>
                    <a:pt x="277" y="1304"/>
                  </a:lnTo>
                  <a:lnTo>
                    <a:pt x="317" y="1304"/>
                  </a:lnTo>
                  <a:lnTo>
                    <a:pt x="336" y="1324"/>
                  </a:lnTo>
                  <a:lnTo>
                    <a:pt x="376" y="1324"/>
                  </a:lnTo>
                  <a:lnTo>
                    <a:pt x="317" y="1343"/>
                  </a:lnTo>
                  <a:lnTo>
                    <a:pt x="238" y="1363"/>
                  </a:lnTo>
                  <a:lnTo>
                    <a:pt x="238" y="1343"/>
                  </a:lnTo>
                  <a:lnTo>
                    <a:pt x="218" y="1363"/>
                  </a:lnTo>
                  <a:lnTo>
                    <a:pt x="277" y="1383"/>
                  </a:lnTo>
                  <a:lnTo>
                    <a:pt x="257" y="1383"/>
                  </a:lnTo>
                  <a:lnTo>
                    <a:pt x="218" y="1423"/>
                  </a:lnTo>
                  <a:lnTo>
                    <a:pt x="257" y="1403"/>
                  </a:lnTo>
                  <a:lnTo>
                    <a:pt x="257" y="1423"/>
                  </a:lnTo>
                  <a:lnTo>
                    <a:pt x="336" y="1403"/>
                  </a:lnTo>
                  <a:lnTo>
                    <a:pt x="336" y="1403"/>
                  </a:lnTo>
                  <a:lnTo>
                    <a:pt x="277" y="1423"/>
                  </a:lnTo>
                  <a:lnTo>
                    <a:pt x="277" y="1442"/>
                  </a:lnTo>
                  <a:lnTo>
                    <a:pt x="238" y="1462"/>
                  </a:lnTo>
                  <a:lnTo>
                    <a:pt x="257" y="1462"/>
                  </a:lnTo>
                  <a:lnTo>
                    <a:pt x="297" y="1452"/>
                  </a:lnTo>
                  <a:lnTo>
                    <a:pt x="297" y="1452"/>
                  </a:lnTo>
                  <a:lnTo>
                    <a:pt x="297" y="1462"/>
                  </a:lnTo>
                  <a:lnTo>
                    <a:pt x="376" y="1462"/>
                  </a:lnTo>
                  <a:lnTo>
                    <a:pt x="396" y="1442"/>
                  </a:lnTo>
                  <a:lnTo>
                    <a:pt x="455" y="1423"/>
                  </a:lnTo>
                  <a:lnTo>
                    <a:pt x="435" y="1442"/>
                  </a:lnTo>
                  <a:lnTo>
                    <a:pt x="396" y="1462"/>
                  </a:lnTo>
                  <a:lnTo>
                    <a:pt x="494" y="1462"/>
                  </a:lnTo>
                  <a:lnTo>
                    <a:pt x="534" y="1442"/>
                  </a:lnTo>
                  <a:lnTo>
                    <a:pt x="475" y="1482"/>
                  </a:lnTo>
                  <a:lnTo>
                    <a:pt x="415" y="1482"/>
                  </a:lnTo>
                  <a:lnTo>
                    <a:pt x="356" y="1521"/>
                  </a:lnTo>
                  <a:lnTo>
                    <a:pt x="356" y="1541"/>
                  </a:lnTo>
                  <a:lnTo>
                    <a:pt x="317" y="1541"/>
                  </a:lnTo>
                  <a:lnTo>
                    <a:pt x="317" y="1561"/>
                  </a:lnTo>
                  <a:lnTo>
                    <a:pt x="435" y="1521"/>
                  </a:lnTo>
                  <a:lnTo>
                    <a:pt x="356" y="1561"/>
                  </a:lnTo>
                  <a:lnTo>
                    <a:pt x="396" y="1561"/>
                  </a:lnTo>
                  <a:lnTo>
                    <a:pt x="475" y="1541"/>
                  </a:lnTo>
                  <a:lnTo>
                    <a:pt x="534" y="1521"/>
                  </a:lnTo>
                  <a:lnTo>
                    <a:pt x="573" y="1521"/>
                  </a:lnTo>
                  <a:lnTo>
                    <a:pt x="613" y="1502"/>
                  </a:lnTo>
                  <a:lnTo>
                    <a:pt x="573" y="1502"/>
                  </a:lnTo>
                  <a:lnTo>
                    <a:pt x="633" y="1482"/>
                  </a:lnTo>
                  <a:lnTo>
                    <a:pt x="652" y="1482"/>
                  </a:lnTo>
                  <a:lnTo>
                    <a:pt x="613" y="1521"/>
                  </a:lnTo>
                  <a:lnTo>
                    <a:pt x="573" y="1541"/>
                  </a:lnTo>
                  <a:lnTo>
                    <a:pt x="435" y="1581"/>
                  </a:lnTo>
                  <a:lnTo>
                    <a:pt x="277" y="1620"/>
                  </a:lnTo>
                  <a:lnTo>
                    <a:pt x="317" y="1640"/>
                  </a:lnTo>
                  <a:lnTo>
                    <a:pt x="297" y="1660"/>
                  </a:lnTo>
                  <a:lnTo>
                    <a:pt x="396" y="1640"/>
                  </a:lnTo>
                  <a:lnTo>
                    <a:pt x="494" y="1600"/>
                  </a:lnTo>
                  <a:lnTo>
                    <a:pt x="494" y="1620"/>
                  </a:lnTo>
                  <a:lnTo>
                    <a:pt x="455" y="1620"/>
                  </a:lnTo>
                  <a:lnTo>
                    <a:pt x="514" y="1640"/>
                  </a:lnTo>
                  <a:lnTo>
                    <a:pt x="593" y="1640"/>
                  </a:lnTo>
                  <a:lnTo>
                    <a:pt x="672" y="1600"/>
                  </a:lnTo>
                  <a:lnTo>
                    <a:pt x="692" y="1620"/>
                  </a:lnTo>
                  <a:lnTo>
                    <a:pt x="712" y="1600"/>
                  </a:lnTo>
                  <a:lnTo>
                    <a:pt x="751" y="1600"/>
                  </a:lnTo>
                  <a:lnTo>
                    <a:pt x="692" y="1620"/>
                  </a:lnTo>
                  <a:lnTo>
                    <a:pt x="692" y="1640"/>
                  </a:lnTo>
                  <a:lnTo>
                    <a:pt x="712" y="1640"/>
                  </a:lnTo>
                  <a:lnTo>
                    <a:pt x="652" y="1660"/>
                  </a:lnTo>
                  <a:lnTo>
                    <a:pt x="613" y="1660"/>
                  </a:lnTo>
                  <a:lnTo>
                    <a:pt x="514" y="1699"/>
                  </a:lnTo>
                  <a:lnTo>
                    <a:pt x="554" y="1699"/>
                  </a:lnTo>
                  <a:lnTo>
                    <a:pt x="613" y="1679"/>
                  </a:lnTo>
                  <a:lnTo>
                    <a:pt x="554" y="1719"/>
                  </a:lnTo>
                  <a:lnTo>
                    <a:pt x="554" y="1739"/>
                  </a:lnTo>
                  <a:lnTo>
                    <a:pt x="455" y="1778"/>
                  </a:lnTo>
                  <a:lnTo>
                    <a:pt x="652" y="1778"/>
                  </a:lnTo>
                  <a:lnTo>
                    <a:pt x="692" y="1758"/>
                  </a:lnTo>
                  <a:lnTo>
                    <a:pt x="712" y="1758"/>
                  </a:lnTo>
                  <a:lnTo>
                    <a:pt x="712" y="1739"/>
                  </a:lnTo>
                  <a:lnTo>
                    <a:pt x="652" y="1739"/>
                  </a:lnTo>
                  <a:lnTo>
                    <a:pt x="692" y="1719"/>
                  </a:lnTo>
                  <a:lnTo>
                    <a:pt x="554" y="1758"/>
                  </a:lnTo>
                  <a:lnTo>
                    <a:pt x="573" y="1739"/>
                  </a:lnTo>
                  <a:lnTo>
                    <a:pt x="593" y="1719"/>
                  </a:lnTo>
                  <a:lnTo>
                    <a:pt x="692" y="1699"/>
                  </a:lnTo>
                  <a:lnTo>
                    <a:pt x="771" y="1699"/>
                  </a:lnTo>
                  <a:lnTo>
                    <a:pt x="791" y="1679"/>
                  </a:lnTo>
                  <a:lnTo>
                    <a:pt x="810" y="1660"/>
                  </a:lnTo>
                  <a:lnTo>
                    <a:pt x="889" y="1620"/>
                  </a:lnTo>
                  <a:lnTo>
                    <a:pt x="1028" y="1600"/>
                  </a:lnTo>
                  <a:lnTo>
                    <a:pt x="968" y="1620"/>
                  </a:lnTo>
                  <a:lnTo>
                    <a:pt x="1067" y="1620"/>
                  </a:lnTo>
                  <a:lnTo>
                    <a:pt x="1008" y="1640"/>
                  </a:lnTo>
                  <a:lnTo>
                    <a:pt x="1087" y="1640"/>
                  </a:lnTo>
                  <a:lnTo>
                    <a:pt x="1166" y="1620"/>
                  </a:lnTo>
                  <a:lnTo>
                    <a:pt x="1146" y="1640"/>
                  </a:lnTo>
                  <a:lnTo>
                    <a:pt x="1067" y="1679"/>
                  </a:lnTo>
                  <a:lnTo>
                    <a:pt x="909" y="1719"/>
                  </a:lnTo>
                  <a:lnTo>
                    <a:pt x="949" y="1719"/>
                  </a:lnTo>
                  <a:lnTo>
                    <a:pt x="731" y="1778"/>
                  </a:lnTo>
                  <a:lnTo>
                    <a:pt x="731" y="1798"/>
                  </a:lnTo>
                  <a:lnTo>
                    <a:pt x="731" y="1818"/>
                  </a:lnTo>
                  <a:lnTo>
                    <a:pt x="593" y="1877"/>
                  </a:lnTo>
                  <a:lnTo>
                    <a:pt x="613" y="1877"/>
                  </a:lnTo>
                  <a:lnTo>
                    <a:pt x="554" y="1916"/>
                  </a:lnTo>
                  <a:lnTo>
                    <a:pt x="613" y="1897"/>
                  </a:lnTo>
                  <a:lnTo>
                    <a:pt x="692" y="1857"/>
                  </a:lnTo>
                  <a:lnTo>
                    <a:pt x="672" y="1877"/>
                  </a:lnTo>
                  <a:lnTo>
                    <a:pt x="692" y="1877"/>
                  </a:lnTo>
                  <a:lnTo>
                    <a:pt x="712" y="1857"/>
                  </a:lnTo>
                  <a:lnTo>
                    <a:pt x="751" y="1837"/>
                  </a:lnTo>
                  <a:lnTo>
                    <a:pt x="850" y="1818"/>
                  </a:lnTo>
                  <a:lnTo>
                    <a:pt x="850" y="1798"/>
                  </a:lnTo>
                  <a:lnTo>
                    <a:pt x="889" y="1778"/>
                  </a:lnTo>
                  <a:lnTo>
                    <a:pt x="889" y="1798"/>
                  </a:lnTo>
                  <a:lnTo>
                    <a:pt x="909" y="1798"/>
                  </a:lnTo>
                  <a:lnTo>
                    <a:pt x="751" y="1857"/>
                  </a:lnTo>
                  <a:lnTo>
                    <a:pt x="791" y="1857"/>
                  </a:lnTo>
                  <a:lnTo>
                    <a:pt x="751" y="1877"/>
                  </a:lnTo>
                  <a:lnTo>
                    <a:pt x="712" y="1897"/>
                  </a:lnTo>
                  <a:lnTo>
                    <a:pt x="692" y="1897"/>
                  </a:lnTo>
                  <a:lnTo>
                    <a:pt x="672" y="1916"/>
                  </a:lnTo>
                  <a:lnTo>
                    <a:pt x="633" y="1916"/>
                  </a:lnTo>
                  <a:lnTo>
                    <a:pt x="613" y="1956"/>
                  </a:lnTo>
                  <a:lnTo>
                    <a:pt x="573" y="1956"/>
                  </a:lnTo>
                  <a:lnTo>
                    <a:pt x="573" y="1976"/>
                  </a:lnTo>
                  <a:lnTo>
                    <a:pt x="672" y="1956"/>
                  </a:lnTo>
                  <a:lnTo>
                    <a:pt x="672" y="1956"/>
                  </a:lnTo>
                  <a:lnTo>
                    <a:pt x="633" y="1976"/>
                  </a:lnTo>
                  <a:lnTo>
                    <a:pt x="573" y="2015"/>
                  </a:lnTo>
                  <a:lnTo>
                    <a:pt x="652" y="1976"/>
                  </a:lnTo>
                  <a:lnTo>
                    <a:pt x="652" y="1995"/>
                  </a:lnTo>
                  <a:lnTo>
                    <a:pt x="692" y="1976"/>
                  </a:lnTo>
                  <a:lnTo>
                    <a:pt x="751" y="1976"/>
                  </a:lnTo>
                  <a:lnTo>
                    <a:pt x="791" y="1956"/>
                  </a:lnTo>
                  <a:lnTo>
                    <a:pt x="850" y="1936"/>
                  </a:lnTo>
                  <a:lnTo>
                    <a:pt x="870" y="1936"/>
                  </a:lnTo>
                  <a:lnTo>
                    <a:pt x="870" y="1956"/>
                  </a:lnTo>
                  <a:lnTo>
                    <a:pt x="672" y="2015"/>
                  </a:lnTo>
                  <a:lnTo>
                    <a:pt x="692" y="2015"/>
                  </a:lnTo>
                  <a:lnTo>
                    <a:pt x="672" y="2035"/>
                  </a:lnTo>
                  <a:lnTo>
                    <a:pt x="731" y="2015"/>
                  </a:lnTo>
                  <a:lnTo>
                    <a:pt x="791" y="1995"/>
                  </a:lnTo>
                  <a:lnTo>
                    <a:pt x="810" y="1995"/>
                  </a:lnTo>
                  <a:lnTo>
                    <a:pt x="810" y="2015"/>
                  </a:lnTo>
                  <a:lnTo>
                    <a:pt x="850" y="1995"/>
                  </a:lnTo>
                  <a:lnTo>
                    <a:pt x="949" y="1976"/>
                  </a:lnTo>
                  <a:lnTo>
                    <a:pt x="909" y="1995"/>
                  </a:lnTo>
                  <a:lnTo>
                    <a:pt x="830" y="2035"/>
                  </a:lnTo>
                  <a:lnTo>
                    <a:pt x="712" y="2094"/>
                  </a:lnTo>
                  <a:lnTo>
                    <a:pt x="731" y="2094"/>
                  </a:lnTo>
                  <a:lnTo>
                    <a:pt x="731" y="2114"/>
                  </a:lnTo>
                  <a:lnTo>
                    <a:pt x="751" y="2094"/>
                  </a:lnTo>
                  <a:lnTo>
                    <a:pt x="791" y="2074"/>
                  </a:lnTo>
                  <a:lnTo>
                    <a:pt x="810" y="2074"/>
                  </a:lnTo>
                  <a:lnTo>
                    <a:pt x="929" y="2055"/>
                  </a:lnTo>
                  <a:lnTo>
                    <a:pt x="929" y="2035"/>
                  </a:lnTo>
                  <a:lnTo>
                    <a:pt x="909" y="2055"/>
                  </a:lnTo>
                  <a:lnTo>
                    <a:pt x="850" y="2055"/>
                  </a:lnTo>
                  <a:lnTo>
                    <a:pt x="909" y="2035"/>
                  </a:lnTo>
                  <a:lnTo>
                    <a:pt x="988" y="2015"/>
                  </a:lnTo>
                  <a:lnTo>
                    <a:pt x="1087" y="1995"/>
                  </a:lnTo>
                  <a:lnTo>
                    <a:pt x="1087" y="1976"/>
                  </a:lnTo>
                  <a:lnTo>
                    <a:pt x="1067" y="1995"/>
                  </a:lnTo>
                  <a:lnTo>
                    <a:pt x="968" y="2015"/>
                  </a:lnTo>
                  <a:lnTo>
                    <a:pt x="909" y="2015"/>
                  </a:lnTo>
                  <a:lnTo>
                    <a:pt x="988" y="1995"/>
                  </a:lnTo>
                  <a:lnTo>
                    <a:pt x="988" y="1976"/>
                  </a:lnTo>
                  <a:lnTo>
                    <a:pt x="1008" y="1956"/>
                  </a:lnTo>
                  <a:lnTo>
                    <a:pt x="1042" y="1921"/>
                  </a:lnTo>
                  <a:lnTo>
                    <a:pt x="1042" y="1921"/>
                  </a:lnTo>
                  <a:lnTo>
                    <a:pt x="1067" y="1916"/>
                  </a:lnTo>
                  <a:lnTo>
                    <a:pt x="1186" y="1877"/>
                  </a:lnTo>
                  <a:lnTo>
                    <a:pt x="1284" y="1877"/>
                  </a:lnTo>
                  <a:lnTo>
                    <a:pt x="1324" y="1857"/>
                  </a:lnTo>
                  <a:lnTo>
                    <a:pt x="1383" y="1837"/>
                  </a:lnTo>
                  <a:lnTo>
                    <a:pt x="1423" y="1818"/>
                  </a:lnTo>
                  <a:lnTo>
                    <a:pt x="1403" y="1818"/>
                  </a:lnTo>
                  <a:lnTo>
                    <a:pt x="1462" y="1798"/>
                  </a:lnTo>
                  <a:lnTo>
                    <a:pt x="1521" y="1798"/>
                  </a:lnTo>
                  <a:lnTo>
                    <a:pt x="1541" y="1778"/>
                  </a:lnTo>
                  <a:lnTo>
                    <a:pt x="1502" y="1778"/>
                  </a:lnTo>
                  <a:lnTo>
                    <a:pt x="1403" y="1798"/>
                  </a:lnTo>
                  <a:lnTo>
                    <a:pt x="1403" y="1778"/>
                  </a:lnTo>
                  <a:lnTo>
                    <a:pt x="1363" y="1778"/>
                  </a:lnTo>
                  <a:lnTo>
                    <a:pt x="1363" y="1758"/>
                  </a:lnTo>
                  <a:lnTo>
                    <a:pt x="1304" y="1778"/>
                  </a:lnTo>
                  <a:lnTo>
                    <a:pt x="1265" y="1758"/>
                  </a:lnTo>
                  <a:lnTo>
                    <a:pt x="1344" y="1758"/>
                  </a:lnTo>
                  <a:lnTo>
                    <a:pt x="1344" y="1739"/>
                  </a:lnTo>
                  <a:lnTo>
                    <a:pt x="1304" y="1739"/>
                  </a:lnTo>
                  <a:lnTo>
                    <a:pt x="1225" y="1758"/>
                  </a:lnTo>
                  <a:lnTo>
                    <a:pt x="1126" y="1798"/>
                  </a:lnTo>
                  <a:lnTo>
                    <a:pt x="1107" y="1798"/>
                  </a:lnTo>
                  <a:lnTo>
                    <a:pt x="1146" y="1778"/>
                  </a:lnTo>
                  <a:lnTo>
                    <a:pt x="1146" y="1758"/>
                  </a:lnTo>
                  <a:lnTo>
                    <a:pt x="1126" y="1758"/>
                  </a:lnTo>
                  <a:lnTo>
                    <a:pt x="1284" y="1719"/>
                  </a:lnTo>
                  <a:lnTo>
                    <a:pt x="1186" y="1719"/>
                  </a:lnTo>
                  <a:lnTo>
                    <a:pt x="1284" y="1699"/>
                  </a:lnTo>
                  <a:lnTo>
                    <a:pt x="1324" y="1699"/>
                  </a:lnTo>
                  <a:lnTo>
                    <a:pt x="1344" y="1719"/>
                  </a:lnTo>
                  <a:lnTo>
                    <a:pt x="1363" y="1719"/>
                  </a:lnTo>
                  <a:lnTo>
                    <a:pt x="1383" y="1699"/>
                  </a:lnTo>
                  <a:lnTo>
                    <a:pt x="1423" y="1719"/>
                  </a:lnTo>
                  <a:lnTo>
                    <a:pt x="1482" y="1679"/>
                  </a:lnTo>
                  <a:lnTo>
                    <a:pt x="1521" y="1660"/>
                  </a:lnTo>
                  <a:lnTo>
                    <a:pt x="1502" y="1660"/>
                  </a:lnTo>
                  <a:lnTo>
                    <a:pt x="1600" y="1620"/>
                  </a:lnTo>
                  <a:lnTo>
                    <a:pt x="1620" y="1620"/>
                  </a:lnTo>
                  <a:lnTo>
                    <a:pt x="1620" y="1640"/>
                  </a:lnTo>
                  <a:lnTo>
                    <a:pt x="1640" y="1620"/>
                  </a:lnTo>
                  <a:lnTo>
                    <a:pt x="1660" y="1620"/>
                  </a:lnTo>
                  <a:lnTo>
                    <a:pt x="1660" y="1600"/>
                  </a:lnTo>
                  <a:lnTo>
                    <a:pt x="1442" y="1640"/>
                  </a:lnTo>
                  <a:lnTo>
                    <a:pt x="1423" y="1640"/>
                  </a:lnTo>
                  <a:lnTo>
                    <a:pt x="1423" y="1620"/>
                  </a:lnTo>
                  <a:lnTo>
                    <a:pt x="1482" y="1620"/>
                  </a:lnTo>
                  <a:lnTo>
                    <a:pt x="1561" y="1600"/>
                  </a:lnTo>
                  <a:lnTo>
                    <a:pt x="1541" y="1600"/>
                  </a:lnTo>
                  <a:lnTo>
                    <a:pt x="1541" y="1590"/>
                  </a:lnTo>
                  <a:lnTo>
                    <a:pt x="1541" y="1590"/>
                  </a:lnTo>
                  <a:lnTo>
                    <a:pt x="1521" y="1600"/>
                  </a:lnTo>
                  <a:lnTo>
                    <a:pt x="1521" y="1581"/>
                  </a:lnTo>
                  <a:lnTo>
                    <a:pt x="1600" y="1541"/>
                  </a:lnTo>
                  <a:lnTo>
                    <a:pt x="1600" y="1561"/>
                  </a:lnTo>
                  <a:lnTo>
                    <a:pt x="1640" y="1541"/>
                  </a:lnTo>
                  <a:lnTo>
                    <a:pt x="1640" y="1561"/>
                  </a:lnTo>
                  <a:lnTo>
                    <a:pt x="1699" y="1541"/>
                  </a:lnTo>
                  <a:lnTo>
                    <a:pt x="1699" y="1521"/>
                  </a:lnTo>
                  <a:lnTo>
                    <a:pt x="1680" y="1521"/>
                  </a:lnTo>
                  <a:lnTo>
                    <a:pt x="1759" y="1502"/>
                  </a:lnTo>
                  <a:lnTo>
                    <a:pt x="1739" y="1482"/>
                  </a:lnTo>
                  <a:lnTo>
                    <a:pt x="1759" y="1462"/>
                  </a:lnTo>
                  <a:lnTo>
                    <a:pt x="1739" y="1442"/>
                  </a:lnTo>
                  <a:lnTo>
                    <a:pt x="1680" y="1462"/>
                  </a:lnTo>
                  <a:lnTo>
                    <a:pt x="1581" y="1462"/>
                  </a:lnTo>
                  <a:lnTo>
                    <a:pt x="1699" y="1442"/>
                  </a:lnTo>
                  <a:lnTo>
                    <a:pt x="1680" y="1442"/>
                  </a:lnTo>
                  <a:lnTo>
                    <a:pt x="1699" y="1423"/>
                  </a:lnTo>
                  <a:lnTo>
                    <a:pt x="1739" y="1403"/>
                  </a:lnTo>
                  <a:lnTo>
                    <a:pt x="1680" y="1423"/>
                  </a:lnTo>
                  <a:lnTo>
                    <a:pt x="1620" y="1442"/>
                  </a:lnTo>
                  <a:lnTo>
                    <a:pt x="1561" y="1462"/>
                  </a:lnTo>
                  <a:lnTo>
                    <a:pt x="1541" y="1442"/>
                  </a:lnTo>
                  <a:lnTo>
                    <a:pt x="1600" y="1423"/>
                  </a:lnTo>
                  <a:lnTo>
                    <a:pt x="1640" y="1423"/>
                  </a:lnTo>
                  <a:lnTo>
                    <a:pt x="1660" y="1383"/>
                  </a:lnTo>
                  <a:lnTo>
                    <a:pt x="1719" y="1363"/>
                  </a:lnTo>
                  <a:lnTo>
                    <a:pt x="1660" y="1363"/>
                  </a:lnTo>
                  <a:lnTo>
                    <a:pt x="1633" y="1370"/>
                  </a:lnTo>
                  <a:lnTo>
                    <a:pt x="1633" y="1370"/>
                  </a:lnTo>
                  <a:lnTo>
                    <a:pt x="1620" y="1383"/>
                  </a:lnTo>
                  <a:lnTo>
                    <a:pt x="1541" y="1403"/>
                  </a:lnTo>
                  <a:lnTo>
                    <a:pt x="1561" y="1363"/>
                  </a:lnTo>
                  <a:lnTo>
                    <a:pt x="1600" y="1343"/>
                  </a:lnTo>
                  <a:lnTo>
                    <a:pt x="1660" y="1343"/>
                  </a:lnTo>
                  <a:lnTo>
                    <a:pt x="1660" y="1324"/>
                  </a:lnTo>
                  <a:lnTo>
                    <a:pt x="1640" y="1324"/>
                  </a:lnTo>
                  <a:lnTo>
                    <a:pt x="1660" y="1304"/>
                  </a:lnTo>
                  <a:lnTo>
                    <a:pt x="1680" y="1284"/>
                  </a:lnTo>
                  <a:lnTo>
                    <a:pt x="1600" y="1304"/>
                  </a:lnTo>
                  <a:lnTo>
                    <a:pt x="1521" y="1324"/>
                  </a:lnTo>
                  <a:lnTo>
                    <a:pt x="1561" y="1304"/>
                  </a:lnTo>
                  <a:lnTo>
                    <a:pt x="1600" y="1304"/>
                  </a:lnTo>
                  <a:lnTo>
                    <a:pt x="1600" y="1284"/>
                  </a:lnTo>
                  <a:lnTo>
                    <a:pt x="1620" y="1284"/>
                  </a:lnTo>
                  <a:lnTo>
                    <a:pt x="1600" y="1264"/>
                  </a:lnTo>
                  <a:lnTo>
                    <a:pt x="1600" y="1264"/>
                  </a:lnTo>
                  <a:lnTo>
                    <a:pt x="1640" y="1245"/>
                  </a:lnTo>
                  <a:lnTo>
                    <a:pt x="1581" y="1245"/>
                  </a:lnTo>
                  <a:lnTo>
                    <a:pt x="1640" y="1225"/>
                  </a:lnTo>
                  <a:lnTo>
                    <a:pt x="1640" y="1205"/>
                  </a:lnTo>
                  <a:lnTo>
                    <a:pt x="1502" y="1205"/>
                  </a:lnTo>
                  <a:lnTo>
                    <a:pt x="1600" y="1185"/>
                  </a:lnTo>
                  <a:lnTo>
                    <a:pt x="1620" y="1185"/>
                  </a:lnTo>
                  <a:lnTo>
                    <a:pt x="1660" y="1166"/>
                  </a:lnTo>
                  <a:lnTo>
                    <a:pt x="1640" y="1166"/>
                  </a:lnTo>
                  <a:lnTo>
                    <a:pt x="1640" y="1146"/>
                  </a:lnTo>
                  <a:lnTo>
                    <a:pt x="1600" y="1146"/>
                  </a:lnTo>
                  <a:lnTo>
                    <a:pt x="1541" y="1166"/>
                  </a:lnTo>
                  <a:lnTo>
                    <a:pt x="1521" y="1166"/>
                  </a:lnTo>
                  <a:lnTo>
                    <a:pt x="1541" y="1146"/>
                  </a:lnTo>
                  <a:lnTo>
                    <a:pt x="1521" y="1146"/>
                  </a:lnTo>
                  <a:lnTo>
                    <a:pt x="1502" y="1126"/>
                  </a:lnTo>
                  <a:lnTo>
                    <a:pt x="1561" y="1106"/>
                  </a:lnTo>
                  <a:lnTo>
                    <a:pt x="1482" y="1126"/>
                  </a:lnTo>
                  <a:lnTo>
                    <a:pt x="1403" y="1146"/>
                  </a:lnTo>
                  <a:lnTo>
                    <a:pt x="1363" y="1166"/>
                  </a:lnTo>
                  <a:lnTo>
                    <a:pt x="1403" y="1185"/>
                  </a:lnTo>
                  <a:lnTo>
                    <a:pt x="1423" y="1185"/>
                  </a:lnTo>
                  <a:lnTo>
                    <a:pt x="1363" y="1205"/>
                  </a:lnTo>
                  <a:lnTo>
                    <a:pt x="1304" y="1225"/>
                  </a:lnTo>
                  <a:lnTo>
                    <a:pt x="1265" y="1225"/>
                  </a:lnTo>
                  <a:lnTo>
                    <a:pt x="1245" y="1245"/>
                  </a:lnTo>
                  <a:lnTo>
                    <a:pt x="1166" y="1264"/>
                  </a:lnTo>
                  <a:lnTo>
                    <a:pt x="1126" y="1245"/>
                  </a:lnTo>
                  <a:lnTo>
                    <a:pt x="1205" y="1225"/>
                  </a:lnTo>
                  <a:lnTo>
                    <a:pt x="1253" y="1213"/>
                  </a:lnTo>
                  <a:lnTo>
                    <a:pt x="1253" y="1213"/>
                  </a:lnTo>
                  <a:lnTo>
                    <a:pt x="1245" y="1205"/>
                  </a:lnTo>
                  <a:lnTo>
                    <a:pt x="1324" y="1185"/>
                  </a:lnTo>
                  <a:lnTo>
                    <a:pt x="1265" y="1185"/>
                  </a:lnTo>
                  <a:lnTo>
                    <a:pt x="1186" y="1225"/>
                  </a:lnTo>
                  <a:lnTo>
                    <a:pt x="1146" y="1225"/>
                  </a:lnTo>
                  <a:lnTo>
                    <a:pt x="1166" y="1205"/>
                  </a:lnTo>
                  <a:lnTo>
                    <a:pt x="1186" y="1205"/>
                  </a:lnTo>
                  <a:lnTo>
                    <a:pt x="1146" y="1185"/>
                  </a:lnTo>
                  <a:lnTo>
                    <a:pt x="1205" y="1166"/>
                  </a:lnTo>
                  <a:lnTo>
                    <a:pt x="1205" y="1166"/>
                  </a:lnTo>
                  <a:lnTo>
                    <a:pt x="1186" y="1185"/>
                  </a:lnTo>
                  <a:lnTo>
                    <a:pt x="1225" y="1185"/>
                  </a:lnTo>
                  <a:lnTo>
                    <a:pt x="1284" y="1166"/>
                  </a:lnTo>
                  <a:lnTo>
                    <a:pt x="1344" y="1146"/>
                  </a:lnTo>
                  <a:lnTo>
                    <a:pt x="1403" y="1126"/>
                  </a:lnTo>
                  <a:lnTo>
                    <a:pt x="1521" y="1106"/>
                  </a:lnTo>
                  <a:lnTo>
                    <a:pt x="1521" y="1087"/>
                  </a:lnTo>
                  <a:lnTo>
                    <a:pt x="1541" y="1067"/>
                  </a:lnTo>
                  <a:lnTo>
                    <a:pt x="1502" y="1067"/>
                  </a:lnTo>
                  <a:lnTo>
                    <a:pt x="1502" y="1047"/>
                  </a:lnTo>
                  <a:lnTo>
                    <a:pt x="1502" y="1027"/>
                  </a:lnTo>
                  <a:lnTo>
                    <a:pt x="1442" y="1027"/>
                  </a:lnTo>
                  <a:lnTo>
                    <a:pt x="1521" y="988"/>
                  </a:lnTo>
                  <a:lnTo>
                    <a:pt x="1521" y="968"/>
                  </a:lnTo>
                  <a:lnTo>
                    <a:pt x="1462" y="968"/>
                  </a:lnTo>
                  <a:lnTo>
                    <a:pt x="1403" y="948"/>
                  </a:lnTo>
                  <a:lnTo>
                    <a:pt x="1383" y="948"/>
                  </a:lnTo>
                  <a:lnTo>
                    <a:pt x="1383" y="929"/>
                  </a:lnTo>
                  <a:lnTo>
                    <a:pt x="1442" y="929"/>
                  </a:lnTo>
                  <a:lnTo>
                    <a:pt x="1442" y="909"/>
                  </a:lnTo>
                  <a:lnTo>
                    <a:pt x="1403" y="929"/>
                  </a:lnTo>
                  <a:lnTo>
                    <a:pt x="1403" y="929"/>
                  </a:lnTo>
                  <a:lnTo>
                    <a:pt x="1442" y="889"/>
                  </a:lnTo>
                  <a:lnTo>
                    <a:pt x="1403" y="889"/>
                  </a:lnTo>
                  <a:lnTo>
                    <a:pt x="1442" y="850"/>
                  </a:lnTo>
                  <a:lnTo>
                    <a:pt x="1403" y="850"/>
                  </a:lnTo>
                  <a:lnTo>
                    <a:pt x="1324" y="869"/>
                  </a:lnTo>
                  <a:lnTo>
                    <a:pt x="1423" y="830"/>
                  </a:lnTo>
                  <a:lnTo>
                    <a:pt x="1344" y="790"/>
                  </a:lnTo>
                  <a:lnTo>
                    <a:pt x="1304" y="731"/>
                  </a:lnTo>
                  <a:lnTo>
                    <a:pt x="1324" y="731"/>
                  </a:lnTo>
                  <a:lnTo>
                    <a:pt x="1304" y="711"/>
                  </a:lnTo>
                  <a:lnTo>
                    <a:pt x="1265" y="692"/>
                  </a:lnTo>
                  <a:lnTo>
                    <a:pt x="1225" y="692"/>
                  </a:lnTo>
                  <a:lnTo>
                    <a:pt x="1225" y="672"/>
                  </a:lnTo>
                  <a:lnTo>
                    <a:pt x="1186" y="672"/>
                  </a:lnTo>
                  <a:lnTo>
                    <a:pt x="1107" y="692"/>
                  </a:lnTo>
                  <a:lnTo>
                    <a:pt x="1008" y="731"/>
                  </a:lnTo>
                  <a:lnTo>
                    <a:pt x="988" y="731"/>
                  </a:lnTo>
                  <a:lnTo>
                    <a:pt x="1028" y="711"/>
                  </a:lnTo>
                  <a:lnTo>
                    <a:pt x="1067" y="692"/>
                  </a:lnTo>
                  <a:lnTo>
                    <a:pt x="1067" y="672"/>
                  </a:lnTo>
                  <a:lnTo>
                    <a:pt x="1166" y="652"/>
                  </a:lnTo>
                  <a:lnTo>
                    <a:pt x="1245" y="632"/>
                  </a:lnTo>
                  <a:lnTo>
                    <a:pt x="1166" y="632"/>
                  </a:lnTo>
                  <a:lnTo>
                    <a:pt x="1166" y="613"/>
                  </a:lnTo>
                  <a:lnTo>
                    <a:pt x="1166" y="593"/>
                  </a:lnTo>
                  <a:lnTo>
                    <a:pt x="1205" y="593"/>
                  </a:lnTo>
                  <a:lnTo>
                    <a:pt x="1225" y="573"/>
                  </a:lnTo>
                  <a:lnTo>
                    <a:pt x="1245" y="553"/>
                  </a:lnTo>
                  <a:lnTo>
                    <a:pt x="1245" y="553"/>
                  </a:lnTo>
                  <a:lnTo>
                    <a:pt x="1186" y="573"/>
                  </a:lnTo>
                  <a:lnTo>
                    <a:pt x="1107" y="573"/>
                  </a:lnTo>
                  <a:lnTo>
                    <a:pt x="1186" y="553"/>
                  </a:lnTo>
                  <a:lnTo>
                    <a:pt x="1107" y="553"/>
                  </a:lnTo>
                  <a:lnTo>
                    <a:pt x="1126" y="534"/>
                  </a:lnTo>
                  <a:lnTo>
                    <a:pt x="1186" y="494"/>
                  </a:lnTo>
                  <a:lnTo>
                    <a:pt x="1166" y="494"/>
                  </a:lnTo>
                  <a:lnTo>
                    <a:pt x="1166" y="455"/>
                  </a:lnTo>
                  <a:lnTo>
                    <a:pt x="1166" y="435"/>
                  </a:lnTo>
                  <a:lnTo>
                    <a:pt x="1186" y="415"/>
                  </a:lnTo>
                  <a:lnTo>
                    <a:pt x="1146" y="395"/>
                  </a:lnTo>
                  <a:lnTo>
                    <a:pt x="1087" y="395"/>
                  </a:lnTo>
                  <a:lnTo>
                    <a:pt x="1067" y="415"/>
                  </a:lnTo>
                  <a:lnTo>
                    <a:pt x="1008" y="435"/>
                  </a:lnTo>
                  <a:lnTo>
                    <a:pt x="968" y="435"/>
                  </a:lnTo>
                  <a:lnTo>
                    <a:pt x="1008" y="415"/>
                  </a:lnTo>
                  <a:lnTo>
                    <a:pt x="1047" y="395"/>
                  </a:lnTo>
                  <a:lnTo>
                    <a:pt x="1087" y="376"/>
                  </a:lnTo>
                  <a:lnTo>
                    <a:pt x="1087" y="356"/>
                  </a:lnTo>
                  <a:lnTo>
                    <a:pt x="1126" y="336"/>
                  </a:lnTo>
                  <a:lnTo>
                    <a:pt x="1107" y="336"/>
                  </a:lnTo>
                  <a:lnTo>
                    <a:pt x="1087" y="316"/>
                  </a:lnTo>
                  <a:lnTo>
                    <a:pt x="1126" y="316"/>
                  </a:lnTo>
                  <a:lnTo>
                    <a:pt x="1107" y="297"/>
                  </a:lnTo>
                  <a:lnTo>
                    <a:pt x="1067" y="316"/>
                  </a:lnTo>
                  <a:lnTo>
                    <a:pt x="988" y="316"/>
                  </a:lnTo>
                  <a:lnTo>
                    <a:pt x="1067" y="297"/>
                  </a:lnTo>
                  <a:lnTo>
                    <a:pt x="1008" y="297"/>
                  </a:lnTo>
                  <a:lnTo>
                    <a:pt x="968" y="316"/>
                  </a:lnTo>
                  <a:lnTo>
                    <a:pt x="988" y="297"/>
                  </a:lnTo>
                  <a:lnTo>
                    <a:pt x="850" y="297"/>
                  </a:lnTo>
                  <a:lnTo>
                    <a:pt x="909" y="277"/>
                  </a:lnTo>
                  <a:lnTo>
                    <a:pt x="889" y="277"/>
                  </a:lnTo>
                  <a:lnTo>
                    <a:pt x="988" y="237"/>
                  </a:lnTo>
                  <a:lnTo>
                    <a:pt x="988" y="257"/>
                  </a:lnTo>
                  <a:lnTo>
                    <a:pt x="968" y="257"/>
                  </a:lnTo>
                  <a:lnTo>
                    <a:pt x="949" y="277"/>
                  </a:lnTo>
                  <a:lnTo>
                    <a:pt x="968" y="277"/>
                  </a:lnTo>
                  <a:lnTo>
                    <a:pt x="1028" y="237"/>
                  </a:lnTo>
                  <a:lnTo>
                    <a:pt x="1067" y="218"/>
                  </a:lnTo>
                  <a:lnTo>
                    <a:pt x="1067" y="198"/>
                  </a:lnTo>
                  <a:lnTo>
                    <a:pt x="1047" y="178"/>
                  </a:lnTo>
                  <a:lnTo>
                    <a:pt x="1008" y="158"/>
                  </a:lnTo>
                  <a:lnTo>
                    <a:pt x="988" y="139"/>
                  </a:lnTo>
                  <a:lnTo>
                    <a:pt x="1028" y="99"/>
                  </a:lnTo>
                  <a:lnTo>
                    <a:pt x="1008" y="79"/>
                  </a:lnTo>
                  <a:lnTo>
                    <a:pt x="1008" y="60"/>
                  </a:lnTo>
                  <a:lnTo>
                    <a:pt x="988" y="40"/>
                  </a:lnTo>
                  <a:lnTo>
                    <a:pt x="929" y="40"/>
                  </a:lnTo>
                  <a:lnTo>
                    <a:pt x="988" y="20"/>
                  </a:lnTo>
                  <a:lnTo>
                    <a:pt x="870" y="20"/>
                  </a:lnTo>
                  <a:lnTo>
                    <a:pt x="83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7" name="Google Shape;2997;p11"/>
            <p:cNvSpPr/>
            <p:nvPr/>
          </p:nvSpPr>
          <p:spPr>
            <a:xfrm>
              <a:off x="-1362025" y="3906950"/>
              <a:ext cx="525" cy="525"/>
            </a:xfrm>
            <a:custGeom>
              <a:rect b="b" l="l" r="r" t="t"/>
              <a:pathLst>
                <a:path extrusionOk="0" h="21" w="21">
                  <a:moveTo>
                    <a:pt x="20" y="1"/>
                  </a:moveTo>
                  <a:lnTo>
                    <a:pt x="20" y="1"/>
                  </a:lnTo>
                  <a:lnTo>
                    <a:pt x="20" y="1"/>
                  </a:lnTo>
                  <a:lnTo>
                    <a:pt x="1" y="21"/>
                  </a:lnTo>
                  <a:lnTo>
                    <a:pt x="1" y="2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8" name="Google Shape;2998;p11"/>
            <p:cNvSpPr/>
            <p:nvPr/>
          </p:nvSpPr>
          <p:spPr>
            <a:xfrm>
              <a:off x="-1375850" y="3911900"/>
              <a:ext cx="525" cy="25"/>
            </a:xfrm>
            <a:custGeom>
              <a:rect b="b" l="l" r="r" t="t"/>
              <a:pathLst>
                <a:path extrusionOk="0" h="1"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
            <p:cNvSpPr/>
            <p:nvPr/>
          </p:nvSpPr>
          <p:spPr>
            <a:xfrm>
              <a:off x="-1318575" y="400077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
            <p:cNvSpPr/>
            <p:nvPr/>
          </p:nvSpPr>
          <p:spPr>
            <a:xfrm>
              <a:off x="-1317575" y="3999800"/>
              <a:ext cx="25" cy="25"/>
            </a:xfrm>
            <a:custGeom>
              <a:rect b="b" l="l" r="r" t="t"/>
              <a:pathLst>
                <a:path extrusionOk="0" h="1" w="1">
                  <a:moveTo>
                    <a:pt x="0" y="0"/>
                  </a:moveTo>
                  <a:lnTo>
                    <a:pt x="0" y="0"/>
                  </a:ln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1" name="Google Shape;3001;p11"/>
            <p:cNvSpPr/>
            <p:nvPr/>
          </p:nvSpPr>
          <p:spPr>
            <a:xfrm>
              <a:off x="-1323500" y="3961275"/>
              <a:ext cx="57300" cy="48900"/>
            </a:xfrm>
            <a:custGeom>
              <a:rect b="b" l="l" r="r" t="t"/>
              <a:pathLst>
                <a:path extrusionOk="0" h="1956" w="2292">
                  <a:moveTo>
                    <a:pt x="1699" y="60"/>
                  </a:moveTo>
                  <a:lnTo>
                    <a:pt x="1699" y="60"/>
                  </a:lnTo>
                  <a:lnTo>
                    <a:pt x="1699" y="60"/>
                  </a:lnTo>
                  <a:close/>
                  <a:moveTo>
                    <a:pt x="1758" y="1"/>
                  </a:moveTo>
                  <a:lnTo>
                    <a:pt x="1758" y="40"/>
                  </a:lnTo>
                  <a:lnTo>
                    <a:pt x="1778" y="60"/>
                  </a:lnTo>
                  <a:lnTo>
                    <a:pt x="1778" y="99"/>
                  </a:lnTo>
                  <a:lnTo>
                    <a:pt x="1798" y="99"/>
                  </a:lnTo>
                  <a:lnTo>
                    <a:pt x="1798" y="60"/>
                  </a:lnTo>
                  <a:lnTo>
                    <a:pt x="1778" y="40"/>
                  </a:lnTo>
                  <a:lnTo>
                    <a:pt x="1778" y="1"/>
                  </a:lnTo>
                  <a:close/>
                  <a:moveTo>
                    <a:pt x="929" y="218"/>
                  </a:moveTo>
                  <a:lnTo>
                    <a:pt x="948" y="257"/>
                  </a:lnTo>
                  <a:lnTo>
                    <a:pt x="948" y="297"/>
                  </a:lnTo>
                  <a:lnTo>
                    <a:pt x="929" y="277"/>
                  </a:lnTo>
                  <a:lnTo>
                    <a:pt x="968" y="376"/>
                  </a:lnTo>
                  <a:lnTo>
                    <a:pt x="968" y="336"/>
                  </a:lnTo>
                  <a:lnTo>
                    <a:pt x="988" y="356"/>
                  </a:lnTo>
                  <a:lnTo>
                    <a:pt x="988" y="317"/>
                  </a:lnTo>
                  <a:lnTo>
                    <a:pt x="948" y="238"/>
                  </a:lnTo>
                  <a:lnTo>
                    <a:pt x="929" y="218"/>
                  </a:lnTo>
                  <a:close/>
                  <a:moveTo>
                    <a:pt x="652" y="415"/>
                  </a:moveTo>
                  <a:lnTo>
                    <a:pt x="652" y="455"/>
                  </a:lnTo>
                  <a:lnTo>
                    <a:pt x="672" y="475"/>
                  </a:lnTo>
                  <a:lnTo>
                    <a:pt x="672" y="455"/>
                  </a:lnTo>
                  <a:lnTo>
                    <a:pt x="652" y="415"/>
                  </a:lnTo>
                  <a:close/>
                  <a:moveTo>
                    <a:pt x="593" y="494"/>
                  </a:moveTo>
                  <a:lnTo>
                    <a:pt x="593" y="514"/>
                  </a:lnTo>
                  <a:lnTo>
                    <a:pt x="613" y="534"/>
                  </a:lnTo>
                  <a:lnTo>
                    <a:pt x="613" y="534"/>
                  </a:lnTo>
                  <a:lnTo>
                    <a:pt x="593" y="494"/>
                  </a:lnTo>
                  <a:close/>
                  <a:moveTo>
                    <a:pt x="652" y="494"/>
                  </a:moveTo>
                  <a:lnTo>
                    <a:pt x="652" y="514"/>
                  </a:lnTo>
                  <a:lnTo>
                    <a:pt x="652" y="534"/>
                  </a:lnTo>
                  <a:lnTo>
                    <a:pt x="672" y="514"/>
                  </a:lnTo>
                  <a:lnTo>
                    <a:pt x="652" y="494"/>
                  </a:lnTo>
                  <a:close/>
                  <a:moveTo>
                    <a:pt x="139" y="751"/>
                  </a:moveTo>
                  <a:lnTo>
                    <a:pt x="139" y="771"/>
                  </a:lnTo>
                  <a:lnTo>
                    <a:pt x="158" y="771"/>
                  </a:lnTo>
                  <a:lnTo>
                    <a:pt x="139" y="751"/>
                  </a:lnTo>
                  <a:close/>
                  <a:moveTo>
                    <a:pt x="79" y="988"/>
                  </a:moveTo>
                  <a:lnTo>
                    <a:pt x="79" y="1008"/>
                  </a:lnTo>
                  <a:lnTo>
                    <a:pt x="99" y="1028"/>
                  </a:lnTo>
                  <a:lnTo>
                    <a:pt x="79" y="988"/>
                  </a:lnTo>
                  <a:close/>
                  <a:moveTo>
                    <a:pt x="2173" y="1047"/>
                  </a:moveTo>
                  <a:lnTo>
                    <a:pt x="2193" y="1087"/>
                  </a:lnTo>
                  <a:lnTo>
                    <a:pt x="2193" y="1047"/>
                  </a:lnTo>
                  <a:close/>
                  <a:moveTo>
                    <a:pt x="415" y="1146"/>
                  </a:moveTo>
                  <a:lnTo>
                    <a:pt x="415" y="1166"/>
                  </a:lnTo>
                  <a:lnTo>
                    <a:pt x="422" y="1166"/>
                  </a:lnTo>
                  <a:lnTo>
                    <a:pt x="415" y="1146"/>
                  </a:lnTo>
                  <a:close/>
                  <a:moveTo>
                    <a:pt x="435" y="1146"/>
                  </a:moveTo>
                  <a:lnTo>
                    <a:pt x="435" y="1166"/>
                  </a:lnTo>
                  <a:lnTo>
                    <a:pt x="422" y="1166"/>
                  </a:lnTo>
                  <a:lnTo>
                    <a:pt x="435" y="1205"/>
                  </a:lnTo>
                  <a:lnTo>
                    <a:pt x="450" y="1191"/>
                  </a:lnTo>
                  <a:lnTo>
                    <a:pt x="435" y="1146"/>
                  </a:lnTo>
                  <a:close/>
                  <a:moveTo>
                    <a:pt x="455" y="1186"/>
                  </a:moveTo>
                  <a:lnTo>
                    <a:pt x="450" y="1191"/>
                  </a:lnTo>
                  <a:lnTo>
                    <a:pt x="455" y="1205"/>
                  </a:lnTo>
                  <a:lnTo>
                    <a:pt x="455" y="1186"/>
                  </a:lnTo>
                  <a:close/>
                  <a:moveTo>
                    <a:pt x="455" y="1205"/>
                  </a:moveTo>
                  <a:lnTo>
                    <a:pt x="455" y="1205"/>
                  </a:lnTo>
                  <a:lnTo>
                    <a:pt x="455" y="1205"/>
                  </a:lnTo>
                  <a:close/>
                  <a:moveTo>
                    <a:pt x="107" y="1186"/>
                  </a:moveTo>
                  <a:lnTo>
                    <a:pt x="119" y="1245"/>
                  </a:lnTo>
                  <a:lnTo>
                    <a:pt x="139" y="1265"/>
                  </a:lnTo>
                  <a:lnTo>
                    <a:pt x="107" y="1186"/>
                  </a:lnTo>
                  <a:close/>
                  <a:moveTo>
                    <a:pt x="1660" y="1344"/>
                  </a:moveTo>
                  <a:lnTo>
                    <a:pt x="1660" y="1344"/>
                  </a:lnTo>
                  <a:lnTo>
                    <a:pt x="1660" y="1344"/>
                  </a:lnTo>
                  <a:close/>
                  <a:moveTo>
                    <a:pt x="845" y="1462"/>
                  </a:moveTo>
                  <a:lnTo>
                    <a:pt x="850" y="1482"/>
                  </a:lnTo>
                  <a:lnTo>
                    <a:pt x="869" y="1561"/>
                  </a:lnTo>
                  <a:lnTo>
                    <a:pt x="869" y="1561"/>
                  </a:lnTo>
                  <a:lnTo>
                    <a:pt x="850" y="1462"/>
                  </a:lnTo>
                  <a:close/>
                  <a:moveTo>
                    <a:pt x="198" y="1581"/>
                  </a:moveTo>
                  <a:lnTo>
                    <a:pt x="208" y="1600"/>
                  </a:lnTo>
                  <a:lnTo>
                    <a:pt x="198" y="1581"/>
                  </a:lnTo>
                  <a:close/>
                  <a:moveTo>
                    <a:pt x="208" y="1600"/>
                  </a:moveTo>
                  <a:lnTo>
                    <a:pt x="208" y="1600"/>
                  </a:lnTo>
                  <a:lnTo>
                    <a:pt x="208" y="1600"/>
                  </a:lnTo>
                  <a:close/>
                  <a:moveTo>
                    <a:pt x="208" y="1600"/>
                  </a:moveTo>
                  <a:lnTo>
                    <a:pt x="218" y="1620"/>
                  </a:lnTo>
                  <a:lnTo>
                    <a:pt x="208" y="1600"/>
                  </a:lnTo>
                  <a:close/>
                  <a:moveTo>
                    <a:pt x="316" y="1719"/>
                  </a:moveTo>
                  <a:lnTo>
                    <a:pt x="316" y="1739"/>
                  </a:lnTo>
                  <a:lnTo>
                    <a:pt x="336" y="1798"/>
                  </a:lnTo>
                  <a:lnTo>
                    <a:pt x="316" y="1719"/>
                  </a:lnTo>
                  <a:close/>
                  <a:moveTo>
                    <a:pt x="395" y="1600"/>
                  </a:moveTo>
                  <a:lnTo>
                    <a:pt x="395" y="1620"/>
                  </a:lnTo>
                  <a:lnTo>
                    <a:pt x="415" y="1699"/>
                  </a:lnTo>
                  <a:lnTo>
                    <a:pt x="435" y="1837"/>
                  </a:lnTo>
                  <a:lnTo>
                    <a:pt x="435" y="1739"/>
                  </a:lnTo>
                  <a:lnTo>
                    <a:pt x="395" y="1600"/>
                  </a:lnTo>
                  <a:close/>
                  <a:moveTo>
                    <a:pt x="711" y="1837"/>
                  </a:moveTo>
                  <a:lnTo>
                    <a:pt x="731" y="1857"/>
                  </a:lnTo>
                  <a:lnTo>
                    <a:pt x="731" y="1837"/>
                  </a:lnTo>
                  <a:close/>
                  <a:moveTo>
                    <a:pt x="60" y="1126"/>
                  </a:moveTo>
                  <a:lnTo>
                    <a:pt x="60" y="1166"/>
                  </a:lnTo>
                  <a:lnTo>
                    <a:pt x="79" y="1245"/>
                  </a:lnTo>
                  <a:lnTo>
                    <a:pt x="60" y="1205"/>
                  </a:lnTo>
                  <a:lnTo>
                    <a:pt x="60" y="1186"/>
                  </a:lnTo>
                  <a:lnTo>
                    <a:pt x="40" y="1186"/>
                  </a:lnTo>
                  <a:lnTo>
                    <a:pt x="40" y="1205"/>
                  </a:lnTo>
                  <a:lnTo>
                    <a:pt x="60" y="1245"/>
                  </a:lnTo>
                  <a:lnTo>
                    <a:pt x="79" y="1344"/>
                  </a:lnTo>
                  <a:lnTo>
                    <a:pt x="99" y="1344"/>
                  </a:lnTo>
                  <a:lnTo>
                    <a:pt x="99" y="1383"/>
                  </a:lnTo>
                  <a:lnTo>
                    <a:pt x="158" y="1482"/>
                  </a:lnTo>
                  <a:lnTo>
                    <a:pt x="158" y="1521"/>
                  </a:lnTo>
                  <a:lnTo>
                    <a:pt x="178" y="1521"/>
                  </a:lnTo>
                  <a:lnTo>
                    <a:pt x="178" y="1482"/>
                  </a:lnTo>
                  <a:lnTo>
                    <a:pt x="198" y="1541"/>
                  </a:lnTo>
                  <a:lnTo>
                    <a:pt x="198" y="1521"/>
                  </a:lnTo>
                  <a:lnTo>
                    <a:pt x="218" y="1581"/>
                  </a:lnTo>
                  <a:lnTo>
                    <a:pt x="218" y="1561"/>
                  </a:lnTo>
                  <a:lnTo>
                    <a:pt x="257" y="1679"/>
                  </a:lnTo>
                  <a:lnTo>
                    <a:pt x="237" y="1679"/>
                  </a:lnTo>
                  <a:lnTo>
                    <a:pt x="237" y="1660"/>
                  </a:lnTo>
                  <a:lnTo>
                    <a:pt x="218" y="1620"/>
                  </a:lnTo>
                  <a:lnTo>
                    <a:pt x="218" y="1620"/>
                  </a:lnTo>
                  <a:lnTo>
                    <a:pt x="218" y="1640"/>
                  </a:lnTo>
                  <a:lnTo>
                    <a:pt x="237" y="1719"/>
                  </a:lnTo>
                  <a:lnTo>
                    <a:pt x="237" y="1739"/>
                  </a:lnTo>
                  <a:lnTo>
                    <a:pt x="257" y="1818"/>
                  </a:lnTo>
                  <a:lnTo>
                    <a:pt x="297" y="1897"/>
                  </a:lnTo>
                  <a:lnTo>
                    <a:pt x="257" y="1798"/>
                  </a:lnTo>
                  <a:lnTo>
                    <a:pt x="257" y="1798"/>
                  </a:lnTo>
                  <a:lnTo>
                    <a:pt x="277" y="1818"/>
                  </a:lnTo>
                  <a:lnTo>
                    <a:pt x="297" y="1897"/>
                  </a:lnTo>
                  <a:lnTo>
                    <a:pt x="297" y="1818"/>
                  </a:lnTo>
                  <a:lnTo>
                    <a:pt x="316" y="1837"/>
                  </a:lnTo>
                  <a:lnTo>
                    <a:pt x="316" y="1818"/>
                  </a:lnTo>
                  <a:lnTo>
                    <a:pt x="297" y="1778"/>
                  </a:lnTo>
                  <a:lnTo>
                    <a:pt x="297" y="1739"/>
                  </a:lnTo>
                  <a:lnTo>
                    <a:pt x="277" y="1640"/>
                  </a:lnTo>
                  <a:lnTo>
                    <a:pt x="297" y="1719"/>
                  </a:lnTo>
                  <a:lnTo>
                    <a:pt x="316" y="1778"/>
                  </a:lnTo>
                  <a:lnTo>
                    <a:pt x="316" y="1758"/>
                  </a:lnTo>
                  <a:lnTo>
                    <a:pt x="297" y="1660"/>
                  </a:lnTo>
                  <a:lnTo>
                    <a:pt x="297" y="1600"/>
                  </a:lnTo>
                  <a:lnTo>
                    <a:pt x="277" y="1581"/>
                  </a:lnTo>
                  <a:lnTo>
                    <a:pt x="277" y="1620"/>
                  </a:lnTo>
                  <a:lnTo>
                    <a:pt x="277" y="1620"/>
                  </a:lnTo>
                  <a:lnTo>
                    <a:pt x="257" y="1581"/>
                  </a:lnTo>
                  <a:lnTo>
                    <a:pt x="257" y="1541"/>
                  </a:lnTo>
                  <a:lnTo>
                    <a:pt x="237" y="1541"/>
                  </a:lnTo>
                  <a:lnTo>
                    <a:pt x="257" y="1600"/>
                  </a:lnTo>
                  <a:lnTo>
                    <a:pt x="257" y="1600"/>
                  </a:lnTo>
                  <a:lnTo>
                    <a:pt x="178" y="1442"/>
                  </a:lnTo>
                  <a:lnTo>
                    <a:pt x="139" y="1284"/>
                  </a:lnTo>
                  <a:lnTo>
                    <a:pt x="119" y="1284"/>
                  </a:lnTo>
                  <a:lnTo>
                    <a:pt x="119" y="1324"/>
                  </a:lnTo>
                  <a:lnTo>
                    <a:pt x="60" y="1126"/>
                  </a:lnTo>
                  <a:close/>
                  <a:moveTo>
                    <a:pt x="297" y="1897"/>
                  </a:moveTo>
                  <a:lnTo>
                    <a:pt x="297" y="1897"/>
                  </a:lnTo>
                  <a:lnTo>
                    <a:pt x="297" y="1897"/>
                  </a:lnTo>
                  <a:close/>
                  <a:moveTo>
                    <a:pt x="652" y="1837"/>
                  </a:moveTo>
                  <a:lnTo>
                    <a:pt x="672" y="1916"/>
                  </a:lnTo>
                  <a:lnTo>
                    <a:pt x="657" y="1840"/>
                  </a:lnTo>
                  <a:lnTo>
                    <a:pt x="652" y="1837"/>
                  </a:lnTo>
                  <a:close/>
                  <a:moveTo>
                    <a:pt x="711" y="1916"/>
                  </a:moveTo>
                  <a:lnTo>
                    <a:pt x="711" y="1916"/>
                  </a:lnTo>
                  <a:lnTo>
                    <a:pt x="711" y="1916"/>
                  </a:lnTo>
                  <a:close/>
                  <a:moveTo>
                    <a:pt x="1482" y="1"/>
                  </a:moveTo>
                  <a:lnTo>
                    <a:pt x="1502" y="60"/>
                  </a:lnTo>
                  <a:lnTo>
                    <a:pt x="1502" y="80"/>
                  </a:lnTo>
                  <a:lnTo>
                    <a:pt x="1482" y="60"/>
                  </a:lnTo>
                  <a:lnTo>
                    <a:pt x="1482" y="20"/>
                  </a:lnTo>
                  <a:lnTo>
                    <a:pt x="1462" y="20"/>
                  </a:lnTo>
                  <a:lnTo>
                    <a:pt x="1442" y="80"/>
                  </a:lnTo>
                  <a:lnTo>
                    <a:pt x="1462" y="159"/>
                  </a:lnTo>
                  <a:lnTo>
                    <a:pt x="1462" y="178"/>
                  </a:lnTo>
                  <a:lnTo>
                    <a:pt x="1442" y="159"/>
                  </a:lnTo>
                  <a:lnTo>
                    <a:pt x="1442" y="198"/>
                  </a:lnTo>
                  <a:lnTo>
                    <a:pt x="1442" y="218"/>
                  </a:lnTo>
                  <a:lnTo>
                    <a:pt x="1423" y="198"/>
                  </a:lnTo>
                  <a:lnTo>
                    <a:pt x="1442" y="139"/>
                  </a:lnTo>
                  <a:lnTo>
                    <a:pt x="1423" y="99"/>
                  </a:lnTo>
                  <a:lnTo>
                    <a:pt x="1403" y="99"/>
                  </a:lnTo>
                  <a:lnTo>
                    <a:pt x="1403" y="80"/>
                  </a:lnTo>
                  <a:lnTo>
                    <a:pt x="1383" y="297"/>
                  </a:lnTo>
                  <a:lnTo>
                    <a:pt x="1403" y="415"/>
                  </a:lnTo>
                  <a:lnTo>
                    <a:pt x="1423" y="514"/>
                  </a:lnTo>
                  <a:lnTo>
                    <a:pt x="1403" y="475"/>
                  </a:lnTo>
                  <a:lnTo>
                    <a:pt x="1383" y="435"/>
                  </a:lnTo>
                  <a:lnTo>
                    <a:pt x="1363" y="356"/>
                  </a:lnTo>
                  <a:lnTo>
                    <a:pt x="1383" y="376"/>
                  </a:lnTo>
                  <a:lnTo>
                    <a:pt x="1344" y="218"/>
                  </a:lnTo>
                  <a:lnTo>
                    <a:pt x="1344" y="139"/>
                  </a:lnTo>
                  <a:lnTo>
                    <a:pt x="1324" y="40"/>
                  </a:lnTo>
                  <a:lnTo>
                    <a:pt x="1304" y="60"/>
                  </a:lnTo>
                  <a:lnTo>
                    <a:pt x="1284" y="80"/>
                  </a:lnTo>
                  <a:lnTo>
                    <a:pt x="1284" y="99"/>
                  </a:lnTo>
                  <a:lnTo>
                    <a:pt x="1265" y="80"/>
                  </a:lnTo>
                  <a:lnTo>
                    <a:pt x="1284" y="159"/>
                  </a:lnTo>
                  <a:lnTo>
                    <a:pt x="1284" y="159"/>
                  </a:lnTo>
                  <a:lnTo>
                    <a:pt x="1265" y="139"/>
                  </a:lnTo>
                  <a:lnTo>
                    <a:pt x="1245" y="80"/>
                  </a:lnTo>
                  <a:lnTo>
                    <a:pt x="1245" y="139"/>
                  </a:lnTo>
                  <a:lnTo>
                    <a:pt x="1245" y="218"/>
                  </a:lnTo>
                  <a:lnTo>
                    <a:pt x="1265" y="297"/>
                  </a:lnTo>
                  <a:lnTo>
                    <a:pt x="1265" y="336"/>
                  </a:lnTo>
                  <a:lnTo>
                    <a:pt x="1245" y="336"/>
                  </a:lnTo>
                  <a:lnTo>
                    <a:pt x="1245" y="297"/>
                  </a:lnTo>
                  <a:lnTo>
                    <a:pt x="1245" y="277"/>
                  </a:lnTo>
                  <a:lnTo>
                    <a:pt x="1225" y="317"/>
                  </a:lnTo>
                  <a:lnTo>
                    <a:pt x="1225" y="257"/>
                  </a:lnTo>
                  <a:lnTo>
                    <a:pt x="1225" y="238"/>
                  </a:lnTo>
                  <a:lnTo>
                    <a:pt x="1225" y="218"/>
                  </a:lnTo>
                  <a:lnTo>
                    <a:pt x="1205" y="238"/>
                  </a:lnTo>
                  <a:lnTo>
                    <a:pt x="1205" y="297"/>
                  </a:lnTo>
                  <a:lnTo>
                    <a:pt x="1185" y="297"/>
                  </a:lnTo>
                  <a:lnTo>
                    <a:pt x="1185" y="198"/>
                  </a:lnTo>
                  <a:lnTo>
                    <a:pt x="1185" y="159"/>
                  </a:lnTo>
                  <a:lnTo>
                    <a:pt x="1205" y="218"/>
                  </a:lnTo>
                  <a:lnTo>
                    <a:pt x="1185" y="139"/>
                  </a:lnTo>
                  <a:lnTo>
                    <a:pt x="1205" y="159"/>
                  </a:lnTo>
                  <a:lnTo>
                    <a:pt x="1225" y="159"/>
                  </a:lnTo>
                  <a:lnTo>
                    <a:pt x="1225" y="99"/>
                  </a:lnTo>
                  <a:lnTo>
                    <a:pt x="1225" y="80"/>
                  </a:lnTo>
                  <a:lnTo>
                    <a:pt x="1205" y="80"/>
                  </a:lnTo>
                  <a:lnTo>
                    <a:pt x="1185" y="99"/>
                  </a:lnTo>
                  <a:lnTo>
                    <a:pt x="1166" y="60"/>
                  </a:lnTo>
                  <a:lnTo>
                    <a:pt x="1166" y="159"/>
                  </a:lnTo>
                  <a:lnTo>
                    <a:pt x="1166" y="198"/>
                  </a:lnTo>
                  <a:lnTo>
                    <a:pt x="1146" y="159"/>
                  </a:lnTo>
                  <a:lnTo>
                    <a:pt x="1146" y="257"/>
                  </a:lnTo>
                  <a:lnTo>
                    <a:pt x="1146" y="297"/>
                  </a:lnTo>
                  <a:lnTo>
                    <a:pt x="1166" y="317"/>
                  </a:lnTo>
                  <a:lnTo>
                    <a:pt x="1166" y="356"/>
                  </a:lnTo>
                  <a:lnTo>
                    <a:pt x="1166" y="396"/>
                  </a:lnTo>
                  <a:lnTo>
                    <a:pt x="1146" y="356"/>
                  </a:lnTo>
                  <a:lnTo>
                    <a:pt x="1126" y="178"/>
                  </a:lnTo>
                  <a:lnTo>
                    <a:pt x="1126" y="159"/>
                  </a:lnTo>
                  <a:lnTo>
                    <a:pt x="1106" y="139"/>
                  </a:lnTo>
                  <a:lnTo>
                    <a:pt x="1106" y="139"/>
                  </a:lnTo>
                  <a:lnTo>
                    <a:pt x="1126" y="257"/>
                  </a:lnTo>
                  <a:lnTo>
                    <a:pt x="1126" y="336"/>
                  </a:lnTo>
                  <a:lnTo>
                    <a:pt x="1106" y="415"/>
                  </a:lnTo>
                  <a:lnTo>
                    <a:pt x="1087" y="336"/>
                  </a:lnTo>
                  <a:lnTo>
                    <a:pt x="1106" y="297"/>
                  </a:lnTo>
                  <a:lnTo>
                    <a:pt x="1106" y="238"/>
                  </a:lnTo>
                  <a:lnTo>
                    <a:pt x="1087" y="159"/>
                  </a:lnTo>
                  <a:lnTo>
                    <a:pt x="1087" y="198"/>
                  </a:lnTo>
                  <a:lnTo>
                    <a:pt x="1087" y="238"/>
                  </a:lnTo>
                  <a:lnTo>
                    <a:pt x="1067" y="198"/>
                  </a:lnTo>
                  <a:lnTo>
                    <a:pt x="1047" y="198"/>
                  </a:lnTo>
                  <a:lnTo>
                    <a:pt x="1047" y="238"/>
                  </a:lnTo>
                  <a:lnTo>
                    <a:pt x="1047" y="277"/>
                  </a:lnTo>
                  <a:lnTo>
                    <a:pt x="1027" y="277"/>
                  </a:lnTo>
                  <a:lnTo>
                    <a:pt x="1027" y="297"/>
                  </a:lnTo>
                  <a:lnTo>
                    <a:pt x="988" y="297"/>
                  </a:lnTo>
                  <a:lnTo>
                    <a:pt x="1008" y="336"/>
                  </a:lnTo>
                  <a:lnTo>
                    <a:pt x="1008" y="317"/>
                  </a:lnTo>
                  <a:lnTo>
                    <a:pt x="1027" y="336"/>
                  </a:lnTo>
                  <a:lnTo>
                    <a:pt x="1047" y="396"/>
                  </a:lnTo>
                  <a:lnTo>
                    <a:pt x="1027" y="435"/>
                  </a:lnTo>
                  <a:lnTo>
                    <a:pt x="1027" y="455"/>
                  </a:lnTo>
                  <a:lnTo>
                    <a:pt x="1008" y="475"/>
                  </a:lnTo>
                  <a:lnTo>
                    <a:pt x="1027" y="494"/>
                  </a:lnTo>
                  <a:lnTo>
                    <a:pt x="1008" y="534"/>
                  </a:lnTo>
                  <a:lnTo>
                    <a:pt x="988" y="455"/>
                  </a:lnTo>
                  <a:lnTo>
                    <a:pt x="968" y="475"/>
                  </a:lnTo>
                  <a:lnTo>
                    <a:pt x="968" y="455"/>
                  </a:lnTo>
                  <a:lnTo>
                    <a:pt x="948" y="455"/>
                  </a:lnTo>
                  <a:lnTo>
                    <a:pt x="948" y="415"/>
                  </a:lnTo>
                  <a:lnTo>
                    <a:pt x="929" y="376"/>
                  </a:lnTo>
                  <a:lnTo>
                    <a:pt x="909" y="396"/>
                  </a:lnTo>
                  <a:lnTo>
                    <a:pt x="909" y="455"/>
                  </a:lnTo>
                  <a:lnTo>
                    <a:pt x="929" y="514"/>
                  </a:lnTo>
                  <a:lnTo>
                    <a:pt x="948" y="573"/>
                  </a:lnTo>
                  <a:lnTo>
                    <a:pt x="929" y="573"/>
                  </a:lnTo>
                  <a:lnTo>
                    <a:pt x="929" y="593"/>
                  </a:lnTo>
                  <a:lnTo>
                    <a:pt x="909" y="593"/>
                  </a:lnTo>
                  <a:lnTo>
                    <a:pt x="889" y="554"/>
                  </a:lnTo>
                  <a:lnTo>
                    <a:pt x="869" y="534"/>
                  </a:lnTo>
                  <a:lnTo>
                    <a:pt x="889" y="514"/>
                  </a:lnTo>
                  <a:lnTo>
                    <a:pt x="889" y="494"/>
                  </a:lnTo>
                  <a:lnTo>
                    <a:pt x="869" y="435"/>
                  </a:lnTo>
                  <a:lnTo>
                    <a:pt x="869" y="455"/>
                  </a:lnTo>
                  <a:lnTo>
                    <a:pt x="850" y="415"/>
                  </a:lnTo>
                  <a:lnTo>
                    <a:pt x="850" y="455"/>
                  </a:lnTo>
                  <a:lnTo>
                    <a:pt x="850" y="475"/>
                  </a:lnTo>
                  <a:lnTo>
                    <a:pt x="830" y="356"/>
                  </a:lnTo>
                  <a:lnTo>
                    <a:pt x="830" y="376"/>
                  </a:lnTo>
                  <a:lnTo>
                    <a:pt x="810" y="376"/>
                  </a:lnTo>
                  <a:lnTo>
                    <a:pt x="810" y="396"/>
                  </a:lnTo>
                  <a:lnTo>
                    <a:pt x="810" y="415"/>
                  </a:lnTo>
                  <a:lnTo>
                    <a:pt x="830" y="396"/>
                  </a:lnTo>
                  <a:lnTo>
                    <a:pt x="830" y="435"/>
                  </a:lnTo>
                  <a:lnTo>
                    <a:pt x="810" y="435"/>
                  </a:lnTo>
                  <a:lnTo>
                    <a:pt x="790" y="415"/>
                  </a:lnTo>
                  <a:lnTo>
                    <a:pt x="790" y="475"/>
                  </a:lnTo>
                  <a:lnTo>
                    <a:pt x="810" y="455"/>
                  </a:lnTo>
                  <a:lnTo>
                    <a:pt x="810" y="494"/>
                  </a:lnTo>
                  <a:lnTo>
                    <a:pt x="810" y="514"/>
                  </a:lnTo>
                  <a:lnTo>
                    <a:pt x="790" y="534"/>
                  </a:lnTo>
                  <a:lnTo>
                    <a:pt x="790" y="554"/>
                  </a:lnTo>
                  <a:lnTo>
                    <a:pt x="771" y="593"/>
                  </a:lnTo>
                  <a:lnTo>
                    <a:pt x="771" y="534"/>
                  </a:lnTo>
                  <a:lnTo>
                    <a:pt x="751" y="455"/>
                  </a:lnTo>
                  <a:lnTo>
                    <a:pt x="771" y="455"/>
                  </a:lnTo>
                  <a:lnTo>
                    <a:pt x="771" y="435"/>
                  </a:lnTo>
                  <a:lnTo>
                    <a:pt x="751" y="435"/>
                  </a:lnTo>
                  <a:lnTo>
                    <a:pt x="731" y="494"/>
                  </a:lnTo>
                  <a:lnTo>
                    <a:pt x="731" y="475"/>
                  </a:lnTo>
                  <a:lnTo>
                    <a:pt x="711" y="415"/>
                  </a:lnTo>
                  <a:lnTo>
                    <a:pt x="692" y="376"/>
                  </a:lnTo>
                  <a:lnTo>
                    <a:pt x="672" y="376"/>
                  </a:lnTo>
                  <a:lnTo>
                    <a:pt x="711" y="455"/>
                  </a:lnTo>
                  <a:lnTo>
                    <a:pt x="692" y="475"/>
                  </a:lnTo>
                  <a:lnTo>
                    <a:pt x="711" y="534"/>
                  </a:lnTo>
                  <a:lnTo>
                    <a:pt x="692" y="494"/>
                  </a:lnTo>
                  <a:lnTo>
                    <a:pt x="672" y="475"/>
                  </a:lnTo>
                  <a:lnTo>
                    <a:pt x="672" y="573"/>
                  </a:lnTo>
                  <a:lnTo>
                    <a:pt x="652" y="534"/>
                  </a:lnTo>
                  <a:lnTo>
                    <a:pt x="652" y="573"/>
                  </a:lnTo>
                  <a:lnTo>
                    <a:pt x="672" y="613"/>
                  </a:lnTo>
                  <a:lnTo>
                    <a:pt x="672" y="652"/>
                  </a:lnTo>
                  <a:lnTo>
                    <a:pt x="652" y="633"/>
                  </a:lnTo>
                  <a:lnTo>
                    <a:pt x="632" y="573"/>
                  </a:lnTo>
                  <a:lnTo>
                    <a:pt x="632" y="633"/>
                  </a:lnTo>
                  <a:lnTo>
                    <a:pt x="632" y="652"/>
                  </a:lnTo>
                  <a:lnTo>
                    <a:pt x="652" y="692"/>
                  </a:lnTo>
                  <a:lnTo>
                    <a:pt x="652" y="731"/>
                  </a:lnTo>
                  <a:lnTo>
                    <a:pt x="613" y="672"/>
                  </a:lnTo>
                  <a:lnTo>
                    <a:pt x="613" y="633"/>
                  </a:lnTo>
                  <a:lnTo>
                    <a:pt x="593" y="573"/>
                  </a:lnTo>
                  <a:lnTo>
                    <a:pt x="593" y="554"/>
                  </a:lnTo>
                  <a:lnTo>
                    <a:pt x="573" y="554"/>
                  </a:lnTo>
                  <a:lnTo>
                    <a:pt x="573" y="494"/>
                  </a:lnTo>
                  <a:lnTo>
                    <a:pt x="553" y="514"/>
                  </a:lnTo>
                  <a:lnTo>
                    <a:pt x="573" y="573"/>
                  </a:lnTo>
                  <a:lnTo>
                    <a:pt x="573" y="633"/>
                  </a:lnTo>
                  <a:lnTo>
                    <a:pt x="553" y="554"/>
                  </a:lnTo>
                  <a:lnTo>
                    <a:pt x="534" y="573"/>
                  </a:lnTo>
                  <a:lnTo>
                    <a:pt x="553" y="593"/>
                  </a:lnTo>
                  <a:lnTo>
                    <a:pt x="573" y="672"/>
                  </a:lnTo>
                  <a:lnTo>
                    <a:pt x="593" y="731"/>
                  </a:lnTo>
                  <a:lnTo>
                    <a:pt x="593" y="771"/>
                  </a:lnTo>
                  <a:lnTo>
                    <a:pt x="613" y="830"/>
                  </a:lnTo>
                  <a:lnTo>
                    <a:pt x="613" y="850"/>
                  </a:lnTo>
                  <a:lnTo>
                    <a:pt x="553" y="771"/>
                  </a:lnTo>
                  <a:lnTo>
                    <a:pt x="534" y="633"/>
                  </a:lnTo>
                  <a:lnTo>
                    <a:pt x="494" y="475"/>
                  </a:lnTo>
                  <a:lnTo>
                    <a:pt x="474" y="514"/>
                  </a:lnTo>
                  <a:lnTo>
                    <a:pt x="455" y="494"/>
                  </a:lnTo>
                  <a:lnTo>
                    <a:pt x="474" y="593"/>
                  </a:lnTo>
                  <a:lnTo>
                    <a:pt x="494" y="692"/>
                  </a:lnTo>
                  <a:lnTo>
                    <a:pt x="474" y="672"/>
                  </a:lnTo>
                  <a:lnTo>
                    <a:pt x="474" y="692"/>
                  </a:lnTo>
                  <a:lnTo>
                    <a:pt x="455" y="731"/>
                  </a:lnTo>
                  <a:lnTo>
                    <a:pt x="474" y="791"/>
                  </a:lnTo>
                  <a:lnTo>
                    <a:pt x="494" y="870"/>
                  </a:lnTo>
                  <a:lnTo>
                    <a:pt x="494" y="889"/>
                  </a:lnTo>
                  <a:lnTo>
                    <a:pt x="494" y="949"/>
                  </a:lnTo>
                  <a:lnTo>
                    <a:pt x="474" y="889"/>
                  </a:lnTo>
                  <a:lnTo>
                    <a:pt x="455" y="870"/>
                  </a:lnTo>
                  <a:lnTo>
                    <a:pt x="455" y="909"/>
                  </a:lnTo>
                  <a:lnTo>
                    <a:pt x="435" y="850"/>
                  </a:lnTo>
                  <a:lnTo>
                    <a:pt x="455" y="830"/>
                  </a:lnTo>
                  <a:lnTo>
                    <a:pt x="455" y="810"/>
                  </a:lnTo>
                  <a:lnTo>
                    <a:pt x="435" y="791"/>
                  </a:lnTo>
                  <a:lnTo>
                    <a:pt x="395" y="692"/>
                  </a:lnTo>
                  <a:lnTo>
                    <a:pt x="415" y="751"/>
                  </a:lnTo>
                  <a:lnTo>
                    <a:pt x="415" y="810"/>
                  </a:lnTo>
                  <a:lnTo>
                    <a:pt x="395" y="751"/>
                  </a:lnTo>
                  <a:lnTo>
                    <a:pt x="356" y="751"/>
                  </a:lnTo>
                  <a:lnTo>
                    <a:pt x="316" y="652"/>
                  </a:lnTo>
                  <a:lnTo>
                    <a:pt x="316" y="731"/>
                  </a:lnTo>
                  <a:lnTo>
                    <a:pt x="316" y="791"/>
                  </a:lnTo>
                  <a:lnTo>
                    <a:pt x="336" y="830"/>
                  </a:lnTo>
                  <a:lnTo>
                    <a:pt x="336" y="889"/>
                  </a:lnTo>
                  <a:lnTo>
                    <a:pt x="356" y="909"/>
                  </a:lnTo>
                  <a:lnTo>
                    <a:pt x="356" y="870"/>
                  </a:lnTo>
                  <a:lnTo>
                    <a:pt x="356" y="830"/>
                  </a:lnTo>
                  <a:lnTo>
                    <a:pt x="376" y="870"/>
                  </a:lnTo>
                  <a:lnTo>
                    <a:pt x="356" y="751"/>
                  </a:lnTo>
                  <a:lnTo>
                    <a:pt x="376" y="791"/>
                  </a:lnTo>
                  <a:lnTo>
                    <a:pt x="395" y="889"/>
                  </a:lnTo>
                  <a:lnTo>
                    <a:pt x="395" y="929"/>
                  </a:lnTo>
                  <a:lnTo>
                    <a:pt x="395" y="949"/>
                  </a:lnTo>
                  <a:lnTo>
                    <a:pt x="415" y="988"/>
                  </a:lnTo>
                  <a:lnTo>
                    <a:pt x="435" y="988"/>
                  </a:lnTo>
                  <a:lnTo>
                    <a:pt x="474" y="1087"/>
                  </a:lnTo>
                  <a:lnTo>
                    <a:pt x="494" y="1225"/>
                  </a:lnTo>
                  <a:lnTo>
                    <a:pt x="474" y="1166"/>
                  </a:lnTo>
                  <a:lnTo>
                    <a:pt x="474" y="1265"/>
                  </a:lnTo>
                  <a:lnTo>
                    <a:pt x="455" y="1205"/>
                  </a:lnTo>
                  <a:lnTo>
                    <a:pt x="455" y="1245"/>
                  </a:lnTo>
                  <a:lnTo>
                    <a:pt x="455" y="1284"/>
                  </a:lnTo>
                  <a:lnTo>
                    <a:pt x="474" y="1344"/>
                  </a:lnTo>
                  <a:lnTo>
                    <a:pt x="474" y="1344"/>
                  </a:lnTo>
                  <a:lnTo>
                    <a:pt x="455" y="1324"/>
                  </a:lnTo>
                  <a:lnTo>
                    <a:pt x="435" y="1265"/>
                  </a:lnTo>
                  <a:lnTo>
                    <a:pt x="415" y="1245"/>
                  </a:lnTo>
                  <a:lnTo>
                    <a:pt x="376" y="1107"/>
                  </a:lnTo>
                  <a:lnTo>
                    <a:pt x="376" y="1146"/>
                  </a:lnTo>
                  <a:lnTo>
                    <a:pt x="336" y="929"/>
                  </a:lnTo>
                  <a:lnTo>
                    <a:pt x="297" y="909"/>
                  </a:lnTo>
                  <a:lnTo>
                    <a:pt x="277" y="929"/>
                  </a:lnTo>
                  <a:lnTo>
                    <a:pt x="297" y="1028"/>
                  </a:lnTo>
                  <a:lnTo>
                    <a:pt x="297" y="1047"/>
                  </a:lnTo>
                  <a:lnTo>
                    <a:pt x="316" y="1087"/>
                  </a:lnTo>
                  <a:lnTo>
                    <a:pt x="297" y="1087"/>
                  </a:lnTo>
                  <a:lnTo>
                    <a:pt x="297" y="1107"/>
                  </a:lnTo>
                  <a:lnTo>
                    <a:pt x="257" y="949"/>
                  </a:lnTo>
                  <a:lnTo>
                    <a:pt x="257" y="968"/>
                  </a:lnTo>
                  <a:lnTo>
                    <a:pt x="218" y="929"/>
                  </a:lnTo>
                  <a:lnTo>
                    <a:pt x="218" y="889"/>
                  </a:lnTo>
                  <a:lnTo>
                    <a:pt x="237" y="889"/>
                  </a:lnTo>
                  <a:lnTo>
                    <a:pt x="277" y="929"/>
                  </a:lnTo>
                  <a:lnTo>
                    <a:pt x="277" y="929"/>
                  </a:lnTo>
                  <a:lnTo>
                    <a:pt x="237" y="771"/>
                  </a:lnTo>
                  <a:lnTo>
                    <a:pt x="237" y="810"/>
                  </a:lnTo>
                  <a:lnTo>
                    <a:pt x="218" y="791"/>
                  </a:lnTo>
                  <a:lnTo>
                    <a:pt x="198" y="731"/>
                  </a:lnTo>
                  <a:lnTo>
                    <a:pt x="218" y="810"/>
                  </a:lnTo>
                  <a:lnTo>
                    <a:pt x="237" y="889"/>
                  </a:lnTo>
                  <a:lnTo>
                    <a:pt x="237" y="889"/>
                  </a:lnTo>
                  <a:lnTo>
                    <a:pt x="218" y="870"/>
                  </a:lnTo>
                  <a:lnTo>
                    <a:pt x="198" y="850"/>
                  </a:lnTo>
                  <a:lnTo>
                    <a:pt x="178" y="830"/>
                  </a:lnTo>
                  <a:lnTo>
                    <a:pt x="178" y="810"/>
                  </a:lnTo>
                  <a:lnTo>
                    <a:pt x="158" y="810"/>
                  </a:lnTo>
                  <a:lnTo>
                    <a:pt x="139" y="771"/>
                  </a:lnTo>
                  <a:lnTo>
                    <a:pt x="158" y="870"/>
                  </a:lnTo>
                  <a:lnTo>
                    <a:pt x="119" y="810"/>
                  </a:lnTo>
                  <a:lnTo>
                    <a:pt x="99" y="751"/>
                  </a:lnTo>
                  <a:lnTo>
                    <a:pt x="119" y="830"/>
                  </a:lnTo>
                  <a:lnTo>
                    <a:pt x="119" y="870"/>
                  </a:lnTo>
                  <a:lnTo>
                    <a:pt x="139" y="929"/>
                  </a:lnTo>
                  <a:lnTo>
                    <a:pt x="158" y="988"/>
                  </a:lnTo>
                  <a:lnTo>
                    <a:pt x="158" y="1008"/>
                  </a:lnTo>
                  <a:lnTo>
                    <a:pt x="178" y="1047"/>
                  </a:lnTo>
                  <a:lnTo>
                    <a:pt x="158" y="1047"/>
                  </a:lnTo>
                  <a:lnTo>
                    <a:pt x="99" y="850"/>
                  </a:lnTo>
                  <a:lnTo>
                    <a:pt x="99" y="870"/>
                  </a:lnTo>
                  <a:lnTo>
                    <a:pt x="79" y="870"/>
                  </a:lnTo>
                  <a:lnTo>
                    <a:pt x="99" y="929"/>
                  </a:lnTo>
                  <a:lnTo>
                    <a:pt x="119" y="968"/>
                  </a:lnTo>
                  <a:lnTo>
                    <a:pt x="119" y="988"/>
                  </a:lnTo>
                  <a:lnTo>
                    <a:pt x="99" y="988"/>
                  </a:lnTo>
                  <a:lnTo>
                    <a:pt x="119" y="1028"/>
                  </a:lnTo>
                  <a:lnTo>
                    <a:pt x="139" y="1146"/>
                  </a:lnTo>
                  <a:lnTo>
                    <a:pt x="119" y="1107"/>
                  </a:lnTo>
                  <a:lnTo>
                    <a:pt x="79" y="1008"/>
                  </a:lnTo>
                  <a:lnTo>
                    <a:pt x="20" y="889"/>
                  </a:lnTo>
                  <a:lnTo>
                    <a:pt x="20" y="909"/>
                  </a:lnTo>
                  <a:lnTo>
                    <a:pt x="0" y="909"/>
                  </a:lnTo>
                  <a:lnTo>
                    <a:pt x="20" y="929"/>
                  </a:lnTo>
                  <a:lnTo>
                    <a:pt x="40" y="968"/>
                  </a:lnTo>
                  <a:lnTo>
                    <a:pt x="40" y="988"/>
                  </a:lnTo>
                  <a:lnTo>
                    <a:pt x="79" y="1107"/>
                  </a:lnTo>
                  <a:lnTo>
                    <a:pt x="79" y="1097"/>
                  </a:lnTo>
                  <a:lnTo>
                    <a:pt x="99" y="1166"/>
                  </a:lnTo>
                  <a:lnTo>
                    <a:pt x="107" y="1186"/>
                  </a:lnTo>
                  <a:lnTo>
                    <a:pt x="107" y="1186"/>
                  </a:lnTo>
                  <a:lnTo>
                    <a:pt x="99" y="1146"/>
                  </a:lnTo>
                  <a:lnTo>
                    <a:pt x="99" y="1107"/>
                  </a:lnTo>
                  <a:lnTo>
                    <a:pt x="119" y="1166"/>
                  </a:lnTo>
                  <a:lnTo>
                    <a:pt x="139" y="1166"/>
                  </a:lnTo>
                  <a:lnTo>
                    <a:pt x="158" y="1186"/>
                  </a:lnTo>
                  <a:lnTo>
                    <a:pt x="178" y="1225"/>
                  </a:lnTo>
                  <a:lnTo>
                    <a:pt x="158" y="1146"/>
                  </a:lnTo>
                  <a:lnTo>
                    <a:pt x="139" y="1067"/>
                  </a:lnTo>
                  <a:lnTo>
                    <a:pt x="158" y="1087"/>
                  </a:lnTo>
                  <a:lnTo>
                    <a:pt x="178" y="1126"/>
                  </a:lnTo>
                  <a:lnTo>
                    <a:pt x="178" y="1166"/>
                  </a:lnTo>
                  <a:lnTo>
                    <a:pt x="198" y="1245"/>
                  </a:lnTo>
                  <a:lnTo>
                    <a:pt x="237" y="1383"/>
                  </a:lnTo>
                  <a:lnTo>
                    <a:pt x="237" y="1462"/>
                  </a:lnTo>
                  <a:lnTo>
                    <a:pt x="257" y="1521"/>
                  </a:lnTo>
                  <a:lnTo>
                    <a:pt x="257" y="1502"/>
                  </a:lnTo>
                  <a:lnTo>
                    <a:pt x="297" y="1581"/>
                  </a:lnTo>
                  <a:lnTo>
                    <a:pt x="316" y="1620"/>
                  </a:lnTo>
                  <a:lnTo>
                    <a:pt x="316" y="1660"/>
                  </a:lnTo>
                  <a:lnTo>
                    <a:pt x="336" y="1699"/>
                  </a:lnTo>
                  <a:lnTo>
                    <a:pt x="336" y="1679"/>
                  </a:lnTo>
                  <a:lnTo>
                    <a:pt x="316" y="1581"/>
                  </a:lnTo>
                  <a:lnTo>
                    <a:pt x="336" y="1581"/>
                  </a:lnTo>
                  <a:lnTo>
                    <a:pt x="336" y="1561"/>
                  </a:lnTo>
                  <a:lnTo>
                    <a:pt x="336" y="1541"/>
                  </a:lnTo>
                  <a:lnTo>
                    <a:pt x="356" y="1561"/>
                  </a:lnTo>
                  <a:lnTo>
                    <a:pt x="336" y="1482"/>
                  </a:lnTo>
                  <a:lnTo>
                    <a:pt x="336" y="1462"/>
                  </a:lnTo>
                  <a:lnTo>
                    <a:pt x="336" y="1442"/>
                  </a:lnTo>
                  <a:lnTo>
                    <a:pt x="356" y="1521"/>
                  </a:lnTo>
                  <a:lnTo>
                    <a:pt x="376" y="1502"/>
                  </a:lnTo>
                  <a:lnTo>
                    <a:pt x="356" y="1403"/>
                  </a:lnTo>
                  <a:lnTo>
                    <a:pt x="316" y="1324"/>
                  </a:lnTo>
                  <a:lnTo>
                    <a:pt x="297" y="1265"/>
                  </a:lnTo>
                  <a:lnTo>
                    <a:pt x="316" y="1304"/>
                  </a:lnTo>
                  <a:lnTo>
                    <a:pt x="336" y="1324"/>
                  </a:lnTo>
                  <a:lnTo>
                    <a:pt x="395" y="1462"/>
                  </a:lnTo>
                  <a:lnTo>
                    <a:pt x="376" y="1363"/>
                  </a:lnTo>
                  <a:lnTo>
                    <a:pt x="415" y="1482"/>
                  </a:lnTo>
                  <a:lnTo>
                    <a:pt x="415" y="1541"/>
                  </a:lnTo>
                  <a:lnTo>
                    <a:pt x="395" y="1521"/>
                  </a:lnTo>
                  <a:lnTo>
                    <a:pt x="395" y="1541"/>
                  </a:lnTo>
                  <a:lnTo>
                    <a:pt x="376" y="1521"/>
                  </a:lnTo>
                  <a:lnTo>
                    <a:pt x="376" y="1521"/>
                  </a:lnTo>
                  <a:lnTo>
                    <a:pt x="395" y="1581"/>
                  </a:lnTo>
                  <a:lnTo>
                    <a:pt x="395" y="1600"/>
                  </a:lnTo>
                  <a:lnTo>
                    <a:pt x="435" y="1679"/>
                  </a:lnTo>
                  <a:lnTo>
                    <a:pt x="474" y="1798"/>
                  </a:lnTo>
                  <a:lnTo>
                    <a:pt x="474" y="1818"/>
                  </a:lnTo>
                  <a:lnTo>
                    <a:pt x="494" y="1837"/>
                  </a:lnTo>
                  <a:lnTo>
                    <a:pt x="455" y="1640"/>
                  </a:lnTo>
                  <a:lnTo>
                    <a:pt x="455" y="1600"/>
                  </a:lnTo>
                  <a:lnTo>
                    <a:pt x="474" y="1620"/>
                  </a:lnTo>
                  <a:lnTo>
                    <a:pt x="474" y="1660"/>
                  </a:lnTo>
                  <a:lnTo>
                    <a:pt x="494" y="1739"/>
                  </a:lnTo>
                  <a:lnTo>
                    <a:pt x="494" y="1719"/>
                  </a:lnTo>
                  <a:lnTo>
                    <a:pt x="514" y="1739"/>
                  </a:lnTo>
                  <a:lnTo>
                    <a:pt x="494" y="1699"/>
                  </a:lnTo>
                  <a:lnTo>
                    <a:pt x="514" y="1719"/>
                  </a:lnTo>
                  <a:lnTo>
                    <a:pt x="553" y="1778"/>
                  </a:lnTo>
                  <a:lnTo>
                    <a:pt x="553" y="1798"/>
                  </a:lnTo>
                  <a:lnTo>
                    <a:pt x="534" y="1778"/>
                  </a:lnTo>
                  <a:lnTo>
                    <a:pt x="534" y="1798"/>
                  </a:lnTo>
                  <a:lnTo>
                    <a:pt x="553" y="1837"/>
                  </a:lnTo>
                  <a:lnTo>
                    <a:pt x="534" y="1837"/>
                  </a:lnTo>
                  <a:lnTo>
                    <a:pt x="553" y="1877"/>
                  </a:lnTo>
                  <a:lnTo>
                    <a:pt x="573" y="1897"/>
                  </a:lnTo>
                  <a:lnTo>
                    <a:pt x="573" y="1857"/>
                  </a:lnTo>
                  <a:lnTo>
                    <a:pt x="593" y="1936"/>
                  </a:lnTo>
                  <a:lnTo>
                    <a:pt x="613" y="1936"/>
                  </a:lnTo>
                  <a:lnTo>
                    <a:pt x="613" y="1956"/>
                  </a:lnTo>
                  <a:lnTo>
                    <a:pt x="632" y="1956"/>
                  </a:lnTo>
                  <a:lnTo>
                    <a:pt x="632" y="1877"/>
                  </a:lnTo>
                  <a:lnTo>
                    <a:pt x="613" y="1778"/>
                  </a:lnTo>
                  <a:lnTo>
                    <a:pt x="652" y="1897"/>
                  </a:lnTo>
                  <a:lnTo>
                    <a:pt x="672" y="1936"/>
                  </a:lnTo>
                  <a:lnTo>
                    <a:pt x="632" y="1818"/>
                  </a:lnTo>
                  <a:lnTo>
                    <a:pt x="632" y="1739"/>
                  </a:lnTo>
                  <a:lnTo>
                    <a:pt x="652" y="1818"/>
                  </a:lnTo>
                  <a:lnTo>
                    <a:pt x="657" y="1840"/>
                  </a:lnTo>
                  <a:lnTo>
                    <a:pt x="692" y="1857"/>
                  </a:lnTo>
                  <a:lnTo>
                    <a:pt x="711" y="1916"/>
                  </a:lnTo>
                  <a:lnTo>
                    <a:pt x="711" y="1857"/>
                  </a:lnTo>
                  <a:lnTo>
                    <a:pt x="692" y="1778"/>
                  </a:lnTo>
                  <a:lnTo>
                    <a:pt x="692" y="1818"/>
                  </a:lnTo>
                  <a:lnTo>
                    <a:pt x="672" y="1739"/>
                  </a:lnTo>
                  <a:lnTo>
                    <a:pt x="672" y="1739"/>
                  </a:lnTo>
                  <a:lnTo>
                    <a:pt x="692" y="1758"/>
                  </a:lnTo>
                  <a:lnTo>
                    <a:pt x="711" y="1798"/>
                  </a:lnTo>
                  <a:lnTo>
                    <a:pt x="731" y="1837"/>
                  </a:lnTo>
                  <a:lnTo>
                    <a:pt x="751" y="1837"/>
                  </a:lnTo>
                  <a:lnTo>
                    <a:pt x="771" y="1877"/>
                  </a:lnTo>
                  <a:lnTo>
                    <a:pt x="771" y="1818"/>
                  </a:lnTo>
                  <a:lnTo>
                    <a:pt x="731" y="1739"/>
                  </a:lnTo>
                  <a:lnTo>
                    <a:pt x="731" y="1739"/>
                  </a:lnTo>
                  <a:lnTo>
                    <a:pt x="751" y="1758"/>
                  </a:lnTo>
                  <a:lnTo>
                    <a:pt x="771" y="1798"/>
                  </a:lnTo>
                  <a:lnTo>
                    <a:pt x="771" y="1818"/>
                  </a:lnTo>
                  <a:lnTo>
                    <a:pt x="790" y="1818"/>
                  </a:lnTo>
                  <a:lnTo>
                    <a:pt x="781" y="1783"/>
                  </a:lnTo>
                  <a:lnTo>
                    <a:pt x="781" y="1783"/>
                  </a:lnTo>
                  <a:lnTo>
                    <a:pt x="810" y="1857"/>
                  </a:lnTo>
                  <a:lnTo>
                    <a:pt x="810" y="1837"/>
                  </a:lnTo>
                  <a:lnTo>
                    <a:pt x="830" y="1857"/>
                  </a:lnTo>
                  <a:lnTo>
                    <a:pt x="830" y="1837"/>
                  </a:lnTo>
                  <a:lnTo>
                    <a:pt x="830" y="1798"/>
                  </a:lnTo>
                  <a:lnTo>
                    <a:pt x="830" y="1739"/>
                  </a:lnTo>
                  <a:lnTo>
                    <a:pt x="850" y="1719"/>
                  </a:lnTo>
                  <a:lnTo>
                    <a:pt x="869" y="1818"/>
                  </a:lnTo>
                  <a:lnTo>
                    <a:pt x="850" y="1837"/>
                  </a:lnTo>
                  <a:lnTo>
                    <a:pt x="869" y="1877"/>
                  </a:lnTo>
                  <a:lnTo>
                    <a:pt x="869" y="1857"/>
                  </a:lnTo>
                  <a:lnTo>
                    <a:pt x="889" y="1857"/>
                  </a:lnTo>
                  <a:lnTo>
                    <a:pt x="889" y="1837"/>
                  </a:lnTo>
                  <a:lnTo>
                    <a:pt x="869" y="1758"/>
                  </a:lnTo>
                  <a:lnTo>
                    <a:pt x="869" y="1739"/>
                  </a:lnTo>
                  <a:lnTo>
                    <a:pt x="889" y="1758"/>
                  </a:lnTo>
                  <a:lnTo>
                    <a:pt x="889" y="1739"/>
                  </a:lnTo>
                  <a:lnTo>
                    <a:pt x="909" y="1719"/>
                  </a:lnTo>
                  <a:lnTo>
                    <a:pt x="889" y="1620"/>
                  </a:lnTo>
                  <a:lnTo>
                    <a:pt x="889" y="1640"/>
                  </a:lnTo>
                  <a:lnTo>
                    <a:pt x="869" y="1581"/>
                  </a:lnTo>
                  <a:lnTo>
                    <a:pt x="869" y="1620"/>
                  </a:lnTo>
                  <a:lnTo>
                    <a:pt x="869" y="1640"/>
                  </a:lnTo>
                  <a:lnTo>
                    <a:pt x="830" y="1581"/>
                  </a:lnTo>
                  <a:lnTo>
                    <a:pt x="830" y="1541"/>
                  </a:lnTo>
                  <a:lnTo>
                    <a:pt x="810" y="1462"/>
                  </a:lnTo>
                  <a:lnTo>
                    <a:pt x="810" y="1383"/>
                  </a:lnTo>
                  <a:lnTo>
                    <a:pt x="810" y="1344"/>
                  </a:lnTo>
                  <a:lnTo>
                    <a:pt x="830" y="1423"/>
                  </a:lnTo>
                  <a:lnTo>
                    <a:pt x="830" y="1462"/>
                  </a:lnTo>
                  <a:lnTo>
                    <a:pt x="845" y="1462"/>
                  </a:lnTo>
                  <a:lnTo>
                    <a:pt x="830" y="1403"/>
                  </a:lnTo>
                  <a:lnTo>
                    <a:pt x="830" y="1363"/>
                  </a:lnTo>
                  <a:lnTo>
                    <a:pt x="850" y="1403"/>
                  </a:lnTo>
                  <a:lnTo>
                    <a:pt x="850" y="1363"/>
                  </a:lnTo>
                  <a:lnTo>
                    <a:pt x="869" y="1423"/>
                  </a:lnTo>
                  <a:lnTo>
                    <a:pt x="869" y="1462"/>
                  </a:lnTo>
                  <a:lnTo>
                    <a:pt x="869" y="1502"/>
                  </a:lnTo>
                  <a:lnTo>
                    <a:pt x="909" y="1620"/>
                  </a:lnTo>
                  <a:lnTo>
                    <a:pt x="929" y="1739"/>
                  </a:lnTo>
                  <a:lnTo>
                    <a:pt x="948" y="1778"/>
                  </a:lnTo>
                  <a:lnTo>
                    <a:pt x="948" y="1739"/>
                  </a:lnTo>
                  <a:lnTo>
                    <a:pt x="968" y="1739"/>
                  </a:lnTo>
                  <a:lnTo>
                    <a:pt x="968" y="1679"/>
                  </a:lnTo>
                  <a:lnTo>
                    <a:pt x="988" y="1739"/>
                  </a:lnTo>
                  <a:lnTo>
                    <a:pt x="1008" y="1679"/>
                  </a:lnTo>
                  <a:lnTo>
                    <a:pt x="1027" y="1758"/>
                  </a:lnTo>
                  <a:lnTo>
                    <a:pt x="1047" y="1758"/>
                  </a:lnTo>
                  <a:lnTo>
                    <a:pt x="1047" y="1699"/>
                  </a:lnTo>
                  <a:lnTo>
                    <a:pt x="1047" y="1640"/>
                  </a:lnTo>
                  <a:lnTo>
                    <a:pt x="1067" y="1640"/>
                  </a:lnTo>
                  <a:lnTo>
                    <a:pt x="1087" y="1679"/>
                  </a:lnTo>
                  <a:lnTo>
                    <a:pt x="1087" y="1640"/>
                  </a:lnTo>
                  <a:lnTo>
                    <a:pt x="1106" y="1699"/>
                  </a:lnTo>
                  <a:lnTo>
                    <a:pt x="1106" y="1679"/>
                  </a:lnTo>
                  <a:lnTo>
                    <a:pt x="1126" y="1640"/>
                  </a:lnTo>
                  <a:lnTo>
                    <a:pt x="1146" y="1699"/>
                  </a:lnTo>
                  <a:lnTo>
                    <a:pt x="1146" y="1660"/>
                  </a:lnTo>
                  <a:lnTo>
                    <a:pt x="1146" y="1581"/>
                  </a:lnTo>
                  <a:lnTo>
                    <a:pt x="1166" y="1679"/>
                  </a:lnTo>
                  <a:lnTo>
                    <a:pt x="1205" y="1620"/>
                  </a:lnTo>
                  <a:lnTo>
                    <a:pt x="1265" y="1581"/>
                  </a:lnTo>
                  <a:lnTo>
                    <a:pt x="1265" y="1600"/>
                  </a:lnTo>
                  <a:lnTo>
                    <a:pt x="1284" y="1581"/>
                  </a:lnTo>
                  <a:lnTo>
                    <a:pt x="1284" y="1541"/>
                  </a:lnTo>
                  <a:lnTo>
                    <a:pt x="1304" y="1502"/>
                  </a:lnTo>
                  <a:lnTo>
                    <a:pt x="1324" y="1502"/>
                  </a:lnTo>
                  <a:lnTo>
                    <a:pt x="1324" y="1462"/>
                  </a:lnTo>
                  <a:lnTo>
                    <a:pt x="1304" y="1403"/>
                  </a:lnTo>
                  <a:lnTo>
                    <a:pt x="1284" y="1284"/>
                  </a:lnTo>
                  <a:lnTo>
                    <a:pt x="1284" y="1265"/>
                  </a:lnTo>
                  <a:lnTo>
                    <a:pt x="1304" y="1304"/>
                  </a:lnTo>
                  <a:lnTo>
                    <a:pt x="1304" y="1344"/>
                  </a:lnTo>
                  <a:lnTo>
                    <a:pt x="1324" y="1363"/>
                  </a:lnTo>
                  <a:lnTo>
                    <a:pt x="1344" y="1442"/>
                  </a:lnTo>
                  <a:lnTo>
                    <a:pt x="1344" y="1462"/>
                  </a:lnTo>
                  <a:lnTo>
                    <a:pt x="1363" y="1462"/>
                  </a:lnTo>
                  <a:lnTo>
                    <a:pt x="1383" y="1482"/>
                  </a:lnTo>
                  <a:lnTo>
                    <a:pt x="1383" y="1502"/>
                  </a:lnTo>
                  <a:lnTo>
                    <a:pt x="1383" y="1521"/>
                  </a:lnTo>
                  <a:lnTo>
                    <a:pt x="1363" y="1581"/>
                  </a:lnTo>
                  <a:lnTo>
                    <a:pt x="1383" y="1541"/>
                  </a:lnTo>
                  <a:lnTo>
                    <a:pt x="1403" y="1541"/>
                  </a:lnTo>
                  <a:lnTo>
                    <a:pt x="1403" y="1482"/>
                  </a:lnTo>
                  <a:lnTo>
                    <a:pt x="1403" y="1462"/>
                  </a:lnTo>
                  <a:lnTo>
                    <a:pt x="1403" y="1403"/>
                  </a:lnTo>
                  <a:lnTo>
                    <a:pt x="1423" y="1502"/>
                  </a:lnTo>
                  <a:lnTo>
                    <a:pt x="1423" y="1442"/>
                  </a:lnTo>
                  <a:lnTo>
                    <a:pt x="1423" y="1423"/>
                  </a:lnTo>
                  <a:lnTo>
                    <a:pt x="1442" y="1423"/>
                  </a:lnTo>
                  <a:lnTo>
                    <a:pt x="1442" y="1442"/>
                  </a:lnTo>
                  <a:lnTo>
                    <a:pt x="1462" y="1502"/>
                  </a:lnTo>
                  <a:lnTo>
                    <a:pt x="1462" y="1462"/>
                  </a:lnTo>
                  <a:lnTo>
                    <a:pt x="1462" y="1442"/>
                  </a:lnTo>
                  <a:lnTo>
                    <a:pt x="1482" y="1482"/>
                  </a:lnTo>
                  <a:lnTo>
                    <a:pt x="1502" y="1502"/>
                  </a:lnTo>
                  <a:lnTo>
                    <a:pt x="1521" y="1502"/>
                  </a:lnTo>
                  <a:lnTo>
                    <a:pt x="1541" y="1521"/>
                  </a:lnTo>
                  <a:lnTo>
                    <a:pt x="1561" y="1482"/>
                  </a:lnTo>
                  <a:lnTo>
                    <a:pt x="1561" y="1423"/>
                  </a:lnTo>
                  <a:lnTo>
                    <a:pt x="1541" y="1403"/>
                  </a:lnTo>
                  <a:lnTo>
                    <a:pt x="1541" y="1344"/>
                  </a:lnTo>
                  <a:lnTo>
                    <a:pt x="1541" y="1324"/>
                  </a:lnTo>
                  <a:lnTo>
                    <a:pt x="1541" y="1304"/>
                  </a:lnTo>
                  <a:lnTo>
                    <a:pt x="1561" y="1344"/>
                  </a:lnTo>
                  <a:lnTo>
                    <a:pt x="1561" y="1383"/>
                  </a:lnTo>
                  <a:lnTo>
                    <a:pt x="1581" y="1423"/>
                  </a:lnTo>
                  <a:lnTo>
                    <a:pt x="1600" y="1423"/>
                  </a:lnTo>
                  <a:lnTo>
                    <a:pt x="1600" y="1462"/>
                  </a:lnTo>
                  <a:lnTo>
                    <a:pt x="1620" y="1442"/>
                  </a:lnTo>
                  <a:lnTo>
                    <a:pt x="1620" y="1482"/>
                  </a:lnTo>
                  <a:lnTo>
                    <a:pt x="1640" y="1462"/>
                  </a:lnTo>
                  <a:lnTo>
                    <a:pt x="1640" y="1423"/>
                  </a:lnTo>
                  <a:lnTo>
                    <a:pt x="1660" y="1324"/>
                  </a:lnTo>
                  <a:lnTo>
                    <a:pt x="1660" y="1344"/>
                  </a:lnTo>
                  <a:lnTo>
                    <a:pt x="1679" y="1265"/>
                  </a:lnTo>
                  <a:lnTo>
                    <a:pt x="1679" y="1205"/>
                  </a:lnTo>
                  <a:lnTo>
                    <a:pt x="1699" y="1265"/>
                  </a:lnTo>
                  <a:lnTo>
                    <a:pt x="1699" y="1324"/>
                  </a:lnTo>
                  <a:lnTo>
                    <a:pt x="1679" y="1324"/>
                  </a:lnTo>
                  <a:lnTo>
                    <a:pt x="1699" y="1403"/>
                  </a:lnTo>
                  <a:lnTo>
                    <a:pt x="1719" y="1423"/>
                  </a:lnTo>
                  <a:lnTo>
                    <a:pt x="1739" y="1442"/>
                  </a:lnTo>
                  <a:lnTo>
                    <a:pt x="1758" y="1423"/>
                  </a:lnTo>
                  <a:lnTo>
                    <a:pt x="1778" y="1403"/>
                  </a:lnTo>
                  <a:lnTo>
                    <a:pt x="1798" y="1383"/>
                  </a:lnTo>
                  <a:lnTo>
                    <a:pt x="1798" y="1363"/>
                  </a:lnTo>
                  <a:lnTo>
                    <a:pt x="1837" y="1423"/>
                  </a:lnTo>
                  <a:lnTo>
                    <a:pt x="1857" y="1403"/>
                  </a:lnTo>
                  <a:lnTo>
                    <a:pt x="1877" y="1403"/>
                  </a:lnTo>
                  <a:lnTo>
                    <a:pt x="1897" y="1344"/>
                  </a:lnTo>
                  <a:lnTo>
                    <a:pt x="1897" y="1403"/>
                  </a:lnTo>
                  <a:lnTo>
                    <a:pt x="1916" y="1304"/>
                  </a:lnTo>
                  <a:lnTo>
                    <a:pt x="1936" y="1265"/>
                  </a:lnTo>
                  <a:lnTo>
                    <a:pt x="1956" y="1225"/>
                  </a:lnTo>
                  <a:lnTo>
                    <a:pt x="1976" y="1186"/>
                  </a:lnTo>
                  <a:lnTo>
                    <a:pt x="1976" y="1205"/>
                  </a:lnTo>
                  <a:lnTo>
                    <a:pt x="1976" y="1245"/>
                  </a:lnTo>
                  <a:lnTo>
                    <a:pt x="1995" y="1265"/>
                  </a:lnTo>
                  <a:lnTo>
                    <a:pt x="1995" y="1166"/>
                  </a:lnTo>
                  <a:lnTo>
                    <a:pt x="1995" y="1107"/>
                  </a:lnTo>
                  <a:lnTo>
                    <a:pt x="1995" y="1067"/>
                  </a:lnTo>
                  <a:lnTo>
                    <a:pt x="2015" y="1047"/>
                  </a:lnTo>
                  <a:lnTo>
                    <a:pt x="2015" y="1067"/>
                  </a:lnTo>
                  <a:lnTo>
                    <a:pt x="2035" y="1008"/>
                  </a:lnTo>
                  <a:lnTo>
                    <a:pt x="2074" y="988"/>
                  </a:lnTo>
                  <a:lnTo>
                    <a:pt x="2114" y="968"/>
                  </a:lnTo>
                  <a:lnTo>
                    <a:pt x="2173" y="988"/>
                  </a:lnTo>
                  <a:lnTo>
                    <a:pt x="2153" y="1047"/>
                  </a:lnTo>
                  <a:lnTo>
                    <a:pt x="2173" y="1028"/>
                  </a:lnTo>
                  <a:lnTo>
                    <a:pt x="2193" y="1047"/>
                  </a:lnTo>
                  <a:lnTo>
                    <a:pt x="2193" y="1028"/>
                  </a:lnTo>
                  <a:lnTo>
                    <a:pt x="2213" y="1067"/>
                  </a:lnTo>
                  <a:lnTo>
                    <a:pt x="2213" y="1087"/>
                  </a:lnTo>
                  <a:lnTo>
                    <a:pt x="2232" y="1126"/>
                  </a:lnTo>
                  <a:lnTo>
                    <a:pt x="2252" y="1146"/>
                  </a:lnTo>
                  <a:lnTo>
                    <a:pt x="2252" y="1126"/>
                  </a:lnTo>
                  <a:lnTo>
                    <a:pt x="2292" y="1265"/>
                  </a:lnTo>
                  <a:lnTo>
                    <a:pt x="2292" y="1186"/>
                  </a:lnTo>
                  <a:lnTo>
                    <a:pt x="2292" y="1166"/>
                  </a:lnTo>
                  <a:lnTo>
                    <a:pt x="2292" y="1126"/>
                  </a:lnTo>
                  <a:lnTo>
                    <a:pt x="2292" y="1107"/>
                  </a:lnTo>
                  <a:lnTo>
                    <a:pt x="2292" y="929"/>
                  </a:lnTo>
                  <a:lnTo>
                    <a:pt x="2272" y="771"/>
                  </a:lnTo>
                  <a:lnTo>
                    <a:pt x="2252" y="771"/>
                  </a:lnTo>
                  <a:lnTo>
                    <a:pt x="2252" y="712"/>
                  </a:lnTo>
                  <a:lnTo>
                    <a:pt x="2252" y="652"/>
                  </a:lnTo>
                  <a:lnTo>
                    <a:pt x="2232" y="652"/>
                  </a:lnTo>
                  <a:lnTo>
                    <a:pt x="2232" y="672"/>
                  </a:lnTo>
                  <a:lnTo>
                    <a:pt x="2213" y="652"/>
                  </a:lnTo>
                  <a:lnTo>
                    <a:pt x="2193" y="593"/>
                  </a:lnTo>
                  <a:lnTo>
                    <a:pt x="2193" y="534"/>
                  </a:lnTo>
                  <a:lnTo>
                    <a:pt x="2193" y="514"/>
                  </a:lnTo>
                  <a:lnTo>
                    <a:pt x="2173" y="534"/>
                  </a:lnTo>
                  <a:lnTo>
                    <a:pt x="2173" y="554"/>
                  </a:lnTo>
                  <a:lnTo>
                    <a:pt x="2153" y="514"/>
                  </a:lnTo>
                  <a:lnTo>
                    <a:pt x="2153" y="475"/>
                  </a:lnTo>
                  <a:lnTo>
                    <a:pt x="2153" y="455"/>
                  </a:lnTo>
                  <a:lnTo>
                    <a:pt x="2134" y="415"/>
                  </a:lnTo>
                  <a:lnTo>
                    <a:pt x="2134" y="494"/>
                  </a:lnTo>
                  <a:lnTo>
                    <a:pt x="2134" y="554"/>
                  </a:lnTo>
                  <a:lnTo>
                    <a:pt x="2114" y="514"/>
                  </a:lnTo>
                  <a:lnTo>
                    <a:pt x="2134" y="435"/>
                  </a:lnTo>
                  <a:lnTo>
                    <a:pt x="2114" y="396"/>
                  </a:lnTo>
                  <a:lnTo>
                    <a:pt x="2094" y="396"/>
                  </a:lnTo>
                  <a:lnTo>
                    <a:pt x="2094" y="356"/>
                  </a:lnTo>
                  <a:lnTo>
                    <a:pt x="2074" y="297"/>
                  </a:lnTo>
                  <a:lnTo>
                    <a:pt x="2074" y="317"/>
                  </a:lnTo>
                  <a:lnTo>
                    <a:pt x="2074" y="356"/>
                  </a:lnTo>
                  <a:lnTo>
                    <a:pt x="2055" y="356"/>
                  </a:lnTo>
                  <a:lnTo>
                    <a:pt x="2055" y="336"/>
                  </a:lnTo>
                  <a:lnTo>
                    <a:pt x="2055" y="317"/>
                  </a:lnTo>
                  <a:lnTo>
                    <a:pt x="2035" y="297"/>
                  </a:lnTo>
                  <a:lnTo>
                    <a:pt x="2035" y="257"/>
                  </a:lnTo>
                  <a:lnTo>
                    <a:pt x="2015" y="218"/>
                  </a:lnTo>
                  <a:lnTo>
                    <a:pt x="2015" y="257"/>
                  </a:lnTo>
                  <a:lnTo>
                    <a:pt x="1995" y="257"/>
                  </a:lnTo>
                  <a:lnTo>
                    <a:pt x="1995" y="356"/>
                  </a:lnTo>
                  <a:lnTo>
                    <a:pt x="1995" y="415"/>
                  </a:lnTo>
                  <a:lnTo>
                    <a:pt x="1995" y="435"/>
                  </a:lnTo>
                  <a:lnTo>
                    <a:pt x="1976" y="336"/>
                  </a:lnTo>
                  <a:lnTo>
                    <a:pt x="1956" y="198"/>
                  </a:lnTo>
                  <a:lnTo>
                    <a:pt x="1956" y="218"/>
                  </a:lnTo>
                  <a:lnTo>
                    <a:pt x="1936" y="218"/>
                  </a:lnTo>
                  <a:lnTo>
                    <a:pt x="1936" y="178"/>
                  </a:lnTo>
                  <a:lnTo>
                    <a:pt x="1936" y="139"/>
                  </a:lnTo>
                  <a:lnTo>
                    <a:pt x="1916" y="99"/>
                  </a:lnTo>
                  <a:lnTo>
                    <a:pt x="1897" y="80"/>
                  </a:lnTo>
                  <a:lnTo>
                    <a:pt x="1897" y="159"/>
                  </a:lnTo>
                  <a:lnTo>
                    <a:pt x="1877" y="119"/>
                  </a:lnTo>
                  <a:lnTo>
                    <a:pt x="1877" y="99"/>
                  </a:lnTo>
                  <a:lnTo>
                    <a:pt x="1857" y="99"/>
                  </a:lnTo>
                  <a:lnTo>
                    <a:pt x="1837" y="60"/>
                  </a:lnTo>
                  <a:lnTo>
                    <a:pt x="1837" y="159"/>
                  </a:lnTo>
                  <a:lnTo>
                    <a:pt x="1818" y="119"/>
                  </a:lnTo>
                  <a:lnTo>
                    <a:pt x="1818" y="238"/>
                  </a:lnTo>
                  <a:lnTo>
                    <a:pt x="1798" y="178"/>
                  </a:lnTo>
                  <a:lnTo>
                    <a:pt x="1778" y="99"/>
                  </a:lnTo>
                  <a:lnTo>
                    <a:pt x="1778" y="119"/>
                  </a:lnTo>
                  <a:lnTo>
                    <a:pt x="1778" y="198"/>
                  </a:lnTo>
                  <a:lnTo>
                    <a:pt x="1758" y="297"/>
                  </a:lnTo>
                  <a:lnTo>
                    <a:pt x="1739" y="238"/>
                  </a:lnTo>
                  <a:lnTo>
                    <a:pt x="1739" y="159"/>
                  </a:lnTo>
                  <a:lnTo>
                    <a:pt x="1719" y="139"/>
                  </a:lnTo>
                  <a:lnTo>
                    <a:pt x="1699" y="60"/>
                  </a:lnTo>
                  <a:lnTo>
                    <a:pt x="1719" y="178"/>
                  </a:lnTo>
                  <a:lnTo>
                    <a:pt x="1699" y="178"/>
                  </a:lnTo>
                  <a:lnTo>
                    <a:pt x="1699" y="159"/>
                  </a:lnTo>
                  <a:lnTo>
                    <a:pt x="1679" y="99"/>
                  </a:lnTo>
                  <a:lnTo>
                    <a:pt x="1660" y="80"/>
                  </a:lnTo>
                  <a:lnTo>
                    <a:pt x="1640" y="60"/>
                  </a:lnTo>
                  <a:lnTo>
                    <a:pt x="1620" y="40"/>
                  </a:lnTo>
                  <a:lnTo>
                    <a:pt x="1620" y="60"/>
                  </a:lnTo>
                  <a:lnTo>
                    <a:pt x="1640" y="178"/>
                  </a:lnTo>
                  <a:lnTo>
                    <a:pt x="1640" y="238"/>
                  </a:lnTo>
                  <a:lnTo>
                    <a:pt x="1620" y="277"/>
                  </a:lnTo>
                  <a:lnTo>
                    <a:pt x="1640" y="297"/>
                  </a:lnTo>
                  <a:lnTo>
                    <a:pt x="1640" y="336"/>
                  </a:lnTo>
                  <a:lnTo>
                    <a:pt x="1620" y="297"/>
                  </a:lnTo>
                  <a:lnTo>
                    <a:pt x="1620" y="238"/>
                  </a:lnTo>
                  <a:lnTo>
                    <a:pt x="1600" y="257"/>
                  </a:lnTo>
                  <a:lnTo>
                    <a:pt x="1600" y="178"/>
                  </a:lnTo>
                  <a:lnTo>
                    <a:pt x="1581" y="139"/>
                  </a:lnTo>
                  <a:lnTo>
                    <a:pt x="1581" y="80"/>
                  </a:lnTo>
                  <a:lnTo>
                    <a:pt x="1561" y="99"/>
                  </a:lnTo>
                  <a:lnTo>
                    <a:pt x="1561" y="20"/>
                  </a:lnTo>
                  <a:lnTo>
                    <a:pt x="1541" y="40"/>
                  </a:lnTo>
                  <a:lnTo>
                    <a:pt x="1541" y="80"/>
                  </a:lnTo>
                  <a:lnTo>
                    <a:pt x="1521" y="2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2" name="Google Shape;3002;p11"/>
            <p:cNvSpPr/>
            <p:nvPr/>
          </p:nvSpPr>
          <p:spPr>
            <a:xfrm>
              <a:off x="-1317575" y="3999300"/>
              <a:ext cx="25" cy="525"/>
            </a:xfrm>
            <a:custGeom>
              <a:rect b="b" l="l" r="r" t="t"/>
              <a:pathLst>
                <a:path extrusionOk="0" h="21" w="1">
                  <a:moveTo>
                    <a:pt x="0" y="20"/>
                  </a:moveTo>
                  <a:lnTo>
                    <a:pt x="0" y="20"/>
                  </a:ln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
            <p:cNvSpPr/>
            <p:nvPr/>
          </p:nvSpPr>
          <p:spPr>
            <a:xfrm>
              <a:off x="-1297825" y="3967200"/>
              <a:ext cx="25" cy="1025"/>
            </a:xfrm>
            <a:custGeom>
              <a:rect b="b" l="l" r="r" t="t"/>
              <a:pathLst>
                <a:path extrusionOk="0" h="41" w="1">
                  <a:moveTo>
                    <a:pt x="0" y="40"/>
                  </a:moveTo>
                  <a:lnTo>
                    <a:pt x="0" y="40"/>
                  </a:lnTo>
                  <a:lnTo>
                    <a:pt x="0" y="1"/>
                  </a:lnTo>
                  <a:lnTo>
                    <a:pt x="0" y="1"/>
                  </a:lnTo>
                  <a:lnTo>
                    <a:pt x="0" y="40"/>
                  </a:lnTo>
                  <a:lnTo>
                    <a:pt x="0"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
            <p:cNvSpPr/>
            <p:nvPr/>
          </p:nvSpPr>
          <p:spPr>
            <a:xfrm>
              <a:off x="-1322525" y="3985975"/>
              <a:ext cx="25" cy="500"/>
            </a:xfrm>
            <a:custGeom>
              <a:rect b="b" l="l" r="r" t="t"/>
              <a:pathLst>
                <a:path extrusionOk="0" h="20" w="1">
                  <a:moveTo>
                    <a:pt x="1" y="0"/>
                  </a:moveTo>
                  <a:lnTo>
                    <a:pt x="1" y="0"/>
                  </a:lnTo>
                  <a:lnTo>
                    <a:pt x="1" y="2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5" name="Google Shape;3005;p11"/>
            <p:cNvSpPr/>
            <p:nvPr/>
          </p:nvSpPr>
          <p:spPr>
            <a:xfrm>
              <a:off x="-1189200" y="3983500"/>
              <a:ext cx="25" cy="525"/>
            </a:xfrm>
            <a:custGeom>
              <a:rect b="b" l="l" r="r" t="t"/>
              <a:pathLst>
                <a:path extrusionOk="0" h="21" w="1">
                  <a:moveTo>
                    <a:pt x="1" y="20"/>
                  </a:moveTo>
                  <a:lnTo>
                    <a:pt x="1" y="20"/>
                  </a:lnTo>
                  <a:lnTo>
                    <a:pt x="1" y="0"/>
                  </a:lnTo>
                  <a:lnTo>
                    <a:pt x="1" y="0"/>
                  </a:ln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6" name="Google Shape;3006;p11"/>
            <p:cNvSpPr/>
            <p:nvPr/>
          </p:nvSpPr>
          <p:spPr>
            <a:xfrm>
              <a:off x="-1161050" y="3983000"/>
              <a:ext cx="1025" cy="2500"/>
            </a:xfrm>
            <a:custGeom>
              <a:rect b="b" l="l" r="r" t="t"/>
              <a:pathLst>
                <a:path extrusionOk="0" h="100" w="41">
                  <a:moveTo>
                    <a:pt x="1" y="1"/>
                  </a:moveTo>
                  <a:lnTo>
                    <a:pt x="1" y="80"/>
                  </a:lnTo>
                  <a:lnTo>
                    <a:pt x="21" y="80"/>
                  </a:lnTo>
                  <a:lnTo>
                    <a:pt x="40" y="99"/>
                  </a:lnTo>
                  <a:lnTo>
                    <a:pt x="40" y="99"/>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
            <p:cNvSpPr/>
            <p:nvPr/>
          </p:nvSpPr>
          <p:spPr>
            <a:xfrm>
              <a:off x="-1146725" y="3974600"/>
              <a:ext cx="25" cy="25"/>
            </a:xfrm>
            <a:custGeom>
              <a:rect b="b" l="l" r="r" t="t"/>
              <a:pathLst>
                <a:path extrusionOk="0" h="1" w="1">
                  <a:moveTo>
                    <a:pt x="1" y="1"/>
                  </a:moveTo>
                  <a:lnTo>
                    <a:pt x="1" y="1"/>
                  </a:lnTo>
                  <a:lnTo>
                    <a:pt x="1" y="1"/>
                  </a:lnTo>
                  <a:lnTo>
                    <a:pt x="1" y="1"/>
                  </a:ln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8" name="Google Shape;3008;p11"/>
            <p:cNvSpPr/>
            <p:nvPr/>
          </p:nvSpPr>
          <p:spPr>
            <a:xfrm>
              <a:off x="-1145250" y="3963750"/>
              <a:ext cx="525" cy="525"/>
            </a:xfrm>
            <a:custGeom>
              <a:rect b="b" l="l" r="r" t="t"/>
              <a:pathLst>
                <a:path extrusionOk="0" h="21" w="21">
                  <a:moveTo>
                    <a:pt x="1" y="0"/>
                  </a:moveTo>
                  <a:lnTo>
                    <a:pt x="1" y="20"/>
                  </a:lnTo>
                  <a:lnTo>
                    <a:pt x="21" y="2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9" name="Google Shape;3009;p11"/>
            <p:cNvSpPr/>
            <p:nvPr/>
          </p:nvSpPr>
          <p:spPr>
            <a:xfrm>
              <a:off x="-1144750" y="3964250"/>
              <a:ext cx="4475" cy="5450"/>
            </a:xfrm>
            <a:custGeom>
              <a:rect b="b" l="l" r="r" t="t"/>
              <a:pathLst>
                <a:path extrusionOk="0" h="218" w="179">
                  <a:moveTo>
                    <a:pt x="40" y="79"/>
                  </a:moveTo>
                  <a:lnTo>
                    <a:pt x="40" y="99"/>
                  </a:lnTo>
                  <a:lnTo>
                    <a:pt x="53" y="112"/>
                  </a:lnTo>
                  <a:lnTo>
                    <a:pt x="40" y="79"/>
                  </a:lnTo>
                  <a:close/>
                  <a:moveTo>
                    <a:pt x="1" y="0"/>
                  </a:moveTo>
                  <a:lnTo>
                    <a:pt x="20" y="40"/>
                  </a:lnTo>
                  <a:lnTo>
                    <a:pt x="20" y="59"/>
                  </a:lnTo>
                  <a:lnTo>
                    <a:pt x="40" y="79"/>
                  </a:lnTo>
                  <a:lnTo>
                    <a:pt x="80" y="119"/>
                  </a:lnTo>
                  <a:lnTo>
                    <a:pt x="119" y="119"/>
                  </a:lnTo>
                  <a:lnTo>
                    <a:pt x="99" y="79"/>
                  </a:lnTo>
                  <a:lnTo>
                    <a:pt x="80" y="40"/>
                  </a:lnTo>
                  <a:lnTo>
                    <a:pt x="1" y="0"/>
                  </a:lnTo>
                  <a:close/>
                  <a:moveTo>
                    <a:pt x="53" y="112"/>
                  </a:moveTo>
                  <a:lnTo>
                    <a:pt x="80" y="178"/>
                  </a:lnTo>
                  <a:lnTo>
                    <a:pt x="80" y="138"/>
                  </a:lnTo>
                  <a:lnTo>
                    <a:pt x="60" y="119"/>
                  </a:lnTo>
                  <a:lnTo>
                    <a:pt x="53" y="112"/>
                  </a:lnTo>
                  <a:close/>
                  <a:moveTo>
                    <a:pt x="99" y="40"/>
                  </a:moveTo>
                  <a:lnTo>
                    <a:pt x="119" y="119"/>
                  </a:lnTo>
                  <a:lnTo>
                    <a:pt x="178" y="217"/>
                  </a:lnTo>
                  <a:lnTo>
                    <a:pt x="159" y="119"/>
                  </a:lnTo>
                  <a:lnTo>
                    <a:pt x="159" y="79"/>
                  </a:lnTo>
                  <a:lnTo>
                    <a:pt x="9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0" name="Google Shape;3010;p11"/>
            <p:cNvSpPr/>
            <p:nvPr/>
          </p:nvSpPr>
          <p:spPr>
            <a:xfrm>
              <a:off x="-1198075" y="3951400"/>
              <a:ext cx="54350" cy="41500"/>
            </a:xfrm>
            <a:custGeom>
              <a:rect b="b" l="l" r="r" t="t"/>
              <a:pathLst>
                <a:path extrusionOk="0" h="1660" w="2174">
                  <a:moveTo>
                    <a:pt x="1008" y="0"/>
                  </a:moveTo>
                  <a:lnTo>
                    <a:pt x="988" y="40"/>
                  </a:lnTo>
                  <a:lnTo>
                    <a:pt x="988" y="60"/>
                  </a:lnTo>
                  <a:lnTo>
                    <a:pt x="1008" y="79"/>
                  </a:lnTo>
                  <a:lnTo>
                    <a:pt x="1008" y="60"/>
                  </a:lnTo>
                  <a:lnTo>
                    <a:pt x="1008" y="0"/>
                  </a:lnTo>
                  <a:close/>
                  <a:moveTo>
                    <a:pt x="2035" y="850"/>
                  </a:moveTo>
                  <a:lnTo>
                    <a:pt x="2035" y="870"/>
                  </a:lnTo>
                  <a:lnTo>
                    <a:pt x="2055" y="909"/>
                  </a:lnTo>
                  <a:lnTo>
                    <a:pt x="2055" y="889"/>
                  </a:lnTo>
                  <a:lnTo>
                    <a:pt x="2074" y="889"/>
                  </a:lnTo>
                  <a:lnTo>
                    <a:pt x="2035" y="850"/>
                  </a:lnTo>
                  <a:close/>
                  <a:moveTo>
                    <a:pt x="2015" y="870"/>
                  </a:moveTo>
                  <a:lnTo>
                    <a:pt x="2015" y="889"/>
                  </a:lnTo>
                  <a:lnTo>
                    <a:pt x="1995" y="889"/>
                  </a:lnTo>
                  <a:lnTo>
                    <a:pt x="2035" y="929"/>
                  </a:lnTo>
                  <a:lnTo>
                    <a:pt x="2035" y="889"/>
                  </a:lnTo>
                  <a:lnTo>
                    <a:pt x="2015" y="870"/>
                  </a:lnTo>
                  <a:close/>
                  <a:moveTo>
                    <a:pt x="1837" y="988"/>
                  </a:moveTo>
                  <a:lnTo>
                    <a:pt x="1837" y="1008"/>
                  </a:lnTo>
                  <a:lnTo>
                    <a:pt x="1857" y="1008"/>
                  </a:lnTo>
                  <a:lnTo>
                    <a:pt x="1837" y="988"/>
                  </a:lnTo>
                  <a:close/>
                  <a:moveTo>
                    <a:pt x="1600" y="1028"/>
                  </a:moveTo>
                  <a:lnTo>
                    <a:pt x="1620" y="1087"/>
                  </a:lnTo>
                  <a:lnTo>
                    <a:pt x="1620" y="1067"/>
                  </a:lnTo>
                  <a:lnTo>
                    <a:pt x="1600" y="1028"/>
                  </a:lnTo>
                  <a:close/>
                  <a:moveTo>
                    <a:pt x="1640" y="1107"/>
                  </a:moveTo>
                  <a:lnTo>
                    <a:pt x="1640" y="1126"/>
                  </a:lnTo>
                  <a:lnTo>
                    <a:pt x="1640" y="1146"/>
                  </a:lnTo>
                  <a:lnTo>
                    <a:pt x="1620" y="1146"/>
                  </a:lnTo>
                  <a:lnTo>
                    <a:pt x="1620" y="1166"/>
                  </a:lnTo>
                  <a:lnTo>
                    <a:pt x="1660" y="1245"/>
                  </a:lnTo>
                  <a:lnTo>
                    <a:pt x="1660" y="1225"/>
                  </a:lnTo>
                  <a:lnTo>
                    <a:pt x="1679" y="1245"/>
                  </a:lnTo>
                  <a:lnTo>
                    <a:pt x="1699" y="1265"/>
                  </a:lnTo>
                  <a:lnTo>
                    <a:pt x="1699" y="1265"/>
                  </a:lnTo>
                  <a:lnTo>
                    <a:pt x="1679" y="1225"/>
                  </a:lnTo>
                  <a:lnTo>
                    <a:pt x="1679" y="1205"/>
                  </a:lnTo>
                  <a:lnTo>
                    <a:pt x="1640" y="1107"/>
                  </a:lnTo>
                  <a:close/>
                  <a:moveTo>
                    <a:pt x="1344" y="1265"/>
                  </a:moveTo>
                  <a:lnTo>
                    <a:pt x="1344" y="1265"/>
                  </a:lnTo>
                  <a:lnTo>
                    <a:pt x="1344" y="1265"/>
                  </a:lnTo>
                  <a:close/>
                  <a:moveTo>
                    <a:pt x="1482" y="1265"/>
                  </a:moveTo>
                  <a:lnTo>
                    <a:pt x="1482" y="1265"/>
                  </a:lnTo>
                  <a:lnTo>
                    <a:pt x="1482" y="1265"/>
                  </a:lnTo>
                  <a:close/>
                  <a:moveTo>
                    <a:pt x="1541" y="1363"/>
                  </a:moveTo>
                  <a:lnTo>
                    <a:pt x="1541" y="1363"/>
                  </a:lnTo>
                  <a:lnTo>
                    <a:pt x="1541" y="1363"/>
                  </a:lnTo>
                  <a:close/>
                  <a:moveTo>
                    <a:pt x="1383" y="1383"/>
                  </a:moveTo>
                  <a:lnTo>
                    <a:pt x="1403" y="1442"/>
                  </a:lnTo>
                  <a:lnTo>
                    <a:pt x="1442" y="1442"/>
                  </a:lnTo>
                  <a:lnTo>
                    <a:pt x="1462" y="1462"/>
                  </a:lnTo>
                  <a:lnTo>
                    <a:pt x="1462" y="1423"/>
                  </a:lnTo>
                  <a:lnTo>
                    <a:pt x="1442" y="1403"/>
                  </a:lnTo>
                  <a:lnTo>
                    <a:pt x="1423" y="1383"/>
                  </a:lnTo>
                  <a:lnTo>
                    <a:pt x="1423" y="1403"/>
                  </a:lnTo>
                  <a:lnTo>
                    <a:pt x="1403" y="1383"/>
                  </a:lnTo>
                  <a:close/>
                  <a:moveTo>
                    <a:pt x="1223" y="1482"/>
                  </a:moveTo>
                  <a:lnTo>
                    <a:pt x="1225" y="1502"/>
                  </a:lnTo>
                  <a:lnTo>
                    <a:pt x="1225" y="1482"/>
                  </a:lnTo>
                  <a:close/>
                  <a:moveTo>
                    <a:pt x="1080" y="1581"/>
                  </a:moveTo>
                  <a:lnTo>
                    <a:pt x="1087" y="1600"/>
                  </a:lnTo>
                  <a:lnTo>
                    <a:pt x="1087" y="1581"/>
                  </a:lnTo>
                  <a:close/>
                  <a:moveTo>
                    <a:pt x="1107" y="0"/>
                  </a:moveTo>
                  <a:lnTo>
                    <a:pt x="1107" y="40"/>
                  </a:lnTo>
                  <a:lnTo>
                    <a:pt x="1087" y="60"/>
                  </a:lnTo>
                  <a:lnTo>
                    <a:pt x="1087" y="99"/>
                  </a:lnTo>
                  <a:lnTo>
                    <a:pt x="1107" y="159"/>
                  </a:lnTo>
                  <a:lnTo>
                    <a:pt x="1146" y="277"/>
                  </a:lnTo>
                  <a:lnTo>
                    <a:pt x="1146" y="297"/>
                  </a:lnTo>
                  <a:lnTo>
                    <a:pt x="1126" y="257"/>
                  </a:lnTo>
                  <a:lnTo>
                    <a:pt x="1107" y="218"/>
                  </a:lnTo>
                  <a:lnTo>
                    <a:pt x="1087" y="218"/>
                  </a:lnTo>
                  <a:lnTo>
                    <a:pt x="1067" y="119"/>
                  </a:lnTo>
                  <a:lnTo>
                    <a:pt x="1047" y="40"/>
                  </a:lnTo>
                  <a:lnTo>
                    <a:pt x="1047" y="119"/>
                  </a:lnTo>
                  <a:lnTo>
                    <a:pt x="1027" y="119"/>
                  </a:lnTo>
                  <a:lnTo>
                    <a:pt x="1027" y="139"/>
                  </a:lnTo>
                  <a:lnTo>
                    <a:pt x="1008" y="119"/>
                  </a:lnTo>
                  <a:lnTo>
                    <a:pt x="988" y="79"/>
                  </a:lnTo>
                  <a:lnTo>
                    <a:pt x="988" y="60"/>
                  </a:lnTo>
                  <a:lnTo>
                    <a:pt x="968" y="60"/>
                  </a:lnTo>
                  <a:lnTo>
                    <a:pt x="988" y="99"/>
                  </a:lnTo>
                  <a:lnTo>
                    <a:pt x="988" y="139"/>
                  </a:lnTo>
                  <a:lnTo>
                    <a:pt x="988" y="198"/>
                  </a:lnTo>
                  <a:lnTo>
                    <a:pt x="948" y="99"/>
                  </a:lnTo>
                  <a:lnTo>
                    <a:pt x="968" y="159"/>
                  </a:lnTo>
                  <a:lnTo>
                    <a:pt x="968" y="178"/>
                  </a:lnTo>
                  <a:lnTo>
                    <a:pt x="948" y="178"/>
                  </a:lnTo>
                  <a:lnTo>
                    <a:pt x="929" y="159"/>
                  </a:lnTo>
                  <a:lnTo>
                    <a:pt x="909" y="119"/>
                  </a:lnTo>
                  <a:lnTo>
                    <a:pt x="909" y="139"/>
                  </a:lnTo>
                  <a:lnTo>
                    <a:pt x="909" y="178"/>
                  </a:lnTo>
                  <a:lnTo>
                    <a:pt x="889" y="119"/>
                  </a:lnTo>
                  <a:lnTo>
                    <a:pt x="830" y="119"/>
                  </a:lnTo>
                  <a:lnTo>
                    <a:pt x="810" y="99"/>
                  </a:lnTo>
                  <a:lnTo>
                    <a:pt x="810" y="159"/>
                  </a:lnTo>
                  <a:lnTo>
                    <a:pt x="810" y="218"/>
                  </a:lnTo>
                  <a:lnTo>
                    <a:pt x="810" y="238"/>
                  </a:lnTo>
                  <a:lnTo>
                    <a:pt x="850" y="277"/>
                  </a:lnTo>
                  <a:lnTo>
                    <a:pt x="850" y="317"/>
                  </a:lnTo>
                  <a:lnTo>
                    <a:pt x="830" y="336"/>
                  </a:lnTo>
                  <a:lnTo>
                    <a:pt x="810" y="297"/>
                  </a:lnTo>
                  <a:lnTo>
                    <a:pt x="810" y="257"/>
                  </a:lnTo>
                  <a:lnTo>
                    <a:pt x="790" y="218"/>
                  </a:lnTo>
                  <a:lnTo>
                    <a:pt x="771" y="218"/>
                  </a:lnTo>
                  <a:lnTo>
                    <a:pt x="751" y="178"/>
                  </a:lnTo>
                  <a:lnTo>
                    <a:pt x="731" y="218"/>
                  </a:lnTo>
                  <a:lnTo>
                    <a:pt x="711" y="178"/>
                  </a:lnTo>
                  <a:lnTo>
                    <a:pt x="711" y="198"/>
                  </a:lnTo>
                  <a:lnTo>
                    <a:pt x="711" y="238"/>
                  </a:lnTo>
                  <a:lnTo>
                    <a:pt x="731" y="317"/>
                  </a:lnTo>
                  <a:lnTo>
                    <a:pt x="692" y="238"/>
                  </a:lnTo>
                  <a:lnTo>
                    <a:pt x="711" y="336"/>
                  </a:lnTo>
                  <a:lnTo>
                    <a:pt x="692" y="317"/>
                  </a:lnTo>
                  <a:lnTo>
                    <a:pt x="692" y="356"/>
                  </a:lnTo>
                  <a:lnTo>
                    <a:pt x="692" y="396"/>
                  </a:lnTo>
                  <a:lnTo>
                    <a:pt x="711" y="455"/>
                  </a:lnTo>
                  <a:lnTo>
                    <a:pt x="692" y="415"/>
                  </a:lnTo>
                  <a:lnTo>
                    <a:pt x="672" y="396"/>
                  </a:lnTo>
                  <a:lnTo>
                    <a:pt x="632" y="317"/>
                  </a:lnTo>
                  <a:lnTo>
                    <a:pt x="652" y="317"/>
                  </a:lnTo>
                  <a:lnTo>
                    <a:pt x="652" y="336"/>
                  </a:lnTo>
                  <a:lnTo>
                    <a:pt x="672" y="356"/>
                  </a:lnTo>
                  <a:lnTo>
                    <a:pt x="672" y="336"/>
                  </a:lnTo>
                  <a:lnTo>
                    <a:pt x="632" y="277"/>
                  </a:lnTo>
                  <a:lnTo>
                    <a:pt x="613" y="257"/>
                  </a:lnTo>
                  <a:lnTo>
                    <a:pt x="573" y="257"/>
                  </a:lnTo>
                  <a:lnTo>
                    <a:pt x="553" y="297"/>
                  </a:lnTo>
                  <a:lnTo>
                    <a:pt x="534" y="317"/>
                  </a:lnTo>
                  <a:lnTo>
                    <a:pt x="553" y="396"/>
                  </a:lnTo>
                  <a:lnTo>
                    <a:pt x="553" y="396"/>
                  </a:lnTo>
                  <a:lnTo>
                    <a:pt x="534" y="336"/>
                  </a:lnTo>
                  <a:lnTo>
                    <a:pt x="474" y="297"/>
                  </a:lnTo>
                  <a:lnTo>
                    <a:pt x="455" y="297"/>
                  </a:lnTo>
                  <a:lnTo>
                    <a:pt x="435" y="317"/>
                  </a:lnTo>
                  <a:lnTo>
                    <a:pt x="435" y="336"/>
                  </a:lnTo>
                  <a:lnTo>
                    <a:pt x="435" y="376"/>
                  </a:lnTo>
                  <a:lnTo>
                    <a:pt x="395" y="336"/>
                  </a:lnTo>
                  <a:lnTo>
                    <a:pt x="395" y="336"/>
                  </a:lnTo>
                  <a:lnTo>
                    <a:pt x="415" y="415"/>
                  </a:lnTo>
                  <a:lnTo>
                    <a:pt x="395" y="475"/>
                  </a:lnTo>
                  <a:lnTo>
                    <a:pt x="395" y="514"/>
                  </a:lnTo>
                  <a:lnTo>
                    <a:pt x="415" y="633"/>
                  </a:lnTo>
                  <a:lnTo>
                    <a:pt x="395" y="573"/>
                  </a:lnTo>
                  <a:lnTo>
                    <a:pt x="376" y="514"/>
                  </a:lnTo>
                  <a:lnTo>
                    <a:pt x="376" y="554"/>
                  </a:lnTo>
                  <a:lnTo>
                    <a:pt x="376" y="573"/>
                  </a:lnTo>
                  <a:lnTo>
                    <a:pt x="356" y="554"/>
                  </a:lnTo>
                  <a:lnTo>
                    <a:pt x="356" y="514"/>
                  </a:lnTo>
                  <a:lnTo>
                    <a:pt x="336" y="494"/>
                  </a:lnTo>
                  <a:lnTo>
                    <a:pt x="336" y="514"/>
                  </a:lnTo>
                  <a:lnTo>
                    <a:pt x="316" y="494"/>
                  </a:lnTo>
                  <a:lnTo>
                    <a:pt x="356" y="593"/>
                  </a:lnTo>
                  <a:lnTo>
                    <a:pt x="356" y="652"/>
                  </a:lnTo>
                  <a:lnTo>
                    <a:pt x="356" y="692"/>
                  </a:lnTo>
                  <a:lnTo>
                    <a:pt x="336" y="751"/>
                  </a:lnTo>
                  <a:lnTo>
                    <a:pt x="297" y="791"/>
                  </a:lnTo>
                  <a:lnTo>
                    <a:pt x="237" y="810"/>
                  </a:lnTo>
                  <a:lnTo>
                    <a:pt x="198" y="810"/>
                  </a:lnTo>
                  <a:lnTo>
                    <a:pt x="198" y="751"/>
                  </a:lnTo>
                  <a:lnTo>
                    <a:pt x="178" y="771"/>
                  </a:lnTo>
                  <a:lnTo>
                    <a:pt x="158" y="771"/>
                  </a:lnTo>
                  <a:lnTo>
                    <a:pt x="158" y="751"/>
                  </a:lnTo>
                  <a:lnTo>
                    <a:pt x="139" y="731"/>
                  </a:lnTo>
                  <a:lnTo>
                    <a:pt x="139" y="771"/>
                  </a:lnTo>
                  <a:lnTo>
                    <a:pt x="139" y="791"/>
                  </a:lnTo>
                  <a:lnTo>
                    <a:pt x="119" y="751"/>
                  </a:lnTo>
                  <a:lnTo>
                    <a:pt x="99" y="731"/>
                  </a:lnTo>
                  <a:lnTo>
                    <a:pt x="79" y="712"/>
                  </a:lnTo>
                  <a:lnTo>
                    <a:pt x="60" y="692"/>
                  </a:lnTo>
                  <a:lnTo>
                    <a:pt x="60" y="712"/>
                  </a:lnTo>
                  <a:lnTo>
                    <a:pt x="20" y="652"/>
                  </a:lnTo>
                  <a:lnTo>
                    <a:pt x="0" y="593"/>
                  </a:lnTo>
                  <a:lnTo>
                    <a:pt x="0" y="672"/>
                  </a:lnTo>
                  <a:lnTo>
                    <a:pt x="20" y="672"/>
                  </a:lnTo>
                  <a:lnTo>
                    <a:pt x="20" y="712"/>
                  </a:lnTo>
                  <a:lnTo>
                    <a:pt x="20" y="751"/>
                  </a:lnTo>
                  <a:lnTo>
                    <a:pt x="79" y="909"/>
                  </a:lnTo>
                  <a:lnTo>
                    <a:pt x="139" y="1047"/>
                  </a:lnTo>
                  <a:lnTo>
                    <a:pt x="139" y="1067"/>
                  </a:lnTo>
                  <a:lnTo>
                    <a:pt x="158" y="1107"/>
                  </a:lnTo>
                  <a:lnTo>
                    <a:pt x="198" y="1146"/>
                  </a:lnTo>
                  <a:lnTo>
                    <a:pt x="198" y="1126"/>
                  </a:lnTo>
                  <a:lnTo>
                    <a:pt x="218" y="1146"/>
                  </a:lnTo>
                  <a:lnTo>
                    <a:pt x="237" y="1166"/>
                  </a:lnTo>
                  <a:lnTo>
                    <a:pt x="237" y="1146"/>
                  </a:lnTo>
                  <a:lnTo>
                    <a:pt x="257" y="1205"/>
                  </a:lnTo>
                  <a:lnTo>
                    <a:pt x="277" y="1265"/>
                  </a:lnTo>
                  <a:lnTo>
                    <a:pt x="297" y="1284"/>
                  </a:lnTo>
                  <a:lnTo>
                    <a:pt x="297" y="1265"/>
                  </a:lnTo>
                  <a:lnTo>
                    <a:pt x="297" y="1245"/>
                  </a:lnTo>
                  <a:lnTo>
                    <a:pt x="316" y="1265"/>
                  </a:lnTo>
                  <a:lnTo>
                    <a:pt x="336" y="1304"/>
                  </a:lnTo>
                  <a:lnTo>
                    <a:pt x="356" y="1324"/>
                  </a:lnTo>
                  <a:lnTo>
                    <a:pt x="336" y="1284"/>
                  </a:lnTo>
                  <a:lnTo>
                    <a:pt x="336" y="1265"/>
                  </a:lnTo>
                  <a:lnTo>
                    <a:pt x="356" y="1284"/>
                  </a:lnTo>
                  <a:lnTo>
                    <a:pt x="316" y="1205"/>
                  </a:lnTo>
                  <a:lnTo>
                    <a:pt x="316" y="1166"/>
                  </a:lnTo>
                  <a:lnTo>
                    <a:pt x="336" y="1225"/>
                  </a:lnTo>
                  <a:lnTo>
                    <a:pt x="356" y="1265"/>
                  </a:lnTo>
                  <a:lnTo>
                    <a:pt x="376" y="1344"/>
                  </a:lnTo>
                  <a:lnTo>
                    <a:pt x="395" y="1363"/>
                  </a:lnTo>
                  <a:lnTo>
                    <a:pt x="415" y="1363"/>
                  </a:lnTo>
                  <a:lnTo>
                    <a:pt x="415" y="1383"/>
                  </a:lnTo>
                  <a:lnTo>
                    <a:pt x="415" y="1403"/>
                  </a:lnTo>
                  <a:lnTo>
                    <a:pt x="455" y="1462"/>
                  </a:lnTo>
                  <a:lnTo>
                    <a:pt x="455" y="1442"/>
                  </a:lnTo>
                  <a:lnTo>
                    <a:pt x="455" y="1403"/>
                  </a:lnTo>
                  <a:lnTo>
                    <a:pt x="455" y="1383"/>
                  </a:lnTo>
                  <a:lnTo>
                    <a:pt x="474" y="1383"/>
                  </a:lnTo>
                  <a:lnTo>
                    <a:pt x="474" y="1423"/>
                  </a:lnTo>
                  <a:lnTo>
                    <a:pt x="494" y="1423"/>
                  </a:lnTo>
                  <a:lnTo>
                    <a:pt x="514" y="1482"/>
                  </a:lnTo>
                  <a:lnTo>
                    <a:pt x="553" y="1521"/>
                  </a:lnTo>
                  <a:lnTo>
                    <a:pt x="534" y="1482"/>
                  </a:lnTo>
                  <a:lnTo>
                    <a:pt x="553" y="1482"/>
                  </a:lnTo>
                  <a:lnTo>
                    <a:pt x="534" y="1423"/>
                  </a:lnTo>
                  <a:lnTo>
                    <a:pt x="573" y="1482"/>
                  </a:lnTo>
                  <a:lnTo>
                    <a:pt x="573" y="1482"/>
                  </a:lnTo>
                  <a:lnTo>
                    <a:pt x="534" y="1363"/>
                  </a:lnTo>
                  <a:lnTo>
                    <a:pt x="514" y="1324"/>
                  </a:lnTo>
                  <a:lnTo>
                    <a:pt x="514" y="1284"/>
                  </a:lnTo>
                  <a:lnTo>
                    <a:pt x="573" y="1403"/>
                  </a:lnTo>
                  <a:lnTo>
                    <a:pt x="593" y="1462"/>
                  </a:lnTo>
                  <a:lnTo>
                    <a:pt x="613" y="1502"/>
                  </a:lnTo>
                  <a:lnTo>
                    <a:pt x="632" y="1502"/>
                  </a:lnTo>
                  <a:lnTo>
                    <a:pt x="632" y="1521"/>
                  </a:lnTo>
                  <a:lnTo>
                    <a:pt x="652" y="1581"/>
                  </a:lnTo>
                  <a:lnTo>
                    <a:pt x="672" y="1600"/>
                  </a:lnTo>
                  <a:lnTo>
                    <a:pt x="692" y="1620"/>
                  </a:lnTo>
                  <a:lnTo>
                    <a:pt x="692" y="1541"/>
                  </a:lnTo>
                  <a:lnTo>
                    <a:pt x="711" y="1600"/>
                  </a:lnTo>
                  <a:lnTo>
                    <a:pt x="751" y="1600"/>
                  </a:lnTo>
                  <a:lnTo>
                    <a:pt x="751" y="1581"/>
                  </a:lnTo>
                  <a:lnTo>
                    <a:pt x="751" y="1541"/>
                  </a:lnTo>
                  <a:lnTo>
                    <a:pt x="771" y="1561"/>
                  </a:lnTo>
                  <a:lnTo>
                    <a:pt x="790" y="1620"/>
                  </a:lnTo>
                  <a:lnTo>
                    <a:pt x="771" y="1541"/>
                  </a:lnTo>
                  <a:lnTo>
                    <a:pt x="751" y="1442"/>
                  </a:lnTo>
                  <a:lnTo>
                    <a:pt x="790" y="1502"/>
                  </a:lnTo>
                  <a:lnTo>
                    <a:pt x="810" y="1581"/>
                  </a:lnTo>
                  <a:lnTo>
                    <a:pt x="810" y="1620"/>
                  </a:lnTo>
                  <a:lnTo>
                    <a:pt x="830" y="1620"/>
                  </a:lnTo>
                  <a:lnTo>
                    <a:pt x="814" y="1589"/>
                  </a:lnTo>
                  <a:lnTo>
                    <a:pt x="850" y="1660"/>
                  </a:lnTo>
                  <a:lnTo>
                    <a:pt x="869" y="1660"/>
                  </a:lnTo>
                  <a:lnTo>
                    <a:pt x="850" y="1600"/>
                  </a:lnTo>
                  <a:lnTo>
                    <a:pt x="830" y="1561"/>
                  </a:lnTo>
                  <a:lnTo>
                    <a:pt x="850" y="1640"/>
                  </a:lnTo>
                  <a:lnTo>
                    <a:pt x="850" y="1640"/>
                  </a:lnTo>
                  <a:lnTo>
                    <a:pt x="830" y="1600"/>
                  </a:lnTo>
                  <a:lnTo>
                    <a:pt x="810" y="1561"/>
                  </a:lnTo>
                  <a:lnTo>
                    <a:pt x="810" y="1521"/>
                  </a:lnTo>
                  <a:lnTo>
                    <a:pt x="810" y="1482"/>
                  </a:lnTo>
                  <a:lnTo>
                    <a:pt x="790" y="1383"/>
                  </a:lnTo>
                  <a:lnTo>
                    <a:pt x="830" y="1423"/>
                  </a:lnTo>
                  <a:lnTo>
                    <a:pt x="869" y="1541"/>
                  </a:lnTo>
                  <a:lnTo>
                    <a:pt x="869" y="1521"/>
                  </a:lnTo>
                  <a:lnTo>
                    <a:pt x="909" y="1561"/>
                  </a:lnTo>
                  <a:lnTo>
                    <a:pt x="869" y="1482"/>
                  </a:lnTo>
                  <a:lnTo>
                    <a:pt x="889" y="1462"/>
                  </a:lnTo>
                  <a:lnTo>
                    <a:pt x="889" y="1482"/>
                  </a:lnTo>
                  <a:lnTo>
                    <a:pt x="929" y="1561"/>
                  </a:lnTo>
                  <a:lnTo>
                    <a:pt x="948" y="1561"/>
                  </a:lnTo>
                  <a:lnTo>
                    <a:pt x="968" y="1581"/>
                  </a:lnTo>
                  <a:lnTo>
                    <a:pt x="988" y="1600"/>
                  </a:lnTo>
                  <a:lnTo>
                    <a:pt x="1008" y="1581"/>
                  </a:lnTo>
                  <a:lnTo>
                    <a:pt x="968" y="1502"/>
                  </a:lnTo>
                  <a:lnTo>
                    <a:pt x="988" y="1581"/>
                  </a:lnTo>
                  <a:lnTo>
                    <a:pt x="948" y="1462"/>
                  </a:lnTo>
                  <a:lnTo>
                    <a:pt x="934" y="1373"/>
                  </a:lnTo>
                  <a:lnTo>
                    <a:pt x="948" y="1403"/>
                  </a:lnTo>
                  <a:lnTo>
                    <a:pt x="948" y="1363"/>
                  </a:lnTo>
                  <a:lnTo>
                    <a:pt x="929" y="1344"/>
                  </a:lnTo>
                  <a:lnTo>
                    <a:pt x="929" y="1344"/>
                  </a:lnTo>
                  <a:lnTo>
                    <a:pt x="929" y="1344"/>
                  </a:lnTo>
                  <a:lnTo>
                    <a:pt x="929" y="1304"/>
                  </a:lnTo>
                  <a:lnTo>
                    <a:pt x="948" y="1344"/>
                  </a:lnTo>
                  <a:lnTo>
                    <a:pt x="968" y="1383"/>
                  </a:lnTo>
                  <a:lnTo>
                    <a:pt x="968" y="1363"/>
                  </a:lnTo>
                  <a:lnTo>
                    <a:pt x="968" y="1324"/>
                  </a:lnTo>
                  <a:lnTo>
                    <a:pt x="988" y="1363"/>
                  </a:lnTo>
                  <a:lnTo>
                    <a:pt x="1008" y="1442"/>
                  </a:lnTo>
                  <a:lnTo>
                    <a:pt x="1027" y="1482"/>
                  </a:lnTo>
                  <a:lnTo>
                    <a:pt x="1027" y="1541"/>
                  </a:lnTo>
                  <a:lnTo>
                    <a:pt x="1047" y="1521"/>
                  </a:lnTo>
                  <a:lnTo>
                    <a:pt x="1067" y="1600"/>
                  </a:lnTo>
                  <a:lnTo>
                    <a:pt x="1067" y="1581"/>
                  </a:lnTo>
                  <a:lnTo>
                    <a:pt x="1080" y="1581"/>
                  </a:lnTo>
                  <a:lnTo>
                    <a:pt x="1067" y="1541"/>
                  </a:lnTo>
                  <a:lnTo>
                    <a:pt x="1107" y="1581"/>
                  </a:lnTo>
                  <a:lnTo>
                    <a:pt x="1146" y="1581"/>
                  </a:lnTo>
                  <a:lnTo>
                    <a:pt x="1126" y="1541"/>
                  </a:lnTo>
                  <a:lnTo>
                    <a:pt x="1126" y="1521"/>
                  </a:lnTo>
                  <a:lnTo>
                    <a:pt x="1146" y="1541"/>
                  </a:lnTo>
                  <a:lnTo>
                    <a:pt x="1166" y="1561"/>
                  </a:lnTo>
                  <a:lnTo>
                    <a:pt x="1166" y="1521"/>
                  </a:lnTo>
                  <a:lnTo>
                    <a:pt x="1146" y="1442"/>
                  </a:lnTo>
                  <a:lnTo>
                    <a:pt x="1186" y="1482"/>
                  </a:lnTo>
                  <a:lnTo>
                    <a:pt x="1166" y="1403"/>
                  </a:lnTo>
                  <a:lnTo>
                    <a:pt x="1166" y="1383"/>
                  </a:lnTo>
                  <a:lnTo>
                    <a:pt x="1186" y="1383"/>
                  </a:lnTo>
                  <a:lnTo>
                    <a:pt x="1186" y="1462"/>
                  </a:lnTo>
                  <a:lnTo>
                    <a:pt x="1205" y="1482"/>
                  </a:lnTo>
                  <a:lnTo>
                    <a:pt x="1223" y="1482"/>
                  </a:lnTo>
                  <a:lnTo>
                    <a:pt x="1205" y="1284"/>
                  </a:lnTo>
                  <a:lnTo>
                    <a:pt x="1166" y="1186"/>
                  </a:lnTo>
                  <a:lnTo>
                    <a:pt x="1126" y="1067"/>
                  </a:lnTo>
                  <a:lnTo>
                    <a:pt x="1146" y="1107"/>
                  </a:lnTo>
                  <a:lnTo>
                    <a:pt x="1186" y="1146"/>
                  </a:lnTo>
                  <a:lnTo>
                    <a:pt x="1205" y="1205"/>
                  </a:lnTo>
                  <a:lnTo>
                    <a:pt x="1225" y="1265"/>
                  </a:lnTo>
                  <a:lnTo>
                    <a:pt x="1205" y="1225"/>
                  </a:lnTo>
                  <a:lnTo>
                    <a:pt x="1186" y="1205"/>
                  </a:lnTo>
                  <a:lnTo>
                    <a:pt x="1265" y="1344"/>
                  </a:lnTo>
                  <a:lnTo>
                    <a:pt x="1265" y="1403"/>
                  </a:lnTo>
                  <a:lnTo>
                    <a:pt x="1284" y="1442"/>
                  </a:lnTo>
                  <a:lnTo>
                    <a:pt x="1324" y="1521"/>
                  </a:lnTo>
                  <a:lnTo>
                    <a:pt x="1324" y="1502"/>
                  </a:lnTo>
                  <a:lnTo>
                    <a:pt x="1324" y="1482"/>
                  </a:lnTo>
                  <a:lnTo>
                    <a:pt x="1344" y="1502"/>
                  </a:lnTo>
                  <a:lnTo>
                    <a:pt x="1344" y="1482"/>
                  </a:lnTo>
                  <a:lnTo>
                    <a:pt x="1344" y="1462"/>
                  </a:lnTo>
                  <a:lnTo>
                    <a:pt x="1363" y="1462"/>
                  </a:lnTo>
                  <a:lnTo>
                    <a:pt x="1344" y="1403"/>
                  </a:lnTo>
                  <a:lnTo>
                    <a:pt x="1344" y="1403"/>
                  </a:lnTo>
                  <a:lnTo>
                    <a:pt x="1363" y="1423"/>
                  </a:lnTo>
                  <a:lnTo>
                    <a:pt x="1383" y="1462"/>
                  </a:lnTo>
                  <a:lnTo>
                    <a:pt x="1383" y="1423"/>
                  </a:lnTo>
                  <a:lnTo>
                    <a:pt x="1383" y="1403"/>
                  </a:lnTo>
                  <a:lnTo>
                    <a:pt x="1363" y="1344"/>
                  </a:lnTo>
                  <a:lnTo>
                    <a:pt x="1324" y="1245"/>
                  </a:lnTo>
                  <a:lnTo>
                    <a:pt x="1324" y="1205"/>
                  </a:lnTo>
                  <a:lnTo>
                    <a:pt x="1344" y="1205"/>
                  </a:lnTo>
                  <a:lnTo>
                    <a:pt x="1344" y="1245"/>
                  </a:lnTo>
                  <a:lnTo>
                    <a:pt x="1344" y="1265"/>
                  </a:lnTo>
                  <a:lnTo>
                    <a:pt x="1363" y="1225"/>
                  </a:lnTo>
                  <a:lnTo>
                    <a:pt x="1383" y="1284"/>
                  </a:lnTo>
                  <a:lnTo>
                    <a:pt x="1383" y="1304"/>
                  </a:lnTo>
                  <a:lnTo>
                    <a:pt x="1383" y="1324"/>
                  </a:lnTo>
                  <a:lnTo>
                    <a:pt x="1403" y="1304"/>
                  </a:lnTo>
                  <a:lnTo>
                    <a:pt x="1383" y="1225"/>
                  </a:lnTo>
                  <a:lnTo>
                    <a:pt x="1403" y="1225"/>
                  </a:lnTo>
                  <a:lnTo>
                    <a:pt x="1403" y="1245"/>
                  </a:lnTo>
                  <a:lnTo>
                    <a:pt x="1442" y="1344"/>
                  </a:lnTo>
                  <a:lnTo>
                    <a:pt x="1462" y="1423"/>
                  </a:lnTo>
                  <a:lnTo>
                    <a:pt x="1462" y="1363"/>
                  </a:lnTo>
                  <a:lnTo>
                    <a:pt x="1442" y="1304"/>
                  </a:lnTo>
                  <a:lnTo>
                    <a:pt x="1423" y="1245"/>
                  </a:lnTo>
                  <a:lnTo>
                    <a:pt x="1462" y="1324"/>
                  </a:lnTo>
                  <a:lnTo>
                    <a:pt x="1482" y="1363"/>
                  </a:lnTo>
                  <a:lnTo>
                    <a:pt x="1482" y="1363"/>
                  </a:lnTo>
                  <a:lnTo>
                    <a:pt x="1462" y="1284"/>
                  </a:lnTo>
                  <a:lnTo>
                    <a:pt x="1442" y="1205"/>
                  </a:lnTo>
                  <a:lnTo>
                    <a:pt x="1423" y="1166"/>
                  </a:lnTo>
                  <a:lnTo>
                    <a:pt x="1423" y="1126"/>
                  </a:lnTo>
                  <a:lnTo>
                    <a:pt x="1403" y="1087"/>
                  </a:lnTo>
                  <a:lnTo>
                    <a:pt x="1423" y="1107"/>
                  </a:lnTo>
                  <a:lnTo>
                    <a:pt x="1423" y="1126"/>
                  </a:lnTo>
                  <a:lnTo>
                    <a:pt x="1462" y="1166"/>
                  </a:lnTo>
                  <a:lnTo>
                    <a:pt x="1482" y="1265"/>
                  </a:lnTo>
                  <a:lnTo>
                    <a:pt x="1482" y="1186"/>
                  </a:lnTo>
                  <a:lnTo>
                    <a:pt x="1482" y="1107"/>
                  </a:lnTo>
                  <a:lnTo>
                    <a:pt x="1502" y="1166"/>
                  </a:lnTo>
                  <a:lnTo>
                    <a:pt x="1502" y="1225"/>
                  </a:lnTo>
                  <a:lnTo>
                    <a:pt x="1521" y="1265"/>
                  </a:lnTo>
                  <a:lnTo>
                    <a:pt x="1541" y="1363"/>
                  </a:lnTo>
                  <a:lnTo>
                    <a:pt x="1541" y="1304"/>
                  </a:lnTo>
                  <a:lnTo>
                    <a:pt x="1541" y="1284"/>
                  </a:lnTo>
                  <a:lnTo>
                    <a:pt x="1561" y="1304"/>
                  </a:lnTo>
                  <a:lnTo>
                    <a:pt x="1581" y="1265"/>
                  </a:lnTo>
                  <a:lnTo>
                    <a:pt x="1561" y="1245"/>
                  </a:lnTo>
                  <a:lnTo>
                    <a:pt x="1561" y="1225"/>
                  </a:lnTo>
                  <a:lnTo>
                    <a:pt x="1581" y="1225"/>
                  </a:lnTo>
                  <a:lnTo>
                    <a:pt x="1581" y="1205"/>
                  </a:lnTo>
                  <a:lnTo>
                    <a:pt x="1620" y="1205"/>
                  </a:lnTo>
                  <a:lnTo>
                    <a:pt x="1620" y="1186"/>
                  </a:lnTo>
                  <a:lnTo>
                    <a:pt x="1600" y="1166"/>
                  </a:lnTo>
                  <a:lnTo>
                    <a:pt x="1600" y="1186"/>
                  </a:lnTo>
                  <a:lnTo>
                    <a:pt x="1581" y="1166"/>
                  </a:lnTo>
                  <a:lnTo>
                    <a:pt x="1561" y="1107"/>
                  </a:lnTo>
                  <a:lnTo>
                    <a:pt x="1561" y="1067"/>
                  </a:lnTo>
                  <a:lnTo>
                    <a:pt x="1561" y="1028"/>
                  </a:lnTo>
                  <a:lnTo>
                    <a:pt x="1581" y="1028"/>
                  </a:lnTo>
                  <a:lnTo>
                    <a:pt x="1561" y="1008"/>
                  </a:lnTo>
                  <a:lnTo>
                    <a:pt x="1561" y="968"/>
                  </a:lnTo>
                  <a:lnTo>
                    <a:pt x="1581" y="968"/>
                  </a:lnTo>
                  <a:lnTo>
                    <a:pt x="1600" y="1028"/>
                  </a:lnTo>
                  <a:lnTo>
                    <a:pt x="1620" y="1008"/>
                  </a:lnTo>
                  <a:lnTo>
                    <a:pt x="1620" y="1047"/>
                  </a:lnTo>
                  <a:lnTo>
                    <a:pt x="1640" y="1067"/>
                  </a:lnTo>
                  <a:lnTo>
                    <a:pt x="1640" y="1047"/>
                  </a:lnTo>
                  <a:lnTo>
                    <a:pt x="1640" y="1028"/>
                  </a:lnTo>
                  <a:lnTo>
                    <a:pt x="1660" y="1067"/>
                  </a:lnTo>
                  <a:lnTo>
                    <a:pt x="1660" y="1047"/>
                  </a:lnTo>
                  <a:lnTo>
                    <a:pt x="1679" y="1087"/>
                  </a:lnTo>
                  <a:lnTo>
                    <a:pt x="1679" y="1067"/>
                  </a:lnTo>
                  <a:lnTo>
                    <a:pt x="1679" y="1028"/>
                  </a:lnTo>
                  <a:lnTo>
                    <a:pt x="1660" y="968"/>
                  </a:lnTo>
                  <a:lnTo>
                    <a:pt x="1640" y="909"/>
                  </a:lnTo>
                  <a:lnTo>
                    <a:pt x="1640" y="889"/>
                  </a:lnTo>
                  <a:lnTo>
                    <a:pt x="1660" y="889"/>
                  </a:lnTo>
                  <a:lnTo>
                    <a:pt x="1679" y="929"/>
                  </a:lnTo>
                  <a:lnTo>
                    <a:pt x="1679" y="889"/>
                  </a:lnTo>
                  <a:lnTo>
                    <a:pt x="1699" y="929"/>
                  </a:lnTo>
                  <a:lnTo>
                    <a:pt x="1699" y="909"/>
                  </a:lnTo>
                  <a:lnTo>
                    <a:pt x="1719" y="949"/>
                  </a:lnTo>
                  <a:lnTo>
                    <a:pt x="1699" y="968"/>
                  </a:lnTo>
                  <a:lnTo>
                    <a:pt x="1699" y="988"/>
                  </a:lnTo>
                  <a:lnTo>
                    <a:pt x="1719" y="1047"/>
                  </a:lnTo>
                  <a:lnTo>
                    <a:pt x="1739" y="1067"/>
                  </a:lnTo>
                  <a:lnTo>
                    <a:pt x="1719" y="988"/>
                  </a:lnTo>
                  <a:lnTo>
                    <a:pt x="1719" y="988"/>
                  </a:lnTo>
                  <a:lnTo>
                    <a:pt x="1739" y="1008"/>
                  </a:lnTo>
                  <a:lnTo>
                    <a:pt x="1758" y="1047"/>
                  </a:lnTo>
                  <a:lnTo>
                    <a:pt x="1758" y="1008"/>
                  </a:lnTo>
                  <a:lnTo>
                    <a:pt x="1758" y="988"/>
                  </a:lnTo>
                  <a:lnTo>
                    <a:pt x="1798" y="1087"/>
                  </a:lnTo>
                  <a:lnTo>
                    <a:pt x="1798" y="1067"/>
                  </a:lnTo>
                  <a:lnTo>
                    <a:pt x="1778" y="1028"/>
                  </a:lnTo>
                  <a:lnTo>
                    <a:pt x="1837" y="1028"/>
                  </a:lnTo>
                  <a:lnTo>
                    <a:pt x="1798" y="968"/>
                  </a:lnTo>
                  <a:lnTo>
                    <a:pt x="1798" y="988"/>
                  </a:lnTo>
                  <a:lnTo>
                    <a:pt x="1798" y="1008"/>
                  </a:lnTo>
                  <a:lnTo>
                    <a:pt x="1778" y="968"/>
                  </a:lnTo>
                  <a:lnTo>
                    <a:pt x="1778" y="929"/>
                  </a:lnTo>
                  <a:lnTo>
                    <a:pt x="1798" y="929"/>
                  </a:lnTo>
                  <a:lnTo>
                    <a:pt x="1818" y="909"/>
                  </a:lnTo>
                  <a:lnTo>
                    <a:pt x="1818" y="870"/>
                  </a:lnTo>
                  <a:lnTo>
                    <a:pt x="1837" y="909"/>
                  </a:lnTo>
                  <a:lnTo>
                    <a:pt x="1857" y="988"/>
                  </a:lnTo>
                  <a:lnTo>
                    <a:pt x="1857" y="949"/>
                  </a:lnTo>
                  <a:lnTo>
                    <a:pt x="1877" y="968"/>
                  </a:lnTo>
                  <a:lnTo>
                    <a:pt x="1916" y="1008"/>
                  </a:lnTo>
                  <a:lnTo>
                    <a:pt x="1936" y="1047"/>
                  </a:lnTo>
                  <a:lnTo>
                    <a:pt x="1936" y="1067"/>
                  </a:lnTo>
                  <a:lnTo>
                    <a:pt x="1956" y="1047"/>
                  </a:lnTo>
                  <a:lnTo>
                    <a:pt x="1916" y="968"/>
                  </a:lnTo>
                  <a:lnTo>
                    <a:pt x="1916" y="949"/>
                  </a:lnTo>
                  <a:lnTo>
                    <a:pt x="1936" y="949"/>
                  </a:lnTo>
                  <a:lnTo>
                    <a:pt x="1956" y="988"/>
                  </a:lnTo>
                  <a:lnTo>
                    <a:pt x="1976" y="1008"/>
                  </a:lnTo>
                  <a:lnTo>
                    <a:pt x="1976" y="1008"/>
                  </a:lnTo>
                  <a:lnTo>
                    <a:pt x="1956" y="968"/>
                  </a:lnTo>
                  <a:lnTo>
                    <a:pt x="1946" y="929"/>
                  </a:lnTo>
                  <a:lnTo>
                    <a:pt x="1956" y="929"/>
                  </a:lnTo>
                  <a:lnTo>
                    <a:pt x="1956" y="909"/>
                  </a:lnTo>
                  <a:lnTo>
                    <a:pt x="1956" y="889"/>
                  </a:lnTo>
                  <a:lnTo>
                    <a:pt x="1943" y="916"/>
                  </a:lnTo>
                  <a:lnTo>
                    <a:pt x="1936" y="889"/>
                  </a:lnTo>
                  <a:lnTo>
                    <a:pt x="1916" y="850"/>
                  </a:lnTo>
                  <a:lnTo>
                    <a:pt x="1916" y="850"/>
                  </a:lnTo>
                  <a:lnTo>
                    <a:pt x="1936" y="870"/>
                  </a:lnTo>
                  <a:lnTo>
                    <a:pt x="1936" y="850"/>
                  </a:lnTo>
                  <a:lnTo>
                    <a:pt x="1956" y="889"/>
                  </a:lnTo>
                  <a:lnTo>
                    <a:pt x="1956" y="850"/>
                  </a:lnTo>
                  <a:lnTo>
                    <a:pt x="1936" y="830"/>
                  </a:lnTo>
                  <a:lnTo>
                    <a:pt x="1916" y="771"/>
                  </a:lnTo>
                  <a:lnTo>
                    <a:pt x="1936" y="791"/>
                  </a:lnTo>
                  <a:lnTo>
                    <a:pt x="1956" y="830"/>
                  </a:lnTo>
                  <a:lnTo>
                    <a:pt x="1956" y="791"/>
                  </a:lnTo>
                  <a:lnTo>
                    <a:pt x="1956" y="771"/>
                  </a:lnTo>
                  <a:lnTo>
                    <a:pt x="1936" y="731"/>
                  </a:lnTo>
                  <a:lnTo>
                    <a:pt x="1936" y="692"/>
                  </a:lnTo>
                  <a:lnTo>
                    <a:pt x="1976" y="751"/>
                  </a:lnTo>
                  <a:lnTo>
                    <a:pt x="1995" y="791"/>
                  </a:lnTo>
                  <a:lnTo>
                    <a:pt x="2015" y="850"/>
                  </a:lnTo>
                  <a:lnTo>
                    <a:pt x="2015" y="870"/>
                  </a:lnTo>
                  <a:lnTo>
                    <a:pt x="2035" y="850"/>
                  </a:lnTo>
                  <a:lnTo>
                    <a:pt x="2015" y="791"/>
                  </a:lnTo>
                  <a:lnTo>
                    <a:pt x="2074" y="850"/>
                  </a:lnTo>
                  <a:lnTo>
                    <a:pt x="2055" y="810"/>
                  </a:lnTo>
                  <a:lnTo>
                    <a:pt x="2035" y="731"/>
                  </a:lnTo>
                  <a:lnTo>
                    <a:pt x="2015" y="692"/>
                  </a:lnTo>
                  <a:lnTo>
                    <a:pt x="1995" y="652"/>
                  </a:lnTo>
                  <a:lnTo>
                    <a:pt x="1976" y="593"/>
                  </a:lnTo>
                  <a:lnTo>
                    <a:pt x="1976" y="573"/>
                  </a:lnTo>
                  <a:lnTo>
                    <a:pt x="2035" y="652"/>
                  </a:lnTo>
                  <a:lnTo>
                    <a:pt x="2074" y="771"/>
                  </a:lnTo>
                  <a:lnTo>
                    <a:pt x="2134" y="929"/>
                  </a:lnTo>
                  <a:lnTo>
                    <a:pt x="2153" y="889"/>
                  </a:lnTo>
                  <a:lnTo>
                    <a:pt x="2173" y="889"/>
                  </a:lnTo>
                  <a:lnTo>
                    <a:pt x="2153" y="810"/>
                  </a:lnTo>
                  <a:lnTo>
                    <a:pt x="2114" y="712"/>
                  </a:lnTo>
                  <a:lnTo>
                    <a:pt x="2134" y="712"/>
                  </a:lnTo>
                  <a:lnTo>
                    <a:pt x="2134" y="692"/>
                  </a:lnTo>
                  <a:lnTo>
                    <a:pt x="2134" y="672"/>
                  </a:lnTo>
                  <a:lnTo>
                    <a:pt x="2153" y="672"/>
                  </a:lnTo>
                  <a:lnTo>
                    <a:pt x="2134" y="613"/>
                  </a:lnTo>
                  <a:lnTo>
                    <a:pt x="2094" y="534"/>
                  </a:lnTo>
                  <a:lnTo>
                    <a:pt x="2094" y="514"/>
                  </a:lnTo>
                  <a:lnTo>
                    <a:pt x="2094" y="494"/>
                  </a:lnTo>
                  <a:lnTo>
                    <a:pt x="2094" y="475"/>
                  </a:lnTo>
                  <a:lnTo>
                    <a:pt x="11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1" name="Google Shape;3011;p11"/>
            <p:cNvSpPr/>
            <p:nvPr/>
          </p:nvSpPr>
          <p:spPr>
            <a:xfrm>
              <a:off x="-1158575" y="3982025"/>
              <a:ext cx="525" cy="1000"/>
            </a:xfrm>
            <a:custGeom>
              <a:rect b="b" l="l" r="r" t="t"/>
              <a:pathLst>
                <a:path extrusionOk="0" h="40" w="21">
                  <a:moveTo>
                    <a:pt x="1" y="0"/>
                  </a:moveTo>
                  <a:lnTo>
                    <a:pt x="1" y="0"/>
                  </a:lnTo>
                  <a:lnTo>
                    <a:pt x="20" y="40"/>
                  </a:lnTo>
                  <a:lnTo>
                    <a:pt x="20" y="4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2" name="Google Shape;3012;p11"/>
            <p:cNvSpPr/>
            <p:nvPr/>
          </p:nvSpPr>
          <p:spPr>
            <a:xfrm>
              <a:off x="-1159550" y="4098050"/>
              <a:ext cx="500" cy="525"/>
            </a:xfrm>
            <a:custGeom>
              <a:rect b="b" l="l" r="r" t="t"/>
              <a:pathLst>
                <a:path extrusionOk="0" h="21" w="20">
                  <a:moveTo>
                    <a:pt x="0" y="21"/>
                  </a:moveTo>
                  <a:lnTo>
                    <a:pt x="0" y="21"/>
                  </a:lnTo>
                  <a:lnTo>
                    <a:pt x="20" y="1"/>
                  </a:lnTo>
                  <a:lnTo>
                    <a:pt x="20" y="1"/>
                  </a:lnTo>
                  <a:lnTo>
                    <a:pt x="0" y="21"/>
                  </a:lnTo>
                  <a:lnTo>
                    <a:pt x="0" y="21"/>
                  </a:lnTo>
                  <a:lnTo>
                    <a:pt x="0" y="21"/>
                  </a:lnTo>
                  <a:lnTo>
                    <a:pt x="0"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3" name="Google Shape;3013;p11"/>
            <p:cNvSpPr/>
            <p:nvPr/>
          </p:nvSpPr>
          <p:spPr>
            <a:xfrm>
              <a:off x="-1161050" y="4097075"/>
              <a:ext cx="2500" cy="1000"/>
            </a:xfrm>
            <a:custGeom>
              <a:rect b="b" l="l" r="r" t="t"/>
              <a:pathLst>
                <a:path extrusionOk="0" h="40" w="100">
                  <a:moveTo>
                    <a:pt x="100" y="0"/>
                  </a:moveTo>
                  <a:lnTo>
                    <a:pt x="60" y="20"/>
                  </a:lnTo>
                  <a:lnTo>
                    <a:pt x="1" y="40"/>
                  </a:lnTo>
                  <a:lnTo>
                    <a:pt x="1" y="40"/>
                  </a:lnTo>
                  <a:lnTo>
                    <a:pt x="80" y="20"/>
                  </a:lnTo>
                  <a:lnTo>
                    <a:pt x="10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4" name="Google Shape;3014;p11"/>
            <p:cNvSpPr/>
            <p:nvPr/>
          </p:nvSpPr>
          <p:spPr>
            <a:xfrm>
              <a:off x="-1159075" y="4096575"/>
              <a:ext cx="1025" cy="525"/>
            </a:xfrm>
            <a:custGeom>
              <a:rect b="b" l="l" r="r" t="t"/>
              <a:pathLst>
                <a:path extrusionOk="0" h="21" w="41">
                  <a:moveTo>
                    <a:pt x="1" y="1"/>
                  </a:moveTo>
                  <a:lnTo>
                    <a:pt x="1" y="20"/>
                  </a:lnTo>
                  <a:lnTo>
                    <a:pt x="40" y="20"/>
                  </a:lnTo>
                  <a:lnTo>
                    <a:pt x="4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5" name="Google Shape;3015;p11"/>
            <p:cNvSpPr/>
            <p:nvPr/>
          </p:nvSpPr>
          <p:spPr>
            <a:xfrm>
              <a:off x="-1164000" y="4095600"/>
              <a:ext cx="6450" cy="3475"/>
            </a:xfrm>
            <a:custGeom>
              <a:rect b="b" l="l" r="r" t="t"/>
              <a:pathLst>
                <a:path extrusionOk="0" h="139" w="258">
                  <a:moveTo>
                    <a:pt x="257" y="0"/>
                  </a:moveTo>
                  <a:lnTo>
                    <a:pt x="198" y="20"/>
                  </a:lnTo>
                  <a:lnTo>
                    <a:pt x="158" y="40"/>
                  </a:lnTo>
                  <a:lnTo>
                    <a:pt x="237" y="40"/>
                  </a:lnTo>
                  <a:lnTo>
                    <a:pt x="257" y="0"/>
                  </a:lnTo>
                  <a:close/>
                  <a:moveTo>
                    <a:pt x="79" y="40"/>
                  </a:moveTo>
                  <a:lnTo>
                    <a:pt x="0" y="99"/>
                  </a:lnTo>
                  <a:lnTo>
                    <a:pt x="20" y="99"/>
                  </a:lnTo>
                  <a:lnTo>
                    <a:pt x="0" y="138"/>
                  </a:lnTo>
                  <a:lnTo>
                    <a:pt x="40" y="99"/>
                  </a:lnTo>
                  <a:lnTo>
                    <a:pt x="79" y="99"/>
                  </a:lnTo>
                  <a:lnTo>
                    <a:pt x="60" y="119"/>
                  </a:lnTo>
                  <a:lnTo>
                    <a:pt x="139" y="59"/>
                  </a:lnTo>
                  <a:lnTo>
                    <a:pt x="99" y="59"/>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
            <p:cNvSpPr/>
            <p:nvPr/>
          </p:nvSpPr>
          <p:spPr>
            <a:xfrm>
              <a:off x="-1174375" y="4056575"/>
              <a:ext cx="31625" cy="40025"/>
            </a:xfrm>
            <a:custGeom>
              <a:rect b="b" l="l" r="r" t="t"/>
              <a:pathLst>
                <a:path extrusionOk="0" h="1601" w="1265">
                  <a:moveTo>
                    <a:pt x="1028" y="149"/>
                  </a:moveTo>
                  <a:lnTo>
                    <a:pt x="1028" y="159"/>
                  </a:lnTo>
                  <a:lnTo>
                    <a:pt x="1047" y="159"/>
                  </a:lnTo>
                  <a:lnTo>
                    <a:pt x="1028" y="149"/>
                  </a:lnTo>
                  <a:close/>
                  <a:moveTo>
                    <a:pt x="60" y="573"/>
                  </a:moveTo>
                  <a:lnTo>
                    <a:pt x="40" y="593"/>
                  </a:lnTo>
                  <a:lnTo>
                    <a:pt x="60" y="593"/>
                  </a:lnTo>
                  <a:lnTo>
                    <a:pt x="50" y="603"/>
                  </a:lnTo>
                  <a:lnTo>
                    <a:pt x="50" y="603"/>
                  </a:lnTo>
                  <a:lnTo>
                    <a:pt x="99" y="593"/>
                  </a:lnTo>
                  <a:lnTo>
                    <a:pt x="99" y="573"/>
                  </a:lnTo>
                  <a:close/>
                  <a:moveTo>
                    <a:pt x="50" y="603"/>
                  </a:moveTo>
                  <a:lnTo>
                    <a:pt x="0" y="613"/>
                  </a:lnTo>
                  <a:lnTo>
                    <a:pt x="20" y="613"/>
                  </a:lnTo>
                  <a:lnTo>
                    <a:pt x="0" y="633"/>
                  </a:lnTo>
                  <a:lnTo>
                    <a:pt x="60" y="613"/>
                  </a:lnTo>
                  <a:lnTo>
                    <a:pt x="40" y="613"/>
                  </a:lnTo>
                  <a:lnTo>
                    <a:pt x="50" y="603"/>
                  </a:lnTo>
                  <a:close/>
                  <a:moveTo>
                    <a:pt x="336" y="1344"/>
                  </a:moveTo>
                  <a:lnTo>
                    <a:pt x="257" y="1383"/>
                  </a:lnTo>
                  <a:lnTo>
                    <a:pt x="277" y="1383"/>
                  </a:lnTo>
                  <a:lnTo>
                    <a:pt x="317" y="1364"/>
                  </a:lnTo>
                  <a:lnTo>
                    <a:pt x="336" y="1344"/>
                  </a:lnTo>
                  <a:close/>
                  <a:moveTo>
                    <a:pt x="791" y="1"/>
                  </a:moveTo>
                  <a:lnTo>
                    <a:pt x="791" y="20"/>
                  </a:lnTo>
                  <a:lnTo>
                    <a:pt x="652" y="20"/>
                  </a:lnTo>
                  <a:lnTo>
                    <a:pt x="692" y="40"/>
                  </a:lnTo>
                  <a:lnTo>
                    <a:pt x="672" y="40"/>
                  </a:lnTo>
                  <a:lnTo>
                    <a:pt x="652" y="60"/>
                  </a:lnTo>
                  <a:lnTo>
                    <a:pt x="534" y="60"/>
                  </a:lnTo>
                  <a:lnTo>
                    <a:pt x="514" y="80"/>
                  </a:lnTo>
                  <a:lnTo>
                    <a:pt x="534" y="80"/>
                  </a:lnTo>
                  <a:lnTo>
                    <a:pt x="554" y="99"/>
                  </a:lnTo>
                  <a:lnTo>
                    <a:pt x="534" y="119"/>
                  </a:lnTo>
                  <a:lnTo>
                    <a:pt x="475" y="99"/>
                  </a:lnTo>
                  <a:lnTo>
                    <a:pt x="494" y="119"/>
                  </a:lnTo>
                  <a:lnTo>
                    <a:pt x="415" y="119"/>
                  </a:lnTo>
                  <a:lnTo>
                    <a:pt x="514" y="139"/>
                  </a:lnTo>
                  <a:lnTo>
                    <a:pt x="573" y="139"/>
                  </a:lnTo>
                  <a:lnTo>
                    <a:pt x="554" y="159"/>
                  </a:lnTo>
                  <a:lnTo>
                    <a:pt x="514" y="159"/>
                  </a:lnTo>
                  <a:lnTo>
                    <a:pt x="435" y="139"/>
                  </a:lnTo>
                  <a:lnTo>
                    <a:pt x="415" y="159"/>
                  </a:lnTo>
                  <a:lnTo>
                    <a:pt x="396" y="178"/>
                  </a:lnTo>
                  <a:lnTo>
                    <a:pt x="297" y="178"/>
                  </a:lnTo>
                  <a:lnTo>
                    <a:pt x="317" y="198"/>
                  </a:lnTo>
                  <a:lnTo>
                    <a:pt x="356" y="218"/>
                  </a:lnTo>
                  <a:lnTo>
                    <a:pt x="336" y="218"/>
                  </a:lnTo>
                  <a:lnTo>
                    <a:pt x="336" y="238"/>
                  </a:lnTo>
                  <a:lnTo>
                    <a:pt x="297" y="238"/>
                  </a:lnTo>
                  <a:lnTo>
                    <a:pt x="317" y="257"/>
                  </a:lnTo>
                  <a:lnTo>
                    <a:pt x="238" y="257"/>
                  </a:lnTo>
                  <a:lnTo>
                    <a:pt x="218" y="277"/>
                  </a:lnTo>
                  <a:lnTo>
                    <a:pt x="257" y="277"/>
                  </a:lnTo>
                  <a:lnTo>
                    <a:pt x="257" y="297"/>
                  </a:lnTo>
                  <a:lnTo>
                    <a:pt x="317" y="297"/>
                  </a:lnTo>
                  <a:lnTo>
                    <a:pt x="238" y="317"/>
                  </a:lnTo>
                  <a:lnTo>
                    <a:pt x="435" y="317"/>
                  </a:lnTo>
                  <a:lnTo>
                    <a:pt x="396" y="336"/>
                  </a:lnTo>
                  <a:lnTo>
                    <a:pt x="198" y="336"/>
                  </a:lnTo>
                  <a:lnTo>
                    <a:pt x="257" y="356"/>
                  </a:lnTo>
                  <a:lnTo>
                    <a:pt x="218" y="356"/>
                  </a:lnTo>
                  <a:lnTo>
                    <a:pt x="218" y="376"/>
                  </a:lnTo>
                  <a:lnTo>
                    <a:pt x="139" y="376"/>
                  </a:lnTo>
                  <a:lnTo>
                    <a:pt x="139" y="396"/>
                  </a:lnTo>
                  <a:lnTo>
                    <a:pt x="99" y="415"/>
                  </a:lnTo>
                  <a:lnTo>
                    <a:pt x="79" y="415"/>
                  </a:lnTo>
                  <a:lnTo>
                    <a:pt x="159" y="435"/>
                  </a:lnTo>
                  <a:lnTo>
                    <a:pt x="119" y="455"/>
                  </a:lnTo>
                  <a:lnTo>
                    <a:pt x="99" y="455"/>
                  </a:lnTo>
                  <a:lnTo>
                    <a:pt x="99" y="475"/>
                  </a:lnTo>
                  <a:lnTo>
                    <a:pt x="79" y="494"/>
                  </a:lnTo>
                  <a:lnTo>
                    <a:pt x="99" y="494"/>
                  </a:lnTo>
                  <a:lnTo>
                    <a:pt x="60" y="514"/>
                  </a:lnTo>
                  <a:lnTo>
                    <a:pt x="119" y="514"/>
                  </a:lnTo>
                  <a:lnTo>
                    <a:pt x="119" y="534"/>
                  </a:lnTo>
                  <a:lnTo>
                    <a:pt x="99" y="534"/>
                  </a:lnTo>
                  <a:lnTo>
                    <a:pt x="60" y="554"/>
                  </a:lnTo>
                  <a:lnTo>
                    <a:pt x="238" y="554"/>
                  </a:lnTo>
                  <a:lnTo>
                    <a:pt x="178" y="573"/>
                  </a:lnTo>
                  <a:lnTo>
                    <a:pt x="99" y="593"/>
                  </a:lnTo>
                  <a:lnTo>
                    <a:pt x="119" y="593"/>
                  </a:lnTo>
                  <a:lnTo>
                    <a:pt x="159" y="613"/>
                  </a:lnTo>
                  <a:lnTo>
                    <a:pt x="297" y="613"/>
                  </a:lnTo>
                  <a:lnTo>
                    <a:pt x="257" y="633"/>
                  </a:lnTo>
                  <a:lnTo>
                    <a:pt x="198" y="653"/>
                  </a:lnTo>
                  <a:lnTo>
                    <a:pt x="139" y="653"/>
                  </a:lnTo>
                  <a:lnTo>
                    <a:pt x="159" y="672"/>
                  </a:lnTo>
                  <a:lnTo>
                    <a:pt x="79" y="712"/>
                  </a:lnTo>
                  <a:lnTo>
                    <a:pt x="178" y="692"/>
                  </a:lnTo>
                  <a:lnTo>
                    <a:pt x="198" y="692"/>
                  </a:lnTo>
                  <a:lnTo>
                    <a:pt x="178" y="712"/>
                  </a:lnTo>
                  <a:lnTo>
                    <a:pt x="99" y="732"/>
                  </a:lnTo>
                  <a:lnTo>
                    <a:pt x="99" y="751"/>
                  </a:lnTo>
                  <a:lnTo>
                    <a:pt x="79" y="791"/>
                  </a:lnTo>
                  <a:lnTo>
                    <a:pt x="60" y="811"/>
                  </a:lnTo>
                  <a:lnTo>
                    <a:pt x="79" y="830"/>
                  </a:lnTo>
                  <a:lnTo>
                    <a:pt x="139" y="801"/>
                  </a:lnTo>
                  <a:lnTo>
                    <a:pt x="139" y="801"/>
                  </a:lnTo>
                  <a:lnTo>
                    <a:pt x="198" y="791"/>
                  </a:lnTo>
                  <a:lnTo>
                    <a:pt x="317" y="771"/>
                  </a:lnTo>
                  <a:lnTo>
                    <a:pt x="297" y="791"/>
                  </a:lnTo>
                  <a:lnTo>
                    <a:pt x="257" y="791"/>
                  </a:lnTo>
                  <a:lnTo>
                    <a:pt x="297" y="811"/>
                  </a:lnTo>
                  <a:lnTo>
                    <a:pt x="317" y="791"/>
                  </a:lnTo>
                  <a:lnTo>
                    <a:pt x="356" y="791"/>
                  </a:lnTo>
                  <a:lnTo>
                    <a:pt x="317" y="811"/>
                  </a:lnTo>
                  <a:lnTo>
                    <a:pt x="257" y="830"/>
                  </a:lnTo>
                  <a:lnTo>
                    <a:pt x="336" y="830"/>
                  </a:lnTo>
                  <a:lnTo>
                    <a:pt x="297" y="850"/>
                  </a:lnTo>
                  <a:lnTo>
                    <a:pt x="198" y="850"/>
                  </a:lnTo>
                  <a:lnTo>
                    <a:pt x="159" y="870"/>
                  </a:lnTo>
                  <a:lnTo>
                    <a:pt x="119" y="870"/>
                  </a:lnTo>
                  <a:lnTo>
                    <a:pt x="119" y="890"/>
                  </a:lnTo>
                  <a:lnTo>
                    <a:pt x="40" y="909"/>
                  </a:lnTo>
                  <a:lnTo>
                    <a:pt x="60" y="909"/>
                  </a:lnTo>
                  <a:lnTo>
                    <a:pt x="60" y="929"/>
                  </a:lnTo>
                  <a:lnTo>
                    <a:pt x="119" y="929"/>
                  </a:lnTo>
                  <a:lnTo>
                    <a:pt x="60" y="969"/>
                  </a:lnTo>
                  <a:lnTo>
                    <a:pt x="60" y="1008"/>
                  </a:lnTo>
                  <a:lnTo>
                    <a:pt x="99" y="988"/>
                  </a:lnTo>
                  <a:lnTo>
                    <a:pt x="139" y="988"/>
                  </a:lnTo>
                  <a:lnTo>
                    <a:pt x="99" y="1008"/>
                  </a:lnTo>
                  <a:lnTo>
                    <a:pt x="79" y="1028"/>
                  </a:lnTo>
                  <a:lnTo>
                    <a:pt x="60" y="1028"/>
                  </a:lnTo>
                  <a:lnTo>
                    <a:pt x="79" y="1048"/>
                  </a:lnTo>
                  <a:lnTo>
                    <a:pt x="119" y="1048"/>
                  </a:lnTo>
                  <a:lnTo>
                    <a:pt x="218" y="1028"/>
                  </a:lnTo>
                  <a:lnTo>
                    <a:pt x="218" y="1048"/>
                  </a:lnTo>
                  <a:lnTo>
                    <a:pt x="178" y="1067"/>
                  </a:lnTo>
                  <a:lnTo>
                    <a:pt x="238" y="1048"/>
                  </a:lnTo>
                  <a:lnTo>
                    <a:pt x="277" y="1067"/>
                  </a:lnTo>
                  <a:lnTo>
                    <a:pt x="198" y="1067"/>
                  </a:lnTo>
                  <a:lnTo>
                    <a:pt x="159" y="1087"/>
                  </a:lnTo>
                  <a:lnTo>
                    <a:pt x="159" y="1107"/>
                  </a:lnTo>
                  <a:lnTo>
                    <a:pt x="159" y="1127"/>
                  </a:lnTo>
                  <a:lnTo>
                    <a:pt x="356" y="1107"/>
                  </a:lnTo>
                  <a:lnTo>
                    <a:pt x="475" y="1067"/>
                  </a:lnTo>
                  <a:lnTo>
                    <a:pt x="593" y="1048"/>
                  </a:lnTo>
                  <a:lnTo>
                    <a:pt x="593" y="1048"/>
                  </a:lnTo>
                  <a:lnTo>
                    <a:pt x="534" y="1087"/>
                  </a:lnTo>
                  <a:lnTo>
                    <a:pt x="514" y="1107"/>
                  </a:lnTo>
                  <a:lnTo>
                    <a:pt x="435" y="1127"/>
                  </a:lnTo>
                  <a:lnTo>
                    <a:pt x="396" y="1146"/>
                  </a:lnTo>
                  <a:lnTo>
                    <a:pt x="376" y="1146"/>
                  </a:lnTo>
                  <a:lnTo>
                    <a:pt x="435" y="1127"/>
                  </a:lnTo>
                  <a:lnTo>
                    <a:pt x="435" y="1107"/>
                  </a:lnTo>
                  <a:lnTo>
                    <a:pt x="297" y="1186"/>
                  </a:lnTo>
                  <a:lnTo>
                    <a:pt x="257" y="1186"/>
                  </a:lnTo>
                  <a:lnTo>
                    <a:pt x="297" y="1166"/>
                  </a:lnTo>
                  <a:lnTo>
                    <a:pt x="297" y="1166"/>
                  </a:lnTo>
                  <a:lnTo>
                    <a:pt x="238" y="1186"/>
                  </a:lnTo>
                  <a:lnTo>
                    <a:pt x="218" y="1186"/>
                  </a:lnTo>
                  <a:lnTo>
                    <a:pt x="119" y="1225"/>
                  </a:lnTo>
                  <a:lnTo>
                    <a:pt x="139" y="1245"/>
                  </a:lnTo>
                  <a:lnTo>
                    <a:pt x="159" y="1245"/>
                  </a:lnTo>
                  <a:lnTo>
                    <a:pt x="139" y="1265"/>
                  </a:lnTo>
                  <a:lnTo>
                    <a:pt x="198" y="1265"/>
                  </a:lnTo>
                  <a:lnTo>
                    <a:pt x="178" y="1285"/>
                  </a:lnTo>
                  <a:lnTo>
                    <a:pt x="257" y="1265"/>
                  </a:lnTo>
                  <a:lnTo>
                    <a:pt x="238" y="1285"/>
                  </a:lnTo>
                  <a:lnTo>
                    <a:pt x="198" y="1304"/>
                  </a:lnTo>
                  <a:lnTo>
                    <a:pt x="238" y="1304"/>
                  </a:lnTo>
                  <a:lnTo>
                    <a:pt x="238" y="1324"/>
                  </a:lnTo>
                  <a:lnTo>
                    <a:pt x="317" y="1285"/>
                  </a:lnTo>
                  <a:lnTo>
                    <a:pt x="415" y="1265"/>
                  </a:lnTo>
                  <a:lnTo>
                    <a:pt x="435" y="1265"/>
                  </a:lnTo>
                  <a:lnTo>
                    <a:pt x="455" y="1285"/>
                  </a:lnTo>
                  <a:lnTo>
                    <a:pt x="376" y="1285"/>
                  </a:lnTo>
                  <a:lnTo>
                    <a:pt x="435" y="1304"/>
                  </a:lnTo>
                  <a:lnTo>
                    <a:pt x="376" y="1324"/>
                  </a:lnTo>
                  <a:lnTo>
                    <a:pt x="356" y="1324"/>
                  </a:lnTo>
                  <a:lnTo>
                    <a:pt x="336" y="1344"/>
                  </a:lnTo>
                  <a:lnTo>
                    <a:pt x="356" y="1344"/>
                  </a:lnTo>
                  <a:lnTo>
                    <a:pt x="435" y="1324"/>
                  </a:lnTo>
                  <a:lnTo>
                    <a:pt x="415" y="1344"/>
                  </a:lnTo>
                  <a:lnTo>
                    <a:pt x="415" y="1364"/>
                  </a:lnTo>
                  <a:lnTo>
                    <a:pt x="415" y="1364"/>
                  </a:lnTo>
                  <a:lnTo>
                    <a:pt x="415" y="1364"/>
                  </a:lnTo>
                  <a:lnTo>
                    <a:pt x="317" y="1383"/>
                  </a:lnTo>
                  <a:lnTo>
                    <a:pt x="238" y="1403"/>
                  </a:lnTo>
                  <a:lnTo>
                    <a:pt x="257" y="1383"/>
                  </a:lnTo>
                  <a:lnTo>
                    <a:pt x="277" y="1364"/>
                  </a:lnTo>
                  <a:lnTo>
                    <a:pt x="238" y="1364"/>
                  </a:lnTo>
                  <a:lnTo>
                    <a:pt x="277" y="1344"/>
                  </a:lnTo>
                  <a:lnTo>
                    <a:pt x="277" y="1324"/>
                  </a:lnTo>
                  <a:lnTo>
                    <a:pt x="218" y="1324"/>
                  </a:lnTo>
                  <a:lnTo>
                    <a:pt x="198" y="1364"/>
                  </a:lnTo>
                  <a:lnTo>
                    <a:pt x="218" y="1383"/>
                  </a:lnTo>
                  <a:lnTo>
                    <a:pt x="178" y="1403"/>
                  </a:lnTo>
                  <a:lnTo>
                    <a:pt x="297" y="1423"/>
                  </a:lnTo>
                  <a:lnTo>
                    <a:pt x="356" y="1383"/>
                  </a:lnTo>
                  <a:lnTo>
                    <a:pt x="415" y="1364"/>
                  </a:lnTo>
                  <a:lnTo>
                    <a:pt x="415" y="1364"/>
                  </a:lnTo>
                  <a:lnTo>
                    <a:pt x="336" y="1403"/>
                  </a:lnTo>
                  <a:lnTo>
                    <a:pt x="297" y="1443"/>
                  </a:lnTo>
                  <a:lnTo>
                    <a:pt x="376" y="1423"/>
                  </a:lnTo>
                  <a:lnTo>
                    <a:pt x="455" y="1403"/>
                  </a:lnTo>
                  <a:lnTo>
                    <a:pt x="475" y="1383"/>
                  </a:lnTo>
                  <a:lnTo>
                    <a:pt x="534" y="1364"/>
                  </a:lnTo>
                  <a:lnTo>
                    <a:pt x="573" y="1364"/>
                  </a:lnTo>
                  <a:lnTo>
                    <a:pt x="554" y="1383"/>
                  </a:lnTo>
                  <a:lnTo>
                    <a:pt x="534" y="1383"/>
                  </a:lnTo>
                  <a:lnTo>
                    <a:pt x="514" y="1403"/>
                  </a:lnTo>
                  <a:lnTo>
                    <a:pt x="494" y="1423"/>
                  </a:lnTo>
                  <a:lnTo>
                    <a:pt x="317" y="1443"/>
                  </a:lnTo>
                  <a:lnTo>
                    <a:pt x="297" y="1462"/>
                  </a:lnTo>
                  <a:lnTo>
                    <a:pt x="317" y="1462"/>
                  </a:lnTo>
                  <a:lnTo>
                    <a:pt x="297" y="1482"/>
                  </a:lnTo>
                  <a:lnTo>
                    <a:pt x="297" y="1482"/>
                  </a:lnTo>
                  <a:lnTo>
                    <a:pt x="356" y="1462"/>
                  </a:lnTo>
                  <a:lnTo>
                    <a:pt x="396" y="1443"/>
                  </a:lnTo>
                  <a:lnTo>
                    <a:pt x="554" y="1443"/>
                  </a:lnTo>
                  <a:lnTo>
                    <a:pt x="494" y="1462"/>
                  </a:lnTo>
                  <a:lnTo>
                    <a:pt x="435" y="1482"/>
                  </a:lnTo>
                  <a:lnTo>
                    <a:pt x="396" y="1482"/>
                  </a:lnTo>
                  <a:lnTo>
                    <a:pt x="297" y="1522"/>
                  </a:lnTo>
                  <a:lnTo>
                    <a:pt x="356" y="1502"/>
                  </a:lnTo>
                  <a:lnTo>
                    <a:pt x="376" y="1502"/>
                  </a:lnTo>
                  <a:lnTo>
                    <a:pt x="356" y="1522"/>
                  </a:lnTo>
                  <a:lnTo>
                    <a:pt x="356" y="1541"/>
                  </a:lnTo>
                  <a:lnTo>
                    <a:pt x="396" y="1561"/>
                  </a:lnTo>
                  <a:lnTo>
                    <a:pt x="435" y="1541"/>
                  </a:lnTo>
                  <a:lnTo>
                    <a:pt x="455" y="1541"/>
                  </a:lnTo>
                  <a:lnTo>
                    <a:pt x="435" y="1561"/>
                  </a:lnTo>
                  <a:lnTo>
                    <a:pt x="455" y="1561"/>
                  </a:lnTo>
                  <a:lnTo>
                    <a:pt x="455" y="1581"/>
                  </a:lnTo>
                  <a:lnTo>
                    <a:pt x="475" y="1581"/>
                  </a:lnTo>
                  <a:lnTo>
                    <a:pt x="514" y="1561"/>
                  </a:lnTo>
                  <a:lnTo>
                    <a:pt x="554" y="1522"/>
                  </a:lnTo>
                  <a:lnTo>
                    <a:pt x="613" y="1541"/>
                  </a:lnTo>
                  <a:lnTo>
                    <a:pt x="692" y="1541"/>
                  </a:lnTo>
                  <a:lnTo>
                    <a:pt x="830" y="1304"/>
                  </a:lnTo>
                  <a:lnTo>
                    <a:pt x="968" y="1048"/>
                  </a:lnTo>
                  <a:lnTo>
                    <a:pt x="1245" y="396"/>
                  </a:lnTo>
                  <a:lnTo>
                    <a:pt x="1107" y="396"/>
                  </a:lnTo>
                  <a:lnTo>
                    <a:pt x="1166" y="376"/>
                  </a:lnTo>
                  <a:lnTo>
                    <a:pt x="1186" y="376"/>
                  </a:lnTo>
                  <a:lnTo>
                    <a:pt x="1166" y="356"/>
                  </a:lnTo>
                  <a:lnTo>
                    <a:pt x="1245" y="356"/>
                  </a:lnTo>
                  <a:lnTo>
                    <a:pt x="1245" y="336"/>
                  </a:lnTo>
                  <a:lnTo>
                    <a:pt x="1067" y="336"/>
                  </a:lnTo>
                  <a:lnTo>
                    <a:pt x="1047" y="317"/>
                  </a:lnTo>
                  <a:lnTo>
                    <a:pt x="1067" y="317"/>
                  </a:lnTo>
                  <a:lnTo>
                    <a:pt x="1008" y="277"/>
                  </a:lnTo>
                  <a:lnTo>
                    <a:pt x="988" y="238"/>
                  </a:lnTo>
                  <a:lnTo>
                    <a:pt x="968" y="198"/>
                  </a:lnTo>
                  <a:lnTo>
                    <a:pt x="1008" y="139"/>
                  </a:lnTo>
                  <a:lnTo>
                    <a:pt x="1028" y="149"/>
                  </a:lnTo>
                  <a:lnTo>
                    <a:pt x="1028" y="149"/>
                  </a:lnTo>
                  <a:lnTo>
                    <a:pt x="1028" y="139"/>
                  </a:lnTo>
                  <a:lnTo>
                    <a:pt x="1067" y="139"/>
                  </a:lnTo>
                  <a:lnTo>
                    <a:pt x="1087" y="119"/>
                  </a:lnTo>
                  <a:lnTo>
                    <a:pt x="1047" y="119"/>
                  </a:lnTo>
                  <a:lnTo>
                    <a:pt x="1087" y="99"/>
                  </a:lnTo>
                  <a:lnTo>
                    <a:pt x="1087" y="119"/>
                  </a:lnTo>
                  <a:lnTo>
                    <a:pt x="1107" y="99"/>
                  </a:lnTo>
                  <a:lnTo>
                    <a:pt x="1126" y="80"/>
                  </a:lnTo>
                  <a:lnTo>
                    <a:pt x="1146" y="80"/>
                  </a:lnTo>
                  <a:lnTo>
                    <a:pt x="1146" y="60"/>
                  </a:lnTo>
                  <a:lnTo>
                    <a:pt x="1265" y="60"/>
                  </a:lnTo>
                  <a:lnTo>
                    <a:pt x="1205" y="40"/>
                  </a:lnTo>
                  <a:lnTo>
                    <a:pt x="1146" y="40"/>
                  </a:lnTo>
                  <a:lnTo>
                    <a:pt x="1126" y="20"/>
                  </a:lnTo>
                  <a:lnTo>
                    <a:pt x="968" y="1"/>
                  </a:lnTo>
                  <a:close/>
                  <a:moveTo>
                    <a:pt x="475" y="1581"/>
                  </a:moveTo>
                  <a:lnTo>
                    <a:pt x="475" y="1601"/>
                  </a:lnTo>
                  <a:lnTo>
                    <a:pt x="514" y="158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7" name="Google Shape;3017;p11"/>
            <p:cNvSpPr/>
            <p:nvPr/>
          </p:nvSpPr>
          <p:spPr>
            <a:xfrm>
              <a:off x="-1164000" y="4095600"/>
              <a:ext cx="525" cy="500"/>
            </a:xfrm>
            <a:custGeom>
              <a:rect b="b" l="l" r="r" t="t"/>
              <a:pathLst>
                <a:path extrusionOk="0" h="20" w="21">
                  <a:moveTo>
                    <a:pt x="20" y="0"/>
                  </a:moveTo>
                  <a:lnTo>
                    <a:pt x="20" y="0"/>
                  </a:lnTo>
                  <a:lnTo>
                    <a:pt x="0" y="20"/>
                  </a:lnTo>
                  <a:lnTo>
                    <a:pt x="0" y="2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8" name="Google Shape;3018;p11"/>
            <p:cNvSpPr/>
            <p:nvPr/>
          </p:nvSpPr>
          <p:spPr>
            <a:xfrm>
              <a:off x="-1395600" y="410002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
            <p:cNvSpPr/>
            <p:nvPr/>
          </p:nvSpPr>
          <p:spPr>
            <a:xfrm>
              <a:off x="-1397075" y="4099050"/>
              <a:ext cx="25" cy="25"/>
            </a:xfrm>
            <a:custGeom>
              <a:rect b="b" l="l" r="r" t="t"/>
              <a:pathLst>
                <a:path extrusionOk="0" h="1" w="1">
                  <a:moveTo>
                    <a:pt x="0" y="0"/>
                  </a:move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0" name="Google Shape;3020;p11"/>
            <p:cNvSpPr/>
            <p:nvPr/>
          </p:nvSpPr>
          <p:spPr>
            <a:xfrm>
              <a:off x="-1435600" y="4052125"/>
              <a:ext cx="48425" cy="55350"/>
            </a:xfrm>
            <a:custGeom>
              <a:rect b="b" l="l" r="r" t="t"/>
              <a:pathLst>
                <a:path extrusionOk="0" h="2214" w="1937">
                  <a:moveTo>
                    <a:pt x="652" y="80"/>
                  </a:moveTo>
                  <a:lnTo>
                    <a:pt x="692" y="100"/>
                  </a:lnTo>
                  <a:lnTo>
                    <a:pt x="633" y="80"/>
                  </a:lnTo>
                  <a:close/>
                  <a:moveTo>
                    <a:pt x="1403" y="712"/>
                  </a:moveTo>
                  <a:lnTo>
                    <a:pt x="1403" y="732"/>
                  </a:lnTo>
                  <a:lnTo>
                    <a:pt x="1304" y="732"/>
                  </a:lnTo>
                  <a:lnTo>
                    <a:pt x="1344" y="712"/>
                  </a:lnTo>
                  <a:close/>
                  <a:moveTo>
                    <a:pt x="336" y="831"/>
                  </a:moveTo>
                  <a:lnTo>
                    <a:pt x="277" y="850"/>
                  </a:lnTo>
                  <a:lnTo>
                    <a:pt x="356" y="831"/>
                  </a:lnTo>
                  <a:close/>
                  <a:moveTo>
                    <a:pt x="218" y="969"/>
                  </a:moveTo>
                  <a:lnTo>
                    <a:pt x="198" y="989"/>
                  </a:lnTo>
                  <a:lnTo>
                    <a:pt x="238" y="989"/>
                  </a:lnTo>
                  <a:lnTo>
                    <a:pt x="218" y="969"/>
                  </a:lnTo>
                  <a:close/>
                  <a:moveTo>
                    <a:pt x="80" y="969"/>
                  </a:moveTo>
                  <a:lnTo>
                    <a:pt x="60" y="989"/>
                  </a:lnTo>
                  <a:lnTo>
                    <a:pt x="60" y="1008"/>
                  </a:lnTo>
                  <a:lnTo>
                    <a:pt x="40" y="1028"/>
                  </a:lnTo>
                  <a:lnTo>
                    <a:pt x="139" y="1048"/>
                  </a:lnTo>
                  <a:lnTo>
                    <a:pt x="198" y="1028"/>
                  </a:lnTo>
                  <a:lnTo>
                    <a:pt x="80" y="1028"/>
                  </a:lnTo>
                  <a:lnTo>
                    <a:pt x="99" y="1008"/>
                  </a:lnTo>
                  <a:lnTo>
                    <a:pt x="119" y="1008"/>
                  </a:lnTo>
                  <a:lnTo>
                    <a:pt x="99" y="989"/>
                  </a:lnTo>
                  <a:lnTo>
                    <a:pt x="139" y="989"/>
                  </a:lnTo>
                  <a:lnTo>
                    <a:pt x="139" y="969"/>
                  </a:lnTo>
                  <a:close/>
                  <a:moveTo>
                    <a:pt x="1778" y="1265"/>
                  </a:moveTo>
                  <a:lnTo>
                    <a:pt x="1719" y="1285"/>
                  </a:lnTo>
                  <a:lnTo>
                    <a:pt x="1739" y="1285"/>
                  </a:lnTo>
                  <a:lnTo>
                    <a:pt x="1778" y="1265"/>
                  </a:lnTo>
                  <a:close/>
                  <a:moveTo>
                    <a:pt x="376" y="1285"/>
                  </a:moveTo>
                  <a:lnTo>
                    <a:pt x="317" y="1305"/>
                  </a:lnTo>
                  <a:lnTo>
                    <a:pt x="317" y="1305"/>
                  </a:lnTo>
                  <a:lnTo>
                    <a:pt x="396" y="1285"/>
                  </a:lnTo>
                  <a:close/>
                  <a:moveTo>
                    <a:pt x="297" y="1245"/>
                  </a:moveTo>
                  <a:lnTo>
                    <a:pt x="198" y="1265"/>
                  </a:lnTo>
                  <a:lnTo>
                    <a:pt x="218" y="1265"/>
                  </a:lnTo>
                  <a:lnTo>
                    <a:pt x="218" y="1285"/>
                  </a:lnTo>
                  <a:lnTo>
                    <a:pt x="198" y="1305"/>
                  </a:lnTo>
                  <a:lnTo>
                    <a:pt x="198" y="1305"/>
                  </a:lnTo>
                  <a:lnTo>
                    <a:pt x="238" y="1285"/>
                  </a:lnTo>
                  <a:lnTo>
                    <a:pt x="336" y="1265"/>
                  </a:lnTo>
                  <a:lnTo>
                    <a:pt x="317" y="1265"/>
                  </a:lnTo>
                  <a:lnTo>
                    <a:pt x="336" y="1245"/>
                  </a:lnTo>
                  <a:close/>
                  <a:moveTo>
                    <a:pt x="1522" y="1324"/>
                  </a:moveTo>
                  <a:lnTo>
                    <a:pt x="1443" y="1344"/>
                  </a:lnTo>
                  <a:lnTo>
                    <a:pt x="1443" y="1349"/>
                  </a:lnTo>
                  <a:lnTo>
                    <a:pt x="1443" y="1349"/>
                  </a:lnTo>
                  <a:lnTo>
                    <a:pt x="1462" y="1344"/>
                  </a:lnTo>
                  <a:lnTo>
                    <a:pt x="1522" y="1324"/>
                  </a:lnTo>
                  <a:close/>
                  <a:moveTo>
                    <a:pt x="1482" y="1344"/>
                  </a:moveTo>
                  <a:lnTo>
                    <a:pt x="1443" y="1354"/>
                  </a:lnTo>
                  <a:lnTo>
                    <a:pt x="1443" y="1354"/>
                  </a:lnTo>
                  <a:lnTo>
                    <a:pt x="1443" y="1364"/>
                  </a:lnTo>
                  <a:lnTo>
                    <a:pt x="1482" y="1344"/>
                  </a:lnTo>
                  <a:close/>
                  <a:moveTo>
                    <a:pt x="1443" y="1349"/>
                  </a:moveTo>
                  <a:lnTo>
                    <a:pt x="1383" y="1364"/>
                  </a:lnTo>
                  <a:lnTo>
                    <a:pt x="1324" y="1384"/>
                  </a:lnTo>
                  <a:lnTo>
                    <a:pt x="1324" y="1384"/>
                  </a:lnTo>
                  <a:lnTo>
                    <a:pt x="1403" y="1364"/>
                  </a:lnTo>
                  <a:lnTo>
                    <a:pt x="1443" y="1354"/>
                  </a:lnTo>
                  <a:lnTo>
                    <a:pt x="1443" y="1354"/>
                  </a:lnTo>
                  <a:lnTo>
                    <a:pt x="1443" y="1349"/>
                  </a:lnTo>
                  <a:close/>
                  <a:moveTo>
                    <a:pt x="1798" y="1423"/>
                  </a:moveTo>
                  <a:lnTo>
                    <a:pt x="1786" y="1435"/>
                  </a:lnTo>
                  <a:lnTo>
                    <a:pt x="1786" y="1435"/>
                  </a:lnTo>
                  <a:lnTo>
                    <a:pt x="1798" y="1432"/>
                  </a:lnTo>
                  <a:lnTo>
                    <a:pt x="1798" y="1432"/>
                  </a:lnTo>
                  <a:lnTo>
                    <a:pt x="1798" y="1423"/>
                  </a:lnTo>
                  <a:close/>
                  <a:moveTo>
                    <a:pt x="1786" y="1435"/>
                  </a:moveTo>
                  <a:lnTo>
                    <a:pt x="1759" y="1443"/>
                  </a:lnTo>
                  <a:lnTo>
                    <a:pt x="1778" y="1443"/>
                  </a:lnTo>
                  <a:lnTo>
                    <a:pt x="1786" y="1435"/>
                  </a:lnTo>
                  <a:close/>
                  <a:moveTo>
                    <a:pt x="415" y="1443"/>
                  </a:moveTo>
                  <a:lnTo>
                    <a:pt x="396" y="1463"/>
                  </a:lnTo>
                  <a:lnTo>
                    <a:pt x="396" y="1463"/>
                  </a:lnTo>
                  <a:lnTo>
                    <a:pt x="455" y="1443"/>
                  </a:lnTo>
                  <a:close/>
                  <a:moveTo>
                    <a:pt x="1877" y="1443"/>
                  </a:moveTo>
                  <a:lnTo>
                    <a:pt x="1824" y="1456"/>
                  </a:lnTo>
                  <a:lnTo>
                    <a:pt x="1824" y="1456"/>
                  </a:lnTo>
                  <a:lnTo>
                    <a:pt x="1818" y="1463"/>
                  </a:lnTo>
                  <a:lnTo>
                    <a:pt x="1818" y="1463"/>
                  </a:lnTo>
                  <a:lnTo>
                    <a:pt x="1877" y="1443"/>
                  </a:lnTo>
                  <a:close/>
                  <a:moveTo>
                    <a:pt x="415" y="1463"/>
                  </a:moveTo>
                  <a:lnTo>
                    <a:pt x="415" y="1482"/>
                  </a:lnTo>
                  <a:lnTo>
                    <a:pt x="435" y="1489"/>
                  </a:lnTo>
                  <a:lnTo>
                    <a:pt x="435" y="1489"/>
                  </a:lnTo>
                  <a:lnTo>
                    <a:pt x="435" y="1482"/>
                  </a:lnTo>
                  <a:lnTo>
                    <a:pt x="435" y="1463"/>
                  </a:lnTo>
                  <a:close/>
                  <a:moveTo>
                    <a:pt x="435" y="1489"/>
                  </a:moveTo>
                  <a:lnTo>
                    <a:pt x="435" y="1502"/>
                  </a:lnTo>
                  <a:lnTo>
                    <a:pt x="458" y="1496"/>
                  </a:lnTo>
                  <a:lnTo>
                    <a:pt x="458" y="1496"/>
                  </a:lnTo>
                  <a:lnTo>
                    <a:pt x="435" y="1489"/>
                  </a:lnTo>
                  <a:close/>
                  <a:moveTo>
                    <a:pt x="514" y="1640"/>
                  </a:moveTo>
                  <a:lnTo>
                    <a:pt x="475" y="1660"/>
                  </a:lnTo>
                  <a:lnTo>
                    <a:pt x="514" y="1660"/>
                  </a:lnTo>
                  <a:lnTo>
                    <a:pt x="514" y="1640"/>
                  </a:lnTo>
                  <a:close/>
                  <a:moveTo>
                    <a:pt x="1818" y="1640"/>
                  </a:moveTo>
                  <a:lnTo>
                    <a:pt x="1778" y="1660"/>
                  </a:lnTo>
                  <a:lnTo>
                    <a:pt x="1818" y="1640"/>
                  </a:lnTo>
                  <a:close/>
                  <a:moveTo>
                    <a:pt x="1620" y="1719"/>
                  </a:moveTo>
                  <a:lnTo>
                    <a:pt x="1601" y="1739"/>
                  </a:lnTo>
                  <a:lnTo>
                    <a:pt x="1601" y="1739"/>
                  </a:lnTo>
                  <a:lnTo>
                    <a:pt x="1620" y="1731"/>
                  </a:lnTo>
                  <a:lnTo>
                    <a:pt x="1620" y="1731"/>
                  </a:lnTo>
                  <a:lnTo>
                    <a:pt x="1620" y="1719"/>
                  </a:lnTo>
                  <a:close/>
                  <a:moveTo>
                    <a:pt x="1778" y="1660"/>
                  </a:moveTo>
                  <a:lnTo>
                    <a:pt x="1739" y="1680"/>
                  </a:lnTo>
                  <a:lnTo>
                    <a:pt x="1620" y="1731"/>
                  </a:lnTo>
                  <a:lnTo>
                    <a:pt x="1620" y="1731"/>
                  </a:lnTo>
                  <a:lnTo>
                    <a:pt x="1620" y="1739"/>
                  </a:lnTo>
                  <a:lnTo>
                    <a:pt x="1699" y="1700"/>
                  </a:lnTo>
                  <a:lnTo>
                    <a:pt x="1778" y="1660"/>
                  </a:lnTo>
                  <a:close/>
                  <a:moveTo>
                    <a:pt x="850" y="1846"/>
                  </a:moveTo>
                  <a:lnTo>
                    <a:pt x="771" y="1877"/>
                  </a:lnTo>
                  <a:lnTo>
                    <a:pt x="791" y="1858"/>
                  </a:lnTo>
                  <a:lnTo>
                    <a:pt x="850" y="1846"/>
                  </a:lnTo>
                  <a:close/>
                  <a:moveTo>
                    <a:pt x="1581" y="1897"/>
                  </a:moveTo>
                  <a:lnTo>
                    <a:pt x="1561" y="1907"/>
                  </a:lnTo>
                  <a:lnTo>
                    <a:pt x="1561" y="1907"/>
                  </a:lnTo>
                  <a:lnTo>
                    <a:pt x="1561" y="1917"/>
                  </a:lnTo>
                  <a:lnTo>
                    <a:pt x="1581" y="1897"/>
                  </a:lnTo>
                  <a:close/>
                  <a:moveTo>
                    <a:pt x="1660" y="1858"/>
                  </a:moveTo>
                  <a:lnTo>
                    <a:pt x="1581" y="1897"/>
                  </a:lnTo>
                  <a:lnTo>
                    <a:pt x="1601" y="1917"/>
                  </a:lnTo>
                  <a:lnTo>
                    <a:pt x="1640" y="1897"/>
                  </a:lnTo>
                  <a:lnTo>
                    <a:pt x="1660" y="1877"/>
                  </a:lnTo>
                  <a:lnTo>
                    <a:pt x="1699" y="1858"/>
                  </a:lnTo>
                  <a:close/>
                  <a:moveTo>
                    <a:pt x="1522" y="1956"/>
                  </a:moveTo>
                  <a:lnTo>
                    <a:pt x="1502" y="1976"/>
                  </a:lnTo>
                  <a:lnTo>
                    <a:pt x="1522" y="1976"/>
                  </a:lnTo>
                  <a:lnTo>
                    <a:pt x="1541" y="1956"/>
                  </a:lnTo>
                  <a:close/>
                  <a:moveTo>
                    <a:pt x="731" y="1"/>
                  </a:moveTo>
                  <a:lnTo>
                    <a:pt x="771" y="21"/>
                  </a:lnTo>
                  <a:lnTo>
                    <a:pt x="731" y="21"/>
                  </a:lnTo>
                  <a:lnTo>
                    <a:pt x="751" y="40"/>
                  </a:lnTo>
                  <a:lnTo>
                    <a:pt x="692" y="21"/>
                  </a:lnTo>
                  <a:lnTo>
                    <a:pt x="593" y="21"/>
                  </a:lnTo>
                  <a:lnTo>
                    <a:pt x="613" y="40"/>
                  </a:lnTo>
                  <a:lnTo>
                    <a:pt x="633" y="40"/>
                  </a:lnTo>
                  <a:lnTo>
                    <a:pt x="613" y="60"/>
                  </a:lnTo>
                  <a:lnTo>
                    <a:pt x="554" y="40"/>
                  </a:lnTo>
                  <a:lnTo>
                    <a:pt x="573" y="60"/>
                  </a:lnTo>
                  <a:lnTo>
                    <a:pt x="562" y="72"/>
                  </a:lnTo>
                  <a:lnTo>
                    <a:pt x="562" y="72"/>
                  </a:lnTo>
                  <a:lnTo>
                    <a:pt x="514" y="60"/>
                  </a:lnTo>
                  <a:lnTo>
                    <a:pt x="475" y="80"/>
                  </a:lnTo>
                  <a:lnTo>
                    <a:pt x="475" y="100"/>
                  </a:lnTo>
                  <a:lnTo>
                    <a:pt x="455" y="80"/>
                  </a:lnTo>
                  <a:lnTo>
                    <a:pt x="376" y="80"/>
                  </a:lnTo>
                  <a:lnTo>
                    <a:pt x="376" y="100"/>
                  </a:lnTo>
                  <a:lnTo>
                    <a:pt x="415" y="100"/>
                  </a:lnTo>
                  <a:lnTo>
                    <a:pt x="435" y="119"/>
                  </a:lnTo>
                  <a:lnTo>
                    <a:pt x="376" y="119"/>
                  </a:lnTo>
                  <a:lnTo>
                    <a:pt x="376" y="139"/>
                  </a:lnTo>
                  <a:lnTo>
                    <a:pt x="317" y="139"/>
                  </a:lnTo>
                  <a:lnTo>
                    <a:pt x="317" y="159"/>
                  </a:lnTo>
                  <a:lnTo>
                    <a:pt x="376" y="179"/>
                  </a:lnTo>
                  <a:lnTo>
                    <a:pt x="297" y="179"/>
                  </a:lnTo>
                  <a:lnTo>
                    <a:pt x="415" y="198"/>
                  </a:lnTo>
                  <a:lnTo>
                    <a:pt x="317" y="198"/>
                  </a:lnTo>
                  <a:lnTo>
                    <a:pt x="277" y="218"/>
                  </a:lnTo>
                  <a:lnTo>
                    <a:pt x="178" y="218"/>
                  </a:lnTo>
                  <a:lnTo>
                    <a:pt x="159" y="238"/>
                  </a:lnTo>
                  <a:lnTo>
                    <a:pt x="139" y="238"/>
                  </a:lnTo>
                  <a:lnTo>
                    <a:pt x="198" y="258"/>
                  </a:lnTo>
                  <a:lnTo>
                    <a:pt x="119" y="258"/>
                  </a:lnTo>
                  <a:lnTo>
                    <a:pt x="139" y="277"/>
                  </a:lnTo>
                  <a:lnTo>
                    <a:pt x="119" y="297"/>
                  </a:lnTo>
                  <a:lnTo>
                    <a:pt x="139" y="297"/>
                  </a:lnTo>
                  <a:lnTo>
                    <a:pt x="178" y="317"/>
                  </a:lnTo>
                  <a:lnTo>
                    <a:pt x="159" y="317"/>
                  </a:lnTo>
                  <a:lnTo>
                    <a:pt x="80" y="337"/>
                  </a:lnTo>
                  <a:lnTo>
                    <a:pt x="257" y="356"/>
                  </a:lnTo>
                  <a:lnTo>
                    <a:pt x="218" y="356"/>
                  </a:lnTo>
                  <a:lnTo>
                    <a:pt x="119" y="376"/>
                  </a:lnTo>
                  <a:lnTo>
                    <a:pt x="119" y="376"/>
                  </a:lnTo>
                  <a:lnTo>
                    <a:pt x="139" y="356"/>
                  </a:lnTo>
                  <a:lnTo>
                    <a:pt x="119" y="356"/>
                  </a:lnTo>
                  <a:lnTo>
                    <a:pt x="20" y="376"/>
                  </a:lnTo>
                  <a:lnTo>
                    <a:pt x="40" y="376"/>
                  </a:lnTo>
                  <a:lnTo>
                    <a:pt x="20" y="396"/>
                  </a:lnTo>
                  <a:lnTo>
                    <a:pt x="139" y="396"/>
                  </a:lnTo>
                  <a:lnTo>
                    <a:pt x="60" y="376"/>
                  </a:lnTo>
                  <a:lnTo>
                    <a:pt x="178" y="376"/>
                  </a:lnTo>
                  <a:lnTo>
                    <a:pt x="218" y="396"/>
                  </a:lnTo>
                  <a:lnTo>
                    <a:pt x="317" y="416"/>
                  </a:lnTo>
                  <a:lnTo>
                    <a:pt x="257" y="435"/>
                  </a:lnTo>
                  <a:lnTo>
                    <a:pt x="139" y="416"/>
                  </a:lnTo>
                  <a:lnTo>
                    <a:pt x="178" y="435"/>
                  </a:lnTo>
                  <a:lnTo>
                    <a:pt x="159" y="435"/>
                  </a:lnTo>
                  <a:lnTo>
                    <a:pt x="80" y="455"/>
                  </a:lnTo>
                  <a:lnTo>
                    <a:pt x="198" y="455"/>
                  </a:lnTo>
                  <a:lnTo>
                    <a:pt x="178" y="475"/>
                  </a:lnTo>
                  <a:lnTo>
                    <a:pt x="99" y="475"/>
                  </a:lnTo>
                  <a:lnTo>
                    <a:pt x="99" y="495"/>
                  </a:lnTo>
                  <a:lnTo>
                    <a:pt x="60" y="514"/>
                  </a:lnTo>
                  <a:lnTo>
                    <a:pt x="40" y="534"/>
                  </a:lnTo>
                  <a:lnTo>
                    <a:pt x="60" y="554"/>
                  </a:lnTo>
                  <a:lnTo>
                    <a:pt x="139" y="534"/>
                  </a:lnTo>
                  <a:lnTo>
                    <a:pt x="297" y="534"/>
                  </a:lnTo>
                  <a:lnTo>
                    <a:pt x="277" y="554"/>
                  </a:lnTo>
                  <a:lnTo>
                    <a:pt x="336" y="554"/>
                  </a:lnTo>
                  <a:lnTo>
                    <a:pt x="297" y="574"/>
                  </a:lnTo>
                  <a:lnTo>
                    <a:pt x="257" y="574"/>
                  </a:lnTo>
                  <a:lnTo>
                    <a:pt x="317" y="593"/>
                  </a:lnTo>
                  <a:lnTo>
                    <a:pt x="257" y="593"/>
                  </a:lnTo>
                  <a:lnTo>
                    <a:pt x="178" y="574"/>
                  </a:lnTo>
                  <a:lnTo>
                    <a:pt x="139" y="593"/>
                  </a:lnTo>
                  <a:lnTo>
                    <a:pt x="20" y="593"/>
                  </a:lnTo>
                  <a:lnTo>
                    <a:pt x="20" y="613"/>
                  </a:lnTo>
                  <a:lnTo>
                    <a:pt x="1" y="613"/>
                  </a:lnTo>
                  <a:lnTo>
                    <a:pt x="80" y="633"/>
                  </a:lnTo>
                  <a:lnTo>
                    <a:pt x="20" y="653"/>
                  </a:lnTo>
                  <a:lnTo>
                    <a:pt x="1" y="672"/>
                  </a:lnTo>
                  <a:lnTo>
                    <a:pt x="80" y="672"/>
                  </a:lnTo>
                  <a:lnTo>
                    <a:pt x="60" y="692"/>
                  </a:lnTo>
                  <a:lnTo>
                    <a:pt x="1" y="692"/>
                  </a:lnTo>
                  <a:lnTo>
                    <a:pt x="20" y="712"/>
                  </a:lnTo>
                  <a:lnTo>
                    <a:pt x="60" y="732"/>
                  </a:lnTo>
                  <a:lnTo>
                    <a:pt x="99" y="732"/>
                  </a:lnTo>
                  <a:lnTo>
                    <a:pt x="178" y="751"/>
                  </a:lnTo>
                  <a:lnTo>
                    <a:pt x="198" y="751"/>
                  </a:lnTo>
                  <a:lnTo>
                    <a:pt x="178" y="771"/>
                  </a:lnTo>
                  <a:lnTo>
                    <a:pt x="119" y="751"/>
                  </a:lnTo>
                  <a:lnTo>
                    <a:pt x="80" y="751"/>
                  </a:lnTo>
                  <a:lnTo>
                    <a:pt x="80" y="771"/>
                  </a:lnTo>
                  <a:lnTo>
                    <a:pt x="80" y="791"/>
                  </a:lnTo>
                  <a:lnTo>
                    <a:pt x="277" y="811"/>
                  </a:lnTo>
                  <a:lnTo>
                    <a:pt x="455" y="811"/>
                  </a:lnTo>
                  <a:lnTo>
                    <a:pt x="415" y="831"/>
                  </a:lnTo>
                  <a:lnTo>
                    <a:pt x="336" y="850"/>
                  </a:lnTo>
                  <a:lnTo>
                    <a:pt x="277" y="850"/>
                  </a:lnTo>
                  <a:lnTo>
                    <a:pt x="198" y="870"/>
                  </a:lnTo>
                  <a:lnTo>
                    <a:pt x="139" y="850"/>
                  </a:lnTo>
                  <a:lnTo>
                    <a:pt x="119" y="850"/>
                  </a:lnTo>
                  <a:lnTo>
                    <a:pt x="20" y="870"/>
                  </a:lnTo>
                  <a:lnTo>
                    <a:pt x="80" y="870"/>
                  </a:lnTo>
                  <a:lnTo>
                    <a:pt x="40" y="890"/>
                  </a:lnTo>
                  <a:lnTo>
                    <a:pt x="60" y="910"/>
                  </a:lnTo>
                  <a:lnTo>
                    <a:pt x="80" y="910"/>
                  </a:lnTo>
                  <a:lnTo>
                    <a:pt x="60" y="929"/>
                  </a:lnTo>
                  <a:lnTo>
                    <a:pt x="139" y="910"/>
                  </a:lnTo>
                  <a:lnTo>
                    <a:pt x="139" y="929"/>
                  </a:lnTo>
                  <a:lnTo>
                    <a:pt x="119" y="929"/>
                  </a:lnTo>
                  <a:lnTo>
                    <a:pt x="60" y="949"/>
                  </a:lnTo>
                  <a:lnTo>
                    <a:pt x="317" y="949"/>
                  </a:lnTo>
                  <a:lnTo>
                    <a:pt x="317" y="969"/>
                  </a:lnTo>
                  <a:lnTo>
                    <a:pt x="277" y="969"/>
                  </a:lnTo>
                  <a:lnTo>
                    <a:pt x="297" y="989"/>
                  </a:lnTo>
                  <a:lnTo>
                    <a:pt x="277" y="1008"/>
                  </a:lnTo>
                  <a:lnTo>
                    <a:pt x="257" y="1028"/>
                  </a:lnTo>
                  <a:lnTo>
                    <a:pt x="277" y="1028"/>
                  </a:lnTo>
                  <a:lnTo>
                    <a:pt x="178" y="1048"/>
                  </a:lnTo>
                  <a:lnTo>
                    <a:pt x="139" y="1068"/>
                  </a:lnTo>
                  <a:lnTo>
                    <a:pt x="297" y="1068"/>
                  </a:lnTo>
                  <a:lnTo>
                    <a:pt x="336" y="1048"/>
                  </a:lnTo>
                  <a:lnTo>
                    <a:pt x="396" y="1048"/>
                  </a:lnTo>
                  <a:lnTo>
                    <a:pt x="376" y="1068"/>
                  </a:lnTo>
                  <a:lnTo>
                    <a:pt x="336" y="1087"/>
                  </a:lnTo>
                  <a:lnTo>
                    <a:pt x="159" y="1068"/>
                  </a:lnTo>
                  <a:lnTo>
                    <a:pt x="139" y="1087"/>
                  </a:lnTo>
                  <a:lnTo>
                    <a:pt x="119" y="1107"/>
                  </a:lnTo>
                  <a:lnTo>
                    <a:pt x="218" y="1087"/>
                  </a:lnTo>
                  <a:lnTo>
                    <a:pt x="317" y="1107"/>
                  </a:lnTo>
                  <a:lnTo>
                    <a:pt x="396" y="1127"/>
                  </a:lnTo>
                  <a:lnTo>
                    <a:pt x="178" y="1127"/>
                  </a:lnTo>
                  <a:lnTo>
                    <a:pt x="198" y="1147"/>
                  </a:lnTo>
                  <a:lnTo>
                    <a:pt x="178" y="1147"/>
                  </a:lnTo>
                  <a:lnTo>
                    <a:pt x="178" y="1166"/>
                  </a:lnTo>
                  <a:lnTo>
                    <a:pt x="198" y="1186"/>
                  </a:lnTo>
                  <a:lnTo>
                    <a:pt x="238" y="1166"/>
                  </a:lnTo>
                  <a:lnTo>
                    <a:pt x="257" y="1166"/>
                  </a:lnTo>
                  <a:lnTo>
                    <a:pt x="238" y="1186"/>
                  </a:lnTo>
                  <a:lnTo>
                    <a:pt x="257" y="1186"/>
                  </a:lnTo>
                  <a:lnTo>
                    <a:pt x="238" y="1206"/>
                  </a:lnTo>
                  <a:lnTo>
                    <a:pt x="257" y="1206"/>
                  </a:lnTo>
                  <a:lnTo>
                    <a:pt x="257" y="1226"/>
                  </a:lnTo>
                  <a:lnTo>
                    <a:pt x="297" y="1226"/>
                  </a:lnTo>
                  <a:lnTo>
                    <a:pt x="277" y="1206"/>
                  </a:lnTo>
                  <a:lnTo>
                    <a:pt x="317" y="1206"/>
                  </a:lnTo>
                  <a:lnTo>
                    <a:pt x="356" y="1186"/>
                  </a:lnTo>
                  <a:lnTo>
                    <a:pt x="415" y="1206"/>
                  </a:lnTo>
                  <a:lnTo>
                    <a:pt x="435" y="1206"/>
                  </a:lnTo>
                  <a:lnTo>
                    <a:pt x="455" y="1226"/>
                  </a:lnTo>
                  <a:lnTo>
                    <a:pt x="475" y="1206"/>
                  </a:lnTo>
                  <a:lnTo>
                    <a:pt x="494" y="1206"/>
                  </a:lnTo>
                  <a:lnTo>
                    <a:pt x="494" y="1226"/>
                  </a:lnTo>
                  <a:lnTo>
                    <a:pt x="435" y="1245"/>
                  </a:lnTo>
                  <a:lnTo>
                    <a:pt x="455" y="1265"/>
                  </a:lnTo>
                  <a:lnTo>
                    <a:pt x="435" y="1265"/>
                  </a:lnTo>
                  <a:lnTo>
                    <a:pt x="435" y="1285"/>
                  </a:lnTo>
                  <a:lnTo>
                    <a:pt x="396" y="1285"/>
                  </a:lnTo>
                  <a:lnTo>
                    <a:pt x="336" y="1305"/>
                  </a:lnTo>
                  <a:lnTo>
                    <a:pt x="356" y="1305"/>
                  </a:lnTo>
                  <a:lnTo>
                    <a:pt x="376" y="1324"/>
                  </a:lnTo>
                  <a:lnTo>
                    <a:pt x="415" y="1324"/>
                  </a:lnTo>
                  <a:lnTo>
                    <a:pt x="475" y="1305"/>
                  </a:lnTo>
                  <a:lnTo>
                    <a:pt x="554" y="1285"/>
                  </a:lnTo>
                  <a:lnTo>
                    <a:pt x="554" y="1305"/>
                  </a:lnTo>
                  <a:lnTo>
                    <a:pt x="573" y="1305"/>
                  </a:lnTo>
                  <a:lnTo>
                    <a:pt x="554" y="1324"/>
                  </a:lnTo>
                  <a:lnTo>
                    <a:pt x="573" y="1324"/>
                  </a:lnTo>
                  <a:lnTo>
                    <a:pt x="534" y="1344"/>
                  </a:lnTo>
                  <a:lnTo>
                    <a:pt x="494" y="1364"/>
                  </a:lnTo>
                  <a:lnTo>
                    <a:pt x="494" y="1344"/>
                  </a:lnTo>
                  <a:lnTo>
                    <a:pt x="475" y="1344"/>
                  </a:lnTo>
                  <a:lnTo>
                    <a:pt x="396" y="1364"/>
                  </a:lnTo>
                  <a:lnTo>
                    <a:pt x="376" y="1364"/>
                  </a:lnTo>
                  <a:lnTo>
                    <a:pt x="317" y="1384"/>
                  </a:lnTo>
                  <a:lnTo>
                    <a:pt x="376" y="1384"/>
                  </a:lnTo>
                  <a:lnTo>
                    <a:pt x="415" y="1374"/>
                  </a:lnTo>
                  <a:lnTo>
                    <a:pt x="396" y="1384"/>
                  </a:lnTo>
                  <a:lnTo>
                    <a:pt x="455" y="1384"/>
                  </a:lnTo>
                  <a:lnTo>
                    <a:pt x="336" y="1423"/>
                  </a:lnTo>
                  <a:lnTo>
                    <a:pt x="376" y="1423"/>
                  </a:lnTo>
                  <a:lnTo>
                    <a:pt x="415" y="1403"/>
                  </a:lnTo>
                  <a:lnTo>
                    <a:pt x="415" y="1423"/>
                  </a:lnTo>
                  <a:lnTo>
                    <a:pt x="396" y="1423"/>
                  </a:lnTo>
                  <a:lnTo>
                    <a:pt x="396" y="1443"/>
                  </a:lnTo>
                  <a:lnTo>
                    <a:pt x="415" y="1443"/>
                  </a:lnTo>
                  <a:lnTo>
                    <a:pt x="475" y="1423"/>
                  </a:lnTo>
                  <a:lnTo>
                    <a:pt x="494" y="1423"/>
                  </a:lnTo>
                  <a:lnTo>
                    <a:pt x="514" y="1443"/>
                  </a:lnTo>
                  <a:lnTo>
                    <a:pt x="554" y="1463"/>
                  </a:lnTo>
                  <a:lnTo>
                    <a:pt x="514" y="1482"/>
                  </a:lnTo>
                  <a:lnTo>
                    <a:pt x="458" y="1496"/>
                  </a:lnTo>
                  <a:lnTo>
                    <a:pt x="458" y="1496"/>
                  </a:lnTo>
                  <a:lnTo>
                    <a:pt x="475" y="1502"/>
                  </a:lnTo>
                  <a:lnTo>
                    <a:pt x="455" y="1522"/>
                  </a:lnTo>
                  <a:lnTo>
                    <a:pt x="396" y="1542"/>
                  </a:lnTo>
                  <a:lnTo>
                    <a:pt x="356" y="1561"/>
                  </a:lnTo>
                  <a:lnTo>
                    <a:pt x="435" y="1542"/>
                  </a:lnTo>
                  <a:lnTo>
                    <a:pt x="455" y="1542"/>
                  </a:lnTo>
                  <a:lnTo>
                    <a:pt x="455" y="1561"/>
                  </a:lnTo>
                  <a:lnTo>
                    <a:pt x="475" y="1542"/>
                  </a:lnTo>
                  <a:lnTo>
                    <a:pt x="514" y="1542"/>
                  </a:lnTo>
                  <a:lnTo>
                    <a:pt x="475" y="1561"/>
                  </a:lnTo>
                  <a:lnTo>
                    <a:pt x="435" y="1581"/>
                  </a:lnTo>
                  <a:lnTo>
                    <a:pt x="415" y="1601"/>
                  </a:lnTo>
                  <a:lnTo>
                    <a:pt x="435" y="1601"/>
                  </a:lnTo>
                  <a:lnTo>
                    <a:pt x="455" y="1581"/>
                  </a:lnTo>
                  <a:lnTo>
                    <a:pt x="554" y="1565"/>
                  </a:lnTo>
                  <a:lnTo>
                    <a:pt x="554" y="1581"/>
                  </a:lnTo>
                  <a:lnTo>
                    <a:pt x="593" y="1581"/>
                  </a:lnTo>
                  <a:lnTo>
                    <a:pt x="633" y="1561"/>
                  </a:lnTo>
                  <a:lnTo>
                    <a:pt x="613" y="1581"/>
                  </a:lnTo>
                  <a:lnTo>
                    <a:pt x="554" y="1601"/>
                  </a:lnTo>
                  <a:lnTo>
                    <a:pt x="633" y="1601"/>
                  </a:lnTo>
                  <a:lnTo>
                    <a:pt x="672" y="1581"/>
                  </a:lnTo>
                  <a:lnTo>
                    <a:pt x="731" y="1581"/>
                  </a:lnTo>
                  <a:lnTo>
                    <a:pt x="652" y="1621"/>
                  </a:lnTo>
                  <a:lnTo>
                    <a:pt x="613" y="1621"/>
                  </a:lnTo>
                  <a:lnTo>
                    <a:pt x="554" y="1660"/>
                  </a:lnTo>
                  <a:lnTo>
                    <a:pt x="534" y="1660"/>
                  </a:lnTo>
                  <a:lnTo>
                    <a:pt x="475" y="1680"/>
                  </a:lnTo>
                  <a:lnTo>
                    <a:pt x="514" y="1680"/>
                  </a:lnTo>
                  <a:lnTo>
                    <a:pt x="514" y="1700"/>
                  </a:lnTo>
                  <a:lnTo>
                    <a:pt x="554" y="1680"/>
                  </a:lnTo>
                  <a:lnTo>
                    <a:pt x="613" y="1660"/>
                  </a:lnTo>
                  <a:lnTo>
                    <a:pt x="554" y="1700"/>
                  </a:lnTo>
                  <a:lnTo>
                    <a:pt x="593" y="1700"/>
                  </a:lnTo>
                  <a:lnTo>
                    <a:pt x="672" y="1680"/>
                  </a:lnTo>
                  <a:lnTo>
                    <a:pt x="712" y="1640"/>
                  </a:lnTo>
                  <a:lnTo>
                    <a:pt x="771" y="1640"/>
                  </a:lnTo>
                  <a:lnTo>
                    <a:pt x="810" y="1621"/>
                  </a:lnTo>
                  <a:lnTo>
                    <a:pt x="850" y="1621"/>
                  </a:lnTo>
                  <a:lnTo>
                    <a:pt x="751" y="1680"/>
                  </a:lnTo>
                  <a:lnTo>
                    <a:pt x="633" y="1719"/>
                  </a:lnTo>
                  <a:lnTo>
                    <a:pt x="475" y="1759"/>
                  </a:lnTo>
                  <a:lnTo>
                    <a:pt x="514" y="1779"/>
                  </a:lnTo>
                  <a:lnTo>
                    <a:pt x="494" y="1798"/>
                  </a:lnTo>
                  <a:lnTo>
                    <a:pt x="573" y="1779"/>
                  </a:lnTo>
                  <a:lnTo>
                    <a:pt x="692" y="1739"/>
                  </a:lnTo>
                  <a:lnTo>
                    <a:pt x="672" y="1759"/>
                  </a:lnTo>
                  <a:lnTo>
                    <a:pt x="633" y="1759"/>
                  </a:lnTo>
                  <a:lnTo>
                    <a:pt x="692" y="1779"/>
                  </a:lnTo>
                  <a:lnTo>
                    <a:pt x="731" y="1779"/>
                  </a:lnTo>
                  <a:lnTo>
                    <a:pt x="791" y="1759"/>
                  </a:lnTo>
                  <a:lnTo>
                    <a:pt x="870" y="1739"/>
                  </a:lnTo>
                  <a:lnTo>
                    <a:pt x="890" y="1739"/>
                  </a:lnTo>
                  <a:lnTo>
                    <a:pt x="949" y="1719"/>
                  </a:lnTo>
                  <a:lnTo>
                    <a:pt x="949" y="1739"/>
                  </a:lnTo>
                  <a:lnTo>
                    <a:pt x="890" y="1759"/>
                  </a:lnTo>
                  <a:lnTo>
                    <a:pt x="909" y="1759"/>
                  </a:lnTo>
                  <a:lnTo>
                    <a:pt x="850" y="1779"/>
                  </a:lnTo>
                  <a:lnTo>
                    <a:pt x="810" y="1779"/>
                  </a:lnTo>
                  <a:lnTo>
                    <a:pt x="791" y="1798"/>
                  </a:lnTo>
                  <a:lnTo>
                    <a:pt x="751" y="1818"/>
                  </a:lnTo>
                  <a:lnTo>
                    <a:pt x="751" y="1818"/>
                  </a:lnTo>
                  <a:lnTo>
                    <a:pt x="810" y="1798"/>
                  </a:lnTo>
                  <a:lnTo>
                    <a:pt x="810" y="1798"/>
                  </a:lnTo>
                  <a:lnTo>
                    <a:pt x="751" y="1838"/>
                  </a:lnTo>
                  <a:lnTo>
                    <a:pt x="751" y="1858"/>
                  </a:lnTo>
                  <a:lnTo>
                    <a:pt x="751" y="1877"/>
                  </a:lnTo>
                  <a:lnTo>
                    <a:pt x="672" y="1937"/>
                  </a:lnTo>
                  <a:lnTo>
                    <a:pt x="672" y="1937"/>
                  </a:lnTo>
                  <a:lnTo>
                    <a:pt x="751" y="1917"/>
                  </a:lnTo>
                  <a:lnTo>
                    <a:pt x="791" y="1917"/>
                  </a:lnTo>
                  <a:lnTo>
                    <a:pt x="850" y="1897"/>
                  </a:lnTo>
                  <a:lnTo>
                    <a:pt x="909" y="1877"/>
                  </a:lnTo>
                  <a:lnTo>
                    <a:pt x="909" y="1858"/>
                  </a:lnTo>
                  <a:lnTo>
                    <a:pt x="870" y="1877"/>
                  </a:lnTo>
                  <a:lnTo>
                    <a:pt x="850" y="1877"/>
                  </a:lnTo>
                  <a:lnTo>
                    <a:pt x="868" y="1842"/>
                  </a:lnTo>
                  <a:lnTo>
                    <a:pt x="868" y="1842"/>
                  </a:lnTo>
                  <a:lnTo>
                    <a:pt x="890" y="1838"/>
                  </a:lnTo>
                  <a:lnTo>
                    <a:pt x="929" y="1818"/>
                  </a:lnTo>
                  <a:lnTo>
                    <a:pt x="949" y="1818"/>
                  </a:lnTo>
                  <a:lnTo>
                    <a:pt x="988" y="1798"/>
                  </a:lnTo>
                  <a:lnTo>
                    <a:pt x="988" y="1779"/>
                  </a:lnTo>
                  <a:lnTo>
                    <a:pt x="1087" y="1739"/>
                  </a:lnTo>
                  <a:lnTo>
                    <a:pt x="1225" y="1700"/>
                  </a:lnTo>
                  <a:lnTo>
                    <a:pt x="1225" y="1700"/>
                  </a:lnTo>
                  <a:lnTo>
                    <a:pt x="1166" y="1719"/>
                  </a:lnTo>
                  <a:lnTo>
                    <a:pt x="1245" y="1700"/>
                  </a:lnTo>
                  <a:lnTo>
                    <a:pt x="1146" y="1759"/>
                  </a:lnTo>
                  <a:lnTo>
                    <a:pt x="1166" y="1759"/>
                  </a:lnTo>
                  <a:lnTo>
                    <a:pt x="1166" y="1779"/>
                  </a:lnTo>
                  <a:lnTo>
                    <a:pt x="1206" y="1759"/>
                  </a:lnTo>
                  <a:lnTo>
                    <a:pt x="1186" y="1739"/>
                  </a:lnTo>
                  <a:lnTo>
                    <a:pt x="1225" y="1719"/>
                  </a:lnTo>
                  <a:lnTo>
                    <a:pt x="1225" y="1739"/>
                  </a:lnTo>
                  <a:lnTo>
                    <a:pt x="1265" y="1719"/>
                  </a:lnTo>
                  <a:lnTo>
                    <a:pt x="1344" y="1700"/>
                  </a:lnTo>
                  <a:lnTo>
                    <a:pt x="1344" y="1700"/>
                  </a:lnTo>
                  <a:lnTo>
                    <a:pt x="1324" y="1719"/>
                  </a:lnTo>
                  <a:lnTo>
                    <a:pt x="1245" y="1759"/>
                  </a:lnTo>
                  <a:lnTo>
                    <a:pt x="1107" y="1818"/>
                  </a:lnTo>
                  <a:lnTo>
                    <a:pt x="1146" y="1818"/>
                  </a:lnTo>
                  <a:lnTo>
                    <a:pt x="949" y="1877"/>
                  </a:lnTo>
                  <a:lnTo>
                    <a:pt x="929" y="1917"/>
                  </a:lnTo>
                  <a:lnTo>
                    <a:pt x="929" y="1937"/>
                  </a:lnTo>
                  <a:lnTo>
                    <a:pt x="810" y="1996"/>
                  </a:lnTo>
                  <a:lnTo>
                    <a:pt x="830" y="1996"/>
                  </a:lnTo>
                  <a:lnTo>
                    <a:pt x="830" y="2016"/>
                  </a:lnTo>
                  <a:lnTo>
                    <a:pt x="909" y="1996"/>
                  </a:lnTo>
                  <a:lnTo>
                    <a:pt x="909" y="1976"/>
                  </a:lnTo>
                  <a:lnTo>
                    <a:pt x="949" y="1956"/>
                  </a:lnTo>
                  <a:lnTo>
                    <a:pt x="1048" y="1917"/>
                  </a:lnTo>
                  <a:lnTo>
                    <a:pt x="1048" y="1897"/>
                  </a:lnTo>
                  <a:lnTo>
                    <a:pt x="1107" y="1897"/>
                  </a:lnTo>
                  <a:lnTo>
                    <a:pt x="969" y="1956"/>
                  </a:lnTo>
                  <a:lnTo>
                    <a:pt x="988" y="1956"/>
                  </a:lnTo>
                  <a:lnTo>
                    <a:pt x="969" y="1996"/>
                  </a:lnTo>
                  <a:lnTo>
                    <a:pt x="929" y="2016"/>
                  </a:lnTo>
                  <a:lnTo>
                    <a:pt x="890" y="2016"/>
                  </a:lnTo>
                  <a:lnTo>
                    <a:pt x="890" y="2035"/>
                  </a:lnTo>
                  <a:lnTo>
                    <a:pt x="870" y="2035"/>
                  </a:lnTo>
                  <a:lnTo>
                    <a:pt x="850" y="2055"/>
                  </a:lnTo>
                  <a:lnTo>
                    <a:pt x="850" y="2075"/>
                  </a:lnTo>
                  <a:lnTo>
                    <a:pt x="810" y="2095"/>
                  </a:lnTo>
                  <a:lnTo>
                    <a:pt x="909" y="2075"/>
                  </a:lnTo>
                  <a:lnTo>
                    <a:pt x="850" y="2114"/>
                  </a:lnTo>
                  <a:lnTo>
                    <a:pt x="791" y="2154"/>
                  </a:lnTo>
                  <a:lnTo>
                    <a:pt x="791" y="2154"/>
                  </a:lnTo>
                  <a:lnTo>
                    <a:pt x="870" y="2114"/>
                  </a:lnTo>
                  <a:lnTo>
                    <a:pt x="890" y="2114"/>
                  </a:lnTo>
                  <a:lnTo>
                    <a:pt x="909" y="2095"/>
                  </a:lnTo>
                  <a:lnTo>
                    <a:pt x="969" y="2075"/>
                  </a:lnTo>
                  <a:lnTo>
                    <a:pt x="1028" y="2055"/>
                  </a:lnTo>
                  <a:lnTo>
                    <a:pt x="1048" y="2055"/>
                  </a:lnTo>
                  <a:lnTo>
                    <a:pt x="890" y="2134"/>
                  </a:lnTo>
                  <a:lnTo>
                    <a:pt x="929" y="2134"/>
                  </a:lnTo>
                  <a:lnTo>
                    <a:pt x="909" y="2154"/>
                  </a:lnTo>
                  <a:lnTo>
                    <a:pt x="909" y="2154"/>
                  </a:lnTo>
                  <a:lnTo>
                    <a:pt x="969" y="2114"/>
                  </a:lnTo>
                  <a:lnTo>
                    <a:pt x="1028" y="2095"/>
                  </a:lnTo>
                  <a:lnTo>
                    <a:pt x="1067" y="2095"/>
                  </a:lnTo>
                  <a:lnTo>
                    <a:pt x="1166" y="2035"/>
                  </a:lnTo>
                  <a:lnTo>
                    <a:pt x="1146" y="2075"/>
                  </a:lnTo>
                  <a:lnTo>
                    <a:pt x="1048" y="2114"/>
                  </a:lnTo>
                  <a:lnTo>
                    <a:pt x="1067" y="2114"/>
                  </a:lnTo>
                  <a:lnTo>
                    <a:pt x="1028" y="2134"/>
                  </a:lnTo>
                  <a:lnTo>
                    <a:pt x="1048" y="2134"/>
                  </a:lnTo>
                  <a:lnTo>
                    <a:pt x="949" y="2213"/>
                  </a:lnTo>
                  <a:lnTo>
                    <a:pt x="988" y="2193"/>
                  </a:lnTo>
                  <a:lnTo>
                    <a:pt x="969" y="2213"/>
                  </a:lnTo>
                  <a:lnTo>
                    <a:pt x="988" y="2213"/>
                  </a:lnTo>
                  <a:lnTo>
                    <a:pt x="1028" y="2174"/>
                  </a:lnTo>
                  <a:lnTo>
                    <a:pt x="1048" y="2174"/>
                  </a:lnTo>
                  <a:lnTo>
                    <a:pt x="1097" y="2144"/>
                  </a:lnTo>
                  <a:lnTo>
                    <a:pt x="1097" y="2144"/>
                  </a:lnTo>
                  <a:lnTo>
                    <a:pt x="1087" y="2154"/>
                  </a:lnTo>
                  <a:lnTo>
                    <a:pt x="1206" y="2075"/>
                  </a:lnTo>
                  <a:lnTo>
                    <a:pt x="1304" y="2035"/>
                  </a:lnTo>
                  <a:lnTo>
                    <a:pt x="1285" y="2035"/>
                  </a:lnTo>
                  <a:lnTo>
                    <a:pt x="1186" y="2075"/>
                  </a:lnTo>
                  <a:lnTo>
                    <a:pt x="1146" y="2095"/>
                  </a:lnTo>
                  <a:lnTo>
                    <a:pt x="1206" y="2055"/>
                  </a:lnTo>
                  <a:lnTo>
                    <a:pt x="1225" y="2035"/>
                  </a:lnTo>
                  <a:lnTo>
                    <a:pt x="1265" y="1996"/>
                  </a:lnTo>
                  <a:lnTo>
                    <a:pt x="1186" y="2016"/>
                  </a:lnTo>
                  <a:lnTo>
                    <a:pt x="1133" y="2042"/>
                  </a:lnTo>
                  <a:lnTo>
                    <a:pt x="1133" y="2042"/>
                  </a:lnTo>
                  <a:lnTo>
                    <a:pt x="1146" y="2016"/>
                  </a:lnTo>
                  <a:lnTo>
                    <a:pt x="1186" y="2016"/>
                  </a:lnTo>
                  <a:lnTo>
                    <a:pt x="1265" y="1976"/>
                  </a:lnTo>
                  <a:lnTo>
                    <a:pt x="1383" y="1917"/>
                  </a:lnTo>
                  <a:lnTo>
                    <a:pt x="1482" y="1897"/>
                  </a:lnTo>
                  <a:lnTo>
                    <a:pt x="1541" y="1877"/>
                  </a:lnTo>
                  <a:lnTo>
                    <a:pt x="1561" y="1877"/>
                  </a:lnTo>
                  <a:lnTo>
                    <a:pt x="1601" y="1858"/>
                  </a:lnTo>
                  <a:lnTo>
                    <a:pt x="1640" y="1838"/>
                  </a:lnTo>
                  <a:lnTo>
                    <a:pt x="1640" y="1838"/>
                  </a:lnTo>
                  <a:lnTo>
                    <a:pt x="1620" y="1858"/>
                  </a:lnTo>
                  <a:lnTo>
                    <a:pt x="1601" y="1858"/>
                  </a:lnTo>
                  <a:lnTo>
                    <a:pt x="1462" y="1956"/>
                  </a:lnTo>
                  <a:lnTo>
                    <a:pt x="1324" y="2035"/>
                  </a:lnTo>
                  <a:lnTo>
                    <a:pt x="1364" y="2035"/>
                  </a:lnTo>
                  <a:lnTo>
                    <a:pt x="1186" y="2134"/>
                  </a:lnTo>
                  <a:lnTo>
                    <a:pt x="1225" y="2114"/>
                  </a:lnTo>
                  <a:lnTo>
                    <a:pt x="1285" y="2095"/>
                  </a:lnTo>
                  <a:lnTo>
                    <a:pt x="1245" y="2114"/>
                  </a:lnTo>
                  <a:lnTo>
                    <a:pt x="1225" y="2114"/>
                  </a:lnTo>
                  <a:lnTo>
                    <a:pt x="1225" y="2134"/>
                  </a:lnTo>
                  <a:lnTo>
                    <a:pt x="1245" y="2134"/>
                  </a:lnTo>
                  <a:lnTo>
                    <a:pt x="1304" y="2114"/>
                  </a:lnTo>
                  <a:lnTo>
                    <a:pt x="1285" y="2114"/>
                  </a:lnTo>
                  <a:lnTo>
                    <a:pt x="1383" y="2075"/>
                  </a:lnTo>
                  <a:lnTo>
                    <a:pt x="1364" y="2075"/>
                  </a:lnTo>
                  <a:lnTo>
                    <a:pt x="1383" y="2055"/>
                  </a:lnTo>
                  <a:lnTo>
                    <a:pt x="1364" y="2055"/>
                  </a:lnTo>
                  <a:lnTo>
                    <a:pt x="1423" y="2035"/>
                  </a:lnTo>
                  <a:lnTo>
                    <a:pt x="1522" y="1956"/>
                  </a:lnTo>
                  <a:lnTo>
                    <a:pt x="1561" y="1937"/>
                  </a:lnTo>
                  <a:lnTo>
                    <a:pt x="1541" y="1917"/>
                  </a:lnTo>
                  <a:lnTo>
                    <a:pt x="1561" y="1907"/>
                  </a:lnTo>
                  <a:lnTo>
                    <a:pt x="1561" y="1907"/>
                  </a:lnTo>
                  <a:lnTo>
                    <a:pt x="1561" y="1897"/>
                  </a:lnTo>
                  <a:lnTo>
                    <a:pt x="1680" y="1838"/>
                  </a:lnTo>
                  <a:lnTo>
                    <a:pt x="1699" y="1858"/>
                  </a:lnTo>
                  <a:lnTo>
                    <a:pt x="1739" y="1838"/>
                  </a:lnTo>
                  <a:lnTo>
                    <a:pt x="1818" y="1798"/>
                  </a:lnTo>
                  <a:lnTo>
                    <a:pt x="1877" y="1759"/>
                  </a:lnTo>
                  <a:lnTo>
                    <a:pt x="1818" y="1779"/>
                  </a:lnTo>
                  <a:lnTo>
                    <a:pt x="1857" y="1759"/>
                  </a:lnTo>
                  <a:lnTo>
                    <a:pt x="1818" y="1759"/>
                  </a:lnTo>
                  <a:lnTo>
                    <a:pt x="1778" y="1779"/>
                  </a:lnTo>
                  <a:lnTo>
                    <a:pt x="1739" y="1798"/>
                  </a:lnTo>
                  <a:lnTo>
                    <a:pt x="1640" y="1818"/>
                  </a:lnTo>
                  <a:lnTo>
                    <a:pt x="1640" y="1818"/>
                  </a:lnTo>
                  <a:lnTo>
                    <a:pt x="1778" y="1779"/>
                  </a:lnTo>
                  <a:lnTo>
                    <a:pt x="1798" y="1759"/>
                  </a:lnTo>
                  <a:lnTo>
                    <a:pt x="1778" y="1759"/>
                  </a:lnTo>
                  <a:lnTo>
                    <a:pt x="1719" y="1779"/>
                  </a:lnTo>
                  <a:lnTo>
                    <a:pt x="1739" y="1759"/>
                  </a:lnTo>
                  <a:lnTo>
                    <a:pt x="1660" y="1798"/>
                  </a:lnTo>
                  <a:lnTo>
                    <a:pt x="1601" y="1818"/>
                  </a:lnTo>
                  <a:lnTo>
                    <a:pt x="1601" y="1838"/>
                  </a:lnTo>
                  <a:lnTo>
                    <a:pt x="1620" y="1818"/>
                  </a:lnTo>
                  <a:lnTo>
                    <a:pt x="1660" y="1818"/>
                  </a:lnTo>
                  <a:lnTo>
                    <a:pt x="1581" y="1858"/>
                  </a:lnTo>
                  <a:lnTo>
                    <a:pt x="1522" y="1877"/>
                  </a:lnTo>
                  <a:lnTo>
                    <a:pt x="1581" y="1838"/>
                  </a:lnTo>
                  <a:lnTo>
                    <a:pt x="1601" y="1818"/>
                  </a:lnTo>
                  <a:lnTo>
                    <a:pt x="1581" y="1818"/>
                  </a:lnTo>
                  <a:lnTo>
                    <a:pt x="1640" y="1798"/>
                  </a:lnTo>
                  <a:lnTo>
                    <a:pt x="1660" y="1798"/>
                  </a:lnTo>
                  <a:lnTo>
                    <a:pt x="1739" y="1739"/>
                  </a:lnTo>
                  <a:lnTo>
                    <a:pt x="1680" y="1759"/>
                  </a:lnTo>
                  <a:lnTo>
                    <a:pt x="1660" y="1779"/>
                  </a:lnTo>
                  <a:lnTo>
                    <a:pt x="1680" y="1779"/>
                  </a:lnTo>
                  <a:lnTo>
                    <a:pt x="1581" y="1798"/>
                  </a:lnTo>
                  <a:lnTo>
                    <a:pt x="1541" y="1798"/>
                  </a:lnTo>
                  <a:lnTo>
                    <a:pt x="1561" y="1779"/>
                  </a:lnTo>
                  <a:lnTo>
                    <a:pt x="1482" y="1818"/>
                  </a:lnTo>
                  <a:lnTo>
                    <a:pt x="1462" y="1798"/>
                  </a:lnTo>
                  <a:lnTo>
                    <a:pt x="1522" y="1779"/>
                  </a:lnTo>
                  <a:lnTo>
                    <a:pt x="1502" y="1779"/>
                  </a:lnTo>
                  <a:lnTo>
                    <a:pt x="1403" y="1798"/>
                  </a:lnTo>
                  <a:lnTo>
                    <a:pt x="1324" y="1858"/>
                  </a:lnTo>
                  <a:lnTo>
                    <a:pt x="1285" y="1877"/>
                  </a:lnTo>
                  <a:lnTo>
                    <a:pt x="1285" y="1877"/>
                  </a:lnTo>
                  <a:lnTo>
                    <a:pt x="1304" y="1858"/>
                  </a:lnTo>
                  <a:lnTo>
                    <a:pt x="1344" y="1838"/>
                  </a:lnTo>
                  <a:lnTo>
                    <a:pt x="1344" y="1818"/>
                  </a:lnTo>
                  <a:lnTo>
                    <a:pt x="1324" y="1818"/>
                  </a:lnTo>
                  <a:lnTo>
                    <a:pt x="1462" y="1759"/>
                  </a:lnTo>
                  <a:lnTo>
                    <a:pt x="1383" y="1779"/>
                  </a:lnTo>
                  <a:lnTo>
                    <a:pt x="1383" y="1779"/>
                  </a:lnTo>
                  <a:lnTo>
                    <a:pt x="1482" y="1739"/>
                  </a:lnTo>
                  <a:lnTo>
                    <a:pt x="1522" y="1719"/>
                  </a:lnTo>
                  <a:lnTo>
                    <a:pt x="1502" y="1739"/>
                  </a:lnTo>
                  <a:lnTo>
                    <a:pt x="1541" y="1739"/>
                  </a:lnTo>
                  <a:lnTo>
                    <a:pt x="1522" y="1759"/>
                  </a:lnTo>
                  <a:lnTo>
                    <a:pt x="1581" y="1739"/>
                  </a:lnTo>
                  <a:lnTo>
                    <a:pt x="1601" y="1739"/>
                  </a:lnTo>
                  <a:lnTo>
                    <a:pt x="1660" y="1680"/>
                  </a:lnTo>
                  <a:lnTo>
                    <a:pt x="1778" y="1621"/>
                  </a:lnTo>
                  <a:lnTo>
                    <a:pt x="1818" y="1621"/>
                  </a:lnTo>
                  <a:lnTo>
                    <a:pt x="1818" y="1601"/>
                  </a:lnTo>
                  <a:lnTo>
                    <a:pt x="1620" y="1680"/>
                  </a:lnTo>
                  <a:lnTo>
                    <a:pt x="1601" y="1680"/>
                  </a:lnTo>
                  <a:lnTo>
                    <a:pt x="1601" y="1660"/>
                  </a:lnTo>
                  <a:lnTo>
                    <a:pt x="1739" y="1621"/>
                  </a:lnTo>
                  <a:lnTo>
                    <a:pt x="1699" y="1621"/>
                  </a:lnTo>
                  <a:lnTo>
                    <a:pt x="1719" y="1601"/>
                  </a:lnTo>
                  <a:lnTo>
                    <a:pt x="1719" y="1601"/>
                  </a:lnTo>
                  <a:lnTo>
                    <a:pt x="1680" y="1621"/>
                  </a:lnTo>
                  <a:lnTo>
                    <a:pt x="1699" y="1601"/>
                  </a:lnTo>
                  <a:lnTo>
                    <a:pt x="1759" y="1561"/>
                  </a:lnTo>
                  <a:lnTo>
                    <a:pt x="1778" y="1561"/>
                  </a:lnTo>
                  <a:lnTo>
                    <a:pt x="1759" y="1581"/>
                  </a:lnTo>
                  <a:lnTo>
                    <a:pt x="1778" y="1581"/>
                  </a:lnTo>
                  <a:lnTo>
                    <a:pt x="1818" y="1561"/>
                  </a:lnTo>
                  <a:lnTo>
                    <a:pt x="1857" y="1542"/>
                  </a:lnTo>
                  <a:lnTo>
                    <a:pt x="1857" y="1532"/>
                  </a:lnTo>
                  <a:lnTo>
                    <a:pt x="1857" y="1532"/>
                  </a:lnTo>
                  <a:lnTo>
                    <a:pt x="1917" y="1502"/>
                  </a:lnTo>
                  <a:lnTo>
                    <a:pt x="1897" y="1502"/>
                  </a:lnTo>
                  <a:lnTo>
                    <a:pt x="1917" y="1482"/>
                  </a:lnTo>
                  <a:lnTo>
                    <a:pt x="1936" y="1463"/>
                  </a:lnTo>
                  <a:lnTo>
                    <a:pt x="1917" y="1463"/>
                  </a:lnTo>
                  <a:lnTo>
                    <a:pt x="1857" y="1482"/>
                  </a:lnTo>
                  <a:lnTo>
                    <a:pt x="1759" y="1502"/>
                  </a:lnTo>
                  <a:lnTo>
                    <a:pt x="1857" y="1463"/>
                  </a:lnTo>
                  <a:lnTo>
                    <a:pt x="1897" y="1443"/>
                  </a:lnTo>
                  <a:lnTo>
                    <a:pt x="1798" y="1482"/>
                  </a:lnTo>
                  <a:lnTo>
                    <a:pt x="1719" y="1502"/>
                  </a:lnTo>
                  <a:lnTo>
                    <a:pt x="1719" y="1502"/>
                  </a:lnTo>
                  <a:lnTo>
                    <a:pt x="1798" y="1463"/>
                  </a:lnTo>
                  <a:lnTo>
                    <a:pt x="1824" y="1456"/>
                  </a:lnTo>
                  <a:lnTo>
                    <a:pt x="1824" y="1456"/>
                  </a:lnTo>
                  <a:lnTo>
                    <a:pt x="1838" y="1443"/>
                  </a:lnTo>
                  <a:lnTo>
                    <a:pt x="1897" y="1403"/>
                  </a:lnTo>
                  <a:lnTo>
                    <a:pt x="1897" y="1403"/>
                  </a:lnTo>
                  <a:lnTo>
                    <a:pt x="1798" y="1432"/>
                  </a:lnTo>
                  <a:lnTo>
                    <a:pt x="1798" y="1432"/>
                  </a:lnTo>
                  <a:lnTo>
                    <a:pt x="1798" y="1443"/>
                  </a:lnTo>
                  <a:lnTo>
                    <a:pt x="1719" y="1463"/>
                  </a:lnTo>
                  <a:lnTo>
                    <a:pt x="1739" y="1443"/>
                  </a:lnTo>
                  <a:lnTo>
                    <a:pt x="1778" y="1423"/>
                  </a:lnTo>
                  <a:lnTo>
                    <a:pt x="1818" y="1403"/>
                  </a:lnTo>
                  <a:lnTo>
                    <a:pt x="1818" y="1403"/>
                  </a:lnTo>
                  <a:lnTo>
                    <a:pt x="1798" y="1423"/>
                  </a:lnTo>
                  <a:lnTo>
                    <a:pt x="1877" y="1403"/>
                  </a:lnTo>
                  <a:lnTo>
                    <a:pt x="1818" y="1403"/>
                  </a:lnTo>
                  <a:lnTo>
                    <a:pt x="1818" y="1384"/>
                  </a:lnTo>
                  <a:lnTo>
                    <a:pt x="1838" y="1384"/>
                  </a:lnTo>
                  <a:lnTo>
                    <a:pt x="1838" y="1364"/>
                  </a:lnTo>
                  <a:lnTo>
                    <a:pt x="1778" y="1384"/>
                  </a:lnTo>
                  <a:lnTo>
                    <a:pt x="1699" y="1423"/>
                  </a:lnTo>
                  <a:lnTo>
                    <a:pt x="1759" y="1384"/>
                  </a:lnTo>
                  <a:lnTo>
                    <a:pt x="1778" y="1384"/>
                  </a:lnTo>
                  <a:lnTo>
                    <a:pt x="1798" y="1364"/>
                  </a:lnTo>
                  <a:lnTo>
                    <a:pt x="1778" y="1364"/>
                  </a:lnTo>
                  <a:lnTo>
                    <a:pt x="1818" y="1344"/>
                  </a:lnTo>
                  <a:lnTo>
                    <a:pt x="1759" y="1344"/>
                  </a:lnTo>
                  <a:lnTo>
                    <a:pt x="1818" y="1324"/>
                  </a:lnTo>
                  <a:lnTo>
                    <a:pt x="1680" y="1324"/>
                  </a:lnTo>
                  <a:lnTo>
                    <a:pt x="1778" y="1305"/>
                  </a:lnTo>
                  <a:lnTo>
                    <a:pt x="1818" y="1305"/>
                  </a:lnTo>
                  <a:lnTo>
                    <a:pt x="1838" y="1285"/>
                  </a:lnTo>
                  <a:lnTo>
                    <a:pt x="1818" y="1285"/>
                  </a:lnTo>
                  <a:lnTo>
                    <a:pt x="1838" y="1265"/>
                  </a:lnTo>
                  <a:lnTo>
                    <a:pt x="1719" y="1305"/>
                  </a:lnTo>
                  <a:lnTo>
                    <a:pt x="1719" y="1285"/>
                  </a:lnTo>
                  <a:lnTo>
                    <a:pt x="1699" y="1285"/>
                  </a:lnTo>
                  <a:lnTo>
                    <a:pt x="1739" y="1265"/>
                  </a:lnTo>
                  <a:lnTo>
                    <a:pt x="1680" y="1265"/>
                  </a:lnTo>
                  <a:lnTo>
                    <a:pt x="1601" y="1305"/>
                  </a:lnTo>
                  <a:lnTo>
                    <a:pt x="1601" y="1285"/>
                  </a:lnTo>
                  <a:lnTo>
                    <a:pt x="1561" y="1305"/>
                  </a:lnTo>
                  <a:lnTo>
                    <a:pt x="1581" y="1324"/>
                  </a:lnTo>
                  <a:lnTo>
                    <a:pt x="1601" y="1324"/>
                  </a:lnTo>
                  <a:lnTo>
                    <a:pt x="1561" y="1344"/>
                  </a:lnTo>
                  <a:lnTo>
                    <a:pt x="1482" y="1364"/>
                  </a:lnTo>
                  <a:lnTo>
                    <a:pt x="1443" y="1384"/>
                  </a:lnTo>
                  <a:lnTo>
                    <a:pt x="1364" y="1403"/>
                  </a:lnTo>
                  <a:lnTo>
                    <a:pt x="1324" y="1384"/>
                  </a:lnTo>
                  <a:lnTo>
                    <a:pt x="1344" y="1364"/>
                  </a:lnTo>
                  <a:lnTo>
                    <a:pt x="1364" y="1344"/>
                  </a:lnTo>
                  <a:lnTo>
                    <a:pt x="1344" y="1344"/>
                  </a:lnTo>
                  <a:lnTo>
                    <a:pt x="1403" y="1324"/>
                  </a:lnTo>
                  <a:lnTo>
                    <a:pt x="1482" y="1324"/>
                  </a:lnTo>
                  <a:lnTo>
                    <a:pt x="1601" y="1285"/>
                  </a:lnTo>
                  <a:lnTo>
                    <a:pt x="1719" y="1245"/>
                  </a:lnTo>
                  <a:lnTo>
                    <a:pt x="1699" y="1245"/>
                  </a:lnTo>
                  <a:lnTo>
                    <a:pt x="1739" y="1226"/>
                  </a:lnTo>
                  <a:lnTo>
                    <a:pt x="1660" y="1226"/>
                  </a:lnTo>
                  <a:lnTo>
                    <a:pt x="1719" y="1206"/>
                  </a:lnTo>
                  <a:lnTo>
                    <a:pt x="1699" y="1186"/>
                  </a:lnTo>
                  <a:lnTo>
                    <a:pt x="1660" y="1186"/>
                  </a:lnTo>
                  <a:lnTo>
                    <a:pt x="1719" y="1166"/>
                  </a:lnTo>
                  <a:lnTo>
                    <a:pt x="1719" y="1147"/>
                  </a:lnTo>
                  <a:lnTo>
                    <a:pt x="1601" y="1147"/>
                  </a:lnTo>
                  <a:lnTo>
                    <a:pt x="1601" y="1127"/>
                  </a:lnTo>
                  <a:lnTo>
                    <a:pt x="1620" y="1127"/>
                  </a:lnTo>
                  <a:lnTo>
                    <a:pt x="1660" y="1107"/>
                  </a:lnTo>
                  <a:lnTo>
                    <a:pt x="1620" y="1107"/>
                  </a:lnTo>
                  <a:lnTo>
                    <a:pt x="1680" y="1068"/>
                  </a:lnTo>
                  <a:lnTo>
                    <a:pt x="1620" y="1068"/>
                  </a:lnTo>
                  <a:lnTo>
                    <a:pt x="1541" y="1087"/>
                  </a:lnTo>
                  <a:lnTo>
                    <a:pt x="1541" y="1087"/>
                  </a:lnTo>
                  <a:lnTo>
                    <a:pt x="1660" y="1048"/>
                  </a:lnTo>
                  <a:lnTo>
                    <a:pt x="1601" y="1028"/>
                  </a:lnTo>
                  <a:lnTo>
                    <a:pt x="1561" y="989"/>
                  </a:lnTo>
                  <a:lnTo>
                    <a:pt x="1581" y="989"/>
                  </a:lnTo>
                  <a:lnTo>
                    <a:pt x="1561" y="969"/>
                  </a:lnTo>
                  <a:lnTo>
                    <a:pt x="1522" y="949"/>
                  </a:lnTo>
                  <a:lnTo>
                    <a:pt x="1482" y="949"/>
                  </a:lnTo>
                  <a:lnTo>
                    <a:pt x="1482" y="929"/>
                  </a:lnTo>
                  <a:lnTo>
                    <a:pt x="1383" y="929"/>
                  </a:lnTo>
                  <a:lnTo>
                    <a:pt x="1265" y="969"/>
                  </a:lnTo>
                  <a:lnTo>
                    <a:pt x="1245" y="949"/>
                  </a:lnTo>
                  <a:lnTo>
                    <a:pt x="1285" y="949"/>
                  </a:lnTo>
                  <a:lnTo>
                    <a:pt x="1344" y="929"/>
                  </a:lnTo>
                  <a:lnTo>
                    <a:pt x="1423" y="910"/>
                  </a:lnTo>
                  <a:lnTo>
                    <a:pt x="1443" y="910"/>
                  </a:lnTo>
                  <a:lnTo>
                    <a:pt x="1443" y="890"/>
                  </a:lnTo>
                  <a:lnTo>
                    <a:pt x="1462" y="870"/>
                  </a:lnTo>
                  <a:lnTo>
                    <a:pt x="1482" y="870"/>
                  </a:lnTo>
                  <a:lnTo>
                    <a:pt x="1482" y="890"/>
                  </a:lnTo>
                  <a:lnTo>
                    <a:pt x="1561" y="890"/>
                  </a:lnTo>
                  <a:lnTo>
                    <a:pt x="1522" y="870"/>
                  </a:lnTo>
                  <a:lnTo>
                    <a:pt x="1522" y="850"/>
                  </a:lnTo>
                  <a:lnTo>
                    <a:pt x="1423" y="850"/>
                  </a:lnTo>
                  <a:lnTo>
                    <a:pt x="1403" y="831"/>
                  </a:lnTo>
                  <a:lnTo>
                    <a:pt x="1482" y="811"/>
                  </a:lnTo>
                  <a:lnTo>
                    <a:pt x="1443" y="811"/>
                  </a:lnTo>
                  <a:lnTo>
                    <a:pt x="1423" y="791"/>
                  </a:lnTo>
                  <a:lnTo>
                    <a:pt x="1482" y="791"/>
                  </a:lnTo>
                  <a:lnTo>
                    <a:pt x="1482" y="771"/>
                  </a:lnTo>
                  <a:lnTo>
                    <a:pt x="1482" y="751"/>
                  </a:lnTo>
                  <a:lnTo>
                    <a:pt x="1522" y="751"/>
                  </a:lnTo>
                  <a:lnTo>
                    <a:pt x="1482" y="732"/>
                  </a:lnTo>
                  <a:lnTo>
                    <a:pt x="1403" y="712"/>
                  </a:lnTo>
                  <a:lnTo>
                    <a:pt x="1423" y="712"/>
                  </a:lnTo>
                  <a:lnTo>
                    <a:pt x="1423" y="692"/>
                  </a:lnTo>
                  <a:lnTo>
                    <a:pt x="1462" y="692"/>
                  </a:lnTo>
                  <a:lnTo>
                    <a:pt x="1443" y="672"/>
                  </a:lnTo>
                  <a:lnTo>
                    <a:pt x="1482" y="672"/>
                  </a:lnTo>
                  <a:lnTo>
                    <a:pt x="1462" y="653"/>
                  </a:lnTo>
                  <a:lnTo>
                    <a:pt x="1423" y="653"/>
                  </a:lnTo>
                  <a:lnTo>
                    <a:pt x="1324" y="633"/>
                  </a:lnTo>
                  <a:lnTo>
                    <a:pt x="1344" y="633"/>
                  </a:lnTo>
                  <a:lnTo>
                    <a:pt x="1324" y="613"/>
                  </a:lnTo>
                  <a:lnTo>
                    <a:pt x="1225" y="613"/>
                  </a:lnTo>
                  <a:lnTo>
                    <a:pt x="1265" y="593"/>
                  </a:lnTo>
                  <a:lnTo>
                    <a:pt x="1324" y="593"/>
                  </a:lnTo>
                  <a:lnTo>
                    <a:pt x="1324" y="613"/>
                  </a:lnTo>
                  <a:lnTo>
                    <a:pt x="1403" y="593"/>
                  </a:lnTo>
                  <a:lnTo>
                    <a:pt x="1443" y="574"/>
                  </a:lnTo>
                  <a:lnTo>
                    <a:pt x="1443" y="554"/>
                  </a:lnTo>
                  <a:lnTo>
                    <a:pt x="1423" y="534"/>
                  </a:lnTo>
                  <a:lnTo>
                    <a:pt x="1403" y="514"/>
                  </a:lnTo>
                  <a:lnTo>
                    <a:pt x="1383" y="514"/>
                  </a:lnTo>
                  <a:lnTo>
                    <a:pt x="1443" y="495"/>
                  </a:lnTo>
                  <a:lnTo>
                    <a:pt x="1443" y="475"/>
                  </a:lnTo>
                  <a:lnTo>
                    <a:pt x="1443" y="455"/>
                  </a:lnTo>
                  <a:lnTo>
                    <a:pt x="1423" y="435"/>
                  </a:lnTo>
                  <a:lnTo>
                    <a:pt x="1383" y="435"/>
                  </a:lnTo>
                  <a:lnTo>
                    <a:pt x="1443" y="416"/>
                  </a:lnTo>
                  <a:lnTo>
                    <a:pt x="1344" y="416"/>
                  </a:lnTo>
                  <a:lnTo>
                    <a:pt x="1304" y="376"/>
                  </a:lnTo>
                  <a:lnTo>
                    <a:pt x="1265" y="356"/>
                  </a:lnTo>
                  <a:lnTo>
                    <a:pt x="1146" y="337"/>
                  </a:lnTo>
                  <a:lnTo>
                    <a:pt x="1206" y="337"/>
                  </a:lnTo>
                  <a:lnTo>
                    <a:pt x="1265" y="356"/>
                  </a:lnTo>
                  <a:lnTo>
                    <a:pt x="1225" y="337"/>
                  </a:lnTo>
                  <a:lnTo>
                    <a:pt x="1285" y="337"/>
                  </a:lnTo>
                  <a:lnTo>
                    <a:pt x="1304" y="317"/>
                  </a:lnTo>
                  <a:lnTo>
                    <a:pt x="1206" y="317"/>
                  </a:lnTo>
                  <a:lnTo>
                    <a:pt x="1146" y="297"/>
                  </a:lnTo>
                  <a:lnTo>
                    <a:pt x="1107" y="297"/>
                  </a:lnTo>
                  <a:lnTo>
                    <a:pt x="1107" y="277"/>
                  </a:lnTo>
                  <a:lnTo>
                    <a:pt x="1107" y="277"/>
                  </a:lnTo>
                  <a:lnTo>
                    <a:pt x="1067" y="238"/>
                  </a:lnTo>
                  <a:lnTo>
                    <a:pt x="1048" y="198"/>
                  </a:lnTo>
                  <a:lnTo>
                    <a:pt x="1048" y="159"/>
                  </a:lnTo>
                  <a:lnTo>
                    <a:pt x="1067" y="139"/>
                  </a:lnTo>
                  <a:lnTo>
                    <a:pt x="1107" y="139"/>
                  </a:lnTo>
                  <a:lnTo>
                    <a:pt x="1127" y="119"/>
                  </a:lnTo>
                  <a:lnTo>
                    <a:pt x="1107" y="100"/>
                  </a:lnTo>
                  <a:lnTo>
                    <a:pt x="1206" y="100"/>
                  </a:lnTo>
                  <a:lnTo>
                    <a:pt x="1225" y="80"/>
                  </a:lnTo>
                  <a:lnTo>
                    <a:pt x="1344" y="80"/>
                  </a:lnTo>
                  <a:lnTo>
                    <a:pt x="1265" y="60"/>
                  </a:lnTo>
                  <a:lnTo>
                    <a:pt x="1225" y="40"/>
                  </a:lnTo>
                  <a:lnTo>
                    <a:pt x="1206" y="40"/>
                  </a:lnTo>
                  <a:lnTo>
                    <a:pt x="10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
            <p:cNvSpPr/>
            <p:nvPr/>
          </p:nvSpPr>
          <p:spPr>
            <a:xfrm>
              <a:off x="-1397075" y="4099050"/>
              <a:ext cx="525" cy="525"/>
            </a:xfrm>
            <a:custGeom>
              <a:rect b="b" l="l" r="r" t="t"/>
              <a:pathLst>
                <a:path extrusionOk="0" h="21" w="21">
                  <a:moveTo>
                    <a:pt x="0" y="0"/>
                  </a:moveTo>
                  <a:lnTo>
                    <a:pt x="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2" name="Google Shape;3022;p11"/>
            <p:cNvSpPr/>
            <p:nvPr/>
          </p:nvSpPr>
          <p:spPr>
            <a:xfrm>
              <a:off x="-1430175" y="4082250"/>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
            <p:cNvSpPr/>
            <p:nvPr/>
          </p:nvSpPr>
          <p:spPr>
            <a:xfrm>
              <a:off x="-1409425" y="4106450"/>
              <a:ext cx="25" cy="25"/>
            </a:xfrm>
            <a:custGeom>
              <a:rect b="b" l="l" r="r" t="t"/>
              <a:pathLst>
                <a:path extrusionOk="0" h="1" w="1">
                  <a:moveTo>
                    <a:pt x="1" y="1"/>
                  </a:move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
            <p:cNvSpPr/>
            <p:nvPr/>
          </p:nvSpPr>
          <p:spPr>
            <a:xfrm>
              <a:off x="-1243500" y="413657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5" name="Google Shape;3025;p11"/>
            <p:cNvSpPr/>
            <p:nvPr/>
          </p:nvSpPr>
          <p:spPr>
            <a:xfrm>
              <a:off x="-1245000" y="4137075"/>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6" name="Google Shape;3026;p11"/>
            <p:cNvSpPr/>
            <p:nvPr/>
          </p:nvSpPr>
          <p:spPr>
            <a:xfrm>
              <a:off x="-1295850" y="4123725"/>
              <a:ext cx="53850" cy="43975"/>
            </a:xfrm>
            <a:custGeom>
              <a:rect b="b" l="l" r="r" t="t"/>
              <a:pathLst>
                <a:path extrusionOk="0" h="1759" w="2154">
                  <a:moveTo>
                    <a:pt x="1699" y="100"/>
                  </a:moveTo>
                  <a:lnTo>
                    <a:pt x="1699" y="139"/>
                  </a:lnTo>
                  <a:lnTo>
                    <a:pt x="1709" y="100"/>
                  </a:lnTo>
                  <a:close/>
                  <a:moveTo>
                    <a:pt x="1976" y="179"/>
                  </a:moveTo>
                  <a:lnTo>
                    <a:pt x="1956" y="278"/>
                  </a:lnTo>
                  <a:lnTo>
                    <a:pt x="1943" y="370"/>
                  </a:lnTo>
                  <a:lnTo>
                    <a:pt x="1956" y="317"/>
                  </a:lnTo>
                  <a:lnTo>
                    <a:pt x="1976" y="179"/>
                  </a:lnTo>
                  <a:close/>
                  <a:moveTo>
                    <a:pt x="1943" y="370"/>
                  </a:moveTo>
                  <a:lnTo>
                    <a:pt x="1936" y="396"/>
                  </a:lnTo>
                  <a:lnTo>
                    <a:pt x="1936" y="416"/>
                  </a:lnTo>
                  <a:lnTo>
                    <a:pt x="1943" y="370"/>
                  </a:lnTo>
                  <a:close/>
                  <a:moveTo>
                    <a:pt x="2045" y="455"/>
                  </a:moveTo>
                  <a:lnTo>
                    <a:pt x="2035" y="475"/>
                  </a:lnTo>
                  <a:lnTo>
                    <a:pt x="2035" y="495"/>
                  </a:lnTo>
                  <a:lnTo>
                    <a:pt x="2045" y="455"/>
                  </a:lnTo>
                  <a:close/>
                  <a:moveTo>
                    <a:pt x="2035" y="495"/>
                  </a:moveTo>
                  <a:lnTo>
                    <a:pt x="2022" y="534"/>
                  </a:lnTo>
                  <a:lnTo>
                    <a:pt x="2035" y="534"/>
                  </a:lnTo>
                  <a:lnTo>
                    <a:pt x="2035" y="495"/>
                  </a:lnTo>
                  <a:close/>
                  <a:moveTo>
                    <a:pt x="2134" y="198"/>
                  </a:moveTo>
                  <a:lnTo>
                    <a:pt x="2114" y="258"/>
                  </a:lnTo>
                  <a:lnTo>
                    <a:pt x="2114" y="238"/>
                  </a:lnTo>
                  <a:lnTo>
                    <a:pt x="2114" y="218"/>
                  </a:lnTo>
                  <a:lnTo>
                    <a:pt x="2094" y="258"/>
                  </a:lnTo>
                  <a:lnTo>
                    <a:pt x="2094" y="297"/>
                  </a:lnTo>
                  <a:lnTo>
                    <a:pt x="2074" y="337"/>
                  </a:lnTo>
                  <a:lnTo>
                    <a:pt x="2074" y="297"/>
                  </a:lnTo>
                  <a:lnTo>
                    <a:pt x="2074" y="278"/>
                  </a:lnTo>
                  <a:lnTo>
                    <a:pt x="2055" y="337"/>
                  </a:lnTo>
                  <a:lnTo>
                    <a:pt x="2055" y="317"/>
                  </a:lnTo>
                  <a:lnTo>
                    <a:pt x="2035" y="396"/>
                  </a:lnTo>
                  <a:lnTo>
                    <a:pt x="2015" y="455"/>
                  </a:lnTo>
                  <a:lnTo>
                    <a:pt x="2035" y="475"/>
                  </a:lnTo>
                  <a:lnTo>
                    <a:pt x="2035" y="455"/>
                  </a:lnTo>
                  <a:lnTo>
                    <a:pt x="2055" y="416"/>
                  </a:lnTo>
                  <a:lnTo>
                    <a:pt x="2045" y="455"/>
                  </a:lnTo>
                  <a:lnTo>
                    <a:pt x="2055" y="436"/>
                  </a:lnTo>
                  <a:lnTo>
                    <a:pt x="2055" y="475"/>
                  </a:lnTo>
                  <a:lnTo>
                    <a:pt x="2055" y="653"/>
                  </a:lnTo>
                  <a:lnTo>
                    <a:pt x="2035" y="811"/>
                  </a:lnTo>
                  <a:lnTo>
                    <a:pt x="2055" y="791"/>
                  </a:lnTo>
                  <a:lnTo>
                    <a:pt x="2042" y="923"/>
                  </a:lnTo>
                  <a:lnTo>
                    <a:pt x="2042" y="923"/>
                  </a:lnTo>
                  <a:lnTo>
                    <a:pt x="2055" y="870"/>
                  </a:lnTo>
                  <a:lnTo>
                    <a:pt x="2055" y="910"/>
                  </a:lnTo>
                  <a:lnTo>
                    <a:pt x="2055" y="929"/>
                  </a:lnTo>
                  <a:lnTo>
                    <a:pt x="2074" y="870"/>
                  </a:lnTo>
                  <a:lnTo>
                    <a:pt x="2074" y="890"/>
                  </a:lnTo>
                  <a:lnTo>
                    <a:pt x="2094" y="791"/>
                  </a:lnTo>
                  <a:lnTo>
                    <a:pt x="2094" y="771"/>
                  </a:lnTo>
                  <a:lnTo>
                    <a:pt x="2074" y="791"/>
                  </a:lnTo>
                  <a:lnTo>
                    <a:pt x="2094" y="732"/>
                  </a:lnTo>
                  <a:lnTo>
                    <a:pt x="2094" y="613"/>
                  </a:lnTo>
                  <a:lnTo>
                    <a:pt x="2094" y="594"/>
                  </a:lnTo>
                  <a:lnTo>
                    <a:pt x="2094" y="574"/>
                  </a:lnTo>
                  <a:lnTo>
                    <a:pt x="2074" y="613"/>
                  </a:lnTo>
                  <a:lnTo>
                    <a:pt x="2074" y="574"/>
                  </a:lnTo>
                  <a:lnTo>
                    <a:pt x="2074" y="554"/>
                  </a:lnTo>
                  <a:lnTo>
                    <a:pt x="2074" y="534"/>
                  </a:lnTo>
                  <a:lnTo>
                    <a:pt x="2094" y="416"/>
                  </a:lnTo>
                  <a:lnTo>
                    <a:pt x="2114" y="396"/>
                  </a:lnTo>
                  <a:lnTo>
                    <a:pt x="2094" y="436"/>
                  </a:lnTo>
                  <a:lnTo>
                    <a:pt x="2094" y="515"/>
                  </a:lnTo>
                  <a:lnTo>
                    <a:pt x="2114" y="475"/>
                  </a:lnTo>
                  <a:lnTo>
                    <a:pt x="2114" y="455"/>
                  </a:lnTo>
                  <a:lnTo>
                    <a:pt x="2134" y="376"/>
                  </a:lnTo>
                  <a:lnTo>
                    <a:pt x="2134" y="357"/>
                  </a:lnTo>
                  <a:lnTo>
                    <a:pt x="2153" y="278"/>
                  </a:lnTo>
                  <a:lnTo>
                    <a:pt x="2153" y="198"/>
                  </a:lnTo>
                  <a:lnTo>
                    <a:pt x="2134" y="278"/>
                  </a:lnTo>
                  <a:lnTo>
                    <a:pt x="2134" y="258"/>
                  </a:lnTo>
                  <a:lnTo>
                    <a:pt x="2134" y="198"/>
                  </a:lnTo>
                  <a:close/>
                  <a:moveTo>
                    <a:pt x="1815" y="935"/>
                  </a:moveTo>
                  <a:lnTo>
                    <a:pt x="1810" y="981"/>
                  </a:lnTo>
                  <a:lnTo>
                    <a:pt x="1798" y="969"/>
                  </a:lnTo>
                  <a:lnTo>
                    <a:pt x="1815" y="935"/>
                  </a:lnTo>
                  <a:close/>
                  <a:moveTo>
                    <a:pt x="2042" y="923"/>
                  </a:moveTo>
                  <a:lnTo>
                    <a:pt x="2035" y="949"/>
                  </a:lnTo>
                  <a:lnTo>
                    <a:pt x="2035" y="989"/>
                  </a:lnTo>
                  <a:lnTo>
                    <a:pt x="2042" y="923"/>
                  </a:lnTo>
                  <a:close/>
                  <a:moveTo>
                    <a:pt x="1947" y="898"/>
                  </a:moveTo>
                  <a:lnTo>
                    <a:pt x="1936" y="989"/>
                  </a:lnTo>
                  <a:lnTo>
                    <a:pt x="1936" y="949"/>
                  </a:lnTo>
                  <a:lnTo>
                    <a:pt x="1936" y="910"/>
                  </a:lnTo>
                  <a:lnTo>
                    <a:pt x="1947" y="898"/>
                  </a:lnTo>
                  <a:close/>
                  <a:moveTo>
                    <a:pt x="2035" y="989"/>
                  </a:moveTo>
                  <a:lnTo>
                    <a:pt x="2035" y="989"/>
                  </a:lnTo>
                  <a:lnTo>
                    <a:pt x="2035" y="989"/>
                  </a:lnTo>
                  <a:close/>
                  <a:moveTo>
                    <a:pt x="1995" y="989"/>
                  </a:moveTo>
                  <a:lnTo>
                    <a:pt x="1988" y="1044"/>
                  </a:lnTo>
                  <a:lnTo>
                    <a:pt x="1995" y="1028"/>
                  </a:lnTo>
                  <a:lnTo>
                    <a:pt x="1995" y="989"/>
                  </a:lnTo>
                  <a:close/>
                  <a:moveTo>
                    <a:pt x="1620" y="1127"/>
                  </a:moveTo>
                  <a:lnTo>
                    <a:pt x="1620" y="1147"/>
                  </a:lnTo>
                  <a:lnTo>
                    <a:pt x="1625" y="1132"/>
                  </a:lnTo>
                  <a:lnTo>
                    <a:pt x="1625" y="1132"/>
                  </a:lnTo>
                  <a:lnTo>
                    <a:pt x="1620" y="1127"/>
                  </a:lnTo>
                  <a:close/>
                  <a:moveTo>
                    <a:pt x="1818" y="1127"/>
                  </a:moveTo>
                  <a:lnTo>
                    <a:pt x="1808" y="1137"/>
                  </a:lnTo>
                  <a:lnTo>
                    <a:pt x="1818" y="1147"/>
                  </a:lnTo>
                  <a:lnTo>
                    <a:pt x="1818" y="1127"/>
                  </a:lnTo>
                  <a:close/>
                  <a:moveTo>
                    <a:pt x="1995" y="1166"/>
                  </a:moveTo>
                  <a:lnTo>
                    <a:pt x="1976" y="1186"/>
                  </a:lnTo>
                  <a:lnTo>
                    <a:pt x="1976" y="1206"/>
                  </a:lnTo>
                  <a:lnTo>
                    <a:pt x="1995" y="1166"/>
                  </a:lnTo>
                  <a:close/>
                  <a:moveTo>
                    <a:pt x="1857" y="1226"/>
                  </a:moveTo>
                  <a:lnTo>
                    <a:pt x="1857" y="1226"/>
                  </a:lnTo>
                  <a:lnTo>
                    <a:pt x="1857" y="1226"/>
                  </a:lnTo>
                  <a:close/>
                  <a:moveTo>
                    <a:pt x="1719" y="1087"/>
                  </a:moveTo>
                  <a:lnTo>
                    <a:pt x="1699" y="1107"/>
                  </a:lnTo>
                  <a:lnTo>
                    <a:pt x="1679" y="1226"/>
                  </a:lnTo>
                  <a:lnTo>
                    <a:pt x="1679" y="1324"/>
                  </a:lnTo>
                  <a:lnTo>
                    <a:pt x="1699" y="1245"/>
                  </a:lnTo>
                  <a:lnTo>
                    <a:pt x="1719" y="1206"/>
                  </a:lnTo>
                  <a:lnTo>
                    <a:pt x="1719" y="1087"/>
                  </a:lnTo>
                  <a:close/>
                  <a:moveTo>
                    <a:pt x="1482" y="1344"/>
                  </a:moveTo>
                  <a:lnTo>
                    <a:pt x="1482" y="1344"/>
                  </a:lnTo>
                  <a:lnTo>
                    <a:pt x="1482" y="1344"/>
                  </a:lnTo>
                  <a:close/>
                  <a:moveTo>
                    <a:pt x="277" y="1285"/>
                  </a:moveTo>
                  <a:lnTo>
                    <a:pt x="277" y="1305"/>
                  </a:lnTo>
                  <a:lnTo>
                    <a:pt x="277" y="1324"/>
                  </a:lnTo>
                  <a:lnTo>
                    <a:pt x="297" y="1384"/>
                  </a:lnTo>
                  <a:lnTo>
                    <a:pt x="277" y="1285"/>
                  </a:lnTo>
                  <a:close/>
                  <a:moveTo>
                    <a:pt x="1344" y="1364"/>
                  </a:moveTo>
                  <a:lnTo>
                    <a:pt x="1330" y="1403"/>
                  </a:lnTo>
                  <a:lnTo>
                    <a:pt x="1344" y="1403"/>
                  </a:lnTo>
                  <a:lnTo>
                    <a:pt x="1344" y="1364"/>
                  </a:lnTo>
                  <a:close/>
                  <a:moveTo>
                    <a:pt x="1442" y="1364"/>
                  </a:moveTo>
                  <a:lnTo>
                    <a:pt x="1462" y="1403"/>
                  </a:lnTo>
                  <a:lnTo>
                    <a:pt x="1462" y="1384"/>
                  </a:lnTo>
                  <a:lnTo>
                    <a:pt x="1442" y="1364"/>
                  </a:lnTo>
                  <a:close/>
                  <a:moveTo>
                    <a:pt x="1304" y="1403"/>
                  </a:moveTo>
                  <a:lnTo>
                    <a:pt x="1324" y="1423"/>
                  </a:lnTo>
                  <a:lnTo>
                    <a:pt x="1330" y="1403"/>
                  </a:lnTo>
                  <a:close/>
                  <a:moveTo>
                    <a:pt x="1482" y="1344"/>
                  </a:moveTo>
                  <a:lnTo>
                    <a:pt x="1462" y="1423"/>
                  </a:lnTo>
                  <a:lnTo>
                    <a:pt x="1482" y="1403"/>
                  </a:lnTo>
                  <a:lnTo>
                    <a:pt x="1482" y="1384"/>
                  </a:lnTo>
                  <a:lnTo>
                    <a:pt x="1482" y="1344"/>
                  </a:lnTo>
                  <a:close/>
                  <a:moveTo>
                    <a:pt x="1265" y="1443"/>
                  </a:moveTo>
                  <a:lnTo>
                    <a:pt x="1265" y="1463"/>
                  </a:lnTo>
                  <a:lnTo>
                    <a:pt x="1284" y="1482"/>
                  </a:lnTo>
                  <a:lnTo>
                    <a:pt x="1265" y="1443"/>
                  </a:lnTo>
                  <a:close/>
                  <a:moveTo>
                    <a:pt x="988" y="1522"/>
                  </a:moveTo>
                  <a:lnTo>
                    <a:pt x="968" y="1542"/>
                  </a:lnTo>
                  <a:lnTo>
                    <a:pt x="988" y="1561"/>
                  </a:lnTo>
                  <a:lnTo>
                    <a:pt x="988" y="1542"/>
                  </a:lnTo>
                  <a:lnTo>
                    <a:pt x="988" y="1522"/>
                  </a:lnTo>
                  <a:close/>
                  <a:moveTo>
                    <a:pt x="1166" y="1423"/>
                  </a:moveTo>
                  <a:lnTo>
                    <a:pt x="1146" y="1443"/>
                  </a:lnTo>
                  <a:lnTo>
                    <a:pt x="1146" y="1482"/>
                  </a:lnTo>
                  <a:lnTo>
                    <a:pt x="1166" y="1581"/>
                  </a:lnTo>
                  <a:lnTo>
                    <a:pt x="1186" y="1601"/>
                  </a:lnTo>
                  <a:lnTo>
                    <a:pt x="1186" y="1601"/>
                  </a:lnTo>
                  <a:lnTo>
                    <a:pt x="1166" y="1561"/>
                  </a:lnTo>
                  <a:lnTo>
                    <a:pt x="1166" y="1522"/>
                  </a:lnTo>
                  <a:lnTo>
                    <a:pt x="1186" y="1542"/>
                  </a:lnTo>
                  <a:lnTo>
                    <a:pt x="1166" y="1443"/>
                  </a:lnTo>
                  <a:lnTo>
                    <a:pt x="1166" y="1423"/>
                  </a:lnTo>
                  <a:close/>
                  <a:moveTo>
                    <a:pt x="949" y="1423"/>
                  </a:moveTo>
                  <a:lnTo>
                    <a:pt x="968" y="1443"/>
                  </a:lnTo>
                  <a:lnTo>
                    <a:pt x="968" y="1463"/>
                  </a:lnTo>
                  <a:lnTo>
                    <a:pt x="988" y="1522"/>
                  </a:lnTo>
                  <a:lnTo>
                    <a:pt x="988" y="1463"/>
                  </a:lnTo>
                  <a:lnTo>
                    <a:pt x="1008" y="1502"/>
                  </a:lnTo>
                  <a:lnTo>
                    <a:pt x="1008" y="1621"/>
                  </a:lnTo>
                  <a:lnTo>
                    <a:pt x="988" y="1561"/>
                  </a:lnTo>
                  <a:lnTo>
                    <a:pt x="988" y="1561"/>
                  </a:lnTo>
                  <a:lnTo>
                    <a:pt x="1008" y="1640"/>
                  </a:lnTo>
                  <a:lnTo>
                    <a:pt x="988" y="1621"/>
                  </a:lnTo>
                  <a:lnTo>
                    <a:pt x="968" y="1621"/>
                  </a:lnTo>
                  <a:lnTo>
                    <a:pt x="968" y="1640"/>
                  </a:lnTo>
                  <a:lnTo>
                    <a:pt x="949" y="1463"/>
                  </a:lnTo>
                  <a:lnTo>
                    <a:pt x="949" y="1423"/>
                  </a:lnTo>
                  <a:close/>
                  <a:moveTo>
                    <a:pt x="534" y="1700"/>
                  </a:moveTo>
                  <a:lnTo>
                    <a:pt x="534" y="1700"/>
                  </a:lnTo>
                  <a:lnTo>
                    <a:pt x="534" y="1700"/>
                  </a:lnTo>
                  <a:close/>
                  <a:moveTo>
                    <a:pt x="652" y="1700"/>
                  </a:moveTo>
                  <a:lnTo>
                    <a:pt x="652" y="1700"/>
                  </a:lnTo>
                  <a:lnTo>
                    <a:pt x="652" y="1700"/>
                  </a:lnTo>
                  <a:close/>
                  <a:moveTo>
                    <a:pt x="534" y="1700"/>
                  </a:moveTo>
                  <a:lnTo>
                    <a:pt x="534" y="1700"/>
                  </a:lnTo>
                  <a:lnTo>
                    <a:pt x="534" y="1700"/>
                  </a:lnTo>
                  <a:close/>
                  <a:moveTo>
                    <a:pt x="652" y="1700"/>
                  </a:moveTo>
                  <a:lnTo>
                    <a:pt x="652" y="1700"/>
                  </a:lnTo>
                  <a:lnTo>
                    <a:pt x="652" y="1700"/>
                  </a:lnTo>
                  <a:close/>
                  <a:moveTo>
                    <a:pt x="1521" y="1"/>
                  </a:moveTo>
                  <a:lnTo>
                    <a:pt x="1502" y="40"/>
                  </a:lnTo>
                  <a:lnTo>
                    <a:pt x="1482" y="119"/>
                  </a:lnTo>
                  <a:lnTo>
                    <a:pt x="1462" y="119"/>
                  </a:lnTo>
                  <a:lnTo>
                    <a:pt x="1462" y="80"/>
                  </a:lnTo>
                  <a:lnTo>
                    <a:pt x="1442" y="139"/>
                  </a:lnTo>
                  <a:lnTo>
                    <a:pt x="1442" y="218"/>
                  </a:lnTo>
                  <a:lnTo>
                    <a:pt x="1462" y="278"/>
                  </a:lnTo>
                  <a:lnTo>
                    <a:pt x="1462" y="238"/>
                  </a:lnTo>
                  <a:lnTo>
                    <a:pt x="1482" y="218"/>
                  </a:lnTo>
                  <a:lnTo>
                    <a:pt x="1482" y="278"/>
                  </a:lnTo>
                  <a:lnTo>
                    <a:pt x="1482" y="357"/>
                  </a:lnTo>
                  <a:lnTo>
                    <a:pt x="1482" y="396"/>
                  </a:lnTo>
                  <a:lnTo>
                    <a:pt x="1482" y="495"/>
                  </a:lnTo>
                  <a:lnTo>
                    <a:pt x="1462" y="515"/>
                  </a:lnTo>
                  <a:lnTo>
                    <a:pt x="1462" y="436"/>
                  </a:lnTo>
                  <a:lnTo>
                    <a:pt x="1462" y="396"/>
                  </a:lnTo>
                  <a:lnTo>
                    <a:pt x="1462" y="297"/>
                  </a:lnTo>
                  <a:lnTo>
                    <a:pt x="1442" y="376"/>
                  </a:lnTo>
                  <a:lnTo>
                    <a:pt x="1442" y="436"/>
                  </a:lnTo>
                  <a:lnTo>
                    <a:pt x="1423" y="436"/>
                  </a:lnTo>
                  <a:lnTo>
                    <a:pt x="1423" y="455"/>
                  </a:lnTo>
                  <a:lnTo>
                    <a:pt x="1423" y="495"/>
                  </a:lnTo>
                  <a:lnTo>
                    <a:pt x="1403" y="416"/>
                  </a:lnTo>
                  <a:lnTo>
                    <a:pt x="1423" y="436"/>
                  </a:lnTo>
                  <a:lnTo>
                    <a:pt x="1423" y="396"/>
                  </a:lnTo>
                  <a:lnTo>
                    <a:pt x="1423" y="357"/>
                  </a:lnTo>
                  <a:lnTo>
                    <a:pt x="1423" y="297"/>
                  </a:lnTo>
                  <a:lnTo>
                    <a:pt x="1423" y="218"/>
                  </a:lnTo>
                  <a:lnTo>
                    <a:pt x="1442" y="100"/>
                  </a:lnTo>
                  <a:lnTo>
                    <a:pt x="1423" y="100"/>
                  </a:lnTo>
                  <a:lnTo>
                    <a:pt x="1423" y="60"/>
                  </a:lnTo>
                  <a:lnTo>
                    <a:pt x="1403" y="100"/>
                  </a:lnTo>
                  <a:lnTo>
                    <a:pt x="1383" y="159"/>
                  </a:lnTo>
                  <a:lnTo>
                    <a:pt x="1383" y="100"/>
                  </a:lnTo>
                  <a:lnTo>
                    <a:pt x="1363" y="100"/>
                  </a:lnTo>
                  <a:lnTo>
                    <a:pt x="1344" y="139"/>
                  </a:lnTo>
                  <a:lnTo>
                    <a:pt x="1344" y="80"/>
                  </a:lnTo>
                  <a:lnTo>
                    <a:pt x="1324" y="60"/>
                  </a:lnTo>
                  <a:lnTo>
                    <a:pt x="1324" y="80"/>
                  </a:lnTo>
                  <a:lnTo>
                    <a:pt x="1304" y="119"/>
                  </a:lnTo>
                  <a:lnTo>
                    <a:pt x="1284" y="179"/>
                  </a:lnTo>
                  <a:lnTo>
                    <a:pt x="1265" y="179"/>
                  </a:lnTo>
                  <a:lnTo>
                    <a:pt x="1265" y="139"/>
                  </a:lnTo>
                  <a:lnTo>
                    <a:pt x="1245" y="119"/>
                  </a:lnTo>
                  <a:lnTo>
                    <a:pt x="1245" y="159"/>
                  </a:lnTo>
                  <a:lnTo>
                    <a:pt x="1225" y="119"/>
                  </a:lnTo>
                  <a:lnTo>
                    <a:pt x="1225" y="139"/>
                  </a:lnTo>
                  <a:lnTo>
                    <a:pt x="1205" y="159"/>
                  </a:lnTo>
                  <a:lnTo>
                    <a:pt x="1205" y="100"/>
                  </a:lnTo>
                  <a:lnTo>
                    <a:pt x="1186" y="100"/>
                  </a:lnTo>
                  <a:lnTo>
                    <a:pt x="1186" y="139"/>
                  </a:lnTo>
                  <a:lnTo>
                    <a:pt x="1166" y="218"/>
                  </a:lnTo>
                  <a:lnTo>
                    <a:pt x="1166" y="119"/>
                  </a:lnTo>
                  <a:lnTo>
                    <a:pt x="1107" y="179"/>
                  </a:lnTo>
                  <a:lnTo>
                    <a:pt x="1047" y="218"/>
                  </a:lnTo>
                  <a:lnTo>
                    <a:pt x="1047" y="179"/>
                  </a:lnTo>
                  <a:lnTo>
                    <a:pt x="1028" y="198"/>
                  </a:lnTo>
                  <a:lnTo>
                    <a:pt x="1008" y="238"/>
                  </a:lnTo>
                  <a:lnTo>
                    <a:pt x="988" y="278"/>
                  </a:lnTo>
                  <a:lnTo>
                    <a:pt x="968" y="317"/>
                  </a:lnTo>
                  <a:lnTo>
                    <a:pt x="968" y="376"/>
                  </a:lnTo>
                  <a:lnTo>
                    <a:pt x="988" y="495"/>
                  </a:lnTo>
                  <a:lnTo>
                    <a:pt x="988" y="515"/>
                  </a:lnTo>
                  <a:lnTo>
                    <a:pt x="968" y="475"/>
                  </a:lnTo>
                  <a:lnTo>
                    <a:pt x="968" y="436"/>
                  </a:lnTo>
                  <a:lnTo>
                    <a:pt x="968" y="416"/>
                  </a:lnTo>
                  <a:lnTo>
                    <a:pt x="949" y="317"/>
                  </a:lnTo>
                  <a:lnTo>
                    <a:pt x="929" y="297"/>
                  </a:lnTo>
                  <a:lnTo>
                    <a:pt x="929" y="317"/>
                  </a:lnTo>
                  <a:lnTo>
                    <a:pt x="909" y="317"/>
                  </a:lnTo>
                  <a:lnTo>
                    <a:pt x="909" y="297"/>
                  </a:lnTo>
                  <a:lnTo>
                    <a:pt x="909" y="258"/>
                  </a:lnTo>
                  <a:lnTo>
                    <a:pt x="929" y="238"/>
                  </a:lnTo>
                  <a:lnTo>
                    <a:pt x="929" y="198"/>
                  </a:lnTo>
                  <a:lnTo>
                    <a:pt x="909" y="238"/>
                  </a:lnTo>
                  <a:lnTo>
                    <a:pt x="889" y="238"/>
                  </a:lnTo>
                  <a:lnTo>
                    <a:pt x="889" y="278"/>
                  </a:lnTo>
                  <a:lnTo>
                    <a:pt x="889" y="297"/>
                  </a:lnTo>
                  <a:lnTo>
                    <a:pt x="870" y="376"/>
                  </a:lnTo>
                  <a:lnTo>
                    <a:pt x="870" y="357"/>
                  </a:lnTo>
                  <a:lnTo>
                    <a:pt x="850" y="357"/>
                  </a:lnTo>
                  <a:lnTo>
                    <a:pt x="830" y="337"/>
                  </a:lnTo>
                  <a:lnTo>
                    <a:pt x="830" y="278"/>
                  </a:lnTo>
                  <a:lnTo>
                    <a:pt x="810" y="297"/>
                  </a:lnTo>
                  <a:lnTo>
                    <a:pt x="810" y="278"/>
                  </a:lnTo>
                  <a:lnTo>
                    <a:pt x="771" y="278"/>
                  </a:lnTo>
                  <a:lnTo>
                    <a:pt x="751" y="258"/>
                  </a:lnTo>
                  <a:lnTo>
                    <a:pt x="751" y="238"/>
                  </a:lnTo>
                  <a:lnTo>
                    <a:pt x="731" y="278"/>
                  </a:lnTo>
                  <a:lnTo>
                    <a:pt x="712" y="357"/>
                  </a:lnTo>
                  <a:lnTo>
                    <a:pt x="731" y="357"/>
                  </a:lnTo>
                  <a:lnTo>
                    <a:pt x="731" y="416"/>
                  </a:lnTo>
                  <a:lnTo>
                    <a:pt x="731" y="455"/>
                  </a:lnTo>
                  <a:lnTo>
                    <a:pt x="712" y="416"/>
                  </a:lnTo>
                  <a:lnTo>
                    <a:pt x="712" y="376"/>
                  </a:lnTo>
                  <a:lnTo>
                    <a:pt x="692" y="337"/>
                  </a:lnTo>
                  <a:lnTo>
                    <a:pt x="672" y="297"/>
                  </a:lnTo>
                  <a:lnTo>
                    <a:pt x="672" y="317"/>
                  </a:lnTo>
                  <a:lnTo>
                    <a:pt x="652" y="376"/>
                  </a:lnTo>
                  <a:lnTo>
                    <a:pt x="652" y="337"/>
                  </a:lnTo>
                  <a:lnTo>
                    <a:pt x="652" y="297"/>
                  </a:lnTo>
                  <a:lnTo>
                    <a:pt x="633" y="278"/>
                  </a:lnTo>
                  <a:lnTo>
                    <a:pt x="633" y="297"/>
                  </a:lnTo>
                  <a:lnTo>
                    <a:pt x="633" y="337"/>
                  </a:lnTo>
                  <a:lnTo>
                    <a:pt x="613" y="455"/>
                  </a:lnTo>
                  <a:lnTo>
                    <a:pt x="613" y="495"/>
                  </a:lnTo>
                  <a:lnTo>
                    <a:pt x="593" y="554"/>
                  </a:lnTo>
                  <a:lnTo>
                    <a:pt x="593" y="495"/>
                  </a:lnTo>
                  <a:lnTo>
                    <a:pt x="573" y="475"/>
                  </a:lnTo>
                  <a:lnTo>
                    <a:pt x="573" y="436"/>
                  </a:lnTo>
                  <a:lnTo>
                    <a:pt x="593" y="455"/>
                  </a:lnTo>
                  <a:lnTo>
                    <a:pt x="593" y="436"/>
                  </a:lnTo>
                  <a:lnTo>
                    <a:pt x="573" y="357"/>
                  </a:lnTo>
                  <a:lnTo>
                    <a:pt x="554" y="337"/>
                  </a:lnTo>
                  <a:lnTo>
                    <a:pt x="514" y="337"/>
                  </a:lnTo>
                  <a:lnTo>
                    <a:pt x="494" y="376"/>
                  </a:lnTo>
                  <a:lnTo>
                    <a:pt x="475" y="376"/>
                  </a:lnTo>
                  <a:lnTo>
                    <a:pt x="475" y="396"/>
                  </a:lnTo>
                  <a:lnTo>
                    <a:pt x="435" y="357"/>
                  </a:lnTo>
                  <a:lnTo>
                    <a:pt x="396" y="357"/>
                  </a:lnTo>
                  <a:lnTo>
                    <a:pt x="376" y="376"/>
                  </a:lnTo>
                  <a:lnTo>
                    <a:pt x="376" y="416"/>
                  </a:lnTo>
                  <a:lnTo>
                    <a:pt x="356" y="376"/>
                  </a:lnTo>
                  <a:lnTo>
                    <a:pt x="356" y="455"/>
                  </a:lnTo>
                  <a:lnTo>
                    <a:pt x="336" y="515"/>
                  </a:lnTo>
                  <a:lnTo>
                    <a:pt x="336" y="554"/>
                  </a:lnTo>
                  <a:lnTo>
                    <a:pt x="336" y="673"/>
                  </a:lnTo>
                  <a:lnTo>
                    <a:pt x="317" y="613"/>
                  </a:lnTo>
                  <a:lnTo>
                    <a:pt x="297" y="594"/>
                  </a:lnTo>
                  <a:lnTo>
                    <a:pt x="297" y="534"/>
                  </a:lnTo>
                  <a:lnTo>
                    <a:pt x="277" y="515"/>
                  </a:lnTo>
                  <a:lnTo>
                    <a:pt x="277" y="534"/>
                  </a:lnTo>
                  <a:lnTo>
                    <a:pt x="297" y="613"/>
                  </a:lnTo>
                  <a:lnTo>
                    <a:pt x="297" y="673"/>
                  </a:lnTo>
                  <a:lnTo>
                    <a:pt x="297" y="692"/>
                  </a:lnTo>
                  <a:lnTo>
                    <a:pt x="297" y="712"/>
                  </a:lnTo>
                  <a:lnTo>
                    <a:pt x="257" y="771"/>
                  </a:lnTo>
                  <a:lnTo>
                    <a:pt x="238" y="811"/>
                  </a:lnTo>
                  <a:lnTo>
                    <a:pt x="198" y="831"/>
                  </a:lnTo>
                  <a:lnTo>
                    <a:pt x="159" y="811"/>
                  </a:lnTo>
                  <a:lnTo>
                    <a:pt x="159" y="791"/>
                  </a:lnTo>
                  <a:lnTo>
                    <a:pt x="139" y="791"/>
                  </a:lnTo>
                  <a:lnTo>
                    <a:pt x="139" y="771"/>
                  </a:lnTo>
                  <a:lnTo>
                    <a:pt x="119" y="732"/>
                  </a:lnTo>
                  <a:lnTo>
                    <a:pt x="119" y="771"/>
                  </a:lnTo>
                  <a:lnTo>
                    <a:pt x="119" y="791"/>
                  </a:lnTo>
                  <a:lnTo>
                    <a:pt x="99" y="752"/>
                  </a:lnTo>
                  <a:lnTo>
                    <a:pt x="99" y="732"/>
                  </a:lnTo>
                  <a:lnTo>
                    <a:pt x="79" y="732"/>
                  </a:lnTo>
                  <a:lnTo>
                    <a:pt x="60" y="712"/>
                  </a:lnTo>
                  <a:lnTo>
                    <a:pt x="60" y="692"/>
                  </a:lnTo>
                  <a:lnTo>
                    <a:pt x="40" y="712"/>
                  </a:lnTo>
                  <a:lnTo>
                    <a:pt x="0" y="574"/>
                  </a:lnTo>
                  <a:lnTo>
                    <a:pt x="0" y="653"/>
                  </a:lnTo>
                  <a:lnTo>
                    <a:pt x="20" y="712"/>
                  </a:lnTo>
                  <a:lnTo>
                    <a:pt x="20" y="732"/>
                  </a:lnTo>
                  <a:lnTo>
                    <a:pt x="60" y="890"/>
                  </a:lnTo>
                  <a:lnTo>
                    <a:pt x="119" y="1048"/>
                  </a:lnTo>
                  <a:lnTo>
                    <a:pt x="139" y="1107"/>
                  </a:lnTo>
                  <a:lnTo>
                    <a:pt x="178" y="1166"/>
                  </a:lnTo>
                  <a:lnTo>
                    <a:pt x="159" y="1127"/>
                  </a:lnTo>
                  <a:lnTo>
                    <a:pt x="159" y="1127"/>
                  </a:lnTo>
                  <a:lnTo>
                    <a:pt x="178" y="1147"/>
                  </a:lnTo>
                  <a:lnTo>
                    <a:pt x="198" y="1186"/>
                  </a:lnTo>
                  <a:lnTo>
                    <a:pt x="198" y="1147"/>
                  </a:lnTo>
                  <a:lnTo>
                    <a:pt x="218" y="1206"/>
                  </a:lnTo>
                  <a:lnTo>
                    <a:pt x="238" y="1285"/>
                  </a:lnTo>
                  <a:lnTo>
                    <a:pt x="238" y="1265"/>
                  </a:lnTo>
                  <a:lnTo>
                    <a:pt x="238" y="1245"/>
                  </a:lnTo>
                  <a:lnTo>
                    <a:pt x="257" y="1285"/>
                  </a:lnTo>
                  <a:lnTo>
                    <a:pt x="257" y="1324"/>
                  </a:lnTo>
                  <a:lnTo>
                    <a:pt x="277" y="1305"/>
                  </a:lnTo>
                  <a:lnTo>
                    <a:pt x="257" y="1226"/>
                  </a:lnTo>
                  <a:lnTo>
                    <a:pt x="257" y="1186"/>
                  </a:lnTo>
                  <a:lnTo>
                    <a:pt x="277" y="1226"/>
                  </a:lnTo>
                  <a:lnTo>
                    <a:pt x="297" y="1285"/>
                  </a:lnTo>
                  <a:lnTo>
                    <a:pt x="297" y="1364"/>
                  </a:lnTo>
                  <a:lnTo>
                    <a:pt x="317" y="1384"/>
                  </a:lnTo>
                  <a:lnTo>
                    <a:pt x="336" y="1384"/>
                  </a:lnTo>
                  <a:lnTo>
                    <a:pt x="336" y="1423"/>
                  </a:lnTo>
                  <a:lnTo>
                    <a:pt x="356" y="1482"/>
                  </a:lnTo>
                  <a:lnTo>
                    <a:pt x="356" y="1443"/>
                  </a:lnTo>
                  <a:lnTo>
                    <a:pt x="356" y="1423"/>
                  </a:lnTo>
                  <a:lnTo>
                    <a:pt x="376" y="1443"/>
                  </a:lnTo>
                  <a:lnTo>
                    <a:pt x="376" y="1463"/>
                  </a:lnTo>
                  <a:lnTo>
                    <a:pt x="396" y="1522"/>
                  </a:lnTo>
                  <a:lnTo>
                    <a:pt x="415" y="1561"/>
                  </a:lnTo>
                  <a:lnTo>
                    <a:pt x="415" y="1522"/>
                  </a:lnTo>
                  <a:lnTo>
                    <a:pt x="415" y="1463"/>
                  </a:lnTo>
                  <a:lnTo>
                    <a:pt x="435" y="1522"/>
                  </a:lnTo>
                  <a:lnTo>
                    <a:pt x="415" y="1423"/>
                  </a:lnTo>
                  <a:lnTo>
                    <a:pt x="396" y="1344"/>
                  </a:lnTo>
                  <a:lnTo>
                    <a:pt x="435" y="1443"/>
                  </a:lnTo>
                  <a:lnTo>
                    <a:pt x="455" y="1561"/>
                  </a:lnTo>
                  <a:lnTo>
                    <a:pt x="455" y="1502"/>
                  </a:lnTo>
                  <a:lnTo>
                    <a:pt x="475" y="1542"/>
                  </a:lnTo>
                  <a:lnTo>
                    <a:pt x="475" y="1581"/>
                  </a:lnTo>
                  <a:lnTo>
                    <a:pt x="494" y="1640"/>
                  </a:lnTo>
                  <a:lnTo>
                    <a:pt x="494" y="1621"/>
                  </a:lnTo>
                  <a:lnTo>
                    <a:pt x="514" y="1660"/>
                  </a:lnTo>
                  <a:lnTo>
                    <a:pt x="514" y="1621"/>
                  </a:lnTo>
                  <a:lnTo>
                    <a:pt x="534" y="1700"/>
                  </a:lnTo>
                  <a:lnTo>
                    <a:pt x="534" y="1660"/>
                  </a:lnTo>
                  <a:lnTo>
                    <a:pt x="554" y="1680"/>
                  </a:lnTo>
                  <a:lnTo>
                    <a:pt x="554" y="1660"/>
                  </a:lnTo>
                  <a:lnTo>
                    <a:pt x="573" y="1700"/>
                  </a:lnTo>
                  <a:lnTo>
                    <a:pt x="573" y="1700"/>
                  </a:lnTo>
                  <a:lnTo>
                    <a:pt x="554" y="1621"/>
                  </a:lnTo>
                  <a:lnTo>
                    <a:pt x="573" y="1640"/>
                  </a:lnTo>
                  <a:lnTo>
                    <a:pt x="593" y="1700"/>
                  </a:lnTo>
                  <a:lnTo>
                    <a:pt x="554" y="1522"/>
                  </a:lnTo>
                  <a:lnTo>
                    <a:pt x="573" y="1581"/>
                  </a:lnTo>
                  <a:lnTo>
                    <a:pt x="593" y="1660"/>
                  </a:lnTo>
                  <a:lnTo>
                    <a:pt x="613" y="1759"/>
                  </a:lnTo>
                  <a:lnTo>
                    <a:pt x="613" y="1739"/>
                  </a:lnTo>
                  <a:lnTo>
                    <a:pt x="633" y="1759"/>
                  </a:lnTo>
                  <a:lnTo>
                    <a:pt x="633" y="1759"/>
                  </a:lnTo>
                  <a:lnTo>
                    <a:pt x="613" y="1660"/>
                  </a:lnTo>
                  <a:lnTo>
                    <a:pt x="613" y="1700"/>
                  </a:lnTo>
                  <a:lnTo>
                    <a:pt x="593" y="1640"/>
                  </a:lnTo>
                  <a:lnTo>
                    <a:pt x="593" y="1561"/>
                  </a:lnTo>
                  <a:lnTo>
                    <a:pt x="593" y="1463"/>
                  </a:lnTo>
                  <a:lnTo>
                    <a:pt x="613" y="1522"/>
                  </a:lnTo>
                  <a:lnTo>
                    <a:pt x="633" y="1640"/>
                  </a:lnTo>
                  <a:lnTo>
                    <a:pt x="633" y="1621"/>
                  </a:lnTo>
                  <a:lnTo>
                    <a:pt x="652" y="1700"/>
                  </a:lnTo>
                  <a:lnTo>
                    <a:pt x="633" y="1601"/>
                  </a:lnTo>
                  <a:lnTo>
                    <a:pt x="652" y="1581"/>
                  </a:lnTo>
                  <a:lnTo>
                    <a:pt x="652" y="1601"/>
                  </a:lnTo>
                  <a:lnTo>
                    <a:pt x="672" y="1660"/>
                  </a:lnTo>
                  <a:lnTo>
                    <a:pt x="672" y="1680"/>
                  </a:lnTo>
                  <a:lnTo>
                    <a:pt x="692" y="1700"/>
                  </a:lnTo>
                  <a:lnTo>
                    <a:pt x="712" y="1719"/>
                  </a:lnTo>
                  <a:lnTo>
                    <a:pt x="712" y="1700"/>
                  </a:lnTo>
                  <a:lnTo>
                    <a:pt x="672" y="1463"/>
                  </a:lnTo>
                  <a:lnTo>
                    <a:pt x="692" y="1482"/>
                  </a:lnTo>
                  <a:lnTo>
                    <a:pt x="692" y="1463"/>
                  </a:lnTo>
                  <a:lnTo>
                    <a:pt x="712" y="1522"/>
                  </a:lnTo>
                  <a:lnTo>
                    <a:pt x="712" y="1581"/>
                  </a:lnTo>
                  <a:lnTo>
                    <a:pt x="731" y="1680"/>
                  </a:lnTo>
                  <a:lnTo>
                    <a:pt x="751" y="1660"/>
                  </a:lnTo>
                  <a:lnTo>
                    <a:pt x="751" y="1739"/>
                  </a:lnTo>
                  <a:lnTo>
                    <a:pt x="771" y="1739"/>
                  </a:lnTo>
                  <a:lnTo>
                    <a:pt x="771" y="1680"/>
                  </a:lnTo>
                  <a:lnTo>
                    <a:pt x="791" y="1739"/>
                  </a:lnTo>
                  <a:lnTo>
                    <a:pt x="810" y="1759"/>
                  </a:lnTo>
                  <a:lnTo>
                    <a:pt x="810" y="1759"/>
                  </a:lnTo>
                  <a:lnTo>
                    <a:pt x="791" y="1700"/>
                  </a:lnTo>
                  <a:lnTo>
                    <a:pt x="791" y="1680"/>
                  </a:lnTo>
                  <a:lnTo>
                    <a:pt x="810" y="1700"/>
                  </a:lnTo>
                  <a:lnTo>
                    <a:pt x="810" y="1739"/>
                  </a:lnTo>
                  <a:lnTo>
                    <a:pt x="830" y="1739"/>
                  </a:lnTo>
                  <a:lnTo>
                    <a:pt x="830" y="1700"/>
                  </a:lnTo>
                  <a:lnTo>
                    <a:pt x="810" y="1601"/>
                  </a:lnTo>
                  <a:lnTo>
                    <a:pt x="830" y="1601"/>
                  </a:lnTo>
                  <a:lnTo>
                    <a:pt x="830" y="1621"/>
                  </a:lnTo>
                  <a:lnTo>
                    <a:pt x="850" y="1680"/>
                  </a:lnTo>
                  <a:lnTo>
                    <a:pt x="850" y="1660"/>
                  </a:lnTo>
                  <a:lnTo>
                    <a:pt x="870" y="1680"/>
                  </a:lnTo>
                  <a:lnTo>
                    <a:pt x="870" y="1463"/>
                  </a:lnTo>
                  <a:lnTo>
                    <a:pt x="830" y="1245"/>
                  </a:lnTo>
                  <a:lnTo>
                    <a:pt x="850" y="1285"/>
                  </a:lnTo>
                  <a:lnTo>
                    <a:pt x="870" y="1324"/>
                  </a:lnTo>
                  <a:lnTo>
                    <a:pt x="889" y="1403"/>
                  </a:lnTo>
                  <a:lnTo>
                    <a:pt x="889" y="1463"/>
                  </a:lnTo>
                  <a:lnTo>
                    <a:pt x="870" y="1403"/>
                  </a:lnTo>
                  <a:lnTo>
                    <a:pt x="909" y="1542"/>
                  </a:lnTo>
                  <a:lnTo>
                    <a:pt x="909" y="1601"/>
                  </a:lnTo>
                  <a:lnTo>
                    <a:pt x="889" y="1561"/>
                  </a:lnTo>
                  <a:lnTo>
                    <a:pt x="909" y="1640"/>
                  </a:lnTo>
                  <a:lnTo>
                    <a:pt x="909" y="1719"/>
                  </a:lnTo>
                  <a:lnTo>
                    <a:pt x="929" y="1719"/>
                  </a:lnTo>
                  <a:lnTo>
                    <a:pt x="929" y="1700"/>
                  </a:lnTo>
                  <a:lnTo>
                    <a:pt x="949" y="1680"/>
                  </a:lnTo>
                  <a:lnTo>
                    <a:pt x="949" y="1640"/>
                  </a:lnTo>
                  <a:lnTo>
                    <a:pt x="968" y="1680"/>
                  </a:lnTo>
                  <a:lnTo>
                    <a:pt x="988" y="1700"/>
                  </a:lnTo>
                  <a:lnTo>
                    <a:pt x="1008" y="1700"/>
                  </a:lnTo>
                  <a:lnTo>
                    <a:pt x="1008" y="1719"/>
                  </a:lnTo>
                  <a:lnTo>
                    <a:pt x="1028" y="1621"/>
                  </a:lnTo>
                  <a:lnTo>
                    <a:pt x="1008" y="1482"/>
                  </a:lnTo>
                  <a:lnTo>
                    <a:pt x="1028" y="1581"/>
                  </a:lnTo>
                  <a:lnTo>
                    <a:pt x="1047" y="1621"/>
                  </a:lnTo>
                  <a:lnTo>
                    <a:pt x="1028" y="1542"/>
                  </a:lnTo>
                  <a:lnTo>
                    <a:pt x="1028" y="1463"/>
                  </a:lnTo>
                  <a:lnTo>
                    <a:pt x="1028" y="1423"/>
                  </a:lnTo>
                  <a:lnTo>
                    <a:pt x="1028" y="1384"/>
                  </a:lnTo>
                  <a:lnTo>
                    <a:pt x="1047" y="1423"/>
                  </a:lnTo>
                  <a:lnTo>
                    <a:pt x="1047" y="1443"/>
                  </a:lnTo>
                  <a:lnTo>
                    <a:pt x="1067" y="1384"/>
                  </a:lnTo>
                  <a:lnTo>
                    <a:pt x="1067" y="1502"/>
                  </a:lnTo>
                  <a:lnTo>
                    <a:pt x="1067" y="1640"/>
                  </a:lnTo>
                  <a:lnTo>
                    <a:pt x="1087" y="1561"/>
                  </a:lnTo>
                  <a:lnTo>
                    <a:pt x="1087" y="1601"/>
                  </a:lnTo>
                  <a:lnTo>
                    <a:pt x="1107" y="1581"/>
                  </a:lnTo>
                  <a:lnTo>
                    <a:pt x="1107" y="1542"/>
                  </a:lnTo>
                  <a:lnTo>
                    <a:pt x="1126" y="1522"/>
                  </a:lnTo>
                  <a:lnTo>
                    <a:pt x="1146" y="1502"/>
                  </a:lnTo>
                  <a:lnTo>
                    <a:pt x="1126" y="1482"/>
                  </a:lnTo>
                  <a:lnTo>
                    <a:pt x="1126" y="1403"/>
                  </a:lnTo>
                  <a:lnTo>
                    <a:pt x="1126" y="1364"/>
                  </a:lnTo>
                  <a:lnTo>
                    <a:pt x="1146" y="1324"/>
                  </a:lnTo>
                  <a:lnTo>
                    <a:pt x="1146" y="1305"/>
                  </a:lnTo>
                  <a:lnTo>
                    <a:pt x="1146" y="1285"/>
                  </a:lnTo>
                  <a:lnTo>
                    <a:pt x="1166" y="1344"/>
                  </a:lnTo>
                  <a:lnTo>
                    <a:pt x="1166" y="1384"/>
                  </a:lnTo>
                  <a:lnTo>
                    <a:pt x="1186" y="1364"/>
                  </a:lnTo>
                  <a:lnTo>
                    <a:pt x="1186" y="1403"/>
                  </a:lnTo>
                  <a:lnTo>
                    <a:pt x="1186" y="1423"/>
                  </a:lnTo>
                  <a:lnTo>
                    <a:pt x="1205" y="1384"/>
                  </a:lnTo>
                  <a:lnTo>
                    <a:pt x="1205" y="1364"/>
                  </a:lnTo>
                  <a:lnTo>
                    <a:pt x="1205" y="1305"/>
                  </a:lnTo>
                  <a:lnTo>
                    <a:pt x="1205" y="1245"/>
                  </a:lnTo>
                  <a:lnTo>
                    <a:pt x="1225" y="1226"/>
                  </a:lnTo>
                  <a:lnTo>
                    <a:pt x="1245" y="1285"/>
                  </a:lnTo>
                  <a:lnTo>
                    <a:pt x="1245" y="1324"/>
                  </a:lnTo>
                  <a:lnTo>
                    <a:pt x="1245" y="1364"/>
                  </a:lnTo>
                  <a:lnTo>
                    <a:pt x="1265" y="1423"/>
                  </a:lnTo>
                  <a:lnTo>
                    <a:pt x="1265" y="1443"/>
                  </a:lnTo>
                  <a:lnTo>
                    <a:pt x="1284" y="1403"/>
                  </a:lnTo>
                  <a:lnTo>
                    <a:pt x="1284" y="1423"/>
                  </a:lnTo>
                  <a:lnTo>
                    <a:pt x="1304" y="1423"/>
                  </a:lnTo>
                  <a:lnTo>
                    <a:pt x="1304" y="1403"/>
                  </a:lnTo>
                  <a:lnTo>
                    <a:pt x="1284" y="1344"/>
                  </a:lnTo>
                  <a:lnTo>
                    <a:pt x="1304" y="1324"/>
                  </a:lnTo>
                  <a:lnTo>
                    <a:pt x="1324" y="1305"/>
                  </a:lnTo>
                  <a:lnTo>
                    <a:pt x="1324" y="1265"/>
                  </a:lnTo>
                  <a:lnTo>
                    <a:pt x="1344" y="1324"/>
                  </a:lnTo>
                  <a:lnTo>
                    <a:pt x="1344" y="1364"/>
                  </a:lnTo>
                  <a:lnTo>
                    <a:pt x="1363" y="1443"/>
                  </a:lnTo>
                  <a:lnTo>
                    <a:pt x="1363" y="1403"/>
                  </a:lnTo>
                  <a:lnTo>
                    <a:pt x="1383" y="1403"/>
                  </a:lnTo>
                  <a:lnTo>
                    <a:pt x="1383" y="1423"/>
                  </a:lnTo>
                  <a:lnTo>
                    <a:pt x="1403" y="1463"/>
                  </a:lnTo>
                  <a:lnTo>
                    <a:pt x="1403" y="1423"/>
                  </a:lnTo>
                  <a:lnTo>
                    <a:pt x="1403" y="1403"/>
                  </a:lnTo>
                  <a:lnTo>
                    <a:pt x="1403" y="1364"/>
                  </a:lnTo>
                  <a:lnTo>
                    <a:pt x="1423" y="1305"/>
                  </a:lnTo>
                  <a:lnTo>
                    <a:pt x="1403" y="1344"/>
                  </a:lnTo>
                  <a:lnTo>
                    <a:pt x="1403" y="1305"/>
                  </a:lnTo>
                  <a:lnTo>
                    <a:pt x="1423" y="1305"/>
                  </a:lnTo>
                  <a:lnTo>
                    <a:pt x="1423" y="1245"/>
                  </a:lnTo>
                  <a:lnTo>
                    <a:pt x="1442" y="1324"/>
                  </a:lnTo>
                  <a:lnTo>
                    <a:pt x="1442" y="1245"/>
                  </a:lnTo>
                  <a:lnTo>
                    <a:pt x="1442" y="1226"/>
                  </a:lnTo>
                  <a:lnTo>
                    <a:pt x="1462" y="1147"/>
                  </a:lnTo>
                  <a:lnTo>
                    <a:pt x="1462" y="1226"/>
                  </a:lnTo>
                  <a:lnTo>
                    <a:pt x="1462" y="1265"/>
                  </a:lnTo>
                  <a:lnTo>
                    <a:pt x="1462" y="1324"/>
                  </a:lnTo>
                  <a:lnTo>
                    <a:pt x="1462" y="1344"/>
                  </a:lnTo>
                  <a:lnTo>
                    <a:pt x="1482" y="1344"/>
                  </a:lnTo>
                  <a:lnTo>
                    <a:pt x="1482" y="1265"/>
                  </a:lnTo>
                  <a:lnTo>
                    <a:pt x="1502" y="1344"/>
                  </a:lnTo>
                  <a:lnTo>
                    <a:pt x="1502" y="1305"/>
                  </a:lnTo>
                  <a:lnTo>
                    <a:pt x="1502" y="1226"/>
                  </a:lnTo>
                  <a:lnTo>
                    <a:pt x="1502" y="1166"/>
                  </a:lnTo>
                  <a:lnTo>
                    <a:pt x="1502" y="1127"/>
                  </a:lnTo>
                  <a:lnTo>
                    <a:pt x="1502" y="1068"/>
                  </a:lnTo>
                  <a:lnTo>
                    <a:pt x="1521" y="1048"/>
                  </a:lnTo>
                  <a:lnTo>
                    <a:pt x="1521" y="1147"/>
                  </a:lnTo>
                  <a:lnTo>
                    <a:pt x="1521" y="1285"/>
                  </a:lnTo>
                  <a:lnTo>
                    <a:pt x="1521" y="1443"/>
                  </a:lnTo>
                  <a:lnTo>
                    <a:pt x="1541" y="1423"/>
                  </a:lnTo>
                  <a:lnTo>
                    <a:pt x="1541" y="1443"/>
                  </a:lnTo>
                  <a:lnTo>
                    <a:pt x="1561" y="1344"/>
                  </a:lnTo>
                  <a:lnTo>
                    <a:pt x="1561" y="1285"/>
                  </a:lnTo>
                  <a:lnTo>
                    <a:pt x="1581" y="1245"/>
                  </a:lnTo>
                  <a:lnTo>
                    <a:pt x="1600" y="1206"/>
                  </a:lnTo>
                  <a:lnTo>
                    <a:pt x="1600" y="1068"/>
                  </a:lnTo>
                  <a:lnTo>
                    <a:pt x="1620" y="1048"/>
                  </a:lnTo>
                  <a:lnTo>
                    <a:pt x="1620" y="989"/>
                  </a:lnTo>
                  <a:lnTo>
                    <a:pt x="1640" y="989"/>
                  </a:lnTo>
                  <a:lnTo>
                    <a:pt x="1620" y="1048"/>
                  </a:lnTo>
                  <a:lnTo>
                    <a:pt x="1640" y="1068"/>
                  </a:lnTo>
                  <a:lnTo>
                    <a:pt x="1640" y="1087"/>
                  </a:lnTo>
                  <a:lnTo>
                    <a:pt x="1625" y="1132"/>
                  </a:lnTo>
                  <a:lnTo>
                    <a:pt x="1625" y="1132"/>
                  </a:lnTo>
                  <a:lnTo>
                    <a:pt x="1640" y="1147"/>
                  </a:lnTo>
                  <a:lnTo>
                    <a:pt x="1660" y="1206"/>
                  </a:lnTo>
                  <a:lnTo>
                    <a:pt x="1679" y="1226"/>
                  </a:lnTo>
                  <a:lnTo>
                    <a:pt x="1679" y="1186"/>
                  </a:lnTo>
                  <a:lnTo>
                    <a:pt x="1679" y="1087"/>
                  </a:lnTo>
                  <a:lnTo>
                    <a:pt x="1699" y="1008"/>
                  </a:lnTo>
                  <a:lnTo>
                    <a:pt x="1699" y="969"/>
                  </a:lnTo>
                  <a:lnTo>
                    <a:pt x="1679" y="969"/>
                  </a:lnTo>
                  <a:lnTo>
                    <a:pt x="1679" y="870"/>
                  </a:lnTo>
                  <a:lnTo>
                    <a:pt x="1699" y="732"/>
                  </a:lnTo>
                  <a:lnTo>
                    <a:pt x="1699" y="791"/>
                  </a:lnTo>
                  <a:lnTo>
                    <a:pt x="1719" y="712"/>
                  </a:lnTo>
                  <a:lnTo>
                    <a:pt x="1719" y="831"/>
                  </a:lnTo>
                  <a:lnTo>
                    <a:pt x="1739" y="831"/>
                  </a:lnTo>
                  <a:lnTo>
                    <a:pt x="1739" y="850"/>
                  </a:lnTo>
                  <a:lnTo>
                    <a:pt x="1758" y="831"/>
                  </a:lnTo>
                  <a:lnTo>
                    <a:pt x="1739" y="771"/>
                  </a:lnTo>
                  <a:lnTo>
                    <a:pt x="1739" y="732"/>
                  </a:lnTo>
                  <a:lnTo>
                    <a:pt x="1758" y="732"/>
                  </a:lnTo>
                  <a:lnTo>
                    <a:pt x="1758" y="692"/>
                  </a:lnTo>
                  <a:lnTo>
                    <a:pt x="1758" y="613"/>
                  </a:lnTo>
                  <a:lnTo>
                    <a:pt x="1778" y="653"/>
                  </a:lnTo>
                  <a:lnTo>
                    <a:pt x="1778" y="732"/>
                  </a:lnTo>
                  <a:lnTo>
                    <a:pt x="1758" y="870"/>
                  </a:lnTo>
                  <a:lnTo>
                    <a:pt x="1758" y="870"/>
                  </a:lnTo>
                  <a:lnTo>
                    <a:pt x="1778" y="850"/>
                  </a:lnTo>
                  <a:lnTo>
                    <a:pt x="1778" y="850"/>
                  </a:lnTo>
                  <a:lnTo>
                    <a:pt x="1739" y="1068"/>
                  </a:lnTo>
                  <a:lnTo>
                    <a:pt x="1758" y="1087"/>
                  </a:lnTo>
                  <a:lnTo>
                    <a:pt x="1778" y="1087"/>
                  </a:lnTo>
                  <a:lnTo>
                    <a:pt x="1778" y="1226"/>
                  </a:lnTo>
                  <a:lnTo>
                    <a:pt x="1798" y="1285"/>
                  </a:lnTo>
                  <a:lnTo>
                    <a:pt x="1798" y="1226"/>
                  </a:lnTo>
                  <a:lnTo>
                    <a:pt x="1798" y="1147"/>
                  </a:lnTo>
                  <a:lnTo>
                    <a:pt x="1808" y="1137"/>
                  </a:lnTo>
                  <a:lnTo>
                    <a:pt x="1798" y="1127"/>
                  </a:lnTo>
                  <a:lnTo>
                    <a:pt x="1798" y="1087"/>
                  </a:lnTo>
                  <a:lnTo>
                    <a:pt x="1818" y="1048"/>
                  </a:lnTo>
                  <a:lnTo>
                    <a:pt x="1837" y="1107"/>
                  </a:lnTo>
                  <a:lnTo>
                    <a:pt x="1818" y="1166"/>
                  </a:lnTo>
                  <a:lnTo>
                    <a:pt x="1818" y="1206"/>
                  </a:lnTo>
                  <a:lnTo>
                    <a:pt x="1818" y="1226"/>
                  </a:lnTo>
                  <a:lnTo>
                    <a:pt x="1837" y="1245"/>
                  </a:lnTo>
                  <a:lnTo>
                    <a:pt x="1837" y="1285"/>
                  </a:lnTo>
                  <a:lnTo>
                    <a:pt x="1857" y="1186"/>
                  </a:lnTo>
                  <a:lnTo>
                    <a:pt x="1857" y="1226"/>
                  </a:lnTo>
                  <a:lnTo>
                    <a:pt x="1877" y="1186"/>
                  </a:lnTo>
                  <a:lnTo>
                    <a:pt x="1897" y="1127"/>
                  </a:lnTo>
                  <a:lnTo>
                    <a:pt x="1897" y="1087"/>
                  </a:lnTo>
                  <a:lnTo>
                    <a:pt x="1897" y="1048"/>
                  </a:lnTo>
                  <a:lnTo>
                    <a:pt x="1916" y="1008"/>
                  </a:lnTo>
                  <a:lnTo>
                    <a:pt x="1897" y="1226"/>
                  </a:lnTo>
                  <a:lnTo>
                    <a:pt x="1916" y="1087"/>
                  </a:lnTo>
                  <a:lnTo>
                    <a:pt x="1936" y="1087"/>
                  </a:lnTo>
                  <a:lnTo>
                    <a:pt x="1936" y="1048"/>
                  </a:lnTo>
                  <a:lnTo>
                    <a:pt x="1956" y="949"/>
                  </a:lnTo>
                  <a:lnTo>
                    <a:pt x="1976" y="989"/>
                  </a:lnTo>
                  <a:lnTo>
                    <a:pt x="1956" y="1087"/>
                  </a:lnTo>
                  <a:lnTo>
                    <a:pt x="1956" y="1107"/>
                  </a:lnTo>
                  <a:lnTo>
                    <a:pt x="1976" y="1087"/>
                  </a:lnTo>
                  <a:lnTo>
                    <a:pt x="1956" y="1206"/>
                  </a:lnTo>
                  <a:lnTo>
                    <a:pt x="1976" y="1186"/>
                  </a:lnTo>
                  <a:lnTo>
                    <a:pt x="1976" y="1147"/>
                  </a:lnTo>
                  <a:lnTo>
                    <a:pt x="1976" y="1127"/>
                  </a:lnTo>
                  <a:lnTo>
                    <a:pt x="1988" y="1044"/>
                  </a:lnTo>
                  <a:lnTo>
                    <a:pt x="1976" y="1068"/>
                  </a:lnTo>
                  <a:lnTo>
                    <a:pt x="1991" y="957"/>
                  </a:lnTo>
                  <a:lnTo>
                    <a:pt x="1991" y="957"/>
                  </a:lnTo>
                  <a:lnTo>
                    <a:pt x="1976" y="989"/>
                  </a:lnTo>
                  <a:lnTo>
                    <a:pt x="1976" y="989"/>
                  </a:lnTo>
                  <a:lnTo>
                    <a:pt x="1995" y="929"/>
                  </a:lnTo>
                  <a:lnTo>
                    <a:pt x="1991" y="957"/>
                  </a:lnTo>
                  <a:lnTo>
                    <a:pt x="1991" y="957"/>
                  </a:lnTo>
                  <a:lnTo>
                    <a:pt x="1995" y="949"/>
                  </a:lnTo>
                  <a:lnTo>
                    <a:pt x="2015" y="850"/>
                  </a:lnTo>
                  <a:lnTo>
                    <a:pt x="2015" y="831"/>
                  </a:lnTo>
                  <a:lnTo>
                    <a:pt x="1995" y="929"/>
                  </a:lnTo>
                  <a:lnTo>
                    <a:pt x="1976" y="890"/>
                  </a:lnTo>
                  <a:lnTo>
                    <a:pt x="1956" y="831"/>
                  </a:lnTo>
                  <a:lnTo>
                    <a:pt x="1976" y="692"/>
                  </a:lnTo>
                  <a:lnTo>
                    <a:pt x="2015" y="613"/>
                  </a:lnTo>
                  <a:lnTo>
                    <a:pt x="2015" y="554"/>
                  </a:lnTo>
                  <a:lnTo>
                    <a:pt x="2022" y="534"/>
                  </a:lnTo>
                  <a:lnTo>
                    <a:pt x="2015" y="534"/>
                  </a:lnTo>
                  <a:lnTo>
                    <a:pt x="2015" y="475"/>
                  </a:lnTo>
                  <a:lnTo>
                    <a:pt x="2015" y="455"/>
                  </a:lnTo>
                  <a:lnTo>
                    <a:pt x="1995" y="475"/>
                  </a:lnTo>
                  <a:lnTo>
                    <a:pt x="2015" y="416"/>
                  </a:lnTo>
                  <a:lnTo>
                    <a:pt x="2015" y="396"/>
                  </a:lnTo>
                  <a:lnTo>
                    <a:pt x="2035" y="357"/>
                  </a:lnTo>
                  <a:lnTo>
                    <a:pt x="2035" y="317"/>
                  </a:lnTo>
                  <a:lnTo>
                    <a:pt x="2015" y="357"/>
                  </a:lnTo>
                  <a:lnTo>
                    <a:pt x="2015" y="376"/>
                  </a:lnTo>
                  <a:lnTo>
                    <a:pt x="1995" y="455"/>
                  </a:lnTo>
                  <a:lnTo>
                    <a:pt x="1976" y="455"/>
                  </a:lnTo>
                  <a:lnTo>
                    <a:pt x="1956" y="475"/>
                  </a:lnTo>
                  <a:lnTo>
                    <a:pt x="1956" y="455"/>
                  </a:lnTo>
                  <a:lnTo>
                    <a:pt x="1936" y="554"/>
                  </a:lnTo>
                  <a:lnTo>
                    <a:pt x="1916" y="574"/>
                  </a:lnTo>
                  <a:lnTo>
                    <a:pt x="1936" y="495"/>
                  </a:lnTo>
                  <a:lnTo>
                    <a:pt x="1916" y="495"/>
                  </a:lnTo>
                  <a:lnTo>
                    <a:pt x="1916" y="515"/>
                  </a:lnTo>
                  <a:lnTo>
                    <a:pt x="1877" y="613"/>
                  </a:lnTo>
                  <a:lnTo>
                    <a:pt x="1897" y="712"/>
                  </a:lnTo>
                  <a:lnTo>
                    <a:pt x="1877" y="752"/>
                  </a:lnTo>
                  <a:lnTo>
                    <a:pt x="1877" y="732"/>
                  </a:lnTo>
                  <a:lnTo>
                    <a:pt x="1877" y="692"/>
                  </a:lnTo>
                  <a:lnTo>
                    <a:pt x="1877" y="534"/>
                  </a:lnTo>
                  <a:lnTo>
                    <a:pt x="1857" y="633"/>
                  </a:lnTo>
                  <a:lnTo>
                    <a:pt x="1857" y="515"/>
                  </a:lnTo>
                  <a:lnTo>
                    <a:pt x="1877" y="475"/>
                  </a:lnTo>
                  <a:lnTo>
                    <a:pt x="1897" y="495"/>
                  </a:lnTo>
                  <a:lnTo>
                    <a:pt x="1897" y="475"/>
                  </a:lnTo>
                  <a:lnTo>
                    <a:pt x="1916" y="475"/>
                  </a:lnTo>
                  <a:lnTo>
                    <a:pt x="1916" y="436"/>
                  </a:lnTo>
                  <a:lnTo>
                    <a:pt x="1936" y="416"/>
                  </a:lnTo>
                  <a:lnTo>
                    <a:pt x="1916" y="337"/>
                  </a:lnTo>
                  <a:lnTo>
                    <a:pt x="1916" y="317"/>
                  </a:lnTo>
                  <a:lnTo>
                    <a:pt x="1916" y="198"/>
                  </a:lnTo>
                  <a:lnTo>
                    <a:pt x="1936" y="198"/>
                  </a:lnTo>
                  <a:lnTo>
                    <a:pt x="1936" y="179"/>
                  </a:lnTo>
                  <a:lnTo>
                    <a:pt x="1936" y="159"/>
                  </a:lnTo>
                  <a:lnTo>
                    <a:pt x="1916" y="159"/>
                  </a:lnTo>
                  <a:lnTo>
                    <a:pt x="1877" y="357"/>
                  </a:lnTo>
                  <a:lnTo>
                    <a:pt x="1877" y="396"/>
                  </a:lnTo>
                  <a:lnTo>
                    <a:pt x="1857" y="376"/>
                  </a:lnTo>
                  <a:lnTo>
                    <a:pt x="1877" y="317"/>
                  </a:lnTo>
                  <a:lnTo>
                    <a:pt x="1877" y="238"/>
                  </a:lnTo>
                  <a:lnTo>
                    <a:pt x="1857" y="278"/>
                  </a:lnTo>
                  <a:lnTo>
                    <a:pt x="1857" y="258"/>
                  </a:lnTo>
                  <a:lnTo>
                    <a:pt x="1837" y="179"/>
                  </a:lnTo>
                  <a:lnTo>
                    <a:pt x="1877" y="179"/>
                  </a:lnTo>
                  <a:lnTo>
                    <a:pt x="1877" y="139"/>
                  </a:lnTo>
                  <a:lnTo>
                    <a:pt x="1877" y="100"/>
                  </a:lnTo>
                  <a:lnTo>
                    <a:pt x="1857" y="100"/>
                  </a:lnTo>
                  <a:lnTo>
                    <a:pt x="1857" y="21"/>
                  </a:lnTo>
                  <a:lnTo>
                    <a:pt x="1837" y="1"/>
                  </a:lnTo>
                  <a:lnTo>
                    <a:pt x="1818" y="21"/>
                  </a:lnTo>
                  <a:lnTo>
                    <a:pt x="1798" y="60"/>
                  </a:lnTo>
                  <a:lnTo>
                    <a:pt x="1778" y="60"/>
                  </a:lnTo>
                  <a:lnTo>
                    <a:pt x="1778" y="119"/>
                  </a:lnTo>
                  <a:lnTo>
                    <a:pt x="1758" y="198"/>
                  </a:lnTo>
                  <a:lnTo>
                    <a:pt x="1739" y="198"/>
                  </a:lnTo>
                  <a:lnTo>
                    <a:pt x="1758" y="100"/>
                  </a:lnTo>
                  <a:lnTo>
                    <a:pt x="1739" y="60"/>
                  </a:lnTo>
                  <a:lnTo>
                    <a:pt x="1739" y="1"/>
                  </a:lnTo>
                  <a:lnTo>
                    <a:pt x="1719" y="60"/>
                  </a:lnTo>
                  <a:lnTo>
                    <a:pt x="1709" y="100"/>
                  </a:lnTo>
                  <a:lnTo>
                    <a:pt x="1719" y="100"/>
                  </a:lnTo>
                  <a:lnTo>
                    <a:pt x="1699" y="179"/>
                  </a:lnTo>
                  <a:lnTo>
                    <a:pt x="1699" y="159"/>
                  </a:lnTo>
                  <a:lnTo>
                    <a:pt x="1679" y="100"/>
                  </a:lnTo>
                  <a:lnTo>
                    <a:pt x="1699" y="80"/>
                  </a:lnTo>
                  <a:lnTo>
                    <a:pt x="1699" y="60"/>
                  </a:lnTo>
                  <a:lnTo>
                    <a:pt x="1699" y="40"/>
                  </a:lnTo>
                  <a:lnTo>
                    <a:pt x="1679" y="40"/>
                  </a:lnTo>
                  <a:lnTo>
                    <a:pt x="1679" y="60"/>
                  </a:lnTo>
                  <a:lnTo>
                    <a:pt x="1660" y="60"/>
                  </a:lnTo>
                  <a:lnTo>
                    <a:pt x="1660" y="40"/>
                  </a:lnTo>
                  <a:lnTo>
                    <a:pt x="1660" y="21"/>
                  </a:lnTo>
                  <a:lnTo>
                    <a:pt x="1640" y="80"/>
                  </a:lnTo>
                  <a:lnTo>
                    <a:pt x="1620" y="80"/>
                  </a:lnTo>
                  <a:lnTo>
                    <a:pt x="1600" y="218"/>
                  </a:lnTo>
                  <a:lnTo>
                    <a:pt x="1600" y="119"/>
                  </a:lnTo>
                  <a:lnTo>
                    <a:pt x="1600" y="80"/>
                  </a:lnTo>
                  <a:lnTo>
                    <a:pt x="1581" y="40"/>
                  </a:lnTo>
                  <a:lnTo>
                    <a:pt x="1561" y="80"/>
                  </a:lnTo>
                  <a:lnTo>
                    <a:pt x="1541" y="119"/>
                  </a:lnTo>
                  <a:lnTo>
                    <a:pt x="1521" y="159"/>
                  </a:lnTo>
                  <a:lnTo>
                    <a:pt x="1541" y="60"/>
                  </a:lnTo>
                  <a:lnTo>
                    <a:pt x="1541" y="21"/>
                  </a:lnTo>
                  <a:lnTo>
                    <a:pt x="1541" y="1"/>
                  </a:lnTo>
                  <a:lnTo>
                    <a:pt x="1521" y="21"/>
                  </a:lnTo>
                  <a:lnTo>
                    <a:pt x="1521" y="1"/>
                  </a:lnTo>
                  <a:close/>
                  <a:moveTo>
                    <a:pt x="613" y="1759"/>
                  </a:moveTo>
                  <a:lnTo>
                    <a:pt x="613" y="1759"/>
                  </a:lnTo>
                  <a:lnTo>
                    <a:pt x="613" y="1759"/>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
            <p:cNvSpPr/>
            <p:nvPr/>
          </p:nvSpPr>
          <p:spPr>
            <a:xfrm>
              <a:off x="-1245000" y="4137075"/>
              <a:ext cx="25" cy="525"/>
            </a:xfrm>
            <a:custGeom>
              <a:rect b="b" l="l" r="r" t="t"/>
              <a:pathLst>
                <a:path extrusionOk="0" h="21" w="1">
                  <a:moveTo>
                    <a:pt x="1" y="0"/>
                  </a:moveTo>
                  <a:lnTo>
                    <a:pt x="1" y="0"/>
                  </a:lnTo>
                  <a:lnTo>
                    <a:pt x="1" y="0"/>
                  </a:lnTo>
                  <a:lnTo>
                    <a:pt x="1" y="20"/>
                  </a:lnTo>
                  <a:lnTo>
                    <a:pt x="1" y="2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
            <p:cNvSpPr/>
            <p:nvPr/>
          </p:nvSpPr>
          <p:spPr>
            <a:xfrm>
              <a:off x="-1267700" y="4162250"/>
              <a:ext cx="25" cy="525"/>
            </a:xfrm>
            <a:custGeom>
              <a:rect b="b" l="l" r="r" t="t"/>
              <a:pathLst>
                <a:path extrusionOk="0" h="21" w="1">
                  <a:moveTo>
                    <a:pt x="0" y="1"/>
                  </a:moveTo>
                  <a:lnTo>
                    <a:pt x="0" y="1"/>
                  </a:lnTo>
                  <a:lnTo>
                    <a:pt x="0" y="20"/>
                  </a:lnTo>
                  <a:lnTo>
                    <a:pt x="0" y="20"/>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9" name="Google Shape;3029;p11"/>
            <p:cNvSpPr/>
            <p:nvPr/>
          </p:nvSpPr>
          <p:spPr>
            <a:xfrm>
              <a:off x="-1246475" y="4151400"/>
              <a:ext cx="525" cy="500"/>
            </a:xfrm>
            <a:custGeom>
              <a:rect b="b" l="l" r="r" t="t"/>
              <a:pathLst>
                <a:path extrusionOk="0" h="20" w="21">
                  <a:moveTo>
                    <a:pt x="1" y="20"/>
                  </a:moveTo>
                  <a:lnTo>
                    <a:pt x="1" y="20"/>
                  </a:lnTo>
                  <a:lnTo>
                    <a:pt x="20" y="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0" name="Google Shape;3030;p11"/>
            <p:cNvSpPr/>
            <p:nvPr/>
          </p:nvSpPr>
          <p:spPr>
            <a:xfrm>
              <a:off x="-1245000" y="4279275"/>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1" name="Google Shape;3031;p11"/>
            <p:cNvSpPr/>
            <p:nvPr/>
          </p:nvSpPr>
          <p:spPr>
            <a:xfrm>
              <a:off x="-1226225" y="4308925"/>
              <a:ext cx="525" cy="0"/>
            </a:xfrm>
            <a:custGeom>
              <a:rect b="b" l="l" r="r" t="t"/>
              <a:pathLst>
                <a:path extrusionOk="0" h="0"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3032" name="Shape 303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3033" name="Shape 3033"/>
        <p:cNvGrpSpPr/>
        <p:nvPr/>
      </p:nvGrpSpPr>
      <p:grpSpPr>
        <a:xfrm>
          <a:off x="0" y="0"/>
          <a:ext cx="0" cy="0"/>
          <a:chOff x="0" y="0"/>
          <a:chExt cx="0" cy="0"/>
        </a:xfrm>
      </p:grpSpPr>
      <p:grpSp>
        <p:nvGrpSpPr>
          <p:cNvPr id="3034" name="Google Shape;3034;p13"/>
          <p:cNvGrpSpPr/>
          <p:nvPr/>
        </p:nvGrpSpPr>
        <p:grpSpPr>
          <a:xfrm flipH="1">
            <a:off x="28" y="16530"/>
            <a:ext cx="9143944" cy="4940153"/>
            <a:chOff x="0" y="0"/>
            <a:chExt cx="2940175" cy="3566125"/>
          </a:xfrm>
        </p:grpSpPr>
        <p:sp>
          <p:nvSpPr>
            <p:cNvPr id="3035" name="Google Shape;3035;p13"/>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3"/>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3"/>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8" name="Google Shape;3038;p13"/>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9" name="Google Shape;3039;p13"/>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3"/>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1" name="Google Shape;3041;p13"/>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2" name="Google Shape;3042;p13"/>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3" name="Google Shape;3043;p13"/>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4" name="Google Shape;3044;p13"/>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5" name="Google Shape;3045;p13"/>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6" name="Google Shape;3046;p13"/>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7" name="Google Shape;3047;p13"/>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8" name="Google Shape;3048;p13"/>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3"/>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0" name="Google Shape;3050;p13"/>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1" name="Google Shape;3051;p13"/>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3"/>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3" name="Google Shape;3053;p13"/>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4" name="Google Shape;3054;p13"/>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3"/>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6" name="Google Shape;3056;p13"/>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7" name="Google Shape;3057;p13"/>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3"/>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9" name="Google Shape;3059;p13"/>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3"/>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1" name="Google Shape;3061;p13"/>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2" name="Google Shape;3062;p13"/>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3" name="Google Shape;3063;p13"/>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4" name="Google Shape;3064;p13"/>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5" name="Google Shape;3065;p13"/>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6" name="Google Shape;3066;p13"/>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7" name="Google Shape;3067;p13"/>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8" name="Google Shape;3068;p13"/>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9" name="Google Shape;3069;p13"/>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0" name="Google Shape;3070;p13"/>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1" name="Google Shape;3071;p13"/>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2" name="Google Shape;3072;p13"/>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3"/>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3"/>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5" name="Google Shape;3075;p13"/>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6" name="Google Shape;3076;p13"/>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7" name="Google Shape;3077;p13"/>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8" name="Google Shape;3078;p13"/>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3"/>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0" name="Google Shape;3080;p13"/>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1" name="Google Shape;3081;p13"/>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3"/>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3" name="Google Shape;3083;p13"/>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4" name="Google Shape;3084;p13"/>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3"/>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6" name="Google Shape;3086;p13"/>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7" name="Google Shape;3087;p13"/>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3"/>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9" name="Google Shape;3089;p13"/>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0" name="Google Shape;3090;p13"/>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3"/>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2" name="Google Shape;3092;p13"/>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3" name="Google Shape;3093;p13"/>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4" name="Google Shape;3094;p13"/>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5" name="Google Shape;3095;p13"/>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6" name="Google Shape;3096;p13"/>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7" name="Google Shape;3097;p13"/>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8" name="Google Shape;3098;p13"/>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9" name="Google Shape;3099;p13"/>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0" name="Google Shape;3100;p13"/>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3"/>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2" name="Google Shape;3102;p13"/>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3" name="Google Shape;3103;p13"/>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4" name="Google Shape;3104;p13"/>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3"/>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3"/>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7" name="Google Shape;3107;p13"/>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8" name="Google Shape;3108;p13"/>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3"/>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3"/>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1" name="Google Shape;3111;p13"/>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2" name="Google Shape;3112;p13"/>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3" name="Google Shape;3113;p13"/>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4" name="Google Shape;3114;p13"/>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5" name="Google Shape;3115;p13"/>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6" name="Google Shape;3116;p13"/>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7" name="Google Shape;3117;p13"/>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8" name="Google Shape;3118;p13"/>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9" name="Google Shape;3119;p13"/>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3"/>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1" name="Google Shape;3121;p13"/>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2" name="Google Shape;3122;p13"/>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3"/>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4" name="Google Shape;3124;p13"/>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3"/>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6" name="Google Shape;3126;p13"/>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7" name="Google Shape;3127;p13"/>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3"/>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9" name="Google Shape;3129;p13"/>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3"/>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1" name="Google Shape;3131;p13"/>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2" name="Google Shape;3132;p13"/>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3"/>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4" name="Google Shape;3134;p13"/>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5" name="Google Shape;3135;p13"/>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6" name="Google Shape;3136;p13"/>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7" name="Google Shape;3137;p13"/>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8" name="Google Shape;3138;p13"/>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9" name="Google Shape;3139;p13"/>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0" name="Google Shape;3140;p13"/>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1" name="Google Shape;3141;p13"/>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3"/>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3" name="Google Shape;3143;p13"/>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4" name="Google Shape;3144;p13"/>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3"/>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6" name="Google Shape;3146;p13"/>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3"/>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8" name="Google Shape;3148;p13"/>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3"/>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0" name="Google Shape;3150;p13"/>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1" name="Google Shape;3151;p13"/>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52" name="Google Shape;3152;p13"/>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3" name="Google Shape;3153;p13"/>
          <p:cNvSpPr txBox="1"/>
          <p:nvPr>
            <p:ph type="title"/>
          </p:nvPr>
        </p:nvSpPr>
        <p:spPr>
          <a:xfrm>
            <a:off x="1884492" y="1250800"/>
            <a:ext cx="24066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54" name="Google Shape;3154;p13"/>
          <p:cNvSpPr txBox="1"/>
          <p:nvPr>
            <p:ph idx="1" type="subTitle"/>
          </p:nvPr>
        </p:nvSpPr>
        <p:spPr>
          <a:xfrm>
            <a:off x="1884492" y="1465599"/>
            <a:ext cx="24066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55" name="Google Shape;3155;p13"/>
          <p:cNvSpPr txBox="1"/>
          <p:nvPr>
            <p:ph idx="2" type="title"/>
          </p:nvPr>
        </p:nvSpPr>
        <p:spPr>
          <a:xfrm flipH="1">
            <a:off x="5770898" y="1250800"/>
            <a:ext cx="24048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56" name="Google Shape;3156;p13"/>
          <p:cNvSpPr txBox="1"/>
          <p:nvPr>
            <p:ph idx="3" type="subTitle"/>
          </p:nvPr>
        </p:nvSpPr>
        <p:spPr>
          <a:xfrm flipH="1">
            <a:off x="5770890" y="1465598"/>
            <a:ext cx="24045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57" name="Google Shape;3157;p13"/>
          <p:cNvSpPr txBox="1"/>
          <p:nvPr>
            <p:ph hasCustomPrompt="1" idx="4" type="title"/>
          </p:nvPr>
        </p:nvSpPr>
        <p:spPr>
          <a:xfrm>
            <a:off x="980452" y="1403950"/>
            <a:ext cx="734700" cy="4572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158" name="Google Shape;3158;p13"/>
          <p:cNvSpPr txBox="1"/>
          <p:nvPr>
            <p:ph hasCustomPrompt="1" idx="5" type="title"/>
          </p:nvPr>
        </p:nvSpPr>
        <p:spPr>
          <a:xfrm flipH="1">
            <a:off x="4867042" y="1403950"/>
            <a:ext cx="734700" cy="4572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159" name="Google Shape;3159;p13"/>
          <p:cNvSpPr txBox="1"/>
          <p:nvPr>
            <p:ph idx="6"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3160" name="Google Shape;3160;p13"/>
          <p:cNvSpPr txBox="1"/>
          <p:nvPr>
            <p:ph idx="7" type="title"/>
          </p:nvPr>
        </p:nvSpPr>
        <p:spPr>
          <a:xfrm>
            <a:off x="1884492" y="2397071"/>
            <a:ext cx="24066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61" name="Google Shape;3161;p13"/>
          <p:cNvSpPr txBox="1"/>
          <p:nvPr>
            <p:ph idx="8" type="subTitle"/>
          </p:nvPr>
        </p:nvSpPr>
        <p:spPr>
          <a:xfrm>
            <a:off x="1884492" y="2613104"/>
            <a:ext cx="24069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62" name="Google Shape;3162;p13"/>
          <p:cNvSpPr txBox="1"/>
          <p:nvPr>
            <p:ph idx="9" type="title"/>
          </p:nvPr>
        </p:nvSpPr>
        <p:spPr>
          <a:xfrm flipH="1">
            <a:off x="5770898" y="2397076"/>
            <a:ext cx="24048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63" name="Google Shape;3163;p13"/>
          <p:cNvSpPr txBox="1"/>
          <p:nvPr>
            <p:ph idx="13" type="subTitle"/>
          </p:nvPr>
        </p:nvSpPr>
        <p:spPr>
          <a:xfrm flipH="1">
            <a:off x="5770890" y="2613109"/>
            <a:ext cx="24045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64" name="Google Shape;3164;p13"/>
          <p:cNvSpPr txBox="1"/>
          <p:nvPr>
            <p:ph hasCustomPrompt="1" idx="14" type="title"/>
          </p:nvPr>
        </p:nvSpPr>
        <p:spPr>
          <a:xfrm>
            <a:off x="980452" y="2550842"/>
            <a:ext cx="734700" cy="4572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165" name="Google Shape;3165;p13"/>
          <p:cNvSpPr txBox="1"/>
          <p:nvPr>
            <p:ph hasCustomPrompt="1" idx="15" type="title"/>
          </p:nvPr>
        </p:nvSpPr>
        <p:spPr>
          <a:xfrm flipH="1">
            <a:off x="4867042" y="2550842"/>
            <a:ext cx="734700" cy="4572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166" name="Google Shape;3166;p13"/>
          <p:cNvSpPr txBox="1"/>
          <p:nvPr>
            <p:ph idx="16" type="title"/>
          </p:nvPr>
        </p:nvSpPr>
        <p:spPr>
          <a:xfrm>
            <a:off x="1884492" y="3540067"/>
            <a:ext cx="24066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67" name="Google Shape;3167;p13"/>
          <p:cNvSpPr txBox="1"/>
          <p:nvPr>
            <p:ph idx="17" type="subTitle"/>
          </p:nvPr>
        </p:nvSpPr>
        <p:spPr>
          <a:xfrm>
            <a:off x="1884492" y="3756100"/>
            <a:ext cx="24069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68" name="Google Shape;3168;p13"/>
          <p:cNvSpPr txBox="1"/>
          <p:nvPr>
            <p:ph idx="18" type="title"/>
          </p:nvPr>
        </p:nvSpPr>
        <p:spPr>
          <a:xfrm flipH="1">
            <a:off x="5770898" y="3540067"/>
            <a:ext cx="24048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3169" name="Google Shape;3169;p13"/>
          <p:cNvSpPr txBox="1"/>
          <p:nvPr>
            <p:ph idx="19" type="subTitle"/>
          </p:nvPr>
        </p:nvSpPr>
        <p:spPr>
          <a:xfrm flipH="1">
            <a:off x="5770890" y="3756100"/>
            <a:ext cx="24045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70" name="Google Shape;3170;p13"/>
          <p:cNvSpPr txBox="1"/>
          <p:nvPr>
            <p:ph hasCustomPrompt="1" idx="20" type="title"/>
          </p:nvPr>
        </p:nvSpPr>
        <p:spPr>
          <a:xfrm>
            <a:off x="980452" y="3693842"/>
            <a:ext cx="734700" cy="4572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171" name="Google Shape;3171;p13"/>
          <p:cNvSpPr txBox="1"/>
          <p:nvPr>
            <p:ph hasCustomPrompt="1" idx="21" type="title"/>
          </p:nvPr>
        </p:nvSpPr>
        <p:spPr>
          <a:xfrm flipH="1">
            <a:off x="4867042" y="3693842"/>
            <a:ext cx="734700" cy="4572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grpSp>
        <p:nvGrpSpPr>
          <p:cNvPr id="3172" name="Google Shape;3172;p13"/>
          <p:cNvGrpSpPr/>
          <p:nvPr/>
        </p:nvGrpSpPr>
        <p:grpSpPr>
          <a:xfrm>
            <a:off x="8497450" y="713375"/>
            <a:ext cx="898165" cy="766770"/>
            <a:chOff x="-252625" y="2918525"/>
            <a:chExt cx="898165" cy="766770"/>
          </a:xfrm>
        </p:grpSpPr>
        <p:sp>
          <p:nvSpPr>
            <p:cNvPr id="3173" name="Google Shape;3173;p13"/>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4" name="Google Shape;3174;p13"/>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5" name="Google Shape;3175;p13"/>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6" name="Google Shape;3176;p13"/>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7" name="Google Shape;3177;p13"/>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8" name="Google Shape;3178;p13"/>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3"/>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0" name="Google Shape;3180;p13"/>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1" name="Google Shape;3181;p13"/>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3"/>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3"/>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3"/>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3"/>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6" name="Google Shape;3186;p13"/>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3"/>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8" name="Google Shape;3188;p13"/>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9" name="Google Shape;3189;p13"/>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0" name="Google Shape;3190;p13"/>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1" name="Google Shape;3191;p13"/>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2" name="Google Shape;3192;p13"/>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3" name="Google Shape;3193;p13"/>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4" name="Google Shape;3194;p13"/>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5" name="Google Shape;3195;p13"/>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3"/>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7" name="Google Shape;3197;p13"/>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8" name="Google Shape;3198;p13"/>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3"/>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3"/>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3"/>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3"/>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3" name="Google Shape;3203;p13"/>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3"/>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5" name="Google Shape;3205;p13"/>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6" name="Google Shape;3206;p13"/>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7" name="Google Shape;3207;p13"/>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8" name="Google Shape;3208;p13"/>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09" name="Google Shape;3209;p13"/>
          <p:cNvGrpSpPr/>
          <p:nvPr/>
        </p:nvGrpSpPr>
        <p:grpSpPr>
          <a:xfrm>
            <a:off x="-269025" y="555613"/>
            <a:ext cx="925639" cy="688028"/>
            <a:chOff x="8588925" y="2091476"/>
            <a:chExt cx="925639" cy="688028"/>
          </a:xfrm>
        </p:grpSpPr>
        <p:sp>
          <p:nvSpPr>
            <p:cNvPr id="3210" name="Google Shape;3210;p13"/>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1" name="Google Shape;3211;p13"/>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2" name="Google Shape;3212;p13"/>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3" name="Google Shape;3213;p13"/>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4" name="Google Shape;3214;p13"/>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5" name="Google Shape;3215;p13"/>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3"/>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7" name="Google Shape;3217;p13"/>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8" name="Google Shape;3218;p13"/>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3"/>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3"/>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3"/>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3"/>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3" name="Google Shape;3223;p13"/>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23">
    <p:spTree>
      <p:nvGrpSpPr>
        <p:cNvPr id="3224" name="Shape 3224"/>
        <p:cNvGrpSpPr/>
        <p:nvPr/>
      </p:nvGrpSpPr>
      <p:grpSpPr>
        <a:xfrm>
          <a:off x="0" y="0"/>
          <a:ext cx="0" cy="0"/>
          <a:chOff x="0" y="0"/>
          <a:chExt cx="0" cy="0"/>
        </a:xfrm>
      </p:grpSpPr>
      <p:grpSp>
        <p:nvGrpSpPr>
          <p:cNvPr id="3225" name="Google Shape;3225;p14"/>
          <p:cNvGrpSpPr/>
          <p:nvPr/>
        </p:nvGrpSpPr>
        <p:grpSpPr>
          <a:xfrm flipH="1">
            <a:off x="28" y="16530"/>
            <a:ext cx="9143944" cy="4940153"/>
            <a:chOff x="0" y="0"/>
            <a:chExt cx="2940175" cy="3566125"/>
          </a:xfrm>
        </p:grpSpPr>
        <p:sp>
          <p:nvSpPr>
            <p:cNvPr id="3226" name="Google Shape;3226;p14"/>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7" name="Google Shape;3227;p14"/>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8" name="Google Shape;3228;p14"/>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9" name="Google Shape;3229;p14"/>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0" name="Google Shape;3230;p14"/>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1" name="Google Shape;3231;p14"/>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2" name="Google Shape;3232;p14"/>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4"/>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4" name="Google Shape;3234;p14"/>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5" name="Google Shape;3235;p14"/>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4"/>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4"/>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8" name="Google Shape;3238;p14"/>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9" name="Google Shape;3239;p14"/>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0" name="Google Shape;3240;p14"/>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4"/>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2" name="Google Shape;3242;p14"/>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3" name="Google Shape;3243;p14"/>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4" name="Google Shape;3244;p14"/>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5" name="Google Shape;3245;p14"/>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6" name="Google Shape;3246;p14"/>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7" name="Google Shape;3247;p14"/>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8" name="Google Shape;3248;p14"/>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9" name="Google Shape;3249;p14"/>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4"/>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1" name="Google Shape;3251;p14"/>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2" name="Google Shape;3252;p14"/>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4"/>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4" name="Google Shape;3254;p14"/>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5" name="Google Shape;3255;p14"/>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4"/>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4"/>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8" name="Google Shape;3258;p14"/>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4"/>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0" name="Google Shape;3260;p14"/>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4"/>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2" name="Google Shape;3262;p14"/>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3" name="Google Shape;3263;p14"/>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4"/>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5" name="Google Shape;3265;p14"/>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6" name="Google Shape;3266;p14"/>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4"/>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4"/>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9" name="Google Shape;3269;p14"/>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0" name="Google Shape;3270;p14"/>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1" name="Google Shape;3271;p14"/>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2" name="Google Shape;3272;p14"/>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3" name="Google Shape;3273;p14"/>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4" name="Google Shape;3274;p14"/>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5" name="Google Shape;3275;p14"/>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6" name="Google Shape;3276;p14"/>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7" name="Google Shape;3277;p14"/>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8" name="Google Shape;3278;p14"/>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9" name="Google Shape;3279;p14"/>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0" name="Google Shape;3280;p14"/>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1" name="Google Shape;3281;p14"/>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2" name="Google Shape;3282;p14"/>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3" name="Google Shape;3283;p14"/>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4" name="Google Shape;3284;p14"/>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5" name="Google Shape;3285;p14"/>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4"/>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7" name="Google Shape;3287;p14"/>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8" name="Google Shape;3288;p14"/>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4"/>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4"/>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1" name="Google Shape;3291;p14"/>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2" name="Google Shape;3292;p14"/>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3" name="Google Shape;3293;p14"/>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14"/>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5" name="Google Shape;3295;p14"/>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6" name="Google Shape;3296;p14"/>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4"/>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4"/>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9" name="Google Shape;3299;p14"/>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0" name="Google Shape;3300;p14"/>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1" name="Google Shape;3301;p14"/>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14"/>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3" name="Google Shape;3303;p14"/>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4" name="Google Shape;3304;p14"/>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4"/>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4"/>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7" name="Google Shape;3307;p14"/>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8" name="Google Shape;3308;p14"/>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9" name="Google Shape;3309;p14"/>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14"/>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1" name="Google Shape;3311;p14"/>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2" name="Google Shape;3312;p14"/>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4"/>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4"/>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5" name="Google Shape;3315;p14"/>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6" name="Google Shape;3316;p14"/>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7" name="Google Shape;3317;p14"/>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14"/>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9" name="Google Shape;3319;p14"/>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0" name="Google Shape;3320;p14"/>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4"/>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4"/>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3" name="Google Shape;3323;p14"/>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4" name="Google Shape;3324;p14"/>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5" name="Google Shape;3325;p14"/>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14"/>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7" name="Google Shape;3327;p14"/>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8" name="Google Shape;3328;p14"/>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4"/>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4"/>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1" name="Google Shape;3331;p14"/>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2" name="Google Shape;3332;p14"/>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3" name="Google Shape;3333;p14"/>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14"/>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5" name="Google Shape;3335;p14"/>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6" name="Google Shape;3336;p14"/>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7" name="Google Shape;3337;p14"/>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8" name="Google Shape;3338;p14"/>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9" name="Google Shape;3339;p14"/>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0" name="Google Shape;3340;p14"/>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1" name="Google Shape;3341;p14"/>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2" name="Google Shape;3342;p14"/>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43" name="Google Shape;3343;p14"/>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4" name="Google Shape;3344;p14"/>
          <p:cNvSpPr txBox="1"/>
          <p:nvPr>
            <p:ph type="title"/>
          </p:nvPr>
        </p:nvSpPr>
        <p:spPr>
          <a:xfrm>
            <a:off x="1636826" y="1837292"/>
            <a:ext cx="4513200" cy="10974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600"/>
              <a:buNone/>
              <a:defRPr sz="4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3345" name="Google Shape;3345;p14"/>
          <p:cNvSpPr txBox="1"/>
          <p:nvPr>
            <p:ph hasCustomPrompt="1" idx="2" type="title"/>
          </p:nvPr>
        </p:nvSpPr>
        <p:spPr>
          <a:xfrm>
            <a:off x="6463726" y="2040542"/>
            <a:ext cx="914400" cy="690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6000"/>
              <a:buNone/>
              <a:defRPr sz="5500">
                <a:solidFill>
                  <a:schemeClr val="dk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346" name="Google Shape;3346;p14"/>
          <p:cNvSpPr txBox="1"/>
          <p:nvPr>
            <p:ph idx="1" type="subTitle"/>
          </p:nvPr>
        </p:nvSpPr>
        <p:spPr>
          <a:xfrm>
            <a:off x="1632926" y="2982154"/>
            <a:ext cx="4517100" cy="365700"/>
          </a:xfrm>
          <a:prstGeom prst="rect">
            <a:avLst/>
          </a:prstGeom>
          <a:noFill/>
        </p:spPr>
        <p:txBody>
          <a:bodyPr anchorCtr="0" anchor="ctr" bIns="91425" lIns="91425" spcFirstLastPara="1" rIns="91425" wrap="square" tIns="91425">
            <a:noAutofit/>
          </a:bodyPr>
          <a:lstStyle>
            <a:lvl1pPr lvl="0" rtl="0" algn="r">
              <a:lnSpc>
                <a:spcPct val="100000"/>
              </a:lnSpc>
              <a:spcBef>
                <a:spcPts val="0"/>
              </a:spcBef>
              <a:spcAft>
                <a:spcPts val="0"/>
              </a:spcAft>
              <a:buSzPts val="1400"/>
              <a:buNone/>
              <a:defRPr sz="16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3347" name="Google Shape;3347;p14"/>
          <p:cNvGrpSpPr/>
          <p:nvPr/>
        </p:nvGrpSpPr>
        <p:grpSpPr>
          <a:xfrm rot="-9281911">
            <a:off x="7648932" y="3797961"/>
            <a:ext cx="1646386" cy="1753585"/>
            <a:chOff x="-2092800" y="-1252032"/>
            <a:chExt cx="1956171" cy="2083646"/>
          </a:xfrm>
        </p:grpSpPr>
        <p:sp>
          <p:nvSpPr>
            <p:cNvPr id="3348" name="Google Shape;3348;p14"/>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9" name="Google Shape;3349;p14"/>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4"/>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1" name="Google Shape;3351;p14"/>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4"/>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3" name="Google Shape;3353;p14"/>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4" name="Google Shape;3354;p14"/>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4"/>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6" name="Google Shape;3356;p14"/>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7" name="Google Shape;3357;p14"/>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8" name="Google Shape;3358;p14"/>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9" name="Google Shape;3359;p14"/>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0" name="Google Shape;3360;p14"/>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1" name="Google Shape;3361;p14"/>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2" name="Google Shape;3362;p14"/>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3" name="Google Shape;3363;p14"/>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4" name="Google Shape;3364;p14"/>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5" name="Google Shape;3365;p14"/>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4"/>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7" name="Google Shape;3367;p14"/>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8" name="Google Shape;3368;p14"/>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4"/>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0" name="Google Shape;3370;p14"/>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4"/>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2" name="Google Shape;3372;p14"/>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4"/>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4" name="Google Shape;3374;p14"/>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5" name="Google Shape;3375;p14"/>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4"/>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7" name="Google Shape;3377;p14"/>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8" name="Google Shape;3378;p14"/>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4"/>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0" name="Google Shape;3380;p14"/>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1" name="Google Shape;3381;p14"/>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2" name="Google Shape;3382;p14"/>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3" name="Google Shape;3383;p14"/>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4" name="Google Shape;3384;p14"/>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5" name="Google Shape;3385;p14"/>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6" name="Google Shape;3386;p14"/>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7" name="Google Shape;3387;p14"/>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8" name="Google Shape;3388;p14"/>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9" name="Google Shape;3389;p14"/>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4"/>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1" name="Google Shape;3391;p14"/>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2" name="Google Shape;3392;p14"/>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4"/>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4" name="Google Shape;3394;p14"/>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4"/>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6" name="Google Shape;3396;p14"/>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97" name="Google Shape;3397;p14"/>
          <p:cNvGrpSpPr/>
          <p:nvPr/>
        </p:nvGrpSpPr>
        <p:grpSpPr>
          <a:xfrm rot="-6300061">
            <a:off x="-399203" y="-311673"/>
            <a:ext cx="1363200" cy="1433311"/>
            <a:chOff x="8529150" y="-173700"/>
            <a:chExt cx="1669089" cy="1754724"/>
          </a:xfrm>
        </p:grpSpPr>
        <p:sp>
          <p:nvSpPr>
            <p:cNvPr id="3398" name="Google Shape;3398;p14"/>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4"/>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4"/>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1" name="Google Shape;3401;p14"/>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2" name="Google Shape;3402;p14"/>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4"/>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4"/>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5" name="Google Shape;3405;p14"/>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6" name="Google Shape;3406;p14"/>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4"/>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4"/>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9" name="Google Shape;3409;p14"/>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0" name="Google Shape;3410;p14"/>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4"/>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4"/>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3" name="Google Shape;3413;p14"/>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4" name="Google Shape;3414;p14"/>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4"/>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6" name="Google Shape;3416;p14"/>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7" name="Google Shape;3417;p14"/>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8" name="Google Shape;3418;p14"/>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9" name="Google Shape;3419;p14"/>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0" name="Google Shape;3420;p14"/>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1" name="Google Shape;3421;p14"/>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2" name="Google Shape;3422;p14"/>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3" name="Google Shape;3423;p14"/>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4"/>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5" name="Google Shape;3425;p14"/>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6" name="Google Shape;3426;p14"/>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4"/>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8" name="Google Shape;3428;p14"/>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4"/>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0" name="Google Shape;3430;p14"/>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4"/>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4"/>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3" name="Google Shape;3433;p14"/>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4" name="Google Shape;3434;p14"/>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4"/>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4"/>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7" name="Google Shape;3437;p14"/>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8" name="Google Shape;3438;p14"/>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4"/>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40" name="Google Shape;3440;p14"/>
          <p:cNvGrpSpPr/>
          <p:nvPr/>
        </p:nvGrpSpPr>
        <p:grpSpPr>
          <a:xfrm>
            <a:off x="960750" y="4376725"/>
            <a:ext cx="898165" cy="766770"/>
            <a:chOff x="-252625" y="2918525"/>
            <a:chExt cx="898165" cy="766770"/>
          </a:xfrm>
        </p:grpSpPr>
        <p:sp>
          <p:nvSpPr>
            <p:cNvPr id="3441" name="Google Shape;3441;p14"/>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2" name="Google Shape;3442;p14"/>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4"/>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4"/>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5" name="Google Shape;3445;p14"/>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6" name="Google Shape;3446;p14"/>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7" name="Google Shape;3447;p14"/>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4"/>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9" name="Google Shape;3449;p14"/>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0" name="Google Shape;3450;p14"/>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1" name="Google Shape;3451;p14"/>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2" name="Google Shape;3452;p14"/>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3" name="Google Shape;3453;p14"/>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4" name="Google Shape;3454;p14"/>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5" name="Google Shape;3455;p14"/>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6" name="Google Shape;3456;p14"/>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4"/>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8" name="Google Shape;3458;p14"/>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9" name="Google Shape;3459;p14"/>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4"/>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1" name="Google Shape;3461;p14"/>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2" name="Google Shape;3462;p14"/>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4"/>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4" name="Google Shape;3464;p14"/>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5" name="Google Shape;3465;p14"/>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4"/>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7" name="Google Shape;3467;p14"/>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4"/>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9" name="Google Shape;3469;p14"/>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0" name="Google Shape;3470;p14"/>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1" name="Google Shape;3471;p14"/>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2" name="Google Shape;3472;p14"/>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3" name="Google Shape;3473;p14"/>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4" name="Google Shape;3474;p14"/>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5" name="Google Shape;3475;p14"/>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6" name="Google Shape;3476;p14"/>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77" name="Google Shape;3477;p14"/>
          <p:cNvGrpSpPr/>
          <p:nvPr/>
        </p:nvGrpSpPr>
        <p:grpSpPr>
          <a:xfrm>
            <a:off x="7783950" y="-93000"/>
            <a:ext cx="898165" cy="766770"/>
            <a:chOff x="-252625" y="2918525"/>
            <a:chExt cx="898165" cy="766770"/>
          </a:xfrm>
        </p:grpSpPr>
        <p:sp>
          <p:nvSpPr>
            <p:cNvPr id="3478" name="Google Shape;3478;p14"/>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9" name="Google Shape;3479;p14"/>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0" name="Google Shape;3480;p14"/>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4"/>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4"/>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3" name="Google Shape;3483;p14"/>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4" name="Google Shape;3484;p14"/>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5" name="Google Shape;3485;p14"/>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6" name="Google Shape;3486;p14"/>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4"/>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8" name="Google Shape;3488;p14"/>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9" name="Google Shape;3489;p14"/>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4"/>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1" name="Google Shape;3491;p14"/>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2" name="Google Shape;3492;p14"/>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4"/>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4" name="Google Shape;3494;p14"/>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5" name="Google Shape;3495;p14"/>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4"/>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7" name="Google Shape;3497;p14"/>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8" name="Google Shape;3498;p14"/>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4"/>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0" name="Google Shape;3500;p14"/>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1" name="Google Shape;3501;p14"/>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2" name="Google Shape;3502;p14"/>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3" name="Google Shape;3503;p14"/>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4" name="Google Shape;3504;p14"/>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5" name="Google Shape;3505;p14"/>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6" name="Google Shape;3506;p14"/>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7" name="Google Shape;3507;p14"/>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8" name="Google Shape;3508;p14"/>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4"/>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0" name="Google Shape;3510;p14"/>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1" name="Google Shape;3511;p14"/>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2" name="Google Shape;3512;p14"/>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4"/>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24">
    <p:spTree>
      <p:nvGrpSpPr>
        <p:cNvPr id="3514" name="Shape 3514"/>
        <p:cNvGrpSpPr/>
        <p:nvPr/>
      </p:nvGrpSpPr>
      <p:grpSpPr>
        <a:xfrm>
          <a:off x="0" y="0"/>
          <a:ext cx="0" cy="0"/>
          <a:chOff x="0" y="0"/>
          <a:chExt cx="0" cy="0"/>
        </a:xfrm>
      </p:grpSpPr>
      <p:grpSp>
        <p:nvGrpSpPr>
          <p:cNvPr id="3515" name="Google Shape;3515;p15"/>
          <p:cNvGrpSpPr/>
          <p:nvPr/>
        </p:nvGrpSpPr>
        <p:grpSpPr>
          <a:xfrm flipH="1">
            <a:off x="28" y="16530"/>
            <a:ext cx="9143944" cy="4940153"/>
            <a:chOff x="0" y="0"/>
            <a:chExt cx="2940175" cy="3566125"/>
          </a:xfrm>
        </p:grpSpPr>
        <p:sp>
          <p:nvSpPr>
            <p:cNvPr id="3516" name="Google Shape;3516;p15"/>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5"/>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5"/>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9" name="Google Shape;3519;p15"/>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0" name="Google Shape;3520;p15"/>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1" name="Google Shape;3521;p15"/>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2" name="Google Shape;3522;p15"/>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3" name="Google Shape;3523;p15"/>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4" name="Google Shape;3524;p15"/>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5" name="Google Shape;3525;p15"/>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6" name="Google Shape;3526;p15"/>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7" name="Google Shape;3527;p15"/>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5"/>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9" name="Google Shape;3529;p15"/>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0" name="Google Shape;3530;p15"/>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5"/>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2" name="Google Shape;3532;p15"/>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5"/>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4" name="Google Shape;3534;p15"/>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5" name="Google Shape;3535;p15"/>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5"/>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7" name="Google Shape;3537;p15"/>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5"/>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9" name="Google Shape;3539;p15"/>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0" name="Google Shape;3540;p15"/>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5"/>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2" name="Google Shape;3542;p15"/>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3" name="Google Shape;3543;p15"/>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4" name="Google Shape;3544;p15"/>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5" name="Google Shape;3545;p15"/>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6" name="Google Shape;3546;p15"/>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7" name="Google Shape;3547;p15"/>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8" name="Google Shape;3548;p15"/>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9" name="Google Shape;3549;p15"/>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5"/>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1" name="Google Shape;3551;p15"/>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2" name="Google Shape;3552;p15"/>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5"/>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4" name="Google Shape;3554;p15"/>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5"/>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6" name="Google Shape;3556;p15"/>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5"/>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8" name="Google Shape;3558;p15"/>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9" name="Google Shape;3559;p15"/>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0" name="Google Shape;3560;p15"/>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15"/>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2" name="Google Shape;3562;p15"/>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3" name="Google Shape;3563;p15"/>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4" name="Google Shape;3564;p15"/>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5" name="Google Shape;3565;p15"/>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6" name="Google Shape;3566;p15"/>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5"/>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15"/>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9" name="Google Shape;3569;p15"/>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5"/>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5"/>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5"/>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5"/>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15"/>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5"/>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15"/>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5"/>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8" name="Google Shape;3578;p15"/>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9" name="Google Shape;3579;p15"/>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0" name="Google Shape;3580;p15"/>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1" name="Google Shape;3581;p15"/>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15"/>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5"/>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4" name="Google Shape;3584;p15"/>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15"/>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6" name="Google Shape;3586;p15"/>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7" name="Google Shape;3587;p15"/>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15"/>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9" name="Google Shape;3589;p15"/>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0" name="Google Shape;3590;p15"/>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15"/>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5"/>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3" name="Google Shape;3593;p15"/>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15"/>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5"/>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5"/>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5"/>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5"/>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15"/>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5"/>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1" name="Google Shape;3601;p15"/>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15"/>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15"/>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4" name="Google Shape;3604;p15"/>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5" name="Google Shape;3605;p15"/>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6" name="Google Shape;3606;p15"/>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15"/>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8" name="Google Shape;3608;p15"/>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5"/>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0" name="Google Shape;3610;p15"/>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1" name="Google Shape;3611;p15"/>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5"/>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5"/>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5"/>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5"/>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6" name="Google Shape;3616;p15"/>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5"/>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15"/>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15"/>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15"/>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1" name="Google Shape;3621;p15"/>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2" name="Google Shape;3622;p15"/>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3" name="Google Shape;3623;p15"/>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15"/>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15"/>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5"/>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7" name="Google Shape;3627;p15"/>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8" name="Google Shape;3628;p15"/>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5"/>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5"/>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5"/>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5"/>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33" name="Google Shape;3633;p15"/>
          <p:cNvSpPr txBox="1"/>
          <p:nvPr>
            <p:ph type="title"/>
          </p:nvPr>
        </p:nvSpPr>
        <p:spPr>
          <a:xfrm>
            <a:off x="1939557" y="3254877"/>
            <a:ext cx="5265000" cy="457200"/>
          </a:xfrm>
          <a:prstGeom prst="rect">
            <a:avLst/>
          </a:prstGeom>
          <a:noFill/>
        </p:spPr>
        <p:txBody>
          <a:bodyPr anchorCtr="0" anchor="t" bIns="91425" lIns="91425" spcFirstLastPara="1" rIns="91425" wrap="square" tIns="91425">
            <a:noAutofit/>
          </a:bodyPr>
          <a:lstStyle>
            <a:lvl1pPr lvl="0" rtl="0">
              <a:spcBef>
                <a:spcPts val="0"/>
              </a:spcBef>
              <a:spcAft>
                <a:spcPts val="0"/>
              </a:spcAft>
              <a:buSzPts val="30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634" name="Google Shape;3634;p15"/>
          <p:cNvSpPr txBox="1"/>
          <p:nvPr>
            <p:ph idx="1" type="subTitle"/>
          </p:nvPr>
        </p:nvSpPr>
        <p:spPr>
          <a:xfrm>
            <a:off x="1938600" y="1279025"/>
            <a:ext cx="5266800" cy="18996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400"/>
              <a:buNone/>
              <a:defRPr sz="28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3635" name="Google Shape;3635;p15"/>
          <p:cNvGrpSpPr/>
          <p:nvPr/>
        </p:nvGrpSpPr>
        <p:grpSpPr>
          <a:xfrm>
            <a:off x="8009088" y="-269659"/>
            <a:ext cx="1363145" cy="1433258"/>
            <a:chOff x="8529150" y="-173700"/>
            <a:chExt cx="1669089" cy="1754724"/>
          </a:xfrm>
        </p:grpSpPr>
        <p:sp>
          <p:nvSpPr>
            <p:cNvPr id="3636" name="Google Shape;3636;p15"/>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7" name="Google Shape;3637;p15"/>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8" name="Google Shape;3638;p15"/>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9" name="Google Shape;3639;p15"/>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0" name="Google Shape;3640;p15"/>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1" name="Google Shape;3641;p15"/>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2" name="Google Shape;3642;p15"/>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5"/>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4" name="Google Shape;3644;p15"/>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5" name="Google Shape;3645;p15"/>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5"/>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5"/>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8" name="Google Shape;3648;p15"/>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9" name="Google Shape;3649;p15"/>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0" name="Google Shape;3650;p15"/>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5"/>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2" name="Google Shape;3652;p15"/>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5"/>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5"/>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5" name="Google Shape;3655;p15"/>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6" name="Google Shape;3656;p15"/>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7" name="Google Shape;3657;p15"/>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5"/>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9" name="Google Shape;3659;p15"/>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0" name="Google Shape;3660;p15"/>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1" name="Google Shape;3661;p15"/>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2" name="Google Shape;3662;p15"/>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3" name="Google Shape;3663;p15"/>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4" name="Google Shape;3664;p15"/>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5" name="Google Shape;3665;p15"/>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6" name="Google Shape;3666;p15"/>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5"/>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8" name="Google Shape;3668;p15"/>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9" name="Google Shape;3669;p15"/>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5"/>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1" name="Google Shape;3671;p15"/>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2" name="Google Shape;3672;p15"/>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5"/>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5"/>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5" name="Google Shape;3675;p15"/>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5"/>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7" name="Google Shape;3677;p15"/>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78" name="Google Shape;3678;p15"/>
          <p:cNvGrpSpPr/>
          <p:nvPr/>
        </p:nvGrpSpPr>
        <p:grpSpPr>
          <a:xfrm>
            <a:off x="8525275" y="3413813"/>
            <a:ext cx="925639" cy="688028"/>
            <a:chOff x="8588925" y="2091476"/>
            <a:chExt cx="925639" cy="688028"/>
          </a:xfrm>
        </p:grpSpPr>
        <p:sp>
          <p:nvSpPr>
            <p:cNvPr id="3679" name="Google Shape;3679;p15"/>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0" name="Google Shape;3680;p15"/>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5"/>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2" name="Google Shape;3682;p15"/>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3" name="Google Shape;3683;p15"/>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5"/>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5"/>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6" name="Google Shape;3686;p15"/>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7" name="Google Shape;3687;p15"/>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8" name="Google Shape;3688;p15"/>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9" name="Google Shape;3689;p15"/>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0" name="Google Shape;3690;p15"/>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1" name="Google Shape;3691;p15"/>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2" name="Google Shape;3692;p15"/>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93" name="Google Shape;3693;p15"/>
          <p:cNvGrpSpPr/>
          <p:nvPr/>
        </p:nvGrpSpPr>
        <p:grpSpPr>
          <a:xfrm>
            <a:off x="-314825" y="1642175"/>
            <a:ext cx="898165" cy="766770"/>
            <a:chOff x="-252625" y="2918525"/>
            <a:chExt cx="898165" cy="766770"/>
          </a:xfrm>
        </p:grpSpPr>
        <p:sp>
          <p:nvSpPr>
            <p:cNvPr id="3694" name="Google Shape;3694;p15"/>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5" name="Google Shape;3695;p15"/>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6" name="Google Shape;3696;p15"/>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7" name="Google Shape;3697;p15"/>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8" name="Google Shape;3698;p15"/>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9" name="Google Shape;3699;p15"/>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0" name="Google Shape;3700;p15"/>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1" name="Google Shape;3701;p15"/>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2" name="Google Shape;3702;p15"/>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5"/>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4" name="Google Shape;3704;p15"/>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5" name="Google Shape;3705;p15"/>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5"/>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5"/>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8" name="Google Shape;3708;p15"/>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9" name="Google Shape;3709;p15"/>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0" name="Google Shape;3710;p15"/>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15"/>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2" name="Google Shape;3712;p15"/>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3" name="Google Shape;3713;p15"/>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5"/>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5"/>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6" name="Google Shape;3716;p15"/>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7" name="Google Shape;3717;p15"/>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8" name="Google Shape;3718;p15"/>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15"/>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0" name="Google Shape;3720;p15"/>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1" name="Google Shape;3721;p15"/>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5"/>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5"/>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4" name="Google Shape;3724;p15"/>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5" name="Google Shape;3725;p15"/>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6" name="Google Shape;3726;p15"/>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15"/>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8" name="Google Shape;3728;p15"/>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9" name="Google Shape;3729;p15"/>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730" name="Google Shape;3730;p15"/>
          <p:cNvGrpSpPr/>
          <p:nvPr/>
        </p:nvGrpSpPr>
        <p:grpSpPr>
          <a:xfrm>
            <a:off x="8042790" y="3923975"/>
            <a:ext cx="1294621" cy="1350901"/>
            <a:chOff x="8465725" y="2863051"/>
            <a:chExt cx="1956212" cy="2041561"/>
          </a:xfrm>
        </p:grpSpPr>
        <p:sp>
          <p:nvSpPr>
            <p:cNvPr id="3731" name="Google Shape;3731;p15"/>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2" name="Google Shape;3732;p15"/>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3" name="Google Shape;3733;p15"/>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4" name="Google Shape;3734;p15"/>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15"/>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6" name="Google Shape;3736;p15"/>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7" name="Google Shape;3737;p15"/>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5"/>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5"/>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0" name="Google Shape;3740;p15"/>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1" name="Google Shape;3741;p15"/>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2" name="Google Shape;3742;p15"/>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15"/>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4" name="Google Shape;3744;p15"/>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5" name="Google Shape;3745;p15"/>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5"/>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5"/>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8" name="Google Shape;3748;p15"/>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9" name="Google Shape;3749;p15"/>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0" name="Google Shape;3750;p15"/>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15"/>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2" name="Google Shape;3752;p15"/>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3" name="Google Shape;3753;p15"/>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4" name="Google Shape;3754;p15"/>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5" name="Google Shape;3755;p15"/>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6" name="Google Shape;3756;p15"/>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7" name="Google Shape;3757;p15"/>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8" name="Google Shape;3758;p15"/>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9" name="Google Shape;3759;p15"/>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0" name="Google Shape;3760;p15"/>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1" name="Google Shape;3761;p15"/>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5"/>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3" name="Google Shape;3763;p15"/>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4" name="Google Shape;3764;p15"/>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5"/>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6" name="Google Shape;3766;p15"/>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5"/>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8" name="Google Shape;3768;p15"/>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5"/>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0" name="Google Shape;3770;p15"/>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1" name="Google Shape;3771;p15"/>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5"/>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3" name="Google Shape;3773;p15"/>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4" name="Google Shape;3774;p15"/>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775" name="Google Shape;3775;p15"/>
          <p:cNvGrpSpPr/>
          <p:nvPr/>
        </p:nvGrpSpPr>
        <p:grpSpPr>
          <a:xfrm>
            <a:off x="-314833" y="-441745"/>
            <a:ext cx="1646313" cy="1753805"/>
            <a:chOff x="-2092800" y="-1252032"/>
            <a:chExt cx="1956171" cy="2083646"/>
          </a:xfrm>
        </p:grpSpPr>
        <p:sp>
          <p:nvSpPr>
            <p:cNvPr id="3776" name="Google Shape;3776;p15"/>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7" name="Google Shape;3777;p15"/>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8" name="Google Shape;3778;p15"/>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9" name="Google Shape;3779;p15"/>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0" name="Google Shape;3780;p15"/>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1" name="Google Shape;3781;p15"/>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2" name="Google Shape;3782;p15"/>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5"/>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4" name="Google Shape;3784;p15"/>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5" name="Google Shape;3785;p15"/>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5"/>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7" name="Google Shape;3787;p15"/>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5"/>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9" name="Google Shape;3789;p15"/>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5"/>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1" name="Google Shape;3791;p15"/>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2" name="Google Shape;3792;p15"/>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5"/>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4" name="Google Shape;3794;p15"/>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5" name="Google Shape;3795;p15"/>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5"/>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7" name="Google Shape;3797;p15"/>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8" name="Google Shape;3798;p15"/>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9" name="Google Shape;3799;p15"/>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0" name="Google Shape;3800;p15"/>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1" name="Google Shape;3801;p15"/>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2" name="Google Shape;3802;p15"/>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3" name="Google Shape;3803;p15"/>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4" name="Google Shape;3804;p15"/>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5" name="Google Shape;3805;p15"/>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6" name="Google Shape;3806;p15"/>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5"/>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8" name="Google Shape;3808;p15"/>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9" name="Google Shape;3809;p15"/>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5"/>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1" name="Google Shape;3811;p15"/>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5"/>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3" name="Google Shape;3813;p15"/>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5"/>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5" name="Google Shape;3815;p15"/>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5"/>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5"/>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8" name="Google Shape;3818;p15"/>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9" name="Google Shape;3819;p15"/>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5"/>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5"/>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2" name="Google Shape;3822;p15"/>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3" name="Google Shape;3823;p15"/>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5"/>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25" name="Google Shape;3825;p15"/>
          <p:cNvGrpSpPr/>
          <p:nvPr/>
        </p:nvGrpSpPr>
        <p:grpSpPr>
          <a:xfrm>
            <a:off x="8448925" y="1260505"/>
            <a:ext cx="679382" cy="871990"/>
            <a:chOff x="8619938" y="2813305"/>
            <a:chExt cx="679382" cy="871990"/>
          </a:xfrm>
        </p:grpSpPr>
        <p:sp>
          <p:nvSpPr>
            <p:cNvPr id="3826" name="Google Shape;3826;p15"/>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7" name="Google Shape;3827;p15"/>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5"/>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5"/>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0" name="Google Shape;3830;p15"/>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1" name="Google Shape;3831;p15"/>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5"/>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3" name="Google Shape;3833;p15"/>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4" name="Google Shape;3834;p15"/>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5" name="Google Shape;3835;p15"/>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6" name="Google Shape;3836;p15"/>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7" name="Google Shape;3837;p15"/>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8" name="Google Shape;3838;p15"/>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9" name="Google Shape;3839;p15"/>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0" name="Google Shape;3840;p15"/>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5"/>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2" name="Google Shape;3842;p15"/>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3" name="Google Shape;3843;p15"/>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5"/>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5" name="Google Shape;3845;p15"/>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5"/>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7" name="Google Shape;3847;p15"/>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5"/>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5"/>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0" name="Google Shape;3850;p15"/>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1" name="Google Shape;3851;p15"/>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2" name="Google Shape;3852;p15"/>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5"/>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54" name="Google Shape;3854;p15"/>
            <p:cNvGrpSpPr/>
            <p:nvPr/>
          </p:nvGrpSpPr>
          <p:grpSpPr>
            <a:xfrm>
              <a:off x="8619938" y="2813305"/>
              <a:ext cx="679382" cy="871990"/>
              <a:chOff x="8619938" y="2813305"/>
              <a:chExt cx="679382" cy="871990"/>
            </a:xfrm>
          </p:grpSpPr>
          <p:sp>
            <p:nvSpPr>
              <p:cNvPr id="3855" name="Google Shape;3855;p15"/>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6" name="Google Shape;3856;p15"/>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857" name="Google Shape;3857;p15"/>
          <p:cNvGrpSpPr/>
          <p:nvPr/>
        </p:nvGrpSpPr>
        <p:grpSpPr>
          <a:xfrm>
            <a:off x="-340873" y="3921240"/>
            <a:ext cx="1973759" cy="1718179"/>
            <a:chOff x="-1914575" y="2967750"/>
            <a:chExt cx="1540675" cy="1341175"/>
          </a:xfrm>
        </p:grpSpPr>
        <p:sp>
          <p:nvSpPr>
            <p:cNvPr id="3858" name="Google Shape;3858;p15"/>
            <p:cNvSpPr/>
            <p:nvPr/>
          </p:nvSpPr>
          <p:spPr>
            <a:xfrm>
              <a:off x="-484050" y="3675375"/>
              <a:ext cx="53850" cy="59775"/>
            </a:xfrm>
            <a:custGeom>
              <a:rect b="b" l="l" r="r" t="t"/>
              <a:pathLst>
                <a:path extrusionOk="0" h="2391" w="2154">
                  <a:moveTo>
                    <a:pt x="1186" y="0"/>
                  </a:moveTo>
                  <a:lnTo>
                    <a:pt x="1048" y="20"/>
                  </a:lnTo>
                  <a:lnTo>
                    <a:pt x="890" y="59"/>
                  </a:lnTo>
                  <a:lnTo>
                    <a:pt x="712" y="119"/>
                  </a:lnTo>
                  <a:lnTo>
                    <a:pt x="534" y="217"/>
                  </a:lnTo>
                  <a:lnTo>
                    <a:pt x="356" y="356"/>
                  </a:lnTo>
                  <a:lnTo>
                    <a:pt x="258" y="435"/>
                  </a:lnTo>
                  <a:lnTo>
                    <a:pt x="179" y="533"/>
                  </a:lnTo>
                  <a:lnTo>
                    <a:pt x="119" y="632"/>
                  </a:lnTo>
                  <a:lnTo>
                    <a:pt x="60" y="751"/>
                  </a:lnTo>
                  <a:lnTo>
                    <a:pt x="40" y="889"/>
                  </a:lnTo>
                  <a:lnTo>
                    <a:pt x="1" y="1007"/>
                  </a:lnTo>
                  <a:lnTo>
                    <a:pt x="1" y="1146"/>
                  </a:lnTo>
                  <a:lnTo>
                    <a:pt x="1" y="1264"/>
                  </a:lnTo>
                  <a:lnTo>
                    <a:pt x="21" y="1402"/>
                  </a:lnTo>
                  <a:lnTo>
                    <a:pt x="60" y="1521"/>
                  </a:lnTo>
                  <a:lnTo>
                    <a:pt x="119" y="1639"/>
                  </a:lnTo>
                  <a:lnTo>
                    <a:pt x="179" y="1758"/>
                  </a:lnTo>
                  <a:lnTo>
                    <a:pt x="258" y="1857"/>
                  </a:lnTo>
                  <a:lnTo>
                    <a:pt x="356" y="1956"/>
                  </a:lnTo>
                  <a:lnTo>
                    <a:pt x="475" y="2054"/>
                  </a:lnTo>
                  <a:lnTo>
                    <a:pt x="593" y="2133"/>
                  </a:lnTo>
                  <a:lnTo>
                    <a:pt x="732" y="2212"/>
                  </a:lnTo>
                  <a:lnTo>
                    <a:pt x="890" y="2272"/>
                  </a:lnTo>
                  <a:lnTo>
                    <a:pt x="1048" y="2331"/>
                  </a:lnTo>
                  <a:lnTo>
                    <a:pt x="1225" y="2370"/>
                  </a:lnTo>
                  <a:lnTo>
                    <a:pt x="1403" y="2390"/>
                  </a:lnTo>
                  <a:lnTo>
                    <a:pt x="1561" y="2370"/>
                  </a:lnTo>
                  <a:lnTo>
                    <a:pt x="1680" y="2331"/>
                  </a:lnTo>
                  <a:lnTo>
                    <a:pt x="1798" y="2272"/>
                  </a:lnTo>
                  <a:lnTo>
                    <a:pt x="1897" y="2193"/>
                  </a:lnTo>
                  <a:lnTo>
                    <a:pt x="1956" y="2094"/>
                  </a:lnTo>
                  <a:lnTo>
                    <a:pt x="2016" y="1995"/>
                  </a:lnTo>
                  <a:lnTo>
                    <a:pt x="2075" y="1877"/>
                  </a:lnTo>
                  <a:lnTo>
                    <a:pt x="2134" y="1659"/>
                  </a:lnTo>
                  <a:lnTo>
                    <a:pt x="2154" y="1462"/>
                  </a:lnTo>
                  <a:lnTo>
                    <a:pt x="2154" y="1264"/>
                  </a:lnTo>
                  <a:lnTo>
                    <a:pt x="2035" y="1304"/>
                  </a:lnTo>
                  <a:lnTo>
                    <a:pt x="1897" y="1323"/>
                  </a:lnTo>
                  <a:lnTo>
                    <a:pt x="1739" y="1343"/>
                  </a:lnTo>
                  <a:lnTo>
                    <a:pt x="1561" y="1363"/>
                  </a:lnTo>
                  <a:lnTo>
                    <a:pt x="1383" y="1323"/>
                  </a:lnTo>
                  <a:lnTo>
                    <a:pt x="1304" y="1304"/>
                  </a:lnTo>
                  <a:lnTo>
                    <a:pt x="1225" y="1244"/>
                  </a:lnTo>
                  <a:lnTo>
                    <a:pt x="1146" y="1205"/>
                  </a:lnTo>
                  <a:lnTo>
                    <a:pt x="1087" y="1126"/>
                  </a:lnTo>
                  <a:lnTo>
                    <a:pt x="1048" y="1047"/>
                  </a:lnTo>
                  <a:lnTo>
                    <a:pt x="1008" y="968"/>
                  </a:lnTo>
                  <a:lnTo>
                    <a:pt x="988" y="770"/>
                  </a:lnTo>
                  <a:lnTo>
                    <a:pt x="988" y="593"/>
                  </a:lnTo>
                  <a:lnTo>
                    <a:pt x="1028" y="395"/>
                  </a:lnTo>
                  <a:lnTo>
                    <a:pt x="1067" y="237"/>
                  </a:lnTo>
                  <a:lnTo>
                    <a:pt x="1127" y="119"/>
                  </a:lnTo>
                  <a:lnTo>
                    <a:pt x="118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9" name="Google Shape;3859;p15"/>
            <p:cNvSpPr/>
            <p:nvPr/>
          </p:nvSpPr>
          <p:spPr>
            <a:xfrm>
              <a:off x="-1182275" y="2967750"/>
              <a:ext cx="808375" cy="740725"/>
            </a:xfrm>
            <a:custGeom>
              <a:rect b="b" l="l" r="r" t="t"/>
              <a:pathLst>
                <a:path extrusionOk="0" h="29629" w="32335">
                  <a:moveTo>
                    <a:pt x="2706" y="0"/>
                  </a:moveTo>
                  <a:lnTo>
                    <a:pt x="2529" y="20"/>
                  </a:lnTo>
                  <a:lnTo>
                    <a:pt x="2331" y="40"/>
                  </a:lnTo>
                  <a:lnTo>
                    <a:pt x="1956" y="139"/>
                  </a:lnTo>
                  <a:lnTo>
                    <a:pt x="1581" y="277"/>
                  </a:lnTo>
                  <a:lnTo>
                    <a:pt x="1245" y="395"/>
                  </a:lnTo>
                  <a:lnTo>
                    <a:pt x="968" y="514"/>
                  </a:lnTo>
                  <a:lnTo>
                    <a:pt x="731" y="632"/>
                  </a:lnTo>
                  <a:lnTo>
                    <a:pt x="0" y="7309"/>
                  </a:lnTo>
                  <a:lnTo>
                    <a:pt x="4958" y="10943"/>
                  </a:lnTo>
                  <a:lnTo>
                    <a:pt x="10034" y="14637"/>
                  </a:lnTo>
                  <a:lnTo>
                    <a:pt x="15881" y="18844"/>
                  </a:lnTo>
                  <a:lnTo>
                    <a:pt x="18864" y="20957"/>
                  </a:lnTo>
                  <a:lnTo>
                    <a:pt x="21767" y="23012"/>
                  </a:lnTo>
                  <a:lnTo>
                    <a:pt x="24473" y="24888"/>
                  </a:lnTo>
                  <a:lnTo>
                    <a:pt x="26922" y="26547"/>
                  </a:lnTo>
                  <a:lnTo>
                    <a:pt x="28009" y="27278"/>
                  </a:lnTo>
                  <a:lnTo>
                    <a:pt x="29016" y="27930"/>
                  </a:lnTo>
                  <a:lnTo>
                    <a:pt x="29885" y="28483"/>
                  </a:lnTo>
                  <a:lnTo>
                    <a:pt x="30636" y="28937"/>
                  </a:lnTo>
                  <a:lnTo>
                    <a:pt x="31248" y="29293"/>
                  </a:lnTo>
                  <a:lnTo>
                    <a:pt x="31722" y="29530"/>
                  </a:lnTo>
                  <a:lnTo>
                    <a:pt x="31900" y="29589"/>
                  </a:lnTo>
                  <a:lnTo>
                    <a:pt x="32038" y="29628"/>
                  </a:lnTo>
                  <a:lnTo>
                    <a:pt x="32157" y="29628"/>
                  </a:lnTo>
                  <a:lnTo>
                    <a:pt x="32176" y="29609"/>
                  </a:lnTo>
                  <a:lnTo>
                    <a:pt x="32256" y="29411"/>
                  </a:lnTo>
                  <a:lnTo>
                    <a:pt x="32295" y="29194"/>
                  </a:lnTo>
                  <a:lnTo>
                    <a:pt x="32335" y="28996"/>
                  </a:lnTo>
                  <a:lnTo>
                    <a:pt x="32335" y="28799"/>
                  </a:lnTo>
                  <a:lnTo>
                    <a:pt x="32315" y="28582"/>
                  </a:lnTo>
                  <a:lnTo>
                    <a:pt x="32256" y="28384"/>
                  </a:lnTo>
                  <a:lnTo>
                    <a:pt x="32196" y="28187"/>
                  </a:lnTo>
                  <a:lnTo>
                    <a:pt x="32137" y="27969"/>
                  </a:lnTo>
                  <a:lnTo>
                    <a:pt x="32038" y="27792"/>
                  </a:lnTo>
                  <a:lnTo>
                    <a:pt x="31939" y="27594"/>
                  </a:lnTo>
                  <a:lnTo>
                    <a:pt x="31722" y="27238"/>
                  </a:lnTo>
                  <a:lnTo>
                    <a:pt x="31485" y="26942"/>
                  </a:lnTo>
                  <a:lnTo>
                    <a:pt x="31248" y="26685"/>
                  </a:lnTo>
                  <a:lnTo>
                    <a:pt x="31090" y="26547"/>
                  </a:lnTo>
                  <a:lnTo>
                    <a:pt x="30833" y="26369"/>
                  </a:lnTo>
                  <a:lnTo>
                    <a:pt x="30162" y="25915"/>
                  </a:lnTo>
                  <a:lnTo>
                    <a:pt x="29293" y="25362"/>
                  </a:lnTo>
                  <a:lnTo>
                    <a:pt x="28364" y="24809"/>
                  </a:lnTo>
                  <a:lnTo>
                    <a:pt x="26685" y="23802"/>
                  </a:lnTo>
                  <a:lnTo>
                    <a:pt x="25935" y="23367"/>
                  </a:lnTo>
                  <a:lnTo>
                    <a:pt x="26824" y="21096"/>
                  </a:lnTo>
                  <a:lnTo>
                    <a:pt x="27614" y="19061"/>
                  </a:lnTo>
                  <a:lnTo>
                    <a:pt x="28364" y="17185"/>
                  </a:lnTo>
                  <a:lnTo>
                    <a:pt x="28443" y="16967"/>
                  </a:lnTo>
                  <a:lnTo>
                    <a:pt x="28483" y="16770"/>
                  </a:lnTo>
                  <a:lnTo>
                    <a:pt x="28503" y="16572"/>
                  </a:lnTo>
                  <a:lnTo>
                    <a:pt x="28503" y="16355"/>
                  </a:lnTo>
                  <a:lnTo>
                    <a:pt x="28463" y="16158"/>
                  </a:lnTo>
                  <a:lnTo>
                    <a:pt x="28424" y="15960"/>
                  </a:lnTo>
                  <a:lnTo>
                    <a:pt x="28364" y="15762"/>
                  </a:lnTo>
                  <a:lnTo>
                    <a:pt x="28266" y="15545"/>
                  </a:lnTo>
                  <a:lnTo>
                    <a:pt x="28167" y="15348"/>
                  </a:lnTo>
                  <a:lnTo>
                    <a:pt x="28048" y="15150"/>
                  </a:lnTo>
                  <a:lnTo>
                    <a:pt x="27910" y="14972"/>
                  </a:lnTo>
                  <a:lnTo>
                    <a:pt x="27752" y="14775"/>
                  </a:lnTo>
                  <a:lnTo>
                    <a:pt x="27416" y="14400"/>
                  </a:lnTo>
                  <a:lnTo>
                    <a:pt x="27041" y="14024"/>
                  </a:lnTo>
                  <a:lnTo>
                    <a:pt x="26626" y="13689"/>
                  </a:lnTo>
                  <a:lnTo>
                    <a:pt x="26192" y="13353"/>
                  </a:lnTo>
                  <a:lnTo>
                    <a:pt x="25737" y="13037"/>
                  </a:lnTo>
                  <a:lnTo>
                    <a:pt x="25283" y="12740"/>
                  </a:lnTo>
                  <a:lnTo>
                    <a:pt x="24848" y="12464"/>
                  </a:lnTo>
                  <a:lnTo>
                    <a:pt x="24394" y="12207"/>
                  </a:lnTo>
                  <a:lnTo>
                    <a:pt x="23604" y="11773"/>
                  </a:lnTo>
                  <a:lnTo>
                    <a:pt x="23071" y="11476"/>
                  </a:lnTo>
                  <a:lnTo>
                    <a:pt x="22202" y="10982"/>
                  </a:lnTo>
                  <a:lnTo>
                    <a:pt x="19693" y="9541"/>
                  </a:lnTo>
                  <a:lnTo>
                    <a:pt x="12899" y="5570"/>
                  </a:lnTo>
                  <a:lnTo>
                    <a:pt x="9383" y="3536"/>
                  </a:lnTo>
                  <a:lnTo>
                    <a:pt x="6301" y="1778"/>
                  </a:lnTo>
                  <a:lnTo>
                    <a:pt x="5057" y="1067"/>
                  </a:lnTo>
                  <a:lnTo>
                    <a:pt x="4050" y="514"/>
                  </a:lnTo>
                  <a:lnTo>
                    <a:pt x="3358" y="158"/>
                  </a:lnTo>
                  <a:lnTo>
                    <a:pt x="3141" y="60"/>
                  </a:lnTo>
                  <a:lnTo>
                    <a:pt x="30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0" name="Google Shape;3860;p15"/>
            <p:cNvSpPr/>
            <p:nvPr/>
          </p:nvSpPr>
          <p:spPr>
            <a:xfrm>
              <a:off x="-1370425" y="2977625"/>
              <a:ext cx="991100" cy="806900"/>
            </a:xfrm>
            <a:custGeom>
              <a:rect b="b" l="l" r="r" t="t"/>
              <a:pathLst>
                <a:path extrusionOk="0" h="32276" w="39644">
                  <a:moveTo>
                    <a:pt x="36858" y="28068"/>
                  </a:moveTo>
                  <a:lnTo>
                    <a:pt x="36977" y="28108"/>
                  </a:lnTo>
                  <a:lnTo>
                    <a:pt x="37075" y="28147"/>
                  </a:lnTo>
                  <a:lnTo>
                    <a:pt x="37174" y="28206"/>
                  </a:lnTo>
                  <a:lnTo>
                    <a:pt x="37273" y="28266"/>
                  </a:lnTo>
                  <a:lnTo>
                    <a:pt x="37352" y="28345"/>
                  </a:lnTo>
                  <a:lnTo>
                    <a:pt x="37431" y="28424"/>
                  </a:lnTo>
                  <a:lnTo>
                    <a:pt x="37490" y="28522"/>
                  </a:lnTo>
                  <a:lnTo>
                    <a:pt x="37530" y="28621"/>
                  </a:lnTo>
                  <a:lnTo>
                    <a:pt x="37550" y="28740"/>
                  </a:lnTo>
                  <a:lnTo>
                    <a:pt x="37569" y="28957"/>
                  </a:lnTo>
                  <a:lnTo>
                    <a:pt x="37550" y="29154"/>
                  </a:lnTo>
                  <a:lnTo>
                    <a:pt x="37490" y="29332"/>
                  </a:lnTo>
                  <a:lnTo>
                    <a:pt x="37411" y="29510"/>
                  </a:lnTo>
                  <a:lnTo>
                    <a:pt x="37313" y="29648"/>
                  </a:lnTo>
                  <a:lnTo>
                    <a:pt x="37194" y="29747"/>
                  </a:lnTo>
                  <a:lnTo>
                    <a:pt x="37056" y="29826"/>
                  </a:lnTo>
                  <a:lnTo>
                    <a:pt x="36898" y="29866"/>
                  </a:lnTo>
                  <a:lnTo>
                    <a:pt x="36759" y="29885"/>
                  </a:lnTo>
                  <a:lnTo>
                    <a:pt x="36621" y="29866"/>
                  </a:lnTo>
                  <a:lnTo>
                    <a:pt x="36483" y="29826"/>
                  </a:lnTo>
                  <a:lnTo>
                    <a:pt x="36384" y="29806"/>
                  </a:lnTo>
                  <a:lnTo>
                    <a:pt x="36226" y="29727"/>
                  </a:lnTo>
                  <a:lnTo>
                    <a:pt x="36167" y="29688"/>
                  </a:lnTo>
                  <a:lnTo>
                    <a:pt x="36048" y="29569"/>
                  </a:lnTo>
                  <a:lnTo>
                    <a:pt x="35950" y="29431"/>
                  </a:lnTo>
                  <a:lnTo>
                    <a:pt x="35851" y="29273"/>
                  </a:lnTo>
                  <a:lnTo>
                    <a:pt x="35811" y="29174"/>
                  </a:lnTo>
                  <a:lnTo>
                    <a:pt x="35792" y="29056"/>
                  </a:lnTo>
                  <a:lnTo>
                    <a:pt x="35772" y="28957"/>
                  </a:lnTo>
                  <a:lnTo>
                    <a:pt x="35772" y="28838"/>
                  </a:lnTo>
                  <a:lnTo>
                    <a:pt x="35792" y="28720"/>
                  </a:lnTo>
                  <a:lnTo>
                    <a:pt x="35831" y="28601"/>
                  </a:lnTo>
                  <a:lnTo>
                    <a:pt x="35910" y="28483"/>
                  </a:lnTo>
                  <a:lnTo>
                    <a:pt x="36009" y="28364"/>
                  </a:lnTo>
                  <a:lnTo>
                    <a:pt x="36127" y="28266"/>
                  </a:lnTo>
                  <a:lnTo>
                    <a:pt x="36246" y="28187"/>
                  </a:lnTo>
                  <a:lnTo>
                    <a:pt x="36364" y="28127"/>
                  </a:lnTo>
                  <a:lnTo>
                    <a:pt x="36483" y="28088"/>
                  </a:lnTo>
                  <a:lnTo>
                    <a:pt x="36601" y="28068"/>
                  </a:lnTo>
                  <a:close/>
                  <a:moveTo>
                    <a:pt x="8949" y="0"/>
                  </a:moveTo>
                  <a:lnTo>
                    <a:pt x="8731" y="40"/>
                  </a:lnTo>
                  <a:lnTo>
                    <a:pt x="8514" y="99"/>
                  </a:lnTo>
                  <a:lnTo>
                    <a:pt x="8317" y="178"/>
                  </a:lnTo>
                  <a:lnTo>
                    <a:pt x="8119" y="277"/>
                  </a:lnTo>
                  <a:lnTo>
                    <a:pt x="7902" y="395"/>
                  </a:lnTo>
                  <a:lnTo>
                    <a:pt x="7704" y="553"/>
                  </a:lnTo>
                  <a:lnTo>
                    <a:pt x="7487" y="771"/>
                  </a:lnTo>
                  <a:lnTo>
                    <a:pt x="7210" y="1106"/>
                  </a:lnTo>
                  <a:lnTo>
                    <a:pt x="6894" y="1502"/>
                  </a:lnTo>
                  <a:lnTo>
                    <a:pt x="6559" y="1995"/>
                  </a:lnTo>
                  <a:lnTo>
                    <a:pt x="5808" y="3121"/>
                  </a:lnTo>
                  <a:lnTo>
                    <a:pt x="5038" y="4346"/>
                  </a:lnTo>
                  <a:lnTo>
                    <a:pt x="4307" y="5511"/>
                  </a:lnTo>
                  <a:lnTo>
                    <a:pt x="3695" y="6519"/>
                  </a:lnTo>
                  <a:lnTo>
                    <a:pt x="3122" y="7486"/>
                  </a:lnTo>
                  <a:lnTo>
                    <a:pt x="2964" y="7802"/>
                  </a:lnTo>
                  <a:lnTo>
                    <a:pt x="2529" y="8672"/>
                  </a:lnTo>
                  <a:lnTo>
                    <a:pt x="1956" y="9916"/>
                  </a:lnTo>
                  <a:lnTo>
                    <a:pt x="1621" y="10627"/>
                  </a:lnTo>
                  <a:lnTo>
                    <a:pt x="1305" y="11378"/>
                  </a:lnTo>
                  <a:lnTo>
                    <a:pt x="989" y="12148"/>
                  </a:lnTo>
                  <a:lnTo>
                    <a:pt x="692" y="12918"/>
                  </a:lnTo>
                  <a:lnTo>
                    <a:pt x="435" y="13669"/>
                  </a:lnTo>
                  <a:lnTo>
                    <a:pt x="238" y="14360"/>
                  </a:lnTo>
                  <a:lnTo>
                    <a:pt x="159" y="14676"/>
                  </a:lnTo>
                  <a:lnTo>
                    <a:pt x="80" y="14992"/>
                  </a:lnTo>
                  <a:lnTo>
                    <a:pt x="40" y="15288"/>
                  </a:lnTo>
                  <a:lnTo>
                    <a:pt x="21" y="15545"/>
                  </a:lnTo>
                  <a:lnTo>
                    <a:pt x="1" y="15782"/>
                  </a:lnTo>
                  <a:lnTo>
                    <a:pt x="21" y="16000"/>
                  </a:lnTo>
                  <a:lnTo>
                    <a:pt x="80" y="16177"/>
                  </a:lnTo>
                  <a:lnTo>
                    <a:pt x="139" y="16316"/>
                  </a:lnTo>
                  <a:lnTo>
                    <a:pt x="277" y="16474"/>
                  </a:lnTo>
                  <a:lnTo>
                    <a:pt x="495" y="16671"/>
                  </a:lnTo>
                  <a:lnTo>
                    <a:pt x="791" y="16928"/>
                  </a:lnTo>
                  <a:lnTo>
                    <a:pt x="1186" y="17224"/>
                  </a:lnTo>
                  <a:lnTo>
                    <a:pt x="2154" y="17935"/>
                  </a:lnTo>
                  <a:lnTo>
                    <a:pt x="3398" y="18785"/>
                  </a:lnTo>
                  <a:lnTo>
                    <a:pt x="4820" y="19733"/>
                  </a:lnTo>
                  <a:lnTo>
                    <a:pt x="6401" y="20760"/>
                  </a:lnTo>
                  <a:lnTo>
                    <a:pt x="9837" y="22952"/>
                  </a:lnTo>
                  <a:lnTo>
                    <a:pt x="13314" y="25125"/>
                  </a:lnTo>
                  <a:lnTo>
                    <a:pt x="16494" y="27080"/>
                  </a:lnTo>
                  <a:lnTo>
                    <a:pt x="20385" y="29490"/>
                  </a:lnTo>
                  <a:lnTo>
                    <a:pt x="21175" y="29984"/>
                  </a:lnTo>
                  <a:lnTo>
                    <a:pt x="22024" y="30537"/>
                  </a:lnTo>
                  <a:lnTo>
                    <a:pt x="22894" y="31070"/>
                  </a:lnTo>
                  <a:lnTo>
                    <a:pt x="23328" y="31327"/>
                  </a:lnTo>
                  <a:lnTo>
                    <a:pt x="23743" y="31564"/>
                  </a:lnTo>
                  <a:lnTo>
                    <a:pt x="24177" y="31762"/>
                  </a:lnTo>
                  <a:lnTo>
                    <a:pt x="24592" y="31939"/>
                  </a:lnTo>
                  <a:lnTo>
                    <a:pt x="25007" y="32098"/>
                  </a:lnTo>
                  <a:lnTo>
                    <a:pt x="25402" y="32196"/>
                  </a:lnTo>
                  <a:lnTo>
                    <a:pt x="25777" y="32256"/>
                  </a:lnTo>
                  <a:lnTo>
                    <a:pt x="25955" y="32275"/>
                  </a:lnTo>
                  <a:lnTo>
                    <a:pt x="26133" y="32275"/>
                  </a:lnTo>
                  <a:lnTo>
                    <a:pt x="26311" y="32256"/>
                  </a:lnTo>
                  <a:lnTo>
                    <a:pt x="26469" y="32216"/>
                  </a:lnTo>
                  <a:lnTo>
                    <a:pt x="26627" y="32177"/>
                  </a:lnTo>
                  <a:lnTo>
                    <a:pt x="26785" y="32117"/>
                  </a:lnTo>
                  <a:lnTo>
                    <a:pt x="26943" y="32019"/>
                  </a:lnTo>
                  <a:lnTo>
                    <a:pt x="27081" y="31939"/>
                  </a:lnTo>
                  <a:lnTo>
                    <a:pt x="27397" y="31702"/>
                  </a:lnTo>
                  <a:lnTo>
                    <a:pt x="27713" y="31406"/>
                  </a:lnTo>
                  <a:lnTo>
                    <a:pt x="28029" y="31070"/>
                  </a:lnTo>
                  <a:lnTo>
                    <a:pt x="28345" y="30715"/>
                  </a:lnTo>
                  <a:lnTo>
                    <a:pt x="28641" y="30320"/>
                  </a:lnTo>
                  <a:lnTo>
                    <a:pt x="28938" y="29925"/>
                  </a:lnTo>
                  <a:lnTo>
                    <a:pt x="29214" y="29530"/>
                  </a:lnTo>
                  <a:lnTo>
                    <a:pt x="29708" y="28779"/>
                  </a:lnTo>
                  <a:lnTo>
                    <a:pt x="30103" y="28127"/>
                  </a:lnTo>
                  <a:lnTo>
                    <a:pt x="30459" y="27515"/>
                  </a:lnTo>
                  <a:lnTo>
                    <a:pt x="32750" y="29194"/>
                  </a:lnTo>
                  <a:lnTo>
                    <a:pt x="34468" y="30438"/>
                  </a:lnTo>
                  <a:lnTo>
                    <a:pt x="35535" y="31189"/>
                  </a:lnTo>
                  <a:lnTo>
                    <a:pt x="35792" y="31367"/>
                  </a:lnTo>
                  <a:lnTo>
                    <a:pt x="36127" y="31525"/>
                  </a:lnTo>
                  <a:lnTo>
                    <a:pt x="36285" y="31604"/>
                  </a:lnTo>
                  <a:lnTo>
                    <a:pt x="36483" y="31663"/>
                  </a:lnTo>
                  <a:lnTo>
                    <a:pt x="36680" y="31702"/>
                  </a:lnTo>
                  <a:lnTo>
                    <a:pt x="36878" y="31742"/>
                  </a:lnTo>
                  <a:lnTo>
                    <a:pt x="37075" y="31762"/>
                  </a:lnTo>
                  <a:lnTo>
                    <a:pt x="37510" y="31762"/>
                  </a:lnTo>
                  <a:lnTo>
                    <a:pt x="37727" y="31702"/>
                  </a:lnTo>
                  <a:lnTo>
                    <a:pt x="37945" y="31643"/>
                  </a:lnTo>
                  <a:lnTo>
                    <a:pt x="38162" y="31544"/>
                  </a:lnTo>
                  <a:lnTo>
                    <a:pt x="38379" y="31426"/>
                  </a:lnTo>
                  <a:lnTo>
                    <a:pt x="38596" y="31268"/>
                  </a:lnTo>
                  <a:lnTo>
                    <a:pt x="38794" y="31090"/>
                  </a:lnTo>
                  <a:lnTo>
                    <a:pt x="38972" y="30893"/>
                  </a:lnTo>
                  <a:lnTo>
                    <a:pt x="39130" y="30675"/>
                  </a:lnTo>
                  <a:lnTo>
                    <a:pt x="39248" y="30438"/>
                  </a:lnTo>
                  <a:lnTo>
                    <a:pt x="39367" y="30201"/>
                  </a:lnTo>
                  <a:lnTo>
                    <a:pt x="39465" y="29964"/>
                  </a:lnTo>
                  <a:lnTo>
                    <a:pt x="39525" y="29708"/>
                  </a:lnTo>
                  <a:lnTo>
                    <a:pt x="39584" y="29470"/>
                  </a:lnTo>
                  <a:lnTo>
                    <a:pt x="39623" y="29214"/>
                  </a:lnTo>
                  <a:lnTo>
                    <a:pt x="39643" y="28977"/>
                  </a:lnTo>
                  <a:lnTo>
                    <a:pt x="39643" y="28759"/>
                  </a:lnTo>
                  <a:lnTo>
                    <a:pt x="39623" y="28542"/>
                  </a:lnTo>
                  <a:lnTo>
                    <a:pt x="39604" y="28345"/>
                  </a:lnTo>
                  <a:lnTo>
                    <a:pt x="39564" y="28167"/>
                  </a:lnTo>
                  <a:lnTo>
                    <a:pt x="39525" y="28009"/>
                  </a:lnTo>
                  <a:lnTo>
                    <a:pt x="39446" y="27871"/>
                  </a:lnTo>
                  <a:lnTo>
                    <a:pt x="39406" y="27811"/>
                  </a:lnTo>
                  <a:lnTo>
                    <a:pt x="39327" y="27713"/>
                  </a:lnTo>
                  <a:lnTo>
                    <a:pt x="39070" y="27515"/>
                  </a:lnTo>
                  <a:lnTo>
                    <a:pt x="38735" y="27258"/>
                  </a:lnTo>
                  <a:lnTo>
                    <a:pt x="38300" y="26942"/>
                  </a:lnTo>
                  <a:lnTo>
                    <a:pt x="37273" y="26271"/>
                  </a:lnTo>
                  <a:lnTo>
                    <a:pt x="36127" y="25560"/>
                  </a:lnTo>
                  <a:lnTo>
                    <a:pt x="35002" y="24868"/>
                  </a:lnTo>
                  <a:lnTo>
                    <a:pt x="34034" y="24276"/>
                  </a:lnTo>
                  <a:lnTo>
                    <a:pt x="33086" y="23723"/>
                  </a:lnTo>
                  <a:lnTo>
                    <a:pt x="33441" y="23051"/>
                  </a:lnTo>
                  <a:lnTo>
                    <a:pt x="34231" y="21451"/>
                  </a:lnTo>
                  <a:lnTo>
                    <a:pt x="34685" y="20464"/>
                  </a:lnTo>
                  <a:lnTo>
                    <a:pt x="35120" y="19476"/>
                  </a:lnTo>
                  <a:lnTo>
                    <a:pt x="35515" y="18548"/>
                  </a:lnTo>
                  <a:lnTo>
                    <a:pt x="35673" y="18113"/>
                  </a:lnTo>
                  <a:lnTo>
                    <a:pt x="35811" y="17738"/>
                  </a:lnTo>
                  <a:lnTo>
                    <a:pt x="35890" y="17382"/>
                  </a:lnTo>
                  <a:lnTo>
                    <a:pt x="35930" y="17066"/>
                  </a:lnTo>
                  <a:lnTo>
                    <a:pt x="35930" y="16750"/>
                  </a:lnTo>
                  <a:lnTo>
                    <a:pt x="35890" y="16474"/>
                  </a:lnTo>
                  <a:lnTo>
                    <a:pt x="35831" y="16217"/>
                  </a:lnTo>
                  <a:lnTo>
                    <a:pt x="35732" y="15960"/>
                  </a:lnTo>
                  <a:lnTo>
                    <a:pt x="35594" y="15723"/>
                  </a:lnTo>
                  <a:lnTo>
                    <a:pt x="35456" y="15506"/>
                  </a:lnTo>
                  <a:lnTo>
                    <a:pt x="35278" y="15308"/>
                  </a:lnTo>
                  <a:lnTo>
                    <a:pt x="35081" y="15111"/>
                  </a:lnTo>
                  <a:lnTo>
                    <a:pt x="34883" y="14933"/>
                  </a:lnTo>
                  <a:lnTo>
                    <a:pt x="34666" y="14755"/>
                  </a:lnTo>
                  <a:lnTo>
                    <a:pt x="34231" y="14439"/>
                  </a:lnTo>
                  <a:lnTo>
                    <a:pt x="33797" y="14143"/>
                  </a:lnTo>
                  <a:lnTo>
                    <a:pt x="32592" y="13373"/>
                  </a:lnTo>
                  <a:lnTo>
                    <a:pt x="30103" y="11812"/>
                  </a:lnTo>
                  <a:lnTo>
                    <a:pt x="26745" y="9758"/>
                  </a:lnTo>
                  <a:lnTo>
                    <a:pt x="22953" y="7427"/>
                  </a:lnTo>
                  <a:lnTo>
                    <a:pt x="19141" y="5096"/>
                  </a:lnTo>
                  <a:lnTo>
                    <a:pt x="15704" y="3042"/>
                  </a:lnTo>
                  <a:lnTo>
                    <a:pt x="13077" y="1482"/>
                  </a:lnTo>
                  <a:lnTo>
                    <a:pt x="12188" y="988"/>
                  </a:lnTo>
                  <a:lnTo>
                    <a:pt x="11655" y="711"/>
                  </a:lnTo>
                  <a:lnTo>
                    <a:pt x="11003" y="435"/>
                  </a:lnTo>
                  <a:lnTo>
                    <a:pt x="10430" y="218"/>
                  </a:lnTo>
                  <a:lnTo>
                    <a:pt x="10153" y="139"/>
                  </a:lnTo>
                  <a:lnTo>
                    <a:pt x="9897" y="79"/>
                  </a:lnTo>
                  <a:lnTo>
                    <a:pt x="9640" y="20"/>
                  </a:lnTo>
                  <a:lnTo>
                    <a:pt x="9403" y="0"/>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5"/>
            <p:cNvSpPr/>
            <p:nvPr/>
          </p:nvSpPr>
          <p:spPr>
            <a:xfrm>
              <a:off x="-1246975" y="3112925"/>
              <a:ext cx="4975" cy="3475"/>
            </a:xfrm>
            <a:custGeom>
              <a:rect b="b" l="l" r="r" t="t"/>
              <a:pathLst>
                <a:path extrusionOk="0" h="139" w="199">
                  <a:moveTo>
                    <a:pt x="198" y="0"/>
                  </a:moveTo>
                  <a:lnTo>
                    <a:pt x="1" y="139"/>
                  </a:lnTo>
                  <a:lnTo>
                    <a:pt x="1" y="139"/>
                  </a:lnTo>
                  <a:lnTo>
                    <a:pt x="80" y="99"/>
                  </a:lnTo>
                  <a:lnTo>
                    <a:pt x="198"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5"/>
            <p:cNvSpPr/>
            <p:nvPr/>
          </p:nvSpPr>
          <p:spPr>
            <a:xfrm>
              <a:off x="-1235125" y="3112925"/>
              <a:ext cx="525" cy="25"/>
            </a:xfrm>
            <a:custGeom>
              <a:rect b="b" l="l" r="r" t="t"/>
              <a:pathLst>
                <a:path extrusionOk="0" h="1" w="21">
                  <a:moveTo>
                    <a:pt x="1" y="0"/>
                  </a:moveTo>
                  <a:lnTo>
                    <a:pt x="1" y="0"/>
                  </a:lnTo>
                  <a:lnTo>
                    <a:pt x="21" y="0"/>
                  </a:lnTo>
                  <a:lnTo>
                    <a:pt x="21" y="0"/>
                  </a:lnTo>
                  <a:lnTo>
                    <a:pt x="1" y="0"/>
                  </a:lnTo>
                  <a:lnTo>
                    <a:pt x="1"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3" name="Google Shape;3863;p15"/>
            <p:cNvSpPr/>
            <p:nvPr/>
          </p:nvSpPr>
          <p:spPr>
            <a:xfrm>
              <a:off x="-905750" y="3252175"/>
              <a:ext cx="3975" cy="1025"/>
            </a:xfrm>
            <a:custGeom>
              <a:rect b="b" l="l" r="r" t="t"/>
              <a:pathLst>
                <a:path extrusionOk="0" h="41" w="159">
                  <a:moveTo>
                    <a:pt x="1" y="1"/>
                  </a:moveTo>
                  <a:lnTo>
                    <a:pt x="99" y="40"/>
                  </a:lnTo>
                  <a:lnTo>
                    <a:pt x="159" y="40"/>
                  </a:lnTo>
                  <a:lnTo>
                    <a:pt x="60" y="20"/>
                  </a:lnTo>
                  <a:lnTo>
                    <a:pt x="1"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4" name="Google Shape;3864;p15"/>
            <p:cNvSpPr/>
            <p:nvPr/>
          </p:nvSpPr>
          <p:spPr>
            <a:xfrm>
              <a:off x="-582300" y="3332175"/>
              <a:ext cx="1000" cy="525"/>
            </a:xfrm>
            <a:custGeom>
              <a:rect b="b" l="l" r="r" t="t"/>
              <a:pathLst>
                <a:path extrusionOk="0" h="21" w="40">
                  <a:moveTo>
                    <a:pt x="0" y="0"/>
                  </a:moveTo>
                  <a:lnTo>
                    <a:pt x="20" y="2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5"/>
            <p:cNvSpPr/>
            <p:nvPr/>
          </p:nvSpPr>
          <p:spPr>
            <a:xfrm>
              <a:off x="-1286950" y="3160825"/>
              <a:ext cx="2000" cy="2500"/>
            </a:xfrm>
            <a:custGeom>
              <a:rect b="b" l="l" r="r" t="t"/>
              <a:pathLst>
                <a:path extrusionOk="0" h="100" w="80">
                  <a:moveTo>
                    <a:pt x="59" y="0"/>
                  </a:moveTo>
                  <a:lnTo>
                    <a:pt x="20" y="20"/>
                  </a:lnTo>
                  <a:lnTo>
                    <a:pt x="0" y="99"/>
                  </a:lnTo>
                  <a:lnTo>
                    <a:pt x="0" y="99"/>
                  </a:lnTo>
                  <a:lnTo>
                    <a:pt x="79" y="20"/>
                  </a:lnTo>
                  <a:lnTo>
                    <a:pt x="59"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6" name="Google Shape;3866;p15"/>
            <p:cNvSpPr/>
            <p:nvPr/>
          </p:nvSpPr>
          <p:spPr>
            <a:xfrm>
              <a:off x="-968950" y="3215150"/>
              <a:ext cx="1000" cy="500"/>
            </a:xfrm>
            <a:custGeom>
              <a:rect b="b" l="l" r="r" t="t"/>
              <a:pathLst>
                <a:path extrusionOk="0" h="20" w="40">
                  <a:moveTo>
                    <a:pt x="40" y="0"/>
                  </a:moveTo>
                  <a:lnTo>
                    <a:pt x="40" y="0"/>
                  </a:lnTo>
                  <a:lnTo>
                    <a:pt x="0" y="20"/>
                  </a:lnTo>
                  <a:lnTo>
                    <a:pt x="0" y="20"/>
                  </a:lnTo>
                  <a:lnTo>
                    <a:pt x="40" y="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7" name="Google Shape;3867;p15"/>
            <p:cNvSpPr/>
            <p:nvPr/>
          </p:nvSpPr>
          <p:spPr>
            <a:xfrm>
              <a:off x="-1299300" y="3366250"/>
              <a:ext cx="1500" cy="2000"/>
            </a:xfrm>
            <a:custGeom>
              <a:rect b="b" l="l" r="r" t="t"/>
              <a:pathLst>
                <a:path extrusionOk="0" h="80" w="60">
                  <a:moveTo>
                    <a:pt x="59" y="79"/>
                  </a:moveTo>
                  <a:lnTo>
                    <a:pt x="59" y="79"/>
                  </a:lnTo>
                  <a:lnTo>
                    <a:pt x="0" y="0"/>
                  </a:lnTo>
                  <a:lnTo>
                    <a:pt x="0" y="0"/>
                  </a:lnTo>
                  <a:lnTo>
                    <a:pt x="59" y="79"/>
                  </a:lnTo>
                  <a:lnTo>
                    <a:pt x="59" y="79"/>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8" name="Google Shape;3868;p15"/>
            <p:cNvSpPr/>
            <p:nvPr/>
          </p:nvSpPr>
          <p:spPr>
            <a:xfrm>
              <a:off x="-621825" y="3419575"/>
              <a:ext cx="1525" cy="525"/>
            </a:xfrm>
            <a:custGeom>
              <a:rect b="b" l="l" r="r" t="t"/>
              <a:pathLst>
                <a:path extrusionOk="0" h="21" w="61">
                  <a:moveTo>
                    <a:pt x="60" y="0"/>
                  </a:moveTo>
                  <a:lnTo>
                    <a:pt x="60" y="0"/>
                  </a:lnTo>
                  <a:lnTo>
                    <a:pt x="1" y="20"/>
                  </a:lnTo>
                  <a:lnTo>
                    <a:pt x="1" y="20"/>
                  </a:lnTo>
                  <a:lnTo>
                    <a:pt x="60" y="0"/>
                  </a:lnTo>
                  <a:lnTo>
                    <a:pt x="6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9" name="Google Shape;3869;p15"/>
            <p:cNvSpPr/>
            <p:nvPr/>
          </p:nvSpPr>
          <p:spPr>
            <a:xfrm>
              <a:off x="-1302275" y="3165750"/>
              <a:ext cx="25" cy="525"/>
            </a:xfrm>
            <a:custGeom>
              <a:rect b="b" l="l" r="r" t="t"/>
              <a:pathLst>
                <a:path extrusionOk="0" h="21" w="1">
                  <a:moveTo>
                    <a:pt x="1" y="21"/>
                  </a:moveTo>
                  <a:lnTo>
                    <a:pt x="1" y="21"/>
                  </a:lnTo>
                  <a:lnTo>
                    <a:pt x="1" y="1"/>
                  </a:lnTo>
                  <a:lnTo>
                    <a:pt x="1" y="1"/>
                  </a:lnTo>
                  <a:lnTo>
                    <a:pt x="1" y="21"/>
                  </a:lnTo>
                  <a:lnTo>
                    <a:pt x="1" y="2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0" name="Google Shape;3870;p15"/>
            <p:cNvSpPr/>
            <p:nvPr/>
          </p:nvSpPr>
          <p:spPr>
            <a:xfrm>
              <a:off x="-1336825" y="3072925"/>
              <a:ext cx="793050" cy="646900"/>
            </a:xfrm>
            <a:custGeom>
              <a:rect b="b" l="l" r="r" t="t"/>
              <a:pathLst>
                <a:path extrusionOk="0" h="25876" w="31722">
                  <a:moveTo>
                    <a:pt x="3773" y="889"/>
                  </a:moveTo>
                  <a:lnTo>
                    <a:pt x="3733" y="909"/>
                  </a:lnTo>
                  <a:lnTo>
                    <a:pt x="3773" y="892"/>
                  </a:lnTo>
                  <a:lnTo>
                    <a:pt x="3773" y="892"/>
                  </a:lnTo>
                  <a:lnTo>
                    <a:pt x="3773" y="889"/>
                  </a:lnTo>
                  <a:close/>
                  <a:moveTo>
                    <a:pt x="13115" y="3971"/>
                  </a:moveTo>
                  <a:lnTo>
                    <a:pt x="13115" y="3971"/>
                  </a:lnTo>
                  <a:lnTo>
                    <a:pt x="13115" y="3971"/>
                  </a:lnTo>
                  <a:close/>
                  <a:moveTo>
                    <a:pt x="13115" y="3971"/>
                  </a:moveTo>
                  <a:lnTo>
                    <a:pt x="13135" y="3990"/>
                  </a:lnTo>
                  <a:lnTo>
                    <a:pt x="13135" y="3990"/>
                  </a:lnTo>
                  <a:lnTo>
                    <a:pt x="13115" y="3971"/>
                  </a:lnTo>
                  <a:close/>
                  <a:moveTo>
                    <a:pt x="0" y="7566"/>
                  </a:moveTo>
                  <a:lnTo>
                    <a:pt x="20" y="7803"/>
                  </a:lnTo>
                  <a:lnTo>
                    <a:pt x="79" y="7980"/>
                  </a:lnTo>
                  <a:lnTo>
                    <a:pt x="158" y="8119"/>
                  </a:lnTo>
                  <a:lnTo>
                    <a:pt x="237" y="8217"/>
                  </a:lnTo>
                  <a:lnTo>
                    <a:pt x="395" y="8375"/>
                  </a:lnTo>
                  <a:lnTo>
                    <a:pt x="564" y="8525"/>
                  </a:lnTo>
                  <a:lnTo>
                    <a:pt x="564" y="8525"/>
                  </a:lnTo>
                  <a:lnTo>
                    <a:pt x="553" y="8494"/>
                  </a:lnTo>
                  <a:lnTo>
                    <a:pt x="454" y="8237"/>
                  </a:lnTo>
                  <a:lnTo>
                    <a:pt x="494" y="8237"/>
                  </a:lnTo>
                  <a:lnTo>
                    <a:pt x="296" y="8079"/>
                  </a:lnTo>
                  <a:lnTo>
                    <a:pt x="316" y="8277"/>
                  </a:lnTo>
                  <a:lnTo>
                    <a:pt x="217" y="8138"/>
                  </a:lnTo>
                  <a:lnTo>
                    <a:pt x="119" y="7941"/>
                  </a:lnTo>
                  <a:lnTo>
                    <a:pt x="20" y="7724"/>
                  </a:lnTo>
                  <a:lnTo>
                    <a:pt x="0" y="7566"/>
                  </a:lnTo>
                  <a:close/>
                  <a:moveTo>
                    <a:pt x="564" y="8525"/>
                  </a:moveTo>
                  <a:lnTo>
                    <a:pt x="576" y="8562"/>
                  </a:lnTo>
                  <a:lnTo>
                    <a:pt x="573" y="8533"/>
                  </a:lnTo>
                  <a:lnTo>
                    <a:pt x="564" y="8525"/>
                  </a:lnTo>
                  <a:close/>
                  <a:moveTo>
                    <a:pt x="4800" y="13432"/>
                  </a:moveTo>
                  <a:lnTo>
                    <a:pt x="4820" y="13452"/>
                  </a:lnTo>
                  <a:lnTo>
                    <a:pt x="4820" y="13447"/>
                  </a:lnTo>
                  <a:lnTo>
                    <a:pt x="4800" y="13432"/>
                  </a:lnTo>
                  <a:close/>
                  <a:moveTo>
                    <a:pt x="29253" y="16000"/>
                  </a:moveTo>
                  <a:lnTo>
                    <a:pt x="29253" y="16059"/>
                  </a:lnTo>
                  <a:lnTo>
                    <a:pt x="29257" y="16077"/>
                  </a:lnTo>
                  <a:lnTo>
                    <a:pt x="29257" y="16077"/>
                  </a:lnTo>
                  <a:lnTo>
                    <a:pt x="29253" y="16000"/>
                  </a:lnTo>
                  <a:close/>
                  <a:moveTo>
                    <a:pt x="9501" y="988"/>
                  </a:moveTo>
                  <a:lnTo>
                    <a:pt x="9481" y="1028"/>
                  </a:lnTo>
                  <a:lnTo>
                    <a:pt x="9422" y="1067"/>
                  </a:lnTo>
                  <a:lnTo>
                    <a:pt x="9303" y="1087"/>
                  </a:lnTo>
                  <a:lnTo>
                    <a:pt x="9481" y="1126"/>
                  </a:lnTo>
                  <a:lnTo>
                    <a:pt x="9600" y="1186"/>
                  </a:lnTo>
                  <a:lnTo>
                    <a:pt x="9639" y="1205"/>
                  </a:lnTo>
                  <a:lnTo>
                    <a:pt x="9659" y="1245"/>
                  </a:lnTo>
                  <a:lnTo>
                    <a:pt x="9442" y="1265"/>
                  </a:lnTo>
                  <a:lnTo>
                    <a:pt x="9343" y="1284"/>
                  </a:lnTo>
                  <a:lnTo>
                    <a:pt x="9244" y="1324"/>
                  </a:lnTo>
                  <a:lnTo>
                    <a:pt x="9442" y="1383"/>
                  </a:lnTo>
                  <a:lnTo>
                    <a:pt x="9442" y="1403"/>
                  </a:lnTo>
                  <a:lnTo>
                    <a:pt x="9442" y="1423"/>
                  </a:lnTo>
                  <a:lnTo>
                    <a:pt x="9422" y="1442"/>
                  </a:lnTo>
                  <a:lnTo>
                    <a:pt x="9402" y="1462"/>
                  </a:lnTo>
                  <a:lnTo>
                    <a:pt x="9422" y="1502"/>
                  </a:lnTo>
                  <a:lnTo>
                    <a:pt x="9461" y="1541"/>
                  </a:lnTo>
                  <a:lnTo>
                    <a:pt x="9461" y="1482"/>
                  </a:lnTo>
                  <a:lnTo>
                    <a:pt x="9521" y="1462"/>
                  </a:lnTo>
                  <a:lnTo>
                    <a:pt x="9679" y="1462"/>
                  </a:lnTo>
                  <a:lnTo>
                    <a:pt x="9876" y="1521"/>
                  </a:lnTo>
                  <a:lnTo>
                    <a:pt x="10093" y="1561"/>
                  </a:lnTo>
                  <a:lnTo>
                    <a:pt x="10074" y="1581"/>
                  </a:lnTo>
                  <a:lnTo>
                    <a:pt x="10054" y="1600"/>
                  </a:lnTo>
                  <a:lnTo>
                    <a:pt x="9995" y="1600"/>
                  </a:lnTo>
                  <a:lnTo>
                    <a:pt x="9916" y="1581"/>
                  </a:lnTo>
                  <a:lnTo>
                    <a:pt x="9837" y="1581"/>
                  </a:lnTo>
                  <a:lnTo>
                    <a:pt x="9975" y="1719"/>
                  </a:lnTo>
                  <a:lnTo>
                    <a:pt x="10093" y="1798"/>
                  </a:lnTo>
                  <a:lnTo>
                    <a:pt x="10232" y="1837"/>
                  </a:lnTo>
                  <a:lnTo>
                    <a:pt x="10350" y="1857"/>
                  </a:lnTo>
                  <a:lnTo>
                    <a:pt x="10508" y="1877"/>
                  </a:lnTo>
                  <a:lnTo>
                    <a:pt x="10666" y="1897"/>
                  </a:lnTo>
                  <a:lnTo>
                    <a:pt x="10844" y="1936"/>
                  </a:lnTo>
                  <a:lnTo>
                    <a:pt x="11022" y="2035"/>
                  </a:lnTo>
                  <a:lnTo>
                    <a:pt x="10883" y="2035"/>
                  </a:lnTo>
                  <a:lnTo>
                    <a:pt x="10982" y="2055"/>
                  </a:lnTo>
                  <a:lnTo>
                    <a:pt x="11061" y="2114"/>
                  </a:lnTo>
                  <a:lnTo>
                    <a:pt x="11199" y="2213"/>
                  </a:lnTo>
                  <a:lnTo>
                    <a:pt x="11318" y="2312"/>
                  </a:lnTo>
                  <a:lnTo>
                    <a:pt x="11377" y="2331"/>
                  </a:lnTo>
                  <a:lnTo>
                    <a:pt x="11456" y="2331"/>
                  </a:lnTo>
                  <a:lnTo>
                    <a:pt x="11496" y="2391"/>
                  </a:lnTo>
                  <a:lnTo>
                    <a:pt x="11535" y="2450"/>
                  </a:lnTo>
                  <a:lnTo>
                    <a:pt x="11535" y="2529"/>
                  </a:lnTo>
                  <a:lnTo>
                    <a:pt x="11535" y="2588"/>
                  </a:lnTo>
                  <a:lnTo>
                    <a:pt x="11555" y="2628"/>
                  </a:lnTo>
                  <a:lnTo>
                    <a:pt x="11614" y="2687"/>
                  </a:lnTo>
                  <a:lnTo>
                    <a:pt x="11713" y="2766"/>
                  </a:lnTo>
                  <a:lnTo>
                    <a:pt x="11713" y="2726"/>
                  </a:lnTo>
                  <a:lnTo>
                    <a:pt x="11733" y="2707"/>
                  </a:lnTo>
                  <a:lnTo>
                    <a:pt x="11772" y="2707"/>
                  </a:lnTo>
                  <a:lnTo>
                    <a:pt x="11832" y="2746"/>
                  </a:lnTo>
                  <a:lnTo>
                    <a:pt x="11911" y="2805"/>
                  </a:lnTo>
                  <a:lnTo>
                    <a:pt x="11990" y="2865"/>
                  </a:lnTo>
                  <a:lnTo>
                    <a:pt x="12069" y="2904"/>
                  </a:lnTo>
                  <a:lnTo>
                    <a:pt x="12148" y="2924"/>
                  </a:lnTo>
                  <a:lnTo>
                    <a:pt x="12167" y="2924"/>
                  </a:lnTo>
                  <a:lnTo>
                    <a:pt x="12207" y="2904"/>
                  </a:lnTo>
                  <a:lnTo>
                    <a:pt x="12365" y="3200"/>
                  </a:lnTo>
                  <a:lnTo>
                    <a:pt x="12444" y="3200"/>
                  </a:lnTo>
                  <a:lnTo>
                    <a:pt x="12523" y="3181"/>
                  </a:lnTo>
                  <a:lnTo>
                    <a:pt x="12622" y="3102"/>
                  </a:lnTo>
                  <a:lnTo>
                    <a:pt x="12661" y="3062"/>
                  </a:lnTo>
                  <a:lnTo>
                    <a:pt x="12740" y="3062"/>
                  </a:lnTo>
                  <a:lnTo>
                    <a:pt x="12839" y="3102"/>
                  </a:lnTo>
                  <a:lnTo>
                    <a:pt x="12977" y="3220"/>
                  </a:lnTo>
                  <a:lnTo>
                    <a:pt x="13056" y="3339"/>
                  </a:lnTo>
                  <a:lnTo>
                    <a:pt x="13076" y="3398"/>
                  </a:lnTo>
                  <a:lnTo>
                    <a:pt x="13076" y="3437"/>
                  </a:lnTo>
                  <a:lnTo>
                    <a:pt x="13056" y="3457"/>
                  </a:lnTo>
                  <a:lnTo>
                    <a:pt x="13036" y="3497"/>
                  </a:lnTo>
                  <a:lnTo>
                    <a:pt x="12977" y="3516"/>
                  </a:lnTo>
                  <a:lnTo>
                    <a:pt x="12898" y="3556"/>
                  </a:lnTo>
                  <a:lnTo>
                    <a:pt x="12839" y="3595"/>
                  </a:lnTo>
                  <a:lnTo>
                    <a:pt x="12819" y="3615"/>
                  </a:lnTo>
                  <a:lnTo>
                    <a:pt x="12819" y="3655"/>
                  </a:lnTo>
                  <a:lnTo>
                    <a:pt x="12819" y="3694"/>
                  </a:lnTo>
                  <a:lnTo>
                    <a:pt x="12839" y="3734"/>
                  </a:lnTo>
                  <a:lnTo>
                    <a:pt x="13017" y="3753"/>
                  </a:lnTo>
                  <a:lnTo>
                    <a:pt x="13135" y="3990"/>
                  </a:lnTo>
                  <a:lnTo>
                    <a:pt x="13214" y="4069"/>
                  </a:lnTo>
                  <a:lnTo>
                    <a:pt x="13333" y="4168"/>
                  </a:lnTo>
                  <a:lnTo>
                    <a:pt x="13412" y="4287"/>
                  </a:lnTo>
                  <a:lnTo>
                    <a:pt x="13412" y="4326"/>
                  </a:lnTo>
                  <a:lnTo>
                    <a:pt x="13412" y="4346"/>
                  </a:lnTo>
                  <a:lnTo>
                    <a:pt x="13352" y="4346"/>
                  </a:lnTo>
                  <a:lnTo>
                    <a:pt x="13293" y="4306"/>
                  </a:lnTo>
                  <a:lnTo>
                    <a:pt x="13214" y="4267"/>
                  </a:lnTo>
                  <a:lnTo>
                    <a:pt x="13175" y="4247"/>
                  </a:lnTo>
                  <a:lnTo>
                    <a:pt x="13214" y="4287"/>
                  </a:lnTo>
                  <a:lnTo>
                    <a:pt x="13273" y="4326"/>
                  </a:lnTo>
                  <a:lnTo>
                    <a:pt x="13392" y="4464"/>
                  </a:lnTo>
                  <a:lnTo>
                    <a:pt x="13668" y="4820"/>
                  </a:lnTo>
                  <a:lnTo>
                    <a:pt x="13826" y="4978"/>
                  </a:lnTo>
                  <a:lnTo>
                    <a:pt x="14004" y="5136"/>
                  </a:lnTo>
                  <a:lnTo>
                    <a:pt x="14103" y="5195"/>
                  </a:lnTo>
                  <a:lnTo>
                    <a:pt x="14202" y="5235"/>
                  </a:lnTo>
                  <a:lnTo>
                    <a:pt x="14281" y="5255"/>
                  </a:lnTo>
                  <a:lnTo>
                    <a:pt x="14380" y="5255"/>
                  </a:lnTo>
                  <a:lnTo>
                    <a:pt x="14518" y="5373"/>
                  </a:lnTo>
                  <a:lnTo>
                    <a:pt x="14656" y="5511"/>
                  </a:lnTo>
                  <a:lnTo>
                    <a:pt x="14755" y="5610"/>
                  </a:lnTo>
                  <a:lnTo>
                    <a:pt x="14775" y="5650"/>
                  </a:lnTo>
                  <a:lnTo>
                    <a:pt x="14755" y="5689"/>
                  </a:lnTo>
                  <a:lnTo>
                    <a:pt x="14854" y="5689"/>
                  </a:lnTo>
                  <a:lnTo>
                    <a:pt x="14972" y="5748"/>
                  </a:lnTo>
                  <a:lnTo>
                    <a:pt x="15249" y="5887"/>
                  </a:lnTo>
                  <a:lnTo>
                    <a:pt x="15505" y="6045"/>
                  </a:lnTo>
                  <a:lnTo>
                    <a:pt x="15624" y="6104"/>
                  </a:lnTo>
                  <a:lnTo>
                    <a:pt x="15742" y="6124"/>
                  </a:lnTo>
                  <a:lnTo>
                    <a:pt x="15723" y="6143"/>
                  </a:lnTo>
                  <a:lnTo>
                    <a:pt x="15742" y="6183"/>
                  </a:lnTo>
                  <a:lnTo>
                    <a:pt x="15802" y="6242"/>
                  </a:lnTo>
                  <a:lnTo>
                    <a:pt x="15900" y="6321"/>
                  </a:lnTo>
                  <a:lnTo>
                    <a:pt x="16019" y="6361"/>
                  </a:lnTo>
                  <a:lnTo>
                    <a:pt x="15960" y="6321"/>
                  </a:lnTo>
                  <a:lnTo>
                    <a:pt x="15940" y="6282"/>
                  </a:lnTo>
                  <a:lnTo>
                    <a:pt x="15940" y="6262"/>
                  </a:lnTo>
                  <a:lnTo>
                    <a:pt x="15960" y="6242"/>
                  </a:lnTo>
                  <a:lnTo>
                    <a:pt x="16039" y="6222"/>
                  </a:lnTo>
                  <a:lnTo>
                    <a:pt x="16157" y="6203"/>
                  </a:lnTo>
                  <a:lnTo>
                    <a:pt x="16216" y="6282"/>
                  </a:lnTo>
                  <a:lnTo>
                    <a:pt x="16315" y="6341"/>
                  </a:lnTo>
                  <a:lnTo>
                    <a:pt x="16513" y="6459"/>
                  </a:lnTo>
                  <a:lnTo>
                    <a:pt x="16612" y="6519"/>
                  </a:lnTo>
                  <a:lnTo>
                    <a:pt x="16691" y="6578"/>
                  </a:lnTo>
                  <a:lnTo>
                    <a:pt x="16750" y="6637"/>
                  </a:lnTo>
                  <a:lnTo>
                    <a:pt x="16750" y="6716"/>
                  </a:lnTo>
                  <a:lnTo>
                    <a:pt x="16849" y="6716"/>
                  </a:lnTo>
                  <a:lnTo>
                    <a:pt x="16908" y="6696"/>
                  </a:lnTo>
                  <a:lnTo>
                    <a:pt x="16967" y="6677"/>
                  </a:lnTo>
                  <a:lnTo>
                    <a:pt x="16987" y="6637"/>
                  </a:lnTo>
                  <a:lnTo>
                    <a:pt x="17046" y="6578"/>
                  </a:lnTo>
                  <a:lnTo>
                    <a:pt x="17105" y="6499"/>
                  </a:lnTo>
                  <a:lnTo>
                    <a:pt x="17165" y="6558"/>
                  </a:lnTo>
                  <a:lnTo>
                    <a:pt x="17224" y="6637"/>
                  </a:lnTo>
                  <a:lnTo>
                    <a:pt x="17382" y="6775"/>
                  </a:lnTo>
                  <a:lnTo>
                    <a:pt x="17441" y="6854"/>
                  </a:lnTo>
                  <a:lnTo>
                    <a:pt x="17500" y="6933"/>
                  </a:lnTo>
                  <a:lnTo>
                    <a:pt x="17500" y="6993"/>
                  </a:lnTo>
                  <a:lnTo>
                    <a:pt x="17481" y="7013"/>
                  </a:lnTo>
                  <a:lnTo>
                    <a:pt x="17461" y="7032"/>
                  </a:lnTo>
                  <a:lnTo>
                    <a:pt x="17362" y="6953"/>
                  </a:lnTo>
                  <a:lnTo>
                    <a:pt x="17244" y="6874"/>
                  </a:lnTo>
                  <a:lnTo>
                    <a:pt x="17184" y="6854"/>
                  </a:lnTo>
                  <a:lnTo>
                    <a:pt x="17125" y="6854"/>
                  </a:lnTo>
                  <a:lnTo>
                    <a:pt x="17105" y="6914"/>
                  </a:lnTo>
                  <a:lnTo>
                    <a:pt x="17184" y="6993"/>
                  </a:lnTo>
                  <a:lnTo>
                    <a:pt x="17244" y="6993"/>
                  </a:lnTo>
                  <a:lnTo>
                    <a:pt x="17303" y="6973"/>
                  </a:lnTo>
                  <a:lnTo>
                    <a:pt x="17342" y="6973"/>
                  </a:lnTo>
                  <a:lnTo>
                    <a:pt x="17402" y="7013"/>
                  </a:lnTo>
                  <a:lnTo>
                    <a:pt x="17402" y="7052"/>
                  </a:lnTo>
                  <a:lnTo>
                    <a:pt x="17421" y="7111"/>
                  </a:lnTo>
                  <a:lnTo>
                    <a:pt x="17421" y="7171"/>
                  </a:lnTo>
                  <a:lnTo>
                    <a:pt x="17421" y="7210"/>
                  </a:lnTo>
                  <a:lnTo>
                    <a:pt x="17402" y="7210"/>
                  </a:lnTo>
                  <a:lnTo>
                    <a:pt x="17619" y="7348"/>
                  </a:lnTo>
                  <a:lnTo>
                    <a:pt x="17876" y="7566"/>
                  </a:lnTo>
                  <a:lnTo>
                    <a:pt x="17816" y="7467"/>
                  </a:lnTo>
                  <a:lnTo>
                    <a:pt x="17797" y="7427"/>
                  </a:lnTo>
                  <a:lnTo>
                    <a:pt x="17895" y="7427"/>
                  </a:lnTo>
                  <a:lnTo>
                    <a:pt x="18014" y="7447"/>
                  </a:lnTo>
                  <a:lnTo>
                    <a:pt x="18034" y="7447"/>
                  </a:lnTo>
                  <a:lnTo>
                    <a:pt x="18034" y="7427"/>
                  </a:lnTo>
                  <a:lnTo>
                    <a:pt x="18014" y="7388"/>
                  </a:lnTo>
                  <a:lnTo>
                    <a:pt x="17639" y="7309"/>
                  </a:lnTo>
                  <a:lnTo>
                    <a:pt x="17560" y="7250"/>
                  </a:lnTo>
                  <a:lnTo>
                    <a:pt x="17500" y="7210"/>
                  </a:lnTo>
                  <a:lnTo>
                    <a:pt x="17500" y="7171"/>
                  </a:lnTo>
                  <a:lnTo>
                    <a:pt x="17520" y="7151"/>
                  </a:lnTo>
                  <a:lnTo>
                    <a:pt x="17560" y="7111"/>
                  </a:lnTo>
                  <a:lnTo>
                    <a:pt x="17560" y="7092"/>
                  </a:lnTo>
                  <a:lnTo>
                    <a:pt x="17560" y="7052"/>
                  </a:lnTo>
                  <a:lnTo>
                    <a:pt x="17737" y="7151"/>
                  </a:lnTo>
                  <a:lnTo>
                    <a:pt x="17895" y="7210"/>
                  </a:lnTo>
                  <a:lnTo>
                    <a:pt x="18034" y="7250"/>
                  </a:lnTo>
                  <a:lnTo>
                    <a:pt x="18152" y="7269"/>
                  </a:lnTo>
                  <a:lnTo>
                    <a:pt x="18429" y="7329"/>
                  </a:lnTo>
                  <a:lnTo>
                    <a:pt x="18606" y="7368"/>
                  </a:lnTo>
                  <a:lnTo>
                    <a:pt x="18843" y="7467"/>
                  </a:lnTo>
                  <a:lnTo>
                    <a:pt x="19081" y="7645"/>
                  </a:lnTo>
                  <a:lnTo>
                    <a:pt x="19278" y="7783"/>
                  </a:lnTo>
                  <a:lnTo>
                    <a:pt x="19179" y="7743"/>
                  </a:lnTo>
                  <a:lnTo>
                    <a:pt x="19120" y="7743"/>
                  </a:lnTo>
                  <a:lnTo>
                    <a:pt x="19081" y="7763"/>
                  </a:lnTo>
                  <a:lnTo>
                    <a:pt x="19041" y="7803"/>
                  </a:lnTo>
                  <a:lnTo>
                    <a:pt x="19041" y="7842"/>
                  </a:lnTo>
                  <a:lnTo>
                    <a:pt x="19041" y="7882"/>
                  </a:lnTo>
                  <a:lnTo>
                    <a:pt x="19081" y="7921"/>
                  </a:lnTo>
                  <a:lnTo>
                    <a:pt x="19120" y="7961"/>
                  </a:lnTo>
                  <a:lnTo>
                    <a:pt x="19298" y="8000"/>
                  </a:lnTo>
                  <a:lnTo>
                    <a:pt x="19436" y="8040"/>
                  </a:lnTo>
                  <a:lnTo>
                    <a:pt x="19594" y="8099"/>
                  </a:lnTo>
                  <a:lnTo>
                    <a:pt x="19713" y="8178"/>
                  </a:lnTo>
                  <a:lnTo>
                    <a:pt x="19950" y="8336"/>
                  </a:lnTo>
                  <a:lnTo>
                    <a:pt x="20068" y="8415"/>
                  </a:lnTo>
                  <a:lnTo>
                    <a:pt x="20206" y="8474"/>
                  </a:lnTo>
                  <a:lnTo>
                    <a:pt x="20206" y="8474"/>
                  </a:lnTo>
                  <a:lnTo>
                    <a:pt x="20108" y="8415"/>
                  </a:lnTo>
                  <a:lnTo>
                    <a:pt x="20068" y="8375"/>
                  </a:lnTo>
                  <a:lnTo>
                    <a:pt x="20048" y="8356"/>
                  </a:lnTo>
                  <a:lnTo>
                    <a:pt x="20048" y="8316"/>
                  </a:lnTo>
                  <a:lnTo>
                    <a:pt x="20088" y="8296"/>
                  </a:lnTo>
                  <a:lnTo>
                    <a:pt x="20127" y="8277"/>
                  </a:lnTo>
                  <a:lnTo>
                    <a:pt x="20226" y="8257"/>
                  </a:lnTo>
                  <a:lnTo>
                    <a:pt x="20443" y="8277"/>
                  </a:lnTo>
                  <a:lnTo>
                    <a:pt x="20562" y="8296"/>
                  </a:lnTo>
                  <a:lnTo>
                    <a:pt x="20621" y="8316"/>
                  </a:lnTo>
                  <a:lnTo>
                    <a:pt x="20641" y="8356"/>
                  </a:lnTo>
                  <a:lnTo>
                    <a:pt x="20641" y="8435"/>
                  </a:lnTo>
                  <a:lnTo>
                    <a:pt x="20680" y="8474"/>
                  </a:lnTo>
                  <a:lnTo>
                    <a:pt x="20740" y="8533"/>
                  </a:lnTo>
                  <a:lnTo>
                    <a:pt x="21115" y="8612"/>
                  </a:lnTo>
                  <a:lnTo>
                    <a:pt x="21411" y="8691"/>
                  </a:lnTo>
                  <a:lnTo>
                    <a:pt x="21984" y="8869"/>
                  </a:lnTo>
                  <a:lnTo>
                    <a:pt x="22241" y="8948"/>
                  </a:lnTo>
                  <a:lnTo>
                    <a:pt x="22498" y="9007"/>
                  </a:lnTo>
                  <a:lnTo>
                    <a:pt x="22774" y="9047"/>
                  </a:lnTo>
                  <a:lnTo>
                    <a:pt x="23051" y="9067"/>
                  </a:lnTo>
                  <a:lnTo>
                    <a:pt x="23051" y="9067"/>
                  </a:lnTo>
                  <a:lnTo>
                    <a:pt x="22735" y="8830"/>
                  </a:lnTo>
                  <a:lnTo>
                    <a:pt x="22577" y="8968"/>
                  </a:lnTo>
                  <a:lnTo>
                    <a:pt x="22517" y="8909"/>
                  </a:lnTo>
                  <a:lnTo>
                    <a:pt x="22498" y="8849"/>
                  </a:lnTo>
                  <a:lnTo>
                    <a:pt x="22517" y="8770"/>
                  </a:lnTo>
                  <a:lnTo>
                    <a:pt x="22557" y="8731"/>
                  </a:lnTo>
                  <a:lnTo>
                    <a:pt x="22636" y="8672"/>
                  </a:lnTo>
                  <a:lnTo>
                    <a:pt x="22715" y="8612"/>
                  </a:lnTo>
                  <a:lnTo>
                    <a:pt x="22873" y="8553"/>
                  </a:lnTo>
                  <a:lnTo>
                    <a:pt x="22912" y="8573"/>
                  </a:lnTo>
                  <a:lnTo>
                    <a:pt x="22972" y="8593"/>
                  </a:lnTo>
                  <a:lnTo>
                    <a:pt x="23110" y="8632"/>
                  </a:lnTo>
                  <a:lnTo>
                    <a:pt x="23209" y="8691"/>
                  </a:lnTo>
                  <a:lnTo>
                    <a:pt x="23228" y="8711"/>
                  </a:lnTo>
                  <a:lnTo>
                    <a:pt x="23169" y="8731"/>
                  </a:lnTo>
                  <a:lnTo>
                    <a:pt x="23643" y="8731"/>
                  </a:lnTo>
                  <a:lnTo>
                    <a:pt x="23604" y="8711"/>
                  </a:lnTo>
                  <a:lnTo>
                    <a:pt x="23564" y="8691"/>
                  </a:lnTo>
                  <a:lnTo>
                    <a:pt x="23465" y="8652"/>
                  </a:lnTo>
                  <a:lnTo>
                    <a:pt x="23446" y="8632"/>
                  </a:lnTo>
                  <a:lnTo>
                    <a:pt x="23426" y="8612"/>
                  </a:lnTo>
                  <a:lnTo>
                    <a:pt x="23446" y="8612"/>
                  </a:lnTo>
                  <a:lnTo>
                    <a:pt x="23505" y="8593"/>
                  </a:lnTo>
                  <a:lnTo>
                    <a:pt x="23663" y="8652"/>
                  </a:lnTo>
                  <a:lnTo>
                    <a:pt x="23821" y="8731"/>
                  </a:lnTo>
                  <a:lnTo>
                    <a:pt x="23880" y="8770"/>
                  </a:lnTo>
                  <a:lnTo>
                    <a:pt x="23900" y="8790"/>
                  </a:lnTo>
                  <a:lnTo>
                    <a:pt x="23880" y="8810"/>
                  </a:lnTo>
                  <a:lnTo>
                    <a:pt x="23801" y="8830"/>
                  </a:lnTo>
                  <a:lnTo>
                    <a:pt x="23979" y="8869"/>
                  </a:lnTo>
                  <a:lnTo>
                    <a:pt x="24236" y="8869"/>
                  </a:lnTo>
                  <a:lnTo>
                    <a:pt x="24295" y="8849"/>
                  </a:lnTo>
                  <a:lnTo>
                    <a:pt x="24315" y="8830"/>
                  </a:lnTo>
                  <a:lnTo>
                    <a:pt x="24315" y="8790"/>
                  </a:lnTo>
                  <a:lnTo>
                    <a:pt x="24433" y="8810"/>
                  </a:lnTo>
                  <a:lnTo>
                    <a:pt x="24473" y="8849"/>
                  </a:lnTo>
                  <a:lnTo>
                    <a:pt x="24453" y="8869"/>
                  </a:lnTo>
                  <a:lnTo>
                    <a:pt x="24394" y="8909"/>
                  </a:lnTo>
                  <a:lnTo>
                    <a:pt x="24236" y="8968"/>
                  </a:lnTo>
                  <a:lnTo>
                    <a:pt x="24058" y="9007"/>
                  </a:lnTo>
                  <a:lnTo>
                    <a:pt x="24157" y="9047"/>
                  </a:lnTo>
                  <a:lnTo>
                    <a:pt x="24216" y="9067"/>
                  </a:lnTo>
                  <a:lnTo>
                    <a:pt x="24256" y="9106"/>
                  </a:lnTo>
                  <a:lnTo>
                    <a:pt x="24275" y="9146"/>
                  </a:lnTo>
                  <a:lnTo>
                    <a:pt x="24275" y="9185"/>
                  </a:lnTo>
                  <a:lnTo>
                    <a:pt x="24256" y="9205"/>
                  </a:lnTo>
                  <a:lnTo>
                    <a:pt x="24196" y="9244"/>
                  </a:lnTo>
                  <a:lnTo>
                    <a:pt x="24611" y="9304"/>
                  </a:lnTo>
                  <a:lnTo>
                    <a:pt x="24552" y="9323"/>
                  </a:lnTo>
                  <a:lnTo>
                    <a:pt x="24512" y="9363"/>
                  </a:lnTo>
                  <a:lnTo>
                    <a:pt x="24453" y="9403"/>
                  </a:lnTo>
                  <a:lnTo>
                    <a:pt x="24394" y="9422"/>
                  </a:lnTo>
                  <a:lnTo>
                    <a:pt x="24493" y="9462"/>
                  </a:lnTo>
                  <a:lnTo>
                    <a:pt x="24769" y="9462"/>
                  </a:lnTo>
                  <a:lnTo>
                    <a:pt x="24848" y="9482"/>
                  </a:lnTo>
                  <a:lnTo>
                    <a:pt x="24927" y="9482"/>
                  </a:lnTo>
                  <a:lnTo>
                    <a:pt x="24986" y="9521"/>
                  </a:lnTo>
                  <a:lnTo>
                    <a:pt x="25065" y="9580"/>
                  </a:lnTo>
                  <a:lnTo>
                    <a:pt x="25184" y="9462"/>
                  </a:lnTo>
                  <a:lnTo>
                    <a:pt x="25539" y="9620"/>
                  </a:lnTo>
                  <a:lnTo>
                    <a:pt x="25757" y="9719"/>
                  </a:lnTo>
                  <a:lnTo>
                    <a:pt x="26231" y="9936"/>
                  </a:lnTo>
                  <a:lnTo>
                    <a:pt x="26191" y="9817"/>
                  </a:lnTo>
                  <a:lnTo>
                    <a:pt x="26330" y="9817"/>
                  </a:lnTo>
                  <a:lnTo>
                    <a:pt x="26409" y="9857"/>
                  </a:lnTo>
                  <a:lnTo>
                    <a:pt x="26468" y="9916"/>
                  </a:lnTo>
                  <a:lnTo>
                    <a:pt x="26507" y="9975"/>
                  </a:lnTo>
                  <a:lnTo>
                    <a:pt x="26547" y="10035"/>
                  </a:lnTo>
                  <a:lnTo>
                    <a:pt x="26586" y="10114"/>
                  </a:lnTo>
                  <a:lnTo>
                    <a:pt x="26665" y="10173"/>
                  </a:lnTo>
                  <a:lnTo>
                    <a:pt x="26784" y="10252"/>
                  </a:lnTo>
                  <a:lnTo>
                    <a:pt x="26942" y="10311"/>
                  </a:lnTo>
                  <a:lnTo>
                    <a:pt x="27060" y="10351"/>
                  </a:lnTo>
                  <a:lnTo>
                    <a:pt x="27120" y="10370"/>
                  </a:lnTo>
                  <a:lnTo>
                    <a:pt x="27159" y="10351"/>
                  </a:lnTo>
                  <a:lnTo>
                    <a:pt x="27199" y="10331"/>
                  </a:lnTo>
                  <a:lnTo>
                    <a:pt x="27238" y="10291"/>
                  </a:lnTo>
                  <a:lnTo>
                    <a:pt x="27317" y="10351"/>
                  </a:lnTo>
                  <a:lnTo>
                    <a:pt x="27337" y="10410"/>
                  </a:lnTo>
                  <a:lnTo>
                    <a:pt x="27337" y="10469"/>
                  </a:lnTo>
                  <a:lnTo>
                    <a:pt x="27317" y="10528"/>
                  </a:lnTo>
                  <a:lnTo>
                    <a:pt x="27436" y="10548"/>
                  </a:lnTo>
                  <a:lnTo>
                    <a:pt x="27554" y="10607"/>
                  </a:lnTo>
                  <a:lnTo>
                    <a:pt x="27613" y="10667"/>
                  </a:lnTo>
                  <a:lnTo>
                    <a:pt x="27633" y="10706"/>
                  </a:lnTo>
                  <a:lnTo>
                    <a:pt x="27653" y="10765"/>
                  </a:lnTo>
                  <a:lnTo>
                    <a:pt x="27653" y="10825"/>
                  </a:lnTo>
                  <a:lnTo>
                    <a:pt x="27436" y="10647"/>
                  </a:lnTo>
                  <a:lnTo>
                    <a:pt x="27416" y="10686"/>
                  </a:lnTo>
                  <a:lnTo>
                    <a:pt x="27396" y="10726"/>
                  </a:lnTo>
                  <a:lnTo>
                    <a:pt x="27436" y="10825"/>
                  </a:lnTo>
                  <a:lnTo>
                    <a:pt x="27475" y="10923"/>
                  </a:lnTo>
                  <a:lnTo>
                    <a:pt x="27475" y="10963"/>
                  </a:lnTo>
                  <a:lnTo>
                    <a:pt x="27455" y="11002"/>
                  </a:lnTo>
                  <a:lnTo>
                    <a:pt x="27495" y="11042"/>
                  </a:lnTo>
                  <a:lnTo>
                    <a:pt x="27515" y="11101"/>
                  </a:lnTo>
                  <a:lnTo>
                    <a:pt x="27574" y="11200"/>
                  </a:lnTo>
                  <a:lnTo>
                    <a:pt x="27613" y="11338"/>
                  </a:lnTo>
                  <a:lnTo>
                    <a:pt x="27673" y="11595"/>
                  </a:lnTo>
                  <a:lnTo>
                    <a:pt x="27771" y="11852"/>
                  </a:lnTo>
                  <a:lnTo>
                    <a:pt x="27870" y="12089"/>
                  </a:lnTo>
                  <a:lnTo>
                    <a:pt x="28008" y="12326"/>
                  </a:lnTo>
                  <a:lnTo>
                    <a:pt x="28166" y="12523"/>
                  </a:lnTo>
                  <a:lnTo>
                    <a:pt x="28324" y="12681"/>
                  </a:lnTo>
                  <a:lnTo>
                    <a:pt x="28305" y="12583"/>
                  </a:lnTo>
                  <a:lnTo>
                    <a:pt x="28344" y="12523"/>
                  </a:lnTo>
                  <a:lnTo>
                    <a:pt x="28384" y="12484"/>
                  </a:lnTo>
                  <a:lnTo>
                    <a:pt x="28443" y="12464"/>
                  </a:lnTo>
                  <a:lnTo>
                    <a:pt x="28542" y="12484"/>
                  </a:lnTo>
                  <a:lnTo>
                    <a:pt x="28641" y="12543"/>
                  </a:lnTo>
                  <a:lnTo>
                    <a:pt x="28917" y="12721"/>
                  </a:lnTo>
                  <a:lnTo>
                    <a:pt x="28897" y="12721"/>
                  </a:lnTo>
                  <a:lnTo>
                    <a:pt x="28897" y="12741"/>
                  </a:lnTo>
                  <a:lnTo>
                    <a:pt x="28917" y="12820"/>
                  </a:lnTo>
                  <a:lnTo>
                    <a:pt x="29055" y="13017"/>
                  </a:lnTo>
                  <a:lnTo>
                    <a:pt x="29194" y="13195"/>
                  </a:lnTo>
                  <a:lnTo>
                    <a:pt x="29253" y="13274"/>
                  </a:lnTo>
                  <a:lnTo>
                    <a:pt x="29273" y="13353"/>
                  </a:lnTo>
                  <a:lnTo>
                    <a:pt x="29233" y="13373"/>
                  </a:lnTo>
                  <a:lnTo>
                    <a:pt x="29213" y="13412"/>
                  </a:lnTo>
                  <a:lnTo>
                    <a:pt x="29194" y="13511"/>
                  </a:lnTo>
                  <a:lnTo>
                    <a:pt x="29174" y="13550"/>
                  </a:lnTo>
                  <a:lnTo>
                    <a:pt x="29154" y="13570"/>
                  </a:lnTo>
                  <a:lnTo>
                    <a:pt x="29115" y="13570"/>
                  </a:lnTo>
                  <a:lnTo>
                    <a:pt x="29055" y="13531"/>
                  </a:lnTo>
                  <a:lnTo>
                    <a:pt x="29075" y="13373"/>
                  </a:lnTo>
                  <a:lnTo>
                    <a:pt x="29055" y="13333"/>
                  </a:lnTo>
                  <a:lnTo>
                    <a:pt x="29036" y="13294"/>
                  </a:lnTo>
                  <a:lnTo>
                    <a:pt x="29016" y="13254"/>
                  </a:lnTo>
                  <a:lnTo>
                    <a:pt x="28957" y="13215"/>
                  </a:lnTo>
                  <a:lnTo>
                    <a:pt x="28976" y="13353"/>
                  </a:lnTo>
                  <a:lnTo>
                    <a:pt x="29016" y="13511"/>
                  </a:lnTo>
                  <a:lnTo>
                    <a:pt x="29016" y="13570"/>
                  </a:lnTo>
                  <a:lnTo>
                    <a:pt x="29016" y="13629"/>
                  </a:lnTo>
                  <a:lnTo>
                    <a:pt x="28996" y="13728"/>
                  </a:lnTo>
                  <a:lnTo>
                    <a:pt x="28858" y="13728"/>
                  </a:lnTo>
                  <a:lnTo>
                    <a:pt x="28838" y="13708"/>
                  </a:lnTo>
                  <a:lnTo>
                    <a:pt x="28897" y="13689"/>
                  </a:lnTo>
                  <a:lnTo>
                    <a:pt x="28937" y="13649"/>
                  </a:lnTo>
                  <a:lnTo>
                    <a:pt x="28838" y="13610"/>
                  </a:lnTo>
                  <a:lnTo>
                    <a:pt x="28779" y="13610"/>
                  </a:lnTo>
                  <a:lnTo>
                    <a:pt x="28759" y="13629"/>
                  </a:lnTo>
                  <a:lnTo>
                    <a:pt x="28759" y="13649"/>
                  </a:lnTo>
                  <a:lnTo>
                    <a:pt x="28739" y="13708"/>
                  </a:lnTo>
                  <a:lnTo>
                    <a:pt x="28739" y="13748"/>
                  </a:lnTo>
                  <a:lnTo>
                    <a:pt x="28720" y="13807"/>
                  </a:lnTo>
                  <a:lnTo>
                    <a:pt x="28660" y="13866"/>
                  </a:lnTo>
                  <a:lnTo>
                    <a:pt x="28680" y="13866"/>
                  </a:lnTo>
                  <a:lnTo>
                    <a:pt x="28700" y="13886"/>
                  </a:lnTo>
                  <a:lnTo>
                    <a:pt x="28720" y="13886"/>
                  </a:lnTo>
                  <a:lnTo>
                    <a:pt x="28759" y="13847"/>
                  </a:lnTo>
                  <a:lnTo>
                    <a:pt x="28720" y="13906"/>
                  </a:lnTo>
                  <a:lnTo>
                    <a:pt x="28720" y="13965"/>
                  </a:lnTo>
                  <a:lnTo>
                    <a:pt x="28739" y="14024"/>
                  </a:lnTo>
                  <a:lnTo>
                    <a:pt x="28799" y="14104"/>
                  </a:lnTo>
                  <a:lnTo>
                    <a:pt x="28838" y="14202"/>
                  </a:lnTo>
                  <a:lnTo>
                    <a:pt x="28878" y="14321"/>
                  </a:lnTo>
                  <a:lnTo>
                    <a:pt x="28878" y="14439"/>
                  </a:lnTo>
                  <a:lnTo>
                    <a:pt x="28858" y="14499"/>
                  </a:lnTo>
                  <a:lnTo>
                    <a:pt x="28838" y="14558"/>
                  </a:lnTo>
                  <a:lnTo>
                    <a:pt x="28858" y="14538"/>
                  </a:lnTo>
                  <a:lnTo>
                    <a:pt x="28897" y="14499"/>
                  </a:lnTo>
                  <a:lnTo>
                    <a:pt x="28957" y="14499"/>
                  </a:lnTo>
                  <a:lnTo>
                    <a:pt x="28976" y="14538"/>
                  </a:lnTo>
                  <a:lnTo>
                    <a:pt x="28996" y="14578"/>
                  </a:lnTo>
                  <a:lnTo>
                    <a:pt x="29016" y="14696"/>
                  </a:lnTo>
                  <a:lnTo>
                    <a:pt x="29016" y="14775"/>
                  </a:lnTo>
                  <a:lnTo>
                    <a:pt x="28996" y="14834"/>
                  </a:lnTo>
                  <a:lnTo>
                    <a:pt x="28976" y="14874"/>
                  </a:lnTo>
                  <a:lnTo>
                    <a:pt x="28917" y="14953"/>
                  </a:lnTo>
                  <a:lnTo>
                    <a:pt x="28878" y="15032"/>
                  </a:lnTo>
                  <a:lnTo>
                    <a:pt x="28897" y="15091"/>
                  </a:lnTo>
                  <a:lnTo>
                    <a:pt x="28937" y="15170"/>
                  </a:lnTo>
                  <a:lnTo>
                    <a:pt x="28957" y="15368"/>
                  </a:lnTo>
                  <a:lnTo>
                    <a:pt x="28976" y="15545"/>
                  </a:lnTo>
                  <a:lnTo>
                    <a:pt x="28976" y="15585"/>
                  </a:lnTo>
                  <a:lnTo>
                    <a:pt x="28996" y="15644"/>
                  </a:lnTo>
                  <a:lnTo>
                    <a:pt x="29036" y="15664"/>
                  </a:lnTo>
                  <a:lnTo>
                    <a:pt x="29075" y="15624"/>
                  </a:lnTo>
                  <a:lnTo>
                    <a:pt x="29134" y="15605"/>
                  </a:lnTo>
                  <a:lnTo>
                    <a:pt x="29174" y="15565"/>
                  </a:lnTo>
                  <a:lnTo>
                    <a:pt x="29233" y="15565"/>
                  </a:lnTo>
                  <a:lnTo>
                    <a:pt x="29273" y="15585"/>
                  </a:lnTo>
                  <a:lnTo>
                    <a:pt x="29312" y="15664"/>
                  </a:lnTo>
                  <a:lnTo>
                    <a:pt x="29371" y="15763"/>
                  </a:lnTo>
                  <a:lnTo>
                    <a:pt x="29391" y="15842"/>
                  </a:lnTo>
                  <a:lnTo>
                    <a:pt x="29391" y="15940"/>
                  </a:lnTo>
                  <a:lnTo>
                    <a:pt x="29391" y="16039"/>
                  </a:lnTo>
                  <a:lnTo>
                    <a:pt x="29371" y="16237"/>
                  </a:lnTo>
                  <a:lnTo>
                    <a:pt x="29371" y="16335"/>
                  </a:lnTo>
                  <a:lnTo>
                    <a:pt x="29371" y="16434"/>
                  </a:lnTo>
                  <a:lnTo>
                    <a:pt x="29332" y="16494"/>
                  </a:lnTo>
                  <a:lnTo>
                    <a:pt x="29312" y="16513"/>
                  </a:lnTo>
                  <a:lnTo>
                    <a:pt x="29292" y="16494"/>
                  </a:lnTo>
                  <a:lnTo>
                    <a:pt x="29292" y="16454"/>
                  </a:lnTo>
                  <a:lnTo>
                    <a:pt x="29273" y="16375"/>
                  </a:lnTo>
                  <a:lnTo>
                    <a:pt x="29273" y="16158"/>
                  </a:lnTo>
                  <a:lnTo>
                    <a:pt x="29257" y="16077"/>
                  </a:lnTo>
                  <a:lnTo>
                    <a:pt x="29257" y="16077"/>
                  </a:lnTo>
                  <a:lnTo>
                    <a:pt x="29273" y="16415"/>
                  </a:lnTo>
                  <a:lnTo>
                    <a:pt x="29273" y="16849"/>
                  </a:lnTo>
                  <a:lnTo>
                    <a:pt x="29233" y="16908"/>
                  </a:lnTo>
                  <a:lnTo>
                    <a:pt x="29213" y="16928"/>
                  </a:lnTo>
                  <a:lnTo>
                    <a:pt x="29174" y="16908"/>
                  </a:lnTo>
                  <a:lnTo>
                    <a:pt x="29154" y="16849"/>
                  </a:lnTo>
                  <a:lnTo>
                    <a:pt x="29154" y="16671"/>
                  </a:lnTo>
                  <a:lnTo>
                    <a:pt x="29154" y="16474"/>
                  </a:lnTo>
                  <a:lnTo>
                    <a:pt x="29115" y="16612"/>
                  </a:lnTo>
                  <a:lnTo>
                    <a:pt x="29095" y="16731"/>
                  </a:lnTo>
                  <a:lnTo>
                    <a:pt x="29095" y="16869"/>
                  </a:lnTo>
                  <a:lnTo>
                    <a:pt x="29095" y="16987"/>
                  </a:lnTo>
                  <a:lnTo>
                    <a:pt x="29115" y="17106"/>
                  </a:lnTo>
                  <a:lnTo>
                    <a:pt x="29134" y="17205"/>
                  </a:lnTo>
                  <a:lnTo>
                    <a:pt x="29174" y="17303"/>
                  </a:lnTo>
                  <a:lnTo>
                    <a:pt x="29213" y="17343"/>
                  </a:lnTo>
                  <a:lnTo>
                    <a:pt x="29174" y="17481"/>
                  </a:lnTo>
                  <a:lnTo>
                    <a:pt x="29154" y="17600"/>
                  </a:lnTo>
                  <a:lnTo>
                    <a:pt x="29134" y="17718"/>
                  </a:lnTo>
                  <a:lnTo>
                    <a:pt x="29075" y="17856"/>
                  </a:lnTo>
                  <a:lnTo>
                    <a:pt x="29055" y="17777"/>
                  </a:lnTo>
                  <a:lnTo>
                    <a:pt x="29016" y="17718"/>
                  </a:lnTo>
                  <a:lnTo>
                    <a:pt x="28917" y="17619"/>
                  </a:lnTo>
                  <a:lnTo>
                    <a:pt x="28878" y="17560"/>
                  </a:lnTo>
                  <a:lnTo>
                    <a:pt x="28838" y="17501"/>
                  </a:lnTo>
                  <a:lnTo>
                    <a:pt x="28799" y="17422"/>
                  </a:lnTo>
                  <a:lnTo>
                    <a:pt x="28799" y="17323"/>
                  </a:lnTo>
                  <a:lnTo>
                    <a:pt x="28818" y="17185"/>
                  </a:lnTo>
                  <a:lnTo>
                    <a:pt x="28858" y="17145"/>
                  </a:lnTo>
                  <a:lnTo>
                    <a:pt x="28878" y="17145"/>
                  </a:lnTo>
                  <a:lnTo>
                    <a:pt x="28917" y="17185"/>
                  </a:lnTo>
                  <a:lnTo>
                    <a:pt x="28937" y="17224"/>
                  </a:lnTo>
                  <a:lnTo>
                    <a:pt x="28976" y="17244"/>
                  </a:lnTo>
                  <a:lnTo>
                    <a:pt x="28996" y="17244"/>
                  </a:lnTo>
                  <a:lnTo>
                    <a:pt x="29016" y="17224"/>
                  </a:lnTo>
                  <a:lnTo>
                    <a:pt x="29036" y="17106"/>
                  </a:lnTo>
                  <a:lnTo>
                    <a:pt x="28897" y="17066"/>
                  </a:lnTo>
                  <a:lnTo>
                    <a:pt x="28937" y="16987"/>
                  </a:lnTo>
                  <a:lnTo>
                    <a:pt x="28937" y="16928"/>
                  </a:lnTo>
                  <a:lnTo>
                    <a:pt x="28937" y="16810"/>
                  </a:lnTo>
                  <a:lnTo>
                    <a:pt x="28917" y="16671"/>
                  </a:lnTo>
                  <a:lnTo>
                    <a:pt x="28917" y="16533"/>
                  </a:lnTo>
                  <a:lnTo>
                    <a:pt x="28937" y="16494"/>
                  </a:lnTo>
                  <a:lnTo>
                    <a:pt x="28957" y="16513"/>
                  </a:lnTo>
                  <a:lnTo>
                    <a:pt x="28976" y="16632"/>
                  </a:lnTo>
                  <a:lnTo>
                    <a:pt x="29016" y="16158"/>
                  </a:lnTo>
                  <a:lnTo>
                    <a:pt x="29016" y="16039"/>
                  </a:lnTo>
                  <a:lnTo>
                    <a:pt x="28996" y="15940"/>
                  </a:lnTo>
                  <a:lnTo>
                    <a:pt x="28957" y="15822"/>
                  </a:lnTo>
                  <a:lnTo>
                    <a:pt x="28917" y="15723"/>
                  </a:lnTo>
                  <a:lnTo>
                    <a:pt x="28878" y="15921"/>
                  </a:lnTo>
                  <a:lnTo>
                    <a:pt x="28858" y="16118"/>
                  </a:lnTo>
                  <a:lnTo>
                    <a:pt x="28838" y="16533"/>
                  </a:lnTo>
                  <a:lnTo>
                    <a:pt x="28838" y="16711"/>
                  </a:lnTo>
                  <a:lnTo>
                    <a:pt x="28818" y="16889"/>
                  </a:lnTo>
                  <a:lnTo>
                    <a:pt x="28779" y="17027"/>
                  </a:lnTo>
                  <a:lnTo>
                    <a:pt x="28759" y="17066"/>
                  </a:lnTo>
                  <a:lnTo>
                    <a:pt x="28720" y="17106"/>
                  </a:lnTo>
                  <a:lnTo>
                    <a:pt x="28759" y="17580"/>
                  </a:lnTo>
                  <a:lnTo>
                    <a:pt x="28779" y="18054"/>
                  </a:lnTo>
                  <a:lnTo>
                    <a:pt x="28799" y="18034"/>
                  </a:lnTo>
                  <a:lnTo>
                    <a:pt x="28838" y="18014"/>
                  </a:lnTo>
                  <a:lnTo>
                    <a:pt x="28917" y="17955"/>
                  </a:lnTo>
                  <a:lnTo>
                    <a:pt x="28957" y="17935"/>
                  </a:lnTo>
                  <a:lnTo>
                    <a:pt x="28996" y="17935"/>
                  </a:lnTo>
                  <a:lnTo>
                    <a:pt x="29036" y="17955"/>
                  </a:lnTo>
                  <a:lnTo>
                    <a:pt x="29055" y="18034"/>
                  </a:lnTo>
                  <a:lnTo>
                    <a:pt x="28976" y="18074"/>
                  </a:lnTo>
                  <a:lnTo>
                    <a:pt x="28917" y="18133"/>
                  </a:lnTo>
                  <a:lnTo>
                    <a:pt x="28818" y="18271"/>
                  </a:lnTo>
                  <a:lnTo>
                    <a:pt x="28700" y="18469"/>
                  </a:lnTo>
                  <a:lnTo>
                    <a:pt x="28621" y="18686"/>
                  </a:lnTo>
                  <a:lnTo>
                    <a:pt x="28660" y="18686"/>
                  </a:lnTo>
                  <a:lnTo>
                    <a:pt x="28680" y="18706"/>
                  </a:lnTo>
                  <a:lnTo>
                    <a:pt x="28720" y="18745"/>
                  </a:lnTo>
                  <a:lnTo>
                    <a:pt x="28720" y="18844"/>
                  </a:lnTo>
                  <a:lnTo>
                    <a:pt x="28720" y="18943"/>
                  </a:lnTo>
                  <a:lnTo>
                    <a:pt x="28720" y="19042"/>
                  </a:lnTo>
                  <a:lnTo>
                    <a:pt x="28720" y="19121"/>
                  </a:lnTo>
                  <a:lnTo>
                    <a:pt x="28759" y="19160"/>
                  </a:lnTo>
                  <a:lnTo>
                    <a:pt x="28799" y="19160"/>
                  </a:lnTo>
                  <a:lnTo>
                    <a:pt x="28799" y="19081"/>
                  </a:lnTo>
                  <a:lnTo>
                    <a:pt x="28818" y="19042"/>
                  </a:lnTo>
                  <a:lnTo>
                    <a:pt x="28838" y="19002"/>
                  </a:lnTo>
                  <a:lnTo>
                    <a:pt x="28858" y="18963"/>
                  </a:lnTo>
                  <a:lnTo>
                    <a:pt x="28917" y="18923"/>
                  </a:lnTo>
                  <a:lnTo>
                    <a:pt x="28957" y="18903"/>
                  </a:lnTo>
                  <a:lnTo>
                    <a:pt x="28937" y="19022"/>
                  </a:lnTo>
                  <a:lnTo>
                    <a:pt x="28937" y="19081"/>
                  </a:lnTo>
                  <a:lnTo>
                    <a:pt x="28957" y="19101"/>
                  </a:lnTo>
                  <a:lnTo>
                    <a:pt x="28996" y="19101"/>
                  </a:lnTo>
                  <a:lnTo>
                    <a:pt x="29055" y="19121"/>
                  </a:lnTo>
                  <a:lnTo>
                    <a:pt x="29055" y="19140"/>
                  </a:lnTo>
                  <a:lnTo>
                    <a:pt x="29055" y="19200"/>
                  </a:lnTo>
                  <a:lnTo>
                    <a:pt x="28976" y="19358"/>
                  </a:lnTo>
                  <a:lnTo>
                    <a:pt x="28937" y="19437"/>
                  </a:lnTo>
                  <a:lnTo>
                    <a:pt x="28897" y="19476"/>
                  </a:lnTo>
                  <a:lnTo>
                    <a:pt x="28878" y="19456"/>
                  </a:lnTo>
                  <a:lnTo>
                    <a:pt x="28858" y="19456"/>
                  </a:lnTo>
                  <a:lnTo>
                    <a:pt x="28818" y="19476"/>
                  </a:lnTo>
                  <a:lnTo>
                    <a:pt x="28759" y="19535"/>
                  </a:lnTo>
                  <a:lnTo>
                    <a:pt x="28680" y="19693"/>
                  </a:lnTo>
                  <a:lnTo>
                    <a:pt x="28641" y="19338"/>
                  </a:lnTo>
                  <a:lnTo>
                    <a:pt x="28621" y="19101"/>
                  </a:lnTo>
                  <a:lnTo>
                    <a:pt x="28621" y="18844"/>
                  </a:lnTo>
                  <a:lnTo>
                    <a:pt x="28581" y="18844"/>
                  </a:lnTo>
                  <a:lnTo>
                    <a:pt x="28561" y="18884"/>
                  </a:lnTo>
                  <a:lnTo>
                    <a:pt x="28522" y="19002"/>
                  </a:lnTo>
                  <a:lnTo>
                    <a:pt x="28482" y="19160"/>
                  </a:lnTo>
                  <a:lnTo>
                    <a:pt x="28443" y="19219"/>
                  </a:lnTo>
                  <a:lnTo>
                    <a:pt x="28482" y="19219"/>
                  </a:lnTo>
                  <a:lnTo>
                    <a:pt x="28502" y="19239"/>
                  </a:lnTo>
                  <a:lnTo>
                    <a:pt x="28522" y="19279"/>
                  </a:lnTo>
                  <a:lnTo>
                    <a:pt x="28561" y="19338"/>
                  </a:lnTo>
                  <a:lnTo>
                    <a:pt x="28581" y="19338"/>
                  </a:lnTo>
                  <a:lnTo>
                    <a:pt x="28601" y="19298"/>
                  </a:lnTo>
                  <a:lnTo>
                    <a:pt x="28542" y="19693"/>
                  </a:lnTo>
                  <a:lnTo>
                    <a:pt x="28463" y="20088"/>
                  </a:lnTo>
                  <a:lnTo>
                    <a:pt x="28403" y="20306"/>
                  </a:lnTo>
                  <a:lnTo>
                    <a:pt x="28344" y="20503"/>
                  </a:lnTo>
                  <a:lnTo>
                    <a:pt x="28265" y="20720"/>
                  </a:lnTo>
                  <a:lnTo>
                    <a:pt x="28166" y="20918"/>
                  </a:lnTo>
                  <a:lnTo>
                    <a:pt x="28127" y="20859"/>
                  </a:lnTo>
                  <a:lnTo>
                    <a:pt x="28127" y="20799"/>
                  </a:lnTo>
                  <a:lnTo>
                    <a:pt x="28127" y="20661"/>
                  </a:lnTo>
                  <a:lnTo>
                    <a:pt x="28206" y="20365"/>
                  </a:lnTo>
                  <a:lnTo>
                    <a:pt x="28226" y="20207"/>
                  </a:lnTo>
                  <a:lnTo>
                    <a:pt x="28245" y="20088"/>
                  </a:lnTo>
                  <a:lnTo>
                    <a:pt x="28226" y="20029"/>
                  </a:lnTo>
                  <a:lnTo>
                    <a:pt x="28186" y="19990"/>
                  </a:lnTo>
                  <a:lnTo>
                    <a:pt x="28147" y="19970"/>
                  </a:lnTo>
                  <a:lnTo>
                    <a:pt x="28087" y="19970"/>
                  </a:lnTo>
                  <a:lnTo>
                    <a:pt x="28048" y="20148"/>
                  </a:lnTo>
                  <a:lnTo>
                    <a:pt x="28048" y="20266"/>
                  </a:lnTo>
                  <a:lnTo>
                    <a:pt x="28048" y="20365"/>
                  </a:lnTo>
                  <a:lnTo>
                    <a:pt x="28028" y="20404"/>
                  </a:lnTo>
                  <a:lnTo>
                    <a:pt x="27989" y="20483"/>
                  </a:lnTo>
                  <a:lnTo>
                    <a:pt x="27910" y="20523"/>
                  </a:lnTo>
                  <a:lnTo>
                    <a:pt x="27831" y="20602"/>
                  </a:lnTo>
                  <a:lnTo>
                    <a:pt x="27771" y="20701"/>
                  </a:lnTo>
                  <a:lnTo>
                    <a:pt x="27692" y="20799"/>
                  </a:lnTo>
                  <a:lnTo>
                    <a:pt x="27554" y="21056"/>
                  </a:lnTo>
                  <a:lnTo>
                    <a:pt x="27475" y="21175"/>
                  </a:lnTo>
                  <a:lnTo>
                    <a:pt x="27396" y="21293"/>
                  </a:lnTo>
                  <a:lnTo>
                    <a:pt x="27554" y="21214"/>
                  </a:lnTo>
                  <a:lnTo>
                    <a:pt x="27534" y="21274"/>
                  </a:lnTo>
                  <a:lnTo>
                    <a:pt x="27495" y="21333"/>
                  </a:lnTo>
                  <a:lnTo>
                    <a:pt x="27396" y="21451"/>
                  </a:lnTo>
                  <a:lnTo>
                    <a:pt x="27179" y="21649"/>
                  </a:lnTo>
                  <a:lnTo>
                    <a:pt x="27179" y="21590"/>
                  </a:lnTo>
                  <a:lnTo>
                    <a:pt x="27100" y="21748"/>
                  </a:lnTo>
                  <a:lnTo>
                    <a:pt x="27060" y="21748"/>
                  </a:lnTo>
                  <a:lnTo>
                    <a:pt x="27021" y="21807"/>
                  </a:lnTo>
                  <a:lnTo>
                    <a:pt x="26962" y="21886"/>
                  </a:lnTo>
                  <a:lnTo>
                    <a:pt x="26764" y="22064"/>
                  </a:lnTo>
                  <a:lnTo>
                    <a:pt x="26547" y="22222"/>
                  </a:lnTo>
                  <a:lnTo>
                    <a:pt x="26349" y="22399"/>
                  </a:lnTo>
                  <a:lnTo>
                    <a:pt x="26369" y="22419"/>
                  </a:lnTo>
                  <a:lnTo>
                    <a:pt x="26409" y="22399"/>
                  </a:lnTo>
                  <a:lnTo>
                    <a:pt x="26527" y="22320"/>
                  </a:lnTo>
                  <a:lnTo>
                    <a:pt x="26646" y="22202"/>
                  </a:lnTo>
                  <a:lnTo>
                    <a:pt x="26764" y="22103"/>
                  </a:lnTo>
                  <a:lnTo>
                    <a:pt x="26942" y="22044"/>
                  </a:lnTo>
                  <a:lnTo>
                    <a:pt x="26981" y="22024"/>
                  </a:lnTo>
                  <a:lnTo>
                    <a:pt x="27021" y="22044"/>
                  </a:lnTo>
                  <a:lnTo>
                    <a:pt x="27041" y="22064"/>
                  </a:lnTo>
                  <a:lnTo>
                    <a:pt x="27041" y="22103"/>
                  </a:lnTo>
                  <a:lnTo>
                    <a:pt x="26804" y="22320"/>
                  </a:lnTo>
                  <a:lnTo>
                    <a:pt x="26606" y="22538"/>
                  </a:lnTo>
                  <a:lnTo>
                    <a:pt x="26389" y="22755"/>
                  </a:lnTo>
                  <a:lnTo>
                    <a:pt x="26251" y="22854"/>
                  </a:lnTo>
                  <a:lnTo>
                    <a:pt x="26092" y="22952"/>
                  </a:lnTo>
                  <a:lnTo>
                    <a:pt x="26092" y="22952"/>
                  </a:lnTo>
                  <a:lnTo>
                    <a:pt x="26251" y="22913"/>
                  </a:lnTo>
                  <a:lnTo>
                    <a:pt x="26211" y="22972"/>
                  </a:lnTo>
                  <a:lnTo>
                    <a:pt x="26152" y="23012"/>
                  </a:lnTo>
                  <a:lnTo>
                    <a:pt x="26033" y="23091"/>
                  </a:lnTo>
                  <a:lnTo>
                    <a:pt x="25717" y="23229"/>
                  </a:lnTo>
                  <a:lnTo>
                    <a:pt x="25599" y="23249"/>
                  </a:lnTo>
                  <a:lnTo>
                    <a:pt x="25579" y="23229"/>
                  </a:lnTo>
                  <a:lnTo>
                    <a:pt x="25559" y="23209"/>
                  </a:lnTo>
                  <a:lnTo>
                    <a:pt x="25579" y="23170"/>
                  </a:lnTo>
                  <a:lnTo>
                    <a:pt x="25638" y="23110"/>
                  </a:lnTo>
                  <a:lnTo>
                    <a:pt x="25717" y="23012"/>
                  </a:lnTo>
                  <a:lnTo>
                    <a:pt x="25737" y="22992"/>
                  </a:lnTo>
                  <a:lnTo>
                    <a:pt x="25717" y="22972"/>
                  </a:lnTo>
                  <a:lnTo>
                    <a:pt x="25658" y="22972"/>
                  </a:lnTo>
                  <a:lnTo>
                    <a:pt x="25717" y="22913"/>
                  </a:lnTo>
                  <a:lnTo>
                    <a:pt x="25776" y="22873"/>
                  </a:lnTo>
                  <a:lnTo>
                    <a:pt x="25895" y="22794"/>
                  </a:lnTo>
                  <a:lnTo>
                    <a:pt x="25954" y="22755"/>
                  </a:lnTo>
                  <a:lnTo>
                    <a:pt x="26013" y="22715"/>
                  </a:lnTo>
                  <a:lnTo>
                    <a:pt x="26033" y="22676"/>
                  </a:lnTo>
                  <a:lnTo>
                    <a:pt x="26033" y="22617"/>
                  </a:lnTo>
                  <a:lnTo>
                    <a:pt x="25875" y="22597"/>
                  </a:lnTo>
                  <a:lnTo>
                    <a:pt x="25717" y="22577"/>
                  </a:lnTo>
                  <a:lnTo>
                    <a:pt x="25678" y="22636"/>
                  </a:lnTo>
                  <a:lnTo>
                    <a:pt x="25599" y="22676"/>
                  </a:lnTo>
                  <a:lnTo>
                    <a:pt x="25441" y="22715"/>
                  </a:lnTo>
                  <a:lnTo>
                    <a:pt x="25302" y="22735"/>
                  </a:lnTo>
                  <a:lnTo>
                    <a:pt x="25243" y="22735"/>
                  </a:lnTo>
                  <a:lnTo>
                    <a:pt x="25184" y="22755"/>
                  </a:lnTo>
                  <a:lnTo>
                    <a:pt x="25362" y="22794"/>
                  </a:lnTo>
                  <a:lnTo>
                    <a:pt x="25362" y="22834"/>
                  </a:lnTo>
                  <a:lnTo>
                    <a:pt x="25342" y="22873"/>
                  </a:lnTo>
                  <a:lnTo>
                    <a:pt x="25322" y="22873"/>
                  </a:lnTo>
                  <a:lnTo>
                    <a:pt x="25283" y="22893"/>
                  </a:lnTo>
                  <a:lnTo>
                    <a:pt x="25144" y="22873"/>
                  </a:lnTo>
                  <a:lnTo>
                    <a:pt x="25302" y="23051"/>
                  </a:lnTo>
                  <a:lnTo>
                    <a:pt x="25381" y="23031"/>
                  </a:lnTo>
                  <a:lnTo>
                    <a:pt x="25460" y="22992"/>
                  </a:lnTo>
                  <a:lnTo>
                    <a:pt x="25579" y="22893"/>
                  </a:lnTo>
                  <a:lnTo>
                    <a:pt x="25618" y="22854"/>
                  </a:lnTo>
                  <a:lnTo>
                    <a:pt x="25678" y="22814"/>
                  </a:lnTo>
                  <a:lnTo>
                    <a:pt x="25737" y="22794"/>
                  </a:lnTo>
                  <a:lnTo>
                    <a:pt x="25816" y="22794"/>
                  </a:lnTo>
                  <a:lnTo>
                    <a:pt x="25618" y="22952"/>
                  </a:lnTo>
                  <a:lnTo>
                    <a:pt x="25520" y="23091"/>
                  </a:lnTo>
                  <a:lnTo>
                    <a:pt x="25460" y="23150"/>
                  </a:lnTo>
                  <a:lnTo>
                    <a:pt x="25381" y="23209"/>
                  </a:lnTo>
                  <a:lnTo>
                    <a:pt x="25283" y="23268"/>
                  </a:lnTo>
                  <a:lnTo>
                    <a:pt x="25105" y="23328"/>
                  </a:lnTo>
                  <a:lnTo>
                    <a:pt x="25105" y="23308"/>
                  </a:lnTo>
                  <a:lnTo>
                    <a:pt x="25105" y="23288"/>
                  </a:lnTo>
                  <a:lnTo>
                    <a:pt x="25144" y="23268"/>
                  </a:lnTo>
                  <a:lnTo>
                    <a:pt x="25204" y="23249"/>
                  </a:lnTo>
                  <a:lnTo>
                    <a:pt x="25243" y="23189"/>
                  </a:lnTo>
                  <a:lnTo>
                    <a:pt x="25243" y="23189"/>
                  </a:lnTo>
                  <a:lnTo>
                    <a:pt x="25164" y="23209"/>
                  </a:lnTo>
                  <a:lnTo>
                    <a:pt x="25105" y="23229"/>
                  </a:lnTo>
                  <a:lnTo>
                    <a:pt x="24967" y="23288"/>
                  </a:lnTo>
                  <a:lnTo>
                    <a:pt x="24888" y="23328"/>
                  </a:lnTo>
                  <a:lnTo>
                    <a:pt x="24809" y="23367"/>
                  </a:lnTo>
                  <a:lnTo>
                    <a:pt x="24730" y="23387"/>
                  </a:lnTo>
                  <a:lnTo>
                    <a:pt x="24611" y="23387"/>
                  </a:lnTo>
                  <a:lnTo>
                    <a:pt x="24749" y="23328"/>
                  </a:lnTo>
                  <a:lnTo>
                    <a:pt x="24848" y="23249"/>
                  </a:lnTo>
                  <a:lnTo>
                    <a:pt x="24868" y="23209"/>
                  </a:lnTo>
                  <a:lnTo>
                    <a:pt x="24868" y="23170"/>
                  </a:lnTo>
                  <a:lnTo>
                    <a:pt x="24848" y="23130"/>
                  </a:lnTo>
                  <a:lnTo>
                    <a:pt x="24789" y="23110"/>
                  </a:lnTo>
                  <a:lnTo>
                    <a:pt x="24670" y="23288"/>
                  </a:lnTo>
                  <a:lnTo>
                    <a:pt x="24591" y="23288"/>
                  </a:lnTo>
                  <a:lnTo>
                    <a:pt x="24572" y="23249"/>
                  </a:lnTo>
                  <a:lnTo>
                    <a:pt x="24552" y="23229"/>
                  </a:lnTo>
                  <a:lnTo>
                    <a:pt x="24473" y="23229"/>
                  </a:lnTo>
                  <a:lnTo>
                    <a:pt x="24453" y="23249"/>
                  </a:lnTo>
                  <a:lnTo>
                    <a:pt x="24453" y="23308"/>
                  </a:lnTo>
                  <a:lnTo>
                    <a:pt x="24453" y="23328"/>
                  </a:lnTo>
                  <a:lnTo>
                    <a:pt x="24433" y="23347"/>
                  </a:lnTo>
                  <a:lnTo>
                    <a:pt x="24394" y="23367"/>
                  </a:lnTo>
                  <a:lnTo>
                    <a:pt x="24295" y="23367"/>
                  </a:lnTo>
                  <a:lnTo>
                    <a:pt x="24216" y="23328"/>
                  </a:lnTo>
                  <a:lnTo>
                    <a:pt x="24196" y="23308"/>
                  </a:lnTo>
                  <a:lnTo>
                    <a:pt x="24196" y="23288"/>
                  </a:lnTo>
                  <a:lnTo>
                    <a:pt x="24038" y="23288"/>
                  </a:lnTo>
                  <a:lnTo>
                    <a:pt x="23979" y="23308"/>
                  </a:lnTo>
                  <a:lnTo>
                    <a:pt x="23900" y="23347"/>
                  </a:lnTo>
                  <a:lnTo>
                    <a:pt x="23841" y="23387"/>
                  </a:lnTo>
                  <a:lnTo>
                    <a:pt x="23742" y="23407"/>
                  </a:lnTo>
                  <a:lnTo>
                    <a:pt x="23841" y="23407"/>
                  </a:lnTo>
                  <a:lnTo>
                    <a:pt x="23900" y="23446"/>
                  </a:lnTo>
                  <a:lnTo>
                    <a:pt x="23940" y="23486"/>
                  </a:lnTo>
                  <a:lnTo>
                    <a:pt x="23959" y="23525"/>
                  </a:lnTo>
                  <a:lnTo>
                    <a:pt x="23940" y="23585"/>
                  </a:lnTo>
                  <a:lnTo>
                    <a:pt x="23900" y="23624"/>
                  </a:lnTo>
                  <a:lnTo>
                    <a:pt x="23821" y="23644"/>
                  </a:lnTo>
                  <a:lnTo>
                    <a:pt x="23722" y="23664"/>
                  </a:lnTo>
                  <a:lnTo>
                    <a:pt x="23169" y="23604"/>
                  </a:lnTo>
                  <a:lnTo>
                    <a:pt x="23051" y="23565"/>
                  </a:lnTo>
                  <a:lnTo>
                    <a:pt x="22952" y="23525"/>
                  </a:lnTo>
                  <a:lnTo>
                    <a:pt x="22853" y="23466"/>
                  </a:lnTo>
                  <a:lnTo>
                    <a:pt x="22754" y="23367"/>
                  </a:lnTo>
                  <a:lnTo>
                    <a:pt x="22537" y="23387"/>
                  </a:lnTo>
                  <a:lnTo>
                    <a:pt x="22577" y="23367"/>
                  </a:lnTo>
                  <a:lnTo>
                    <a:pt x="22577" y="23328"/>
                  </a:lnTo>
                  <a:lnTo>
                    <a:pt x="22478" y="23268"/>
                  </a:lnTo>
                  <a:lnTo>
                    <a:pt x="22320" y="23209"/>
                  </a:lnTo>
                  <a:lnTo>
                    <a:pt x="22201" y="23150"/>
                  </a:lnTo>
                  <a:lnTo>
                    <a:pt x="22221" y="23130"/>
                  </a:lnTo>
                  <a:lnTo>
                    <a:pt x="22300" y="23130"/>
                  </a:lnTo>
                  <a:lnTo>
                    <a:pt x="22517" y="23209"/>
                  </a:lnTo>
                  <a:lnTo>
                    <a:pt x="22636" y="23229"/>
                  </a:lnTo>
                  <a:lnTo>
                    <a:pt x="22735" y="23249"/>
                  </a:lnTo>
                  <a:lnTo>
                    <a:pt x="22833" y="23229"/>
                  </a:lnTo>
                  <a:lnTo>
                    <a:pt x="22853" y="23189"/>
                  </a:lnTo>
                  <a:lnTo>
                    <a:pt x="22873" y="23150"/>
                  </a:lnTo>
                  <a:lnTo>
                    <a:pt x="22754" y="23091"/>
                  </a:lnTo>
                  <a:lnTo>
                    <a:pt x="22754" y="23051"/>
                  </a:lnTo>
                  <a:lnTo>
                    <a:pt x="22754" y="23031"/>
                  </a:lnTo>
                  <a:lnTo>
                    <a:pt x="22794" y="22992"/>
                  </a:lnTo>
                  <a:lnTo>
                    <a:pt x="22873" y="22972"/>
                  </a:lnTo>
                  <a:lnTo>
                    <a:pt x="22794" y="22952"/>
                  </a:lnTo>
                  <a:lnTo>
                    <a:pt x="22735" y="22952"/>
                  </a:lnTo>
                  <a:lnTo>
                    <a:pt x="22695" y="22992"/>
                  </a:lnTo>
                  <a:lnTo>
                    <a:pt x="22675" y="23012"/>
                  </a:lnTo>
                  <a:lnTo>
                    <a:pt x="22636" y="23110"/>
                  </a:lnTo>
                  <a:lnTo>
                    <a:pt x="22596" y="23130"/>
                  </a:lnTo>
                  <a:lnTo>
                    <a:pt x="22557" y="23170"/>
                  </a:lnTo>
                  <a:lnTo>
                    <a:pt x="22537" y="23130"/>
                  </a:lnTo>
                  <a:lnTo>
                    <a:pt x="22498" y="23091"/>
                  </a:lnTo>
                  <a:lnTo>
                    <a:pt x="22379" y="23012"/>
                  </a:lnTo>
                  <a:lnTo>
                    <a:pt x="22320" y="22972"/>
                  </a:lnTo>
                  <a:lnTo>
                    <a:pt x="22280" y="22933"/>
                  </a:lnTo>
                  <a:lnTo>
                    <a:pt x="22280" y="22893"/>
                  </a:lnTo>
                  <a:lnTo>
                    <a:pt x="22340" y="22873"/>
                  </a:lnTo>
                  <a:lnTo>
                    <a:pt x="22261" y="22834"/>
                  </a:lnTo>
                  <a:lnTo>
                    <a:pt x="22201" y="22814"/>
                  </a:lnTo>
                  <a:lnTo>
                    <a:pt x="21964" y="22814"/>
                  </a:lnTo>
                  <a:lnTo>
                    <a:pt x="21925" y="22794"/>
                  </a:lnTo>
                  <a:lnTo>
                    <a:pt x="21866" y="22755"/>
                  </a:lnTo>
                  <a:lnTo>
                    <a:pt x="21964" y="22676"/>
                  </a:lnTo>
                  <a:lnTo>
                    <a:pt x="22004" y="22636"/>
                  </a:lnTo>
                  <a:lnTo>
                    <a:pt x="22043" y="22577"/>
                  </a:lnTo>
                  <a:lnTo>
                    <a:pt x="21984" y="22577"/>
                  </a:lnTo>
                  <a:lnTo>
                    <a:pt x="21925" y="22518"/>
                  </a:lnTo>
                  <a:lnTo>
                    <a:pt x="21826" y="22399"/>
                  </a:lnTo>
                  <a:lnTo>
                    <a:pt x="21826" y="22419"/>
                  </a:lnTo>
                  <a:lnTo>
                    <a:pt x="21806" y="22439"/>
                  </a:lnTo>
                  <a:lnTo>
                    <a:pt x="21767" y="22459"/>
                  </a:lnTo>
                  <a:lnTo>
                    <a:pt x="21767" y="22478"/>
                  </a:lnTo>
                  <a:lnTo>
                    <a:pt x="21767" y="22498"/>
                  </a:lnTo>
                  <a:lnTo>
                    <a:pt x="21866" y="22538"/>
                  </a:lnTo>
                  <a:lnTo>
                    <a:pt x="21806" y="22557"/>
                  </a:lnTo>
                  <a:lnTo>
                    <a:pt x="21747" y="22538"/>
                  </a:lnTo>
                  <a:lnTo>
                    <a:pt x="21609" y="22439"/>
                  </a:lnTo>
                  <a:lnTo>
                    <a:pt x="21510" y="22340"/>
                  </a:lnTo>
                  <a:lnTo>
                    <a:pt x="21451" y="22320"/>
                  </a:lnTo>
                  <a:lnTo>
                    <a:pt x="21431" y="22320"/>
                  </a:lnTo>
                  <a:lnTo>
                    <a:pt x="21431" y="22281"/>
                  </a:lnTo>
                  <a:lnTo>
                    <a:pt x="21411" y="22222"/>
                  </a:lnTo>
                  <a:lnTo>
                    <a:pt x="21372" y="22162"/>
                  </a:lnTo>
                  <a:lnTo>
                    <a:pt x="21313" y="22083"/>
                  </a:lnTo>
                  <a:lnTo>
                    <a:pt x="21174" y="21945"/>
                  </a:lnTo>
                  <a:lnTo>
                    <a:pt x="21115" y="21866"/>
                  </a:lnTo>
                  <a:lnTo>
                    <a:pt x="21095" y="21787"/>
                  </a:lnTo>
                  <a:lnTo>
                    <a:pt x="21016" y="21846"/>
                  </a:lnTo>
                  <a:lnTo>
                    <a:pt x="21016" y="21886"/>
                  </a:lnTo>
                  <a:lnTo>
                    <a:pt x="21016" y="21906"/>
                  </a:lnTo>
                  <a:lnTo>
                    <a:pt x="21056" y="21965"/>
                  </a:lnTo>
                  <a:lnTo>
                    <a:pt x="21135" y="22004"/>
                  </a:lnTo>
                  <a:lnTo>
                    <a:pt x="21194" y="22044"/>
                  </a:lnTo>
                  <a:lnTo>
                    <a:pt x="21253" y="22103"/>
                  </a:lnTo>
                  <a:lnTo>
                    <a:pt x="21273" y="22123"/>
                  </a:lnTo>
                  <a:lnTo>
                    <a:pt x="21273" y="22162"/>
                  </a:lnTo>
                  <a:lnTo>
                    <a:pt x="21273" y="22202"/>
                  </a:lnTo>
                  <a:lnTo>
                    <a:pt x="21253" y="22241"/>
                  </a:lnTo>
                  <a:lnTo>
                    <a:pt x="21135" y="22162"/>
                  </a:lnTo>
                  <a:lnTo>
                    <a:pt x="21036" y="22064"/>
                  </a:lnTo>
                  <a:lnTo>
                    <a:pt x="20917" y="21925"/>
                  </a:lnTo>
                  <a:lnTo>
                    <a:pt x="20858" y="21846"/>
                  </a:lnTo>
                  <a:lnTo>
                    <a:pt x="20819" y="21767"/>
                  </a:lnTo>
                  <a:lnTo>
                    <a:pt x="20700" y="21590"/>
                  </a:lnTo>
                  <a:lnTo>
                    <a:pt x="20700" y="21570"/>
                  </a:lnTo>
                  <a:lnTo>
                    <a:pt x="20680" y="21530"/>
                  </a:lnTo>
                  <a:lnTo>
                    <a:pt x="20641" y="21432"/>
                  </a:lnTo>
                  <a:lnTo>
                    <a:pt x="20582" y="21254"/>
                  </a:lnTo>
                  <a:lnTo>
                    <a:pt x="20522" y="21096"/>
                  </a:lnTo>
                  <a:lnTo>
                    <a:pt x="20463" y="20918"/>
                  </a:lnTo>
                  <a:lnTo>
                    <a:pt x="20404" y="20740"/>
                  </a:lnTo>
                  <a:lnTo>
                    <a:pt x="20345" y="20562"/>
                  </a:lnTo>
                  <a:lnTo>
                    <a:pt x="20325" y="20306"/>
                  </a:lnTo>
                  <a:lnTo>
                    <a:pt x="20345" y="20167"/>
                  </a:lnTo>
                  <a:lnTo>
                    <a:pt x="20364" y="20128"/>
                  </a:lnTo>
                  <a:lnTo>
                    <a:pt x="20384" y="20148"/>
                  </a:lnTo>
                  <a:lnTo>
                    <a:pt x="20463" y="20227"/>
                  </a:lnTo>
                  <a:lnTo>
                    <a:pt x="20503" y="20227"/>
                  </a:lnTo>
                  <a:lnTo>
                    <a:pt x="20522" y="20207"/>
                  </a:lnTo>
                  <a:lnTo>
                    <a:pt x="20542" y="20167"/>
                  </a:lnTo>
                  <a:lnTo>
                    <a:pt x="20661" y="20681"/>
                  </a:lnTo>
                  <a:lnTo>
                    <a:pt x="20700" y="20898"/>
                  </a:lnTo>
                  <a:lnTo>
                    <a:pt x="20740" y="21056"/>
                  </a:lnTo>
                  <a:lnTo>
                    <a:pt x="20819" y="21392"/>
                  </a:lnTo>
                  <a:lnTo>
                    <a:pt x="20858" y="21530"/>
                  </a:lnTo>
                  <a:lnTo>
                    <a:pt x="20898" y="21570"/>
                  </a:lnTo>
                  <a:lnTo>
                    <a:pt x="20937" y="21609"/>
                  </a:lnTo>
                  <a:lnTo>
                    <a:pt x="20898" y="21511"/>
                  </a:lnTo>
                  <a:lnTo>
                    <a:pt x="20878" y="21471"/>
                  </a:lnTo>
                  <a:lnTo>
                    <a:pt x="20858" y="21432"/>
                  </a:lnTo>
                  <a:lnTo>
                    <a:pt x="20838" y="21293"/>
                  </a:lnTo>
                  <a:lnTo>
                    <a:pt x="20759" y="21036"/>
                  </a:lnTo>
                  <a:lnTo>
                    <a:pt x="20720" y="20918"/>
                  </a:lnTo>
                  <a:lnTo>
                    <a:pt x="20700" y="20760"/>
                  </a:lnTo>
                  <a:lnTo>
                    <a:pt x="20562" y="20167"/>
                  </a:lnTo>
                  <a:lnTo>
                    <a:pt x="20463" y="19674"/>
                  </a:lnTo>
                  <a:lnTo>
                    <a:pt x="20364" y="19674"/>
                  </a:lnTo>
                  <a:lnTo>
                    <a:pt x="20246" y="19693"/>
                  </a:lnTo>
                  <a:lnTo>
                    <a:pt x="20068" y="19753"/>
                  </a:lnTo>
                  <a:lnTo>
                    <a:pt x="19792" y="19772"/>
                  </a:lnTo>
                  <a:lnTo>
                    <a:pt x="19594" y="19753"/>
                  </a:lnTo>
                  <a:lnTo>
                    <a:pt x="19416" y="19713"/>
                  </a:lnTo>
                  <a:lnTo>
                    <a:pt x="19239" y="19674"/>
                  </a:lnTo>
                  <a:lnTo>
                    <a:pt x="19041" y="19634"/>
                  </a:lnTo>
                  <a:lnTo>
                    <a:pt x="18824" y="19595"/>
                  </a:lnTo>
                  <a:lnTo>
                    <a:pt x="18527" y="19575"/>
                  </a:lnTo>
                  <a:lnTo>
                    <a:pt x="18448" y="19595"/>
                  </a:lnTo>
                  <a:lnTo>
                    <a:pt x="18409" y="19575"/>
                  </a:lnTo>
                  <a:lnTo>
                    <a:pt x="18310" y="19595"/>
                  </a:lnTo>
                  <a:lnTo>
                    <a:pt x="18350" y="19654"/>
                  </a:lnTo>
                  <a:lnTo>
                    <a:pt x="18369" y="19713"/>
                  </a:lnTo>
                  <a:lnTo>
                    <a:pt x="18429" y="19753"/>
                  </a:lnTo>
                  <a:lnTo>
                    <a:pt x="18606" y="19772"/>
                  </a:lnTo>
                  <a:lnTo>
                    <a:pt x="18508" y="19792"/>
                  </a:lnTo>
                  <a:lnTo>
                    <a:pt x="18409" y="19792"/>
                  </a:lnTo>
                  <a:lnTo>
                    <a:pt x="18290" y="19772"/>
                  </a:lnTo>
                  <a:lnTo>
                    <a:pt x="18053" y="19753"/>
                  </a:lnTo>
                  <a:lnTo>
                    <a:pt x="18034" y="19772"/>
                  </a:lnTo>
                  <a:lnTo>
                    <a:pt x="18034" y="19792"/>
                  </a:lnTo>
                  <a:lnTo>
                    <a:pt x="18093" y="19832"/>
                  </a:lnTo>
                  <a:lnTo>
                    <a:pt x="18132" y="19851"/>
                  </a:lnTo>
                  <a:lnTo>
                    <a:pt x="18132" y="19871"/>
                  </a:lnTo>
                  <a:lnTo>
                    <a:pt x="18113" y="19891"/>
                  </a:lnTo>
                  <a:lnTo>
                    <a:pt x="18053" y="19891"/>
                  </a:lnTo>
                  <a:lnTo>
                    <a:pt x="17915" y="19851"/>
                  </a:lnTo>
                  <a:lnTo>
                    <a:pt x="17856" y="19812"/>
                  </a:lnTo>
                  <a:lnTo>
                    <a:pt x="17856" y="19792"/>
                  </a:lnTo>
                  <a:lnTo>
                    <a:pt x="17856" y="19753"/>
                  </a:lnTo>
                  <a:lnTo>
                    <a:pt x="17737" y="19753"/>
                  </a:lnTo>
                  <a:lnTo>
                    <a:pt x="17619" y="19713"/>
                  </a:lnTo>
                  <a:lnTo>
                    <a:pt x="17540" y="19674"/>
                  </a:lnTo>
                  <a:lnTo>
                    <a:pt x="17500" y="19614"/>
                  </a:lnTo>
                  <a:lnTo>
                    <a:pt x="17441" y="19575"/>
                  </a:lnTo>
                  <a:lnTo>
                    <a:pt x="17382" y="19535"/>
                  </a:lnTo>
                  <a:lnTo>
                    <a:pt x="17283" y="19535"/>
                  </a:lnTo>
                  <a:lnTo>
                    <a:pt x="17125" y="19555"/>
                  </a:lnTo>
                  <a:lnTo>
                    <a:pt x="17165" y="19575"/>
                  </a:lnTo>
                  <a:lnTo>
                    <a:pt x="17224" y="19595"/>
                  </a:lnTo>
                  <a:lnTo>
                    <a:pt x="17283" y="19595"/>
                  </a:lnTo>
                  <a:lnTo>
                    <a:pt x="17362" y="19634"/>
                  </a:lnTo>
                  <a:lnTo>
                    <a:pt x="17362" y="19654"/>
                  </a:lnTo>
                  <a:lnTo>
                    <a:pt x="17342" y="19693"/>
                  </a:lnTo>
                  <a:lnTo>
                    <a:pt x="17303" y="19713"/>
                  </a:lnTo>
                  <a:lnTo>
                    <a:pt x="17244" y="19753"/>
                  </a:lnTo>
                  <a:lnTo>
                    <a:pt x="17086" y="19772"/>
                  </a:lnTo>
                  <a:lnTo>
                    <a:pt x="16908" y="19772"/>
                  </a:lnTo>
                  <a:lnTo>
                    <a:pt x="16928" y="19753"/>
                  </a:lnTo>
                  <a:lnTo>
                    <a:pt x="16908" y="19733"/>
                  </a:lnTo>
                  <a:lnTo>
                    <a:pt x="16849" y="19693"/>
                  </a:lnTo>
                  <a:lnTo>
                    <a:pt x="16730" y="19674"/>
                  </a:lnTo>
                  <a:lnTo>
                    <a:pt x="16631" y="19634"/>
                  </a:lnTo>
                  <a:lnTo>
                    <a:pt x="16631" y="19595"/>
                  </a:lnTo>
                  <a:lnTo>
                    <a:pt x="16651" y="19575"/>
                  </a:lnTo>
                  <a:lnTo>
                    <a:pt x="16789" y="19614"/>
                  </a:lnTo>
                  <a:lnTo>
                    <a:pt x="16947" y="19654"/>
                  </a:lnTo>
                  <a:lnTo>
                    <a:pt x="17007" y="19654"/>
                  </a:lnTo>
                  <a:lnTo>
                    <a:pt x="17066" y="19634"/>
                  </a:lnTo>
                  <a:lnTo>
                    <a:pt x="16710" y="19516"/>
                  </a:lnTo>
                  <a:lnTo>
                    <a:pt x="16770" y="19555"/>
                  </a:lnTo>
                  <a:lnTo>
                    <a:pt x="16335" y="19535"/>
                  </a:lnTo>
                  <a:lnTo>
                    <a:pt x="16335" y="19535"/>
                  </a:lnTo>
                  <a:lnTo>
                    <a:pt x="16414" y="19555"/>
                  </a:lnTo>
                  <a:lnTo>
                    <a:pt x="16473" y="19595"/>
                  </a:lnTo>
                  <a:lnTo>
                    <a:pt x="16473" y="19614"/>
                  </a:lnTo>
                  <a:lnTo>
                    <a:pt x="16473" y="19654"/>
                  </a:lnTo>
                  <a:lnTo>
                    <a:pt x="16434" y="19674"/>
                  </a:lnTo>
                  <a:lnTo>
                    <a:pt x="16394" y="19693"/>
                  </a:lnTo>
                  <a:lnTo>
                    <a:pt x="16276" y="19693"/>
                  </a:lnTo>
                  <a:lnTo>
                    <a:pt x="16078" y="19595"/>
                  </a:lnTo>
                  <a:lnTo>
                    <a:pt x="15920" y="19476"/>
                  </a:lnTo>
                  <a:lnTo>
                    <a:pt x="15861" y="19437"/>
                  </a:lnTo>
                  <a:lnTo>
                    <a:pt x="15841" y="19377"/>
                  </a:lnTo>
                  <a:lnTo>
                    <a:pt x="15821" y="19338"/>
                  </a:lnTo>
                  <a:lnTo>
                    <a:pt x="15841" y="19279"/>
                  </a:lnTo>
                  <a:lnTo>
                    <a:pt x="15841" y="19279"/>
                  </a:lnTo>
                  <a:lnTo>
                    <a:pt x="15802" y="19318"/>
                  </a:lnTo>
                  <a:lnTo>
                    <a:pt x="15663" y="19318"/>
                  </a:lnTo>
                  <a:lnTo>
                    <a:pt x="15565" y="19279"/>
                  </a:lnTo>
                  <a:lnTo>
                    <a:pt x="15367" y="19200"/>
                  </a:lnTo>
                  <a:lnTo>
                    <a:pt x="15170" y="19101"/>
                  </a:lnTo>
                  <a:lnTo>
                    <a:pt x="15170" y="19101"/>
                  </a:lnTo>
                  <a:lnTo>
                    <a:pt x="15249" y="19160"/>
                  </a:lnTo>
                  <a:lnTo>
                    <a:pt x="15268" y="19219"/>
                  </a:lnTo>
                  <a:lnTo>
                    <a:pt x="15268" y="19239"/>
                  </a:lnTo>
                  <a:lnTo>
                    <a:pt x="15150" y="19239"/>
                  </a:lnTo>
                  <a:lnTo>
                    <a:pt x="15051" y="19219"/>
                  </a:lnTo>
                  <a:lnTo>
                    <a:pt x="14913" y="19042"/>
                  </a:lnTo>
                  <a:lnTo>
                    <a:pt x="14775" y="18864"/>
                  </a:lnTo>
                  <a:lnTo>
                    <a:pt x="14873" y="18923"/>
                  </a:lnTo>
                  <a:lnTo>
                    <a:pt x="14952" y="18923"/>
                  </a:lnTo>
                  <a:lnTo>
                    <a:pt x="14952" y="18903"/>
                  </a:lnTo>
                  <a:lnTo>
                    <a:pt x="14933" y="18864"/>
                  </a:lnTo>
                  <a:lnTo>
                    <a:pt x="14873" y="18745"/>
                  </a:lnTo>
                  <a:lnTo>
                    <a:pt x="14873" y="18706"/>
                  </a:lnTo>
                  <a:lnTo>
                    <a:pt x="14893" y="18686"/>
                  </a:lnTo>
                  <a:lnTo>
                    <a:pt x="15051" y="18686"/>
                  </a:lnTo>
                  <a:lnTo>
                    <a:pt x="15110" y="18725"/>
                  </a:lnTo>
                  <a:lnTo>
                    <a:pt x="15189" y="18765"/>
                  </a:lnTo>
                  <a:lnTo>
                    <a:pt x="15466" y="18982"/>
                  </a:lnTo>
                  <a:lnTo>
                    <a:pt x="15367" y="18844"/>
                  </a:lnTo>
                  <a:lnTo>
                    <a:pt x="15249" y="18765"/>
                  </a:lnTo>
                  <a:lnTo>
                    <a:pt x="15150" y="18706"/>
                  </a:lnTo>
                  <a:lnTo>
                    <a:pt x="15031" y="18666"/>
                  </a:lnTo>
                  <a:lnTo>
                    <a:pt x="14913" y="18627"/>
                  </a:lnTo>
                  <a:lnTo>
                    <a:pt x="14814" y="18587"/>
                  </a:lnTo>
                  <a:lnTo>
                    <a:pt x="14696" y="18508"/>
                  </a:lnTo>
                  <a:lnTo>
                    <a:pt x="14656" y="18469"/>
                  </a:lnTo>
                  <a:lnTo>
                    <a:pt x="14617" y="18409"/>
                  </a:lnTo>
                  <a:lnTo>
                    <a:pt x="14656" y="18370"/>
                  </a:lnTo>
                  <a:lnTo>
                    <a:pt x="14696" y="18350"/>
                  </a:lnTo>
                  <a:lnTo>
                    <a:pt x="14775" y="18370"/>
                  </a:lnTo>
                  <a:lnTo>
                    <a:pt x="14854" y="18429"/>
                  </a:lnTo>
                  <a:lnTo>
                    <a:pt x="14834" y="18409"/>
                  </a:lnTo>
                  <a:lnTo>
                    <a:pt x="14794" y="18370"/>
                  </a:lnTo>
                  <a:lnTo>
                    <a:pt x="14656" y="18311"/>
                  </a:lnTo>
                  <a:lnTo>
                    <a:pt x="14498" y="18212"/>
                  </a:lnTo>
                  <a:lnTo>
                    <a:pt x="14419" y="18153"/>
                  </a:lnTo>
                  <a:lnTo>
                    <a:pt x="14360" y="18054"/>
                  </a:lnTo>
                  <a:lnTo>
                    <a:pt x="14360" y="18133"/>
                  </a:lnTo>
                  <a:lnTo>
                    <a:pt x="14360" y="18212"/>
                  </a:lnTo>
                  <a:lnTo>
                    <a:pt x="14340" y="18251"/>
                  </a:lnTo>
                  <a:lnTo>
                    <a:pt x="14301" y="18251"/>
                  </a:lnTo>
                  <a:lnTo>
                    <a:pt x="14241" y="18232"/>
                  </a:lnTo>
                  <a:lnTo>
                    <a:pt x="14162" y="18192"/>
                  </a:lnTo>
                  <a:lnTo>
                    <a:pt x="14064" y="17975"/>
                  </a:lnTo>
                  <a:lnTo>
                    <a:pt x="13925" y="17758"/>
                  </a:lnTo>
                  <a:lnTo>
                    <a:pt x="13787" y="17639"/>
                  </a:lnTo>
                  <a:lnTo>
                    <a:pt x="13668" y="17560"/>
                  </a:lnTo>
                  <a:lnTo>
                    <a:pt x="13550" y="17560"/>
                  </a:lnTo>
                  <a:lnTo>
                    <a:pt x="13491" y="17580"/>
                  </a:lnTo>
                  <a:lnTo>
                    <a:pt x="13313" y="17580"/>
                  </a:lnTo>
                  <a:lnTo>
                    <a:pt x="13155" y="17521"/>
                  </a:lnTo>
                  <a:lnTo>
                    <a:pt x="13293" y="17659"/>
                  </a:lnTo>
                  <a:lnTo>
                    <a:pt x="13412" y="17797"/>
                  </a:lnTo>
                  <a:lnTo>
                    <a:pt x="13372" y="17817"/>
                  </a:lnTo>
                  <a:lnTo>
                    <a:pt x="13333" y="17817"/>
                  </a:lnTo>
                  <a:lnTo>
                    <a:pt x="13254" y="17777"/>
                  </a:lnTo>
                  <a:lnTo>
                    <a:pt x="13056" y="17679"/>
                  </a:lnTo>
                  <a:lnTo>
                    <a:pt x="12938" y="17639"/>
                  </a:lnTo>
                  <a:lnTo>
                    <a:pt x="12859" y="17600"/>
                  </a:lnTo>
                  <a:lnTo>
                    <a:pt x="12760" y="17600"/>
                  </a:lnTo>
                  <a:lnTo>
                    <a:pt x="12740" y="17639"/>
                  </a:lnTo>
                  <a:lnTo>
                    <a:pt x="12918" y="17698"/>
                  </a:lnTo>
                  <a:lnTo>
                    <a:pt x="13096" y="17738"/>
                  </a:lnTo>
                  <a:lnTo>
                    <a:pt x="13273" y="17817"/>
                  </a:lnTo>
                  <a:lnTo>
                    <a:pt x="13372" y="17856"/>
                  </a:lnTo>
                  <a:lnTo>
                    <a:pt x="13451" y="17935"/>
                  </a:lnTo>
                  <a:lnTo>
                    <a:pt x="13431" y="17995"/>
                  </a:lnTo>
                  <a:lnTo>
                    <a:pt x="13392" y="17995"/>
                  </a:lnTo>
                  <a:lnTo>
                    <a:pt x="13333" y="17975"/>
                  </a:lnTo>
                  <a:lnTo>
                    <a:pt x="13234" y="17916"/>
                  </a:lnTo>
                  <a:lnTo>
                    <a:pt x="13036" y="17837"/>
                  </a:lnTo>
                  <a:lnTo>
                    <a:pt x="12957" y="17797"/>
                  </a:lnTo>
                  <a:lnTo>
                    <a:pt x="12878" y="17797"/>
                  </a:lnTo>
                  <a:lnTo>
                    <a:pt x="12582" y="17619"/>
                  </a:lnTo>
                  <a:lnTo>
                    <a:pt x="12424" y="17540"/>
                  </a:lnTo>
                  <a:lnTo>
                    <a:pt x="12108" y="17323"/>
                  </a:lnTo>
                  <a:lnTo>
                    <a:pt x="12128" y="17284"/>
                  </a:lnTo>
                  <a:lnTo>
                    <a:pt x="12167" y="17244"/>
                  </a:lnTo>
                  <a:lnTo>
                    <a:pt x="12246" y="17205"/>
                  </a:lnTo>
                  <a:lnTo>
                    <a:pt x="12365" y="17165"/>
                  </a:lnTo>
                  <a:lnTo>
                    <a:pt x="12503" y="17145"/>
                  </a:lnTo>
                  <a:lnTo>
                    <a:pt x="12641" y="17126"/>
                  </a:lnTo>
                  <a:lnTo>
                    <a:pt x="12760" y="17086"/>
                  </a:lnTo>
                  <a:lnTo>
                    <a:pt x="12799" y="17066"/>
                  </a:lnTo>
                  <a:lnTo>
                    <a:pt x="12859" y="17027"/>
                  </a:lnTo>
                  <a:lnTo>
                    <a:pt x="12878" y="16987"/>
                  </a:lnTo>
                  <a:lnTo>
                    <a:pt x="12878" y="16928"/>
                  </a:lnTo>
                  <a:lnTo>
                    <a:pt x="12424" y="16810"/>
                  </a:lnTo>
                  <a:lnTo>
                    <a:pt x="12029" y="16731"/>
                  </a:lnTo>
                  <a:lnTo>
                    <a:pt x="11891" y="16671"/>
                  </a:lnTo>
                  <a:lnTo>
                    <a:pt x="11753" y="16612"/>
                  </a:lnTo>
                  <a:lnTo>
                    <a:pt x="11634" y="16533"/>
                  </a:lnTo>
                  <a:lnTo>
                    <a:pt x="11535" y="16454"/>
                  </a:lnTo>
                  <a:lnTo>
                    <a:pt x="11417" y="16434"/>
                  </a:lnTo>
                  <a:lnTo>
                    <a:pt x="11318" y="16415"/>
                  </a:lnTo>
                  <a:lnTo>
                    <a:pt x="11239" y="16434"/>
                  </a:lnTo>
                  <a:lnTo>
                    <a:pt x="11180" y="16454"/>
                  </a:lnTo>
                  <a:lnTo>
                    <a:pt x="11140" y="16494"/>
                  </a:lnTo>
                  <a:lnTo>
                    <a:pt x="11101" y="16553"/>
                  </a:lnTo>
                  <a:lnTo>
                    <a:pt x="11081" y="16652"/>
                  </a:lnTo>
                  <a:lnTo>
                    <a:pt x="10982" y="16612"/>
                  </a:lnTo>
                  <a:lnTo>
                    <a:pt x="10903" y="16553"/>
                  </a:lnTo>
                  <a:lnTo>
                    <a:pt x="10785" y="16434"/>
                  </a:lnTo>
                  <a:lnTo>
                    <a:pt x="10785" y="16434"/>
                  </a:lnTo>
                  <a:lnTo>
                    <a:pt x="10982" y="16474"/>
                  </a:lnTo>
                  <a:lnTo>
                    <a:pt x="10666" y="16335"/>
                  </a:lnTo>
                  <a:lnTo>
                    <a:pt x="10370" y="16177"/>
                  </a:lnTo>
                  <a:lnTo>
                    <a:pt x="10074" y="16000"/>
                  </a:lnTo>
                  <a:lnTo>
                    <a:pt x="9738" y="15763"/>
                  </a:lnTo>
                  <a:lnTo>
                    <a:pt x="9639" y="15723"/>
                  </a:lnTo>
                  <a:lnTo>
                    <a:pt x="9560" y="15703"/>
                  </a:lnTo>
                  <a:lnTo>
                    <a:pt x="9521" y="15723"/>
                  </a:lnTo>
                  <a:lnTo>
                    <a:pt x="9481" y="15743"/>
                  </a:lnTo>
                  <a:lnTo>
                    <a:pt x="9461" y="15782"/>
                  </a:lnTo>
                  <a:lnTo>
                    <a:pt x="9461" y="15822"/>
                  </a:lnTo>
                  <a:lnTo>
                    <a:pt x="9461" y="15940"/>
                  </a:lnTo>
                  <a:lnTo>
                    <a:pt x="9145" y="15743"/>
                  </a:lnTo>
                  <a:lnTo>
                    <a:pt x="9185" y="15802"/>
                  </a:lnTo>
                  <a:lnTo>
                    <a:pt x="9106" y="15822"/>
                  </a:lnTo>
                  <a:lnTo>
                    <a:pt x="9046" y="15802"/>
                  </a:lnTo>
                  <a:lnTo>
                    <a:pt x="8967" y="15782"/>
                  </a:lnTo>
                  <a:lnTo>
                    <a:pt x="8888" y="15723"/>
                  </a:lnTo>
                  <a:lnTo>
                    <a:pt x="8730" y="15624"/>
                  </a:lnTo>
                  <a:lnTo>
                    <a:pt x="8592" y="15506"/>
                  </a:lnTo>
                  <a:lnTo>
                    <a:pt x="8592" y="15486"/>
                  </a:lnTo>
                  <a:lnTo>
                    <a:pt x="8770" y="15486"/>
                  </a:lnTo>
                  <a:lnTo>
                    <a:pt x="8632" y="15348"/>
                  </a:lnTo>
                  <a:lnTo>
                    <a:pt x="8474" y="15249"/>
                  </a:lnTo>
                  <a:lnTo>
                    <a:pt x="8296" y="15150"/>
                  </a:lnTo>
                  <a:lnTo>
                    <a:pt x="8158" y="15091"/>
                  </a:lnTo>
                  <a:lnTo>
                    <a:pt x="8217" y="15052"/>
                  </a:lnTo>
                  <a:lnTo>
                    <a:pt x="8375" y="15052"/>
                  </a:lnTo>
                  <a:lnTo>
                    <a:pt x="8434" y="15091"/>
                  </a:lnTo>
                  <a:lnTo>
                    <a:pt x="8513" y="15131"/>
                  </a:lnTo>
                  <a:lnTo>
                    <a:pt x="8592" y="15190"/>
                  </a:lnTo>
                  <a:lnTo>
                    <a:pt x="8592" y="15210"/>
                  </a:lnTo>
                  <a:lnTo>
                    <a:pt x="8592" y="15249"/>
                  </a:lnTo>
                  <a:lnTo>
                    <a:pt x="8987" y="15427"/>
                  </a:lnTo>
                  <a:lnTo>
                    <a:pt x="8829" y="15348"/>
                  </a:lnTo>
                  <a:lnTo>
                    <a:pt x="8711" y="15249"/>
                  </a:lnTo>
                  <a:lnTo>
                    <a:pt x="8592" y="15150"/>
                  </a:lnTo>
                  <a:lnTo>
                    <a:pt x="8533" y="15071"/>
                  </a:lnTo>
                  <a:lnTo>
                    <a:pt x="8474" y="14973"/>
                  </a:lnTo>
                  <a:lnTo>
                    <a:pt x="8454" y="14894"/>
                  </a:lnTo>
                  <a:lnTo>
                    <a:pt x="8454" y="14834"/>
                  </a:lnTo>
                  <a:lnTo>
                    <a:pt x="8474" y="14775"/>
                  </a:lnTo>
                  <a:lnTo>
                    <a:pt x="8355" y="14736"/>
                  </a:lnTo>
                  <a:lnTo>
                    <a:pt x="8316" y="14736"/>
                  </a:lnTo>
                  <a:lnTo>
                    <a:pt x="8316" y="14795"/>
                  </a:lnTo>
                  <a:lnTo>
                    <a:pt x="8355" y="14854"/>
                  </a:lnTo>
                  <a:lnTo>
                    <a:pt x="8395" y="14894"/>
                  </a:lnTo>
                  <a:lnTo>
                    <a:pt x="8395" y="14933"/>
                  </a:lnTo>
                  <a:lnTo>
                    <a:pt x="8335" y="14933"/>
                  </a:lnTo>
                  <a:lnTo>
                    <a:pt x="8197" y="14854"/>
                  </a:lnTo>
                  <a:lnTo>
                    <a:pt x="8098" y="14736"/>
                  </a:lnTo>
                  <a:lnTo>
                    <a:pt x="8000" y="14617"/>
                  </a:lnTo>
                  <a:lnTo>
                    <a:pt x="7782" y="14439"/>
                  </a:lnTo>
                  <a:lnTo>
                    <a:pt x="7565" y="14281"/>
                  </a:lnTo>
                  <a:lnTo>
                    <a:pt x="7348" y="14143"/>
                  </a:lnTo>
                  <a:lnTo>
                    <a:pt x="7150" y="14005"/>
                  </a:lnTo>
                  <a:lnTo>
                    <a:pt x="6992" y="13866"/>
                  </a:lnTo>
                  <a:lnTo>
                    <a:pt x="6933" y="13787"/>
                  </a:lnTo>
                  <a:lnTo>
                    <a:pt x="6874" y="13708"/>
                  </a:lnTo>
                  <a:lnTo>
                    <a:pt x="6834" y="13610"/>
                  </a:lnTo>
                  <a:lnTo>
                    <a:pt x="6795" y="13491"/>
                  </a:lnTo>
                  <a:lnTo>
                    <a:pt x="6538" y="13412"/>
                  </a:lnTo>
                  <a:lnTo>
                    <a:pt x="6222" y="13294"/>
                  </a:lnTo>
                  <a:lnTo>
                    <a:pt x="5906" y="13136"/>
                  </a:lnTo>
                  <a:lnTo>
                    <a:pt x="5748" y="13037"/>
                  </a:lnTo>
                  <a:lnTo>
                    <a:pt x="5570" y="12938"/>
                  </a:lnTo>
                  <a:lnTo>
                    <a:pt x="5550" y="12958"/>
                  </a:lnTo>
                  <a:lnTo>
                    <a:pt x="5491" y="12958"/>
                  </a:lnTo>
                  <a:lnTo>
                    <a:pt x="5373" y="12899"/>
                  </a:lnTo>
                  <a:lnTo>
                    <a:pt x="5313" y="12879"/>
                  </a:lnTo>
                  <a:lnTo>
                    <a:pt x="5274" y="12859"/>
                  </a:lnTo>
                  <a:lnTo>
                    <a:pt x="5234" y="12859"/>
                  </a:lnTo>
                  <a:lnTo>
                    <a:pt x="5195" y="12899"/>
                  </a:lnTo>
                  <a:lnTo>
                    <a:pt x="5254" y="12978"/>
                  </a:lnTo>
                  <a:lnTo>
                    <a:pt x="5333" y="13057"/>
                  </a:lnTo>
                  <a:lnTo>
                    <a:pt x="5471" y="13175"/>
                  </a:lnTo>
                  <a:lnTo>
                    <a:pt x="5649" y="13254"/>
                  </a:lnTo>
                  <a:lnTo>
                    <a:pt x="5807" y="13333"/>
                  </a:lnTo>
                  <a:lnTo>
                    <a:pt x="5985" y="13412"/>
                  </a:lnTo>
                  <a:lnTo>
                    <a:pt x="6123" y="13491"/>
                  </a:lnTo>
                  <a:lnTo>
                    <a:pt x="6242" y="13590"/>
                  </a:lnTo>
                  <a:lnTo>
                    <a:pt x="6301" y="13669"/>
                  </a:lnTo>
                  <a:lnTo>
                    <a:pt x="6340" y="13748"/>
                  </a:lnTo>
                  <a:lnTo>
                    <a:pt x="6419" y="13768"/>
                  </a:lnTo>
                  <a:lnTo>
                    <a:pt x="6538" y="13768"/>
                  </a:lnTo>
                  <a:lnTo>
                    <a:pt x="6558" y="13748"/>
                  </a:lnTo>
                  <a:lnTo>
                    <a:pt x="6637" y="13708"/>
                  </a:lnTo>
                  <a:lnTo>
                    <a:pt x="6657" y="13689"/>
                  </a:lnTo>
                  <a:lnTo>
                    <a:pt x="6696" y="13689"/>
                  </a:lnTo>
                  <a:lnTo>
                    <a:pt x="6834" y="13768"/>
                  </a:lnTo>
                  <a:lnTo>
                    <a:pt x="6933" y="13866"/>
                  </a:lnTo>
                  <a:lnTo>
                    <a:pt x="7012" y="13945"/>
                  </a:lnTo>
                  <a:lnTo>
                    <a:pt x="7012" y="13985"/>
                  </a:lnTo>
                  <a:lnTo>
                    <a:pt x="7012" y="14005"/>
                  </a:lnTo>
                  <a:lnTo>
                    <a:pt x="6874" y="13965"/>
                  </a:lnTo>
                  <a:lnTo>
                    <a:pt x="6775" y="13945"/>
                  </a:lnTo>
                  <a:lnTo>
                    <a:pt x="6696" y="13965"/>
                  </a:lnTo>
                  <a:lnTo>
                    <a:pt x="6637" y="13985"/>
                  </a:lnTo>
                  <a:lnTo>
                    <a:pt x="6577" y="14005"/>
                  </a:lnTo>
                  <a:lnTo>
                    <a:pt x="6498" y="13985"/>
                  </a:lnTo>
                  <a:lnTo>
                    <a:pt x="6380" y="13945"/>
                  </a:lnTo>
                  <a:lnTo>
                    <a:pt x="6202" y="13847"/>
                  </a:lnTo>
                  <a:lnTo>
                    <a:pt x="6222" y="13906"/>
                  </a:lnTo>
                  <a:lnTo>
                    <a:pt x="6281" y="13965"/>
                  </a:lnTo>
                  <a:lnTo>
                    <a:pt x="6459" y="14123"/>
                  </a:lnTo>
                  <a:lnTo>
                    <a:pt x="6657" y="14262"/>
                  </a:lnTo>
                  <a:lnTo>
                    <a:pt x="6834" y="14400"/>
                  </a:lnTo>
                  <a:lnTo>
                    <a:pt x="6775" y="14420"/>
                  </a:lnTo>
                  <a:lnTo>
                    <a:pt x="6775" y="14479"/>
                  </a:lnTo>
                  <a:lnTo>
                    <a:pt x="6795" y="14538"/>
                  </a:lnTo>
                  <a:lnTo>
                    <a:pt x="6854" y="14637"/>
                  </a:lnTo>
                  <a:lnTo>
                    <a:pt x="6676" y="14617"/>
                  </a:lnTo>
                  <a:lnTo>
                    <a:pt x="6479" y="14558"/>
                  </a:lnTo>
                  <a:lnTo>
                    <a:pt x="6281" y="14499"/>
                  </a:lnTo>
                  <a:lnTo>
                    <a:pt x="6103" y="14459"/>
                  </a:lnTo>
                  <a:lnTo>
                    <a:pt x="6123" y="14459"/>
                  </a:lnTo>
                  <a:lnTo>
                    <a:pt x="6143" y="14439"/>
                  </a:lnTo>
                  <a:lnTo>
                    <a:pt x="6143" y="14400"/>
                  </a:lnTo>
                  <a:lnTo>
                    <a:pt x="6143" y="14380"/>
                  </a:lnTo>
                  <a:lnTo>
                    <a:pt x="6143" y="14360"/>
                  </a:lnTo>
                  <a:lnTo>
                    <a:pt x="6163" y="14360"/>
                  </a:lnTo>
                  <a:lnTo>
                    <a:pt x="5511" y="14123"/>
                  </a:lnTo>
                  <a:lnTo>
                    <a:pt x="5452" y="14005"/>
                  </a:lnTo>
                  <a:lnTo>
                    <a:pt x="5432" y="13906"/>
                  </a:lnTo>
                  <a:lnTo>
                    <a:pt x="5432" y="13886"/>
                  </a:lnTo>
                  <a:lnTo>
                    <a:pt x="5471" y="13847"/>
                  </a:lnTo>
                  <a:lnTo>
                    <a:pt x="5531" y="13847"/>
                  </a:lnTo>
                  <a:lnTo>
                    <a:pt x="5412" y="13748"/>
                  </a:lnTo>
                  <a:lnTo>
                    <a:pt x="5294" y="13649"/>
                  </a:lnTo>
                  <a:lnTo>
                    <a:pt x="5017" y="13471"/>
                  </a:lnTo>
                  <a:lnTo>
                    <a:pt x="4899" y="13392"/>
                  </a:lnTo>
                  <a:lnTo>
                    <a:pt x="4820" y="13313"/>
                  </a:lnTo>
                  <a:lnTo>
                    <a:pt x="4780" y="13254"/>
                  </a:lnTo>
                  <a:lnTo>
                    <a:pt x="4780" y="13215"/>
                  </a:lnTo>
                  <a:lnTo>
                    <a:pt x="4780" y="13195"/>
                  </a:lnTo>
                  <a:lnTo>
                    <a:pt x="4681" y="13116"/>
                  </a:lnTo>
                  <a:lnTo>
                    <a:pt x="4622" y="13096"/>
                  </a:lnTo>
                  <a:lnTo>
                    <a:pt x="4622" y="13136"/>
                  </a:lnTo>
                  <a:lnTo>
                    <a:pt x="4662" y="13195"/>
                  </a:lnTo>
                  <a:lnTo>
                    <a:pt x="4760" y="13333"/>
                  </a:lnTo>
                  <a:lnTo>
                    <a:pt x="4820" y="13392"/>
                  </a:lnTo>
                  <a:lnTo>
                    <a:pt x="4820" y="13447"/>
                  </a:lnTo>
                  <a:lnTo>
                    <a:pt x="5195" y="13728"/>
                  </a:lnTo>
                  <a:lnTo>
                    <a:pt x="5175" y="13748"/>
                  </a:lnTo>
                  <a:lnTo>
                    <a:pt x="5155" y="13768"/>
                  </a:lnTo>
                  <a:lnTo>
                    <a:pt x="5116" y="13768"/>
                  </a:lnTo>
                  <a:lnTo>
                    <a:pt x="5096" y="13748"/>
                  </a:lnTo>
                  <a:lnTo>
                    <a:pt x="5017" y="13689"/>
                  </a:lnTo>
                  <a:lnTo>
                    <a:pt x="4938" y="13629"/>
                  </a:lnTo>
                  <a:lnTo>
                    <a:pt x="4839" y="13531"/>
                  </a:lnTo>
                  <a:lnTo>
                    <a:pt x="4741" y="13471"/>
                  </a:lnTo>
                  <a:lnTo>
                    <a:pt x="4662" y="13432"/>
                  </a:lnTo>
                  <a:lnTo>
                    <a:pt x="4622" y="13432"/>
                  </a:lnTo>
                  <a:lnTo>
                    <a:pt x="4583" y="13452"/>
                  </a:lnTo>
                  <a:lnTo>
                    <a:pt x="4523" y="13491"/>
                  </a:lnTo>
                  <a:lnTo>
                    <a:pt x="4405" y="13491"/>
                  </a:lnTo>
                  <a:lnTo>
                    <a:pt x="4365" y="13471"/>
                  </a:lnTo>
                  <a:lnTo>
                    <a:pt x="4267" y="13373"/>
                  </a:lnTo>
                  <a:lnTo>
                    <a:pt x="4187" y="13234"/>
                  </a:lnTo>
                  <a:lnTo>
                    <a:pt x="4010" y="12938"/>
                  </a:lnTo>
                  <a:lnTo>
                    <a:pt x="3911" y="12800"/>
                  </a:lnTo>
                  <a:lnTo>
                    <a:pt x="3871" y="12741"/>
                  </a:lnTo>
                  <a:lnTo>
                    <a:pt x="3812" y="12701"/>
                  </a:lnTo>
                  <a:lnTo>
                    <a:pt x="4306" y="12741"/>
                  </a:lnTo>
                  <a:lnTo>
                    <a:pt x="4010" y="12563"/>
                  </a:lnTo>
                  <a:lnTo>
                    <a:pt x="4168" y="12563"/>
                  </a:lnTo>
                  <a:lnTo>
                    <a:pt x="4306" y="12543"/>
                  </a:lnTo>
                  <a:lnTo>
                    <a:pt x="4464" y="12523"/>
                  </a:lnTo>
                  <a:lnTo>
                    <a:pt x="4563" y="12543"/>
                  </a:lnTo>
                  <a:lnTo>
                    <a:pt x="4681" y="12563"/>
                  </a:lnTo>
                  <a:lnTo>
                    <a:pt x="4681" y="12563"/>
                  </a:lnTo>
                  <a:lnTo>
                    <a:pt x="4405" y="12306"/>
                  </a:lnTo>
                  <a:lnTo>
                    <a:pt x="4128" y="12010"/>
                  </a:lnTo>
                  <a:lnTo>
                    <a:pt x="3871" y="11733"/>
                  </a:lnTo>
                  <a:lnTo>
                    <a:pt x="3674" y="11536"/>
                  </a:lnTo>
                  <a:lnTo>
                    <a:pt x="3674" y="11437"/>
                  </a:lnTo>
                  <a:lnTo>
                    <a:pt x="3713" y="11358"/>
                  </a:lnTo>
                  <a:lnTo>
                    <a:pt x="3753" y="11299"/>
                  </a:lnTo>
                  <a:lnTo>
                    <a:pt x="3832" y="11259"/>
                  </a:lnTo>
                  <a:lnTo>
                    <a:pt x="3674" y="11160"/>
                  </a:lnTo>
                  <a:lnTo>
                    <a:pt x="3575" y="11062"/>
                  </a:lnTo>
                  <a:lnTo>
                    <a:pt x="3496" y="10943"/>
                  </a:lnTo>
                  <a:lnTo>
                    <a:pt x="3437" y="10825"/>
                  </a:lnTo>
                  <a:lnTo>
                    <a:pt x="3358" y="10588"/>
                  </a:lnTo>
                  <a:lnTo>
                    <a:pt x="3318" y="10469"/>
                  </a:lnTo>
                  <a:lnTo>
                    <a:pt x="3239" y="10351"/>
                  </a:lnTo>
                  <a:lnTo>
                    <a:pt x="3160" y="10272"/>
                  </a:lnTo>
                  <a:lnTo>
                    <a:pt x="3141" y="10272"/>
                  </a:lnTo>
                  <a:lnTo>
                    <a:pt x="3121" y="10291"/>
                  </a:lnTo>
                  <a:lnTo>
                    <a:pt x="3121" y="10351"/>
                  </a:lnTo>
                  <a:lnTo>
                    <a:pt x="3141" y="10430"/>
                  </a:lnTo>
                  <a:lnTo>
                    <a:pt x="3160" y="10528"/>
                  </a:lnTo>
                  <a:lnTo>
                    <a:pt x="3160" y="10588"/>
                  </a:lnTo>
                  <a:lnTo>
                    <a:pt x="3160" y="10607"/>
                  </a:lnTo>
                  <a:lnTo>
                    <a:pt x="3141" y="10627"/>
                  </a:lnTo>
                  <a:lnTo>
                    <a:pt x="3101" y="10627"/>
                  </a:lnTo>
                  <a:lnTo>
                    <a:pt x="3062" y="10607"/>
                  </a:lnTo>
                  <a:lnTo>
                    <a:pt x="3062" y="10548"/>
                  </a:lnTo>
                  <a:lnTo>
                    <a:pt x="3022" y="10489"/>
                  </a:lnTo>
                  <a:lnTo>
                    <a:pt x="2963" y="10390"/>
                  </a:lnTo>
                  <a:lnTo>
                    <a:pt x="2805" y="10212"/>
                  </a:lnTo>
                  <a:lnTo>
                    <a:pt x="2844" y="10272"/>
                  </a:lnTo>
                  <a:lnTo>
                    <a:pt x="2884" y="10331"/>
                  </a:lnTo>
                  <a:lnTo>
                    <a:pt x="2983" y="10528"/>
                  </a:lnTo>
                  <a:lnTo>
                    <a:pt x="3220" y="11002"/>
                  </a:lnTo>
                  <a:lnTo>
                    <a:pt x="3220" y="11002"/>
                  </a:lnTo>
                  <a:lnTo>
                    <a:pt x="3160" y="10943"/>
                  </a:lnTo>
                  <a:lnTo>
                    <a:pt x="3121" y="10904"/>
                  </a:lnTo>
                  <a:lnTo>
                    <a:pt x="3081" y="10884"/>
                  </a:lnTo>
                  <a:lnTo>
                    <a:pt x="3042" y="10884"/>
                  </a:lnTo>
                  <a:lnTo>
                    <a:pt x="2963" y="10904"/>
                  </a:lnTo>
                  <a:lnTo>
                    <a:pt x="2884" y="10904"/>
                  </a:lnTo>
                  <a:lnTo>
                    <a:pt x="3101" y="11239"/>
                  </a:lnTo>
                  <a:lnTo>
                    <a:pt x="3042" y="11239"/>
                  </a:lnTo>
                  <a:lnTo>
                    <a:pt x="2983" y="11220"/>
                  </a:lnTo>
                  <a:lnTo>
                    <a:pt x="2923" y="11160"/>
                  </a:lnTo>
                  <a:lnTo>
                    <a:pt x="2864" y="11062"/>
                  </a:lnTo>
                  <a:lnTo>
                    <a:pt x="2746" y="10884"/>
                  </a:lnTo>
                  <a:lnTo>
                    <a:pt x="2686" y="10805"/>
                  </a:lnTo>
                  <a:lnTo>
                    <a:pt x="2627" y="10746"/>
                  </a:lnTo>
                  <a:lnTo>
                    <a:pt x="2726" y="10746"/>
                  </a:lnTo>
                  <a:lnTo>
                    <a:pt x="2805" y="10726"/>
                  </a:lnTo>
                  <a:lnTo>
                    <a:pt x="2864" y="10706"/>
                  </a:lnTo>
                  <a:lnTo>
                    <a:pt x="2983" y="10706"/>
                  </a:lnTo>
                  <a:lnTo>
                    <a:pt x="2805" y="10489"/>
                  </a:lnTo>
                  <a:lnTo>
                    <a:pt x="2627" y="10252"/>
                  </a:lnTo>
                  <a:lnTo>
                    <a:pt x="2568" y="10114"/>
                  </a:lnTo>
                  <a:lnTo>
                    <a:pt x="2509" y="9975"/>
                  </a:lnTo>
                  <a:lnTo>
                    <a:pt x="2469" y="9857"/>
                  </a:lnTo>
                  <a:lnTo>
                    <a:pt x="2449" y="9738"/>
                  </a:lnTo>
                  <a:lnTo>
                    <a:pt x="2449" y="9679"/>
                  </a:lnTo>
                  <a:lnTo>
                    <a:pt x="2469" y="9679"/>
                  </a:lnTo>
                  <a:lnTo>
                    <a:pt x="2528" y="9719"/>
                  </a:lnTo>
                  <a:lnTo>
                    <a:pt x="2588" y="9798"/>
                  </a:lnTo>
                  <a:lnTo>
                    <a:pt x="2667" y="9877"/>
                  </a:lnTo>
                  <a:lnTo>
                    <a:pt x="2667" y="9837"/>
                  </a:lnTo>
                  <a:lnTo>
                    <a:pt x="2667" y="9778"/>
                  </a:lnTo>
                  <a:lnTo>
                    <a:pt x="2588" y="9679"/>
                  </a:lnTo>
                  <a:lnTo>
                    <a:pt x="2528" y="9600"/>
                  </a:lnTo>
                  <a:lnTo>
                    <a:pt x="2528" y="9541"/>
                  </a:lnTo>
                  <a:lnTo>
                    <a:pt x="2548" y="9501"/>
                  </a:lnTo>
                  <a:lnTo>
                    <a:pt x="2588" y="9501"/>
                  </a:lnTo>
                  <a:lnTo>
                    <a:pt x="2607" y="9521"/>
                  </a:lnTo>
                  <a:lnTo>
                    <a:pt x="2647" y="9600"/>
                  </a:lnTo>
                  <a:lnTo>
                    <a:pt x="2686" y="9679"/>
                  </a:lnTo>
                  <a:lnTo>
                    <a:pt x="2726" y="9758"/>
                  </a:lnTo>
                  <a:lnTo>
                    <a:pt x="2627" y="9541"/>
                  </a:lnTo>
                  <a:lnTo>
                    <a:pt x="2548" y="9323"/>
                  </a:lnTo>
                  <a:lnTo>
                    <a:pt x="2469" y="9106"/>
                  </a:lnTo>
                  <a:lnTo>
                    <a:pt x="2410" y="8889"/>
                  </a:lnTo>
                  <a:lnTo>
                    <a:pt x="2430" y="8889"/>
                  </a:lnTo>
                  <a:lnTo>
                    <a:pt x="2449" y="8909"/>
                  </a:lnTo>
                  <a:lnTo>
                    <a:pt x="2509" y="8988"/>
                  </a:lnTo>
                  <a:lnTo>
                    <a:pt x="2548" y="9106"/>
                  </a:lnTo>
                  <a:lnTo>
                    <a:pt x="2588" y="9205"/>
                  </a:lnTo>
                  <a:lnTo>
                    <a:pt x="2548" y="9027"/>
                  </a:lnTo>
                  <a:lnTo>
                    <a:pt x="2469" y="8849"/>
                  </a:lnTo>
                  <a:lnTo>
                    <a:pt x="2351" y="8691"/>
                  </a:lnTo>
                  <a:lnTo>
                    <a:pt x="2153" y="8514"/>
                  </a:lnTo>
                  <a:lnTo>
                    <a:pt x="2153" y="8277"/>
                  </a:lnTo>
                  <a:lnTo>
                    <a:pt x="2173" y="8059"/>
                  </a:lnTo>
                  <a:lnTo>
                    <a:pt x="2193" y="7980"/>
                  </a:lnTo>
                  <a:lnTo>
                    <a:pt x="2232" y="7941"/>
                  </a:lnTo>
                  <a:lnTo>
                    <a:pt x="2272" y="7901"/>
                  </a:lnTo>
                  <a:lnTo>
                    <a:pt x="2311" y="7921"/>
                  </a:lnTo>
                  <a:lnTo>
                    <a:pt x="2252" y="7862"/>
                  </a:lnTo>
                  <a:lnTo>
                    <a:pt x="2212" y="7862"/>
                  </a:lnTo>
                  <a:lnTo>
                    <a:pt x="2173" y="7882"/>
                  </a:lnTo>
                  <a:lnTo>
                    <a:pt x="2133" y="7901"/>
                  </a:lnTo>
                  <a:lnTo>
                    <a:pt x="2114" y="7763"/>
                  </a:lnTo>
                  <a:lnTo>
                    <a:pt x="2094" y="7664"/>
                  </a:lnTo>
                  <a:lnTo>
                    <a:pt x="2054" y="7566"/>
                  </a:lnTo>
                  <a:lnTo>
                    <a:pt x="2015" y="7506"/>
                  </a:lnTo>
                  <a:lnTo>
                    <a:pt x="1916" y="7368"/>
                  </a:lnTo>
                  <a:lnTo>
                    <a:pt x="1896" y="7289"/>
                  </a:lnTo>
                  <a:lnTo>
                    <a:pt x="1896" y="7210"/>
                  </a:lnTo>
                  <a:lnTo>
                    <a:pt x="1758" y="7408"/>
                  </a:lnTo>
                  <a:lnTo>
                    <a:pt x="1798" y="7269"/>
                  </a:lnTo>
                  <a:lnTo>
                    <a:pt x="1798" y="7190"/>
                  </a:lnTo>
                  <a:lnTo>
                    <a:pt x="1758" y="7171"/>
                  </a:lnTo>
                  <a:lnTo>
                    <a:pt x="1718" y="7151"/>
                  </a:lnTo>
                  <a:lnTo>
                    <a:pt x="1679" y="7131"/>
                  </a:lnTo>
                  <a:lnTo>
                    <a:pt x="1659" y="7092"/>
                  </a:lnTo>
                  <a:lnTo>
                    <a:pt x="1639" y="7032"/>
                  </a:lnTo>
                  <a:lnTo>
                    <a:pt x="1679" y="6914"/>
                  </a:lnTo>
                  <a:lnTo>
                    <a:pt x="1778" y="6953"/>
                  </a:lnTo>
                  <a:lnTo>
                    <a:pt x="1877" y="6973"/>
                  </a:lnTo>
                  <a:lnTo>
                    <a:pt x="1975" y="6953"/>
                  </a:lnTo>
                  <a:lnTo>
                    <a:pt x="2094" y="6933"/>
                  </a:lnTo>
                  <a:lnTo>
                    <a:pt x="2054" y="6894"/>
                  </a:lnTo>
                  <a:lnTo>
                    <a:pt x="2035" y="6854"/>
                  </a:lnTo>
                  <a:lnTo>
                    <a:pt x="2054" y="6756"/>
                  </a:lnTo>
                  <a:lnTo>
                    <a:pt x="2094" y="6637"/>
                  </a:lnTo>
                  <a:lnTo>
                    <a:pt x="2133" y="6519"/>
                  </a:lnTo>
                  <a:lnTo>
                    <a:pt x="2094" y="6519"/>
                  </a:lnTo>
                  <a:lnTo>
                    <a:pt x="2074" y="6499"/>
                  </a:lnTo>
                  <a:lnTo>
                    <a:pt x="2035" y="6380"/>
                  </a:lnTo>
                  <a:lnTo>
                    <a:pt x="2035" y="6341"/>
                  </a:lnTo>
                  <a:lnTo>
                    <a:pt x="1995" y="6321"/>
                  </a:lnTo>
                  <a:lnTo>
                    <a:pt x="1975" y="6321"/>
                  </a:lnTo>
                  <a:lnTo>
                    <a:pt x="1916" y="6380"/>
                  </a:lnTo>
                  <a:lnTo>
                    <a:pt x="1916" y="6242"/>
                  </a:lnTo>
                  <a:lnTo>
                    <a:pt x="1936" y="6124"/>
                  </a:lnTo>
                  <a:lnTo>
                    <a:pt x="2015" y="5946"/>
                  </a:lnTo>
                  <a:lnTo>
                    <a:pt x="2074" y="5768"/>
                  </a:lnTo>
                  <a:lnTo>
                    <a:pt x="2094" y="5689"/>
                  </a:lnTo>
                  <a:lnTo>
                    <a:pt x="2094" y="5571"/>
                  </a:lnTo>
                  <a:lnTo>
                    <a:pt x="2054" y="5590"/>
                  </a:lnTo>
                  <a:lnTo>
                    <a:pt x="2035" y="5571"/>
                  </a:lnTo>
                  <a:lnTo>
                    <a:pt x="2035" y="5452"/>
                  </a:lnTo>
                  <a:lnTo>
                    <a:pt x="2035" y="5334"/>
                  </a:lnTo>
                  <a:lnTo>
                    <a:pt x="1995" y="5294"/>
                  </a:lnTo>
                  <a:lnTo>
                    <a:pt x="1956" y="5314"/>
                  </a:lnTo>
                  <a:lnTo>
                    <a:pt x="2035" y="5195"/>
                  </a:lnTo>
                  <a:lnTo>
                    <a:pt x="2094" y="5077"/>
                  </a:lnTo>
                  <a:lnTo>
                    <a:pt x="2173" y="4998"/>
                  </a:lnTo>
                  <a:lnTo>
                    <a:pt x="2252" y="4939"/>
                  </a:lnTo>
                  <a:lnTo>
                    <a:pt x="2311" y="4919"/>
                  </a:lnTo>
                  <a:lnTo>
                    <a:pt x="2370" y="4899"/>
                  </a:lnTo>
                  <a:lnTo>
                    <a:pt x="2430" y="4919"/>
                  </a:lnTo>
                  <a:lnTo>
                    <a:pt x="2449" y="4958"/>
                  </a:lnTo>
                  <a:lnTo>
                    <a:pt x="2331" y="5136"/>
                  </a:lnTo>
                  <a:lnTo>
                    <a:pt x="2311" y="5215"/>
                  </a:lnTo>
                  <a:lnTo>
                    <a:pt x="2311" y="5255"/>
                  </a:lnTo>
                  <a:lnTo>
                    <a:pt x="2351" y="5255"/>
                  </a:lnTo>
                  <a:lnTo>
                    <a:pt x="2489" y="4958"/>
                  </a:lnTo>
                  <a:lnTo>
                    <a:pt x="2647" y="4662"/>
                  </a:lnTo>
                  <a:lnTo>
                    <a:pt x="2864" y="4484"/>
                  </a:lnTo>
                  <a:lnTo>
                    <a:pt x="2983" y="4425"/>
                  </a:lnTo>
                  <a:lnTo>
                    <a:pt x="3081" y="4425"/>
                  </a:lnTo>
                  <a:lnTo>
                    <a:pt x="3101" y="4326"/>
                  </a:lnTo>
                  <a:lnTo>
                    <a:pt x="3141" y="4247"/>
                  </a:lnTo>
                  <a:lnTo>
                    <a:pt x="3220" y="4148"/>
                  </a:lnTo>
                  <a:lnTo>
                    <a:pt x="3299" y="4069"/>
                  </a:lnTo>
                  <a:lnTo>
                    <a:pt x="3378" y="3990"/>
                  </a:lnTo>
                  <a:lnTo>
                    <a:pt x="3437" y="3911"/>
                  </a:lnTo>
                  <a:lnTo>
                    <a:pt x="3476" y="3832"/>
                  </a:lnTo>
                  <a:lnTo>
                    <a:pt x="3476" y="3734"/>
                  </a:lnTo>
                  <a:lnTo>
                    <a:pt x="3457" y="3813"/>
                  </a:lnTo>
                  <a:lnTo>
                    <a:pt x="3417" y="3892"/>
                  </a:lnTo>
                  <a:lnTo>
                    <a:pt x="3378" y="3951"/>
                  </a:lnTo>
                  <a:lnTo>
                    <a:pt x="3318" y="3990"/>
                  </a:lnTo>
                  <a:lnTo>
                    <a:pt x="3220" y="4050"/>
                  </a:lnTo>
                  <a:lnTo>
                    <a:pt x="3141" y="4089"/>
                  </a:lnTo>
                  <a:lnTo>
                    <a:pt x="3180" y="3990"/>
                  </a:lnTo>
                  <a:lnTo>
                    <a:pt x="3141" y="4030"/>
                  </a:lnTo>
                  <a:lnTo>
                    <a:pt x="3101" y="3635"/>
                  </a:lnTo>
                  <a:lnTo>
                    <a:pt x="3042" y="3694"/>
                  </a:lnTo>
                  <a:lnTo>
                    <a:pt x="3002" y="3734"/>
                  </a:lnTo>
                  <a:lnTo>
                    <a:pt x="3002" y="3773"/>
                  </a:lnTo>
                  <a:lnTo>
                    <a:pt x="3022" y="3813"/>
                  </a:lnTo>
                  <a:lnTo>
                    <a:pt x="3042" y="3872"/>
                  </a:lnTo>
                  <a:lnTo>
                    <a:pt x="3062" y="3931"/>
                  </a:lnTo>
                  <a:lnTo>
                    <a:pt x="3022" y="4010"/>
                  </a:lnTo>
                  <a:lnTo>
                    <a:pt x="2963" y="4109"/>
                  </a:lnTo>
                  <a:lnTo>
                    <a:pt x="2904" y="4129"/>
                  </a:lnTo>
                  <a:lnTo>
                    <a:pt x="2864" y="4129"/>
                  </a:lnTo>
                  <a:lnTo>
                    <a:pt x="2825" y="4089"/>
                  </a:lnTo>
                  <a:lnTo>
                    <a:pt x="2825" y="4050"/>
                  </a:lnTo>
                  <a:lnTo>
                    <a:pt x="2825" y="3911"/>
                  </a:lnTo>
                  <a:lnTo>
                    <a:pt x="2864" y="3753"/>
                  </a:lnTo>
                  <a:lnTo>
                    <a:pt x="2904" y="3615"/>
                  </a:lnTo>
                  <a:lnTo>
                    <a:pt x="2923" y="3497"/>
                  </a:lnTo>
                  <a:lnTo>
                    <a:pt x="2923" y="3457"/>
                  </a:lnTo>
                  <a:lnTo>
                    <a:pt x="2904" y="3437"/>
                  </a:lnTo>
                  <a:lnTo>
                    <a:pt x="2864" y="3437"/>
                  </a:lnTo>
                  <a:lnTo>
                    <a:pt x="2805" y="3457"/>
                  </a:lnTo>
                  <a:lnTo>
                    <a:pt x="2746" y="3536"/>
                  </a:lnTo>
                  <a:lnTo>
                    <a:pt x="2706" y="3595"/>
                  </a:lnTo>
                  <a:lnTo>
                    <a:pt x="2686" y="3655"/>
                  </a:lnTo>
                  <a:lnTo>
                    <a:pt x="2686" y="3714"/>
                  </a:lnTo>
                  <a:lnTo>
                    <a:pt x="2726" y="3852"/>
                  </a:lnTo>
                  <a:lnTo>
                    <a:pt x="2726" y="3931"/>
                  </a:lnTo>
                  <a:lnTo>
                    <a:pt x="2706" y="4010"/>
                  </a:lnTo>
                  <a:lnTo>
                    <a:pt x="2706" y="4010"/>
                  </a:lnTo>
                  <a:lnTo>
                    <a:pt x="2746" y="3971"/>
                  </a:lnTo>
                  <a:lnTo>
                    <a:pt x="2746" y="3971"/>
                  </a:lnTo>
                  <a:lnTo>
                    <a:pt x="2528" y="4504"/>
                  </a:lnTo>
                  <a:lnTo>
                    <a:pt x="2489" y="4484"/>
                  </a:lnTo>
                  <a:lnTo>
                    <a:pt x="2489" y="4464"/>
                  </a:lnTo>
                  <a:lnTo>
                    <a:pt x="2469" y="4385"/>
                  </a:lnTo>
                  <a:lnTo>
                    <a:pt x="2469" y="4287"/>
                  </a:lnTo>
                  <a:lnTo>
                    <a:pt x="2232" y="4662"/>
                  </a:lnTo>
                  <a:lnTo>
                    <a:pt x="2035" y="4919"/>
                  </a:lnTo>
                  <a:lnTo>
                    <a:pt x="1837" y="5195"/>
                  </a:lnTo>
                  <a:lnTo>
                    <a:pt x="1718" y="5393"/>
                  </a:lnTo>
                  <a:lnTo>
                    <a:pt x="1600" y="5610"/>
                  </a:lnTo>
                  <a:lnTo>
                    <a:pt x="1679" y="5590"/>
                  </a:lnTo>
                  <a:lnTo>
                    <a:pt x="1778" y="5590"/>
                  </a:lnTo>
                  <a:lnTo>
                    <a:pt x="1837" y="5630"/>
                  </a:lnTo>
                  <a:lnTo>
                    <a:pt x="1857" y="5669"/>
                  </a:lnTo>
                  <a:lnTo>
                    <a:pt x="1877" y="5748"/>
                  </a:lnTo>
                  <a:lnTo>
                    <a:pt x="1857" y="5847"/>
                  </a:lnTo>
                  <a:lnTo>
                    <a:pt x="1857" y="5926"/>
                  </a:lnTo>
                  <a:lnTo>
                    <a:pt x="1837" y="5985"/>
                  </a:lnTo>
                  <a:lnTo>
                    <a:pt x="1758" y="6064"/>
                  </a:lnTo>
                  <a:lnTo>
                    <a:pt x="1699" y="6143"/>
                  </a:lnTo>
                  <a:lnTo>
                    <a:pt x="1659" y="6203"/>
                  </a:lnTo>
                  <a:lnTo>
                    <a:pt x="1639" y="6262"/>
                  </a:lnTo>
                  <a:lnTo>
                    <a:pt x="1620" y="6163"/>
                  </a:lnTo>
                  <a:lnTo>
                    <a:pt x="1600" y="6064"/>
                  </a:lnTo>
                  <a:lnTo>
                    <a:pt x="1600" y="6025"/>
                  </a:lnTo>
                  <a:lnTo>
                    <a:pt x="1600" y="5966"/>
                  </a:lnTo>
                  <a:lnTo>
                    <a:pt x="1620" y="5926"/>
                  </a:lnTo>
                  <a:lnTo>
                    <a:pt x="1679" y="5867"/>
                  </a:lnTo>
                  <a:lnTo>
                    <a:pt x="1501" y="5827"/>
                  </a:lnTo>
                  <a:lnTo>
                    <a:pt x="1501" y="5630"/>
                  </a:lnTo>
                  <a:lnTo>
                    <a:pt x="1462" y="5492"/>
                  </a:lnTo>
                  <a:lnTo>
                    <a:pt x="1422" y="5294"/>
                  </a:lnTo>
                  <a:lnTo>
                    <a:pt x="1402" y="5195"/>
                  </a:lnTo>
                  <a:lnTo>
                    <a:pt x="1402" y="5077"/>
                  </a:lnTo>
                  <a:lnTo>
                    <a:pt x="1442" y="4899"/>
                  </a:lnTo>
                  <a:lnTo>
                    <a:pt x="1541" y="4642"/>
                  </a:lnTo>
                  <a:lnTo>
                    <a:pt x="1521" y="4603"/>
                  </a:lnTo>
                  <a:lnTo>
                    <a:pt x="1521" y="4504"/>
                  </a:lnTo>
                  <a:lnTo>
                    <a:pt x="1560" y="4385"/>
                  </a:lnTo>
                  <a:lnTo>
                    <a:pt x="1620" y="4247"/>
                  </a:lnTo>
                  <a:lnTo>
                    <a:pt x="1758" y="3951"/>
                  </a:lnTo>
                  <a:lnTo>
                    <a:pt x="1857" y="3793"/>
                  </a:lnTo>
                  <a:lnTo>
                    <a:pt x="1956" y="3655"/>
                  </a:lnTo>
                  <a:lnTo>
                    <a:pt x="1758" y="3773"/>
                  </a:lnTo>
                  <a:lnTo>
                    <a:pt x="1758" y="3773"/>
                  </a:lnTo>
                  <a:lnTo>
                    <a:pt x="1778" y="3635"/>
                  </a:lnTo>
                  <a:lnTo>
                    <a:pt x="1817" y="3556"/>
                  </a:lnTo>
                  <a:lnTo>
                    <a:pt x="1857" y="3536"/>
                  </a:lnTo>
                  <a:lnTo>
                    <a:pt x="1896" y="3516"/>
                  </a:lnTo>
                  <a:lnTo>
                    <a:pt x="1936" y="3516"/>
                  </a:lnTo>
                  <a:lnTo>
                    <a:pt x="1995" y="3477"/>
                  </a:lnTo>
                  <a:lnTo>
                    <a:pt x="2054" y="3378"/>
                  </a:lnTo>
                  <a:lnTo>
                    <a:pt x="2133" y="3200"/>
                  </a:lnTo>
                  <a:lnTo>
                    <a:pt x="2390" y="3141"/>
                  </a:lnTo>
                  <a:lnTo>
                    <a:pt x="2528" y="3121"/>
                  </a:lnTo>
                  <a:lnTo>
                    <a:pt x="2647" y="3102"/>
                  </a:lnTo>
                  <a:lnTo>
                    <a:pt x="2765" y="3102"/>
                  </a:lnTo>
                  <a:lnTo>
                    <a:pt x="2844" y="3141"/>
                  </a:lnTo>
                  <a:lnTo>
                    <a:pt x="2864" y="3181"/>
                  </a:lnTo>
                  <a:lnTo>
                    <a:pt x="2884" y="3220"/>
                  </a:lnTo>
                  <a:lnTo>
                    <a:pt x="2884" y="3260"/>
                  </a:lnTo>
                  <a:lnTo>
                    <a:pt x="2884" y="3319"/>
                  </a:lnTo>
                  <a:lnTo>
                    <a:pt x="2983" y="3220"/>
                  </a:lnTo>
                  <a:lnTo>
                    <a:pt x="3062" y="3141"/>
                  </a:lnTo>
                  <a:lnTo>
                    <a:pt x="3180" y="2963"/>
                  </a:lnTo>
                  <a:lnTo>
                    <a:pt x="3279" y="2786"/>
                  </a:lnTo>
                  <a:lnTo>
                    <a:pt x="3437" y="2608"/>
                  </a:lnTo>
                  <a:lnTo>
                    <a:pt x="3516" y="2608"/>
                  </a:lnTo>
                  <a:lnTo>
                    <a:pt x="3575" y="2628"/>
                  </a:lnTo>
                  <a:lnTo>
                    <a:pt x="3595" y="2667"/>
                  </a:lnTo>
                  <a:lnTo>
                    <a:pt x="3595" y="2726"/>
                  </a:lnTo>
                  <a:lnTo>
                    <a:pt x="3595" y="2825"/>
                  </a:lnTo>
                  <a:lnTo>
                    <a:pt x="3615" y="2884"/>
                  </a:lnTo>
                  <a:lnTo>
                    <a:pt x="3654" y="2924"/>
                  </a:lnTo>
                  <a:lnTo>
                    <a:pt x="3792" y="2786"/>
                  </a:lnTo>
                  <a:lnTo>
                    <a:pt x="3871" y="2647"/>
                  </a:lnTo>
                  <a:lnTo>
                    <a:pt x="3891" y="2588"/>
                  </a:lnTo>
                  <a:lnTo>
                    <a:pt x="3891" y="2529"/>
                  </a:lnTo>
                  <a:lnTo>
                    <a:pt x="3871" y="2509"/>
                  </a:lnTo>
                  <a:lnTo>
                    <a:pt x="3812" y="2509"/>
                  </a:lnTo>
                  <a:lnTo>
                    <a:pt x="4029" y="2391"/>
                  </a:lnTo>
                  <a:lnTo>
                    <a:pt x="4247" y="2292"/>
                  </a:lnTo>
                  <a:lnTo>
                    <a:pt x="4227" y="2312"/>
                  </a:lnTo>
                  <a:lnTo>
                    <a:pt x="4187" y="2351"/>
                  </a:lnTo>
                  <a:lnTo>
                    <a:pt x="4069" y="2450"/>
                  </a:lnTo>
                  <a:lnTo>
                    <a:pt x="4207" y="2351"/>
                  </a:lnTo>
                  <a:lnTo>
                    <a:pt x="4365" y="2232"/>
                  </a:lnTo>
                  <a:lnTo>
                    <a:pt x="4484" y="2094"/>
                  </a:lnTo>
                  <a:lnTo>
                    <a:pt x="4563" y="1995"/>
                  </a:lnTo>
                  <a:lnTo>
                    <a:pt x="4484" y="2055"/>
                  </a:lnTo>
                  <a:lnTo>
                    <a:pt x="4425" y="2094"/>
                  </a:lnTo>
                  <a:lnTo>
                    <a:pt x="4385" y="2114"/>
                  </a:lnTo>
                  <a:lnTo>
                    <a:pt x="4523" y="1976"/>
                  </a:lnTo>
                  <a:lnTo>
                    <a:pt x="4662" y="1857"/>
                  </a:lnTo>
                  <a:lnTo>
                    <a:pt x="4839" y="1699"/>
                  </a:lnTo>
                  <a:lnTo>
                    <a:pt x="5037" y="1699"/>
                  </a:lnTo>
                  <a:lnTo>
                    <a:pt x="5175" y="1660"/>
                  </a:lnTo>
                  <a:lnTo>
                    <a:pt x="5313" y="1620"/>
                  </a:lnTo>
                  <a:lnTo>
                    <a:pt x="5412" y="1541"/>
                  </a:lnTo>
                  <a:lnTo>
                    <a:pt x="5531" y="1502"/>
                  </a:lnTo>
                  <a:lnTo>
                    <a:pt x="5629" y="1482"/>
                  </a:lnTo>
                  <a:lnTo>
                    <a:pt x="5708" y="1482"/>
                  </a:lnTo>
                  <a:lnTo>
                    <a:pt x="5807" y="1502"/>
                  </a:lnTo>
                  <a:lnTo>
                    <a:pt x="5926" y="1482"/>
                  </a:lnTo>
                  <a:lnTo>
                    <a:pt x="6044" y="1462"/>
                  </a:lnTo>
                  <a:lnTo>
                    <a:pt x="6163" y="1403"/>
                  </a:lnTo>
                  <a:lnTo>
                    <a:pt x="6202" y="1344"/>
                  </a:lnTo>
                  <a:lnTo>
                    <a:pt x="6242" y="1304"/>
                  </a:lnTo>
                  <a:lnTo>
                    <a:pt x="6340" y="1245"/>
                  </a:lnTo>
                  <a:lnTo>
                    <a:pt x="6459" y="1205"/>
                  </a:lnTo>
                  <a:lnTo>
                    <a:pt x="6577" y="1186"/>
                  </a:lnTo>
                  <a:lnTo>
                    <a:pt x="6736" y="1166"/>
                  </a:lnTo>
                  <a:lnTo>
                    <a:pt x="6874" y="1146"/>
                  </a:lnTo>
                  <a:lnTo>
                    <a:pt x="7012" y="1087"/>
                  </a:lnTo>
                  <a:lnTo>
                    <a:pt x="7131" y="988"/>
                  </a:lnTo>
                  <a:lnTo>
                    <a:pt x="7111" y="1028"/>
                  </a:lnTo>
                  <a:lnTo>
                    <a:pt x="7111" y="1067"/>
                  </a:lnTo>
                  <a:lnTo>
                    <a:pt x="7131" y="1067"/>
                  </a:lnTo>
                  <a:lnTo>
                    <a:pt x="7150" y="1087"/>
                  </a:lnTo>
                  <a:lnTo>
                    <a:pt x="7210" y="1087"/>
                  </a:lnTo>
                  <a:lnTo>
                    <a:pt x="7289" y="1107"/>
                  </a:lnTo>
                  <a:lnTo>
                    <a:pt x="7407" y="1107"/>
                  </a:lnTo>
                  <a:lnTo>
                    <a:pt x="7407" y="1126"/>
                  </a:lnTo>
                  <a:lnTo>
                    <a:pt x="7407" y="1166"/>
                  </a:lnTo>
                  <a:lnTo>
                    <a:pt x="7328" y="1225"/>
                  </a:lnTo>
                  <a:lnTo>
                    <a:pt x="7407" y="1245"/>
                  </a:lnTo>
                  <a:lnTo>
                    <a:pt x="7526" y="1225"/>
                  </a:lnTo>
                  <a:lnTo>
                    <a:pt x="7842" y="1146"/>
                  </a:lnTo>
                  <a:lnTo>
                    <a:pt x="8000" y="1087"/>
                  </a:lnTo>
                  <a:lnTo>
                    <a:pt x="8177" y="1067"/>
                  </a:lnTo>
                  <a:lnTo>
                    <a:pt x="8335" y="1067"/>
                  </a:lnTo>
                  <a:lnTo>
                    <a:pt x="8454" y="1107"/>
                  </a:lnTo>
                  <a:lnTo>
                    <a:pt x="8414" y="1166"/>
                  </a:lnTo>
                  <a:lnTo>
                    <a:pt x="8395" y="1186"/>
                  </a:lnTo>
                  <a:lnTo>
                    <a:pt x="8355" y="1205"/>
                  </a:lnTo>
                  <a:lnTo>
                    <a:pt x="8493" y="1186"/>
                  </a:lnTo>
                  <a:lnTo>
                    <a:pt x="8572" y="1186"/>
                  </a:lnTo>
                  <a:lnTo>
                    <a:pt x="8651" y="1205"/>
                  </a:lnTo>
                  <a:lnTo>
                    <a:pt x="8691" y="1225"/>
                  </a:lnTo>
                  <a:lnTo>
                    <a:pt x="8790" y="1284"/>
                  </a:lnTo>
                  <a:lnTo>
                    <a:pt x="8849" y="1324"/>
                  </a:lnTo>
                  <a:lnTo>
                    <a:pt x="8948" y="1324"/>
                  </a:lnTo>
                  <a:lnTo>
                    <a:pt x="8948" y="1166"/>
                  </a:lnTo>
                  <a:lnTo>
                    <a:pt x="8987" y="1146"/>
                  </a:lnTo>
                  <a:lnTo>
                    <a:pt x="9027" y="1146"/>
                  </a:lnTo>
                  <a:lnTo>
                    <a:pt x="9086" y="1186"/>
                  </a:lnTo>
                  <a:lnTo>
                    <a:pt x="9145" y="1205"/>
                  </a:lnTo>
                  <a:lnTo>
                    <a:pt x="9165" y="1225"/>
                  </a:lnTo>
                  <a:lnTo>
                    <a:pt x="9205" y="1225"/>
                  </a:lnTo>
                  <a:lnTo>
                    <a:pt x="9126" y="1186"/>
                  </a:lnTo>
                  <a:lnTo>
                    <a:pt x="9066" y="1146"/>
                  </a:lnTo>
                  <a:lnTo>
                    <a:pt x="9027" y="1087"/>
                  </a:lnTo>
                  <a:lnTo>
                    <a:pt x="9027" y="1047"/>
                  </a:lnTo>
                  <a:lnTo>
                    <a:pt x="9046" y="1028"/>
                  </a:lnTo>
                  <a:lnTo>
                    <a:pt x="9284" y="988"/>
                  </a:lnTo>
                  <a:close/>
                  <a:moveTo>
                    <a:pt x="8197" y="1"/>
                  </a:moveTo>
                  <a:lnTo>
                    <a:pt x="8079" y="20"/>
                  </a:lnTo>
                  <a:lnTo>
                    <a:pt x="7960" y="60"/>
                  </a:lnTo>
                  <a:lnTo>
                    <a:pt x="7861" y="99"/>
                  </a:lnTo>
                  <a:lnTo>
                    <a:pt x="7743" y="139"/>
                  </a:lnTo>
                  <a:lnTo>
                    <a:pt x="7624" y="139"/>
                  </a:lnTo>
                  <a:lnTo>
                    <a:pt x="7466" y="99"/>
                  </a:lnTo>
                  <a:lnTo>
                    <a:pt x="7545" y="60"/>
                  </a:lnTo>
                  <a:lnTo>
                    <a:pt x="7071" y="139"/>
                  </a:lnTo>
                  <a:lnTo>
                    <a:pt x="6637" y="178"/>
                  </a:lnTo>
                  <a:lnTo>
                    <a:pt x="6439" y="238"/>
                  </a:lnTo>
                  <a:lnTo>
                    <a:pt x="6222" y="297"/>
                  </a:lnTo>
                  <a:lnTo>
                    <a:pt x="6005" y="376"/>
                  </a:lnTo>
                  <a:lnTo>
                    <a:pt x="5787" y="514"/>
                  </a:lnTo>
                  <a:lnTo>
                    <a:pt x="5491" y="613"/>
                  </a:lnTo>
                  <a:lnTo>
                    <a:pt x="5294" y="652"/>
                  </a:lnTo>
                  <a:lnTo>
                    <a:pt x="5116" y="672"/>
                  </a:lnTo>
                  <a:lnTo>
                    <a:pt x="4879" y="731"/>
                  </a:lnTo>
                  <a:lnTo>
                    <a:pt x="4800" y="810"/>
                  </a:lnTo>
                  <a:lnTo>
                    <a:pt x="4721" y="889"/>
                  </a:lnTo>
                  <a:lnTo>
                    <a:pt x="4622" y="1028"/>
                  </a:lnTo>
                  <a:lnTo>
                    <a:pt x="4583" y="1126"/>
                  </a:lnTo>
                  <a:lnTo>
                    <a:pt x="4563" y="1166"/>
                  </a:lnTo>
                  <a:lnTo>
                    <a:pt x="4701" y="1087"/>
                  </a:lnTo>
                  <a:lnTo>
                    <a:pt x="4760" y="1087"/>
                  </a:lnTo>
                  <a:lnTo>
                    <a:pt x="4760" y="1126"/>
                  </a:lnTo>
                  <a:lnTo>
                    <a:pt x="4721" y="1166"/>
                  </a:lnTo>
                  <a:lnTo>
                    <a:pt x="4662" y="1245"/>
                  </a:lnTo>
                  <a:lnTo>
                    <a:pt x="4504" y="1403"/>
                  </a:lnTo>
                  <a:lnTo>
                    <a:pt x="4365" y="1581"/>
                  </a:lnTo>
                  <a:lnTo>
                    <a:pt x="4464" y="1581"/>
                  </a:lnTo>
                  <a:lnTo>
                    <a:pt x="4543" y="1620"/>
                  </a:lnTo>
                  <a:lnTo>
                    <a:pt x="4721" y="1679"/>
                  </a:lnTo>
                  <a:lnTo>
                    <a:pt x="4820" y="1699"/>
                  </a:lnTo>
                  <a:lnTo>
                    <a:pt x="4741" y="1739"/>
                  </a:lnTo>
                  <a:lnTo>
                    <a:pt x="4681" y="1778"/>
                  </a:lnTo>
                  <a:lnTo>
                    <a:pt x="4543" y="1798"/>
                  </a:lnTo>
                  <a:lnTo>
                    <a:pt x="4484" y="1818"/>
                  </a:lnTo>
                  <a:lnTo>
                    <a:pt x="4405" y="1837"/>
                  </a:lnTo>
                  <a:lnTo>
                    <a:pt x="4326" y="1877"/>
                  </a:lnTo>
                  <a:lnTo>
                    <a:pt x="4247" y="1956"/>
                  </a:lnTo>
                  <a:lnTo>
                    <a:pt x="4247" y="1916"/>
                  </a:lnTo>
                  <a:lnTo>
                    <a:pt x="4267" y="1857"/>
                  </a:lnTo>
                  <a:lnTo>
                    <a:pt x="4326" y="1778"/>
                  </a:lnTo>
                  <a:lnTo>
                    <a:pt x="4425" y="1739"/>
                  </a:lnTo>
                  <a:lnTo>
                    <a:pt x="4306" y="1739"/>
                  </a:lnTo>
                  <a:lnTo>
                    <a:pt x="4207" y="1778"/>
                  </a:lnTo>
                  <a:lnTo>
                    <a:pt x="4010" y="1837"/>
                  </a:lnTo>
                  <a:lnTo>
                    <a:pt x="3852" y="1897"/>
                  </a:lnTo>
                  <a:lnTo>
                    <a:pt x="3773" y="1916"/>
                  </a:lnTo>
                  <a:lnTo>
                    <a:pt x="3713" y="1916"/>
                  </a:lnTo>
                  <a:lnTo>
                    <a:pt x="3792" y="1877"/>
                  </a:lnTo>
                  <a:lnTo>
                    <a:pt x="3871" y="1837"/>
                  </a:lnTo>
                  <a:lnTo>
                    <a:pt x="3970" y="1739"/>
                  </a:lnTo>
                  <a:lnTo>
                    <a:pt x="4029" y="1660"/>
                  </a:lnTo>
                  <a:lnTo>
                    <a:pt x="4069" y="1600"/>
                  </a:lnTo>
                  <a:lnTo>
                    <a:pt x="3891" y="1699"/>
                  </a:lnTo>
                  <a:lnTo>
                    <a:pt x="3694" y="1837"/>
                  </a:lnTo>
                  <a:lnTo>
                    <a:pt x="3536" y="1995"/>
                  </a:lnTo>
                  <a:lnTo>
                    <a:pt x="3437" y="2114"/>
                  </a:lnTo>
                  <a:lnTo>
                    <a:pt x="3358" y="2114"/>
                  </a:lnTo>
                  <a:lnTo>
                    <a:pt x="3259" y="2153"/>
                  </a:lnTo>
                  <a:lnTo>
                    <a:pt x="3160" y="2232"/>
                  </a:lnTo>
                  <a:lnTo>
                    <a:pt x="3081" y="2331"/>
                  </a:lnTo>
                  <a:lnTo>
                    <a:pt x="3002" y="2410"/>
                  </a:lnTo>
                  <a:lnTo>
                    <a:pt x="2943" y="2470"/>
                  </a:lnTo>
                  <a:lnTo>
                    <a:pt x="2904" y="2489"/>
                  </a:lnTo>
                  <a:lnTo>
                    <a:pt x="2904" y="2470"/>
                  </a:lnTo>
                  <a:lnTo>
                    <a:pt x="2884" y="2391"/>
                  </a:lnTo>
                  <a:lnTo>
                    <a:pt x="2884" y="2430"/>
                  </a:lnTo>
                  <a:lnTo>
                    <a:pt x="2864" y="2470"/>
                  </a:lnTo>
                  <a:lnTo>
                    <a:pt x="2785" y="2588"/>
                  </a:lnTo>
                  <a:lnTo>
                    <a:pt x="2686" y="2707"/>
                  </a:lnTo>
                  <a:lnTo>
                    <a:pt x="2568" y="2805"/>
                  </a:lnTo>
                  <a:lnTo>
                    <a:pt x="2548" y="2766"/>
                  </a:lnTo>
                  <a:lnTo>
                    <a:pt x="2568" y="2707"/>
                  </a:lnTo>
                  <a:lnTo>
                    <a:pt x="2627" y="2529"/>
                  </a:lnTo>
                  <a:lnTo>
                    <a:pt x="2726" y="2351"/>
                  </a:lnTo>
                  <a:lnTo>
                    <a:pt x="2805" y="2173"/>
                  </a:lnTo>
                  <a:lnTo>
                    <a:pt x="2963" y="1976"/>
                  </a:lnTo>
                  <a:lnTo>
                    <a:pt x="3062" y="1897"/>
                  </a:lnTo>
                  <a:lnTo>
                    <a:pt x="3081" y="1877"/>
                  </a:lnTo>
                  <a:lnTo>
                    <a:pt x="3101" y="1897"/>
                  </a:lnTo>
                  <a:lnTo>
                    <a:pt x="3081" y="1956"/>
                  </a:lnTo>
                  <a:lnTo>
                    <a:pt x="3042" y="2134"/>
                  </a:lnTo>
                  <a:lnTo>
                    <a:pt x="3042" y="2193"/>
                  </a:lnTo>
                  <a:lnTo>
                    <a:pt x="3101" y="2193"/>
                  </a:lnTo>
                  <a:lnTo>
                    <a:pt x="3338" y="1956"/>
                  </a:lnTo>
                  <a:lnTo>
                    <a:pt x="3595" y="1739"/>
                  </a:lnTo>
                  <a:lnTo>
                    <a:pt x="3575" y="1739"/>
                  </a:lnTo>
                  <a:lnTo>
                    <a:pt x="3575" y="1699"/>
                  </a:lnTo>
                  <a:lnTo>
                    <a:pt x="3595" y="1640"/>
                  </a:lnTo>
                  <a:lnTo>
                    <a:pt x="3595" y="1620"/>
                  </a:lnTo>
                  <a:lnTo>
                    <a:pt x="3555" y="1620"/>
                  </a:lnTo>
                  <a:lnTo>
                    <a:pt x="3496" y="1660"/>
                  </a:lnTo>
                  <a:lnTo>
                    <a:pt x="3378" y="1739"/>
                  </a:lnTo>
                  <a:lnTo>
                    <a:pt x="3417" y="1640"/>
                  </a:lnTo>
                  <a:lnTo>
                    <a:pt x="3476" y="1541"/>
                  </a:lnTo>
                  <a:lnTo>
                    <a:pt x="3575" y="1442"/>
                  </a:lnTo>
                  <a:lnTo>
                    <a:pt x="3674" y="1344"/>
                  </a:lnTo>
                  <a:lnTo>
                    <a:pt x="3792" y="1265"/>
                  </a:lnTo>
                  <a:lnTo>
                    <a:pt x="3931" y="1186"/>
                  </a:lnTo>
                  <a:lnTo>
                    <a:pt x="4069" y="1107"/>
                  </a:lnTo>
                  <a:lnTo>
                    <a:pt x="4207" y="1067"/>
                  </a:lnTo>
                  <a:lnTo>
                    <a:pt x="4227" y="1047"/>
                  </a:lnTo>
                  <a:lnTo>
                    <a:pt x="4207" y="1047"/>
                  </a:lnTo>
                  <a:lnTo>
                    <a:pt x="4128" y="1067"/>
                  </a:lnTo>
                  <a:lnTo>
                    <a:pt x="3931" y="1146"/>
                  </a:lnTo>
                  <a:lnTo>
                    <a:pt x="4010" y="1028"/>
                  </a:lnTo>
                  <a:lnTo>
                    <a:pt x="4069" y="889"/>
                  </a:lnTo>
                  <a:lnTo>
                    <a:pt x="4069" y="830"/>
                  </a:lnTo>
                  <a:lnTo>
                    <a:pt x="4049" y="810"/>
                  </a:lnTo>
                  <a:lnTo>
                    <a:pt x="4029" y="810"/>
                  </a:lnTo>
                  <a:lnTo>
                    <a:pt x="3911" y="830"/>
                  </a:lnTo>
                  <a:lnTo>
                    <a:pt x="3773" y="892"/>
                  </a:lnTo>
                  <a:lnTo>
                    <a:pt x="3773" y="892"/>
                  </a:lnTo>
                  <a:lnTo>
                    <a:pt x="3773" y="909"/>
                  </a:lnTo>
                  <a:lnTo>
                    <a:pt x="3713" y="988"/>
                  </a:lnTo>
                  <a:lnTo>
                    <a:pt x="3694" y="1028"/>
                  </a:lnTo>
                  <a:lnTo>
                    <a:pt x="3694" y="1047"/>
                  </a:lnTo>
                  <a:lnTo>
                    <a:pt x="3733" y="1067"/>
                  </a:lnTo>
                  <a:lnTo>
                    <a:pt x="3832" y="1047"/>
                  </a:lnTo>
                  <a:lnTo>
                    <a:pt x="3615" y="1166"/>
                  </a:lnTo>
                  <a:lnTo>
                    <a:pt x="3358" y="1304"/>
                  </a:lnTo>
                  <a:lnTo>
                    <a:pt x="3259" y="1344"/>
                  </a:lnTo>
                  <a:lnTo>
                    <a:pt x="3180" y="1363"/>
                  </a:lnTo>
                  <a:lnTo>
                    <a:pt x="3160" y="1344"/>
                  </a:lnTo>
                  <a:lnTo>
                    <a:pt x="3141" y="1324"/>
                  </a:lnTo>
                  <a:lnTo>
                    <a:pt x="3160" y="1265"/>
                  </a:lnTo>
                  <a:lnTo>
                    <a:pt x="2963" y="1462"/>
                  </a:lnTo>
                  <a:lnTo>
                    <a:pt x="2765" y="1699"/>
                  </a:lnTo>
                  <a:lnTo>
                    <a:pt x="2449" y="2114"/>
                  </a:lnTo>
                  <a:lnTo>
                    <a:pt x="2430" y="2094"/>
                  </a:lnTo>
                  <a:lnTo>
                    <a:pt x="2430" y="2074"/>
                  </a:lnTo>
                  <a:lnTo>
                    <a:pt x="2469" y="1995"/>
                  </a:lnTo>
                  <a:lnTo>
                    <a:pt x="2548" y="1916"/>
                  </a:lnTo>
                  <a:lnTo>
                    <a:pt x="2607" y="1818"/>
                  </a:lnTo>
                  <a:lnTo>
                    <a:pt x="2351" y="2134"/>
                  </a:lnTo>
                  <a:lnTo>
                    <a:pt x="2114" y="2450"/>
                  </a:lnTo>
                  <a:lnTo>
                    <a:pt x="2331" y="2351"/>
                  </a:lnTo>
                  <a:lnTo>
                    <a:pt x="2193" y="2509"/>
                  </a:lnTo>
                  <a:lnTo>
                    <a:pt x="2094" y="2647"/>
                  </a:lnTo>
                  <a:lnTo>
                    <a:pt x="2015" y="2805"/>
                  </a:lnTo>
                  <a:lnTo>
                    <a:pt x="1956" y="2963"/>
                  </a:lnTo>
                  <a:lnTo>
                    <a:pt x="1857" y="3279"/>
                  </a:lnTo>
                  <a:lnTo>
                    <a:pt x="1817" y="3418"/>
                  </a:lnTo>
                  <a:lnTo>
                    <a:pt x="1758" y="3576"/>
                  </a:lnTo>
                  <a:lnTo>
                    <a:pt x="1718" y="3516"/>
                  </a:lnTo>
                  <a:lnTo>
                    <a:pt x="1718" y="3437"/>
                  </a:lnTo>
                  <a:lnTo>
                    <a:pt x="1738" y="3358"/>
                  </a:lnTo>
                  <a:lnTo>
                    <a:pt x="1758" y="3260"/>
                  </a:lnTo>
                  <a:lnTo>
                    <a:pt x="1936" y="2845"/>
                  </a:lnTo>
                  <a:lnTo>
                    <a:pt x="1837" y="2884"/>
                  </a:lnTo>
                  <a:lnTo>
                    <a:pt x="1778" y="2924"/>
                  </a:lnTo>
                  <a:lnTo>
                    <a:pt x="1758" y="2983"/>
                  </a:lnTo>
                  <a:lnTo>
                    <a:pt x="1758" y="3042"/>
                  </a:lnTo>
                  <a:lnTo>
                    <a:pt x="1758" y="3102"/>
                  </a:lnTo>
                  <a:lnTo>
                    <a:pt x="1738" y="3181"/>
                  </a:lnTo>
                  <a:lnTo>
                    <a:pt x="1718" y="3279"/>
                  </a:lnTo>
                  <a:lnTo>
                    <a:pt x="1639" y="3398"/>
                  </a:lnTo>
                  <a:lnTo>
                    <a:pt x="1600" y="3418"/>
                  </a:lnTo>
                  <a:lnTo>
                    <a:pt x="1560" y="3418"/>
                  </a:lnTo>
                  <a:lnTo>
                    <a:pt x="1521" y="3398"/>
                  </a:lnTo>
                  <a:lnTo>
                    <a:pt x="1501" y="3378"/>
                  </a:lnTo>
                  <a:lnTo>
                    <a:pt x="1442" y="3753"/>
                  </a:lnTo>
                  <a:lnTo>
                    <a:pt x="1402" y="3773"/>
                  </a:lnTo>
                  <a:lnTo>
                    <a:pt x="1383" y="3773"/>
                  </a:lnTo>
                  <a:lnTo>
                    <a:pt x="1383" y="3734"/>
                  </a:lnTo>
                  <a:lnTo>
                    <a:pt x="1343" y="3911"/>
                  </a:lnTo>
                  <a:lnTo>
                    <a:pt x="1343" y="4010"/>
                  </a:lnTo>
                  <a:lnTo>
                    <a:pt x="1363" y="4050"/>
                  </a:lnTo>
                  <a:lnTo>
                    <a:pt x="1383" y="4089"/>
                  </a:lnTo>
                  <a:lnTo>
                    <a:pt x="1402" y="4129"/>
                  </a:lnTo>
                  <a:lnTo>
                    <a:pt x="1383" y="4208"/>
                  </a:lnTo>
                  <a:lnTo>
                    <a:pt x="1343" y="4346"/>
                  </a:lnTo>
                  <a:lnTo>
                    <a:pt x="1264" y="4563"/>
                  </a:lnTo>
                  <a:lnTo>
                    <a:pt x="1343" y="4445"/>
                  </a:lnTo>
                  <a:lnTo>
                    <a:pt x="1402" y="4326"/>
                  </a:lnTo>
                  <a:lnTo>
                    <a:pt x="1442" y="4247"/>
                  </a:lnTo>
                  <a:lnTo>
                    <a:pt x="1442" y="4168"/>
                  </a:lnTo>
                  <a:lnTo>
                    <a:pt x="1481" y="4010"/>
                  </a:lnTo>
                  <a:lnTo>
                    <a:pt x="1521" y="3911"/>
                  </a:lnTo>
                  <a:lnTo>
                    <a:pt x="1580" y="3793"/>
                  </a:lnTo>
                  <a:lnTo>
                    <a:pt x="1659" y="3793"/>
                  </a:lnTo>
                  <a:lnTo>
                    <a:pt x="1659" y="3832"/>
                  </a:lnTo>
                  <a:lnTo>
                    <a:pt x="1659" y="3911"/>
                  </a:lnTo>
                  <a:lnTo>
                    <a:pt x="1639" y="4030"/>
                  </a:lnTo>
                  <a:lnTo>
                    <a:pt x="1560" y="4267"/>
                  </a:lnTo>
                  <a:lnTo>
                    <a:pt x="1541" y="4366"/>
                  </a:lnTo>
                  <a:lnTo>
                    <a:pt x="1541" y="4445"/>
                  </a:lnTo>
                  <a:lnTo>
                    <a:pt x="1442" y="4563"/>
                  </a:lnTo>
                  <a:lnTo>
                    <a:pt x="1363" y="4642"/>
                  </a:lnTo>
                  <a:lnTo>
                    <a:pt x="1205" y="4761"/>
                  </a:lnTo>
                  <a:lnTo>
                    <a:pt x="1126" y="4840"/>
                  </a:lnTo>
                  <a:lnTo>
                    <a:pt x="1067" y="4939"/>
                  </a:lnTo>
                  <a:lnTo>
                    <a:pt x="1007" y="5057"/>
                  </a:lnTo>
                  <a:lnTo>
                    <a:pt x="968" y="5235"/>
                  </a:lnTo>
                  <a:lnTo>
                    <a:pt x="988" y="5136"/>
                  </a:lnTo>
                  <a:lnTo>
                    <a:pt x="988" y="5057"/>
                  </a:lnTo>
                  <a:lnTo>
                    <a:pt x="948" y="4998"/>
                  </a:lnTo>
                  <a:lnTo>
                    <a:pt x="948" y="4978"/>
                  </a:lnTo>
                  <a:lnTo>
                    <a:pt x="948" y="4919"/>
                  </a:lnTo>
                  <a:lnTo>
                    <a:pt x="1047" y="4682"/>
                  </a:lnTo>
                  <a:lnTo>
                    <a:pt x="1047" y="4603"/>
                  </a:lnTo>
                  <a:lnTo>
                    <a:pt x="1047" y="4563"/>
                  </a:lnTo>
                  <a:lnTo>
                    <a:pt x="1027" y="4583"/>
                  </a:lnTo>
                  <a:lnTo>
                    <a:pt x="988" y="4622"/>
                  </a:lnTo>
                  <a:lnTo>
                    <a:pt x="889" y="4741"/>
                  </a:lnTo>
                  <a:lnTo>
                    <a:pt x="849" y="4781"/>
                  </a:lnTo>
                  <a:lnTo>
                    <a:pt x="790" y="4800"/>
                  </a:lnTo>
                  <a:lnTo>
                    <a:pt x="790" y="4840"/>
                  </a:lnTo>
                  <a:lnTo>
                    <a:pt x="810" y="4860"/>
                  </a:lnTo>
                  <a:lnTo>
                    <a:pt x="869" y="4899"/>
                  </a:lnTo>
                  <a:lnTo>
                    <a:pt x="889" y="4919"/>
                  </a:lnTo>
                  <a:lnTo>
                    <a:pt x="889" y="4958"/>
                  </a:lnTo>
                  <a:lnTo>
                    <a:pt x="869" y="5037"/>
                  </a:lnTo>
                  <a:lnTo>
                    <a:pt x="810" y="5136"/>
                  </a:lnTo>
                  <a:lnTo>
                    <a:pt x="790" y="5116"/>
                  </a:lnTo>
                  <a:lnTo>
                    <a:pt x="770" y="5452"/>
                  </a:lnTo>
                  <a:lnTo>
                    <a:pt x="751" y="5788"/>
                  </a:lnTo>
                  <a:lnTo>
                    <a:pt x="711" y="5906"/>
                  </a:lnTo>
                  <a:lnTo>
                    <a:pt x="672" y="6025"/>
                  </a:lnTo>
                  <a:lnTo>
                    <a:pt x="632" y="6262"/>
                  </a:lnTo>
                  <a:lnTo>
                    <a:pt x="612" y="6499"/>
                  </a:lnTo>
                  <a:lnTo>
                    <a:pt x="612" y="6756"/>
                  </a:lnTo>
                  <a:lnTo>
                    <a:pt x="612" y="6993"/>
                  </a:lnTo>
                  <a:lnTo>
                    <a:pt x="612" y="7210"/>
                  </a:lnTo>
                  <a:lnTo>
                    <a:pt x="593" y="7388"/>
                  </a:lnTo>
                  <a:lnTo>
                    <a:pt x="553" y="7566"/>
                  </a:lnTo>
                  <a:lnTo>
                    <a:pt x="711" y="7467"/>
                  </a:lnTo>
                  <a:lnTo>
                    <a:pt x="751" y="7763"/>
                  </a:lnTo>
                  <a:lnTo>
                    <a:pt x="790" y="8079"/>
                  </a:lnTo>
                  <a:lnTo>
                    <a:pt x="849" y="8356"/>
                  </a:lnTo>
                  <a:lnTo>
                    <a:pt x="909" y="8593"/>
                  </a:lnTo>
                  <a:lnTo>
                    <a:pt x="909" y="8593"/>
                  </a:lnTo>
                  <a:lnTo>
                    <a:pt x="869" y="8553"/>
                  </a:lnTo>
                  <a:lnTo>
                    <a:pt x="849" y="8533"/>
                  </a:lnTo>
                  <a:lnTo>
                    <a:pt x="770" y="8395"/>
                  </a:lnTo>
                  <a:lnTo>
                    <a:pt x="731" y="8237"/>
                  </a:lnTo>
                  <a:lnTo>
                    <a:pt x="672" y="8059"/>
                  </a:lnTo>
                  <a:lnTo>
                    <a:pt x="711" y="8296"/>
                  </a:lnTo>
                  <a:lnTo>
                    <a:pt x="751" y="8533"/>
                  </a:lnTo>
                  <a:lnTo>
                    <a:pt x="830" y="8751"/>
                  </a:lnTo>
                  <a:lnTo>
                    <a:pt x="909" y="8948"/>
                  </a:lnTo>
                  <a:lnTo>
                    <a:pt x="988" y="9126"/>
                  </a:lnTo>
                  <a:lnTo>
                    <a:pt x="1086" y="9304"/>
                  </a:lnTo>
                  <a:lnTo>
                    <a:pt x="1205" y="9462"/>
                  </a:lnTo>
                  <a:lnTo>
                    <a:pt x="1304" y="9600"/>
                  </a:lnTo>
                  <a:lnTo>
                    <a:pt x="1304" y="9383"/>
                  </a:lnTo>
                  <a:lnTo>
                    <a:pt x="1304" y="9244"/>
                  </a:lnTo>
                  <a:lnTo>
                    <a:pt x="1284" y="8928"/>
                  </a:lnTo>
                  <a:lnTo>
                    <a:pt x="1383" y="9027"/>
                  </a:lnTo>
                  <a:lnTo>
                    <a:pt x="1442" y="9146"/>
                  </a:lnTo>
                  <a:lnTo>
                    <a:pt x="1462" y="9244"/>
                  </a:lnTo>
                  <a:lnTo>
                    <a:pt x="1462" y="9343"/>
                  </a:lnTo>
                  <a:lnTo>
                    <a:pt x="1462" y="9442"/>
                  </a:lnTo>
                  <a:lnTo>
                    <a:pt x="1462" y="9580"/>
                  </a:lnTo>
                  <a:lnTo>
                    <a:pt x="1521" y="9699"/>
                  </a:lnTo>
                  <a:lnTo>
                    <a:pt x="1600" y="9857"/>
                  </a:lnTo>
                  <a:lnTo>
                    <a:pt x="1560" y="9877"/>
                  </a:lnTo>
                  <a:lnTo>
                    <a:pt x="1442" y="9877"/>
                  </a:lnTo>
                  <a:lnTo>
                    <a:pt x="1402" y="9857"/>
                  </a:lnTo>
                  <a:lnTo>
                    <a:pt x="1383" y="9877"/>
                  </a:lnTo>
                  <a:lnTo>
                    <a:pt x="1343" y="9896"/>
                  </a:lnTo>
                  <a:lnTo>
                    <a:pt x="1304" y="9956"/>
                  </a:lnTo>
                  <a:lnTo>
                    <a:pt x="1442" y="10094"/>
                  </a:lnTo>
                  <a:lnTo>
                    <a:pt x="1580" y="10272"/>
                  </a:lnTo>
                  <a:lnTo>
                    <a:pt x="1718" y="10469"/>
                  </a:lnTo>
                  <a:lnTo>
                    <a:pt x="1778" y="10548"/>
                  </a:lnTo>
                  <a:lnTo>
                    <a:pt x="1857" y="10607"/>
                  </a:lnTo>
                  <a:lnTo>
                    <a:pt x="1817" y="10667"/>
                  </a:lnTo>
                  <a:lnTo>
                    <a:pt x="1778" y="10686"/>
                  </a:lnTo>
                  <a:lnTo>
                    <a:pt x="1699" y="10686"/>
                  </a:lnTo>
                  <a:lnTo>
                    <a:pt x="1639" y="10667"/>
                  </a:lnTo>
                  <a:lnTo>
                    <a:pt x="1541" y="10588"/>
                  </a:lnTo>
                  <a:lnTo>
                    <a:pt x="1462" y="10489"/>
                  </a:lnTo>
                  <a:lnTo>
                    <a:pt x="1363" y="10351"/>
                  </a:lnTo>
                  <a:lnTo>
                    <a:pt x="1264" y="10193"/>
                  </a:lnTo>
                  <a:lnTo>
                    <a:pt x="1244" y="10035"/>
                  </a:lnTo>
                  <a:lnTo>
                    <a:pt x="1185" y="9877"/>
                  </a:lnTo>
                  <a:lnTo>
                    <a:pt x="1027" y="9600"/>
                  </a:lnTo>
                  <a:lnTo>
                    <a:pt x="948" y="9442"/>
                  </a:lnTo>
                  <a:lnTo>
                    <a:pt x="889" y="9304"/>
                  </a:lnTo>
                  <a:lnTo>
                    <a:pt x="849" y="9165"/>
                  </a:lnTo>
                  <a:lnTo>
                    <a:pt x="849" y="9027"/>
                  </a:lnTo>
                  <a:lnTo>
                    <a:pt x="810" y="9264"/>
                  </a:lnTo>
                  <a:lnTo>
                    <a:pt x="711" y="8988"/>
                  </a:lnTo>
                  <a:lnTo>
                    <a:pt x="632" y="8731"/>
                  </a:lnTo>
                  <a:lnTo>
                    <a:pt x="576" y="8562"/>
                  </a:lnTo>
                  <a:lnTo>
                    <a:pt x="593" y="8731"/>
                  </a:lnTo>
                  <a:lnTo>
                    <a:pt x="593" y="8909"/>
                  </a:lnTo>
                  <a:lnTo>
                    <a:pt x="593" y="9205"/>
                  </a:lnTo>
                  <a:lnTo>
                    <a:pt x="593" y="9343"/>
                  </a:lnTo>
                  <a:lnTo>
                    <a:pt x="612" y="9462"/>
                  </a:lnTo>
                  <a:lnTo>
                    <a:pt x="652" y="9580"/>
                  </a:lnTo>
                  <a:lnTo>
                    <a:pt x="731" y="9699"/>
                  </a:lnTo>
                  <a:lnTo>
                    <a:pt x="711" y="9738"/>
                  </a:lnTo>
                  <a:lnTo>
                    <a:pt x="691" y="9778"/>
                  </a:lnTo>
                  <a:lnTo>
                    <a:pt x="672" y="9896"/>
                  </a:lnTo>
                  <a:lnTo>
                    <a:pt x="652" y="9936"/>
                  </a:lnTo>
                  <a:lnTo>
                    <a:pt x="632" y="9956"/>
                  </a:lnTo>
                  <a:lnTo>
                    <a:pt x="593" y="9936"/>
                  </a:lnTo>
                  <a:lnTo>
                    <a:pt x="533" y="9877"/>
                  </a:lnTo>
                  <a:lnTo>
                    <a:pt x="454" y="9679"/>
                  </a:lnTo>
                  <a:lnTo>
                    <a:pt x="395" y="9501"/>
                  </a:lnTo>
                  <a:lnTo>
                    <a:pt x="356" y="9383"/>
                  </a:lnTo>
                  <a:lnTo>
                    <a:pt x="336" y="9363"/>
                  </a:lnTo>
                  <a:lnTo>
                    <a:pt x="296" y="9343"/>
                  </a:lnTo>
                  <a:lnTo>
                    <a:pt x="336" y="9521"/>
                  </a:lnTo>
                  <a:lnTo>
                    <a:pt x="356" y="9640"/>
                  </a:lnTo>
                  <a:lnTo>
                    <a:pt x="395" y="9798"/>
                  </a:lnTo>
                  <a:lnTo>
                    <a:pt x="494" y="10054"/>
                  </a:lnTo>
                  <a:lnTo>
                    <a:pt x="573" y="10074"/>
                  </a:lnTo>
                  <a:lnTo>
                    <a:pt x="652" y="10133"/>
                  </a:lnTo>
                  <a:lnTo>
                    <a:pt x="830" y="10272"/>
                  </a:lnTo>
                  <a:lnTo>
                    <a:pt x="1244" y="10627"/>
                  </a:lnTo>
                  <a:lnTo>
                    <a:pt x="1422" y="10864"/>
                  </a:lnTo>
                  <a:lnTo>
                    <a:pt x="1600" y="11101"/>
                  </a:lnTo>
                  <a:lnTo>
                    <a:pt x="1738" y="11358"/>
                  </a:lnTo>
                  <a:lnTo>
                    <a:pt x="1857" y="11575"/>
                  </a:lnTo>
                  <a:lnTo>
                    <a:pt x="1679" y="11378"/>
                  </a:lnTo>
                  <a:lnTo>
                    <a:pt x="1501" y="11220"/>
                  </a:lnTo>
                  <a:lnTo>
                    <a:pt x="1422" y="11180"/>
                  </a:lnTo>
                  <a:lnTo>
                    <a:pt x="1363" y="11141"/>
                  </a:lnTo>
                  <a:lnTo>
                    <a:pt x="1304" y="11141"/>
                  </a:lnTo>
                  <a:lnTo>
                    <a:pt x="1284" y="11180"/>
                  </a:lnTo>
                  <a:lnTo>
                    <a:pt x="1363" y="11239"/>
                  </a:lnTo>
                  <a:lnTo>
                    <a:pt x="1422" y="11338"/>
                  </a:lnTo>
                  <a:lnTo>
                    <a:pt x="1541" y="11536"/>
                  </a:lnTo>
                  <a:lnTo>
                    <a:pt x="1580" y="11615"/>
                  </a:lnTo>
                  <a:lnTo>
                    <a:pt x="1620" y="11674"/>
                  </a:lnTo>
                  <a:lnTo>
                    <a:pt x="1639" y="11694"/>
                  </a:lnTo>
                  <a:lnTo>
                    <a:pt x="1659" y="11694"/>
                  </a:lnTo>
                  <a:lnTo>
                    <a:pt x="1699" y="11654"/>
                  </a:lnTo>
                  <a:lnTo>
                    <a:pt x="1896" y="11951"/>
                  </a:lnTo>
                  <a:lnTo>
                    <a:pt x="2114" y="12267"/>
                  </a:lnTo>
                  <a:lnTo>
                    <a:pt x="2212" y="12405"/>
                  </a:lnTo>
                  <a:lnTo>
                    <a:pt x="2272" y="12523"/>
                  </a:lnTo>
                  <a:lnTo>
                    <a:pt x="2311" y="12642"/>
                  </a:lnTo>
                  <a:lnTo>
                    <a:pt x="2311" y="12681"/>
                  </a:lnTo>
                  <a:lnTo>
                    <a:pt x="2291" y="12721"/>
                  </a:lnTo>
                  <a:lnTo>
                    <a:pt x="2173" y="12602"/>
                  </a:lnTo>
                  <a:lnTo>
                    <a:pt x="2074" y="12504"/>
                  </a:lnTo>
                  <a:lnTo>
                    <a:pt x="1896" y="12267"/>
                  </a:lnTo>
                  <a:lnTo>
                    <a:pt x="1738" y="12030"/>
                  </a:lnTo>
                  <a:lnTo>
                    <a:pt x="1659" y="11911"/>
                  </a:lnTo>
                  <a:lnTo>
                    <a:pt x="1560" y="11812"/>
                  </a:lnTo>
                  <a:lnTo>
                    <a:pt x="1600" y="11872"/>
                  </a:lnTo>
                  <a:lnTo>
                    <a:pt x="1620" y="11931"/>
                  </a:lnTo>
                  <a:lnTo>
                    <a:pt x="1600" y="11970"/>
                  </a:lnTo>
                  <a:lnTo>
                    <a:pt x="1560" y="11970"/>
                  </a:lnTo>
                  <a:lnTo>
                    <a:pt x="1284" y="11536"/>
                  </a:lnTo>
                  <a:lnTo>
                    <a:pt x="1284" y="11536"/>
                  </a:lnTo>
                  <a:lnTo>
                    <a:pt x="1402" y="11891"/>
                  </a:lnTo>
                  <a:lnTo>
                    <a:pt x="1481" y="12049"/>
                  </a:lnTo>
                  <a:lnTo>
                    <a:pt x="1659" y="12286"/>
                  </a:lnTo>
                  <a:lnTo>
                    <a:pt x="1659" y="12227"/>
                  </a:lnTo>
                  <a:lnTo>
                    <a:pt x="1659" y="12207"/>
                  </a:lnTo>
                  <a:lnTo>
                    <a:pt x="1679" y="12207"/>
                  </a:lnTo>
                  <a:lnTo>
                    <a:pt x="1936" y="12523"/>
                  </a:lnTo>
                  <a:lnTo>
                    <a:pt x="1817" y="12642"/>
                  </a:lnTo>
                  <a:lnTo>
                    <a:pt x="1936" y="12760"/>
                  </a:lnTo>
                  <a:lnTo>
                    <a:pt x="2054" y="12899"/>
                  </a:lnTo>
                  <a:lnTo>
                    <a:pt x="2331" y="13254"/>
                  </a:lnTo>
                  <a:lnTo>
                    <a:pt x="2489" y="13452"/>
                  </a:lnTo>
                  <a:lnTo>
                    <a:pt x="2647" y="13629"/>
                  </a:lnTo>
                  <a:lnTo>
                    <a:pt x="2844" y="13787"/>
                  </a:lnTo>
                  <a:lnTo>
                    <a:pt x="3042" y="13945"/>
                  </a:lnTo>
                  <a:lnTo>
                    <a:pt x="3042" y="13945"/>
                  </a:lnTo>
                  <a:lnTo>
                    <a:pt x="2983" y="13926"/>
                  </a:lnTo>
                  <a:lnTo>
                    <a:pt x="2983" y="13926"/>
                  </a:lnTo>
                  <a:lnTo>
                    <a:pt x="3121" y="14044"/>
                  </a:lnTo>
                  <a:lnTo>
                    <a:pt x="3239" y="14123"/>
                  </a:lnTo>
                  <a:lnTo>
                    <a:pt x="3378" y="14163"/>
                  </a:lnTo>
                  <a:lnTo>
                    <a:pt x="3496" y="14183"/>
                  </a:lnTo>
                  <a:lnTo>
                    <a:pt x="3634" y="14202"/>
                  </a:lnTo>
                  <a:lnTo>
                    <a:pt x="3753" y="14242"/>
                  </a:lnTo>
                  <a:lnTo>
                    <a:pt x="3911" y="14301"/>
                  </a:lnTo>
                  <a:lnTo>
                    <a:pt x="4069" y="14400"/>
                  </a:lnTo>
                  <a:lnTo>
                    <a:pt x="3970" y="14380"/>
                  </a:lnTo>
                  <a:lnTo>
                    <a:pt x="3950" y="14400"/>
                  </a:lnTo>
                  <a:lnTo>
                    <a:pt x="3911" y="14420"/>
                  </a:lnTo>
                  <a:lnTo>
                    <a:pt x="3891" y="14479"/>
                  </a:lnTo>
                  <a:lnTo>
                    <a:pt x="3871" y="14538"/>
                  </a:lnTo>
                  <a:lnTo>
                    <a:pt x="3970" y="14578"/>
                  </a:lnTo>
                  <a:lnTo>
                    <a:pt x="4049" y="14637"/>
                  </a:lnTo>
                  <a:lnTo>
                    <a:pt x="4168" y="14755"/>
                  </a:lnTo>
                  <a:lnTo>
                    <a:pt x="4247" y="14894"/>
                  </a:lnTo>
                  <a:lnTo>
                    <a:pt x="4385" y="15052"/>
                  </a:lnTo>
                  <a:lnTo>
                    <a:pt x="4326" y="14973"/>
                  </a:lnTo>
                  <a:lnTo>
                    <a:pt x="4346" y="14933"/>
                  </a:lnTo>
                  <a:lnTo>
                    <a:pt x="4365" y="14913"/>
                  </a:lnTo>
                  <a:lnTo>
                    <a:pt x="4523" y="14913"/>
                  </a:lnTo>
                  <a:lnTo>
                    <a:pt x="4543" y="14894"/>
                  </a:lnTo>
                  <a:lnTo>
                    <a:pt x="4504" y="14854"/>
                  </a:lnTo>
                  <a:lnTo>
                    <a:pt x="4523" y="14815"/>
                  </a:lnTo>
                  <a:lnTo>
                    <a:pt x="4642" y="14815"/>
                  </a:lnTo>
                  <a:lnTo>
                    <a:pt x="4721" y="14854"/>
                  </a:lnTo>
                  <a:lnTo>
                    <a:pt x="4839" y="14894"/>
                  </a:lnTo>
                  <a:lnTo>
                    <a:pt x="5076" y="15052"/>
                  </a:lnTo>
                  <a:lnTo>
                    <a:pt x="5274" y="15210"/>
                  </a:lnTo>
                  <a:lnTo>
                    <a:pt x="5254" y="15249"/>
                  </a:lnTo>
                  <a:lnTo>
                    <a:pt x="5234" y="15269"/>
                  </a:lnTo>
                  <a:lnTo>
                    <a:pt x="5155" y="15269"/>
                  </a:lnTo>
                  <a:lnTo>
                    <a:pt x="5037" y="15229"/>
                  </a:lnTo>
                  <a:lnTo>
                    <a:pt x="4899" y="15150"/>
                  </a:lnTo>
                  <a:lnTo>
                    <a:pt x="4780" y="15111"/>
                  </a:lnTo>
                  <a:lnTo>
                    <a:pt x="4701" y="15071"/>
                  </a:lnTo>
                  <a:lnTo>
                    <a:pt x="4662" y="15091"/>
                  </a:lnTo>
                  <a:lnTo>
                    <a:pt x="4662" y="15111"/>
                  </a:lnTo>
                  <a:lnTo>
                    <a:pt x="4662" y="15150"/>
                  </a:lnTo>
                  <a:lnTo>
                    <a:pt x="4701" y="15229"/>
                  </a:lnTo>
                  <a:lnTo>
                    <a:pt x="4780" y="15289"/>
                  </a:lnTo>
                  <a:lnTo>
                    <a:pt x="4839" y="15328"/>
                  </a:lnTo>
                  <a:lnTo>
                    <a:pt x="4958" y="15328"/>
                  </a:lnTo>
                  <a:lnTo>
                    <a:pt x="4958" y="15289"/>
                  </a:lnTo>
                  <a:lnTo>
                    <a:pt x="4938" y="15249"/>
                  </a:lnTo>
                  <a:lnTo>
                    <a:pt x="4899" y="15190"/>
                  </a:lnTo>
                  <a:lnTo>
                    <a:pt x="5373" y="15585"/>
                  </a:lnTo>
                  <a:lnTo>
                    <a:pt x="5590" y="15802"/>
                  </a:lnTo>
                  <a:lnTo>
                    <a:pt x="5669" y="15901"/>
                  </a:lnTo>
                  <a:lnTo>
                    <a:pt x="5748" y="16000"/>
                  </a:lnTo>
                  <a:lnTo>
                    <a:pt x="5886" y="16039"/>
                  </a:lnTo>
                  <a:lnTo>
                    <a:pt x="6005" y="16079"/>
                  </a:lnTo>
                  <a:lnTo>
                    <a:pt x="6202" y="16158"/>
                  </a:lnTo>
                  <a:lnTo>
                    <a:pt x="6380" y="16217"/>
                  </a:lnTo>
                  <a:lnTo>
                    <a:pt x="6597" y="16217"/>
                  </a:lnTo>
                  <a:lnTo>
                    <a:pt x="6538" y="16177"/>
                  </a:lnTo>
                  <a:lnTo>
                    <a:pt x="6479" y="16177"/>
                  </a:lnTo>
                  <a:lnTo>
                    <a:pt x="6360" y="16158"/>
                  </a:lnTo>
                  <a:lnTo>
                    <a:pt x="6301" y="16138"/>
                  </a:lnTo>
                  <a:lnTo>
                    <a:pt x="6261" y="16118"/>
                  </a:lnTo>
                  <a:lnTo>
                    <a:pt x="6202" y="16079"/>
                  </a:lnTo>
                  <a:lnTo>
                    <a:pt x="6123" y="16000"/>
                  </a:lnTo>
                  <a:lnTo>
                    <a:pt x="6479" y="16039"/>
                  </a:lnTo>
                  <a:lnTo>
                    <a:pt x="6597" y="16118"/>
                  </a:lnTo>
                  <a:lnTo>
                    <a:pt x="6696" y="16197"/>
                  </a:lnTo>
                  <a:lnTo>
                    <a:pt x="6874" y="16395"/>
                  </a:lnTo>
                  <a:lnTo>
                    <a:pt x="7032" y="16553"/>
                  </a:lnTo>
                  <a:lnTo>
                    <a:pt x="7190" y="16711"/>
                  </a:lnTo>
                  <a:lnTo>
                    <a:pt x="7190" y="16711"/>
                  </a:lnTo>
                  <a:lnTo>
                    <a:pt x="6913" y="16612"/>
                  </a:lnTo>
                  <a:lnTo>
                    <a:pt x="6953" y="16592"/>
                  </a:lnTo>
                  <a:lnTo>
                    <a:pt x="6894" y="16573"/>
                  </a:lnTo>
                  <a:lnTo>
                    <a:pt x="6834" y="16553"/>
                  </a:lnTo>
                  <a:lnTo>
                    <a:pt x="6696" y="16494"/>
                  </a:lnTo>
                  <a:lnTo>
                    <a:pt x="6577" y="16454"/>
                  </a:lnTo>
                  <a:lnTo>
                    <a:pt x="6518" y="16454"/>
                  </a:lnTo>
                  <a:lnTo>
                    <a:pt x="6498" y="16474"/>
                  </a:lnTo>
                  <a:lnTo>
                    <a:pt x="6617" y="16494"/>
                  </a:lnTo>
                  <a:lnTo>
                    <a:pt x="6696" y="16533"/>
                  </a:lnTo>
                  <a:lnTo>
                    <a:pt x="6854" y="16632"/>
                  </a:lnTo>
                  <a:lnTo>
                    <a:pt x="7012" y="16731"/>
                  </a:lnTo>
                  <a:lnTo>
                    <a:pt x="7111" y="16790"/>
                  </a:lnTo>
                  <a:lnTo>
                    <a:pt x="7229" y="16829"/>
                  </a:lnTo>
                  <a:lnTo>
                    <a:pt x="7190" y="16829"/>
                  </a:lnTo>
                  <a:lnTo>
                    <a:pt x="7387" y="16928"/>
                  </a:lnTo>
                  <a:lnTo>
                    <a:pt x="7545" y="17047"/>
                  </a:lnTo>
                  <a:lnTo>
                    <a:pt x="7684" y="17165"/>
                  </a:lnTo>
                  <a:lnTo>
                    <a:pt x="7802" y="17303"/>
                  </a:lnTo>
                  <a:lnTo>
                    <a:pt x="7921" y="17402"/>
                  </a:lnTo>
                  <a:lnTo>
                    <a:pt x="8039" y="17501"/>
                  </a:lnTo>
                  <a:lnTo>
                    <a:pt x="8177" y="17540"/>
                  </a:lnTo>
                  <a:lnTo>
                    <a:pt x="8256" y="17560"/>
                  </a:lnTo>
                  <a:lnTo>
                    <a:pt x="8335" y="17560"/>
                  </a:lnTo>
                  <a:lnTo>
                    <a:pt x="8276" y="17481"/>
                  </a:lnTo>
                  <a:lnTo>
                    <a:pt x="8217" y="17402"/>
                  </a:lnTo>
                  <a:lnTo>
                    <a:pt x="8217" y="17303"/>
                  </a:lnTo>
                  <a:lnTo>
                    <a:pt x="8217" y="17284"/>
                  </a:lnTo>
                  <a:lnTo>
                    <a:pt x="8237" y="17264"/>
                  </a:lnTo>
                  <a:lnTo>
                    <a:pt x="8276" y="17323"/>
                  </a:lnTo>
                  <a:lnTo>
                    <a:pt x="8316" y="17382"/>
                  </a:lnTo>
                  <a:lnTo>
                    <a:pt x="8434" y="17481"/>
                  </a:lnTo>
                  <a:lnTo>
                    <a:pt x="8533" y="17580"/>
                  </a:lnTo>
                  <a:lnTo>
                    <a:pt x="8553" y="17619"/>
                  </a:lnTo>
                  <a:lnTo>
                    <a:pt x="8533" y="17659"/>
                  </a:lnTo>
                  <a:lnTo>
                    <a:pt x="8434" y="17619"/>
                  </a:lnTo>
                  <a:lnTo>
                    <a:pt x="8750" y="17876"/>
                  </a:lnTo>
                  <a:lnTo>
                    <a:pt x="8869" y="17975"/>
                  </a:lnTo>
                  <a:lnTo>
                    <a:pt x="8967" y="18014"/>
                  </a:lnTo>
                  <a:lnTo>
                    <a:pt x="9046" y="17975"/>
                  </a:lnTo>
                  <a:lnTo>
                    <a:pt x="9106" y="17935"/>
                  </a:lnTo>
                  <a:lnTo>
                    <a:pt x="9145" y="17935"/>
                  </a:lnTo>
                  <a:lnTo>
                    <a:pt x="9185" y="17916"/>
                  </a:lnTo>
                  <a:lnTo>
                    <a:pt x="9244" y="17935"/>
                  </a:lnTo>
                  <a:lnTo>
                    <a:pt x="9323" y="17955"/>
                  </a:lnTo>
                  <a:lnTo>
                    <a:pt x="9461" y="18093"/>
                  </a:lnTo>
                  <a:lnTo>
                    <a:pt x="9481" y="18133"/>
                  </a:lnTo>
                  <a:lnTo>
                    <a:pt x="9481" y="18153"/>
                  </a:lnTo>
                  <a:lnTo>
                    <a:pt x="9461" y="18172"/>
                  </a:lnTo>
                  <a:lnTo>
                    <a:pt x="9442" y="18192"/>
                  </a:lnTo>
                  <a:lnTo>
                    <a:pt x="9284" y="18192"/>
                  </a:lnTo>
                  <a:lnTo>
                    <a:pt x="9224" y="18212"/>
                  </a:lnTo>
                  <a:lnTo>
                    <a:pt x="9205" y="18232"/>
                  </a:lnTo>
                  <a:lnTo>
                    <a:pt x="9205" y="18271"/>
                  </a:lnTo>
                  <a:lnTo>
                    <a:pt x="9224" y="18311"/>
                  </a:lnTo>
                  <a:lnTo>
                    <a:pt x="9264" y="18350"/>
                  </a:lnTo>
                  <a:lnTo>
                    <a:pt x="9876" y="18607"/>
                  </a:lnTo>
                  <a:lnTo>
                    <a:pt x="9955" y="18785"/>
                  </a:lnTo>
                  <a:lnTo>
                    <a:pt x="10113" y="18884"/>
                  </a:lnTo>
                  <a:lnTo>
                    <a:pt x="10271" y="18982"/>
                  </a:lnTo>
                  <a:lnTo>
                    <a:pt x="10449" y="19061"/>
                  </a:lnTo>
                  <a:lnTo>
                    <a:pt x="10627" y="19121"/>
                  </a:lnTo>
                  <a:lnTo>
                    <a:pt x="10982" y="19239"/>
                  </a:lnTo>
                  <a:lnTo>
                    <a:pt x="11338" y="19318"/>
                  </a:lnTo>
                  <a:lnTo>
                    <a:pt x="11911" y="19377"/>
                  </a:lnTo>
                  <a:lnTo>
                    <a:pt x="12108" y="19417"/>
                  </a:lnTo>
                  <a:lnTo>
                    <a:pt x="12227" y="19456"/>
                  </a:lnTo>
                  <a:lnTo>
                    <a:pt x="12187" y="19516"/>
                  </a:lnTo>
                  <a:lnTo>
                    <a:pt x="12148" y="19535"/>
                  </a:lnTo>
                  <a:lnTo>
                    <a:pt x="12088" y="19555"/>
                  </a:lnTo>
                  <a:lnTo>
                    <a:pt x="12029" y="19575"/>
                  </a:lnTo>
                  <a:lnTo>
                    <a:pt x="11851" y="19555"/>
                  </a:lnTo>
                  <a:lnTo>
                    <a:pt x="11674" y="19516"/>
                  </a:lnTo>
                  <a:lnTo>
                    <a:pt x="11753" y="19595"/>
                  </a:lnTo>
                  <a:lnTo>
                    <a:pt x="11832" y="19634"/>
                  </a:lnTo>
                  <a:lnTo>
                    <a:pt x="11970" y="19674"/>
                  </a:lnTo>
                  <a:lnTo>
                    <a:pt x="12069" y="19693"/>
                  </a:lnTo>
                  <a:lnTo>
                    <a:pt x="12088" y="19693"/>
                  </a:lnTo>
                  <a:lnTo>
                    <a:pt x="12088" y="19733"/>
                  </a:lnTo>
                  <a:lnTo>
                    <a:pt x="12167" y="19772"/>
                  </a:lnTo>
                  <a:lnTo>
                    <a:pt x="12286" y="19812"/>
                  </a:lnTo>
                  <a:lnTo>
                    <a:pt x="12404" y="19832"/>
                  </a:lnTo>
                  <a:lnTo>
                    <a:pt x="12444" y="19812"/>
                  </a:lnTo>
                  <a:lnTo>
                    <a:pt x="12464" y="19772"/>
                  </a:lnTo>
                  <a:lnTo>
                    <a:pt x="12562" y="19851"/>
                  </a:lnTo>
                  <a:lnTo>
                    <a:pt x="12641" y="19930"/>
                  </a:lnTo>
                  <a:lnTo>
                    <a:pt x="12661" y="19990"/>
                  </a:lnTo>
                  <a:lnTo>
                    <a:pt x="12681" y="20029"/>
                  </a:lnTo>
                  <a:lnTo>
                    <a:pt x="12681" y="20069"/>
                  </a:lnTo>
                  <a:lnTo>
                    <a:pt x="12661" y="20088"/>
                  </a:lnTo>
                  <a:lnTo>
                    <a:pt x="12641" y="20108"/>
                  </a:lnTo>
                  <a:lnTo>
                    <a:pt x="12641" y="20128"/>
                  </a:lnTo>
                  <a:lnTo>
                    <a:pt x="12740" y="20148"/>
                  </a:lnTo>
                  <a:lnTo>
                    <a:pt x="12859" y="20207"/>
                  </a:lnTo>
                  <a:lnTo>
                    <a:pt x="12997" y="20286"/>
                  </a:lnTo>
                  <a:lnTo>
                    <a:pt x="13135" y="20385"/>
                  </a:lnTo>
                  <a:lnTo>
                    <a:pt x="13412" y="20602"/>
                  </a:lnTo>
                  <a:lnTo>
                    <a:pt x="13570" y="20701"/>
                  </a:lnTo>
                  <a:lnTo>
                    <a:pt x="13708" y="20780"/>
                  </a:lnTo>
                  <a:lnTo>
                    <a:pt x="13668" y="20878"/>
                  </a:lnTo>
                  <a:lnTo>
                    <a:pt x="13965" y="20997"/>
                  </a:lnTo>
                  <a:lnTo>
                    <a:pt x="14261" y="21116"/>
                  </a:lnTo>
                  <a:lnTo>
                    <a:pt x="14261" y="21116"/>
                  </a:lnTo>
                  <a:lnTo>
                    <a:pt x="14222" y="21076"/>
                  </a:lnTo>
                  <a:lnTo>
                    <a:pt x="14222" y="21056"/>
                  </a:lnTo>
                  <a:lnTo>
                    <a:pt x="14222" y="21036"/>
                  </a:lnTo>
                  <a:lnTo>
                    <a:pt x="14241" y="21017"/>
                  </a:lnTo>
                  <a:lnTo>
                    <a:pt x="14301" y="20997"/>
                  </a:lnTo>
                  <a:lnTo>
                    <a:pt x="14340" y="20957"/>
                  </a:lnTo>
                  <a:lnTo>
                    <a:pt x="14478" y="21036"/>
                  </a:lnTo>
                  <a:lnTo>
                    <a:pt x="14478" y="21036"/>
                  </a:lnTo>
                  <a:lnTo>
                    <a:pt x="14399" y="20938"/>
                  </a:lnTo>
                  <a:lnTo>
                    <a:pt x="14301" y="20859"/>
                  </a:lnTo>
                  <a:lnTo>
                    <a:pt x="14123" y="20720"/>
                  </a:lnTo>
                  <a:lnTo>
                    <a:pt x="13905" y="20582"/>
                  </a:lnTo>
                  <a:lnTo>
                    <a:pt x="13668" y="20464"/>
                  </a:lnTo>
                  <a:lnTo>
                    <a:pt x="13451" y="20325"/>
                  </a:lnTo>
                  <a:lnTo>
                    <a:pt x="13234" y="20187"/>
                  </a:lnTo>
                  <a:lnTo>
                    <a:pt x="13155" y="20088"/>
                  </a:lnTo>
                  <a:lnTo>
                    <a:pt x="13076" y="19990"/>
                  </a:lnTo>
                  <a:lnTo>
                    <a:pt x="12997" y="19891"/>
                  </a:lnTo>
                  <a:lnTo>
                    <a:pt x="12957" y="19772"/>
                  </a:lnTo>
                  <a:lnTo>
                    <a:pt x="12997" y="19792"/>
                  </a:lnTo>
                  <a:lnTo>
                    <a:pt x="13036" y="19792"/>
                  </a:lnTo>
                  <a:lnTo>
                    <a:pt x="13036" y="19772"/>
                  </a:lnTo>
                  <a:lnTo>
                    <a:pt x="13036" y="19753"/>
                  </a:lnTo>
                  <a:lnTo>
                    <a:pt x="13056" y="19733"/>
                  </a:lnTo>
                  <a:lnTo>
                    <a:pt x="13096" y="19733"/>
                  </a:lnTo>
                  <a:lnTo>
                    <a:pt x="13135" y="19753"/>
                  </a:lnTo>
                  <a:lnTo>
                    <a:pt x="13234" y="19871"/>
                  </a:lnTo>
                  <a:lnTo>
                    <a:pt x="13254" y="19911"/>
                  </a:lnTo>
                  <a:lnTo>
                    <a:pt x="13254" y="19930"/>
                  </a:lnTo>
                  <a:lnTo>
                    <a:pt x="13451" y="19950"/>
                  </a:lnTo>
                  <a:lnTo>
                    <a:pt x="13471" y="19950"/>
                  </a:lnTo>
                  <a:lnTo>
                    <a:pt x="13471" y="19930"/>
                  </a:lnTo>
                  <a:lnTo>
                    <a:pt x="13352" y="19832"/>
                  </a:lnTo>
                  <a:lnTo>
                    <a:pt x="13392" y="19812"/>
                  </a:lnTo>
                  <a:lnTo>
                    <a:pt x="13431" y="19792"/>
                  </a:lnTo>
                  <a:lnTo>
                    <a:pt x="13530" y="19812"/>
                  </a:lnTo>
                  <a:lnTo>
                    <a:pt x="13649" y="19851"/>
                  </a:lnTo>
                  <a:lnTo>
                    <a:pt x="13767" y="19930"/>
                  </a:lnTo>
                  <a:lnTo>
                    <a:pt x="14064" y="20108"/>
                  </a:lnTo>
                  <a:lnTo>
                    <a:pt x="14222" y="20207"/>
                  </a:lnTo>
                  <a:lnTo>
                    <a:pt x="14380" y="20286"/>
                  </a:lnTo>
                  <a:lnTo>
                    <a:pt x="14419" y="20365"/>
                  </a:lnTo>
                  <a:lnTo>
                    <a:pt x="14419" y="20385"/>
                  </a:lnTo>
                  <a:lnTo>
                    <a:pt x="14399" y="20404"/>
                  </a:lnTo>
                  <a:lnTo>
                    <a:pt x="14320" y="20404"/>
                  </a:lnTo>
                  <a:lnTo>
                    <a:pt x="14222" y="20385"/>
                  </a:lnTo>
                  <a:lnTo>
                    <a:pt x="13965" y="20306"/>
                  </a:lnTo>
                  <a:lnTo>
                    <a:pt x="13846" y="20246"/>
                  </a:lnTo>
                  <a:lnTo>
                    <a:pt x="13747" y="20227"/>
                  </a:lnTo>
                  <a:lnTo>
                    <a:pt x="13747" y="20227"/>
                  </a:lnTo>
                  <a:lnTo>
                    <a:pt x="13866" y="20286"/>
                  </a:lnTo>
                  <a:lnTo>
                    <a:pt x="13985" y="20325"/>
                  </a:lnTo>
                  <a:lnTo>
                    <a:pt x="14103" y="20404"/>
                  </a:lnTo>
                  <a:lnTo>
                    <a:pt x="14222" y="20503"/>
                  </a:lnTo>
                  <a:lnTo>
                    <a:pt x="14083" y="20602"/>
                  </a:lnTo>
                  <a:lnTo>
                    <a:pt x="14261" y="20681"/>
                  </a:lnTo>
                  <a:lnTo>
                    <a:pt x="14360" y="20701"/>
                  </a:lnTo>
                  <a:lnTo>
                    <a:pt x="14419" y="20701"/>
                  </a:lnTo>
                  <a:lnTo>
                    <a:pt x="14439" y="20681"/>
                  </a:lnTo>
                  <a:lnTo>
                    <a:pt x="14439" y="20582"/>
                  </a:lnTo>
                  <a:lnTo>
                    <a:pt x="14459" y="20543"/>
                  </a:lnTo>
                  <a:lnTo>
                    <a:pt x="14518" y="20503"/>
                  </a:lnTo>
                  <a:lnTo>
                    <a:pt x="14597" y="20483"/>
                  </a:lnTo>
                  <a:lnTo>
                    <a:pt x="14696" y="20503"/>
                  </a:lnTo>
                  <a:lnTo>
                    <a:pt x="14775" y="20562"/>
                  </a:lnTo>
                  <a:lnTo>
                    <a:pt x="14854" y="20622"/>
                  </a:lnTo>
                  <a:lnTo>
                    <a:pt x="15012" y="20760"/>
                  </a:lnTo>
                  <a:lnTo>
                    <a:pt x="15071" y="20799"/>
                  </a:lnTo>
                  <a:lnTo>
                    <a:pt x="15130" y="20839"/>
                  </a:lnTo>
                  <a:lnTo>
                    <a:pt x="15130" y="20839"/>
                  </a:lnTo>
                  <a:lnTo>
                    <a:pt x="14952" y="20799"/>
                  </a:lnTo>
                  <a:lnTo>
                    <a:pt x="15091" y="20878"/>
                  </a:lnTo>
                  <a:lnTo>
                    <a:pt x="15209" y="20938"/>
                  </a:lnTo>
                  <a:lnTo>
                    <a:pt x="15328" y="20977"/>
                  </a:lnTo>
                  <a:lnTo>
                    <a:pt x="15426" y="20997"/>
                  </a:lnTo>
                  <a:lnTo>
                    <a:pt x="15644" y="21036"/>
                  </a:lnTo>
                  <a:lnTo>
                    <a:pt x="15762" y="21056"/>
                  </a:lnTo>
                  <a:lnTo>
                    <a:pt x="15900" y="21116"/>
                  </a:lnTo>
                  <a:lnTo>
                    <a:pt x="16039" y="21293"/>
                  </a:lnTo>
                  <a:lnTo>
                    <a:pt x="15881" y="21195"/>
                  </a:lnTo>
                  <a:lnTo>
                    <a:pt x="15742" y="21155"/>
                  </a:lnTo>
                  <a:lnTo>
                    <a:pt x="15604" y="21135"/>
                  </a:lnTo>
                  <a:lnTo>
                    <a:pt x="15486" y="21135"/>
                  </a:lnTo>
                  <a:lnTo>
                    <a:pt x="15387" y="21155"/>
                  </a:lnTo>
                  <a:lnTo>
                    <a:pt x="15288" y="21155"/>
                  </a:lnTo>
                  <a:lnTo>
                    <a:pt x="15189" y="21135"/>
                  </a:lnTo>
                  <a:lnTo>
                    <a:pt x="15091" y="21076"/>
                  </a:lnTo>
                  <a:lnTo>
                    <a:pt x="15091" y="21076"/>
                  </a:lnTo>
                  <a:lnTo>
                    <a:pt x="15268" y="21214"/>
                  </a:lnTo>
                  <a:lnTo>
                    <a:pt x="15308" y="21274"/>
                  </a:lnTo>
                  <a:lnTo>
                    <a:pt x="15308" y="21313"/>
                  </a:lnTo>
                  <a:lnTo>
                    <a:pt x="15308" y="21333"/>
                  </a:lnTo>
                  <a:lnTo>
                    <a:pt x="15268" y="21353"/>
                  </a:lnTo>
                  <a:lnTo>
                    <a:pt x="15150" y="21372"/>
                  </a:lnTo>
                  <a:lnTo>
                    <a:pt x="14992" y="21372"/>
                  </a:lnTo>
                  <a:lnTo>
                    <a:pt x="14794" y="21353"/>
                  </a:lnTo>
                  <a:lnTo>
                    <a:pt x="14498" y="21313"/>
                  </a:lnTo>
                  <a:lnTo>
                    <a:pt x="14735" y="21432"/>
                  </a:lnTo>
                  <a:lnTo>
                    <a:pt x="14933" y="21530"/>
                  </a:lnTo>
                  <a:lnTo>
                    <a:pt x="15110" y="21649"/>
                  </a:lnTo>
                  <a:lnTo>
                    <a:pt x="15249" y="21767"/>
                  </a:lnTo>
                  <a:lnTo>
                    <a:pt x="15466" y="21787"/>
                  </a:lnTo>
                  <a:lnTo>
                    <a:pt x="15663" y="21827"/>
                  </a:lnTo>
                  <a:lnTo>
                    <a:pt x="16039" y="21985"/>
                  </a:lnTo>
                  <a:lnTo>
                    <a:pt x="16236" y="22044"/>
                  </a:lnTo>
                  <a:lnTo>
                    <a:pt x="16414" y="22083"/>
                  </a:lnTo>
                  <a:lnTo>
                    <a:pt x="16612" y="22103"/>
                  </a:lnTo>
                  <a:lnTo>
                    <a:pt x="16730" y="22103"/>
                  </a:lnTo>
                  <a:lnTo>
                    <a:pt x="16829" y="22083"/>
                  </a:lnTo>
                  <a:lnTo>
                    <a:pt x="16888" y="22103"/>
                  </a:lnTo>
                  <a:lnTo>
                    <a:pt x="16888" y="22123"/>
                  </a:lnTo>
                  <a:lnTo>
                    <a:pt x="16868" y="22143"/>
                  </a:lnTo>
                  <a:lnTo>
                    <a:pt x="16829" y="22143"/>
                  </a:lnTo>
                  <a:lnTo>
                    <a:pt x="16750" y="22162"/>
                  </a:lnTo>
                  <a:lnTo>
                    <a:pt x="16770" y="22182"/>
                  </a:lnTo>
                  <a:lnTo>
                    <a:pt x="16849" y="22202"/>
                  </a:lnTo>
                  <a:lnTo>
                    <a:pt x="17244" y="22281"/>
                  </a:lnTo>
                  <a:lnTo>
                    <a:pt x="17461" y="22320"/>
                  </a:lnTo>
                  <a:lnTo>
                    <a:pt x="17658" y="22340"/>
                  </a:lnTo>
                  <a:lnTo>
                    <a:pt x="18073" y="22340"/>
                  </a:lnTo>
                  <a:lnTo>
                    <a:pt x="18271" y="22320"/>
                  </a:lnTo>
                  <a:lnTo>
                    <a:pt x="18310" y="22281"/>
                  </a:lnTo>
                  <a:lnTo>
                    <a:pt x="18330" y="22301"/>
                  </a:lnTo>
                  <a:lnTo>
                    <a:pt x="18330" y="22340"/>
                  </a:lnTo>
                  <a:lnTo>
                    <a:pt x="18310" y="22439"/>
                  </a:lnTo>
                  <a:lnTo>
                    <a:pt x="18330" y="22459"/>
                  </a:lnTo>
                  <a:lnTo>
                    <a:pt x="18350" y="22459"/>
                  </a:lnTo>
                  <a:lnTo>
                    <a:pt x="18389" y="22439"/>
                  </a:lnTo>
                  <a:lnTo>
                    <a:pt x="18508" y="22439"/>
                  </a:lnTo>
                  <a:lnTo>
                    <a:pt x="18567" y="22498"/>
                  </a:lnTo>
                  <a:lnTo>
                    <a:pt x="18606" y="22538"/>
                  </a:lnTo>
                  <a:lnTo>
                    <a:pt x="18685" y="22656"/>
                  </a:lnTo>
                  <a:lnTo>
                    <a:pt x="18883" y="22972"/>
                  </a:lnTo>
                  <a:lnTo>
                    <a:pt x="19120" y="23308"/>
                  </a:lnTo>
                  <a:lnTo>
                    <a:pt x="19397" y="23683"/>
                  </a:lnTo>
                  <a:lnTo>
                    <a:pt x="19160" y="23545"/>
                  </a:lnTo>
                  <a:lnTo>
                    <a:pt x="19160" y="23545"/>
                  </a:lnTo>
                  <a:lnTo>
                    <a:pt x="19318" y="23743"/>
                  </a:lnTo>
                  <a:lnTo>
                    <a:pt x="19456" y="23940"/>
                  </a:lnTo>
                  <a:lnTo>
                    <a:pt x="19614" y="24059"/>
                  </a:lnTo>
                  <a:lnTo>
                    <a:pt x="19693" y="24098"/>
                  </a:lnTo>
                  <a:lnTo>
                    <a:pt x="19772" y="24118"/>
                  </a:lnTo>
                  <a:lnTo>
                    <a:pt x="19811" y="24217"/>
                  </a:lnTo>
                  <a:lnTo>
                    <a:pt x="19871" y="24315"/>
                  </a:lnTo>
                  <a:lnTo>
                    <a:pt x="19950" y="24394"/>
                  </a:lnTo>
                  <a:lnTo>
                    <a:pt x="20029" y="24473"/>
                  </a:lnTo>
                  <a:lnTo>
                    <a:pt x="20266" y="24631"/>
                  </a:lnTo>
                  <a:lnTo>
                    <a:pt x="20503" y="24770"/>
                  </a:lnTo>
                  <a:lnTo>
                    <a:pt x="20759" y="24908"/>
                  </a:lnTo>
                  <a:lnTo>
                    <a:pt x="21016" y="25046"/>
                  </a:lnTo>
                  <a:lnTo>
                    <a:pt x="21233" y="25184"/>
                  </a:lnTo>
                  <a:lnTo>
                    <a:pt x="21332" y="25283"/>
                  </a:lnTo>
                  <a:lnTo>
                    <a:pt x="21411" y="25362"/>
                  </a:lnTo>
                  <a:lnTo>
                    <a:pt x="21629" y="25461"/>
                  </a:lnTo>
                  <a:lnTo>
                    <a:pt x="21826" y="25540"/>
                  </a:lnTo>
                  <a:lnTo>
                    <a:pt x="21984" y="25560"/>
                  </a:lnTo>
                  <a:lnTo>
                    <a:pt x="22122" y="25560"/>
                  </a:lnTo>
                  <a:lnTo>
                    <a:pt x="22399" y="25540"/>
                  </a:lnTo>
                  <a:lnTo>
                    <a:pt x="22557" y="25540"/>
                  </a:lnTo>
                  <a:lnTo>
                    <a:pt x="22754" y="25579"/>
                  </a:lnTo>
                  <a:lnTo>
                    <a:pt x="22715" y="25619"/>
                  </a:lnTo>
                  <a:lnTo>
                    <a:pt x="22675" y="25678"/>
                  </a:lnTo>
                  <a:lnTo>
                    <a:pt x="22675" y="25718"/>
                  </a:lnTo>
                  <a:lnTo>
                    <a:pt x="22675" y="25737"/>
                  </a:lnTo>
                  <a:lnTo>
                    <a:pt x="22735" y="25777"/>
                  </a:lnTo>
                  <a:lnTo>
                    <a:pt x="22814" y="25816"/>
                  </a:lnTo>
                  <a:lnTo>
                    <a:pt x="23169" y="25856"/>
                  </a:lnTo>
                  <a:lnTo>
                    <a:pt x="23525" y="25876"/>
                  </a:lnTo>
                  <a:lnTo>
                    <a:pt x="23880" y="25876"/>
                  </a:lnTo>
                  <a:lnTo>
                    <a:pt x="24236" y="25856"/>
                  </a:lnTo>
                  <a:lnTo>
                    <a:pt x="24572" y="25816"/>
                  </a:lnTo>
                  <a:lnTo>
                    <a:pt x="24907" y="25777"/>
                  </a:lnTo>
                  <a:lnTo>
                    <a:pt x="25243" y="25718"/>
                  </a:lnTo>
                  <a:lnTo>
                    <a:pt x="25559" y="25619"/>
                  </a:lnTo>
                  <a:lnTo>
                    <a:pt x="25895" y="25520"/>
                  </a:lnTo>
                  <a:lnTo>
                    <a:pt x="26211" y="25421"/>
                  </a:lnTo>
                  <a:lnTo>
                    <a:pt x="26527" y="25283"/>
                  </a:lnTo>
                  <a:lnTo>
                    <a:pt x="26823" y="25145"/>
                  </a:lnTo>
                  <a:lnTo>
                    <a:pt x="27139" y="24987"/>
                  </a:lnTo>
                  <a:lnTo>
                    <a:pt x="27436" y="24809"/>
                  </a:lnTo>
                  <a:lnTo>
                    <a:pt x="27732" y="24612"/>
                  </a:lnTo>
                  <a:lnTo>
                    <a:pt x="28028" y="24394"/>
                  </a:lnTo>
                  <a:lnTo>
                    <a:pt x="28008" y="24434"/>
                  </a:lnTo>
                  <a:lnTo>
                    <a:pt x="27989" y="24473"/>
                  </a:lnTo>
                  <a:lnTo>
                    <a:pt x="27910" y="24533"/>
                  </a:lnTo>
                  <a:lnTo>
                    <a:pt x="28107" y="24394"/>
                  </a:lnTo>
                  <a:lnTo>
                    <a:pt x="28305" y="24256"/>
                  </a:lnTo>
                  <a:lnTo>
                    <a:pt x="28641" y="23940"/>
                  </a:lnTo>
                  <a:lnTo>
                    <a:pt x="28937" y="23604"/>
                  </a:lnTo>
                  <a:lnTo>
                    <a:pt x="29233" y="23249"/>
                  </a:lnTo>
                  <a:lnTo>
                    <a:pt x="29470" y="22913"/>
                  </a:lnTo>
                  <a:lnTo>
                    <a:pt x="29707" y="22557"/>
                  </a:lnTo>
                  <a:lnTo>
                    <a:pt x="30161" y="21925"/>
                  </a:lnTo>
                  <a:lnTo>
                    <a:pt x="30240" y="21728"/>
                  </a:lnTo>
                  <a:lnTo>
                    <a:pt x="30319" y="21511"/>
                  </a:lnTo>
                  <a:lnTo>
                    <a:pt x="30339" y="21412"/>
                  </a:lnTo>
                  <a:lnTo>
                    <a:pt x="30339" y="21333"/>
                  </a:lnTo>
                  <a:lnTo>
                    <a:pt x="30319" y="21293"/>
                  </a:lnTo>
                  <a:lnTo>
                    <a:pt x="30260" y="21313"/>
                  </a:lnTo>
                  <a:lnTo>
                    <a:pt x="30221" y="21372"/>
                  </a:lnTo>
                  <a:lnTo>
                    <a:pt x="30181" y="21412"/>
                  </a:lnTo>
                  <a:lnTo>
                    <a:pt x="30122" y="21432"/>
                  </a:lnTo>
                  <a:lnTo>
                    <a:pt x="30082" y="21451"/>
                  </a:lnTo>
                  <a:lnTo>
                    <a:pt x="29984" y="21432"/>
                  </a:lnTo>
                  <a:lnTo>
                    <a:pt x="29924" y="21392"/>
                  </a:lnTo>
                  <a:lnTo>
                    <a:pt x="30023" y="21155"/>
                  </a:lnTo>
                  <a:lnTo>
                    <a:pt x="30102" y="21017"/>
                  </a:lnTo>
                  <a:lnTo>
                    <a:pt x="30181" y="20938"/>
                  </a:lnTo>
                  <a:lnTo>
                    <a:pt x="30240" y="20898"/>
                  </a:lnTo>
                  <a:lnTo>
                    <a:pt x="30319" y="20878"/>
                  </a:lnTo>
                  <a:lnTo>
                    <a:pt x="30379" y="20839"/>
                  </a:lnTo>
                  <a:lnTo>
                    <a:pt x="30438" y="20740"/>
                  </a:lnTo>
                  <a:lnTo>
                    <a:pt x="30517" y="20602"/>
                  </a:lnTo>
                  <a:lnTo>
                    <a:pt x="30596" y="20582"/>
                  </a:lnTo>
                  <a:lnTo>
                    <a:pt x="30616" y="20602"/>
                  </a:lnTo>
                  <a:lnTo>
                    <a:pt x="30635" y="20622"/>
                  </a:lnTo>
                  <a:lnTo>
                    <a:pt x="30635" y="20681"/>
                  </a:lnTo>
                  <a:lnTo>
                    <a:pt x="30635" y="20760"/>
                  </a:lnTo>
                  <a:lnTo>
                    <a:pt x="30616" y="20938"/>
                  </a:lnTo>
                  <a:lnTo>
                    <a:pt x="30635" y="21017"/>
                  </a:lnTo>
                  <a:lnTo>
                    <a:pt x="30655" y="21056"/>
                  </a:lnTo>
                  <a:lnTo>
                    <a:pt x="30675" y="21076"/>
                  </a:lnTo>
                  <a:lnTo>
                    <a:pt x="30793" y="20641"/>
                  </a:lnTo>
                  <a:lnTo>
                    <a:pt x="30872" y="20227"/>
                  </a:lnTo>
                  <a:lnTo>
                    <a:pt x="30951" y="20069"/>
                  </a:lnTo>
                  <a:lnTo>
                    <a:pt x="31011" y="19911"/>
                  </a:lnTo>
                  <a:lnTo>
                    <a:pt x="31110" y="19575"/>
                  </a:lnTo>
                  <a:lnTo>
                    <a:pt x="31189" y="19259"/>
                  </a:lnTo>
                  <a:lnTo>
                    <a:pt x="31248" y="19101"/>
                  </a:lnTo>
                  <a:lnTo>
                    <a:pt x="31289" y="19005"/>
                  </a:lnTo>
                  <a:lnTo>
                    <a:pt x="31289" y="19005"/>
                  </a:lnTo>
                  <a:lnTo>
                    <a:pt x="31307" y="19042"/>
                  </a:lnTo>
                  <a:lnTo>
                    <a:pt x="31327" y="19101"/>
                  </a:lnTo>
                  <a:lnTo>
                    <a:pt x="31347" y="19140"/>
                  </a:lnTo>
                  <a:lnTo>
                    <a:pt x="31347" y="19180"/>
                  </a:lnTo>
                  <a:lnTo>
                    <a:pt x="31347" y="19239"/>
                  </a:lnTo>
                  <a:lnTo>
                    <a:pt x="31287" y="19338"/>
                  </a:lnTo>
                  <a:lnTo>
                    <a:pt x="31287" y="19298"/>
                  </a:lnTo>
                  <a:lnTo>
                    <a:pt x="31268" y="19259"/>
                  </a:lnTo>
                  <a:lnTo>
                    <a:pt x="31208" y="19476"/>
                  </a:lnTo>
                  <a:lnTo>
                    <a:pt x="31189" y="19614"/>
                  </a:lnTo>
                  <a:lnTo>
                    <a:pt x="31189" y="19713"/>
                  </a:lnTo>
                  <a:lnTo>
                    <a:pt x="31189" y="19792"/>
                  </a:lnTo>
                  <a:lnTo>
                    <a:pt x="31189" y="19950"/>
                  </a:lnTo>
                  <a:lnTo>
                    <a:pt x="31169" y="20088"/>
                  </a:lnTo>
                  <a:lnTo>
                    <a:pt x="31129" y="20266"/>
                  </a:lnTo>
                  <a:lnTo>
                    <a:pt x="31228" y="19832"/>
                  </a:lnTo>
                  <a:lnTo>
                    <a:pt x="31347" y="19377"/>
                  </a:lnTo>
                  <a:lnTo>
                    <a:pt x="31445" y="18923"/>
                  </a:lnTo>
                  <a:lnTo>
                    <a:pt x="31544" y="18528"/>
                  </a:lnTo>
                  <a:lnTo>
                    <a:pt x="31485" y="18528"/>
                  </a:lnTo>
                  <a:lnTo>
                    <a:pt x="31465" y="18488"/>
                  </a:lnTo>
                  <a:lnTo>
                    <a:pt x="31465" y="18429"/>
                  </a:lnTo>
                  <a:lnTo>
                    <a:pt x="31465" y="18350"/>
                  </a:lnTo>
                  <a:lnTo>
                    <a:pt x="31485" y="18153"/>
                  </a:lnTo>
                  <a:lnTo>
                    <a:pt x="31485" y="18054"/>
                  </a:lnTo>
                  <a:lnTo>
                    <a:pt x="31465" y="17995"/>
                  </a:lnTo>
                  <a:lnTo>
                    <a:pt x="31485" y="17955"/>
                  </a:lnTo>
                  <a:lnTo>
                    <a:pt x="31465" y="17935"/>
                  </a:lnTo>
                  <a:lnTo>
                    <a:pt x="31445" y="17916"/>
                  </a:lnTo>
                  <a:lnTo>
                    <a:pt x="31426" y="17797"/>
                  </a:lnTo>
                  <a:lnTo>
                    <a:pt x="31406" y="17560"/>
                  </a:lnTo>
                  <a:lnTo>
                    <a:pt x="31603" y="17481"/>
                  </a:lnTo>
                  <a:lnTo>
                    <a:pt x="31603" y="17422"/>
                  </a:lnTo>
                  <a:lnTo>
                    <a:pt x="31584" y="17382"/>
                  </a:lnTo>
                  <a:lnTo>
                    <a:pt x="31564" y="17382"/>
                  </a:lnTo>
                  <a:lnTo>
                    <a:pt x="31544" y="17402"/>
                  </a:lnTo>
                  <a:lnTo>
                    <a:pt x="31524" y="17402"/>
                  </a:lnTo>
                  <a:lnTo>
                    <a:pt x="31505" y="17363"/>
                  </a:lnTo>
                  <a:lnTo>
                    <a:pt x="31505" y="17303"/>
                  </a:lnTo>
                  <a:lnTo>
                    <a:pt x="31505" y="16987"/>
                  </a:lnTo>
                  <a:lnTo>
                    <a:pt x="31544" y="16533"/>
                  </a:lnTo>
                  <a:lnTo>
                    <a:pt x="31564" y="16316"/>
                  </a:lnTo>
                  <a:lnTo>
                    <a:pt x="31603" y="16138"/>
                  </a:lnTo>
                  <a:lnTo>
                    <a:pt x="31663" y="16000"/>
                  </a:lnTo>
                  <a:lnTo>
                    <a:pt x="31682" y="15960"/>
                  </a:lnTo>
                  <a:lnTo>
                    <a:pt x="31722" y="15921"/>
                  </a:lnTo>
                  <a:lnTo>
                    <a:pt x="31702" y="15703"/>
                  </a:lnTo>
                  <a:lnTo>
                    <a:pt x="31663" y="15526"/>
                  </a:lnTo>
                  <a:lnTo>
                    <a:pt x="31623" y="15348"/>
                  </a:lnTo>
                  <a:lnTo>
                    <a:pt x="31623" y="15131"/>
                  </a:lnTo>
                  <a:lnTo>
                    <a:pt x="31663" y="15150"/>
                  </a:lnTo>
                  <a:lnTo>
                    <a:pt x="31682" y="15190"/>
                  </a:lnTo>
                  <a:lnTo>
                    <a:pt x="31722" y="15249"/>
                  </a:lnTo>
                  <a:lnTo>
                    <a:pt x="31722" y="14953"/>
                  </a:lnTo>
                  <a:lnTo>
                    <a:pt x="31722" y="14657"/>
                  </a:lnTo>
                  <a:lnTo>
                    <a:pt x="31702" y="14321"/>
                  </a:lnTo>
                  <a:lnTo>
                    <a:pt x="31682" y="13965"/>
                  </a:lnTo>
                  <a:lnTo>
                    <a:pt x="31623" y="13590"/>
                  </a:lnTo>
                  <a:lnTo>
                    <a:pt x="31544" y="13195"/>
                  </a:lnTo>
                  <a:lnTo>
                    <a:pt x="31426" y="12800"/>
                  </a:lnTo>
                  <a:lnTo>
                    <a:pt x="31268" y="12385"/>
                  </a:lnTo>
                  <a:lnTo>
                    <a:pt x="31070" y="12109"/>
                  </a:lnTo>
                  <a:lnTo>
                    <a:pt x="30853" y="11872"/>
                  </a:lnTo>
                  <a:lnTo>
                    <a:pt x="30675" y="11714"/>
                  </a:lnTo>
                  <a:lnTo>
                    <a:pt x="30517" y="11595"/>
                  </a:lnTo>
                  <a:lnTo>
                    <a:pt x="30458" y="11536"/>
                  </a:lnTo>
                  <a:lnTo>
                    <a:pt x="30418" y="11516"/>
                  </a:lnTo>
                  <a:lnTo>
                    <a:pt x="30359" y="11496"/>
                  </a:lnTo>
                  <a:lnTo>
                    <a:pt x="30221" y="11457"/>
                  </a:lnTo>
                  <a:lnTo>
                    <a:pt x="30260" y="11496"/>
                  </a:lnTo>
                  <a:lnTo>
                    <a:pt x="30280" y="11555"/>
                  </a:lnTo>
                  <a:lnTo>
                    <a:pt x="30280" y="11595"/>
                  </a:lnTo>
                  <a:lnTo>
                    <a:pt x="30260" y="11615"/>
                  </a:lnTo>
                  <a:lnTo>
                    <a:pt x="30240" y="11634"/>
                  </a:lnTo>
                  <a:lnTo>
                    <a:pt x="30122" y="11634"/>
                  </a:lnTo>
                  <a:lnTo>
                    <a:pt x="30082" y="11595"/>
                  </a:lnTo>
                  <a:lnTo>
                    <a:pt x="30003" y="11476"/>
                  </a:lnTo>
                  <a:lnTo>
                    <a:pt x="29964" y="11437"/>
                  </a:lnTo>
                  <a:lnTo>
                    <a:pt x="30003" y="11417"/>
                  </a:lnTo>
                  <a:lnTo>
                    <a:pt x="30023" y="11378"/>
                  </a:lnTo>
                  <a:lnTo>
                    <a:pt x="30043" y="11299"/>
                  </a:lnTo>
                  <a:lnTo>
                    <a:pt x="30043" y="11279"/>
                  </a:lnTo>
                  <a:lnTo>
                    <a:pt x="30082" y="11279"/>
                  </a:lnTo>
                  <a:lnTo>
                    <a:pt x="30102" y="11338"/>
                  </a:lnTo>
                  <a:lnTo>
                    <a:pt x="30161" y="11279"/>
                  </a:lnTo>
                  <a:lnTo>
                    <a:pt x="30181" y="11239"/>
                  </a:lnTo>
                  <a:lnTo>
                    <a:pt x="30201" y="11200"/>
                  </a:lnTo>
                  <a:lnTo>
                    <a:pt x="30181" y="11160"/>
                  </a:lnTo>
                  <a:lnTo>
                    <a:pt x="30181" y="11002"/>
                  </a:lnTo>
                  <a:lnTo>
                    <a:pt x="30122" y="10588"/>
                  </a:lnTo>
                  <a:lnTo>
                    <a:pt x="30142" y="10430"/>
                  </a:lnTo>
                  <a:lnTo>
                    <a:pt x="30142" y="10390"/>
                  </a:lnTo>
                  <a:lnTo>
                    <a:pt x="30181" y="10370"/>
                  </a:lnTo>
                  <a:lnTo>
                    <a:pt x="30142" y="10272"/>
                  </a:lnTo>
                  <a:lnTo>
                    <a:pt x="30082" y="10133"/>
                  </a:lnTo>
                  <a:lnTo>
                    <a:pt x="30023" y="9936"/>
                  </a:lnTo>
                  <a:lnTo>
                    <a:pt x="29924" y="9738"/>
                  </a:lnTo>
                  <a:lnTo>
                    <a:pt x="29826" y="9541"/>
                  </a:lnTo>
                  <a:lnTo>
                    <a:pt x="29707" y="9363"/>
                  </a:lnTo>
                  <a:lnTo>
                    <a:pt x="29589" y="9205"/>
                  </a:lnTo>
                  <a:lnTo>
                    <a:pt x="29470" y="9106"/>
                  </a:lnTo>
                  <a:lnTo>
                    <a:pt x="29470" y="9086"/>
                  </a:lnTo>
                  <a:lnTo>
                    <a:pt x="29490" y="9086"/>
                  </a:lnTo>
                  <a:lnTo>
                    <a:pt x="29529" y="9106"/>
                  </a:lnTo>
                  <a:lnTo>
                    <a:pt x="29648" y="9244"/>
                  </a:lnTo>
                  <a:lnTo>
                    <a:pt x="29766" y="9403"/>
                  </a:lnTo>
                  <a:lnTo>
                    <a:pt x="29806" y="9442"/>
                  </a:lnTo>
                  <a:lnTo>
                    <a:pt x="29845" y="9462"/>
                  </a:lnTo>
                  <a:lnTo>
                    <a:pt x="29727" y="9284"/>
                  </a:lnTo>
                  <a:lnTo>
                    <a:pt x="29589" y="9106"/>
                  </a:lnTo>
                  <a:lnTo>
                    <a:pt x="29648" y="9067"/>
                  </a:lnTo>
                  <a:lnTo>
                    <a:pt x="29490" y="8849"/>
                  </a:lnTo>
                  <a:lnTo>
                    <a:pt x="29352" y="8691"/>
                  </a:lnTo>
                  <a:lnTo>
                    <a:pt x="29213" y="8573"/>
                  </a:lnTo>
                  <a:lnTo>
                    <a:pt x="29075" y="8494"/>
                  </a:lnTo>
                  <a:lnTo>
                    <a:pt x="28818" y="8375"/>
                  </a:lnTo>
                  <a:lnTo>
                    <a:pt x="28700" y="8336"/>
                  </a:lnTo>
                  <a:lnTo>
                    <a:pt x="28561" y="8257"/>
                  </a:lnTo>
                  <a:lnTo>
                    <a:pt x="28581" y="8237"/>
                  </a:lnTo>
                  <a:lnTo>
                    <a:pt x="28344" y="8099"/>
                  </a:lnTo>
                  <a:lnTo>
                    <a:pt x="28344" y="8099"/>
                  </a:lnTo>
                  <a:lnTo>
                    <a:pt x="28720" y="8158"/>
                  </a:lnTo>
                  <a:lnTo>
                    <a:pt x="28581" y="8079"/>
                  </a:lnTo>
                  <a:lnTo>
                    <a:pt x="28443" y="8000"/>
                  </a:lnTo>
                  <a:lnTo>
                    <a:pt x="28186" y="7901"/>
                  </a:lnTo>
                  <a:lnTo>
                    <a:pt x="27910" y="7803"/>
                  </a:lnTo>
                  <a:lnTo>
                    <a:pt x="27594" y="7684"/>
                  </a:lnTo>
                  <a:lnTo>
                    <a:pt x="27574" y="7605"/>
                  </a:lnTo>
                  <a:lnTo>
                    <a:pt x="27297" y="7546"/>
                  </a:lnTo>
                  <a:lnTo>
                    <a:pt x="27357" y="7546"/>
                  </a:lnTo>
                  <a:lnTo>
                    <a:pt x="27357" y="7526"/>
                  </a:lnTo>
                  <a:lnTo>
                    <a:pt x="27357" y="7506"/>
                  </a:lnTo>
                  <a:lnTo>
                    <a:pt x="27218" y="7506"/>
                  </a:lnTo>
                  <a:lnTo>
                    <a:pt x="27080" y="7487"/>
                  </a:lnTo>
                  <a:lnTo>
                    <a:pt x="26764" y="7427"/>
                  </a:lnTo>
                  <a:lnTo>
                    <a:pt x="26468" y="7368"/>
                  </a:lnTo>
                  <a:lnTo>
                    <a:pt x="26349" y="7348"/>
                  </a:lnTo>
                  <a:lnTo>
                    <a:pt x="26231" y="7368"/>
                  </a:lnTo>
                  <a:lnTo>
                    <a:pt x="26172" y="7348"/>
                  </a:lnTo>
                  <a:lnTo>
                    <a:pt x="26112" y="7289"/>
                  </a:lnTo>
                  <a:lnTo>
                    <a:pt x="26013" y="7210"/>
                  </a:lnTo>
                  <a:lnTo>
                    <a:pt x="25954" y="7171"/>
                  </a:lnTo>
                  <a:lnTo>
                    <a:pt x="25895" y="7131"/>
                  </a:lnTo>
                  <a:lnTo>
                    <a:pt x="25816" y="7131"/>
                  </a:lnTo>
                  <a:lnTo>
                    <a:pt x="25717" y="7151"/>
                  </a:lnTo>
                  <a:lnTo>
                    <a:pt x="25816" y="6953"/>
                  </a:lnTo>
                  <a:lnTo>
                    <a:pt x="25994" y="6993"/>
                  </a:lnTo>
                  <a:lnTo>
                    <a:pt x="26092" y="7032"/>
                  </a:lnTo>
                  <a:lnTo>
                    <a:pt x="26152" y="7072"/>
                  </a:lnTo>
                  <a:lnTo>
                    <a:pt x="26191" y="7111"/>
                  </a:lnTo>
                  <a:lnTo>
                    <a:pt x="26231" y="7151"/>
                  </a:lnTo>
                  <a:lnTo>
                    <a:pt x="26310" y="7171"/>
                  </a:lnTo>
                  <a:lnTo>
                    <a:pt x="26428" y="7210"/>
                  </a:lnTo>
                  <a:lnTo>
                    <a:pt x="26606" y="7250"/>
                  </a:lnTo>
                  <a:lnTo>
                    <a:pt x="26527" y="7171"/>
                  </a:lnTo>
                  <a:lnTo>
                    <a:pt x="26428" y="7111"/>
                  </a:lnTo>
                  <a:lnTo>
                    <a:pt x="26191" y="6973"/>
                  </a:lnTo>
                  <a:lnTo>
                    <a:pt x="25875" y="6854"/>
                  </a:lnTo>
                  <a:lnTo>
                    <a:pt x="25539" y="6736"/>
                  </a:lnTo>
                  <a:lnTo>
                    <a:pt x="25204" y="6657"/>
                  </a:lnTo>
                  <a:lnTo>
                    <a:pt x="24848" y="6598"/>
                  </a:lnTo>
                  <a:lnTo>
                    <a:pt x="24216" y="6479"/>
                  </a:lnTo>
                  <a:lnTo>
                    <a:pt x="23959" y="6459"/>
                  </a:lnTo>
                  <a:lnTo>
                    <a:pt x="23683" y="6420"/>
                  </a:lnTo>
                  <a:lnTo>
                    <a:pt x="23110" y="6321"/>
                  </a:lnTo>
                  <a:lnTo>
                    <a:pt x="22853" y="6282"/>
                  </a:lnTo>
                  <a:lnTo>
                    <a:pt x="22616" y="6262"/>
                  </a:lnTo>
                  <a:lnTo>
                    <a:pt x="22399" y="6262"/>
                  </a:lnTo>
                  <a:lnTo>
                    <a:pt x="22320" y="6301"/>
                  </a:lnTo>
                  <a:lnTo>
                    <a:pt x="22261" y="6341"/>
                  </a:lnTo>
                  <a:lnTo>
                    <a:pt x="22261" y="6341"/>
                  </a:lnTo>
                  <a:lnTo>
                    <a:pt x="22340" y="6222"/>
                  </a:lnTo>
                  <a:lnTo>
                    <a:pt x="21332" y="5926"/>
                  </a:lnTo>
                  <a:lnTo>
                    <a:pt x="21016" y="5867"/>
                  </a:lnTo>
                  <a:lnTo>
                    <a:pt x="20740" y="5808"/>
                  </a:lnTo>
                  <a:lnTo>
                    <a:pt x="20463" y="5729"/>
                  </a:lnTo>
                  <a:lnTo>
                    <a:pt x="20226" y="5630"/>
                  </a:lnTo>
                  <a:lnTo>
                    <a:pt x="19811" y="5452"/>
                  </a:lnTo>
                  <a:lnTo>
                    <a:pt x="19594" y="5353"/>
                  </a:lnTo>
                  <a:lnTo>
                    <a:pt x="19357" y="5274"/>
                  </a:lnTo>
                  <a:lnTo>
                    <a:pt x="19258" y="5077"/>
                  </a:lnTo>
                  <a:lnTo>
                    <a:pt x="19100" y="5057"/>
                  </a:lnTo>
                  <a:lnTo>
                    <a:pt x="18942" y="4998"/>
                  </a:lnTo>
                  <a:lnTo>
                    <a:pt x="18547" y="4820"/>
                  </a:lnTo>
                  <a:lnTo>
                    <a:pt x="18113" y="4622"/>
                  </a:lnTo>
                  <a:lnTo>
                    <a:pt x="17678" y="4445"/>
                  </a:lnTo>
                  <a:lnTo>
                    <a:pt x="17263" y="4287"/>
                  </a:lnTo>
                  <a:lnTo>
                    <a:pt x="16888" y="4188"/>
                  </a:lnTo>
                  <a:lnTo>
                    <a:pt x="16710" y="4148"/>
                  </a:lnTo>
                  <a:lnTo>
                    <a:pt x="16552" y="4129"/>
                  </a:lnTo>
                  <a:lnTo>
                    <a:pt x="16434" y="4129"/>
                  </a:lnTo>
                  <a:lnTo>
                    <a:pt x="16295" y="4148"/>
                  </a:lnTo>
                  <a:lnTo>
                    <a:pt x="16236" y="4069"/>
                  </a:lnTo>
                  <a:lnTo>
                    <a:pt x="16216" y="4030"/>
                  </a:lnTo>
                  <a:lnTo>
                    <a:pt x="16236" y="4010"/>
                  </a:lnTo>
                  <a:lnTo>
                    <a:pt x="16295" y="3990"/>
                  </a:lnTo>
                  <a:lnTo>
                    <a:pt x="16434" y="4010"/>
                  </a:lnTo>
                  <a:lnTo>
                    <a:pt x="16552" y="4010"/>
                  </a:lnTo>
                  <a:lnTo>
                    <a:pt x="16454" y="3951"/>
                  </a:lnTo>
                  <a:lnTo>
                    <a:pt x="16315" y="3911"/>
                  </a:lnTo>
                  <a:lnTo>
                    <a:pt x="16058" y="3852"/>
                  </a:lnTo>
                  <a:lnTo>
                    <a:pt x="15920" y="3813"/>
                  </a:lnTo>
                  <a:lnTo>
                    <a:pt x="15821" y="3753"/>
                  </a:lnTo>
                  <a:lnTo>
                    <a:pt x="15723" y="3674"/>
                  </a:lnTo>
                  <a:lnTo>
                    <a:pt x="15683" y="3635"/>
                  </a:lnTo>
                  <a:lnTo>
                    <a:pt x="15663" y="3576"/>
                  </a:lnTo>
                  <a:lnTo>
                    <a:pt x="15742" y="3576"/>
                  </a:lnTo>
                  <a:lnTo>
                    <a:pt x="15841" y="3615"/>
                  </a:lnTo>
                  <a:lnTo>
                    <a:pt x="15900" y="3635"/>
                  </a:lnTo>
                  <a:lnTo>
                    <a:pt x="15920" y="3635"/>
                  </a:lnTo>
                  <a:lnTo>
                    <a:pt x="15881" y="3595"/>
                  </a:lnTo>
                  <a:lnTo>
                    <a:pt x="15841" y="3536"/>
                  </a:lnTo>
                  <a:lnTo>
                    <a:pt x="15802" y="3497"/>
                  </a:lnTo>
                  <a:lnTo>
                    <a:pt x="15703" y="3477"/>
                  </a:lnTo>
                  <a:lnTo>
                    <a:pt x="15644" y="3457"/>
                  </a:lnTo>
                  <a:lnTo>
                    <a:pt x="15604" y="3437"/>
                  </a:lnTo>
                  <a:lnTo>
                    <a:pt x="15545" y="3398"/>
                  </a:lnTo>
                  <a:lnTo>
                    <a:pt x="15505" y="3319"/>
                  </a:lnTo>
                  <a:lnTo>
                    <a:pt x="15486" y="3378"/>
                  </a:lnTo>
                  <a:lnTo>
                    <a:pt x="15446" y="3398"/>
                  </a:lnTo>
                  <a:lnTo>
                    <a:pt x="15367" y="3398"/>
                  </a:lnTo>
                  <a:lnTo>
                    <a:pt x="15268" y="3378"/>
                  </a:lnTo>
                  <a:lnTo>
                    <a:pt x="15150" y="3319"/>
                  </a:lnTo>
                  <a:lnTo>
                    <a:pt x="15031" y="3260"/>
                  </a:lnTo>
                  <a:lnTo>
                    <a:pt x="14913" y="3200"/>
                  </a:lnTo>
                  <a:lnTo>
                    <a:pt x="14794" y="3121"/>
                  </a:lnTo>
                  <a:lnTo>
                    <a:pt x="14834" y="3161"/>
                  </a:lnTo>
                  <a:lnTo>
                    <a:pt x="14854" y="3200"/>
                  </a:lnTo>
                  <a:lnTo>
                    <a:pt x="14834" y="3220"/>
                  </a:lnTo>
                  <a:lnTo>
                    <a:pt x="14814" y="3220"/>
                  </a:lnTo>
                  <a:lnTo>
                    <a:pt x="14735" y="3181"/>
                  </a:lnTo>
                  <a:lnTo>
                    <a:pt x="14538" y="3023"/>
                  </a:lnTo>
                  <a:lnTo>
                    <a:pt x="14597" y="3023"/>
                  </a:lnTo>
                  <a:lnTo>
                    <a:pt x="14044" y="2568"/>
                  </a:lnTo>
                  <a:lnTo>
                    <a:pt x="13451" y="2094"/>
                  </a:lnTo>
                  <a:lnTo>
                    <a:pt x="13135" y="1857"/>
                  </a:lnTo>
                  <a:lnTo>
                    <a:pt x="12819" y="1640"/>
                  </a:lnTo>
                  <a:lnTo>
                    <a:pt x="12483" y="1423"/>
                  </a:lnTo>
                  <a:lnTo>
                    <a:pt x="12128" y="1225"/>
                  </a:lnTo>
                  <a:lnTo>
                    <a:pt x="11772" y="1028"/>
                  </a:lnTo>
                  <a:lnTo>
                    <a:pt x="11417" y="870"/>
                  </a:lnTo>
                  <a:lnTo>
                    <a:pt x="11041" y="712"/>
                  </a:lnTo>
                  <a:lnTo>
                    <a:pt x="10666" y="554"/>
                  </a:lnTo>
                  <a:lnTo>
                    <a:pt x="10291" y="435"/>
                  </a:lnTo>
                  <a:lnTo>
                    <a:pt x="9916" y="336"/>
                  </a:lnTo>
                  <a:lnTo>
                    <a:pt x="9521" y="238"/>
                  </a:lnTo>
                  <a:lnTo>
                    <a:pt x="9126" y="178"/>
                  </a:lnTo>
                  <a:lnTo>
                    <a:pt x="9521" y="139"/>
                  </a:lnTo>
                  <a:lnTo>
                    <a:pt x="9264" y="139"/>
                  </a:lnTo>
                  <a:lnTo>
                    <a:pt x="8967" y="99"/>
                  </a:lnTo>
                  <a:lnTo>
                    <a:pt x="8513" y="60"/>
                  </a:lnTo>
                  <a:lnTo>
                    <a:pt x="8553" y="40"/>
                  </a:lnTo>
                  <a:lnTo>
                    <a:pt x="835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1" name="Google Shape;3871;p15"/>
            <p:cNvSpPr/>
            <p:nvPr/>
          </p:nvSpPr>
          <p:spPr>
            <a:xfrm>
              <a:off x="-1287950" y="3163300"/>
              <a:ext cx="2000" cy="1000"/>
            </a:xfrm>
            <a:custGeom>
              <a:rect b="b" l="l" r="r" t="t"/>
              <a:pathLst>
                <a:path extrusionOk="0" h="40" w="80">
                  <a:moveTo>
                    <a:pt x="40" y="0"/>
                  </a:moveTo>
                  <a:lnTo>
                    <a:pt x="1" y="40"/>
                  </a:lnTo>
                  <a:lnTo>
                    <a:pt x="1" y="40"/>
                  </a:lnTo>
                  <a:lnTo>
                    <a:pt x="8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2" name="Google Shape;3872;p15"/>
            <p:cNvSpPr/>
            <p:nvPr/>
          </p:nvSpPr>
          <p:spPr>
            <a:xfrm>
              <a:off x="-660325" y="3614625"/>
              <a:ext cx="525" cy="2000"/>
            </a:xfrm>
            <a:custGeom>
              <a:rect b="b" l="l" r="r" t="t"/>
              <a:pathLst>
                <a:path extrusionOk="0" h="80" w="21">
                  <a:moveTo>
                    <a:pt x="20" y="1"/>
                  </a:moveTo>
                  <a:lnTo>
                    <a:pt x="0" y="40"/>
                  </a:lnTo>
                  <a:lnTo>
                    <a:pt x="0" y="80"/>
                  </a:lnTo>
                  <a:lnTo>
                    <a:pt x="20" y="40"/>
                  </a:lnTo>
                  <a:lnTo>
                    <a:pt x="2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3" name="Google Shape;3873;p15"/>
            <p:cNvSpPr/>
            <p:nvPr/>
          </p:nvSpPr>
          <p:spPr>
            <a:xfrm>
              <a:off x="-785750" y="3636350"/>
              <a:ext cx="25" cy="1025"/>
            </a:xfrm>
            <a:custGeom>
              <a:rect b="b" l="l" r="r" t="t"/>
              <a:pathLst>
                <a:path extrusionOk="0" h="41" w="1">
                  <a:moveTo>
                    <a:pt x="0" y="1"/>
                  </a:moveTo>
                  <a:lnTo>
                    <a:pt x="0" y="1"/>
                  </a:lnTo>
                  <a:lnTo>
                    <a:pt x="0" y="40"/>
                  </a:lnTo>
                  <a:lnTo>
                    <a:pt x="0" y="40"/>
                  </a:lnTo>
                  <a:lnTo>
                    <a:pt x="0" y="20"/>
                  </a:lnTo>
                  <a:lnTo>
                    <a:pt x="0" y="1"/>
                  </a:lnTo>
                  <a:lnTo>
                    <a:pt x="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5"/>
            <p:cNvSpPr/>
            <p:nvPr/>
          </p:nvSpPr>
          <p:spPr>
            <a:xfrm>
              <a:off x="-1257325" y="3169700"/>
              <a:ext cx="1000" cy="3000"/>
            </a:xfrm>
            <a:custGeom>
              <a:rect b="b" l="l" r="r" t="t"/>
              <a:pathLst>
                <a:path extrusionOk="0" h="120" w="40">
                  <a:moveTo>
                    <a:pt x="40" y="1"/>
                  </a:moveTo>
                  <a:lnTo>
                    <a:pt x="0" y="119"/>
                  </a:lnTo>
                  <a:lnTo>
                    <a:pt x="20" y="60"/>
                  </a:lnTo>
                  <a:lnTo>
                    <a:pt x="4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5" name="Google Shape;3875;p15"/>
            <p:cNvSpPr/>
            <p:nvPr/>
          </p:nvSpPr>
          <p:spPr>
            <a:xfrm>
              <a:off x="-831175" y="3371675"/>
              <a:ext cx="278525" cy="333350"/>
            </a:xfrm>
            <a:custGeom>
              <a:rect b="b" l="l" r="r" t="t"/>
              <a:pathLst>
                <a:path extrusionOk="0" h="13334" w="11141">
                  <a:moveTo>
                    <a:pt x="7980" y="1"/>
                  </a:moveTo>
                  <a:lnTo>
                    <a:pt x="7684" y="20"/>
                  </a:lnTo>
                  <a:lnTo>
                    <a:pt x="7387" y="40"/>
                  </a:lnTo>
                  <a:lnTo>
                    <a:pt x="7052" y="99"/>
                  </a:lnTo>
                  <a:lnTo>
                    <a:pt x="6716" y="159"/>
                  </a:lnTo>
                  <a:lnTo>
                    <a:pt x="6360" y="257"/>
                  </a:lnTo>
                  <a:lnTo>
                    <a:pt x="6005" y="396"/>
                  </a:lnTo>
                  <a:lnTo>
                    <a:pt x="5649" y="554"/>
                  </a:lnTo>
                  <a:lnTo>
                    <a:pt x="5294" y="771"/>
                  </a:lnTo>
                  <a:lnTo>
                    <a:pt x="4958" y="1028"/>
                  </a:lnTo>
                  <a:lnTo>
                    <a:pt x="4800" y="1166"/>
                  </a:lnTo>
                  <a:lnTo>
                    <a:pt x="4642" y="1324"/>
                  </a:lnTo>
                  <a:lnTo>
                    <a:pt x="4326" y="1679"/>
                  </a:lnTo>
                  <a:lnTo>
                    <a:pt x="3970" y="2154"/>
                  </a:lnTo>
                  <a:lnTo>
                    <a:pt x="3595" y="2687"/>
                  </a:lnTo>
                  <a:lnTo>
                    <a:pt x="3220" y="3299"/>
                  </a:lnTo>
                  <a:lnTo>
                    <a:pt x="2825" y="3951"/>
                  </a:lnTo>
                  <a:lnTo>
                    <a:pt x="2430" y="4623"/>
                  </a:lnTo>
                  <a:lnTo>
                    <a:pt x="2035" y="5334"/>
                  </a:lnTo>
                  <a:lnTo>
                    <a:pt x="1679" y="6045"/>
                  </a:lnTo>
                  <a:lnTo>
                    <a:pt x="1324" y="6736"/>
                  </a:lnTo>
                  <a:lnTo>
                    <a:pt x="1007" y="7408"/>
                  </a:lnTo>
                  <a:lnTo>
                    <a:pt x="711" y="8040"/>
                  </a:lnTo>
                  <a:lnTo>
                    <a:pt x="454" y="8612"/>
                  </a:lnTo>
                  <a:lnTo>
                    <a:pt x="257" y="9126"/>
                  </a:lnTo>
                  <a:lnTo>
                    <a:pt x="119" y="9561"/>
                  </a:lnTo>
                  <a:lnTo>
                    <a:pt x="20" y="9877"/>
                  </a:lnTo>
                  <a:lnTo>
                    <a:pt x="0" y="9995"/>
                  </a:lnTo>
                  <a:lnTo>
                    <a:pt x="0" y="10094"/>
                  </a:lnTo>
                  <a:lnTo>
                    <a:pt x="59" y="10410"/>
                  </a:lnTo>
                  <a:lnTo>
                    <a:pt x="138" y="10765"/>
                  </a:lnTo>
                  <a:lnTo>
                    <a:pt x="257" y="11121"/>
                  </a:lnTo>
                  <a:lnTo>
                    <a:pt x="336" y="11299"/>
                  </a:lnTo>
                  <a:lnTo>
                    <a:pt x="435" y="11496"/>
                  </a:lnTo>
                  <a:lnTo>
                    <a:pt x="553" y="11674"/>
                  </a:lnTo>
                  <a:lnTo>
                    <a:pt x="672" y="11852"/>
                  </a:lnTo>
                  <a:lnTo>
                    <a:pt x="830" y="12030"/>
                  </a:lnTo>
                  <a:lnTo>
                    <a:pt x="1007" y="12207"/>
                  </a:lnTo>
                  <a:lnTo>
                    <a:pt x="1205" y="12365"/>
                  </a:lnTo>
                  <a:lnTo>
                    <a:pt x="1422" y="12523"/>
                  </a:lnTo>
                  <a:lnTo>
                    <a:pt x="1659" y="12681"/>
                  </a:lnTo>
                  <a:lnTo>
                    <a:pt x="1936" y="12839"/>
                  </a:lnTo>
                  <a:lnTo>
                    <a:pt x="2212" y="12958"/>
                  </a:lnTo>
                  <a:lnTo>
                    <a:pt x="2489" y="13076"/>
                  </a:lnTo>
                  <a:lnTo>
                    <a:pt x="2746" y="13175"/>
                  </a:lnTo>
                  <a:lnTo>
                    <a:pt x="3002" y="13254"/>
                  </a:lnTo>
                  <a:lnTo>
                    <a:pt x="3259" y="13294"/>
                  </a:lnTo>
                  <a:lnTo>
                    <a:pt x="3536" y="13333"/>
                  </a:lnTo>
                  <a:lnTo>
                    <a:pt x="4069" y="13333"/>
                  </a:lnTo>
                  <a:lnTo>
                    <a:pt x="4346" y="13294"/>
                  </a:lnTo>
                  <a:lnTo>
                    <a:pt x="4642" y="13234"/>
                  </a:lnTo>
                  <a:lnTo>
                    <a:pt x="4958" y="13155"/>
                  </a:lnTo>
                  <a:lnTo>
                    <a:pt x="5294" y="13037"/>
                  </a:lnTo>
                  <a:lnTo>
                    <a:pt x="5629" y="12918"/>
                  </a:lnTo>
                  <a:lnTo>
                    <a:pt x="6005" y="12741"/>
                  </a:lnTo>
                  <a:lnTo>
                    <a:pt x="6834" y="12346"/>
                  </a:lnTo>
                  <a:lnTo>
                    <a:pt x="7170" y="12168"/>
                  </a:lnTo>
                  <a:lnTo>
                    <a:pt x="7486" y="11931"/>
                  </a:lnTo>
                  <a:lnTo>
                    <a:pt x="7782" y="11674"/>
                  </a:lnTo>
                  <a:lnTo>
                    <a:pt x="8059" y="11397"/>
                  </a:lnTo>
                  <a:lnTo>
                    <a:pt x="8316" y="11081"/>
                  </a:lnTo>
                  <a:lnTo>
                    <a:pt x="8553" y="10746"/>
                  </a:lnTo>
                  <a:lnTo>
                    <a:pt x="8790" y="10410"/>
                  </a:lnTo>
                  <a:lnTo>
                    <a:pt x="8987" y="10035"/>
                  </a:lnTo>
                  <a:lnTo>
                    <a:pt x="9205" y="9659"/>
                  </a:lnTo>
                  <a:lnTo>
                    <a:pt x="9402" y="9264"/>
                  </a:lnTo>
                  <a:lnTo>
                    <a:pt x="9758" y="8474"/>
                  </a:lnTo>
                  <a:lnTo>
                    <a:pt x="10469" y="6874"/>
                  </a:lnTo>
                  <a:lnTo>
                    <a:pt x="10627" y="6479"/>
                  </a:lnTo>
                  <a:lnTo>
                    <a:pt x="10765" y="6084"/>
                  </a:lnTo>
                  <a:lnTo>
                    <a:pt x="10884" y="5689"/>
                  </a:lnTo>
                  <a:lnTo>
                    <a:pt x="10982" y="5314"/>
                  </a:lnTo>
                  <a:lnTo>
                    <a:pt x="11042" y="4939"/>
                  </a:lnTo>
                  <a:lnTo>
                    <a:pt x="11101" y="4563"/>
                  </a:lnTo>
                  <a:lnTo>
                    <a:pt x="11121" y="4188"/>
                  </a:lnTo>
                  <a:lnTo>
                    <a:pt x="11140" y="3832"/>
                  </a:lnTo>
                  <a:lnTo>
                    <a:pt x="11140" y="3497"/>
                  </a:lnTo>
                  <a:lnTo>
                    <a:pt x="11121" y="3161"/>
                  </a:lnTo>
                  <a:lnTo>
                    <a:pt x="11081" y="2845"/>
                  </a:lnTo>
                  <a:lnTo>
                    <a:pt x="11022" y="2549"/>
                  </a:lnTo>
                  <a:lnTo>
                    <a:pt x="10963" y="2252"/>
                  </a:lnTo>
                  <a:lnTo>
                    <a:pt x="10903" y="1976"/>
                  </a:lnTo>
                  <a:lnTo>
                    <a:pt x="10804" y="1719"/>
                  </a:lnTo>
                  <a:lnTo>
                    <a:pt x="10725" y="1502"/>
                  </a:lnTo>
                  <a:lnTo>
                    <a:pt x="10607" y="1284"/>
                  </a:lnTo>
                  <a:lnTo>
                    <a:pt x="10488" y="1087"/>
                  </a:lnTo>
                  <a:lnTo>
                    <a:pt x="10350" y="929"/>
                  </a:lnTo>
                  <a:lnTo>
                    <a:pt x="10212" y="771"/>
                  </a:lnTo>
                  <a:lnTo>
                    <a:pt x="10074" y="633"/>
                  </a:lnTo>
                  <a:lnTo>
                    <a:pt x="9916" y="514"/>
                  </a:lnTo>
                  <a:lnTo>
                    <a:pt x="9758" y="415"/>
                  </a:lnTo>
                  <a:lnTo>
                    <a:pt x="9600" y="336"/>
                  </a:lnTo>
                  <a:lnTo>
                    <a:pt x="9323" y="198"/>
                  </a:lnTo>
                  <a:lnTo>
                    <a:pt x="9086" y="119"/>
                  </a:lnTo>
                  <a:lnTo>
                    <a:pt x="8869" y="60"/>
                  </a:lnTo>
                  <a:lnTo>
                    <a:pt x="8770" y="40"/>
                  </a:lnTo>
                  <a:lnTo>
                    <a:pt x="8454" y="20"/>
                  </a:lnTo>
                  <a:lnTo>
                    <a:pt x="798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6" name="Google Shape;3876;p15"/>
            <p:cNvSpPr/>
            <p:nvPr/>
          </p:nvSpPr>
          <p:spPr>
            <a:xfrm>
              <a:off x="-813400" y="3369700"/>
              <a:ext cx="247400" cy="321500"/>
            </a:xfrm>
            <a:custGeom>
              <a:rect b="b" l="l" r="r" t="t"/>
              <a:pathLst>
                <a:path extrusionOk="0" h="12860" w="9896">
                  <a:moveTo>
                    <a:pt x="6044" y="1"/>
                  </a:moveTo>
                  <a:lnTo>
                    <a:pt x="5827" y="20"/>
                  </a:lnTo>
                  <a:lnTo>
                    <a:pt x="5709" y="40"/>
                  </a:lnTo>
                  <a:lnTo>
                    <a:pt x="5590" y="99"/>
                  </a:lnTo>
                  <a:lnTo>
                    <a:pt x="5472" y="159"/>
                  </a:lnTo>
                  <a:lnTo>
                    <a:pt x="5333" y="238"/>
                  </a:lnTo>
                  <a:lnTo>
                    <a:pt x="5057" y="455"/>
                  </a:lnTo>
                  <a:lnTo>
                    <a:pt x="4760" y="731"/>
                  </a:lnTo>
                  <a:lnTo>
                    <a:pt x="4464" y="1067"/>
                  </a:lnTo>
                  <a:lnTo>
                    <a:pt x="4148" y="1442"/>
                  </a:lnTo>
                  <a:lnTo>
                    <a:pt x="3832" y="1837"/>
                  </a:lnTo>
                  <a:lnTo>
                    <a:pt x="3496" y="2272"/>
                  </a:lnTo>
                  <a:lnTo>
                    <a:pt x="2884" y="3181"/>
                  </a:lnTo>
                  <a:lnTo>
                    <a:pt x="2291" y="4089"/>
                  </a:lnTo>
                  <a:lnTo>
                    <a:pt x="1798" y="4919"/>
                  </a:lnTo>
                  <a:lnTo>
                    <a:pt x="1403" y="5610"/>
                  </a:lnTo>
                  <a:lnTo>
                    <a:pt x="1225" y="5926"/>
                  </a:lnTo>
                  <a:lnTo>
                    <a:pt x="1067" y="6262"/>
                  </a:lnTo>
                  <a:lnTo>
                    <a:pt x="909" y="6637"/>
                  </a:lnTo>
                  <a:lnTo>
                    <a:pt x="751" y="6993"/>
                  </a:lnTo>
                  <a:lnTo>
                    <a:pt x="613" y="7388"/>
                  </a:lnTo>
                  <a:lnTo>
                    <a:pt x="494" y="7783"/>
                  </a:lnTo>
                  <a:lnTo>
                    <a:pt x="376" y="8178"/>
                  </a:lnTo>
                  <a:lnTo>
                    <a:pt x="257" y="8573"/>
                  </a:lnTo>
                  <a:lnTo>
                    <a:pt x="178" y="8948"/>
                  </a:lnTo>
                  <a:lnTo>
                    <a:pt x="99" y="9343"/>
                  </a:lnTo>
                  <a:lnTo>
                    <a:pt x="40" y="9699"/>
                  </a:lnTo>
                  <a:lnTo>
                    <a:pt x="0" y="10054"/>
                  </a:lnTo>
                  <a:lnTo>
                    <a:pt x="0" y="10390"/>
                  </a:lnTo>
                  <a:lnTo>
                    <a:pt x="0" y="10706"/>
                  </a:lnTo>
                  <a:lnTo>
                    <a:pt x="40" y="10983"/>
                  </a:lnTo>
                  <a:lnTo>
                    <a:pt x="99" y="11220"/>
                  </a:lnTo>
                  <a:lnTo>
                    <a:pt x="138" y="11338"/>
                  </a:lnTo>
                  <a:lnTo>
                    <a:pt x="178" y="11457"/>
                  </a:lnTo>
                  <a:lnTo>
                    <a:pt x="336" y="11694"/>
                  </a:lnTo>
                  <a:lnTo>
                    <a:pt x="534" y="11911"/>
                  </a:lnTo>
                  <a:lnTo>
                    <a:pt x="751" y="12109"/>
                  </a:lnTo>
                  <a:lnTo>
                    <a:pt x="1027" y="12286"/>
                  </a:lnTo>
                  <a:lnTo>
                    <a:pt x="1343" y="12464"/>
                  </a:lnTo>
                  <a:lnTo>
                    <a:pt x="1679" y="12602"/>
                  </a:lnTo>
                  <a:lnTo>
                    <a:pt x="2035" y="12721"/>
                  </a:lnTo>
                  <a:lnTo>
                    <a:pt x="2430" y="12800"/>
                  </a:lnTo>
                  <a:lnTo>
                    <a:pt x="2845" y="12859"/>
                  </a:lnTo>
                  <a:lnTo>
                    <a:pt x="3259" y="12859"/>
                  </a:lnTo>
                  <a:lnTo>
                    <a:pt x="3694" y="12820"/>
                  </a:lnTo>
                  <a:lnTo>
                    <a:pt x="3911" y="12780"/>
                  </a:lnTo>
                  <a:lnTo>
                    <a:pt x="4128" y="12741"/>
                  </a:lnTo>
                  <a:lnTo>
                    <a:pt x="4365" y="12681"/>
                  </a:lnTo>
                  <a:lnTo>
                    <a:pt x="4583" y="12602"/>
                  </a:lnTo>
                  <a:lnTo>
                    <a:pt x="4820" y="12523"/>
                  </a:lnTo>
                  <a:lnTo>
                    <a:pt x="5037" y="12425"/>
                  </a:lnTo>
                  <a:lnTo>
                    <a:pt x="5254" y="12306"/>
                  </a:lnTo>
                  <a:lnTo>
                    <a:pt x="5491" y="12168"/>
                  </a:lnTo>
                  <a:lnTo>
                    <a:pt x="5709" y="12030"/>
                  </a:lnTo>
                  <a:lnTo>
                    <a:pt x="5926" y="11872"/>
                  </a:lnTo>
                  <a:lnTo>
                    <a:pt x="6321" y="11536"/>
                  </a:lnTo>
                  <a:lnTo>
                    <a:pt x="6716" y="11160"/>
                  </a:lnTo>
                  <a:lnTo>
                    <a:pt x="7071" y="10765"/>
                  </a:lnTo>
                  <a:lnTo>
                    <a:pt x="7387" y="10351"/>
                  </a:lnTo>
                  <a:lnTo>
                    <a:pt x="7704" y="9916"/>
                  </a:lnTo>
                  <a:lnTo>
                    <a:pt x="8000" y="9462"/>
                  </a:lnTo>
                  <a:lnTo>
                    <a:pt x="8257" y="9007"/>
                  </a:lnTo>
                  <a:lnTo>
                    <a:pt x="8494" y="8533"/>
                  </a:lnTo>
                  <a:lnTo>
                    <a:pt x="8731" y="8059"/>
                  </a:lnTo>
                  <a:lnTo>
                    <a:pt x="8928" y="7585"/>
                  </a:lnTo>
                  <a:lnTo>
                    <a:pt x="9106" y="7131"/>
                  </a:lnTo>
                  <a:lnTo>
                    <a:pt x="9284" y="6677"/>
                  </a:lnTo>
                  <a:lnTo>
                    <a:pt x="9422" y="6242"/>
                  </a:lnTo>
                  <a:lnTo>
                    <a:pt x="9659" y="5452"/>
                  </a:lnTo>
                  <a:lnTo>
                    <a:pt x="9758" y="5077"/>
                  </a:lnTo>
                  <a:lnTo>
                    <a:pt x="9817" y="4702"/>
                  </a:lnTo>
                  <a:lnTo>
                    <a:pt x="9876" y="4326"/>
                  </a:lnTo>
                  <a:lnTo>
                    <a:pt x="9896" y="3971"/>
                  </a:lnTo>
                  <a:lnTo>
                    <a:pt x="9896" y="3615"/>
                  </a:lnTo>
                  <a:lnTo>
                    <a:pt x="9876" y="3260"/>
                  </a:lnTo>
                  <a:lnTo>
                    <a:pt x="9817" y="2944"/>
                  </a:lnTo>
                  <a:lnTo>
                    <a:pt x="9758" y="2608"/>
                  </a:lnTo>
                  <a:lnTo>
                    <a:pt x="9659" y="2312"/>
                  </a:lnTo>
                  <a:lnTo>
                    <a:pt x="9540" y="2015"/>
                  </a:lnTo>
                  <a:lnTo>
                    <a:pt x="9402" y="1739"/>
                  </a:lnTo>
                  <a:lnTo>
                    <a:pt x="9244" y="1482"/>
                  </a:lnTo>
                  <a:lnTo>
                    <a:pt x="9066" y="1245"/>
                  </a:lnTo>
                  <a:lnTo>
                    <a:pt x="8869" y="1028"/>
                  </a:lnTo>
                  <a:lnTo>
                    <a:pt x="8632" y="830"/>
                  </a:lnTo>
                  <a:lnTo>
                    <a:pt x="8375" y="672"/>
                  </a:lnTo>
                  <a:lnTo>
                    <a:pt x="8118" y="534"/>
                  </a:lnTo>
                  <a:lnTo>
                    <a:pt x="7862" y="415"/>
                  </a:lnTo>
                  <a:lnTo>
                    <a:pt x="7624" y="317"/>
                  </a:lnTo>
                  <a:lnTo>
                    <a:pt x="7387" y="218"/>
                  </a:lnTo>
                  <a:lnTo>
                    <a:pt x="6953" y="99"/>
                  </a:lnTo>
                  <a:lnTo>
                    <a:pt x="6578" y="40"/>
                  </a:lnTo>
                  <a:lnTo>
                    <a:pt x="62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5"/>
            <p:cNvSpPr/>
            <p:nvPr/>
          </p:nvSpPr>
          <p:spPr>
            <a:xfrm>
              <a:off x="-836625" y="3276375"/>
              <a:ext cx="241000" cy="352600"/>
            </a:xfrm>
            <a:custGeom>
              <a:rect b="b" l="l" r="r" t="t"/>
              <a:pathLst>
                <a:path extrusionOk="0" h="14104" w="9640">
                  <a:moveTo>
                    <a:pt x="6025" y="0"/>
                  </a:moveTo>
                  <a:lnTo>
                    <a:pt x="5887" y="20"/>
                  </a:lnTo>
                  <a:lnTo>
                    <a:pt x="5729" y="40"/>
                  </a:lnTo>
                  <a:lnTo>
                    <a:pt x="5591" y="79"/>
                  </a:lnTo>
                  <a:lnTo>
                    <a:pt x="5354" y="158"/>
                  </a:lnTo>
                  <a:lnTo>
                    <a:pt x="5176" y="277"/>
                  </a:lnTo>
                  <a:lnTo>
                    <a:pt x="5018" y="395"/>
                  </a:lnTo>
                  <a:lnTo>
                    <a:pt x="4919" y="514"/>
                  </a:lnTo>
                  <a:lnTo>
                    <a:pt x="4840" y="613"/>
                  </a:lnTo>
                  <a:lnTo>
                    <a:pt x="4781" y="711"/>
                  </a:lnTo>
                  <a:lnTo>
                    <a:pt x="4030" y="2114"/>
                  </a:lnTo>
                  <a:lnTo>
                    <a:pt x="3260" y="3595"/>
                  </a:lnTo>
                  <a:lnTo>
                    <a:pt x="2371" y="5353"/>
                  </a:lnTo>
                  <a:lnTo>
                    <a:pt x="1937" y="6282"/>
                  </a:lnTo>
                  <a:lnTo>
                    <a:pt x="1502" y="7190"/>
                  </a:lnTo>
                  <a:lnTo>
                    <a:pt x="1087" y="8079"/>
                  </a:lnTo>
                  <a:lnTo>
                    <a:pt x="732" y="8928"/>
                  </a:lnTo>
                  <a:lnTo>
                    <a:pt x="435" y="9699"/>
                  </a:lnTo>
                  <a:lnTo>
                    <a:pt x="198" y="10370"/>
                  </a:lnTo>
                  <a:lnTo>
                    <a:pt x="119" y="10647"/>
                  </a:lnTo>
                  <a:lnTo>
                    <a:pt x="60" y="10904"/>
                  </a:lnTo>
                  <a:lnTo>
                    <a:pt x="21" y="11141"/>
                  </a:lnTo>
                  <a:lnTo>
                    <a:pt x="1" y="11318"/>
                  </a:lnTo>
                  <a:lnTo>
                    <a:pt x="21" y="11634"/>
                  </a:lnTo>
                  <a:lnTo>
                    <a:pt x="60" y="11911"/>
                  </a:lnTo>
                  <a:lnTo>
                    <a:pt x="119" y="12168"/>
                  </a:lnTo>
                  <a:lnTo>
                    <a:pt x="198" y="12405"/>
                  </a:lnTo>
                  <a:lnTo>
                    <a:pt x="297" y="12602"/>
                  </a:lnTo>
                  <a:lnTo>
                    <a:pt x="396" y="12780"/>
                  </a:lnTo>
                  <a:lnTo>
                    <a:pt x="514" y="12938"/>
                  </a:lnTo>
                  <a:lnTo>
                    <a:pt x="653" y="13096"/>
                  </a:lnTo>
                  <a:lnTo>
                    <a:pt x="791" y="13215"/>
                  </a:lnTo>
                  <a:lnTo>
                    <a:pt x="949" y="13333"/>
                  </a:lnTo>
                  <a:lnTo>
                    <a:pt x="1107" y="13432"/>
                  </a:lnTo>
                  <a:lnTo>
                    <a:pt x="1265" y="13531"/>
                  </a:lnTo>
                  <a:lnTo>
                    <a:pt x="1601" y="13708"/>
                  </a:lnTo>
                  <a:lnTo>
                    <a:pt x="1937" y="13847"/>
                  </a:lnTo>
                  <a:lnTo>
                    <a:pt x="2114" y="13926"/>
                  </a:lnTo>
                  <a:lnTo>
                    <a:pt x="2312" y="13985"/>
                  </a:lnTo>
                  <a:lnTo>
                    <a:pt x="2509" y="14044"/>
                  </a:lnTo>
                  <a:lnTo>
                    <a:pt x="2727" y="14084"/>
                  </a:lnTo>
                  <a:lnTo>
                    <a:pt x="2964" y="14103"/>
                  </a:lnTo>
                  <a:lnTo>
                    <a:pt x="3477" y="14103"/>
                  </a:lnTo>
                  <a:lnTo>
                    <a:pt x="3734" y="14064"/>
                  </a:lnTo>
                  <a:lnTo>
                    <a:pt x="4011" y="14024"/>
                  </a:lnTo>
                  <a:lnTo>
                    <a:pt x="4287" y="13945"/>
                  </a:lnTo>
                  <a:lnTo>
                    <a:pt x="4583" y="13847"/>
                  </a:lnTo>
                  <a:lnTo>
                    <a:pt x="4880" y="13728"/>
                  </a:lnTo>
                  <a:lnTo>
                    <a:pt x="5176" y="13570"/>
                  </a:lnTo>
                  <a:lnTo>
                    <a:pt x="5472" y="13392"/>
                  </a:lnTo>
                  <a:lnTo>
                    <a:pt x="5768" y="13195"/>
                  </a:lnTo>
                  <a:lnTo>
                    <a:pt x="6065" y="12958"/>
                  </a:lnTo>
                  <a:lnTo>
                    <a:pt x="6361" y="12681"/>
                  </a:lnTo>
                  <a:lnTo>
                    <a:pt x="6618" y="12405"/>
                  </a:lnTo>
                  <a:lnTo>
                    <a:pt x="6875" y="12108"/>
                  </a:lnTo>
                  <a:lnTo>
                    <a:pt x="7131" y="11792"/>
                  </a:lnTo>
                  <a:lnTo>
                    <a:pt x="7368" y="11457"/>
                  </a:lnTo>
                  <a:lnTo>
                    <a:pt x="7586" y="11121"/>
                  </a:lnTo>
                  <a:lnTo>
                    <a:pt x="7783" y="10765"/>
                  </a:lnTo>
                  <a:lnTo>
                    <a:pt x="7981" y="10390"/>
                  </a:lnTo>
                  <a:lnTo>
                    <a:pt x="8178" y="10015"/>
                  </a:lnTo>
                  <a:lnTo>
                    <a:pt x="8356" y="9620"/>
                  </a:lnTo>
                  <a:lnTo>
                    <a:pt x="8692" y="8810"/>
                  </a:lnTo>
                  <a:lnTo>
                    <a:pt x="9008" y="7980"/>
                  </a:lnTo>
                  <a:lnTo>
                    <a:pt x="9304" y="7111"/>
                  </a:lnTo>
                  <a:lnTo>
                    <a:pt x="9442" y="6677"/>
                  </a:lnTo>
                  <a:lnTo>
                    <a:pt x="9541" y="6262"/>
                  </a:lnTo>
                  <a:lnTo>
                    <a:pt x="9600" y="5867"/>
                  </a:lnTo>
                  <a:lnTo>
                    <a:pt x="9640" y="5472"/>
                  </a:lnTo>
                  <a:lnTo>
                    <a:pt x="9640" y="5096"/>
                  </a:lnTo>
                  <a:lnTo>
                    <a:pt x="9620" y="4721"/>
                  </a:lnTo>
                  <a:lnTo>
                    <a:pt x="9581" y="4385"/>
                  </a:lnTo>
                  <a:lnTo>
                    <a:pt x="9502" y="4030"/>
                  </a:lnTo>
                  <a:lnTo>
                    <a:pt x="9423" y="3714"/>
                  </a:lnTo>
                  <a:lnTo>
                    <a:pt x="9324" y="3378"/>
                  </a:lnTo>
                  <a:lnTo>
                    <a:pt x="9205" y="3082"/>
                  </a:lnTo>
                  <a:lnTo>
                    <a:pt x="9087" y="2785"/>
                  </a:lnTo>
                  <a:lnTo>
                    <a:pt x="8949" y="2489"/>
                  </a:lnTo>
                  <a:lnTo>
                    <a:pt x="8791" y="2213"/>
                  </a:lnTo>
                  <a:lnTo>
                    <a:pt x="8474" y="1699"/>
                  </a:lnTo>
                  <a:lnTo>
                    <a:pt x="8316" y="1462"/>
                  </a:lnTo>
                  <a:lnTo>
                    <a:pt x="8158" y="1245"/>
                  </a:lnTo>
                  <a:lnTo>
                    <a:pt x="8000" y="1047"/>
                  </a:lnTo>
                  <a:lnTo>
                    <a:pt x="7823" y="869"/>
                  </a:lnTo>
                  <a:lnTo>
                    <a:pt x="7665" y="711"/>
                  </a:lnTo>
                  <a:lnTo>
                    <a:pt x="7507" y="553"/>
                  </a:lnTo>
                  <a:lnTo>
                    <a:pt x="7329" y="435"/>
                  </a:lnTo>
                  <a:lnTo>
                    <a:pt x="7171" y="316"/>
                  </a:lnTo>
                  <a:lnTo>
                    <a:pt x="7013" y="237"/>
                  </a:lnTo>
                  <a:lnTo>
                    <a:pt x="6835" y="158"/>
                  </a:lnTo>
                  <a:lnTo>
                    <a:pt x="6677" y="99"/>
                  </a:lnTo>
                  <a:lnTo>
                    <a:pt x="6519" y="60"/>
                  </a:lnTo>
                  <a:lnTo>
                    <a:pt x="6361" y="20"/>
                  </a:lnTo>
                  <a:lnTo>
                    <a:pt x="618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8" name="Google Shape;3878;p15"/>
            <p:cNvSpPr/>
            <p:nvPr/>
          </p:nvSpPr>
          <p:spPr>
            <a:xfrm>
              <a:off x="-826250" y="3285750"/>
              <a:ext cx="215325" cy="330875"/>
            </a:xfrm>
            <a:custGeom>
              <a:rect b="b" l="l" r="r" t="t"/>
              <a:pathLst>
                <a:path extrusionOk="0" h="13235" w="8613">
                  <a:moveTo>
                    <a:pt x="5511" y="1"/>
                  </a:moveTo>
                  <a:lnTo>
                    <a:pt x="5353" y="20"/>
                  </a:lnTo>
                  <a:lnTo>
                    <a:pt x="5215" y="60"/>
                  </a:lnTo>
                  <a:lnTo>
                    <a:pt x="5097" y="99"/>
                  </a:lnTo>
                  <a:lnTo>
                    <a:pt x="4998" y="139"/>
                  </a:lnTo>
                  <a:lnTo>
                    <a:pt x="4899" y="198"/>
                  </a:lnTo>
                  <a:lnTo>
                    <a:pt x="4820" y="277"/>
                  </a:lnTo>
                  <a:lnTo>
                    <a:pt x="4682" y="396"/>
                  </a:lnTo>
                  <a:lnTo>
                    <a:pt x="4603" y="514"/>
                  </a:lnTo>
                  <a:lnTo>
                    <a:pt x="4544" y="652"/>
                  </a:lnTo>
                  <a:lnTo>
                    <a:pt x="4050" y="1541"/>
                  </a:lnTo>
                  <a:lnTo>
                    <a:pt x="2884" y="3615"/>
                  </a:lnTo>
                  <a:lnTo>
                    <a:pt x="2213" y="4820"/>
                  </a:lnTo>
                  <a:lnTo>
                    <a:pt x="1601" y="5986"/>
                  </a:lnTo>
                  <a:lnTo>
                    <a:pt x="1087" y="6973"/>
                  </a:lnTo>
                  <a:lnTo>
                    <a:pt x="890" y="7388"/>
                  </a:lnTo>
                  <a:lnTo>
                    <a:pt x="751" y="7724"/>
                  </a:lnTo>
                  <a:lnTo>
                    <a:pt x="534" y="8297"/>
                  </a:lnTo>
                  <a:lnTo>
                    <a:pt x="336" y="8889"/>
                  </a:lnTo>
                  <a:lnTo>
                    <a:pt x="178" y="9501"/>
                  </a:lnTo>
                  <a:lnTo>
                    <a:pt x="60" y="10074"/>
                  </a:lnTo>
                  <a:lnTo>
                    <a:pt x="20" y="10351"/>
                  </a:lnTo>
                  <a:lnTo>
                    <a:pt x="1" y="10627"/>
                  </a:lnTo>
                  <a:lnTo>
                    <a:pt x="1" y="10884"/>
                  </a:lnTo>
                  <a:lnTo>
                    <a:pt x="20" y="11141"/>
                  </a:lnTo>
                  <a:lnTo>
                    <a:pt x="40" y="11378"/>
                  </a:lnTo>
                  <a:lnTo>
                    <a:pt x="99" y="11595"/>
                  </a:lnTo>
                  <a:lnTo>
                    <a:pt x="159" y="11773"/>
                  </a:lnTo>
                  <a:lnTo>
                    <a:pt x="257" y="11951"/>
                  </a:lnTo>
                  <a:lnTo>
                    <a:pt x="376" y="12128"/>
                  </a:lnTo>
                  <a:lnTo>
                    <a:pt x="534" y="12286"/>
                  </a:lnTo>
                  <a:lnTo>
                    <a:pt x="712" y="12444"/>
                  </a:lnTo>
                  <a:lnTo>
                    <a:pt x="909" y="12603"/>
                  </a:lnTo>
                  <a:lnTo>
                    <a:pt x="1127" y="12741"/>
                  </a:lnTo>
                  <a:lnTo>
                    <a:pt x="1364" y="12859"/>
                  </a:lnTo>
                  <a:lnTo>
                    <a:pt x="1640" y="12978"/>
                  </a:lnTo>
                  <a:lnTo>
                    <a:pt x="1917" y="13077"/>
                  </a:lnTo>
                  <a:lnTo>
                    <a:pt x="2213" y="13156"/>
                  </a:lnTo>
                  <a:lnTo>
                    <a:pt x="2509" y="13195"/>
                  </a:lnTo>
                  <a:lnTo>
                    <a:pt x="2825" y="13235"/>
                  </a:lnTo>
                  <a:lnTo>
                    <a:pt x="3141" y="13215"/>
                  </a:lnTo>
                  <a:lnTo>
                    <a:pt x="3477" y="13195"/>
                  </a:lnTo>
                  <a:lnTo>
                    <a:pt x="3813" y="13116"/>
                  </a:lnTo>
                  <a:lnTo>
                    <a:pt x="4168" y="12998"/>
                  </a:lnTo>
                  <a:lnTo>
                    <a:pt x="4504" y="12859"/>
                  </a:lnTo>
                  <a:lnTo>
                    <a:pt x="4840" y="12662"/>
                  </a:lnTo>
                  <a:lnTo>
                    <a:pt x="5156" y="12444"/>
                  </a:lnTo>
                  <a:lnTo>
                    <a:pt x="5452" y="12188"/>
                  </a:lnTo>
                  <a:lnTo>
                    <a:pt x="5729" y="11931"/>
                  </a:lnTo>
                  <a:lnTo>
                    <a:pt x="5986" y="11635"/>
                  </a:lnTo>
                  <a:lnTo>
                    <a:pt x="6223" y="11319"/>
                  </a:lnTo>
                  <a:lnTo>
                    <a:pt x="6440" y="11003"/>
                  </a:lnTo>
                  <a:lnTo>
                    <a:pt x="6657" y="10667"/>
                  </a:lnTo>
                  <a:lnTo>
                    <a:pt x="6855" y="10331"/>
                  </a:lnTo>
                  <a:lnTo>
                    <a:pt x="7032" y="9975"/>
                  </a:lnTo>
                  <a:lnTo>
                    <a:pt x="7368" y="9284"/>
                  </a:lnTo>
                  <a:lnTo>
                    <a:pt x="7645" y="8632"/>
                  </a:lnTo>
                  <a:lnTo>
                    <a:pt x="7901" y="8020"/>
                  </a:lnTo>
                  <a:lnTo>
                    <a:pt x="8119" y="7427"/>
                  </a:lnTo>
                  <a:lnTo>
                    <a:pt x="8297" y="6815"/>
                  </a:lnTo>
                  <a:lnTo>
                    <a:pt x="8455" y="6183"/>
                  </a:lnTo>
                  <a:lnTo>
                    <a:pt x="8514" y="5867"/>
                  </a:lnTo>
                  <a:lnTo>
                    <a:pt x="8553" y="5551"/>
                  </a:lnTo>
                  <a:lnTo>
                    <a:pt x="8593" y="5215"/>
                  </a:lnTo>
                  <a:lnTo>
                    <a:pt x="8613" y="4899"/>
                  </a:lnTo>
                  <a:lnTo>
                    <a:pt x="8613" y="4583"/>
                  </a:lnTo>
                  <a:lnTo>
                    <a:pt x="8613" y="4267"/>
                  </a:lnTo>
                  <a:lnTo>
                    <a:pt x="8573" y="3971"/>
                  </a:lnTo>
                  <a:lnTo>
                    <a:pt x="8534" y="3655"/>
                  </a:lnTo>
                  <a:lnTo>
                    <a:pt x="8474" y="3339"/>
                  </a:lnTo>
                  <a:lnTo>
                    <a:pt x="8395" y="3042"/>
                  </a:lnTo>
                  <a:lnTo>
                    <a:pt x="8297" y="2746"/>
                  </a:lnTo>
                  <a:lnTo>
                    <a:pt x="8198" y="2470"/>
                  </a:lnTo>
                  <a:lnTo>
                    <a:pt x="8079" y="2193"/>
                  </a:lnTo>
                  <a:lnTo>
                    <a:pt x="7961" y="1936"/>
                  </a:lnTo>
                  <a:lnTo>
                    <a:pt x="7822" y="1680"/>
                  </a:lnTo>
                  <a:lnTo>
                    <a:pt x="7664" y="1443"/>
                  </a:lnTo>
                  <a:lnTo>
                    <a:pt x="7506" y="1225"/>
                  </a:lnTo>
                  <a:lnTo>
                    <a:pt x="7348" y="1028"/>
                  </a:lnTo>
                  <a:lnTo>
                    <a:pt x="7190" y="830"/>
                  </a:lnTo>
                  <a:lnTo>
                    <a:pt x="7013" y="652"/>
                  </a:lnTo>
                  <a:lnTo>
                    <a:pt x="6835" y="494"/>
                  </a:lnTo>
                  <a:lnTo>
                    <a:pt x="6657" y="376"/>
                  </a:lnTo>
                  <a:lnTo>
                    <a:pt x="6460" y="257"/>
                  </a:lnTo>
                  <a:lnTo>
                    <a:pt x="6262" y="159"/>
                  </a:lnTo>
                  <a:lnTo>
                    <a:pt x="6065" y="80"/>
                  </a:lnTo>
                  <a:lnTo>
                    <a:pt x="5867" y="40"/>
                  </a:lnTo>
                  <a:lnTo>
                    <a:pt x="5689" y="20"/>
                  </a:lnTo>
                  <a:lnTo>
                    <a:pt x="55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9" name="Google Shape;3879;p15"/>
            <p:cNvSpPr/>
            <p:nvPr/>
          </p:nvSpPr>
          <p:spPr>
            <a:xfrm>
              <a:off x="-911675" y="3264025"/>
              <a:ext cx="249900" cy="354575"/>
            </a:xfrm>
            <a:custGeom>
              <a:rect b="b" l="l" r="r" t="t"/>
              <a:pathLst>
                <a:path extrusionOk="0" h="14183" w="9996">
                  <a:moveTo>
                    <a:pt x="5808" y="1"/>
                  </a:moveTo>
                  <a:lnTo>
                    <a:pt x="5689" y="20"/>
                  </a:lnTo>
                  <a:lnTo>
                    <a:pt x="5571" y="40"/>
                  </a:lnTo>
                  <a:lnTo>
                    <a:pt x="5452" y="99"/>
                  </a:lnTo>
                  <a:lnTo>
                    <a:pt x="5215" y="198"/>
                  </a:lnTo>
                  <a:lnTo>
                    <a:pt x="5018" y="336"/>
                  </a:lnTo>
                  <a:lnTo>
                    <a:pt x="4860" y="494"/>
                  </a:lnTo>
                  <a:lnTo>
                    <a:pt x="4721" y="613"/>
                  </a:lnTo>
                  <a:lnTo>
                    <a:pt x="4623" y="731"/>
                  </a:lnTo>
                  <a:lnTo>
                    <a:pt x="4010" y="1956"/>
                  </a:lnTo>
                  <a:lnTo>
                    <a:pt x="2647" y="4741"/>
                  </a:lnTo>
                  <a:lnTo>
                    <a:pt x="1877" y="6341"/>
                  </a:lnTo>
                  <a:lnTo>
                    <a:pt x="1166" y="7862"/>
                  </a:lnTo>
                  <a:lnTo>
                    <a:pt x="593" y="9146"/>
                  </a:lnTo>
                  <a:lnTo>
                    <a:pt x="396" y="9659"/>
                  </a:lnTo>
                  <a:lnTo>
                    <a:pt x="257" y="10054"/>
                  </a:lnTo>
                  <a:lnTo>
                    <a:pt x="178" y="10370"/>
                  </a:lnTo>
                  <a:lnTo>
                    <a:pt x="99" y="10686"/>
                  </a:lnTo>
                  <a:lnTo>
                    <a:pt x="40" y="10983"/>
                  </a:lnTo>
                  <a:lnTo>
                    <a:pt x="20" y="11259"/>
                  </a:lnTo>
                  <a:lnTo>
                    <a:pt x="1" y="11516"/>
                  </a:lnTo>
                  <a:lnTo>
                    <a:pt x="1" y="11773"/>
                  </a:lnTo>
                  <a:lnTo>
                    <a:pt x="20" y="12010"/>
                  </a:lnTo>
                  <a:lnTo>
                    <a:pt x="60" y="12227"/>
                  </a:lnTo>
                  <a:lnTo>
                    <a:pt x="139" y="12444"/>
                  </a:lnTo>
                  <a:lnTo>
                    <a:pt x="218" y="12642"/>
                  </a:lnTo>
                  <a:lnTo>
                    <a:pt x="317" y="12839"/>
                  </a:lnTo>
                  <a:lnTo>
                    <a:pt x="435" y="13017"/>
                  </a:lnTo>
                  <a:lnTo>
                    <a:pt x="573" y="13175"/>
                  </a:lnTo>
                  <a:lnTo>
                    <a:pt x="731" y="13333"/>
                  </a:lnTo>
                  <a:lnTo>
                    <a:pt x="929" y="13491"/>
                  </a:lnTo>
                  <a:lnTo>
                    <a:pt x="1126" y="13630"/>
                  </a:lnTo>
                  <a:lnTo>
                    <a:pt x="1344" y="13748"/>
                  </a:lnTo>
                  <a:lnTo>
                    <a:pt x="1581" y="13867"/>
                  </a:lnTo>
                  <a:lnTo>
                    <a:pt x="1837" y="13965"/>
                  </a:lnTo>
                  <a:lnTo>
                    <a:pt x="2114" y="14044"/>
                  </a:lnTo>
                  <a:lnTo>
                    <a:pt x="2391" y="14104"/>
                  </a:lnTo>
                  <a:lnTo>
                    <a:pt x="2687" y="14163"/>
                  </a:lnTo>
                  <a:lnTo>
                    <a:pt x="2983" y="14183"/>
                  </a:lnTo>
                  <a:lnTo>
                    <a:pt x="3279" y="14183"/>
                  </a:lnTo>
                  <a:lnTo>
                    <a:pt x="3615" y="14163"/>
                  </a:lnTo>
                  <a:lnTo>
                    <a:pt x="3931" y="14104"/>
                  </a:lnTo>
                  <a:lnTo>
                    <a:pt x="4247" y="14044"/>
                  </a:lnTo>
                  <a:lnTo>
                    <a:pt x="4583" y="13946"/>
                  </a:lnTo>
                  <a:lnTo>
                    <a:pt x="4919" y="13807"/>
                  </a:lnTo>
                  <a:lnTo>
                    <a:pt x="5255" y="13649"/>
                  </a:lnTo>
                  <a:lnTo>
                    <a:pt x="5590" y="13452"/>
                  </a:lnTo>
                  <a:lnTo>
                    <a:pt x="5906" y="13234"/>
                  </a:lnTo>
                  <a:lnTo>
                    <a:pt x="6242" y="12997"/>
                  </a:lnTo>
                  <a:lnTo>
                    <a:pt x="6538" y="12721"/>
                  </a:lnTo>
                  <a:lnTo>
                    <a:pt x="6815" y="12444"/>
                  </a:lnTo>
                  <a:lnTo>
                    <a:pt x="7092" y="12148"/>
                  </a:lnTo>
                  <a:lnTo>
                    <a:pt x="7348" y="11832"/>
                  </a:lnTo>
                  <a:lnTo>
                    <a:pt x="7585" y="11516"/>
                  </a:lnTo>
                  <a:lnTo>
                    <a:pt x="7822" y="11161"/>
                  </a:lnTo>
                  <a:lnTo>
                    <a:pt x="8040" y="10805"/>
                  </a:lnTo>
                  <a:lnTo>
                    <a:pt x="8257" y="10449"/>
                  </a:lnTo>
                  <a:lnTo>
                    <a:pt x="8454" y="10074"/>
                  </a:lnTo>
                  <a:lnTo>
                    <a:pt x="8830" y="9284"/>
                  </a:lnTo>
                  <a:lnTo>
                    <a:pt x="9185" y="8454"/>
                  </a:lnTo>
                  <a:lnTo>
                    <a:pt x="9521" y="7585"/>
                  </a:lnTo>
                  <a:lnTo>
                    <a:pt x="9679" y="7131"/>
                  </a:lnTo>
                  <a:lnTo>
                    <a:pt x="9798" y="6697"/>
                  </a:lnTo>
                  <a:lnTo>
                    <a:pt x="9896" y="6282"/>
                  </a:lnTo>
                  <a:lnTo>
                    <a:pt x="9956" y="5867"/>
                  </a:lnTo>
                  <a:lnTo>
                    <a:pt x="9995" y="5472"/>
                  </a:lnTo>
                  <a:lnTo>
                    <a:pt x="9995" y="5077"/>
                  </a:lnTo>
                  <a:lnTo>
                    <a:pt x="9975" y="4682"/>
                  </a:lnTo>
                  <a:lnTo>
                    <a:pt x="9936" y="4307"/>
                  </a:lnTo>
                  <a:lnTo>
                    <a:pt x="9877" y="3951"/>
                  </a:lnTo>
                  <a:lnTo>
                    <a:pt x="9798" y="3595"/>
                  </a:lnTo>
                  <a:lnTo>
                    <a:pt x="9679" y="3260"/>
                  </a:lnTo>
                  <a:lnTo>
                    <a:pt x="9541" y="2924"/>
                  </a:lnTo>
                  <a:lnTo>
                    <a:pt x="9403" y="2608"/>
                  </a:lnTo>
                  <a:lnTo>
                    <a:pt x="9225" y="2292"/>
                  </a:lnTo>
                  <a:lnTo>
                    <a:pt x="9027" y="1996"/>
                  </a:lnTo>
                  <a:lnTo>
                    <a:pt x="8830" y="1719"/>
                  </a:lnTo>
                  <a:lnTo>
                    <a:pt x="8612" y="1462"/>
                  </a:lnTo>
                  <a:lnTo>
                    <a:pt x="8395" y="1225"/>
                  </a:lnTo>
                  <a:lnTo>
                    <a:pt x="8178" y="1028"/>
                  </a:lnTo>
                  <a:lnTo>
                    <a:pt x="7961" y="830"/>
                  </a:lnTo>
                  <a:lnTo>
                    <a:pt x="7763" y="692"/>
                  </a:lnTo>
                  <a:lnTo>
                    <a:pt x="7566" y="554"/>
                  </a:lnTo>
                  <a:lnTo>
                    <a:pt x="7368" y="435"/>
                  </a:lnTo>
                  <a:lnTo>
                    <a:pt x="7190" y="336"/>
                  </a:lnTo>
                  <a:lnTo>
                    <a:pt x="6835" y="198"/>
                  </a:lnTo>
                  <a:lnTo>
                    <a:pt x="6499" y="99"/>
                  </a:lnTo>
                  <a:lnTo>
                    <a:pt x="6203" y="40"/>
                  </a:lnTo>
                  <a:lnTo>
                    <a:pt x="592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5"/>
            <p:cNvSpPr/>
            <p:nvPr/>
          </p:nvSpPr>
          <p:spPr>
            <a:xfrm>
              <a:off x="-899325" y="3276875"/>
              <a:ext cx="221250" cy="328400"/>
            </a:xfrm>
            <a:custGeom>
              <a:rect b="b" l="l" r="r" t="t"/>
              <a:pathLst>
                <a:path extrusionOk="0" h="13136" w="8850">
                  <a:moveTo>
                    <a:pt x="5274" y="0"/>
                  </a:moveTo>
                  <a:lnTo>
                    <a:pt x="5136" y="40"/>
                  </a:lnTo>
                  <a:lnTo>
                    <a:pt x="5017" y="79"/>
                  </a:lnTo>
                  <a:lnTo>
                    <a:pt x="4899" y="138"/>
                  </a:lnTo>
                  <a:lnTo>
                    <a:pt x="4721" y="257"/>
                  </a:lnTo>
                  <a:lnTo>
                    <a:pt x="4583" y="375"/>
                  </a:lnTo>
                  <a:lnTo>
                    <a:pt x="4464" y="494"/>
                  </a:lnTo>
                  <a:lnTo>
                    <a:pt x="4385" y="612"/>
                  </a:lnTo>
                  <a:lnTo>
                    <a:pt x="3773" y="1936"/>
                  </a:lnTo>
                  <a:lnTo>
                    <a:pt x="2390" y="4938"/>
                  </a:lnTo>
                  <a:lnTo>
                    <a:pt x="1620" y="6597"/>
                  </a:lnTo>
                  <a:lnTo>
                    <a:pt x="929" y="8118"/>
                  </a:lnTo>
                  <a:lnTo>
                    <a:pt x="415" y="9323"/>
                  </a:lnTo>
                  <a:lnTo>
                    <a:pt x="237" y="9758"/>
                  </a:lnTo>
                  <a:lnTo>
                    <a:pt x="139" y="10034"/>
                  </a:lnTo>
                  <a:lnTo>
                    <a:pt x="79" y="10232"/>
                  </a:lnTo>
                  <a:lnTo>
                    <a:pt x="40" y="10429"/>
                  </a:lnTo>
                  <a:lnTo>
                    <a:pt x="20" y="10647"/>
                  </a:lnTo>
                  <a:lnTo>
                    <a:pt x="0" y="10844"/>
                  </a:lnTo>
                  <a:lnTo>
                    <a:pt x="0" y="11061"/>
                  </a:lnTo>
                  <a:lnTo>
                    <a:pt x="20" y="11259"/>
                  </a:lnTo>
                  <a:lnTo>
                    <a:pt x="40" y="11456"/>
                  </a:lnTo>
                  <a:lnTo>
                    <a:pt x="79" y="11654"/>
                  </a:lnTo>
                  <a:lnTo>
                    <a:pt x="139" y="11851"/>
                  </a:lnTo>
                  <a:lnTo>
                    <a:pt x="218" y="12029"/>
                  </a:lnTo>
                  <a:lnTo>
                    <a:pt x="297" y="12187"/>
                  </a:lnTo>
                  <a:lnTo>
                    <a:pt x="415" y="12345"/>
                  </a:lnTo>
                  <a:lnTo>
                    <a:pt x="534" y="12483"/>
                  </a:lnTo>
                  <a:lnTo>
                    <a:pt x="672" y="12622"/>
                  </a:lnTo>
                  <a:lnTo>
                    <a:pt x="850" y="12720"/>
                  </a:lnTo>
                  <a:lnTo>
                    <a:pt x="1027" y="12799"/>
                  </a:lnTo>
                  <a:lnTo>
                    <a:pt x="1423" y="12938"/>
                  </a:lnTo>
                  <a:lnTo>
                    <a:pt x="1877" y="13037"/>
                  </a:lnTo>
                  <a:lnTo>
                    <a:pt x="2351" y="13116"/>
                  </a:lnTo>
                  <a:lnTo>
                    <a:pt x="2845" y="13135"/>
                  </a:lnTo>
                  <a:lnTo>
                    <a:pt x="3101" y="13135"/>
                  </a:lnTo>
                  <a:lnTo>
                    <a:pt x="3338" y="13116"/>
                  </a:lnTo>
                  <a:lnTo>
                    <a:pt x="3575" y="13076"/>
                  </a:lnTo>
                  <a:lnTo>
                    <a:pt x="3813" y="13017"/>
                  </a:lnTo>
                  <a:lnTo>
                    <a:pt x="4050" y="12958"/>
                  </a:lnTo>
                  <a:lnTo>
                    <a:pt x="4287" y="12878"/>
                  </a:lnTo>
                  <a:lnTo>
                    <a:pt x="4504" y="12799"/>
                  </a:lnTo>
                  <a:lnTo>
                    <a:pt x="4721" y="12681"/>
                  </a:lnTo>
                  <a:lnTo>
                    <a:pt x="4919" y="12543"/>
                  </a:lnTo>
                  <a:lnTo>
                    <a:pt x="5136" y="12385"/>
                  </a:lnTo>
                  <a:lnTo>
                    <a:pt x="5353" y="12227"/>
                  </a:lnTo>
                  <a:lnTo>
                    <a:pt x="5570" y="12029"/>
                  </a:lnTo>
                  <a:lnTo>
                    <a:pt x="5807" y="11812"/>
                  </a:lnTo>
                  <a:lnTo>
                    <a:pt x="6025" y="11575"/>
                  </a:lnTo>
                  <a:lnTo>
                    <a:pt x="6262" y="11318"/>
                  </a:lnTo>
                  <a:lnTo>
                    <a:pt x="6479" y="11042"/>
                  </a:lnTo>
                  <a:lnTo>
                    <a:pt x="6696" y="10745"/>
                  </a:lnTo>
                  <a:lnTo>
                    <a:pt x="6914" y="10429"/>
                  </a:lnTo>
                  <a:lnTo>
                    <a:pt x="7111" y="10113"/>
                  </a:lnTo>
                  <a:lnTo>
                    <a:pt x="7328" y="9758"/>
                  </a:lnTo>
                  <a:lnTo>
                    <a:pt x="7506" y="9402"/>
                  </a:lnTo>
                  <a:lnTo>
                    <a:pt x="7684" y="9027"/>
                  </a:lnTo>
                  <a:lnTo>
                    <a:pt x="7862" y="8632"/>
                  </a:lnTo>
                  <a:lnTo>
                    <a:pt x="8020" y="8217"/>
                  </a:lnTo>
                  <a:lnTo>
                    <a:pt x="8276" y="7447"/>
                  </a:lnTo>
                  <a:lnTo>
                    <a:pt x="8494" y="6736"/>
                  </a:lnTo>
                  <a:lnTo>
                    <a:pt x="8672" y="6104"/>
                  </a:lnTo>
                  <a:lnTo>
                    <a:pt x="8770" y="5491"/>
                  </a:lnTo>
                  <a:lnTo>
                    <a:pt x="8810" y="5195"/>
                  </a:lnTo>
                  <a:lnTo>
                    <a:pt x="8849" y="4918"/>
                  </a:lnTo>
                  <a:lnTo>
                    <a:pt x="8849" y="4622"/>
                  </a:lnTo>
                  <a:lnTo>
                    <a:pt x="8849" y="4326"/>
                  </a:lnTo>
                  <a:lnTo>
                    <a:pt x="8830" y="4030"/>
                  </a:lnTo>
                  <a:lnTo>
                    <a:pt x="8810" y="3733"/>
                  </a:lnTo>
                  <a:lnTo>
                    <a:pt x="8691" y="3081"/>
                  </a:lnTo>
                  <a:lnTo>
                    <a:pt x="8612" y="2765"/>
                  </a:lnTo>
                  <a:lnTo>
                    <a:pt x="8513" y="2449"/>
                  </a:lnTo>
                  <a:lnTo>
                    <a:pt x="8375" y="2153"/>
                  </a:lnTo>
                  <a:lnTo>
                    <a:pt x="8217" y="1877"/>
                  </a:lnTo>
                  <a:lnTo>
                    <a:pt x="8039" y="1620"/>
                  </a:lnTo>
                  <a:lnTo>
                    <a:pt x="7842" y="1363"/>
                  </a:lnTo>
                  <a:lnTo>
                    <a:pt x="7625" y="1146"/>
                  </a:lnTo>
                  <a:lnTo>
                    <a:pt x="7407" y="928"/>
                  </a:lnTo>
                  <a:lnTo>
                    <a:pt x="7190" y="751"/>
                  </a:lnTo>
                  <a:lnTo>
                    <a:pt x="6973" y="593"/>
                  </a:lnTo>
                  <a:lnTo>
                    <a:pt x="6736" y="435"/>
                  </a:lnTo>
                  <a:lnTo>
                    <a:pt x="6519" y="316"/>
                  </a:lnTo>
                  <a:lnTo>
                    <a:pt x="6301" y="198"/>
                  </a:lnTo>
                  <a:lnTo>
                    <a:pt x="6084" y="119"/>
                  </a:lnTo>
                  <a:lnTo>
                    <a:pt x="5906" y="59"/>
                  </a:lnTo>
                  <a:lnTo>
                    <a:pt x="5728" y="20"/>
                  </a:lnTo>
                  <a:lnTo>
                    <a:pt x="555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1" name="Google Shape;3881;p15"/>
            <p:cNvSpPr/>
            <p:nvPr/>
          </p:nvSpPr>
          <p:spPr>
            <a:xfrm>
              <a:off x="-1012900" y="3249225"/>
              <a:ext cx="277050" cy="358025"/>
            </a:xfrm>
            <a:custGeom>
              <a:rect b="b" l="l" r="r" t="t"/>
              <a:pathLst>
                <a:path extrusionOk="0" h="14321" w="11082">
                  <a:moveTo>
                    <a:pt x="6894" y="0"/>
                  </a:moveTo>
                  <a:lnTo>
                    <a:pt x="6716" y="20"/>
                  </a:lnTo>
                  <a:lnTo>
                    <a:pt x="6538" y="59"/>
                  </a:lnTo>
                  <a:lnTo>
                    <a:pt x="6440" y="119"/>
                  </a:lnTo>
                  <a:lnTo>
                    <a:pt x="6321" y="217"/>
                  </a:lnTo>
                  <a:lnTo>
                    <a:pt x="6183" y="356"/>
                  </a:lnTo>
                  <a:lnTo>
                    <a:pt x="6025" y="533"/>
                  </a:lnTo>
                  <a:lnTo>
                    <a:pt x="5669" y="1007"/>
                  </a:lnTo>
                  <a:lnTo>
                    <a:pt x="5254" y="1620"/>
                  </a:lnTo>
                  <a:lnTo>
                    <a:pt x="4780" y="2311"/>
                  </a:lnTo>
                  <a:lnTo>
                    <a:pt x="4287" y="3081"/>
                  </a:lnTo>
                  <a:lnTo>
                    <a:pt x="3279" y="4741"/>
                  </a:lnTo>
                  <a:lnTo>
                    <a:pt x="2311" y="6400"/>
                  </a:lnTo>
                  <a:lnTo>
                    <a:pt x="1482" y="7822"/>
                  </a:lnTo>
                  <a:lnTo>
                    <a:pt x="711" y="9204"/>
                  </a:lnTo>
                  <a:lnTo>
                    <a:pt x="652" y="9264"/>
                  </a:lnTo>
                  <a:lnTo>
                    <a:pt x="514" y="9461"/>
                  </a:lnTo>
                  <a:lnTo>
                    <a:pt x="336" y="9758"/>
                  </a:lnTo>
                  <a:lnTo>
                    <a:pt x="257" y="9935"/>
                  </a:lnTo>
                  <a:lnTo>
                    <a:pt x="178" y="10133"/>
                  </a:lnTo>
                  <a:lnTo>
                    <a:pt x="99" y="10350"/>
                  </a:lnTo>
                  <a:lnTo>
                    <a:pt x="40" y="10587"/>
                  </a:lnTo>
                  <a:lnTo>
                    <a:pt x="20" y="10844"/>
                  </a:lnTo>
                  <a:lnTo>
                    <a:pt x="0" y="11101"/>
                  </a:lnTo>
                  <a:lnTo>
                    <a:pt x="20" y="11357"/>
                  </a:lnTo>
                  <a:lnTo>
                    <a:pt x="79" y="11634"/>
                  </a:lnTo>
                  <a:lnTo>
                    <a:pt x="178" y="11930"/>
                  </a:lnTo>
                  <a:lnTo>
                    <a:pt x="316" y="12207"/>
                  </a:lnTo>
                  <a:lnTo>
                    <a:pt x="514" y="12483"/>
                  </a:lnTo>
                  <a:lnTo>
                    <a:pt x="711" y="12720"/>
                  </a:lnTo>
                  <a:lnTo>
                    <a:pt x="948" y="12957"/>
                  </a:lnTo>
                  <a:lnTo>
                    <a:pt x="1186" y="13155"/>
                  </a:lnTo>
                  <a:lnTo>
                    <a:pt x="1462" y="13352"/>
                  </a:lnTo>
                  <a:lnTo>
                    <a:pt x="1739" y="13530"/>
                  </a:lnTo>
                  <a:lnTo>
                    <a:pt x="2035" y="13668"/>
                  </a:lnTo>
                  <a:lnTo>
                    <a:pt x="2331" y="13807"/>
                  </a:lnTo>
                  <a:lnTo>
                    <a:pt x="2627" y="13925"/>
                  </a:lnTo>
                  <a:lnTo>
                    <a:pt x="2924" y="14024"/>
                  </a:lnTo>
                  <a:lnTo>
                    <a:pt x="3220" y="14103"/>
                  </a:lnTo>
                  <a:lnTo>
                    <a:pt x="3516" y="14182"/>
                  </a:lnTo>
                  <a:lnTo>
                    <a:pt x="3793" y="14241"/>
                  </a:lnTo>
                  <a:lnTo>
                    <a:pt x="4069" y="14281"/>
                  </a:lnTo>
                  <a:lnTo>
                    <a:pt x="4563" y="14320"/>
                  </a:lnTo>
                  <a:lnTo>
                    <a:pt x="4780" y="14320"/>
                  </a:lnTo>
                  <a:lnTo>
                    <a:pt x="5017" y="14301"/>
                  </a:lnTo>
                  <a:lnTo>
                    <a:pt x="5235" y="14281"/>
                  </a:lnTo>
                  <a:lnTo>
                    <a:pt x="5452" y="14241"/>
                  </a:lnTo>
                  <a:lnTo>
                    <a:pt x="5669" y="14162"/>
                  </a:lnTo>
                  <a:lnTo>
                    <a:pt x="5886" y="14103"/>
                  </a:lnTo>
                  <a:lnTo>
                    <a:pt x="6104" y="14004"/>
                  </a:lnTo>
                  <a:lnTo>
                    <a:pt x="6301" y="13905"/>
                  </a:lnTo>
                  <a:lnTo>
                    <a:pt x="6499" y="13787"/>
                  </a:lnTo>
                  <a:lnTo>
                    <a:pt x="6696" y="13649"/>
                  </a:lnTo>
                  <a:lnTo>
                    <a:pt x="6894" y="13510"/>
                  </a:lnTo>
                  <a:lnTo>
                    <a:pt x="7072" y="13352"/>
                  </a:lnTo>
                  <a:lnTo>
                    <a:pt x="7249" y="13194"/>
                  </a:lnTo>
                  <a:lnTo>
                    <a:pt x="7407" y="13017"/>
                  </a:lnTo>
                  <a:lnTo>
                    <a:pt x="7565" y="12819"/>
                  </a:lnTo>
                  <a:lnTo>
                    <a:pt x="7723" y="12622"/>
                  </a:lnTo>
                  <a:lnTo>
                    <a:pt x="8079" y="12128"/>
                  </a:lnTo>
                  <a:lnTo>
                    <a:pt x="8514" y="11456"/>
                  </a:lnTo>
                  <a:lnTo>
                    <a:pt x="8988" y="10646"/>
                  </a:lnTo>
                  <a:lnTo>
                    <a:pt x="9481" y="9738"/>
                  </a:lnTo>
                  <a:lnTo>
                    <a:pt x="9955" y="8809"/>
                  </a:lnTo>
                  <a:lnTo>
                    <a:pt x="10173" y="8335"/>
                  </a:lnTo>
                  <a:lnTo>
                    <a:pt x="10370" y="7881"/>
                  </a:lnTo>
                  <a:lnTo>
                    <a:pt x="10548" y="7427"/>
                  </a:lnTo>
                  <a:lnTo>
                    <a:pt x="10706" y="6992"/>
                  </a:lnTo>
                  <a:lnTo>
                    <a:pt x="10825" y="6577"/>
                  </a:lnTo>
                  <a:lnTo>
                    <a:pt x="10923" y="6202"/>
                  </a:lnTo>
                  <a:lnTo>
                    <a:pt x="10983" y="5847"/>
                  </a:lnTo>
                  <a:lnTo>
                    <a:pt x="11022" y="5491"/>
                  </a:lnTo>
                  <a:lnTo>
                    <a:pt x="11062" y="5155"/>
                  </a:lnTo>
                  <a:lnTo>
                    <a:pt x="11081" y="4839"/>
                  </a:lnTo>
                  <a:lnTo>
                    <a:pt x="11081" y="4523"/>
                  </a:lnTo>
                  <a:lnTo>
                    <a:pt x="11062" y="4227"/>
                  </a:lnTo>
                  <a:lnTo>
                    <a:pt x="11022" y="3950"/>
                  </a:lnTo>
                  <a:lnTo>
                    <a:pt x="10983" y="3674"/>
                  </a:lnTo>
                  <a:lnTo>
                    <a:pt x="10923" y="3397"/>
                  </a:lnTo>
                  <a:lnTo>
                    <a:pt x="10844" y="3141"/>
                  </a:lnTo>
                  <a:lnTo>
                    <a:pt x="10745" y="2904"/>
                  </a:lnTo>
                  <a:lnTo>
                    <a:pt x="10627" y="2647"/>
                  </a:lnTo>
                  <a:lnTo>
                    <a:pt x="10489" y="2410"/>
                  </a:lnTo>
                  <a:lnTo>
                    <a:pt x="10331" y="2192"/>
                  </a:lnTo>
                  <a:lnTo>
                    <a:pt x="10153" y="1955"/>
                  </a:lnTo>
                  <a:lnTo>
                    <a:pt x="9975" y="1738"/>
                  </a:lnTo>
                  <a:lnTo>
                    <a:pt x="9541" y="1323"/>
                  </a:lnTo>
                  <a:lnTo>
                    <a:pt x="9106" y="948"/>
                  </a:lnTo>
                  <a:lnTo>
                    <a:pt x="8869" y="770"/>
                  </a:lnTo>
                  <a:lnTo>
                    <a:pt x="8632" y="612"/>
                  </a:lnTo>
                  <a:lnTo>
                    <a:pt x="8415" y="474"/>
                  </a:lnTo>
                  <a:lnTo>
                    <a:pt x="8178" y="356"/>
                  </a:lnTo>
                  <a:lnTo>
                    <a:pt x="7941" y="237"/>
                  </a:lnTo>
                  <a:lnTo>
                    <a:pt x="7723" y="158"/>
                  </a:lnTo>
                  <a:lnTo>
                    <a:pt x="7506" y="79"/>
                  </a:lnTo>
                  <a:lnTo>
                    <a:pt x="7289" y="40"/>
                  </a:lnTo>
                  <a:lnTo>
                    <a:pt x="709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2" name="Google Shape;3882;p15"/>
            <p:cNvSpPr/>
            <p:nvPr/>
          </p:nvSpPr>
          <p:spPr>
            <a:xfrm>
              <a:off x="-1298325" y="3095150"/>
              <a:ext cx="417775" cy="434075"/>
            </a:xfrm>
            <a:custGeom>
              <a:rect b="b" l="l" r="r" t="t"/>
              <a:pathLst>
                <a:path extrusionOk="0" h="17363" w="16711">
                  <a:moveTo>
                    <a:pt x="6973" y="0"/>
                  </a:moveTo>
                  <a:lnTo>
                    <a:pt x="6519" y="40"/>
                  </a:lnTo>
                  <a:lnTo>
                    <a:pt x="6084" y="119"/>
                  </a:lnTo>
                  <a:lnTo>
                    <a:pt x="5630" y="218"/>
                  </a:lnTo>
                  <a:lnTo>
                    <a:pt x="5196" y="356"/>
                  </a:lnTo>
                  <a:lnTo>
                    <a:pt x="4781" y="514"/>
                  </a:lnTo>
                  <a:lnTo>
                    <a:pt x="4366" y="711"/>
                  </a:lnTo>
                  <a:lnTo>
                    <a:pt x="3971" y="929"/>
                  </a:lnTo>
                  <a:lnTo>
                    <a:pt x="3596" y="1166"/>
                  </a:lnTo>
                  <a:lnTo>
                    <a:pt x="3240" y="1442"/>
                  </a:lnTo>
                  <a:lnTo>
                    <a:pt x="2904" y="1739"/>
                  </a:lnTo>
                  <a:lnTo>
                    <a:pt x="2588" y="2055"/>
                  </a:lnTo>
                  <a:lnTo>
                    <a:pt x="2292" y="2390"/>
                  </a:lnTo>
                  <a:lnTo>
                    <a:pt x="1996" y="2766"/>
                  </a:lnTo>
                  <a:lnTo>
                    <a:pt x="1719" y="3161"/>
                  </a:lnTo>
                  <a:lnTo>
                    <a:pt x="1443" y="3575"/>
                  </a:lnTo>
                  <a:lnTo>
                    <a:pt x="1206" y="4010"/>
                  </a:lnTo>
                  <a:lnTo>
                    <a:pt x="969" y="4445"/>
                  </a:lnTo>
                  <a:lnTo>
                    <a:pt x="751" y="4899"/>
                  </a:lnTo>
                  <a:lnTo>
                    <a:pt x="574" y="5353"/>
                  </a:lnTo>
                  <a:lnTo>
                    <a:pt x="396" y="5807"/>
                  </a:lnTo>
                  <a:lnTo>
                    <a:pt x="258" y="6282"/>
                  </a:lnTo>
                  <a:lnTo>
                    <a:pt x="159" y="6756"/>
                  </a:lnTo>
                  <a:lnTo>
                    <a:pt x="80" y="7210"/>
                  </a:lnTo>
                  <a:lnTo>
                    <a:pt x="20" y="7664"/>
                  </a:lnTo>
                  <a:lnTo>
                    <a:pt x="1" y="8118"/>
                  </a:lnTo>
                  <a:lnTo>
                    <a:pt x="20" y="8553"/>
                  </a:lnTo>
                  <a:lnTo>
                    <a:pt x="60" y="8751"/>
                  </a:lnTo>
                  <a:lnTo>
                    <a:pt x="99" y="8968"/>
                  </a:lnTo>
                  <a:lnTo>
                    <a:pt x="159" y="9185"/>
                  </a:lnTo>
                  <a:lnTo>
                    <a:pt x="238" y="9402"/>
                  </a:lnTo>
                  <a:lnTo>
                    <a:pt x="337" y="9620"/>
                  </a:lnTo>
                  <a:lnTo>
                    <a:pt x="435" y="9837"/>
                  </a:lnTo>
                  <a:lnTo>
                    <a:pt x="692" y="10271"/>
                  </a:lnTo>
                  <a:lnTo>
                    <a:pt x="1008" y="10686"/>
                  </a:lnTo>
                  <a:lnTo>
                    <a:pt x="1344" y="11121"/>
                  </a:lnTo>
                  <a:lnTo>
                    <a:pt x="1719" y="11536"/>
                  </a:lnTo>
                  <a:lnTo>
                    <a:pt x="2134" y="11950"/>
                  </a:lnTo>
                  <a:lnTo>
                    <a:pt x="2568" y="12345"/>
                  </a:lnTo>
                  <a:lnTo>
                    <a:pt x="3023" y="12740"/>
                  </a:lnTo>
                  <a:lnTo>
                    <a:pt x="3477" y="13116"/>
                  </a:lnTo>
                  <a:lnTo>
                    <a:pt x="3931" y="13491"/>
                  </a:lnTo>
                  <a:lnTo>
                    <a:pt x="4840" y="14182"/>
                  </a:lnTo>
                  <a:lnTo>
                    <a:pt x="5670" y="14795"/>
                  </a:lnTo>
                  <a:lnTo>
                    <a:pt x="7131" y="15861"/>
                  </a:lnTo>
                  <a:lnTo>
                    <a:pt x="8277" y="16711"/>
                  </a:lnTo>
                  <a:lnTo>
                    <a:pt x="8731" y="17027"/>
                  </a:lnTo>
                  <a:lnTo>
                    <a:pt x="9067" y="17244"/>
                  </a:lnTo>
                  <a:lnTo>
                    <a:pt x="9304" y="17362"/>
                  </a:lnTo>
                  <a:lnTo>
                    <a:pt x="9403" y="17362"/>
                  </a:lnTo>
                  <a:lnTo>
                    <a:pt x="11161" y="14360"/>
                  </a:lnTo>
                  <a:lnTo>
                    <a:pt x="12504" y="12049"/>
                  </a:lnTo>
                  <a:lnTo>
                    <a:pt x="13709" y="9995"/>
                  </a:lnTo>
                  <a:lnTo>
                    <a:pt x="14933" y="7921"/>
                  </a:lnTo>
                  <a:lnTo>
                    <a:pt x="16711" y="4919"/>
                  </a:lnTo>
                  <a:lnTo>
                    <a:pt x="15822" y="4326"/>
                  </a:lnTo>
                  <a:lnTo>
                    <a:pt x="13847" y="3062"/>
                  </a:lnTo>
                  <a:lnTo>
                    <a:pt x="12682" y="2331"/>
                  </a:lnTo>
                  <a:lnTo>
                    <a:pt x="11516" y="1620"/>
                  </a:lnTo>
                  <a:lnTo>
                    <a:pt x="10450" y="988"/>
                  </a:lnTo>
                  <a:lnTo>
                    <a:pt x="9975" y="731"/>
                  </a:lnTo>
                  <a:lnTo>
                    <a:pt x="9561" y="514"/>
                  </a:lnTo>
                  <a:lnTo>
                    <a:pt x="9146" y="336"/>
                  </a:lnTo>
                  <a:lnTo>
                    <a:pt x="8731" y="198"/>
                  </a:lnTo>
                  <a:lnTo>
                    <a:pt x="8297" y="99"/>
                  </a:lnTo>
                  <a:lnTo>
                    <a:pt x="7862" y="40"/>
                  </a:lnTo>
                  <a:lnTo>
                    <a:pt x="74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5"/>
            <p:cNvSpPr/>
            <p:nvPr/>
          </p:nvSpPr>
          <p:spPr>
            <a:xfrm>
              <a:off x="-880575" y="3218100"/>
              <a:ext cx="25" cy="25"/>
            </a:xfrm>
            <a:custGeom>
              <a:rect b="b" l="l" r="r" t="t"/>
              <a:pathLst>
                <a:path extrusionOk="0" h="1" w="1">
                  <a:moveTo>
                    <a:pt x="1" y="1"/>
                  </a:moveTo>
                  <a:lnTo>
                    <a:pt x="1" y="1"/>
                  </a:lnTo>
                  <a:lnTo>
                    <a:pt x="1" y="1"/>
                  </a:lnTo>
                  <a:lnTo>
                    <a:pt x="1" y="1"/>
                  </a:lnTo>
                  <a:lnTo>
                    <a:pt x="1" y="1"/>
                  </a:lnTo>
                  <a:lnTo>
                    <a:pt x="1" y="1"/>
                  </a:lnTo>
                  <a:lnTo>
                    <a:pt x="1" y="1"/>
                  </a:lnTo>
                  <a:close/>
                </a:path>
              </a:pathLst>
            </a:custGeom>
            <a:solidFill>
              <a:srgbClr val="E6A4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4" name="Google Shape;3884;p15"/>
            <p:cNvSpPr/>
            <p:nvPr/>
          </p:nvSpPr>
          <p:spPr>
            <a:xfrm>
              <a:off x="-1510150" y="3967200"/>
              <a:ext cx="345675" cy="325450"/>
            </a:xfrm>
            <a:custGeom>
              <a:rect b="b" l="l" r="r" t="t"/>
              <a:pathLst>
                <a:path extrusionOk="0" h="13018" w="13827">
                  <a:moveTo>
                    <a:pt x="3872" y="1"/>
                  </a:moveTo>
                  <a:lnTo>
                    <a:pt x="3259" y="1047"/>
                  </a:lnTo>
                  <a:lnTo>
                    <a:pt x="1896" y="3378"/>
                  </a:lnTo>
                  <a:lnTo>
                    <a:pt x="1185" y="4623"/>
                  </a:lnTo>
                  <a:lnTo>
                    <a:pt x="573" y="5748"/>
                  </a:lnTo>
                  <a:lnTo>
                    <a:pt x="138" y="6558"/>
                  </a:lnTo>
                  <a:lnTo>
                    <a:pt x="20" y="6815"/>
                  </a:lnTo>
                  <a:lnTo>
                    <a:pt x="0" y="6894"/>
                  </a:lnTo>
                  <a:lnTo>
                    <a:pt x="0" y="6934"/>
                  </a:lnTo>
                  <a:lnTo>
                    <a:pt x="20" y="6973"/>
                  </a:lnTo>
                  <a:lnTo>
                    <a:pt x="119" y="7052"/>
                  </a:lnTo>
                  <a:lnTo>
                    <a:pt x="494" y="7289"/>
                  </a:lnTo>
                  <a:lnTo>
                    <a:pt x="1758" y="8040"/>
                  </a:lnTo>
                  <a:lnTo>
                    <a:pt x="3536" y="9047"/>
                  </a:lnTo>
                  <a:lnTo>
                    <a:pt x="5570" y="10193"/>
                  </a:lnTo>
                  <a:lnTo>
                    <a:pt x="7624" y="11299"/>
                  </a:lnTo>
                  <a:lnTo>
                    <a:pt x="8572" y="11793"/>
                  </a:lnTo>
                  <a:lnTo>
                    <a:pt x="9442" y="12227"/>
                  </a:lnTo>
                  <a:lnTo>
                    <a:pt x="10172" y="12583"/>
                  </a:lnTo>
                  <a:lnTo>
                    <a:pt x="10745" y="12839"/>
                  </a:lnTo>
                  <a:lnTo>
                    <a:pt x="11140" y="12997"/>
                  </a:lnTo>
                  <a:lnTo>
                    <a:pt x="11259" y="13017"/>
                  </a:lnTo>
                  <a:lnTo>
                    <a:pt x="11318" y="13017"/>
                  </a:lnTo>
                  <a:lnTo>
                    <a:pt x="11397" y="12859"/>
                  </a:lnTo>
                  <a:lnTo>
                    <a:pt x="11516" y="12563"/>
                  </a:lnTo>
                  <a:lnTo>
                    <a:pt x="11832" y="11556"/>
                  </a:lnTo>
                  <a:lnTo>
                    <a:pt x="12246" y="10193"/>
                  </a:lnTo>
                  <a:lnTo>
                    <a:pt x="12681" y="8672"/>
                  </a:lnTo>
                  <a:lnTo>
                    <a:pt x="13491" y="5827"/>
                  </a:lnTo>
                  <a:lnTo>
                    <a:pt x="13827" y="4544"/>
                  </a:lnTo>
                  <a:lnTo>
                    <a:pt x="38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5"/>
            <p:cNvSpPr/>
            <p:nvPr/>
          </p:nvSpPr>
          <p:spPr>
            <a:xfrm>
              <a:off x="-1914575" y="3337100"/>
              <a:ext cx="321475" cy="387675"/>
            </a:xfrm>
            <a:custGeom>
              <a:rect b="b" l="l" r="r" t="t"/>
              <a:pathLst>
                <a:path extrusionOk="0" h="15507" w="12859">
                  <a:moveTo>
                    <a:pt x="8632" y="1"/>
                  </a:moveTo>
                  <a:lnTo>
                    <a:pt x="5985" y="1028"/>
                  </a:lnTo>
                  <a:lnTo>
                    <a:pt x="5017" y="1423"/>
                  </a:lnTo>
                  <a:lnTo>
                    <a:pt x="4978" y="1443"/>
                  </a:lnTo>
                  <a:lnTo>
                    <a:pt x="4859" y="1482"/>
                  </a:lnTo>
                  <a:lnTo>
                    <a:pt x="4820" y="1502"/>
                  </a:lnTo>
                  <a:lnTo>
                    <a:pt x="4780" y="1502"/>
                  </a:lnTo>
                  <a:lnTo>
                    <a:pt x="4780" y="1522"/>
                  </a:lnTo>
                  <a:lnTo>
                    <a:pt x="4760" y="1522"/>
                  </a:lnTo>
                  <a:lnTo>
                    <a:pt x="4721" y="1542"/>
                  </a:lnTo>
                  <a:lnTo>
                    <a:pt x="4701" y="1542"/>
                  </a:lnTo>
                  <a:lnTo>
                    <a:pt x="4662" y="1561"/>
                  </a:lnTo>
                  <a:lnTo>
                    <a:pt x="4642" y="1561"/>
                  </a:lnTo>
                  <a:lnTo>
                    <a:pt x="3437" y="2055"/>
                  </a:lnTo>
                  <a:lnTo>
                    <a:pt x="2351" y="2509"/>
                  </a:lnTo>
                  <a:lnTo>
                    <a:pt x="1482" y="2885"/>
                  </a:lnTo>
                  <a:lnTo>
                    <a:pt x="1166" y="3043"/>
                  </a:lnTo>
                  <a:lnTo>
                    <a:pt x="948" y="3141"/>
                  </a:lnTo>
                  <a:lnTo>
                    <a:pt x="0" y="3695"/>
                  </a:lnTo>
                  <a:lnTo>
                    <a:pt x="534" y="4959"/>
                  </a:lnTo>
                  <a:lnTo>
                    <a:pt x="553" y="4978"/>
                  </a:lnTo>
                  <a:lnTo>
                    <a:pt x="1047" y="6164"/>
                  </a:lnTo>
                  <a:lnTo>
                    <a:pt x="1067" y="6183"/>
                  </a:lnTo>
                  <a:lnTo>
                    <a:pt x="1087" y="6243"/>
                  </a:lnTo>
                  <a:lnTo>
                    <a:pt x="1087" y="6262"/>
                  </a:lnTo>
                  <a:lnTo>
                    <a:pt x="1106" y="6282"/>
                  </a:lnTo>
                  <a:lnTo>
                    <a:pt x="3358" y="11516"/>
                  </a:lnTo>
                  <a:lnTo>
                    <a:pt x="3733" y="12405"/>
                  </a:lnTo>
                  <a:lnTo>
                    <a:pt x="3733" y="12425"/>
                  </a:lnTo>
                  <a:lnTo>
                    <a:pt x="3753" y="12445"/>
                  </a:lnTo>
                  <a:lnTo>
                    <a:pt x="3832" y="12622"/>
                  </a:lnTo>
                  <a:lnTo>
                    <a:pt x="3832" y="12642"/>
                  </a:lnTo>
                  <a:lnTo>
                    <a:pt x="3832" y="12662"/>
                  </a:lnTo>
                  <a:lnTo>
                    <a:pt x="3852" y="12682"/>
                  </a:lnTo>
                  <a:lnTo>
                    <a:pt x="3852" y="12701"/>
                  </a:lnTo>
                  <a:lnTo>
                    <a:pt x="3872" y="12741"/>
                  </a:lnTo>
                  <a:lnTo>
                    <a:pt x="3891" y="12761"/>
                  </a:lnTo>
                  <a:lnTo>
                    <a:pt x="3911" y="12800"/>
                  </a:lnTo>
                  <a:lnTo>
                    <a:pt x="4741" y="14677"/>
                  </a:lnTo>
                  <a:lnTo>
                    <a:pt x="4997" y="15249"/>
                  </a:lnTo>
                  <a:lnTo>
                    <a:pt x="5136" y="15506"/>
                  </a:lnTo>
                  <a:lnTo>
                    <a:pt x="5175" y="15506"/>
                  </a:lnTo>
                  <a:lnTo>
                    <a:pt x="5274" y="15487"/>
                  </a:lnTo>
                  <a:lnTo>
                    <a:pt x="5412" y="15408"/>
                  </a:lnTo>
                  <a:lnTo>
                    <a:pt x="5570" y="15309"/>
                  </a:lnTo>
                  <a:lnTo>
                    <a:pt x="6025" y="15032"/>
                  </a:lnTo>
                  <a:lnTo>
                    <a:pt x="6578" y="14637"/>
                  </a:lnTo>
                  <a:lnTo>
                    <a:pt x="7921" y="13610"/>
                  </a:lnTo>
                  <a:lnTo>
                    <a:pt x="9422" y="12445"/>
                  </a:lnTo>
                  <a:lnTo>
                    <a:pt x="9442" y="12445"/>
                  </a:lnTo>
                  <a:lnTo>
                    <a:pt x="10291" y="11753"/>
                  </a:lnTo>
                  <a:lnTo>
                    <a:pt x="10331" y="11734"/>
                  </a:lnTo>
                  <a:lnTo>
                    <a:pt x="12859" y="9699"/>
                  </a:lnTo>
                  <a:lnTo>
                    <a:pt x="8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6" name="Google Shape;3886;p15"/>
            <p:cNvSpPr/>
            <p:nvPr/>
          </p:nvSpPr>
          <p:spPr>
            <a:xfrm>
              <a:off x="-1617800" y="3222550"/>
              <a:ext cx="250375" cy="293825"/>
            </a:xfrm>
            <a:custGeom>
              <a:rect b="b" l="l" r="r" t="t"/>
              <a:pathLst>
                <a:path extrusionOk="0" h="11753" w="10015">
                  <a:moveTo>
                    <a:pt x="6222" y="0"/>
                  </a:moveTo>
                  <a:lnTo>
                    <a:pt x="1640" y="2252"/>
                  </a:lnTo>
                  <a:lnTo>
                    <a:pt x="0" y="3062"/>
                  </a:lnTo>
                  <a:lnTo>
                    <a:pt x="1087" y="5511"/>
                  </a:lnTo>
                  <a:lnTo>
                    <a:pt x="1126" y="5630"/>
                  </a:lnTo>
                  <a:lnTo>
                    <a:pt x="1146" y="5649"/>
                  </a:lnTo>
                  <a:lnTo>
                    <a:pt x="1166" y="5709"/>
                  </a:lnTo>
                  <a:lnTo>
                    <a:pt x="1659" y="6835"/>
                  </a:lnTo>
                  <a:lnTo>
                    <a:pt x="1719" y="6953"/>
                  </a:lnTo>
                  <a:lnTo>
                    <a:pt x="1778" y="7111"/>
                  </a:lnTo>
                  <a:lnTo>
                    <a:pt x="1837" y="7230"/>
                  </a:lnTo>
                  <a:lnTo>
                    <a:pt x="1975" y="7565"/>
                  </a:lnTo>
                  <a:lnTo>
                    <a:pt x="2114" y="7862"/>
                  </a:lnTo>
                  <a:lnTo>
                    <a:pt x="2133" y="7881"/>
                  </a:lnTo>
                  <a:lnTo>
                    <a:pt x="2153" y="7960"/>
                  </a:lnTo>
                  <a:lnTo>
                    <a:pt x="2153" y="7980"/>
                  </a:lnTo>
                  <a:lnTo>
                    <a:pt x="2212" y="8079"/>
                  </a:lnTo>
                  <a:lnTo>
                    <a:pt x="2212" y="8119"/>
                  </a:lnTo>
                  <a:lnTo>
                    <a:pt x="2232" y="8158"/>
                  </a:lnTo>
                  <a:lnTo>
                    <a:pt x="2252" y="8158"/>
                  </a:lnTo>
                  <a:lnTo>
                    <a:pt x="2410" y="8553"/>
                  </a:lnTo>
                  <a:lnTo>
                    <a:pt x="2430" y="8573"/>
                  </a:lnTo>
                  <a:lnTo>
                    <a:pt x="2509" y="8751"/>
                  </a:lnTo>
                  <a:lnTo>
                    <a:pt x="2528" y="8810"/>
                  </a:lnTo>
                  <a:lnTo>
                    <a:pt x="2825" y="9481"/>
                  </a:lnTo>
                  <a:lnTo>
                    <a:pt x="2864" y="9560"/>
                  </a:lnTo>
                  <a:lnTo>
                    <a:pt x="3812" y="11753"/>
                  </a:lnTo>
                  <a:lnTo>
                    <a:pt x="4326" y="11457"/>
                  </a:lnTo>
                  <a:lnTo>
                    <a:pt x="6321" y="10271"/>
                  </a:lnTo>
                  <a:lnTo>
                    <a:pt x="10014" y="8059"/>
                  </a:lnTo>
                  <a:lnTo>
                    <a:pt x="622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7" name="Google Shape;3887;p15"/>
            <p:cNvSpPr/>
            <p:nvPr/>
          </p:nvSpPr>
          <p:spPr>
            <a:xfrm>
              <a:off x="-1048450" y="3187975"/>
              <a:ext cx="209875" cy="360025"/>
            </a:xfrm>
            <a:custGeom>
              <a:rect b="b" l="l" r="r" t="t"/>
              <a:pathLst>
                <a:path extrusionOk="0" h="14401" w="8395">
                  <a:moveTo>
                    <a:pt x="8237" y="1"/>
                  </a:moveTo>
                  <a:lnTo>
                    <a:pt x="8197" y="40"/>
                  </a:lnTo>
                  <a:lnTo>
                    <a:pt x="8099" y="139"/>
                  </a:lnTo>
                  <a:lnTo>
                    <a:pt x="7822" y="574"/>
                  </a:lnTo>
                  <a:lnTo>
                    <a:pt x="7388" y="1245"/>
                  </a:lnTo>
                  <a:lnTo>
                    <a:pt x="6854" y="2134"/>
                  </a:lnTo>
                  <a:lnTo>
                    <a:pt x="5531" y="4346"/>
                  </a:lnTo>
                  <a:lnTo>
                    <a:pt x="4030" y="6894"/>
                  </a:lnTo>
                  <a:lnTo>
                    <a:pt x="1264" y="11654"/>
                  </a:lnTo>
                  <a:lnTo>
                    <a:pt x="0" y="13807"/>
                  </a:lnTo>
                  <a:lnTo>
                    <a:pt x="257" y="14400"/>
                  </a:lnTo>
                  <a:lnTo>
                    <a:pt x="8375" y="179"/>
                  </a:lnTo>
                  <a:lnTo>
                    <a:pt x="8395" y="159"/>
                  </a:lnTo>
                  <a:lnTo>
                    <a:pt x="8395" y="100"/>
                  </a:lnTo>
                  <a:lnTo>
                    <a:pt x="8375" y="80"/>
                  </a:lnTo>
                  <a:lnTo>
                    <a:pt x="8355" y="40"/>
                  </a:lnTo>
                  <a:lnTo>
                    <a:pt x="8316" y="20"/>
                  </a:lnTo>
                  <a:lnTo>
                    <a:pt x="823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8" name="Google Shape;3888;p15"/>
            <p:cNvSpPr/>
            <p:nvPr/>
          </p:nvSpPr>
          <p:spPr>
            <a:xfrm>
              <a:off x="-1273625" y="3541050"/>
              <a:ext cx="185200" cy="231625"/>
            </a:xfrm>
            <a:custGeom>
              <a:rect b="b" l="l" r="r" t="t"/>
              <a:pathLst>
                <a:path extrusionOk="0" h="9265" w="7408">
                  <a:moveTo>
                    <a:pt x="6242" y="0"/>
                  </a:moveTo>
                  <a:lnTo>
                    <a:pt x="6084" y="20"/>
                  </a:lnTo>
                  <a:lnTo>
                    <a:pt x="5906" y="60"/>
                  </a:lnTo>
                  <a:lnTo>
                    <a:pt x="5728" y="119"/>
                  </a:lnTo>
                  <a:lnTo>
                    <a:pt x="5531" y="198"/>
                  </a:lnTo>
                  <a:lnTo>
                    <a:pt x="5096" y="376"/>
                  </a:lnTo>
                  <a:lnTo>
                    <a:pt x="4662" y="633"/>
                  </a:lnTo>
                  <a:lnTo>
                    <a:pt x="4543" y="692"/>
                  </a:lnTo>
                  <a:lnTo>
                    <a:pt x="4148" y="949"/>
                  </a:lnTo>
                  <a:lnTo>
                    <a:pt x="3733" y="1225"/>
                  </a:lnTo>
                  <a:lnTo>
                    <a:pt x="3299" y="1541"/>
                  </a:lnTo>
                  <a:lnTo>
                    <a:pt x="2884" y="1877"/>
                  </a:lnTo>
                  <a:lnTo>
                    <a:pt x="2627" y="2094"/>
                  </a:lnTo>
                  <a:lnTo>
                    <a:pt x="2371" y="2331"/>
                  </a:lnTo>
                  <a:lnTo>
                    <a:pt x="2134" y="2568"/>
                  </a:lnTo>
                  <a:lnTo>
                    <a:pt x="1916" y="2805"/>
                  </a:lnTo>
                  <a:lnTo>
                    <a:pt x="1719" y="3062"/>
                  </a:lnTo>
                  <a:lnTo>
                    <a:pt x="1521" y="3319"/>
                  </a:lnTo>
                  <a:lnTo>
                    <a:pt x="1166" y="3832"/>
                  </a:lnTo>
                  <a:lnTo>
                    <a:pt x="869" y="4346"/>
                  </a:lnTo>
                  <a:lnTo>
                    <a:pt x="593" y="4860"/>
                  </a:lnTo>
                  <a:lnTo>
                    <a:pt x="395" y="5353"/>
                  </a:lnTo>
                  <a:lnTo>
                    <a:pt x="218" y="5847"/>
                  </a:lnTo>
                  <a:lnTo>
                    <a:pt x="139" y="6104"/>
                  </a:lnTo>
                  <a:lnTo>
                    <a:pt x="99" y="6361"/>
                  </a:lnTo>
                  <a:lnTo>
                    <a:pt x="60" y="6637"/>
                  </a:lnTo>
                  <a:lnTo>
                    <a:pt x="20" y="6914"/>
                  </a:lnTo>
                  <a:lnTo>
                    <a:pt x="0" y="7487"/>
                  </a:lnTo>
                  <a:lnTo>
                    <a:pt x="20" y="8040"/>
                  </a:lnTo>
                  <a:lnTo>
                    <a:pt x="60" y="8514"/>
                  </a:lnTo>
                  <a:lnTo>
                    <a:pt x="99" y="8909"/>
                  </a:lnTo>
                  <a:lnTo>
                    <a:pt x="139" y="9264"/>
                  </a:lnTo>
                  <a:lnTo>
                    <a:pt x="909" y="8652"/>
                  </a:lnTo>
                  <a:lnTo>
                    <a:pt x="1699" y="8020"/>
                  </a:lnTo>
                  <a:lnTo>
                    <a:pt x="2588" y="7289"/>
                  </a:lnTo>
                  <a:lnTo>
                    <a:pt x="3477" y="6519"/>
                  </a:lnTo>
                  <a:lnTo>
                    <a:pt x="3891" y="6163"/>
                  </a:lnTo>
                  <a:lnTo>
                    <a:pt x="4247" y="5827"/>
                  </a:lnTo>
                  <a:lnTo>
                    <a:pt x="4563" y="5511"/>
                  </a:lnTo>
                  <a:lnTo>
                    <a:pt x="4780" y="5255"/>
                  </a:lnTo>
                  <a:lnTo>
                    <a:pt x="4919" y="5057"/>
                  </a:lnTo>
                  <a:lnTo>
                    <a:pt x="4958" y="4978"/>
                  </a:lnTo>
                  <a:lnTo>
                    <a:pt x="4958" y="4919"/>
                  </a:lnTo>
                  <a:lnTo>
                    <a:pt x="4938" y="4721"/>
                  </a:lnTo>
                  <a:lnTo>
                    <a:pt x="4938" y="4524"/>
                  </a:lnTo>
                  <a:lnTo>
                    <a:pt x="4958" y="4346"/>
                  </a:lnTo>
                  <a:lnTo>
                    <a:pt x="5017" y="4168"/>
                  </a:lnTo>
                  <a:lnTo>
                    <a:pt x="5116" y="3990"/>
                  </a:lnTo>
                  <a:lnTo>
                    <a:pt x="5215" y="3852"/>
                  </a:lnTo>
                  <a:lnTo>
                    <a:pt x="5333" y="3694"/>
                  </a:lnTo>
                  <a:lnTo>
                    <a:pt x="5452" y="3556"/>
                  </a:lnTo>
                  <a:lnTo>
                    <a:pt x="5768" y="3279"/>
                  </a:lnTo>
                  <a:lnTo>
                    <a:pt x="6084" y="3042"/>
                  </a:lnTo>
                  <a:lnTo>
                    <a:pt x="6400" y="2805"/>
                  </a:lnTo>
                  <a:lnTo>
                    <a:pt x="6696" y="2568"/>
                  </a:lnTo>
                  <a:lnTo>
                    <a:pt x="6914" y="2371"/>
                  </a:lnTo>
                  <a:lnTo>
                    <a:pt x="7072" y="2173"/>
                  </a:lnTo>
                  <a:lnTo>
                    <a:pt x="7210" y="1976"/>
                  </a:lnTo>
                  <a:lnTo>
                    <a:pt x="7309" y="1778"/>
                  </a:lnTo>
                  <a:lnTo>
                    <a:pt x="7368" y="1581"/>
                  </a:lnTo>
                  <a:lnTo>
                    <a:pt x="7407" y="1383"/>
                  </a:lnTo>
                  <a:lnTo>
                    <a:pt x="7407" y="1205"/>
                  </a:lnTo>
                  <a:lnTo>
                    <a:pt x="7388" y="1008"/>
                  </a:lnTo>
                  <a:lnTo>
                    <a:pt x="7348" y="850"/>
                  </a:lnTo>
                  <a:lnTo>
                    <a:pt x="7269" y="672"/>
                  </a:lnTo>
                  <a:lnTo>
                    <a:pt x="7190" y="534"/>
                  </a:lnTo>
                  <a:lnTo>
                    <a:pt x="7091" y="396"/>
                  </a:lnTo>
                  <a:lnTo>
                    <a:pt x="6993" y="277"/>
                  </a:lnTo>
                  <a:lnTo>
                    <a:pt x="6874" y="178"/>
                  </a:lnTo>
                  <a:lnTo>
                    <a:pt x="6756" y="99"/>
                  </a:lnTo>
                  <a:lnTo>
                    <a:pt x="6617" y="40"/>
                  </a:lnTo>
                  <a:lnTo>
                    <a:pt x="6479"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9" name="Google Shape;3889;p15"/>
            <p:cNvSpPr/>
            <p:nvPr/>
          </p:nvSpPr>
          <p:spPr>
            <a:xfrm>
              <a:off x="-1191650" y="3522275"/>
              <a:ext cx="165925" cy="240025"/>
            </a:xfrm>
            <a:custGeom>
              <a:rect b="b" l="l" r="r" t="t"/>
              <a:pathLst>
                <a:path extrusionOk="0" h="9601" w="6637">
                  <a:moveTo>
                    <a:pt x="5570" y="1"/>
                  </a:moveTo>
                  <a:lnTo>
                    <a:pt x="5531" y="21"/>
                  </a:lnTo>
                  <a:lnTo>
                    <a:pt x="5412" y="119"/>
                  </a:lnTo>
                  <a:lnTo>
                    <a:pt x="5215" y="396"/>
                  </a:lnTo>
                  <a:lnTo>
                    <a:pt x="4543" y="1344"/>
                  </a:lnTo>
                  <a:lnTo>
                    <a:pt x="3654" y="2667"/>
                  </a:lnTo>
                  <a:lnTo>
                    <a:pt x="2667" y="4208"/>
                  </a:lnTo>
                  <a:lnTo>
                    <a:pt x="1679" y="5749"/>
                  </a:lnTo>
                  <a:lnTo>
                    <a:pt x="830" y="7131"/>
                  </a:lnTo>
                  <a:lnTo>
                    <a:pt x="237" y="8159"/>
                  </a:lnTo>
                  <a:lnTo>
                    <a:pt x="59" y="8475"/>
                  </a:lnTo>
                  <a:lnTo>
                    <a:pt x="20" y="8573"/>
                  </a:lnTo>
                  <a:lnTo>
                    <a:pt x="0" y="8652"/>
                  </a:lnTo>
                  <a:lnTo>
                    <a:pt x="20" y="8731"/>
                  </a:lnTo>
                  <a:lnTo>
                    <a:pt x="40" y="8810"/>
                  </a:lnTo>
                  <a:lnTo>
                    <a:pt x="79" y="8889"/>
                  </a:lnTo>
                  <a:lnTo>
                    <a:pt x="138" y="8968"/>
                  </a:lnTo>
                  <a:lnTo>
                    <a:pt x="296" y="9126"/>
                  </a:lnTo>
                  <a:lnTo>
                    <a:pt x="474" y="9265"/>
                  </a:lnTo>
                  <a:lnTo>
                    <a:pt x="672" y="9383"/>
                  </a:lnTo>
                  <a:lnTo>
                    <a:pt x="869" y="9482"/>
                  </a:lnTo>
                  <a:lnTo>
                    <a:pt x="1027" y="9561"/>
                  </a:lnTo>
                  <a:lnTo>
                    <a:pt x="1146" y="9600"/>
                  </a:lnTo>
                  <a:lnTo>
                    <a:pt x="1185" y="9581"/>
                  </a:lnTo>
                  <a:lnTo>
                    <a:pt x="1264" y="9521"/>
                  </a:lnTo>
                  <a:lnTo>
                    <a:pt x="1462" y="9265"/>
                  </a:lnTo>
                  <a:lnTo>
                    <a:pt x="1738" y="8870"/>
                  </a:lnTo>
                  <a:lnTo>
                    <a:pt x="2094" y="8336"/>
                  </a:lnTo>
                  <a:lnTo>
                    <a:pt x="2963" y="6993"/>
                  </a:lnTo>
                  <a:lnTo>
                    <a:pt x="3931" y="5433"/>
                  </a:lnTo>
                  <a:lnTo>
                    <a:pt x="4899" y="3853"/>
                  </a:lnTo>
                  <a:lnTo>
                    <a:pt x="5748" y="2450"/>
                  </a:lnTo>
                  <a:lnTo>
                    <a:pt x="6360" y="1423"/>
                  </a:lnTo>
                  <a:lnTo>
                    <a:pt x="6617" y="929"/>
                  </a:lnTo>
                  <a:lnTo>
                    <a:pt x="6637" y="870"/>
                  </a:lnTo>
                  <a:lnTo>
                    <a:pt x="6617" y="791"/>
                  </a:lnTo>
                  <a:lnTo>
                    <a:pt x="6578" y="712"/>
                  </a:lnTo>
                  <a:lnTo>
                    <a:pt x="6538" y="633"/>
                  </a:lnTo>
                  <a:lnTo>
                    <a:pt x="6380" y="455"/>
                  </a:lnTo>
                  <a:lnTo>
                    <a:pt x="6202" y="317"/>
                  </a:lnTo>
                  <a:lnTo>
                    <a:pt x="5985" y="179"/>
                  </a:lnTo>
                  <a:lnTo>
                    <a:pt x="5788" y="80"/>
                  </a:lnTo>
                  <a:lnTo>
                    <a:pt x="5629" y="21"/>
                  </a:lnTo>
                  <a:lnTo>
                    <a:pt x="557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0" name="Google Shape;3890;p15"/>
            <p:cNvSpPr/>
            <p:nvPr/>
          </p:nvSpPr>
          <p:spPr>
            <a:xfrm>
              <a:off x="-1258325" y="3556850"/>
              <a:ext cx="279025" cy="311125"/>
            </a:xfrm>
            <a:custGeom>
              <a:rect b="b" l="l" r="r" t="t"/>
              <a:pathLst>
                <a:path extrusionOk="0" h="12445" w="11161">
                  <a:moveTo>
                    <a:pt x="9087" y="1"/>
                  </a:moveTo>
                  <a:lnTo>
                    <a:pt x="9008" y="40"/>
                  </a:lnTo>
                  <a:lnTo>
                    <a:pt x="8948" y="60"/>
                  </a:lnTo>
                  <a:lnTo>
                    <a:pt x="8850" y="159"/>
                  </a:lnTo>
                  <a:lnTo>
                    <a:pt x="8751" y="257"/>
                  </a:lnTo>
                  <a:lnTo>
                    <a:pt x="8692" y="376"/>
                  </a:lnTo>
                  <a:lnTo>
                    <a:pt x="8632" y="514"/>
                  </a:lnTo>
                  <a:lnTo>
                    <a:pt x="8514" y="810"/>
                  </a:lnTo>
                  <a:lnTo>
                    <a:pt x="8375" y="1146"/>
                  </a:lnTo>
                  <a:lnTo>
                    <a:pt x="8138" y="1640"/>
                  </a:lnTo>
                  <a:lnTo>
                    <a:pt x="7822" y="2252"/>
                  </a:lnTo>
                  <a:lnTo>
                    <a:pt x="7487" y="2805"/>
                  </a:lnTo>
                  <a:lnTo>
                    <a:pt x="7348" y="3003"/>
                  </a:lnTo>
                  <a:lnTo>
                    <a:pt x="7269" y="3121"/>
                  </a:lnTo>
                  <a:lnTo>
                    <a:pt x="7092" y="3279"/>
                  </a:lnTo>
                  <a:lnTo>
                    <a:pt x="6855" y="3437"/>
                  </a:lnTo>
                  <a:lnTo>
                    <a:pt x="6558" y="3615"/>
                  </a:lnTo>
                  <a:lnTo>
                    <a:pt x="6163" y="3813"/>
                  </a:lnTo>
                  <a:lnTo>
                    <a:pt x="5827" y="3951"/>
                  </a:lnTo>
                  <a:lnTo>
                    <a:pt x="5551" y="4030"/>
                  </a:lnTo>
                  <a:lnTo>
                    <a:pt x="5294" y="4089"/>
                  </a:lnTo>
                  <a:lnTo>
                    <a:pt x="5097" y="4109"/>
                  </a:lnTo>
                  <a:lnTo>
                    <a:pt x="4919" y="4089"/>
                  </a:lnTo>
                  <a:lnTo>
                    <a:pt x="4781" y="4050"/>
                  </a:lnTo>
                  <a:lnTo>
                    <a:pt x="4662" y="3990"/>
                  </a:lnTo>
                  <a:lnTo>
                    <a:pt x="4583" y="3931"/>
                  </a:lnTo>
                  <a:lnTo>
                    <a:pt x="4504" y="3852"/>
                  </a:lnTo>
                  <a:lnTo>
                    <a:pt x="4465" y="3773"/>
                  </a:lnTo>
                  <a:lnTo>
                    <a:pt x="4445" y="3674"/>
                  </a:lnTo>
                  <a:lnTo>
                    <a:pt x="4425" y="3595"/>
                  </a:lnTo>
                  <a:lnTo>
                    <a:pt x="4405" y="3477"/>
                  </a:lnTo>
                  <a:lnTo>
                    <a:pt x="4425" y="3418"/>
                  </a:lnTo>
                  <a:lnTo>
                    <a:pt x="2233" y="5610"/>
                  </a:lnTo>
                  <a:lnTo>
                    <a:pt x="731" y="7151"/>
                  </a:lnTo>
                  <a:lnTo>
                    <a:pt x="218" y="7684"/>
                  </a:lnTo>
                  <a:lnTo>
                    <a:pt x="60" y="7862"/>
                  </a:lnTo>
                  <a:lnTo>
                    <a:pt x="1" y="7941"/>
                  </a:lnTo>
                  <a:lnTo>
                    <a:pt x="1" y="7961"/>
                  </a:lnTo>
                  <a:lnTo>
                    <a:pt x="40" y="8020"/>
                  </a:lnTo>
                  <a:lnTo>
                    <a:pt x="198" y="8178"/>
                  </a:lnTo>
                  <a:lnTo>
                    <a:pt x="810" y="8711"/>
                  </a:lnTo>
                  <a:lnTo>
                    <a:pt x="1699" y="9422"/>
                  </a:lnTo>
                  <a:lnTo>
                    <a:pt x="2746" y="10212"/>
                  </a:lnTo>
                  <a:lnTo>
                    <a:pt x="4721" y="11714"/>
                  </a:lnTo>
                  <a:lnTo>
                    <a:pt x="5709" y="12425"/>
                  </a:lnTo>
                  <a:lnTo>
                    <a:pt x="5788" y="12444"/>
                  </a:lnTo>
                  <a:lnTo>
                    <a:pt x="5887" y="12425"/>
                  </a:lnTo>
                  <a:lnTo>
                    <a:pt x="6223" y="12326"/>
                  </a:lnTo>
                  <a:lnTo>
                    <a:pt x="6677" y="12128"/>
                  </a:lnTo>
                  <a:lnTo>
                    <a:pt x="7190" y="11891"/>
                  </a:lnTo>
                  <a:lnTo>
                    <a:pt x="7743" y="11615"/>
                  </a:lnTo>
                  <a:lnTo>
                    <a:pt x="8296" y="11299"/>
                  </a:lnTo>
                  <a:lnTo>
                    <a:pt x="8810" y="11002"/>
                  </a:lnTo>
                  <a:lnTo>
                    <a:pt x="9225" y="10706"/>
                  </a:lnTo>
                  <a:lnTo>
                    <a:pt x="9758" y="10272"/>
                  </a:lnTo>
                  <a:lnTo>
                    <a:pt x="9936" y="10114"/>
                  </a:lnTo>
                  <a:lnTo>
                    <a:pt x="10074" y="9995"/>
                  </a:lnTo>
                  <a:lnTo>
                    <a:pt x="10153" y="9877"/>
                  </a:lnTo>
                  <a:lnTo>
                    <a:pt x="10232" y="9778"/>
                  </a:lnTo>
                  <a:lnTo>
                    <a:pt x="10370" y="9521"/>
                  </a:lnTo>
                  <a:lnTo>
                    <a:pt x="10469" y="9304"/>
                  </a:lnTo>
                  <a:lnTo>
                    <a:pt x="10588" y="9027"/>
                  </a:lnTo>
                  <a:lnTo>
                    <a:pt x="10825" y="8296"/>
                  </a:lnTo>
                  <a:lnTo>
                    <a:pt x="11022" y="7566"/>
                  </a:lnTo>
                  <a:lnTo>
                    <a:pt x="11082" y="7269"/>
                  </a:lnTo>
                  <a:lnTo>
                    <a:pt x="11121" y="7072"/>
                  </a:lnTo>
                  <a:lnTo>
                    <a:pt x="11141" y="6795"/>
                  </a:lnTo>
                  <a:lnTo>
                    <a:pt x="11141" y="6539"/>
                  </a:lnTo>
                  <a:lnTo>
                    <a:pt x="11121" y="6282"/>
                  </a:lnTo>
                  <a:lnTo>
                    <a:pt x="11121" y="6222"/>
                  </a:lnTo>
                  <a:lnTo>
                    <a:pt x="11141" y="6025"/>
                  </a:lnTo>
                  <a:lnTo>
                    <a:pt x="11161" y="5669"/>
                  </a:lnTo>
                  <a:lnTo>
                    <a:pt x="11121" y="5136"/>
                  </a:lnTo>
                  <a:lnTo>
                    <a:pt x="11082" y="4840"/>
                  </a:lnTo>
                  <a:lnTo>
                    <a:pt x="11022" y="4563"/>
                  </a:lnTo>
                  <a:lnTo>
                    <a:pt x="10943" y="4129"/>
                  </a:lnTo>
                  <a:lnTo>
                    <a:pt x="10864" y="3852"/>
                  </a:lnTo>
                  <a:lnTo>
                    <a:pt x="10825" y="3753"/>
                  </a:lnTo>
                  <a:lnTo>
                    <a:pt x="10805" y="3477"/>
                  </a:lnTo>
                  <a:lnTo>
                    <a:pt x="10785" y="3260"/>
                  </a:lnTo>
                  <a:lnTo>
                    <a:pt x="10726" y="3082"/>
                  </a:lnTo>
                  <a:lnTo>
                    <a:pt x="10667" y="2963"/>
                  </a:lnTo>
                  <a:lnTo>
                    <a:pt x="10588" y="2865"/>
                  </a:lnTo>
                  <a:lnTo>
                    <a:pt x="10548" y="2805"/>
                  </a:lnTo>
                  <a:lnTo>
                    <a:pt x="10489" y="2786"/>
                  </a:lnTo>
                  <a:lnTo>
                    <a:pt x="10548" y="2549"/>
                  </a:lnTo>
                  <a:lnTo>
                    <a:pt x="10588" y="2292"/>
                  </a:lnTo>
                  <a:lnTo>
                    <a:pt x="10647" y="1996"/>
                  </a:lnTo>
                  <a:lnTo>
                    <a:pt x="10667" y="1660"/>
                  </a:lnTo>
                  <a:lnTo>
                    <a:pt x="10667" y="1324"/>
                  </a:lnTo>
                  <a:lnTo>
                    <a:pt x="10647" y="1166"/>
                  </a:lnTo>
                  <a:lnTo>
                    <a:pt x="10607" y="1008"/>
                  </a:lnTo>
                  <a:lnTo>
                    <a:pt x="10548" y="870"/>
                  </a:lnTo>
                  <a:lnTo>
                    <a:pt x="10489" y="751"/>
                  </a:lnTo>
                  <a:lnTo>
                    <a:pt x="10410" y="633"/>
                  </a:lnTo>
                  <a:lnTo>
                    <a:pt x="10331" y="534"/>
                  </a:lnTo>
                  <a:lnTo>
                    <a:pt x="10114" y="356"/>
                  </a:lnTo>
                  <a:lnTo>
                    <a:pt x="9916" y="198"/>
                  </a:lnTo>
                  <a:lnTo>
                    <a:pt x="9679" y="99"/>
                  </a:lnTo>
                  <a:lnTo>
                    <a:pt x="9462" y="20"/>
                  </a:lnTo>
                  <a:lnTo>
                    <a:pt x="9264"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1" name="Google Shape;3891;p15"/>
            <p:cNvSpPr/>
            <p:nvPr/>
          </p:nvSpPr>
          <p:spPr>
            <a:xfrm>
              <a:off x="-1024250" y="3626475"/>
              <a:ext cx="29150" cy="64725"/>
            </a:xfrm>
            <a:custGeom>
              <a:rect b="b" l="l" r="r" t="t"/>
              <a:pathLst>
                <a:path extrusionOk="0" h="2589" w="1166">
                  <a:moveTo>
                    <a:pt x="1126" y="1"/>
                  </a:moveTo>
                  <a:lnTo>
                    <a:pt x="948" y="573"/>
                  </a:lnTo>
                  <a:lnTo>
                    <a:pt x="790" y="1067"/>
                  </a:lnTo>
                  <a:lnTo>
                    <a:pt x="691" y="1344"/>
                  </a:lnTo>
                  <a:lnTo>
                    <a:pt x="593" y="1601"/>
                  </a:lnTo>
                  <a:lnTo>
                    <a:pt x="474" y="1818"/>
                  </a:lnTo>
                  <a:lnTo>
                    <a:pt x="356" y="2035"/>
                  </a:lnTo>
                  <a:lnTo>
                    <a:pt x="138" y="2351"/>
                  </a:lnTo>
                  <a:lnTo>
                    <a:pt x="20" y="2549"/>
                  </a:lnTo>
                  <a:lnTo>
                    <a:pt x="0" y="2588"/>
                  </a:lnTo>
                  <a:lnTo>
                    <a:pt x="40" y="2588"/>
                  </a:lnTo>
                  <a:lnTo>
                    <a:pt x="119" y="2529"/>
                  </a:lnTo>
                  <a:lnTo>
                    <a:pt x="198" y="2430"/>
                  </a:lnTo>
                  <a:lnTo>
                    <a:pt x="316" y="2292"/>
                  </a:lnTo>
                  <a:lnTo>
                    <a:pt x="435" y="2114"/>
                  </a:lnTo>
                  <a:lnTo>
                    <a:pt x="691" y="1660"/>
                  </a:lnTo>
                  <a:lnTo>
                    <a:pt x="830" y="1383"/>
                  </a:lnTo>
                  <a:lnTo>
                    <a:pt x="968" y="1087"/>
                  </a:lnTo>
                  <a:lnTo>
                    <a:pt x="1067" y="810"/>
                  </a:lnTo>
                  <a:lnTo>
                    <a:pt x="1126" y="573"/>
                  </a:lnTo>
                  <a:lnTo>
                    <a:pt x="1165" y="396"/>
                  </a:lnTo>
                  <a:lnTo>
                    <a:pt x="1165" y="238"/>
                  </a:lnTo>
                  <a:lnTo>
                    <a:pt x="1165" y="119"/>
                  </a:lnTo>
                  <a:lnTo>
                    <a:pt x="1146" y="40"/>
                  </a:lnTo>
                  <a:lnTo>
                    <a:pt x="1126"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2" name="Google Shape;3892;p15"/>
            <p:cNvSpPr/>
            <p:nvPr/>
          </p:nvSpPr>
          <p:spPr>
            <a:xfrm>
              <a:off x="-1007475" y="3650675"/>
              <a:ext cx="21250" cy="81500"/>
            </a:xfrm>
            <a:custGeom>
              <a:rect b="b" l="l" r="r" t="t"/>
              <a:pathLst>
                <a:path extrusionOk="0" h="3260" w="850">
                  <a:moveTo>
                    <a:pt x="771" y="0"/>
                  </a:moveTo>
                  <a:lnTo>
                    <a:pt x="751" y="99"/>
                  </a:lnTo>
                  <a:lnTo>
                    <a:pt x="731" y="494"/>
                  </a:lnTo>
                  <a:lnTo>
                    <a:pt x="712" y="751"/>
                  </a:lnTo>
                  <a:lnTo>
                    <a:pt x="692" y="1067"/>
                  </a:lnTo>
                  <a:lnTo>
                    <a:pt x="633" y="1403"/>
                  </a:lnTo>
                  <a:lnTo>
                    <a:pt x="554" y="1739"/>
                  </a:lnTo>
                  <a:lnTo>
                    <a:pt x="396" y="2292"/>
                  </a:lnTo>
                  <a:lnTo>
                    <a:pt x="297" y="2588"/>
                  </a:lnTo>
                  <a:lnTo>
                    <a:pt x="198" y="2766"/>
                  </a:lnTo>
                  <a:lnTo>
                    <a:pt x="80" y="2924"/>
                  </a:lnTo>
                  <a:lnTo>
                    <a:pt x="20" y="3082"/>
                  </a:lnTo>
                  <a:lnTo>
                    <a:pt x="1" y="3161"/>
                  </a:lnTo>
                  <a:lnTo>
                    <a:pt x="20" y="3240"/>
                  </a:lnTo>
                  <a:lnTo>
                    <a:pt x="40" y="3260"/>
                  </a:lnTo>
                  <a:lnTo>
                    <a:pt x="80" y="3220"/>
                  </a:lnTo>
                  <a:lnTo>
                    <a:pt x="139" y="3161"/>
                  </a:lnTo>
                  <a:lnTo>
                    <a:pt x="198" y="3042"/>
                  </a:lnTo>
                  <a:lnTo>
                    <a:pt x="277" y="2884"/>
                  </a:lnTo>
                  <a:lnTo>
                    <a:pt x="376" y="2647"/>
                  </a:lnTo>
                  <a:lnTo>
                    <a:pt x="494" y="2331"/>
                  </a:lnTo>
                  <a:lnTo>
                    <a:pt x="613" y="1956"/>
                  </a:lnTo>
                  <a:lnTo>
                    <a:pt x="712" y="1561"/>
                  </a:lnTo>
                  <a:lnTo>
                    <a:pt x="791" y="1205"/>
                  </a:lnTo>
                  <a:lnTo>
                    <a:pt x="830" y="870"/>
                  </a:lnTo>
                  <a:lnTo>
                    <a:pt x="850" y="593"/>
                  </a:lnTo>
                  <a:lnTo>
                    <a:pt x="850" y="356"/>
                  </a:lnTo>
                  <a:lnTo>
                    <a:pt x="830" y="178"/>
                  </a:lnTo>
                  <a:lnTo>
                    <a:pt x="811" y="60"/>
                  </a:lnTo>
                  <a:lnTo>
                    <a:pt x="79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3" name="Google Shape;3893;p15"/>
            <p:cNvSpPr/>
            <p:nvPr/>
          </p:nvSpPr>
          <p:spPr>
            <a:xfrm>
              <a:off x="-1004025" y="3711400"/>
              <a:ext cx="23250" cy="67200"/>
            </a:xfrm>
            <a:custGeom>
              <a:rect b="b" l="l" r="r" t="t"/>
              <a:pathLst>
                <a:path extrusionOk="0" h="2688" w="930">
                  <a:moveTo>
                    <a:pt x="910" y="1"/>
                  </a:moveTo>
                  <a:lnTo>
                    <a:pt x="870" y="60"/>
                  </a:lnTo>
                  <a:lnTo>
                    <a:pt x="811" y="337"/>
                  </a:lnTo>
                  <a:lnTo>
                    <a:pt x="712" y="771"/>
                  </a:lnTo>
                  <a:lnTo>
                    <a:pt x="574" y="1344"/>
                  </a:lnTo>
                  <a:lnTo>
                    <a:pt x="475" y="1621"/>
                  </a:lnTo>
                  <a:lnTo>
                    <a:pt x="376" y="1877"/>
                  </a:lnTo>
                  <a:lnTo>
                    <a:pt x="198" y="2272"/>
                  </a:lnTo>
                  <a:lnTo>
                    <a:pt x="60" y="2529"/>
                  </a:lnTo>
                  <a:lnTo>
                    <a:pt x="1" y="2608"/>
                  </a:lnTo>
                  <a:lnTo>
                    <a:pt x="21" y="2668"/>
                  </a:lnTo>
                  <a:lnTo>
                    <a:pt x="40" y="2687"/>
                  </a:lnTo>
                  <a:lnTo>
                    <a:pt x="60" y="2687"/>
                  </a:lnTo>
                  <a:lnTo>
                    <a:pt x="119" y="2648"/>
                  </a:lnTo>
                  <a:lnTo>
                    <a:pt x="198" y="2549"/>
                  </a:lnTo>
                  <a:lnTo>
                    <a:pt x="277" y="2411"/>
                  </a:lnTo>
                  <a:lnTo>
                    <a:pt x="356" y="2213"/>
                  </a:lnTo>
                  <a:lnTo>
                    <a:pt x="455" y="2016"/>
                  </a:lnTo>
                  <a:lnTo>
                    <a:pt x="534" y="1759"/>
                  </a:lnTo>
                  <a:lnTo>
                    <a:pt x="692" y="1206"/>
                  </a:lnTo>
                  <a:lnTo>
                    <a:pt x="831" y="653"/>
                  </a:lnTo>
                  <a:lnTo>
                    <a:pt x="910" y="218"/>
                  </a:lnTo>
                  <a:lnTo>
                    <a:pt x="929" y="60"/>
                  </a:lnTo>
                  <a:lnTo>
                    <a:pt x="91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4" name="Google Shape;3894;p15"/>
            <p:cNvSpPr/>
            <p:nvPr/>
          </p:nvSpPr>
          <p:spPr>
            <a:xfrm>
              <a:off x="-1361025" y="3708950"/>
              <a:ext cx="279500" cy="288400"/>
            </a:xfrm>
            <a:custGeom>
              <a:rect b="b" l="l" r="r" t="t"/>
              <a:pathLst>
                <a:path extrusionOk="0" h="11536" w="11180">
                  <a:moveTo>
                    <a:pt x="4148" y="0"/>
                  </a:moveTo>
                  <a:lnTo>
                    <a:pt x="1185" y="5057"/>
                  </a:lnTo>
                  <a:lnTo>
                    <a:pt x="0" y="7071"/>
                  </a:lnTo>
                  <a:lnTo>
                    <a:pt x="0" y="7091"/>
                  </a:lnTo>
                  <a:lnTo>
                    <a:pt x="40" y="7131"/>
                  </a:lnTo>
                  <a:lnTo>
                    <a:pt x="178" y="7190"/>
                  </a:lnTo>
                  <a:lnTo>
                    <a:pt x="198" y="7210"/>
                  </a:lnTo>
                  <a:lnTo>
                    <a:pt x="277" y="7249"/>
                  </a:lnTo>
                  <a:lnTo>
                    <a:pt x="553" y="7407"/>
                  </a:lnTo>
                  <a:lnTo>
                    <a:pt x="573" y="7407"/>
                  </a:lnTo>
                  <a:lnTo>
                    <a:pt x="672" y="7467"/>
                  </a:lnTo>
                  <a:lnTo>
                    <a:pt x="948" y="7625"/>
                  </a:lnTo>
                  <a:lnTo>
                    <a:pt x="988" y="7625"/>
                  </a:lnTo>
                  <a:lnTo>
                    <a:pt x="1008" y="7644"/>
                  </a:lnTo>
                  <a:lnTo>
                    <a:pt x="1245" y="7763"/>
                  </a:lnTo>
                  <a:lnTo>
                    <a:pt x="1896" y="8118"/>
                  </a:lnTo>
                  <a:lnTo>
                    <a:pt x="1936" y="8138"/>
                  </a:lnTo>
                  <a:lnTo>
                    <a:pt x="1956" y="8158"/>
                  </a:lnTo>
                  <a:lnTo>
                    <a:pt x="1995" y="8178"/>
                  </a:lnTo>
                  <a:lnTo>
                    <a:pt x="2193" y="8276"/>
                  </a:lnTo>
                  <a:lnTo>
                    <a:pt x="2489" y="8434"/>
                  </a:lnTo>
                  <a:lnTo>
                    <a:pt x="2785" y="8573"/>
                  </a:lnTo>
                  <a:lnTo>
                    <a:pt x="2845" y="8612"/>
                  </a:lnTo>
                  <a:lnTo>
                    <a:pt x="2963" y="8671"/>
                  </a:lnTo>
                  <a:lnTo>
                    <a:pt x="3003" y="8711"/>
                  </a:lnTo>
                  <a:lnTo>
                    <a:pt x="3121" y="8750"/>
                  </a:lnTo>
                  <a:lnTo>
                    <a:pt x="3161" y="8770"/>
                  </a:lnTo>
                  <a:lnTo>
                    <a:pt x="3220" y="8810"/>
                  </a:lnTo>
                  <a:lnTo>
                    <a:pt x="3299" y="8849"/>
                  </a:lnTo>
                  <a:lnTo>
                    <a:pt x="3358" y="8889"/>
                  </a:lnTo>
                  <a:lnTo>
                    <a:pt x="3615" y="9027"/>
                  </a:lnTo>
                  <a:lnTo>
                    <a:pt x="3753" y="9086"/>
                  </a:lnTo>
                  <a:lnTo>
                    <a:pt x="3773" y="9106"/>
                  </a:lnTo>
                  <a:lnTo>
                    <a:pt x="6992" y="10765"/>
                  </a:lnTo>
                  <a:lnTo>
                    <a:pt x="8118" y="11338"/>
                  </a:lnTo>
                  <a:lnTo>
                    <a:pt x="8434" y="11476"/>
                  </a:lnTo>
                  <a:lnTo>
                    <a:pt x="8573" y="11535"/>
                  </a:lnTo>
                  <a:lnTo>
                    <a:pt x="8671" y="11318"/>
                  </a:lnTo>
                  <a:lnTo>
                    <a:pt x="8928" y="10785"/>
                  </a:lnTo>
                  <a:lnTo>
                    <a:pt x="9066" y="10508"/>
                  </a:lnTo>
                  <a:lnTo>
                    <a:pt x="9106" y="10410"/>
                  </a:lnTo>
                  <a:lnTo>
                    <a:pt x="9106" y="10390"/>
                  </a:lnTo>
                  <a:lnTo>
                    <a:pt x="9323" y="9936"/>
                  </a:lnTo>
                  <a:lnTo>
                    <a:pt x="9718" y="9086"/>
                  </a:lnTo>
                  <a:lnTo>
                    <a:pt x="11180" y="5867"/>
                  </a:lnTo>
                  <a:lnTo>
                    <a:pt x="4148"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5" name="Google Shape;3895;p15"/>
            <p:cNvSpPr/>
            <p:nvPr/>
          </p:nvSpPr>
          <p:spPr>
            <a:xfrm>
              <a:off x="-1360050" y="3893625"/>
              <a:ext cx="1025" cy="525"/>
            </a:xfrm>
            <a:custGeom>
              <a:rect b="b" l="l" r="r" t="t"/>
              <a:pathLst>
                <a:path extrusionOk="0" h="21" w="41">
                  <a:moveTo>
                    <a:pt x="40" y="0"/>
                  </a:moveTo>
                  <a:lnTo>
                    <a:pt x="1" y="20"/>
                  </a:lnTo>
                  <a:lnTo>
                    <a:pt x="20" y="2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6" name="Google Shape;3896;p15"/>
            <p:cNvSpPr/>
            <p:nvPr/>
          </p:nvSpPr>
          <p:spPr>
            <a:xfrm>
              <a:off x="-1104250" y="3947450"/>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7" name="Google Shape;3897;p15"/>
            <p:cNvSpPr/>
            <p:nvPr/>
          </p:nvSpPr>
          <p:spPr>
            <a:xfrm>
              <a:off x="-1300800" y="3924250"/>
              <a:ext cx="525" cy="1000"/>
            </a:xfrm>
            <a:custGeom>
              <a:rect b="b" l="l" r="r" t="t"/>
              <a:pathLst>
                <a:path extrusionOk="0" h="40" w="21">
                  <a:moveTo>
                    <a:pt x="21" y="0"/>
                  </a:moveTo>
                  <a:lnTo>
                    <a:pt x="21" y="0"/>
                  </a:lnTo>
                  <a:lnTo>
                    <a:pt x="1" y="40"/>
                  </a:lnTo>
                  <a:lnTo>
                    <a:pt x="1" y="40"/>
                  </a:lnTo>
                  <a:lnTo>
                    <a:pt x="21" y="0"/>
                  </a:lnTo>
                  <a:lnTo>
                    <a:pt x="2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5"/>
            <p:cNvSpPr/>
            <p:nvPr/>
          </p:nvSpPr>
          <p:spPr>
            <a:xfrm>
              <a:off x="-1190675" y="3964725"/>
              <a:ext cx="525" cy="25"/>
            </a:xfrm>
            <a:custGeom>
              <a:rect b="b" l="l" r="r" t="t"/>
              <a:pathLst>
                <a:path extrusionOk="0" h="1" w="21">
                  <a:moveTo>
                    <a:pt x="20" y="1"/>
                  </a:moveTo>
                  <a:lnTo>
                    <a:pt x="20" y="1"/>
                  </a:lnTo>
                  <a:lnTo>
                    <a:pt x="1" y="1"/>
                  </a:lnTo>
                  <a:lnTo>
                    <a:pt x="1" y="1"/>
                  </a:lnTo>
                  <a:lnTo>
                    <a:pt x="1" y="1"/>
                  </a:lnTo>
                  <a:lnTo>
                    <a:pt x="20" y="1"/>
                  </a:lnTo>
                  <a:lnTo>
                    <a:pt x="2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5"/>
            <p:cNvSpPr/>
            <p:nvPr/>
          </p:nvSpPr>
          <p:spPr>
            <a:xfrm>
              <a:off x="-1270675" y="3934125"/>
              <a:ext cx="25" cy="500"/>
            </a:xfrm>
            <a:custGeom>
              <a:rect b="b" l="l" r="r" t="t"/>
              <a:pathLst>
                <a:path extrusionOk="0" h="20" w="1">
                  <a:moveTo>
                    <a:pt x="1" y="0"/>
                  </a:moveTo>
                  <a:lnTo>
                    <a:pt x="1" y="0"/>
                  </a:lnTo>
                  <a:lnTo>
                    <a:pt x="1" y="20"/>
                  </a:lnTo>
                  <a:lnTo>
                    <a:pt x="1" y="20"/>
                  </a:lnTo>
                  <a:lnTo>
                    <a:pt x="1" y="20"/>
                  </a:lnTo>
                  <a:lnTo>
                    <a:pt x="1" y="20"/>
                  </a:lnTo>
                  <a:lnTo>
                    <a:pt x="1" y="20"/>
                  </a:lnTo>
                  <a:lnTo>
                    <a:pt x="1" y="20"/>
                  </a:lnTo>
                  <a:lnTo>
                    <a:pt x="1" y="0"/>
                  </a:lnTo>
                  <a:lnTo>
                    <a:pt x="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0" name="Google Shape;3900;p15"/>
            <p:cNvSpPr/>
            <p:nvPr/>
          </p:nvSpPr>
          <p:spPr>
            <a:xfrm>
              <a:off x="-1139325" y="3971650"/>
              <a:ext cx="4975" cy="6925"/>
            </a:xfrm>
            <a:custGeom>
              <a:rect b="b" l="l" r="r" t="t"/>
              <a:pathLst>
                <a:path extrusionOk="0" h="277" w="199">
                  <a:moveTo>
                    <a:pt x="198" y="0"/>
                  </a:moveTo>
                  <a:lnTo>
                    <a:pt x="100" y="99"/>
                  </a:lnTo>
                  <a:lnTo>
                    <a:pt x="1" y="178"/>
                  </a:lnTo>
                  <a:lnTo>
                    <a:pt x="60" y="277"/>
                  </a:lnTo>
                  <a:lnTo>
                    <a:pt x="1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1" name="Google Shape;3901;p15"/>
            <p:cNvSpPr/>
            <p:nvPr/>
          </p:nvSpPr>
          <p:spPr>
            <a:xfrm>
              <a:off x="-1133400" y="3968675"/>
              <a:ext cx="25" cy="525"/>
            </a:xfrm>
            <a:custGeom>
              <a:rect b="b" l="l" r="r" t="t"/>
              <a:pathLst>
                <a:path extrusionOk="0" h="21" w="1">
                  <a:moveTo>
                    <a:pt x="1" y="21"/>
                  </a:moveTo>
                  <a:lnTo>
                    <a:pt x="1" y="1"/>
                  </a:lnTo>
                  <a:lnTo>
                    <a:pt x="1" y="1"/>
                  </a:lnTo>
                  <a:lnTo>
                    <a:pt x="1" y="21"/>
                  </a:lnTo>
                  <a:lnTo>
                    <a:pt x="1" y="2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2" name="Google Shape;3902;p15"/>
            <p:cNvSpPr/>
            <p:nvPr/>
          </p:nvSpPr>
          <p:spPr>
            <a:xfrm>
              <a:off x="-1361525" y="3832400"/>
              <a:ext cx="245925" cy="149150"/>
            </a:xfrm>
            <a:custGeom>
              <a:rect b="b" l="l" r="r" t="t"/>
              <a:pathLst>
                <a:path extrusionOk="0" h="5966" w="9837">
                  <a:moveTo>
                    <a:pt x="178" y="2272"/>
                  </a:moveTo>
                  <a:lnTo>
                    <a:pt x="170" y="2276"/>
                  </a:lnTo>
                  <a:lnTo>
                    <a:pt x="170" y="2276"/>
                  </a:lnTo>
                  <a:lnTo>
                    <a:pt x="173" y="2282"/>
                  </a:lnTo>
                  <a:lnTo>
                    <a:pt x="173" y="2282"/>
                  </a:lnTo>
                  <a:lnTo>
                    <a:pt x="178" y="2272"/>
                  </a:lnTo>
                  <a:close/>
                  <a:moveTo>
                    <a:pt x="119" y="2232"/>
                  </a:moveTo>
                  <a:lnTo>
                    <a:pt x="79" y="2311"/>
                  </a:lnTo>
                  <a:lnTo>
                    <a:pt x="79" y="2331"/>
                  </a:lnTo>
                  <a:lnTo>
                    <a:pt x="119" y="2311"/>
                  </a:lnTo>
                  <a:lnTo>
                    <a:pt x="139" y="2291"/>
                  </a:lnTo>
                  <a:lnTo>
                    <a:pt x="170" y="2276"/>
                  </a:lnTo>
                  <a:lnTo>
                    <a:pt x="170" y="2276"/>
                  </a:lnTo>
                  <a:lnTo>
                    <a:pt x="158" y="2252"/>
                  </a:lnTo>
                  <a:lnTo>
                    <a:pt x="139" y="2232"/>
                  </a:lnTo>
                  <a:close/>
                  <a:moveTo>
                    <a:pt x="3299" y="3753"/>
                  </a:moveTo>
                  <a:lnTo>
                    <a:pt x="3240" y="3872"/>
                  </a:lnTo>
                  <a:lnTo>
                    <a:pt x="3240" y="3872"/>
                  </a:lnTo>
                  <a:lnTo>
                    <a:pt x="3299" y="3812"/>
                  </a:lnTo>
                  <a:lnTo>
                    <a:pt x="3319" y="3773"/>
                  </a:lnTo>
                  <a:lnTo>
                    <a:pt x="3299" y="3753"/>
                  </a:lnTo>
                  <a:close/>
                  <a:moveTo>
                    <a:pt x="4682" y="4425"/>
                  </a:moveTo>
                  <a:lnTo>
                    <a:pt x="4682" y="4425"/>
                  </a:lnTo>
                  <a:lnTo>
                    <a:pt x="4682" y="4425"/>
                  </a:lnTo>
                  <a:close/>
                  <a:moveTo>
                    <a:pt x="1502" y="0"/>
                  </a:moveTo>
                  <a:lnTo>
                    <a:pt x="1423" y="59"/>
                  </a:lnTo>
                  <a:lnTo>
                    <a:pt x="1344" y="99"/>
                  </a:lnTo>
                  <a:lnTo>
                    <a:pt x="1265" y="119"/>
                  </a:lnTo>
                  <a:lnTo>
                    <a:pt x="1205" y="119"/>
                  </a:lnTo>
                  <a:lnTo>
                    <a:pt x="20" y="2133"/>
                  </a:lnTo>
                  <a:lnTo>
                    <a:pt x="20" y="2153"/>
                  </a:lnTo>
                  <a:lnTo>
                    <a:pt x="20" y="2193"/>
                  </a:lnTo>
                  <a:lnTo>
                    <a:pt x="0" y="2252"/>
                  </a:lnTo>
                  <a:lnTo>
                    <a:pt x="0" y="2252"/>
                  </a:lnTo>
                  <a:lnTo>
                    <a:pt x="60" y="2193"/>
                  </a:lnTo>
                  <a:lnTo>
                    <a:pt x="139" y="2094"/>
                  </a:lnTo>
                  <a:lnTo>
                    <a:pt x="218" y="1975"/>
                  </a:lnTo>
                  <a:lnTo>
                    <a:pt x="218" y="2035"/>
                  </a:lnTo>
                  <a:lnTo>
                    <a:pt x="237" y="2094"/>
                  </a:lnTo>
                  <a:lnTo>
                    <a:pt x="237" y="2173"/>
                  </a:lnTo>
                  <a:lnTo>
                    <a:pt x="198" y="2252"/>
                  </a:lnTo>
                  <a:lnTo>
                    <a:pt x="178" y="2291"/>
                  </a:lnTo>
                  <a:lnTo>
                    <a:pt x="173" y="2282"/>
                  </a:lnTo>
                  <a:lnTo>
                    <a:pt x="173" y="2282"/>
                  </a:lnTo>
                  <a:lnTo>
                    <a:pt x="139" y="2351"/>
                  </a:lnTo>
                  <a:lnTo>
                    <a:pt x="99" y="2449"/>
                  </a:lnTo>
                  <a:lnTo>
                    <a:pt x="158" y="2449"/>
                  </a:lnTo>
                  <a:lnTo>
                    <a:pt x="198" y="2509"/>
                  </a:lnTo>
                  <a:lnTo>
                    <a:pt x="198" y="2449"/>
                  </a:lnTo>
                  <a:lnTo>
                    <a:pt x="237" y="2410"/>
                  </a:lnTo>
                  <a:lnTo>
                    <a:pt x="277" y="2370"/>
                  </a:lnTo>
                  <a:lnTo>
                    <a:pt x="297" y="2311"/>
                  </a:lnTo>
                  <a:lnTo>
                    <a:pt x="178" y="2410"/>
                  </a:lnTo>
                  <a:lnTo>
                    <a:pt x="158" y="2390"/>
                  </a:lnTo>
                  <a:lnTo>
                    <a:pt x="178" y="2351"/>
                  </a:lnTo>
                  <a:lnTo>
                    <a:pt x="218" y="2272"/>
                  </a:lnTo>
                  <a:lnTo>
                    <a:pt x="218" y="2252"/>
                  </a:lnTo>
                  <a:lnTo>
                    <a:pt x="277" y="2252"/>
                  </a:lnTo>
                  <a:lnTo>
                    <a:pt x="317" y="2232"/>
                  </a:lnTo>
                  <a:lnTo>
                    <a:pt x="396" y="2173"/>
                  </a:lnTo>
                  <a:lnTo>
                    <a:pt x="475" y="2094"/>
                  </a:lnTo>
                  <a:lnTo>
                    <a:pt x="534" y="2074"/>
                  </a:lnTo>
                  <a:lnTo>
                    <a:pt x="573" y="2054"/>
                  </a:lnTo>
                  <a:lnTo>
                    <a:pt x="593" y="2173"/>
                  </a:lnTo>
                  <a:lnTo>
                    <a:pt x="573" y="2193"/>
                  </a:lnTo>
                  <a:lnTo>
                    <a:pt x="534" y="2252"/>
                  </a:lnTo>
                  <a:lnTo>
                    <a:pt x="494" y="2331"/>
                  </a:lnTo>
                  <a:lnTo>
                    <a:pt x="475" y="2370"/>
                  </a:lnTo>
                  <a:lnTo>
                    <a:pt x="534" y="2351"/>
                  </a:lnTo>
                  <a:lnTo>
                    <a:pt x="554" y="2370"/>
                  </a:lnTo>
                  <a:lnTo>
                    <a:pt x="573" y="2410"/>
                  </a:lnTo>
                  <a:lnTo>
                    <a:pt x="573" y="2469"/>
                  </a:lnTo>
                  <a:lnTo>
                    <a:pt x="554" y="2529"/>
                  </a:lnTo>
                  <a:lnTo>
                    <a:pt x="573" y="2568"/>
                  </a:lnTo>
                  <a:lnTo>
                    <a:pt x="573" y="2529"/>
                  </a:lnTo>
                  <a:lnTo>
                    <a:pt x="593" y="2469"/>
                  </a:lnTo>
                  <a:lnTo>
                    <a:pt x="672" y="2390"/>
                  </a:lnTo>
                  <a:lnTo>
                    <a:pt x="731" y="2370"/>
                  </a:lnTo>
                  <a:lnTo>
                    <a:pt x="731" y="2390"/>
                  </a:lnTo>
                  <a:lnTo>
                    <a:pt x="731" y="2410"/>
                  </a:lnTo>
                  <a:lnTo>
                    <a:pt x="692" y="2529"/>
                  </a:lnTo>
                  <a:lnTo>
                    <a:pt x="672" y="2568"/>
                  </a:lnTo>
                  <a:lnTo>
                    <a:pt x="731" y="2608"/>
                  </a:lnTo>
                  <a:lnTo>
                    <a:pt x="771" y="2647"/>
                  </a:lnTo>
                  <a:lnTo>
                    <a:pt x="830" y="2746"/>
                  </a:lnTo>
                  <a:lnTo>
                    <a:pt x="870" y="2805"/>
                  </a:lnTo>
                  <a:lnTo>
                    <a:pt x="909" y="2825"/>
                  </a:lnTo>
                  <a:lnTo>
                    <a:pt x="949" y="2845"/>
                  </a:lnTo>
                  <a:lnTo>
                    <a:pt x="1008" y="2845"/>
                  </a:lnTo>
                  <a:lnTo>
                    <a:pt x="1028" y="2706"/>
                  </a:lnTo>
                  <a:lnTo>
                    <a:pt x="1028" y="2667"/>
                  </a:lnTo>
                  <a:lnTo>
                    <a:pt x="1008" y="2687"/>
                  </a:lnTo>
                  <a:lnTo>
                    <a:pt x="929" y="2805"/>
                  </a:lnTo>
                  <a:lnTo>
                    <a:pt x="968" y="2687"/>
                  </a:lnTo>
                  <a:lnTo>
                    <a:pt x="1087" y="2509"/>
                  </a:lnTo>
                  <a:lnTo>
                    <a:pt x="1186" y="2390"/>
                  </a:lnTo>
                  <a:lnTo>
                    <a:pt x="1186" y="2430"/>
                  </a:lnTo>
                  <a:lnTo>
                    <a:pt x="1205" y="2449"/>
                  </a:lnTo>
                  <a:lnTo>
                    <a:pt x="1205" y="2489"/>
                  </a:lnTo>
                  <a:lnTo>
                    <a:pt x="1186" y="2529"/>
                  </a:lnTo>
                  <a:lnTo>
                    <a:pt x="1284" y="2489"/>
                  </a:lnTo>
                  <a:lnTo>
                    <a:pt x="1284" y="2449"/>
                  </a:lnTo>
                  <a:lnTo>
                    <a:pt x="1284" y="2430"/>
                  </a:lnTo>
                  <a:lnTo>
                    <a:pt x="1284" y="2410"/>
                  </a:lnTo>
                  <a:lnTo>
                    <a:pt x="1324" y="2370"/>
                  </a:lnTo>
                  <a:lnTo>
                    <a:pt x="1344" y="2469"/>
                  </a:lnTo>
                  <a:lnTo>
                    <a:pt x="1324" y="2529"/>
                  </a:lnTo>
                  <a:lnTo>
                    <a:pt x="1284" y="2568"/>
                  </a:lnTo>
                  <a:lnTo>
                    <a:pt x="1324" y="2588"/>
                  </a:lnTo>
                  <a:lnTo>
                    <a:pt x="1363" y="2568"/>
                  </a:lnTo>
                  <a:lnTo>
                    <a:pt x="1403" y="2529"/>
                  </a:lnTo>
                  <a:lnTo>
                    <a:pt x="1442" y="2469"/>
                  </a:lnTo>
                  <a:lnTo>
                    <a:pt x="1442" y="2489"/>
                  </a:lnTo>
                  <a:lnTo>
                    <a:pt x="1442" y="2509"/>
                  </a:lnTo>
                  <a:lnTo>
                    <a:pt x="1403" y="2588"/>
                  </a:lnTo>
                  <a:lnTo>
                    <a:pt x="1284" y="2706"/>
                  </a:lnTo>
                  <a:lnTo>
                    <a:pt x="1284" y="2726"/>
                  </a:lnTo>
                  <a:lnTo>
                    <a:pt x="1284" y="2766"/>
                  </a:lnTo>
                  <a:lnTo>
                    <a:pt x="1265" y="2825"/>
                  </a:lnTo>
                  <a:lnTo>
                    <a:pt x="1205" y="2904"/>
                  </a:lnTo>
                  <a:lnTo>
                    <a:pt x="1284" y="2904"/>
                  </a:lnTo>
                  <a:lnTo>
                    <a:pt x="1186" y="3042"/>
                  </a:lnTo>
                  <a:lnTo>
                    <a:pt x="1205" y="3062"/>
                  </a:lnTo>
                  <a:lnTo>
                    <a:pt x="1225" y="3062"/>
                  </a:lnTo>
                  <a:lnTo>
                    <a:pt x="1265" y="3042"/>
                  </a:lnTo>
                  <a:lnTo>
                    <a:pt x="1304" y="3042"/>
                  </a:lnTo>
                  <a:lnTo>
                    <a:pt x="1304" y="3062"/>
                  </a:lnTo>
                  <a:lnTo>
                    <a:pt x="1304" y="3101"/>
                  </a:lnTo>
                  <a:lnTo>
                    <a:pt x="1383" y="3003"/>
                  </a:lnTo>
                  <a:lnTo>
                    <a:pt x="1442" y="3161"/>
                  </a:lnTo>
                  <a:lnTo>
                    <a:pt x="1482" y="3200"/>
                  </a:lnTo>
                  <a:lnTo>
                    <a:pt x="1541" y="3240"/>
                  </a:lnTo>
                  <a:lnTo>
                    <a:pt x="1581" y="3141"/>
                  </a:lnTo>
                  <a:lnTo>
                    <a:pt x="1620" y="3121"/>
                  </a:lnTo>
                  <a:lnTo>
                    <a:pt x="1640" y="3121"/>
                  </a:lnTo>
                  <a:lnTo>
                    <a:pt x="1660" y="3141"/>
                  </a:lnTo>
                  <a:lnTo>
                    <a:pt x="1640" y="3180"/>
                  </a:lnTo>
                  <a:lnTo>
                    <a:pt x="1660" y="3279"/>
                  </a:lnTo>
                  <a:lnTo>
                    <a:pt x="1679" y="3299"/>
                  </a:lnTo>
                  <a:lnTo>
                    <a:pt x="1719" y="3319"/>
                  </a:lnTo>
                  <a:lnTo>
                    <a:pt x="1818" y="3279"/>
                  </a:lnTo>
                  <a:lnTo>
                    <a:pt x="1857" y="3240"/>
                  </a:lnTo>
                  <a:lnTo>
                    <a:pt x="1916" y="3180"/>
                  </a:lnTo>
                  <a:lnTo>
                    <a:pt x="1936" y="3121"/>
                  </a:lnTo>
                  <a:lnTo>
                    <a:pt x="1956" y="3101"/>
                  </a:lnTo>
                  <a:lnTo>
                    <a:pt x="1976" y="3121"/>
                  </a:lnTo>
                  <a:lnTo>
                    <a:pt x="1956" y="3200"/>
                  </a:lnTo>
                  <a:lnTo>
                    <a:pt x="1956" y="3240"/>
                  </a:lnTo>
                  <a:lnTo>
                    <a:pt x="1976" y="3220"/>
                  </a:lnTo>
                  <a:lnTo>
                    <a:pt x="2035" y="3161"/>
                  </a:lnTo>
                  <a:lnTo>
                    <a:pt x="2094" y="3121"/>
                  </a:lnTo>
                  <a:lnTo>
                    <a:pt x="2153" y="3121"/>
                  </a:lnTo>
                  <a:lnTo>
                    <a:pt x="2153" y="3141"/>
                  </a:lnTo>
                  <a:lnTo>
                    <a:pt x="2173" y="3161"/>
                  </a:lnTo>
                  <a:lnTo>
                    <a:pt x="2094" y="3200"/>
                  </a:lnTo>
                  <a:lnTo>
                    <a:pt x="2035" y="3220"/>
                  </a:lnTo>
                  <a:lnTo>
                    <a:pt x="2015" y="3240"/>
                  </a:lnTo>
                  <a:lnTo>
                    <a:pt x="2015" y="3279"/>
                  </a:lnTo>
                  <a:lnTo>
                    <a:pt x="2015" y="3299"/>
                  </a:lnTo>
                  <a:lnTo>
                    <a:pt x="2055" y="3338"/>
                  </a:lnTo>
                  <a:lnTo>
                    <a:pt x="2094" y="3358"/>
                  </a:lnTo>
                  <a:lnTo>
                    <a:pt x="2114" y="3378"/>
                  </a:lnTo>
                  <a:lnTo>
                    <a:pt x="2134" y="3398"/>
                  </a:lnTo>
                  <a:lnTo>
                    <a:pt x="2213" y="3338"/>
                  </a:lnTo>
                  <a:lnTo>
                    <a:pt x="2529" y="3121"/>
                  </a:lnTo>
                  <a:lnTo>
                    <a:pt x="2548" y="3022"/>
                  </a:lnTo>
                  <a:lnTo>
                    <a:pt x="2608" y="2924"/>
                  </a:lnTo>
                  <a:lnTo>
                    <a:pt x="2687" y="2825"/>
                  </a:lnTo>
                  <a:lnTo>
                    <a:pt x="2766" y="2726"/>
                  </a:lnTo>
                  <a:lnTo>
                    <a:pt x="2746" y="2785"/>
                  </a:lnTo>
                  <a:lnTo>
                    <a:pt x="2766" y="2845"/>
                  </a:lnTo>
                  <a:lnTo>
                    <a:pt x="2786" y="2884"/>
                  </a:lnTo>
                  <a:lnTo>
                    <a:pt x="2805" y="2943"/>
                  </a:lnTo>
                  <a:lnTo>
                    <a:pt x="2766" y="3022"/>
                  </a:lnTo>
                  <a:lnTo>
                    <a:pt x="2746" y="3101"/>
                  </a:lnTo>
                  <a:lnTo>
                    <a:pt x="2726" y="3161"/>
                  </a:lnTo>
                  <a:lnTo>
                    <a:pt x="2706" y="3180"/>
                  </a:lnTo>
                  <a:lnTo>
                    <a:pt x="2687" y="3200"/>
                  </a:lnTo>
                  <a:lnTo>
                    <a:pt x="2706" y="3082"/>
                  </a:lnTo>
                  <a:lnTo>
                    <a:pt x="2706" y="3042"/>
                  </a:lnTo>
                  <a:lnTo>
                    <a:pt x="2667" y="3042"/>
                  </a:lnTo>
                  <a:lnTo>
                    <a:pt x="2647" y="3200"/>
                  </a:lnTo>
                  <a:lnTo>
                    <a:pt x="2667" y="3378"/>
                  </a:lnTo>
                  <a:lnTo>
                    <a:pt x="2608" y="3437"/>
                  </a:lnTo>
                  <a:lnTo>
                    <a:pt x="2568" y="3457"/>
                  </a:lnTo>
                  <a:lnTo>
                    <a:pt x="2548" y="3457"/>
                  </a:lnTo>
                  <a:lnTo>
                    <a:pt x="2588" y="3398"/>
                  </a:lnTo>
                  <a:lnTo>
                    <a:pt x="2608" y="3358"/>
                  </a:lnTo>
                  <a:lnTo>
                    <a:pt x="2568" y="3378"/>
                  </a:lnTo>
                  <a:lnTo>
                    <a:pt x="2529" y="3417"/>
                  </a:lnTo>
                  <a:lnTo>
                    <a:pt x="2509" y="3496"/>
                  </a:lnTo>
                  <a:lnTo>
                    <a:pt x="2489" y="3595"/>
                  </a:lnTo>
                  <a:lnTo>
                    <a:pt x="2450" y="3674"/>
                  </a:lnTo>
                  <a:lnTo>
                    <a:pt x="2529" y="3674"/>
                  </a:lnTo>
                  <a:lnTo>
                    <a:pt x="2548" y="3635"/>
                  </a:lnTo>
                  <a:lnTo>
                    <a:pt x="2548" y="3694"/>
                  </a:lnTo>
                  <a:lnTo>
                    <a:pt x="2568" y="3714"/>
                  </a:lnTo>
                  <a:lnTo>
                    <a:pt x="2647" y="3714"/>
                  </a:lnTo>
                  <a:lnTo>
                    <a:pt x="2687" y="3694"/>
                  </a:lnTo>
                  <a:lnTo>
                    <a:pt x="2726" y="3694"/>
                  </a:lnTo>
                  <a:lnTo>
                    <a:pt x="2746" y="3714"/>
                  </a:lnTo>
                  <a:lnTo>
                    <a:pt x="2746" y="3773"/>
                  </a:lnTo>
                  <a:lnTo>
                    <a:pt x="2766" y="3714"/>
                  </a:lnTo>
                  <a:lnTo>
                    <a:pt x="2805" y="3635"/>
                  </a:lnTo>
                  <a:lnTo>
                    <a:pt x="2825" y="3615"/>
                  </a:lnTo>
                  <a:lnTo>
                    <a:pt x="2845" y="3635"/>
                  </a:lnTo>
                  <a:lnTo>
                    <a:pt x="2865" y="3674"/>
                  </a:lnTo>
                  <a:lnTo>
                    <a:pt x="2845" y="3793"/>
                  </a:lnTo>
                  <a:lnTo>
                    <a:pt x="2884" y="3753"/>
                  </a:lnTo>
                  <a:lnTo>
                    <a:pt x="2924" y="3733"/>
                  </a:lnTo>
                  <a:lnTo>
                    <a:pt x="2963" y="3733"/>
                  </a:lnTo>
                  <a:lnTo>
                    <a:pt x="2963" y="3753"/>
                  </a:lnTo>
                  <a:lnTo>
                    <a:pt x="2983" y="3733"/>
                  </a:lnTo>
                  <a:lnTo>
                    <a:pt x="3023" y="3674"/>
                  </a:lnTo>
                  <a:lnTo>
                    <a:pt x="3042" y="3595"/>
                  </a:lnTo>
                  <a:lnTo>
                    <a:pt x="3082" y="3516"/>
                  </a:lnTo>
                  <a:lnTo>
                    <a:pt x="3141" y="3437"/>
                  </a:lnTo>
                  <a:lnTo>
                    <a:pt x="3200" y="3398"/>
                  </a:lnTo>
                  <a:lnTo>
                    <a:pt x="3240" y="3398"/>
                  </a:lnTo>
                  <a:lnTo>
                    <a:pt x="3260" y="3437"/>
                  </a:lnTo>
                  <a:lnTo>
                    <a:pt x="3299" y="3437"/>
                  </a:lnTo>
                  <a:lnTo>
                    <a:pt x="3279" y="3516"/>
                  </a:lnTo>
                  <a:lnTo>
                    <a:pt x="3200" y="3516"/>
                  </a:lnTo>
                  <a:lnTo>
                    <a:pt x="3161" y="3536"/>
                  </a:lnTo>
                  <a:lnTo>
                    <a:pt x="3339" y="3536"/>
                  </a:lnTo>
                  <a:lnTo>
                    <a:pt x="3339" y="3595"/>
                  </a:lnTo>
                  <a:lnTo>
                    <a:pt x="3299" y="3635"/>
                  </a:lnTo>
                  <a:lnTo>
                    <a:pt x="3260" y="3654"/>
                  </a:lnTo>
                  <a:lnTo>
                    <a:pt x="3220" y="3635"/>
                  </a:lnTo>
                  <a:lnTo>
                    <a:pt x="3220" y="3674"/>
                  </a:lnTo>
                  <a:lnTo>
                    <a:pt x="3240" y="3694"/>
                  </a:lnTo>
                  <a:lnTo>
                    <a:pt x="3299" y="3694"/>
                  </a:lnTo>
                  <a:lnTo>
                    <a:pt x="3358" y="3654"/>
                  </a:lnTo>
                  <a:lnTo>
                    <a:pt x="3418" y="3595"/>
                  </a:lnTo>
                  <a:lnTo>
                    <a:pt x="3457" y="3635"/>
                  </a:lnTo>
                  <a:lnTo>
                    <a:pt x="3477" y="3654"/>
                  </a:lnTo>
                  <a:lnTo>
                    <a:pt x="3477" y="3674"/>
                  </a:lnTo>
                  <a:lnTo>
                    <a:pt x="3398" y="3793"/>
                  </a:lnTo>
                  <a:lnTo>
                    <a:pt x="3319" y="3911"/>
                  </a:lnTo>
                  <a:lnTo>
                    <a:pt x="3279" y="3951"/>
                  </a:lnTo>
                  <a:lnTo>
                    <a:pt x="3220" y="3951"/>
                  </a:lnTo>
                  <a:lnTo>
                    <a:pt x="3220" y="3931"/>
                  </a:lnTo>
                  <a:lnTo>
                    <a:pt x="3240" y="3872"/>
                  </a:lnTo>
                  <a:lnTo>
                    <a:pt x="3220" y="3832"/>
                  </a:lnTo>
                  <a:lnTo>
                    <a:pt x="3181" y="3832"/>
                  </a:lnTo>
                  <a:lnTo>
                    <a:pt x="3121" y="3852"/>
                  </a:lnTo>
                  <a:lnTo>
                    <a:pt x="3141" y="3812"/>
                  </a:lnTo>
                  <a:lnTo>
                    <a:pt x="3181" y="3793"/>
                  </a:lnTo>
                  <a:lnTo>
                    <a:pt x="3102" y="3753"/>
                  </a:lnTo>
                  <a:lnTo>
                    <a:pt x="3062" y="3753"/>
                  </a:lnTo>
                  <a:lnTo>
                    <a:pt x="3023" y="3773"/>
                  </a:lnTo>
                  <a:lnTo>
                    <a:pt x="2963" y="3812"/>
                  </a:lnTo>
                  <a:lnTo>
                    <a:pt x="2983" y="3852"/>
                  </a:lnTo>
                  <a:lnTo>
                    <a:pt x="3023" y="3891"/>
                  </a:lnTo>
                  <a:lnTo>
                    <a:pt x="3082" y="3931"/>
                  </a:lnTo>
                  <a:lnTo>
                    <a:pt x="3161" y="3951"/>
                  </a:lnTo>
                  <a:lnTo>
                    <a:pt x="3161" y="3990"/>
                  </a:lnTo>
                  <a:lnTo>
                    <a:pt x="3161" y="4030"/>
                  </a:lnTo>
                  <a:lnTo>
                    <a:pt x="3378" y="3951"/>
                  </a:lnTo>
                  <a:lnTo>
                    <a:pt x="3418" y="3931"/>
                  </a:lnTo>
                  <a:lnTo>
                    <a:pt x="3457" y="3812"/>
                  </a:lnTo>
                  <a:lnTo>
                    <a:pt x="3477" y="3753"/>
                  </a:lnTo>
                  <a:lnTo>
                    <a:pt x="3516" y="3694"/>
                  </a:lnTo>
                  <a:lnTo>
                    <a:pt x="3497" y="3793"/>
                  </a:lnTo>
                  <a:lnTo>
                    <a:pt x="3497" y="3891"/>
                  </a:lnTo>
                  <a:lnTo>
                    <a:pt x="3497" y="3951"/>
                  </a:lnTo>
                  <a:lnTo>
                    <a:pt x="3536" y="3990"/>
                  </a:lnTo>
                  <a:lnTo>
                    <a:pt x="3556" y="3951"/>
                  </a:lnTo>
                  <a:lnTo>
                    <a:pt x="3595" y="3911"/>
                  </a:lnTo>
                  <a:lnTo>
                    <a:pt x="3655" y="3872"/>
                  </a:lnTo>
                  <a:lnTo>
                    <a:pt x="3694" y="3832"/>
                  </a:lnTo>
                  <a:lnTo>
                    <a:pt x="3734" y="3793"/>
                  </a:lnTo>
                  <a:lnTo>
                    <a:pt x="3734" y="3753"/>
                  </a:lnTo>
                  <a:lnTo>
                    <a:pt x="3714" y="3773"/>
                  </a:lnTo>
                  <a:lnTo>
                    <a:pt x="3714" y="3733"/>
                  </a:lnTo>
                  <a:lnTo>
                    <a:pt x="3734" y="3654"/>
                  </a:lnTo>
                  <a:lnTo>
                    <a:pt x="3773" y="3654"/>
                  </a:lnTo>
                  <a:lnTo>
                    <a:pt x="3793" y="3595"/>
                  </a:lnTo>
                  <a:lnTo>
                    <a:pt x="3813" y="3536"/>
                  </a:lnTo>
                  <a:lnTo>
                    <a:pt x="3852" y="3516"/>
                  </a:lnTo>
                  <a:lnTo>
                    <a:pt x="3872" y="3556"/>
                  </a:lnTo>
                  <a:lnTo>
                    <a:pt x="3872" y="3575"/>
                  </a:lnTo>
                  <a:lnTo>
                    <a:pt x="3872" y="3615"/>
                  </a:lnTo>
                  <a:lnTo>
                    <a:pt x="3852" y="3674"/>
                  </a:lnTo>
                  <a:lnTo>
                    <a:pt x="3852" y="3694"/>
                  </a:lnTo>
                  <a:lnTo>
                    <a:pt x="3872" y="3733"/>
                  </a:lnTo>
                  <a:lnTo>
                    <a:pt x="3734" y="3872"/>
                  </a:lnTo>
                  <a:lnTo>
                    <a:pt x="3655" y="3931"/>
                  </a:lnTo>
                  <a:lnTo>
                    <a:pt x="3576" y="3970"/>
                  </a:lnTo>
                  <a:lnTo>
                    <a:pt x="3576" y="4010"/>
                  </a:lnTo>
                  <a:lnTo>
                    <a:pt x="3595" y="4030"/>
                  </a:lnTo>
                  <a:lnTo>
                    <a:pt x="3615" y="4030"/>
                  </a:lnTo>
                  <a:lnTo>
                    <a:pt x="3635" y="4069"/>
                  </a:lnTo>
                  <a:lnTo>
                    <a:pt x="3655" y="4010"/>
                  </a:lnTo>
                  <a:lnTo>
                    <a:pt x="3674" y="3970"/>
                  </a:lnTo>
                  <a:lnTo>
                    <a:pt x="3714" y="3931"/>
                  </a:lnTo>
                  <a:lnTo>
                    <a:pt x="3714" y="3891"/>
                  </a:lnTo>
                  <a:lnTo>
                    <a:pt x="3813" y="3872"/>
                  </a:lnTo>
                  <a:lnTo>
                    <a:pt x="3931" y="3812"/>
                  </a:lnTo>
                  <a:lnTo>
                    <a:pt x="4050" y="3773"/>
                  </a:lnTo>
                  <a:lnTo>
                    <a:pt x="4148" y="3773"/>
                  </a:lnTo>
                  <a:lnTo>
                    <a:pt x="4109" y="3832"/>
                  </a:lnTo>
                  <a:lnTo>
                    <a:pt x="4050" y="3891"/>
                  </a:lnTo>
                  <a:lnTo>
                    <a:pt x="3951" y="3931"/>
                  </a:lnTo>
                  <a:lnTo>
                    <a:pt x="3911" y="3970"/>
                  </a:lnTo>
                  <a:lnTo>
                    <a:pt x="3852" y="4010"/>
                  </a:lnTo>
                  <a:lnTo>
                    <a:pt x="3813" y="4069"/>
                  </a:lnTo>
                  <a:lnTo>
                    <a:pt x="3773" y="4148"/>
                  </a:lnTo>
                  <a:lnTo>
                    <a:pt x="3773" y="4168"/>
                  </a:lnTo>
                  <a:lnTo>
                    <a:pt x="3793" y="4168"/>
                  </a:lnTo>
                  <a:lnTo>
                    <a:pt x="3832" y="4128"/>
                  </a:lnTo>
                  <a:lnTo>
                    <a:pt x="3872" y="4089"/>
                  </a:lnTo>
                  <a:lnTo>
                    <a:pt x="3911" y="4069"/>
                  </a:lnTo>
                  <a:lnTo>
                    <a:pt x="3931" y="4069"/>
                  </a:lnTo>
                  <a:lnTo>
                    <a:pt x="3931" y="4128"/>
                  </a:lnTo>
                  <a:lnTo>
                    <a:pt x="3931" y="4148"/>
                  </a:lnTo>
                  <a:lnTo>
                    <a:pt x="3951" y="4168"/>
                  </a:lnTo>
                  <a:lnTo>
                    <a:pt x="3990" y="4188"/>
                  </a:lnTo>
                  <a:lnTo>
                    <a:pt x="4050" y="4168"/>
                  </a:lnTo>
                  <a:lnTo>
                    <a:pt x="4129" y="4188"/>
                  </a:lnTo>
                  <a:lnTo>
                    <a:pt x="4129" y="4089"/>
                  </a:lnTo>
                  <a:lnTo>
                    <a:pt x="4188" y="4089"/>
                  </a:lnTo>
                  <a:lnTo>
                    <a:pt x="4227" y="4148"/>
                  </a:lnTo>
                  <a:lnTo>
                    <a:pt x="4208" y="4168"/>
                  </a:lnTo>
                  <a:lnTo>
                    <a:pt x="4267" y="4148"/>
                  </a:lnTo>
                  <a:lnTo>
                    <a:pt x="4267" y="4168"/>
                  </a:lnTo>
                  <a:lnTo>
                    <a:pt x="4287" y="4168"/>
                  </a:lnTo>
                  <a:lnTo>
                    <a:pt x="4306" y="4148"/>
                  </a:lnTo>
                  <a:lnTo>
                    <a:pt x="4366" y="4188"/>
                  </a:lnTo>
                  <a:lnTo>
                    <a:pt x="4405" y="4207"/>
                  </a:lnTo>
                  <a:lnTo>
                    <a:pt x="4464" y="4227"/>
                  </a:lnTo>
                  <a:lnTo>
                    <a:pt x="4484" y="4168"/>
                  </a:lnTo>
                  <a:lnTo>
                    <a:pt x="4464" y="4148"/>
                  </a:lnTo>
                  <a:lnTo>
                    <a:pt x="4405" y="4168"/>
                  </a:lnTo>
                  <a:lnTo>
                    <a:pt x="4385" y="4148"/>
                  </a:lnTo>
                  <a:lnTo>
                    <a:pt x="4385" y="4069"/>
                  </a:lnTo>
                  <a:lnTo>
                    <a:pt x="4385" y="4030"/>
                  </a:lnTo>
                  <a:lnTo>
                    <a:pt x="4425" y="3970"/>
                  </a:lnTo>
                  <a:lnTo>
                    <a:pt x="4445" y="3990"/>
                  </a:lnTo>
                  <a:lnTo>
                    <a:pt x="4484" y="3990"/>
                  </a:lnTo>
                  <a:lnTo>
                    <a:pt x="4563" y="3951"/>
                  </a:lnTo>
                  <a:lnTo>
                    <a:pt x="4642" y="3931"/>
                  </a:lnTo>
                  <a:lnTo>
                    <a:pt x="4682" y="3931"/>
                  </a:lnTo>
                  <a:lnTo>
                    <a:pt x="4721" y="3951"/>
                  </a:lnTo>
                  <a:lnTo>
                    <a:pt x="4701" y="3911"/>
                  </a:lnTo>
                  <a:lnTo>
                    <a:pt x="4761" y="3872"/>
                  </a:lnTo>
                  <a:lnTo>
                    <a:pt x="4780" y="3872"/>
                  </a:lnTo>
                  <a:lnTo>
                    <a:pt x="4840" y="3911"/>
                  </a:lnTo>
                  <a:lnTo>
                    <a:pt x="4840" y="3951"/>
                  </a:lnTo>
                  <a:lnTo>
                    <a:pt x="4840" y="3990"/>
                  </a:lnTo>
                  <a:lnTo>
                    <a:pt x="4780" y="4030"/>
                  </a:lnTo>
                  <a:lnTo>
                    <a:pt x="4741" y="4089"/>
                  </a:lnTo>
                  <a:lnTo>
                    <a:pt x="4721" y="4109"/>
                  </a:lnTo>
                  <a:lnTo>
                    <a:pt x="4721" y="4148"/>
                  </a:lnTo>
                  <a:lnTo>
                    <a:pt x="4662" y="4168"/>
                  </a:lnTo>
                  <a:lnTo>
                    <a:pt x="4603" y="4168"/>
                  </a:lnTo>
                  <a:lnTo>
                    <a:pt x="4563" y="4227"/>
                  </a:lnTo>
                  <a:lnTo>
                    <a:pt x="4524" y="4425"/>
                  </a:lnTo>
                  <a:lnTo>
                    <a:pt x="4524" y="4425"/>
                  </a:lnTo>
                  <a:lnTo>
                    <a:pt x="4543" y="4405"/>
                  </a:lnTo>
                  <a:lnTo>
                    <a:pt x="4563" y="4405"/>
                  </a:lnTo>
                  <a:lnTo>
                    <a:pt x="4583" y="4425"/>
                  </a:lnTo>
                  <a:lnTo>
                    <a:pt x="4603" y="4484"/>
                  </a:lnTo>
                  <a:lnTo>
                    <a:pt x="4603" y="4504"/>
                  </a:lnTo>
                  <a:lnTo>
                    <a:pt x="4622" y="4504"/>
                  </a:lnTo>
                  <a:lnTo>
                    <a:pt x="4622" y="4405"/>
                  </a:lnTo>
                  <a:lnTo>
                    <a:pt x="4662" y="4365"/>
                  </a:lnTo>
                  <a:lnTo>
                    <a:pt x="4682" y="4346"/>
                  </a:lnTo>
                  <a:lnTo>
                    <a:pt x="4682" y="4365"/>
                  </a:lnTo>
                  <a:lnTo>
                    <a:pt x="4682" y="4425"/>
                  </a:lnTo>
                  <a:lnTo>
                    <a:pt x="4761" y="4227"/>
                  </a:lnTo>
                  <a:lnTo>
                    <a:pt x="4741" y="4207"/>
                  </a:lnTo>
                  <a:lnTo>
                    <a:pt x="4721" y="4227"/>
                  </a:lnTo>
                  <a:lnTo>
                    <a:pt x="4682" y="4247"/>
                  </a:lnTo>
                  <a:lnTo>
                    <a:pt x="4642" y="4247"/>
                  </a:lnTo>
                  <a:lnTo>
                    <a:pt x="4642" y="4227"/>
                  </a:lnTo>
                  <a:lnTo>
                    <a:pt x="4642" y="4188"/>
                  </a:lnTo>
                  <a:lnTo>
                    <a:pt x="4721" y="4168"/>
                  </a:lnTo>
                  <a:lnTo>
                    <a:pt x="4780" y="4109"/>
                  </a:lnTo>
                  <a:lnTo>
                    <a:pt x="4840" y="4069"/>
                  </a:lnTo>
                  <a:lnTo>
                    <a:pt x="4879" y="4049"/>
                  </a:lnTo>
                  <a:lnTo>
                    <a:pt x="4899" y="4069"/>
                  </a:lnTo>
                  <a:lnTo>
                    <a:pt x="4879" y="4089"/>
                  </a:lnTo>
                  <a:lnTo>
                    <a:pt x="4879" y="4109"/>
                  </a:lnTo>
                  <a:lnTo>
                    <a:pt x="4859" y="4109"/>
                  </a:lnTo>
                  <a:lnTo>
                    <a:pt x="4840" y="4128"/>
                  </a:lnTo>
                  <a:lnTo>
                    <a:pt x="4840" y="4148"/>
                  </a:lnTo>
                  <a:lnTo>
                    <a:pt x="4859" y="4148"/>
                  </a:lnTo>
                  <a:lnTo>
                    <a:pt x="4899" y="4128"/>
                  </a:lnTo>
                  <a:lnTo>
                    <a:pt x="4958" y="4128"/>
                  </a:lnTo>
                  <a:lnTo>
                    <a:pt x="4978" y="4148"/>
                  </a:lnTo>
                  <a:lnTo>
                    <a:pt x="4879" y="4207"/>
                  </a:lnTo>
                  <a:lnTo>
                    <a:pt x="4840" y="4267"/>
                  </a:lnTo>
                  <a:lnTo>
                    <a:pt x="4820" y="4346"/>
                  </a:lnTo>
                  <a:lnTo>
                    <a:pt x="4820" y="4346"/>
                  </a:lnTo>
                  <a:lnTo>
                    <a:pt x="4919" y="4227"/>
                  </a:lnTo>
                  <a:lnTo>
                    <a:pt x="4938" y="4247"/>
                  </a:lnTo>
                  <a:lnTo>
                    <a:pt x="4919" y="4286"/>
                  </a:lnTo>
                  <a:lnTo>
                    <a:pt x="4919" y="4306"/>
                  </a:lnTo>
                  <a:lnTo>
                    <a:pt x="4919" y="4326"/>
                  </a:lnTo>
                  <a:lnTo>
                    <a:pt x="4938" y="4306"/>
                  </a:lnTo>
                  <a:lnTo>
                    <a:pt x="4958" y="4267"/>
                  </a:lnTo>
                  <a:lnTo>
                    <a:pt x="4978" y="4227"/>
                  </a:lnTo>
                  <a:lnTo>
                    <a:pt x="5017" y="4227"/>
                  </a:lnTo>
                  <a:lnTo>
                    <a:pt x="4998" y="4286"/>
                  </a:lnTo>
                  <a:lnTo>
                    <a:pt x="4978" y="4326"/>
                  </a:lnTo>
                  <a:lnTo>
                    <a:pt x="5017" y="4346"/>
                  </a:lnTo>
                  <a:lnTo>
                    <a:pt x="5037" y="4326"/>
                  </a:lnTo>
                  <a:lnTo>
                    <a:pt x="5077" y="4286"/>
                  </a:lnTo>
                  <a:lnTo>
                    <a:pt x="5136" y="4267"/>
                  </a:lnTo>
                  <a:lnTo>
                    <a:pt x="5116" y="4247"/>
                  </a:lnTo>
                  <a:lnTo>
                    <a:pt x="5116" y="4207"/>
                  </a:lnTo>
                  <a:lnTo>
                    <a:pt x="5156" y="4128"/>
                  </a:lnTo>
                  <a:lnTo>
                    <a:pt x="5195" y="4069"/>
                  </a:lnTo>
                  <a:lnTo>
                    <a:pt x="5235" y="4030"/>
                  </a:lnTo>
                  <a:lnTo>
                    <a:pt x="5255" y="4030"/>
                  </a:lnTo>
                  <a:lnTo>
                    <a:pt x="5314" y="4049"/>
                  </a:lnTo>
                  <a:lnTo>
                    <a:pt x="5373" y="4069"/>
                  </a:lnTo>
                  <a:lnTo>
                    <a:pt x="5393" y="4069"/>
                  </a:lnTo>
                  <a:lnTo>
                    <a:pt x="5393" y="4109"/>
                  </a:lnTo>
                  <a:lnTo>
                    <a:pt x="5413" y="4148"/>
                  </a:lnTo>
                  <a:lnTo>
                    <a:pt x="5393" y="4207"/>
                  </a:lnTo>
                  <a:lnTo>
                    <a:pt x="5472" y="4128"/>
                  </a:lnTo>
                  <a:lnTo>
                    <a:pt x="5452" y="4188"/>
                  </a:lnTo>
                  <a:lnTo>
                    <a:pt x="5452" y="4207"/>
                  </a:lnTo>
                  <a:lnTo>
                    <a:pt x="5452" y="4227"/>
                  </a:lnTo>
                  <a:lnTo>
                    <a:pt x="5492" y="4227"/>
                  </a:lnTo>
                  <a:lnTo>
                    <a:pt x="5511" y="4247"/>
                  </a:lnTo>
                  <a:lnTo>
                    <a:pt x="5492" y="4286"/>
                  </a:lnTo>
                  <a:lnTo>
                    <a:pt x="5393" y="4286"/>
                  </a:lnTo>
                  <a:lnTo>
                    <a:pt x="5353" y="4306"/>
                  </a:lnTo>
                  <a:lnTo>
                    <a:pt x="5334" y="4346"/>
                  </a:lnTo>
                  <a:lnTo>
                    <a:pt x="5274" y="4405"/>
                  </a:lnTo>
                  <a:lnTo>
                    <a:pt x="5294" y="4444"/>
                  </a:lnTo>
                  <a:lnTo>
                    <a:pt x="5274" y="4484"/>
                  </a:lnTo>
                  <a:lnTo>
                    <a:pt x="5215" y="4583"/>
                  </a:lnTo>
                  <a:lnTo>
                    <a:pt x="5235" y="4563"/>
                  </a:lnTo>
                  <a:lnTo>
                    <a:pt x="5255" y="4543"/>
                  </a:lnTo>
                  <a:lnTo>
                    <a:pt x="5294" y="4484"/>
                  </a:lnTo>
                  <a:lnTo>
                    <a:pt x="5353" y="4405"/>
                  </a:lnTo>
                  <a:lnTo>
                    <a:pt x="5393" y="4326"/>
                  </a:lnTo>
                  <a:lnTo>
                    <a:pt x="5393" y="4365"/>
                  </a:lnTo>
                  <a:lnTo>
                    <a:pt x="5413" y="4405"/>
                  </a:lnTo>
                  <a:lnTo>
                    <a:pt x="5413" y="4444"/>
                  </a:lnTo>
                  <a:lnTo>
                    <a:pt x="5373" y="4504"/>
                  </a:lnTo>
                  <a:lnTo>
                    <a:pt x="5393" y="4523"/>
                  </a:lnTo>
                  <a:lnTo>
                    <a:pt x="5413" y="4504"/>
                  </a:lnTo>
                  <a:lnTo>
                    <a:pt x="5472" y="4464"/>
                  </a:lnTo>
                  <a:lnTo>
                    <a:pt x="5511" y="4444"/>
                  </a:lnTo>
                  <a:lnTo>
                    <a:pt x="5531" y="4444"/>
                  </a:lnTo>
                  <a:lnTo>
                    <a:pt x="5472" y="4543"/>
                  </a:lnTo>
                  <a:lnTo>
                    <a:pt x="5413" y="4642"/>
                  </a:lnTo>
                  <a:lnTo>
                    <a:pt x="5452" y="4642"/>
                  </a:lnTo>
                  <a:lnTo>
                    <a:pt x="5472" y="4681"/>
                  </a:lnTo>
                  <a:lnTo>
                    <a:pt x="5492" y="4622"/>
                  </a:lnTo>
                  <a:lnTo>
                    <a:pt x="5511" y="4602"/>
                  </a:lnTo>
                  <a:lnTo>
                    <a:pt x="5472" y="4602"/>
                  </a:lnTo>
                  <a:lnTo>
                    <a:pt x="5511" y="4563"/>
                  </a:lnTo>
                  <a:lnTo>
                    <a:pt x="5571" y="4563"/>
                  </a:lnTo>
                  <a:lnTo>
                    <a:pt x="5590" y="4583"/>
                  </a:lnTo>
                  <a:lnTo>
                    <a:pt x="5610" y="4563"/>
                  </a:lnTo>
                  <a:lnTo>
                    <a:pt x="5630" y="4543"/>
                  </a:lnTo>
                  <a:lnTo>
                    <a:pt x="5610" y="4583"/>
                  </a:lnTo>
                  <a:lnTo>
                    <a:pt x="5610" y="4622"/>
                  </a:lnTo>
                  <a:lnTo>
                    <a:pt x="5650" y="4642"/>
                  </a:lnTo>
                  <a:lnTo>
                    <a:pt x="5689" y="4662"/>
                  </a:lnTo>
                  <a:lnTo>
                    <a:pt x="5709" y="4681"/>
                  </a:lnTo>
                  <a:lnTo>
                    <a:pt x="5709" y="4701"/>
                  </a:lnTo>
                  <a:lnTo>
                    <a:pt x="5748" y="4602"/>
                  </a:lnTo>
                  <a:lnTo>
                    <a:pt x="5768" y="4583"/>
                  </a:lnTo>
                  <a:lnTo>
                    <a:pt x="5748" y="4563"/>
                  </a:lnTo>
                  <a:lnTo>
                    <a:pt x="5709" y="4583"/>
                  </a:lnTo>
                  <a:lnTo>
                    <a:pt x="5689" y="4602"/>
                  </a:lnTo>
                  <a:lnTo>
                    <a:pt x="5669" y="4602"/>
                  </a:lnTo>
                  <a:lnTo>
                    <a:pt x="5669" y="4583"/>
                  </a:lnTo>
                  <a:lnTo>
                    <a:pt x="5689" y="4504"/>
                  </a:lnTo>
                  <a:lnTo>
                    <a:pt x="5768" y="4504"/>
                  </a:lnTo>
                  <a:lnTo>
                    <a:pt x="5847" y="4523"/>
                  </a:lnTo>
                  <a:lnTo>
                    <a:pt x="5946" y="4543"/>
                  </a:lnTo>
                  <a:lnTo>
                    <a:pt x="5985" y="4543"/>
                  </a:lnTo>
                  <a:lnTo>
                    <a:pt x="6045" y="4523"/>
                  </a:lnTo>
                  <a:lnTo>
                    <a:pt x="6064" y="4563"/>
                  </a:lnTo>
                  <a:lnTo>
                    <a:pt x="6064" y="4583"/>
                  </a:lnTo>
                  <a:lnTo>
                    <a:pt x="6025" y="4622"/>
                  </a:lnTo>
                  <a:lnTo>
                    <a:pt x="5985" y="4681"/>
                  </a:lnTo>
                  <a:lnTo>
                    <a:pt x="5946" y="4760"/>
                  </a:lnTo>
                  <a:lnTo>
                    <a:pt x="5887" y="4741"/>
                  </a:lnTo>
                  <a:lnTo>
                    <a:pt x="5867" y="4721"/>
                  </a:lnTo>
                  <a:lnTo>
                    <a:pt x="5827" y="4681"/>
                  </a:lnTo>
                  <a:lnTo>
                    <a:pt x="5788" y="4681"/>
                  </a:lnTo>
                  <a:lnTo>
                    <a:pt x="5827" y="4741"/>
                  </a:lnTo>
                  <a:lnTo>
                    <a:pt x="5887" y="4780"/>
                  </a:lnTo>
                  <a:lnTo>
                    <a:pt x="5985" y="4780"/>
                  </a:lnTo>
                  <a:lnTo>
                    <a:pt x="6064" y="4741"/>
                  </a:lnTo>
                  <a:lnTo>
                    <a:pt x="6084" y="4760"/>
                  </a:lnTo>
                  <a:lnTo>
                    <a:pt x="6084" y="4800"/>
                  </a:lnTo>
                  <a:lnTo>
                    <a:pt x="6064" y="4919"/>
                  </a:lnTo>
                  <a:lnTo>
                    <a:pt x="6045" y="5017"/>
                  </a:lnTo>
                  <a:lnTo>
                    <a:pt x="6064" y="5057"/>
                  </a:lnTo>
                  <a:lnTo>
                    <a:pt x="6104" y="5057"/>
                  </a:lnTo>
                  <a:lnTo>
                    <a:pt x="6143" y="4958"/>
                  </a:lnTo>
                  <a:lnTo>
                    <a:pt x="6143" y="4879"/>
                  </a:lnTo>
                  <a:lnTo>
                    <a:pt x="6183" y="4879"/>
                  </a:lnTo>
                  <a:lnTo>
                    <a:pt x="6203" y="4899"/>
                  </a:lnTo>
                  <a:lnTo>
                    <a:pt x="6222" y="4919"/>
                  </a:lnTo>
                  <a:lnTo>
                    <a:pt x="6242" y="4899"/>
                  </a:lnTo>
                  <a:lnTo>
                    <a:pt x="6262" y="4859"/>
                  </a:lnTo>
                  <a:lnTo>
                    <a:pt x="6262" y="4820"/>
                  </a:lnTo>
                  <a:lnTo>
                    <a:pt x="6301" y="4800"/>
                  </a:lnTo>
                  <a:lnTo>
                    <a:pt x="6301" y="4839"/>
                  </a:lnTo>
                  <a:lnTo>
                    <a:pt x="6301" y="4879"/>
                  </a:lnTo>
                  <a:lnTo>
                    <a:pt x="6282" y="4919"/>
                  </a:lnTo>
                  <a:lnTo>
                    <a:pt x="6301" y="4919"/>
                  </a:lnTo>
                  <a:lnTo>
                    <a:pt x="6321" y="4938"/>
                  </a:lnTo>
                  <a:lnTo>
                    <a:pt x="6301" y="5017"/>
                  </a:lnTo>
                  <a:lnTo>
                    <a:pt x="6301" y="5057"/>
                  </a:lnTo>
                  <a:lnTo>
                    <a:pt x="6301" y="5077"/>
                  </a:lnTo>
                  <a:lnTo>
                    <a:pt x="6321" y="5077"/>
                  </a:lnTo>
                  <a:lnTo>
                    <a:pt x="6380" y="5037"/>
                  </a:lnTo>
                  <a:lnTo>
                    <a:pt x="6380" y="5017"/>
                  </a:lnTo>
                  <a:lnTo>
                    <a:pt x="6361" y="5017"/>
                  </a:lnTo>
                  <a:lnTo>
                    <a:pt x="6341" y="4998"/>
                  </a:lnTo>
                  <a:lnTo>
                    <a:pt x="6380" y="4938"/>
                  </a:lnTo>
                  <a:lnTo>
                    <a:pt x="6440" y="4899"/>
                  </a:lnTo>
                  <a:lnTo>
                    <a:pt x="6479" y="4859"/>
                  </a:lnTo>
                  <a:lnTo>
                    <a:pt x="6538" y="4839"/>
                  </a:lnTo>
                  <a:lnTo>
                    <a:pt x="6519" y="4859"/>
                  </a:lnTo>
                  <a:lnTo>
                    <a:pt x="6538" y="4879"/>
                  </a:lnTo>
                  <a:lnTo>
                    <a:pt x="6558" y="4879"/>
                  </a:lnTo>
                  <a:lnTo>
                    <a:pt x="6558" y="4899"/>
                  </a:lnTo>
                  <a:lnTo>
                    <a:pt x="6538" y="4938"/>
                  </a:lnTo>
                  <a:lnTo>
                    <a:pt x="6479" y="4938"/>
                  </a:lnTo>
                  <a:lnTo>
                    <a:pt x="6440" y="4958"/>
                  </a:lnTo>
                  <a:lnTo>
                    <a:pt x="6479" y="4998"/>
                  </a:lnTo>
                  <a:lnTo>
                    <a:pt x="6479" y="4998"/>
                  </a:lnTo>
                  <a:lnTo>
                    <a:pt x="6617" y="4919"/>
                  </a:lnTo>
                  <a:lnTo>
                    <a:pt x="6598" y="4919"/>
                  </a:lnTo>
                  <a:lnTo>
                    <a:pt x="6598" y="4899"/>
                  </a:lnTo>
                  <a:lnTo>
                    <a:pt x="6617" y="4859"/>
                  </a:lnTo>
                  <a:lnTo>
                    <a:pt x="6677" y="4800"/>
                  </a:lnTo>
                  <a:lnTo>
                    <a:pt x="6696" y="4780"/>
                  </a:lnTo>
                  <a:lnTo>
                    <a:pt x="6736" y="4800"/>
                  </a:lnTo>
                  <a:lnTo>
                    <a:pt x="6736" y="4859"/>
                  </a:lnTo>
                  <a:lnTo>
                    <a:pt x="6736" y="4899"/>
                  </a:lnTo>
                  <a:lnTo>
                    <a:pt x="6716" y="4978"/>
                  </a:lnTo>
                  <a:lnTo>
                    <a:pt x="6756" y="4919"/>
                  </a:lnTo>
                  <a:lnTo>
                    <a:pt x="6815" y="4899"/>
                  </a:lnTo>
                  <a:lnTo>
                    <a:pt x="6894" y="4919"/>
                  </a:lnTo>
                  <a:lnTo>
                    <a:pt x="6894" y="4859"/>
                  </a:lnTo>
                  <a:lnTo>
                    <a:pt x="6914" y="4820"/>
                  </a:lnTo>
                  <a:lnTo>
                    <a:pt x="6993" y="4780"/>
                  </a:lnTo>
                  <a:lnTo>
                    <a:pt x="6993" y="4938"/>
                  </a:lnTo>
                  <a:lnTo>
                    <a:pt x="6953" y="4938"/>
                  </a:lnTo>
                  <a:lnTo>
                    <a:pt x="6933" y="4958"/>
                  </a:lnTo>
                  <a:lnTo>
                    <a:pt x="6914" y="4998"/>
                  </a:lnTo>
                  <a:lnTo>
                    <a:pt x="6914" y="5057"/>
                  </a:lnTo>
                  <a:lnTo>
                    <a:pt x="6874" y="5136"/>
                  </a:lnTo>
                  <a:lnTo>
                    <a:pt x="6815" y="5175"/>
                  </a:lnTo>
                  <a:lnTo>
                    <a:pt x="6775" y="5175"/>
                  </a:lnTo>
                  <a:lnTo>
                    <a:pt x="6736" y="5116"/>
                  </a:lnTo>
                  <a:lnTo>
                    <a:pt x="6736" y="5195"/>
                  </a:lnTo>
                  <a:lnTo>
                    <a:pt x="6756" y="5215"/>
                  </a:lnTo>
                  <a:lnTo>
                    <a:pt x="6775" y="5215"/>
                  </a:lnTo>
                  <a:lnTo>
                    <a:pt x="6815" y="5195"/>
                  </a:lnTo>
                  <a:lnTo>
                    <a:pt x="6894" y="5156"/>
                  </a:lnTo>
                  <a:lnTo>
                    <a:pt x="6914" y="5156"/>
                  </a:lnTo>
                  <a:lnTo>
                    <a:pt x="6933" y="5195"/>
                  </a:lnTo>
                  <a:lnTo>
                    <a:pt x="6894" y="5254"/>
                  </a:lnTo>
                  <a:lnTo>
                    <a:pt x="6854" y="5294"/>
                  </a:lnTo>
                  <a:lnTo>
                    <a:pt x="6914" y="5274"/>
                  </a:lnTo>
                  <a:lnTo>
                    <a:pt x="6933" y="5274"/>
                  </a:lnTo>
                  <a:lnTo>
                    <a:pt x="6953" y="5314"/>
                  </a:lnTo>
                  <a:lnTo>
                    <a:pt x="6993" y="5195"/>
                  </a:lnTo>
                  <a:lnTo>
                    <a:pt x="7032" y="5136"/>
                  </a:lnTo>
                  <a:lnTo>
                    <a:pt x="7091" y="5116"/>
                  </a:lnTo>
                  <a:lnTo>
                    <a:pt x="7052" y="5294"/>
                  </a:lnTo>
                  <a:lnTo>
                    <a:pt x="7091" y="5294"/>
                  </a:lnTo>
                  <a:lnTo>
                    <a:pt x="7151" y="5235"/>
                  </a:lnTo>
                  <a:lnTo>
                    <a:pt x="7210" y="5175"/>
                  </a:lnTo>
                  <a:lnTo>
                    <a:pt x="7230" y="5136"/>
                  </a:lnTo>
                  <a:lnTo>
                    <a:pt x="7269" y="5116"/>
                  </a:lnTo>
                  <a:lnTo>
                    <a:pt x="7289" y="4998"/>
                  </a:lnTo>
                  <a:lnTo>
                    <a:pt x="7328" y="4958"/>
                  </a:lnTo>
                  <a:lnTo>
                    <a:pt x="7407" y="4958"/>
                  </a:lnTo>
                  <a:lnTo>
                    <a:pt x="7447" y="4919"/>
                  </a:lnTo>
                  <a:lnTo>
                    <a:pt x="7368" y="4919"/>
                  </a:lnTo>
                  <a:lnTo>
                    <a:pt x="7348" y="4938"/>
                  </a:lnTo>
                  <a:lnTo>
                    <a:pt x="7328" y="4938"/>
                  </a:lnTo>
                  <a:lnTo>
                    <a:pt x="7309" y="4919"/>
                  </a:lnTo>
                  <a:lnTo>
                    <a:pt x="7368" y="4859"/>
                  </a:lnTo>
                  <a:lnTo>
                    <a:pt x="7388" y="4839"/>
                  </a:lnTo>
                  <a:lnTo>
                    <a:pt x="7427" y="4839"/>
                  </a:lnTo>
                  <a:lnTo>
                    <a:pt x="7467" y="4820"/>
                  </a:lnTo>
                  <a:lnTo>
                    <a:pt x="7506" y="4919"/>
                  </a:lnTo>
                  <a:lnTo>
                    <a:pt x="7486" y="5057"/>
                  </a:lnTo>
                  <a:lnTo>
                    <a:pt x="7407" y="5175"/>
                  </a:lnTo>
                  <a:lnTo>
                    <a:pt x="7309" y="5254"/>
                  </a:lnTo>
                  <a:lnTo>
                    <a:pt x="7210" y="5373"/>
                  </a:lnTo>
                  <a:lnTo>
                    <a:pt x="7091" y="5531"/>
                  </a:lnTo>
                  <a:lnTo>
                    <a:pt x="7170" y="5531"/>
                  </a:lnTo>
                  <a:lnTo>
                    <a:pt x="7249" y="5551"/>
                  </a:lnTo>
                  <a:lnTo>
                    <a:pt x="7309" y="5570"/>
                  </a:lnTo>
                  <a:lnTo>
                    <a:pt x="7328" y="5610"/>
                  </a:lnTo>
                  <a:lnTo>
                    <a:pt x="7328" y="5649"/>
                  </a:lnTo>
                  <a:lnTo>
                    <a:pt x="7407" y="5610"/>
                  </a:lnTo>
                  <a:lnTo>
                    <a:pt x="7486" y="5531"/>
                  </a:lnTo>
                  <a:lnTo>
                    <a:pt x="7585" y="5333"/>
                  </a:lnTo>
                  <a:lnTo>
                    <a:pt x="7625" y="5333"/>
                  </a:lnTo>
                  <a:lnTo>
                    <a:pt x="7625" y="5353"/>
                  </a:lnTo>
                  <a:lnTo>
                    <a:pt x="7645" y="5393"/>
                  </a:lnTo>
                  <a:lnTo>
                    <a:pt x="7565" y="5452"/>
                  </a:lnTo>
                  <a:lnTo>
                    <a:pt x="7565" y="5452"/>
                  </a:lnTo>
                  <a:lnTo>
                    <a:pt x="7724" y="5412"/>
                  </a:lnTo>
                  <a:lnTo>
                    <a:pt x="7803" y="5412"/>
                  </a:lnTo>
                  <a:lnTo>
                    <a:pt x="7862" y="5452"/>
                  </a:lnTo>
                  <a:lnTo>
                    <a:pt x="7901" y="5412"/>
                  </a:lnTo>
                  <a:lnTo>
                    <a:pt x="7961" y="5373"/>
                  </a:lnTo>
                  <a:lnTo>
                    <a:pt x="8040" y="5215"/>
                  </a:lnTo>
                  <a:lnTo>
                    <a:pt x="8099" y="5215"/>
                  </a:lnTo>
                  <a:lnTo>
                    <a:pt x="8119" y="5195"/>
                  </a:lnTo>
                  <a:lnTo>
                    <a:pt x="8178" y="5136"/>
                  </a:lnTo>
                  <a:lnTo>
                    <a:pt x="8198" y="5116"/>
                  </a:lnTo>
                  <a:lnTo>
                    <a:pt x="8237" y="5156"/>
                  </a:lnTo>
                  <a:lnTo>
                    <a:pt x="8257" y="5175"/>
                  </a:lnTo>
                  <a:lnTo>
                    <a:pt x="8198" y="5215"/>
                  </a:lnTo>
                  <a:lnTo>
                    <a:pt x="8178" y="5254"/>
                  </a:lnTo>
                  <a:lnTo>
                    <a:pt x="8178" y="5294"/>
                  </a:lnTo>
                  <a:lnTo>
                    <a:pt x="8198" y="5314"/>
                  </a:lnTo>
                  <a:lnTo>
                    <a:pt x="8237" y="5333"/>
                  </a:lnTo>
                  <a:lnTo>
                    <a:pt x="8277" y="5314"/>
                  </a:lnTo>
                  <a:lnTo>
                    <a:pt x="8277" y="5314"/>
                  </a:lnTo>
                  <a:lnTo>
                    <a:pt x="8198" y="5393"/>
                  </a:lnTo>
                  <a:lnTo>
                    <a:pt x="8158" y="5432"/>
                  </a:lnTo>
                  <a:lnTo>
                    <a:pt x="8138" y="5432"/>
                  </a:lnTo>
                  <a:lnTo>
                    <a:pt x="8138" y="5412"/>
                  </a:lnTo>
                  <a:lnTo>
                    <a:pt x="8158" y="5353"/>
                  </a:lnTo>
                  <a:lnTo>
                    <a:pt x="8059" y="5393"/>
                  </a:lnTo>
                  <a:lnTo>
                    <a:pt x="8099" y="5393"/>
                  </a:lnTo>
                  <a:lnTo>
                    <a:pt x="8119" y="5412"/>
                  </a:lnTo>
                  <a:lnTo>
                    <a:pt x="8119" y="5432"/>
                  </a:lnTo>
                  <a:lnTo>
                    <a:pt x="8119" y="5472"/>
                  </a:lnTo>
                  <a:lnTo>
                    <a:pt x="8079" y="5570"/>
                  </a:lnTo>
                  <a:lnTo>
                    <a:pt x="8040" y="5669"/>
                  </a:lnTo>
                  <a:lnTo>
                    <a:pt x="8040" y="5669"/>
                  </a:lnTo>
                  <a:lnTo>
                    <a:pt x="8059" y="5649"/>
                  </a:lnTo>
                  <a:lnTo>
                    <a:pt x="8079" y="5630"/>
                  </a:lnTo>
                  <a:lnTo>
                    <a:pt x="8099" y="5570"/>
                  </a:lnTo>
                  <a:lnTo>
                    <a:pt x="8119" y="5511"/>
                  </a:lnTo>
                  <a:lnTo>
                    <a:pt x="8138" y="5511"/>
                  </a:lnTo>
                  <a:lnTo>
                    <a:pt x="8178" y="5491"/>
                  </a:lnTo>
                  <a:lnTo>
                    <a:pt x="8178" y="5590"/>
                  </a:lnTo>
                  <a:lnTo>
                    <a:pt x="8198" y="5649"/>
                  </a:lnTo>
                  <a:lnTo>
                    <a:pt x="8217" y="5689"/>
                  </a:lnTo>
                  <a:lnTo>
                    <a:pt x="8257" y="5709"/>
                  </a:lnTo>
                  <a:lnTo>
                    <a:pt x="8296" y="5728"/>
                  </a:lnTo>
                  <a:lnTo>
                    <a:pt x="8316" y="5768"/>
                  </a:lnTo>
                  <a:lnTo>
                    <a:pt x="8296" y="5847"/>
                  </a:lnTo>
                  <a:lnTo>
                    <a:pt x="8257" y="5965"/>
                  </a:lnTo>
                  <a:lnTo>
                    <a:pt x="8257" y="5965"/>
                  </a:lnTo>
                  <a:lnTo>
                    <a:pt x="8415" y="5906"/>
                  </a:lnTo>
                  <a:lnTo>
                    <a:pt x="8514" y="5886"/>
                  </a:lnTo>
                  <a:lnTo>
                    <a:pt x="8573" y="5886"/>
                  </a:lnTo>
                  <a:lnTo>
                    <a:pt x="8632" y="5847"/>
                  </a:lnTo>
                  <a:lnTo>
                    <a:pt x="8672" y="5827"/>
                  </a:lnTo>
                  <a:lnTo>
                    <a:pt x="8691" y="5807"/>
                  </a:lnTo>
                  <a:lnTo>
                    <a:pt x="8751" y="5748"/>
                  </a:lnTo>
                  <a:lnTo>
                    <a:pt x="8751" y="5689"/>
                  </a:lnTo>
                  <a:lnTo>
                    <a:pt x="8711" y="5689"/>
                  </a:lnTo>
                  <a:lnTo>
                    <a:pt x="8632" y="5709"/>
                  </a:lnTo>
                  <a:lnTo>
                    <a:pt x="8553" y="5709"/>
                  </a:lnTo>
                  <a:lnTo>
                    <a:pt x="8533" y="5689"/>
                  </a:lnTo>
                  <a:lnTo>
                    <a:pt x="8533" y="5610"/>
                  </a:lnTo>
                  <a:lnTo>
                    <a:pt x="8494" y="5649"/>
                  </a:lnTo>
                  <a:lnTo>
                    <a:pt x="8454" y="5689"/>
                  </a:lnTo>
                  <a:lnTo>
                    <a:pt x="8375" y="5788"/>
                  </a:lnTo>
                  <a:lnTo>
                    <a:pt x="8336" y="5788"/>
                  </a:lnTo>
                  <a:lnTo>
                    <a:pt x="8336" y="5748"/>
                  </a:lnTo>
                  <a:lnTo>
                    <a:pt x="8336" y="5728"/>
                  </a:lnTo>
                  <a:lnTo>
                    <a:pt x="8356" y="5669"/>
                  </a:lnTo>
                  <a:lnTo>
                    <a:pt x="8395" y="5669"/>
                  </a:lnTo>
                  <a:lnTo>
                    <a:pt x="8435" y="5630"/>
                  </a:lnTo>
                  <a:lnTo>
                    <a:pt x="8514" y="5551"/>
                  </a:lnTo>
                  <a:lnTo>
                    <a:pt x="8573" y="5491"/>
                  </a:lnTo>
                  <a:lnTo>
                    <a:pt x="8612" y="5472"/>
                  </a:lnTo>
                  <a:lnTo>
                    <a:pt x="8652" y="5491"/>
                  </a:lnTo>
                  <a:lnTo>
                    <a:pt x="8652" y="5432"/>
                  </a:lnTo>
                  <a:lnTo>
                    <a:pt x="8632" y="5393"/>
                  </a:lnTo>
                  <a:lnTo>
                    <a:pt x="8612" y="5353"/>
                  </a:lnTo>
                  <a:lnTo>
                    <a:pt x="8593" y="5314"/>
                  </a:lnTo>
                  <a:lnTo>
                    <a:pt x="8632" y="5235"/>
                  </a:lnTo>
                  <a:lnTo>
                    <a:pt x="8672" y="5156"/>
                  </a:lnTo>
                  <a:lnTo>
                    <a:pt x="8810" y="5057"/>
                  </a:lnTo>
                  <a:lnTo>
                    <a:pt x="8928" y="4978"/>
                  </a:lnTo>
                  <a:lnTo>
                    <a:pt x="8889" y="5057"/>
                  </a:lnTo>
                  <a:lnTo>
                    <a:pt x="8849" y="5096"/>
                  </a:lnTo>
                  <a:lnTo>
                    <a:pt x="9067" y="4998"/>
                  </a:lnTo>
                  <a:lnTo>
                    <a:pt x="9007" y="5136"/>
                  </a:lnTo>
                  <a:lnTo>
                    <a:pt x="8948" y="5235"/>
                  </a:lnTo>
                  <a:lnTo>
                    <a:pt x="8968" y="5254"/>
                  </a:lnTo>
                  <a:lnTo>
                    <a:pt x="8988" y="5254"/>
                  </a:lnTo>
                  <a:lnTo>
                    <a:pt x="9047" y="5274"/>
                  </a:lnTo>
                  <a:lnTo>
                    <a:pt x="9067" y="5274"/>
                  </a:lnTo>
                  <a:lnTo>
                    <a:pt x="9086" y="5294"/>
                  </a:lnTo>
                  <a:lnTo>
                    <a:pt x="9086" y="5333"/>
                  </a:lnTo>
                  <a:lnTo>
                    <a:pt x="9047" y="5373"/>
                  </a:lnTo>
                  <a:lnTo>
                    <a:pt x="9086" y="5373"/>
                  </a:lnTo>
                  <a:lnTo>
                    <a:pt x="9106" y="5333"/>
                  </a:lnTo>
                  <a:lnTo>
                    <a:pt x="9106" y="5274"/>
                  </a:lnTo>
                  <a:lnTo>
                    <a:pt x="9126" y="5215"/>
                  </a:lnTo>
                  <a:lnTo>
                    <a:pt x="9047" y="5175"/>
                  </a:lnTo>
                  <a:lnTo>
                    <a:pt x="9086" y="5116"/>
                  </a:lnTo>
                  <a:lnTo>
                    <a:pt x="9106" y="5096"/>
                  </a:lnTo>
                  <a:lnTo>
                    <a:pt x="9126" y="5116"/>
                  </a:lnTo>
                  <a:lnTo>
                    <a:pt x="9146" y="5136"/>
                  </a:lnTo>
                  <a:lnTo>
                    <a:pt x="9146" y="5156"/>
                  </a:lnTo>
                  <a:lnTo>
                    <a:pt x="9205" y="5156"/>
                  </a:lnTo>
                  <a:lnTo>
                    <a:pt x="9244" y="5116"/>
                  </a:lnTo>
                  <a:lnTo>
                    <a:pt x="9304" y="5017"/>
                  </a:lnTo>
                  <a:lnTo>
                    <a:pt x="9343" y="4998"/>
                  </a:lnTo>
                  <a:lnTo>
                    <a:pt x="9738" y="4148"/>
                  </a:lnTo>
                  <a:lnTo>
                    <a:pt x="9738" y="4148"/>
                  </a:lnTo>
                  <a:lnTo>
                    <a:pt x="9679" y="4168"/>
                  </a:lnTo>
                  <a:lnTo>
                    <a:pt x="9639" y="4168"/>
                  </a:lnTo>
                  <a:lnTo>
                    <a:pt x="9600" y="4148"/>
                  </a:lnTo>
                  <a:lnTo>
                    <a:pt x="9580" y="4128"/>
                  </a:lnTo>
                  <a:lnTo>
                    <a:pt x="9620" y="4069"/>
                  </a:lnTo>
                  <a:lnTo>
                    <a:pt x="9659" y="4030"/>
                  </a:lnTo>
                  <a:lnTo>
                    <a:pt x="9718" y="4010"/>
                  </a:lnTo>
                  <a:lnTo>
                    <a:pt x="9758" y="4010"/>
                  </a:lnTo>
                  <a:lnTo>
                    <a:pt x="9797" y="3990"/>
                  </a:lnTo>
                  <a:lnTo>
                    <a:pt x="9817" y="3951"/>
                  </a:lnTo>
                  <a:lnTo>
                    <a:pt x="9837" y="3891"/>
                  </a:lnTo>
                  <a:lnTo>
                    <a:pt x="9837" y="3872"/>
                  </a:lnTo>
                  <a:lnTo>
                    <a:pt x="9817" y="3872"/>
                  </a:lnTo>
                  <a:lnTo>
                    <a:pt x="9778" y="3891"/>
                  </a:lnTo>
                  <a:lnTo>
                    <a:pt x="9758" y="3951"/>
                  </a:lnTo>
                  <a:lnTo>
                    <a:pt x="9738" y="3990"/>
                  </a:lnTo>
                  <a:lnTo>
                    <a:pt x="9679" y="3891"/>
                  </a:lnTo>
                  <a:lnTo>
                    <a:pt x="9659" y="3812"/>
                  </a:lnTo>
                  <a:lnTo>
                    <a:pt x="9679" y="3714"/>
                  </a:lnTo>
                  <a:lnTo>
                    <a:pt x="9580" y="3753"/>
                  </a:lnTo>
                  <a:lnTo>
                    <a:pt x="9521" y="3773"/>
                  </a:lnTo>
                  <a:lnTo>
                    <a:pt x="9481" y="3793"/>
                  </a:lnTo>
                  <a:lnTo>
                    <a:pt x="9383" y="3872"/>
                  </a:lnTo>
                  <a:lnTo>
                    <a:pt x="9422" y="3872"/>
                  </a:lnTo>
                  <a:lnTo>
                    <a:pt x="9462" y="3832"/>
                  </a:lnTo>
                  <a:lnTo>
                    <a:pt x="9501" y="3832"/>
                  </a:lnTo>
                  <a:lnTo>
                    <a:pt x="9501" y="3852"/>
                  </a:lnTo>
                  <a:lnTo>
                    <a:pt x="9363" y="3970"/>
                  </a:lnTo>
                  <a:lnTo>
                    <a:pt x="9343" y="3951"/>
                  </a:lnTo>
                  <a:lnTo>
                    <a:pt x="9323" y="3931"/>
                  </a:lnTo>
                  <a:lnTo>
                    <a:pt x="9323" y="3852"/>
                  </a:lnTo>
                  <a:lnTo>
                    <a:pt x="9323" y="3793"/>
                  </a:lnTo>
                  <a:lnTo>
                    <a:pt x="9304" y="3733"/>
                  </a:lnTo>
                  <a:lnTo>
                    <a:pt x="9383" y="3714"/>
                  </a:lnTo>
                  <a:lnTo>
                    <a:pt x="9363" y="3733"/>
                  </a:lnTo>
                  <a:lnTo>
                    <a:pt x="9363" y="3733"/>
                  </a:lnTo>
                  <a:lnTo>
                    <a:pt x="9402" y="3714"/>
                  </a:lnTo>
                  <a:lnTo>
                    <a:pt x="9442" y="3714"/>
                  </a:lnTo>
                  <a:lnTo>
                    <a:pt x="9481" y="3694"/>
                  </a:lnTo>
                  <a:lnTo>
                    <a:pt x="9521" y="3654"/>
                  </a:lnTo>
                  <a:lnTo>
                    <a:pt x="9521" y="3654"/>
                  </a:lnTo>
                  <a:lnTo>
                    <a:pt x="9462" y="3674"/>
                  </a:lnTo>
                  <a:lnTo>
                    <a:pt x="9422" y="3674"/>
                  </a:lnTo>
                  <a:lnTo>
                    <a:pt x="9383" y="3654"/>
                  </a:lnTo>
                  <a:lnTo>
                    <a:pt x="9363" y="3635"/>
                  </a:lnTo>
                  <a:lnTo>
                    <a:pt x="9323" y="3654"/>
                  </a:lnTo>
                  <a:lnTo>
                    <a:pt x="9343" y="3635"/>
                  </a:lnTo>
                  <a:lnTo>
                    <a:pt x="9304" y="3635"/>
                  </a:lnTo>
                  <a:lnTo>
                    <a:pt x="9264" y="3615"/>
                  </a:lnTo>
                  <a:lnTo>
                    <a:pt x="9244" y="3516"/>
                  </a:lnTo>
                  <a:lnTo>
                    <a:pt x="9225" y="3477"/>
                  </a:lnTo>
                  <a:lnTo>
                    <a:pt x="9205" y="3477"/>
                  </a:lnTo>
                  <a:lnTo>
                    <a:pt x="9165" y="3496"/>
                  </a:lnTo>
                  <a:lnTo>
                    <a:pt x="9086" y="3556"/>
                  </a:lnTo>
                  <a:lnTo>
                    <a:pt x="9106" y="3575"/>
                  </a:lnTo>
                  <a:lnTo>
                    <a:pt x="9086" y="3615"/>
                  </a:lnTo>
                  <a:lnTo>
                    <a:pt x="9067" y="3674"/>
                  </a:lnTo>
                  <a:lnTo>
                    <a:pt x="9027" y="3714"/>
                  </a:lnTo>
                  <a:lnTo>
                    <a:pt x="9047" y="3674"/>
                  </a:lnTo>
                  <a:lnTo>
                    <a:pt x="9027" y="3635"/>
                  </a:lnTo>
                  <a:lnTo>
                    <a:pt x="9027" y="3595"/>
                  </a:lnTo>
                  <a:lnTo>
                    <a:pt x="9027" y="3556"/>
                  </a:lnTo>
                  <a:lnTo>
                    <a:pt x="9067" y="3536"/>
                  </a:lnTo>
                  <a:lnTo>
                    <a:pt x="9027" y="3477"/>
                  </a:lnTo>
                  <a:lnTo>
                    <a:pt x="8988" y="3457"/>
                  </a:lnTo>
                  <a:lnTo>
                    <a:pt x="8968" y="3457"/>
                  </a:lnTo>
                  <a:lnTo>
                    <a:pt x="8889" y="3595"/>
                  </a:lnTo>
                  <a:lnTo>
                    <a:pt x="8849" y="3635"/>
                  </a:lnTo>
                  <a:lnTo>
                    <a:pt x="8790" y="3654"/>
                  </a:lnTo>
                  <a:lnTo>
                    <a:pt x="8790" y="3615"/>
                  </a:lnTo>
                  <a:lnTo>
                    <a:pt x="8810" y="3575"/>
                  </a:lnTo>
                  <a:lnTo>
                    <a:pt x="8869" y="3496"/>
                  </a:lnTo>
                  <a:lnTo>
                    <a:pt x="8928" y="3437"/>
                  </a:lnTo>
                  <a:lnTo>
                    <a:pt x="8948" y="3398"/>
                  </a:lnTo>
                  <a:lnTo>
                    <a:pt x="8968" y="3338"/>
                  </a:lnTo>
                  <a:lnTo>
                    <a:pt x="8810" y="3398"/>
                  </a:lnTo>
                  <a:lnTo>
                    <a:pt x="8849" y="3299"/>
                  </a:lnTo>
                  <a:lnTo>
                    <a:pt x="8810" y="3240"/>
                  </a:lnTo>
                  <a:lnTo>
                    <a:pt x="8751" y="3220"/>
                  </a:lnTo>
                  <a:lnTo>
                    <a:pt x="8691" y="3240"/>
                  </a:lnTo>
                  <a:lnTo>
                    <a:pt x="8612" y="3240"/>
                  </a:lnTo>
                  <a:lnTo>
                    <a:pt x="8474" y="3279"/>
                  </a:lnTo>
                  <a:lnTo>
                    <a:pt x="8415" y="3279"/>
                  </a:lnTo>
                  <a:lnTo>
                    <a:pt x="8356" y="3259"/>
                  </a:lnTo>
                  <a:lnTo>
                    <a:pt x="8435" y="3180"/>
                  </a:lnTo>
                  <a:lnTo>
                    <a:pt x="8494" y="3141"/>
                  </a:lnTo>
                  <a:lnTo>
                    <a:pt x="8573" y="3121"/>
                  </a:lnTo>
                  <a:lnTo>
                    <a:pt x="8612" y="3121"/>
                  </a:lnTo>
                  <a:lnTo>
                    <a:pt x="8612" y="3082"/>
                  </a:lnTo>
                  <a:lnTo>
                    <a:pt x="8612" y="3062"/>
                  </a:lnTo>
                  <a:lnTo>
                    <a:pt x="8553" y="3042"/>
                  </a:lnTo>
                  <a:lnTo>
                    <a:pt x="8514" y="3042"/>
                  </a:lnTo>
                  <a:lnTo>
                    <a:pt x="8494" y="3022"/>
                  </a:lnTo>
                  <a:lnTo>
                    <a:pt x="8474" y="2983"/>
                  </a:lnTo>
                  <a:lnTo>
                    <a:pt x="8454" y="2963"/>
                  </a:lnTo>
                  <a:lnTo>
                    <a:pt x="8435" y="2963"/>
                  </a:lnTo>
                  <a:lnTo>
                    <a:pt x="8375" y="3003"/>
                  </a:lnTo>
                  <a:lnTo>
                    <a:pt x="8316" y="3062"/>
                  </a:lnTo>
                  <a:lnTo>
                    <a:pt x="8277" y="3121"/>
                  </a:lnTo>
                  <a:lnTo>
                    <a:pt x="8237" y="3121"/>
                  </a:lnTo>
                  <a:lnTo>
                    <a:pt x="8237" y="3062"/>
                  </a:lnTo>
                  <a:lnTo>
                    <a:pt x="8296" y="2983"/>
                  </a:lnTo>
                  <a:lnTo>
                    <a:pt x="8257" y="3022"/>
                  </a:lnTo>
                  <a:lnTo>
                    <a:pt x="8217" y="3042"/>
                  </a:lnTo>
                  <a:lnTo>
                    <a:pt x="8178" y="3062"/>
                  </a:lnTo>
                  <a:lnTo>
                    <a:pt x="8158" y="3062"/>
                  </a:lnTo>
                  <a:lnTo>
                    <a:pt x="8099" y="3042"/>
                  </a:lnTo>
                  <a:lnTo>
                    <a:pt x="8040" y="3022"/>
                  </a:lnTo>
                  <a:lnTo>
                    <a:pt x="8099" y="2943"/>
                  </a:lnTo>
                  <a:lnTo>
                    <a:pt x="7941" y="3003"/>
                  </a:lnTo>
                  <a:lnTo>
                    <a:pt x="7941" y="3022"/>
                  </a:lnTo>
                  <a:lnTo>
                    <a:pt x="7921" y="3062"/>
                  </a:lnTo>
                  <a:lnTo>
                    <a:pt x="7862" y="3141"/>
                  </a:lnTo>
                  <a:lnTo>
                    <a:pt x="7842" y="3121"/>
                  </a:lnTo>
                  <a:lnTo>
                    <a:pt x="7842" y="3220"/>
                  </a:lnTo>
                  <a:lnTo>
                    <a:pt x="7862" y="3240"/>
                  </a:lnTo>
                  <a:lnTo>
                    <a:pt x="7901" y="3259"/>
                  </a:lnTo>
                  <a:lnTo>
                    <a:pt x="7961" y="3240"/>
                  </a:lnTo>
                  <a:lnTo>
                    <a:pt x="8000" y="3240"/>
                  </a:lnTo>
                  <a:lnTo>
                    <a:pt x="8040" y="3259"/>
                  </a:lnTo>
                  <a:lnTo>
                    <a:pt x="8059" y="3299"/>
                  </a:lnTo>
                  <a:lnTo>
                    <a:pt x="8059" y="3398"/>
                  </a:lnTo>
                  <a:lnTo>
                    <a:pt x="8020" y="3417"/>
                  </a:lnTo>
                  <a:lnTo>
                    <a:pt x="8000" y="3457"/>
                  </a:lnTo>
                  <a:lnTo>
                    <a:pt x="8000" y="3477"/>
                  </a:lnTo>
                  <a:lnTo>
                    <a:pt x="7961" y="3496"/>
                  </a:lnTo>
                  <a:lnTo>
                    <a:pt x="7961" y="3477"/>
                  </a:lnTo>
                  <a:lnTo>
                    <a:pt x="7980" y="3437"/>
                  </a:lnTo>
                  <a:lnTo>
                    <a:pt x="7901" y="3516"/>
                  </a:lnTo>
                  <a:lnTo>
                    <a:pt x="7882" y="3536"/>
                  </a:lnTo>
                  <a:lnTo>
                    <a:pt x="7882" y="3556"/>
                  </a:lnTo>
                  <a:lnTo>
                    <a:pt x="7803" y="3654"/>
                  </a:lnTo>
                  <a:lnTo>
                    <a:pt x="7783" y="3674"/>
                  </a:lnTo>
                  <a:lnTo>
                    <a:pt x="7743" y="3694"/>
                  </a:lnTo>
                  <a:lnTo>
                    <a:pt x="7684" y="3674"/>
                  </a:lnTo>
                  <a:lnTo>
                    <a:pt x="7625" y="3694"/>
                  </a:lnTo>
                  <a:lnTo>
                    <a:pt x="7625" y="3635"/>
                  </a:lnTo>
                  <a:lnTo>
                    <a:pt x="7645" y="3595"/>
                  </a:lnTo>
                  <a:lnTo>
                    <a:pt x="7704" y="3536"/>
                  </a:lnTo>
                  <a:lnTo>
                    <a:pt x="7783" y="3496"/>
                  </a:lnTo>
                  <a:lnTo>
                    <a:pt x="7842" y="3457"/>
                  </a:lnTo>
                  <a:lnTo>
                    <a:pt x="7783" y="3477"/>
                  </a:lnTo>
                  <a:lnTo>
                    <a:pt x="7763" y="3477"/>
                  </a:lnTo>
                  <a:lnTo>
                    <a:pt x="7743" y="3457"/>
                  </a:lnTo>
                  <a:lnTo>
                    <a:pt x="7842" y="3319"/>
                  </a:lnTo>
                  <a:lnTo>
                    <a:pt x="7763" y="3358"/>
                  </a:lnTo>
                  <a:lnTo>
                    <a:pt x="7724" y="3398"/>
                  </a:lnTo>
                  <a:lnTo>
                    <a:pt x="7704" y="3477"/>
                  </a:lnTo>
                  <a:lnTo>
                    <a:pt x="7645" y="3556"/>
                  </a:lnTo>
                  <a:lnTo>
                    <a:pt x="7605" y="3615"/>
                  </a:lnTo>
                  <a:lnTo>
                    <a:pt x="7585" y="3635"/>
                  </a:lnTo>
                  <a:lnTo>
                    <a:pt x="7565" y="3615"/>
                  </a:lnTo>
                  <a:lnTo>
                    <a:pt x="7565" y="3595"/>
                  </a:lnTo>
                  <a:lnTo>
                    <a:pt x="7546" y="3536"/>
                  </a:lnTo>
                  <a:lnTo>
                    <a:pt x="7546" y="3516"/>
                  </a:lnTo>
                  <a:lnTo>
                    <a:pt x="7585" y="3496"/>
                  </a:lnTo>
                  <a:lnTo>
                    <a:pt x="7565" y="3457"/>
                  </a:lnTo>
                  <a:lnTo>
                    <a:pt x="7546" y="3457"/>
                  </a:lnTo>
                  <a:lnTo>
                    <a:pt x="7506" y="3477"/>
                  </a:lnTo>
                  <a:lnTo>
                    <a:pt x="7447" y="3496"/>
                  </a:lnTo>
                  <a:lnTo>
                    <a:pt x="7407" y="3496"/>
                  </a:lnTo>
                  <a:lnTo>
                    <a:pt x="7447" y="3358"/>
                  </a:lnTo>
                  <a:lnTo>
                    <a:pt x="7447" y="3398"/>
                  </a:lnTo>
                  <a:lnTo>
                    <a:pt x="7467" y="3417"/>
                  </a:lnTo>
                  <a:lnTo>
                    <a:pt x="7546" y="3358"/>
                  </a:lnTo>
                  <a:lnTo>
                    <a:pt x="7605" y="3299"/>
                  </a:lnTo>
                  <a:lnTo>
                    <a:pt x="7645" y="3279"/>
                  </a:lnTo>
                  <a:lnTo>
                    <a:pt x="7645" y="3240"/>
                  </a:lnTo>
                  <a:lnTo>
                    <a:pt x="7664" y="3180"/>
                  </a:lnTo>
                  <a:lnTo>
                    <a:pt x="7704" y="3121"/>
                  </a:lnTo>
                  <a:lnTo>
                    <a:pt x="7743" y="3082"/>
                  </a:lnTo>
                  <a:lnTo>
                    <a:pt x="7941" y="2924"/>
                  </a:lnTo>
                  <a:lnTo>
                    <a:pt x="7901" y="2904"/>
                  </a:lnTo>
                  <a:lnTo>
                    <a:pt x="7882" y="2884"/>
                  </a:lnTo>
                  <a:lnTo>
                    <a:pt x="7862" y="2845"/>
                  </a:lnTo>
                  <a:lnTo>
                    <a:pt x="7862" y="2785"/>
                  </a:lnTo>
                  <a:lnTo>
                    <a:pt x="7822" y="2825"/>
                  </a:lnTo>
                  <a:lnTo>
                    <a:pt x="7783" y="2825"/>
                  </a:lnTo>
                  <a:lnTo>
                    <a:pt x="7743" y="2805"/>
                  </a:lnTo>
                  <a:lnTo>
                    <a:pt x="7724" y="2785"/>
                  </a:lnTo>
                  <a:lnTo>
                    <a:pt x="7704" y="2766"/>
                  </a:lnTo>
                  <a:lnTo>
                    <a:pt x="7684" y="2746"/>
                  </a:lnTo>
                  <a:lnTo>
                    <a:pt x="7625" y="2766"/>
                  </a:lnTo>
                  <a:lnTo>
                    <a:pt x="7565" y="2825"/>
                  </a:lnTo>
                  <a:lnTo>
                    <a:pt x="7585" y="2785"/>
                  </a:lnTo>
                  <a:lnTo>
                    <a:pt x="7605" y="2746"/>
                  </a:lnTo>
                  <a:lnTo>
                    <a:pt x="7625" y="2726"/>
                  </a:lnTo>
                  <a:lnTo>
                    <a:pt x="7625" y="2706"/>
                  </a:lnTo>
                  <a:lnTo>
                    <a:pt x="7565" y="2667"/>
                  </a:lnTo>
                  <a:lnTo>
                    <a:pt x="7506" y="2647"/>
                  </a:lnTo>
                  <a:lnTo>
                    <a:pt x="7427" y="2647"/>
                  </a:lnTo>
                  <a:lnTo>
                    <a:pt x="7348" y="2667"/>
                  </a:lnTo>
                  <a:lnTo>
                    <a:pt x="7328" y="2647"/>
                  </a:lnTo>
                  <a:lnTo>
                    <a:pt x="7348" y="2608"/>
                  </a:lnTo>
                  <a:lnTo>
                    <a:pt x="7388" y="2529"/>
                  </a:lnTo>
                  <a:lnTo>
                    <a:pt x="7328" y="2469"/>
                  </a:lnTo>
                  <a:lnTo>
                    <a:pt x="7249" y="2449"/>
                  </a:lnTo>
                  <a:lnTo>
                    <a:pt x="7190" y="2469"/>
                  </a:lnTo>
                  <a:lnTo>
                    <a:pt x="7111" y="2489"/>
                  </a:lnTo>
                  <a:lnTo>
                    <a:pt x="7032" y="2509"/>
                  </a:lnTo>
                  <a:lnTo>
                    <a:pt x="6874" y="2509"/>
                  </a:lnTo>
                  <a:lnTo>
                    <a:pt x="6815" y="2449"/>
                  </a:lnTo>
                  <a:lnTo>
                    <a:pt x="6894" y="2390"/>
                  </a:lnTo>
                  <a:lnTo>
                    <a:pt x="6874" y="2351"/>
                  </a:lnTo>
                  <a:lnTo>
                    <a:pt x="6835" y="2331"/>
                  </a:lnTo>
                  <a:lnTo>
                    <a:pt x="6795" y="2351"/>
                  </a:lnTo>
                  <a:lnTo>
                    <a:pt x="6756" y="2390"/>
                  </a:lnTo>
                  <a:lnTo>
                    <a:pt x="6775" y="2311"/>
                  </a:lnTo>
                  <a:lnTo>
                    <a:pt x="6756" y="2272"/>
                  </a:lnTo>
                  <a:lnTo>
                    <a:pt x="6657" y="2272"/>
                  </a:lnTo>
                  <a:lnTo>
                    <a:pt x="6617" y="2291"/>
                  </a:lnTo>
                  <a:lnTo>
                    <a:pt x="6578" y="2272"/>
                  </a:lnTo>
                  <a:lnTo>
                    <a:pt x="6558" y="2232"/>
                  </a:lnTo>
                  <a:lnTo>
                    <a:pt x="6558" y="2153"/>
                  </a:lnTo>
                  <a:lnTo>
                    <a:pt x="6538" y="2114"/>
                  </a:lnTo>
                  <a:lnTo>
                    <a:pt x="6499" y="2114"/>
                  </a:lnTo>
                  <a:lnTo>
                    <a:pt x="6440" y="2173"/>
                  </a:lnTo>
                  <a:lnTo>
                    <a:pt x="6361" y="2232"/>
                  </a:lnTo>
                  <a:lnTo>
                    <a:pt x="6321" y="2252"/>
                  </a:lnTo>
                  <a:lnTo>
                    <a:pt x="6282" y="2272"/>
                  </a:lnTo>
                  <a:lnTo>
                    <a:pt x="6341" y="2173"/>
                  </a:lnTo>
                  <a:lnTo>
                    <a:pt x="6380" y="2114"/>
                  </a:lnTo>
                  <a:lnTo>
                    <a:pt x="6380" y="2074"/>
                  </a:lnTo>
                  <a:lnTo>
                    <a:pt x="6163" y="2035"/>
                  </a:lnTo>
                  <a:lnTo>
                    <a:pt x="5985" y="1995"/>
                  </a:lnTo>
                  <a:lnTo>
                    <a:pt x="5590" y="1877"/>
                  </a:lnTo>
                  <a:lnTo>
                    <a:pt x="5650" y="1837"/>
                  </a:lnTo>
                  <a:lnTo>
                    <a:pt x="5571" y="1798"/>
                  </a:lnTo>
                  <a:lnTo>
                    <a:pt x="5353" y="1798"/>
                  </a:lnTo>
                  <a:lnTo>
                    <a:pt x="5215" y="1817"/>
                  </a:lnTo>
                  <a:lnTo>
                    <a:pt x="5156" y="1798"/>
                  </a:lnTo>
                  <a:lnTo>
                    <a:pt x="5096" y="1738"/>
                  </a:lnTo>
                  <a:lnTo>
                    <a:pt x="5017" y="1798"/>
                  </a:lnTo>
                  <a:lnTo>
                    <a:pt x="4958" y="1837"/>
                  </a:lnTo>
                  <a:lnTo>
                    <a:pt x="4938" y="1896"/>
                  </a:lnTo>
                  <a:lnTo>
                    <a:pt x="4938" y="1936"/>
                  </a:lnTo>
                  <a:lnTo>
                    <a:pt x="4919" y="1995"/>
                  </a:lnTo>
                  <a:lnTo>
                    <a:pt x="4859" y="2153"/>
                  </a:lnTo>
                  <a:lnTo>
                    <a:pt x="4800" y="2153"/>
                  </a:lnTo>
                  <a:lnTo>
                    <a:pt x="4780" y="2133"/>
                  </a:lnTo>
                  <a:lnTo>
                    <a:pt x="4780" y="2094"/>
                  </a:lnTo>
                  <a:lnTo>
                    <a:pt x="4800" y="2054"/>
                  </a:lnTo>
                  <a:lnTo>
                    <a:pt x="4820" y="1956"/>
                  </a:lnTo>
                  <a:lnTo>
                    <a:pt x="4820" y="1936"/>
                  </a:lnTo>
                  <a:lnTo>
                    <a:pt x="4780" y="1916"/>
                  </a:lnTo>
                  <a:lnTo>
                    <a:pt x="4840" y="1817"/>
                  </a:lnTo>
                  <a:lnTo>
                    <a:pt x="4879" y="1758"/>
                  </a:lnTo>
                  <a:lnTo>
                    <a:pt x="4938" y="1719"/>
                  </a:lnTo>
                  <a:lnTo>
                    <a:pt x="4998" y="1640"/>
                  </a:lnTo>
                  <a:lnTo>
                    <a:pt x="4998" y="1640"/>
                  </a:lnTo>
                  <a:lnTo>
                    <a:pt x="4800" y="1699"/>
                  </a:lnTo>
                  <a:lnTo>
                    <a:pt x="4800" y="1679"/>
                  </a:lnTo>
                  <a:lnTo>
                    <a:pt x="4780" y="1659"/>
                  </a:lnTo>
                  <a:lnTo>
                    <a:pt x="4721" y="1640"/>
                  </a:lnTo>
                  <a:lnTo>
                    <a:pt x="4662" y="1620"/>
                  </a:lnTo>
                  <a:lnTo>
                    <a:pt x="4642" y="1600"/>
                  </a:lnTo>
                  <a:lnTo>
                    <a:pt x="4642" y="1580"/>
                  </a:lnTo>
                  <a:lnTo>
                    <a:pt x="4662" y="1561"/>
                  </a:lnTo>
                  <a:lnTo>
                    <a:pt x="4682" y="1521"/>
                  </a:lnTo>
                  <a:lnTo>
                    <a:pt x="4721" y="1482"/>
                  </a:lnTo>
                  <a:lnTo>
                    <a:pt x="4721" y="1501"/>
                  </a:lnTo>
                  <a:lnTo>
                    <a:pt x="4721" y="1521"/>
                  </a:lnTo>
                  <a:lnTo>
                    <a:pt x="4701" y="1541"/>
                  </a:lnTo>
                  <a:lnTo>
                    <a:pt x="4741" y="1561"/>
                  </a:lnTo>
                  <a:lnTo>
                    <a:pt x="4761" y="1561"/>
                  </a:lnTo>
                  <a:lnTo>
                    <a:pt x="4800" y="1541"/>
                  </a:lnTo>
                  <a:lnTo>
                    <a:pt x="4840" y="1501"/>
                  </a:lnTo>
                  <a:lnTo>
                    <a:pt x="4879" y="1482"/>
                  </a:lnTo>
                  <a:lnTo>
                    <a:pt x="4761" y="1482"/>
                  </a:lnTo>
                  <a:lnTo>
                    <a:pt x="4682" y="1462"/>
                  </a:lnTo>
                  <a:lnTo>
                    <a:pt x="4642" y="1422"/>
                  </a:lnTo>
                  <a:lnTo>
                    <a:pt x="4603" y="1482"/>
                  </a:lnTo>
                  <a:lnTo>
                    <a:pt x="4563" y="1501"/>
                  </a:lnTo>
                  <a:lnTo>
                    <a:pt x="4524" y="1501"/>
                  </a:lnTo>
                  <a:lnTo>
                    <a:pt x="4484" y="1521"/>
                  </a:lnTo>
                  <a:lnTo>
                    <a:pt x="4484" y="1501"/>
                  </a:lnTo>
                  <a:lnTo>
                    <a:pt x="4464" y="1541"/>
                  </a:lnTo>
                  <a:lnTo>
                    <a:pt x="4425" y="1561"/>
                  </a:lnTo>
                  <a:lnTo>
                    <a:pt x="4385" y="1600"/>
                  </a:lnTo>
                  <a:lnTo>
                    <a:pt x="4445" y="1422"/>
                  </a:lnTo>
                  <a:lnTo>
                    <a:pt x="4425" y="1442"/>
                  </a:lnTo>
                  <a:lnTo>
                    <a:pt x="4405" y="1462"/>
                  </a:lnTo>
                  <a:lnTo>
                    <a:pt x="4405" y="1501"/>
                  </a:lnTo>
                  <a:lnTo>
                    <a:pt x="4366" y="1521"/>
                  </a:lnTo>
                  <a:lnTo>
                    <a:pt x="4306" y="1521"/>
                  </a:lnTo>
                  <a:lnTo>
                    <a:pt x="4247" y="1482"/>
                  </a:lnTo>
                  <a:lnTo>
                    <a:pt x="4227" y="1462"/>
                  </a:lnTo>
                  <a:lnTo>
                    <a:pt x="4208" y="1403"/>
                  </a:lnTo>
                  <a:lnTo>
                    <a:pt x="4208" y="1363"/>
                  </a:lnTo>
                  <a:lnTo>
                    <a:pt x="4227" y="1304"/>
                  </a:lnTo>
                  <a:lnTo>
                    <a:pt x="4188" y="1304"/>
                  </a:lnTo>
                  <a:lnTo>
                    <a:pt x="4148" y="1324"/>
                  </a:lnTo>
                  <a:lnTo>
                    <a:pt x="4109" y="1343"/>
                  </a:lnTo>
                  <a:lnTo>
                    <a:pt x="4069" y="1324"/>
                  </a:lnTo>
                  <a:lnTo>
                    <a:pt x="4129" y="1245"/>
                  </a:lnTo>
                  <a:lnTo>
                    <a:pt x="4050" y="1185"/>
                  </a:lnTo>
                  <a:lnTo>
                    <a:pt x="3951" y="1146"/>
                  </a:lnTo>
                  <a:lnTo>
                    <a:pt x="3872" y="1087"/>
                  </a:lnTo>
                  <a:lnTo>
                    <a:pt x="3832" y="1047"/>
                  </a:lnTo>
                  <a:lnTo>
                    <a:pt x="3813" y="988"/>
                  </a:lnTo>
                  <a:lnTo>
                    <a:pt x="3655" y="1008"/>
                  </a:lnTo>
                  <a:lnTo>
                    <a:pt x="3576" y="1027"/>
                  </a:lnTo>
                  <a:lnTo>
                    <a:pt x="3497" y="1087"/>
                  </a:lnTo>
                  <a:lnTo>
                    <a:pt x="3516" y="1087"/>
                  </a:lnTo>
                  <a:lnTo>
                    <a:pt x="3536" y="1126"/>
                  </a:lnTo>
                  <a:lnTo>
                    <a:pt x="3536" y="1185"/>
                  </a:lnTo>
                  <a:lnTo>
                    <a:pt x="3477" y="1225"/>
                  </a:lnTo>
                  <a:lnTo>
                    <a:pt x="3457" y="1264"/>
                  </a:lnTo>
                  <a:lnTo>
                    <a:pt x="3358" y="1264"/>
                  </a:lnTo>
                  <a:lnTo>
                    <a:pt x="3378" y="1205"/>
                  </a:lnTo>
                  <a:lnTo>
                    <a:pt x="3358" y="1166"/>
                  </a:lnTo>
                  <a:lnTo>
                    <a:pt x="3358" y="1126"/>
                  </a:lnTo>
                  <a:lnTo>
                    <a:pt x="3398" y="1106"/>
                  </a:lnTo>
                  <a:lnTo>
                    <a:pt x="3418" y="1047"/>
                  </a:lnTo>
                  <a:lnTo>
                    <a:pt x="3418" y="1008"/>
                  </a:lnTo>
                  <a:lnTo>
                    <a:pt x="3398" y="988"/>
                  </a:lnTo>
                  <a:lnTo>
                    <a:pt x="3339" y="988"/>
                  </a:lnTo>
                  <a:lnTo>
                    <a:pt x="3319" y="968"/>
                  </a:lnTo>
                  <a:lnTo>
                    <a:pt x="3319" y="929"/>
                  </a:lnTo>
                  <a:lnTo>
                    <a:pt x="3339" y="869"/>
                  </a:lnTo>
                  <a:lnTo>
                    <a:pt x="3299" y="889"/>
                  </a:lnTo>
                  <a:lnTo>
                    <a:pt x="3181" y="889"/>
                  </a:lnTo>
                  <a:lnTo>
                    <a:pt x="3102" y="929"/>
                  </a:lnTo>
                  <a:lnTo>
                    <a:pt x="3141" y="889"/>
                  </a:lnTo>
                  <a:lnTo>
                    <a:pt x="3161" y="869"/>
                  </a:lnTo>
                  <a:lnTo>
                    <a:pt x="3200" y="869"/>
                  </a:lnTo>
                  <a:lnTo>
                    <a:pt x="3220" y="830"/>
                  </a:lnTo>
                  <a:lnTo>
                    <a:pt x="3161" y="850"/>
                  </a:lnTo>
                  <a:lnTo>
                    <a:pt x="3161" y="850"/>
                  </a:lnTo>
                  <a:lnTo>
                    <a:pt x="3200" y="790"/>
                  </a:lnTo>
                  <a:lnTo>
                    <a:pt x="3161" y="771"/>
                  </a:lnTo>
                  <a:lnTo>
                    <a:pt x="3141" y="771"/>
                  </a:lnTo>
                  <a:lnTo>
                    <a:pt x="3062" y="810"/>
                  </a:lnTo>
                  <a:lnTo>
                    <a:pt x="2983" y="889"/>
                  </a:lnTo>
                  <a:lnTo>
                    <a:pt x="2924" y="929"/>
                  </a:lnTo>
                  <a:lnTo>
                    <a:pt x="2944" y="909"/>
                  </a:lnTo>
                  <a:lnTo>
                    <a:pt x="2884" y="929"/>
                  </a:lnTo>
                  <a:lnTo>
                    <a:pt x="3003" y="790"/>
                  </a:lnTo>
                  <a:lnTo>
                    <a:pt x="3003" y="790"/>
                  </a:lnTo>
                  <a:lnTo>
                    <a:pt x="2944" y="810"/>
                  </a:lnTo>
                  <a:lnTo>
                    <a:pt x="2884" y="850"/>
                  </a:lnTo>
                  <a:lnTo>
                    <a:pt x="2825" y="889"/>
                  </a:lnTo>
                  <a:lnTo>
                    <a:pt x="2766" y="909"/>
                  </a:lnTo>
                  <a:lnTo>
                    <a:pt x="2786" y="850"/>
                  </a:lnTo>
                  <a:lnTo>
                    <a:pt x="2706" y="889"/>
                  </a:lnTo>
                  <a:lnTo>
                    <a:pt x="2746" y="850"/>
                  </a:lnTo>
                  <a:lnTo>
                    <a:pt x="2667" y="909"/>
                  </a:lnTo>
                  <a:lnTo>
                    <a:pt x="2608" y="929"/>
                  </a:lnTo>
                  <a:lnTo>
                    <a:pt x="2548" y="948"/>
                  </a:lnTo>
                  <a:lnTo>
                    <a:pt x="2489" y="988"/>
                  </a:lnTo>
                  <a:lnTo>
                    <a:pt x="2489" y="948"/>
                  </a:lnTo>
                  <a:lnTo>
                    <a:pt x="2489" y="869"/>
                  </a:lnTo>
                  <a:lnTo>
                    <a:pt x="2489" y="830"/>
                  </a:lnTo>
                  <a:lnTo>
                    <a:pt x="2469" y="850"/>
                  </a:lnTo>
                  <a:lnTo>
                    <a:pt x="2450" y="869"/>
                  </a:lnTo>
                  <a:lnTo>
                    <a:pt x="2548" y="692"/>
                  </a:lnTo>
                  <a:lnTo>
                    <a:pt x="2568" y="692"/>
                  </a:lnTo>
                  <a:lnTo>
                    <a:pt x="2588" y="711"/>
                  </a:lnTo>
                  <a:lnTo>
                    <a:pt x="2568" y="771"/>
                  </a:lnTo>
                  <a:lnTo>
                    <a:pt x="2568" y="810"/>
                  </a:lnTo>
                  <a:lnTo>
                    <a:pt x="2627" y="810"/>
                  </a:lnTo>
                  <a:lnTo>
                    <a:pt x="2647" y="711"/>
                  </a:lnTo>
                  <a:lnTo>
                    <a:pt x="2627" y="632"/>
                  </a:lnTo>
                  <a:lnTo>
                    <a:pt x="2608" y="573"/>
                  </a:lnTo>
                  <a:lnTo>
                    <a:pt x="2568" y="534"/>
                  </a:lnTo>
                  <a:lnTo>
                    <a:pt x="2469" y="474"/>
                  </a:lnTo>
                  <a:lnTo>
                    <a:pt x="2351" y="435"/>
                  </a:lnTo>
                  <a:lnTo>
                    <a:pt x="2311" y="455"/>
                  </a:lnTo>
                  <a:lnTo>
                    <a:pt x="2252" y="435"/>
                  </a:lnTo>
                  <a:lnTo>
                    <a:pt x="2173" y="395"/>
                  </a:lnTo>
                  <a:lnTo>
                    <a:pt x="2134" y="376"/>
                  </a:lnTo>
                  <a:lnTo>
                    <a:pt x="2074" y="376"/>
                  </a:lnTo>
                  <a:lnTo>
                    <a:pt x="2035" y="415"/>
                  </a:lnTo>
                  <a:lnTo>
                    <a:pt x="1956" y="474"/>
                  </a:lnTo>
                  <a:lnTo>
                    <a:pt x="2035" y="376"/>
                  </a:lnTo>
                  <a:lnTo>
                    <a:pt x="1916" y="198"/>
                  </a:lnTo>
                  <a:lnTo>
                    <a:pt x="1818" y="158"/>
                  </a:lnTo>
                  <a:lnTo>
                    <a:pt x="1719" y="99"/>
                  </a:lnTo>
                  <a:lnTo>
                    <a:pt x="1660" y="79"/>
                  </a:lnTo>
                  <a:lnTo>
                    <a:pt x="1541" y="79"/>
                  </a:lnTo>
                  <a:lnTo>
                    <a:pt x="1482" y="119"/>
                  </a:lnTo>
                  <a:lnTo>
                    <a:pt x="1482" y="119"/>
                  </a:lnTo>
                  <a:lnTo>
                    <a:pt x="1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3" name="Google Shape;3903;p15"/>
            <p:cNvSpPr/>
            <p:nvPr/>
          </p:nvSpPr>
          <p:spPr>
            <a:xfrm>
              <a:off x="-1255850" y="3936575"/>
              <a:ext cx="1000" cy="1025"/>
            </a:xfrm>
            <a:custGeom>
              <a:rect b="b" l="l" r="r" t="t"/>
              <a:pathLst>
                <a:path extrusionOk="0" h="41" w="40">
                  <a:moveTo>
                    <a:pt x="40" y="1"/>
                  </a:moveTo>
                  <a:lnTo>
                    <a:pt x="40" y="1"/>
                  </a:lnTo>
                  <a:lnTo>
                    <a:pt x="0" y="40"/>
                  </a:lnTo>
                  <a:lnTo>
                    <a:pt x="0" y="40"/>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5"/>
            <p:cNvSpPr/>
            <p:nvPr/>
          </p:nvSpPr>
          <p:spPr>
            <a:xfrm>
              <a:off x="-1226725" y="3948425"/>
              <a:ext cx="525" cy="1025"/>
            </a:xfrm>
            <a:custGeom>
              <a:rect b="b" l="l" r="r" t="t"/>
              <a:pathLst>
                <a:path extrusionOk="0" h="41" w="21">
                  <a:moveTo>
                    <a:pt x="21" y="1"/>
                  </a:moveTo>
                  <a:lnTo>
                    <a:pt x="21" y="1"/>
                  </a:lnTo>
                  <a:lnTo>
                    <a:pt x="1" y="40"/>
                  </a:lnTo>
                  <a:lnTo>
                    <a:pt x="1" y="40"/>
                  </a:lnTo>
                  <a:lnTo>
                    <a:pt x="21" y="1"/>
                  </a:lnTo>
                  <a:lnTo>
                    <a:pt x="2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5" name="Google Shape;3905;p15"/>
            <p:cNvSpPr/>
            <p:nvPr/>
          </p:nvSpPr>
          <p:spPr>
            <a:xfrm>
              <a:off x="-1426225" y="3852150"/>
              <a:ext cx="310150" cy="250875"/>
            </a:xfrm>
            <a:custGeom>
              <a:rect b="b" l="l" r="r" t="t"/>
              <a:pathLst>
                <a:path extrusionOk="0" h="10035" w="12406">
                  <a:moveTo>
                    <a:pt x="2470" y="0"/>
                  </a:moveTo>
                  <a:lnTo>
                    <a:pt x="2391" y="20"/>
                  </a:lnTo>
                  <a:lnTo>
                    <a:pt x="2332" y="60"/>
                  </a:lnTo>
                  <a:lnTo>
                    <a:pt x="2174" y="158"/>
                  </a:lnTo>
                  <a:lnTo>
                    <a:pt x="2016" y="316"/>
                  </a:lnTo>
                  <a:lnTo>
                    <a:pt x="1858" y="514"/>
                  </a:lnTo>
                  <a:lnTo>
                    <a:pt x="1700" y="731"/>
                  </a:lnTo>
                  <a:lnTo>
                    <a:pt x="1522" y="988"/>
                  </a:lnTo>
                  <a:lnTo>
                    <a:pt x="1364" y="1284"/>
                  </a:lnTo>
                  <a:lnTo>
                    <a:pt x="1344" y="1284"/>
                  </a:lnTo>
                  <a:lnTo>
                    <a:pt x="1324" y="1324"/>
                  </a:lnTo>
                  <a:lnTo>
                    <a:pt x="1324" y="1363"/>
                  </a:lnTo>
                  <a:lnTo>
                    <a:pt x="1265" y="1422"/>
                  </a:lnTo>
                  <a:lnTo>
                    <a:pt x="1226" y="1501"/>
                  </a:lnTo>
                  <a:lnTo>
                    <a:pt x="1226" y="1521"/>
                  </a:lnTo>
                  <a:lnTo>
                    <a:pt x="1226" y="1541"/>
                  </a:lnTo>
                  <a:lnTo>
                    <a:pt x="989" y="1995"/>
                  </a:lnTo>
                  <a:lnTo>
                    <a:pt x="752" y="2450"/>
                  </a:lnTo>
                  <a:lnTo>
                    <a:pt x="554" y="2904"/>
                  </a:lnTo>
                  <a:lnTo>
                    <a:pt x="376" y="3338"/>
                  </a:lnTo>
                  <a:lnTo>
                    <a:pt x="218" y="3733"/>
                  </a:lnTo>
                  <a:lnTo>
                    <a:pt x="100" y="4049"/>
                  </a:lnTo>
                  <a:lnTo>
                    <a:pt x="21" y="4306"/>
                  </a:lnTo>
                  <a:lnTo>
                    <a:pt x="1" y="4464"/>
                  </a:lnTo>
                  <a:lnTo>
                    <a:pt x="21" y="4524"/>
                  </a:lnTo>
                  <a:lnTo>
                    <a:pt x="40" y="4563"/>
                  </a:lnTo>
                  <a:lnTo>
                    <a:pt x="139" y="4701"/>
                  </a:lnTo>
                  <a:lnTo>
                    <a:pt x="277" y="4840"/>
                  </a:lnTo>
                  <a:lnTo>
                    <a:pt x="495" y="4978"/>
                  </a:lnTo>
                  <a:lnTo>
                    <a:pt x="732" y="5156"/>
                  </a:lnTo>
                  <a:lnTo>
                    <a:pt x="1008" y="5333"/>
                  </a:lnTo>
                  <a:lnTo>
                    <a:pt x="1680" y="5709"/>
                  </a:lnTo>
                  <a:lnTo>
                    <a:pt x="2411" y="6104"/>
                  </a:lnTo>
                  <a:lnTo>
                    <a:pt x="3201" y="6519"/>
                  </a:lnTo>
                  <a:lnTo>
                    <a:pt x="4662" y="7269"/>
                  </a:lnTo>
                  <a:lnTo>
                    <a:pt x="6243" y="8099"/>
                  </a:lnTo>
                  <a:lnTo>
                    <a:pt x="7131" y="8592"/>
                  </a:lnTo>
                  <a:lnTo>
                    <a:pt x="8040" y="9067"/>
                  </a:lnTo>
                  <a:lnTo>
                    <a:pt x="8889" y="9481"/>
                  </a:lnTo>
                  <a:lnTo>
                    <a:pt x="9620" y="9797"/>
                  </a:lnTo>
                  <a:lnTo>
                    <a:pt x="9916" y="9916"/>
                  </a:lnTo>
                  <a:lnTo>
                    <a:pt x="10173" y="9995"/>
                  </a:lnTo>
                  <a:lnTo>
                    <a:pt x="10371" y="10034"/>
                  </a:lnTo>
                  <a:lnTo>
                    <a:pt x="10450" y="10034"/>
                  </a:lnTo>
                  <a:lnTo>
                    <a:pt x="10509" y="10015"/>
                  </a:lnTo>
                  <a:lnTo>
                    <a:pt x="10588" y="9955"/>
                  </a:lnTo>
                  <a:lnTo>
                    <a:pt x="10667" y="9857"/>
                  </a:lnTo>
                  <a:lnTo>
                    <a:pt x="10687" y="9837"/>
                  </a:lnTo>
                  <a:lnTo>
                    <a:pt x="10687" y="9817"/>
                  </a:lnTo>
                  <a:lnTo>
                    <a:pt x="10707" y="9797"/>
                  </a:lnTo>
                  <a:lnTo>
                    <a:pt x="10726" y="9797"/>
                  </a:lnTo>
                  <a:lnTo>
                    <a:pt x="10726" y="9778"/>
                  </a:lnTo>
                  <a:lnTo>
                    <a:pt x="10746" y="9738"/>
                  </a:lnTo>
                  <a:lnTo>
                    <a:pt x="10766" y="9718"/>
                  </a:lnTo>
                  <a:lnTo>
                    <a:pt x="10904" y="9481"/>
                  </a:lnTo>
                  <a:lnTo>
                    <a:pt x="11042" y="9225"/>
                  </a:lnTo>
                  <a:lnTo>
                    <a:pt x="11319" y="8573"/>
                  </a:lnTo>
                  <a:lnTo>
                    <a:pt x="11516" y="8099"/>
                  </a:lnTo>
                  <a:lnTo>
                    <a:pt x="11714" y="7605"/>
                  </a:lnTo>
                  <a:lnTo>
                    <a:pt x="12050" y="6637"/>
                  </a:lnTo>
                  <a:lnTo>
                    <a:pt x="12306" y="5827"/>
                  </a:lnTo>
                  <a:lnTo>
                    <a:pt x="12366" y="5551"/>
                  </a:lnTo>
                  <a:lnTo>
                    <a:pt x="12405" y="5353"/>
                  </a:lnTo>
                  <a:lnTo>
                    <a:pt x="12385" y="5274"/>
                  </a:lnTo>
                  <a:lnTo>
                    <a:pt x="12326" y="5195"/>
                  </a:lnTo>
                  <a:lnTo>
                    <a:pt x="12247" y="5096"/>
                  </a:lnTo>
                  <a:lnTo>
                    <a:pt x="12129" y="4998"/>
                  </a:lnTo>
                  <a:lnTo>
                    <a:pt x="11832" y="4800"/>
                  </a:lnTo>
                  <a:lnTo>
                    <a:pt x="11418" y="4563"/>
                  </a:lnTo>
                  <a:lnTo>
                    <a:pt x="11358" y="4524"/>
                  </a:lnTo>
                  <a:lnTo>
                    <a:pt x="11339" y="4524"/>
                  </a:lnTo>
                  <a:lnTo>
                    <a:pt x="11260" y="4484"/>
                  </a:lnTo>
                  <a:lnTo>
                    <a:pt x="11260" y="4464"/>
                  </a:lnTo>
                  <a:lnTo>
                    <a:pt x="11240" y="4464"/>
                  </a:lnTo>
                  <a:lnTo>
                    <a:pt x="11220" y="4445"/>
                  </a:lnTo>
                  <a:lnTo>
                    <a:pt x="10233" y="3970"/>
                  </a:lnTo>
                  <a:lnTo>
                    <a:pt x="8435" y="3101"/>
                  </a:lnTo>
                  <a:lnTo>
                    <a:pt x="7447" y="2627"/>
                  </a:lnTo>
                  <a:lnTo>
                    <a:pt x="6499" y="2134"/>
                  </a:lnTo>
                  <a:lnTo>
                    <a:pt x="4761" y="1205"/>
                  </a:lnTo>
                  <a:lnTo>
                    <a:pt x="3537" y="553"/>
                  </a:lnTo>
                  <a:lnTo>
                    <a:pt x="2588" y="20"/>
                  </a:lnTo>
                  <a:lnTo>
                    <a:pt x="252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6" name="Google Shape;3906;p15"/>
            <p:cNvSpPr/>
            <p:nvPr/>
          </p:nvSpPr>
          <p:spPr>
            <a:xfrm>
              <a:off x="-1160050" y="3541050"/>
              <a:ext cx="44950" cy="29150"/>
            </a:xfrm>
            <a:custGeom>
              <a:rect b="b" l="l" r="r" t="t"/>
              <a:pathLst>
                <a:path extrusionOk="0" h="1166" w="1798">
                  <a:moveTo>
                    <a:pt x="1699" y="0"/>
                  </a:moveTo>
                  <a:lnTo>
                    <a:pt x="1679" y="139"/>
                  </a:lnTo>
                  <a:lnTo>
                    <a:pt x="1659" y="336"/>
                  </a:lnTo>
                  <a:lnTo>
                    <a:pt x="1679" y="514"/>
                  </a:lnTo>
                  <a:lnTo>
                    <a:pt x="1699" y="554"/>
                  </a:lnTo>
                  <a:lnTo>
                    <a:pt x="1245" y="751"/>
                  </a:lnTo>
                  <a:lnTo>
                    <a:pt x="889" y="889"/>
                  </a:lnTo>
                  <a:lnTo>
                    <a:pt x="632" y="988"/>
                  </a:lnTo>
                  <a:lnTo>
                    <a:pt x="376" y="1067"/>
                  </a:lnTo>
                  <a:lnTo>
                    <a:pt x="297" y="1067"/>
                  </a:lnTo>
                  <a:lnTo>
                    <a:pt x="237" y="1047"/>
                  </a:lnTo>
                  <a:lnTo>
                    <a:pt x="178" y="968"/>
                  </a:lnTo>
                  <a:lnTo>
                    <a:pt x="139" y="889"/>
                  </a:lnTo>
                  <a:lnTo>
                    <a:pt x="119" y="791"/>
                  </a:lnTo>
                  <a:lnTo>
                    <a:pt x="99" y="712"/>
                  </a:lnTo>
                  <a:lnTo>
                    <a:pt x="119" y="633"/>
                  </a:lnTo>
                  <a:lnTo>
                    <a:pt x="0" y="692"/>
                  </a:lnTo>
                  <a:lnTo>
                    <a:pt x="40" y="850"/>
                  </a:lnTo>
                  <a:lnTo>
                    <a:pt x="79" y="988"/>
                  </a:lnTo>
                  <a:lnTo>
                    <a:pt x="139" y="1107"/>
                  </a:lnTo>
                  <a:lnTo>
                    <a:pt x="178" y="1146"/>
                  </a:lnTo>
                  <a:lnTo>
                    <a:pt x="218" y="1166"/>
                  </a:lnTo>
                  <a:lnTo>
                    <a:pt x="297" y="1166"/>
                  </a:lnTo>
                  <a:lnTo>
                    <a:pt x="376" y="1146"/>
                  </a:lnTo>
                  <a:lnTo>
                    <a:pt x="593" y="1087"/>
                  </a:lnTo>
                  <a:lnTo>
                    <a:pt x="830" y="1008"/>
                  </a:lnTo>
                  <a:lnTo>
                    <a:pt x="1106" y="889"/>
                  </a:lnTo>
                  <a:lnTo>
                    <a:pt x="1580" y="692"/>
                  </a:lnTo>
                  <a:lnTo>
                    <a:pt x="1798" y="593"/>
                  </a:lnTo>
                  <a:lnTo>
                    <a:pt x="1758" y="554"/>
                  </a:lnTo>
                  <a:lnTo>
                    <a:pt x="1738" y="415"/>
                  </a:lnTo>
                  <a:lnTo>
                    <a:pt x="1719" y="336"/>
                  </a:lnTo>
                  <a:lnTo>
                    <a:pt x="1719" y="238"/>
                  </a:lnTo>
                  <a:lnTo>
                    <a:pt x="1758" y="119"/>
                  </a:lnTo>
                  <a:lnTo>
                    <a:pt x="17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5"/>
            <p:cNvSpPr/>
            <p:nvPr/>
          </p:nvSpPr>
          <p:spPr>
            <a:xfrm>
              <a:off x="-1201050" y="3651650"/>
              <a:ext cx="61750" cy="19800"/>
            </a:xfrm>
            <a:custGeom>
              <a:rect b="b" l="l" r="r" t="t"/>
              <a:pathLst>
                <a:path extrusionOk="0" h="792" w="2470">
                  <a:moveTo>
                    <a:pt x="2154" y="1"/>
                  </a:moveTo>
                  <a:lnTo>
                    <a:pt x="1917" y="60"/>
                  </a:lnTo>
                  <a:lnTo>
                    <a:pt x="1166" y="218"/>
                  </a:lnTo>
                  <a:lnTo>
                    <a:pt x="929" y="277"/>
                  </a:lnTo>
                  <a:lnTo>
                    <a:pt x="712" y="357"/>
                  </a:lnTo>
                  <a:lnTo>
                    <a:pt x="514" y="455"/>
                  </a:lnTo>
                  <a:lnTo>
                    <a:pt x="337" y="554"/>
                  </a:lnTo>
                  <a:lnTo>
                    <a:pt x="100" y="732"/>
                  </a:lnTo>
                  <a:lnTo>
                    <a:pt x="1" y="791"/>
                  </a:lnTo>
                  <a:lnTo>
                    <a:pt x="100" y="752"/>
                  </a:lnTo>
                  <a:lnTo>
                    <a:pt x="337" y="633"/>
                  </a:lnTo>
                  <a:lnTo>
                    <a:pt x="672" y="495"/>
                  </a:lnTo>
                  <a:lnTo>
                    <a:pt x="870" y="436"/>
                  </a:lnTo>
                  <a:lnTo>
                    <a:pt x="1087" y="376"/>
                  </a:lnTo>
                  <a:lnTo>
                    <a:pt x="1542" y="317"/>
                  </a:lnTo>
                  <a:lnTo>
                    <a:pt x="1996" y="277"/>
                  </a:lnTo>
                  <a:lnTo>
                    <a:pt x="2470" y="238"/>
                  </a:lnTo>
                  <a:lnTo>
                    <a:pt x="215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8" name="Google Shape;3908;p15"/>
            <p:cNvSpPr/>
            <p:nvPr/>
          </p:nvSpPr>
          <p:spPr>
            <a:xfrm>
              <a:off x="-1604475" y="3372675"/>
              <a:ext cx="1500" cy="25"/>
            </a:xfrm>
            <a:custGeom>
              <a:rect b="b" l="l" r="r" t="t"/>
              <a:pathLst>
                <a:path extrusionOk="0" h="1" w="60">
                  <a:moveTo>
                    <a:pt x="60" y="0"/>
                  </a:moveTo>
                  <a:lnTo>
                    <a:pt x="60" y="0"/>
                  </a:lnTo>
                  <a:lnTo>
                    <a:pt x="0" y="0"/>
                  </a:lnTo>
                  <a:lnTo>
                    <a:pt x="0" y="0"/>
                  </a:lnTo>
                  <a:lnTo>
                    <a:pt x="60" y="0"/>
                  </a:lnTo>
                  <a:lnTo>
                    <a:pt x="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9" name="Google Shape;3909;p15"/>
            <p:cNvSpPr/>
            <p:nvPr/>
          </p:nvSpPr>
          <p:spPr>
            <a:xfrm>
              <a:off x="-1617800" y="3278850"/>
              <a:ext cx="158525" cy="230125"/>
            </a:xfrm>
            <a:custGeom>
              <a:rect b="b" l="l" r="r" t="t"/>
              <a:pathLst>
                <a:path extrusionOk="0" h="9205" w="6341">
                  <a:moveTo>
                    <a:pt x="1245" y="4089"/>
                  </a:moveTo>
                  <a:lnTo>
                    <a:pt x="1324" y="4148"/>
                  </a:lnTo>
                  <a:lnTo>
                    <a:pt x="1324" y="4148"/>
                  </a:lnTo>
                  <a:lnTo>
                    <a:pt x="1284" y="4109"/>
                  </a:lnTo>
                  <a:lnTo>
                    <a:pt x="1245" y="4089"/>
                  </a:lnTo>
                  <a:close/>
                  <a:moveTo>
                    <a:pt x="2054" y="5570"/>
                  </a:moveTo>
                  <a:lnTo>
                    <a:pt x="1995" y="5590"/>
                  </a:lnTo>
                  <a:lnTo>
                    <a:pt x="1857" y="5728"/>
                  </a:lnTo>
                  <a:lnTo>
                    <a:pt x="1896" y="5728"/>
                  </a:lnTo>
                  <a:lnTo>
                    <a:pt x="1916" y="5748"/>
                  </a:lnTo>
                  <a:lnTo>
                    <a:pt x="1896" y="5787"/>
                  </a:lnTo>
                  <a:lnTo>
                    <a:pt x="1896" y="5827"/>
                  </a:lnTo>
                  <a:lnTo>
                    <a:pt x="1877" y="5847"/>
                  </a:lnTo>
                  <a:lnTo>
                    <a:pt x="1896" y="5867"/>
                  </a:lnTo>
                  <a:lnTo>
                    <a:pt x="1956" y="5807"/>
                  </a:lnTo>
                  <a:lnTo>
                    <a:pt x="2015" y="5787"/>
                  </a:lnTo>
                  <a:lnTo>
                    <a:pt x="1995" y="5847"/>
                  </a:lnTo>
                  <a:lnTo>
                    <a:pt x="2173" y="5728"/>
                  </a:lnTo>
                  <a:lnTo>
                    <a:pt x="2153" y="5728"/>
                  </a:lnTo>
                  <a:lnTo>
                    <a:pt x="2153" y="5708"/>
                  </a:lnTo>
                  <a:lnTo>
                    <a:pt x="2133" y="5689"/>
                  </a:lnTo>
                  <a:lnTo>
                    <a:pt x="2074" y="5689"/>
                  </a:lnTo>
                  <a:lnTo>
                    <a:pt x="2054" y="5669"/>
                  </a:lnTo>
                  <a:lnTo>
                    <a:pt x="2074" y="5629"/>
                  </a:lnTo>
                  <a:lnTo>
                    <a:pt x="2133" y="5629"/>
                  </a:lnTo>
                  <a:lnTo>
                    <a:pt x="2114" y="5610"/>
                  </a:lnTo>
                  <a:lnTo>
                    <a:pt x="2094" y="5570"/>
                  </a:lnTo>
                  <a:close/>
                  <a:moveTo>
                    <a:pt x="3321" y="7543"/>
                  </a:moveTo>
                  <a:lnTo>
                    <a:pt x="3319" y="7545"/>
                  </a:lnTo>
                  <a:lnTo>
                    <a:pt x="3338" y="7545"/>
                  </a:lnTo>
                  <a:lnTo>
                    <a:pt x="3321" y="7543"/>
                  </a:lnTo>
                  <a:close/>
                  <a:moveTo>
                    <a:pt x="1640" y="0"/>
                  </a:moveTo>
                  <a:lnTo>
                    <a:pt x="0" y="810"/>
                  </a:lnTo>
                  <a:lnTo>
                    <a:pt x="1087" y="3259"/>
                  </a:lnTo>
                  <a:lnTo>
                    <a:pt x="1225" y="3200"/>
                  </a:lnTo>
                  <a:lnTo>
                    <a:pt x="1383" y="3180"/>
                  </a:lnTo>
                  <a:lnTo>
                    <a:pt x="1383" y="3180"/>
                  </a:lnTo>
                  <a:lnTo>
                    <a:pt x="1343" y="3200"/>
                  </a:lnTo>
                  <a:lnTo>
                    <a:pt x="1324" y="3259"/>
                  </a:lnTo>
                  <a:lnTo>
                    <a:pt x="1324" y="3318"/>
                  </a:lnTo>
                  <a:lnTo>
                    <a:pt x="1304" y="3378"/>
                  </a:lnTo>
                  <a:lnTo>
                    <a:pt x="1225" y="3417"/>
                  </a:lnTo>
                  <a:lnTo>
                    <a:pt x="1166" y="3457"/>
                  </a:lnTo>
                  <a:lnTo>
                    <a:pt x="1106" y="3516"/>
                  </a:lnTo>
                  <a:lnTo>
                    <a:pt x="1087" y="3516"/>
                  </a:lnTo>
                  <a:lnTo>
                    <a:pt x="1047" y="3496"/>
                  </a:lnTo>
                  <a:lnTo>
                    <a:pt x="1146" y="3397"/>
                  </a:lnTo>
                  <a:lnTo>
                    <a:pt x="1166" y="3378"/>
                  </a:lnTo>
                  <a:lnTo>
                    <a:pt x="1126" y="3378"/>
                  </a:lnTo>
                  <a:lnTo>
                    <a:pt x="1027" y="3496"/>
                  </a:lnTo>
                  <a:lnTo>
                    <a:pt x="929" y="3635"/>
                  </a:lnTo>
                  <a:lnTo>
                    <a:pt x="850" y="3654"/>
                  </a:lnTo>
                  <a:lnTo>
                    <a:pt x="810" y="3654"/>
                  </a:lnTo>
                  <a:lnTo>
                    <a:pt x="790" y="3635"/>
                  </a:lnTo>
                  <a:lnTo>
                    <a:pt x="850" y="3615"/>
                  </a:lnTo>
                  <a:lnTo>
                    <a:pt x="909" y="3575"/>
                  </a:lnTo>
                  <a:lnTo>
                    <a:pt x="810" y="3575"/>
                  </a:lnTo>
                  <a:lnTo>
                    <a:pt x="731" y="3635"/>
                  </a:lnTo>
                  <a:lnTo>
                    <a:pt x="652" y="3694"/>
                  </a:lnTo>
                  <a:lnTo>
                    <a:pt x="593" y="3753"/>
                  </a:lnTo>
                  <a:lnTo>
                    <a:pt x="632" y="3793"/>
                  </a:lnTo>
                  <a:lnTo>
                    <a:pt x="652" y="3793"/>
                  </a:lnTo>
                  <a:lnTo>
                    <a:pt x="691" y="3773"/>
                  </a:lnTo>
                  <a:lnTo>
                    <a:pt x="652" y="3832"/>
                  </a:lnTo>
                  <a:lnTo>
                    <a:pt x="652" y="3852"/>
                  </a:lnTo>
                  <a:lnTo>
                    <a:pt x="691" y="3872"/>
                  </a:lnTo>
                  <a:lnTo>
                    <a:pt x="731" y="3891"/>
                  </a:lnTo>
                  <a:lnTo>
                    <a:pt x="770" y="3911"/>
                  </a:lnTo>
                  <a:lnTo>
                    <a:pt x="790" y="3931"/>
                  </a:lnTo>
                  <a:lnTo>
                    <a:pt x="790" y="3970"/>
                  </a:lnTo>
                  <a:lnTo>
                    <a:pt x="770" y="4010"/>
                  </a:lnTo>
                  <a:lnTo>
                    <a:pt x="830" y="3970"/>
                  </a:lnTo>
                  <a:lnTo>
                    <a:pt x="869" y="3951"/>
                  </a:lnTo>
                  <a:lnTo>
                    <a:pt x="929" y="3951"/>
                  </a:lnTo>
                  <a:lnTo>
                    <a:pt x="929" y="3970"/>
                  </a:lnTo>
                  <a:lnTo>
                    <a:pt x="929" y="3990"/>
                  </a:lnTo>
                  <a:lnTo>
                    <a:pt x="909" y="4010"/>
                  </a:lnTo>
                  <a:lnTo>
                    <a:pt x="830" y="4089"/>
                  </a:lnTo>
                  <a:lnTo>
                    <a:pt x="889" y="4089"/>
                  </a:lnTo>
                  <a:lnTo>
                    <a:pt x="948" y="4109"/>
                  </a:lnTo>
                  <a:lnTo>
                    <a:pt x="968" y="4128"/>
                  </a:lnTo>
                  <a:lnTo>
                    <a:pt x="968" y="4148"/>
                  </a:lnTo>
                  <a:lnTo>
                    <a:pt x="988" y="4148"/>
                  </a:lnTo>
                  <a:lnTo>
                    <a:pt x="1027" y="4128"/>
                  </a:lnTo>
                  <a:lnTo>
                    <a:pt x="1106" y="4089"/>
                  </a:lnTo>
                  <a:lnTo>
                    <a:pt x="1185" y="4030"/>
                  </a:lnTo>
                  <a:lnTo>
                    <a:pt x="1245" y="4010"/>
                  </a:lnTo>
                  <a:lnTo>
                    <a:pt x="1383" y="4010"/>
                  </a:lnTo>
                  <a:lnTo>
                    <a:pt x="1383" y="4030"/>
                  </a:lnTo>
                  <a:lnTo>
                    <a:pt x="1383" y="4069"/>
                  </a:lnTo>
                  <a:lnTo>
                    <a:pt x="1403" y="4089"/>
                  </a:lnTo>
                  <a:lnTo>
                    <a:pt x="1422" y="4109"/>
                  </a:lnTo>
                  <a:lnTo>
                    <a:pt x="1363" y="4148"/>
                  </a:lnTo>
                  <a:lnTo>
                    <a:pt x="1324" y="4148"/>
                  </a:lnTo>
                  <a:lnTo>
                    <a:pt x="1403" y="4207"/>
                  </a:lnTo>
                  <a:lnTo>
                    <a:pt x="1343" y="4247"/>
                  </a:lnTo>
                  <a:lnTo>
                    <a:pt x="1304" y="4267"/>
                  </a:lnTo>
                  <a:lnTo>
                    <a:pt x="1264" y="4247"/>
                  </a:lnTo>
                  <a:lnTo>
                    <a:pt x="1245" y="4207"/>
                  </a:lnTo>
                  <a:lnTo>
                    <a:pt x="1225" y="4247"/>
                  </a:lnTo>
                  <a:lnTo>
                    <a:pt x="1225" y="4286"/>
                  </a:lnTo>
                  <a:lnTo>
                    <a:pt x="1245" y="4306"/>
                  </a:lnTo>
                  <a:lnTo>
                    <a:pt x="1264" y="4326"/>
                  </a:lnTo>
                  <a:lnTo>
                    <a:pt x="1343" y="4326"/>
                  </a:lnTo>
                  <a:lnTo>
                    <a:pt x="1442" y="4306"/>
                  </a:lnTo>
                  <a:lnTo>
                    <a:pt x="1442" y="4365"/>
                  </a:lnTo>
                  <a:lnTo>
                    <a:pt x="1442" y="4385"/>
                  </a:lnTo>
                  <a:lnTo>
                    <a:pt x="1422" y="4425"/>
                  </a:lnTo>
                  <a:lnTo>
                    <a:pt x="1343" y="4444"/>
                  </a:lnTo>
                  <a:lnTo>
                    <a:pt x="1245" y="4484"/>
                  </a:lnTo>
                  <a:lnTo>
                    <a:pt x="1146" y="4504"/>
                  </a:lnTo>
                  <a:lnTo>
                    <a:pt x="1067" y="4504"/>
                  </a:lnTo>
                  <a:lnTo>
                    <a:pt x="1067" y="4464"/>
                  </a:lnTo>
                  <a:lnTo>
                    <a:pt x="1087" y="4444"/>
                  </a:lnTo>
                  <a:lnTo>
                    <a:pt x="1146" y="4425"/>
                  </a:lnTo>
                  <a:lnTo>
                    <a:pt x="1205" y="4405"/>
                  </a:lnTo>
                  <a:lnTo>
                    <a:pt x="1225" y="4385"/>
                  </a:lnTo>
                  <a:lnTo>
                    <a:pt x="1245" y="4365"/>
                  </a:lnTo>
                  <a:lnTo>
                    <a:pt x="1106" y="4405"/>
                  </a:lnTo>
                  <a:lnTo>
                    <a:pt x="1126" y="4385"/>
                  </a:lnTo>
                  <a:lnTo>
                    <a:pt x="1106" y="4365"/>
                  </a:lnTo>
                  <a:lnTo>
                    <a:pt x="1067" y="4346"/>
                  </a:lnTo>
                  <a:lnTo>
                    <a:pt x="1027" y="4326"/>
                  </a:lnTo>
                  <a:lnTo>
                    <a:pt x="1047" y="4326"/>
                  </a:lnTo>
                  <a:lnTo>
                    <a:pt x="1067" y="4306"/>
                  </a:lnTo>
                  <a:lnTo>
                    <a:pt x="1106" y="4326"/>
                  </a:lnTo>
                  <a:lnTo>
                    <a:pt x="1087" y="4267"/>
                  </a:lnTo>
                  <a:lnTo>
                    <a:pt x="1067" y="4227"/>
                  </a:lnTo>
                  <a:lnTo>
                    <a:pt x="1027" y="4207"/>
                  </a:lnTo>
                  <a:lnTo>
                    <a:pt x="929" y="4207"/>
                  </a:lnTo>
                  <a:lnTo>
                    <a:pt x="909" y="4247"/>
                  </a:lnTo>
                  <a:lnTo>
                    <a:pt x="929" y="4286"/>
                  </a:lnTo>
                  <a:lnTo>
                    <a:pt x="968" y="4365"/>
                  </a:lnTo>
                  <a:lnTo>
                    <a:pt x="988" y="4425"/>
                  </a:lnTo>
                  <a:lnTo>
                    <a:pt x="988" y="4464"/>
                  </a:lnTo>
                  <a:lnTo>
                    <a:pt x="948" y="4504"/>
                  </a:lnTo>
                  <a:lnTo>
                    <a:pt x="1225" y="4602"/>
                  </a:lnTo>
                  <a:lnTo>
                    <a:pt x="1324" y="4504"/>
                  </a:lnTo>
                  <a:lnTo>
                    <a:pt x="1383" y="4484"/>
                  </a:lnTo>
                  <a:lnTo>
                    <a:pt x="1462" y="4464"/>
                  </a:lnTo>
                  <a:lnTo>
                    <a:pt x="1363" y="4523"/>
                  </a:lnTo>
                  <a:lnTo>
                    <a:pt x="1324" y="4602"/>
                  </a:lnTo>
                  <a:lnTo>
                    <a:pt x="1284" y="4662"/>
                  </a:lnTo>
                  <a:lnTo>
                    <a:pt x="1284" y="4721"/>
                  </a:lnTo>
                  <a:lnTo>
                    <a:pt x="1343" y="4701"/>
                  </a:lnTo>
                  <a:lnTo>
                    <a:pt x="1383" y="4681"/>
                  </a:lnTo>
                  <a:lnTo>
                    <a:pt x="1462" y="4681"/>
                  </a:lnTo>
                  <a:lnTo>
                    <a:pt x="1521" y="4701"/>
                  </a:lnTo>
                  <a:lnTo>
                    <a:pt x="1561" y="4681"/>
                  </a:lnTo>
                  <a:lnTo>
                    <a:pt x="1600" y="4662"/>
                  </a:lnTo>
                  <a:lnTo>
                    <a:pt x="1561" y="4642"/>
                  </a:lnTo>
                  <a:lnTo>
                    <a:pt x="1580" y="4622"/>
                  </a:lnTo>
                  <a:lnTo>
                    <a:pt x="1640" y="4563"/>
                  </a:lnTo>
                  <a:lnTo>
                    <a:pt x="1659" y="4583"/>
                  </a:lnTo>
                  <a:lnTo>
                    <a:pt x="1699" y="4583"/>
                  </a:lnTo>
                  <a:lnTo>
                    <a:pt x="1758" y="4563"/>
                  </a:lnTo>
                  <a:lnTo>
                    <a:pt x="1798" y="4543"/>
                  </a:lnTo>
                  <a:lnTo>
                    <a:pt x="1817" y="4543"/>
                  </a:lnTo>
                  <a:lnTo>
                    <a:pt x="1817" y="4602"/>
                  </a:lnTo>
                  <a:lnTo>
                    <a:pt x="1778" y="4622"/>
                  </a:lnTo>
                  <a:lnTo>
                    <a:pt x="1738" y="4642"/>
                  </a:lnTo>
                  <a:lnTo>
                    <a:pt x="1719" y="4662"/>
                  </a:lnTo>
                  <a:lnTo>
                    <a:pt x="1719" y="4701"/>
                  </a:lnTo>
                  <a:lnTo>
                    <a:pt x="1719" y="4721"/>
                  </a:lnTo>
                  <a:lnTo>
                    <a:pt x="1521" y="4741"/>
                  </a:lnTo>
                  <a:lnTo>
                    <a:pt x="1324" y="4741"/>
                  </a:lnTo>
                  <a:lnTo>
                    <a:pt x="1304" y="4760"/>
                  </a:lnTo>
                  <a:lnTo>
                    <a:pt x="1324" y="4780"/>
                  </a:lnTo>
                  <a:lnTo>
                    <a:pt x="1324" y="4820"/>
                  </a:lnTo>
                  <a:lnTo>
                    <a:pt x="1304" y="4859"/>
                  </a:lnTo>
                  <a:lnTo>
                    <a:pt x="1363" y="4820"/>
                  </a:lnTo>
                  <a:lnTo>
                    <a:pt x="1422" y="4800"/>
                  </a:lnTo>
                  <a:lnTo>
                    <a:pt x="1462" y="4780"/>
                  </a:lnTo>
                  <a:lnTo>
                    <a:pt x="1501" y="4760"/>
                  </a:lnTo>
                  <a:lnTo>
                    <a:pt x="1640" y="4820"/>
                  </a:lnTo>
                  <a:lnTo>
                    <a:pt x="1778" y="4859"/>
                  </a:lnTo>
                  <a:lnTo>
                    <a:pt x="1857" y="4899"/>
                  </a:lnTo>
                  <a:lnTo>
                    <a:pt x="1936" y="4938"/>
                  </a:lnTo>
                  <a:lnTo>
                    <a:pt x="1837" y="4978"/>
                  </a:lnTo>
                  <a:lnTo>
                    <a:pt x="1719" y="4958"/>
                  </a:lnTo>
                  <a:lnTo>
                    <a:pt x="1640" y="4938"/>
                  </a:lnTo>
                  <a:lnTo>
                    <a:pt x="1580" y="4938"/>
                  </a:lnTo>
                  <a:lnTo>
                    <a:pt x="1521" y="4958"/>
                  </a:lnTo>
                  <a:lnTo>
                    <a:pt x="1462" y="4978"/>
                  </a:lnTo>
                  <a:lnTo>
                    <a:pt x="1383" y="5017"/>
                  </a:lnTo>
                  <a:lnTo>
                    <a:pt x="1442" y="5037"/>
                  </a:lnTo>
                  <a:lnTo>
                    <a:pt x="1561" y="5037"/>
                  </a:lnTo>
                  <a:lnTo>
                    <a:pt x="1561" y="5057"/>
                  </a:lnTo>
                  <a:lnTo>
                    <a:pt x="1541" y="5096"/>
                  </a:lnTo>
                  <a:lnTo>
                    <a:pt x="1521" y="5116"/>
                  </a:lnTo>
                  <a:lnTo>
                    <a:pt x="1541" y="5155"/>
                  </a:lnTo>
                  <a:lnTo>
                    <a:pt x="1561" y="5175"/>
                  </a:lnTo>
                  <a:lnTo>
                    <a:pt x="1620" y="5215"/>
                  </a:lnTo>
                  <a:lnTo>
                    <a:pt x="1659" y="5274"/>
                  </a:lnTo>
                  <a:lnTo>
                    <a:pt x="1719" y="5195"/>
                  </a:lnTo>
                  <a:lnTo>
                    <a:pt x="1758" y="5215"/>
                  </a:lnTo>
                  <a:lnTo>
                    <a:pt x="1778" y="5234"/>
                  </a:lnTo>
                  <a:lnTo>
                    <a:pt x="1778" y="5313"/>
                  </a:lnTo>
                  <a:lnTo>
                    <a:pt x="1738" y="5313"/>
                  </a:lnTo>
                  <a:lnTo>
                    <a:pt x="1798" y="5333"/>
                  </a:lnTo>
                  <a:lnTo>
                    <a:pt x="1778" y="5353"/>
                  </a:lnTo>
                  <a:lnTo>
                    <a:pt x="1817" y="5353"/>
                  </a:lnTo>
                  <a:lnTo>
                    <a:pt x="1837" y="5373"/>
                  </a:lnTo>
                  <a:lnTo>
                    <a:pt x="1857" y="5412"/>
                  </a:lnTo>
                  <a:lnTo>
                    <a:pt x="1877" y="5471"/>
                  </a:lnTo>
                  <a:lnTo>
                    <a:pt x="1936" y="5531"/>
                  </a:lnTo>
                  <a:lnTo>
                    <a:pt x="1975" y="5491"/>
                  </a:lnTo>
                  <a:lnTo>
                    <a:pt x="1956" y="5471"/>
                  </a:lnTo>
                  <a:lnTo>
                    <a:pt x="1916" y="5432"/>
                  </a:lnTo>
                  <a:lnTo>
                    <a:pt x="1896" y="5412"/>
                  </a:lnTo>
                  <a:lnTo>
                    <a:pt x="1916" y="5373"/>
                  </a:lnTo>
                  <a:lnTo>
                    <a:pt x="1956" y="5333"/>
                  </a:lnTo>
                  <a:lnTo>
                    <a:pt x="1975" y="5313"/>
                  </a:lnTo>
                  <a:lnTo>
                    <a:pt x="2035" y="5294"/>
                  </a:lnTo>
                  <a:lnTo>
                    <a:pt x="2054" y="5313"/>
                  </a:lnTo>
                  <a:lnTo>
                    <a:pt x="2074" y="5353"/>
                  </a:lnTo>
                  <a:lnTo>
                    <a:pt x="2153" y="5373"/>
                  </a:lnTo>
                  <a:lnTo>
                    <a:pt x="2232" y="5412"/>
                  </a:lnTo>
                  <a:lnTo>
                    <a:pt x="2272" y="5432"/>
                  </a:lnTo>
                  <a:lnTo>
                    <a:pt x="2291" y="5471"/>
                  </a:lnTo>
                  <a:lnTo>
                    <a:pt x="2311" y="5432"/>
                  </a:lnTo>
                  <a:lnTo>
                    <a:pt x="2370" y="5432"/>
                  </a:lnTo>
                  <a:lnTo>
                    <a:pt x="2390" y="5452"/>
                  </a:lnTo>
                  <a:lnTo>
                    <a:pt x="2410" y="5531"/>
                  </a:lnTo>
                  <a:lnTo>
                    <a:pt x="2390" y="5550"/>
                  </a:lnTo>
                  <a:lnTo>
                    <a:pt x="2370" y="5590"/>
                  </a:lnTo>
                  <a:lnTo>
                    <a:pt x="2232" y="5590"/>
                  </a:lnTo>
                  <a:lnTo>
                    <a:pt x="2193" y="5610"/>
                  </a:lnTo>
                  <a:lnTo>
                    <a:pt x="2173" y="5629"/>
                  </a:lnTo>
                  <a:lnTo>
                    <a:pt x="2133" y="5629"/>
                  </a:lnTo>
                  <a:lnTo>
                    <a:pt x="2193" y="5649"/>
                  </a:lnTo>
                  <a:lnTo>
                    <a:pt x="2272" y="5629"/>
                  </a:lnTo>
                  <a:lnTo>
                    <a:pt x="2331" y="5649"/>
                  </a:lnTo>
                  <a:lnTo>
                    <a:pt x="2351" y="5669"/>
                  </a:lnTo>
                  <a:lnTo>
                    <a:pt x="2390" y="5689"/>
                  </a:lnTo>
                  <a:lnTo>
                    <a:pt x="2351" y="5708"/>
                  </a:lnTo>
                  <a:lnTo>
                    <a:pt x="2331" y="5708"/>
                  </a:lnTo>
                  <a:lnTo>
                    <a:pt x="2311" y="5689"/>
                  </a:lnTo>
                  <a:lnTo>
                    <a:pt x="2291" y="5689"/>
                  </a:lnTo>
                  <a:lnTo>
                    <a:pt x="2272" y="5708"/>
                  </a:lnTo>
                  <a:lnTo>
                    <a:pt x="2291" y="5728"/>
                  </a:lnTo>
                  <a:lnTo>
                    <a:pt x="2331" y="5748"/>
                  </a:lnTo>
                  <a:lnTo>
                    <a:pt x="2390" y="5768"/>
                  </a:lnTo>
                  <a:lnTo>
                    <a:pt x="2390" y="5787"/>
                  </a:lnTo>
                  <a:lnTo>
                    <a:pt x="2390" y="5807"/>
                  </a:lnTo>
                  <a:lnTo>
                    <a:pt x="2252" y="5807"/>
                  </a:lnTo>
                  <a:lnTo>
                    <a:pt x="2212" y="5827"/>
                  </a:lnTo>
                  <a:lnTo>
                    <a:pt x="2153" y="5867"/>
                  </a:lnTo>
                  <a:lnTo>
                    <a:pt x="2212" y="5867"/>
                  </a:lnTo>
                  <a:lnTo>
                    <a:pt x="2311" y="5847"/>
                  </a:lnTo>
                  <a:lnTo>
                    <a:pt x="2311" y="5847"/>
                  </a:lnTo>
                  <a:lnTo>
                    <a:pt x="2291" y="5867"/>
                  </a:lnTo>
                  <a:lnTo>
                    <a:pt x="2272" y="5886"/>
                  </a:lnTo>
                  <a:lnTo>
                    <a:pt x="2232" y="5906"/>
                  </a:lnTo>
                  <a:lnTo>
                    <a:pt x="2252" y="5906"/>
                  </a:lnTo>
                  <a:lnTo>
                    <a:pt x="2331" y="5886"/>
                  </a:lnTo>
                  <a:lnTo>
                    <a:pt x="2370" y="5886"/>
                  </a:lnTo>
                  <a:lnTo>
                    <a:pt x="2370" y="5906"/>
                  </a:lnTo>
                  <a:lnTo>
                    <a:pt x="2331" y="5946"/>
                  </a:lnTo>
                  <a:lnTo>
                    <a:pt x="2291" y="5965"/>
                  </a:lnTo>
                  <a:lnTo>
                    <a:pt x="2311" y="6005"/>
                  </a:lnTo>
                  <a:lnTo>
                    <a:pt x="2449" y="6005"/>
                  </a:lnTo>
                  <a:lnTo>
                    <a:pt x="2449" y="5985"/>
                  </a:lnTo>
                  <a:lnTo>
                    <a:pt x="2469" y="5965"/>
                  </a:lnTo>
                  <a:lnTo>
                    <a:pt x="2548" y="5906"/>
                  </a:lnTo>
                  <a:lnTo>
                    <a:pt x="2627" y="5886"/>
                  </a:lnTo>
                  <a:lnTo>
                    <a:pt x="2686" y="5886"/>
                  </a:lnTo>
                  <a:lnTo>
                    <a:pt x="2726" y="5946"/>
                  </a:lnTo>
                  <a:lnTo>
                    <a:pt x="2765" y="6005"/>
                  </a:lnTo>
                  <a:lnTo>
                    <a:pt x="2785" y="6025"/>
                  </a:lnTo>
                  <a:lnTo>
                    <a:pt x="2765" y="6044"/>
                  </a:lnTo>
                  <a:lnTo>
                    <a:pt x="2746" y="6084"/>
                  </a:lnTo>
                  <a:lnTo>
                    <a:pt x="2706" y="6143"/>
                  </a:lnTo>
                  <a:lnTo>
                    <a:pt x="2825" y="6123"/>
                  </a:lnTo>
                  <a:lnTo>
                    <a:pt x="2765" y="6163"/>
                  </a:lnTo>
                  <a:lnTo>
                    <a:pt x="2746" y="6183"/>
                  </a:lnTo>
                  <a:lnTo>
                    <a:pt x="2765" y="6183"/>
                  </a:lnTo>
                  <a:lnTo>
                    <a:pt x="2785" y="6222"/>
                  </a:lnTo>
                  <a:lnTo>
                    <a:pt x="2785" y="6242"/>
                  </a:lnTo>
                  <a:lnTo>
                    <a:pt x="2746" y="6262"/>
                  </a:lnTo>
                  <a:lnTo>
                    <a:pt x="2726" y="6262"/>
                  </a:lnTo>
                  <a:lnTo>
                    <a:pt x="2686" y="6222"/>
                  </a:lnTo>
                  <a:lnTo>
                    <a:pt x="2667" y="6202"/>
                  </a:lnTo>
                  <a:lnTo>
                    <a:pt x="2568" y="6202"/>
                  </a:lnTo>
                  <a:lnTo>
                    <a:pt x="2489" y="6222"/>
                  </a:lnTo>
                  <a:lnTo>
                    <a:pt x="2489" y="6262"/>
                  </a:lnTo>
                  <a:lnTo>
                    <a:pt x="2469" y="6281"/>
                  </a:lnTo>
                  <a:lnTo>
                    <a:pt x="2410" y="6301"/>
                  </a:lnTo>
                  <a:lnTo>
                    <a:pt x="2351" y="6321"/>
                  </a:lnTo>
                  <a:lnTo>
                    <a:pt x="2370" y="6341"/>
                  </a:lnTo>
                  <a:lnTo>
                    <a:pt x="2430" y="6321"/>
                  </a:lnTo>
                  <a:lnTo>
                    <a:pt x="2528" y="6281"/>
                  </a:lnTo>
                  <a:lnTo>
                    <a:pt x="2627" y="6242"/>
                  </a:lnTo>
                  <a:lnTo>
                    <a:pt x="2607" y="6281"/>
                  </a:lnTo>
                  <a:lnTo>
                    <a:pt x="2607" y="6321"/>
                  </a:lnTo>
                  <a:lnTo>
                    <a:pt x="2588" y="6360"/>
                  </a:lnTo>
                  <a:lnTo>
                    <a:pt x="2528" y="6380"/>
                  </a:lnTo>
                  <a:lnTo>
                    <a:pt x="2528" y="6400"/>
                  </a:lnTo>
                  <a:lnTo>
                    <a:pt x="2667" y="6400"/>
                  </a:lnTo>
                  <a:lnTo>
                    <a:pt x="2686" y="6420"/>
                  </a:lnTo>
                  <a:lnTo>
                    <a:pt x="2509" y="6499"/>
                  </a:lnTo>
                  <a:lnTo>
                    <a:pt x="2469" y="6518"/>
                  </a:lnTo>
                  <a:lnTo>
                    <a:pt x="2489" y="6518"/>
                  </a:lnTo>
                  <a:lnTo>
                    <a:pt x="2489" y="6538"/>
                  </a:lnTo>
                  <a:lnTo>
                    <a:pt x="2489" y="6597"/>
                  </a:lnTo>
                  <a:lnTo>
                    <a:pt x="2528" y="6558"/>
                  </a:lnTo>
                  <a:lnTo>
                    <a:pt x="2568" y="6538"/>
                  </a:lnTo>
                  <a:lnTo>
                    <a:pt x="2548" y="6518"/>
                  </a:lnTo>
                  <a:lnTo>
                    <a:pt x="2607" y="6518"/>
                  </a:lnTo>
                  <a:lnTo>
                    <a:pt x="2647" y="6558"/>
                  </a:lnTo>
                  <a:lnTo>
                    <a:pt x="2667" y="6578"/>
                  </a:lnTo>
                  <a:lnTo>
                    <a:pt x="2706" y="6578"/>
                  </a:lnTo>
                  <a:lnTo>
                    <a:pt x="2667" y="6597"/>
                  </a:lnTo>
                  <a:lnTo>
                    <a:pt x="2647" y="6617"/>
                  </a:lnTo>
                  <a:lnTo>
                    <a:pt x="2667" y="6676"/>
                  </a:lnTo>
                  <a:lnTo>
                    <a:pt x="2686" y="6716"/>
                  </a:lnTo>
                  <a:lnTo>
                    <a:pt x="2706" y="6736"/>
                  </a:lnTo>
                  <a:lnTo>
                    <a:pt x="2686" y="6755"/>
                  </a:lnTo>
                  <a:lnTo>
                    <a:pt x="2785" y="6716"/>
                  </a:lnTo>
                  <a:lnTo>
                    <a:pt x="2805" y="6696"/>
                  </a:lnTo>
                  <a:lnTo>
                    <a:pt x="2785" y="6676"/>
                  </a:lnTo>
                  <a:lnTo>
                    <a:pt x="2765" y="6676"/>
                  </a:lnTo>
                  <a:lnTo>
                    <a:pt x="2726" y="6657"/>
                  </a:lnTo>
                  <a:lnTo>
                    <a:pt x="2706" y="6657"/>
                  </a:lnTo>
                  <a:lnTo>
                    <a:pt x="2726" y="6637"/>
                  </a:lnTo>
                  <a:lnTo>
                    <a:pt x="2785" y="6597"/>
                  </a:lnTo>
                  <a:lnTo>
                    <a:pt x="2825" y="6597"/>
                  </a:lnTo>
                  <a:lnTo>
                    <a:pt x="2864" y="6637"/>
                  </a:lnTo>
                  <a:lnTo>
                    <a:pt x="2904" y="6696"/>
                  </a:lnTo>
                  <a:lnTo>
                    <a:pt x="2983" y="6775"/>
                  </a:lnTo>
                  <a:lnTo>
                    <a:pt x="3022" y="6815"/>
                  </a:lnTo>
                  <a:lnTo>
                    <a:pt x="3081" y="6834"/>
                  </a:lnTo>
                  <a:lnTo>
                    <a:pt x="3062" y="6874"/>
                  </a:lnTo>
                  <a:lnTo>
                    <a:pt x="3062" y="6894"/>
                  </a:lnTo>
                  <a:lnTo>
                    <a:pt x="3002" y="6913"/>
                  </a:lnTo>
                  <a:lnTo>
                    <a:pt x="2943" y="6933"/>
                  </a:lnTo>
                  <a:lnTo>
                    <a:pt x="2864" y="6973"/>
                  </a:lnTo>
                  <a:lnTo>
                    <a:pt x="2825" y="6913"/>
                  </a:lnTo>
                  <a:lnTo>
                    <a:pt x="2805" y="6874"/>
                  </a:lnTo>
                  <a:lnTo>
                    <a:pt x="2805" y="6834"/>
                  </a:lnTo>
                  <a:lnTo>
                    <a:pt x="2765" y="6795"/>
                  </a:lnTo>
                  <a:lnTo>
                    <a:pt x="2765" y="6874"/>
                  </a:lnTo>
                  <a:lnTo>
                    <a:pt x="2805" y="6953"/>
                  </a:lnTo>
                  <a:lnTo>
                    <a:pt x="2864" y="6992"/>
                  </a:lnTo>
                  <a:lnTo>
                    <a:pt x="2963" y="7032"/>
                  </a:lnTo>
                  <a:lnTo>
                    <a:pt x="2963" y="7052"/>
                  </a:lnTo>
                  <a:lnTo>
                    <a:pt x="2963" y="7071"/>
                  </a:lnTo>
                  <a:lnTo>
                    <a:pt x="2923" y="7111"/>
                  </a:lnTo>
                  <a:lnTo>
                    <a:pt x="2825" y="7229"/>
                  </a:lnTo>
                  <a:lnTo>
                    <a:pt x="2785" y="7289"/>
                  </a:lnTo>
                  <a:lnTo>
                    <a:pt x="2805" y="7308"/>
                  </a:lnTo>
                  <a:lnTo>
                    <a:pt x="2825" y="7328"/>
                  </a:lnTo>
                  <a:lnTo>
                    <a:pt x="2864" y="7308"/>
                  </a:lnTo>
                  <a:lnTo>
                    <a:pt x="2923" y="7269"/>
                  </a:lnTo>
                  <a:lnTo>
                    <a:pt x="2963" y="7210"/>
                  </a:lnTo>
                  <a:lnTo>
                    <a:pt x="2983" y="7229"/>
                  </a:lnTo>
                  <a:lnTo>
                    <a:pt x="3002" y="7249"/>
                  </a:lnTo>
                  <a:lnTo>
                    <a:pt x="3002" y="7308"/>
                  </a:lnTo>
                  <a:lnTo>
                    <a:pt x="3042" y="7289"/>
                  </a:lnTo>
                  <a:lnTo>
                    <a:pt x="3062" y="7249"/>
                  </a:lnTo>
                  <a:lnTo>
                    <a:pt x="3101" y="7229"/>
                  </a:lnTo>
                  <a:lnTo>
                    <a:pt x="3141" y="7229"/>
                  </a:lnTo>
                  <a:lnTo>
                    <a:pt x="3121" y="7269"/>
                  </a:lnTo>
                  <a:lnTo>
                    <a:pt x="3101" y="7308"/>
                  </a:lnTo>
                  <a:lnTo>
                    <a:pt x="3062" y="7328"/>
                  </a:lnTo>
                  <a:lnTo>
                    <a:pt x="3042" y="7328"/>
                  </a:lnTo>
                  <a:lnTo>
                    <a:pt x="3081" y="7348"/>
                  </a:lnTo>
                  <a:lnTo>
                    <a:pt x="3062" y="7368"/>
                  </a:lnTo>
                  <a:lnTo>
                    <a:pt x="3022" y="7427"/>
                  </a:lnTo>
                  <a:lnTo>
                    <a:pt x="2983" y="7466"/>
                  </a:lnTo>
                  <a:lnTo>
                    <a:pt x="2983" y="7486"/>
                  </a:lnTo>
                  <a:lnTo>
                    <a:pt x="3002" y="7506"/>
                  </a:lnTo>
                  <a:lnTo>
                    <a:pt x="3062" y="7506"/>
                  </a:lnTo>
                  <a:lnTo>
                    <a:pt x="3081" y="7486"/>
                  </a:lnTo>
                  <a:lnTo>
                    <a:pt x="3081" y="7466"/>
                  </a:lnTo>
                  <a:lnTo>
                    <a:pt x="3062" y="7466"/>
                  </a:lnTo>
                  <a:lnTo>
                    <a:pt x="3062" y="7447"/>
                  </a:lnTo>
                  <a:lnTo>
                    <a:pt x="3121" y="7407"/>
                  </a:lnTo>
                  <a:lnTo>
                    <a:pt x="3319" y="7407"/>
                  </a:lnTo>
                  <a:lnTo>
                    <a:pt x="3279" y="7427"/>
                  </a:lnTo>
                  <a:lnTo>
                    <a:pt x="3299" y="7447"/>
                  </a:lnTo>
                  <a:lnTo>
                    <a:pt x="3299" y="7466"/>
                  </a:lnTo>
                  <a:lnTo>
                    <a:pt x="3319" y="7486"/>
                  </a:lnTo>
                  <a:lnTo>
                    <a:pt x="3259" y="7526"/>
                  </a:lnTo>
                  <a:lnTo>
                    <a:pt x="3220" y="7506"/>
                  </a:lnTo>
                  <a:lnTo>
                    <a:pt x="3200" y="7466"/>
                  </a:lnTo>
                  <a:lnTo>
                    <a:pt x="3160" y="7466"/>
                  </a:lnTo>
                  <a:lnTo>
                    <a:pt x="3180" y="7545"/>
                  </a:lnTo>
                  <a:lnTo>
                    <a:pt x="3200" y="7526"/>
                  </a:lnTo>
                  <a:lnTo>
                    <a:pt x="3321" y="7543"/>
                  </a:lnTo>
                  <a:lnTo>
                    <a:pt x="3321" y="7543"/>
                  </a:lnTo>
                  <a:lnTo>
                    <a:pt x="3338" y="7526"/>
                  </a:lnTo>
                  <a:lnTo>
                    <a:pt x="3378" y="7486"/>
                  </a:lnTo>
                  <a:lnTo>
                    <a:pt x="3457" y="7466"/>
                  </a:lnTo>
                  <a:lnTo>
                    <a:pt x="3496" y="7466"/>
                  </a:lnTo>
                  <a:lnTo>
                    <a:pt x="3496" y="7526"/>
                  </a:lnTo>
                  <a:lnTo>
                    <a:pt x="3477" y="7565"/>
                  </a:lnTo>
                  <a:lnTo>
                    <a:pt x="3437" y="7624"/>
                  </a:lnTo>
                  <a:lnTo>
                    <a:pt x="3378" y="7664"/>
                  </a:lnTo>
                  <a:lnTo>
                    <a:pt x="3457" y="7644"/>
                  </a:lnTo>
                  <a:lnTo>
                    <a:pt x="3516" y="7664"/>
                  </a:lnTo>
                  <a:lnTo>
                    <a:pt x="3575" y="7723"/>
                  </a:lnTo>
                  <a:lnTo>
                    <a:pt x="3615" y="7684"/>
                  </a:lnTo>
                  <a:lnTo>
                    <a:pt x="3654" y="7664"/>
                  </a:lnTo>
                  <a:lnTo>
                    <a:pt x="3733" y="7664"/>
                  </a:lnTo>
                  <a:lnTo>
                    <a:pt x="3654" y="7802"/>
                  </a:lnTo>
                  <a:lnTo>
                    <a:pt x="3615" y="7782"/>
                  </a:lnTo>
                  <a:lnTo>
                    <a:pt x="3595" y="7782"/>
                  </a:lnTo>
                  <a:lnTo>
                    <a:pt x="3556" y="7822"/>
                  </a:lnTo>
                  <a:lnTo>
                    <a:pt x="3516" y="7861"/>
                  </a:lnTo>
                  <a:lnTo>
                    <a:pt x="3457" y="7901"/>
                  </a:lnTo>
                  <a:lnTo>
                    <a:pt x="3378" y="7901"/>
                  </a:lnTo>
                  <a:lnTo>
                    <a:pt x="3338" y="7881"/>
                  </a:lnTo>
                  <a:lnTo>
                    <a:pt x="3338" y="7802"/>
                  </a:lnTo>
                  <a:lnTo>
                    <a:pt x="3299" y="7861"/>
                  </a:lnTo>
                  <a:lnTo>
                    <a:pt x="3279" y="7881"/>
                  </a:lnTo>
                  <a:lnTo>
                    <a:pt x="3319" y="7901"/>
                  </a:lnTo>
                  <a:lnTo>
                    <a:pt x="3358" y="7921"/>
                  </a:lnTo>
                  <a:lnTo>
                    <a:pt x="3437" y="7940"/>
                  </a:lnTo>
                  <a:lnTo>
                    <a:pt x="3457" y="7960"/>
                  </a:lnTo>
                  <a:lnTo>
                    <a:pt x="3457" y="7980"/>
                  </a:lnTo>
                  <a:lnTo>
                    <a:pt x="3358" y="8019"/>
                  </a:lnTo>
                  <a:lnTo>
                    <a:pt x="3338" y="8019"/>
                  </a:lnTo>
                  <a:lnTo>
                    <a:pt x="3319" y="8000"/>
                  </a:lnTo>
                  <a:lnTo>
                    <a:pt x="3319" y="8019"/>
                  </a:lnTo>
                  <a:lnTo>
                    <a:pt x="3378" y="8039"/>
                  </a:lnTo>
                  <a:lnTo>
                    <a:pt x="3417" y="8059"/>
                  </a:lnTo>
                  <a:lnTo>
                    <a:pt x="3437" y="8079"/>
                  </a:lnTo>
                  <a:lnTo>
                    <a:pt x="3417" y="8098"/>
                  </a:lnTo>
                  <a:lnTo>
                    <a:pt x="3516" y="8039"/>
                  </a:lnTo>
                  <a:lnTo>
                    <a:pt x="3575" y="8000"/>
                  </a:lnTo>
                  <a:lnTo>
                    <a:pt x="3635" y="8019"/>
                  </a:lnTo>
                  <a:lnTo>
                    <a:pt x="3516" y="8158"/>
                  </a:lnTo>
                  <a:lnTo>
                    <a:pt x="3536" y="8178"/>
                  </a:lnTo>
                  <a:lnTo>
                    <a:pt x="3556" y="8178"/>
                  </a:lnTo>
                  <a:lnTo>
                    <a:pt x="3615" y="8158"/>
                  </a:lnTo>
                  <a:lnTo>
                    <a:pt x="3714" y="8138"/>
                  </a:lnTo>
                  <a:lnTo>
                    <a:pt x="3793" y="8138"/>
                  </a:lnTo>
                  <a:lnTo>
                    <a:pt x="3872" y="8039"/>
                  </a:lnTo>
                  <a:lnTo>
                    <a:pt x="3931" y="8039"/>
                  </a:lnTo>
                  <a:lnTo>
                    <a:pt x="3970" y="8059"/>
                  </a:lnTo>
                  <a:lnTo>
                    <a:pt x="3990" y="8079"/>
                  </a:lnTo>
                  <a:lnTo>
                    <a:pt x="4069" y="8079"/>
                  </a:lnTo>
                  <a:lnTo>
                    <a:pt x="4030" y="8039"/>
                  </a:lnTo>
                  <a:lnTo>
                    <a:pt x="3990" y="8039"/>
                  </a:lnTo>
                  <a:lnTo>
                    <a:pt x="3951" y="8019"/>
                  </a:lnTo>
                  <a:lnTo>
                    <a:pt x="3951" y="8000"/>
                  </a:lnTo>
                  <a:lnTo>
                    <a:pt x="4010" y="7960"/>
                  </a:lnTo>
                  <a:lnTo>
                    <a:pt x="4049" y="7980"/>
                  </a:lnTo>
                  <a:lnTo>
                    <a:pt x="4089" y="8000"/>
                  </a:lnTo>
                  <a:lnTo>
                    <a:pt x="4128" y="8000"/>
                  </a:lnTo>
                  <a:lnTo>
                    <a:pt x="4109" y="8079"/>
                  </a:lnTo>
                  <a:lnTo>
                    <a:pt x="4089" y="8118"/>
                  </a:lnTo>
                  <a:lnTo>
                    <a:pt x="4010" y="8217"/>
                  </a:lnTo>
                  <a:lnTo>
                    <a:pt x="3872" y="8276"/>
                  </a:lnTo>
                  <a:lnTo>
                    <a:pt x="3753" y="8296"/>
                  </a:lnTo>
                  <a:lnTo>
                    <a:pt x="3615" y="8316"/>
                  </a:lnTo>
                  <a:lnTo>
                    <a:pt x="3516" y="8336"/>
                  </a:lnTo>
                  <a:lnTo>
                    <a:pt x="3437" y="8395"/>
                  </a:lnTo>
                  <a:lnTo>
                    <a:pt x="3496" y="8434"/>
                  </a:lnTo>
                  <a:lnTo>
                    <a:pt x="3556" y="8494"/>
                  </a:lnTo>
                  <a:lnTo>
                    <a:pt x="3595" y="8573"/>
                  </a:lnTo>
                  <a:lnTo>
                    <a:pt x="3595" y="8612"/>
                  </a:lnTo>
                  <a:lnTo>
                    <a:pt x="3575" y="8652"/>
                  </a:lnTo>
                  <a:lnTo>
                    <a:pt x="3674" y="8652"/>
                  </a:lnTo>
                  <a:lnTo>
                    <a:pt x="3773" y="8632"/>
                  </a:lnTo>
                  <a:lnTo>
                    <a:pt x="3872" y="8592"/>
                  </a:lnTo>
                  <a:lnTo>
                    <a:pt x="3970" y="8533"/>
                  </a:lnTo>
                  <a:lnTo>
                    <a:pt x="3990" y="8553"/>
                  </a:lnTo>
                  <a:lnTo>
                    <a:pt x="3990" y="8573"/>
                  </a:lnTo>
                  <a:lnTo>
                    <a:pt x="3970" y="8612"/>
                  </a:lnTo>
                  <a:lnTo>
                    <a:pt x="3891" y="8612"/>
                  </a:lnTo>
                  <a:lnTo>
                    <a:pt x="4030" y="8691"/>
                  </a:lnTo>
                  <a:lnTo>
                    <a:pt x="4089" y="8731"/>
                  </a:lnTo>
                  <a:lnTo>
                    <a:pt x="4148" y="8790"/>
                  </a:lnTo>
                  <a:lnTo>
                    <a:pt x="4188" y="8810"/>
                  </a:lnTo>
                  <a:lnTo>
                    <a:pt x="4267" y="8790"/>
                  </a:lnTo>
                  <a:lnTo>
                    <a:pt x="4425" y="8691"/>
                  </a:lnTo>
                  <a:lnTo>
                    <a:pt x="4464" y="8750"/>
                  </a:lnTo>
                  <a:lnTo>
                    <a:pt x="4484" y="8711"/>
                  </a:lnTo>
                  <a:lnTo>
                    <a:pt x="4602" y="8711"/>
                  </a:lnTo>
                  <a:lnTo>
                    <a:pt x="4622" y="8750"/>
                  </a:lnTo>
                  <a:lnTo>
                    <a:pt x="4622" y="8790"/>
                  </a:lnTo>
                  <a:lnTo>
                    <a:pt x="4563" y="8810"/>
                  </a:lnTo>
                  <a:lnTo>
                    <a:pt x="4504" y="8810"/>
                  </a:lnTo>
                  <a:lnTo>
                    <a:pt x="4504" y="8869"/>
                  </a:lnTo>
                  <a:lnTo>
                    <a:pt x="4504" y="8889"/>
                  </a:lnTo>
                  <a:lnTo>
                    <a:pt x="4543" y="8928"/>
                  </a:lnTo>
                  <a:lnTo>
                    <a:pt x="4583" y="8928"/>
                  </a:lnTo>
                  <a:lnTo>
                    <a:pt x="4464" y="8968"/>
                  </a:lnTo>
                  <a:lnTo>
                    <a:pt x="4425" y="8968"/>
                  </a:lnTo>
                  <a:lnTo>
                    <a:pt x="4405" y="8948"/>
                  </a:lnTo>
                  <a:lnTo>
                    <a:pt x="4405" y="8928"/>
                  </a:lnTo>
                  <a:lnTo>
                    <a:pt x="4444" y="8908"/>
                  </a:lnTo>
                  <a:lnTo>
                    <a:pt x="4346" y="8869"/>
                  </a:lnTo>
                  <a:lnTo>
                    <a:pt x="4346" y="8869"/>
                  </a:lnTo>
                  <a:lnTo>
                    <a:pt x="4365" y="8889"/>
                  </a:lnTo>
                  <a:lnTo>
                    <a:pt x="4385" y="8908"/>
                  </a:lnTo>
                  <a:lnTo>
                    <a:pt x="4385" y="8948"/>
                  </a:lnTo>
                  <a:lnTo>
                    <a:pt x="4365" y="8968"/>
                  </a:lnTo>
                  <a:lnTo>
                    <a:pt x="4286" y="9047"/>
                  </a:lnTo>
                  <a:lnTo>
                    <a:pt x="4188" y="9106"/>
                  </a:lnTo>
                  <a:lnTo>
                    <a:pt x="4247" y="9106"/>
                  </a:lnTo>
                  <a:lnTo>
                    <a:pt x="4286" y="9066"/>
                  </a:lnTo>
                  <a:lnTo>
                    <a:pt x="4346" y="9027"/>
                  </a:lnTo>
                  <a:lnTo>
                    <a:pt x="4405" y="9027"/>
                  </a:lnTo>
                  <a:lnTo>
                    <a:pt x="4346" y="9126"/>
                  </a:lnTo>
                  <a:lnTo>
                    <a:pt x="4326" y="9205"/>
                  </a:lnTo>
                  <a:lnTo>
                    <a:pt x="6321" y="8019"/>
                  </a:lnTo>
                  <a:lnTo>
                    <a:pt x="6321" y="7940"/>
                  </a:lnTo>
                  <a:lnTo>
                    <a:pt x="6341" y="7881"/>
                  </a:lnTo>
                  <a:lnTo>
                    <a:pt x="6341" y="7861"/>
                  </a:lnTo>
                  <a:lnTo>
                    <a:pt x="6321" y="7842"/>
                  </a:lnTo>
                  <a:lnTo>
                    <a:pt x="6202" y="7842"/>
                  </a:lnTo>
                  <a:lnTo>
                    <a:pt x="6183" y="7881"/>
                  </a:lnTo>
                  <a:lnTo>
                    <a:pt x="6163" y="7901"/>
                  </a:lnTo>
                  <a:lnTo>
                    <a:pt x="6104" y="7940"/>
                  </a:lnTo>
                  <a:lnTo>
                    <a:pt x="6064" y="7960"/>
                  </a:lnTo>
                  <a:lnTo>
                    <a:pt x="6084" y="7921"/>
                  </a:lnTo>
                  <a:lnTo>
                    <a:pt x="6084" y="7881"/>
                  </a:lnTo>
                  <a:lnTo>
                    <a:pt x="6104" y="7861"/>
                  </a:lnTo>
                  <a:lnTo>
                    <a:pt x="6143" y="7822"/>
                  </a:lnTo>
                  <a:lnTo>
                    <a:pt x="6183" y="7842"/>
                  </a:lnTo>
                  <a:lnTo>
                    <a:pt x="6183" y="7743"/>
                  </a:lnTo>
                  <a:lnTo>
                    <a:pt x="6163" y="7723"/>
                  </a:lnTo>
                  <a:lnTo>
                    <a:pt x="6143" y="7723"/>
                  </a:lnTo>
                  <a:lnTo>
                    <a:pt x="6005" y="7763"/>
                  </a:lnTo>
                  <a:lnTo>
                    <a:pt x="5946" y="7782"/>
                  </a:lnTo>
                  <a:lnTo>
                    <a:pt x="5886" y="7782"/>
                  </a:lnTo>
                  <a:lnTo>
                    <a:pt x="5906" y="7743"/>
                  </a:lnTo>
                  <a:lnTo>
                    <a:pt x="5926" y="7723"/>
                  </a:lnTo>
                  <a:lnTo>
                    <a:pt x="6025" y="7684"/>
                  </a:lnTo>
                  <a:lnTo>
                    <a:pt x="6123" y="7664"/>
                  </a:lnTo>
                  <a:lnTo>
                    <a:pt x="6163" y="7644"/>
                  </a:lnTo>
                  <a:lnTo>
                    <a:pt x="6202" y="7605"/>
                  </a:lnTo>
                  <a:lnTo>
                    <a:pt x="6044" y="7565"/>
                  </a:lnTo>
                  <a:lnTo>
                    <a:pt x="6123" y="7506"/>
                  </a:lnTo>
                  <a:lnTo>
                    <a:pt x="6123" y="7427"/>
                  </a:lnTo>
                  <a:lnTo>
                    <a:pt x="6084" y="7387"/>
                  </a:lnTo>
                  <a:lnTo>
                    <a:pt x="6025" y="7368"/>
                  </a:lnTo>
                  <a:lnTo>
                    <a:pt x="5965" y="7328"/>
                  </a:lnTo>
                  <a:lnTo>
                    <a:pt x="5827" y="7289"/>
                  </a:lnTo>
                  <a:lnTo>
                    <a:pt x="5768" y="7249"/>
                  </a:lnTo>
                  <a:lnTo>
                    <a:pt x="5728" y="7190"/>
                  </a:lnTo>
                  <a:lnTo>
                    <a:pt x="5827" y="7170"/>
                  </a:lnTo>
                  <a:lnTo>
                    <a:pt x="5926" y="7170"/>
                  </a:lnTo>
                  <a:lnTo>
                    <a:pt x="5985" y="7210"/>
                  </a:lnTo>
                  <a:lnTo>
                    <a:pt x="6025" y="7229"/>
                  </a:lnTo>
                  <a:lnTo>
                    <a:pt x="6044" y="7190"/>
                  </a:lnTo>
                  <a:lnTo>
                    <a:pt x="6064" y="7170"/>
                  </a:lnTo>
                  <a:lnTo>
                    <a:pt x="6025" y="7131"/>
                  </a:lnTo>
                  <a:lnTo>
                    <a:pt x="5985" y="7091"/>
                  </a:lnTo>
                  <a:lnTo>
                    <a:pt x="5965" y="7071"/>
                  </a:lnTo>
                  <a:lnTo>
                    <a:pt x="5985" y="7032"/>
                  </a:lnTo>
                  <a:lnTo>
                    <a:pt x="5985" y="7012"/>
                  </a:lnTo>
                  <a:lnTo>
                    <a:pt x="5965" y="6992"/>
                  </a:lnTo>
                  <a:lnTo>
                    <a:pt x="5886" y="6992"/>
                  </a:lnTo>
                  <a:lnTo>
                    <a:pt x="5807" y="7012"/>
                  </a:lnTo>
                  <a:lnTo>
                    <a:pt x="5748" y="7032"/>
                  </a:lnTo>
                  <a:lnTo>
                    <a:pt x="5709" y="7012"/>
                  </a:lnTo>
                  <a:lnTo>
                    <a:pt x="5709" y="6992"/>
                  </a:lnTo>
                  <a:lnTo>
                    <a:pt x="5748" y="6973"/>
                  </a:lnTo>
                  <a:lnTo>
                    <a:pt x="5827" y="6913"/>
                  </a:lnTo>
                  <a:lnTo>
                    <a:pt x="5768" y="6933"/>
                  </a:lnTo>
                  <a:lnTo>
                    <a:pt x="5728" y="6933"/>
                  </a:lnTo>
                  <a:lnTo>
                    <a:pt x="5689" y="6913"/>
                  </a:lnTo>
                  <a:lnTo>
                    <a:pt x="5669" y="6913"/>
                  </a:lnTo>
                  <a:lnTo>
                    <a:pt x="5629" y="6854"/>
                  </a:lnTo>
                  <a:lnTo>
                    <a:pt x="5610" y="6815"/>
                  </a:lnTo>
                  <a:lnTo>
                    <a:pt x="5689" y="6775"/>
                  </a:lnTo>
                  <a:lnTo>
                    <a:pt x="5531" y="6736"/>
                  </a:lnTo>
                  <a:lnTo>
                    <a:pt x="5511" y="6755"/>
                  </a:lnTo>
                  <a:lnTo>
                    <a:pt x="5471" y="6775"/>
                  </a:lnTo>
                  <a:lnTo>
                    <a:pt x="5373" y="6815"/>
                  </a:lnTo>
                  <a:lnTo>
                    <a:pt x="5373" y="6795"/>
                  </a:lnTo>
                  <a:lnTo>
                    <a:pt x="5333" y="6854"/>
                  </a:lnTo>
                  <a:lnTo>
                    <a:pt x="5333" y="6894"/>
                  </a:lnTo>
                  <a:lnTo>
                    <a:pt x="5353" y="6933"/>
                  </a:lnTo>
                  <a:lnTo>
                    <a:pt x="5412" y="6953"/>
                  </a:lnTo>
                  <a:lnTo>
                    <a:pt x="5452" y="6973"/>
                  </a:lnTo>
                  <a:lnTo>
                    <a:pt x="5471" y="7012"/>
                  </a:lnTo>
                  <a:lnTo>
                    <a:pt x="5471" y="7052"/>
                  </a:lnTo>
                  <a:lnTo>
                    <a:pt x="5392" y="7131"/>
                  </a:lnTo>
                  <a:lnTo>
                    <a:pt x="5373" y="7131"/>
                  </a:lnTo>
                  <a:lnTo>
                    <a:pt x="5333" y="7150"/>
                  </a:lnTo>
                  <a:lnTo>
                    <a:pt x="5294" y="7170"/>
                  </a:lnTo>
                  <a:lnTo>
                    <a:pt x="5274" y="7170"/>
                  </a:lnTo>
                  <a:lnTo>
                    <a:pt x="5274" y="7131"/>
                  </a:lnTo>
                  <a:lnTo>
                    <a:pt x="5313" y="7111"/>
                  </a:lnTo>
                  <a:lnTo>
                    <a:pt x="5313" y="7111"/>
                  </a:lnTo>
                  <a:lnTo>
                    <a:pt x="5195" y="7131"/>
                  </a:lnTo>
                  <a:lnTo>
                    <a:pt x="5175" y="7150"/>
                  </a:lnTo>
                  <a:lnTo>
                    <a:pt x="5175" y="7170"/>
                  </a:lnTo>
                  <a:lnTo>
                    <a:pt x="5096" y="7210"/>
                  </a:lnTo>
                  <a:lnTo>
                    <a:pt x="5017" y="7210"/>
                  </a:lnTo>
                  <a:lnTo>
                    <a:pt x="4978" y="7190"/>
                  </a:lnTo>
                  <a:lnTo>
                    <a:pt x="4938" y="7150"/>
                  </a:lnTo>
                  <a:lnTo>
                    <a:pt x="4879" y="7111"/>
                  </a:lnTo>
                  <a:lnTo>
                    <a:pt x="4918" y="7091"/>
                  </a:lnTo>
                  <a:lnTo>
                    <a:pt x="4958" y="7071"/>
                  </a:lnTo>
                  <a:lnTo>
                    <a:pt x="5037" y="7052"/>
                  </a:lnTo>
                  <a:lnTo>
                    <a:pt x="5136" y="7052"/>
                  </a:lnTo>
                  <a:lnTo>
                    <a:pt x="5096" y="7032"/>
                  </a:lnTo>
                  <a:lnTo>
                    <a:pt x="5116" y="7012"/>
                  </a:lnTo>
                  <a:lnTo>
                    <a:pt x="5274" y="6933"/>
                  </a:lnTo>
                  <a:lnTo>
                    <a:pt x="5195" y="6933"/>
                  </a:lnTo>
                  <a:lnTo>
                    <a:pt x="5116" y="6953"/>
                  </a:lnTo>
                  <a:lnTo>
                    <a:pt x="5057" y="6992"/>
                  </a:lnTo>
                  <a:lnTo>
                    <a:pt x="4958" y="7032"/>
                  </a:lnTo>
                  <a:lnTo>
                    <a:pt x="4899" y="7052"/>
                  </a:lnTo>
                  <a:lnTo>
                    <a:pt x="4879" y="7052"/>
                  </a:lnTo>
                  <a:lnTo>
                    <a:pt x="4859" y="7032"/>
                  </a:lnTo>
                  <a:lnTo>
                    <a:pt x="4859" y="7012"/>
                  </a:lnTo>
                  <a:lnTo>
                    <a:pt x="4899" y="6953"/>
                  </a:lnTo>
                  <a:lnTo>
                    <a:pt x="4899" y="6913"/>
                  </a:lnTo>
                  <a:lnTo>
                    <a:pt x="4958" y="6933"/>
                  </a:lnTo>
                  <a:lnTo>
                    <a:pt x="4958" y="6894"/>
                  </a:lnTo>
                  <a:lnTo>
                    <a:pt x="4938" y="6874"/>
                  </a:lnTo>
                  <a:lnTo>
                    <a:pt x="4899" y="6874"/>
                  </a:lnTo>
                  <a:lnTo>
                    <a:pt x="4839" y="6854"/>
                  </a:lnTo>
                  <a:lnTo>
                    <a:pt x="4820" y="6834"/>
                  </a:lnTo>
                  <a:lnTo>
                    <a:pt x="4800" y="6815"/>
                  </a:lnTo>
                  <a:lnTo>
                    <a:pt x="4899" y="6736"/>
                  </a:lnTo>
                  <a:lnTo>
                    <a:pt x="4879" y="6775"/>
                  </a:lnTo>
                  <a:lnTo>
                    <a:pt x="4899" y="6795"/>
                  </a:lnTo>
                  <a:lnTo>
                    <a:pt x="5116" y="6795"/>
                  </a:lnTo>
                  <a:lnTo>
                    <a:pt x="5155" y="6755"/>
                  </a:lnTo>
                  <a:lnTo>
                    <a:pt x="5215" y="6716"/>
                  </a:lnTo>
                  <a:lnTo>
                    <a:pt x="5254" y="6696"/>
                  </a:lnTo>
                  <a:lnTo>
                    <a:pt x="5333" y="6676"/>
                  </a:lnTo>
                  <a:lnTo>
                    <a:pt x="5452" y="6676"/>
                  </a:lnTo>
                  <a:lnTo>
                    <a:pt x="5570" y="6657"/>
                  </a:lnTo>
                  <a:lnTo>
                    <a:pt x="5550" y="6637"/>
                  </a:lnTo>
                  <a:lnTo>
                    <a:pt x="5531" y="6597"/>
                  </a:lnTo>
                  <a:lnTo>
                    <a:pt x="5550" y="6558"/>
                  </a:lnTo>
                  <a:lnTo>
                    <a:pt x="5590" y="6499"/>
                  </a:lnTo>
                  <a:lnTo>
                    <a:pt x="5531" y="6499"/>
                  </a:lnTo>
                  <a:lnTo>
                    <a:pt x="5491" y="6479"/>
                  </a:lnTo>
                  <a:lnTo>
                    <a:pt x="5471" y="6459"/>
                  </a:lnTo>
                  <a:lnTo>
                    <a:pt x="5471" y="6420"/>
                  </a:lnTo>
                  <a:lnTo>
                    <a:pt x="5471" y="6400"/>
                  </a:lnTo>
                  <a:lnTo>
                    <a:pt x="5452" y="6360"/>
                  </a:lnTo>
                  <a:lnTo>
                    <a:pt x="5313" y="6360"/>
                  </a:lnTo>
                  <a:lnTo>
                    <a:pt x="5353" y="6341"/>
                  </a:lnTo>
                  <a:lnTo>
                    <a:pt x="5392" y="6321"/>
                  </a:lnTo>
                  <a:lnTo>
                    <a:pt x="5412" y="6321"/>
                  </a:lnTo>
                  <a:lnTo>
                    <a:pt x="5432" y="6301"/>
                  </a:lnTo>
                  <a:lnTo>
                    <a:pt x="5412" y="6242"/>
                  </a:lnTo>
                  <a:lnTo>
                    <a:pt x="5373" y="6183"/>
                  </a:lnTo>
                  <a:lnTo>
                    <a:pt x="5294" y="6143"/>
                  </a:lnTo>
                  <a:lnTo>
                    <a:pt x="5215" y="6104"/>
                  </a:lnTo>
                  <a:lnTo>
                    <a:pt x="5215" y="6084"/>
                  </a:lnTo>
                  <a:lnTo>
                    <a:pt x="5254" y="6044"/>
                  </a:lnTo>
                  <a:lnTo>
                    <a:pt x="5333" y="6005"/>
                  </a:lnTo>
                  <a:lnTo>
                    <a:pt x="5313" y="5926"/>
                  </a:lnTo>
                  <a:lnTo>
                    <a:pt x="5274" y="5867"/>
                  </a:lnTo>
                  <a:lnTo>
                    <a:pt x="5195" y="5827"/>
                  </a:lnTo>
                  <a:lnTo>
                    <a:pt x="5116" y="5787"/>
                  </a:lnTo>
                  <a:lnTo>
                    <a:pt x="5057" y="5768"/>
                  </a:lnTo>
                  <a:lnTo>
                    <a:pt x="4978" y="5728"/>
                  </a:lnTo>
                  <a:lnTo>
                    <a:pt x="4938" y="5669"/>
                  </a:lnTo>
                  <a:lnTo>
                    <a:pt x="4899" y="5590"/>
                  </a:lnTo>
                  <a:lnTo>
                    <a:pt x="4997" y="5570"/>
                  </a:lnTo>
                  <a:lnTo>
                    <a:pt x="4997" y="5531"/>
                  </a:lnTo>
                  <a:lnTo>
                    <a:pt x="4997" y="5511"/>
                  </a:lnTo>
                  <a:lnTo>
                    <a:pt x="4958" y="5491"/>
                  </a:lnTo>
                  <a:lnTo>
                    <a:pt x="4879" y="5511"/>
                  </a:lnTo>
                  <a:lnTo>
                    <a:pt x="4938" y="5452"/>
                  </a:lnTo>
                  <a:lnTo>
                    <a:pt x="4958" y="5412"/>
                  </a:lnTo>
                  <a:lnTo>
                    <a:pt x="4918" y="5373"/>
                  </a:lnTo>
                  <a:lnTo>
                    <a:pt x="4879" y="5353"/>
                  </a:lnTo>
                  <a:lnTo>
                    <a:pt x="4839" y="5333"/>
                  </a:lnTo>
                  <a:lnTo>
                    <a:pt x="4800" y="5294"/>
                  </a:lnTo>
                  <a:lnTo>
                    <a:pt x="4820" y="5234"/>
                  </a:lnTo>
                  <a:lnTo>
                    <a:pt x="4879" y="5175"/>
                  </a:lnTo>
                  <a:lnTo>
                    <a:pt x="4859" y="5136"/>
                  </a:lnTo>
                  <a:lnTo>
                    <a:pt x="4839" y="5116"/>
                  </a:lnTo>
                  <a:lnTo>
                    <a:pt x="4602" y="5116"/>
                  </a:lnTo>
                  <a:lnTo>
                    <a:pt x="4583" y="5096"/>
                  </a:lnTo>
                  <a:lnTo>
                    <a:pt x="4681" y="5057"/>
                  </a:lnTo>
                  <a:lnTo>
                    <a:pt x="4741" y="5037"/>
                  </a:lnTo>
                  <a:lnTo>
                    <a:pt x="4760" y="4997"/>
                  </a:lnTo>
                  <a:lnTo>
                    <a:pt x="4622" y="4839"/>
                  </a:lnTo>
                  <a:lnTo>
                    <a:pt x="4484" y="4681"/>
                  </a:lnTo>
                  <a:lnTo>
                    <a:pt x="4247" y="4326"/>
                  </a:lnTo>
                  <a:lnTo>
                    <a:pt x="4306" y="4326"/>
                  </a:lnTo>
                  <a:lnTo>
                    <a:pt x="4267" y="4267"/>
                  </a:lnTo>
                  <a:lnTo>
                    <a:pt x="4207" y="4207"/>
                  </a:lnTo>
                  <a:lnTo>
                    <a:pt x="4069" y="4109"/>
                  </a:lnTo>
                  <a:lnTo>
                    <a:pt x="3951" y="4030"/>
                  </a:lnTo>
                  <a:lnTo>
                    <a:pt x="3911" y="3970"/>
                  </a:lnTo>
                  <a:lnTo>
                    <a:pt x="3911" y="3911"/>
                  </a:lnTo>
                  <a:lnTo>
                    <a:pt x="3812" y="3872"/>
                  </a:lnTo>
                  <a:lnTo>
                    <a:pt x="3733" y="3872"/>
                  </a:lnTo>
                  <a:lnTo>
                    <a:pt x="3674" y="3911"/>
                  </a:lnTo>
                  <a:lnTo>
                    <a:pt x="3654" y="3951"/>
                  </a:lnTo>
                  <a:lnTo>
                    <a:pt x="3595" y="3990"/>
                  </a:lnTo>
                  <a:lnTo>
                    <a:pt x="3457" y="4069"/>
                  </a:lnTo>
                  <a:lnTo>
                    <a:pt x="3417" y="4030"/>
                  </a:lnTo>
                  <a:lnTo>
                    <a:pt x="3417" y="4010"/>
                  </a:lnTo>
                  <a:lnTo>
                    <a:pt x="3437" y="3990"/>
                  </a:lnTo>
                  <a:lnTo>
                    <a:pt x="3477" y="3951"/>
                  </a:lnTo>
                  <a:lnTo>
                    <a:pt x="3536" y="3891"/>
                  </a:lnTo>
                  <a:lnTo>
                    <a:pt x="3556" y="3872"/>
                  </a:lnTo>
                  <a:lnTo>
                    <a:pt x="3536" y="3832"/>
                  </a:lnTo>
                  <a:lnTo>
                    <a:pt x="3654" y="3773"/>
                  </a:lnTo>
                  <a:lnTo>
                    <a:pt x="3773" y="3773"/>
                  </a:lnTo>
                  <a:lnTo>
                    <a:pt x="3872" y="3733"/>
                  </a:lnTo>
                  <a:lnTo>
                    <a:pt x="3694" y="3674"/>
                  </a:lnTo>
                  <a:lnTo>
                    <a:pt x="3694" y="3635"/>
                  </a:lnTo>
                  <a:lnTo>
                    <a:pt x="3694" y="3615"/>
                  </a:lnTo>
                  <a:lnTo>
                    <a:pt x="3654" y="3575"/>
                  </a:lnTo>
                  <a:lnTo>
                    <a:pt x="3615" y="3516"/>
                  </a:lnTo>
                  <a:lnTo>
                    <a:pt x="3615" y="3496"/>
                  </a:lnTo>
                  <a:lnTo>
                    <a:pt x="3635" y="3457"/>
                  </a:lnTo>
                  <a:lnTo>
                    <a:pt x="3654" y="3457"/>
                  </a:lnTo>
                  <a:lnTo>
                    <a:pt x="3694" y="3437"/>
                  </a:lnTo>
                  <a:lnTo>
                    <a:pt x="3753" y="3437"/>
                  </a:lnTo>
                  <a:lnTo>
                    <a:pt x="3733" y="3477"/>
                  </a:lnTo>
                  <a:lnTo>
                    <a:pt x="3694" y="3477"/>
                  </a:lnTo>
                  <a:lnTo>
                    <a:pt x="3714" y="3516"/>
                  </a:lnTo>
                  <a:lnTo>
                    <a:pt x="3733" y="3536"/>
                  </a:lnTo>
                  <a:lnTo>
                    <a:pt x="3872" y="3536"/>
                  </a:lnTo>
                  <a:lnTo>
                    <a:pt x="3911" y="3556"/>
                  </a:lnTo>
                  <a:lnTo>
                    <a:pt x="3911" y="3556"/>
                  </a:lnTo>
                  <a:lnTo>
                    <a:pt x="3852" y="3516"/>
                  </a:lnTo>
                  <a:lnTo>
                    <a:pt x="3773" y="3457"/>
                  </a:lnTo>
                  <a:lnTo>
                    <a:pt x="3733" y="3378"/>
                  </a:lnTo>
                  <a:lnTo>
                    <a:pt x="3714" y="3318"/>
                  </a:lnTo>
                  <a:lnTo>
                    <a:pt x="3654" y="3358"/>
                  </a:lnTo>
                  <a:lnTo>
                    <a:pt x="3615" y="3338"/>
                  </a:lnTo>
                  <a:lnTo>
                    <a:pt x="3595" y="3318"/>
                  </a:lnTo>
                  <a:lnTo>
                    <a:pt x="3536" y="3318"/>
                  </a:lnTo>
                  <a:lnTo>
                    <a:pt x="3536" y="3299"/>
                  </a:lnTo>
                  <a:lnTo>
                    <a:pt x="3496" y="3318"/>
                  </a:lnTo>
                  <a:lnTo>
                    <a:pt x="3457" y="3318"/>
                  </a:lnTo>
                  <a:lnTo>
                    <a:pt x="3398" y="3299"/>
                  </a:lnTo>
                  <a:lnTo>
                    <a:pt x="3556" y="3200"/>
                  </a:lnTo>
                  <a:lnTo>
                    <a:pt x="3536" y="3200"/>
                  </a:lnTo>
                  <a:lnTo>
                    <a:pt x="3496" y="3220"/>
                  </a:lnTo>
                  <a:lnTo>
                    <a:pt x="3477" y="3239"/>
                  </a:lnTo>
                  <a:lnTo>
                    <a:pt x="3437" y="3220"/>
                  </a:lnTo>
                  <a:lnTo>
                    <a:pt x="3398" y="3180"/>
                  </a:lnTo>
                  <a:lnTo>
                    <a:pt x="3358" y="3121"/>
                  </a:lnTo>
                  <a:lnTo>
                    <a:pt x="3358" y="3081"/>
                  </a:lnTo>
                  <a:lnTo>
                    <a:pt x="3358" y="3042"/>
                  </a:lnTo>
                  <a:lnTo>
                    <a:pt x="3398" y="2983"/>
                  </a:lnTo>
                  <a:lnTo>
                    <a:pt x="3457" y="2943"/>
                  </a:lnTo>
                  <a:lnTo>
                    <a:pt x="3417" y="2923"/>
                  </a:lnTo>
                  <a:lnTo>
                    <a:pt x="3358" y="2923"/>
                  </a:lnTo>
                  <a:lnTo>
                    <a:pt x="3319" y="2904"/>
                  </a:lnTo>
                  <a:lnTo>
                    <a:pt x="3299" y="2864"/>
                  </a:lnTo>
                  <a:lnTo>
                    <a:pt x="3398" y="2844"/>
                  </a:lnTo>
                  <a:lnTo>
                    <a:pt x="3358" y="2746"/>
                  </a:lnTo>
                  <a:lnTo>
                    <a:pt x="3299" y="2647"/>
                  </a:lnTo>
                  <a:lnTo>
                    <a:pt x="3279" y="2548"/>
                  </a:lnTo>
                  <a:lnTo>
                    <a:pt x="3259" y="2489"/>
                  </a:lnTo>
                  <a:lnTo>
                    <a:pt x="3279" y="2430"/>
                  </a:lnTo>
                  <a:lnTo>
                    <a:pt x="3141" y="2331"/>
                  </a:lnTo>
                  <a:lnTo>
                    <a:pt x="3062" y="2291"/>
                  </a:lnTo>
                  <a:lnTo>
                    <a:pt x="2963" y="2291"/>
                  </a:lnTo>
                  <a:lnTo>
                    <a:pt x="2983" y="2311"/>
                  </a:lnTo>
                  <a:lnTo>
                    <a:pt x="2983" y="2351"/>
                  </a:lnTo>
                  <a:lnTo>
                    <a:pt x="2943" y="2390"/>
                  </a:lnTo>
                  <a:lnTo>
                    <a:pt x="2864" y="2410"/>
                  </a:lnTo>
                  <a:lnTo>
                    <a:pt x="2825" y="2410"/>
                  </a:lnTo>
                  <a:lnTo>
                    <a:pt x="2785" y="2390"/>
                  </a:lnTo>
                  <a:lnTo>
                    <a:pt x="2765" y="2370"/>
                  </a:lnTo>
                  <a:lnTo>
                    <a:pt x="2746" y="2351"/>
                  </a:lnTo>
                  <a:lnTo>
                    <a:pt x="2785" y="2311"/>
                  </a:lnTo>
                  <a:lnTo>
                    <a:pt x="2805" y="2272"/>
                  </a:lnTo>
                  <a:lnTo>
                    <a:pt x="2825" y="2232"/>
                  </a:lnTo>
                  <a:lnTo>
                    <a:pt x="2884" y="2252"/>
                  </a:lnTo>
                  <a:lnTo>
                    <a:pt x="2923" y="2212"/>
                  </a:lnTo>
                  <a:lnTo>
                    <a:pt x="2943" y="2173"/>
                  </a:lnTo>
                  <a:lnTo>
                    <a:pt x="2923" y="2133"/>
                  </a:lnTo>
                  <a:lnTo>
                    <a:pt x="2904" y="2114"/>
                  </a:lnTo>
                  <a:lnTo>
                    <a:pt x="2884" y="2094"/>
                  </a:lnTo>
                  <a:lnTo>
                    <a:pt x="2884" y="2054"/>
                  </a:lnTo>
                  <a:lnTo>
                    <a:pt x="2904" y="2035"/>
                  </a:lnTo>
                  <a:lnTo>
                    <a:pt x="2943" y="1995"/>
                  </a:lnTo>
                  <a:lnTo>
                    <a:pt x="2904" y="1995"/>
                  </a:lnTo>
                  <a:lnTo>
                    <a:pt x="2864" y="1956"/>
                  </a:lnTo>
                  <a:lnTo>
                    <a:pt x="2805" y="1916"/>
                  </a:lnTo>
                  <a:lnTo>
                    <a:pt x="2765" y="1896"/>
                  </a:lnTo>
                  <a:lnTo>
                    <a:pt x="2726" y="1896"/>
                  </a:lnTo>
                  <a:lnTo>
                    <a:pt x="2785" y="1877"/>
                  </a:lnTo>
                  <a:lnTo>
                    <a:pt x="2805" y="1896"/>
                  </a:lnTo>
                  <a:lnTo>
                    <a:pt x="2884" y="1896"/>
                  </a:lnTo>
                  <a:lnTo>
                    <a:pt x="2825" y="1857"/>
                  </a:lnTo>
                  <a:lnTo>
                    <a:pt x="2884" y="1837"/>
                  </a:lnTo>
                  <a:lnTo>
                    <a:pt x="2864" y="1798"/>
                  </a:lnTo>
                  <a:lnTo>
                    <a:pt x="2844" y="1778"/>
                  </a:lnTo>
                  <a:lnTo>
                    <a:pt x="2588" y="1778"/>
                  </a:lnTo>
                  <a:lnTo>
                    <a:pt x="2548" y="1738"/>
                  </a:lnTo>
                  <a:lnTo>
                    <a:pt x="2726" y="1719"/>
                  </a:lnTo>
                  <a:lnTo>
                    <a:pt x="2667" y="1679"/>
                  </a:lnTo>
                  <a:lnTo>
                    <a:pt x="2509" y="1679"/>
                  </a:lnTo>
                  <a:lnTo>
                    <a:pt x="2449" y="1659"/>
                  </a:lnTo>
                  <a:lnTo>
                    <a:pt x="2489" y="1620"/>
                  </a:lnTo>
                  <a:lnTo>
                    <a:pt x="2410" y="1600"/>
                  </a:lnTo>
                  <a:lnTo>
                    <a:pt x="2469" y="1580"/>
                  </a:lnTo>
                  <a:lnTo>
                    <a:pt x="2469" y="1580"/>
                  </a:lnTo>
                  <a:lnTo>
                    <a:pt x="2370" y="1600"/>
                  </a:lnTo>
                  <a:lnTo>
                    <a:pt x="2311" y="1561"/>
                  </a:lnTo>
                  <a:lnTo>
                    <a:pt x="2252" y="1541"/>
                  </a:lnTo>
                  <a:lnTo>
                    <a:pt x="2173" y="1541"/>
                  </a:lnTo>
                  <a:lnTo>
                    <a:pt x="2193" y="1501"/>
                  </a:lnTo>
                  <a:lnTo>
                    <a:pt x="2232" y="1442"/>
                  </a:lnTo>
                  <a:lnTo>
                    <a:pt x="2252" y="1403"/>
                  </a:lnTo>
                  <a:lnTo>
                    <a:pt x="2193" y="1403"/>
                  </a:lnTo>
                  <a:lnTo>
                    <a:pt x="2390" y="1324"/>
                  </a:lnTo>
                  <a:lnTo>
                    <a:pt x="2410" y="1343"/>
                  </a:lnTo>
                  <a:lnTo>
                    <a:pt x="2410" y="1363"/>
                  </a:lnTo>
                  <a:lnTo>
                    <a:pt x="2370" y="1403"/>
                  </a:lnTo>
                  <a:lnTo>
                    <a:pt x="2351" y="1442"/>
                  </a:lnTo>
                  <a:lnTo>
                    <a:pt x="2370" y="1462"/>
                  </a:lnTo>
                  <a:lnTo>
                    <a:pt x="2390" y="1482"/>
                  </a:lnTo>
                  <a:lnTo>
                    <a:pt x="2449" y="1403"/>
                  </a:lnTo>
                  <a:lnTo>
                    <a:pt x="2489" y="1343"/>
                  </a:lnTo>
                  <a:lnTo>
                    <a:pt x="2489" y="1264"/>
                  </a:lnTo>
                  <a:lnTo>
                    <a:pt x="2489" y="1205"/>
                  </a:lnTo>
                  <a:lnTo>
                    <a:pt x="2449" y="1086"/>
                  </a:lnTo>
                  <a:lnTo>
                    <a:pt x="2370" y="988"/>
                  </a:lnTo>
                  <a:lnTo>
                    <a:pt x="2331" y="948"/>
                  </a:lnTo>
                  <a:lnTo>
                    <a:pt x="2291" y="909"/>
                  </a:lnTo>
                  <a:lnTo>
                    <a:pt x="2232" y="810"/>
                  </a:lnTo>
                  <a:lnTo>
                    <a:pt x="2212" y="770"/>
                  </a:lnTo>
                  <a:lnTo>
                    <a:pt x="2173" y="751"/>
                  </a:lnTo>
                  <a:lnTo>
                    <a:pt x="2094" y="751"/>
                  </a:lnTo>
                  <a:lnTo>
                    <a:pt x="2015" y="770"/>
                  </a:lnTo>
                  <a:lnTo>
                    <a:pt x="2133" y="711"/>
                  </a:lnTo>
                  <a:lnTo>
                    <a:pt x="2133" y="494"/>
                  </a:lnTo>
                  <a:lnTo>
                    <a:pt x="2054" y="375"/>
                  </a:lnTo>
                  <a:lnTo>
                    <a:pt x="1995" y="277"/>
                  </a:lnTo>
                  <a:lnTo>
                    <a:pt x="1956" y="217"/>
                  </a:lnTo>
                  <a:lnTo>
                    <a:pt x="1916" y="178"/>
                  </a:lnTo>
                  <a:lnTo>
                    <a:pt x="1857" y="138"/>
                  </a:lnTo>
                  <a:lnTo>
                    <a:pt x="1778" y="119"/>
                  </a:lnTo>
                  <a:lnTo>
                    <a:pt x="1857" y="40"/>
                  </a:lnTo>
                  <a:lnTo>
                    <a:pt x="1738" y="40"/>
                  </a:lnTo>
                  <a:lnTo>
                    <a:pt x="16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5"/>
            <p:cNvSpPr/>
            <p:nvPr/>
          </p:nvSpPr>
          <p:spPr>
            <a:xfrm>
              <a:off x="-1574350" y="3412650"/>
              <a:ext cx="1000" cy="25"/>
            </a:xfrm>
            <a:custGeom>
              <a:rect b="b" l="l" r="r" t="t"/>
              <a:pathLst>
                <a:path extrusionOk="0" h="1" w="40">
                  <a:moveTo>
                    <a:pt x="40" y="1"/>
                  </a:moveTo>
                  <a:lnTo>
                    <a:pt x="40" y="1"/>
                  </a:lnTo>
                  <a:lnTo>
                    <a:pt x="0" y="1"/>
                  </a:lnTo>
                  <a:lnTo>
                    <a:pt x="0" y="1"/>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1" name="Google Shape;3911;p15"/>
            <p:cNvSpPr/>
            <p:nvPr/>
          </p:nvSpPr>
          <p:spPr>
            <a:xfrm>
              <a:off x="-1557075" y="3441800"/>
              <a:ext cx="1025" cy="525"/>
            </a:xfrm>
            <a:custGeom>
              <a:rect b="b" l="l" r="r" t="t"/>
              <a:pathLst>
                <a:path extrusionOk="0" h="21" w="41">
                  <a:moveTo>
                    <a:pt x="40" y="0"/>
                  </a:moveTo>
                  <a:lnTo>
                    <a:pt x="40" y="0"/>
                  </a:lnTo>
                  <a:lnTo>
                    <a:pt x="1" y="20"/>
                  </a:lnTo>
                  <a:lnTo>
                    <a:pt x="1" y="20"/>
                  </a:lnTo>
                  <a:lnTo>
                    <a:pt x="40" y="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2" name="Google Shape;3912;p15"/>
            <p:cNvSpPr/>
            <p:nvPr/>
          </p:nvSpPr>
          <p:spPr>
            <a:xfrm>
              <a:off x="-1245975" y="3259100"/>
              <a:ext cx="260250" cy="195075"/>
            </a:xfrm>
            <a:custGeom>
              <a:rect b="b" l="l" r="r" t="t"/>
              <a:pathLst>
                <a:path extrusionOk="0" h="7803" w="10410">
                  <a:moveTo>
                    <a:pt x="0" y="0"/>
                  </a:moveTo>
                  <a:lnTo>
                    <a:pt x="139" y="277"/>
                  </a:lnTo>
                  <a:lnTo>
                    <a:pt x="356" y="612"/>
                  </a:lnTo>
                  <a:lnTo>
                    <a:pt x="652" y="1047"/>
                  </a:lnTo>
                  <a:lnTo>
                    <a:pt x="1047" y="1560"/>
                  </a:lnTo>
                  <a:lnTo>
                    <a:pt x="1284" y="1837"/>
                  </a:lnTo>
                  <a:lnTo>
                    <a:pt x="1541" y="2133"/>
                  </a:lnTo>
                  <a:lnTo>
                    <a:pt x="1837" y="2430"/>
                  </a:lnTo>
                  <a:lnTo>
                    <a:pt x="2153" y="2746"/>
                  </a:lnTo>
                  <a:lnTo>
                    <a:pt x="2509" y="3062"/>
                  </a:lnTo>
                  <a:lnTo>
                    <a:pt x="2884" y="3378"/>
                  </a:lnTo>
                  <a:lnTo>
                    <a:pt x="3615" y="3950"/>
                  </a:lnTo>
                  <a:lnTo>
                    <a:pt x="4445" y="4583"/>
                  </a:lnTo>
                  <a:lnTo>
                    <a:pt x="5333" y="5215"/>
                  </a:lnTo>
                  <a:lnTo>
                    <a:pt x="6242" y="5866"/>
                  </a:lnTo>
                  <a:lnTo>
                    <a:pt x="7901" y="7012"/>
                  </a:lnTo>
                  <a:lnTo>
                    <a:pt x="9067" y="7802"/>
                  </a:lnTo>
                  <a:lnTo>
                    <a:pt x="10410" y="5491"/>
                  </a:lnTo>
                  <a:lnTo>
                    <a:pt x="8652" y="4365"/>
                  </a:lnTo>
                  <a:lnTo>
                    <a:pt x="7447" y="3615"/>
                  </a:lnTo>
                  <a:lnTo>
                    <a:pt x="6124" y="2805"/>
                  </a:lnTo>
                  <a:lnTo>
                    <a:pt x="4800" y="2035"/>
                  </a:lnTo>
                  <a:lnTo>
                    <a:pt x="3576" y="1343"/>
                  </a:lnTo>
                  <a:lnTo>
                    <a:pt x="3023" y="1047"/>
                  </a:lnTo>
                  <a:lnTo>
                    <a:pt x="2529" y="810"/>
                  </a:lnTo>
                  <a:lnTo>
                    <a:pt x="2114" y="632"/>
                  </a:lnTo>
                  <a:lnTo>
                    <a:pt x="1778" y="514"/>
                  </a:lnTo>
                  <a:lnTo>
                    <a:pt x="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5"/>
            <p:cNvSpPr/>
            <p:nvPr/>
          </p:nvSpPr>
          <p:spPr>
            <a:xfrm>
              <a:off x="-1722000" y="3272425"/>
              <a:ext cx="240000" cy="328900"/>
            </a:xfrm>
            <a:custGeom>
              <a:rect b="b" l="l" r="r" t="t"/>
              <a:pathLst>
                <a:path extrusionOk="0" h="13156" w="9600">
                  <a:moveTo>
                    <a:pt x="4267" y="0"/>
                  </a:moveTo>
                  <a:lnTo>
                    <a:pt x="3990" y="40"/>
                  </a:lnTo>
                  <a:lnTo>
                    <a:pt x="3694" y="139"/>
                  </a:lnTo>
                  <a:lnTo>
                    <a:pt x="3339" y="257"/>
                  </a:lnTo>
                  <a:lnTo>
                    <a:pt x="2983" y="395"/>
                  </a:lnTo>
                  <a:lnTo>
                    <a:pt x="2608" y="573"/>
                  </a:lnTo>
                  <a:lnTo>
                    <a:pt x="2232" y="751"/>
                  </a:lnTo>
                  <a:lnTo>
                    <a:pt x="1620" y="1067"/>
                  </a:lnTo>
                  <a:lnTo>
                    <a:pt x="1067" y="1383"/>
                  </a:lnTo>
                  <a:lnTo>
                    <a:pt x="968" y="1442"/>
                  </a:lnTo>
                  <a:lnTo>
                    <a:pt x="909" y="1482"/>
                  </a:lnTo>
                  <a:lnTo>
                    <a:pt x="870" y="1502"/>
                  </a:lnTo>
                  <a:lnTo>
                    <a:pt x="336" y="1837"/>
                  </a:lnTo>
                  <a:lnTo>
                    <a:pt x="198" y="1936"/>
                  </a:lnTo>
                  <a:lnTo>
                    <a:pt x="119" y="2055"/>
                  </a:lnTo>
                  <a:lnTo>
                    <a:pt x="60" y="2153"/>
                  </a:lnTo>
                  <a:lnTo>
                    <a:pt x="20" y="2272"/>
                  </a:lnTo>
                  <a:lnTo>
                    <a:pt x="0" y="2410"/>
                  </a:lnTo>
                  <a:lnTo>
                    <a:pt x="0" y="2529"/>
                  </a:lnTo>
                  <a:lnTo>
                    <a:pt x="40" y="2667"/>
                  </a:lnTo>
                  <a:lnTo>
                    <a:pt x="80" y="2825"/>
                  </a:lnTo>
                  <a:lnTo>
                    <a:pt x="218" y="3141"/>
                  </a:lnTo>
                  <a:lnTo>
                    <a:pt x="396" y="3516"/>
                  </a:lnTo>
                  <a:lnTo>
                    <a:pt x="593" y="3911"/>
                  </a:lnTo>
                  <a:lnTo>
                    <a:pt x="791" y="4366"/>
                  </a:lnTo>
                  <a:lnTo>
                    <a:pt x="1620" y="6222"/>
                  </a:lnTo>
                  <a:lnTo>
                    <a:pt x="2924" y="9106"/>
                  </a:lnTo>
                  <a:lnTo>
                    <a:pt x="3595" y="10548"/>
                  </a:lnTo>
                  <a:lnTo>
                    <a:pt x="4188" y="11812"/>
                  </a:lnTo>
                  <a:lnTo>
                    <a:pt x="4662" y="12721"/>
                  </a:lnTo>
                  <a:lnTo>
                    <a:pt x="4820" y="12997"/>
                  </a:lnTo>
                  <a:lnTo>
                    <a:pt x="4919" y="13116"/>
                  </a:lnTo>
                  <a:lnTo>
                    <a:pt x="4958" y="13136"/>
                  </a:lnTo>
                  <a:lnTo>
                    <a:pt x="5018" y="13155"/>
                  </a:lnTo>
                  <a:lnTo>
                    <a:pt x="5195" y="13116"/>
                  </a:lnTo>
                  <a:lnTo>
                    <a:pt x="5413" y="13037"/>
                  </a:lnTo>
                  <a:lnTo>
                    <a:pt x="5669" y="12938"/>
                  </a:lnTo>
                  <a:lnTo>
                    <a:pt x="5966" y="12780"/>
                  </a:lnTo>
                  <a:lnTo>
                    <a:pt x="6282" y="12602"/>
                  </a:lnTo>
                  <a:lnTo>
                    <a:pt x="6953" y="12187"/>
                  </a:lnTo>
                  <a:lnTo>
                    <a:pt x="7645" y="11753"/>
                  </a:lnTo>
                  <a:lnTo>
                    <a:pt x="8277" y="11358"/>
                  </a:lnTo>
                  <a:lnTo>
                    <a:pt x="9067" y="10805"/>
                  </a:lnTo>
                  <a:lnTo>
                    <a:pt x="9225" y="10686"/>
                  </a:lnTo>
                  <a:lnTo>
                    <a:pt x="9343" y="10568"/>
                  </a:lnTo>
                  <a:lnTo>
                    <a:pt x="9442" y="10449"/>
                  </a:lnTo>
                  <a:lnTo>
                    <a:pt x="9521" y="10350"/>
                  </a:lnTo>
                  <a:lnTo>
                    <a:pt x="9560" y="10232"/>
                  </a:lnTo>
                  <a:lnTo>
                    <a:pt x="9580" y="10153"/>
                  </a:lnTo>
                  <a:lnTo>
                    <a:pt x="9600" y="10054"/>
                  </a:lnTo>
                  <a:lnTo>
                    <a:pt x="9600" y="9955"/>
                  </a:lnTo>
                  <a:lnTo>
                    <a:pt x="9541" y="9797"/>
                  </a:lnTo>
                  <a:lnTo>
                    <a:pt x="9481" y="9639"/>
                  </a:lnTo>
                  <a:lnTo>
                    <a:pt x="9402" y="9501"/>
                  </a:lnTo>
                  <a:lnTo>
                    <a:pt x="9343" y="9363"/>
                  </a:lnTo>
                  <a:lnTo>
                    <a:pt x="9323" y="9343"/>
                  </a:lnTo>
                  <a:lnTo>
                    <a:pt x="9323" y="9323"/>
                  </a:lnTo>
                  <a:lnTo>
                    <a:pt x="9304" y="9304"/>
                  </a:lnTo>
                  <a:lnTo>
                    <a:pt x="9304" y="9284"/>
                  </a:lnTo>
                  <a:lnTo>
                    <a:pt x="9304" y="9264"/>
                  </a:lnTo>
                  <a:lnTo>
                    <a:pt x="9067" y="8652"/>
                  </a:lnTo>
                  <a:lnTo>
                    <a:pt x="8770" y="7980"/>
                  </a:lnTo>
                  <a:lnTo>
                    <a:pt x="8138" y="6538"/>
                  </a:lnTo>
                  <a:lnTo>
                    <a:pt x="7427" y="4998"/>
                  </a:lnTo>
                  <a:lnTo>
                    <a:pt x="6677" y="3477"/>
                  </a:lnTo>
                  <a:lnTo>
                    <a:pt x="5966" y="2114"/>
                  </a:lnTo>
                  <a:lnTo>
                    <a:pt x="5650" y="1521"/>
                  </a:lnTo>
                  <a:lnTo>
                    <a:pt x="5353" y="1008"/>
                  </a:lnTo>
                  <a:lnTo>
                    <a:pt x="5334" y="968"/>
                  </a:lnTo>
                  <a:lnTo>
                    <a:pt x="5294" y="929"/>
                  </a:lnTo>
                  <a:lnTo>
                    <a:pt x="5294" y="909"/>
                  </a:lnTo>
                  <a:lnTo>
                    <a:pt x="5274" y="889"/>
                  </a:lnTo>
                  <a:lnTo>
                    <a:pt x="5235" y="830"/>
                  </a:lnTo>
                  <a:lnTo>
                    <a:pt x="5057" y="553"/>
                  </a:lnTo>
                  <a:lnTo>
                    <a:pt x="4899" y="316"/>
                  </a:lnTo>
                  <a:lnTo>
                    <a:pt x="4761" y="158"/>
                  </a:lnTo>
                  <a:lnTo>
                    <a:pt x="4662" y="60"/>
                  </a:lnTo>
                  <a:lnTo>
                    <a:pt x="4583" y="20"/>
                  </a:lnTo>
                  <a:lnTo>
                    <a:pt x="450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4" name="Google Shape;3914;p15"/>
            <p:cNvSpPr/>
            <p:nvPr/>
          </p:nvSpPr>
          <p:spPr>
            <a:xfrm>
              <a:off x="-1415350" y="3197850"/>
              <a:ext cx="229650" cy="228650"/>
            </a:xfrm>
            <a:custGeom>
              <a:rect b="b" l="l" r="r" t="t"/>
              <a:pathLst>
                <a:path extrusionOk="0" h="9146" w="9186">
                  <a:moveTo>
                    <a:pt x="7566" y="1"/>
                  </a:moveTo>
                  <a:lnTo>
                    <a:pt x="7368" y="60"/>
                  </a:lnTo>
                  <a:lnTo>
                    <a:pt x="7190" y="119"/>
                  </a:lnTo>
                  <a:lnTo>
                    <a:pt x="7012" y="198"/>
                  </a:lnTo>
                  <a:lnTo>
                    <a:pt x="6854" y="277"/>
                  </a:lnTo>
                  <a:lnTo>
                    <a:pt x="6696" y="376"/>
                  </a:lnTo>
                  <a:lnTo>
                    <a:pt x="6558" y="495"/>
                  </a:lnTo>
                  <a:lnTo>
                    <a:pt x="6282" y="751"/>
                  </a:lnTo>
                  <a:lnTo>
                    <a:pt x="6025" y="1028"/>
                  </a:lnTo>
                  <a:lnTo>
                    <a:pt x="5788" y="1304"/>
                  </a:lnTo>
                  <a:lnTo>
                    <a:pt x="5551" y="1581"/>
                  </a:lnTo>
                  <a:lnTo>
                    <a:pt x="5294" y="1838"/>
                  </a:lnTo>
                  <a:lnTo>
                    <a:pt x="5057" y="2075"/>
                  </a:lnTo>
                  <a:lnTo>
                    <a:pt x="4800" y="2292"/>
                  </a:lnTo>
                  <a:lnTo>
                    <a:pt x="4543" y="2490"/>
                  </a:lnTo>
                  <a:lnTo>
                    <a:pt x="4287" y="2648"/>
                  </a:lnTo>
                  <a:lnTo>
                    <a:pt x="4010" y="2786"/>
                  </a:lnTo>
                  <a:lnTo>
                    <a:pt x="3734" y="2885"/>
                  </a:lnTo>
                  <a:lnTo>
                    <a:pt x="3457" y="2983"/>
                  </a:lnTo>
                  <a:lnTo>
                    <a:pt x="3161" y="3023"/>
                  </a:lnTo>
                  <a:lnTo>
                    <a:pt x="3003" y="3062"/>
                  </a:lnTo>
                  <a:lnTo>
                    <a:pt x="2805" y="3122"/>
                  </a:lnTo>
                  <a:lnTo>
                    <a:pt x="2588" y="3240"/>
                  </a:lnTo>
                  <a:lnTo>
                    <a:pt x="2351" y="3378"/>
                  </a:lnTo>
                  <a:lnTo>
                    <a:pt x="2114" y="3536"/>
                  </a:lnTo>
                  <a:lnTo>
                    <a:pt x="1857" y="3714"/>
                  </a:lnTo>
                  <a:lnTo>
                    <a:pt x="1600" y="3931"/>
                  </a:lnTo>
                  <a:lnTo>
                    <a:pt x="1344" y="4168"/>
                  </a:lnTo>
                  <a:lnTo>
                    <a:pt x="1087" y="4425"/>
                  </a:lnTo>
                  <a:lnTo>
                    <a:pt x="870" y="4682"/>
                  </a:lnTo>
                  <a:lnTo>
                    <a:pt x="652" y="4978"/>
                  </a:lnTo>
                  <a:lnTo>
                    <a:pt x="455" y="5255"/>
                  </a:lnTo>
                  <a:lnTo>
                    <a:pt x="297" y="5571"/>
                  </a:lnTo>
                  <a:lnTo>
                    <a:pt x="159" y="5867"/>
                  </a:lnTo>
                  <a:lnTo>
                    <a:pt x="60" y="6183"/>
                  </a:lnTo>
                  <a:lnTo>
                    <a:pt x="20" y="6499"/>
                  </a:lnTo>
                  <a:lnTo>
                    <a:pt x="0" y="6796"/>
                  </a:lnTo>
                  <a:lnTo>
                    <a:pt x="40" y="7072"/>
                  </a:lnTo>
                  <a:lnTo>
                    <a:pt x="119" y="7349"/>
                  </a:lnTo>
                  <a:lnTo>
                    <a:pt x="218" y="7586"/>
                  </a:lnTo>
                  <a:lnTo>
                    <a:pt x="356" y="7823"/>
                  </a:lnTo>
                  <a:lnTo>
                    <a:pt x="514" y="8020"/>
                  </a:lnTo>
                  <a:lnTo>
                    <a:pt x="672" y="8218"/>
                  </a:lnTo>
                  <a:lnTo>
                    <a:pt x="830" y="8376"/>
                  </a:lnTo>
                  <a:lnTo>
                    <a:pt x="1008" y="8534"/>
                  </a:lnTo>
                  <a:lnTo>
                    <a:pt x="1186" y="8672"/>
                  </a:lnTo>
                  <a:lnTo>
                    <a:pt x="1482" y="8869"/>
                  </a:lnTo>
                  <a:lnTo>
                    <a:pt x="1699" y="8988"/>
                  </a:lnTo>
                  <a:lnTo>
                    <a:pt x="1778" y="9027"/>
                  </a:lnTo>
                  <a:lnTo>
                    <a:pt x="2094" y="9087"/>
                  </a:lnTo>
                  <a:lnTo>
                    <a:pt x="2450" y="9126"/>
                  </a:lnTo>
                  <a:lnTo>
                    <a:pt x="2904" y="9146"/>
                  </a:lnTo>
                  <a:lnTo>
                    <a:pt x="3141" y="9126"/>
                  </a:lnTo>
                  <a:lnTo>
                    <a:pt x="3378" y="9107"/>
                  </a:lnTo>
                  <a:lnTo>
                    <a:pt x="3615" y="9067"/>
                  </a:lnTo>
                  <a:lnTo>
                    <a:pt x="3872" y="9008"/>
                  </a:lnTo>
                  <a:lnTo>
                    <a:pt x="4089" y="8909"/>
                  </a:lnTo>
                  <a:lnTo>
                    <a:pt x="4326" y="8810"/>
                  </a:lnTo>
                  <a:lnTo>
                    <a:pt x="4524" y="8672"/>
                  </a:lnTo>
                  <a:lnTo>
                    <a:pt x="4721" y="8494"/>
                  </a:lnTo>
                  <a:lnTo>
                    <a:pt x="5037" y="8119"/>
                  </a:lnTo>
                  <a:lnTo>
                    <a:pt x="5314" y="7744"/>
                  </a:lnTo>
                  <a:lnTo>
                    <a:pt x="5531" y="7368"/>
                  </a:lnTo>
                  <a:lnTo>
                    <a:pt x="5748" y="6993"/>
                  </a:lnTo>
                  <a:lnTo>
                    <a:pt x="6143" y="6242"/>
                  </a:lnTo>
                  <a:lnTo>
                    <a:pt x="6361" y="5887"/>
                  </a:lnTo>
                  <a:lnTo>
                    <a:pt x="6598" y="5531"/>
                  </a:lnTo>
                  <a:lnTo>
                    <a:pt x="6736" y="5354"/>
                  </a:lnTo>
                  <a:lnTo>
                    <a:pt x="6894" y="5176"/>
                  </a:lnTo>
                  <a:lnTo>
                    <a:pt x="7249" y="4820"/>
                  </a:lnTo>
                  <a:lnTo>
                    <a:pt x="7625" y="4445"/>
                  </a:lnTo>
                  <a:lnTo>
                    <a:pt x="8020" y="4050"/>
                  </a:lnTo>
                  <a:lnTo>
                    <a:pt x="8415" y="3615"/>
                  </a:lnTo>
                  <a:lnTo>
                    <a:pt x="8573" y="3398"/>
                  </a:lnTo>
                  <a:lnTo>
                    <a:pt x="8731" y="3181"/>
                  </a:lnTo>
                  <a:lnTo>
                    <a:pt x="8869" y="2944"/>
                  </a:lnTo>
                  <a:lnTo>
                    <a:pt x="8988" y="2687"/>
                  </a:lnTo>
                  <a:lnTo>
                    <a:pt x="9086" y="2430"/>
                  </a:lnTo>
                  <a:lnTo>
                    <a:pt x="9146" y="2174"/>
                  </a:lnTo>
                  <a:lnTo>
                    <a:pt x="9185" y="1897"/>
                  </a:lnTo>
                  <a:lnTo>
                    <a:pt x="9185" y="1660"/>
                  </a:lnTo>
                  <a:lnTo>
                    <a:pt x="9165" y="1423"/>
                  </a:lnTo>
                  <a:lnTo>
                    <a:pt x="9126" y="1206"/>
                  </a:lnTo>
                  <a:lnTo>
                    <a:pt x="9047" y="1008"/>
                  </a:lnTo>
                  <a:lnTo>
                    <a:pt x="8948" y="811"/>
                  </a:lnTo>
                  <a:lnTo>
                    <a:pt x="8849" y="653"/>
                  </a:lnTo>
                  <a:lnTo>
                    <a:pt x="8731" y="495"/>
                  </a:lnTo>
                  <a:lnTo>
                    <a:pt x="8593" y="376"/>
                  </a:lnTo>
                  <a:lnTo>
                    <a:pt x="8454" y="258"/>
                  </a:lnTo>
                  <a:lnTo>
                    <a:pt x="8296" y="159"/>
                  </a:lnTo>
                  <a:lnTo>
                    <a:pt x="8158" y="100"/>
                  </a:lnTo>
                  <a:lnTo>
                    <a:pt x="8000" y="40"/>
                  </a:lnTo>
                  <a:lnTo>
                    <a:pt x="7862"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5" name="Google Shape;3915;p15"/>
            <p:cNvSpPr/>
            <p:nvPr/>
          </p:nvSpPr>
          <p:spPr>
            <a:xfrm>
              <a:off x="-1467200" y="3098100"/>
              <a:ext cx="269150" cy="274600"/>
            </a:xfrm>
            <a:custGeom>
              <a:rect b="b" l="l" r="r" t="t"/>
              <a:pathLst>
                <a:path extrusionOk="0" h="10984" w="10766">
                  <a:moveTo>
                    <a:pt x="9659" y="1"/>
                  </a:moveTo>
                  <a:lnTo>
                    <a:pt x="9363" y="21"/>
                  </a:lnTo>
                  <a:lnTo>
                    <a:pt x="9086" y="60"/>
                  </a:lnTo>
                  <a:lnTo>
                    <a:pt x="8830" y="119"/>
                  </a:lnTo>
                  <a:lnTo>
                    <a:pt x="8612" y="198"/>
                  </a:lnTo>
                  <a:lnTo>
                    <a:pt x="8435" y="297"/>
                  </a:lnTo>
                  <a:lnTo>
                    <a:pt x="8316" y="376"/>
                  </a:lnTo>
                  <a:lnTo>
                    <a:pt x="8198" y="435"/>
                  </a:lnTo>
                  <a:lnTo>
                    <a:pt x="7842" y="376"/>
                  </a:lnTo>
                  <a:lnTo>
                    <a:pt x="7526" y="317"/>
                  </a:lnTo>
                  <a:lnTo>
                    <a:pt x="7210" y="277"/>
                  </a:lnTo>
                  <a:lnTo>
                    <a:pt x="6914" y="258"/>
                  </a:lnTo>
                  <a:lnTo>
                    <a:pt x="6380" y="258"/>
                  </a:lnTo>
                  <a:lnTo>
                    <a:pt x="5926" y="297"/>
                  </a:lnTo>
                  <a:lnTo>
                    <a:pt x="5571" y="337"/>
                  </a:lnTo>
                  <a:lnTo>
                    <a:pt x="5314" y="396"/>
                  </a:lnTo>
                  <a:lnTo>
                    <a:pt x="5097" y="475"/>
                  </a:lnTo>
                  <a:lnTo>
                    <a:pt x="4840" y="514"/>
                  </a:lnTo>
                  <a:lnTo>
                    <a:pt x="4603" y="554"/>
                  </a:lnTo>
                  <a:lnTo>
                    <a:pt x="4405" y="613"/>
                  </a:lnTo>
                  <a:lnTo>
                    <a:pt x="4227" y="672"/>
                  </a:lnTo>
                  <a:lnTo>
                    <a:pt x="3931" y="811"/>
                  </a:lnTo>
                  <a:lnTo>
                    <a:pt x="3714" y="949"/>
                  </a:lnTo>
                  <a:lnTo>
                    <a:pt x="3556" y="1067"/>
                  </a:lnTo>
                  <a:lnTo>
                    <a:pt x="3457" y="1186"/>
                  </a:lnTo>
                  <a:lnTo>
                    <a:pt x="3378" y="1245"/>
                  </a:lnTo>
                  <a:lnTo>
                    <a:pt x="3339" y="1285"/>
                  </a:lnTo>
                  <a:lnTo>
                    <a:pt x="3102" y="1364"/>
                  </a:lnTo>
                  <a:lnTo>
                    <a:pt x="2647" y="1581"/>
                  </a:lnTo>
                  <a:lnTo>
                    <a:pt x="2351" y="1739"/>
                  </a:lnTo>
                  <a:lnTo>
                    <a:pt x="2055" y="1937"/>
                  </a:lnTo>
                  <a:lnTo>
                    <a:pt x="1739" y="2154"/>
                  </a:lnTo>
                  <a:lnTo>
                    <a:pt x="1442" y="2391"/>
                  </a:lnTo>
                  <a:lnTo>
                    <a:pt x="1304" y="2529"/>
                  </a:lnTo>
                  <a:lnTo>
                    <a:pt x="1146" y="2707"/>
                  </a:lnTo>
                  <a:lnTo>
                    <a:pt x="1008" y="2924"/>
                  </a:lnTo>
                  <a:lnTo>
                    <a:pt x="889" y="3141"/>
                  </a:lnTo>
                  <a:lnTo>
                    <a:pt x="633" y="3635"/>
                  </a:lnTo>
                  <a:lnTo>
                    <a:pt x="415" y="4129"/>
                  </a:lnTo>
                  <a:lnTo>
                    <a:pt x="238" y="4583"/>
                  </a:lnTo>
                  <a:lnTo>
                    <a:pt x="119" y="4978"/>
                  </a:lnTo>
                  <a:lnTo>
                    <a:pt x="1" y="5354"/>
                  </a:lnTo>
                  <a:lnTo>
                    <a:pt x="317" y="6223"/>
                  </a:lnTo>
                  <a:lnTo>
                    <a:pt x="672" y="7131"/>
                  </a:lnTo>
                  <a:lnTo>
                    <a:pt x="1087" y="8158"/>
                  </a:lnTo>
                  <a:lnTo>
                    <a:pt x="1541" y="9205"/>
                  </a:lnTo>
                  <a:lnTo>
                    <a:pt x="1758" y="9679"/>
                  </a:lnTo>
                  <a:lnTo>
                    <a:pt x="1976" y="10114"/>
                  </a:lnTo>
                  <a:lnTo>
                    <a:pt x="2193" y="10469"/>
                  </a:lnTo>
                  <a:lnTo>
                    <a:pt x="2391" y="10746"/>
                  </a:lnTo>
                  <a:lnTo>
                    <a:pt x="2470" y="10845"/>
                  </a:lnTo>
                  <a:lnTo>
                    <a:pt x="2549" y="10924"/>
                  </a:lnTo>
                  <a:lnTo>
                    <a:pt x="2628" y="10983"/>
                  </a:lnTo>
                  <a:lnTo>
                    <a:pt x="2766" y="10983"/>
                  </a:lnTo>
                  <a:lnTo>
                    <a:pt x="2845" y="10963"/>
                  </a:lnTo>
                  <a:lnTo>
                    <a:pt x="3042" y="10865"/>
                  </a:lnTo>
                  <a:lnTo>
                    <a:pt x="3240" y="10707"/>
                  </a:lnTo>
                  <a:lnTo>
                    <a:pt x="3477" y="10509"/>
                  </a:lnTo>
                  <a:lnTo>
                    <a:pt x="3734" y="10272"/>
                  </a:lnTo>
                  <a:lnTo>
                    <a:pt x="3990" y="9995"/>
                  </a:lnTo>
                  <a:lnTo>
                    <a:pt x="4247" y="9699"/>
                  </a:lnTo>
                  <a:lnTo>
                    <a:pt x="4524" y="9383"/>
                  </a:lnTo>
                  <a:lnTo>
                    <a:pt x="5018" y="8751"/>
                  </a:lnTo>
                  <a:lnTo>
                    <a:pt x="5452" y="8119"/>
                  </a:lnTo>
                  <a:lnTo>
                    <a:pt x="5610" y="7842"/>
                  </a:lnTo>
                  <a:lnTo>
                    <a:pt x="5748" y="7605"/>
                  </a:lnTo>
                  <a:lnTo>
                    <a:pt x="5847" y="7388"/>
                  </a:lnTo>
                  <a:lnTo>
                    <a:pt x="5906" y="7210"/>
                  </a:lnTo>
                  <a:lnTo>
                    <a:pt x="5985" y="6894"/>
                  </a:lnTo>
                  <a:lnTo>
                    <a:pt x="6124" y="6499"/>
                  </a:lnTo>
                  <a:lnTo>
                    <a:pt x="6301" y="6065"/>
                  </a:lnTo>
                  <a:lnTo>
                    <a:pt x="6499" y="5630"/>
                  </a:lnTo>
                  <a:lnTo>
                    <a:pt x="6696" y="5196"/>
                  </a:lnTo>
                  <a:lnTo>
                    <a:pt x="6894" y="4820"/>
                  </a:lnTo>
                  <a:lnTo>
                    <a:pt x="7052" y="4524"/>
                  </a:lnTo>
                  <a:lnTo>
                    <a:pt x="7171" y="4346"/>
                  </a:lnTo>
                  <a:lnTo>
                    <a:pt x="7329" y="4188"/>
                  </a:lnTo>
                  <a:lnTo>
                    <a:pt x="7585" y="3991"/>
                  </a:lnTo>
                  <a:lnTo>
                    <a:pt x="8296" y="3497"/>
                  </a:lnTo>
                  <a:lnTo>
                    <a:pt x="9146" y="2944"/>
                  </a:lnTo>
                  <a:lnTo>
                    <a:pt x="9580" y="2648"/>
                  </a:lnTo>
                  <a:lnTo>
                    <a:pt x="9975" y="2371"/>
                  </a:lnTo>
                  <a:lnTo>
                    <a:pt x="10153" y="2233"/>
                  </a:lnTo>
                  <a:lnTo>
                    <a:pt x="10311" y="2075"/>
                  </a:lnTo>
                  <a:lnTo>
                    <a:pt x="10430" y="1917"/>
                  </a:lnTo>
                  <a:lnTo>
                    <a:pt x="10548" y="1759"/>
                  </a:lnTo>
                  <a:lnTo>
                    <a:pt x="10627" y="1581"/>
                  </a:lnTo>
                  <a:lnTo>
                    <a:pt x="10706" y="1403"/>
                  </a:lnTo>
                  <a:lnTo>
                    <a:pt x="10746" y="1225"/>
                  </a:lnTo>
                  <a:lnTo>
                    <a:pt x="10765" y="1048"/>
                  </a:lnTo>
                  <a:lnTo>
                    <a:pt x="10746" y="890"/>
                  </a:lnTo>
                  <a:lnTo>
                    <a:pt x="10726" y="732"/>
                  </a:lnTo>
                  <a:lnTo>
                    <a:pt x="10667" y="574"/>
                  </a:lnTo>
                  <a:lnTo>
                    <a:pt x="10588" y="435"/>
                  </a:lnTo>
                  <a:lnTo>
                    <a:pt x="10489" y="317"/>
                  </a:lnTo>
                  <a:lnTo>
                    <a:pt x="10370" y="218"/>
                  </a:lnTo>
                  <a:lnTo>
                    <a:pt x="10212" y="139"/>
                  </a:lnTo>
                  <a:lnTo>
                    <a:pt x="10035" y="80"/>
                  </a:lnTo>
                  <a:lnTo>
                    <a:pt x="9798" y="21"/>
                  </a:lnTo>
                  <a:lnTo>
                    <a:pt x="9659"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5"/>
            <p:cNvSpPr/>
            <p:nvPr/>
          </p:nvSpPr>
          <p:spPr>
            <a:xfrm>
              <a:off x="-1390175" y="3108975"/>
              <a:ext cx="127925" cy="124950"/>
            </a:xfrm>
            <a:custGeom>
              <a:rect b="b" l="l" r="r" t="t"/>
              <a:pathLst>
                <a:path extrusionOk="0" h="4998" w="5117">
                  <a:moveTo>
                    <a:pt x="5117" y="0"/>
                  </a:moveTo>
                  <a:lnTo>
                    <a:pt x="4781" y="40"/>
                  </a:lnTo>
                  <a:lnTo>
                    <a:pt x="4406" y="99"/>
                  </a:lnTo>
                  <a:lnTo>
                    <a:pt x="3932" y="198"/>
                  </a:lnTo>
                  <a:lnTo>
                    <a:pt x="3675" y="277"/>
                  </a:lnTo>
                  <a:lnTo>
                    <a:pt x="3398" y="376"/>
                  </a:lnTo>
                  <a:lnTo>
                    <a:pt x="3102" y="474"/>
                  </a:lnTo>
                  <a:lnTo>
                    <a:pt x="2825" y="613"/>
                  </a:lnTo>
                  <a:lnTo>
                    <a:pt x="2529" y="771"/>
                  </a:lnTo>
                  <a:lnTo>
                    <a:pt x="2253" y="949"/>
                  </a:lnTo>
                  <a:lnTo>
                    <a:pt x="1976" y="1166"/>
                  </a:lnTo>
                  <a:lnTo>
                    <a:pt x="1719" y="1383"/>
                  </a:lnTo>
                  <a:lnTo>
                    <a:pt x="1482" y="1660"/>
                  </a:lnTo>
                  <a:lnTo>
                    <a:pt x="1265" y="1936"/>
                  </a:lnTo>
                  <a:lnTo>
                    <a:pt x="1067" y="2213"/>
                  </a:lnTo>
                  <a:lnTo>
                    <a:pt x="890" y="2509"/>
                  </a:lnTo>
                  <a:lnTo>
                    <a:pt x="732" y="2825"/>
                  </a:lnTo>
                  <a:lnTo>
                    <a:pt x="593" y="3121"/>
                  </a:lnTo>
                  <a:lnTo>
                    <a:pt x="475" y="3418"/>
                  </a:lnTo>
                  <a:lnTo>
                    <a:pt x="356" y="3694"/>
                  </a:lnTo>
                  <a:lnTo>
                    <a:pt x="198" y="4208"/>
                  </a:lnTo>
                  <a:lnTo>
                    <a:pt x="80" y="4622"/>
                  </a:lnTo>
                  <a:lnTo>
                    <a:pt x="1" y="4998"/>
                  </a:lnTo>
                  <a:lnTo>
                    <a:pt x="139" y="4583"/>
                  </a:lnTo>
                  <a:lnTo>
                    <a:pt x="317" y="4109"/>
                  </a:lnTo>
                  <a:lnTo>
                    <a:pt x="534" y="3556"/>
                  </a:lnTo>
                  <a:lnTo>
                    <a:pt x="672" y="3260"/>
                  </a:lnTo>
                  <a:lnTo>
                    <a:pt x="830" y="2963"/>
                  </a:lnTo>
                  <a:lnTo>
                    <a:pt x="1008" y="2667"/>
                  </a:lnTo>
                  <a:lnTo>
                    <a:pt x="1186" y="2371"/>
                  </a:lnTo>
                  <a:lnTo>
                    <a:pt x="1383" y="2094"/>
                  </a:lnTo>
                  <a:lnTo>
                    <a:pt x="1581" y="1837"/>
                  </a:lnTo>
                  <a:lnTo>
                    <a:pt x="1798" y="1600"/>
                  </a:lnTo>
                  <a:lnTo>
                    <a:pt x="2035" y="1403"/>
                  </a:lnTo>
                  <a:lnTo>
                    <a:pt x="2272" y="1245"/>
                  </a:lnTo>
                  <a:lnTo>
                    <a:pt x="2529" y="1087"/>
                  </a:lnTo>
                  <a:lnTo>
                    <a:pt x="3062" y="790"/>
                  </a:lnTo>
                  <a:lnTo>
                    <a:pt x="3576" y="553"/>
                  </a:lnTo>
                  <a:lnTo>
                    <a:pt x="4050" y="356"/>
                  </a:lnTo>
                  <a:lnTo>
                    <a:pt x="4485" y="198"/>
                  </a:lnTo>
                  <a:lnTo>
                    <a:pt x="4820" y="99"/>
                  </a:lnTo>
                  <a:lnTo>
                    <a:pt x="5117"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7" name="Google Shape;3917;p15"/>
            <p:cNvSpPr/>
            <p:nvPr/>
          </p:nvSpPr>
          <p:spPr>
            <a:xfrm>
              <a:off x="-1421275" y="3109475"/>
              <a:ext cx="81500" cy="108150"/>
            </a:xfrm>
            <a:custGeom>
              <a:rect b="b" l="l" r="r" t="t"/>
              <a:pathLst>
                <a:path extrusionOk="0" h="4326" w="3260">
                  <a:moveTo>
                    <a:pt x="3260" y="0"/>
                  </a:moveTo>
                  <a:lnTo>
                    <a:pt x="3023" y="119"/>
                  </a:lnTo>
                  <a:lnTo>
                    <a:pt x="2746" y="257"/>
                  </a:lnTo>
                  <a:lnTo>
                    <a:pt x="2410" y="474"/>
                  </a:lnTo>
                  <a:lnTo>
                    <a:pt x="2055" y="731"/>
                  </a:lnTo>
                  <a:lnTo>
                    <a:pt x="1857" y="869"/>
                  </a:lnTo>
                  <a:lnTo>
                    <a:pt x="1679" y="1047"/>
                  </a:lnTo>
                  <a:lnTo>
                    <a:pt x="1502" y="1225"/>
                  </a:lnTo>
                  <a:lnTo>
                    <a:pt x="1324" y="1422"/>
                  </a:lnTo>
                  <a:lnTo>
                    <a:pt x="1146" y="1640"/>
                  </a:lnTo>
                  <a:lnTo>
                    <a:pt x="988" y="1877"/>
                  </a:lnTo>
                  <a:lnTo>
                    <a:pt x="731" y="2351"/>
                  </a:lnTo>
                  <a:lnTo>
                    <a:pt x="514" y="2785"/>
                  </a:lnTo>
                  <a:lnTo>
                    <a:pt x="336" y="3200"/>
                  </a:lnTo>
                  <a:lnTo>
                    <a:pt x="198" y="3575"/>
                  </a:lnTo>
                  <a:lnTo>
                    <a:pt x="99" y="3891"/>
                  </a:lnTo>
                  <a:lnTo>
                    <a:pt x="40" y="4128"/>
                  </a:lnTo>
                  <a:lnTo>
                    <a:pt x="0" y="4326"/>
                  </a:lnTo>
                  <a:lnTo>
                    <a:pt x="40" y="4188"/>
                  </a:lnTo>
                  <a:lnTo>
                    <a:pt x="198" y="3753"/>
                  </a:lnTo>
                  <a:lnTo>
                    <a:pt x="336" y="3437"/>
                  </a:lnTo>
                  <a:lnTo>
                    <a:pt x="514" y="3062"/>
                  </a:lnTo>
                  <a:lnTo>
                    <a:pt x="751" y="2627"/>
                  </a:lnTo>
                  <a:lnTo>
                    <a:pt x="1028" y="2114"/>
                  </a:lnTo>
                  <a:lnTo>
                    <a:pt x="1186" y="1857"/>
                  </a:lnTo>
                  <a:lnTo>
                    <a:pt x="1363" y="1620"/>
                  </a:lnTo>
                  <a:lnTo>
                    <a:pt x="1541" y="1403"/>
                  </a:lnTo>
                  <a:lnTo>
                    <a:pt x="1719" y="1185"/>
                  </a:lnTo>
                  <a:lnTo>
                    <a:pt x="1897" y="988"/>
                  </a:lnTo>
                  <a:lnTo>
                    <a:pt x="2094" y="830"/>
                  </a:lnTo>
                  <a:lnTo>
                    <a:pt x="2450" y="533"/>
                  </a:lnTo>
                  <a:lnTo>
                    <a:pt x="2766" y="296"/>
                  </a:lnTo>
                  <a:lnTo>
                    <a:pt x="3023" y="138"/>
                  </a:lnTo>
                  <a:lnTo>
                    <a:pt x="32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8" name="Google Shape;3918;p15"/>
            <p:cNvSpPr/>
            <p:nvPr/>
          </p:nvSpPr>
          <p:spPr>
            <a:xfrm>
              <a:off x="-1439550" y="3130200"/>
              <a:ext cx="55825" cy="79050"/>
            </a:xfrm>
            <a:custGeom>
              <a:rect b="b" l="l" r="r" t="t"/>
              <a:pathLst>
                <a:path extrusionOk="0" h="3162" w="2233">
                  <a:moveTo>
                    <a:pt x="2233" y="1"/>
                  </a:moveTo>
                  <a:lnTo>
                    <a:pt x="1857" y="80"/>
                  </a:lnTo>
                  <a:lnTo>
                    <a:pt x="1798" y="119"/>
                  </a:lnTo>
                  <a:lnTo>
                    <a:pt x="1660" y="238"/>
                  </a:lnTo>
                  <a:lnTo>
                    <a:pt x="1541" y="337"/>
                  </a:lnTo>
                  <a:lnTo>
                    <a:pt x="1423" y="475"/>
                  </a:lnTo>
                  <a:lnTo>
                    <a:pt x="1285" y="653"/>
                  </a:lnTo>
                  <a:lnTo>
                    <a:pt x="1127" y="850"/>
                  </a:lnTo>
                  <a:lnTo>
                    <a:pt x="949" y="1146"/>
                  </a:lnTo>
                  <a:lnTo>
                    <a:pt x="771" y="1482"/>
                  </a:lnTo>
                  <a:lnTo>
                    <a:pt x="396" y="2252"/>
                  </a:lnTo>
                  <a:lnTo>
                    <a:pt x="119" y="2904"/>
                  </a:lnTo>
                  <a:lnTo>
                    <a:pt x="1" y="3161"/>
                  </a:lnTo>
                  <a:lnTo>
                    <a:pt x="672" y="1877"/>
                  </a:lnTo>
                  <a:lnTo>
                    <a:pt x="929" y="1423"/>
                  </a:lnTo>
                  <a:lnTo>
                    <a:pt x="1186" y="1028"/>
                  </a:lnTo>
                  <a:lnTo>
                    <a:pt x="1462" y="712"/>
                  </a:lnTo>
                  <a:lnTo>
                    <a:pt x="1699" y="455"/>
                  </a:lnTo>
                  <a:lnTo>
                    <a:pt x="1917" y="258"/>
                  </a:lnTo>
                  <a:lnTo>
                    <a:pt x="2075" y="119"/>
                  </a:lnTo>
                  <a:lnTo>
                    <a:pt x="223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9" name="Google Shape;3919;p15"/>
            <p:cNvSpPr/>
            <p:nvPr/>
          </p:nvSpPr>
          <p:spPr>
            <a:xfrm>
              <a:off x="-1268200" y="3098100"/>
              <a:ext cx="50400" cy="39550"/>
            </a:xfrm>
            <a:custGeom>
              <a:rect b="b" l="l" r="r" t="t"/>
              <a:pathLst>
                <a:path extrusionOk="0" h="1582" w="2016">
                  <a:moveTo>
                    <a:pt x="1699" y="1"/>
                  </a:moveTo>
                  <a:lnTo>
                    <a:pt x="1719" y="297"/>
                  </a:lnTo>
                  <a:lnTo>
                    <a:pt x="1759" y="574"/>
                  </a:lnTo>
                  <a:lnTo>
                    <a:pt x="1818" y="830"/>
                  </a:lnTo>
                  <a:lnTo>
                    <a:pt x="1838" y="929"/>
                  </a:lnTo>
                  <a:lnTo>
                    <a:pt x="1541" y="1087"/>
                  </a:lnTo>
                  <a:lnTo>
                    <a:pt x="1265" y="1225"/>
                  </a:lnTo>
                  <a:lnTo>
                    <a:pt x="949" y="1344"/>
                  </a:lnTo>
                  <a:lnTo>
                    <a:pt x="692" y="1423"/>
                  </a:lnTo>
                  <a:lnTo>
                    <a:pt x="514" y="1463"/>
                  </a:lnTo>
                  <a:lnTo>
                    <a:pt x="376" y="1463"/>
                  </a:lnTo>
                  <a:lnTo>
                    <a:pt x="336" y="1423"/>
                  </a:lnTo>
                  <a:lnTo>
                    <a:pt x="277" y="1384"/>
                  </a:lnTo>
                  <a:lnTo>
                    <a:pt x="198" y="1285"/>
                  </a:lnTo>
                  <a:lnTo>
                    <a:pt x="139" y="1186"/>
                  </a:lnTo>
                  <a:lnTo>
                    <a:pt x="99" y="1048"/>
                  </a:lnTo>
                  <a:lnTo>
                    <a:pt x="80" y="929"/>
                  </a:lnTo>
                  <a:lnTo>
                    <a:pt x="80" y="613"/>
                  </a:lnTo>
                  <a:lnTo>
                    <a:pt x="80" y="455"/>
                  </a:lnTo>
                  <a:lnTo>
                    <a:pt x="1" y="475"/>
                  </a:lnTo>
                  <a:lnTo>
                    <a:pt x="1" y="613"/>
                  </a:lnTo>
                  <a:lnTo>
                    <a:pt x="1" y="751"/>
                  </a:lnTo>
                  <a:lnTo>
                    <a:pt x="1" y="890"/>
                  </a:lnTo>
                  <a:lnTo>
                    <a:pt x="1" y="1048"/>
                  </a:lnTo>
                  <a:lnTo>
                    <a:pt x="40" y="1225"/>
                  </a:lnTo>
                  <a:lnTo>
                    <a:pt x="99" y="1384"/>
                  </a:lnTo>
                  <a:lnTo>
                    <a:pt x="139" y="1443"/>
                  </a:lnTo>
                  <a:lnTo>
                    <a:pt x="198" y="1502"/>
                  </a:lnTo>
                  <a:lnTo>
                    <a:pt x="257" y="1542"/>
                  </a:lnTo>
                  <a:lnTo>
                    <a:pt x="336" y="1581"/>
                  </a:lnTo>
                  <a:lnTo>
                    <a:pt x="514" y="1581"/>
                  </a:lnTo>
                  <a:lnTo>
                    <a:pt x="771" y="1542"/>
                  </a:lnTo>
                  <a:lnTo>
                    <a:pt x="1047" y="1443"/>
                  </a:lnTo>
                  <a:lnTo>
                    <a:pt x="1324" y="1324"/>
                  </a:lnTo>
                  <a:lnTo>
                    <a:pt x="1798" y="1087"/>
                  </a:lnTo>
                  <a:lnTo>
                    <a:pt x="2015" y="988"/>
                  </a:lnTo>
                  <a:lnTo>
                    <a:pt x="1976" y="890"/>
                  </a:lnTo>
                  <a:lnTo>
                    <a:pt x="1897" y="653"/>
                  </a:lnTo>
                  <a:lnTo>
                    <a:pt x="1838" y="356"/>
                  </a:lnTo>
                  <a:lnTo>
                    <a:pt x="1838" y="179"/>
                  </a:lnTo>
                  <a:lnTo>
                    <a:pt x="1838" y="21"/>
                  </a:lnTo>
                  <a:lnTo>
                    <a:pt x="169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0" name="Google Shape;3920;p15"/>
            <p:cNvSpPr/>
            <p:nvPr/>
          </p:nvSpPr>
          <p:spPr>
            <a:xfrm>
              <a:off x="-1265225" y="3218100"/>
              <a:ext cx="72600" cy="76075"/>
            </a:xfrm>
            <a:custGeom>
              <a:rect b="b" l="l" r="r" t="t"/>
              <a:pathLst>
                <a:path extrusionOk="0" h="3043" w="2904">
                  <a:moveTo>
                    <a:pt x="1304" y="198"/>
                  </a:moveTo>
                  <a:lnTo>
                    <a:pt x="2667" y="1541"/>
                  </a:lnTo>
                  <a:lnTo>
                    <a:pt x="2548" y="1699"/>
                  </a:lnTo>
                  <a:lnTo>
                    <a:pt x="2252" y="2094"/>
                  </a:lnTo>
                  <a:lnTo>
                    <a:pt x="2054" y="2292"/>
                  </a:lnTo>
                  <a:lnTo>
                    <a:pt x="1877" y="2489"/>
                  </a:lnTo>
                  <a:lnTo>
                    <a:pt x="1699" y="2647"/>
                  </a:lnTo>
                  <a:lnTo>
                    <a:pt x="1561" y="2766"/>
                  </a:lnTo>
                  <a:lnTo>
                    <a:pt x="1403" y="2825"/>
                  </a:lnTo>
                  <a:lnTo>
                    <a:pt x="1264" y="2845"/>
                  </a:lnTo>
                  <a:lnTo>
                    <a:pt x="1106" y="2865"/>
                  </a:lnTo>
                  <a:lnTo>
                    <a:pt x="948" y="2845"/>
                  </a:lnTo>
                  <a:lnTo>
                    <a:pt x="790" y="2825"/>
                  </a:lnTo>
                  <a:lnTo>
                    <a:pt x="632" y="2766"/>
                  </a:lnTo>
                  <a:lnTo>
                    <a:pt x="494" y="2687"/>
                  </a:lnTo>
                  <a:lnTo>
                    <a:pt x="375" y="2588"/>
                  </a:lnTo>
                  <a:lnTo>
                    <a:pt x="277" y="2470"/>
                  </a:lnTo>
                  <a:lnTo>
                    <a:pt x="198" y="2331"/>
                  </a:lnTo>
                  <a:lnTo>
                    <a:pt x="178" y="2173"/>
                  </a:lnTo>
                  <a:lnTo>
                    <a:pt x="158" y="2015"/>
                  </a:lnTo>
                  <a:lnTo>
                    <a:pt x="158" y="1857"/>
                  </a:lnTo>
                  <a:lnTo>
                    <a:pt x="178" y="1719"/>
                  </a:lnTo>
                  <a:lnTo>
                    <a:pt x="217" y="1581"/>
                  </a:lnTo>
                  <a:lnTo>
                    <a:pt x="257" y="1482"/>
                  </a:lnTo>
                  <a:lnTo>
                    <a:pt x="336" y="1344"/>
                  </a:lnTo>
                  <a:lnTo>
                    <a:pt x="454" y="1166"/>
                  </a:lnTo>
                  <a:lnTo>
                    <a:pt x="810" y="731"/>
                  </a:lnTo>
                  <a:lnTo>
                    <a:pt x="1304" y="198"/>
                  </a:lnTo>
                  <a:close/>
                  <a:moveTo>
                    <a:pt x="1323" y="1"/>
                  </a:moveTo>
                  <a:lnTo>
                    <a:pt x="1185" y="119"/>
                  </a:lnTo>
                  <a:lnTo>
                    <a:pt x="869" y="415"/>
                  </a:lnTo>
                  <a:lnTo>
                    <a:pt x="514" y="810"/>
                  </a:lnTo>
                  <a:lnTo>
                    <a:pt x="336" y="1008"/>
                  </a:lnTo>
                  <a:lnTo>
                    <a:pt x="217" y="1225"/>
                  </a:lnTo>
                  <a:lnTo>
                    <a:pt x="119" y="1423"/>
                  </a:lnTo>
                  <a:lnTo>
                    <a:pt x="40" y="1620"/>
                  </a:lnTo>
                  <a:lnTo>
                    <a:pt x="0" y="1818"/>
                  </a:lnTo>
                  <a:lnTo>
                    <a:pt x="0" y="2015"/>
                  </a:lnTo>
                  <a:lnTo>
                    <a:pt x="0" y="2193"/>
                  </a:lnTo>
                  <a:lnTo>
                    <a:pt x="59" y="2371"/>
                  </a:lnTo>
                  <a:lnTo>
                    <a:pt x="119" y="2529"/>
                  </a:lnTo>
                  <a:lnTo>
                    <a:pt x="237" y="2667"/>
                  </a:lnTo>
                  <a:lnTo>
                    <a:pt x="356" y="2786"/>
                  </a:lnTo>
                  <a:lnTo>
                    <a:pt x="533" y="2904"/>
                  </a:lnTo>
                  <a:lnTo>
                    <a:pt x="731" y="2983"/>
                  </a:lnTo>
                  <a:lnTo>
                    <a:pt x="948" y="3023"/>
                  </a:lnTo>
                  <a:lnTo>
                    <a:pt x="1165" y="3042"/>
                  </a:lnTo>
                  <a:lnTo>
                    <a:pt x="1383" y="3023"/>
                  </a:lnTo>
                  <a:lnTo>
                    <a:pt x="1501" y="2983"/>
                  </a:lnTo>
                  <a:lnTo>
                    <a:pt x="1600" y="2944"/>
                  </a:lnTo>
                  <a:lnTo>
                    <a:pt x="1719" y="2884"/>
                  </a:lnTo>
                  <a:lnTo>
                    <a:pt x="1798" y="2805"/>
                  </a:lnTo>
                  <a:lnTo>
                    <a:pt x="1995" y="2628"/>
                  </a:lnTo>
                  <a:lnTo>
                    <a:pt x="2193" y="2430"/>
                  </a:lnTo>
                  <a:lnTo>
                    <a:pt x="2548" y="1996"/>
                  </a:lnTo>
                  <a:lnTo>
                    <a:pt x="2805" y="1660"/>
                  </a:lnTo>
                  <a:lnTo>
                    <a:pt x="2904" y="1522"/>
                  </a:lnTo>
                  <a:lnTo>
                    <a:pt x="2785" y="1423"/>
                  </a:lnTo>
                  <a:lnTo>
                    <a:pt x="2607" y="1265"/>
                  </a:lnTo>
                  <a:lnTo>
                    <a:pt x="2193" y="850"/>
                  </a:lnTo>
                  <a:lnTo>
                    <a:pt x="1640" y="277"/>
                  </a:lnTo>
                  <a:lnTo>
                    <a:pt x="132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1" name="Google Shape;3921;p15"/>
            <p:cNvSpPr/>
            <p:nvPr/>
          </p:nvSpPr>
          <p:spPr>
            <a:xfrm>
              <a:off x="-1000075" y="3266000"/>
              <a:ext cx="252375" cy="325450"/>
            </a:xfrm>
            <a:custGeom>
              <a:rect b="b" l="l" r="r" t="t"/>
              <a:pathLst>
                <a:path extrusionOk="0" h="13018" w="10095">
                  <a:moveTo>
                    <a:pt x="6539" y="1"/>
                  </a:moveTo>
                  <a:lnTo>
                    <a:pt x="6361" y="20"/>
                  </a:lnTo>
                  <a:lnTo>
                    <a:pt x="6183" y="40"/>
                  </a:lnTo>
                  <a:lnTo>
                    <a:pt x="6025" y="99"/>
                  </a:lnTo>
                  <a:lnTo>
                    <a:pt x="5867" y="178"/>
                  </a:lnTo>
                  <a:lnTo>
                    <a:pt x="5729" y="277"/>
                  </a:lnTo>
                  <a:lnTo>
                    <a:pt x="5591" y="376"/>
                  </a:lnTo>
                  <a:lnTo>
                    <a:pt x="5472" y="514"/>
                  </a:lnTo>
                  <a:lnTo>
                    <a:pt x="5215" y="791"/>
                  </a:lnTo>
                  <a:lnTo>
                    <a:pt x="4939" y="1126"/>
                  </a:lnTo>
                  <a:lnTo>
                    <a:pt x="4623" y="1600"/>
                  </a:lnTo>
                  <a:lnTo>
                    <a:pt x="4188" y="2272"/>
                  </a:lnTo>
                  <a:lnTo>
                    <a:pt x="3655" y="3141"/>
                  </a:lnTo>
                  <a:lnTo>
                    <a:pt x="3063" y="4149"/>
                  </a:lnTo>
                  <a:lnTo>
                    <a:pt x="1779" y="6400"/>
                  </a:lnTo>
                  <a:lnTo>
                    <a:pt x="495" y="8711"/>
                  </a:lnTo>
                  <a:lnTo>
                    <a:pt x="356" y="8988"/>
                  </a:lnTo>
                  <a:lnTo>
                    <a:pt x="238" y="9245"/>
                  </a:lnTo>
                  <a:lnTo>
                    <a:pt x="139" y="9501"/>
                  </a:lnTo>
                  <a:lnTo>
                    <a:pt x="80" y="9738"/>
                  </a:lnTo>
                  <a:lnTo>
                    <a:pt x="40" y="9956"/>
                  </a:lnTo>
                  <a:lnTo>
                    <a:pt x="1" y="10173"/>
                  </a:lnTo>
                  <a:lnTo>
                    <a:pt x="1" y="10390"/>
                  </a:lnTo>
                  <a:lnTo>
                    <a:pt x="1" y="10568"/>
                  </a:lnTo>
                  <a:lnTo>
                    <a:pt x="40" y="10765"/>
                  </a:lnTo>
                  <a:lnTo>
                    <a:pt x="80" y="10923"/>
                  </a:lnTo>
                  <a:lnTo>
                    <a:pt x="119" y="11101"/>
                  </a:lnTo>
                  <a:lnTo>
                    <a:pt x="198" y="11240"/>
                  </a:lnTo>
                  <a:lnTo>
                    <a:pt x="258" y="11378"/>
                  </a:lnTo>
                  <a:lnTo>
                    <a:pt x="356" y="11516"/>
                  </a:lnTo>
                  <a:lnTo>
                    <a:pt x="534" y="11753"/>
                  </a:lnTo>
                  <a:lnTo>
                    <a:pt x="752" y="11970"/>
                  </a:lnTo>
                  <a:lnTo>
                    <a:pt x="969" y="12128"/>
                  </a:lnTo>
                  <a:lnTo>
                    <a:pt x="1166" y="12267"/>
                  </a:lnTo>
                  <a:lnTo>
                    <a:pt x="1364" y="12385"/>
                  </a:lnTo>
                  <a:lnTo>
                    <a:pt x="1680" y="12523"/>
                  </a:lnTo>
                  <a:lnTo>
                    <a:pt x="1798" y="12563"/>
                  </a:lnTo>
                  <a:lnTo>
                    <a:pt x="2075" y="12662"/>
                  </a:lnTo>
                  <a:lnTo>
                    <a:pt x="2391" y="12760"/>
                  </a:lnTo>
                  <a:lnTo>
                    <a:pt x="2786" y="12859"/>
                  </a:lnTo>
                  <a:lnTo>
                    <a:pt x="3240" y="12938"/>
                  </a:lnTo>
                  <a:lnTo>
                    <a:pt x="3774" y="12997"/>
                  </a:lnTo>
                  <a:lnTo>
                    <a:pt x="4030" y="13017"/>
                  </a:lnTo>
                  <a:lnTo>
                    <a:pt x="4327" y="13017"/>
                  </a:lnTo>
                  <a:lnTo>
                    <a:pt x="4603" y="12997"/>
                  </a:lnTo>
                  <a:lnTo>
                    <a:pt x="4880" y="12958"/>
                  </a:lnTo>
                  <a:lnTo>
                    <a:pt x="5156" y="12899"/>
                  </a:lnTo>
                  <a:lnTo>
                    <a:pt x="5413" y="12820"/>
                  </a:lnTo>
                  <a:lnTo>
                    <a:pt x="5670" y="12721"/>
                  </a:lnTo>
                  <a:lnTo>
                    <a:pt x="5887" y="12583"/>
                  </a:lnTo>
                  <a:lnTo>
                    <a:pt x="6104" y="12425"/>
                  </a:lnTo>
                  <a:lnTo>
                    <a:pt x="6322" y="12247"/>
                  </a:lnTo>
                  <a:lnTo>
                    <a:pt x="6519" y="12049"/>
                  </a:lnTo>
                  <a:lnTo>
                    <a:pt x="6717" y="11832"/>
                  </a:lnTo>
                  <a:lnTo>
                    <a:pt x="6894" y="11595"/>
                  </a:lnTo>
                  <a:lnTo>
                    <a:pt x="7072" y="11338"/>
                  </a:lnTo>
                  <a:lnTo>
                    <a:pt x="7428" y="10805"/>
                  </a:lnTo>
                  <a:lnTo>
                    <a:pt x="7763" y="10212"/>
                  </a:lnTo>
                  <a:lnTo>
                    <a:pt x="8099" y="9600"/>
                  </a:lnTo>
                  <a:lnTo>
                    <a:pt x="8455" y="8948"/>
                  </a:lnTo>
                  <a:lnTo>
                    <a:pt x="8791" y="8277"/>
                  </a:lnTo>
                  <a:lnTo>
                    <a:pt x="9126" y="7566"/>
                  </a:lnTo>
                  <a:lnTo>
                    <a:pt x="9423" y="6835"/>
                  </a:lnTo>
                  <a:lnTo>
                    <a:pt x="9679" y="6124"/>
                  </a:lnTo>
                  <a:lnTo>
                    <a:pt x="9798" y="5748"/>
                  </a:lnTo>
                  <a:lnTo>
                    <a:pt x="9877" y="5393"/>
                  </a:lnTo>
                  <a:lnTo>
                    <a:pt x="9956" y="5037"/>
                  </a:lnTo>
                  <a:lnTo>
                    <a:pt x="10035" y="4682"/>
                  </a:lnTo>
                  <a:lnTo>
                    <a:pt x="10074" y="4346"/>
                  </a:lnTo>
                  <a:lnTo>
                    <a:pt x="10094" y="3991"/>
                  </a:lnTo>
                  <a:lnTo>
                    <a:pt x="10094" y="3674"/>
                  </a:lnTo>
                  <a:lnTo>
                    <a:pt x="10074" y="3358"/>
                  </a:lnTo>
                  <a:lnTo>
                    <a:pt x="10035" y="3062"/>
                  </a:lnTo>
                  <a:lnTo>
                    <a:pt x="9956" y="2766"/>
                  </a:lnTo>
                  <a:lnTo>
                    <a:pt x="9877" y="2509"/>
                  </a:lnTo>
                  <a:lnTo>
                    <a:pt x="9758" y="2252"/>
                  </a:lnTo>
                  <a:lnTo>
                    <a:pt x="9640" y="1996"/>
                  </a:lnTo>
                  <a:lnTo>
                    <a:pt x="9482" y="1759"/>
                  </a:lnTo>
                  <a:lnTo>
                    <a:pt x="9324" y="1541"/>
                  </a:lnTo>
                  <a:lnTo>
                    <a:pt x="9146" y="1344"/>
                  </a:lnTo>
                  <a:lnTo>
                    <a:pt x="8929" y="1146"/>
                  </a:lnTo>
                  <a:lnTo>
                    <a:pt x="8712" y="949"/>
                  </a:lnTo>
                  <a:lnTo>
                    <a:pt x="8494" y="791"/>
                  </a:lnTo>
                  <a:lnTo>
                    <a:pt x="8238" y="613"/>
                  </a:lnTo>
                  <a:lnTo>
                    <a:pt x="7981" y="475"/>
                  </a:lnTo>
                  <a:lnTo>
                    <a:pt x="7704" y="317"/>
                  </a:lnTo>
                  <a:lnTo>
                    <a:pt x="7428" y="198"/>
                  </a:lnTo>
                  <a:lnTo>
                    <a:pt x="7171" y="119"/>
                  </a:lnTo>
                  <a:lnTo>
                    <a:pt x="6954" y="40"/>
                  </a:lnTo>
                  <a:lnTo>
                    <a:pt x="67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2" name="Google Shape;3922;p15"/>
            <p:cNvSpPr/>
            <p:nvPr/>
          </p:nvSpPr>
          <p:spPr>
            <a:xfrm>
              <a:off x="-1423750" y="3975100"/>
              <a:ext cx="253850" cy="137300"/>
            </a:xfrm>
            <a:custGeom>
              <a:rect b="b" l="l" r="r" t="t"/>
              <a:pathLst>
                <a:path extrusionOk="0" h="5492" w="10154">
                  <a:moveTo>
                    <a:pt x="178" y="1"/>
                  </a:moveTo>
                  <a:lnTo>
                    <a:pt x="1" y="277"/>
                  </a:lnTo>
                  <a:lnTo>
                    <a:pt x="1285" y="1008"/>
                  </a:lnTo>
                  <a:lnTo>
                    <a:pt x="2509" y="1680"/>
                  </a:lnTo>
                  <a:lnTo>
                    <a:pt x="3754" y="2351"/>
                  </a:lnTo>
                  <a:lnTo>
                    <a:pt x="5373" y="3200"/>
                  </a:lnTo>
                  <a:lnTo>
                    <a:pt x="7427" y="4228"/>
                  </a:lnTo>
                  <a:lnTo>
                    <a:pt x="9975" y="5492"/>
                  </a:lnTo>
                  <a:lnTo>
                    <a:pt x="10153" y="5097"/>
                  </a:lnTo>
                  <a:lnTo>
                    <a:pt x="9936" y="4998"/>
                  </a:lnTo>
                  <a:lnTo>
                    <a:pt x="9264" y="4702"/>
                  </a:lnTo>
                  <a:lnTo>
                    <a:pt x="8257" y="4188"/>
                  </a:lnTo>
                  <a:lnTo>
                    <a:pt x="7625" y="3872"/>
                  </a:lnTo>
                  <a:lnTo>
                    <a:pt x="6934" y="3477"/>
                  </a:lnTo>
                  <a:lnTo>
                    <a:pt x="6084" y="3023"/>
                  </a:lnTo>
                  <a:lnTo>
                    <a:pt x="5077" y="2489"/>
                  </a:lnTo>
                  <a:lnTo>
                    <a:pt x="2825" y="1344"/>
                  </a:lnTo>
                  <a:lnTo>
                    <a:pt x="178"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3" name="Google Shape;3923;p15"/>
            <p:cNvSpPr/>
            <p:nvPr/>
          </p:nvSpPr>
          <p:spPr>
            <a:xfrm>
              <a:off x="-1731375" y="3345000"/>
              <a:ext cx="124950" cy="251375"/>
            </a:xfrm>
            <a:custGeom>
              <a:rect b="b" l="l" r="r" t="t"/>
              <a:pathLst>
                <a:path extrusionOk="0" h="10055" w="4998">
                  <a:moveTo>
                    <a:pt x="395" y="1"/>
                  </a:moveTo>
                  <a:lnTo>
                    <a:pt x="178" y="40"/>
                  </a:lnTo>
                  <a:lnTo>
                    <a:pt x="40" y="60"/>
                  </a:lnTo>
                  <a:lnTo>
                    <a:pt x="20" y="100"/>
                  </a:lnTo>
                  <a:lnTo>
                    <a:pt x="0" y="119"/>
                  </a:lnTo>
                  <a:lnTo>
                    <a:pt x="2331" y="5117"/>
                  </a:lnTo>
                  <a:lnTo>
                    <a:pt x="4622" y="10055"/>
                  </a:lnTo>
                  <a:lnTo>
                    <a:pt x="4997" y="9699"/>
                  </a:lnTo>
                  <a:lnTo>
                    <a:pt x="4089" y="7823"/>
                  </a:lnTo>
                  <a:lnTo>
                    <a:pt x="2528" y="4524"/>
                  </a:lnTo>
                  <a:lnTo>
                    <a:pt x="395" y="1"/>
                  </a:lnTo>
                  <a:close/>
                </a:path>
              </a:pathLst>
            </a:custGeom>
            <a:solidFill>
              <a:srgbClr val="98B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4" name="Google Shape;3924;p15"/>
            <p:cNvSpPr/>
            <p:nvPr/>
          </p:nvSpPr>
          <p:spPr>
            <a:xfrm>
              <a:off x="-1187225" y="3148475"/>
              <a:ext cx="262250" cy="196550"/>
            </a:xfrm>
            <a:custGeom>
              <a:rect b="b" l="l" r="r" t="t"/>
              <a:pathLst>
                <a:path extrusionOk="0" h="7862" w="10490">
                  <a:moveTo>
                    <a:pt x="119" y="1"/>
                  </a:moveTo>
                  <a:lnTo>
                    <a:pt x="60" y="20"/>
                  </a:lnTo>
                  <a:lnTo>
                    <a:pt x="40" y="40"/>
                  </a:lnTo>
                  <a:lnTo>
                    <a:pt x="21" y="60"/>
                  </a:lnTo>
                  <a:lnTo>
                    <a:pt x="1" y="99"/>
                  </a:lnTo>
                  <a:lnTo>
                    <a:pt x="21" y="159"/>
                  </a:lnTo>
                  <a:lnTo>
                    <a:pt x="60" y="297"/>
                  </a:lnTo>
                  <a:lnTo>
                    <a:pt x="139" y="494"/>
                  </a:lnTo>
                  <a:lnTo>
                    <a:pt x="258" y="712"/>
                  </a:lnTo>
                  <a:lnTo>
                    <a:pt x="435" y="949"/>
                  </a:lnTo>
                  <a:lnTo>
                    <a:pt x="633" y="1225"/>
                  </a:lnTo>
                  <a:lnTo>
                    <a:pt x="870" y="1541"/>
                  </a:lnTo>
                  <a:lnTo>
                    <a:pt x="1127" y="1838"/>
                  </a:lnTo>
                  <a:lnTo>
                    <a:pt x="1423" y="2173"/>
                  </a:lnTo>
                  <a:lnTo>
                    <a:pt x="1739" y="2509"/>
                  </a:lnTo>
                  <a:lnTo>
                    <a:pt x="2095" y="2845"/>
                  </a:lnTo>
                  <a:lnTo>
                    <a:pt x="2470" y="3181"/>
                  </a:lnTo>
                  <a:lnTo>
                    <a:pt x="2845" y="3516"/>
                  </a:lnTo>
                  <a:lnTo>
                    <a:pt x="3260" y="3813"/>
                  </a:lnTo>
                  <a:lnTo>
                    <a:pt x="3695" y="4129"/>
                  </a:lnTo>
                  <a:lnTo>
                    <a:pt x="6993" y="6321"/>
                  </a:lnTo>
                  <a:lnTo>
                    <a:pt x="9265" y="7862"/>
                  </a:lnTo>
                  <a:lnTo>
                    <a:pt x="10489" y="5788"/>
                  </a:lnTo>
                  <a:lnTo>
                    <a:pt x="9028" y="4860"/>
                  </a:lnTo>
                  <a:lnTo>
                    <a:pt x="6796" y="3477"/>
                  </a:lnTo>
                  <a:lnTo>
                    <a:pt x="5887" y="2944"/>
                  </a:lnTo>
                  <a:lnTo>
                    <a:pt x="4880" y="2351"/>
                  </a:lnTo>
                  <a:lnTo>
                    <a:pt x="3813" y="1759"/>
                  </a:lnTo>
                  <a:lnTo>
                    <a:pt x="2766" y="1205"/>
                  </a:lnTo>
                  <a:lnTo>
                    <a:pt x="1798" y="712"/>
                  </a:lnTo>
                  <a:lnTo>
                    <a:pt x="969" y="317"/>
                  </a:lnTo>
                  <a:lnTo>
                    <a:pt x="653" y="178"/>
                  </a:lnTo>
                  <a:lnTo>
                    <a:pt x="376" y="80"/>
                  </a:lnTo>
                  <a:lnTo>
                    <a:pt x="179" y="20"/>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5" name="Google Shape;3925;p15"/>
            <p:cNvSpPr/>
            <p:nvPr/>
          </p:nvSpPr>
          <p:spPr>
            <a:xfrm>
              <a:off x="-1768900" y="3553400"/>
              <a:ext cx="25" cy="25"/>
            </a:xfrm>
            <a:custGeom>
              <a:rect b="b" l="l" r="r" t="t"/>
              <a:pathLst>
                <a:path extrusionOk="0" h="1" w="1">
                  <a:moveTo>
                    <a:pt x="0" y="0"/>
                  </a:move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
            <p:cNvSpPr/>
            <p:nvPr/>
          </p:nvSpPr>
          <p:spPr>
            <a:xfrm>
              <a:off x="-1768425" y="3550925"/>
              <a:ext cx="25" cy="525"/>
            </a:xfrm>
            <a:custGeom>
              <a:rect b="b" l="l" r="r" t="t"/>
              <a:pathLst>
                <a:path extrusionOk="0" h="21" w="1">
                  <a:moveTo>
                    <a:pt x="1" y="1"/>
                  </a:moveTo>
                  <a:lnTo>
                    <a:pt x="1" y="1"/>
                  </a:lnTo>
                  <a:lnTo>
                    <a:pt x="1" y="1"/>
                  </a:lnTo>
                  <a:lnTo>
                    <a:pt x="1" y="1"/>
                  </a:lnTo>
                  <a:lnTo>
                    <a:pt x="1" y="20"/>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7" name="Google Shape;3927;p15"/>
            <p:cNvSpPr/>
            <p:nvPr/>
          </p:nvSpPr>
          <p:spPr>
            <a:xfrm>
              <a:off x="-1782750" y="3483275"/>
              <a:ext cx="58800" cy="75075"/>
            </a:xfrm>
            <a:custGeom>
              <a:rect b="b" l="l" r="r" t="t"/>
              <a:pathLst>
                <a:path extrusionOk="0" h="3003" w="2352">
                  <a:moveTo>
                    <a:pt x="1324" y="20"/>
                  </a:moveTo>
                  <a:lnTo>
                    <a:pt x="1364" y="40"/>
                  </a:lnTo>
                  <a:lnTo>
                    <a:pt x="1364" y="40"/>
                  </a:lnTo>
                  <a:lnTo>
                    <a:pt x="1344" y="20"/>
                  </a:lnTo>
                  <a:close/>
                  <a:moveTo>
                    <a:pt x="969" y="99"/>
                  </a:moveTo>
                  <a:lnTo>
                    <a:pt x="969" y="119"/>
                  </a:lnTo>
                  <a:lnTo>
                    <a:pt x="949" y="119"/>
                  </a:lnTo>
                  <a:lnTo>
                    <a:pt x="1008" y="139"/>
                  </a:lnTo>
                  <a:lnTo>
                    <a:pt x="1008" y="139"/>
                  </a:lnTo>
                  <a:lnTo>
                    <a:pt x="989" y="119"/>
                  </a:lnTo>
                  <a:lnTo>
                    <a:pt x="1008" y="129"/>
                  </a:lnTo>
                  <a:lnTo>
                    <a:pt x="969" y="99"/>
                  </a:lnTo>
                  <a:close/>
                  <a:moveTo>
                    <a:pt x="1008" y="129"/>
                  </a:moveTo>
                  <a:lnTo>
                    <a:pt x="1048" y="159"/>
                  </a:lnTo>
                  <a:lnTo>
                    <a:pt x="1048" y="159"/>
                  </a:lnTo>
                  <a:lnTo>
                    <a:pt x="1041" y="145"/>
                  </a:lnTo>
                  <a:lnTo>
                    <a:pt x="1041" y="145"/>
                  </a:lnTo>
                  <a:lnTo>
                    <a:pt x="1028" y="139"/>
                  </a:lnTo>
                  <a:lnTo>
                    <a:pt x="1008" y="129"/>
                  </a:lnTo>
                  <a:close/>
                  <a:moveTo>
                    <a:pt x="1028" y="119"/>
                  </a:moveTo>
                  <a:lnTo>
                    <a:pt x="1041" y="145"/>
                  </a:lnTo>
                  <a:lnTo>
                    <a:pt x="1041" y="145"/>
                  </a:lnTo>
                  <a:lnTo>
                    <a:pt x="1068" y="159"/>
                  </a:lnTo>
                  <a:lnTo>
                    <a:pt x="1028" y="119"/>
                  </a:lnTo>
                  <a:close/>
                  <a:moveTo>
                    <a:pt x="1048" y="159"/>
                  </a:moveTo>
                  <a:lnTo>
                    <a:pt x="1074" y="172"/>
                  </a:lnTo>
                  <a:lnTo>
                    <a:pt x="1074" y="172"/>
                  </a:lnTo>
                  <a:lnTo>
                    <a:pt x="1068" y="159"/>
                  </a:lnTo>
                  <a:close/>
                  <a:moveTo>
                    <a:pt x="1087" y="435"/>
                  </a:moveTo>
                  <a:lnTo>
                    <a:pt x="1107" y="455"/>
                  </a:lnTo>
                  <a:lnTo>
                    <a:pt x="1068" y="435"/>
                  </a:lnTo>
                  <a:close/>
                  <a:moveTo>
                    <a:pt x="811" y="494"/>
                  </a:moveTo>
                  <a:lnTo>
                    <a:pt x="850" y="534"/>
                  </a:lnTo>
                  <a:lnTo>
                    <a:pt x="850" y="554"/>
                  </a:lnTo>
                  <a:lnTo>
                    <a:pt x="811" y="494"/>
                  </a:lnTo>
                  <a:close/>
                  <a:moveTo>
                    <a:pt x="613" y="731"/>
                  </a:moveTo>
                  <a:lnTo>
                    <a:pt x="673" y="771"/>
                  </a:lnTo>
                  <a:lnTo>
                    <a:pt x="653" y="751"/>
                  </a:lnTo>
                  <a:lnTo>
                    <a:pt x="633" y="731"/>
                  </a:lnTo>
                  <a:close/>
                  <a:moveTo>
                    <a:pt x="594" y="652"/>
                  </a:moveTo>
                  <a:lnTo>
                    <a:pt x="594" y="672"/>
                  </a:lnTo>
                  <a:lnTo>
                    <a:pt x="574" y="692"/>
                  </a:lnTo>
                  <a:lnTo>
                    <a:pt x="534" y="672"/>
                  </a:lnTo>
                  <a:lnTo>
                    <a:pt x="534" y="672"/>
                  </a:lnTo>
                  <a:lnTo>
                    <a:pt x="594" y="771"/>
                  </a:lnTo>
                  <a:lnTo>
                    <a:pt x="653" y="791"/>
                  </a:lnTo>
                  <a:lnTo>
                    <a:pt x="712" y="830"/>
                  </a:lnTo>
                  <a:lnTo>
                    <a:pt x="712" y="830"/>
                  </a:lnTo>
                  <a:lnTo>
                    <a:pt x="633" y="771"/>
                  </a:lnTo>
                  <a:lnTo>
                    <a:pt x="574" y="712"/>
                  </a:lnTo>
                  <a:lnTo>
                    <a:pt x="594" y="712"/>
                  </a:lnTo>
                  <a:lnTo>
                    <a:pt x="633" y="731"/>
                  </a:lnTo>
                  <a:lnTo>
                    <a:pt x="633" y="712"/>
                  </a:lnTo>
                  <a:lnTo>
                    <a:pt x="653" y="712"/>
                  </a:lnTo>
                  <a:lnTo>
                    <a:pt x="613" y="652"/>
                  </a:lnTo>
                  <a:close/>
                  <a:moveTo>
                    <a:pt x="475" y="988"/>
                  </a:moveTo>
                  <a:lnTo>
                    <a:pt x="495" y="1008"/>
                  </a:lnTo>
                  <a:lnTo>
                    <a:pt x="455" y="1008"/>
                  </a:lnTo>
                  <a:lnTo>
                    <a:pt x="475" y="1028"/>
                  </a:lnTo>
                  <a:lnTo>
                    <a:pt x="515" y="1047"/>
                  </a:lnTo>
                  <a:lnTo>
                    <a:pt x="475" y="1047"/>
                  </a:lnTo>
                  <a:lnTo>
                    <a:pt x="574" y="1087"/>
                  </a:lnTo>
                  <a:lnTo>
                    <a:pt x="554" y="1067"/>
                  </a:lnTo>
                  <a:lnTo>
                    <a:pt x="574" y="1067"/>
                  </a:lnTo>
                  <a:lnTo>
                    <a:pt x="607" y="1100"/>
                  </a:lnTo>
                  <a:lnTo>
                    <a:pt x="594" y="1087"/>
                  </a:lnTo>
                  <a:lnTo>
                    <a:pt x="594" y="1067"/>
                  </a:lnTo>
                  <a:lnTo>
                    <a:pt x="554" y="1028"/>
                  </a:lnTo>
                  <a:lnTo>
                    <a:pt x="475" y="988"/>
                  </a:lnTo>
                  <a:close/>
                  <a:moveTo>
                    <a:pt x="613" y="1107"/>
                  </a:moveTo>
                  <a:lnTo>
                    <a:pt x="633" y="1126"/>
                  </a:lnTo>
                  <a:lnTo>
                    <a:pt x="653" y="1146"/>
                  </a:lnTo>
                  <a:lnTo>
                    <a:pt x="613" y="1107"/>
                  </a:lnTo>
                  <a:close/>
                  <a:moveTo>
                    <a:pt x="436" y="1205"/>
                  </a:moveTo>
                  <a:lnTo>
                    <a:pt x="436" y="1205"/>
                  </a:lnTo>
                  <a:lnTo>
                    <a:pt x="436" y="1205"/>
                  </a:lnTo>
                  <a:close/>
                  <a:moveTo>
                    <a:pt x="455" y="1304"/>
                  </a:moveTo>
                  <a:lnTo>
                    <a:pt x="436" y="1324"/>
                  </a:lnTo>
                  <a:lnTo>
                    <a:pt x="440" y="1339"/>
                  </a:lnTo>
                  <a:lnTo>
                    <a:pt x="440" y="1339"/>
                  </a:lnTo>
                  <a:lnTo>
                    <a:pt x="455" y="1324"/>
                  </a:lnTo>
                  <a:lnTo>
                    <a:pt x="455" y="1304"/>
                  </a:lnTo>
                  <a:close/>
                  <a:moveTo>
                    <a:pt x="440" y="1339"/>
                  </a:moveTo>
                  <a:lnTo>
                    <a:pt x="436" y="1344"/>
                  </a:lnTo>
                  <a:lnTo>
                    <a:pt x="445" y="1354"/>
                  </a:lnTo>
                  <a:lnTo>
                    <a:pt x="440" y="1339"/>
                  </a:lnTo>
                  <a:close/>
                  <a:moveTo>
                    <a:pt x="1680" y="1477"/>
                  </a:moveTo>
                  <a:lnTo>
                    <a:pt x="1680" y="1482"/>
                  </a:lnTo>
                  <a:lnTo>
                    <a:pt x="1739" y="1521"/>
                  </a:lnTo>
                  <a:lnTo>
                    <a:pt x="1680" y="1477"/>
                  </a:lnTo>
                  <a:close/>
                  <a:moveTo>
                    <a:pt x="324" y="1732"/>
                  </a:moveTo>
                  <a:lnTo>
                    <a:pt x="357" y="1758"/>
                  </a:lnTo>
                  <a:lnTo>
                    <a:pt x="337" y="1758"/>
                  </a:lnTo>
                  <a:lnTo>
                    <a:pt x="324" y="1732"/>
                  </a:lnTo>
                  <a:close/>
                  <a:moveTo>
                    <a:pt x="495" y="1739"/>
                  </a:moveTo>
                  <a:lnTo>
                    <a:pt x="495" y="1758"/>
                  </a:lnTo>
                  <a:lnTo>
                    <a:pt x="515" y="1778"/>
                  </a:lnTo>
                  <a:lnTo>
                    <a:pt x="495" y="1739"/>
                  </a:lnTo>
                  <a:close/>
                  <a:moveTo>
                    <a:pt x="1087" y="2055"/>
                  </a:moveTo>
                  <a:lnTo>
                    <a:pt x="1107" y="2074"/>
                  </a:lnTo>
                  <a:lnTo>
                    <a:pt x="1166" y="2134"/>
                  </a:lnTo>
                  <a:lnTo>
                    <a:pt x="1166" y="2134"/>
                  </a:lnTo>
                  <a:lnTo>
                    <a:pt x="1147" y="2094"/>
                  </a:lnTo>
                  <a:lnTo>
                    <a:pt x="1206" y="2153"/>
                  </a:lnTo>
                  <a:lnTo>
                    <a:pt x="1166" y="2094"/>
                  </a:lnTo>
                  <a:lnTo>
                    <a:pt x="1087" y="2055"/>
                  </a:lnTo>
                  <a:close/>
                  <a:moveTo>
                    <a:pt x="199" y="2134"/>
                  </a:moveTo>
                  <a:lnTo>
                    <a:pt x="218" y="2153"/>
                  </a:lnTo>
                  <a:lnTo>
                    <a:pt x="218" y="2134"/>
                  </a:lnTo>
                  <a:close/>
                  <a:moveTo>
                    <a:pt x="515" y="2193"/>
                  </a:moveTo>
                  <a:lnTo>
                    <a:pt x="534" y="2213"/>
                  </a:lnTo>
                  <a:lnTo>
                    <a:pt x="554" y="2213"/>
                  </a:lnTo>
                  <a:lnTo>
                    <a:pt x="515" y="2193"/>
                  </a:lnTo>
                  <a:close/>
                  <a:moveTo>
                    <a:pt x="1" y="2351"/>
                  </a:moveTo>
                  <a:lnTo>
                    <a:pt x="40" y="2371"/>
                  </a:lnTo>
                  <a:lnTo>
                    <a:pt x="21" y="2351"/>
                  </a:lnTo>
                  <a:close/>
                  <a:moveTo>
                    <a:pt x="278" y="2391"/>
                  </a:moveTo>
                  <a:lnTo>
                    <a:pt x="317" y="2430"/>
                  </a:lnTo>
                  <a:lnTo>
                    <a:pt x="297" y="2430"/>
                  </a:lnTo>
                  <a:lnTo>
                    <a:pt x="238" y="2391"/>
                  </a:lnTo>
                  <a:close/>
                  <a:moveTo>
                    <a:pt x="1226" y="2430"/>
                  </a:moveTo>
                  <a:lnTo>
                    <a:pt x="1245" y="2450"/>
                  </a:lnTo>
                  <a:lnTo>
                    <a:pt x="1265" y="2470"/>
                  </a:lnTo>
                  <a:lnTo>
                    <a:pt x="1265" y="2470"/>
                  </a:lnTo>
                  <a:lnTo>
                    <a:pt x="1186" y="2430"/>
                  </a:lnTo>
                  <a:close/>
                  <a:moveTo>
                    <a:pt x="1324" y="2470"/>
                  </a:moveTo>
                  <a:lnTo>
                    <a:pt x="1324" y="2470"/>
                  </a:lnTo>
                  <a:lnTo>
                    <a:pt x="1324" y="2470"/>
                  </a:lnTo>
                  <a:close/>
                  <a:moveTo>
                    <a:pt x="1166" y="2509"/>
                  </a:moveTo>
                  <a:lnTo>
                    <a:pt x="1186" y="2529"/>
                  </a:lnTo>
                  <a:lnTo>
                    <a:pt x="1206" y="2549"/>
                  </a:lnTo>
                  <a:lnTo>
                    <a:pt x="1166" y="2509"/>
                  </a:lnTo>
                  <a:close/>
                  <a:moveTo>
                    <a:pt x="297" y="2549"/>
                  </a:moveTo>
                  <a:lnTo>
                    <a:pt x="317" y="2568"/>
                  </a:lnTo>
                  <a:lnTo>
                    <a:pt x="337" y="2568"/>
                  </a:lnTo>
                  <a:lnTo>
                    <a:pt x="297" y="2549"/>
                  </a:lnTo>
                  <a:close/>
                  <a:moveTo>
                    <a:pt x="673" y="2568"/>
                  </a:moveTo>
                  <a:lnTo>
                    <a:pt x="673" y="2608"/>
                  </a:lnTo>
                  <a:lnTo>
                    <a:pt x="692" y="2588"/>
                  </a:lnTo>
                  <a:lnTo>
                    <a:pt x="673" y="2568"/>
                  </a:lnTo>
                  <a:close/>
                  <a:moveTo>
                    <a:pt x="1166" y="2588"/>
                  </a:moveTo>
                  <a:lnTo>
                    <a:pt x="1166" y="2608"/>
                  </a:lnTo>
                  <a:lnTo>
                    <a:pt x="1226" y="2647"/>
                  </a:lnTo>
                  <a:lnTo>
                    <a:pt x="1226" y="2647"/>
                  </a:lnTo>
                  <a:lnTo>
                    <a:pt x="1206" y="2628"/>
                  </a:lnTo>
                  <a:lnTo>
                    <a:pt x="1166" y="2588"/>
                  </a:lnTo>
                  <a:close/>
                  <a:moveTo>
                    <a:pt x="771" y="2647"/>
                  </a:moveTo>
                  <a:lnTo>
                    <a:pt x="831" y="2707"/>
                  </a:lnTo>
                  <a:lnTo>
                    <a:pt x="929" y="2805"/>
                  </a:lnTo>
                  <a:lnTo>
                    <a:pt x="910" y="2766"/>
                  </a:lnTo>
                  <a:lnTo>
                    <a:pt x="870" y="2726"/>
                  </a:lnTo>
                  <a:lnTo>
                    <a:pt x="771" y="2647"/>
                  </a:lnTo>
                  <a:close/>
                  <a:moveTo>
                    <a:pt x="732" y="2825"/>
                  </a:moveTo>
                  <a:lnTo>
                    <a:pt x="752" y="2845"/>
                  </a:lnTo>
                  <a:lnTo>
                    <a:pt x="771" y="2884"/>
                  </a:lnTo>
                  <a:lnTo>
                    <a:pt x="791" y="2884"/>
                  </a:lnTo>
                  <a:lnTo>
                    <a:pt x="771" y="2865"/>
                  </a:lnTo>
                  <a:lnTo>
                    <a:pt x="752" y="2845"/>
                  </a:lnTo>
                  <a:lnTo>
                    <a:pt x="752" y="2845"/>
                  </a:lnTo>
                  <a:lnTo>
                    <a:pt x="791" y="2865"/>
                  </a:lnTo>
                  <a:lnTo>
                    <a:pt x="732" y="2825"/>
                  </a:lnTo>
                  <a:close/>
                  <a:moveTo>
                    <a:pt x="1443" y="1"/>
                  </a:moveTo>
                  <a:lnTo>
                    <a:pt x="1443" y="20"/>
                  </a:lnTo>
                  <a:lnTo>
                    <a:pt x="1463" y="40"/>
                  </a:lnTo>
                  <a:lnTo>
                    <a:pt x="1482" y="60"/>
                  </a:lnTo>
                  <a:lnTo>
                    <a:pt x="1463" y="60"/>
                  </a:lnTo>
                  <a:lnTo>
                    <a:pt x="1443" y="40"/>
                  </a:lnTo>
                  <a:lnTo>
                    <a:pt x="1443" y="60"/>
                  </a:lnTo>
                  <a:lnTo>
                    <a:pt x="1423" y="60"/>
                  </a:lnTo>
                  <a:lnTo>
                    <a:pt x="1364" y="40"/>
                  </a:lnTo>
                  <a:lnTo>
                    <a:pt x="1344" y="40"/>
                  </a:lnTo>
                  <a:lnTo>
                    <a:pt x="1344" y="60"/>
                  </a:lnTo>
                  <a:lnTo>
                    <a:pt x="1384" y="80"/>
                  </a:lnTo>
                  <a:lnTo>
                    <a:pt x="1384" y="80"/>
                  </a:lnTo>
                  <a:lnTo>
                    <a:pt x="1324" y="60"/>
                  </a:lnTo>
                  <a:lnTo>
                    <a:pt x="1423" y="139"/>
                  </a:lnTo>
                  <a:lnTo>
                    <a:pt x="1463" y="159"/>
                  </a:lnTo>
                  <a:lnTo>
                    <a:pt x="1482" y="198"/>
                  </a:lnTo>
                  <a:lnTo>
                    <a:pt x="1423" y="178"/>
                  </a:lnTo>
                  <a:lnTo>
                    <a:pt x="1384" y="139"/>
                  </a:lnTo>
                  <a:lnTo>
                    <a:pt x="1324" y="99"/>
                  </a:lnTo>
                  <a:lnTo>
                    <a:pt x="1324" y="99"/>
                  </a:lnTo>
                  <a:lnTo>
                    <a:pt x="1285" y="80"/>
                  </a:lnTo>
                  <a:lnTo>
                    <a:pt x="1245" y="80"/>
                  </a:lnTo>
                  <a:lnTo>
                    <a:pt x="1206" y="40"/>
                  </a:lnTo>
                  <a:lnTo>
                    <a:pt x="1147" y="40"/>
                  </a:lnTo>
                  <a:lnTo>
                    <a:pt x="1186" y="80"/>
                  </a:lnTo>
                  <a:lnTo>
                    <a:pt x="1147" y="80"/>
                  </a:lnTo>
                  <a:lnTo>
                    <a:pt x="1107" y="60"/>
                  </a:lnTo>
                  <a:lnTo>
                    <a:pt x="1107" y="60"/>
                  </a:lnTo>
                  <a:lnTo>
                    <a:pt x="1127" y="80"/>
                  </a:lnTo>
                  <a:lnTo>
                    <a:pt x="1107" y="80"/>
                  </a:lnTo>
                  <a:lnTo>
                    <a:pt x="1107" y="99"/>
                  </a:lnTo>
                  <a:lnTo>
                    <a:pt x="1127" y="119"/>
                  </a:lnTo>
                  <a:lnTo>
                    <a:pt x="1107" y="139"/>
                  </a:lnTo>
                  <a:lnTo>
                    <a:pt x="1087" y="119"/>
                  </a:lnTo>
                  <a:lnTo>
                    <a:pt x="1048" y="99"/>
                  </a:lnTo>
                  <a:lnTo>
                    <a:pt x="1107" y="159"/>
                  </a:lnTo>
                  <a:lnTo>
                    <a:pt x="1186" y="218"/>
                  </a:lnTo>
                  <a:lnTo>
                    <a:pt x="1186" y="218"/>
                  </a:lnTo>
                  <a:lnTo>
                    <a:pt x="1127" y="198"/>
                  </a:lnTo>
                  <a:lnTo>
                    <a:pt x="1074" y="172"/>
                  </a:lnTo>
                  <a:lnTo>
                    <a:pt x="1074" y="172"/>
                  </a:lnTo>
                  <a:lnTo>
                    <a:pt x="1087" y="198"/>
                  </a:lnTo>
                  <a:lnTo>
                    <a:pt x="1107" y="238"/>
                  </a:lnTo>
                  <a:lnTo>
                    <a:pt x="1186" y="297"/>
                  </a:lnTo>
                  <a:lnTo>
                    <a:pt x="1127" y="297"/>
                  </a:lnTo>
                  <a:lnTo>
                    <a:pt x="1087" y="257"/>
                  </a:lnTo>
                  <a:lnTo>
                    <a:pt x="1048" y="218"/>
                  </a:lnTo>
                  <a:lnTo>
                    <a:pt x="1048" y="238"/>
                  </a:lnTo>
                  <a:lnTo>
                    <a:pt x="1028" y="238"/>
                  </a:lnTo>
                  <a:lnTo>
                    <a:pt x="969" y="218"/>
                  </a:lnTo>
                  <a:lnTo>
                    <a:pt x="969" y="218"/>
                  </a:lnTo>
                  <a:lnTo>
                    <a:pt x="1008" y="238"/>
                  </a:lnTo>
                  <a:lnTo>
                    <a:pt x="1048" y="277"/>
                  </a:lnTo>
                  <a:lnTo>
                    <a:pt x="1048" y="277"/>
                  </a:lnTo>
                  <a:lnTo>
                    <a:pt x="969" y="238"/>
                  </a:lnTo>
                  <a:lnTo>
                    <a:pt x="949" y="257"/>
                  </a:lnTo>
                  <a:lnTo>
                    <a:pt x="890" y="257"/>
                  </a:lnTo>
                  <a:lnTo>
                    <a:pt x="890" y="277"/>
                  </a:lnTo>
                  <a:lnTo>
                    <a:pt x="969" y="317"/>
                  </a:lnTo>
                  <a:lnTo>
                    <a:pt x="969" y="317"/>
                  </a:lnTo>
                  <a:lnTo>
                    <a:pt x="910" y="277"/>
                  </a:lnTo>
                  <a:lnTo>
                    <a:pt x="1008" y="336"/>
                  </a:lnTo>
                  <a:lnTo>
                    <a:pt x="1087" y="415"/>
                  </a:lnTo>
                  <a:lnTo>
                    <a:pt x="1068" y="415"/>
                  </a:lnTo>
                  <a:lnTo>
                    <a:pt x="1028" y="396"/>
                  </a:lnTo>
                  <a:lnTo>
                    <a:pt x="1028" y="396"/>
                  </a:lnTo>
                  <a:lnTo>
                    <a:pt x="1041" y="422"/>
                  </a:lnTo>
                  <a:lnTo>
                    <a:pt x="1041" y="422"/>
                  </a:lnTo>
                  <a:lnTo>
                    <a:pt x="1028" y="415"/>
                  </a:lnTo>
                  <a:lnTo>
                    <a:pt x="1028" y="435"/>
                  </a:lnTo>
                  <a:lnTo>
                    <a:pt x="969" y="376"/>
                  </a:lnTo>
                  <a:lnTo>
                    <a:pt x="929" y="376"/>
                  </a:lnTo>
                  <a:lnTo>
                    <a:pt x="890" y="336"/>
                  </a:lnTo>
                  <a:lnTo>
                    <a:pt x="890" y="356"/>
                  </a:lnTo>
                  <a:lnTo>
                    <a:pt x="831" y="297"/>
                  </a:lnTo>
                  <a:lnTo>
                    <a:pt x="811" y="297"/>
                  </a:lnTo>
                  <a:lnTo>
                    <a:pt x="831" y="317"/>
                  </a:lnTo>
                  <a:lnTo>
                    <a:pt x="831" y="336"/>
                  </a:lnTo>
                  <a:lnTo>
                    <a:pt x="791" y="317"/>
                  </a:lnTo>
                  <a:lnTo>
                    <a:pt x="850" y="356"/>
                  </a:lnTo>
                  <a:lnTo>
                    <a:pt x="771" y="356"/>
                  </a:lnTo>
                  <a:lnTo>
                    <a:pt x="811" y="396"/>
                  </a:lnTo>
                  <a:lnTo>
                    <a:pt x="831" y="415"/>
                  </a:lnTo>
                  <a:lnTo>
                    <a:pt x="791" y="396"/>
                  </a:lnTo>
                  <a:lnTo>
                    <a:pt x="752" y="396"/>
                  </a:lnTo>
                  <a:lnTo>
                    <a:pt x="771" y="435"/>
                  </a:lnTo>
                  <a:lnTo>
                    <a:pt x="850" y="494"/>
                  </a:lnTo>
                  <a:lnTo>
                    <a:pt x="850" y="514"/>
                  </a:lnTo>
                  <a:lnTo>
                    <a:pt x="831" y="494"/>
                  </a:lnTo>
                  <a:lnTo>
                    <a:pt x="791" y="475"/>
                  </a:lnTo>
                  <a:lnTo>
                    <a:pt x="811" y="494"/>
                  </a:lnTo>
                  <a:lnTo>
                    <a:pt x="771" y="475"/>
                  </a:lnTo>
                  <a:lnTo>
                    <a:pt x="752" y="494"/>
                  </a:lnTo>
                  <a:lnTo>
                    <a:pt x="732" y="494"/>
                  </a:lnTo>
                  <a:lnTo>
                    <a:pt x="890" y="652"/>
                  </a:lnTo>
                  <a:lnTo>
                    <a:pt x="969" y="731"/>
                  </a:lnTo>
                  <a:lnTo>
                    <a:pt x="1068" y="791"/>
                  </a:lnTo>
                  <a:lnTo>
                    <a:pt x="1068" y="791"/>
                  </a:lnTo>
                  <a:lnTo>
                    <a:pt x="1008" y="771"/>
                  </a:lnTo>
                  <a:lnTo>
                    <a:pt x="969" y="771"/>
                  </a:lnTo>
                  <a:lnTo>
                    <a:pt x="910" y="731"/>
                  </a:lnTo>
                  <a:lnTo>
                    <a:pt x="870" y="712"/>
                  </a:lnTo>
                  <a:lnTo>
                    <a:pt x="870" y="692"/>
                  </a:lnTo>
                  <a:lnTo>
                    <a:pt x="910" y="712"/>
                  </a:lnTo>
                  <a:lnTo>
                    <a:pt x="929" y="731"/>
                  </a:lnTo>
                  <a:lnTo>
                    <a:pt x="929" y="712"/>
                  </a:lnTo>
                  <a:lnTo>
                    <a:pt x="791" y="652"/>
                  </a:lnTo>
                  <a:lnTo>
                    <a:pt x="752" y="613"/>
                  </a:lnTo>
                  <a:lnTo>
                    <a:pt x="732" y="593"/>
                  </a:lnTo>
                  <a:lnTo>
                    <a:pt x="653" y="534"/>
                  </a:lnTo>
                  <a:lnTo>
                    <a:pt x="653" y="554"/>
                  </a:lnTo>
                  <a:lnTo>
                    <a:pt x="673" y="573"/>
                  </a:lnTo>
                  <a:lnTo>
                    <a:pt x="633" y="573"/>
                  </a:lnTo>
                  <a:lnTo>
                    <a:pt x="653" y="593"/>
                  </a:lnTo>
                  <a:lnTo>
                    <a:pt x="653" y="613"/>
                  </a:lnTo>
                  <a:lnTo>
                    <a:pt x="692" y="652"/>
                  </a:lnTo>
                  <a:lnTo>
                    <a:pt x="673" y="652"/>
                  </a:lnTo>
                  <a:lnTo>
                    <a:pt x="633" y="633"/>
                  </a:lnTo>
                  <a:lnTo>
                    <a:pt x="653" y="672"/>
                  </a:lnTo>
                  <a:lnTo>
                    <a:pt x="712" y="712"/>
                  </a:lnTo>
                  <a:lnTo>
                    <a:pt x="791" y="771"/>
                  </a:lnTo>
                  <a:lnTo>
                    <a:pt x="811" y="810"/>
                  </a:lnTo>
                  <a:lnTo>
                    <a:pt x="791" y="810"/>
                  </a:lnTo>
                  <a:lnTo>
                    <a:pt x="771" y="791"/>
                  </a:lnTo>
                  <a:lnTo>
                    <a:pt x="752" y="771"/>
                  </a:lnTo>
                  <a:lnTo>
                    <a:pt x="771" y="810"/>
                  </a:lnTo>
                  <a:lnTo>
                    <a:pt x="712" y="791"/>
                  </a:lnTo>
                  <a:lnTo>
                    <a:pt x="712" y="771"/>
                  </a:lnTo>
                  <a:lnTo>
                    <a:pt x="692" y="751"/>
                  </a:lnTo>
                  <a:lnTo>
                    <a:pt x="692" y="771"/>
                  </a:lnTo>
                  <a:lnTo>
                    <a:pt x="752" y="830"/>
                  </a:lnTo>
                  <a:lnTo>
                    <a:pt x="712" y="830"/>
                  </a:lnTo>
                  <a:lnTo>
                    <a:pt x="633" y="791"/>
                  </a:lnTo>
                  <a:lnTo>
                    <a:pt x="574" y="791"/>
                  </a:lnTo>
                  <a:lnTo>
                    <a:pt x="653" y="850"/>
                  </a:lnTo>
                  <a:lnTo>
                    <a:pt x="692" y="889"/>
                  </a:lnTo>
                  <a:lnTo>
                    <a:pt x="692" y="870"/>
                  </a:lnTo>
                  <a:lnTo>
                    <a:pt x="712" y="889"/>
                  </a:lnTo>
                  <a:lnTo>
                    <a:pt x="732" y="909"/>
                  </a:lnTo>
                  <a:lnTo>
                    <a:pt x="771" y="929"/>
                  </a:lnTo>
                  <a:lnTo>
                    <a:pt x="811" y="968"/>
                  </a:lnTo>
                  <a:lnTo>
                    <a:pt x="791" y="968"/>
                  </a:lnTo>
                  <a:lnTo>
                    <a:pt x="771" y="949"/>
                  </a:lnTo>
                  <a:lnTo>
                    <a:pt x="752" y="929"/>
                  </a:lnTo>
                  <a:lnTo>
                    <a:pt x="712" y="929"/>
                  </a:lnTo>
                  <a:lnTo>
                    <a:pt x="594" y="810"/>
                  </a:lnTo>
                  <a:lnTo>
                    <a:pt x="574" y="791"/>
                  </a:lnTo>
                  <a:lnTo>
                    <a:pt x="574" y="810"/>
                  </a:lnTo>
                  <a:lnTo>
                    <a:pt x="574" y="810"/>
                  </a:lnTo>
                  <a:lnTo>
                    <a:pt x="594" y="830"/>
                  </a:lnTo>
                  <a:lnTo>
                    <a:pt x="633" y="850"/>
                  </a:lnTo>
                  <a:lnTo>
                    <a:pt x="692" y="929"/>
                  </a:lnTo>
                  <a:lnTo>
                    <a:pt x="732" y="1008"/>
                  </a:lnTo>
                  <a:lnTo>
                    <a:pt x="732" y="1008"/>
                  </a:lnTo>
                  <a:lnTo>
                    <a:pt x="673" y="949"/>
                  </a:lnTo>
                  <a:lnTo>
                    <a:pt x="633" y="909"/>
                  </a:lnTo>
                  <a:lnTo>
                    <a:pt x="594" y="870"/>
                  </a:lnTo>
                  <a:lnTo>
                    <a:pt x="534" y="830"/>
                  </a:lnTo>
                  <a:lnTo>
                    <a:pt x="534" y="830"/>
                  </a:lnTo>
                  <a:lnTo>
                    <a:pt x="554" y="870"/>
                  </a:lnTo>
                  <a:lnTo>
                    <a:pt x="574" y="889"/>
                  </a:lnTo>
                  <a:lnTo>
                    <a:pt x="534" y="870"/>
                  </a:lnTo>
                  <a:lnTo>
                    <a:pt x="534" y="889"/>
                  </a:lnTo>
                  <a:lnTo>
                    <a:pt x="554" y="929"/>
                  </a:lnTo>
                  <a:lnTo>
                    <a:pt x="574" y="929"/>
                  </a:lnTo>
                  <a:lnTo>
                    <a:pt x="594" y="949"/>
                  </a:lnTo>
                  <a:lnTo>
                    <a:pt x="574" y="968"/>
                  </a:lnTo>
                  <a:lnTo>
                    <a:pt x="554" y="968"/>
                  </a:lnTo>
                  <a:lnTo>
                    <a:pt x="574" y="988"/>
                  </a:lnTo>
                  <a:lnTo>
                    <a:pt x="554" y="988"/>
                  </a:lnTo>
                  <a:lnTo>
                    <a:pt x="554" y="1008"/>
                  </a:lnTo>
                  <a:lnTo>
                    <a:pt x="574" y="1028"/>
                  </a:lnTo>
                  <a:lnTo>
                    <a:pt x="574" y="1008"/>
                  </a:lnTo>
                  <a:lnTo>
                    <a:pt x="613" y="1008"/>
                  </a:lnTo>
                  <a:lnTo>
                    <a:pt x="653" y="1047"/>
                  </a:lnTo>
                  <a:lnTo>
                    <a:pt x="653" y="1067"/>
                  </a:lnTo>
                  <a:lnTo>
                    <a:pt x="673" y="1087"/>
                  </a:lnTo>
                  <a:lnTo>
                    <a:pt x="692" y="1107"/>
                  </a:lnTo>
                  <a:lnTo>
                    <a:pt x="692" y="1126"/>
                  </a:lnTo>
                  <a:lnTo>
                    <a:pt x="712" y="1146"/>
                  </a:lnTo>
                  <a:lnTo>
                    <a:pt x="712" y="1166"/>
                  </a:lnTo>
                  <a:lnTo>
                    <a:pt x="712" y="1186"/>
                  </a:lnTo>
                  <a:lnTo>
                    <a:pt x="673" y="1166"/>
                  </a:lnTo>
                  <a:lnTo>
                    <a:pt x="653" y="1146"/>
                  </a:lnTo>
                  <a:lnTo>
                    <a:pt x="653" y="1166"/>
                  </a:lnTo>
                  <a:lnTo>
                    <a:pt x="613" y="1126"/>
                  </a:lnTo>
                  <a:lnTo>
                    <a:pt x="613" y="1146"/>
                  </a:lnTo>
                  <a:lnTo>
                    <a:pt x="633" y="1166"/>
                  </a:lnTo>
                  <a:lnTo>
                    <a:pt x="613" y="1166"/>
                  </a:lnTo>
                  <a:lnTo>
                    <a:pt x="594" y="1126"/>
                  </a:lnTo>
                  <a:lnTo>
                    <a:pt x="534" y="1087"/>
                  </a:lnTo>
                  <a:lnTo>
                    <a:pt x="594" y="1146"/>
                  </a:lnTo>
                  <a:lnTo>
                    <a:pt x="554" y="1126"/>
                  </a:lnTo>
                  <a:lnTo>
                    <a:pt x="574" y="1146"/>
                  </a:lnTo>
                  <a:lnTo>
                    <a:pt x="594" y="1166"/>
                  </a:lnTo>
                  <a:lnTo>
                    <a:pt x="554" y="1146"/>
                  </a:lnTo>
                  <a:lnTo>
                    <a:pt x="554" y="1166"/>
                  </a:lnTo>
                  <a:lnTo>
                    <a:pt x="594" y="1205"/>
                  </a:lnTo>
                  <a:lnTo>
                    <a:pt x="633" y="1225"/>
                  </a:lnTo>
                  <a:lnTo>
                    <a:pt x="692" y="1265"/>
                  </a:lnTo>
                  <a:lnTo>
                    <a:pt x="692" y="1284"/>
                  </a:lnTo>
                  <a:lnTo>
                    <a:pt x="692" y="1304"/>
                  </a:lnTo>
                  <a:lnTo>
                    <a:pt x="673" y="1304"/>
                  </a:lnTo>
                  <a:lnTo>
                    <a:pt x="633" y="1284"/>
                  </a:lnTo>
                  <a:lnTo>
                    <a:pt x="673" y="1324"/>
                  </a:lnTo>
                  <a:lnTo>
                    <a:pt x="673" y="1324"/>
                  </a:lnTo>
                  <a:lnTo>
                    <a:pt x="633" y="1304"/>
                  </a:lnTo>
                  <a:lnTo>
                    <a:pt x="594" y="1284"/>
                  </a:lnTo>
                  <a:lnTo>
                    <a:pt x="594" y="1265"/>
                  </a:lnTo>
                  <a:lnTo>
                    <a:pt x="534" y="1225"/>
                  </a:lnTo>
                  <a:lnTo>
                    <a:pt x="495" y="1205"/>
                  </a:lnTo>
                  <a:lnTo>
                    <a:pt x="495" y="1205"/>
                  </a:lnTo>
                  <a:lnTo>
                    <a:pt x="542" y="1241"/>
                  </a:lnTo>
                  <a:lnTo>
                    <a:pt x="542" y="1241"/>
                  </a:lnTo>
                  <a:lnTo>
                    <a:pt x="495" y="1225"/>
                  </a:lnTo>
                  <a:lnTo>
                    <a:pt x="515" y="1265"/>
                  </a:lnTo>
                  <a:lnTo>
                    <a:pt x="534" y="1284"/>
                  </a:lnTo>
                  <a:lnTo>
                    <a:pt x="534" y="1284"/>
                  </a:lnTo>
                  <a:lnTo>
                    <a:pt x="436" y="1205"/>
                  </a:lnTo>
                  <a:lnTo>
                    <a:pt x="455" y="1225"/>
                  </a:lnTo>
                  <a:lnTo>
                    <a:pt x="436" y="1225"/>
                  </a:lnTo>
                  <a:lnTo>
                    <a:pt x="455" y="1245"/>
                  </a:lnTo>
                  <a:lnTo>
                    <a:pt x="475" y="1245"/>
                  </a:lnTo>
                  <a:lnTo>
                    <a:pt x="495" y="1265"/>
                  </a:lnTo>
                  <a:lnTo>
                    <a:pt x="495" y="1284"/>
                  </a:lnTo>
                  <a:lnTo>
                    <a:pt x="455" y="1284"/>
                  </a:lnTo>
                  <a:lnTo>
                    <a:pt x="495" y="1324"/>
                  </a:lnTo>
                  <a:lnTo>
                    <a:pt x="495" y="1304"/>
                  </a:lnTo>
                  <a:lnTo>
                    <a:pt x="515" y="1324"/>
                  </a:lnTo>
                  <a:lnTo>
                    <a:pt x="534" y="1344"/>
                  </a:lnTo>
                  <a:lnTo>
                    <a:pt x="534" y="1363"/>
                  </a:lnTo>
                  <a:lnTo>
                    <a:pt x="534" y="1383"/>
                  </a:lnTo>
                  <a:lnTo>
                    <a:pt x="554" y="1423"/>
                  </a:lnTo>
                  <a:lnTo>
                    <a:pt x="495" y="1403"/>
                  </a:lnTo>
                  <a:lnTo>
                    <a:pt x="445" y="1354"/>
                  </a:lnTo>
                  <a:lnTo>
                    <a:pt x="455" y="1383"/>
                  </a:lnTo>
                  <a:lnTo>
                    <a:pt x="436" y="1383"/>
                  </a:lnTo>
                  <a:lnTo>
                    <a:pt x="376" y="1363"/>
                  </a:lnTo>
                  <a:lnTo>
                    <a:pt x="337" y="1344"/>
                  </a:lnTo>
                  <a:lnTo>
                    <a:pt x="317" y="1344"/>
                  </a:lnTo>
                  <a:lnTo>
                    <a:pt x="396" y="1383"/>
                  </a:lnTo>
                  <a:lnTo>
                    <a:pt x="396" y="1403"/>
                  </a:lnTo>
                  <a:lnTo>
                    <a:pt x="436" y="1423"/>
                  </a:lnTo>
                  <a:lnTo>
                    <a:pt x="455" y="1442"/>
                  </a:lnTo>
                  <a:lnTo>
                    <a:pt x="455" y="1442"/>
                  </a:lnTo>
                  <a:lnTo>
                    <a:pt x="396" y="1423"/>
                  </a:lnTo>
                  <a:lnTo>
                    <a:pt x="376" y="1423"/>
                  </a:lnTo>
                  <a:lnTo>
                    <a:pt x="436" y="1462"/>
                  </a:lnTo>
                  <a:lnTo>
                    <a:pt x="455" y="1521"/>
                  </a:lnTo>
                  <a:lnTo>
                    <a:pt x="436" y="1502"/>
                  </a:lnTo>
                  <a:lnTo>
                    <a:pt x="416" y="1482"/>
                  </a:lnTo>
                  <a:lnTo>
                    <a:pt x="396" y="1462"/>
                  </a:lnTo>
                  <a:lnTo>
                    <a:pt x="436" y="1521"/>
                  </a:lnTo>
                  <a:lnTo>
                    <a:pt x="455" y="1541"/>
                  </a:lnTo>
                  <a:lnTo>
                    <a:pt x="475" y="1561"/>
                  </a:lnTo>
                  <a:lnTo>
                    <a:pt x="416" y="1541"/>
                  </a:lnTo>
                  <a:lnTo>
                    <a:pt x="455" y="1581"/>
                  </a:lnTo>
                  <a:lnTo>
                    <a:pt x="455" y="1600"/>
                  </a:lnTo>
                  <a:lnTo>
                    <a:pt x="495" y="1620"/>
                  </a:lnTo>
                  <a:lnTo>
                    <a:pt x="534" y="1660"/>
                  </a:lnTo>
                  <a:lnTo>
                    <a:pt x="455" y="1640"/>
                  </a:lnTo>
                  <a:lnTo>
                    <a:pt x="455" y="1620"/>
                  </a:lnTo>
                  <a:lnTo>
                    <a:pt x="416" y="1600"/>
                  </a:lnTo>
                  <a:lnTo>
                    <a:pt x="376" y="1561"/>
                  </a:lnTo>
                  <a:lnTo>
                    <a:pt x="337" y="1521"/>
                  </a:lnTo>
                  <a:lnTo>
                    <a:pt x="317" y="1521"/>
                  </a:lnTo>
                  <a:lnTo>
                    <a:pt x="337" y="1541"/>
                  </a:lnTo>
                  <a:lnTo>
                    <a:pt x="357" y="1561"/>
                  </a:lnTo>
                  <a:lnTo>
                    <a:pt x="357" y="1581"/>
                  </a:lnTo>
                  <a:lnTo>
                    <a:pt x="337" y="1561"/>
                  </a:lnTo>
                  <a:lnTo>
                    <a:pt x="297" y="1541"/>
                  </a:lnTo>
                  <a:lnTo>
                    <a:pt x="317" y="1561"/>
                  </a:lnTo>
                  <a:lnTo>
                    <a:pt x="297" y="1561"/>
                  </a:lnTo>
                  <a:lnTo>
                    <a:pt x="357" y="1600"/>
                  </a:lnTo>
                  <a:lnTo>
                    <a:pt x="396" y="1640"/>
                  </a:lnTo>
                  <a:lnTo>
                    <a:pt x="396" y="1640"/>
                  </a:lnTo>
                  <a:lnTo>
                    <a:pt x="317" y="1600"/>
                  </a:lnTo>
                  <a:lnTo>
                    <a:pt x="357" y="1640"/>
                  </a:lnTo>
                  <a:lnTo>
                    <a:pt x="416" y="1679"/>
                  </a:lnTo>
                  <a:lnTo>
                    <a:pt x="455" y="1719"/>
                  </a:lnTo>
                  <a:lnTo>
                    <a:pt x="495" y="1739"/>
                  </a:lnTo>
                  <a:lnTo>
                    <a:pt x="534" y="1758"/>
                  </a:lnTo>
                  <a:lnTo>
                    <a:pt x="554" y="1798"/>
                  </a:lnTo>
                  <a:lnTo>
                    <a:pt x="515" y="1778"/>
                  </a:lnTo>
                  <a:lnTo>
                    <a:pt x="455" y="1758"/>
                  </a:lnTo>
                  <a:lnTo>
                    <a:pt x="357" y="1679"/>
                  </a:lnTo>
                  <a:lnTo>
                    <a:pt x="218" y="1581"/>
                  </a:lnTo>
                  <a:lnTo>
                    <a:pt x="238" y="1620"/>
                  </a:lnTo>
                  <a:lnTo>
                    <a:pt x="199" y="1620"/>
                  </a:lnTo>
                  <a:lnTo>
                    <a:pt x="258" y="1679"/>
                  </a:lnTo>
                  <a:lnTo>
                    <a:pt x="321" y="1730"/>
                  </a:lnTo>
                  <a:lnTo>
                    <a:pt x="321" y="1730"/>
                  </a:lnTo>
                  <a:lnTo>
                    <a:pt x="337" y="1778"/>
                  </a:lnTo>
                  <a:lnTo>
                    <a:pt x="337" y="1798"/>
                  </a:lnTo>
                  <a:lnTo>
                    <a:pt x="337" y="1818"/>
                  </a:lnTo>
                  <a:lnTo>
                    <a:pt x="376" y="1857"/>
                  </a:lnTo>
                  <a:lnTo>
                    <a:pt x="455" y="1897"/>
                  </a:lnTo>
                  <a:lnTo>
                    <a:pt x="455" y="1916"/>
                  </a:lnTo>
                  <a:lnTo>
                    <a:pt x="475" y="1936"/>
                  </a:lnTo>
                  <a:lnTo>
                    <a:pt x="515" y="1976"/>
                  </a:lnTo>
                  <a:lnTo>
                    <a:pt x="495" y="1976"/>
                  </a:lnTo>
                  <a:lnTo>
                    <a:pt x="455" y="1936"/>
                  </a:lnTo>
                  <a:lnTo>
                    <a:pt x="436" y="1936"/>
                  </a:lnTo>
                  <a:lnTo>
                    <a:pt x="455" y="1976"/>
                  </a:lnTo>
                  <a:lnTo>
                    <a:pt x="396" y="1936"/>
                  </a:lnTo>
                  <a:lnTo>
                    <a:pt x="376" y="1916"/>
                  </a:lnTo>
                  <a:lnTo>
                    <a:pt x="416" y="1916"/>
                  </a:lnTo>
                  <a:lnTo>
                    <a:pt x="376" y="1877"/>
                  </a:lnTo>
                  <a:lnTo>
                    <a:pt x="376" y="1897"/>
                  </a:lnTo>
                  <a:lnTo>
                    <a:pt x="357" y="1897"/>
                  </a:lnTo>
                  <a:lnTo>
                    <a:pt x="278" y="1837"/>
                  </a:lnTo>
                  <a:lnTo>
                    <a:pt x="297" y="1857"/>
                  </a:lnTo>
                  <a:lnTo>
                    <a:pt x="317" y="1877"/>
                  </a:lnTo>
                  <a:lnTo>
                    <a:pt x="337" y="1897"/>
                  </a:lnTo>
                  <a:lnTo>
                    <a:pt x="357" y="1916"/>
                  </a:lnTo>
                  <a:lnTo>
                    <a:pt x="297" y="1897"/>
                  </a:lnTo>
                  <a:lnTo>
                    <a:pt x="278" y="1897"/>
                  </a:lnTo>
                  <a:lnTo>
                    <a:pt x="278" y="1916"/>
                  </a:lnTo>
                  <a:lnTo>
                    <a:pt x="258" y="1916"/>
                  </a:lnTo>
                  <a:lnTo>
                    <a:pt x="179" y="1857"/>
                  </a:lnTo>
                  <a:lnTo>
                    <a:pt x="179" y="1857"/>
                  </a:lnTo>
                  <a:lnTo>
                    <a:pt x="218" y="1936"/>
                  </a:lnTo>
                  <a:lnTo>
                    <a:pt x="238" y="1976"/>
                  </a:lnTo>
                  <a:lnTo>
                    <a:pt x="278" y="2015"/>
                  </a:lnTo>
                  <a:lnTo>
                    <a:pt x="317" y="2055"/>
                  </a:lnTo>
                  <a:lnTo>
                    <a:pt x="357" y="2055"/>
                  </a:lnTo>
                  <a:lnTo>
                    <a:pt x="337" y="2015"/>
                  </a:lnTo>
                  <a:lnTo>
                    <a:pt x="317" y="1995"/>
                  </a:lnTo>
                  <a:lnTo>
                    <a:pt x="357" y="1995"/>
                  </a:lnTo>
                  <a:lnTo>
                    <a:pt x="258" y="1916"/>
                  </a:lnTo>
                  <a:lnTo>
                    <a:pt x="258" y="1916"/>
                  </a:lnTo>
                  <a:lnTo>
                    <a:pt x="297" y="1936"/>
                  </a:lnTo>
                  <a:lnTo>
                    <a:pt x="376" y="1995"/>
                  </a:lnTo>
                  <a:lnTo>
                    <a:pt x="416" y="2035"/>
                  </a:lnTo>
                  <a:lnTo>
                    <a:pt x="416" y="2055"/>
                  </a:lnTo>
                  <a:lnTo>
                    <a:pt x="455" y="2074"/>
                  </a:lnTo>
                  <a:lnTo>
                    <a:pt x="475" y="2055"/>
                  </a:lnTo>
                  <a:lnTo>
                    <a:pt x="554" y="2114"/>
                  </a:lnTo>
                  <a:lnTo>
                    <a:pt x="613" y="2173"/>
                  </a:lnTo>
                  <a:lnTo>
                    <a:pt x="613" y="2173"/>
                  </a:lnTo>
                  <a:lnTo>
                    <a:pt x="673" y="2252"/>
                  </a:lnTo>
                  <a:lnTo>
                    <a:pt x="554" y="2173"/>
                  </a:lnTo>
                  <a:lnTo>
                    <a:pt x="554" y="2193"/>
                  </a:lnTo>
                  <a:lnTo>
                    <a:pt x="554" y="2213"/>
                  </a:lnTo>
                  <a:lnTo>
                    <a:pt x="594" y="2232"/>
                  </a:lnTo>
                  <a:lnTo>
                    <a:pt x="594" y="2213"/>
                  </a:lnTo>
                  <a:lnTo>
                    <a:pt x="633" y="2252"/>
                  </a:lnTo>
                  <a:lnTo>
                    <a:pt x="613" y="2252"/>
                  </a:lnTo>
                  <a:lnTo>
                    <a:pt x="653" y="2292"/>
                  </a:lnTo>
                  <a:lnTo>
                    <a:pt x="712" y="2331"/>
                  </a:lnTo>
                  <a:lnTo>
                    <a:pt x="673" y="2331"/>
                  </a:lnTo>
                  <a:lnTo>
                    <a:pt x="633" y="2311"/>
                  </a:lnTo>
                  <a:lnTo>
                    <a:pt x="594" y="2292"/>
                  </a:lnTo>
                  <a:lnTo>
                    <a:pt x="495" y="2193"/>
                  </a:lnTo>
                  <a:lnTo>
                    <a:pt x="515" y="2232"/>
                  </a:lnTo>
                  <a:lnTo>
                    <a:pt x="337" y="2094"/>
                  </a:lnTo>
                  <a:lnTo>
                    <a:pt x="297" y="2094"/>
                  </a:lnTo>
                  <a:lnTo>
                    <a:pt x="297" y="2114"/>
                  </a:lnTo>
                  <a:lnTo>
                    <a:pt x="159" y="2035"/>
                  </a:lnTo>
                  <a:lnTo>
                    <a:pt x="179" y="2074"/>
                  </a:lnTo>
                  <a:lnTo>
                    <a:pt x="159" y="2074"/>
                  </a:lnTo>
                  <a:lnTo>
                    <a:pt x="100" y="2055"/>
                  </a:lnTo>
                  <a:lnTo>
                    <a:pt x="120" y="2074"/>
                  </a:lnTo>
                  <a:lnTo>
                    <a:pt x="159" y="2094"/>
                  </a:lnTo>
                  <a:lnTo>
                    <a:pt x="218" y="2134"/>
                  </a:lnTo>
                  <a:lnTo>
                    <a:pt x="238" y="2134"/>
                  </a:lnTo>
                  <a:lnTo>
                    <a:pt x="278" y="2153"/>
                  </a:lnTo>
                  <a:lnTo>
                    <a:pt x="297" y="2173"/>
                  </a:lnTo>
                  <a:lnTo>
                    <a:pt x="357" y="2213"/>
                  </a:lnTo>
                  <a:lnTo>
                    <a:pt x="376" y="2213"/>
                  </a:lnTo>
                  <a:lnTo>
                    <a:pt x="416" y="2232"/>
                  </a:lnTo>
                  <a:lnTo>
                    <a:pt x="396" y="2252"/>
                  </a:lnTo>
                  <a:lnTo>
                    <a:pt x="396" y="2272"/>
                  </a:lnTo>
                  <a:lnTo>
                    <a:pt x="278" y="2173"/>
                  </a:lnTo>
                  <a:lnTo>
                    <a:pt x="278" y="2193"/>
                  </a:lnTo>
                  <a:lnTo>
                    <a:pt x="238" y="2193"/>
                  </a:lnTo>
                  <a:lnTo>
                    <a:pt x="199" y="2173"/>
                  </a:lnTo>
                  <a:lnTo>
                    <a:pt x="179" y="2153"/>
                  </a:lnTo>
                  <a:lnTo>
                    <a:pt x="159" y="2134"/>
                  </a:lnTo>
                  <a:lnTo>
                    <a:pt x="139" y="2114"/>
                  </a:lnTo>
                  <a:lnTo>
                    <a:pt x="100" y="2134"/>
                  </a:lnTo>
                  <a:lnTo>
                    <a:pt x="80" y="2114"/>
                  </a:lnTo>
                  <a:lnTo>
                    <a:pt x="80" y="2094"/>
                  </a:lnTo>
                  <a:lnTo>
                    <a:pt x="60" y="2094"/>
                  </a:lnTo>
                  <a:lnTo>
                    <a:pt x="60" y="2114"/>
                  </a:lnTo>
                  <a:lnTo>
                    <a:pt x="139" y="2173"/>
                  </a:lnTo>
                  <a:lnTo>
                    <a:pt x="80" y="2173"/>
                  </a:lnTo>
                  <a:lnTo>
                    <a:pt x="80" y="2193"/>
                  </a:lnTo>
                  <a:lnTo>
                    <a:pt x="120" y="2213"/>
                  </a:lnTo>
                  <a:lnTo>
                    <a:pt x="159" y="2252"/>
                  </a:lnTo>
                  <a:lnTo>
                    <a:pt x="199" y="2292"/>
                  </a:lnTo>
                  <a:lnTo>
                    <a:pt x="218" y="2311"/>
                  </a:lnTo>
                  <a:lnTo>
                    <a:pt x="238" y="2331"/>
                  </a:lnTo>
                  <a:lnTo>
                    <a:pt x="60" y="2213"/>
                  </a:lnTo>
                  <a:lnTo>
                    <a:pt x="80" y="2232"/>
                  </a:lnTo>
                  <a:lnTo>
                    <a:pt x="60" y="2232"/>
                  </a:lnTo>
                  <a:lnTo>
                    <a:pt x="120" y="2272"/>
                  </a:lnTo>
                  <a:lnTo>
                    <a:pt x="159" y="2311"/>
                  </a:lnTo>
                  <a:lnTo>
                    <a:pt x="179" y="2331"/>
                  </a:lnTo>
                  <a:lnTo>
                    <a:pt x="159" y="2331"/>
                  </a:lnTo>
                  <a:lnTo>
                    <a:pt x="179" y="2371"/>
                  </a:lnTo>
                  <a:lnTo>
                    <a:pt x="218" y="2391"/>
                  </a:lnTo>
                  <a:lnTo>
                    <a:pt x="278" y="2430"/>
                  </a:lnTo>
                  <a:lnTo>
                    <a:pt x="218" y="2430"/>
                  </a:lnTo>
                  <a:lnTo>
                    <a:pt x="139" y="2371"/>
                  </a:lnTo>
                  <a:lnTo>
                    <a:pt x="159" y="2371"/>
                  </a:lnTo>
                  <a:lnTo>
                    <a:pt x="139" y="2351"/>
                  </a:lnTo>
                  <a:lnTo>
                    <a:pt x="120" y="2371"/>
                  </a:lnTo>
                  <a:lnTo>
                    <a:pt x="80" y="2351"/>
                  </a:lnTo>
                  <a:lnTo>
                    <a:pt x="21" y="2311"/>
                  </a:lnTo>
                  <a:lnTo>
                    <a:pt x="40" y="2351"/>
                  </a:lnTo>
                  <a:lnTo>
                    <a:pt x="80" y="2371"/>
                  </a:lnTo>
                  <a:lnTo>
                    <a:pt x="80" y="2391"/>
                  </a:lnTo>
                  <a:lnTo>
                    <a:pt x="179" y="2470"/>
                  </a:lnTo>
                  <a:lnTo>
                    <a:pt x="199" y="2470"/>
                  </a:lnTo>
                  <a:lnTo>
                    <a:pt x="159" y="2450"/>
                  </a:lnTo>
                  <a:lnTo>
                    <a:pt x="139" y="2430"/>
                  </a:lnTo>
                  <a:lnTo>
                    <a:pt x="120" y="2410"/>
                  </a:lnTo>
                  <a:lnTo>
                    <a:pt x="120" y="2410"/>
                  </a:lnTo>
                  <a:lnTo>
                    <a:pt x="199" y="2450"/>
                  </a:lnTo>
                  <a:lnTo>
                    <a:pt x="238" y="2489"/>
                  </a:lnTo>
                  <a:lnTo>
                    <a:pt x="238" y="2489"/>
                  </a:lnTo>
                  <a:lnTo>
                    <a:pt x="199" y="2430"/>
                  </a:lnTo>
                  <a:lnTo>
                    <a:pt x="258" y="2489"/>
                  </a:lnTo>
                  <a:lnTo>
                    <a:pt x="278" y="2470"/>
                  </a:lnTo>
                  <a:lnTo>
                    <a:pt x="297" y="2470"/>
                  </a:lnTo>
                  <a:lnTo>
                    <a:pt x="357" y="2489"/>
                  </a:lnTo>
                  <a:lnTo>
                    <a:pt x="297" y="2430"/>
                  </a:lnTo>
                  <a:lnTo>
                    <a:pt x="297" y="2430"/>
                  </a:lnTo>
                  <a:lnTo>
                    <a:pt x="376" y="2489"/>
                  </a:lnTo>
                  <a:lnTo>
                    <a:pt x="475" y="2568"/>
                  </a:lnTo>
                  <a:lnTo>
                    <a:pt x="515" y="2608"/>
                  </a:lnTo>
                  <a:lnTo>
                    <a:pt x="534" y="2647"/>
                  </a:lnTo>
                  <a:lnTo>
                    <a:pt x="574" y="2687"/>
                  </a:lnTo>
                  <a:lnTo>
                    <a:pt x="594" y="2707"/>
                  </a:lnTo>
                  <a:lnTo>
                    <a:pt x="574" y="2707"/>
                  </a:lnTo>
                  <a:lnTo>
                    <a:pt x="633" y="2746"/>
                  </a:lnTo>
                  <a:lnTo>
                    <a:pt x="594" y="2746"/>
                  </a:lnTo>
                  <a:lnTo>
                    <a:pt x="613" y="2766"/>
                  </a:lnTo>
                  <a:lnTo>
                    <a:pt x="613" y="2766"/>
                  </a:lnTo>
                  <a:lnTo>
                    <a:pt x="455" y="2667"/>
                  </a:lnTo>
                  <a:lnTo>
                    <a:pt x="337" y="2568"/>
                  </a:lnTo>
                  <a:lnTo>
                    <a:pt x="317" y="2588"/>
                  </a:lnTo>
                  <a:lnTo>
                    <a:pt x="337" y="2628"/>
                  </a:lnTo>
                  <a:lnTo>
                    <a:pt x="337" y="2628"/>
                  </a:lnTo>
                  <a:lnTo>
                    <a:pt x="258" y="2568"/>
                  </a:lnTo>
                  <a:lnTo>
                    <a:pt x="179" y="2509"/>
                  </a:lnTo>
                  <a:lnTo>
                    <a:pt x="199" y="2529"/>
                  </a:lnTo>
                  <a:lnTo>
                    <a:pt x="258" y="2588"/>
                  </a:lnTo>
                  <a:lnTo>
                    <a:pt x="218" y="2568"/>
                  </a:lnTo>
                  <a:lnTo>
                    <a:pt x="199" y="2568"/>
                  </a:lnTo>
                  <a:lnTo>
                    <a:pt x="238" y="2608"/>
                  </a:lnTo>
                  <a:lnTo>
                    <a:pt x="297" y="2667"/>
                  </a:lnTo>
                  <a:lnTo>
                    <a:pt x="330" y="2667"/>
                  </a:lnTo>
                  <a:lnTo>
                    <a:pt x="357" y="2707"/>
                  </a:lnTo>
                  <a:lnTo>
                    <a:pt x="416" y="2707"/>
                  </a:lnTo>
                  <a:lnTo>
                    <a:pt x="455" y="2733"/>
                  </a:lnTo>
                  <a:lnTo>
                    <a:pt x="455" y="2733"/>
                  </a:lnTo>
                  <a:lnTo>
                    <a:pt x="455" y="2746"/>
                  </a:lnTo>
                  <a:lnTo>
                    <a:pt x="475" y="2766"/>
                  </a:lnTo>
                  <a:lnTo>
                    <a:pt x="495" y="2766"/>
                  </a:lnTo>
                  <a:lnTo>
                    <a:pt x="475" y="2726"/>
                  </a:lnTo>
                  <a:lnTo>
                    <a:pt x="475" y="2726"/>
                  </a:lnTo>
                  <a:lnTo>
                    <a:pt x="515" y="2746"/>
                  </a:lnTo>
                  <a:lnTo>
                    <a:pt x="554" y="2746"/>
                  </a:lnTo>
                  <a:lnTo>
                    <a:pt x="633" y="2825"/>
                  </a:lnTo>
                  <a:lnTo>
                    <a:pt x="554" y="2786"/>
                  </a:lnTo>
                  <a:lnTo>
                    <a:pt x="554" y="2805"/>
                  </a:lnTo>
                  <a:lnTo>
                    <a:pt x="574" y="2825"/>
                  </a:lnTo>
                  <a:lnTo>
                    <a:pt x="613" y="2825"/>
                  </a:lnTo>
                  <a:lnTo>
                    <a:pt x="653" y="2884"/>
                  </a:lnTo>
                  <a:lnTo>
                    <a:pt x="653" y="2904"/>
                  </a:lnTo>
                  <a:lnTo>
                    <a:pt x="673" y="2904"/>
                  </a:lnTo>
                  <a:lnTo>
                    <a:pt x="732" y="2963"/>
                  </a:lnTo>
                  <a:lnTo>
                    <a:pt x="791" y="3003"/>
                  </a:lnTo>
                  <a:lnTo>
                    <a:pt x="791" y="3003"/>
                  </a:lnTo>
                  <a:lnTo>
                    <a:pt x="771" y="2983"/>
                  </a:lnTo>
                  <a:lnTo>
                    <a:pt x="732" y="2944"/>
                  </a:lnTo>
                  <a:lnTo>
                    <a:pt x="752" y="2944"/>
                  </a:lnTo>
                  <a:lnTo>
                    <a:pt x="811" y="2983"/>
                  </a:lnTo>
                  <a:lnTo>
                    <a:pt x="771" y="2924"/>
                  </a:lnTo>
                  <a:lnTo>
                    <a:pt x="791" y="2944"/>
                  </a:lnTo>
                  <a:lnTo>
                    <a:pt x="811" y="2944"/>
                  </a:lnTo>
                  <a:lnTo>
                    <a:pt x="791" y="2904"/>
                  </a:lnTo>
                  <a:lnTo>
                    <a:pt x="752" y="2884"/>
                  </a:lnTo>
                  <a:lnTo>
                    <a:pt x="732" y="2845"/>
                  </a:lnTo>
                  <a:lnTo>
                    <a:pt x="673" y="2786"/>
                  </a:lnTo>
                  <a:lnTo>
                    <a:pt x="732" y="2825"/>
                  </a:lnTo>
                  <a:lnTo>
                    <a:pt x="771" y="2845"/>
                  </a:lnTo>
                  <a:lnTo>
                    <a:pt x="692" y="2766"/>
                  </a:lnTo>
                  <a:lnTo>
                    <a:pt x="673" y="2746"/>
                  </a:lnTo>
                  <a:lnTo>
                    <a:pt x="653" y="2726"/>
                  </a:lnTo>
                  <a:lnTo>
                    <a:pt x="633" y="2726"/>
                  </a:lnTo>
                  <a:lnTo>
                    <a:pt x="653" y="2746"/>
                  </a:lnTo>
                  <a:lnTo>
                    <a:pt x="673" y="2766"/>
                  </a:lnTo>
                  <a:lnTo>
                    <a:pt x="673" y="2766"/>
                  </a:lnTo>
                  <a:lnTo>
                    <a:pt x="613" y="2726"/>
                  </a:lnTo>
                  <a:lnTo>
                    <a:pt x="574" y="2667"/>
                  </a:lnTo>
                  <a:lnTo>
                    <a:pt x="633" y="2707"/>
                  </a:lnTo>
                  <a:lnTo>
                    <a:pt x="673" y="2707"/>
                  </a:lnTo>
                  <a:lnTo>
                    <a:pt x="692" y="2726"/>
                  </a:lnTo>
                  <a:lnTo>
                    <a:pt x="712" y="2746"/>
                  </a:lnTo>
                  <a:lnTo>
                    <a:pt x="752" y="2786"/>
                  </a:lnTo>
                  <a:lnTo>
                    <a:pt x="791" y="2805"/>
                  </a:lnTo>
                  <a:lnTo>
                    <a:pt x="752" y="2766"/>
                  </a:lnTo>
                  <a:lnTo>
                    <a:pt x="732" y="2746"/>
                  </a:lnTo>
                  <a:lnTo>
                    <a:pt x="673" y="2687"/>
                  </a:lnTo>
                  <a:lnTo>
                    <a:pt x="692" y="2687"/>
                  </a:lnTo>
                  <a:lnTo>
                    <a:pt x="692" y="2667"/>
                  </a:lnTo>
                  <a:lnTo>
                    <a:pt x="673" y="2647"/>
                  </a:lnTo>
                  <a:lnTo>
                    <a:pt x="673" y="2628"/>
                  </a:lnTo>
                  <a:lnTo>
                    <a:pt x="712" y="2647"/>
                  </a:lnTo>
                  <a:lnTo>
                    <a:pt x="633" y="2588"/>
                  </a:lnTo>
                  <a:lnTo>
                    <a:pt x="633" y="2568"/>
                  </a:lnTo>
                  <a:lnTo>
                    <a:pt x="633" y="2549"/>
                  </a:lnTo>
                  <a:lnTo>
                    <a:pt x="673" y="2568"/>
                  </a:lnTo>
                  <a:lnTo>
                    <a:pt x="633" y="2489"/>
                  </a:lnTo>
                  <a:lnTo>
                    <a:pt x="534" y="2450"/>
                  </a:lnTo>
                  <a:lnTo>
                    <a:pt x="503" y="2419"/>
                  </a:lnTo>
                  <a:lnTo>
                    <a:pt x="515" y="2430"/>
                  </a:lnTo>
                  <a:lnTo>
                    <a:pt x="554" y="2450"/>
                  </a:lnTo>
                  <a:lnTo>
                    <a:pt x="574" y="2450"/>
                  </a:lnTo>
                  <a:lnTo>
                    <a:pt x="554" y="2430"/>
                  </a:lnTo>
                  <a:lnTo>
                    <a:pt x="692" y="2529"/>
                  </a:lnTo>
                  <a:lnTo>
                    <a:pt x="653" y="2489"/>
                  </a:lnTo>
                  <a:lnTo>
                    <a:pt x="633" y="2450"/>
                  </a:lnTo>
                  <a:lnTo>
                    <a:pt x="712" y="2509"/>
                  </a:lnTo>
                  <a:lnTo>
                    <a:pt x="752" y="2549"/>
                  </a:lnTo>
                  <a:lnTo>
                    <a:pt x="712" y="2549"/>
                  </a:lnTo>
                  <a:lnTo>
                    <a:pt x="732" y="2568"/>
                  </a:lnTo>
                  <a:lnTo>
                    <a:pt x="732" y="2588"/>
                  </a:lnTo>
                  <a:lnTo>
                    <a:pt x="712" y="2588"/>
                  </a:lnTo>
                  <a:lnTo>
                    <a:pt x="752" y="2608"/>
                  </a:lnTo>
                  <a:lnTo>
                    <a:pt x="771" y="2628"/>
                  </a:lnTo>
                  <a:lnTo>
                    <a:pt x="771" y="2647"/>
                  </a:lnTo>
                  <a:lnTo>
                    <a:pt x="791" y="2647"/>
                  </a:lnTo>
                  <a:lnTo>
                    <a:pt x="831" y="2667"/>
                  </a:lnTo>
                  <a:lnTo>
                    <a:pt x="870" y="2687"/>
                  </a:lnTo>
                  <a:lnTo>
                    <a:pt x="850" y="2667"/>
                  </a:lnTo>
                  <a:lnTo>
                    <a:pt x="910" y="2687"/>
                  </a:lnTo>
                  <a:lnTo>
                    <a:pt x="949" y="2726"/>
                  </a:lnTo>
                  <a:lnTo>
                    <a:pt x="949" y="2746"/>
                  </a:lnTo>
                  <a:lnTo>
                    <a:pt x="969" y="2766"/>
                  </a:lnTo>
                  <a:lnTo>
                    <a:pt x="989" y="2766"/>
                  </a:lnTo>
                  <a:lnTo>
                    <a:pt x="1008" y="2746"/>
                  </a:lnTo>
                  <a:lnTo>
                    <a:pt x="850" y="2608"/>
                  </a:lnTo>
                  <a:lnTo>
                    <a:pt x="831" y="2568"/>
                  </a:lnTo>
                  <a:lnTo>
                    <a:pt x="850" y="2568"/>
                  </a:lnTo>
                  <a:lnTo>
                    <a:pt x="890" y="2608"/>
                  </a:lnTo>
                  <a:lnTo>
                    <a:pt x="929" y="2647"/>
                  </a:lnTo>
                  <a:lnTo>
                    <a:pt x="969" y="2647"/>
                  </a:lnTo>
                  <a:lnTo>
                    <a:pt x="929" y="2628"/>
                  </a:lnTo>
                  <a:lnTo>
                    <a:pt x="949" y="2608"/>
                  </a:lnTo>
                  <a:lnTo>
                    <a:pt x="1028" y="2647"/>
                  </a:lnTo>
                  <a:lnTo>
                    <a:pt x="1028" y="2667"/>
                  </a:lnTo>
                  <a:lnTo>
                    <a:pt x="1008" y="2667"/>
                  </a:lnTo>
                  <a:lnTo>
                    <a:pt x="1008" y="2687"/>
                  </a:lnTo>
                  <a:lnTo>
                    <a:pt x="1048" y="2707"/>
                  </a:lnTo>
                  <a:lnTo>
                    <a:pt x="1028" y="2707"/>
                  </a:lnTo>
                  <a:lnTo>
                    <a:pt x="1087" y="2726"/>
                  </a:lnTo>
                  <a:lnTo>
                    <a:pt x="1107" y="2726"/>
                  </a:lnTo>
                  <a:lnTo>
                    <a:pt x="1068" y="2707"/>
                  </a:lnTo>
                  <a:lnTo>
                    <a:pt x="1087" y="2707"/>
                  </a:lnTo>
                  <a:lnTo>
                    <a:pt x="1147" y="2746"/>
                  </a:lnTo>
                  <a:lnTo>
                    <a:pt x="1186" y="2726"/>
                  </a:lnTo>
                  <a:lnTo>
                    <a:pt x="1206" y="2726"/>
                  </a:lnTo>
                  <a:lnTo>
                    <a:pt x="1206" y="2707"/>
                  </a:lnTo>
                  <a:lnTo>
                    <a:pt x="1166" y="2667"/>
                  </a:lnTo>
                  <a:lnTo>
                    <a:pt x="1087" y="2588"/>
                  </a:lnTo>
                  <a:lnTo>
                    <a:pt x="1087" y="2588"/>
                  </a:lnTo>
                  <a:lnTo>
                    <a:pt x="1186" y="2647"/>
                  </a:lnTo>
                  <a:lnTo>
                    <a:pt x="1245" y="2667"/>
                  </a:lnTo>
                  <a:lnTo>
                    <a:pt x="1186" y="2628"/>
                  </a:lnTo>
                  <a:lnTo>
                    <a:pt x="1147" y="2588"/>
                  </a:lnTo>
                  <a:lnTo>
                    <a:pt x="1087" y="2549"/>
                  </a:lnTo>
                  <a:lnTo>
                    <a:pt x="1087" y="2529"/>
                  </a:lnTo>
                  <a:lnTo>
                    <a:pt x="1147" y="2568"/>
                  </a:lnTo>
                  <a:lnTo>
                    <a:pt x="1166" y="2588"/>
                  </a:lnTo>
                  <a:lnTo>
                    <a:pt x="1206" y="2588"/>
                  </a:lnTo>
                  <a:lnTo>
                    <a:pt x="1265" y="2608"/>
                  </a:lnTo>
                  <a:lnTo>
                    <a:pt x="1226" y="2568"/>
                  </a:lnTo>
                  <a:lnTo>
                    <a:pt x="1206" y="2549"/>
                  </a:lnTo>
                  <a:lnTo>
                    <a:pt x="1186" y="2549"/>
                  </a:lnTo>
                  <a:lnTo>
                    <a:pt x="1127" y="2489"/>
                  </a:lnTo>
                  <a:lnTo>
                    <a:pt x="1166" y="2489"/>
                  </a:lnTo>
                  <a:lnTo>
                    <a:pt x="1206" y="2509"/>
                  </a:lnTo>
                  <a:lnTo>
                    <a:pt x="1226" y="2529"/>
                  </a:lnTo>
                  <a:lnTo>
                    <a:pt x="1245" y="2549"/>
                  </a:lnTo>
                  <a:lnTo>
                    <a:pt x="1265" y="2549"/>
                  </a:lnTo>
                  <a:lnTo>
                    <a:pt x="1245" y="2529"/>
                  </a:lnTo>
                  <a:lnTo>
                    <a:pt x="1265" y="2509"/>
                  </a:lnTo>
                  <a:lnTo>
                    <a:pt x="1285" y="2529"/>
                  </a:lnTo>
                  <a:lnTo>
                    <a:pt x="1305" y="2509"/>
                  </a:lnTo>
                  <a:lnTo>
                    <a:pt x="1265" y="2470"/>
                  </a:lnTo>
                  <a:lnTo>
                    <a:pt x="1285" y="2470"/>
                  </a:lnTo>
                  <a:lnTo>
                    <a:pt x="1285" y="2450"/>
                  </a:lnTo>
                  <a:lnTo>
                    <a:pt x="1219" y="2397"/>
                  </a:lnTo>
                  <a:lnTo>
                    <a:pt x="1219" y="2397"/>
                  </a:lnTo>
                  <a:lnTo>
                    <a:pt x="1245" y="2410"/>
                  </a:lnTo>
                  <a:lnTo>
                    <a:pt x="1324" y="2470"/>
                  </a:lnTo>
                  <a:lnTo>
                    <a:pt x="1285" y="2410"/>
                  </a:lnTo>
                  <a:lnTo>
                    <a:pt x="1344" y="2430"/>
                  </a:lnTo>
                  <a:lnTo>
                    <a:pt x="1324" y="2391"/>
                  </a:lnTo>
                  <a:lnTo>
                    <a:pt x="1305" y="2331"/>
                  </a:lnTo>
                  <a:lnTo>
                    <a:pt x="1285" y="2292"/>
                  </a:lnTo>
                  <a:lnTo>
                    <a:pt x="1364" y="2371"/>
                  </a:lnTo>
                  <a:lnTo>
                    <a:pt x="1384" y="2391"/>
                  </a:lnTo>
                  <a:lnTo>
                    <a:pt x="1403" y="2410"/>
                  </a:lnTo>
                  <a:lnTo>
                    <a:pt x="1403" y="2391"/>
                  </a:lnTo>
                  <a:lnTo>
                    <a:pt x="1423" y="2391"/>
                  </a:lnTo>
                  <a:lnTo>
                    <a:pt x="1423" y="2371"/>
                  </a:lnTo>
                  <a:lnTo>
                    <a:pt x="1403" y="2351"/>
                  </a:lnTo>
                  <a:lnTo>
                    <a:pt x="1344" y="2311"/>
                  </a:lnTo>
                  <a:lnTo>
                    <a:pt x="1344" y="2292"/>
                  </a:lnTo>
                  <a:lnTo>
                    <a:pt x="1364" y="2311"/>
                  </a:lnTo>
                  <a:lnTo>
                    <a:pt x="1403" y="2331"/>
                  </a:lnTo>
                  <a:lnTo>
                    <a:pt x="1403" y="2331"/>
                  </a:lnTo>
                  <a:lnTo>
                    <a:pt x="1364" y="2292"/>
                  </a:lnTo>
                  <a:lnTo>
                    <a:pt x="1364" y="2272"/>
                  </a:lnTo>
                  <a:lnTo>
                    <a:pt x="1364" y="2252"/>
                  </a:lnTo>
                  <a:lnTo>
                    <a:pt x="1403" y="2292"/>
                  </a:lnTo>
                  <a:lnTo>
                    <a:pt x="1403" y="2292"/>
                  </a:lnTo>
                  <a:lnTo>
                    <a:pt x="1364" y="2232"/>
                  </a:lnTo>
                  <a:lnTo>
                    <a:pt x="1285" y="2173"/>
                  </a:lnTo>
                  <a:lnTo>
                    <a:pt x="1245" y="2153"/>
                  </a:lnTo>
                  <a:lnTo>
                    <a:pt x="1245" y="2153"/>
                  </a:lnTo>
                  <a:lnTo>
                    <a:pt x="1265" y="2193"/>
                  </a:lnTo>
                  <a:lnTo>
                    <a:pt x="1265" y="2213"/>
                  </a:lnTo>
                  <a:lnTo>
                    <a:pt x="1206" y="2193"/>
                  </a:lnTo>
                  <a:lnTo>
                    <a:pt x="1147" y="2153"/>
                  </a:lnTo>
                  <a:lnTo>
                    <a:pt x="1147" y="2153"/>
                  </a:lnTo>
                  <a:lnTo>
                    <a:pt x="1186" y="2173"/>
                  </a:lnTo>
                  <a:lnTo>
                    <a:pt x="1147" y="2134"/>
                  </a:lnTo>
                  <a:lnTo>
                    <a:pt x="1127" y="2114"/>
                  </a:lnTo>
                  <a:lnTo>
                    <a:pt x="1048" y="2055"/>
                  </a:lnTo>
                  <a:lnTo>
                    <a:pt x="1048" y="2015"/>
                  </a:lnTo>
                  <a:lnTo>
                    <a:pt x="1087" y="2055"/>
                  </a:lnTo>
                  <a:lnTo>
                    <a:pt x="1087" y="2055"/>
                  </a:lnTo>
                  <a:lnTo>
                    <a:pt x="1068" y="2015"/>
                  </a:lnTo>
                  <a:lnTo>
                    <a:pt x="1107" y="2035"/>
                  </a:lnTo>
                  <a:lnTo>
                    <a:pt x="1127" y="2035"/>
                  </a:lnTo>
                  <a:lnTo>
                    <a:pt x="1127" y="2015"/>
                  </a:lnTo>
                  <a:lnTo>
                    <a:pt x="1107" y="1995"/>
                  </a:lnTo>
                  <a:lnTo>
                    <a:pt x="1166" y="2015"/>
                  </a:lnTo>
                  <a:lnTo>
                    <a:pt x="1147" y="2015"/>
                  </a:lnTo>
                  <a:lnTo>
                    <a:pt x="1166" y="2055"/>
                  </a:lnTo>
                  <a:lnTo>
                    <a:pt x="1206" y="2074"/>
                  </a:lnTo>
                  <a:lnTo>
                    <a:pt x="1206" y="2094"/>
                  </a:lnTo>
                  <a:lnTo>
                    <a:pt x="1265" y="2114"/>
                  </a:lnTo>
                  <a:lnTo>
                    <a:pt x="1305" y="2153"/>
                  </a:lnTo>
                  <a:lnTo>
                    <a:pt x="1384" y="2232"/>
                  </a:lnTo>
                  <a:lnTo>
                    <a:pt x="1403" y="2232"/>
                  </a:lnTo>
                  <a:lnTo>
                    <a:pt x="1443" y="2252"/>
                  </a:lnTo>
                  <a:lnTo>
                    <a:pt x="1423" y="2213"/>
                  </a:lnTo>
                  <a:lnTo>
                    <a:pt x="1423" y="2193"/>
                  </a:lnTo>
                  <a:lnTo>
                    <a:pt x="1403" y="2153"/>
                  </a:lnTo>
                  <a:lnTo>
                    <a:pt x="1423" y="2173"/>
                  </a:lnTo>
                  <a:lnTo>
                    <a:pt x="1443" y="2193"/>
                  </a:lnTo>
                  <a:lnTo>
                    <a:pt x="1463" y="2153"/>
                  </a:lnTo>
                  <a:lnTo>
                    <a:pt x="1423" y="2114"/>
                  </a:lnTo>
                  <a:lnTo>
                    <a:pt x="1463" y="2114"/>
                  </a:lnTo>
                  <a:lnTo>
                    <a:pt x="1502" y="2153"/>
                  </a:lnTo>
                  <a:lnTo>
                    <a:pt x="1522" y="2134"/>
                  </a:lnTo>
                  <a:lnTo>
                    <a:pt x="1522" y="2114"/>
                  </a:lnTo>
                  <a:lnTo>
                    <a:pt x="1482" y="2074"/>
                  </a:lnTo>
                  <a:lnTo>
                    <a:pt x="1463" y="2035"/>
                  </a:lnTo>
                  <a:lnTo>
                    <a:pt x="1463" y="2015"/>
                  </a:lnTo>
                  <a:lnTo>
                    <a:pt x="1482" y="1995"/>
                  </a:lnTo>
                  <a:lnTo>
                    <a:pt x="1522" y="2035"/>
                  </a:lnTo>
                  <a:lnTo>
                    <a:pt x="1502" y="1995"/>
                  </a:lnTo>
                  <a:lnTo>
                    <a:pt x="1542" y="2015"/>
                  </a:lnTo>
                  <a:lnTo>
                    <a:pt x="1542" y="1976"/>
                  </a:lnTo>
                  <a:lnTo>
                    <a:pt x="1542" y="1956"/>
                  </a:lnTo>
                  <a:lnTo>
                    <a:pt x="1581" y="1976"/>
                  </a:lnTo>
                  <a:lnTo>
                    <a:pt x="1561" y="1936"/>
                  </a:lnTo>
                  <a:lnTo>
                    <a:pt x="1502" y="1877"/>
                  </a:lnTo>
                  <a:lnTo>
                    <a:pt x="1561" y="1916"/>
                  </a:lnTo>
                  <a:lnTo>
                    <a:pt x="1601" y="1936"/>
                  </a:lnTo>
                  <a:lnTo>
                    <a:pt x="1601" y="1837"/>
                  </a:lnTo>
                  <a:lnTo>
                    <a:pt x="1621" y="1758"/>
                  </a:lnTo>
                  <a:lnTo>
                    <a:pt x="1640" y="1778"/>
                  </a:lnTo>
                  <a:lnTo>
                    <a:pt x="1640" y="1739"/>
                  </a:lnTo>
                  <a:lnTo>
                    <a:pt x="1640" y="1699"/>
                  </a:lnTo>
                  <a:lnTo>
                    <a:pt x="1621" y="1660"/>
                  </a:lnTo>
                  <a:lnTo>
                    <a:pt x="1621" y="1640"/>
                  </a:lnTo>
                  <a:lnTo>
                    <a:pt x="1640" y="1640"/>
                  </a:lnTo>
                  <a:lnTo>
                    <a:pt x="1621" y="1600"/>
                  </a:lnTo>
                  <a:lnTo>
                    <a:pt x="1561" y="1561"/>
                  </a:lnTo>
                  <a:lnTo>
                    <a:pt x="1463" y="1502"/>
                  </a:lnTo>
                  <a:lnTo>
                    <a:pt x="1443" y="1482"/>
                  </a:lnTo>
                  <a:lnTo>
                    <a:pt x="1463" y="1482"/>
                  </a:lnTo>
                  <a:lnTo>
                    <a:pt x="1482" y="1502"/>
                  </a:lnTo>
                  <a:lnTo>
                    <a:pt x="1522" y="1521"/>
                  </a:lnTo>
                  <a:lnTo>
                    <a:pt x="1542" y="1521"/>
                  </a:lnTo>
                  <a:lnTo>
                    <a:pt x="1621" y="1581"/>
                  </a:lnTo>
                  <a:lnTo>
                    <a:pt x="1680" y="1620"/>
                  </a:lnTo>
                  <a:lnTo>
                    <a:pt x="1680" y="1620"/>
                  </a:lnTo>
                  <a:lnTo>
                    <a:pt x="1640" y="1561"/>
                  </a:lnTo>
                  <a:lnTo>
                    <a:pt x="1660" y="1561"/>
                  </a:lnTo>
                  <a:lnTo>
                    <a:pt x="1660" y="1541"/>
                  </a:lnTo>
                  <a:lnTo>
                    <a:pt x="1680" y="1541"/>
                  </a:lnTo>
                  <a:lnTo>
                    <a:pt x="1700" y="1561"/>
                  </a:lnTo>
                  <a:lnTo>
                    <a:pt x="1719" y="1581"/>
                  </a:lnTo>
                  <a:lnTo>
                    <a:pt x="1700" y="1581"/>
                  </a:lnTo>
                  <a:lnTo>
                    <a:pt x="1700" y="1600"/>
                  </a:lnTo>
                  <a:lnTo>
                    <a:pt x="1739" y="1640"/>
                  </a:lnTo>
                  <a:lnTo>
                    <a:pt x="1719" y="1600"/>
                  </a:lnTo>
                  <a:lnTo>
                    <a:pt x="1739" y="1581"/>
                  </a:lnTo>
                  <a:lnTo>
                    <a:pt x="1739" y="1561"/>
                  </a:lnTo>
                  <a:lnTo>
                    <a:pt x="1700" y="1541"/>
                  </a:lnTo>
                  <a:lnTo>
                    <a:pt x="1700" y="1521"/>
                  </a:lnTo>
                  <a:lnTo>
                    <a:pt x="1660" y="1462"/>
                  </a:lnTo>
                  <a:lnTo>
                    <a:pt x="1680" y="1477"/>
                  </a:lnTo>
                  <a:lnTo>
                    <a:pt x="1680" y="1477"/>
                  </a:lnTo>
                  <a:lnTo>
                    <a:pt x="1680" y="1462"/>
                  </a:lnTo>
                  <a:lnTo>
                    <a:pt x="1700" y="1442"/>
                  </a:lnTo>
                  <a:lnTo>
                    <a:pt x="1719" y="1442"/>
                  </a:lnTo>
                  <a:lnTo>
                    <a:pt x="1779" y="1482"/>
                  </a:lnTo>
                  <a:lnTo>
                    <a:pt x="1759" y="1442"/>
                  </a:lnTo>
                  <a:lnTo>
                    <a:pt x="1779" y="1462"/>
                  </a:lnTo>
                  <a:lnTo>
                    <a:pt x="1818" y="1423"/>
                  </a:lnTo>
                  <a:lnTo>
                    <a:pt x="1838" y="1403"/>
                  </a:lnTo>
                  <a:lnTo>
                    <a:pt x="1858" y="1403"/>
                  </a:lnTo>
                  <a:lnTo>
                    <a:pt x="1858" y="1363"/>
                  </a:lnTo>
                  <a:lnTo>
                    <a:pt x="1798" y="1304"/>
                  </a:lnTo>
                  <a:lnTo>
                    <a:pt x="1739" y="1284"/>
                  </a:lnTo>
                  <a:lnTo>
                    <a:pt x="1719" y="1245"/>
                  </a:lnTo>
                  <a:lnTo>
                    <a:pt x="1719" y="1225"/>
                  </a:lnTo>
                  <a:lnTo>
                    <a:pt x="1759" y="1265"/>
                  </a:lnTo>
                  <a:lnTo>
                    <a:pt x="1798" y="1284"/>
                  </a:lnTo>
                  <a:lnTo>
                    <a:pt x="1838" y="1304"/>
                  </a:lnTo>
                  <a:lnTo>
                    <a:pt x="1838" y="1284"/>
                  </a:lnTo>
                  <a:lnTo>
                    <a:pt x="1877" y="1304"/>
                  </a:lnTo>
                  <a:lnTo>
                    <a:pt x="1877" y="1265"/>
                  </a:lnTo>
                  <a:lnTo>
                    <a:pt x="1838" y="1225"/>
                  </a:lnTo>
                  <a:lnTo>
                    <a:pt x="1838" y="1225"/>
                  </a:lnTo>
                  <a:lnTo>
                    <a:pt x="1877" y="1245"/>
                  </a:lnTo>
                  <a:lnTo>
                    <a:pt x="1897" y="1284"/>
                  </a:lnTo>
                  <a:lnTo>
                    <a:pt x="1897" y="1265"/>
                  </a:lnTo>
                  <a:lnTo>
                    <a:pt x="1917" y="1284"/>
                  </a:lnTo>
                  <a:lnTo>
                    <a:pt x="1917" y="1265"/>
                  </a:lnTo>
                  <a:lnTo>
                    <a:pt x="1897" y="1225"/>
                  </a:lnTo>
                  <a:lnTo>
                    <a:pt x="1858" y="1186"/>
                  </a:lnTo>
                  <a:lnTo>
                    <a:pt x="1838" y="1126"/>
                  </a:lnTo>
                  <a:lnTo>
                    <a:pt x="1858" y="1126"/>
                  </a:lnTo>
                  <a:lnTo>
                    <a:pt x="1818" y="1087"/>
                  </a:lnTo>
                  <a:lnTo>
                    <a:pt x="1779" y="1028"/>
                  </a:lnTo>
                  <a:lnTo>
                    <a:pt x="1818" y="1067"/>
                  </a:lnTo>
                  <a:lnTo>
                    <a:pt x="1838" y="1067"/>
                  </a:lnTo>
                  <a:lnTo>
                    <a:pt x="1818" y="1047"/>
                  </a:lnTo>
                  <a:lnTo>
                    <a:pt x="1917" y="1107"/>
                  </a:lnTo>
                  <a:lnTo>
                    <a:pt x="1877" y="1107"/>
                  </a:lnTo>
                  <a:lnTo>
                    <a:pt x="1858" y="1087"/>
                  </a:lnTo>
                  <a:lnTo>
                    <a:pt x="1858" y="1107"/>
                  </a:lnTo>
                  <a:lnTo>
                    <a:pt x="1937" y="1146"/>
                  </a:lnTo>
                  <a:lnTo>
                    <a:pt x="1976" y="1146"/>
                  </a:lnTo>
                  <a:lnTo>
                    <a:pt x="1996" y="1126"/>
                  </a:lnTo>
                  <a:lnTo>
                    <a:pt x="1996" y="1107"/>
                  </a:lnTo>
                  <a:lnTo>
                    <a:pt x="1996" y="1067"/>
                  </a:lnTo>
                  <a:lnTo>
                    <a:pt x="2016" y="1047"/>
                  </a:lnTo>
                  <a:lnTo>
                    <a:pt x="1996" y="1028"/>
                  </a:lnTo>
                  <a:lnTo>
                    <a:pt x="1956" y="968"/>
                  </a:lnTo>
                  <a:lnTo>
                    <a:pt x="1996" y="1008"/>
                  </a:lnTo>
                  <a:lnTo>
                    <a:pt x="2075" y="1008"/>
                  </a:lnTo>
                  <a:lnTo>
                    <a:pt x="2075" y="988"/>
                  </a:lnTo>
                  <a:lnTo>
                    <a:pt x="2095" y="968"/>
                  </a:lnTo>
                  <a:lnTo>
                    <a:pt x="2095" y="949"/>
                  </a:lnTo>
                  <a:lnTo>
                    <a:pt x="2075" y="909"/>
                  </a:lnTo>
                  <a:lnTo>
                    <a:pt x="2075" y="909"/>
                  </a:lnTo>
                  <a:lnTo>
                    <a:pt x="2114" y="929"/>
                  </a:lnTo>
                  <a:lnTo>
                    <a:pt x="2055" y="850"/>
                  </a:lnTo>
                  <a:lnTo>
                    <a:pt x="2055" y="810"/>
                  </a:lnTo>
                  <a:lnTo>
                    <a:pt x="2016" y="751"/>
                  </a:lnTo>
                  <a:lnTo>
                    <a:pt x="1937" y="672"/>
                  </a:lnTo>
                  <a:lnTo>
                    <a:pt x="1996" y="712"/>
                  </a:lnTo>
                  <a:lnTo>
                    <a:pt x="2035" y="751"/>
                  </a:lnTo>
                  <a:lnTo>
                    <a:pt x="2035" y="731"/>
                  </a:lnTo>
                  <a:lnTo>
                    <a:pt x="2016" y="712"/>
                  </a:lnTo>
                  <a:lnTo>
                    <a:pt x="2016" y="692"/>
                  </a:lnTo>
                  <a:lnTo>
                    <a:pt x="2035" y="692"/>
                  </a:lnTo>
                  <a:lnTo>
                    <a:pt x="2055" y="712"/>
                  </a:lnTo>
                  <a:lnTo>
                    <a:pt x="2075" y="731"/>
                  </a:lnTo>
                  <a:lnTo>
                    <a:pt x="2095" y="731"/>
                  </a:lnTo>
                  <a:lnTo>
                    <a:pt x="2075" y="712"/>
                  </a:lnTo>
                  <a:lnTo>
                    <a:pt x="2095" y="712"/>
                  </a:lnTo>
                  <a:lnTo>
                    <a:pt x="2016" y="652"/>
                  </a:lnTo>
                  <a:lnTo>
                    <a:pt x="1996" y="613"/>
                  </a:lnTo>
                  <a:lnTo>
                    <a:pt x="1976" y="613"/>
                  </a:lnTo>
                  <a:lnTo>
                    <a:pt x="1956" y="573"/>
                  </a:lnTo>
                  <a:lnTo>
                    <a:pt x="1956" y="514"/>
                  </a:lnTo>
                  <a:lnTo>
                    <a:pt x="1956" y="435"/>
                  </a:lnTo>
                  <a:lnTo>
                    <a:pt x="1996" y="396"/>
                  </a:lnTo>
                  <a:lnTo>
                    <a:pt x="2035" y="356"/>
                  </a:lnTo>
                  <a:lnTo>
                    <a:pt x="2075" y="396"/>
                  </a:lnTo>
                  <a:lnTo>
                    <a:pt x="2075" y="376"/>
                  </a:lnTo>
                  <a:lnTo>
                    <a:pt x="2134" y="376"/>
                  </a:lnTo>
                  <a:lnTo>
                    <a:pt x="2114" y="356"/>
                  </a:lnTo>
                  <a:lnTo>
                    <a:pt x="2095" y="336"/>
                  </a:lnTo>
                  <a:lnTo>
                    <a:pt x="2134" y="356"/>
                  </a:lnTo>
                  <a:lnTo>
                    <a:pt x="2134" y="376"/>
                  </a:lnTo>
                  <a:lnTo>
                    <a:pt x="2154" y="356"/>
                  </a:lnTo>
                  <a:lnTo>
                    <a:pt x="2193" y="376"/>
                  </a:lnTo>
                  <a:lnTo>
                    <a:pt x="2213" y="376"/>
                  </a:lnTo>
                  <a:lnTo>
                    <a:pt x="2213" y="336"/>
                  </a:lnTo>
                  <a:lnTo>
                    <a:pt x="2272" y="376"/>
                  </a:lnTo>
                  <a:lnTo>
                    <a:pt x="2351" y="396"/>
                  </a:lnTo>
                  <a:lnTo>
                    <a:pt x="2351" y="396"/>
                  </a:lnTo>
                  <a:lnTo>
                    <a:pt x="2312" y="376"/>
                  </a:lnTo>
                  <a:lnTo>
                    <a:pt x="2292" y="336"/>
                  </a:lnTo>
                  <a:lnTo>
                    <a:pt x="2272" y="336"/>
                  </a:lnTo>
                  <a:lnTo>
                    <a:pt x="2253" y="317"/>
                  </a:lnTo>
                  <a:lnTo>
                    <a:pt x="2233" y="277"/>
                  </a:lnTo>
                  <a:lnTo>
                    <a:pt x="2095" y="198"/>
                  </a:lnTo>
                  <a:lnTo>
                    <a:pt x="1956" y="119"/>
                  </a:lnTo>
                  <a:lnTo>
                    <a:pt x="1937" y="119"/>
                  </a:lnTo>
                  <a:lnTo>
                    <a:pt x="1897" y="99"/>
                  </a:lnTo>
                  <a:lnTo>
                    <a:pt x="1838" y="60"/>
                  </a:lnTo>
                  <a:lnTo>
                    <a:pt x="1818" y="60"/>
                  </a:lnTo>
                  <a:lnTo>
                    <a:pt x="1858" y="99"/>
                  </a:lnTo>
                  <a:lnTo>
                    <a:pt x="1818" y="99"/>
                  </a:lnTo>
                  <a:lnTo>
                    <a:pt x="1798" y="80"/>
                  </a:lnTo>
                  <a:lnTo>
                    <a:pt x="1818" y="119"/>
                  </a:lnTo>
                  <a:lnTo>
                    <a:pt x="1759" y="80"/>
                  </a:lnTo>
                  <a:lnTo>
                    <a:pt x="1700" y="40"/>
                  </a:lnTo>
                  <a:lnTo>
                    <a:pt x="1680" y="40"/>
                  </a:lnTo>
                  <a:lnTo>
                    <a:pt x="1680" y="60"/>
                  </a:lnTo>
                  <a:lnTo>
                    <a:pt x="1700" y="80"/>
                  </a:lnTo>
                  <a:lnTo>
                    <a:pt x="1660" y="80"/>
                  </a:lnTo>
                  <a:lnTo>
                    <a:pt x="1640" y="40"/>
                  </a:lnTo>
                  <a:lnTo>
                    <a:pt x="1640" y="60"/>
                  </a:lnTo>
                  <a:lnTo>
                    <a:pt x="1621" y="40"/>
                  </a:lnTo>
                  <a:lnTo>
                    <a:pt x="1561" y="20"/>
                  </a:lnTo>
                  <a:lnTo>
                    <a:pt x="1640" y="80"/>
                  </a:lnTo>
                  <a:lnTo>
                    <a:pt x="1621" y="80"/>
                  </a:lnTo>
                  <a:lnTo>
                    <a:pt x="1700" y="119"/>
                  </a:lnTo>
                  <a:lnTo>
                    <a:pt x="1719" y="159"/>
                  </a:lnTo>
                  <a:lnTo>
                    <a:pt x="1680" y="119"/>
                  </a:lnTo>
                  <a:lnTo>
                    <a:pt x="1660" y="119"/>
                  </a:lnTo>
                  <a:lnTo>
                    <a:pt x="1640" y="99"/>
                  </a:lnTo>
                  <a:lnTo>
                    <a:pt x="1581" y="40"/>
                  </a:lnTo>
                  <a:lnTo>
                    <a:pt x="1542" y="40"/>
                  </a:lnTo>
                  <a:lnTo>
                    <a:pt x="1542" y="60"/>
                  </a:lnTo>
                  <a:lnTo>
                    <a:pt x="1522" y="40"/>
                  </a:lnTo>
                  <a:lnTo>
                    <a:pt x="1502" y="20"/>
                  </a:lnTo>
                  <a:lnTo>
                    <a:pt x="14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8" name="Google Shape;3928;p15"/>
            <p:cNvSpPr/>
            <p:nvPr/>
          </p:nvSpPr>
          <p:spPr>
            <a:xfrm>
              <a:off x="-1768900" y="3550925"/>
              <a:ext cx="500" cy="25"/>
            </a:xfrm>
            <a:custGeom>
              <a:rect b="b" l="l" r="r" t="t"/>
              <a:pathLst>
                <a:path extrusionOk="0" h="1" w="20">
                  <a:moveTo>
                    <a:pt x="20" y="1"/>
                  </a:moveTo>
                  <a:lnTo>
                    <a:pt x="20" y="1"/>
                  </a:lnTo>
                  <a:lnTo>
                    <a:pt x="20" y="1"/>
                  </a:ln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9" name="Google Shape;3929;p15"/>
            <p:cNvSpPr/>
            <p:nvPr/>
          </p:nvSpPr>
          <p:spPr>
            <a:xfrm>
              <a:off x="-1769400" y="3506975"/>
              <a:ext cx="525" cy="525"/>
            </a:xfrm>
            <a:custGeom>
              <a:rect b="b" l="l" r="r" t="t"/>
              <a:pathLst>
                <a:path extrusionOk="0" h="21" w="21">
                  <a:moveTo>
                    <a:pt x="20" y="20"/>
                  </a:moveTo>
                  <a:lnTo>
                    <a:pt x="20" y="20"/>
                  </a:lnTo>
                  <a:lnTo>
                    <a:pt x="0" y="1"/>
                  </a:lnTo>
                  <a:lnTo>
                    <a:pt x="0" y="1"/>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
            <p:cNvSpPr/>
            <p:nvPr/>
          </p:nvSpPr>
          <p:spPr>
            <a:xfrm>
              <a:off x="-1780750" y="354302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
            <p:cNvSpPr/>
            <p:nvPr/>
          </p:nvSpPr>
          <p:spPr>
            <a:xfrm>
              <a:off x="-1780275" y="341217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2" name="Google Shape;3932;p15"/>
            <p:cNvSpPr/>
            <p:nvPr/>
          </p:nvSpPr>
          <p:spPr>
            <a:xfrm>
              <a:off x="-1780750" y="3410675"/>
              <a:ext cx="0" cy="25"/>
            </a:xfrm>
            <a:custGeom>
              <a:rect b="b" l="l" r="r" t="t"/>
              <a:pathLst>
                <a:path extrusionOk="0" h="1" w="0">
                  <a:moveTo>
                    <a:pt x="0" y="1"/>
                  </a:moveTo>
                  <a:lnTo>
                    <a:pt x="0" y="1"/>
                  </a:lnTo>
                  <a:lnTo>
                    <a:pt x="0" y="1"/>
                  </a:lnTo>
                  <a:lnTo>
                    <a:pt x="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3" name="Google Shape;3933;p15"/>
            <p:cNvSpPr/>
            <p:nvPr/>
          </p:nvSpPr>
          <p:spPr>
            <a:xfrm>
              <a:off x="-1791625" y="3408700"/>
              <a:ext cx="19275" cy="5475"/>
            </a:xfrm>
            <a:custGeom>
              <a:rect b="b" l="l" r="r" t="t"/>
              <a:pathLst>
                <a:path extrusionOk="0" h="219" w="771">
                  <a:moveTo>
                    <a:pt x="438" y="43"/>
                  </a:moveTo>
                  <a:lnTo>
                    <a:pt x="455" y="60"/>
                  </a:lnTo>
                  <a:lnTo>
                    <a:pt x="435" y="80"/>
                  </a:lnTo>
                  <a:lnTo>
                    <a:pt x="475" y="80"/>
                  </a:lnTo>
                  <a:lnTo>
                    <a:pt x="438" y="43"/>
                  </a:lnTo>
                  <a:close/>
                  <a:moveTo>
                    <a:pt x="494" y="60"/>
                  </a:moveTo>
                  <a:lnTo>
                    <a:pt x="514" y="80"/>
                  </a:lnTo>
                  <a:lnTo>
                    <a:pt x="554" y="100"/>
                  </a:lnTo>
                  <a:lnTo>
                    <a:pt x="672" y="139"/>
                  </a:lnTo>
                  <a:lnTo>
                    <a:pt x="712" y="159"/>
                  </a:lnTo>
                  <a:lnTo>
                    <a:pt x="692" y="139"/>
                  </a:lnTo>
                  <a:lnTo>
                    <a:pt x="633" y="119"/>
                  </a:lnTo>
                  <a:lnTo>
                    <a:pt x="672" y="119"/>
                  </a:lnTo>
                  <a:lnTo>
                    <a:pt x="573" y="80"/>
                  </a:lnTo>
                  <a:lnTo>
                    <a:pt x="514" y="60"/>
                  </a:lnTo>
                  <a:close/>
                  <a:moveTo>
                    <a:pt x="0" y="1"/>
                  </a:moveTo>
                  <a:lnTo>
                    <a:pt x="20" y="21"/>
                  </a:lnTo>
                  <a:lnTo>
                    <a:pt x="99" y="40"/>
                  </a:lnTo>
                  <a:lnTo>
                    <a:pt x="40" y="40"/>
                  </a:lnTo>
                  <a:lnTo>
                    <a:pt x="99" y="60"/>
                  </a:lnTo>
                  <a:lnTo>
                    <a:pt x="178" y="100"/>
                  </a:lnTo>
                  <a:lnTo>
                    <a:pt x="198" y="80"/>
                  </a:lnTo>
                  <a:lnTo>
                    <a:pt x="237" y="100"/>
                  </a:lnTo>
                  <a:lnTo>
                    <a:pt x="356" y="119"/>
                  </a:lnTo>
                  <a:lnTo>
                    <a:pt x="395" y="119"/>
                  </a:lnTo>
                  <a:lnTo>
                    <a:pt x="415" y="100"/>
                  </a:lnTo>
                  <a:lnTo>
                    <a:pt x="435" y="100"/>
                  </a:lnTo>
                  <a:lnTo>
                    <a:pt x="554" y="139"/>
                  </a:lnTo>
                  <a:lnTo>
                    <a:pt x="573" y="159"/>
                  </a:lnTo>
                  <a:lnTo>
                    <a:pt x="573" y="159"/>
                  </a:lnTo>
                  <a:lnTo>
                    <a:pt x="534" y="139"/>
                  </a:lnTo>
                  <a:lnTo>
                    <a:pt x="455" y="119"/>
                  </a:lnTo>
                  <a:lnTo>
                    <a:pt x="455" y="139"/>
                  </a:lnTo>
                  <a:lnTo>
                    <a:pt x="514" y="139"/>
                  </a:lnTo>
                  <a:lnTo>
                    <a:pt x="593" y="179"/>
                  </a:lnTo>
                  <a:lnTo>
                    <a:pt x="672" y="198"/>
                  </a:lnTo>
                  <a:lnTo>
                    <a:pt x="692" y="198"/>
                  </a:lnTo>
                  <a:lnTo>
                    <a:pt x="771" y="218"/>
                  </a:lnTo>
                  <a:lnTo>
                    <a:pt x="771" y="218"/>
                  </a:lnTo>
                  <a:lnTo>
                    <a:pt x="692" y="179"/>
                  </a:lnTo>
                  <a:lnTo>
                    <a:pt x="731" y="179"/>
                  </a:lnTo>
                  <a:lnTo>
                    <a:pt x="712" y="159"/>
                  </a:lnTo>
                  <a:lnTo>
                    <a:pt x="672" y="159"/>
                  </a:lnTo>
                  <a:lnTo>
                    <a:pt x="672" y="139"/>
                  </a:lnTo>
                  <a:lnTo>
                    <a:pt x="633" y="139"/>
                  </a:lnTo>
                  <a:lnTo>
                    <a:pt x="554" y="100"/>
                  </a:lnTo>
                  <a:lnTo>
                    <a:pt x="475" y="80"/>
                  </a:lnTo>
                  <a:lnTo>
                    <a:pt x="475" y="80"/>
                  </a:lnTo>
                  <a:lnTo>
                    <a:pt x="494" y="100"/>
                  </a:lnTo>
                  <a:lnTo>
                    <a:pt x="316" y="60"/>
                  </a:lnTo>
                  <a:lnTo>
                    <a:pt x="158" y="21"/>
                  </a:lnTo>
                  <a:lnTo>
                    <a:pt x="158" y="40"/>
                  </a:lnTo>
                  <a:lnTo>
                    <a:pt x="178" y="60"/>
                  </a:lnTo>
                  <a:lnTo>
                    <a:pt x="178" y="60"/>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
            <p:cNvSpPr/>
            <p:nvPr/>
          </p:nvSpPr>
          <p:spPr>
            <a:xfrm>
              <a:off x="-1774825" y="3409200"/>
              <a:ext cx="2975" cy="1025"/>
            </a:xfrm>
            <a:custGeom>
              <a:rect b="b" l="l" r="r" t="t"/>
              <a:pathLst>
                <a:path extrusionOk="0" h="41" w="119">
                  <a:moveTo>
                    <a:pt x="119" y="40"/>
                  </a:moveTo>
                  <a:lnTo>
                    <a:pt x="119" y="40"/>
                  </a:lnTo>
                  <a:lnTo>
                    <a:pt x="0" y="1"/>
                  </a:lnTo>
                  <a:lnTo>
                    <a:pt x="0" y="1"/>
                  </a:lnTo>
                  <a:lnTo>
                    <a:pt x="119" y="40"/>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
            <p:cNvSpPr/>
            <p:nvPr/>
          </p:nvSpPr>
          <p:spPr>
            <a:xfrm>
              <a:off x="-1777300" y="3408225"/>
              <a:ext cx="2500" cy="1000"/>
            </a:xfrm>
            <a:custGeom>
              <a:rect b="b" l="l" r="r" t="t"/>
              <a:pathLst>
                <a:path extrusionOk="0" h="40" w="100">
                  <a:moveTo>
                    <a:pt x="0" y="0"/>
                  </a:moveTo>
                  <a:lnTo>
                    <a:pt x="20" y="20"/>
                  </a:lnTo>
                  <a:lnTo>
                    <a:pt x="99" y="4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6" name="Google Shape;3936;p15"/>
            <p:cNvSpPr/>
            <p:nvPr/>
          </p:nvSpPr>
          <p:spPr>
            <a:xfrm>
              <a:off x="-1798550" y="3390450"/>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7" name="Google Shape;3937;p15"/>
            <p:cNvSpPr/>
            <p:nvPr/>
          </p:nvSpPr>
          <p:spPr>
            <a:xfrm>
              <a:off x="-1800025" y="3362775"/>
              <a:ext cx="39525" cy="47925"/>
            </a:xfrm>
            <a:custGeom>
              <a:rect b="b" l="l" r="r" t="t"/>
              <a:pathLst>
                <a:path extrusionOk="0" h="1917" w="1581">
                  <a:moveTo>
                    <a:pt x="1423" y="337"/>
                  </a:moveTo>
                  <a:lnTo>
                    <a:pt x="1423" y="342"/>
                  </a:lnTo>
                  <a:lnTo>
                    <a:pt x="1423" y="342"/>
                  </a:lnTo>
                  <a:lnTo>
                    <a:pt x="1443" y="357"/>
                  </a:lnTo>
                  <a:lnTo>
                    <a:pt x="1423" y="337"/>
                  </a:lnTo>
                  <a:close/>
                  <a:moveTo>
                    <a:pt x="139" y="692"/>
                  </a:moveTo>
                  <a:lnTo>
                    <a:pt x="139" y="699"/>
                  </a:lnTo>
                  <a:lnTo>
                    <a:pt x="139" y="699"/>
                  </a:lnTo>
                  <a:lnTo>
                    <a:pt x="149" y="702"/>
                  </a:lnTo>
                  <a:lnTo>
                    <a:pt x="139" y="692"/>
                  </a:lnTo>
                  <a:close/>
                  <a:moveTo>
                    <a:pt x="149" y="702"/>
                  </a:moveTo>
                  <a:lnTo>
                    <a:pt x="159" y="712"/>
                  </a:lnTo>
                  <a:lnTo>
                    <a:pt x="188" y="722"/>
                  </a:lnTo>
                  <a:lnTo>
                    <a:pt x="188" y="722"/>
                  </a:lnTo>
                  <a:lnTo>
                    <a:pt x="178" y="712"/>
                  </a:lnTo>
                  <a:lnTo>
                    <a:pt x="149" y="702"/>
                  </a:lnTo>
                  <a:close/>
                  <a:moveTo>
                    <a:pt x="40" y="653"/>
                  </a:moveTo>
                  <a:lnTo>
                    <a:pt x="60" y="673"/>
                  </a:lnTo>
                  <a:lnTo>
                    <a:pt x="80" y="692"/>
                  </a:lnTo>
                  <a:lnTo>
                    <a:pt x="60" y="692"/>
                  </a:lnTo>
                  <a:lnTo>
                    <a:pt x="159" y="732"/>
                  </a:lnTo>
                  <a:lnTo>
                    <a:pt x="139" y="712"/>
                  </a:lnTo>
                  <a:lnTo>
                    <a:pt x="139" y="699"/>
                  </a:lnTo>
                  <a:lnTo>
                    <a:pt x="139" y="699"/>
                  </a:lnTo>
                  <a:lnTo>
                    <a:pt x="119" y="692"/>
                  </a:lnTo>
                  <a:lnTo>
                    <a:pt x="40" y="653"/>
                  </a:lnTo>
                  <a:close/>
                  <a:moveTo>
                    <a:pt x="188" y="722"/>
                  </a:moveTo>
                  <a:lnTo>
                    <a:pt x="198" y="732"/>
                  </a:lnTo>
                  <a:lnTo>
                    <a:pt x="228" y="742"/>
                  </a:lnTo>
                  <a:lnTo>
                    <a:pt x="228" y="742"/>
                  </a:lnTo>
                  <a:lnTo>
                    <a:pt x="218" y="732"/>
                  </a:lnTo>
                  <a:lnTo>
                    <a:pt x="188" y="722"/>
                  </a:lnTo>
                  <a:close/>
                  <a:moveTo>
                    <a:pt x="119" y="890"/>
                  </a:moveTo>
                  <a:lnTo>
                    <a:pt x="149" y="900"/>
                  </a:lnTo>
                  <a:lnTo>
                    <a:pt x="139" y="890"/>
                  </a:lnTo>
                  <a:close/>
                  <a:moveTo>
                    <a:pt x="149" y="900"/>
                  </a:moveTo>
                  <a:lnTo>
                    <a:pt x="159" y="910"/>
                  </a:lnTo>
                  <a:lnTo>
                    <a:pt x="178" y="910"/>
                  </a:lnTo>
                  <a:lnTo>
                    <a:pt x="149" y="900"/>
                  </a:lnTo>
                  <a:close/>
                  <a:moveTo>
                    <a:pt x="119" y="910"/>
                  </a:moveTo>
                  <a:lnTo>
                    <a:pt x="119" y="929"/>
                  </a:lnTo>
                  <a:lnTo>
                    <a:pt x="139" y="929"/>
                  </a:lnTo>
                  <a:lnTo>
                    <a:pt x="119" y="910"/>
                  </a:lnTo>
                  <a:close/>
                  <a:moveTo>
                    <a:pt x="119" y="929"/>
                  </a:moveTo>
                  <a:lnTo>
                    <a:pt x="119" y="949"/>
                  </a:lnTo>
                  <a:lnTo>
                    <a:pt x="146" y="956"/>
                  </a:lnTo>
                  <a:lnTo>
                    <a:pt x="146" y="956"/>
                  </a:lnTo>
                  <a:lnTo>
                    <a:pt x="119" y="929"/>
                  </a:lnTo>
                  <a:close/>
                  <a:moveTo>
                    <a:pt x="119" y="1028"/>
                  </a:moveTo>
                  <a:lnTo>
                    <a:pt x="119" y="1048"/>
                  </a:lnTo>
                  <a:lnTo>
                    <a:pt x="178" y="1068"/>
                  </a:lnTo>
                  <a:lnTo>
                    <a:pt x="178" y="1068"/>
                  </a:lnTo>
                  <a:lnTo>
                    <a:pt x="139" y="1048"/>
                  </a:lnTo>
                  <a:lnTo>
                    <a:pt x="119" y="1028"/>
                  </a:lnTo>
                  <a:close/>
                  <a:moveTo>
                    <a:pt x="1285" y="1502"/>
                  </a:moveTo>
                  <a:lnTo>
                    <a:pt x="1304" y="1522"/>
                  </a:lnTo>
                  <a:lnTo>
                    <a:pt x="1364" y="1522"/>
                  </a:lnTo>
                  <a:lnTo>
                    <a:pt x="1285" y="1502"/>
                  </a:lnTo>
                  <a:close/>
                  <a:moveTo>
                    <a:pt x="40" y="1601"/>
                  </a:moveTo>
                  <a:lnTo>
                    <a:pt x="99" y="1621"/>
                  </a:lnTo>
                  <a:lnTo>
                    <a:pt x="119" y="1621"/>
                  </a:lnTo>
                  <a:lnTo>
                    <a:pt x="40" y="1601"/>
                  </a:lnTo>
                  <a:close/>
                  <a:moveTo>
                    <a:pt x="257" y="1680"/>
                  </a:moveTo>
                  <a:lnTo>
                    <a:pt x="266" y="1688"/>
                  </a:lnTo>
                  <a:lnTo>
                    <a:pt x="266" y="1688"/>
                  </a:lnTo>
                  <a:lnTo>
                    <a:pt x="228" y="1680"/>
                  </a:lnTo>
                  <a:close/>
                  <a:moveTo>
                    <a:pt x="1304" y="1690"/>
                  </a:moveTo>
                  <a:lnTo>
                    <a:pt x="1304" y="1700"/>
                  </a:lnTo>
                  <a:lnTo>
                    <a:pt x="1324" y="1700"/>
                  </a:lnTo>
                  <a:lnTo>
                    <a:pt x="1304" y="1690"/>
                  </a:lnTo>
                  <a:close/>
                  <a:moveTo>
                    <a:pt x="652" y="1719"/>
                  </a:moveTo>
                  <a:lnTo>
                    <a:pt x="722" y="1739"/>
                  </a:lnTo>
                  <a:lnTo>
                    <a:pt x="633" y="1739"/>
                  </a:lnTo>
                  <a:lnTo>
                    <a:pt x="593" y="1719"/>
                  </a:lnTo>
                  <a:close/>
                  <a:moveTo>
                    <a:pt x="1048" y="1798"/>
                  </a:moveTo>
                  <a:lnTo>
                    <a:pt x="1087" y="1818"/>
                  </a:lnTo>
                  <a:lnTo>
                    <a:pt x="1087" y="1818"/>
                  </a:lnTo>
                  <a:lnTo>
                    <a:pt x="1067" y="1798"/>
                  </a:lnTo>
                  <a:close/>
                  <a:moveTo>
                    <a:pt x="119" y="1739"/>
                  </a:moveTo>
                  <a:lnTo>
                    <a:pt x="139" y="1759"/>
                  </a:lnTo>
                  <a:lnTo>
                    <a:pt x="119" y="1759"/>
                  </a:lnTo>
                  <a:lnTo>
                    <a:pt x="178" y="1779"/>
                  </a:lnTo>
                  <a:lnTo>
                    <a:pt x="198" y="1779"/>
                  </a:lnTo>
                  <a:lnTo>
                    <a:pt x="317" y="1818"/>
                  </a:lnTo>
                  <a:lnTo>
                    <a:pt x="336" y="1818"/>
                  </a:lnTo>
                  <a:lnTo>
                    <a:pt x="297" y="1798"/>
                  </a:lnTo>
                  <a:lnTo>
                    <a:pt x="238" y="1779"/>
                  </a:lnTo>
                  <a:lnTo>
                    <a:pt x="376" y="1818"/>
                  </a:lnTo>
                  <a:lnTo>
                    <a:pt x="336" y="1779"/>
                  </a:lnTo>
                  <a:lnTo>
                    <a:pt x="238" y="1759"/>
                  </a:lnTo>
                  <a:lnTo>
                    <a:pt x="257" y="1759"/>
                  </a:lnTo>
                  <a:lnTo>
                    <a:pt x="218" y="1739"/>
                  </a:lnTo>
                  <a:lnTo>
                    <a:pt x="238" y="1759"/>
                  </a:lnTo>
                  <a:lnTo>
                    <a:pt x="238" y="1759"/>
                  </a:lnTo>
                  <a:lnTo>
                    <a:pt x="119" y="1739"/>
                  </a:lnTo>
                  <a:close/>
                  <a:moveTo>
                    <a:pt x="376" y="1818"/>
                  </a:moveTo>
                  <a:lnTo>
                    <a:pt x="494" y="1858"/>
                  </a:lnTo>
                  <a:lnTo>
                    <a:pt x="494" y="1858"/>
                  </a:lnTo>
                  <a:lnTo>
                    <a:pt x="455" y="1838"/>
                  </a:lnTo>
                  <a:lnTo>
                    <a:pt x="376" y="1818"/>
                  </a:lnTo>
                  <a:close/>
                  <a:moveTo>
                    <a:pt x="1403" y="1"/>
                  </a:moveTo>
                  <a:lnTo>
                    <a:pt x="435" y="396"/>
                  </a:lnTo>
                  <a:lnTo>
                    <a:pt x="514" y="436"/>
                  </a:lnTo>
                  <a:lnTo>
                    <a:pt x="435" y="436"/>
                  </a:lnTo>
                  <a:lnTo>
                    <a:pt x="396" y="416"/>
                  </a:lnTo>
                  <a:lnTo>
                    <a:pt x="277" y="455"/>
                  </a:lnTo>
                  <a:lnTo>
                    <a:pt x="297" y="475"/>
                  </a:lnTo>
                  <a:lnTo>
                    <a:pt x="218" y="475"/>
                  </a:lnTo>
                  <a:lnTo>
                    <a:pt x="238" y="495"/>
                  </a:lnTo>
                  <a:lnTo>
                    <a:pt x="178" y="495"/>
                  </a:lnTo>
                  <a:lnTo>
                    <a:pt x="139" y="515"/>
                  </a:lnTo>
                  <a:lnTo>
                    <a:pt x="218" y="554"/>
                  </a:lnTo>
                  <a:lnTo>
                    <a:pt x="218" y="554"/>
                  </a:lnTo>
                  <a:lnTo>
                    <a:pt x="198" y="534"/>
                  </a:lnTo>
                  <a:lnTo>
                    <a:pt x="218" y="534"/>
                  </a:lnTo>
                  <a:lnTo>
                    <a:pt x="257" y="554"/>
                  </a:lnTo>
                  <a:lnTo>
                    <a:pt x="297" y="574"/>
                  </a:lnTo>
                  <a:lnTo>
                    <a:pt x="336" y="594"/>
                  </a:lnTo>
                  <a:lnTo>
                    <a:pt x="297" y="594"/>
                  </a:lnTo>
                  <a:lnTo>
                    <a:pt x="238" y="574"/>
                  </a:lnTo>
                  <a:lnTo>
                    <a:pt x="119" y="515"/>
                  </a:lnTo>
                  <a:lnTo>
                    <a:pt x="139" y="534"/>
                  </a:lnTo>
                  <a:lnTo>
                    <a:pt x="218" y="594"/>
                  </a:lnTo>
                  <a:lnTo>
                    <a:pt x="277" y="633"/>
                  </a:lnTo>
                  <a:lnTo>
                    <a:pt x="178" y="594"/>
                  </a:lnTo>
                  <a:lnTo>
                    <a:pt x="80" y="534"/>
                  </a:lnTo>
                  <a:lnTo>
                    <a:pt x="60" y="534"/>
                  </a:lnTo>
                  <a:lnTo>
                    <a:pt x="99" y="554"/>
                  </a:lnTo>
                  <a:lnTo>
                    <a:pt x="60" y="554"/>
                  </a:lnTo>
                  <a:lnTo>
                    <a:pt x="80" y="594"/>
                  </a:lnTo>
                  <a:lnTo>
                    <a:pt x="119" y="594"/>
                  </a:lnTo>
                  <a:lnTo>
                    <a:pt x="139" y="613"/>
                  </a:lnTo>
                  <a:lnTo>
                    <a:pt x="99" y="613"/>
                  </a:lnTo>
                  <a:lnTo>
                    <a:pt x="119" y="633"/>
                  </a:lnTo>
                  <a:lnTo>
                    <a:pt x="119" y="653"/>
                  </a:lnTo>
                  <a:lnTo>
                    <a:pt x="119" y="673"/>
                  </a:lnTo>
                  <a:lnTo>
                    <a:pt x="139" y="673"/>
                  </a:lnTo>
                  <a:lnTo>
                    <a:pt x="139" y="653"/>
                  </a:lnTo>
                  <a:lnTo>
                    <a:pt x="159" y="653"/>
                  </a:lnTo>
                  <a:lnTo>
                    <a:pt x="218" y="673"/>
                  </a:lnTo>
                  <a:lnTo>
                    <a:pt x="257" y="712"/>
                  </a:lnTo>
                  <a:lnTo>
                    <a:pt x="277" y="732"/>
                  </a:lnTo>
                  <a:lnTo>
                    <a:pt x="297" y="752"/>
                  </a:lnTo>
                  <a:lnTo>
                    <a:pt x="317" y="771"/>
                  </a:lnTo>
                  <a:lnTo>
                    <a:pt x="317" y="771"/>
                  </a:lnTo>
                  <a:lnTo>
                    <a:pt x="257" y="752"/>
                  </a:lnTo>
                  <a:lnTo>
                    <a:pt x="228" y="742"/>
                  </a:lnTo>
                  <a:lnTo>
                    <a:pt x="228" y="742"/>
                  </a:lnTo>
                  <a:lnTo>
                    <a:pt x="257" y="771"/>
                  </a:lnTo>
                  <a:lnTo>
                    <a:pt x="218" y="752"/>
                  </a:lnTo>
                  <a:lnTo>
                    <a:pt x="218" y="765"/>
                  </a:lnTo>
                  <a:lnTo>
                    <a:pt x="218" y="765"/>
                  </a:lnTo>
                  <a:lnTo>
                    <a:pt x="178" y="752"/>
                  </a:lnTo>
                  <a:lnTo>
                    <a:pt x="119" y="732"/>
                  </a:lnTo>
                  <a:lnTo>
                    <a:pt x="198" y="771"/>
                  </a:lnTo>
                  <a:lnTo>
                    <a:pt x="198" y="771"/>
                  </a:lnTo>
                  <a:lnTo>
                    <a:pt x="139" y="752"/>
                  </a:lnTo>
                  <a:lnTo>
                    <a:pt x="178" y="771"/>
                  </a:lnTo>
                  <a:lnTo>
                    <a:pt x="198" y="791"/>
                  </a:lnTo>
                  <a:lnTo>
                    <a:pt x="159" y="771"/>
                  </a:lnTo>
                  <a:lnTo>
                    <a:pt x="159" y="771"/>
                  </a:lnTo>
                  <a:lnTo>
                    <a:pt x="198" y="811"/>
                  </a:lnTo>
                  <a:lnTo>
                    <a:pt x="257" y="811"/>
                  </a:lnTo>
                  <a:lnTo>
                    <a:pt x="336" y="850"/>
                  </a:lnTo>
                  <a:lnTo>
                    <a:pt x="336" y="870"/>
                  </a:lnTo>
                  <a:lnTo>
                    <a:pt x="277" y="870"/>
                  </a:lnTo>
                  <a:lnTo>
                    <a:pt x="277" y="890"/>
                  </a:lnTo>
                  <a:lnTo>
                    <a:pt x="257" y="870"/>
                  </a:lnTo>
                  <a:lnTo>
                    <a:pt x="238" y="870"/>
                  </a:lnTo>
                  <a:lnTo>
                    <a:pt x="218" y="850"/>
                  </a:lnTo>
                  <a:lnTo>
                    <a:pt x="198" y="850"/>
                  </a:lnTo>
                  <a:lnTo>
                    <a:pt x="139" y="831"/>
                  </a:lnTo>
                  <a:lnTo>
                    <a:pt x="139" y="831"/>
                  </a:lnTo>
                  <a:lnTo>
                    <a:pt x="218" y="850"/>
                  </a:lnTo>
                  <a:lnTo>
                    <a:pt x="159" y="831"/>
                  </a:lnTo>
                  <a:lnTo>
                    <a:pt x="139" y="811"/>
                  </a:lnTo>
                  <a:lnTo>
                    <a:pt x="80" y="791"/>
                  </a:lnTo>
                  <a:lnTo>
                    <a:pt x="80" y="791"/>
                  </a:lnTo>
                  <a:lnTo>
                    <a:pt x="139" y="831"/>
                  </a:lnTo>
                  <a:lnTo>
                    <a:pt x="159" y="850"/>
                  </a:lnTo>
                  <a:lnTo>
                    <a:pt x="198" y="870"/>
                  </a:lnTo>
                  <a:lnTo>
                    <a:pt x="99" y="831"/>
                  </a:lnTo>
                  <a:lnTo>
                    <a:pt x="80" y="850"/>
                  </a:lnTo>
                  <a:lnTo>
                    <a:pt x="119" y="850"/>
                  </a:lnTo>
                  <a:lnTo>
                    <a:pt x="139" y="870"/>
                  </a:lnTo>
                  <a:lnTo>
                    <a:pt x="159" y="890"/>
                  </a:lnTo>
                  <a:lnTo>
                    <a:pt x="139" y="890"/>
                  </a:lnTo>
                  <a:lnTo>
                    <a:pt x="198" y="910"/>
                  </a:lnTo>
                  <a:lnTo>
                    <a:pt x="218" y="929"/>
                  </a:lnTo>
                  <a:lnTo>
                    <a:pt x="218" y="949"/>
                  </a:lnTo>
                  <a:lnTo>
                    <a:pt x="257" y="989"/>
                  </a:lnTo>
                  <a:lnTo>
                    <a:pt x="257" y="989"/>
                  </a:lnTo>
                  <a:lnTo>
                    <a:pt x="198" y="969"/>
                  </a:lnTo>
                  <a:lnTo>
                    <a:pt x="146" y="956"/>
                  </a:lnTo>
                  <a:lnTo>
                    <a:pt x="146" y="956"/>
                  </a:lnTo>
                  <a:lnTo>
                    <a:pt x="159" y="969"/>
                  </a:lnTo>
                  <a:lnTo>
                    <a:pt x="119" y="969"/>
                  </a:lnTo>
                  <a:lnTo>
                    <a:pt x="80" y="949"/>
                  </a:lnTo>
                  <a:lnTo>
                    <a:pt x="20" y="949"/>
                  </a:lnTo>
                  <a:lnTo>
                    <a:pt x="99" y="969"/>
                  </a:lnTo>
                  <a:lnTo>
                    <a:pt x="119" y="989"/>
                  </a:lnTo>
                  <a:lnTo>
                    <a:pt x="99" y="989"/>
                  </a:lnTo>
                  <a:lnTo>
                    <a:pt x="178" y="1008"/>
                  </a:lnTo>
                  <a:lnTo>
                    <a:pt x="99" y="1008"/>
                  </a:lnTo>
                  <a:lnTo>
                    <a:pt x="198" y="1068"/>
                  </a:lnTo>
                  <a:lnTo>
                    <a:pt x="178" y="1068"/>
                  </a:lnTo>
                  <a:lnTo>
                    <a:pt x="257" y="1107"/>
                  </a:lnTo>
                  <a:lnTo>
                    <a:pt x="238" y="1107"/>
                  </a:lnTo>
                  <a:lnTo>
                    <a:pt x="178" y="1087"/>
                  </a:lnTo>
                  <a:lnTo>
                    <a:pt x="218" y="1127"/>
                  </a:lnTo>
                  <a:lnTo>
                    <a:pt x="238" y="1127"/>
                  </a:lnTo>
                  <a:lnTo>
                    <a:pt x="277" y="1147"/>
                  </a:lnTo>
                  <a:lnTo>
                    <a:pt x="317" y="1166"/>
                  </a:lnTo>
                  <a:lnTo>
                    <a:pt x="238" y="1147"/>
                  </a:lnTo>
                  <a:lnTo>
                    <a:pt x="198" y="1127"/>
                  </a:lnTo>
                  <a:lnTo>
                    <a:pt x="139" y="1127"/>
                  </a:lnTo>
                  <a:lnTo>
                    <a:pt x="99" y="1087"/>
                  </a:lnTo>
                  <a:lnTo>
                    <a:pt x="80" y="1087"/>
                  </a:lnTo>
                  <a:lnTo>
                    <a:pt x="99" y="1107"/>
                  </a:lnTo>
                  <a:lnTo>
                    <a:pt x="119" y="1127"/>
                  </a:lnTo>
                  <a:lnTo>
                    <a:pt x="119" y="1127"/>
                  </a:lnTo>
                  <a:lnTo>
                    <a:pt x="60" y="1107"/>
                  </a:lnTo>
                  <a:lnTo>
                    <a:pt x="80" y="1127"/>
                  </a:lnTo>
                  <a:lnTo>
                    <a:pt x="139" y="1147"/>
                  </a:lnTo>
                  <a:lnTo>
                    <a:pt x="178" y="1166"/>
                  </a:lnTo>
                  <a:lnTo>
                    <a:pt x="99" y="1147"/>
                  </a:lnTo>
                  <a:lnTo>
                    <a:pt x="99" y="1147"/>
                  </a:lnTo>
                  <a:lnTo>
                    <a:pt x="119" y="1166"/>
                  </a:lnTo>
                  <a:lnTo>
                    <a:pt x="139" y="1166"/>
                  </a:lnTo>
                  <a:lnTo>
                    <a:pt x="218" y="1206"/>
                  </a:lnTo>
                  <a:lnTo>
                    <a:pt x="277" y="1206"/>
                  </a:lnTo>
                  <a:lnTo>
                    <a:pt x="317" y="1226"/>
                  </a:lnTo>
                  <a:lnTo>
                    <a:pt x="376" y="1245"/>
                  </a:lnTo>
                  <a:lnTo>
                    <a:pt x="396" y="1265"/>
                  </a:lnTo>
                  <a:lnTo>
                    <a:pt x="297" y="1245"/>
                  </a:lnTo>
                  <a:lnTo>
                    <a:pt x="159" y="1206"/>
                  </a:lnTo>
                  <a:lnTo>
                    <a:pt x="1" y="1147"/>
                  </a:lnTo>
                  <a:lnTo>
                    <a:pt x="20" y="1186"/>
                  </a:lnTo>
                  <a:lnTo>
                    <a:pt x="1" y="1186"/>
                  </a:lnTo>
                  <a:lnTo>
                    <a:pt x="80" y="1226"/>
                  </a:lnTo>
                  <a:lnTo>
                    <a:pt x="198" y="1265"/>
                  </a:lnTo>
                  <a:lnTo>
                    <a:pt x="178" y="1265"/>
                  </a:lnTo>
                  <a:lnTo>
                    <a:pt x="139" y="1245"/>
                  </a:lnTo>
                  <a:lnTo>
                    <a:pt x="139" y="1245"/>
                  </a:lnTo>
                  <a:lnTo>
                    <a:pt x="178" y="1285"/>
                  </a:lnTo>
                  <a:lnTo>
                    <a:pt x="198" y="1305"/>
                  </a:lnTo>
                  <a:lnTo>
                    <a:pt x="257" y="1344"/>
                  </a:lnTo>
                  <a:lnTo>
                    <a:pt x="336" y="1364"/>
                  </a:lnTo>
                  <a:lnTo>
                    <a:pt x="356" y="1364"/>
                  </a:lnTo>
                  <a:lnTo>
                    <a:pt x="376" y="1384"/>
                  </a:lnTo>
                  <a:lnTo>
                    <a:pt x="415" y="1403"/>
                  </a:lnTo>
                  <a:lnTo>
                    <a:pt x="356" y="1384"/>
                  </a:lnTo>
                  <a:lnTo>
                    <a:pt x="336" y="1384"/>
                  </a:lnTo>
                  <a:lnTo>
                    <a:pt x="356" y="1403"/>
                  </a:lnTo>
                  <a:lnTo>
                    <a:pt x="297" y="1384"/>
                  </a:lnTo>
                  <a:lnTo>
                    <a:pt x="277" y="1364"/>
                  </a:lnTo>
                  <a:lnTo>
                    <a:pt x="238" y="1364"/>
                  </a:lnTo>
                  <a:lnTo>
                    <a:pt x="139" y="1344"/>
                  </a:lnTo>
                  <a:lnTo>
                    <a:pt x="198" y="1364"/>
                  </a:lnTo>
                  <a:lnTo>
                    <a:pt x="257" y="1384"/>
                  </a:lnTo>
                  <a:lnTo>
                    <a:pt x="178" y="1384"/>
                  </a:lnTo>
                  <a:lnTo>
                    <a:pt x="159" y="1403"/>
                  </a:lnTo>
                  <a:lnTo>
                    <a:pt x="60" y="1384"/>
                  </a:lnTo>
                  <a:lnTo>
                    <a:pt x="60" y="1384"/>
                  </a:lnTo>
                  <a:lnTo>
                    <a:pt x="139" y="1423"/>
                  </a:lnTo>
                  <a:lnTo>
                    <a:pt x="178" y="1443"/>
                  </a:lnTo>
                  <a:lnTo>
                    <a:pt x="277" y="1482"/>
                  </a:lnTo>
                  <a:lnTo>
                    <a:pt x="297" y="1482"/>
                  </a:lnTo>
                  <a:lnTo>
                    <a:pt x="277" y="1463"/>
                  </a:lnTo>
                  <a:lnTo>
                    <a:pt x="238" y="1443"/>
                  </a:lnTo>
                  <a:lnTo>
                    <a:pt x="277" y="1443"/>
                  </a:lnTo>
                  <a:lnTo>
                    <a:pt x="178" y="1403"/>
                  </a:lnTo>
                  <a:lnTo>
                    <a:pt x="218" y="1403"/>
                  </a:lnTo>
                  <a:lnTo>
                    <a:pt x="297" y="1443"/>
                  </a:lnTo>
                  <a:lnTo>
                    <a:pt x="356" y="1463"/>
                  </a:lnTo>
                  <a:lnTo>
                    <a:pt x="415" y="1482"/>
                  </a:lnTo>
                  <a:lnTo>
                    <a:pt x="415" y="1463"/>
                  </a:lnTo>
                  <a:lnTo>
                    <a:pt x="514" y="1482"/>
                  </a:lnTo>
                  <a:lnTo>
                    <a:pt x="652" y="1542"/>
                  </a:lnTo>
                  <a:lnTo>
                    <a:pt x="573" y="1522"/>
                  </a:lnTo>
                  <a:lnTo>
                    <a:pt x="573" y="1522"/>
                  </a:lnTo>
                  <a:lnTo>
                    <a:pt x="672" y="1561"/>
                  </a:lnTo>
                  <a:lnTo>
                    <a:pt x="672" y="1561"/>
                  </a:lnTo>
                  <a:lnTo>
                    <a:pt x="534" y="1542"/>
                  </a:lnTo>
                  <a:lnTo>
                    <a:pt x="534" y="1542"/>
                  </a:lnTo>
                  <a:lnTo>
                    <a:pt x="554" y="1561"/>
                  </a:lnTo>
                  <a:lnTo>
                    <a:pt x="593" y="1581"/>
                  </a:lnTo>
                  <a:lnTo>
                    <a:pt x="593" y="1561"/>
                  </a:lnTo>
                  <a:lnTo>
                    <a:pt x="633" y="1581"/>
                  </a:lnTo>
                  <a:lnTo>
                    <a:pt x="672" y="1601"/>
                  </a:lnTo>
                  <a:lnTo>
                    <a:pt x="731" y="1621"/>
                  </a:lnTo>
                  <a:lnTo>
                    <a:pt x="633" y="1621"/>
                  </a:lnTo>
                  <a:lnTo>
                    <a:pt x="494" y="1561"/>
                  </a:lnTo>
                  <a:lnTo>
                    <a:pt x="514" y="1581"/>
                  </a:lnTo>
                  <a:lnTo>
                    <a:pt x="514" y="1581"/>
                  </a:lnTo>
                  <a:lnTo>
                    <a:pt x="317" y="1522"/>
                  </a:lnTo>
                  <a:lnTo>
                    <a:pt x="277" y="1522"/>
                  </a:lnTo>
                  <a:lnTo>
                    <a:pt x="277" y="1542"/>
                  </a:lnTo>
                  <a:lnTo>
                    <a:pt x="139" y="1502"/>
                  </a:lnTo>
                  <a:lnTo>
                    <a:pt x="159" y="1522"/>
                  </a:lnTo>
                  <a:lnTo>
                    <a:pt x="80" y="1522"/>
                  </a:lnTo>
                  <a:lnTo>
                    <a:pt x="139" y="1542"/>
                  </a:lnTo>
                  <a:lnTo>
                    <a:pt x="218" y="1561"/>
                  </a:lnTo>
                  <a:lnTo>
                    <a:pt x="198" y="1561"/>
                  </a:lnTo>
                  <a:lnTo>
                    <a:pt x="218" y="1581"/>
                  </a:lnTo>
                  <a:lnTo>
                    <a:pt x="277" y="1561"/>
                  </a:lnTo>
                  <a:lnTo>
                    <a:pt x="376" y="1601"/>
                  </a:lnTo>
                  <a:lnTo>
                    <a:pt x="396" y="1601"/>
                  </a:lnTo>
                  <a:lnTo>
                    <a:pt x="435" y="1621"/>
                  </a:lnTo>
                  <a:lnTo>
                    <a:pt x="435" y="1621"/>
                  </a:lnTo>
                  <a:lnTo>
                    <a:pt x="277" y="1581"/>
                  </a:lnTo>
                  <a:lnTo>
                    <a:pt x="297" y="1601"/>
                  </a:lnTo>
                  <a:lnTo>
                    <a:pt x="218" y="1601"/>
                  </a:lnTo>
                  <a:lnTo>
                    <a:pt x="198" y="1581"/>
                  </a:lnTo>
                  <a:lnTo>
                    <a:pt x="139" y="1581"/>
                  </a:lnTo>
                  <a:lnTo>
                    <a:pt x="139" y="1561"/>
                  </a:lnTo>
                  <a:lnTo>
                    <a:pt x="99" y="1581"/>
                  </a:lnTo>
                  <a:lnTo>
                    <a:pt x="60" y="1581"/>
                  </a:lnTo>
                  <a:lnTo>
                    <a:pt x="159" y="1621"/>
                  </a:lnTo>
                  <a:lnTo>
                    <a:pt x="119" y="1621"/>
                  </a:lnTo>
                  <a:lnTo>
                    <a:pt x="119" y="1640"/>
                  </a:lnTo>
                  <a:lnTo>
                    <a:pt x="159" y="1640"/>
                  </a:lnTo>
                  <a:lnTo>
                    <a:pt x="190" y="1671"/>
                  </a:lnTo>
                  <a:lnTo>
                    <a:pt x="139" y="1660"/>
                  </a:lnTo>
                  <a:lnTo>
                    <a:pt x="139" y="1680"/>
                  </a:lnTo>
                  <a:lnTo>
                    <a:pt x="119" y="1680"/>
                  </a:lnTo>
                  <a:lnTo>
                    <a:pt x="178" y="1700"/>
                  </a:lnTo>
                  <a:lnTo>
                    <a:pt x="238" y="1700"/>
                  </a:lnTo>
                  <a:lnTo>
                    <a:pt x="257" y="1719"/>
                  </a:lnTo>
                  <a:lnTo>
                    <a:pt x="238" y="1719"/>
                  </a:lnTo>
                  <a:lnTo>
                    <a:pt x="277" y="1739"/>
                  </a:lnTo>
                  <a:lnTo>
                    <a:pt x="376" y="1779"/>
                  </a:lnTo>
                  <a:lnTo>
                    <a:pt x="336" y="1779"/>
                  </a:lnTo>
                  <a:lnTo>
                    <a:pt x="396" y="1818"/>
                  </a:lnTo>
                  <a:lnTo>
                    <a:pt x="415" y="1798"/>
                  </a:lnTo>
                  <a:lnTo>
                    <a:pt x="435" y="1798"/>
                  </a:lnTo>
                  <a:lnTo>
                    <a:pt x="475" y="1779"/>
                  </a:lnTo>
                  <a:lnTo>
                    <a:pt x="415" y="1779"/>
                  </a:lnTo>
                  <a:lnTo>
                    <a:pt x="336" y="1739"/>
                  </a:lnTo>
                  <a:lnTo>
                    <a:pt x="376" y="1739"/>
                  </a:lnTo>
                  <a:lnTo>
                    <a:pt x="415" y="1759"/>
                  </a:lnTo>
                  <a:lnTo>
                    <a:pt x="494" y="1779"/>
                  </a:lnTo>
                  <a:lnTo>
                    <a:pt x="633" y="1838"/>
                  </a:lnTo>
                  <a:lnTo>
                    <a:pt x="712" y="1858"/>
                  </a:lnTo>
                  <a:lnTo>
                    <a:pt x="751" y="1877"/>
                  </a:lnTo>
                  <a:lnTo>
                    <a:pt x="830" y="1897"/>
                  </a:lnTo>
                  <a:lnTo>
                    <a:pt x="850" y="1897"/>
                  </a:lnTo>
                  <a:lnTo>
                    <a:pt x="850" y="1877"/>
                  </a:lnTo>
                  <a:lnTo>
                    <a:pt x="890" y="1897"/>
                  </a:lnTo>
                  <a:lnTo>
                    <a:pt x="909" y="1917"/>
                  </a:lnTo>
                  <a:lnTo>
                    <a:pt x="949" y="1917"/>
                  </a:lnTo>
                  <a:lnTo>
                    <a:pt x="929" y="1897"/>
                  </a:lnTo>
                  <a:lnTo>
                    <a:pt x="949" y="1897"/>
                  </a:lnTo>
                  <a:lnTo>
                    <a:pt x="850" y="1877"/>
                  </a:lnTo>
                  <a:lnTo>
                    <a:pt x="870" y="1877"/>
                  </a:lnTo>
                  <a:lnTo>
                    <a:pt x="870" y="1858"/>
                  </a:lnTo>
                  <a:lnTo>
                    <a:pt x="830" y="1838"/>
                  </a:lnTo>
                  <a:lnTo>
                    <a:pt x="870" y="1838"/>
                  </a:lnTo>
                  <a:lnTo>
                    <a:pt x="771" y="1818"/>
                  </a:lnTo>
                  <a:lnTo>
                    <a:pt x="751" y="1779"/>
                  </a:lnTo>
                  <a:lnTo>
                    <a:pt x="830" y="1818"/>
                  </a:lnTo>
                  <a:lnTo>
                    <a:pt x="830" y="1798"/>
                  </a:lnTo>
                  <a:lnTo>
                    <a:pt x="811" y="1779"/>
                  </a:lnTo>
                  <a:lnTo>
                    <a:pt x="745" y="1746"/>
                  </a:lnTo>
                  <a:lnTo>
                    <a:pt x="745" y="1746"/>
                  </a:lnTo>
                  <a:lnTo>
                    <a:pt x="791" y="1759"/>
                  </a:lnTo>
                  <a:lnTo>
                    <a:pt x="712" y="1719"/>
                  </a:lnTo>
                  <a:lnTo>
                    <a:pt x="811" y="1739"/>
                  </a:lnTo>
                  <a:lnTo>
                    <a:pt x="870" y="1779"/>
                  </a:lnTo>
                  <a:lnTo>
                    <a:pt x="850" y="1779"/>
                  </a:lnTo>
                  <a:lnTo>
                    <a:pt x="870" y="1798"/>
                  </a:lnTo>
                  <a:lnTo>
                    <a:pt x="890" y="1798"/>
                  </a:lnTo>
                  <a:lnTo>
                    <a:pt x="909" y="1818"/>
                  </a:lnTo>
                  <a:lnTo>
                    <a:pt x="988" y="1838"/>
                  </a:lnTo>
                  <a:lnTo>
                    <a:pt x="1028" y="1838"/>
                  </a:lnTo>
                  <a:lnTo>
                    <a:pt x="1008" y="1818"/>
                  </a:lnTo>
                  <a:lnTo>
                    <a:pt x="1127" y="1858"/>
                  </a:lnTo>
                  <a:lnTo>
                    <a:pt x="1146" y="1877"/>
                  </a:lnTo>
                  <a:lnTo>
                    <a:pt x="1166" y="1877"/>
                  </a:lnTo>
                  <a:lnTo>
                    <a:pt x="1166" y="1858"/>
                  </a:lnTo>
                  <a:lnTo>
                    <a:pt x="969" y="1798"/>
                  </a:lnTo>
                  <a:lnTo>
                    <a:pt x="949" y="1779"/>
                  </a:lnTo>
                  <a:lnTo>
                    <a:pt x="969" y="1759"/>
                  </a:lnTo>
                  <a:lnTo>
                    <a:pt x="1008" y="1779"/>
                  </a:lnTo>
                  <a:lnTo>
                    <a:pt x="1048" y="1798"/>
                  </a:lnTo>
                  <a:lnTo>
                    <a:pt x="1048" y="1798"/>
                  </a:lnTo>
                  <a:lnTo>
                    <a:pt x="1067" y="1779"/>
                  </a:lnTo>
                  <a:lnTo>
                    <a:pt x="1146" y="1798"/>
                  </a:lnTo>
                  <a:lnTo>
                    <a:pt x="1146" y="1818"/>
                  </a:lnTo>
                  <a:lnTo>
                    <a:pt x="1186" y="1818"/>
                  </a:lnTo>
                  <a:lnTo>
                    <a:pt x="1186" y="1838"/>
                  </a:lnTo>
                  <a:lnTo>
                    <a:pt x="1245" y="1838"/>
                  </a:lnTo>
                  <a:lnTo>
                    <a:pt x="1225" y="1818"/>
                  </a:lnTo>
                  <a:lnTo>
                    <a:pt x="1225" y="1818"/>
                  </a:lnTo>
                  <a:lnTo>
                    <a:pt x="1304" y="1838"/>
                  </a:lnTo>
                  <a:lnTo>
                    <a:pt x="1324" y="1818"/>
                  </a:lnTo>
                  <a:lnTo>
                    <a:pt x="1344" y="1818"/>
                  </a:lnTo>
                  <a:lnTo>
                    <a:pt x="1265" y="1779"/>
                  </a:lnTo>
                  <a:lnTo>
                    <a:pt x="1166" y="1739"/>
                  </a:lnTo>
                  <a:lnTo>
                    <a:pt x="1285" y="1779"/>
                  </a:lnTo>
                  <a:lnTo>
                    <a:pt x="1285" y="1759"/>
                  </a:lnTo>
                  <a:lnTo>
                    <a:pt x="1225" y="1739"/>
                  </a:lnTo>
                  <a:lnTo>
                    <a:pt x="1146" y="1719"/>
                  </a:lnTo>
                  <a:lnTo>
                    <a:pt x="1146" y="1700"/>
                  </a:lnTo>
                  <a:lnTo>
                    <a:pt x="1166" y="1700"/>
                  </a:lnTo>
                  <a:lnTo>
                    <a:pt x="1245" y="1739"/>
                  </a:lnTo>
                  <a:lnTo>
                    <a:pt x="1285" y="1719"/>
                  </a:lnTo>
                  <a:lnTo>
                    <a:pt x="1344" y="1739"/>
                  </a:lnTo>
                  <a:lnTo>
                    <a:pt x="1344" y="1739"/>
                  </a:lnTo>
                  <a:lnTo>
                    <a:pt x="1285" y="1700"/>
                  </a:lnTo>
                  <a:lnTo>
                    <a:pt x="1206" y="1680"/>
                  </a:lnTo>
                  <a:lnTo>
                    <a:pt x="1206" y="1680"/>
                  </a:lnTo>
                  <a:lnTo>
                    <a:pt x="1166" y="1660"/>
                  </a:lnTo>
                  <a:lnTo>
                    <a:pt x="1245" y="1660"/>
                  </a:lnTo>
                  <a:lnTo>
                    <a:pt x="1285" y="1680"/>
                  </a:lnTo>
                  <a:lnTo>
                    <a:pt x="1304" y="1690"/>
                  </a:lnTo>
                  <a:lnTo>
                    <a:pt x="1304" y="1690"/>
                  </a:lnTo>
                  <a:lnTo>
                    <a:pt x="1304" y="1680"/>
                  </a:lnTo>
                  <a:lnTo>
                    <a:pt x="1304" y="1660"/>
                  </a:lnTo>
                  <a:lnTo>
                    <a:pt x="1344" y="1660"/>
                  </a:lnTo>
                  <a:lnTo>
                    <a:pt x="1285" y="1640"/>
                  </a:lnTo>
                  <a:lnTo>
                    <a:pt x="1206" y="1621"/>
                  </a:lnTo>
                  <a:lnTo>
                    <a:pt x="1265" y="1621"/>
                  </a:lnTo>
                  <a:lnTo>
                    <a:pt x="1285" y="1640"/>
                  </a:lnTo>
                  <a:lnTo>
                    <a:pt x="1304" y="1640"/>
                  </a:lnTo>
                  <a:lnTo>
                    <a:pt x="1285" y="1621"/>
                  </a:lnTo>
                  <a:lnTo>
                    <a:pt x="1166" y="1581"/>
                  </a:lnTo>
                  <a:lnTo>
                    <a:pt x="1166" y="1581"/>
                  </a:lnTo>
                  <a:lnTo>
                    <a:pt x="1245" y="1601"/>
                  </a:lnTo>
                  <a:lnTo>
                    <a:pt x="1344" y="1621"/>
                  </a:lnTo>
                  <a:lnTo>
                    <a:pt x="1285" y="1601"/>
                  </a:lnTo>
                  <a:lnTo>
                    <a:pt x="1344" y="1601"/>
                  </a:lnTo>
                  <a:lnTo>
                    <a:pt x="1304" y="1581"/>
                  </a:lnTo>
                  <a:lnTo>
                    <a:pt x="1265" y="1542"/>
                  </a:lnTo>
                  <a:lnTo>
                    <a:pt x="1245" y="1522"/>
                  </a:lnTo>
                  <a:lnTo>
                    <a:pt x="1324" y="1561"/>
                  </a:lnTo>
                  <a:lnTo>
                    <a:pt x="1364" y="1581"/>
                  </a:lnTo>
                  <a:lnTo>
                    <a:pt x="1383" y="1581"/>
                  </a:lnTo>
                  <a:lnTo>
                    <a:pt x="1383" y="1561"/>
                  </a:lnTo>
                  <a:lnTo>
                    <a:pt x="1364" y="1542"/>
                  </a:lnTo>
                  <a:lnTo>
                    <a:pt x="1285" y="1522"/>
                  </a:lnTo>
                  <a:lnTo>
                    <a:pt x="1285" y="1502"/>
                  </a:lnTo>
                  <a:lnTo>
                    <a:pt x="1285" y="1482"/>
                  </a:lnTo>
                  <a:lnTo>
                    <a:pt x="1344" y="1502"/>
                  </a:lnTo>
                  <a:lnTo>
                    <a:pt x="1285" y="1463"/>
                  </a:lnTo>
                  <a:lnTo>
                    <a:pt x="1186" y="1443"/>
                  </a:lnTo>
                  <a:lnTo>
                    <a:pt x="1206" y="1443"/>
                  </a:lnTo>
                  <a:lnTo>
                    <a:pt x="1146" y="1423"/>
                  </a:lnTo>
                  <a:lnTo>
                    <a:pt x="1166" y="1443"/>
                  </a:lnTo>
                  <a:lnTo>
                    <a:pt x="1186" y="1463"/>
                  </a:lnTo>
                  <a:lnTo>
                    <a:pt x="1127" y="1463"/>
                  </a:lnTo>
                  <a:lnTo>
                    <a:pt x="1067" y="1443"/>
                  </a:lnTo>
                  <a:lnTo>
                    <a:pt x="1087" y="1443"/>
                  </a:lnTo>
                  <a:lnTo>
                    <a:pt x="1028" y="1423"/>
                  </a:lnTo>
                  <a:lnTo>
                    <a:pt x="929" y="1384"/>
                  </a:lnTo>
                  <a:lnTo>
                    <a:pt x="909" y="1364"/>
                  </a:lnTo>
                  <a:lnTo>
                    <a:pt x="909" y="1364"/>
                  </a:lnTo>
                  <a:lnTo>
                    <a:pt x="988" y="1384"/>
                  </a:lnTo>
                  <a:lnTo>
                    <a:pt x="1028" y="1403"/>
                  </a:lnTo>
                  <a:lnTo>
                    <a:pt x="1107" y="1423"/>
                  </a:lnTo>
                  <a:lnTo>
                    <a:pt x="1048" y="1403"/>
                  </a:lnTo>
                  <a:lnTo>
                    <a:pt x="969" y="1364"/>
                  </a:lnTo>
                  <a:lnTo>
                    <a:pt x="929" y="1344"/>
                  </a:lnTo>
                  <a:lnTo>
                    <a:pt x="969" y="1344"/>
                  </a:lnTo>
                  <a:lnTo>
                    <a:pt x="988" y="1364"/>
                  </a:lnTo>
                  <a:lnTo>
                    <a:pt x="1008" y="1364"/>
                  </a:lnTo>
                  <a:lnTo>
                    <a:pt x="988" y="1344"/>
                  </a:lnTo>
                  <a:lnTo>
                    <a:pt x="949" y="1324"/>
                  </a:lnTo>
                  <a:lnTo>
                    <a:pt x="1028" y="1344"/>
                  </a:lnTo>
                  <a:lnTo>
                    <a:pt x="1008" y="1344"/>
                  </a:lnTo>
                  <a:lnTo>
                    <a:pt x="1028" y="1364"/>
                  </a:lnTo>
                  <a:lnTo>
                    <a:pt x="1087" y="1384"/>
                  </a:lnTo>
                  <a:lnTo>
                    <a:pt x="1206" y="1423"/>
                  </a:lnTo>
                  <a:lnTo>
                    <a:pt x="1304" y="1463"/>
                  </a:lnTo>
                  <a:lnTo>
                    <a:pt x="1364" y="1463"/>
                  </a:lnTo>
                  <a:lnTo>
                    <a:pt x="1324" y="1443"/>
                  </a:lnTo>
                  <a:lnTo>
                    <a:pt x="1324" y="1423"/>
                  </a:lnTo>
                  <a:lnTo>
                    <a:pt x="1285" y="1403"/>
                  </a:lnTo>
                  <a:lnTo>
                    <a:pt x="1344" y="1423"/>
                  </a:lnTo>
                  <a:lnTo>
                    <a:pt x="1344" y="1403"/>
                  </a:lnTo>
                  <a:lnTo>
                    <a:pt x="1304" y="1384"/>
                  </a:lnTo>
                  <a:lnTo>
                    <a:pt x="1304" y="1384"/>
                  </a:lnTo>
                  <a:lnTo>
                    <a:pt x="1364" y="1403"/>
                  </a:lnTo>
                  <a:lnTo>
                    <a:pt x="1383" y="1384"/>
                  </a:lnTo>
                  <a:lnTo>
                    <a:pt x="1344" y="1344"/>
                  </a:lnTo>
                  <a:lnTo>
                    <a:pt x="1285" y="1324"/>
                  </a:lnTo>
                  <a:lnTo>
                    <a:pt x="1285" y="1305"/>
                  </a:lnTo>
                  <a:lnTo>
                    <a:pt x="1344" y="1305"/>
                  </a:lnTo>
                  <a:lnTo>
                    <a:pt x="1304" y="1285"/>
                  </a:lnTo>
                  <a:lnTo>
                    <a:pt x="1364" y="1305"/>
                  </a:lnTo>
                  <a:lnTo>
                    <a:pt x="1344" y="1285"/>
                  </a:lnTo>
                  <a:lnTo>
                    <a:pt x="1324" y="1265"/>
                  </a:lnTo>
                  <a:lnTo>
                    <a:pt x="1383" y="1265"/>
                  </a:lnTo>
                  <a:lnTo>
                    <a:pt x="1344" y="1245"/>
                  </a:lnTo>
                  <a:lnTo>
                    <a:pt x="1285" y="1206"/>
                  </a:lnTo>
                  <a:lnTo>
                    <a:pt x="1383" y="1245"/>
                  </a:lnTo>
                  <a:lnTo>
                    <a:pt x="1344" y="1186"/>
                  </a:lnTo>
                  <a:lnTo>
                    <a:pt x="1344" y="1107"/>
                  </a:lnTo>
                  <a:lnTo>
                    <a:pt x="1364" y="1127"/>
                  </a:lnTo>
                  <a:lnTo>
                    <a:pt x="1364" y="1107"/>
                  </a:lnTo>
                  <a:lnTo>
                    <a:pt x="1324" y="1068"/>
                  </a:lnTo>
                  <a:lnTo>
                    <a:pt x="1304" y="1048"/>
                  </a:lnTo>
                  <a:lnTo>
                    <a:pt x="1304" y="1028"/>
                  </a:lnTo>
                  <a:lnTo>
                    <a:pt x="1324" y="1028"/>
                  </a:lnTo>
                  <a:lnTo>
                    <a:pt x="1285" y="1008"/>
                  </a:lnTo>
                  <a:lnTo>
                    <a:pt x="1225" y="989"/>
                  </a:lnTo>
                  <a:lnTo>
                    <a:pt x="1107" y="949"/>
                  </a:lnTo>
                  <a:lnTo>
                    <a:pt x="1087" y="929"/>
                  </a:lnTo>
                  <a:lnTo>
                    <a:pt x="1127" y="929"/>
                  </a:lnTo>
                  <a:lnTo>
                    <a:pt x="1186" y="949"/>
                  </a:lnTo>
                  <a:lnTo>
                    <a:pt x="1265" y="989"/>
                  </a:lnTo>
                  <a:lnTo>
                    <a:pt x="1344" y="1028"/>
                  </a:lnTo>
                  <a:lnTo>
                    <a:pt x="1344" y="1028"/>
                  </a:lnTo>
                  <a:lnTo>
                    <a:pt x="1285" y="989"/>
                  </a:lnTo>
                  <a:lnTo>
                    <a:pt x="1304" y="969"/>
                  </a:lnTo>
                  <a:lnTo>
                    <a:pt x="1304" y="949"/>
                  </a:lnTo>
                  <a:lnTo>
                    <a:pt x="1324" y="969"/>
                  </a:lnTo>
                  <a:lnTo>
                    <a:pt x="1344" y="969"/>
                  </a:lnTo>
                  <a:lnTo>
                    <a:pt x="1344" y="989"/>
                  </a:lnTo>
                  <a:lnTo>
                    <a:pt x="1364" y="989"/>
                  </a:lnTo>
                  <a:lnTo>
                    <a:pt x="1403" y="1028"/>
                  </a:lnTo>
                  <a:lnTo>
                    <a:pt x="1383" y="989"/>
                  </a:lnTo>
                  <a:lnTo>
                    <a:pt x="1383" y="969"/>
                  </a:lnTo>
                  <a:lnTo>
                    <a:pt x="1344" y="949"/>
                  </a:lnTo>
                  <a:lnTo>
                    <a:pt x="1324" y="929"/>
                  </a:lnTo>
                  <a:lnTo>
                    <a:pt x="1265" y="910"/>
                  </a:lnTo>
                  <a:lnTo>
                    <a:pt x="1364" y="929"/>
                  </a:lnTo>
                  <a:lnTo>
                    <a:pt x="1304" y="910"/>
                  </a:lnTo>
                  <a:lnTo>
                    <a:pt x="1285" y="910"/>
                  </a:lnTo>
                  <a:lnTo>
                    <a:pt x="1285" y="890"/>
                  </a:lnTo>
                  <a:lnTo>
                    <a:pt x="1324" y="890"/>
                  </a:lnTo>
                  <a:lnTo>
                    <a:pt x="1383" y="910"/>
                  </a:lnTo>
                  <a:lnTo>
                    <a:pt x="1383" y="910"/>
                  </a:lnTo>
                  <a:lnTo>
                    <a:pt x="1344" y="890"/>
                  </a:lnTo>
                  <a:lnTo>
                    <a:pt x="1344" y="870"/>
                  </a:lnTo>
                  <a:lnTo>
                    <a:pt x="1383" y="890"/>
                  </a:lnTo>
                  <a:lnTo>
                    <a:pt x="1403" y="870"/>
                  </a:lnTo>
                  <a:lnTo>
                    <a:pt x="1403" y="850"/>
                  </a:lnTo>
                  <a:lnTo>
                    <a:pt x="1443" y="850"/>
                  </a:lnTo>
                  <a:lnTo>
                    <a:pt x="1403" y="831"/>
                  </a:lnTo>
                  <a:lnTo>
                    <a:pt x="1364" y="791"/>
                  </a:lnTo>
                  <a:lnTo>
                    <a:pt x="1344" y="791"/>
                  </a:lnTo>
                  <a:lnTo>
                    <a:pt x="1285" y="771"/>
                  </a:lnTo>
                  <a:lnTo>
                    <a:pt x="1265" y="752"/>
                  </a:lnTo>
                  <a:lnTo>
                    <a:pt x="1245" y="732"/>
                  </a:lnTo>
                  <a:lnTo>
                    <a:pt x="1304" y="752"/>
                  </a:lnTo>
                  <a:lnTo>
                    <a:pt x="1324" y="771"/>
                  </a:lnTo>
                  <a:lnTo>
                    <a:pt x="1423" y="771"/>
                  </a:lnTo>
                  <a:lnTo>
                    <a:pt x="1403" y="752"/>
                  </a:lnTo>
                  <a:lnTo>
                    <a:pt x="1364" y="732"/>
                  </a:lnTo>
                  <a:lnTo>
                    <a:pt x="1423" y="752"/>
                  </a:lnTo>
                  <a:lnTo>
                    <a:pt x="1443" y="752"/>
                  </a:lnTo>
                  <a:lnTo>
                    <a:pt x="1403" y="732"/>
                  </a:lnTo>
                  <a:lnTo>
                    <a:pt x="1324" y="692"/>
                  </a:lnTo>
                  <a:lnTo>
                    <a:pt x="1344" y="692"/>
                  </a:lnTo>
                  <a:lnTo>
                    <a:pt x="1324" y="673"/>
                  </a:lnTo>
                  <a:lnTo>
                    <a:pt x="1403" y="712"/>
                  </a:lnTo>
                  <a:lnTo>
                    <a:pt x="1403" y="712"/>
                  </a:lnTo>
                  <a:lnTo>
                    <a:pt x="1324" y="653"/>
                  </a:lnTo>
                  <a:lnTo>
                    <a:pt x="1285" y="613"/>
                  </a:lnTo>
                  <a:lnTo>
                    <a:pt x="1245" y="594"/>
                  </a:lnTo>
                  <a:lnTo>
                    <a:pt x="1304" y="613"/>
                  </a:lnTo>
                  <a:lnTo>
                    <a:pt x="1383" y="633"/>
                  </a:lnTo>
                  <a:lnTo>
                    <a:pt x="1344" y="633"/>
                  </a:lnTo>
                  <a:lnTo>
                    <a:pt x="1423" y="653"/>
                  </a:lnTo>
                  <a:lnTo>
                    <a:pt x="1462" y="653"/>
                  </a:lnTo>
                  <a:lnTo>
                    <a:pt x="1462" y="633"/>
                  </a:lnTo>
                  <a:lnTo>
                    <a:pt x="1443" y="613"/>
                  </a:lnTo>
                  <a:lnTo>
                    <a:pt x="1462" y="594"/>
                  </a:lnTo>
                  <a:lnTo>
                    <a:pt x="1443" y="574"/>
                  </a:lnTo>
                  <a:lnTo>
                    <a:pt x="1502" y="574"/>
                  </a:lnTo>
                  <a:lnTo>
                    <a:pt x="1502" y="554"/>
                  </a:lnTo>
                  <a:lnTo>
                    <a:pt x="1502" y="534"/>
                  </a:lnTo>
                  <a:lnTo>
                    <a:pt x="1502" y="515"/>
                  </a:lnTo>
                  <a:lnTo>
                    <a:pt x="1462" y="475"/>
                  </a:lnTo>
                  <a:lnTo>
                    <a:pt x="1522" y="495"/>
                  </a:lnTo>
                  <a:lnTo>
                    <a:pt x="1522" y="495"/>
                  </a:lnTo>
                  <a:lnTo>
                    <a:pt x="1443" y="455"/>
                  </a:lnTo>
                  <a:lnTo>
                    <a:pt x="1423" y="416"/>
                  </a:lnTo>
                  <a:lnTo>
                    <a:pt x="1383" y="376"/>
                  </a:lnTo>
                  <a:lnTo>
                    <a:pt x="1285" y="317"/>
                  </a:lnTo>
                  <a:lnTo>
                    <a:pt x="1344" y="337"/>
                  </a:lnTo>
                  <a:lnTo>
                    <a:pt x="1403" y="376"/>
                  </a:lnTo>
                  <a:lnTo>
                    <a:pt x="1364" y="337"/>
                  </a:lnTo>
                  <a:lnTo>
                    <a:pt x="1344" y="317"/>
                  </a:lnTo>
                  <a:lnTo>
                    <a:pt x="1344" y="317"/>
                  </a:lnTo>
                  <a:lnTo>
                    <a:pt x="1383" y="337"/>
                  </a:lnTo>
                  <a:lnTo>
                    <a:pt x="1423" y="357"/>
                  </a:lnTo>
                  <a:lnTo>
                    <a:pt x="1423" y="342"/>
                  </a:lnTo>
                  <a:lnTo>
                    <a:pt x="1423" y="342"/>
                  </a:lnTo>
                  <a:lnTo>
                    <a:pt x="1364" y="297"/>
                  </a:lnTo>
                  <a:lnTo>
                    <a:pt x="1304" y="258"/>
                  </a:lnTo>
                  <a:lnTo>
                    <a:pt x="1265" y="238"/>
                  </a:lnTo>
                  <a:lnTo>
                    <a:pt x="1285" y="238"/>
                  </a:lnTo>
                  <a:lnTo>
                    <a:pt x="1245" y="179"/>
                  </a:lnTo>
                  <a:lnTo>
                    <a:pt x="1245" y="139"/>
                  </a:lnTo>
                  <a:lnTo>
                    <a:pt x="1245" y="100"/>
                  </a:lnTo>
                  <a:lnTo>
                    <a:pt x="1304" y="80"/>
                  </a:lnTo>
                  <a:lnTo>
                    <a:pt x="1324" y="100"/>
                  </a:lnTo>
                  <a:lnTo>
                    <a:pt x="1324" y="80"/>
                  </a:lnTo>
                  <a:lnTo>
                    <a:pt x="1344" y="80"/>
                  </a:lnTo>
                  <a:lnTo>
                    <a:pt x="1344" y="100"/>
                  </a:lnTo>
                  <a:lnTo>
                    <a:pt x="1383" y="100"/>
                  </a:lnTo>
                  <a:lnTo>
                    <a:pt x="1364" y="80"/>
                  </a:lnTo>
                  <a:lnTo>
                    <a:pt x="1344" y="60"/>
                  </a:lnTo>
                  <a:lnTo>
                    <a:pt x="1344" y="60"/>
                  </a:lnTo>
                  <a:lnTo>
                    <a:pt x="1383" y="80"/>
                  </a:lnTo>
                  <a:lnTo>
                    <a:pt x="1462" y="80"/>
                  </a:lnTo>
                  <a:lnTo>
                    <a:pt x="1443" y="60"/>
                  </a:lnTo>
                  <a:lnTo>
                    <a:pt x="1443" y="60"/>
                  </a:lnTo>
                  <a:lnTo>
                    <a:pt x="1581" y="120"/>
                  </a:lnTo>
                  <a:lnTo>
                    <a:pt x="1522" y="60"/>
                  </a:lnTo>
                  <a:lnTo>
                    <a:pt x="1502" y="60"/>
                  </a:lnTo>
                  <a:lnTo>
                    <a:pt x="1462" y="40"/>
                  </a:lnTo>
                  <a:lnTo>
                    <a:pt x="1443" y="21"/>
                  </a:lnTo>
                  <a:lnTo>
                    <a:pt x="140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8" name="Google Shape;3938;p15"/>
            <p:cNvSpPr/>
            <p:nvPr/>
          </p:nvSpPr>
          <p:spPr>
            <a:xfrm>
              <a:off x="-1781250" y="3410200"/>
              <a:ext cx="500" cy="500"/>
            </a:xfrm>
            <a:custGeom>
              <a:rect b="b" l="l" r="r" t="t"/>
              <a:pathLst>
                <a:path extrusionOk="0" h="20" w="20">
                  <a:moveTo>
                    <a:pt x="20" y="20"/>
                  </a:moveTo>
                  <a:lnTo>
                    <a:pt x="20" y="20"/>
                  </a:lnTo>
                  <a:lnTo>
                    <a:pt x="20" y="20"/>
                  </a:lnTo>
                  <a:lnTo>
                    <a:pt x="0" y="0"/>
                  </a:lnTo>
                  <a:lnTo>
                    <a:pt x="0" y="0"/>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9" name="Google Shape;3939;p15"/>
            <p:cNvSpPr/>
            <p:nvPr/>
          </p:nvSpPr>
          <p:spPr>
            <a:xfrm>
              <a:off x="-1798050" y="3378100"/>
              <a:ext cx="525" cy="25"/>
            </a:xfrm>
            <a:custGeom>
              <a:rect b="b" l="l" r="r" t="t"/>
              <a:pathLst>
                <a:path extrusionOk="0" h="1" w="21">
                  <a:moveTo>
                    <a:pt x="20" y="0"/>
                  </a:moveTo>
                  <a:lnTo>
                    <a:pt x="20" y="0"/>
                  </a:lnTo>
                  <a:lnTo>
                    <a:pt x="1" y="0"/>
                  </a:lnTo>
                  <a:lnTo>
                    <a:pt x="1"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0" name="Google Shape;3940;p15"/>
            <p:cNvSpPr/>
            <p:nvPr/>
          </p:nvSpPr>
          <p:spPr>
            <a:xfrm>
              <a:off x="-1795075" y="3407225"/>
              <a:ext cx="500" cy="25"/>
            </a:xfrm>
            <a:custGeom>
              <a:rect b="b" l="l" r="r" t="t"/>
              <a:pathLst>
                <a:path extrusionOk="0" h="1" w="20">
                  <a:moveTo>
                    <a:pt x="0" y="1"/>
                  </a:moveTo>
                  <a:lnTo>
                    <a:pt x="0" y="1"/>
                  </a:lnTo>
                  <a:lnTo>
                    <a:pt x="2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1" name="Google Shape;3941;p15"/>
            <p:cNvSpPr/>
            <p:nvPr/>
          </p:nvSpPr>
          <p:spPr>
            <a:xfrm>
              <a:off x="-1709150" y="3594375"/>
              <a:ext cx="52850" cy="55325"/>
            </a:xfrm>
            <a:custGeom>
              <a:rect b="b" l="l" r="r" t="t"/>
              <a:pathLst>
                <a:path extrusionOk="0" h="2213" w="2114">
                  <a:moveTo>
                    <a:pt x="178" y="574"/>
                  </a:moveTo>
                  <a:lnTo>
                    <a:pt x="158" y="593"/>
                  </a:lnTo>
                  <a:lnTo>
                    <a:pt x="178" y="574"/>
                  </a:lnTo>
                  <a:lnTo>
                    <a:pt x="178" y="574"/>
                  </a:lnTo>
                  <a:close/>
                  <a:moveTo>
                    <a:pt x="158" y="593"/>
                  </a:moveTo>
                  <a:lnTo>
                    <a:pt x="138" y="613"/>
                  </a:lnTo>
                  <a:lnTo>
                    <a:pt x="158" y="593"/>
                  </a:lnTo>
                  <a:close/>
                  <a:moveTo>
                    <a:pt x="1363" y="692"/>
                  </a:moveTo>
                  <a:lnTo>
                    <a:pt x="1323" y="712"/>
                  </a:lnTo>
                  <a:lnTo>
                    <a:pt x="1323" y="712"/>
                  </a:lnTo>
                  <a:lnTo>
                    <a:pt x="1323" y="712"/>
                  </a:lnTo>
                  <a:lnTo>
                    <a:pt x="1363" y="692"/>
                  </a:lnTo>
                  <a:close/>
                  <a:moveTo>
                    <a:pt x="79" y="811"/>
                  </a:moveTo>
                  <a:lnTo>
                    <a:pt x="40" y="830"/>
                  </a:lnTo>
                  <a:lnTo>
                    <a:pt x="59" y="830"/>
                  </a:lnTo>
                  <a:lnTo>
                    <a:pt x="79" y="811"/>
                  </a:lnTo>
                  <a:close/>
                  <a:moveTo>
                    <a:pt x="99" y="1127"/>
                  </a:moveTo>
                  <a:lnTo>
                    <a:pt x="79" y="1146"/>
                  </a:lnTo>
                  <a:lnTo>
                    <a:pt x="79" y="1146"/>
                  </a:lnTo>
                  <a:lnTo>
                    <a:pt x="105" y="1127"/>
                  </a:lnTo>
                  <a:close/>
                  <a:moveTo>
                    <a:pt x="79" y="1127"/>
                  </a:moveTo>
                  <a:lnTo>
                    <a:pt x="0" y="1186"/>
                  </a:lnTo>
                  <a:lnTo>
                    <a:pt x="20" y="1206"/>
                  </a:lnTo>
                  <a:lnTo>
                    <a:pt x="59" y="1186"/>
                  </a:lnTo>
                  <a:lnTo>
                    <a:pt x="99" y="1146"/>
                  </a:lnTo>
                  <a:lnTo>
                    <a:pt x="40" y="1186"/>
                  </a:lnTo>
                  <a:lnTo>
                    <a:pt x="59" y="1166"/>
                  </a:lnTo>
                  <a:lnTo>
                    <a:pt x="79" y="1146"/>
                  </a:lnTo>
                  <a:lnTo>
                    <a:pt x="79" y="1127"/>
                  </a:lnTo>
                  <a:close/>
                  <a:moveTo>
                    <a:pt x="573" y="1443"/>
                  </a:moveTo>
                  <a:lnTo>
                    <a:pt x="553" y="1462"/>
                  </a:lnTo>
                  <a:lnTo>
                    <a:pt x="514" y="1502"/>
                  </a:lnTo>
                  <a:lnTo>
                    <a:pt x="514" y="1502"/>
                  </a:lnTo>
                  <a:lnTo>
                    <a:pt x="514" y="1502"/>
                  </a:lnTo>
                  <a:lnTo>
                    <a:pt x="573" y="1443"/>
                  </a:lnTo>
                  <a:close/>
                  <a:moveTo>
                    <a:pt x="869" y="1838"/>
                  </a:moveTo>
                  <a:lnTo>
                    <a:pt x="834" y="1861"/>
                  </a:lnTo>
                  <a:lnTo>
                    <a:pt x="834" y="1861"/>
                  </a:lnTo>
                  <a:lnTo>
                    <a:pt x="849" y="1857"/>
                  </a:lnTo>
                  <a:lnTo>
                    <a:pt x="869" y="1838"/>
                  </a:lnTo>
                  <a:close/>
                  <a:moveTo>
                    <a:pt x="834" y="1861"/>
                  </a:moveTo>
                  <a:lnTo>
                    <a:pt x="770" y="1877"/>
                  </a:lnTo>
                  <a:lnTo>
                    <a:pt x="770" y="1887"/>
                  </a:lnTo>
                  <a:lnTo>
                    <a:pt x="770" y="1887"/>
                  </a:lnTo>
                  <a:lnTo>
                    <a:pt x="790" y="1877"/>
                  </a:lnTo>
                  <a:lnTo>
                    <a:pt x="810" y="1877"/>
                  </a:lnTo>
                  <a:lnTo>
                    <a:pt x="834" y="1861"/>
                  </a:lnTo>
                  <a:close/>
                  <a:moveTo>
                    <a:pt x="770" y="1887"/>
                  </a:moveTo>
                  <a:lnTo>
                    <a:pt x="751" y="1897"/>
                  </a:lnTo>
                  <a:lnTo>
                    <a:pt x="672" y="1956"/>
                  </a:lnTo>
                  <a:lnTo>
                    <a:pt x="691" y="1956"/>
                  </a:lnTo>
                  <a:lnTo>
                    <a:pt x="672" y="1996"/>
                  </a:lnTo>
                  <a:lnTo>
                    <a:pt x="672" y="1996"/>
                  </a:lnTo>
                  <a:lnTo>
                    <a:pt x="711" y="1956"/>
                  </a:lnTo>
                  <a:lnTo>
                    <a:pt x="731" y="1936"/>
                  </a:lnTo>
                  <a:lnTo>
                    <a:pt x="731" y="1956"/>
                  </a:lnTo>
                  <a:lnTo>
                    <a:pt x="810" y="1897"/>
                  </a:lnTo>
                  <a:lnTo>
                    <a:pt x="770" y="1897"/>
                  </a:lnTo>
                  <a:lnTo>
                    <a:pt x="770" y="1887"/>
                  </a:lnTo>
                  <a:close/>
                  <a:moveTo>
                    <a:pt x="968" y="2075"/>
                  </a:moveTo>
                  <a:lnTo>
                    <a:pt x="968" y="2094"/>
                  </a:lnTo>
                  <a:lnTo>
                    <a:pt x="988" y="2114"/>
                  </a:lnTo>
                  <a:lnTo>
                    <a:pt x="988" y="2094"/>
                  </a:lnTo>
                  <a:lnTo>
                    <a:pt x="988" y="2075"/>
                  </a:lnTo>
                  <a:close/>
                  <a:moveTo>
                    <a:pt x="751" y="1"/>
                  </a:moveTo>
                  <a:lnTo>
                    <a:pt x="711" y="20"/>
                  </a:lnTo>
                  <a:lnTo>
                    <a:pt x="672" y="40"/>
                  </a:lnTo>
                  <a:lnTo>
                    <a:pt x="632" y="80"/>
                  </a:lnTo>
                  <a:lnTo>
                    <a:pt x="612" y="80"/>
                  </a:lnTo>
                  <a:lnTo>
                    <a:pt x="474" y="178"/>
                  </a:lnTo>
                  <a:lnTo>
                    <a:pt x="356" y="277"/>
                  </a:lnTo>
                  <a:lnTo>
                    <a:pt x="356" y="297"/>
                  </a:lnTo>
                  <a:lnTo>
                    <a:pt x="316" y="337"/>
                  </a:lnTo>
                  <a:lnTo>
                    <a:pt x="277" y="356"/>
                  </a:lnTo>
                  <a:lnTo>
                    <a:pt x="257" y="376"/>
                  </a:lnTo>
                  <a:lnTo>
                    <a:pt x="296" y="376"/>
                  </a:lnTo>
                  <a:lnTo>
                    <a:pt x="277" y="396"/>
                  </a:lnTo>
                  <a:lnTo>
                    <a:pt x="277" y="416"/>
                  </a:lnTo>
                  <a:lnTo>
                    <a:pt x="296" y="416"/>
                  </a:lnTo>
                  <a:lnTo>
                    <a:pt x="257" y="455"/>
                  </a:lnTo>
                  <a:lnTo>
                    <a:pt x="198" y="495"/>
                  </a:lnTo>
                  <a:lnTo>
                    <a:pt x="178" y="514"/>
                  </a:lnTo>
                  <a:lnTo>
                    <a:pt x="217" y="514"/>
                  </a:lnTo>
                  <a:lnTo>
                    <a:pt x="217" y="534"/>
                  </a:lnTo>
                  <a:lnTo>
                    <a:pt x="178" y="554"/>
                  </a:lnTo>
                  <a:lnTo>
                    <a:pt x="178" y="574"/>
                  </a:lnTo>
                  <a:lnTo>
                    <a:pt x="198" y="554"/>
                  </a:lnTo>
                  <a:lnTo>
                    <a:pt x="217" y="554"/>
                  </a:lnTo>
                  <a:lnTo>
                    <a:pt x="198" y="574"/>
                  </a:lnTo>
                  <a:lnTo>
                    <a:pt x="198" y="574"/>
                  </a:lnTo>
                  <a:lnTo>
                    <a:pt x="257" y="534"/>
                  </a:lnTo>
                  <a:lnTo>
                    <a:pt x="257" y="554"/>
                  </a:lnTo>
                  <a:lnTo>
                    <a:pt x="237" y="574"/>
                  </a:lnTo>
                  <a:lnTo>
                    <a:pt x="158" y="613"/>
                  </a:lnTo>
                  <a:lnTo>
                    <a:pt x="138" y="633"/>
                  </a:lnTo>
                  <a:lnTo>
                    <a:pt x="79" y="672"/>
                  </a:lnTo>
                  <a:lnTo>
                    <a:pt x="138" y="653"/>
                  </a:lnTo>
                  <a:lnTo>
                    <a:pt x="158" y="653"/>
                  </a:lnTo>
                  <a:lnTo>
                    <a:pt x="138" y="672"/>
                  </a:lnTo>
                  <a:lnTo>
                    <a:pt x="119" y="672"/>
                  </a:lnTo>
                  <a:lnTo>
                    <a:pt x="59" y="732"/>
                  </a:lnTo>
                  <a:lnTo>
                    <a:pt x="79" y="732"/>
                  </a:lnTo>
                  <a:lnTo>
                    <a:pt x="119" y="712"/>
                  </a:lnTo>
                  <a:lnTo>
                    <a:pt x="138" y="712"/>
                  </a:lnTo>
                  <a:lnTo>
                    <a:pt x="119" y="732"/>
                  </a:lnTo>
                  <a:lnTo>
                    <a:pt x="119" y="751"/>
                  </a:lnTo>
                  <a:lnTo>
                    <a:pt x="79" y="811"/>
                  </a:lnTo>
                  <a:lnTo>
                    <a:pt x="79" y="830"/>
                  </a:lnTo>
                  <a:lnTo>
                    <a:pt x="99" y="830"/>
                  </a:lnTo>
                  <a:lnTo>
                    <a:pt x="138" y="811"/>
                  </a:lnTo>
                  <a:lnTo>
                    <a:pt x="138" y="811"/>
                  </a:lnTo>
                  <a:lnTo>
                    <a:pt x="79" y="850"/>
                  </a:lnTo>
                  <a:lnTo>
                    <a:pt x="178" y="791"/>
                  </a:lnTo>
                  <a:lnTo>
                    <a:pt x="237" y="751"/>
                  </a:lnTo>
                  <a:lnTo>
                    <a:pt x="257" y="751"/>
                  </a:lnTo>
                  <a:lnTo>
                    <a:pt x="217" y="791"/>
                  </a:lnTo>
                  <a:lnTo>
                    <a:pt x="178" y="830"/>
                  </a:lnTo>
                  <a:lnTo>
                    <a:pt x="119" y="870"/>
                  </a:lnTo>
                  <a:lnTo>
                    <a:pt x="79" y="909"/>
                  </a:lnTo>
                  <a:lnTo>
                    <a:pt x="99" y="909"/>
                  </a:lnTo>
                  <a:lnTo>
                    <a:pt x="59" y="929"/>
                  </a:lnTo>
                  <a:lnTo>
                    <a:pt x="20" y="949"/>
                  </a:lnTo>
                  <a:lnTo>
                    <a:pt x="20" y="969"/>
                  </a:lnTo>
                  <a:lnTo>
                    <a:pt x="0" y="1008"/>
                  </a:lnTo>
                  <a:lnTo>
                    <a:pt x="0" y="1028"/>
                  </a:lnTo>
                  <a:lnTo>
                    <a:pt x="59" y="988"/>
                  </a:lnTo>
                  <a:lnTo>
                    <a:pt x="40" y="1008"/>
                  </a:lnTo>
                  <a:lnTo>
                    <a:pt x="20" y="1048"/>
                  </a:lnTo>
                  <a:lnTo>
                    <a:pt x="40" y="1048"/>
                  </a:lnTo>
                  <a:lnTo>
                    <a:pt x="40" y="1067"/>
                  </a:lnTo>
                  <a:lnTo>
                    <a:pt x="20" y="1087"/>
                  </a:lnTo>
                  <a:lnTo>
                    <a:pt x="0" y="1107"/>
                  </a:lnTo>
                  <a:lnTo>
                    <a:pt x="20" y="1107"/>
                  </a:lnTo>
                  <a:lnTo>
                    <a:pt x="59" y="1067"/>
                  </a:lnTo>
                  <a:lnTo>
                    <a:pt x="99" y="1048"/>
                  </a:lnTo>
                  <a:lnTo>
                    <a:pt x="99" y="1048"/>
                  </a:lnTo>
                  <a:lnTo>
                    <a:pt x="79" y="1067"/>
                  </a:lnTo>
                  <a:lnTo>
                    <a:pt x="79" y="1087"/>
                  </a:lnTo>
                  <a:lnTo>
                    <a:pt x="59" y="1107"/>
                  </a:lnTo>
                  <a:lnTo>
                    <a:pt x="40" y="1127"/>
                  </a:lnTo>
                  <a:lnTo>
                    <a:pt x="99" y="1087"/>
                  </a:lnTo>
                  <a:lnTo>
                    <a:pt x="178" y="1028"/>
                  </a:lnTo>
                  <a:lnTo>
                    <a:pt x="158" y="1087"/>
                  </a:lnTo>
                  <a:lnTo>
                    <a:pt x="105" y="1127"/>
                  </a:lnTo>
                  <a:lnTo>
                    <a:pt x="138" y="1127"/>
                  </a:lnTo>
                  <a:lnTo>
                    <a:pt x="178" y="1107"/>
                  </a:lnTo>
                  <a:lnTo>
                    <a:pt x="277" y="1067"/>
                  </a:lnTo>
                  <a:lnTo>
                    <a:pt x="237" y="1107"/>
                  </a:lnTo>
                  <a:lnTo>
                    <a:pt x="138" y="1166"/>
                  </a:lnTo>
                  <a:lnTo>
                    <a:pt x="158" y="1166"/>
                  </a:lnTo>
                  <a:lnTo>
                    <a:pt x="119" y="1225"/>
                  </a:lnTo>
                  <a:lnTo>
                    <a:pt x="119" y="1225"/>
                  </a:lnTo>
                  <a:lnTo>
                    <a:pt x="198" y="1186"/>
                  </a:lnTo>
                  <a:lnTo>
                    <a:pt x="138" y="1245"/>
                  </a:lnTo>
                  <a:lnTo>
                    <a:pt x="138" y="1265"/>
                  </a:lnTo>
                  <a:lnTo>
                    <a:pt x="138" y="1304"/>
                  </a:lnTo>
                  <a:lnTo>
                    <a:pt x="119" y="1324"/>
                  </a:lnTo>
                  <a:lnTo>
                    <a:pt x="158" y="1344"/>
                  </a:lnTo>
                  <a:lnTo>
                    <a:pt x="217" y="1265"/>
                  </a:lnTo>
                  <a:lnTo>
                    <a:pt x="138" y="1324"/>
                  </a:lnTo>
                  <a:lnTo>
                    <a:pt x="138" y="1324"/>
                  </a:lnTo>
                  <a:lnTo>
                    <a:pt x="237" y="1245"/>
                  </a:lnTo>
                  <a:lnTo>
                    <a:pt x="336" y="1186"/>
                  </a:lnTo>
                  <a:lnTo>
                    <a:pt x="336" y="1206"/>
                  </a:lnTo>
                  <a:lnTo>
                    <a:pt x="296" y="1225"/>
                  </a:lnTo>
                  <a:lnTo>
                    <a:pt x="336" y="1225"/>
                  </a:lnTo>
                  <a:lnTo>
                    <a:pt x="356" y="1206"/>
                  </a:lnTo>
                  <a:lnTo>
                    <a:pt x="375" y="1186"/>
                  </a:lnTo>
                  <a:lnTo>
                    <a:pt x="356" y="1225"/>
                  </a:lnTo>
                  <a:lnTo>
                    <a:pt x="316" y="1245"/>
                  </a:lnTo>
                  <a:lnTo>
                    <a:pt x="336" y="1245"/>
                  </a:lnTo>
                  <a:lnTo>
                    <a:pt x="395" y="1225"/>
                  </a:lnTo>
                  <a:lnTo>
                    <a:pt x="336" y="1265"/>
                  </a:lnTo>
                  <a:lnTo>
                    <a:pt x="277" y="1285"/>
                  </a:lnTo>
                  <a:lnTo>
                    <a:pt x="237" y="1324"/>
                  </a:lnTo>
                  <a:lnTo>
                    <a:pt x="198" y="1364"/>
                  </a:lnTo>
                  <a:lnTo>
                    <a:pt x="217" y="1364"/>
                  </a:lnTo>
                  <a:lnTo>
                    <a:pt x="138" y="1403"/>
                  </a:lnTo>
                  <a:lnTo>
                    <a:pt x="178" y="1403"/>
                  </a:lnTo>
                  <a:lnTo>
                    <a:pt x="158" y="1423"/>
                  </a:lnTo>
                  <a:lnTo>
                    <a:pt x="158" y="1423"/>
                  </a:lnTo>
                  <a:lnTo>
                    <a:pt x="217" y="1383"/>
                  </a:lnTo>
                  <a:lnTo>
                    <a:pt x="178" y="1443"/>
                  </a:lnTo>
                  <a:lnTo>
                    <a:pt x="178" y="1482"/>
                  </a:lnTo>
                  <a:lnTo>
                    <a:pt x="217" y="1443"/>
                  </a:lnTo>
                  <a:lnTo>
                    <a:pt x="257" y="1443"/>
                  </a:lnTo>
                  <a:lnTo>
                    <a:pt x="237" y="1462"/>
                  </a:lnTo>
                  <a:lnTo>
                    <a:pt x="198" y="1482"/>
                  </a:lnTo>
                  <a:lnTo>
                    <a:pt x="198" y="1502"/>
                  </a:lnTo>
                  <a:lnTo>
                    <a:pt x="257" y="1502"/>
                  </a:lnTo>
                  <a:lnTo>
                    <a:pt x="336" y="1443"/>
                  </a:lnTo>
                  <a:lnTo>
                    <a:pt x="336" y="1462"/>
                  </a:lnTo>
                  <a:lnTo>
                    <a:pt x="296" y="1482"/>
                  </a:lnTo>
                  <a:lnTo>
                    <a:pt x="375" y="1462"/>
                  </a:lnTo>
                  <a:lnTo>
                    <a:pt x="375" y="1462"/>
                  </a:lnTo>
                  <a:lnTo>
                    <a:pt x="316" y="1482"/>
                  </a:lnTo>
                  <a:lnTo>
                    <a:pt x="296" y="1502"/>
                  </a:lnTo>
                  <a:lnTo>
                    <a:pt x="296" y="1522"/>
                  </a:lnTo>
                  <a:lnTo>
                    <a:pt x="296" y="1541"/>
                  </a:lnTo>
                  <a:lnTo>
                    <a:pt x="494" y="1462"/>
                  </a:lnTo>
                  <a:lnTo>
                    <a:pt x="593" y="1403"/>
                  </a:lnTo>
                  <a:lnTo>
                    <a:pt x="691" y="1344"/>
                  </a:lnTo>
                  <a:lnTo>
                    <a:pt x="652" y="1383"/>
                  </a:lnTo>
                  <a:lnTo>
                    <a:pt x="632" y="1423"/>
                  </a:lnTo>
                  <a:lnTo>
                    <a:pt x="573" y="1462"/>
                  </a:lnTo>
                  <a:lnTo>
                    <a:pt x="553" y="1482"/>
                  </a:lnTo>
                  <a:lnTo>
                    <a:pt x="514" y="1502"/>
                  </a:lnTo>
                  <a:lnTo>
                    <a:pt x="514" y="1502"/>
                  </a:lnTo>
                  <a:lnTo>
                    <a:pt x="454" y="1561"/>
                  </a:lnTo>
                  <a:lnTo>
                    <a:pt x="395" y="1581"/>
                  </a:lnTo>
                  <a:lnTo>
                    <a:pt x="454" y="1541"/>
                  </a:lnTo>
                  <a:lnTo>
                    <a:pt x="454" y="1541"/>
                  </a:lnTo>
                  <a:lnTo>
                    <a:pt x="415" y="1561"/>
                  </a:lnTo>
                  <a:lnTo>
                    <a:pt x="375" y="1581"/>
                  </a:lnTo>
                  <a:lnTo>
                    <a:pt x="296" y="1640"/>
                  </a:lnTo>
                  <a:lnTo>
                    <a:pt x="336" y="1640"/>
                  </a:lnTo>
                  <a:lnTo>
                    <a:pt x="336" y="1660"/>
                  </a:lnTo>
                  <a:lnTo>
                    <a:pt x="375" y="1660"/>
                  </a:lnTo>
                  <a:lnTo>
                    <a:pt x="356" y="1680"/>
                  </a:lnTo>
                  <a:lnTo>
                    <a:pt x="395" y="1660"/>
                  </a:lnTo>
                  <a:lnTo>
                    <a:pt x="435" y="1640"/>
                  </a:lnTo>
                  <a:lnTo>
                    <a:pt x="435" y="1640"/>
                  </a:lnTo>
                  <a:lnTo>
                    <a:pt x="415" y="1660"/>
                  </a:lnTo>
                  <a:lnTo>
                    <a:pt x="375" y="1699"/>
                  </a:lnTo>
                  <a:lnTo>
                    <a:pt x="415" y="1680"/>
                  </a:lnTo>
                  <a:lnTo>
                    <a:pt x="435" y="1680"/>
                  </a:lnTo>
                  <a:lnTo>
                    <a:pt x="494" y="1640"/>
                  </a:lnTo>
                  <a:lnTo>
                    <a:pt x="573" y="1581"/>
                  </a:lnTo>
                  <a:lnTo>
                    <a:pt x="612" y="1581"/>
                  </a:lnTo>
                  <a:lnTo>
                    <a:pt x="612" y="1601"/>
                  </a:lnTo>
                  <a:lnTo>
                    <a:pt x="593" y="1620"/>
                  </a:lnTo>
                  <a:lnTo>
                    <a:pt x="612" y="1620"/>
                  </a:lnTo>
                  <a:lnTo>
                    <a:pt x="553" y="1660"/>
                  </a:lnTo>
                  <a:lnTo>
                    <a:pt x="533" y="1660"/>
                  </a:lnTo>
                  <a:lnTo>
                    <a:pt x="533" y="1680"/>
                  </a:lnTo>
                  <a:lnTo>
                    <a:pt x="612" y="1640"/>
                  </a:lnTo>
                  <a:lnTo>
                    <a:pt x="612" y="1660"/>
                  </a:lnTo>
                  <a:lnTo>
                    <a:pt x="593" y="1680"/>
                  </a:lnTo>
                  <a:lnTo>
                    <a:pt x="514" y="1719"/>
                  </a:lnTo>
                  <a:lnTo>
                    <a:pt x="533" y="1699"/>
                  </a:lnTo>
                  <a:lnTo>
                    <a:pt x="533" y="1699"/>
                  </a:lnTo>
                  <a:lnTo>
                    <a:pt x="474" y="1739"/>
                  </a:lnTo>
                  <a:lnTo>
                    <a:pt x="514" y="1719"/>
                  </a:lnTo>
                  <a:lnTo>
                    <a:pt x="514" y="1719"/>
                  </a:lnTo>
                  <a:lnTo>
                    <a:pt x="454" y="1759"/>
                  </a:lnTo>
                  <a:lnTo>
                    <a:pt x="474" y="1739"/>
                  </a:lnTo>
                  <a:lnTo>
                    <a:pt x="474" y="1719"/>
                  </a:lnTo>
                  <a:lnTo>
                    <a:pt x="474" y="1699"/>
                  </a:lnTo>
                  <a:lnTo>
                    <a:pt x="415" y="1699"/>
                  </a:lnTo>
                  <a:lnTo>
                    <a:pt x="395" y="1739"/>
                  </a:lnTo>
                  <a:lnTo>
                    <a:pt x="415" y="1739"/>
                  </a:lnTo>
                  <a:lnTo>
                    <a:pt x="415" y="1759"/>
                  </a:lnTo>
                  <a:lnTo>
                    <a:pt x="395" y="1798"/>
                  </a:lnTo>
                  <a:lnTo>
                    <a:pt x="494" y="1759"/>
                  </a:lnTo>
                  <a:lnTo>
                    <a:pt x="553" y="1719"/>
                  </a:lnTo>
                  <a:lnTo>
                    <a:pt x="612" y="1680"/>
                  </a:lnTo>
                  <a:lnTo>
                    <a:pt x="533" y="1739"/>
                  </a:lnTo>
                  <a:lnTo>
                    <a:pt x="514" y="1778"/>
                  </a:lnTo>
                  <a:lnTo>
                    <a:pt x="593" y="1739"/>
                  </a:lnTo>
                  <a:lnTo>
                    <a:pt x="652" y="1719"/>
                  </a:lnTo>
                  <a:lnTo>
                    <a:pt x="632" y="1719"/>
                  </a:lnTo>
                  <a:lnTo>
                    <a:pt x="652" y="1699"/>
                  </a:lnTo>
                  <a:lnTo>
                    <a:pt x="672" y="1680"/>
                  </a:lnTo>
                  <a:lnTo>
                    <a:pt x="711" y="1660"/>
                  </a:lnTo>
                  <a:lnTo>
                    <a:pt x="751" y="1640"/>
                  </a:lnTo>
                  <a:lnTo>
                    <a:pt x="751" y="1660"/>
                  </a:lnTo>
                  <a:lnTo>
                    <a:pt x="731" y="1680"/>
                  </a:lnTo>
                  <a:lnTo>
                    <a:pt x="711" y="1680"/>
                  </a:lnTo>
                  <a:lnTo>
                    <a:pt x="691" y="1719"/>
                  </a:lnTo>
                  <a:lnTo>
                    <a:pt x="533" y="1778"/>
                  </a:lnTo>
                  <a:lnTo>
                    <a:pt x="533" y="1798"/>
                  </a:lnTo>
                  <a:lnTo>
                    <a:pt x="514" y="1818"/>
                  </a:lnTo>
                  <a:lnTo>
                    <a:pt x="514" y="1818"/>
                  </a:lnTo>
                  <a:lnTo>
                    <a:pt x="573" y="1778"/>
                  </a:lnTo>
                  <a:lnTo>
                    <a:pt x="612" y="1759"/>
                  </a:lnTo>
                  <a:lnTo>
                    <a:pt x="691" y="1739"/>
                  </a:lnTo>
                  <a:lnTo>
                    <a:pt x="770" y="1719"/>
                  </a:lnTo>
                  <a:lnTo>
                    <a:pt x="770" y="1719"/>
                  </a:lnTo>
                  <a:lnTo>
                    <a:pt x="711" y="1759"/>
                  </a:lnTo>
                  <a:lnTo>
                    <a:pt x="652" y="1778"/>
                  </a:lnTo>
                  <a:lnTo>
                    <a:pt x="612" y="1798"/>
                  </a:lnTo>
                  <a:lnTo>
                    <a:pt x="533" y="1857"/>
                  </a:lnTo>
                  <a:lnTo>
                    <a:pt x="573" y="1838"/>
                  </a:lnTo>
                  <a:lnTo>
                    <a:pt x="612" y="1818"/>
                  </a:lnTo>
                  <a:lnTo>
                    <a:pt x="593" y="1857"/>
                  </a:lnTo>
                  <a:lnTo>
                    <a:pt x="632" y="1857"/>
                  </a:lnTo>
                  <a:lnTo>
                    <a:pt x="652" y="1838"/>
                  </a:lnTo>
                  <a:lnTo>
                    <a:pt x="672" y="1838"/>
                  </a:lnTo>
                  <a:lnTo>
                    <a:pt x="672" y="1857"/>
                  </a:lnTo>
                  <a:lnTo>
                    <a:pt x="652" y="1877"/>
                  </a:lnTo>
                  <a:lnTo>
                    <a:pt x="691" y="1857"/>
                  </a:lnTo>
                  <a:lnTo>
                    <a:pt x="691" y="1877"/>
                  </a:lnTo>
                  <a:lnTo>
                    <a:pt x="711" y="1877"/>
                  </a:lnTo>
                  <a:lnTo>
                    <a:pt x="711" y="1897"/>
                  </a:lnTo>
                  <a:lnTo>
                    <a:pt x="751" y="1877"/>
                  </a:lnTo>
                  <a:lnTo>
                    <a:pt x="731" y="1857"/>
                  </a:lnTo>
                  <a:lnTo>
                    <a:pt x="711" y="1857"/>
                  </a:lnTo>
                  <a:lnTo>
                    <a:pt x="731" y="1838"/>
                  </a:lnTo>
                  <a:lnTo>
                    <a:pt x="790" y="1798"/>
                  </a:lnTo>
                  <a:lnTo>
                    <a:pt x="889" y="1798"/>
                  </a:lnTo>
                  <a:lnTo>
                    <a:pt x="928" y="1778"/>
                  </a:lnTo>
                  <a:lnTo>
                    <a:pt x="928" y="1798"/>
                  </a:lnTo>
                  <a:lnTo>
                    <a:pt x="909" y="1818"/>
                  </a:lnTo>
                  <a:lnTo>
                    <a:pt x="869" y="1838"/>
                  </a:lnTo>
                  <a:lnTo>
                    <a:pt x="889" y="1857"/>
                  </a:lnTo>
                  <a:lnTo>
                    <a:pt x="869" y="1857"/>
                  </a:lnTo>
                  <a:lnTo>
                    <a:pt x="849" y="1877"/>
                  </a:lnTo>
                  <a:lnTo>
                    <a:pt x="889" y="1877"/>
                  </a:lnTo>
                  <a:lnTo>
                    <a:pt x="849" y="1897"/>
                  </a:lnTo>
                  <a:lnTo>
                    <a:pt x="830" y="1936"/>
                  </a:lnTo>
                  <a:lnTo>
                    <a:pt x="849" y="1917"/>
                  </a:lnTo>
                  <a:lnTo>
                    <a:pt x="869" y="1897"/>
                  </a:lnTo>
                  <a:lnTo>
                    <a:pt x="869" y="1917"/>
                  </a:lnTo>
                  <a:lnTo>
                    <a:pt x="830" y="1936"/>
                  </a:lnTo>
                  <a:lnTo>
                    <a:pt x="849" y="1936"/>
                  </a:lnTo>
                  <a:lnTo>
                    <a:pt x="909" y="1917"/>
                  </a:lnTo>
                  <a:lnTo>
                    <a:pt x="948" y="1877"/>
                  </a:lnTo>
                  <a:lnTo>
                    <a:pt x="1007" y="1838"/>
                  </a:lnTo>
                  <a:lnTo>
                    <a:pt x="1027" y="1857"/>
                  </a:lnTo>
                  <a:lnTo>
                    <a:pt x="1027" y="1877"/>
                  </a:lnTo>
                  <a:lnTo>
                    <a:pt x="1007" y="1917"/>
                  </a:lnTo>
                  <a:lnTo>
                    <a:pt x="1027" y="1917"/>
                  </a:lnTo>
                  <a:lnTo>
                    <a:pt x="988" y="1936"/>
                  </a:lnTo>
                  <a:lnTo>
                    <a:pt x="968" y="1936"/>
                  </a:lnTo>
                  <a:lnTo>
                    <a:pt x="909" y="1976"/>
                  </a:lnTo>
                  <a:lnTo>
                    <a:pt x="869" y="1996"/>
                  </a:lnTo>
                  <a:lnTo>
                    <a:pt x="830" y="2035"/>
                  </a:lnTo>
                  <a:lnTo>
                    <a:pt x="830" y="2035"/>
                  </a:lnTo>
                  <a:lnTo>
                    <a:pt x="889" y="1996"/>
                  </a:lnTo>
                  <a:lnTo>
                    <a:pt x="968" y="1956"/>
                  </a:lnTo>
                  <a:lnTo>
                    <a:pt x="948" y="1976"/>
                  </a:lnTo>
                  <a:lnTo>
                    <a:pt x="928" y="1996"/>
                  </a:lnTo>
                  <a:lnTo>
                    <a:pt x="968" y="1996"/>
                  </a:lnTo>
                  <a:lnTo>
                    <a:pt x="869" y="2055"/>
                  </a:lnTo>
                  <a:lnTo>
                    <a:pt x="869" y="2075"/>
                  </a:lnTo>
                  <a:lnTo>
                    <a:pt x="909" y="2055"/>
                  </a:lnTo>
                  <a:lnTo>
                    <a:pt x="909" y="2035"/>
                  </a:lnTo>
                  <a:lnTo>
                    <a:pt x="948" y="2035"/>
                  </a:lnTo>
                  <a:lnTo>
                    <a:pt x="928" y="2055"/>
                  </a:lnTo>
                  <a:lnTo>
                    <a:pt x="948" y="2055"/>
                  </a:lnTo>
                  <a:lnTo>
                    <a:pt x="948" y="2075"/>
                  </a:lnTo>
                  <a:lnTo>
                    <a:pt x="968" y="2055"/>
                  </a:lnTo>
                  <a:lnTo>
                    <a:pt x="988" y="2015"/>
                  </a:lnTo>
                  <a:lnTo>
                    <a:pt x="1047" y="2015"/>
                  </a:lnTo>
                  <a:lnTo>
                    <a:pt x="1067" y="2035"/>
                  </a:lnTo>
                  <a:lnTo>
                    <a:pt x="1106" y="2035"/>
                  </a:lnTo>
                  <a:lnTo>
                    <a:pt x="1067" y="2075"/>
                  </a:lnTo>
                  <a:lnTo>
                    <a:pt x="1027" y="2094"/>
                  </a:lnTo>
                  <a:lnTo>
                    <a:pt x="1027" y="2094"/>
                  </a:lnTo>
                  <a:lnTo>
                    <a:pt x="1027" y="2134"/>
                  </a:lnTo>
                  <a:lnTo>
                    <a:pt x="988" y="2173"/>
                  </a:lnTo>
                  <a:lnTo>
                    <a:pt x="948" y="2193"/>
                  </a:lnTo>
                  <a:lnTo>
                    <a:pt x="948" y="2213"/>
                  </a:lnTo>
                  <a:lnTo>
                    <a:pt x="1027" y="2154"/>
                  </a:lnTo>
                  <a:lnTo>
                    <a:pt x="1027" y="2173"/>
                  </a:lnTo>
                  <a:lnTo>
                    <a:pt x="1067" y="2154"/>
                  </a:lnTo>
                  <a:lnTo>
                    <a:pt x="1047" y="2173"/>
                  </a:lnTo>
                  <a:lnTo>
                    <a:pt x="1027" y="2193"/>
                  </a:lnTo>
                  <a:lnTo>
                    <a:pt x="1007" y="2213"/>
                  </a:lnTo>
                  <a:lnTo>
                    <a:pt x="1047" y="2213"/>
                  </a:lnTo>
                  <a:lnTo>
                    <a:pt x="1047" y="2193"/>
                  </a:lnTo>
                  <a:lnTo>
                    <a:pt x="1106" y="2154"/>
                  </a:lnTo>
                  <a:lnTo>
                    <a:pt x="1165" y="2134"/>
                  </a:lnTo>
                  <a:lnTo>
                    <a:pt x="1146" y="2154"/>
                  </a:lnTo>
                  <a:lnTo>
                    <a:pt x="1106" y="2173"/>
                  </a:lnTo>
                  <a:lnTo>
                    <a:pt x="1086" y="2193"/>
                  </a:lnTo>
                  <a:lnTo>
                    <a:pt x="1165" y="2173"/>
                  </a:lnTo>
                  <a:lnTo>
                    <a:pt x="1146" y="2173"/>
                  </a:lnTo>
                  <a:lnTo>
                    <a:pt x="1185" y="2154"/>
                  </a:lnTo>
                  <a:lnTo>
                    <a:pt x="1225" y="2114"/>
                  </a:lnTo>
                  <a:lnTo>
                    <a:pt x="1225" y="2154"/>
                  </a:lnTo>
                  <a:lnTo>
                    <a:pt x="2074" y="1462"/>
                  </a:lnTo>
                  <a:lnTo>
                    <a:pt x="2114" y="1443"/>
                  </a:lnTo>
                  <a:lnTo>
                    <a:pt x="2094" y="1423"/>
                  </a:lnTo>
                  <a:lnTo>
                    <a:pt x="2054" y="1423"/>
                  </a:lnTo>
                  <a:lnTo>
                    <a:pt x="2074" y="1403"/>
                  </a:lnTo>
                  <a:lnTo>
                    <a:pt x="2114" y="1383"/>
                  </a:lnTo>
                  <a:lnTo>
                    <a:pt x="2094" y="1364"/>
                  </a:lnTo>
                  <a:lnTo>
                    <a:pt x="2094" y="1344"/>
                  </a:lnTo>
                  <a:lnTo>
                    <a:pt x="2035" y="1364"/>
                  </a:lnTo>
                  <a:lnTo>
                    <a:pt x="1955" y="1364"/>
                  </a:lnTo>
                  <a:lnTo>
                    <a:pt x="1955" y="1344"/>
                  </a:lnTo>
                  <a:lnTo>
                    <a:pt x="1995" y="1324"/>
                  </a:lnTo>
                  <a:lnTo>
                    <a:pt x="1995" y="1304"/>
                  </a:lnTo>
                  <a:lnTo>
                    <a:pt x="1955" y="1324"/>
                  </a:lnTo>
                  <a:lnTo>
                    <a:pt x="1995" y="1285"/>
                  </a:lnTo>
                  <a:lnTo>
                    <a:pt x="1936" y="1285"/>
                  </a:lnTo>
                  <a:lnTo>
                    <a:pt x="1975" y="1245"/>
                  </a:lnTo>
                  <a:lnTo>
                    <a:pt x="1975" y="1225"/>
                  </a:lnTo>
                  <a:lnTo>
                    <a:pt x="1936" y="1245"/>
                  </a:lnTo>
                  <a:lnTo>
                    <a:pt x="1857" y="1285"/>
                  </a:lnTo>
                  <a:lnTo>
                    <a:pt x="1916" y="1245"/>
                  </a:lnTo>
                  <a:lnTo>
                    <a:pt x="1936" y="1206"/>
                  </a:lnTo>
                  <a:lnTo>
                    <a:pt x="1857" y="1186"/>
                  </a:lnTo>
                  <a:lnTo>
                    <a:pt x="1778" y="1127"/>
                  </a:lnTo>
                  <a:lnTo>
                    <a:pt x="1797" y="1127"/>
                  </a:lnTo>
                  <a:lnTo>
                    <a:pt x="1778" y="1107"/>
                  </a:lnTo>
                  <a:lnTo>
                    <a:pt x="1679" y="1107"/>
                  </a:lnTo>
                  <a:lnTo>
                    <a:pt x="1679" y="1087"/>
                  </a:lnTo>
                  <a:lnTo>
                    <a:pt x="1639" y="1087"/>
                  </a:lnTo>
                  <a:lnTo>
                    <a:pt x="1580" y="1127"/>
                  </a:lnTo>
                  <a:lnTo>
                    <a:pt x="1481" y="1206"/>
                  </a:lnTo>
                  <a:lnTo>
                    <a:pt x="1462" y="1206"/>
                  </a:lnTo>
                  <a:lnTo>
                    <a:pt x="1481" y="1166"/>
                  </a:lnTo>
                  <a:lnTo>
                    <a:pt x="1521" y="1146"/>
                  </a:lnTo>
                  <a:lnTo>
                    <a:pt x="1521" y="1127"/>
                  </a:lnTo>
                  <a:lnTo>
                    <a:pt x="1600" y="1087"/>
                  </a:lnTo>
                  <a:lnTo>
                    <a:pt x="1679" y="1028"/>
                  </a:lnTo>
                  <a:lnTo>
                    <a:pt x="1679" y="1028"/>
                  </a:lnTo>
                  <a:lnTo>
                    <a:pt x="1600" y="1048"/>
                  </a:lnTo>
                  <a:lnTo>
                    <a:pt x="1600" y="1028"/>
                  </a:lnTo>
                  <a:lnTo>
                    <a:pt x="1580" y="1028"/>
                  </a:lnTo>
                  <a:lnTo>
                    <a:pt x="1600" y="1008"/>
                  </a:lnTo>
                  <a:lnTo>
                    <a:pt x="1620" y="988"/>
                  </a:lnTo>
                  <a:lnTo>
                    <a:pt x="1639" y="988"/>
                  </a:lnTo>
                  <a:lnTo>
                    <a:pt x="1620" y="1008"/>
                  </a:lnTo>
                  <a:lnTo>
                    <a:pt x="1659" y="1008"/>
                  </a:lnTo>
                  <a:lnTo>
                    <a:pt x="1699" y="988"/>
                  </a:lnTo>
                  <a:lnTo>
                    <a:pt x="1659" y="969"/>
                  </a:lnTo>
                  <a:lnTo>
                    <a:pt x="1639" y="969"/>
                  </a:lnTo>
                  <a:lnTo>
                    <a:pt x="1639" y="949"/>
                  </a:lnTo>
                  <a:lnTo>
                    <a:pt x="1600" y="969"/>
                  </a:lnTo>
                  <a:lnTo>
                    <a:pt x="1580" y="988"/>
                  </a:lnTo>
                  <a:lnTo>
                    <a:pt x="1521" y="1008"/>
                  </a:lnTo>
                  <a:lnTo>
                    <a:pt x="1521" y="1008"/>
                  </a:lnTo>
                  <a:lnTo>
                    <a:pt x="1600" y="949"/>
                  </a:lnTo>
                  <a:lnTo>
                    <a:pt x="1541" y="988"/>
                  </a:lnTo>
                  <a:lnTo>
                    <a:pt x="1521" y="988"/>
                  </a:lnTo>
                  <a:lnTo>
                    <a:pt x="1521" y="969"/>
                  </a:lnTo>
                  <a:lnTo>
                    <a:pt x="1521" y="949"/>
                  </a:lnTo>
                  <a:lnTo>
                    <a:pt x="1560" y="909"/>
                  </a:lnTo>
                  <a:lnTo>
                    <a:pt x="1501" y="909"/>
                  </a:lnTo>
                  <a:lnTo>
                    <a:pt x="1541" y="890"/>
                  </a:lnTo>
                  <a:lnTo>
                    <a:pt x="1541" y="850"/>
                  </a:lnTo>
                  <a:lnTo>
                    <a:pt x="1521" y="830"/>
                  </a:lnTo>
                  <a:lnTo>
                    <a:pt x="1541" y="791"/>
                  </a:lnTo>
                  <a:lnTo>
                    <a:pt x="1481" y="791"/>
                  </a:lnTo>
                  <a:lnTo>
                    <a:pt x="1422" y="811"/>
                  </a:lnTo>
                  <a:lnTo>
                    <a:pt x="1422" y="830"/>
                  </a:lnTo>
                  <a:lnTo>
                    <a:pt x="1363" y="850"/>
                  </a:lnTo>
                  <a:lnTo>
                    <a:pt x="1343" y="870"/>
                  </a:lnTo>
                  <a:lnTo>
                    <a:pt x="1323" y="870"/>
                  </a:lnTo>
                  <a:lnTo>
                    <a:pt x="1363" y="830"/>
                  </a:lnTo>
                  <a:lnTo>
                    <a:pt x="1383" y="811"/>
                  </a:lnTo>
                  <a:lnTo>
                    <a:pt x="1422" y="791"/>
                  </a:lnTo>
                  <a:lnTo>
                    <a:pt x="1402" y="771"/>
                  </a:lnTo>
                  <a:lnTo>
                    <a:pt x="1442" y="732"/>
                  </a:lnTo>
                  <a:lnTo>
                    <a:pt x="1402" y="732"/>
                  </a:lnTo>
                  <a:lnTo>
                    <a:pt x="1363" y="751"/>
                  </a:lnTo>
                  <a:lnTo>
                    <a:pt x="1383" y="732"/>
                  </a:lnTo>
                  <a:lnTo>
                    <a:pt x="1422" y="712"/>
                  </a:lnTo>
                  <a:lnTo>
                    <a:pt x="1402" y="712"/>
                  </a:lnTo>
                  <a:lnTo>
                    <a:pt x="1422" y="692"/>
                  </a:lnTo>
                  <a:lnTo>
                    <a:pt x="1383" y="712"/>
                  </a:lnTo>
                  <a:lnTo>
                    <a:pt x="1304" y="751"/>
                  </a:lnTo>
                  <a:lnTo>
                    <a:pt x="1304" y="732"/>
                  </a:lnTo>
                  <a:lnTo>
                    <a:pt x="1284" y="732"/>
                  </a:lnTo>
                  <a:lnTo>
                    <a:pt x="1323" y="712"/>
                  </a:lnTo>
                  <a:lnTo>
                    <a:pt x="1323" y="712"/>
                  </a:lnTo>
                  <a:lnTo>
                    <a:pt x="1264" y="732"/>
                  </a:lnTo>
                  <a:lnTo>
                    <a:pt x="1284" y="712"/>
                  </a:lnTo>
                  <a:lnTo>
                    <a:pt x="1205" y="732"/>
                  </a:lnTo>
                  <a:lnTo>
                    <a:pt x="1146" y="751"/>
                  </a:lnTo>
                  <a:lnTo>
                    <a:pt x="1146" y="751"/>
                  </a:lnTo>
                  <a:lnTo>
                    <a:pt x="1185" y="712"/>
                  </a:lnTo>
                  <a:lnTo>
                    <a:pt x="1264" y="653"/>
                  </a:lnTo>
                  <a:lnTo>
                    <a:pt x="1244" y="672"/>
                  </a:lnTo>
                  <a:lnTo>
                    <a:pt x="1244" y="692"/>
                  </a:lnTo>
                  <a:lnTo>
                    <a:pt x="1304" y="633"/>
                  </a:lnTo>
                  <a:lnTo>
                    <a:pt x="1323" y="593"/>
                  </a:lnTo>
                  <a:lnTo>
                    <a:pt x="1304" y="574"/>
                  </a:lnTo>
                  <a:lnTo>
                    <a:pt x="1284" y="554"/>
                  </a:lnTo>
                  <a:lnTo>
                    <a:pt x="1264" y="554"/>
                  </a:lnTo>
                  <a:lnTo>
                    <a:pt x="1244" y="534"/>
                  </a:lnTo>
                  <a:lnTo>
                    <a:pt x="1225" y="534"/>
                  </a:lnTo>
                  <a:lnTo>
                    <a:pt x="1165" y="574"/>
                  </a:lnTo>
                  <a:lnTo>
                    <a:pt x="1165" y="574"/>
                  </a:lnTo>
                  <a:lnTo>
                    <a:pt x="1205" y="534"/>
                  </a:lnTo>
                  <a:lnTo>
                    <a:pt x="1225" y="475"/>
                  </a:lnTo>
                  <a:lnTo>
                    <a:pt x="1205" y="455"/>
                  </a:lnTo>
                  <a:lnTo>
                    <a:pt x="1205" y="435"/>
                  </a:lnTo>
                  <a:lnTo>
                    <a:pt x="1165" y="416"/>
                  </a:lnTo>
                  <a:lnTo>
                    <a:pt x="1126" y="435"/>
                  </a:lnTo>
                  <a:lnTo>
                    <a:pt x="1165" y="396"/>
                  </a:lnTo>
                  <a:lnTo>
                    <a:pt x="1086" y="416"/>
                  </a:lnTo>
                  <a:lnTo>
                    <a:pt x="968" y="416"/>
                  </a:lnTo>
                  <a:lnTo>
                    <a:pt x="869" y="475"/>
                  </a:lnTo>
                  <a:lnTo>
                    <a:pt x="928" y="435"/>
                  </a:lnTo>
                  <a:lnTo>
                    <a:pt x="968" y="396"/>
                  </a:lnTo>
                  <a:lnTo>
                    <a:pt x="948" y="396"/>
                  </a:lnTo>
                  <a:lnTo>
                    <a:pt x="928" y="416"/>
                  </a:lnTo>
                  <a:lnTo>
                    <a:pt x="909" y="416"/>
                  </a:lnTo>
                  <a:lnTo>
                    <a:pt x="928" y="396"/>
                  </a:lnTo>
                  <a:lnTo>
                    <a:pt x="948" y="376"/>
                  </a:lnTo>
                  <a:lnTo>
                    <a:pt x="968" y="356"/>
                  </a:lnTo>
                  <a:lnTo>
                    <a:pt x="948" y="356"/>
                  </a:lnTo>
                  <a:lnTo>
                    <a:pt x="968" y="337"/>
                  </a:lnTo>
                  <a:lnTo>
                    <a:pt x="889" y="396"/>
                  </a:lnTo>
                  <a:lnTo>
                    <a:pt x="830" y="416"/>
                  </a:lnTo>
                  <a:lnTo>
                    <a:pt x="790" y="435"/>
                  </a:lnTo>
                  <a:lnTo>
                    <a:pt x="770" y="435"/>
                  </a:lnTo>
                  <a:lnTo>
                    <a:pt x="790" y="416"/>
                  </a:lnTo>
                  <a:lnTo>
                    <a:pt x="711" y="416"/>
                  </a:lnTo>
                  <a:lnTo>
                    <a:pt x="652" y="376"/>
                  </a:lnTo>
                  <a:lnTo>
                    <a:pt x="632" y="337"/>
                  </a:lnTo>
                  <a:lnTo>
                    <a:pt x="612" y="277"/>
                  </a:lnTo>
                  <a:lnTo>
                    <a:pt x="652" y="258"/>
                  </a:lnTo>
                  <a:lnTo>
                    <a:pt x="632" y="258"/>
                  </a:lnTo>
                  <a:lnTo>
                    <a:pt x="652" y="238"/>
                  </a:lnTo>
                  <a:lnTo>
                    <a:pt x="672" y="198"/>
                  </a:lnTo>
                  <a:lnTo>
                    <a:pt x="632" y="218"/>
                  </a:lnTo>
                  <a:lnTo>
                    <a:pt x="612" y="218"/>
                  </a:lnTo>
                  <a:lnTo>
                    <a:pt x="632" y="198"/>
                  </a:lnTo>
                  <a:lnTo>
                    <a:pt x="652" y="178"/>
                  </a:lnTo>
                  <a:lnTo>
                    <a:pt x="652" y="159"/>
                  </a:lnTo>
                  <a:lnTo>
                    <a:pt x="672" y="139"/>
                  </a:lnTo>
                  <a:lnTo>
                    <a:pt x="672" y="119"/>
                  </a:lnTo>
                  <a:lnTo>
                    <a:pt x="652" y="119"/>
                  </a:lnTo>
                  <a:lnTo>
                    <a:pt x="691" y="60"/>
                  </a:lnTo>
                  <a:lnTo>
                    <a:pt x="7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2" name="Google Shape;3942;p15"/>
            <p:cNvSpPr/>
            <p:nvPr/>
          </p:nvSpPr>
          <p:spPr>
            <a:xfrm>
              <a:off x="-1692875" y="3641300"/>
              <a:ext cx="525" cy="25"/>
            </a:xfrm>
            <a:custGeom>
              <a:rect b="b" l="l" r="r" t="t"/>
              <a:pathLst>
                <a:path extrusionOk="0" h="1" w="21">
                  <a:moveTo>
                    <a:pt x="21" y="0"/>
                  </a:moveTo>
                  <a:lnTo>
                    <a:pt x="21" y="0"/>
                  </a:lnTo>
                  <a:lnTo>
                    <a:pt x="1" y="0"/>
                  </a:lnTo>
                  <a:lnTo>
                    <a:pt x="1" y="0"/>
                  </a:lnTo>
                  <a:lnTo>
                    <a:pt x="21" y="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3" name="Google Shape;3943;p15"/>
            <p:cNvSpPr/>
            <p:nvPr/>
          </p:nvSpPr>
          <p:spPr>
            <a:xfrm>
              <a:off x="-1600025" y="3561300"/>
              <a:ext cx="25" cy="525"/>
            </a:xfrm>
            <a:custGeom>
              <a:rect b="b" l="l" r="r" t="t"/>
              <a:pathLst>
                <a:path extrusionOk="0" h="21" w="1">
                  <a:moveTo>
                    <a:pt x="0" y="20"/>
                  </a:move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4" name="Google Shape;3944;p15"/>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
            <p:cNvSpPr/>
            <p:nvPr/>
          </p:nvSpPr>
          <p:spPr>
            <a:xfrm>
              <a:off x="-1619775" y="3485250"/>
              <a:ext cx="41500" cy="78050"/>
            </a:xfrm>
            <a:custGeom>
              <a:rect b="b" l="l" r="r" t="t"/>
              <a:pathLst>
                <a:path extrusionOk="0" h="3122" w="1660">
                  <a:moveTo>
                    <a:pt x="454" y="159"/>
                  </a:moveTo>
                  <a:lnTo>
                    <a:pt x="469" y="163"/>
                  </a:lnTo>
                  <a:lnTo>
                    <a:pt x="469" y="163"/>
                  </a:lnTo>
                  <a:lnTo>
                    <a:pt x="474" y="159"/>
                  </a:lnTo>
                  <a:close/>
                  <a:moveTo>
                    <a:pt x="1422" y="238"/>
                  </a:moveTo>
                  <a:lnTo>
                    <a:pt x="1422" y="257"/>
                  </a:lnTo>
                  <a:lnTo>
                    <a:pt x="1462" y="257"/>
                  </a:lnTo>
                  <a:lnTo>
                    <a:pt x="1422" y="238"/>
                  </a:lnTo>
                  <a:close/>
                  <a:moveTo>
                    <a:pt x="119" y="1057"/>
                  </a:moveTo>
                  <a:lnTo>
                    <a:pt x="138" y="1067"/>
                  </a:lnTo>
                  <a:lnTo>
                    <a:pt x="158" y="1067"/>
                  </a:lnTo>
                  <a:lnTo>
                    <a:pt x="119" y="1057"/>
                  </a:lnTo>
                  <a:close/>
                  <a:moveTo>
                    <a:pt x="40" y="988"/>
                  </a:moveTo>
                  <a:lnTo>
                    <a:pt x="40" y="1008"/>
                  </a:lnTo>
                  <a:lnTo>
                    <a:pt x="40" y="1028"/>
                  </a:lnTo>
                  <a:lnTo>
                    <a:pt x="0" y="1028"/>
                  </a:lnTo>
                  <a:lnTo>
                    <a:pt x="79" y="1087"/>
                  </a:lnTo>
                  <a:lnTo>
                    <a:pt x="138" y="1107"/>
                  </a:lnTo>
                  <a:lnTo>
                    <a:pt x="217" y="1126"/>
                  </a:lnTo>
                  <a:lnTo>
                    <a:pt x="217" y="1126"/>
                  </a:lnTo>
                  <a:lnTo>
                    <a:pt x="119" y="1087"/>
                  </a:lnTo>
                  <a:lnTo>
                    <a:pt x="40" y="1047"/>
                  </a:lnTo>
                  <a:lnTo>
                    <a:pt x="79" y="1047"/>
                  </a:lnTo>
                  <a:lnTo>
                    <a:pt x="119" y="1057"/>
                  </a:lnTo>
                  <a:lnTo>
                    <a:pt x="119" y="1057"/>
                  </a:lnTo>
                  <a:lnTo>
                    <a:pt x="99" y="1047"/>
                  </a:lnTo>
                  <a:lnTo>
                    <a:pt x="99" y="1028"/>
                  </a:lnTo>
                  <a:lnTo>
                    <a:pt x="119" y="1028"/>
                  </a:lnTo>
                  <a:lnTo>
                    <a:pt x="119" y="1008"/>
                  </a:lnTo>
                  <a:lnTo>
                    <a:pt x="79" y="988"/>
                  </a:lnTo>
                  <a:close/>
                  <a:moveTo>
                    <a:pt x="158" y="1146"/>
                  </a:moveTo>
                  <a:lnTo>
                    <a:pt x="178" y="1166"/>
                  </a:lnTo>
                  <a:lnTo>
                    <a:pt x="217" y="1185"/>
                  </a:lnTo>
                  <a:lnTo>
                    <a:pt x="138" y="1146"/>
                  </a:lnTo>
                  <a:close/>
                  <a:moveTo>
                    <a:pt x="217" y="1166"/>
                  </a:moveTo>
                  <a:lnTo>
                    <a:pt x="257" y="1186"/>
                  </a:lnTo>
                  <a:lnTo>
                    <a:pt x="296" y="1205"/>
                  </a:lnTo>
                  <a:lnTo>
                    <a:pt x="336" y="1205"/>
                  </a:lnTo>
                  <a:lnTo>
                    <a:pt x="316" y="1225"/>
                  </a:lnTo>
                  <a:lnTo>
                    <a:pt x="296" y="1225"/>
                  </a:lnTo>
                  <a:lnTo>
                    <a:pt x="277" y="1205"/>
                  </a:lnTo>
                  <a:lnTo>
                    <a:pt x="257" y="1205"/>
                  </a:lnTo>
                  <a:lnTo>
                    <a:pt x="217" y="1186"/>
                  </a:lnTo>
                  <a:lnTo>
                    <a:pt x="198" y="1166"/>
                  </a:lnTo>
                  <a:close/>
                  <a:moveTo>
                    <a:pt x="119" y="1699"/>
                  </a:moveTo>
                  <a:lnTo>
                    <a:pt x="119" y="1719"/>
                  </a:lnTo>
                  <a:lnTo>
                    <a:pt x="138" y="1719"/>
                  </a:lnTo>
                  <a:lnTo>
                    <a:pt x="138" y="1699"/>
                  </a:lnTo>
                  <a:close/>
                  <a:moveTo>
                    <a:pt x="119" y="1857"/>
                  </a:moveTo>
                  <a:lnTo>
                    <a:pt x="119" y="1877"/>
                  </a:lnTo>
                  <a:lnTo>
                    <a:pt x="178" y="1897"/>
                  </a:lnTo>
                  <a:lnTo>
                    <a:pt x="138" y="1877"/>
                  </a:lnTo>
                  <a:lnTo>
                    <a:pt x="138" y="1857"/>
                  </a:lnTo>
                  <a:close/>
                  <a:moveTo>
                    <a:pt x="79" y="1936"/>
                  </a:moveTo>
                  <a:lnTo>
                    <a:pt x="99" y="1956"/>
                  </a:lnTo>
                  <a:lnTo>
                    <a:pt x="119" y="1936"/>
                  </a:lnTo>
                  <a:close/>
                  <a:moveTo>
                    <a:pt x="277" y="2272"/>
                  </a:moveTo>
                  <a:lnTo>
                    <a:pt x="277" y="2292"/>
                  </a:lnTo>
                  <a:lnTo>
                    <a:pt x="316" y="2292"/>
                  </a:lnTo>
                  <a:lnTo>
                    <a:pt x="277" y="2272"/>
                  </a:lnTo>
                  <a:close/>
                  <a:moveTo>
                    <a:pt x="1245" y="2529"/>
                  </a:moveTo>
                  <a:lnTo>
                    <a:pt x="1264" y="2549"/>
                  </a:lnTo>
                  <a:lnTo>
                    <a:pt x="1284" y="2549"/>
                  </a:lnTo>
                  <a:lnTo>
                    <a:pt x="1245" y="2529"/>
                  </a:lnTo>
                  <a:close/>
                  <a:moveTo>
                    <a:pt x="40" y="2647"/>
                  </a:moveTo>
                  <a:lnTo>
                    <a:pt x="99" y="2667"/>
                  </a:lnTo>
                  <a:lnTo>
                    <a:pt x="107" y="2664"/>
                  </a:lnTo>
                  <a:lnTo>
                    <a:pt x="107" y="2664"/>
                  </a:lnTo>
                  <a:lnTo>
                    <a:pt x="40" y="2647"/>
                  </a:lnTo>
                  <a:close/>
                  <a:moveTo>
                    <a:pt x="119" y="2726"/>
                  </a:moveTo>
                  <a:lnTo>
                    <a:pt x="137" y="2728"/>
                  </a:lnTo>
                  <a:lnTo>
                    <a:pt x="137" y="2728"/>
                  </a:lnTo>
                  <a:lnTo>
                    <a:pt x="138" y="2726"/>
                  </a:lnTo>
                  <a:close/>
                  <a:moveTo>
                    <a:pt x="810" y="2786"/>
                  </a:moveTo>
                  <a:lnTo>
                    <a:pt x="830" y="2805"/>
                  </a:lnTo>
                  <a:lnTo>
                    <a:pt x="830" y="2786"/>
                  </a:lnTo>
                  <a:close/>
                  <a:moveTo>
                    <a:pt x="1136" y="2805"/>
                  </a:moveTo>
                  <a:lnTo>
                    <a:pt x="1146" y="2809"/>
                  </a:lnTo>
                  <a:lnTo>
                    <a:pt x="1146" y="2809"/>
                  </a:lnTo>
                  <a:lnTo>
                    <a:pt x="1146" y="2805"/>
                  </a:lnTo>
                  <a:close/>
                  <a:moveTo>
                    <a:pt x="237" y="2805"/>
                  </a:moveTo>
                  <a:lnTo>
                    <a:pt x="237" y="2825"/>
                  </a:lnTo>
                  <a:lnTo>
                    <a:pt x="257" y="2825"/>
                  </a:lnTo>
                  <a:lnTo>
                    <a:pt x="237" y="2805"/>
                  </a:lnTo>
                  <a:close/>
                  <a:moveTo>
                    <a:pt x="1146" y="2809"/>
                  </a:moveTo>
                  <a:lnTo>
                    <a:pt x="1146" y="2825"/>
                  </a:lnTo>
                  <a:lnTo>
                    <a:pt x="1126" y="2825"/>
                  </a:lnTo>
                  <a:lnTo>
                    <a:pt x="1166" y="2845"/>
                  </a:lnTo>
                  <a:lnTo>
                    <a:pt x="1185" y="2825"/>
                  </a:lnTo>
                  <a:lnTo>
                    <a:pt x="1146" y="2809"/>
                  </a:lnTo>
                  <a:close/>
                  <a:moveTo>
                    <a:pt x="929" y="2805"/>
                  </a:moveTo>
                  <a:lnTo>
                    <a:pt x="948" y="2825"/>
                  </a:lnTo>
                  <a:lnTo>
                    <a:pt x="929" y="2825"/>
                  </a:lnTo>
                  <a:lnTo>
                    <a:pt x="1027" y="2845"/>
                  </a:lnTo>
                  <a:lnTo>
                    <a:pt x="1146" y="2884"/>
                  </a:lnTo>
                  <a:lnTo>
                    <a:pt x="1126" y="2865"/>
                  </a:lnTo>
                  <a:lnTo>
                    <a:pt x="1067" y="2845"/>
                  </a:lnTo>
                  <a:lnTo>
                    <a:pt x="929" y="2805"/>
                  </a:lnTo>
                  <a:close/>
                  <a:moveTo>
                    <a:pt x="257" y="2884"/>
                  </a:moveTo>
                  <a:lnTo>
                    <a:pt x="316" y="2904"/>
                  </a:lnTo>
                  <a:lnTo>
                    <a:pt x="336" y="2904"/>
                  </a:lnTo>
                  <a:lnTo>
                    <a:pt x="296" y="2884"/>
                  </a:lnTo>
                  <a:close/>
                  <a:moveTo>
                    <a:pt x="1077" y="3062"/>
                  </a:moveTo>
                  <a:lnTo>
                    <a:pt x="1087" y="3082"/>
                  </a:lnTo>
                  <a:lnTo>
                    <a:pt x="1087" y="3062"/>
                  </a:lnTo>
                  <a:close/>
                  <a:moveTo>
                    <a:pt x="948" y="3082"/>
                  </a:moveTo>
                  <a:lnTo>
                    <a:pt x="929" y="3102"/>
                  </a:lnTo>
                  <a:lnTo>
                    <a:pt x="948" y="3102"/>
                  </a:lnTo>
                  <a:lnTo>
                    <a:pt x="948" y="3082"/>
                  </a:lnTo>
                  <a:close/>
                  <a:moveTo>
                    <a:pt x="1106" y="1"/>
                  </a:moveTo>
                  <a:lnTo>
                    <a:pt x="1087" y="20"/>
                  </a:lnTo>
                  <a:lnTo>
                    <a:pt x="1106" y="40"/>
                  </a:lnTo>
                  <a:lnTo>
                    <a:pt x="1047" y="40"/>
                  </a:lnTo>
                  <a:lnTo>
                    <a:pt x="1087" y="60"/>
                  </a:lnTo>
                  <a:lnTo>
                    <a:pt x="1027" y="40"/>
                  </a:lnTo>
                  <a:lnTo>
                    <a:pt x="948" y="20"/>
                  </a:lnTo>
                  <a:lnTo>
                    <a:pt x="929" y="20"/>
                  </a:lnTo>
                  <a:lnTo>
                    <a:pt x="948" y="40"/>
                  </a:lnTo>
                  <a:lnTo>
                    <a:pt x="948" y="60"/>
                  </a:lnTo>
                  <a:lnTo>
                    <a:pt x="929" y="60"/>
                  </a:lnTo>
                  <a:lnTo>
                    <a:pt x="889" y="40"/>
                  </a:lnTo>
                  <a:lnTo>
                    <a:pt x="889" y="60"/>
                  </a:lnTo>
                  <a:lnTo>
                    <a:pt x="869" y="40"/>
                  </a:lnTo>
                  <a:lnTo>
                    <a:pt x="810" y="40"/>
                  </a:lnTo>
                  <a:lnTo>
                    <a:pt x="909" y="80"/>
                  </a:lnTo>
                  <a:lnTo>
                    <a:pt x="889" y="80"/>
                  </a:lnTo>
                  <a:lnTo>
                    <a:pt x="968" y="99"/>
                  </a:lnTo>
                  <a:lnTo>
                    <a:pt x="1008" y="139"/>
                  </a:lnTo>
                  <a:lnTo>
                    <a:pt x="1008" y="139"/>
                  </a:lnTo>
                  <a:lnTo>
                    <a:pt x="948" y="99"/>
                  </a:lnTo>
                  <a:lnTo>
                    <a:pt x="909" y="99"/>
                  </a:lnTo>
                  <a:lnTo>
                    <a:pt x="830" y="60"/>
                  </a:lnTo>
                  <a:lnTo>
                    <a:pt x="810" y="60"/>
                  </a:lnTo>
                  <a:lnTo>
                    <a:pt x="731" y="40"/>
                  </a:lnTo>
                  <a:lnTo>
                    <a:pt x="790" y="60"/>
                  </a:lnTo>
                  <a:lnTo>
                    <a:pt x="790" y="80"/>
                  </a:lnTo>
                  <a:lnTo>
                    <a:pt x="770" y="80"/>
                  </a:lnTo>
                  <a:lnTo>
                    <a:pt x="751" y="60"/>
                  </a:lnTo>
                  <a:lnTo>
                    <a:pt x="691" y="40"/>
                  </a:lnTo>
                  <a:lnTo>
                    <a:pt x="691" y="60"/>
                  </a:lnTo>
                  <a:lnTo>
                    <a:pt x="731" y="99"/>
                  </a:lnTo>
                  <a:lnTo>
                    <a:pt x="731" y="119"/>
                  </a:lnTo>
                  <a:lnTo>
                    <a:pt x="711" y="99"/>
                  </a:lnTo>
                  <a:lnTo>
                    <a:pt x="672" y="99"/>
                  </a:lnTo>
                  <a:lnTo>
                    <a:pt x="691" y="119"/>
                  </a:lnTo>
                  <a:lnTo>
                    <a:pt x="691" y="119"/>
                  </a:lnTo>
                  <a:lnTo>
                    <a:pt x="632" y="99"/>
                  </a:lnTo>
                  <a:lnTo>
                    <a:pt x="573" y="99"/>
                  </a:lnTo>
                  <a:lnTo>
                    <a:pt x="612" y="119"/>
                  </a:lnTo>
                  <a:lnTo>
                    <a:pt x="612" y="139"/>
                  </a:lnTo>
                  <a:lnTo>
                    <a:pt x="652" y="159"/>
                  </a:lnTo>
                  <a:lnTo>
                    <a:pt x="593" y="139"/>
                  </a:lnTo>
                  <a:lnTo>
                    <a:pt x="593" y="139"/>
                  </a:lnTo>
                  <a:lnTo>
                    <a:pt x="691" y="198"/>
                  </a:lnTo>
                  <a:lnTo>
                    <a:pt x="751" y="218"/>
                  </a:lnTo>
                  <a:lnTo>
                    <a:pt x="770" y="238"/>
                  </a:lnTo>
                  <a:lnTo>
                    <a:pt x="770" y="238"/>
                  </a:lnTo>
                  <a:lnTo>
                    <a:pt x="711" y="218"/>
                  </a:lnTo>
                  <a:lnTo>
                    <a:pt x="652" y="198"/>
                  </a:lnTo>
                  <a:lnTo>
                    <a:pt x="593" y="178"/>
                  </a:lnTo>
                  <a:lnTo>
                    <a:pt x="553" y="178"/>
                  </a:lnTo>
                  <a:lnTo>
                    <a:pt x="553" y="198"/>
                  </a:lnTo>
                  <a:lnTo>
                    <a:pt x="514" y="178"/>
                  </a:lnTo>
                  <a:lnTo>
                    <a:pt x="469" y="163"/>
                  </a:lnTo>
                  <a:lnTo>
                    <a:pt x="469" y="163"/>
                  </a:lnTo>
                  <a:lnTo>
                    <a:pt x="454" y="178"/>
                  </a:lnTo>
                  <a:lnTo>
                    <a:pt x="395" y="178"/>
                  </a:lnTo>
                  <a:lnTo>
                    <a:pt x="454" y="218"/>
                  </a:lnTo>
                  <a:lnTo>
                    <a:pt x="435" y="218"/>
                  </a:lnTo>
                  <a:lnTo>
                    <a:pt x="375" y="198"/>
                  </a:lnTo>
                  <a:lnTo>
                    <a:pt x="395" y="218"/>
                  </a:lnTo>
                  <a:lnTo>
                    <a:pt x="375" y="238"/>
                  </a:lnTo>
                  <a:lnTo>
                    <a:pt x="336" y="238"/>
                  </a:lnTo>
                  <a:lnTo>
                    <a:pt x="375" y="257"/>
                  </a:lnTo>
                  <a:lnTo>
                    <a:pt x="435" y="277"/>
                  </a:lnTo>
                  <a:lnTo>
                    <a:pt x="336" y="277"/>
                  </a:lnTo>
                  <a:lnTo>
                    <a:pt x="395" y="317"/>
                  </a:lnTo>
                  <a:lnTo>
                    <a:pt x="494" y="336"/>
                  </a:lnTo>
                  <a:lnTo>
                    <a:pt x="435" y="336"/>
                  </a:lnTo>
                  <a:lnTo>
                    <a:pt x="356" y="317"/>
                  </a:lnTo>
                  <a:lnTo>
                    <a:pt x="257" y="297"/>
                  </a:lnTo>
                  <a:lnTo>
                    <a:pt x="257" y="317"/>
                  </a:lnTo>
                  <a:lnTo>
                    <a:pt x="237" y="317"/>
                  </a:lnTo>
                  <a:lnTo>
                    <a:pt x="296" y="336"/>
                  </a:lnTo>
                  <a:lnTo>
                    <a:pt x="356" y="356"/>
                  </a:lnTo>
                  <a:lnTo>
                    <a:pt x="277" y="317"/>
                  </a:lnTo>
                  <a:lnTo>
                    <a:pt x="316" y="317"/>
                  </a:lnTo>
                  <a:lnTo>
                    <a:pt x="375" y="336"/>
                  </a:lnTo>
                  <a:lnTo>
                    <a:pt x="395" y="356"/>
                  </a:lnTo>
                  <a:lnTo>
                    <a:pt x="435" y="376"/>
                  </a:lnTo>
                  <a:lnTo>
                    <a:pt x="514" y="435"/>
                  </a:lnTo>
                  <a:lnTo>
                    <a:pt x="454" y="435"/>
                  </a:lnTo>
                  <a:lnTo>
                    <a:pt x="415" y="415"/>
                  </a:lnTo>
                  <a:lnTo>
                    <a:pt x="356" y="396"/>
                  </a:lnTo>
                  <a:lnTo>
                    <a:pt x="375" y="415"/>
                  </a:lnTo>
                  <a:lnTo>
                    <a:pt x="336" y="415"/>
                  </a:lnTo>
                  <a:lnTo>
                    <a:pt x="375" y="435"/>
                  </a:lnTo>
                  <a:lnTo>
                    <a:pt x="395" y="455"/>
                  </a:lnTo>
                  <a:lnTo>
                    <a:pt x="375" y="455"/>
                  </a:lnTo>
                  <a:lnTo>
                    <a:pt x="296" y="435"/>
                  </a:lnTo>
                  <a:lnTo>
                    <a:pt x="277" y="455"/>
                  </a:lnTo>
                  <a:lnTo>
                    <a:pt x="237" y="475"/>
                  </a:lnTo>
                  <a:lnTo>
                    <a:pt x="217" y="475"/>
                  </a:lnTo>
                  <a:lnTo>
                    <a:pt x="217" y="514"/>
                  </a:lnTo>
                  <a:lnTo>
                    <a:pt x="296" y="514"/>
                  </a:lnTo>
                  <a:lnTo>
                    <a:pt x="356" y="534"/>
                  </a:lnTo>
                  <a:lnTo>
                    <a:pt x="454" y="573"/>
                  </a:lnTo>
                  <a:lnTo>
                    <a:pt x="395" y="573"/>
                  </a:lnTo>
                  <a:lnTo>
                    <a:pt x="415" y="593"/>
                  </a:lnTo>
                  <a:lnTo>
                    <a:pt x="454" y="593"/>
                  </a:lnTo>
                  <a:lnTo>
                    <a:pt x="474" y="613"/>
                  </a:lnTo>
                  <a:lnTo>
                    <a:pt x="435" y="613"/>
                  </a:lnTo>
                  <a:lnTo>
                    <a:pt x="395" y="593"/>
                  </a:lnTo>
                  <a:lnTo>
                    <a:pt x="395" y="613"/>
                  </a:lnTo>
                  <a:lnTo>
                    <a:pt x="336" y="593"/>
                  </a:lnTo>
                  <a:lnTo>
                    <a:pt x="277" y="573"/>
                  </a:lnTo>
                  <a:lnTo>
                    <a:pt x="237" y="554"/>
                  </a:lnTo>
                  <a:lnTo>
                    <a:pt x="237" y="573"/>
                  </a:lnTo>
                  <a:lnTo>
                    <a:pt x="158" y="554"/>
                  </a:lnTo>
                  <a:lnTo>
                    <a:pt x="158" y="573"/>
                  </a:lnTo>
                  <a:lnTo>
                    <a:pt x="138" y="573"/>
                  </a:lnTo>
                  <a:lnTo>
                    <a:pt x="217" y="593"/>
                  </a:lnTo>
                  <a:lnTo>
                    <a:pt x="158" y="613"/>
                  </a:lnTo>
                  <a:lnTo>
                    <a:pt x="119" y="633"/>
                  </a:lnTo>
                  <a:lnTo>
                    <a:pt x="178" y="633"/>
                  </a:lnTo>
                  <a:lnTo>
                    <a:pt x="198" y="652"/>
                  </a:lnTo>
                  <a:lnTo>
                    <a:pt x="119" y="652"/>
                  </a:lnTo>
                  <a:lnTo>
                    <a:pt x="119" y="672"/>
                  </a:lnTo>
                  <a:lnTo>
                    <a:pt x="158" y="712"/>
                  </a:lnTo>
                  <a:lnTo>
                    <a:pt x="237" y="731"/>
                  </a:lnTo>
                  <a:lnTo>
                    <a:pt x="237" y="751"/>
                  </a:lnTo>
                  <a:lnTo>
                    <a:pt x="198" y="731"/>
                  </a:lnTo>
                  <a:lnTo>
                    <a:pt x="257" y="771"/>
                  </a:lnTo>
                  <a:lnTo>
                    <a:pt x="277" y="791"/>
                  </a:lnTo>
                  <a:lnTo>
                    <a:pt x="257" y="791"/>
                  </a:lnTo>
                  <a:lnTo>
                    <a:pt x="198" y="751"/>
                  </a:lnTo>
                  <a:lnTo>
                    <a:pt x="158" y="751"/>
                  </a:lnTo>
                  <a:lnTo>
                    <a:pt x="158" y="771"/>
                  </a:lnTo>
                  <a:lnTo>
                    <a:pt x="138" y="771"/>
                  </a:lnTo>
                  <a:lnTo>
                    <a:pt x="316" y="889"/>
                  </a:lnTo>
                  <a:lnTo>
                    <a:pt x="435" y="909"/>
                  </a:lnTo>
                  <a:lnTo>
                    <a:pt x="533" y="968"/>
                  </a:lnTo>
                  <a:lnTo>
                    <a:pt x="454" y="968"/>
                  </a:lnTo>
                  <a:lnTo>
                    <a:pt x="375" y="949"/>
                  </a:lnTo>
                  <a:lnTo>
                    <a:pt x="336" y="949"/>
                  </a:lnTo>
                  <a:lnTo>
                    <a:pt x="316" y="929"/>
                  </a:lnTo>
                  <a:lnTo>
                    <a:pt x="375" y="929"/>
                  </a:lnTo>
                  <a:lnTo>
                    <a:pt x="237" y="909"/>
                  </a:lnTo>
                  <a:lnTo>
                    <a:pt x="198" y="870"/>
                  </a:lnTo>
                  <a:lnTo>
                    <a:pt x="158" y="870"/>
                  </a:lnTo>
                  <a:lnTo>
                    <a:pt x="59" y="850"/>
                  </a:lnTo>
                  <a:lnTo>
                    <a:pt x="59" y="850"/>
                  </a:lnTo>
                  <a:lnTo>
                    <a:pt x="79" y="870"/>
                  </a:lnTo>
                  <a:lnTo>
                    <a:pt x="99" y="889"/>
                  </a:lnTo>
                  <a:lnTo>
                    <a:pt x="59" y="870"/>
                  </a:lnTo>
                  <a:lnTo>
                    <a:pt x="59" y="870"/>
                  </a:lnTo>
                  <a:lnTo>
                    <a:pt x="79" y="889"/>
                  </a:lnTo>
                  <a:lnTo>
                    <a:pt x="99" y="909"/>
                  </a:lnTo>
                  <a:lnTo>
                    <a:pt x="59" y="929"/>
                  </a:lnTo>
                  <a:lnTo>
                    <a:pt x="99" y="929"/>
                  </a:lnTo>
                  <a:lnTo>
                    <a:pt x="138" y="949"/>
                  </a:lnTo>
                  <a:lnTo>
                    <a:pt x="59" y="949"/>
                  </a:lnTo>
                  <a:lnTo>
                    <a:pt x="99" y="968"/>
                  </a:lnTo>
                  <a:lnTo>
                    <a:pt x="99" y="988"/>
                  </a:lnTo>
                  <a:lnTo>
                    <a:pt x="178" y="1008"/>
                  </a:lnTo>
                  <a:lnTo>
                    <a:pt x="277" y="1028"/>
                  </a:lnTo>
                  <a:lnTo>
                    <a:pt x="296" y="1047"/>
                  </a:lnTo>
                  <a:lnTo>
                    <a:pt x="296" y="1067"/>
                  </a:lnTo>
                  <a:lnTo>
                    <a:pt x="257" y="1067"/>
                  </a:lnTo>
                  <a:lnTo>
                    <a:pt x="237" y="1047"/>
                  </a:lnTo>
                  <a:lnTo>
                    <a:pt x="257" y="1087"/>
                  </a:lnTo>
                  <a:lnTo>
                    <a:pt x="257" y="1087"/>
                  </a:lnTo>
                  <a:lnTo>
                    <a:pt x="198" y="1067"/>
                  </a:lnTo>
                  <a:lnTo>
                    <a:pt x="198" y="1047"/>
                  </a:lnTo>
                  <a:lnTo>
                    <a:pt x="178" y="1047"/>
                  </a:lnTo>
                  <a:lnTo>
                    <a:pt x="178" y="1067"/>
                  </a:lnTo>
                  <a:lnTo>
                    <a:pt x="237" y="1107"/>
                  </a:lnTo>
                  <a:lnTo>
                    <a:pt x="217" y="1126"/>
                  </a:lnTo>
                  <a:lnTo>
                    <a:pt x="119" y="1107"/>
                  </a:lnTo>
                  <a:lnTo>
                    <a:pt x="79" y="1126"/>
                  </a:lnTo>
                  <a:lnTo>
                    <a:pt x="79" y="1146"/>
                  </a:lnTo>
                  <a:lnTo>
                    <a:pt x="40" y="1146"/>
                  </a:lnTo>
                  <a:lnTo>
                    <a:pt x="119" y="1166"/>
                  </a:lnTo>
                  <a:lnTo>
                    <a:pt x="158" y="1166"/>
                  </a:lnTo>
                  <a:lnTo>
                    <a:pt x="217" y="1225"/>
                  </a:lnTo>
                  <a:lnTo>
                    <a:pt x="277" y="1284"/>
                  </a:lnTo>
                  <a:lnTo>
                    <a:pt x="217" y="1265"/>
                  </a:lnTo>
                  <a:lnTo>
                    <a:pt x="158" y="1225"/>
                  </a:lnTo>
                  <a:lnTo>
                    <a:pt x="119" y="1205"/>
                  </a:lnTo>
                  <a:lnTo>
                    <a:pt x="40" y="1186"/>
                  </a:lnTo>
                  <a:lnTo>
                    <a:pt x="79" y="1205"/>
                  </a:lnTo>
                  <a:lnTo>
                    <a:pt x="99" y="1225"/>
                  </a:lnTo>
                  <a:lnTo>
                    <a:pt x="59" y="1225"/>
                  </a:lnTo>
                  <a:lnTo>
                    <a:pt x="79" y="1265"/>
                  </a:lnTo>
                  <a:lnTo>
                    <a:pt x="119" y="1265"/>
                  </a:lnTo>
                  <a:lnTo>
                    <a:pt x="138" y="1284"/>
                  </a:lnTo>
                  <a:lnTo>
                    <a:pt x="119" y="1304"/>
                  </a:lnTo>
                  <a:lnTo>
                    <a:pt x="119" y="1324"/>
                  </a:lnTo>
                  <a:lnTo>
                    <a:pt x="119" y="1344"/>
                  </a:lnTo>
                  <a:lnTo>
                    <a:pt x="119" y="1363"/>
                  </a:lnTo>
                  <a:lnTo>
                    <a:pt x="158" y="1363"/>
                  </a:lnTo>
                  <a:lnTo>
                    <a:pt x="138" y="1344"/>
                  </a:lnTo>
                  <a:lnTo>
                    <a:pt x="217" y="1344"/>
                  </a:lnTo>
                  <a:lnTo>
                    <a:pt x="237" y="1363"/>
                  </a:lnTo>
                  <a:lnTo>
                    <a:pt x="257" y="1383"/>
                  </a:lnTo>
                  <a:lnTo>
                    <a:pt x="277" y="1403"/>
                  </a:lnTo>
                  <a:lnTo>
                    <a:pt x="277" y="1423"/>
                  </a:lnTo>
                  <a:lnTo>
                    <a:pt x="296" y="1423"/>
                  </a:lnTo>
                  <a:lnTo>
                    <a:pt x="336" y="1442"/>
                  </a:lnTo>
                  <a:lnTo>
                    <a:pt x="316" y="1462"/>
                  </a:lnTo>
                  <a:lnTo>
                    <a:pt x="296" y="1462"/>
                  </a:lnTo>
                  <a:lnTo>
                    <a:pt x="257" y="1442"/>
                  </a:lnTo>
                  <a:lnTo>
                    <a:pt x="198" y="1423"/>
                  </a:lnTo>
                  <a:lnTo>
                    <a:pt x="178" y="1403"/>
                  </a:lnTo>
                  <a:lnTo>
                    <a:pt x="138" y="1383"/>
                  </a:lnTo>
                  <a:lnTo>
                    <a:pt x="40" y="1363"/>
                  </a:lnTo>
                  <a:lnTo>
                    <a:pt x="40" y="1363"/>
                  </a:lnTo>
                  <a:lnTo>
                    <a:pt x="59" y="1383"/>
                  </a:lnTo>
                  <a:lnTo>
                    <a:pt x="20" y="1383"/>
                  </a:lnTo>
                  <a:lnTo>
                    <a:pt x="59" y="1403"/>
                  </a:lnTo>
                  <a:lnTo>
                    <a:pt x="158" y="1423"/>
                  </a:lnTo>
                  <a:lnTo>
                    <a:pt x="138" y="1403"/>
                  </a:lnTo>
                  <a:lnTo>
                    <a:pt x="158" y="1403"/>
                  </a:lnTo>
                  <a:lnTo>
                    <a:pt x="217" y="1442"/>
                  </a:lnTo>
                  <a:lnTo>
                    <a:pt x="257" y="1462"/>
                  </a:lnTo>
                  <a:lnTo>
                    <a:pt x="237" y="1462"/>
                  </a:lnTo>
                  <a:lnTo>
                    <a:pt x="237" y="1482"/>
                  </a:lnTo>
                  <a:lnTo>
                    <a:pt x="198" y="1462"/>
                  </a:lnTo>
                  <a:lnTo>
                    <a:pt x="119" y="1442"/>
                  </a:lnTo>
                  <a:lnTo>
                    <a:pt x="158" y="1462"/>
                  </a:lnTo>
                  <a:lnTo>
                    <a:pt x="158" y="1462"/>
                  </a:lnTo>
                  <a:lnTo>
                    <a:pt x="178" y="1482"/>
                  </a:lnTo>
                  <a:lnTo>
                    <a:pt x="198" y="1482"/>
                  </a:lnTo>
                  <a:lnTo>
                    <a:pt x="198" y="1502"/>
                  </a:lnTo>
                  <a:lnTo>
                    <a:pt x="158" y="1482"/>
                  </a:lnTo>
                  <a:lnTo>
                    <a:pt x="158" y="1482"/>
                  </a:lnTo>
                  <a:lnTo>
                    <a:pt x="178" y="1502"/>
                  </a:lnTo>
                  <a:lnTo>
                    <a:pt x="217" y="1521"/>
                  </a:lnTo>
                  <a:lnTo>
                    <a:pt x="277" y="1541"/>
                  </a:lnTo>
                  <a:lnTo>
                    <a:pt x="336" y="1561"/>
                  </a:lnTo>
                  <a:lnTo>
                    <a:pt x="336" y="1581"/>
                  </a:lnTo>
                  <a:lnTo>
                    <a:pt x="336" y="1600"/>
                  </a:lnTo>
                  <a:lnTo>
                    <a:pt x="277" y="1600"/>
                  </a:lnTo>
                  <a:lnTo>
                    <a:pt x="336" y="1620"/>
                  </a:lnTo>
                  <a:lnTo>
                    <a:pt x="257" y="1620"/>
                  </a:lnTo>
                  <a:lnTo>
                    <a:pt x="257" y="1600"/>
                  </a:lnTo>
                  <a:lnTo>
                    <a:pt x="237" y="1581"/>
                  </a:lnTo>
                  <a:lnTo>
                    <a:pt x="178" y="1561"/>
                  </a:lnTo>
                  <a:lnTo>
                    <a:pt x="138" y="1561"/>
                  </a:lnTo>
                  <a:lnTo>
                    <a:pt x="217" y="1600"/>
                  </a:lnTo>
                  <a:lnTo>
                    <a:pt x="198" y="1600"/>
                  </a:lnTo>
                  <a:lnTo>
                    <a:pt x="138" y="1581"/>
                  </a:lnTo>
                  <a:lnTo>
                    <a:pt x="178" y="1600"/>
                  </a:lnTo>
                  <a:lnTo>
                    <a:pt x="198" y="1620"/>
                  </a:lnTo>
                  <a:lnTo>
                    <a:pt x="79" y="1600"/>
                  </a:lnTo>
                  <a:lnTo>
                    <a:pt x="119" y="1620"/>
                  </a:lnTo>
                  <a:lnTo>
                    <a:pt x="138" y="1620"/>
                  </a:lnTo>
                  <a:lnTo>
                    <a:pt x="138" y="1640"/>
                  </a:lnTo>
                  <a:lnTo>
                    <a:pt x="119" y="1660"/>
                  </a:lnTo>
                  <a:lnTo>
                    <a:pt x="119" y="1679"/>
                  </a:lnTo>
                  <a:lnTo>
                    <a:pt x="158" y="1679"/>
                  </a:lnTo>
                  <a:lnTo>
                    <a:pt x="138" y="1660"/>
                  </a:lnTo>
                  <a:lnTo>
                    <a:pt x="198" y="1660"/>
                  </a:lnTo>
                  <a:lnTo>
                    <a:pt x="217" y="1679"/>
                  </a:lnTo>
                  <a:lnTo>
                    <a:pt x="217" y="1699"/>
                  </a:lnTo>
                  <a:lnTo>
                    <a:pt x="217" y="1739"/>
                  </a:lnTo>
                  <a:lnTo>
                    <a:pt x="257" y="1758"/>
                  </a:lnTo>
                  <a:lnTo>
                    <a:pt x="198" y="1758"/>
                  </a:lnTo>
                  <a:lnTo>
                    <a:pt x="138" y="1739"/>
                  </a:lnTo>
                  <a:lnTo>
                    <a:pt x="158" y="1758"/>
                  </a:lnTo>
                  <a:lnTo>
                    <a:pt x="20" y="1758"/>
                  </a:lnTo>
                  <a:lnTo>
                    <a:pt x="20" y="1778"/>
                  </a:lnTo>
                  <a:lnTo>
                    <a:pt x="99" y="1778"/>
                  </a:lnTo>
                  <a:lnTo>
                    <a:pt x="119" y="1798"/>
                  </a:lnTo>
                  <a:lnTo>
                    <a:pt x="99" y="1798"/>
                  </a:lnTo>
                  <a:lnTo>
                    <a:pt x="138" y="1818"/>
                  </a:lnTo>
                  <a:lnTo>
                    <a:pt x="40" y="1818"/>
                  </a:lnTo>
                  <a:lnTo>
                    <a:pt x="79" y="1837"/>
                  </a:lnTo>
                  <a:lnTo>
                    <a:pt x="99" y="1837"/>
                  </a:lnTo>
                  <a:lnTo>
                    <a:pt x="158" y="1857"/>
                  </a:lnTo>
                  <a:lnTo>
                    <a:pt x="198" y="1877"/>
                  </a:lnTo>
                  <a:lnTo>
                    <a:pt x="178" y="1877"/>
                  </a:lnTo>
                  <a:lnTo>
                    <a:pt x="178" y="1897"/>
                  </a:lnTo>
                  <a:lnTo>
                    <a:pt x="217" y="1897"/>
                  </a:lnTo>
                  <a:lnTo>
                    <a:pt x="257" y="1916"/>
                  </a:lnTo>
                  <a:lnTo>
                    <a:pt x="237" y="1936"/>
                  </a:lnTo>
                  <a:lnTo>
                    <a:pt x="158" y="1916"/>
                  </a:lnTo>
                  <a:lnTo>
                    <a:pt x="158" y="1916"/>
                  </a:lnTo>
                  <a:lnTo>
                    <a:pt x="217" y="1956"/>
                  </a:lnTo>
                  <a:lnTo>
                    <a:pt x="237" y="1976"/>
                  </a:lnTo>
                  <a:lnTo>
                    <a:pt x="277" y="1976"/>
                  </a:lnTo>
                  <a:lnTo>
                    <a:pt x="316" y="1995"/>
                  </a:lnTo>
                  <a:lnTo>
                    <a:pt x="237" y="1995"/>
                  </a:lnTo>
                  <a:lnTo>
                    <a:pt x="237" y="1976"/>
                  </a:lnTo>
                  <a:lnTo>
                    <a:pt x="138" y="1976"/>
                  </a:lnTo>
                  <a:lnTo>
                    <a:pt x="99" y="1956"/>
                  </a:lnTo>
                  <a:lnTo>
                    <a:pt x="99" y="1956"/>
                  </a:lnTo>
                  <a:lnTo>
                    <a:pt x="119" y="1976"/>
                  </a:lnTo>
                  <a:lnTo>
                    <a:pt x="79" y="1976"/>
                  </a:lnTo>
                  <a:lnTo>
                    <a:pt x="79" y="1995"/>
                  </a:lnTo>
                  <a:lnTo>
                    <a:pt x="138" y="1995"/>
                  </a:lnTo>
                  <a:lnTo>
                    <a:pt x="198" y="2015"/>
                  </a:lnTo>
                  <a:lnTo>
                    <a:pt x="99" y="2015"/>
                  </a:lnTo>
                  <a:lnTo>
                    <a:pt x="119" y="2035"/>
                  </a:lnTo>
                  <a:lnTo>
                    <a:pt x="138" y="2035"/>
                  </a:lnTo>
                  <a:lnTo>
                    <a:pt x="217" y="2074"/>
                  </a:lnTo>
                  <a:lnTo>
                    <a:pt x="316" y="2074"/>
                  </a:lnTo>
                  <a:lnTo>
                    <a:pt x="375" y="2094"/>
                  </a:lnTo>
                  <a:lnTo>
                    <a:pt x="395" y="2114"/>
                  </a:lnTo>
                  <a:lnTo>
                    <a:pt x="356" y="2114"/>
                  </a:lnTo>
                  <a:lnTo>
                    <a:pt x="336" y="2094"/>
                  </a:lnTo>
                  <a:lnTo>
                    <a:pt x="316" y="2074"/>
                  </a:lnTo>
                  <a:lnTo>
                    <a:pt x="316" y="2094"/>
                  </a:lnTo>
                  <a:lnTo>
                    <a:pt x="356" y="2114"/>
                  </a:lnTo>
                  <a:lnTo>
                    <a:pt x="296" y="2114"/>
                  </a:lnTo>
                  <a:lnTo>
                    <a:pt x="158" y="2074"/>
                  </a:lnTo>
                  <a:lnTo>
                    <a:pt x="0" y="2035"/>
                  </a:lnTo>
                  <a:lnTo>
                    <a:pt x="20" y="2074"/>
                  </a:lnTo>
                  <a:lnTo>
                    <a:pt x="20" y="2094"/>
                  </a:lnTo>
                  <a:lnTo>
                    <a:pt x="0" y="2094"/>
                  </a:lnTo>
                  <a:lnTo>
                    <a:pt x="79" y="2134"/>
                  </a:lnTo>
                  <a:lnTo>
                    <a:pt x="198" y="2153"/>
                  </a:lnTo>
                  <a:lnTo>
                    <a:pt x="198" y="2173"/>
                  </a:lnTo>
                  <a:lnTo>
                    <a:pt x="178" y="2173"/>
                  </a:lnTo>
                  <a:lnTo>
                    <a:pt x="138" y="2153"/>
                  </a:lnTo>
                  <a:lnTo>
                    <a:pt x="138" y="2153"/>
                  </a:lnTo>
                  <a:lnTo>
                    <a:pt x="198" y="2193"/>
                  </a:lnTo>
                  <a:lnTo>
                    <a:pt x="198" y="2213"/>
                  </a:lnTo>
                  <a:lnTo>
                    <a:pt x="198" y="2232"/>
                  </a:lnTo>
                  <a:lnTo>
                    <a:pt x="257" y="2252"/>
                  </a:lnTo>
                  <a:lnTo>
                    <a:pt x="356" y="2252"/>
                  </a:lnTo>
                  <a:lnTo>
                    <a:pt x="356" y="2272"/>
                  </a:lnTo>
                  <a:lnTo>
                    <a:pt x="375" y="2272"/>
                  </a:lnTo>
                  <a:lnTo>
                    <a:pt x="415" y="2292"/>
                  </a:lnTo>
                  <a:lnTo>
                    <a:pt x="415" y="2312"/>
                  </a:lnTo>
                  <a:lnTo>
                    <a:pt x="356" y="2292"/>
                  </a:lnTo>
                  <a:lnTo>
                    <a:pt x="336" y="2312"/>
                  </a:lnTo>
                  <a:lnTo>
                    <a:pt x="356" y="2331"/>
                  </a:lnTo>
                  <a:lnTo>
                    <a:pt x="356" y="2331"/>
                  </a:lnTo>
                  <a:lnTo>
                    <a:pt x="296" y="2312"/>
                  </a:lnTo>
                  <a:lnTo>
                    <a:pt x="277" y="2292"/>
                  </a:lnTo>
                  <a:lnTo>
                    <a:pt x="257" y="2292"/>
                  </a:lnTo>
                  <a:lnTo>
                    <a:pt x="138" y="2272"/>
                  </a:lnTo>
                  <a:lnTo>
                    <a:pt x="178" y="2292"/>
                  </a:lnTo>
                  <a:lnTo>
                    <a:pt x="237" y="2292"/>
                  </a:lnTo>
                  <a:lnTo>
                    <a:pt x="257" y="2312"/>
                  </a:lnTo>
                  <a:lnTo>
                    <a:pt x="198" y="2312"/>
                  </a:lnTo>
                  <a:lnTo>
                    <a:pt x="178" y="2331"/>
                  </a:lnTo>
                  <a:lnTo>
                    <a:pt x="158" y="2351"/>
                  </a:lnTo>
                  <a:lnTo>
                    <a:pt x="59" y="2331"/>
                  </a:lnTo>
                  <a:lnTo>
                    <a:pt x="138" y="2371"/>
                  </a:lnTo>
                  <a:lnTo>
                    <a:pt x="178" y="2391"/>
                  </a:lnTo>
                  <a:lnTo>
                    <a:pt x="178" y="2410"/>
                  </a:lnTo>
                  <a:lnTo>
                    <a:pt x="217" y="2430"/>
                  </a:lnTo>
                  <a:lnTo>
                    <a:pt x="277" y="2450"/>
                  </a:lnTo>
                  <a:lnTo>
                    <a:pt x="296" y="2450"/>
                  </a:lnTo>
                  <a:lnTo>
                    <a:pt x="277" y="2410"/>
                  </a:lnTo>
                  <a:lnTo>
                    <a:pt x="257" y="2410"/>
                  </a:lnTo>
                  <a:lnTo>
                    <a:pt x="296" y="2391"/>
                  </a:lnTo>
                  <a:lnTo>
                    <a:pt x="178" y="2371"/>
                  </a:lnTo>
                  <a:lnTo>
                    <a:pt x="178" y="2351"/>
                  </a:lnTo>
                  <a:lnTo>
                    <a:pt x="217" y="2351"/>
                  </a:lnTo>
                  <a:lnTo>
                    <a:pt x="316" y="2391"/>
                  </a:lnTo>
                  <a:lnTo>
                    <a:pt x="356" y="2391"/>
                  </a:lnTo>
                  <a:lnTo>
                    <a:pt x="375" y="2410"/>
                  </a:lnTo>
                  <a:lnTo>
                    <a:pt x="415" y="2410"/>
                  </a:lnTo>
                  <a:lnTo>
                    <a:pt x="435" y="2391"/>
                  </a:lnTo>
                  <a:lnTo>
                    <a:pt x="514" y="2410"/>
                  </a:lnTo>
                  <a:lnTo>
                    <a:pt x="652" y="2470"/>
                  </a:lnTo>
                  <a:lnTo>
                    <a:pt x="652" y="2470"/>
                  </a:lnTo>
                  <a:lnTo>
                    <a:pt x="593" y="2450"/>
                  </a:lnTo>
                  <a:lnTo>
                    <a:pt x="593" y="2450"/>
                  </a:lnTo>
                  <a:lnTo>
                    <a:pt x="672" y="2489"/>
                  </a:lnTo>
                  <a:lnTo>
                    <a:pt x="553" y="2470"/>
                  </a:lnTo>
                  <a:lnTo>
                    <a:pt x="553" y="2489"/>
                  </a:lnTo>
                  <a:lnTo>
                    <a:pt x="553" y="2509"/>
                  </a:lnTo>
                  <a:lnTo>
                    <a:pt x="612" y="2509"/>
                  </a:lnTo>
                  <a:lnTo>
                    <a:pt x="593" y="2489"/>
                  </a:lnTo>
                  <a:lnTo>
                    <a:pt x="652" y="2509"/>
                  </a:lnTo>
                  <a:lnTo>
                    <a:pt x="632" y="2509"/>
                  </a:lnTo>
                  <a:lnTo>
                    <a:pt x="632" y="2529"/>
                  </a:lnTo>
                  <a:lnTo>
                    <a:pt x="672" y="2529"/>
                  </a:lnTo>
                  <a:lnTo>
                    <a:pt x="751" y="2568"/>
                  </a:lnTo>
                  <a:lnTo>
                    <a:pt x="632" y="2568"/>
                  </a:lnTo>
                  <a:lnTo>
                    <a:pt x="494" y="2529"/>
                  </a:lnTo>
                  <a:lnTo>
                    <a:pt x="514" y="2549"/>
                  </a:lnTo>
                  <a:lnTo>
                    <a:pt x="316" y="2489"/>
                  </a:lnTo>
                  <a:lnTo>
                    <a:pt x="277" y="2509"/>
                  </a:lnTo>
                  <a:lnTo>
                    <a:pt x="277" y="2529"/>
                  </a:lnTo>
                  <a:lnTo>
                    <a:pt x="138" y="2509"/>
                  </a:lnTo>
                  <a:lnTo>
                    <a:pt x="158" y="2529"/>
                  </a:lnTo>
                  <a:lnTo>
                    <a:pt x="138" y="2529"/>
                  </a:lnTo>
                  <a:lnTo>
                    <a:pt x="79" y="2549"/>
                  </a:lnTo>
                  <a:lnTo>
                    <a:pt x="178" y="2549"/>
                  </a:lnTo>
                  <a:lnTo>
                    <a:pt x="217" y="2568"/>
                  </a:lnTo>
                  <a:lnTo>
                    <a:pt x="198" y="2568"/>
                  </a:lnTo>
                  <a:lnTo>
                    <a:pt x="217" y="2588"/>
                  </a:lnTo>
                  <a:lnTo>
                    <a:pt x="237" y="2568"/>
                  </a:lnTo>
                  <a:lnTo>
                    <a:pt x="277" y="2568"/>
                  </a:lnTo>
                  <a:lnTo>
                    <a:pt x="316" y="2588"/>
                  </a:lnTo>
                  <a:lnTo>
                    <a:pt x="435" y="2588"/>
                  </a:lnTo>
                  <a:lnTo>
                    <a:pt x="435" y="2608"/>
                  </a:lnTo>
                  <a:lnTo>
                    <a:pt x="435" y="2628"/>
                  </a:lnTo>
                  <a:lnTo>
                    <a:pt x="277" y="2588"/>
                  </a:lnTo>
                  <a:lnTo>
                    <a:pt x="296" y="2608"/>
                  </a:lnTo>
                  <a:lnTo>
                    <a:pt x="257" y="2628"/>
                  </a:lnTo>
                  <a:lnTo>
                    <a:pt x="217" y="2608"/>
                  </a:lnTo>
                  <a:lnTo>
                    <a:pt x="138" y="2608"/>
                  </a:lnTo>
                  <a:lnTo>
                    <a:pt x="138" y="2588"/>
                  </a:lnTo>
                  <a:lnTo>
                    <a:pt x="99" y="2628"/>
                  </a:lnTo>
                  <a:lnTo>
                    <a:pt x="79" y="2608"/>
                  </a:lnTo>
                  <a:lnTo>
                    <a:pt x="59" y="2608"/>
                  </a:lnTo>
                  <a:lnTo>
                    <a:pt x="59" y="2628"/>
                  </a:lnTo>
                  <a:lnTo>
                    <a:pt x="158" y="2647"/>
                  </a:lnTo>
                  <a:lnTo>
                    <a:pt x="107" y="2664"/>
                  </a:lnTo>
                  <a:lnTo>
                    <a:pt x="107" y="2664"/>
                  </a:lnTo>
                  <a:lnTo>
                    <a:pt x="119" y="2667"/>
                  </a:lnTo>
                  <a:lnTo>
                    <a:pt x="119" y="2687"/>
                  </a:lnTo>
                  <a:lnTo>
                    <a:pt x="158" y="2707"/>
                  </a:lnTo>
                  <a:lnTo>
                    <a:pt x="217" y="2726"/>
                  </a:lnTo>
                  <a:lnTo>
                    <a:pt x="257" y="2726"/>
                  </a:lnTo>
                  <a:lnTo>
                    <a:pt x="292" y="2744"/>
                  </a:lnTo>
                  <a:lnTo>
                    <a:pt x="292" y="2744"/>
                  </a:lnTo>
                  <a:lnTo>
                    <a:pt x="137" y="2728"/>
                  </a:lnTo>
                  <a:lnTo>
                    <a:pt x="137" y="2728"/>
                  </a:lnTo>
                  <a:lnTo>
                    <a:pt x="119" y="2746"/>
                  </a:lnTo>
                  <a:lnTo>
                    <a:pt x="178" y="2746"/>
                  </a:lnTo>
                  <a:lnTo>
                    <a:pt x="237" y="2766"/>
                  </a:lnTo>
                  <a:lnTo>
                    <a:pt x="257" y="2786"/>
                  </a:lnTo>
                  <a:lnTo>
                    <a:pt x="237" y="2786"/>
                  </a:lnTo>
                  <a:lnTo>
                    <a:pt x="277" y="2805"/>
                  </a:lnTo>
                  <a:lnTo>
                    <a:pt x="316" y="2825"/>
                  </a:lnTo>
                  <a:lnTo>
                    <a:pt x="395" y="2825"/>
                  </a:lnTo>
                  <a:lnTo>
                    <a:pt x="336" y="2845"/>
                  </a:lnTo>
                  <a:lnTo>
                    <a:pt x="237" y="2825"/>
                  </a:lnTo>
                  <a:lnTo>
                    <a:pt x="237" y="2845"/>
                  </a:lnTo>
                  <a:lnTo>
                    <a:pt x="138" y="2845"/>
                  </a:lnTo>
                  <a:lnTo>
                    <a:pt x="119" y="2865"/>
                  </a:lnTo>
                  <a:lnTo>
                    <a:pt x="198" y="2865"/>
                  </a:lnTo>
                  <a:lnTo>
                    <a:pt x="257" y="2884"/>
                  </a:lnTo>
                  <a:lnTo>
                    <a:pt x="237" y="2865"/>
                  </a:lnTo>
                  <a:lnTo>
                    <a:pt x="237" y="2865"/>
                  </a:lnTo>
                  <a:lnTo>
                    <a:pt x="316" y="2884"/>
                  </a:lnTo>
                  <a:lnTo>
                    <a:pt x="395" y="2904"/>
                  </a:lnTo>
                  <a:lnTo>
                    <a:pt x="435" y="2924"/>
                  </a:lnTo>
                  <a:lnTo>
                    <a:pt x="474" y="2924"/>
                  </a:lnTo>
                  <a:lnTo>
                    <a:pt x="375" y="2884"/>
                  </a:lnTo>
                  <a:lnTo>
                    <a:pt x="336" y="2865"/>
                  </a:lnTo>
                  <a:lnTo>
                    <a:pt x="395" y="2884"/>
                  </a:lnTo>
                  <a:lnTo>
                    <a:pt x="415" y="2865"/>
                  </a:lnTo>
                  <a:lnTo>
                    <a:pt x="435" y="2865"/>
                  </a:lnTo>
                  <a:lnTo>
                    <a:pt x="494" y="2845"/>
                  </a:lnTo>
                  <a:lnTo>
                    <a:pt x="415" y="2825"/>
                  </a:lnTo>
                  <a:lnTo>
                    <a:pt x="336" y="2805"/>
                  </a:lnTo>
                  <a:lnTo>
                    <a:pt x="395" y="2786"/>
                  </a:lnTo>
                  <a:lnTo>
                    <a:pt x="435" y="2805"/>
                  </a:lnTo>
                  <a:lnTo>
                    <a:pt x="415" y="2825"/>
                  </a:lnTo>
                  <a:lnTo>
                    <a:pt x="514" y="2825"/>
                  </a:lnTo>
                  <a:lnTo>
                    <a:pt x="632" y="2865"/>
                  </a:lnTo>
                  <a:lnTo>
                    <a:pt x="691" y="2884"/>
                  </a:lnTo>
                  <a:lnTo>
                    <a:pt x="711" y="2904"/>
                  </a:lnTo>
                  <a:lnTo>
                    <a:pt x="770" y="2944"/>
                  </a:lnTo>
                  <a:lnTo>
                    <a:pt x="790" y="2944"/>
                  </a:lnTo>
                  <a:lnTo>
                    <a:pt x="790" y="2963"/>
                  </a:lnTo>
                  <a:lnTo>
                    <a:pt x="810" y="2963"/>
                  </a:lnTo>
                  <a:lnTo>
                    <a:pt x="849" y="2983"/>
                  </a:lnTo>
                  <a:lnTo>
                    <a:pt x="849" y="2983"/>
                  </a:lnTo>
                  <a:lnTo>
                    <a:pt x="652" y="2963"/>
                  </a:lnTo>
                  <a:lnTo>
                    <a:pt x="494" y="2944"/>
                  </a:lnTo>
                  <a:lnTo>
                    <a:pt x="494" y="2963"/>
                  </a:lnTo>
                  <a:lnTo>
                    <a:pt x="533" y="2983"/>
                  </a:lnTo>
                  <a:lnTo>
                    <a:pt x="435" y="2963"/>
                  </a:lnTo>
                  <a:lnTo>
                    <a:pt x="336" y="2944"/>
                  </a:lnTo>
                  <a:lnTo>
                    <a:pt x="375" y="2963"/>
                  </a:lnTo>
                  <a:lnTo>
                    <a:pt x="435" y="2983"/>
                  </a:lnTo>
                  <a:lnTo>
                    <a:pt x="395" y="2983"/>
                  </a:lnTo>
                  <a:lnTo>
                    <a:pt x="435" y="3003"/>
                  </a:lnTo>
                  <a:lnTo>
                    <a:pt x="514" y="3042"/>
                  </a:lnTo>
                  <a:lnTo>
                    <a:pt x="514" y="3023"/>
                  </a:lnTo>
                  <a:lnTo>
                    <a:pt x="533" y="3023"/>
                  </a:lnTo>
                  <a:lnTo>
                    <a:pt x="593" y="3042"/>
                  </a:lnTo>
                  <a:lnTo>
                    <a:pt x="632" y="3023"/>
                  </a:lnTo>
                  <a:lnTo>
                    <a:pt x="672" y="3023"/>
                  </a:lnTo>
                  <a:lnTo>
                    <a:pt x="691" y="3042"/>
                  </a:lnTo>
                  <a:lnTo>
                    <a:pt x="731" y="3042"/>
                  </a:lnTo>
                  <a:lnTo>
                    <a:pt x="711" y="3023"/>
                  </a:lnTo>
                  <a:lnTo>
                    <a:pt x="751" y="3023"/>
                  </a:lnTo>
                  <a:lnTo>
                    <a:pt x="751" y="3003"/>
                  </a:lnTo>
                  <a:lnTo>
                    <a:pt x="790" y="3023"/>
                  </a:lnTo>
                  <a:lnTo>
                    <a:pt x="770" y="3003"/>
                  </a:lnTo>
                  <a:lnTo>
                    <a:pt x="790" y="3003"/>
                  </a:lnTo>
                  <a:lnTo>
                    <a:pt x="909" y="3042"/>
                  </a:lnTo>
                  <a:lnTo>
                    <a:pt x="869" y="3042"/>
                  </a:lnTo>
                  <a:lnTo>
                    <a:pt x="790" y="3023"/>
                  </a:lnTo>
                  <a:lnTo>
                    <a:pt x="790" y="3042"/>
                  </a:lnTo>
                  <a:lnTo>
                    <a:pt x="830" y="3062"/>
                  </a:lnTo>
                  <a:lnTo>
                    <a:pt x="869" y="3062"/>
                  </a:lnTo>
                  <a:lnTo>
                    <a:pt x="929" y="3082"/>
                  </a:lnTo>
                  <a:lnTo>
                    <a:pt x="948" y="3082"/>
                  </a:lnTo>
                  <a:lnTo>
                    <a:pt x="1027" y="3102"/>
                  </a:lnTo>
                  <a:lnTo>
                    <a:pt x="1047" y="3082"/>
                  </a:lnTo>
                  <a:lnTo>
                    <a:pt x="1106" y="3102"/>
                  </a:lnTo>
                  <a:lnTo>
                    <a:pt x="1106" y="3102"/>
                  </a:lnTo>
                  <a:lnTo>
                    <a:pt x="1047" y="3062"/>
                  </a:lnTo>
                  <a:lnTo>
                    <a:pt x="1077" y="3062"/>
                  </a:lnTo>
                  <a:lnTo>
                    <a:pt x="1067" y="3042"/>
                  </a:lnTo>
                  <a:lnTo>
                    <a:pt x="1027" y="3042"/>
                  </a:lnTo>
                  <a:lnTo>
                    <a:pt x="1008" y="3023"/>
                  </a:lnTo>
                  <a:lnTo>
                    <a:pt x="988" y="3023"/>
                  </a:lnTo>
                  <a:lnTo>
                    <a:pt x="889" y="2983"/>
                  </a:lnTo>
                  <a:lnTo>
                    <a:pt x="968" y="3003"/>
                  </a:lnTo>
                  <a:lnTo>
                    <a:pt x="1027" y="3023"/>
                  </a:lnTo>
                  <a:lnTo>
                    <a:pt x="1008" y="3003"/>
                  </a:lnTo>
                  <a:lnTo>
                    <a:pt x="1047" y="3003"/>
                  </a:lnTo>
                  <a:lnTo>
                    <a:pt x="968" y="2983"/>
                  </a:lnTo>
                  <a:lnTo>
                    <a:pt x="1008" y="2983"/>
                  </a:lnTo>
                  <a:lnTo>
                    <a:pt x="909" y="2963"/>
                  </a:lnTo>
                  <a:lnTo>
                    <a:pt x="889" y="2944"/>
                  </a:lnTo>
                  <a:lnTo>
                    <a:pt x="869" y="2924"/>
                  </a:lnTo>
                  <a:lnTo>
                    <a:pt x="849" y="2944"/>
                  </a:lnTo>
                  <a:lnTo>
                    <a:pt x="869" y="2944"/>
                  </a:lnTo>
                  <a:lnTo>
                    <a:pt x="909" y="2963"/>
                  </a:lnTo>
                  <a:lnTo>
                    <a:pt x="909" y="2963"/>
                  </a:lnTo>
                  <a:lnTo>
                    <a:pt x="830" y="2944"/>
                  </a:lnTo>
                  <a:lnTo>
                    <a:pt x="770" y="2924"/>
                  </a:lnTo>
                  <a:lnTo>
                    <a:pt x="869" y="2924"/>
                  </a:lnTo>
                  <a:lnTo>
                    <a:pt x="849" y="2904"/>
                  </a:lnTo>
                  <a:lnTo>
                    <a:pt x="909" y="2924"/>
                  </a:lnTo>
                  <a:lnTo>
                    <a:pt x="929" y="2944"/>
                  </a:lnTo>
                  <a:lnTo>
                    <a:pt x="968" y="2944"/>
                  </a:lnTo>
                  <a:lnTo>
                    <a:pt x="929" y="2924"/>
                  </a:lnTo>
                  <a:lnTo>
                    <a:pt x="948" y="2924"/>
                  </a:lnTo>
                  <a:lnTo>
                    <a:pt x="869" y="2884"/>
                  </a:lnTo>
                  <a:lnTo>
                    <a:pt x="849" y="2865"/>
                  </a:lnTo>
                  <a:lnTo>
                    <a:pt x="830" y="2845"/>
                  </a:lnTo>
                  <a:lnTo>
                    <a:pt x="869" y="2825"/>
                  </a:lnTo>
                  <a:lnTo>
                    <a:pt x="790" y="2825"/>
                  </a:lnTo>
                  <a:lnTo>
                    <a:pt x="770" y="2805"/>
                  </a:lnTo>
                  <a:lnTo>
                    <a:pt x="770" y="2786"/>
                  </a:lnTo>
                  <a:lnTo>
                    <a:pt x="810" y="2786"/>
                  </a:lnTo>
                  <a:lnTo>
                    <a:pt x="731" y="2726"/>
                  </a:lnTo>
                  <a:lnTo>
                    <a:pt x="632" y="2746"/>
                  </a:lnTo>
                  <a:lnTo>
                    <a:pt x="593" y="2726"/>
                  </a:lnTo>
                  <a:lnTo>
                    <a:pt x="652" y="2726"/>
                  </a:lnTo>
                  <a:lnTo>
                    <a:pt x="668" y="2710"/>
                  </a:lnTo>
                  <a:lnTo>
                    <a:pt x="668" y="2710"/>
                  </a:lnTo>
                  <a:lnTo>
                    <a:pt x="810" y="2746"/>
                  </a:lnTo>
                  <a:lnTo>
                    <a:pt x="810" y="2746"/>
                  </a:lnTo>
                  <a:lnTo>
                    <a:pt x="751" y="2707"/>
                  </a:lnTo>
                  <a:lnTo>
                    <a:pt x="711" y="2687"/>
                  </a:lnTo>
                  <a:lnTo>
                    <a:pt x="830" y="2707"/>
                  </a:lnTo>
                  <a:lnTo>
                    <a:pt x="869" y="2746"/>
                  </a:lnTo>
                  <a:lnTo>
                    <a:pt x="849" y="2746"/>
                  </a:lnTo>
                  <a:lnTo>
                    <a:pt x="869" y="2766"/>
                  </a:lnTo>
                  <a:lnTo>
                    <a:pt x="869" y="2786"/>
                  </a:lnTo>
                  <a:lnTo>
                    <a:pt x="909" y="2786"/>
                  </a:lnTo>
                  <a:lnTo>
                    <a:pt x="929" y="2805"/>
                  </a:lnTo>
                  <a:lnTo>
                    <a:pt x="1027" y="2805"/>
                  </a:lnTo>
                  <a:lnTo>
                    <a:pt x="1008" y="2786"/>
                  </a:lnTo>
                  <a:lnTo>
                    <a:pt x="1087" y="2805"/>
                  </a:lnTo>
                  <a:lnTo>
                    <a:pt x="1136" y="2805"/>
                  </a:lnTo>
                  <a:lnTo>
                    <a:pt x="988" y="2746"/>
                  </a:lnTo>
                  <a:lnTo>
                    <a:pt x="948" y="2726"/>
                  </a:lnTo>
                  <a:lnTo>
                    <a:pt x="968" y="2707"/>
                  </a:lnTo>
                  <a:lnTo>
                    <a:pt x="1027" y="2746"/>
                  </a:lnTo>
                  <a:lnTo>
                    <a:pt x="1106" y="2766"/>
                  </a:lnTo>
                  <a:lnTo>
                    <a:pt x="1087" y="2746"/>
                  </a:lnTo>
                  <a:lnTo>
                    <a:pt x="1106" y="2746"/>
                  </a:lnTo>
                  <a:lnTo>
                    <a:pt x="1067" y="2726"/>
                  </a:lnTo>
                  <a:lnTo>
                    <a:pt x="1087" y="2707"/>
                  </a:lnTo>
                  <a:lnTo>
                    <a:pt x="1166" y="2707"/>
                  </a:lnTo>
                  <a:lnTo>
                    <a:pt x="1185" y="2726"/>
                  </a:lnTo>
                  <a:lnTo>
                    <a:pt x="1166" y="2726"/>
                  </a:lnTo>
                  <a:lnTo>
                    <a:pt x="1166" y="2746"/>
                  </a:lnTo>
                  <a:lnTo>
                    <a:pt x="1205" y="2746"/>
                  </a:lnTo>
                  <a:lnTo>
                    <a:pt x="1205" y="2766"/>
                  </a:lnTo>
                  <a:lnTo>
                    <a:pt x="1264" y="2766"/>
                  </a:lnTo>
                  <a:lnTo>
                    <a:pt x="1264" y="2746"/>
                  </a:lnTo>
                  <a:lnTo>
                    <a:pt x="1324" y="2746"/>
                  </a:lnTo>
                  <a:lnTo>
                    <a:pt x="1343" y="2726"/>
                  </a:lnTo>
                  <a:lnTo>
                    <a:pt x="1363" y="2726"/>
                  </a:lnTo>
                  <a:lnTo>
                    <a:pt x="1343" y="2707"/>
                  </a:lnTo>
                  <a:lnTo>
                    <a:pt x="1363" y="2707"/>
                  </a:lnTo>
                  <a:lnTo>
                    <a:pt x="1343" y="2687"/>
                  </a:lnTo>
                  <a:lnTo>
                    <a:pt x="1284" y="2667"/>
                  </a:lnTo>
                  <a:lnTo>
                    <a:pt x="1205" y="2628"/>
                  </a:lnTo>
                  <a:lnTo>
                    <a:pt x="1304" y="2667"/>
                  </a:lnTo>
                  <a:lnTo>
                    <a:pt x="1304" y="2647"/>
                  </a:lnTo>
                  <a:lnTo>
                    <a:pt x="1245" y="2628"/>
                  </a:lnTo>
                  <a:lnTo>
                    <a:pt x="1185" y="2608"/>
                  </a:lnTo>
                  <a:lnTo>
                    <a:pt x="1166" y="2588"/>
                  </a:lnTo>
                  <a:lnTo>
                    <a:pt x="1225" y="2588"/>
                  </a:lnTo>
                  <a:lnTo>
                    <a:pt x="1264" y="2608"/>
                  </a:lnTo>
                  <a:lnTo>
                    <a:pt x="1284" y="2628"/>
                  </a:lnTo>
                  <a:lnTo>
                    <a:pt x="1324" y="2628"/>
                  </a:lnTo>
                  <a:lnTo>
                    <a:pt x="1284" y="2608"/>
                  </a:lnTo>
                  <a:lnTo>
                    <a:pt x="1304" y="2608"/>
                  </a:lnTo>
                  <a:lnTo>
                    <a:pt x="1383" y="2588"/>
                  </a:lnTo>
                  <a:lnTo>
                    <a:pt x="1324" y="2568"/>
                  </a:lnTo>
                  <a:lnTo>
                    <a:pt x="1284" y="2549"/>
                  </a:lnTo>
                  <a:lnTo>
                    <a:pt x="1264" y="2568"/>
                  </a:lnTo>
                  <a:lnTo>
                    <a:pt x="1205" y="2529"/>
                  </a:lnTo>
                  <a:lnTo>
                    <a:pt x="1225" y="2529"/>
                  </a:lnTo>
                  <a:lnTo>
                    <a:pt x="1284" y="2509"/>
                  </a:lnTo>
                  <a:lnTo>
                    <a:pt x="1304" y="2529"/>
                  </a:lnTo>
                  <a:lnTo>
                    <a:pt x="1324" y="2549"/>
                  </a:lnTo>
                  <a:lnTo>
                    <a:pt x="1363" y="2568"/>
                  </a:lnTo>
                  <a:lnTo>
                    <a:pt x="1343" y="2549"/>
                  </a:lnTo>
                  <a:lnTo>
                    <a:pt x="1343" y="2529"/>
                  </a:lnTo>
                  <a:lnTo>
                    <a:pt x="1324" y="2529"/>
                  </a:lnTo>
                  <a:lnTo>
                    <a:pt x="1324" y="2509"/>
                  </a:lnTo>
                  <a:lnTo>
                    <a:pt x="1363" y="2509"/>
                  </a:lnTo>
                  <a:lnTo>
                    <a:pt x="1363" y="2489"/>
                  </a:lnTo>
                  <a:lnTo>
                    <a:pt x="1304" y="2470"/>
                  </a:lnTo>
                  <a:lnTo>
                    <a:pt x="1225" y="2450"/>
                  </a:lnTo>
                  <a:lnTo>
                    <a:pt x="1304" y="2450"/>
                  </a:lnTo>
                  <a:lnTo>
                    <a:pt x="1304" y="2470"/>
                  </a:lnTo>
                  <a:lnTo>
                    <a:pt x="1324" y="2450"/>
                  </a:lnTo>
                  <a:lnTo>
                    <a:pt x="1185" y="2410"/>
                  </a:lnTo>
                  <a:lnTo>
                    <a:pt x="1284" y="2410"/>
                  </a:lnTo>
                  <a:lnTo>
                    <a:pt x="1363" y="2430"/>
                  </a:lnTo>
                  <a:lnTo>
                    <a:pt x="1363" y="2430"/>
                  </a:lnTo>
                  <a:lnTo>
                    <a:pt x="1324" y="2410"/>
                  </a:lnTo>
                  <a:lnTo>
                    <a:pt x="1383" y="2410"/>
                  </a:lnTo>
                  <a:lnTo>
                    <a:pt x="1383" y="2391"/>
                  </a:lnTo>
                  <a:lnTo>
                    <a:pt x="1343" y="2371"/>
                  </a:lnTo>
                  <a:lnTo>
                    <a:pt x="1284" y="2331"/>
                  </a:lnTo>
                  <a:lnTo>
                    <a:pt x="1264" y="2312"/>
                  </a:lnTo>
                  <a:lnTo>
                    <a:pt x="1363" y="2331"/>
                  </a:lnTo>
                  <a:lnTo>
                    <a:pt x="1383" y="2351"/>
                  </a:lnTo>
                  <a:lnTo>
                    <a:pt x="1422" y="2351"/>
                  </a:lnTo>
                  <a:lnTo>
                    <a:pt x="1403" y="2331"/>
                  </a:lnTo>
                  <a:lnTo>
                    <a:pt x="1422" y="2331"/>
                  </a:lnTo>
                  <a:lnTo>
                    <a:pt x="1422" y="2312"/>
                  </a:lnTo>
                  <a:lnTo>
                    <a:pt x="1383" y="2312"/>
                  </a:lnTo>
                  <a:lnTo>
                    <a:pt x="1324" y="2292"/>
                  </a:lnTo>
                  <a:lnTo>
                    <a:pt x="1304" y="2272"/>
                  </a:lnTo>
                  <a:lnTo>
                    <a:pt x="1343" y="2272"/>
                  </a:lnTo>
                  <a:lnTo>
                    <a:pt x="1324" y="2252"/>
                  </a:lnTo>
                  <a:lnTo>
                    <a:pt x="1304" y="2232"/>
                  </a:lnTo>
                  <a:lnTo>
                    <a:pt x="1363" y="2252"/>
                  </a:lnTo>
                  <a:lnTo>
                    <a:pt x="1304" y="2213"/>
                  </a:lnTo>
                  <a:lnTo>
                    <a:pt x="1225" y="2193"/>
                  </a:lnTo>
                  <a:lnTo>
                    <a:pt x="1185" y="2193"/>
                  </a:lnTo>
                  <a:lnTo>
                    <a:pt x="1205" y="2213"/>
                  </a:lnTo>
                  <a:lnTo>
                    <a:pt x="1205" y="2232"/>
                  </a:lnTo>
                  <a:lnTo>
                    <a:pt x="1146" y="2232"/>
                  </a:lnTo>
                  <a:lnTo>
                    <a:pt x="1087" y="2213"/>
                  </a:lnTo>
                  <a:lnTo>
                    <a:pt x="1126" y="2213"/>
                  </a:lnTo>
                  <a:lnTo>
                    <a:pt x="1067" y="2193"/>
                  </a:lnTo>
                  <a:lnTo>
                    <a:pt x="1047" y="2193"/>
                  </a:lnTo>
                  <a:lnTo>
                    <a:pt x="948" y="2173"/>
                  </a:lnTo>
                  <a:lnTo>
                    <a:pt x="929" y="2134"/>
                  </a:lnTo>
                  <a:lnTo>
                    <a:pt x="1008" y="2153"/>
                  </a:lnTo>
                  <a:lnTo>
                    <a:pt x="1087" y="2193"/>
                  </a:lnTo>
                  <a:lnTo>
                    <a:pt x="1067" y="2173"/>
                  </a:lnTo>
                  <a:lnTo>
                    <a:pt x="1146" y="2193"/>
                  </a:lnTo>
                  <a:lnTo>
                    <a:pt x="1087" y="2153"/>
                  </a:lnTo>
                  <a:lnTo>
                    <a:pt x="988" y="2134"/>
                  </a:lnTo>
                  <a:lnTo>
                    <a:pt x="948" y="2134"/>
                  </a:lnTo>
                  <a:lnTo>
                    <a:pt x="948" y="2114"/>
                  </a:lnTo>
                  <a:lnTo>
                    <a:pt x="988" y="2114"/>
                  </a:lnTo>
                  <a:lnTo>
                    <a:pt x="1008" y="2134"/>
                  </a:lnTo>
                  <a:lnTo>
                    <a:pt x="1027" y="2114"/>
                  </a:lnTo>
                  <a:lnTo>
                    <a:pt x="1008" y="2114"/>
                  </a:lnTo>
                  <a:lnTo>
                    <a:pt x="988" y="2094"/>
                  </a:lnTo>
                  <a:lnTo>
                    <a:pt x="1027" y="2094"/>
                  </a:lnTo>
                  <a:lnTo>
                    <a:pt x="1067" y="2114"/>
                  </a:lnTo>
                  <a:lnTo>
                    <a:pt x="1106" y="2134"/>
                  </a:lnTo>
                  <a:lnTo>
                    <a:pt x="1106" y="2153"/>
                  </a:lnTo>
                  <a:lnTo>
                    <a:pt x="1166" y="2153"/>
                  </a:lnTo>
                  <a:lnTo>
                    <a:pt x="1225" y="2173"/>
                  </a:lnTo>
                  <a:lnTo>
                    <a:pt x="1343" y="2213"/>
                  </a:lnTo>
                  <a:lnTo>
                    <a:pt x="1343" y="2193"/>
                  </a:lnTo>
                  <a:lnTo>
                    <a:pt x="1383" y="2193"/>
                  </a:lnTo>
                  <a:lnTo>
                    <a:pt x="1343" y="2173"/>
                  </a:lnTo>
                  <a:lnTo>
                    <a:pt x="1363" y="2173"/>
                  </a:lnTo>
                  <a:lnTo>
                    <a:pt x="1363" y="2153"/>
                  </a:lnTo>
                  <a:lnTo>
                    <a:pt x="1304" y="2134"/>
                  </a:lnTo>
                  <a:lnTo>
                    <a:pt x="1363" y="2134"/>
                  </a:lnTo>
                  <a:lnTo>
                    <a:pt x="1363" y="2114"/>
                  </a:lnTo>
                  <a:lnTo>
                    <a:pt x="1324" y="2074"/>
                  </a:lnTo>
                  <a:lnTo>
                    <a:pt x="1363" y="2074"/>
                  </a:lnTo>
                  <a:lnTo>
                    <a:pt x="1403" y="2094"/>
                  </a:lnTo>
                  <a:lnTo>
                    <a:pt x="1422" y="2074"/>
                  </a:lnTo>
                  <a:lnTo>
                    <a:pt x="1403" y="2055"/>
                  </a:lnTo>
                  <a:lnTo>
                    <a:pt x="1363" y="2035"/>
                  </a:lnTo>
                  <a:lnTo>
                    <a:pt x="1324" y="1995"/>
                  </a:lnTo>
                  <a:lnTo>
                    <a:pt x="1324" y="1976"/>
                  </a:lnTo>
                  <a:lnTo>
                    <a:pt x="1324" y="1956"/>
                  </a:lnTo>
                  <a:lnTo>
                    <a:pt x="1383" y="1976"/>
                  </a:lnTo>
                  <a:lnTo>
                    <a:pt x="1343" y="1956"/>
                  </a:lnTo>
                  <a:lnTo>
                    <a:pt x="1403" y="1956"/>
                  </a:lnTo>
                  <a:lnTo>
                    <a:pt x="1383" y="1936"/>
                  </a:lnTo>
                  <a:lnTo>
                    <a:pt x="1363" y="1916"/>
                  </a:lnTo>
                  <a:lnTo>
                    <a:pt x="1422" y="1916"/>
                  </a:lnTo>
                  <a:lnTo>
                    <a:pt x="1422" y="1897"/>
                  </a:lnTo>
                  <a:lnTo>
                    <a:pt x="1383" y="1877"/>
                  </a:lnTo>
                  <a:lnTo>
                    <a:pt x="1324" y="1837"/>
                  </a:lnTo>
                  <a:lnTo>
                    <a:pt x="1422" y="1877"/>
                  </a:lnTo>
                  <a:lnTo>
                    <a:pt x="1383" y="1778"/>
                  </a:lnTo>
                  <a:lnTo>
                    <a:pt x="1383" y="1699"/>
                  </a:lnTo>
                  <a:lnTo>
                    <a:pt x="1403" y="1699"/>
                  </a:lnTo>
                  <a:lnTo>
                    <a:pt x="1403" y="1679"/>
                  </a:lnTo>
                  <a:lnTo>
                    <a:pt x="1363" y="1640"/>
                  </a:lnTo>
                  <a:lnTo>
                    <a:pt x="1343" y="1600"/>
                  </a:lnTo>
                  <a:lnTo>
                    <a:pt x="1343" y="1581"/>
                  </a:lnTo>
                  <a:lnTo>
                    <a:pt x="1363" y="1581"/>
                  </a:lnTo>
                  <a:lnTo>
                    <a:pt x="1324" y="1561"/>
                  </a:lnTo>
                  <a:lnTo>
                    <a:pt x="1264" y="1541"/>
                  </a:lnTo>
                  <a:lnTo>
                    <a:pt x="1126" y="1502"/>
                  </a:lnTo>
                  <a:lnTo>
                    <a:pt x="1126" y="1482"/>
                  </a:lnTo>
                  <a:lnTo>
                    <a:pt x="1166" y="1502"/>
                  </a:lnTo>
                  <a:lnTo>
                    <a:pt x="1225" y="1502"/>
                  </a:lnTo>
                  <a:lnTo>
                    <a:pt x="1304" y="1521"/>
                  </a:lnTo>
                  <a:lnTo>
                    <a:pt x="1383" y="1561"/>
                  </a:lnTo>
                  <a:lnTo>
                    <a:pt x="1324" y="1502"/>
                  </a:lnTo>
                  <a:lnTo>
                    <a:pt x="1343" y="1502"/>
                  </a:lnTo>
                  <a:lnTo>
                    <a:pt x="1343" y="1482"/>
                  </a:lnTo>
                  <a:lnTo>
                    <a:pt x="1383" y="1482"/>
                  </a:lnTo>
                  <a:lnTo>
                    <a:pt x="1383" y="1502"/>
                  </a:lnTo>
                  <a:lnTo>
                    <a:pt x="1403" y="1521"/>
                  </a:lnTo>
                  <a:lnTo>
                    <a:pt x="1442" y="1541"/>
                  </a:lnTo>
                  <a:lnTo>
                    <a:pt x="1422" y="1502"/>
                  </a:lnTo>
                  <a:lnTo>
                    <a:pt x="1422" y="1482"/>
                  </a:lnTo>
                  <a:lnTo>
                    <a:pt x="1442" y="1482"/>
                  </a:lnTo>
                  <a:lnTo>
                    <a:pt x="1383" y="1462"/>
                  </a:lnTo>
                  <a:lnTo>
                    <a:pt x="1363" y="1442"/>
                  </a:lnTo>
                  <a:lnTo>
                    <a:pt x="1304" y="1403"/>
                  </a:lnTo>
                  <a:lnTo>
                    <a:pt x="1304" y="1403"/>
                  </a:lnTo>
                  <a:lnTo>
                    <a:pt x="1403" y="1442"/>
                  </a:lnTo>
                  <a:lnTo>
                    <a:pt x="1343" y="1403"/>
                  </a:lnTo>
                  <a:lnTo>
                    <a:pt x="1343" y="1383"/>
                  </a:lnTo>
                  <a:lnTo>
                    <a:pt x="1422" y="1383"/>
                  </a:lnTo>
                  <a:lnTo>
                    <a:pt x="1403" y="1363"/>
                  </a:lnTo>
                  <a:lnTo>
                    <a:pt x="1383" y="1344"/>
                  </a:lnTo>
                  <a:lnTo>
                    <a:pt x="1422" y="1363"/>
                  </a:lnTo>
                  <a:lnTo>
                    <a:pt x="1442" y="1324"/>
                  </a:lnTo>
                  <a:lnTo>
                    <a:pt x="1462" y="1304"/>
                  </a:lnTo>
                  <a:lnTo>
                    <a:pt x="1501" y="1304"/>
                  </a:lnTo>
                  <a:lnTo>
                    <a:pt x="1462" y="1265"/>
                  </a:lnTo>
                  <a:lnTo>
                    <a:pt x="1403" y="1225"/>
                  </a:lnTo>
                  <a:lnTo>
                    <a:pt x="1383" y="1225"/>
                  </a:lnTo>
                  <a:lnTo>
                    <a:pt x="1343" y="1205"/>
                  </a:lnTo>
                  <a:lnTo>
                    <a:pt x="1304" y="1186"/>
                  </a:lnTo>
                  <a:lnTo>
                    <a:pt x="1304" y="1166"/>
                  </a:lnTo>
                  <a:lnTo>
                    <a:pt x="1343" y="1186"/>
                  </a:lnTo>
                  <a:lnTo>
                    <a:pt x="1383" y="1186"/>
                  </a:lnTo>
                  <a:lnTo>
                    <a:pt x="1422" y="1205"/>
                  </a:lnTo>
                  <a:lnTo>
                    <a:pt x="1422" y="1186"/>
                  </a:lnTo>
                  <a:lnTo>
                    <a:pt x="1482" y="1186"/>
                  </a:lnTo>
                  <a:lnTo>
                    <a:pt x="1462" y="1166"/>
                  </a:lnTo>
                  <a:lnTo>
                    <a:pt x="1422" y="1126"/>
                  </a:lnTo>
                  <a:lnTo>
                    <a:pt x="1422" y="1126"/>
                  </a:lnTo>
                  <a:lnTo>
                    <a:pt x="1462" y="1146"/>
                  </a:lnTo>
                  <a:lnTo>
                    <a:pt x="1501" y="1146"/>
                  </a:lnTo>
                  <a:lnTo>
                    <a:pt x="1462" y="1126"/>
                  </a:lnTo>
                  <a:lnTo>
                    <a:pt x="1383" y="1087"/>
                  </a:lnTo>
                  <a:lnTo>
                    <a:pt x="1403" y="1087"/>
                  </a:lnTo>
                  <a:lnTo>
                    <a:pt x="1383" y="1067"/>
                  </a:lnTo>
                  <a:lnTo>
                    <a:pt x="1383" y="1067"/>
                  </a:lnTo>
                  <a:lnTo>
                    <a:pt x="1462" y="1107"/>
                  </a:lnTo>
                  <a:lnTo>
                    <a:pt x="1422" y="1067"/>
                  </a:lnTo>
                  <a:lnTo>
                    <a:pt x="1363" y="1047"/>
                  </a:lnTo>
                  <a:lnTo>
                    <a:pt x="1403" y="1047"/>
                  </a:lnTo>
                  <a:lnTo>
                    <a:pt x="1343" y="1008"/>
                  </a:lnTo>
                  <a:lnTo>
                    <a:pt x="1284" y="968"/>
                  </a:lnTo>
                  <a:lnTo>
                    <a:pt x="1343" y="968"/>
                  </a:lnTo>
                  <a:lnTo>
                    <a:pt x="1442" y="988"/>
                  </a:lnTo>
                  <a:lnTo>
                    <a:pt x="1422" y="1008"/>
                  </a:lnTo>
                  <a:lnTo>
                    <a:pt x="1403" y="1008"/>
                  </a:lnTo>
                  <a:lnTo>
                    <a:pt x="1482" y="1028"/>
                  </a:lnTo>
                  <a:lnTo>
                    <a:pt x="1521" y="1008"/>
                  </a:lnTo>
                  <a:lnTo>
                    <a:pt x="1521" y="988"/>
                  </a:lnTo>
                  <a:lnTo>
                    <a:pt x="1521" y="968"/>
                  </a:lnTo>
                  <a:lnTo>
                    <a:pt x="1501" y="929"/>
                  </a:lnTo>
                  <a:lnTo>
                    <a:pt x="1521" y="909"/>
                  </a:lnTo>
                  <a:lnTo>
                    <a:pt x="1501" y="889"/>
                  </a:lnTo>
                  <a:lnTo>
                    <a:pt x="1561" y="870"/>
                  </a:lnTo>
                  <a:lnTo>
                    <a:pt x="1561" y="830"/>
                  </a:lnTo>
                  <a:lnTo>
                    <a:pt x="1580" y="810"/>
                  </a:lnTo>
                  <a:lnTo>
                    <a:pt x="1561" y="791"/>
                  </a:lnTo>
                  <a:lnTo>
                    <a:pt x="1541" y="751"/>
                  </a:lnTo>
                  <a:lnTo>
                    <a:pt x="1541" y="751"/>
                  </a:lnTo>
                  <a:lnTo>
                    <a:pt x="1580" y="771"/>
                  </a:lnTo>
                  <a:lnTo>
                    <a:pt x="1580" y="771"/>
                  </a:lnTo>
                  <a:lnTo>
                    <a:pt x="1501" y="712"/>
                  </a:lnTo>
                  <a:lnTo>
                    <a:pt x="1482" y="672"/>
                  </a:lnTo>
                  <a:lnTo>
                    <a:pt x="1442" y="633"/>
                  </a:lnTo>
                  <a:lnTo>
                    <a:pt x="1343" y="573"/>
                  </a:lnTo>
                  <a:lnTo>
                    <a:pt x="1403" y="593"/>
                  </a:lnTo>
                  <a:lnTo>
                    <a:pt x="1462" y="613"/>
                  </a:lnTo>
                  <a:lnTo>
                    <a:pt x="1422" y="573"/>
                  </a:lnTo>
                  <a:lnTo>
                    <a:pt x="1442" y="573"/>
                  </a:lnTo>
                  <a:lnTo>
                    <a:pt x="1482" y="593"/>
                  </a:lnTo>
                  <a:lnTo>
                    <a:pt x="1501" y="593"/>
                  </a:lnTo>
                  <a:lnTo>
                    <a:pt x="1482" y="573"/>
                  </a:lnTo>
                  <a:lnTo>
                    <a:pt x="1501" y="573"/>
                  </a:lnTo>
                  <a:lnTo>
                    <a:pt x="1422" y="534"/>
                  </a:lnTo>
                  <a:lnTo>
                    <a:pt x="1383" y="494"/>
                  </a:lnTo>
                  <a:lnTo>
                    <a:pt x="1363" y="494"/>
                  </a:lnTo>
                  <a:lnTo>
                    <a:pt x="1324" y="475"/>
                  </a:lnTo>
                  <a:lnTo>
                    <a:pt x="1343" y="475"/>
                  </a:lnTo>
                  <a:lnTo>
                    <a:pt x="1304" y="415"/>
                  </a:lnTo>
                  <a:lnTo>
                    <a:pt x="1304" y="356"/>
                  </a:lnTo>
                  <a:lnTo>
                    <a:pt x="1324" y="297"/>
                  </a:lnTo>
                  <a:lnTo>
                    <a:pt x="1363" y="257"/>
                  </a:lnTo>
                  <a:lnTo>
                    <a:pt x="1403" y="277"/>
                  </a:lnTo>
                  <a:lnTo>
                    <a:pt x="1383" y="257"/>
                  </a:lnTo>
                  <a:lnTo>
                    <a:pt x="1403" y="257"/>
                  </a:lnTo>
                  <a:lnTo>
                    <a:pt x="1422" y="238"/>
                  </a:lnTo>
                  <a:lnTo>
                    <a:pt x="1422" y="218"/>
                  </a:lnTo>
                  <a:lnTo>
                    <a:pt x="1521" y="218"/>
                  </a:lnTo>
                  <a:lnTo>
                    <a:pt x="1541" y="198"/>
                  </a:lnTo>
                  <a:lnTo>
                    <a:pt x="1521" y="178"/>
                  </a:lnTo>
                  <a:lnTo>
                    <a:pt x="1521" y="178"/>
                  </a:lnTo>
                  <a:lnTo>
                    <a:pt x="1600" y="198"/>
                  </a:lnTo>
                  <a:lnTo>
                    <a:pt x="1659" y="218"/>
                  </a:lnTo>
                  <a:lnTo>
                    <a:pt x="1640" y="178"/>
                  </a:lnTo>
                  <a:lnTo>
                    <a:pt x="1600" y="159"/>
                  </a:lnTo>
                  <a:lnTo>
                    <a:pt x="1580" y="178"/>
                  </a:lnTo>
                  <a:lnTo>
                    <a:pt x="1541" y="139"/>
                  </a:lnTo>
                  <a:lnTo>
                    <a:pt x="1521" y="119"/>
                  </a:lnTo>
                  <a:lnTo>
                    <a:pt x="1383" y="80"/>
                  </a:lnTo>
                  <a:lnTo>
                    <a:pt x="1205" y="20"/>
                  </a:lnTo>
                  <a:lnTo>
                    <a:pt x="1205" y="40"/>
                  </a:lnTo>
                  <a:lnTo>
                    <a:pt x="1146" y="20"/>
                  </a:lnTo>
                  <a:lnTo>
                    <a:pt x="1106" y="1"/>
                  </a:lnTo>
                  <a:close/>
                  <a:moveTo>
                    <a:pt x="1027" y="3102"/>
                  </a:moveTo>
                  <a:lnTo>
                    <a:pt x="1106" y="3121"/>
                  </a:lnTo>
                  <a:lnTo>
                    <a:pt x="1067" y="3102"/>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6" name="Google Shape;3946;p15"/>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7" name="Google Shape;3947;p15"/>
            <p:cNvSpPr/>
            <p:nvPr/>
          </p:nvSpPr>
          <p:spPr>
            <a:xfrm>
              <a:off x="-1617800" y="3517850"/>
              <a:ext cx="1000" cy="25"/>
            </a:xfrm>
            <a:custGeom>
              <a:rect b="b" l="l" r="r" t="t"/>
              <a:pathLst>
                <a:path extrusionOk="0" h="1" w="40">
                  <a:moveTo>
                    <a:pt x="40" y="0"/>
                  </a:moveTo>
                  <a:lnTo>
                    <a:pt x="40" y="0"/>
                  </a:lnTo>
                  <a:lnTo>
                    <a:pt x="0" y="0"/>
                  </a:lnTo>
                  <a:lnTo>
                    <a:pt x="0" y="0"/>
                  </a:lnTo>
                  <a:lnTo>
                    <a:pt x="40" y="0"/>
                  </a:lnTo>
                  <a:lnTo>
                    <a:pt x="4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
            <p:cNvSpPr/>
            <p:nvPr/>
          </p:nvSpPr>
          <p:spPr>
            <a:xfrm>
              <a:off x="-1614850" y="3556850"/>
              <a:ext cx="525" cy="525"/>
            </a:xfrm>
            <a:custGeom>
              <a:rect b="b" l="l" r="r" t="t"/>
              <a:pathLst>
                <a:path extrusionOk="0" h="21" w="21">
                  <a:moveTo>
                    <a:pt x="1" y="1"/>
                  </a:moveTo>
                  <a:lnTo>
                    <a:pt x="1" y="1"/>
                  </a:lnTo>
                  <a:lnTo>
                    <a:pt x="20" y="20"/>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9" name="Google Shape;3949;p15"/>
            <p:cNvSpPr/>
            <p:nvPr/>
          </p:nvSpPr>
          <p:spPr>
            <a:xfrm>
              <a:off x="-1530900" y="3470425"/>
              <a:ext cx="42000" cy="38550"/>
            </a:xfrm>
            <a:custGeom>
              <a:rect b="b" l="l" r="r" t="t"/>
              <a:pathLst>
                <a:path extrusionOk="0" h="1542" w="1680">
                  <a:moveTo>
                    <a:pt x="218" y="1245"/>
                  </a:moveTo>
                  <a:lnTo>
                    <a:pt x="218" y="1245"/>
                  </a:lnTo>
                  <a:lnTo>
                    <a:pt x="218" y="1245"/>
                  </a:lnTo>
                  <a:close/>
                  <a:moveTo>
                    <a:pt x="1344" y="1265"/>
                  </a:moveTo>
                  <a:lnTo>
                    <a:pt x="1344" y="1285"/>
                  </a:lnTo>
                  <a:lnTo>
                    <a:pt x="1354" y="1265"/>
                  </a:lnTo>
                  <a:close/>
                  <a:moveTo>
                    <a:pt x="310" y="1265"/>
                  </a:moveTo>
                  <a:lnTo>
                    <a:pt x="300" y="1296"/>
                  </a:lnTo>
                  <a:lnTo>
                    <a:pt x="310" y="1265"/>
                  </a:lnTo>
                  <a:close/>
                  <a:moveTo>
                    <a:pt x="1304" y="1314"/>
                  </a:moveTo>
                  <a:lnTo>
                    <a:pt x="1284" y="1344"/>
                  </a:lnTo>
                  <a:lnTo>
                    <a:pt x="1304" y="1324"/>
                  </a:lnTo>
                  <a:lnTo>
                    <a:pt x="1304" y="1314"/>
                  </a:lnTo>
                  <a:close/>
                  <a:moveTo>
                    <a:pt x="1284" y="1344"/>
                  </a:moveTo>
                  <a:lnTo>
                    <a:pt x="1284" y="1344"/>
                  </a:lnTo>
                  <a:lnTo>
                    <a:pt x="1284" y="1344"/>
                  </a:lnTo>
                  <a:close/>
                  <a:moveTo>
                    <a:pt x="1585" y="1348"/>
                  </a:moveTo>
                  <a:lnTo>
                    <a:pt x="1574" y="1364"/>
                  </a:lnTo>
                  <a:lnTo>
                    <a:pt x="1581" y="1364"/>
                  </a:lnTo>
                  <a:lnTo>
                    <a:pt x="1585" y="1348"/>
                  </a:lnTo>
                  <a:close/>
                  <a:moveTo>
                    <a:pt x="376" y="1265"/>
                  </a:moveTo>
                  <a:lnTo>
                    <a:pt x="336" y="1344"/>
                  </a:lnTo>
                  <a:lnTo>
                    <a:pt x="336" y="1364"/>
                  </a:lnTo>
                  <a:lnTo>
                    <a:pt x="336" y="1384"/>
                  </a:lnTo>
                  <a:lnTo>
                    <a:pt x="356" y="1324"/>
                  </a:lnTo>
                  <a:lnTo>
                    <a:pt x="376" y="1265"/>
                  </a:lnTo>
                  <a:close/>
                  <a:moveTo>
                    <a:pt x="1561" y="1344"/>
                  </a:moveTo>
                  <a:lnTo>
                    <a:pt x="1541" y="1364"/>
                  </a:lnTo>
                  <a:lnTo>
                    <a:pt x="1561" y="1384"/>
                  </a:lnTo>
                  <a:lnTo>
                    <a:pt x="1574" y="1364"/>
                  </a:lnTo>
                  <a:lnTo>
                    <a:pt x="1561" y="1364"/>
                  </a:lnTo>
                  <a:lnTo>
                    <a:pt x="1561" y="1344"/>
                  </a:lnTo>
                  <a:close/>
                  <a:moveTo>
                    <a:pt x="1092" y="1377"/>
                  </a:moveTo>
                  <a:lnTo>
                    <a:pt x="1087" y="1384"/>
                  </a:lnTo>
                  <a:lnTo>
                    <a:pt x="1084" y="1398"/>
                  </a:lnTo>
                  <a:lnTo>
                    <a:pt x="1092" y="1377"/>
                  </a:lnTo>
                  <a:close/>
                  <a:moveTo>
                    <a:pt x="1660" y="1384"/>
                  </a:moveTo>
                  <a:lnTo>
                    <a:pt x="1660" y="1423"/>
                  </a:lnTo>
                  <a:lnTo>
                    <a:pt x="1660" y="1443"/>
                  </a:lnTo>
                  <a:lnTo>
                    <a:pt x="1679" y="1423"/>
                  </a:lnTo>
                  <a:lnTo>
                    <a:pt x="1679" y="1403"/>
                  </a:lnTo>
                  <a:lnTo>
                    <a:pt x="1660" y="1384"/>
                  </a:lnTo>
                  <a:close/>
                  <a:moveTo>
                    <a:pt x="1304" y="1344"/>
                  </a:moveTo>
                  <a:lnTo>
                    <a:pt x="1304" y="1364"/>
                  </a:lnTo>
                  <a:lnTo>
                    <a:pt x="1284" y="1364"/>
                  </a:lnTo>
                  <a:lnTo>
                    <a:pt x="1284" y="1344"/>
                  </a:lnTo>
                  <a:lnTo>
                    <a:pt x="1265" y="1384"/>
                  </a:lnTo>
                  <a:lnTo>
                    <a:pt x="1265" y="1463"/>
                  </a:lnTo>
                  <a:lnTo>
                    <a:pt x="1284" y="1463"/>
                  </a:lnTo>
                  <a:lnTo>
                    <a:pt x="1284" y="1443"/>
                  </a:lnTo>
                  <a:lnTo>
                    <a:pt x="1304" y="1423"/>
                  </a:lnTo>
                  <a:lnTo>
                    <a:pt x="1304" y="1443"/>
                  </a:lnTo>
                  <a:lnTo>
                    <a:pt x="1324" y="1344"/>
                  </a:lnTo>
                  <a:close/>
                  <a:moveTo>
                    <a:pt x="1084" y="1398"/>
                  </a:moveTo>
                  <a:lnTo>
                    <a:pt x="1067" y="1443"/>
                  </a:lnTo>
                  <a:lnTo>
                    <a:pt x="1067" y="1463"/>
                  </a:lnTo>
                  <a:lnTo>
                    <a:pt x="1067" y="1482"/>
                  </a:lnTo>
                  <a:lnTo>
                    <a:pt x="1084" y="1398"/>
                  </a:lnTo>
                  <a:close/>
                  <a:moveTo>
                    <a:pt x="119" y="1"/>
                  </a:moveTo>
                  <a:lnTo>
                    <a:pt x="99" y="40"/>
                  </a:lnTo>
                  <a:lnTo>
                    <a:pt x="99" y="80"/>
                  </a:lnTo>
                  <a:lnTo>
                    <a:pt x="80" y="119"/>
                  </a:lnTo>
                  <a:lnTo>
                    <a:pt x="60" y="139"/>
                  </a:lnTo>
                  <a:lnTo>
                    <a:pt x="40" y="297"/>
                  </a:lnTo>
                  <a:lnTo>
                    <a:pt x="20" y="475"/>
                  </a:lnTo>
                  <a:lnTo>
                    <a:pt x="20" y="534"/>
                  </a:lnTo>
                  <a:lnTo>
                    <a:pt x="1" y="594"/>
                  </a:lnTo>
                  <a:lnTo>
                    <a:pt x="20" y="613"/>
                  </a:lnTo>
                  <a:lnTo>
                    <a:pt x="20" y="574"/>
                  </a:lnTo>
                  <a:lnTo>
                    <a:pt x="40" y="594"/>
                  </a:lnTo>
                  <a:lnTo>
                    <a:pt x="40" y="633"/>
                  </a:lnTo>
                  <a:lnTo>
                    <a:pt x="60" y="594"/>
                  </a:lnTo>
                  <a:lnTo>
                    <a:pt x="40" y="653"/>
                  </a:lnTo>
                  <a:lnTo>
                    <a:pt x="20" y="732"/>
                  </a:lnTo>
                  <a:lnTo>
                    <a:pt x="40" y="752"/>
                  </a:lnTo>
                  <a:lnTo>
                    <a:pt x="40" y="732"/>
                  </a:lnTo>
                  <a:lnTo>
                    <a:pt x="60" y="712"/>
                  </a:lnTo>
                  <a:lnTo>
                    <a:pt x="60" y="752"/>
                  </a:lnTo>
                  <a:lnTo>
                    <a:pt x="60" y="791"/>
                  </a:lnTo>
                  <a:lnTo>
                    <a:pt x="60" y="811"/>
                  </a:lnTo>
                  <a:lnTo>
                    <a:pt x="60" y="850"/>
                  </a:lnTo>
                  <a:lnTo>
                    <a:pt x="80" y="771"/>
                  </a:lnTo>
                  <a:lnTo>
                    <a:pt x="80" y="791"/>
                  </a:lnTo>
                  <a:lnTo>
                    <a:pt x="99" y="712"/>
                  </a:lnTo>
                  <a:lnTo>
                    <a:pt x="119" y="732"/>
                  </a:lnTo>
                  <a:lnTo>
                    <a:pt x="119" y="771"/>
                  </a:lnTo>
                  <a:lnTo>
                    <a:pt x="80" y="831"/>
                  </a:lnTo>
                  <a:lnTo>
                    <a:pt x="80" y="870"/>
                  </a:lnTo>
                  <a:lnTo>
                    <a:pt x="99" y="870"/>
                  </a:lnTo>
                  <a:lnTo>
                    <a:pt x="99" y="890"/>
                  </a:lnTo>
                  <a:lnTo>
                    <a:pt x="80" y="910"/>
                  </a:lnTo>
                  <a:lnTo>
                    <a:pt x="80" y="989"/>
                  </a:lnTo>
                  <a:lnTo>
                    <a:pt x="99" y="969"/>
                  </a:lnTo>
                  <a:lnTo>
                    <a:pt x="119" y="929"/>
                  </a:lnTo>
                  <a:lnTo>
                    <a:pt x="139" y="929"/>
                  </a:lnTo>
                  <a:lnTo>
                    <a:pt x="119" y="969"/>
                  </a:lnTo>
                  <a:lnTo>
                    <a:pt x="139" y="949"/>
                  </a:lnTo>
                  <a:lnTo>
                    <a:pt x="139" y="969"/>
                  </a:lnTo>
                  <a:lnTo>
                    <a:pt x="139" y="1028"/>
                  </a:lnTo>
                  <a:lnTo>
                    <a:pt x="139" y="1048"/>
                  </a:lnTo>
                  <a:lnTo>
                    <a:pt x="159" y="1048"/>
                  </a:lnTo>
                  <a:lnTo>
                    <a:pt x="178" y="1008"/>
                  </a:lnTo>
                  <a:lnTo>
                    <a:pt x="178" y="1068"/>
                  </a:lnTo>
                  <a:lnTo>
                    <a:pt x="198" y="949"/>
                  </a:lnTo>
                  <a:lnTo>
                    <a:pt x="218" y="910"/>
                  </a:lnTo>
                  <a:lnTo>
                    <a:pt x="238" y="870"/>
                  </a:lnTo>
                  <a:lnTo>
                    <a:pt x="238" y="929"/>
                  </a:lnTo>
                  <a:lnTo>
                    <a:pt x="218" y="989"/>
                  </a:lnTo>
                  <a:lnTo>
                    <a:pt x="198" y="1107"/>
                  </a:lnTo>
                  <a:lnTo>
                    <a:pt x="218" y="1107"/>
                  </a:lnTo>
                  <a:lnTo>
                    <a:pt x="218" y="1147"/>
                  </a:lnTo>
                  <a:lnTo>
                    <a:pt x="198" y="1186"/>
                  </a:lnTo>
                  <a:lnTo>
                    <a:pt x="218" y="1226"/>
                  </a:lnTo>
                  <a:lnTo>
                    <a:pt x="218" y="1245"/>
                  </a:lnTo>
                  <a:lnTo>
                    <a:pt x="238" y="1186"/>
                  </a:lnTo>
                  <a:lnTo>
                    <a:pt x="238" y="1206"/>
                  </a:lnTo>
                  <a:lnTo>
                    <a:pt x="238" y="1265"/>
                  </a:lnTo>
                  <a:lnTo>
                    <a:pt x="257" y="1245"/>
                  </a:lnTo>
                  <a:lnTo>
                    <a:pt x="257" y="1265"/>
                  </a:lnTo>
                  <a:lnTo>
                    <a:pt x="277" y="1245"/>
                  </a:lnTo>
                  <a:lnTo>
                    <a:pt x="297" y="1206"/>
                  </a:lnTo>
                  <a:lnTo>
                    <a:pt x="317" y="1245"/>
                  </a:lnTo>
                  <a:lnTo>
                    <a:pt x="310" y="1265"/>
                  </a:lnTo>
                  <a:lnTo>
                    <a:pt x="356" y="1127"/>
                  </a:lnTo>
                  <a:lnTo>
                    <a:pt x="356" y="1186"/>
                  </a:lnTo>
                  <a:lnTo>
                    <a:pt x="336" y="1285"/>
                  </a:lnTo>
                  <a:lnTo>
                    <a:pt x="336" y="1265"/>
                  </a:lnTo>
                  <a:lnTo>
                    <a:pt x="317" y="1305"/>
                  </a:lnTo>
                  <a:lnTo>
                    <a:pt x="317" y="1324"/>
                  </a:lnTo>
                  <a:lnTo>
                    <a:pt x="336" y="1305"/>
                  </a:lnTo>
                  <a:lnTo>
                    <a:pt x="356" y="1265"/>
                  </a:lnTo>
                  <a:lnTo>
                    <a:pt x="376" y="1226"/>
                  </a:lnTo>
                  <a:lnTo>
                    <a:pt x="396" y="1186"/>
                  </a:lnTo>
                  <a:lnTo>
                    <a:pt x="435" y="1087"/>
                  </a:lnTo>
                  <a:lnTo>
                    <a:pt x="435" y="1147"/>
                  </a:lnTo>
                  <a:lnTo>
                    <a:pt x="415" y="1265"/>
                  </a:lnTo>
                  <a:lnTo>
                    <a:pt x="415" y="1344"/>
                  </a:lnTo>
                  <a:lnTo>
                    <a:pt x="435" y="1285"/>
                  </a:lnTo>
                  <a:lnTo>
                    <a:pt x="455" y="1226"/>
                  </a:lnTo>
                  <a:lnTo>
                    <a:pt x="455" y="1305"/>
                  </a:lnTo>
                  <a:lnTo>
                    <a:pt x="475" y="1324"/>
                  </a:lnTo>
                  <a:lnTo>
                    <a:pt x="475" y="1364"/>
                  </a:lnTo>
                  <a:lnTo>
                    <a:pt x="494" y="1384"/>
                  </a:lnTo>
                  <a:lnTo>
                    <a:pt x="514" y="1384"/>
                  </a:lnTo>
                  <a:lnTo>
                    <a:pt x="514" y="1285"/>
                  </a:lnTo>
                  <a:lnTo>
                    <a:pt x="494" y="1364"/>
                  </a:lnTo>
                  <a:lnTo>
                    <a:pt x="514" y="1245"/>
                  </a:lnTo>
                  <a:lnTo>
                    <a:pt x="554" y="1147"/>
                  </a:lnTo>
                  <a:lnTo>
                    <a:pt x="554" y="1166"/>
                  </a:lnTo>
                  <a:lnTo>
                    <a:pt x="554" y="1206"/>
                  </a:lnTo>
                  <a:lnTo>
                    <a:pt x="573" y="1166"/>
                  </a:lnTo>
                  <a:lnTo>
                    <a:pt x="573" y="1127"/>
                  </a:lnTo>
                  <a:lnTo>
                    <a:pt x="593" y="1107"/>
                  </a:lnTo>
                  <a:lnTo>
                    <a:pt x="593" y="1147"/>
                  </a:lnTo>
                  <a:lnTo>
                    <a:pt x="573" y="1206"/>
                  </a:lnTo>
                  <a:lnTo>
                    <a:pt x="593" y="1186"/>
                  </a:lnTo>
                  <a:lnTo>
                    <a:pt x="573" y="1265"/>
                  </a:lnTo>
                  <a:lnTo>
                    <a:pt x="573" y="1305"/>
                  </a:lnTo>
                  <a:lnTo>
                    <a:pt x="554" y="1364"/>
                  </a:lnTo>
                  <a:lnTo>
                    <a:pt x="573" y="1344"/>
                  </a:lnTo>
                  <a:lnTo>
                    <a:pt x="573" y="1344"/>
                  </a:lnTo>
                  <a:lnTo>
                    <a:pt x="554" y="1423"/>
                  </a:lnTo>
                  <a:lnTo>
                    <a:pt x="554" y="1443"/>
                  </a:lnTo>
                  <a:lnTo>
                    <a:pt x="573" y="1423"/>
                  </a:lnTo>
                  <a:lnTo>
                    <a:pt x="573" y="1443"/>
                  </a:lnTo>
                  <a:lnTo>
                    <a:pt x="593" y="1384"/>
                  </a:lnTo>
                  <a:lnTo>
                    <a:pt x="613" y="1443"/>
                  </a:lnTo>
                  <a:lnTo>
                    <a:pt x="633" y="1463"/>
                  </a:lnTo>
                  <a:lnTo>
                    <a:pt x="633" y="1403"/>
                  </a:lnTo>
                  <a:lnTo>
                    <a:pt x="652" y="1384"/>
                  </a:lnTo>
                  <a:lnTo>
                    <a:pt x="652" y="1403"/>
                  </a:lnTo>
                  <a:lnTo>
                    <a:pt x="652" y="1443"/>
                  </a:lnTo>
                  <a:lnTo>
                    <a:pt x="652" y="1463"/>
                  </a:lnTo>
                  <a:lnTo>
                    <a:pt x="692" y="1423"/>
                  </a:lnTo>
                  <a:lnTo>
                    <a:pt x="712" y="1324"/>
                  </a:lnTo>
                  <a:lnTo>
                    <a:pt x="712" y="1344"/>
                  </a:lnTo>
                  <a:lnTo>
                    <a:pt x="712" y="1384"/>
                  </a:lnTo>
                  <a:lnTo>
                    <a:pt x="751" y="1305"/>
                  </a:lnTo>
                  <a:lnTo>
                    <a:pt x="731" y="1364"/>
                  </a:lnTo>
                  <a:lnTo>
                    <a:pt x="731" y="1403"/>
                  </a:lnTo>
                  <a:lnTo>
                    <a:pt x="751" y="1403"/>
                  </a:lnTo>
                  <a:lnTo>
                    <a:pt x="751" y="1423"/>
                  </a:lnTo>
                  <a:lnTo>
                    <a:pt x="830" y="1226"/>
                  </a:lnTo>
                  <a:lnTo>
                    <a:pt x="870" y="1127"/>
                  </a:lnTo>
                  <a:lnTo>
                    <a:pt x="889" y="1008"/>
                  </a:lnTo>
                  <a:lnTo>
                    <a:pt x="889" y="1068"/>
                  </a:lnTo>
                  <a:lnTo>
                    <a:pt x="909" y="1107"/>
                  </a:lnTo>
                  <a:lnTo>
                    <a:pt x="889" y="1186"/>
                  </a:lnTo>
                  <a:lnTo>
                    <a:pt x="889" y="1206"/>
                  </a:lnTo>
                  <a:lnTo>
                    <a:pt x="870" y="1245"/>
                  </a:lnTo>
                  <a:lnTo>
                    <a:pt x="870" y="1324"/>
                  </a:lnTo>
                  <a:lnTo>
                    <a:pt x="850" y="1384"/>
                  </a:lnTo>
                  <a:lnTo>
                    <a:pt x="850" y="1324"/>
                  </a:lnTo>
                  <a:lnTo>
                    <a:pt x="830" y="1364"/>
                  </a:lnTo>
                  <a:lnTo>
                    <a:pt x="830" y="1403"/>
                  </a:lnTo>
                  <a:lnTo>
                    <a:pt x="810" y="1502"/>
                  </a:lnTo>
                  <a:lnTo>
                    <a:pt x="830" y="1482"/>
                  </a:lnTo>
                  <a:lnTo>
                    <a:pt x="830" y="1463"/>
                  </a:lnTo>
                  <a:lnTo>
                    <a:pt x="850" y="1502"/>
                  </a:lnTo>
                  <a:lnTo>
                    <a:pt x="850" y="1482"/>
                  </a:lnTo>
                  <a:lnTo>
                    <a:pt x="870" y="1463"/>
                  </a:lnTo>
                  <a:lnTo>
                    <a:pt x="870" y="1482"/>
                  </a:lnTo>
                  <a:lnTo>
                    <a:pt x="889" y="1403"/>
                  </a:lnTo>
                  <a:lnTo>
                    <a:pt x="909" y="1403"/>
                  </a:lnTo>
                  <a:lnTo>
                    <a:pt x="909" y="1423"/>
                  </a:lnTo>
                  <a:lnTo>
                    <a:pt x="889" y="1482"/>
                  </a:lnTo>
                  <a:lnTo>
                    <a:pt x="909" y="1443"/>
                  </a:lnTo>
                  <a:lnTo>
                    <a:pt x="929" y="1443"/>
                  </a:lnTo>
                  <a:lnTo>
                    <a:pt x="949" y="1364"/>
                  </a:lnTo>
                  <a:lnTo>
                    <a:pt x="968" y="1265"/>
                  </a:lnTo>
                  <a:lnTo>
                    <a:pt x="988" y="1245"/>
                  </a:lnTo>
                  <a:lnTo>
                    <a:pt x="1008" y="1245"/>
                  </a:lnTo>
                  <a:lnTo>
                    <a:pt x="988" y="1285"/>
                  </a:lnTo>
                  <a:lnTo>
                    <a:pt x="968" y="1305"/>
                  </a:lnTo>
                  <a:lnTo>
                    <a:pt x="1008" y="1285"/>
                  </a:lnTo>
                  <a:lnTo>
                    <a:pt x="1008" y="1324"/>
                  </a:lnTo>
                  <a:lnTo>
                    <a:pt x="988" y="1344"/>
                  </a:lnTo>
                  <a:lnTo>
                    <a:pt x="988" y="1364"/>
                  </a:lnTo>
                  <a:lnTo>
                    <a:pt x="1008" y="1364"/>
                  </a:lnTo>
                  <a:lnTo>
                    <a:pt x="1028" y="1285"/>
                  </a:lnTo>
                  <a:lnTo>
                    <a:pt x="1047" y="1305"/>
                  </a:lnTo>
                  <a:lnTo>
                    <a:pt x="1047" y="1324"/>
                  </a:lnTo>
                  <a:lnTo>
                    <a:pt x="1047" y="1403"/>
                  </a:lnTo>
                  <a:lnTo>
                    <a:pt x="1047" y="1463"/>
                  </a:lnTo>
                  <a:lnTo>
                    <a:pt x="1067" y="1384"/>
                  </a:lnTo>
                  <a:lnTo>
                    <a:pt x="1107" y="1305"/>
                  </a:lnTo>
                  <a:lnTo>
                    <a:pt x="1087" y="1324"/>
                  </a:lnTo>
                  <a:lnTo>
                    <a:pt x="1087" y="1305"/>
                  </a:lnTo>
                  <a:lnTo>
                    <a:pt x="1087" y="1265"/>
                  </a:lnTo>
                  <a:lnTo>
                    <a:pt x="1107" y="1226"/>
                  </a:lnTo>
                  <a:lnTo>
                    <a:pt x="1126" y="1186"/>
                  </a:lnTo>
                  <a:lnTo>
                    <a:pt x="1126" y="1206"/>
                  </a:lnTo>
                  <a:lnTo>
                    <a:pt x="1126" y="1226"/>
                  </a:lnTo>
                  <a:lnTo>
                    <a:pt x="1126" y="1285"/>
                  </a:lnTo>
                  <a:lnTo>
                    <a:pt x="1092" y="1377"/>
                  </a:lnTo>
                  <a:lnTo>
                    <a:pt x="1146" y="1305"/>
                  </a:lnTo>
                  <a:lnTo>
                    <a:pt x="1186" y="1245"/>
                  </a:lnTo>
                  <a:lnTo>
                    <a:pt x="1166" y="1305"/>
                  </a:lnTo>
                  <a:lnTo>
                    <a:pt x="1146" y="1364"/>
                  </a:lnTo>
                  <a:lnTo>
                    <a:pt x="1126" y="1403"/>
                  </a:lnTo>
                  <a:lnTo>
                    <a:pt x="1107" y="1482"/>
                  </a:lnTo>
                  <a:lnTo>
                    <a:pt x="1126" y="1443"/>
                  </a:lnTo>
                  <a:lnTo>
                    <a:pt x="1146" y="1423"/>
                  </a:lnTo>
                  <a:lnTo>
                    <a:pt x="1146" y="1463"/>
                  </a:lnTo>
                  <a:lnTo>
                    <a:pt x="1186" y="1443"/>
                  </a:lnTo>
                  <a:lnTo>
                    <a:pt x="1186" y="1403"/>
                  </a:lnTo>
                  <a:lnTo>
                    <a:pt x="1186" y="1384"/>
                  </a:lnTo>
                  <a:lnTo>
                    <a:pt x="1205" y="1403"/>
                  </a:lnTo>
                  <a:lnTo>
                    <a:pt x="1225" y="1384"/>
                  </a:lnTo>
                  <a:lnTo>
                    <a:pt x="1245" y="1403"/>
                  </a:lnTo>
                  <a:lnTo>
                    <a:pt x="1245" y="1384"/>
                  </a:lnTo>
                  <a:lnTo>
                    <a:pt x="1265" y="1364"/>
                  </a:lnTo>
                  <a:lnTo>
                    <a:pt x="1245" y="1364"/>
                  </a:lnTo>
                  <a:lnTo>
                    <a:pt x="1245" y="1344"/>
                  </a:lnTo>
                  <a:lnTo>
                    <a:pt x="1245" y="1285"/>
                  </a:lnTo>
                  <a:lnTo>
                    <a:pt x="1284" y="1245"/>
                  </a:lnTo>
                  <a:lnTo>
                    <a:pt x="1304" y="1226"/>
                  </a:lnTo>
                  <a:lnTo>
                    <a:pt x="1304" y="1206"/>
                  </a:lnTo>
                  <a:lnTo>
                    <a:pt x="1324" y="1186"/>
                  </a:lnTo>
                  <a:lnTo>
                    <a:pt x="1344" y="1186"/>
                  </a:lnTo>
                  <a:lnTo>
                    <a:pt x="1344" y="1226"/>
                  </a:lnTo>
                  <a:lnTo>
                    <a:pt x="1324" y="1245"/>
                  </a:lnTo>
                  <a:lnTo>
                    <a:pt x="1304" y="1305"/>
                  </a:lnTo>
                  <a:lnTo>
                    <a:pt x="1304" y="1314"/>
                  </a:lnTo>
                  <a:lnTo>
                    <a:pt x="1324" y="1285"/>
                  </a:lnTo>
                  <a:lnTo>
                    <a:pt x="1344" y="1245"/>
                  </a:lnTo>
                  <a:lnTo>
                    <a:pt x="1363" y="1245"/>
                  </a:lnTo>
                  <a:lnTo>
                    <a:pt x="1354" y="1265"/>
                  </a:lnTo>
                  <a:lnTo>
                    <a:pt x="1363" y="1265"/>
                  </a:lnTo>
                  <a:lnTo>
                    <a:pt x="1344" y="1305"/>
                  </a:lnTo>
                  <a:lnTo>
                    <a:pt x="1324" y="1384"/>
                  </a:lnTo>
                  <a:lnTo>
                    <a:pt x="1363" y="1305"/>
                  </a:lnTo>
                  <a:lnTo>
                    <a:pt x="1344" y="1364"/>
                  </a:lnTo>
                  <a:lnTo>
                    <a:pt x="1363" y="1324"/>
                  </a:lnTo>
                  <a:lnTo>
                    <a:pt x="1383" y="1305"/>
                  </a:lnTo>
                  <a:lnTo>
                    <a:pt x="1383" y="1305"/>
                  </a:lnTo>
                  <a:lnTo>
                    <a:pt x="1363" y="1344"/>
                  </a:lnTo>
                  <a:lnTo>
                    <a:pt x="1383" y="1344"/>
                  </a:lnTo>
                  <a:lnTo>
                    <a:pt x="1403" y="1285"/>
                  </a:lnTo>
                  <a:lnTo>
                    <a:pt x="1403" y="1226"/>
                  </a:lnTo>
                  <a:lnTo>
                    <a:pt x="1423" y="1166"/>
                  </a:lnTo>
                  <a:lnTo>
                    <a:pt x="1462" y="1166"/>
                  </a:lnTo>
                  <a:lnTo>
                    <a:pt x="1462" y="1226"/>
                  </a:lnTo>
                  <a:lnTo>
                    <a:pt x="1482" y="1166"/>
                  </a:lnTo>
                  <a:lnTo>
                    <a:pt x="1482" y="1206"/>
                  </a:lnTo>
                  <a:lnTo>
                    <a:pt x="1482" y="1245"/>
                  </a:lnTo>
                  <a:lnTo>
                    <a:pt x="1462" y="1245"/>
                  </a:lnTo>
                  <a:lnTo>
                    <a:pt x="1462" y="1265"/>
                  </a:lnTo>
                  <a:lnTo>
                    <a:pt x="1442" y="1324"/>
                  </a:lnTo>
                  <a:lnTo>
                    <a:pt x="1442" y="1364"/>
                  </a:lnTo>
                  <a:lnTo>
                    <a:pt x="1462" y="1285"/>
                  </a:lnTo>
                  <a:lnTo>
                    <a:pt x="1462" y="1305"/>
                  </a:lnTo>
                  <a:lnTo>
                    <a:pt x="1462" y="1364"/>
                  </a:lnTo>
                  <a:lnTo>
                    <a:pt x="1475" y="1338"/>
                  </a:lnTo>
                  <a:lnTo>
                    <a:pt x="1475" y="1338"/>
                  </a:lnTo>
                  <a:lnTo>
                    <a:pt x="1462" y="1403"/>
                  </a:lnTo>
                  <a:lnTo>
                    <a:pt x="1482" y="1423"/>
                  </a:lnTo>
                  <a:lnTo>
                    <a:pt x="1482" y="1384"/>
                  </a:lnTo>
                  <a:lnTo>
                    <a:pt x="1482" y="1344"/>
                  </a:lnTo>
                  <a:lnTo>
                    <a:pt x="1502" y="1344"/>
                  </a:lnTo>
                  <a:lnTo>
                    <a:pt x="1502" y="1364"/>
                  </a:lnTo>
                  <a:lnTo>
                    <a:pt x="1521" y="1364"/>
                  </a:lnTo>
                  <a:lnTo>
                    <a:pt x="1521" y="1384"/>
                  </a:lnTo>
                  <a:lnTo>
                    <a:pt x="1541" y="1324"/>
                  </a:lnTo>
                  <a:lnTo>
                    <a:pt x="1521" y="1324"/>
                  </a:lnTo>
                  <a:lnTo>
                    <a:pt x="1521" y="1305"/>
                  </a:lnTo>
                  <a:lnTo>
                    <a:pt x="1541" y="1285"/>
                  </a:lnTo>
                  <a:lnTo>
                    <a:pt x="1561" y="1265"/>
                  </a:lnTo>
                  <a:lnTo>
                    <a:pt x="1581" y="1265"/>
                  </a:lnTo>
                  <a:lnTo>
                    <a:pt x="1600" y="1226"/>
                  </a:lnTo>
                  <a:lnTo>
                    <a:pt x="1600" y="1285"/>
                  </a:lnTo>
                  <a:lnTo>
                    <a:pt x="1585" y="1348"/>
                  </a:lnTo>
                  <a:lnTo>
                    <a:pt x="1600" y="1324"/>
                  </a:lnTo>
                  <a:lnTo>
                    <a:pt x="1620" y="1364"/>
                  </a:lnTo>
                  <a:lnTo>
                    <a:pt x="1600" y="1423"/>
                  </a:lnTo>
                  <a:lnTo>
                    <a:pt x="1600" y="1463"/>
                  </a:lnTo>
                  <a:lnTo>
                    <a:pt x="1600" y="1482"/>
                  </a:lnTo>
                  <a:lnTo>
                    <a:pt x="1620" y="1463"/>
                  </a:lnTo>
                  <a:lnTo>
                    <a:pt x="1620" y="1384"/>
                  </a:lnTo>
                  <a:lnTo>
                    <a:pt x="1640" y="1384"/>
                  </a:lnTo>
                  <a:lnTo>
                    <a:pt x="1660" y="1344"/>
                  </a:lnTo>
                  <a:lnTo>
                    <a:pt x="1423" y="732"/>
                  </a:lnTo>
                  <a:lnTo>
                    <a:pt x="1126" y="60"/>
                  </a:lnTo>
                  <a:lnTo>
                    <a:pt x="1087" y="119"/>
                  </a:lnTo>
                  <a:lnTo>
                    <a:pt x="1087" y="139"/>
                  </a:lnTo>
                  <a:lnTo>
                    <a:pt x="1087" y="198"/>
                  </a:lnTo>
                  <a:lnTo>
                    <a:pt x="1067" y="218"/>
                  </a:lnTo>
                  <a:lnTo>
                    <a:pt x="1047" y="238"/>
                  </a:lnTo>
                  <a:lnTo>
                    <a:pt x="1047" y="198"/>
                  </a:lnTo>
                  <a:lnTo>
                    <a:pt x="1067" y="159"/>
                  </a:lnTo>
                  <a:lnTo>
                    <a:pt x="1067" y="100"/>
                  </a:lnTo>
                  <a:lnTo>
                    <a:pt x="1047" y="100"/>
                  </a:lnTo>
                  <a:lnTo>
                    <a:pt x="1047" y="60"/>
                  </a:lnTo>
                  <a:lnTo>
                    <a:pt x="1028" y="80"/>
                  </a:lnTo>
                  <a:lnTo>
                    <a:pt x="1008" y="119"/>
                  </a:lnTo>
                  <a:lnTo>
                    <a:pt x="1008" y="80"/>
                  </a:lnTo>
                  <a:lnTo>
                    <a:pt x="1028" y="40"/>
                  </a:lnTo>
                  <a:lnTo>
                    <a:pt x="1008" y="40"/>
                  </a:lnTo>
                  <a:lnTo>
                    <a:pt x="988" y="80"/>
                  </a:lnTo>
                  <a:lnTo>
                    <a:pt x="988" y="80"/>
                  </a:lnTo>
                  <a:lnTo>
                    <a:pt x="968" y="159"/>
                  </a:lnTo>
                  <a:lnTo>
                    <a:pt x="968" y="139"/>
                  </a:lnTo>
                  <a:lnTo>
                    <a:pt x="949" y="159"/>
                  </a:lnTo>
                  <a:lnTo>
                    <a:pt x="988" y="80"/>
                  </a:lnTo>
                  <a:lnTo>
                    <a:pt x="929" y="179"/>
                  </a:lnTo>
                  <a:lnTo>
                    <a:pt x="929" y="159"/>
                  </a:lnTo>
                  <a:lnTo>
                    <a:pt x="889" y="218"/>
                  </a:lnTo>
                  <a:lnTo>
                    <a:pt x="870" y="258"/>
                  </a:lnTo>
                  <a:lnTo>
                    <a:pt x="870" y="218"/>
                  </a:lnTo>
                  <a:lnTo>
                    <a:pt x="870" y="198"/>
                  </a:lnTo>
                  <a:lnTo>
                    <a:pt x="850" y="218"/>
                  </a:lnTo>
                  <a:lnTo>
                    <a:pt x="870" y="119"/>
                  </a:lnTo>
                  <a:lnTo>
                    <a:pt x="889" y="119"/>
                  </a:lnTo>
                  <a:lnTo>
                    <a:pt x="889" y="80"/>
                  </a:lnTo>
                  <a:lnTo>
                    <a:pt x="889" y="40"/>
                  </a:lnTo>
                  <a:lnTo>
                    <a:pt x="850" y="40"/>
                  </a:lnTo>
                  <a:lnTo>
                    <a:pt x="810" y="60"/>
                  </a:lnTo>
                  <a:lnTo>
                    <a:pt x="791" y="40"/>
                  </a:lnTo>
                  <a:lnTo>
                    <a:pt x="771" y="60"/>
                  </a:lnTo>
                  <a:lnTo>
                    <a:pt x="751" y="1"/>
                  </a:lnTo>
                  <a:lnTo>
                    <a:pt x="692" y="1"/>
                  </a:lnTo>
                  <a:lnTo>
                    <a:pt x="672" y="21"/>
                  </a:lnTo>
                  <a:lnTo>
                    <a:pt x="652" y="40"/>
                  </a:lnTo>
                  <a:lnTo>
                    <a:pt x="652" y="1"/>
                  </a:lnTo>
                  <a:lnTo>
                    <a:pt x="613" y="80"/>
                  </a:lnTo>
                  <a:lnTo>
                    <a:pt x="573" y="119"/>
                  </a:lnTo>
                  <a:lnTo>
                    <a:pt x="534" y="159"/>
                  </a:lnTo>
                  <a:lnTo>
                    <a:pt x="494" y="258"/>
                  </a:lnTo>
                  <a:lnTo>
                    <a:pt x="494" y="198"/>
                  </a:lnTo>
                  <a:lnTo>
                    <a:pt x="514" y="139"/>
                  </a:lnTo>
                  <a:lnTo>
                    <a:pt x="494" y="179"/>
                  </a:lnTo>
                  <a:lnTo>
                    <a:pt x="475" y="198"/>
                  </a:lnTo>
                  <a:lnTo>
                    <a:pt x="475" y="159"/>
                  </a:lnTo>
                  <a:lnTo>
                    <a:pt x="494" y="119"/>
                  </a:lnTo>
                  <a:lnTo>
                    <a:pt x="494" y="100"/>
                  </a:lnTo>
                  <a:lnTo>
                    <a:pt x="475" y="119"/>
                  </a:lnTo>
                  <a:lnTo>
                    <a:pt x="475" y="100"/>
                  </a:lnTo>
                  <a:lnTo>
                    <a:pt x="455" y="179"/>
                  </a:lnTo>
                  <a:lnTo>
                    <a:pt x="415" y="238"/>
                  </a:lnTo>
                  <a:lnTo>
                    <a:pt x="415" y="277"/>
                  </a:lnTo>
                  <a:lnTo>
                    <a:pt x="356" y="317"/>
                  </a:lnTo>
                  <a:lnTo>
                    <a:pt x="297" y="337"/>
                  </a:lnTo>
                  <a:lnTo>
                    <a:pt x="238" y="317"/>
                  </a:lnTo>
                  <a:lnTo>
                    <a:pt x="198" y="277"/>
                  </a:lnTo>
                  <a:lnTo>
                    <a:pt x="218" y="238"/>
                  </a:lnTo>
                  <a:lnTo>
                    <a:pt x="198" y="258"/>
                  </a:lnTo>
                  <a:lnTo>
                    <a:pt x="178" y="238"/>
                  </a:lnTo>
                  <a:lnTo>
                    <a:pt x="198" y="238"/>
                  </a:lnTo>
                  <a:lnTo>
                    <a:pt x="178" y="198"/>
                  </a:lnTo>
                  <a:lnTo>
                    <a:pt x="178" y="218"/>
                  </a:lnTo>
                  <a:lnTo>
                    <a:pt x="159" y="238"/>
                  </a:lnTo>
                  <a:lnTo>
                    <a:pt x="159" y="198"/>
                  </a:lnTo>
                  <a:lnTo>
                    <a:pt x="159" y="179"/>
                  </a:lnTo>
                  <a:lnTo>
                    <a:pt x="139" y="139"/>
                  </a:lnTo>
                  <a:lnTo>
                    <a:pt x="139" y="119"/>
                  </a:lnTo>
                  <a:lnTo>
                    <a:pt x="119" y="139"/>
                  </a:lnTo>
                  <a:lnTo>
                    <a:pt x="119" y="80"/>
                  </a:lnTo>
                  <a:lnTo>
                    <a:pt x="119" y="1"/>
                  </a:lnTo>
                  <a:close/>
                  <a:moveTo>
                    <a:pt x="1047" y="1324"/>
                  </a:moveTo>
                  <a:lnTo>
                    <a:pt x="1008" y="1403"/>
                  </a:lnTo>
                  <a:lnTo>
                    <a:pt x="988" y="1482"/>
                  </a:lnTo>
                  <a:lnTo>
                    <a:pt x="988" y="1463"/>
                  </a:lnTo>
                  <a:lnTo>
                    <a:pt x="988" y="1443"/>
                  </a:lnTo>
                  <a:lnTo>
                    <a:pt x="968" y="1443"/>
                  </a:lnTo>
                  <a:lnTo>
                    <a:pt x="968" y="1423"/>
                  </a:lnTo>
                  <a:lnTo>
                    <a:pt x="949" y="1423"/>
                  </a:lnTo>
                  <a:lnTo>
                    <a:pt x="929" y="1463"/>
                  </a:lnTo>
                  <a:lnTo>
                    <a:pt x="929" y="1502"/>
                  </a:lnTo>
                  <a:lnTo>
                    <a:pt x="968" y="1502"/>
                  </a:lnTo>
                  <a:lnTo>
                    <a:pt x="968" y="1542"/>
                  </a:lnTo>
                  <a:lnTo>
                    <a:pt x="1028" y="1443"/>
                  </a:lnTo>
                  <a:lnTo>
                    <a:pt x="1028" y="1384"/>
                  </a:lnTo>
                  <a:lnTo>
                    <a:pt x="1047" y="1324"/>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
            <p:cNvSpPr/>
            <p:nvPr/>
          </p:nvSpPr>
          <p:spPr>
            <a:xfrm>
              <a:off x="-1500775" y="350550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1" name="Google Shape;3951;p15"/>
            <p:cNvSpPr/>
            <p:nvPr/>
          </p:nvSpPr>
          <p:spPr>
            <a:xfrm>
              <a:off x="-1570900" y="340822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2" name="Google Shape;3952;p15"/>
            <p:cNvSpPr/>
            <p:nvPr/>
          </p:nvSpPr>
          <p:spPr>
            <a:xfrm>
              <a:off x="-1572875" y="3408225"/>
              <a:ext cx="525" cy="500"/>
            </a:xfrm>
            <a:custGeom>
              <a:rect b="b" l="l" r="r" t="t"/>
              <a:pathLst>
                <a:path extrusionOk="0" h="20" w="21">
                  <a:moveTo>
                    <a:pt x="1" y="20"/>
                  </a:moveTo>
                  <a:lnTo>
                    <a:pt x="1" y="20"/>
                  </a:lnTo>
                  <a:lnTo>
                    <a:pt x="1" y="20"/>
                  </a:lnTo>
                  <a:lnTo>
                    <a:pt x="1" y="20"/>
                  </a:lnTo>
                  <a:lnTo>
                    <a:pt x="20"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
            <p:cNvSpPr/>
            <p:nvPr/>
          </p:nvSpPr>
          <p:spPr>
            <a:xfrm>
              <a:off x="-1629175" y="3384025"/>
              <a:ext cx="61750" cy="41500"/>
            </a:xfrm>
            <a:custGeom>
              <a:rect b="b" l="l" r="r" t="t"/>
              <a:pathLst>
                <a:path extrusionOk="0" h="1660" w="2470">
                  <a:moveTo>
                    <a:pt x="850" y="237"/>
                  </a:moveTo>
                  <a:lnTo>
                    <a:pt x="850" y="237"/>
                  </a:lnTo>
                  <a:lnTo>
                    <a:pt x="850" y="237"/>
                  </a:lnTo>
                  <a:close/>
                  <a:moveTo>
                    <a:pt x="1186" y="257"/>
                  </a:moveTo>
                  <a:lnTo>
                    <a:pt x="1186" y="257"/>
                  </a:lnTo>
                  <a:lnTo>
                    <a:pt x="1186" y="257"/>
                  </a:lnTo>
                  <a:close/>
                  <a:moveTo>
                    <a:pt x="1285" y="198"/>
                  </a:moveTo>
                  <a:lnTo>
                    <a:pt x="1245" y="237"/>
                  </a:lnTo>
                  <a:lnTo>
                    <a:pt x="1245" y="257"/>
                  </a:lnTo>
                  <a:lnTo>
                    <a:pt x="1225" y="277"/>
                  </a:lnTo>
                  <a:lnTo>
                    <a:pt x="1245" y="277"/>
                  </a:lnTo>
                  <a:lnTo>
                    <a:pt x="1265" y="257"/>
                  </a:lnTo>
                  <a:lnTo>
                    <a:pt x="1285" y="198"/>
                  </a:lnTo>
                  <a:close/>
                  <a:moveTo>
                    <a:pt x="2055" y="435"/>
                  </a:moveTo>
                  <a:lnTo>
                    <a:pt x="2055" y="435"/>
                  </a:lnTo>
                  <a:lnTo>
                    <a:pt x="2055" y="435"/>
                  </a:lnTo>
                  <a:close/>
                  <a:moveTo>
                    <a:pt x="1660" y="652"/>
                  </a:moveTo>
                  <a:lnTo>
                    <a:pt x="1660" y="672"/>
                  </a:lnTo>
                  <a:lnTo>
                    <a:pt x="1680" y="672"/>
                  </a:lnTo>
                  <a:lnTo>
                    <a:pt x="1660" y="652"/>
                  </a:lnTo>
                  <a:close/>
                  <a:moveTo>
                    <a:pt x="2253" y="692"/>
                  </a:moveTo>
                  <a:lnTo>
                    <a:pt x="2253" y="692"/>
                  </a:lnTo>
                  <a:lnTo>
                    <a:pt x="2253" y="692"/>
                  </a:lnTo>
                  <a:close/>
                  <a:moveTo>
                    <a:pt x="2470" y="692"/>
                  </a:moveTo>
                  <a:lnTo>
                    <a:pt x="2470" y="692"/>
                  </a:lnTo>
                  <a:lnTo>
                    <a:pt x="2470" y="692"/>
                  </a:lnTo>
                  <a:close/>
                  <a:moveTo>
                    <a:pt x="2253" y="692"/>
                  </a:moveTo>
                  <a:lnTo>
                    <a:pt x="2243" y="711"/>
                  </a:lnTo>
                  <a:lnTo>
                    <a:pt x="2253" y="692"/>
                  </a:lnTo>
                  <a:close/>
                  <a:moveTo>
                    <a:pt x="2243" y="711"/>
                  </a:moveTo>
                  <a:lnTo>
                    <a:pt x="2230" y="737"/>
                  </a:lnTo>
                  <a:lnTo>
                    <a:pt x="2233" y="731"/>
                  </a:lnTo>
                  <a:lnTo>
                    <a:pt x="2243" y="711"/>
                  </a:lnTo>
                  <a:close/>
                  <a:moveTo>
                    <a:pt x="2230" y="737"/>
                  </a:moveTo>
                  <a:lnTo>
                    <a:pt x="2218" y="761"/>
                  </a:lnTo>
                  <a:lnTo>
                    <a:pt x="2230" y="737"/>
                  </a:lnTo>
                  <a:close/>
                  <a:moveTo>
                    <a:pt x="2218" y="761"/>
                  </a:moveTo>
                  <a:lnTo>
                    <a:pt x="2213" y="771"/>
                  </a:lnTo>
                  <a:lnTo>
                    <a:pt x="2218" y="761"/>
                  </a:lnTo>
                  <a:close/>
                  <a:moveTo>
                    <a:pt x="2213" y="771"/>
                  </a:moveTo>
                  <a:lnTo>
                    <a:pt x="2204" y="789"/>
                  </a:lnTo>
                  <a:lnTo>
                    <a:pt x="2213" y="771"/>
                  </a:lnTo>
                  <a:close/>
                  <a:moveTo>
                    <a:pt x="2371" y="731"/>
                  </a:moveTo>
                  <a:lnTo>
                    <a:pt x="2332" y="790"/>
                  </a:lnTo>
                  <a:lnTo>
                    <a:pt x="2371" y="751"/>
                  </a:lnTo>
                  <a:lnTo>
                    <a:pt x="2391" y="731"/>
                  </a:lnTo>
                  <a:close/>
                  <a:moveTo>
                    <a:pt x="2401" y="850"/>
                  </a:moveTo>
                  <a:lnTo>
                    <a:pt x="2391" y="869"/>
                  </a:lnTo>
                  <a:lnTo>
                    <a:pt x="2391" y="869"/>
                  </a:lnTo>
                  <a:lnTo>
                    <a:pt x="2411" y="850"/>
                  </a:lnTo>
                  <a:close/>
                  <a:moveTo>
                    <a:pt x="2272" y="929"/>
                  </a:moveTo>
                  <a:lnTo>
                    <a:pt x="2246" y="968"/>
                  </a:lnTo>
                  <a:lnTo>
                    <a:pt x="2253" y="968"/>
                  </a:lnTo>
                  <a:lnTo>
                    <a:pt x="2272" y="929"/>
                  </a:lnTo>
                  <a:close/>
                  <a:moveTo>
                    <a:pt x="2238" y="968"/>
                  </a:moveTo>
                  <a:lnTo>
                    <a:pt x="2233" y="988"/>
                  </a:lnTo>
                  <a:lnTo>
                    <a:pt x="2246" y="968"/>
                  </a:lnTo>
                  <a:close/>
                  <a:moveTo>
                    <a:pt x="80" y="988"/>
                  </a:moveTo>
                  <a:lnTo>
                    <a:pt x="80" y="988"/>
                  </a:lnTo>
                  <a:lnTo>
                    <a:pt x="80" y="988"/>
                  </a:lnTo>
                  <a:lnTo>
                    <a:pt x="67" y="1027"/>
                  </a:lnTo>
                  <a:lnTo>
                    <a:pt x="80" y="988"/>
                  </a:lnTo>
                  <a:close/>
                  <a:moveTo>
                    <a:pt x="67" y="1027"/>
                  </a:moveTo>
                  <a:lnTo>
                    <a:pt x="62" y="1043"/>
                  </a:lnTo>
                  <a:lnTo>
                    <a:pt x="67" y="1027"/>
                  </a:lnTo>
                  <a:close/>
                  <a:moveTo>
                    <a:pt x="2312" y="1027"/>
                  </a:moveTo>
                  <a:lnTo>
                    <a:pt x="2292" y="1067"/>
                  </a:lnTo>
                  <a:lnTo>
                    <a:pt x="2312" y="1047"/>
                  </a:lnTo>
                  <a:lnTo>
                    <a:pt x="2312" y="1027"/>
                  </a:lnTo>
                  <a:close/>
                  <a:moveTo>
                    <a:pt x="1858" y="1087"/>
                  </a:moveTo>
                  <a:lnTo>
                    <a:pt x="1838" y="1146"/>
                  </a:lnTo>
                  <a:lnTo>
                    <a:pt x="1858" y="1126"/>
                  </a:lnTo>
                  <a:lnTo>
                    <a:pt x="1858" y="1146"/>
                  </a:lnTo>
                  <a:lnTo>
                    <a:pt x="1877" y="1106"/>
                  </a:lnTo>
                  <a:lnTo>
                    <a:pt x="1877" y="1087"/>
                  </a:lnTo>
                  <a:close/>
                  <a:moveTo>
                    <a:pt x="179" y="1264"/>
                  </a:moveTo>
                  <a:lnTo>
                    <a:pt x="179" y="1264"/>
                  </a:lnTo>
                  <a:lnTo>
                    <a:pt x="179" y="1264"/>
                  </a:lnTo>
                  <a:close/>
                  <a:moveTo>
                    <a:pt x="100" y="1284"/>
                  </a:moveTo>
                  <a:lnTo>
                    <a:pt x="100" y="1284"/>
                  </a:lnTo>
                  <a:lnTo>
                    <a:pt x="100" y="1284"/>
                  </a:lnTo>
                  <a:close/>
                  <a:moveTo>
                    <a:pt x="2154" y="1245"/>
                  </a:moveTo>
                  <a:lnTo>
                    <a:pt x="2154" y="1264"/>
                  </a:lnTo>
                  <a:lnTo>
                    <a:pt x="2138" y="1304"/>
                  </a:lnTo>
                  <a:lnTo>
                    <a:pt x="2174" y="1245"/>
                  </a:lnTo>
                  <a:close/>
                  <a:moveTo>
                    <a:pt x="2138" y="1304"/>
                  </a:moveTo>
                  <a:lnTo>
                    <a:pt x="2138" y="1304"/>
                  </a:lnTo>
                  <a:lnTo>
                    <a:pt x="2138" y="1304"/>
                  </a:lnTo>
                  <a:close/>
                  <a:moveTo>
                    <a:pt x="2174" y="1304"/>
                  </a:moveTo>
                  <a:lnTo>
                    <a:pt x="2174" y="1304"/>
                  </a:lnTo>
                  <a:lnTo>
                    <a:pt x="2174" y="1304"/>
                  </a:lnTo>
                  <a:close/>
                  <a:moveTo>
                    <a:pt x="2174" y="1304"/>
                  </a:moveTo>
                  <a:lnTo>
                    <a:pt x="2174" y="1304"/>
                  </a:lnTo>
                  <a:lnTo>
                    <a:pt x="2174" y="1304"/>
                  </a:lnTo>
                  <a:close/>
                  <a:moveTo>
                    <a:pt x="2174" y="1304"/>
                  </a:moveTo>
                  <a:lnTo>
                    <a:pt x="2168" y="1327"/>
                  </a:lnTo>
                  <a:lnTo>
                    <a:pt x="2174" y="1314"/>
                  </a:lnTo>
                  <a:lnTo>
                    <a:pt x="2174" y="1304"/>
                  </a:lnTo>
                  <a:close/>
                  <a:moveTo>
                    <a:pt x="2450" y="672"/>
                  </a:moveTo>
                  <a:lnTo>
                    <a:pt x="2411" y="731"/>
                  </a:lnTo>
                  <a:lnTo>
                    <a:pt x="2411" y="711"/>
                  </a:lnTo>
                  <a:lnTo>
                    <a:pt x="2430" y="692"/>
                  </a:lnTo>
                  <a:lnTo>
                    <a:pt x="2430" y="692"/>
                  </a:lnTo>
                  <a:lnTo>
                    <a:pt x="2391" y="711"/>
                  </a:lnTo>
                  <a:lnTo>
                    <a:pt x="2391" y="751"/>
                  </a:lnTo>
                  <a:lnTo>
                    <a:pt x="2371" y="771"/>
                  </a:lnTo>
                  <a:lnTo>
                    <a:pt x="2351" y="790"/>
                  </a:lnTo>
                  <a:lnTo>
                    <a:pt x="2312" y="869"/>
                  </a:lnTo>
                  <a:lnTo>
                    <a:pt x="2312" y="869"/>
                  </a:lnTo>
                  <a:lnTo>
                    <a:pt x="2332" y="790"/>
                  </a:lnTo>
                  <a:lnTo>
                    <a:pt x="2332" y="771"/>
                  </a:lnTo>
                  <a:lnTo>
                    <a:pt x="2292" y="850"/>
                  </a:lnTo>
                  <a:lnTo>
                    <a:pt x="2253" y="889"/>
                  </a:lnTo>
                  <a:lnTo>
                    <a:pt x="2272" y="909"/>
                  </a:lnTo>
                  <a:lnTo>
                    <a:pt x="2272" y="889"/>
                  </a:lnTo>
                  <a:lnTo>
                    <a:pt x="2292" y="869"/>
                  </a:lnTo>
                  <a:lnTo>
                    <a:pt x="2272" y="929"/>
                  </a:lnTo>
                  <a:lnTo>
                    <a:pt x="2292" y="889"/>
                  </a:lnTo>
                  <a:lnTo>
                    <a:pt x="2292" y="909"/>
                  </a:lnTo>
                  <a:lnTo>
                    <a:pt x="2272" y="948"/>
                  </a:lnTo>
                  <a:lnTo>
                    <a:pt x="2272" y="948"/>
                  </a:lnTo>
                  <a:lnTo>
                    <a:pt x="2292" y="929"/>
                  </a:lnTo>
                  <a:lnTo>
                    <a:pt x="2292" y="929"/>
                  </a:lnTo>
                  <a:lnTo>
                    <a:pt x="2233" y="1087"/>
                  </a:lnTo>
                  <a:lnTo>
                    <a:pt x="2174" y="1245"/>
                  </a:lnTo>
                  <a:lnTo>
                    <a:pt x="2193" y="1245"/>
                  </a:lnTo>
                  <a:lnTo>
                    <a:pt x="2213" y="1225"/>
                  </a:lnTo>
                  <a:lnTo>
                    <a:pt x="2174" y="1314"/>
                  </a:lnTo>
                  <a:lnTo>
                    <a:pt x="2174" y="1343"/>
                  </a:lnTo>
                  <a:lnTo>
                    <a:pt x="2174" y="1363"/>
                  </a:lnTo>
                  <a:lnTo>
                    <a:pt x="2213" y="1324"/>
                  </a:lnTo>
                  <a:lnTo>
                    <a:pt x="2193" y="1324"/>
                  </a:lnTo>
                  <a:lnTo>
                    <a:pt x="2253" y="1245"/>
                  </a:lnTo>
                  <a:lnTo>
                    <a:pt x="2253" y="1225"/>
                  </a:lnTo>
                  <a:lnTo>
                    <a:pt x="2233" y="1225"/>
                  </a:lnTo>
                  <a:lnTo>
                    <a:pt x="2272" y="1166"/>
                  </a:lnTo>
                  <a:lnTo>
                    <a:pt x="2292" y="1067"/>
                  </a:lnTo>
                  <a:lnTo>
                    <a:pt x="2292" y="1027"/>
                  </a:lnTo>
                  <a:lnTo>
                    <a:pt x="2292" y="1008"/>
                  </a:lnTo>
                  <a:lnTo>
                    <a:pt x="2312" y="968"/>
                  </a:lnTo>
                  <a:lnTo>
                    <a:pt x="2292" y="988"/>
                  </a:lnTo>
                  <a:lnTo>
                    <a:pt x="2292" y="988"/>
                  </a:lnTo>
                  <a:lnTo>
                    <a:pt x="2351" y="869"/>
                  </a:lnTo>
                  <a:lnTo>
                    <a:pt x="2371" y="869"/>
                  </a:lnTo>
                  <a:lnTo>
                    <a:pt x="2351" y="889"/>
                  </a:lnTo>
                  <a:lnTo>
                    <a:pt x="2312" y="968"/>
                  </a:lnTo>
                  <a:lnTo>
                    <a:pt x="2332" y="968"/>
                  </a:lnTo>
                  <a:lnTo>
                    <a:pt x="2351" y="929"/>
                  </a:lnTo>
                  <a:lnTo>
                    <a:pt x="2351" y="909"/>
                  </a:lnTo>
                  <a:lnTo>
                    <a:pt x="2391" y="850"/>
                  </a:lnTo>
                  <a:lnTo>
                    <a:pt x="2401" y="850"/>
                  </a:lnTo>
                  <a:lnTo>
                    <a:pt x="2411" y="830"/>
                  </a:lnTo>
                  <a:lnTo>
                    <a:pt x="2450" y="751"/>
                  </a:lnTo>
                  <a:lnTo>
                    <a:pt x="2470" y="692"/>
                  </a:lnTo>
                  <a:lnTo>
                    <a:pt x="2430" y="771"/>
                  </a:lnTo>
                  <a:lnTo>
                    <a:pt x="2430" y="751"/>
                  </a:lnTo>
                  <a:lnTo>
                    <a:pt x="2450" y="672"/>
                  </a:lnTo>
                  <a:close/>
                  <a:moveTo>
                    <a:pt x="1717" y="1387"/>
                  </a:moveTo>
                  <a:lnTo>
                    <a:pt x="1709" y="1403"/>
                  </a:lnTo>
                  <a:lnTo>
                    <a:pt x="1717" y="1387"/>
                  </a:lnTo>
                  <a:close/>
                  <a:moveTo>
                    <a:pt x="1917" y="1264"/>
                  </a:moveTo>
                  <a:lnTo>
                    <a:pt x="1838" y="1403"/>
                  </a:lnTo>
                  <a:lnTo>
                    <a:pt x="1877" y="1324"/>
                  </a:lnTo>
                  <a:lnTo>
                    <a:pt x="1877" y="1304"/>
                  </a:lnTo>
                  <a:lnTo>
                    <a:pt x="1897" y="1264"/>
                  </a:lnTo>
                  <a:close/>
                  <a:moveTo>
                    <a:pt x="1709" y="1403"/>
                  </a:moveTo>
                  <a:lnTo>
                    <a:pt x="1709" y="1403"/>
                  </a:lnTo>
                  <a:lnTo>
                    <a:pt x="1709" y="1403"/>
                  </a:lnTo>
                  <a:close/>
                  <a:moveTo>
                    <a:pt x="2138" y="1304"/>
                  </a:moveTo>
                  <a:lnTo>
                    <a:pt x="2114" y="1343"/>
                  </a:lnTo>
                  <a:lnTo>
                    <a:pt x="2075" y="1403"/>
                  </a:lnTo>
                  <a:lnTo>
                    <a:pt x="2114" y="1363"/>
                  </a:lnTo>
                  <a:lnTo>
                    <a:pt x="2138" y="1304"/>
                  </a:lnTo>
                  <a:close/>
                  <a:moveTo>
                    <a:pt x="2168" y="1327"/>
                  </a:moveTo>
                  <a:lnTo>
                    <a:pt x="2134" y="1403"/>
                  </a:lnTo>
                  <a:lnTo>
                    <a:pt x="2154" y="1383"/>
                  </a:lnTo>
                  <a:lnTo>
                    <a:pt x="2168" y="1327"/>
                  </a:lnTo>
                  <a:close/>
                  <a:moveTo>
                    <a:pt x="692" y="1442"/>
                  </a:moveTo>
                  <a:lnTo>
                    <a:pt x="692" y="1442"/>
                  </a:lnTo>
                  <a:lnTo>
                    <a:pt x="692" y="1442"/>
                  </a:lnTo>
                  <a:close/>
                  <a:moveTo>
                    <a:pt x="988" y="1363"/>
                  </a:moveTo>
                  <a:lnTo>
                    <a:pt x="969" y="1383"/>
                  </a:lnTo>
                  <a:lnTo>
                    <a:pt x="929" y="1442"/>
                  </a:lnTo>
                  <a:lnTo>
                    <a:pt x="929" y="1452"/>
                  </a:lnTo>
                  <a:lnTo>
                    <a:pt x="949" y="1422"/>
                  </a:lnTo>
                  <a:lnTo>
                    <a:pt x="969" y="1403"/>
                  </a:lnTo>
                  <a:lnTo>
                    <a:pt x="988" y="1363"/>
                  </a:lnTo>
                  <a:close/>
                  <a:moveTo>
                    <a:pt x="1146" y="1442"/>
                  </a:moveTo>
                  <a:lnTo>
                    <a:pt x="1140" y="1462"/>
                  </a:lnTo>
                  <a:lnTo>
                    <a:pt x="1146" y="1462"/>
                  </a:lnTo>
                  <a:lnTo>
                    <a:pt x="1146" y="1442"/>
                  </a:lnTo>
                  <a:close/>
                  <a:moveTo>
                    <a:pt x="1087" y="1383"/>
                  </a:moveTo>
                  <a:lnTo>
                    <a:pt x="1048" y="1482"/>
                  </a:lnTo>
                  <a:lnTo>
                    <a:pt x="1067" y="1442"/>
                  </a:lnTo>
                  <a:lnTo>
                    <a:pt x="1087" y="1383"/>
                  </a:lnTo>
                  <a:close/>
                  <a:moveTo>
                    <a:pt x="2095" y="1403"/>
                  </a:moveTo>
                  <a:lnTo>
                    <a:pt x="2075" y="1422"/>
                  </a:lnTo>
                  <a:lnTo>
                    <a:pt x="2055" y="1482"/>
                  </a:lnTo>
                  <a:lnTo>
                    <a:pt x="2055" y="1482"/>
                  </a:lnTo>
                  <a:lnTo>
                    <a:pt x="2095" y="1403"/>
                  </a:lnTo>
                  <a:close/>
                  <a:moveTo>
                    <a:pt x="1048" y="1482"/>
                  </a:moveTo>
                  <a:lnTo>
                    <a:pt x="1048" y="1482"/>
                  </a:lnTo>
                  <a:lnTo>
                    <a:pt x="1048" y="1482"/>
                  </a:lnTo>
                  <a:close/>
                  <a:moveTo>
                    <a:pt x="1067" y="1482"/>
                  </a:moveTo>
                  <a:lnTo>
                    <a:pt x="1067" y="1482"/>
                  </a:lnTo>
                  <a:lnTo>
                    <a:pt x="1067" y="1482"/>
                  </a:lnTo>
                  <a:close/>
                  <a:moveTo>
                    <a:pt x="969" y="1482"/>
                  </a:moveTo>
                  <a:lnTo>
                    <a:pt x="969" y="1482"/>
                  </a:lnTo>
                  <a:lnTo>
                    <a:pt x="969" y="1482"/>
                  </a:lnTo>
                  <a:close/>
                  <a:moveTo>
                    <a:pt x="1522" y="1475"/>
                  </a:moveTo>
                  <a:lnTo>
                    <a:pt x="1488" y="1498"/>
                  </a:lnTo>
                  <a:lnTo>
                    <a:pt x="1488" y="1498"/>
                  </a:lnTo>
                  <a:lnTo>
                    <a:pt x="1487" y="1499"/>
                  </a:lnTo>
                  <a:lnTo>
                    <a:pt x="1487" y="1499"/>
                  </a:lnTo>
                  <a:lnTo>
                    <a:pt x="1522" y="1482"/>
                  </a:lnTo>
                  <a:lnTo>
                    <a:pt x="1522" y="1475"/>
                  </a:lnTo>
                  <a:close/>
                  <a:moveTo>
                    <a:pt x="1305" y="1422"/>
                  </a:moveTo>
                  <a:lnTo>
                    <a:pt x="1305" y="1442"/>
                  </a:lnTo>
                  <a:lnTo>
                    <a:pt x="1285" y="1482"/>
                  </a:lnTo>
                  <a:lnTo>
                    <a:pt x="1265" y="1501"/>
                  </a:lnTo>
                  <a:lnTo>
                    <a:pt x="1305" y="1422"/>
                  </a:lnTo>
                  <a:close/>
                  <a:moveTo>
                    <a:pt x="1146" y="1482"/>
                  </a:moveTo>
                  <a:lnTo>
                    <a:pt x="1146" y="1501"/>
                  </a:lnTo>
                  <a:lnTo>
                    <a:pt x="1166" y="1501"/>
                  </a:lnTo>
                  <a:lnTo>
                    <a:pt x="1166" y="1482"/>
                  </a:lnTo>
                  <a:close/>
                  <a:moveTo>
                    <a:pt x="521" y="1508"/>
                  </a:moveTo>
                  <a:lnTo>
                    <a:pt x="514" y="1521"/>
                  </a:lnTo>
                  <a:lnTo>
                    <a:pt x="514" y="1541"/>
                  </a:lnTo>
                  <a:lnTo>
                    <a:pt x="521" y="1508"/>
                  </a:lnTo>
                  <a:close/>
                  <a:moveTo>
                    <a:pt x="761" y="1541"/>
                  </a:moveTo>
                  <a:lnTo>
                    <a:pt x="760" y="1543"/>
                  </a:lnTo>
                  <a:lnTo>
                    <a:pt x="760" y="1543"/>
                  </a:lnTo>
                  <a:lnTo>
                    <a:pt x="761" y="1541"/>
                  </a:lnTo>
                  <a:close/>
                  <a:moveTo>
                    <a:pt x="969" y="1442"/>
                  </a:moveTo>
                  <a:lnTo>
                    <a:pt x="949" y="1462"/>
                  </a:lnTo>
                  <a:lnTo>
                    <a:pt x="929" y="1462"/>
                  </a:lnTo>
                  <a:lnTo>
                    <a:pt x="929" y="1452"/>
                  </a:lnTo>
                  <a:lnTo>
                    <a:pt x="909" y="1482"/>
                  </a:lnTo>
                  <a:lnTo>
                    <a:pt x="890" y="1561"/>
                  </a:lnTo>
                  <a:lnTo>
                    <a:pt x="909" y="1541"/>
                  </a:lnTo>
                  <a:lnTo>
                    <a:pt x="929" y="1521"/>
                  </a:lnTo>
                  <a:lnTo>
                    <a:pt x="929" y="1541"/>
                  </a:lnTo>
                  <a:lnTo>
                    <a:pt x="969" y="1442"/>
                  </a:lnTo>
                  <a:close/>
                  <a:moveTo>
                    <a:pt x="1364" y="1501"/>
                  </a:moveTo>
                  <a:lnTo>
                    <a:pt x="1324" y="1541"/>
                  </a:lnTo>
                  <a:lnTo>
                    <a:pt x="1324" y="1561"/>
                  </a:lnTo>
                  <a:lnTo>
                    <a:pt x="1344" y="1541"/>
                  </a:lnTo>
                  <a:lnTo>
                    <a:pt x="1364" y="1501"/>
                  </a:lnTo>
                  <a:close/>
                  <a:moveTo>
                    <a:pt x="1818" y="1541"/>
                  </a:moveTo>
                  <a:lnTo>
                    <a:pt x="1818" y="1561"/>
                  </a:lnTo>
                  <a:lnTo>
                    <a:pt x="1825" y="1554"/>
                  </a:lnTo>
                  <a:lnTo>
                    <a:pt x="1825" y="1554"/>
                  </a:lnTo>
                  <a:lnTo>
                    <a:pt x="1818" y="1541"/>
                  </a:lnTo>
                  <a:close/>
                  <a:moveTo>
                    <a:pt x="1739" y="1383"/>
                  </a:moveTo>
                  <a:lnTo>
                    <a:pt x="1719" y="1403"/>
                  </a:lnTo>
                  <a:lnTo>
                    <a:pt x="1700" y="1422"/>
                  </a:lnTo>
                  <a:lnTo>
                    <a:pt x="1709" y="1403"/>
                  </a:lnTo>
                  <a:lnTo>
                    <a:pt x="1660" y="1501"/>
                  </a:lnTo>
                  <a:lnTo>
                    <a:pt x="1640" y="1482"/>
                  </a:lnTo>
                  <a:lnTo>
                    <a:pt x="1640" y="1501"/>
                  </a:lnTo>
                  <a:lnTo>
                    <a:pt x="1621" y="1600"/>
                  </a:lnTo>
                  <a:lnTo>
                    <a:pt x="1660" y="1521"/>
                  </a:lnTo>
                  <a:lnTo>
                    <a:pt x="1700" y="1501"/>
                  </a:lnTo>
                  <a:lnTo>
                    <a:pt x="1719" y="1442"/>
                  </a:lnTo>
                  <a:lnTo>
                    <a:pt x="1759" y="1403"/>
                  </a:lnTo>
                  <a:lnTo>
                    <a:pt x="1759" y="1383"/>
                  </a:lnTo>
                  <a:close/>
                  <a:moveTo>
                    <a:pt x="238" y="0"/>
                  </a:moveTo>
                  <a:lnTo>
                    <a:pt x="198" y="60"/>
                  </a:lnTo>
                  <a:lnTo>
                    <a:pt x="198" y="79"/>
                  </a:lnTo>
                  <a:lnTo>
                    <a:pt x="179" y="119"/>
                  </a:lnTo>
                  <a:lnTo>
                    <a:pt x="159" y="139"/>
                  </a:lnTo>
                  <a:lnTo>
                    <a:pt x="100" y="297"/>
                  </a:lnTo>
                  <a:lnTo>
                    <a:pt x="40" y="455"/>
                  </a:lnTo>
                  <a:lnTo>
                    <a:pt x="60" y="455"/>
                  </a:lnTo>
                  <a:lnTo>
                    <a:pt x="40" y="514"/>
                  </a:lnTo>
                  <a:lnTo>
                    <a:pt x="21" y="553"/>
                  </a:lnTo>
                  <a:lnTo>
                    <a:pt x="21" y="573"/>
                  </a:lnTo>
                  <a:lnTo>
                    <a:pt x="40" y="553"/>
                  </a:lnTo>
                  <a:lnTo>
                    <a:pt x="40" y="573"/>
                  </a:lnTo>
                  <a:lnTo>
                    <a:pt x="40" y="593"/>
                  </a:lnTo>
                  <a:lnTo>
                    <a:pt x="60" y="573"/>
                  </a:lnTo>
                  <a:lnTo>
                    <a:pt x="60" y="573"/>
                  </a:lnTo>
                  <a:lnTo>
                    <a:pt x="40" y="632"/>
                  </a:lnTo>
                  <a:lnTo>
                    <a:pt x="1" y="692"/>
                  </a:lnTo>
                  <a:lnTo>
                    <a:pt x="1" y="711"/>
                  </a:lnTo>
                  <a:lnTo>
                    <a:pt x="21" y="711"/>
                  </a:lnTo>
                  <a:lnTo>
                    <a:pt x="40" y="692"/>
                  </a:lnTo>
                  <a:lnTo>
                    <a:pt x="40" y="731"/>
                  </a:lnTo>
                  <a:lnTo>
                    <a:pt x="21" y="771"/>
                  </a:lnTo>
                  <a:lnTo>
                    <a:pt x="1" y="830"/>
                  </a:lnTo>
                  <a:lnTo>
                    <a:pt x="40" y="751"/>
                  </a:lnTo>
                  <a:lnTo>
                    <a:pt x="40" y="771"/>
                  </a:lnTo>
                  <a:lnTo>
                    <a:pt x="80" y="692"/>
                  </a:lnTo>
                  <a:lnTo>
                    <a:pt x="80" y="711"/>
                  </a:lnTo>
                  <a:lnTo>
                    <a:pt x="60" y="751"/>
                  </a:lnTo>
                  <a:lnTo>
                    <a:pt x="21" y="810"/>
                  </a:lnTo>
                  <a:lnTo>
                    <a:pt x="21" y="850"/>
                  </a:lnTo>
                  <a:lnTo>
                    <a:pt x="40" y="850"/>
                  </a:lnTo>
                  <a:lnTo>
                    <a:pt x="21" y="889"/>
                  </a:lnTo>
                  <a:lnTo>
                    <a:pt x="1" y="948"/>
                  </a:lnTo>
                  <a:lnTo>
                    <a:pt x="21" y="948"/>
                  </a:lnTo>
                  <a:lnTo>
                    <a:pt x="40" y="909"/>
                  </a:lnTo>
                  <a:lnTo>
                    <a:pt x="60" y="909"/>
                  </a:lnTo>
                  <a:lnTo>
                    <a:pt x="40" y="929"/>
                  </a:lnTo>
                  <a:lnTo>
                    <a:pt x="40" y="948"/>
                  </a:lnTo>
                  <a:lnTo>
                    <a:pt x="40" y="968"/>
                  </a:lnTo>
                  <a:lnTo>
                    <a:pt x="60" y="948"/>
                  </a:lnTo>
                  <a:lnTo>
                    <a:pt x="60" y="948"/>
                  </a:lnTo>
                  <a:lnTo>
                    <a:pt x="40" y="1008"/>
                  </a:lnTo>
                  <a:lnTo>
                    <a:pt x="21" y="1067"/>
                  </a:lnTo>
                  <a:lnTo>
                    <a:pt x="40" y="1027"/>
                  </a:lnTo>
                  <a:lnTo>
                    <a:pt x="60" y="1027"/>
                  </a:lnTo>
                  <a:lnTo>
                    <a:pt x="80" y="988"/>
                  </a:lnTo>
                  <a:lnTo>
                    <a:pt x="80" y="988"/>
                  </a:lnTo>
                  <a:lnTo>
                    <a:pt x="100" y="929"/>
                  </a:lnTo>
                  <a:lnTo>
                    <a:pt x="139" y="889"/>
                  </a:lnTo>
                  <a:lnTo>
                    <a:pt x="159" y="869"/>
                  </a:lnTo>
                  <a:lnTo>
                    <a:pt x="119" y="968"/>
                  </a:lnTo>
                  <a:lnTo>
                    <a:pt x="60" y="1087"/>
                  </a:lnTo>
                  <a:lnTo>
                    <a:pt x="100" y="1047"/>
                  </a:lnTo>
                  <a:lnTo>
                    <a:pt x="80" y="1087"/>
                  </a:lnTo>
                  <a:lnTo>
                    <a:pt x="80" y="1126"/>
                  </a:lnTo>
                  <a:lnTo>
                    <a:pt x="60" y="1166"/>
                  </a:lnTo>
                  <a:lnTo>
                    <a:pt x="60" y="1205"/>
                  </a:lnTo>
                  <a:lnTo>
                    <a:pt x="60" y="1225"/>
                  </a:lnTo>
                  <a:lnTo>
                    <a:pt x="100" y="1166"/>
                  </a:lnTo>
                  <a:lnTo>
                    <a:pt x="100" y="1166"/>
                  </a:lnTo>
                  <a:lnTo>
                    <a:pt x="80" y="1205"/>
                  </a:lnTo>
                  <a:lnTo>
                    <a:pt x="80" y="1225"/>
                  </a:lnTo>
                  <a:lnTo>
                    <a:pt x="100" y="1225"/>
                  </a:lnTo>
                  <a:lnTo>
                    <a:pt x="100" y="1264"/>
                  </a:lnTo>
                  <a:lnTo>
                    <a:pt x="100" y="1284"/>
                  </a:lnTo>
                  <a:lnTo>
                    <a:pt x="139" y="1185"/>
                  </a:lnTo>
                  <a:lnTo>
                    <a:pt x="139" y="1225"/>
                  </a:lnTo>
                  <a:lnTo>
                    <a:pt x="119" y="1284"/>
                  </a:lnTo>
                  <a:lnTo>
                    <a:pt x="198" y="1126"/>
                  </a:lnTo>
                  <a:lnTo>
                    <a:pt x="179" y="1185"/>
                  </a:lnTo>
                  <a:lnTo>
                    <a:pt x="159" y="1264"/>
                  </a:lnTo>
                  <a:lnTo>
                    <a:pt x="159" y="1245"/>
                  </a:lnTo>
                  <a:lnTo>
                    <a:pt x="139" y="1304"/>
                  </a:lnTo>
                  <a:lnTo>
                    <a:pt x="119" y="1343"/>
                  </a:lnTo>
                  <a:lnTo>
                    <a:pt x="139" y="1343"/>
                  </a:lnTo>
                  <a:lnTo>
                    <a:pt x="139" y="1363"/>
                  </a:lnTo>
                  <a:lnTo>
                    <a:pt x="159" y="1304"/>
                  </a:lnTo>
                  <a:lnTo>
                    <a:pt x="179" y="1264"/>
                  </a:lnTo>
                  <a:lnTo>
                    <a:pt x="165" y="1284"/>
                  </a:lnTo>
                  <a:lnTo>
                    <a:pt x="179" y="1245"/>
                  </a:lnTo>
                  <a:lnTo>
                    <a:pt x="218" y="1185"/>
                  </a:lnTo>
                  <a:lnTo>
                    <a:pt x="277" y="1106"/>
                  </a:lnTo>
                  <a:lnTo>
                    <a:pt x="258" y="1146"/>
                  </a:lnTo>
                  <a:lnTo>
                    <a:pt x="218" y="1264"/>
                  </a:lnTo>
                  <a:lnTo>
                    <a:pt x="238" y="1245"/>
                  </a:lnTo>
                  <a:lnTo>
                    <a:pt x="238" y="1264"/>
                  </a:lnTo>
                  <a:lnTo>
                    <a:pt x="218" y="1324"/>
                  </a:lnTo>
                  <a:lnTo>
                    <a:pt x="258" y="1225"/>
                  </a:lnTo>
                  <a:lnTo>
                    <a:pt x="277" y="1225"/>
                  </a:lnTo>
                  <a:lnTo>
                    <a:pt x="258" y="1245"/>
                  </a:lnTo>
                  <a:lnTo>
                    <a:pt x="238" y="1304"/>
                  </a:lnTo>
                  <a:lnTo>
                    <a:pt x="258" y="1324"/>
                  </a:lnTo>
                  <a:lnTo>
                    <a:pt x="258" y="1363"/>
                  </a:lnTo>
                  <a:lnTo>
                    <a:pt x="258" y="1383"/>
                  </a:lnTo>
                  <a:lnTo>
                    <a:pt x="277" y="1383"/>
                  </a:lnTo>
                  <a:lnTo>
                    <a:pt x="291" y="1330"/>
                  </a:lnTo>
                  <a:lnTo>
                    <a:pt x="317" y="1264"/>
                  </a:lnTo>
                  <a:lnTo>
                    <a:pt x="356" y="1199"/>
                  </a:lnTo>
                  <a:lnTo>
                    <a:pt x="356" y="1205"/>
                  </a:lnTo>
                  <a:lnTo>
                    <a:pt x="376" y="1185"/>
                  </a:lnTo>
                  <a:lnTo>
                    <a:pt x="376" y="1166"/>
                  </a:lnTo>
                  <a:lnTo>
                    <a:pt x="396" y="1126"/>
                  </a:lnTo>
                  <a:lnTo>
                    <a:pt x="396" y="1166"/>
                  </a:lnTo>
                  <a:lnTo>
                    <a:pt x="376" y="1225"/>
                  </a:lnTo>
                  <a:lnTo>
                    <a:pt x="396" y="1205"/>
                  </a:lnTo>
                  <a:lnTo>
                    <a:pt x="396" y="1205"/>
                  </a:lnTo>
                  <a:lnTo>
                    <a:pt x="356" y="1284"/>
                  </a:lnTo>
                  <a:lnTo>
                    <a:pt x="337" y="1324"/>
                  </a:lnTo>
                  <a:lnTo>
                    <a:pt x="317" y="1383"/>
                  </a:lnTo>
                  <a:lnTo>
                    <a:pt x="337" y="1363"/>
                  </a:lnTo>
                  <a:lnTo>
                    <a:pt x="297" y="1442"/>
                  </a:lnTo>
                  <a:lnTo>
                    <a:pt x="317" y="1442"/>
                  </a:lnTo>
                  <a:lnTo>
                    <a:pt x="317" y="1462"/>
                  </a:lnTo>
                  <a:lnTo>
                    <a:pt x="337" y="1383"/>
                  </a:lnTo>
                  <a:lnTo>
                    <a:pt x="337" y="1442"/>
                  </a:lnTo>
                  <a:lnTo>
                    <a:pt x="356" y="1482"/>
                  </a:lnTo>
                  <a:lnTo>
                    <a:pt x="376" y="1422"/>
                  </a:lnTo>
                  <a:lnTo>
                    <a:pt x="396" y="1403"/>
                  </a:lnTo>
                  <a:lnTo>
                    <a:pt x="396" y="1403"/>
                  </a:lnTo>
                  <a:lnTo>
                    <a:pt x="376" y="1442"/>
                  </a:lnTo>
                  <a:lnTo>
                    <a:pt x="376" y="1482"/>
                  </a:lnTo>
                  <a:lnTo>
                    <a:pt x="416" y="1442"/>
                  </a:lnTo>
                  <a:lnTo>
                    <a:pt x="455" y="1363"/>
                  </a:lnTo>
                  <a:lnTo>
                    <a:pt x="455" y="1403"/>
                  </a:lnTo>
                  <a:lnTo>
                    <a:pt x="455" y="1442"/>
                  </a:lnTo>
                  <a:lnTo>
                    <a:pt x="475" y="1462"/>
                  </a:lnTo>
                  <a:lnTo>
                    <a:pt x="574" y="1284"/>
                  </a:lnTo>
                  <a:lnTo>
                    <a:pt x="633" y="1166"/>
                  </a:lnTo>
                  <a:lnTo>
                    <a:pt x="672" y="1067"/>
                  </a:lnTo>
                  <a:lnTo>
                    <a:pt x="672" y="1126"/>
                  </a:lnTo>
                  <a:lnTo>
                    <a:pt x="653" y="1166"/>
                  </a:lnTo>
                  <a:lnTo>
                    <a:pt x="633" y="1245"/>
                  </a:lnTo>
                  <a:lnTo>
                    <a:pt x="633" y="1225"/>
                  </a:lnTo>
                  <a:lnTo>
                    <a:pt x="593" y="1383"/>
                  </a:lnTo>
                  <a:lnTo>
                    <a:pt x="554" y="1422"/>
                  </a:lnTo>
                  <a:lnTo>
                    <a:pt x="574" y="1363"/>
                  </a:lnTo>
                  <a:lnTo>
                    <a:pt x="534" y="1442"/>
                  </a:lnTo>
                  <a:lnTo>
                    <a:pt x="521" y="1508"/>
                  </a:lnTo>
                  <a:lnTo>
                    <a:pt x="534" y="1482"/>
                  </a:lnTo>
                  <a:lnTo>
                    <a:pt x="534" y="1541"/>
                  </a:lnTo>
                  <a:lnTo>
                    <a:pt x="554" y="1521"/>
                  </a:lnTo>
                  <a:lnTo>
                    <a:pt x="554" y="1541"/>
                  </a:lnTo>
                  <a:lnTo>
                    <a:pt x="593" y="1462"/>
                  </a:lnTo>
                  <a:lnTo>
                    <a:pt x="593" y="1482"/>
                  </a:lnTo>
                  <a:lnTo>
                    <a:pt x="574" y="1521"/>
                  </a:lnTo>
                  <a:lnTo>
                    <a:pt x="613" y="1501"/>
                  </a:lnTo>
                  <a:lnTo>
                    <a:pt x="653" y="1422"/>
                  </a:lnTo>
                  <a:lnTo>
                    <a:pt x="686" y="1357"/>
                  </a:lnTo>
                  <a:lnTo>
                    <a:pt x="686" y="1357"/>
                  </a:lnTo>
                  <a:lnTo>
                    <a:pt x="712" y="1343"/>
                  </a:lnTo>
                  <a:lnTo>
                    <a:pt x="692" y="1403"/>
                  </a:lnTo>
                  <a:lnTo>
                    <a:pt x="672" y="1403"/>
                  </a:lnTo>
                  <a:lnTo>
                    <a:pt x="672" y="1422"/>
                  </a:lnTo>
                  <a:lnTo>
                    <a:pt x="692" y="1422"/>
                  </a:lnTo>
                  <a:lnTo>
                    <a:pt x="732" y="1363"/>
                  </a:lnTo>
                  <a:lnTo>
                    <a:pt x="732" y="1383"/>
                  </a:lnTo>
                  <a:lnTo>
                    <a:pt x="672" y="1501"/>
                  </a:lnTo>
                  <a:lnTo>
                    <a:pt x="692" y="1442"/>
                  </a:lnTo>
                  <a:lnTo>
                    <a:pt x="653" y="1501"/>
                  </a:lnTo>
                  <a:lnTo>
                    <a:pt x="633" y="1521"/>
                  </a:lnTo>
                  <a:lnTo>
                    <a:pt x="653" y="1482"/>
                  </a:lnTo>
                  <a:lnTo>
                    <a:pt x="633" y="1482"/>
                  </a:lnTo>
                  <a:lnTo>
                    <a:pt x="613" y="1521"/>
                  </a:lnTo>
                  <a:lnTo>
                    <a:pt x="613" y="1541"/>
                  </a:lnTo>
                  <a:lnTo>
                    <a:pt x="633" y="1561"/>
                  </a:lnTo>
                  <a:lnTo>
                    <a:pt x="633" y="1580"/>
                  </a:lnTo>
                  <a:lnTo>
                    <a:pt x="692" y="1501"/>
                  </a:lnTo>
                  <a:lnTo>
                    <a:pt x="712" y="1442"/>
                  </a:lnTo>
                  <a:lnTo>
                    <a:pt x="751" y="1383"/>
                  </a:lnTo>
                  <a:lnTo>
                    <a:pt x="712" y="1482"/>
                  </a:lnTo>
                  <a:lnTo>
                    <a:pt x="712" y="1521"/>
                  </a:lnTo>
                  <a:lnTo>
                    <a:pt x="751" y="1442"/>
                  </a:lnTo>
                  <a:lnTo>
                    <a:pt x="791" y="1383"/>
                  </a:lnTo>
                  <a:lnTo>
                    <a:pt x="771" y="1403"/>
                  </a:lnTo>
                  <a:lnTo>
                    <a:pt x="771" y="1383"/>
                  </a:lnTo>
                  <a:lnTo>
                    <a:pt x="791" y="1343"/>
                  </a:lnTo>
                  <a:lnTo>
                    <a:pt x="811" y="1304"/>
                  </a:lnTo>
                  <a:lnTo>
                    <a:pt x="830" y="1264"/>
                  </a:lnTo>
                  <a:lnTo>
                    <a:pt x="830" y="1304"/>
                  </a:lnTo>
                  <a:lnTo>
                    <a:pt x="811" y="1363"/>
                  </a:lnTo>
                  <a:lnTo>
                    <a:pt x="732" y="1501"/>
                  </a:lnTo>
                  <a:lnTo>
                    <a:pt x="732" y="1521"/>
                  </a:lnTo>
                  <a:lnTo>
                    <a:pt x="732" y="1541"/>
                  </a:lnTo>
                  <a:lnTo>
                    <a:pt x="771" y="1442"/>
                  </a:lnTo>
                  <a:lnTo>
                    <a:pt x="811" y="1383"/>
                  </a:lnTo>
                  <a:lnTo>
                    <a:pt x="870" y="1324"/>
                  </a:lnTo>
                  <a:lnTo>
                    <a:pt x="811" y="1442"/>
                  </a:lnTo>
                  <a:lnTo>
                    <a:pt x="791" y="1482"/>
                  </a:lnTo>
                  <a:lnTo>
                    <a:pt x="761" y="1541"/>
                  </a:lnTo>
                  <a:lnTo>
                    <a:pt x="771" y="1521"/>
                  </a:lnTo>
                  <a:lnTo>
                    <a:pt x="791" y="1501"/>
                  </a:lnTo>
                  <a:lnTo>
                    <a:pt x="791" y="1541"/>
                  </a:lnTo>
                  <a:lnTo>
                    <a:pt x="830" y="1521"/>
                  </a:lnTo>
                  <a:lnTo>
                    <a:pt x="830" y="1482"/>
                  </a:lnTo>
                  <a:lnTo>
                    <a:pt x="850" y="1462"/>
                  </a:lnTo>
                  <a:lnTo>
                    <a:pt x="850" y="1482"/>
                  </a:lnTo>
                  <a:lnTo>
                    <a:pt x="850" y="1501"/>
                  </a:lnTo>
                  <a:lnTo>
                    <a:pt x="870" y="1482"/>
                  </a:lnTo>
                  <a:lnTo>
                    <a:pt x="890" y="1482"/>
                  </a:lnTo>
                  <a:lnTo>
                    <a:pt x="909" y="1462"/>
                  </a:lnTo>
                  <a:lnTo>
                    <a:pt x="890" y="1462"/>
                  </a:lnTo>
                  <a:lnTo>
                    <a:pt x="890" y="1442"/>
                  </a:lnTo>
                  <a:lnTo>
                    <a:pt x="909" y="1383"/>
                  </a:lnTo>
                  <a:lnTo>
                    <a:pt x="949" y="1343"/>
                  </a:lnTo>
                  <a:lnTo>
                    <a:pt x="969" y="1324"/>
                  </a:lnTo>
                  <a:lnTo>
                    <a:pt x="988" y="1324"/>
                  </a:lnTo>
                  <a:lnTo>
                    <a:pt x="988" y="1304"/>
                  </a:lnTo>
                  <a:lnTo>
                    <a:pt x="1008" y="1284"/>
                  </a:lnTo>
                  <a:lnTo>
                    <a:pt x="988" y="1363"/>
                  </a:lnTo>
                  <a:lnTo>
                    <a:pt x="1008" y="1343"/>
                  </a:lnTo>
                  <a:lnTo>
                    <a:pt x="988" y="1383"/>
                  </a:lnTo>
                  <a:lnTo>
                    <a:pt x="988" y="1403"/>
                  </a:lnTo>
                  <a:lnTo>
                    <a:pt x="1008" y="1383"/>
                  </a:lnTo>
                  <a:lnTo>
                    <a:pt x="1008" y="1383"/>
                  </a:lnTo>
                  <a:lnTo>
                    <a:pt x="988" y="1422"/>
                  </a:lnTo>
                  <a:lnTo>
                    <a:pt x="969" y="1482"/>
                  </a:lnTo>
                  <a:lnTo>
                    <a:pt x="1008" y="1422"/>
                  </a:lnTo>
                  <a:lnTo>
                    <a:pt x="1008" y="1442"/>
                  </a:lnTo>
                  <a:lnTo>
                    <a:pt x="1048" y="1403"/>
                  </a:lnTo>
                  <a:lnTo>
                    <a:pt x="1067" y="1343"/>
                  </a:lnTo>
                  <a:lnTo>
                    <a:pt x="1087" y="1284"/>
                  </a:lnTo>
                  <a:lnTo>
                    <a:pt x="1127" y="1284"/>
                  </a:lnTo>
                  <a:lnTo>
                    <a:pt x="1127" y="1324"/>
                  </a:lnTo>
                  <a:lnTo>
                    <a:pt x="1107" y="1363"/>
                  </a:lnTo>
                  <a:lnTo>
                    <a:pt x="1087" y="1383"/>
                  </a:lnTo>
                  <a:lnTo>
                    <a:pt x="1087" y="1422"/>
                  </a:lnTo>
                  <a:lnTo>
                    <a:pt x="1067" y="1482"/>
                  </a:lnTo>
                  <a:lnTo>
                    <a:pt x="1087" y="1442"/>
                  </a:lnTo>
                  <a:lnTo>
                    <a:pt x="1107" y="1422"/>
                  </a:lnTo>
                  <a:lnTo>
                    <a:pt x="1107" y="1422"/>
                  </a:lnTo>
                  <a:lnTo>
                    <a:pt x="1067" y="1521"/>
                  </a:lnTo>
                  <a:lnTo>
                    <a:pt x="1067" y="1541"/>
                  </a:lnTo>
                  <a:lnTo>
                    <a:pt x="1087" y="1501"/>
                  </a:lnTo>
                  <a:lnTo>
                    <a:pt x="1107" y="1462"/>
                  </a:lnTo>
                  <a:lnTo>
                    <a:pt x="1127" y="1442"/>
                  </a:lnTo>
                  <a:lnTo>
                    <a:pt x="1107" y="1482"/>
                  </a:lnTo>
                  <a:lnTo>
                    <a:pt x="1127" y="1482"/>
                  </a:lnTo>
                  <a:lnTo>
                    <a:pt x="1127" y="1501"/>
                  </a:lnTo>
                  <a:lnTo>
                    <a:pt x="1140" y="1462"/>
                  </a:lnTo>
                  <a:lnTo>
                    <a:pt x="1127" y="1462"/>
                  </a:lnTo>
                  <a:lnTo>
                    <a:pt x="1146" y="1422"/>
                  </a:lnTo>
                  <a:lnTo>
                    <a:pt x="1166" y="1403"/>
                  </a:lnTo>
                  <a:lnTo>
                    <a:pt x="1206" y="1403"/>
                  </a:lnTo>
                  <a:lnTo>
                    <a:pt x="1225" y="1363"/>
                  </a:lnTo>
                  <a:lnTo>
                    <a:pt x="1206" y="1422"/>
                  </a:lnTo>
                  <a:lnTo>
                    <a:pt x="1186" y="1482"/>
                  </a:lnTo>
                  <a:lnTo>
                    <a:pt x="1206" y="1462"/>
                  </a:lnTo>
                  <a:lnTo>
                    <a:pt x="1186" y="1541"/>
                  </a:lnTo>
                  <a:lnTo>
                    <a:pt x="1166" y="1600"/>
                  </a:lnTo>
                  <a:lnTo>
                    <a:pt x="1186" y="1600"/>
                  </a:lnTo>
                  <a:lnTo>
                    <a:pt x="1206" y="1521"/>
                  </a:lnTo>
                  <a:lnTo>
                    <a:pt x="1225" y="1501"/>
                  </a:lnTo>
                  <a:lnTo>
                    <a:pt x="1225" y="1521"/>
                  </a:lnTo>
                  <a:lnTo>
                    <a:pt x="1245" y="1442"/>
                  </a:lnTo>
                  <a:lnTo>
                    <a:pt x="1245" y="1501"/>
                  </a:lnTo>
                  <a:lnTo>
                    <a:pt x="1225" y="1541"/>
                  </a:lnTo>
                  <a:lnTo>
                    <a:pt x="1225" y="1580"/>
                  </a:lnTo>
                  <a:lnTo>
                    <a:pt x="1245" y="1541"/>
                  </a:lnTo>
                  <a:lnTo>
                    <a:pt x="1265" y="1501"/>
                  </a:lnTo>
                  <a:lnTo>
                    <a:pt x="1265" y="1501"/>
                  </a:lnTo>
                  <a:lnTo>
                    <a:pt x="1285" y="1521"/>
                  </a:lnTo>
                  <a:lnTo>
                    <a:pt x="1285" y="1501"/>
                  </a:lnTo>
                  <a:lnTo>
                    <a:pt x="1324" y="1442"/>
                  </a:lnTo>
                  <a:lnTo>
                    <a:pt x="1324" y="1422"/>
                  </a:lnTo>
                  <a:lnTo>
                    <a:pt x="1344" y="1363"/>
                  </a:lnTo>
                  <a:lnTo>
                    <a:pt x="1344" y="1403"/>
                  </a:lnTo>
                  <a:lnTo>
                    <a:pt x="1324" y="1462"/>
                  </a:lnTo>
                  <a:lnTo>
                    <a:pt x="1364" y="1422"/>
                  </a:lnTo>
                  <a:lnTo>
                    <a:pt x="1384" y="1403"/>
                  </a:lnTo>
                  <a:lnTo>
                    <a:pt x="1403" y="1363"/>
                  </a:lnTo>
                  <a:lnTo>
                    <a:pt x="1423" y="1324"/>
                  </a:lnTo>
                  <a:lnTo>
                    <a:pt x="1403" y="1403"/>
                  </a:lnTo>
                  <a:lnTo>
                    <a:pt x="1384" y="1442"/>
                  </a:lnTo>
                  <a:lnTo>
                    <a:pt x="1364" y="1501"/>
                  </a:lnTo>
                  <a:lnTo>
                    <a:pt x="1364" y="1521"/>
                  </a:lnTo>
                  <a:lnTo>
                    <a:pt x="1324" y="1580"/>
                  </a:lnTo>
                  <a:lnTo>
                    <a:pt x="1344" y="1561"/>
                  </a:lnTo>
                  <a:lnTo>
                    <a:pt x="1364" y="1541"/>
                  </a:lnTo>
                  <a:lnTo>
                    <a:pt x="1364" y="1561"/>
                  </a:lnTo>
                  <a:lnTo>
                    <a:pt x="1384" y="1501"/>
                  </a:lnTo>
                  <a:lnTo>
                    <a:pt x="1403" y="1442"/>
                  </a:lnTo>
                  <a:lnTo>
                    <a:pt x="1403" y="1442"/>
                  </a:lnTo>
                  <a:lnTo>
                    <a:pt x="1384" y="1521"/>
                  </a:lnTo>
                  <a:lnTo>
                    <a:pt x="1403" y="1521"/>
                  </a:lnTo>
                  <a:lnTo>
                    <a:pt x="1403" y="1501"/>
                  </a:lnTo>
                  <a:lnTo>
                    <a:pt x="1443" y="1422"/>
                  </a:lnTo>
                  <a:lnTo>
                    <a:pt x="1463" y="1363"/>
                  </a:lnTo>
                  <a:lnTo>
                    <a:pt x="1482" y="1343"/>
                  </a:lnTo>
                  <a:lnTo>
                    <a:pt x="1502" y="1304"/>
                  </a:lnTo>
                  <a:lnTo>
                    <a:pt x="1482" y="1324"/>
                  </a:lnTo>
                  <a:lnTo>
                    <a:pt x="1482" y="1324"/>
                  </a:lnTo>
                  <a:lnTo>
                    <a:pt x="1502" y="1284"/>
                  </a:lnTo>
                  <a:lnTo>
                    <a:pt x="1522" y="1264"/>
                  </a:lnTo>
                  <a:lnTo>
                    <a:pt x="1502" y="1363"/>
                  </a:lnTo>
                  <a:lnTo>
                    <a:pt x="1443" y="1482"/>
                  </a:lnTo>
                  <a:lnTo>
                    <a:pt x="1384" y="1620"/>
                  </a:lnTo>
                  <a:lnTo>
                    <a:pt x="1384" y="1620"/>
                  </a:lnTo>
                  <a:lnTo>
                    <a:pt x="1403" y="1600"/>
                  </a:lnTo>
                  <a:lnTo>
                    <a:pt x="1423" y="1620"/>
                  </a:lnTo>
                  <a:lnTo>
                    <a:pt x="1423" y="1640"/>
                  </a:lnTo>
                  <a:lnTo>
                    <a:pt x="1463" y="1561"/>
                  </a:lnTo>
                  <a:lnTo>
                    <a:pt x="1487" y="1499"/>
                  </a:lnTo>
                  <a:lnTo>
                    <a:pt x="1487" y="1499"/>
                  </a:lnTo>
                  <a:lnTo>
                    <a:pt x="1482" y="1501"/>
                  </a:lnTo>
                  <a:lnTo>
                    <a:pt x="1488" y="1498"/>
                  </a:lnTo>
                  <a:lnTo>
                    <a:pt x="1488" y="1498"/>
                  </a:lnTo>
                  <a:lnTo>
                    <a:pt x="1502" y="1462"/>
                  </a:lnTo>
                  <a:lnTo>
                    <a:pt x="1522" y="1462"/>
                  </a:lnTo>
                  <a:lnTo>
                    <a:pt x="1522" y="1475"/>
                  </a:lnTo>
                  <a:lnTo>
                    <a:pt x="1542" y="1462"/>
                  </a:lnTo>
                  <a:lnTo>
                    <a:pt x="1561" y="1442"/>
                  </a:lnTo>
                  <a:lnTo>
                    <a:pt x="1581" y="1403"/>
                  </a:lnTo>
                  <a:lnTo>
                    <a:pt x="1621" y="1324"/>
                  </a:lnTo>
                  <a:lnTo>
                    <a:pt x="1640" y="1304"/>
                  </a:lnTo>
                  <a:lnTo>
                    <a:pt x="1660" y="1245"/>
                  </a:lnTo>
                  <a:lnTo>
                    <a:pt x="1680" y="1264"/>
                  </a:lnTo>
                  <a:lnTo>
                    <a:pt x="1640" y="1304"/>
                  </a:lnTo>
                  <a:lnTo>
                    <a:pt x="1660" y="1324"/>
                  </a:lnTo>
                  <a:lnTo>
                    <a:pt x="1680" y="1304"/>
                  </a:lnTo>
                  <a:lnTo>
                    <a:pt x="1640" y="1363"/>
                  </a:lnTo>
                  <a:lnTo>
                    <a:pt x="1621" y="1383"/>
                  </a:lnTo>
                  <a:lnTo>
                    <a:pt x="1621" y="1403"/>
                  </a:lnTo>
                  <a:lnTo>
                    <a:pt x="1581" y="1501"/>
                  </a:lnTo>
                  <a:lnTo>
                    <a:pt x="1601" y="1462"/>
                  </a:lnTo>
                  <a:lnTo>
                    <a:pt x="1640" y="1403"/>
                  </a:lnTo>
                  <a:lnTo>
                    <a:pt x="1621" y="1482"/>
                  </a:lnTo>
                  <a:lnTo>
                    <a:pt x="1640" y="1482"/>
                  </a:lnTo>
                  <a:lnTo>
                    <a:pt x="1660" y="1442"/>
                  </a:lnTo>
                  <a:lnTo>
                    <a:pt x="1700" y="1363"/>
                  </a:lnTo>
                  <a:lnTo>
                    <a:pt x="1719" y="1324"/>
                  </a:lnTo>
                  <a:lnTo>
                    <a:pt x="1739" y="1304"/>
                  </a:lnTo>
                  <a:lnTo>
                    <a:pt x="1759" y="1264"/>
                  </a:lnTo>
                  <a:lnTo>
                    <a:pt x="1739" y="1245"/>
                  </a:lnTo>
                  <a:lnTo>
                    <a:pt x="1779" y="1166"/>
                  </a:lnTo>
                  <a:lnTo>
                    <a:pt x="1818" y="1106"/>
                  </a:lnTo>
                  <a:lnTo>
                    <a:pt x="1877" y="1027"/>
                  </a:lnTo>
                  <a:lnTo>
                    <a:pt x="1858" y="1087"/>
                  </a:lnTo>
                  <a:lnTo>
                    <a:pt x="1877" y="1047"/>
                  </a:lnTo>
                  <a:lnTo>
                    <a:pt x="1877" y="1067"/>
                  </a:lnTo>
                  <a:lnTo>
                    <a:pt x="1897" y="1067"/>
                  </a:lnTo>
                  <a:lnTo>
                    <a:pt x="1917" y="1027"/>
                  </a:lnTo>
                  <a:lnTo>
                    <a:pt x="1937" y="948"/>
                  </a:lnTo>
                  <a:lnTo>
                    <a:pt x="1937" y="988"/>
                  </a:lnTo>
                  <a:lnTo>
                    <a:pt x="1917" y="1047"/>
                  </a:lnTo>
                  <a:lnTo>
                    <a:pt x="1917" y="1067"/>
                  </a:lnTo>
                  <a:lnTo>
                    <a:pt x="1858" y="1205"/>
                  </a:lnTo>
                  <a:lnTo>
                    <a:pt x="1877" y="1185"/>
                  </a:lnTo>
                  <a:lnTo>
                    <a:pt x="1779" y="1363"/>
                  </a:lnTo>
                  <a:lnTo>
                    <a:pt x="1798" y="1403"/>
                  </a:lnTo>
                  <a:lnTo>
                    <a:pt x="1798" y="1422"/>
                  </a:lnTo>
                  <a:lnTo>
                    <a:pt x="1818" y="1403"/>
                  </a:lnTo>
                  <a:lnTo>
                    <a:pt x="1759" y="1541"/>
                  </a:lnTo>
                  <a:lnTo>
                    <a:pt x="1779" y="1521"/>
                  </a:lnTo>
                  <a:lnTo>
                    <a:pt x="1779" y="1541"/>
                  </a:lnTo>
                  <a:lnTo>
                    <a:pt x="1759" y="1600"/>
                  </a:lnTo>
                  <a:lnTo>
                    <a:pt x="1798" y="1541"/>
                  </a:lnTo>
                  <a:lnTo>
                    <a:pt x="1818" y="1462"/>
                  </a:lnTo>
                  <a:lnTo>
                    <a:pt x="1818" y="1482"/>
                  </a:lnTo>
                  <a:lnTo>
                    <a:pt x="1838" y="1462"/>
                  </a:lnTo>
                  <a:lnTo>
                    <a:pt x="1838" y="1403"/>
                  </a:lnTo>
                  <a:lnTo>
                    <a:pt x="1877" y="1403"/>
                  </a:lnTo>
                  <a:lnTo>
                    <a:pt x="1877" y="1442"/>
                  </a:lnTo>
                  <a:lnTo>
                    <a:pt x="1858" y="1482"/>
                  </a:lnTo>
                  <a:lnTo>
                    <a:pt x="1838" y="1501"/>
                  </a:lnTo>
                  <a:lnTo>
                    <a:pt x="1838" y="1541"/>
                  </a:lnTo>
                  <a:lnTo>
                    <a:pt x="1825" y="1554"/>
                  </a:lnTo>
                  <a:lnTo>
                    <a:pt x="1825" y="1554"/>
                  </a:lnTo>
                  <a:lnTo>
                    <a:pt x="1838" y="1580"/>
                  </a:lnTo>
                  <a:lnTo>
                    <a:pt x="1818" y="1620"/>
                  </a:lnTo>
                  <a:lnTo>
                    <a:pt x="1877" y="1541"/>
                  </a:lnTo>
                  <a:lnTo>
                    <a:pt x="1858" y="1600"/>
                  </a:lnTo>
                  <a:lnTo>
                    <a:pt x="1838" y="1660"/>
                  </a:lnTo>
                  <a:lnTo>
                    <a:pt x="1877" y="1580"/>
                  </a:lnTo>
                  <a:lnTo>
                    <a:pt x="1897" y="1541"/>
                  </a:lnTo>
                  <a:lnTo>
                    <a:pt x="1937" y="1501"/>
                  </a:lnTo>
                  <a:lnTo>
                    <a:pt x="1956" y="1442"/>
                  </a:lnTo>
                  <a:lnTo>
                    <a:pt x="1956" y="1462"/>
                  </a:lnTo>
                  <a:lnTo>
                    <a:pt x="1976" y="1422"/>
                  </a:lnTo>
                  <a:lnTo>
                    <a:pt x="1976" y="1383"/>
                  </a:lnTo>
                  <a:lnTo>
                    <a:pt x="1996" y="1383"/>
                  </a:lnTo>
                  <a:lnTo>
                    <a:pt x="1996" y="1403"/>
                  </a:lnTo>
                  <a:lnTo>
                    <a:pt x="1917" y="1580"/>
                  </a:lnTo>
                  <a:lnTo>
                    <a:pt x="1956" y="1521"/>
                  </a:lnTo>
                  <a:lnTo>
                    <a:pt x="1976" y="1482"/>
                  </a:lnTo>
                  <a:lnTo>
                    <a:pt x="1996" y="1462"/>
                  </a:lnTo>
                  <a:lnTo>
                    <a:pt x="2016" y="1442"/>
                  </a:lnTo>
                  <a:lnTo>
                    <a:pt x="2055" y="1343"/>
                  </a:lnTo>
                  <a:lnTo>
                    <a:pt x="2055" y="1383"/>
                  </a:lnTo>
                  <a:lnTo>
                    <a:pt x="2016" y="1482"/>
                  </a:lnTo>
                  <a:lnTo>
                    <a:pt x="2035" y="1482"/>
                  </a:lnTo>
                  <a:lnTo>
                    <a:pt x="1996" y="1600"/>
                  </a:lnTo>
                  <a:lnTo>
                    <a:pt x="2016" y="1580"/>
                  </a:lnTo>
                  <a:lnTo>
                    <a:pt x="2035" y="1541"/>
                  </a:lnTo>
                  <a:lnTo>
                    <a:pt x="2035" y="1521"/>
                  </a:lnTo>
                  <a:lnTo>
                    <a:pt x="2055" y="1482"/>
                  </a:lnTo>
                  <a:lnTo>
                    <a:pt x="2075" y="1403"/>
                  </a:lnTo>
                  <a:lnTo>
                    <a:pt x="2095" y="1324"/>
                  </a:lnTo>
                  <a:lnTo>
                    <a:pt x="2095" y="1284"/>
                  </a:lnTo>
                  <a:lnTo>
                    <a:pt x="2095" y="1245"/>
                  </a:lnTo>
                  <a:lnTo>
                    <a:pt x="2055" y="1324"/>
                  </a:lnTo>
                  <a:lnTo>
                    <a:pt x="2035" y="1383"/>
                  </a:lnTo>
                  <a:lnTo>
                    <a:pt x="2016" y="1383"/>
                  </a:lnTo>
                  <a:lnTo>
                    <a:pt x="2035" y="1343"/>
                  </a:lnTo>
                  <a:lnTo>
                    <a:pt x="2055" y="1304"/>
                  </a:lnTo>
                  <a:lnTo>
                    <a:pt x="2095" y="1225"/>
                  </a:lnTo>
                  <a:lnTo>
                    <a:pt x="2154" y="1106"/>
                  </a:lnTo>
                  <a:lnTo>
                    <a:pt x="2213" y="1027"/>
                  </a:lnTo>
                  <a:lnTo>
                    <a:pt x="2233" y="968"/>
                  </a:lnTo>
                  <a:lnTo>
                    <a:pt x="2238" y="968"/>
                  </a:lnTo>
                  <a:lnTo>
                    <a:pt x="2253" y="909"/>
                  </a:lnTo>
                  <a:lnTo>
                    <a:pt x="2253" y="889"/>
                  </a:lnTo>
                  <a:lnTo>
                    <a:pt x="2233" y="909"/>
                  </a:lnTo>
                  <a:lnTo>
                    <a:pt x="2272" y="850"/>
                  </a:lnTo>
                  <a:lnTo>
                    <a:pt x="2272" y="830"/>
                  </a:lnTo>
                  <a:lnTo>
                    <a:pt x="2272" y="810"/>
                  </a:lnTo>
                  <a:lnTo>
                    <a:pt x="2233" y="889"/>
                  </a:lnTo>
                  <a:lnTo>
                    <a:pt x="2233" y="869"/>
                  </a:lnTo>
                  <a:lnTo>
                    <a:pt x="2213" y="869"/>
                  </a:lnTo>
                  <a:lnTo>
                    <a:pt x="2193" y="889"/>
                  </a:lnTo>
                  <a:lnTo>
                    <a:pt x="2174" y="909"/>
                  </a:lnTo>
                  <a:lnTo>
                    <a:pt x="2154" y="948"/>
                  </a:lnTo>
                  <a:lnTo>
                    <a:pt x="2134" y="968"/>
                  </a:lnTo>
                  <a:lnTo>
                    <a:pt x="2114" y="968"/>
                  </a:lnTo>
                  <a:lnTo>
                    <a:pt x="2134" y="929"/>
                  </a:lnTo>
                  <a:lnTo>
                    <a:pt x="2075" y="988"/>
                  </a:lnTo>
                  <a:lnTo>
                    <a:pt x="2055" y="1087"/>
                  </a:lnTo>
                  <a:lnTo>
                    <a:pt x="2035" y="1126"/>
                  </a:lnTo>
                  <a:lnTo>
                    <a:pt x="2035" y="1106"/>
                  </a:lnTo>
                  <a:lnTo>
                    <a:pt x="2035" y="1067"/>
                  </a:lnTo>
                  <a:lnTo>
                    <a:pt x="2095" y="929"/>
                  </a:lnTo>
                  <a:lnTo>
                    <a:pt x="2035" y="1008"/>
                  </a:lnTo>
                  <a:lnTo>
                    <a:pt x="2075" y="909"/>
                  </a:lnTo>
                  <a:lnTo>
                    <a:pt x="2114" y="869"/>
                  </a:lnTo>
                  <a:lnTo>
                    <a:pt x="2114" y="889"/>
                  </a:lnTo>
                  <a:lnTo>
                    <a:pt x="2134" y="869"/>
                  </a:lnTo>
                  <a:lnTo>
                    <a:pt x="2134" y="889"/>
                  </a:lnTo>
                  <a:lnTo>
                    <a:pt x="2154" y="830"/>
                  </a:lnTo>
                  <a:lnTo>
                    <a:pt x="2174" y="830"/>
                  </a:lnTo>
                  <a:lnTo>
                    <a:pt x="2193" y="790"/>
                  </a:lnTo>
                  <a:lnTo>
                    <a:pt x="2193" y="751"/>
                  </a:lnTo>
                  <a:lnTo>
                    <a:pt x="2213" y="711"/>
                  </a:lnTo>
                  <a:lnTo>
                    <a:pt x="2193" y="731"/>
                  </a:lnTo>
                  <a:lnTo>
                    <a:pt x="2233" y="613"/>
                  </a:lnTo>
                  <a:lnTo>
                    <a:pt x="2253" y="613"/>
                  </a:lnTo>
                  <a:lnTo>
                    <a:pt x="2253" y="593"/>
                  </a:lnTo>
                  <a:lnTo>
                    <a:pt x="2253" y="573"/>
                  </a:lnTo>
                  <a:lnTo>
                    <a:pt x="2154" y="751"/>
                  </a:lnTo>
                  <a:lnTo>
                    <a:pt x="2134" y="771"/>
                  </a:lnTo>
                  <a:lnTo>
                    <a:pt x="2114" y="751"/>
                  </a:lnTo>
                  <a:lnTo>
                    <a:pt x="2154" y="711"/>
                  </a:lnTo>
                  <a:lnTo>
                    <a:pt x="2193" y="632"/>
                  </a:lnTo>
                  <a:lnTo>
                    <a:pt x="2174" y="652"/>
                  </a:lnTo>
                  <a:lnTo>
                    <a:pt x="2174" y="632"/>
                  </a:lnTo>
                  <a:lnTo>
                    <a:pt x="2154" y="672"/>
                  </a:lnTo>
                  <a:lnTo>
                    <a:pt x="2154" y="652"/>
                  </a:lnTo>
                  <a:lnTo>
                    <a:pt x="2174" y="573"/>
                  </a:lnTo>
                  <a:lnTo>
                    <a:pt x="2193" y="593"/>
                  </a:lnTo>
                  <a:lnTo>
                    <a:pt x="2213" y="534"/>
                  </a:lnTo>
                  <a:lnTo>
                    <a:pt x="2213" y="553"/>
                  </a:lnTo>
                  <a:lnTo>
                    <a:pt x="2233" y="494"/>
                  </a:lnTo>
                  <a:lnTo>
                    <a:pt x="2213" y="494"/>
                  </a:lnTo>
                  <a:lnTo>
                    <a:pt x="2213" y="514"/>
                  </a:lnTo>
                  <a:lnTo>
                    <a:pt x="2193" y="514"/>
                  </a:lnTo>
                  <a:lnTo>
                    <a:pt x="2233" y="435"/>
                  </a:lnTo>
                  <a:lnTo>
                    <a:pt x="2233" y="415"/>
                  </a:lnTo>
                  <a:lnTo>
                    <a:pt x="2213" y="395"/>
                  </a:lnTo>
                  <a:lnTo>
                    <a:pt x="2193" y="395"/>
                  </a:lnTo>
                  <a:lnTo>
                    <a:pt x="2174" y="455"/>
                  </a:lnTo>
                  <a:lnTo>
                    <a:pt x="2114" y="534"/>
                  </a:lnTo>
                  <a:lnTo>
                    <a:pt x="2154" y="435"/>
                  </a:lnTo>
                  <a:lnTo>
                    <a:pt x="2154" y="376"/>
                  </a:lnTo>
                  <a:lnTo>
                    <a:pt x="2144" y="405"/>
                  </a:lnTo>
                  <a:lnTo>
                    <a:pt x="2144" y="405"/>
                  </a:lnTo>
                  <a:lnTo>
                    <a:pt x="2134" y="415"/>
                  </a:lnTo>
                  <a:lnTo>
                    <a:pt x="2114" y="455"/>
                  </a:lnTo>
                  <a:lnTo>
                    <a:pt x="2114" y="455"/>
                  </a:lnTo>
                  <a:lnTo>
                    <a:pt x="2141" y="415"/>
                  </a:lnTo>
                  <a:lnTo>
                    <a:pt x="2141" y="415"/>
                  </a:lnTo>
                  <a:lnTo>
                    <a:pt x="2134" y="435"/>
                  </a:lnTo>
                  <a:lnTo>
                    <a:pt x="2114" y="494"/>
                  </a:lnTo>
                  <a:lnTo>
                    <a:pt x="2075" y="553"/>
                  </a:lnTo>
                  <a:lnTo>
                    <a:pt x="2055" y="553"/>
                  </a:lnTo>
                  <a:lnTo>
                    <a:pt x="2095" y="494"/>
                  </a:lnTo>
                  <a:lnTo>
                    <a:pt x="2114" y="474"/>
                  </a:lnTo>
                  <a:lnTo>
                    <a:pt x="2114" y="455"/>
                  </a:lnTo>
                  <a:lnTo>
                    <a:pt x="2114" y="435"/>
                  </a:lnTo>
                  <a:lnTo>
                    <a:pt x="2114" y="356"/>
                  </a:lnTo>
                  <a:lnTo>
                    <a:pt x="2075" y="415"/>
                  </a:lnTo>
                  <a:lnTo>
                    <a:pt x="2055" y="455"/>
                  </a:lnTo>
                  <a:lnTo>
                    <a:pt x="2075" y="435"/>
                  </a:lnTo>
                  <a:lnTo>
                    <a:pt x="2075" y="455"/>
                  </a:lnTo>
                  <a:lnTo>
                    <a:pt x="2035" y="534"/>
                  </a:lnTo>
                  <a:lnTo>
                    <a:pt x="2035" y="494"/>
                  </a:lnTo>
                  <a:lnTo>
                    <a:pt x="2035" y="455"/>
                  </a:lnTo>
                  <a:lnTo>
                    <a:pt x="2055" y="415"/>
                  </a:lnTo>
                  <a:lnTo>
                    <a:pt x="2055" y="435"/>
                  </a:lnTo>
                  <a:lnTo>
                    <a:pt x="2075" y="395"/>
                  </a:lnTo>
                  <a:lnTo>
                    <a:pt x="2035" y="395"/>
                  </a:lnTo>
                  <a:lnTo>
                    <a:pt x="2035" y="376"/>
                  </a:lnTo>
                  <a:lnTo>
                    <a:pt x="2035" y="356"/>
                  </a:lnTo>
                  <a:lnTo>
                    <a:pt x="1996" y="415"/>
                  </a:lnTo>
                  <a:lnTo>
                    <a:pt x="1976" y="494"/>
                  </a:lnTo>
                  <a:lnTo>
                    <a:pt x="1976" y="455"/>
                  </a:lnTo>
                  <a:lnTo>
                    <a:pt x="1996" y="415"/>
                  </a:lnTo>
                  <a:lnTo>
                    <a:pt x="1996" y="395"/>
                  </a:lnTo>
                  <a:lnTo>
                    <a:pt x="1976" y="395"/>
                  </a:lnTo>
                  <a:lnTo>
                    <a:pt x="1996" y="356"/>
                  </a:lnTo>
                  <a:lnTo>
                    <a:pt x="1956" y="395"/>
                  </a:lnTo>
                  <a:lnTo>
                    <a:pt x="1976" y="356"/>
                  </a:lnTo>
                  <a:lnTo>
                    <a:pt x="1976" y="336"/>
                  </a:lnTo>
                  <a:lnTo>
                    <a:pt x="1956" y="336"/>
                  </a:lnTo>
                  <a:lnTo>
                    <a:pt x="1917" y="376"/>
                  </a:lnTo>
                  <a:lnTo>
                    <a:pt x="1897" y="415"/>
                  </a:lnTo>
                  <a:lnTo>
                    <a:pt x="1858" y="435"/>
                  </a:lnTo>
                  <a:lnTo>
                    <a:pt x="1858" y="435"/>
                  </a:lnTo>
                  <a:lnTo>
                    <a:pt x="1917" y="356"/>
                  </a:lnTo>
                  <a:lnTo>
                    <a:pt x="1937" y="316"/>
                  </a:lnTo>
                  <a:lnTo>
                    <a:pt x="1937" y="297"/>
                  </a:lnTo>
                  <a:lnTo>
                    <a:pt x="1917" y="297"/>
                  </a:lnTo>
                  <a:lnTo>
                    <a:pt x="1897" y="316"/>
                  </a:lnTo>
                  <a:lnTo>
                    <a:pt x="1858" y="376"/>
                  </a:lnTo>
                  <a:lnTo>
                    <a:pt x="1858" y="376"/>
                  </a:lnTo>
                  <a:lnTo>
                    <a:pt x="1877" y="316"/>
                  </a:lnTo>
                  <a:lnTo>
                    <a:pt x="1838" y="376"/>
                  </a:lnTo>
                  <a:lnTo>
                    <a:pt x="1818" y="376"/>
                  </a:lnTo>
                  <a:lnTo>
                    <a:pt x="1838" y="336"/>
                  </a:lnTo>
                  <a:lnTo>
                    <a:pt x="1798" y="395"/>
                  </a:lnTo>
                  <a:lnTo>
                    <a:pt x="1759" y="474"/>
                  </a:lnTo>
                  <a:lnTo>
                    <a:pt x="1759" y="514"/>
                  </a:lnTo>
                  <a:lnTo>
                    <a:pt x="1779" y="494"/>
                  </a:lnTo>
                  <a:lnTo>
                    <a:pt x="1798" y="474"/>
                  </a:lnTo>
                  <a:lnTo>
                    <a:pt x="1798" y="474"/>
                  </a:lnTo>
                  <a:lnTo>
                    <a:pt x="1779" y="534"/>
                  </a:lnTo>
                  <a:lnTo>
                    <a:pt x="1759" y="613"/>
                  </a:lnTo>
                  <a:lnTo>
                    <a:pt x="1759" y="573"/>
                  </a:lnTo>
                  <a:lnTo>
                    <a:pt x="1739" y="613"/>
                  </a:lnTo>
                  <a:lnTo>
                    <a:pt x="1739" y="652"/>
                  </a:lnTo>
                  <a:lnTo>
                    <a:pt x="1680" y="711"/>
                  </a:lnTo>
                  <a:lnTo>
                    <a:pt x="1700" y="672"/>
                  </a:lnTo>
                  <a:lnTo>
                    <a:pt x="1719" y="632"/>
                  </a:lnTo>
                  <a:lnTo>
                    <a:pt x="1739" y="553"/>
                  </a:lnTo>
                  <a:lnTo>
                    <a:pt x="1719" y="593"/>
                  </a:lnTo>
                  <a:lnTo>
                    <a:pt x="1680" y="692"/>
                  </a:lnTo>
                  <a:lnTo>
                    <a:pt x="1660" y="731"/>
                  </a:lnTo>
                  <a:lnTo>
                    <a:pt x="1660" y="711"/>
                  </a:lnTo>
                  <a:lnTo>
                    <a:pt x="1660" y="672"/>
                  </a:lnTo>
                  <a:lnTo>
                    <a:pt x="1621" y="692"/>
                  </a:lnTo>
                  <a:lnTo>
                    <a:pt x="1660" y="632"/>
                  </a:lnTo>
                  <a:lnTo>
                    <a:pt x="1660" y="652"/>
                  </a:lnTo>
                  <a:lnTo>
                    <a:pt x="1680" y="613"/>
                  </a:lnTo>
                  <a:lnTo>
                    <a:pt x="1700" y="573"/>
                  </a:lnTo>
                  <a:lnTo>
                    <a:pt x="1719" y="514"/>
                  </a:lnTo>
                  <a:lnTo>
                    <a:pt x="1739" y="455"/>
                  </a:lnTo>
                  <a:lnTo>
                    <a:pt x="1798" y="356"/>
                  </a:lnTo>
                  <a:lnTo>
                    <a:pt x="1798" y="316"/>
                  </a:lnTo>
                  <a:lnTo>
                    <a:pt x="1779" y="336"/>
                  </a:lnTo>
                  <a:lnTo>
                    <a:pt x="1759" y="336"/>
                  </a:lnTo>
                  <a:lnTo>
                    <a:pt x="1739" y="376"/>
                  </a:lnTo>
                  <a:lnTo>
                    <a:pt x="1759" y="316"/>
                  </a:lnTo>
                  <a:lnTo>
                    <a:pt x="1739" y="316"/>
                  </a:lnTo>
                  <a:lnTo>
                    <a:pt x="1700" y="356"/>
                  </a:lnTo>
                  <a:lnTo>
                    <a:pt x="1700" y="356"/>
                  </a:lnTo>
                  <a:lnTo>
                    <a:pt x="1719" y="277"/>
                  </a:lnTo>
                  <a:lnTo>
                    <a:pt x="1700" y="277"/>
                  </a:lnTo>
                  <a:lnTo>
                    <a:pt x="1660" y="316"/>
                  </a:lnTo>
                  <a:lnTo>
                    <a:pt x="1621" y="356"/>
                  </a:lnTo>
                  <a:lnTo>
                    <a:pt x="1601" y="336"/>
                  </a:lnTo>
                  <a:lnTo>
                    <a:pt x="1601" y="277"/>
                  </a:lnTo>
                  <a:lnTo>
                    <a:pt x="1581" y="297"/>
                  </a:lnTo>
                  <a:lnTo>
                    <a:pt x="1561" y="297"/>
                  </a:lnTo>
                  <a:lnTo>
                    <a:pt x="1581" y="257"/>
                  </a:lnTo>
                  <a:lnTo>
                    <a:pt x="1581" y="237"/>
                  </a:lnTo>
                  <a:lnTo>
                    <a:pt x="1561" y="257"/>
                  </a:lnTo>
                  <a:lnTo>
                    <a:pt x="1542" y="277"/>
                  </a:lnTo>
                  <a:lnTo>
                    <a:pt x="1502" y="356"/>
                  </a:lnTo>
                  <a:lnTo>
                    <a:pt x="1542" y="257"/>
                  </a:lnTo>
                  <a:lnTo>
                    <a:pt x="1542" y="257"/>
                  </a:lnTo>
                  <a:lnTo>
                    <a:pt x="1463" y="277"/>
                  </a:lnTo>
                  <a:lnTo>
                    <a:pt x="1403" y="277"/>
                  </a:lnTo>
                  <a:lnTo>
                    <a:pt x="1403" y="257"/>
                  </a:lnTo>
                  <a:lnTo>
                    <a:pt x="1384" y="257"/>
                  </a:lnTo>
                  <a:lnTo>
                    <a:pt x="1344" y="297"/>
                  </a:lnTo>
                  <a:lnTo>
                    <a:pt x="1324" y="316"/>
                  </a:lnTo>
                  <a:lnTo>
                    <a:pt x="1305" y="316"/>
                  </a:lnTo>
                  <a:lnTo>
                    <a:pt x="1305" y="297"/>
                  </a:lnTo>
                  <a:lnTo>
                    <a:pt x="1285" y="336"/>
                  </a:lnTo>
                  <a:lnTo>
                    <a:pt x="1245" y="395"/>
                  </a:lnTo>
                  <a:lnTo>
                    <a:pt x="1206" y="514"/>
                  </a:lnTo>
                  <a:lnTo>
                    <a:pt x="1186" y="514"/>
                  </a:lnTo>
                  <a:lnTo>
                    <a:pt x="1206" y="474"/>
                  </a:lnTo>
                  <a:lnTo>
                    <a:pt x="1206" y="435"/>
                  </a:lnTo>
                  <a:lnTo>
                    <a:pt x="1206" y="415"/>
                  </a:lnTo>
                  <a:lnTo>
                    <a:pt x="1245" y="336"/>
                  </a:lnTo>
                  <a:lnTo>
                    <a:pt x="1285" y="257"/>
                  </a:lnTo>
                  <a:lnTo>
                    <a:pt x="1285" y="257"/>
                  </a:lnTo>
                  <a:lnTo>
                    <a:pt x="1245" y="316"/>
                  </a:lnTo>
                  <a:lnTo>
                    <a:pt x="1225" y="316"/>
                  </a:lnTo>
                  <a:lnTo>
                    <a:pt x="1225" y="277"/>
                  </a:lnTo>
                  <a:lnTo>
                    <a:pt x="1225" y="257"/>
                  </a:lnTo>
                  <a:lnTo>
                    <a:pt x="1245" y="237"/>
                  </a:lnTo>
                  <a:lnTo>
                    <a:pt x="1225" y="218"/>
                  </a:lnTo>
                  <a:lnTo>
                    <a:pt x="1206" y="257"/>
                  </a:lnTo>
                  <a:lnTo>
                    <a:pt x="1186" y="297"/>
                  </a:lnTo>
                  <a:lnTo>
                    <a:pt x="1186" y="277"/>
                  </a:lnTo>
                  <a:lnTo>
                    <a:pt x="1166" y="336"/>
                  </a:lnTo>
                  <a:lnTo>
                    <a:pt x="1186" y="257"/>
                  </a:lnTo>
                  <a:lnTo>
                    <a:pt x="1166" y="297"/>
                  </a:lnTo>
                  <a:lnTo>
                    <a:pt x="1146" y="316"/>
                  </a:lnTo>
                  <a:lnTo>
                    <a:pt x="1146" y="297"/>
                  </a:lnTo>
                  <a:lnTo>
                    <a:pt x="1146" y="277"/>
                  </a:lnTo>
                  <a:lnTo>
                    <a:pt x="1166" y="218"/>
                  </a:lnTo>
                  <a:lnTo>
                    <a:pt x="1127" y="257"/>
                  </a:lnTo>
                  <a:lnTo>
                    <a:pt x="1146" y="218"/>
                  </a:lnTo>
                  <a:lnTo>
                    <a:pt x="1107" y="198"/>
                  </a:lnTo>
                  <a:lnTo>
                    <a:pt x="1107" y="178"/>
                  </a:lnTo>
                  <a:lnTo>
                    <a:pt x="1087" y="158"/>
                  </a:lnTo>
                  <a:lnTo>
                    <a:pt x="1067" y="178"/>
                  </a:lnTo>
                  <a:lnTo>
                    <a:pt x="1028" y="237"/>
                  </a:lnTo>
                  <a:lnTo>
                    <a:pt x="1028" y="257"/>
                  </a:lnTo>
                  <a:lnTo>
                    <a:pt x="1008" y="297"/>
                  </a:lnTo>
                  <a:lnTo>
                    <a:pt x="988" y="336"/>
                  </a:lnTo>
                  <a:lnTo>
                    <a:pt x="969" y="336"/>
                  </a:lnTo>
                  <a:lnTo>
                    <a:pt x="988" y="297"/>
                  </a:lnTo>
                  <a:lnTo>
                    <a:pt x="988" y="257"/>
                  </a:lnTo>
                  <a:lnTo>
                    <a:pt x="1008" y="218"/>
                  </a:lnTo>
                  <a:lnTo>
                    <a:pt x="988" y="218"/>
                  </a:lnTo>
                  <a:lnTo>
                    <a:pt x="1008" y="178"/>
                  </a:lnTo>
                  <a:lnTo>
                    <a:pt x="988" y="198"/>
                  </a:lnTo>
                  <a:lnTo>
                    <a:pt x="949" y="218"/>
                  </a:lnTo>
                  <a:lnTo>
                    <a:pt x="969" y="198"/>
                  </a:lnTo>
                  <a:lnTo>
                    <a:pt x="988" y="158"/>
                  </a:lnTo>
                  <a:lnTo>
                    <a:pt x="969" y="178"/>
                  </a:lnTo>
                  <a:lnTo>
                    <a:pt x="988" y="139"/>
                  </a:lnTo>
                  <a:lnTo>
                    <a:pt x="969" y="158"/>
                  </a:lnTo>
                  <a:lnTo>
                    <a:pt x="949" y="178"/>
                  </a:lnTo>
                  <a:lnTo>
                    <a:pt x="909" y="257"/>
                  </a:lnTo>
                  <a:lnTo>
                    <a:pt x="909" y="237"/>
                  </a:lnTo>
                  <a:lnTo>
                    <a:pt x="890" y="257"/>
                  </a:lnTo>
                  <a:lnTo>
                    <a:pt x="949" y="178"/>
                  </a:lnTo>
                  <a:lnTo>
                    <a:pt x="870" y="277"/>
                  </a:lnTo>
                  <a:lnTo>
                    <a:pt x="890" y="237"/>
                  </a:lnTo>
                  <a:lnTo>
                    <a:pt x="870" y="257"/>
                  </a:lnTo>
                  <a:lnTo>
                    <a:pt x="870" y="237"/>
                  </a:lnTo>
                  <a:lnTo>
                    <a:pt x="830" y="297"/>
                  </a:lnTo>
                  <a:lnTo>
                    <a:pt x="811" y="336"/>
                  </a:lnTo>
                  <a:lnTo>
                    <a:pt x="811" y="297"/>
                  </a:lnTo>
                  <a:lnTo>
                    <a:pt x="850" y="198"/>
                  </a:lnTo>
                  <a:lnTo>
                    <a:pt x="850" y="218"/>
                  </a:lnTo>
                  <a:lnTo>
                    <a:pt x="850" y="237"/>
                  </a:lnTo>
                  <a:lnTo>
                    <a:pt x="870" y="178"/>
                  </a:lnTo>
                  <a:lnTo>
                    <a:pt x="870" y="139"/>
                  </a:lnTo>
                  <a:lnTo>
                    <a:pt x="850" y="119"/>
                  </a:lnTo>
                  <a:lnTo>
                    <a:pt x="830" y="119"/>
                  </a:lnTo>
                  <a:lnTo>
                    <a:pt x="811" y="139"/>
                  </a:lnTo>
                  <a:lnTo>
                    <a:pt x="791" y="119"/>
                  </a:lnTo>
                  <a:lnTo>
                    <a:pt x="771" y="139"/>
                  </a:lnTo>
                  <a:lnTo>
                    <a:pt x="751" y="79"/>
                  </a:lnTo>
                  <a:lnTo>
                    <a:pt x="692" y="79"/>
                  </a:lnTo>
                  <a:lnTo>
                    <a:pt x="672" y="119"/>
                  </a:lnTo>
                  <a:lnTo>
                    <a:pt x="672" y="60"/>
                  </a:lnTo>
                  <a:lnTo>
                    <a:pt x="633" y="139"/>
                  </a:lnTo>
                  <a:lnTo>
                    <a:pt x="593" y="158"/>
                  </a:lnTo>
                  <a:lnTo>
                    <a:pt x="554" y="198"/>
                  </a:lnTo>
                  <a:lnTo>
                    <a:pt x="495" y="297"/>
                  </a:lnTo>
                  <a:lnTo>
                    <a:pt x="514" y="237"/>
                  </a:lnTo>
                  <a:lnTo>
                    <a:pt x="554" y="178"/>
                  </a:lnTo>
                  <a:lnTo>
                    <a:pt x="514" y="218"/>
                  </a:lnTo>
                  <a:lnTo>
                    <a:pt x="495" y="237"/>
                  </a:lnTo>
                  <a:lnTo>
                    <a:pt x="495" y="237"/>
                  </a:lnTo>
                  <a:lnTo>
                    <a:pt x="514" y="198"/>
                  </a:lnTo>
                  <a:lnTo>
                    <a:pt x="514" y="178"/>
                  </a:lnTo>
                  <a:lnTo>
                    <a:pt x="534" y="158"/>
                  </a:lnTo>
                  <a:lnTo>
                    <a:pt x="534" y="139"/>
                  </a:lnTo>
                  <a:lnTo>
                    <a:pt x="514" y="158"/>
                  </a:lnTo>
                  <a:lnTo>
                    <a:pt x="514" y="139"/>
                  </a:lnTo>
                  <a:lnTo>
                    <a:pt x="475" y="218"/>
                  </a:lnTo>
                  <a:lnTo>
                    <a:pt x="435" y="277"/>
                  </a:lnTo>
                  <a:lnTo>
                    <a:pt x="416" y="316"/>
                  </a:lnTo>
                  <a:lnTo>
                    <a:pt x="416" y="297"/>
                  </a:lnTo>
                  <a:lnTo>
                    <a:pt x="356" y="336"/>
                  </a:lnTo>
                  <a:lnTo>
                    <a:pt x="277" y="336"/>
                  </a:lnTo>
                  <a:lnTo>
                    <a:pt x="238" y="297"/>
                  </a:lnTo>
                  <a:lnTo>
                    <a:pt x="258" y="257"/>
                  </a:lnTo>
                  <a:lnTo>
                    <a:pt x="238" y="257"/>
                  </a:lnTo>
                  <a:lnTo>
                    <a:pt x="238" y="237"/>
                  </a:lnTo>
                  <a:lnTo>
                    <a:pt x="258" y="198"/>
                  </a:lnTo>
                  <a:lnTo>
                    <a:pt x="238" y="218"/>
                  </a:lnTo>
                  <a:lnTo>
                    <a:pt x="218" y="237"/>
                  </a:lnTo>
                  <a:lnTo>
                    <a:pt x="218" y="198"/>
                  </a:lnTo>
                  <a:lnTo>
                    <a:pt x="238" y="198"/>
                  </a:lnTo>
                  <a:lnTo>
                    <a:pt x="218" y="178"/>
                  </a:lnTo>
                  <a:lnTo>
                    <a:pt x="218" y="158"/>
                  </a:lnTo>
                  <a:lnTo>
                    <a:pt x="218" y="119"/>
                  </a:lnTo>
                  <a:lnTo>
                    <a:pt x="198" y="139"/>
                  </a:lnTo>
                  <a:lnTo>
                    <a:pt x="2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4" name="Google Shape;3954;p15"/>
            <p:cNvSpPr/>
            <p:nvPr/>
          </p:nvSpPr>
          <p:spPr>
            <a:xfrm>
              <a:off x="-1572875" y="3408225"/>
              <a:ext cx="25" cy="500"/>
            </a:xfrm>
            <a:custGeom>
              <a:rect b="b" l="l" r="r" t="t"/>
              <a:pathLst>
                <a:path extrusionOk="0" h="20" w="1">
                  <a:moveTo>
                    <a:pt x="1" y="20"/>
                  </a:moveTo>
                  <a:lnTo>
                    <a:pt x="1" y="20"/>
                  </a:lnTo>
                  <a:lnTo>
                    <a:pt x="1" y="0"/>
                  </a:lnTo>
                  <a:lnTo>
                    <a:pt x="1" y="20"/>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
            <p:cNvSpPr/>
            <p:nvPr/>
          </p:nvSpPr>
          <p:spPr>
            <a:xfrm>
              <a:off x="-1607925" y="342155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6" name="Google Shape;3956;p15"/>
            <p:cNvSpPr/>
            <p:nvPr/>
          </p:nvSpPr>
          <p:spPr>
            <a:xfrm>
              <a:off x="-1578300" y="3422050"/>
              <a:ext cx="525" cy="25"/>
            </a:xfrm>
            <a:custGeom>
              <a:rect b="b" l="l" r="r" t="t"/>
              <a:pathLst>
                <a:path extrusionOk="0" h="1" w="21">
                  <a:moveTo>
                    <a:pt x="0" y="0"/>
                  </a:moveTo>
                  <a:lnTo>
                    <a:pt x="0" y="0"/>
                  </a:lnTo>
                  <a:lnTo>
                    <a:pt x="2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7" name="Google Shape;3957;p15"/>
            <p:cNvSpPr/>
            <p:nvPr/>
          </p:nvSpPr>
          <p:spPr>
            <a:xfrm>
              <a:off x="-1684975" y="3350450"/>
              <a:ext cx="25" cy="500"/>
            </a:xfrm>
            <a:custGeom>
              <a:rect b="b" l="l" r="r" t="t"/>
              <a:pathLst>
                <a:path extrusionOk="0" h="20" w="1">
                  <a:moveTo>
                    <a:pt x="1" y="20"/>
                  </a:move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
            <p:cNvSpPr/>
            <p:nvPr/>
          </p:nvSpPr>
          <p:spPr>
            <a:xfrm>
              <a:off x="-1685450" y="3348475"/>
              <a:ext cx="500" cy="25"/>
            </a:xfrm>
            <a:custGeom>
              <a:rect b="b" l="l" r="r" t="t"/>
              <a:pathLst>
                <a:path extrusionOk="0" h="1" w="20">
                  <a:moveTo>
                    <a:pt x="0" y="0"/>
                  </a:moveTo>
                  <a:lnTo>
                    <a:pt x="0" y="0"/>
                  </a:lnTo>
                  <a:lnTo>
                    <a:pt x="0" y="0"/>
                  </a:lnTo>
                  <a:lnTo>
                    <a:pt x="0" y="0"/>
                  </a:lnTo>
                  <a:lnTo>
                    <a:pt x="2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9" name="Google Shape;3959;p15"/>
            <p:cNvSpPr/>
            <p:nvPr/>
          </p:nvSpPr>
          <p:spPr>
            <a:xfrm>
              <a:off x="-1696325" y="3346500"/>
              <a:ext cx="18800" cy="6925"/>
            </a:xfrm>
            <a:custGeom>
              <a:rect b="b" l="l" r="r" t="t"/>
              <a:pathLst>
                <a:path extrusionOk="0" h="277" w="752">
                  <a:moveTo>
                    <a:pt x="435" y="40"/>
                  </a:moveTo>
                  <a:lnTo>
                    <a:pt x="455" y="59"/>
                  </a:lnTo>
                  <a:lnTo>
                    <a:pt x="455" y="79"/>
                  </a:lnTo>
                  <a:lnTo>
                    <a:pt x="494" y="79"/>
                  </a:lnTo>
                  <a:lnTo>
                    <a:pt x="435" y="40"/>
                  </a:lnTo>
                  <a:close/>
                  <a:moveTo>
                    <a:pt x="494" y="79"/>
                  </a:moveTo>
                  <a:lnTo>
                    <a:pt x="521" y="86"/>
                  </a:lnTo>
                  <a:lnTo>
                    <a:pt x="521" y="86"/>
                  </a:lnTo>
                  <a:lnTo>
                    <a:pt x="514" y="79"/>
                  </a:lnTo>
                  <a:close/>
                  <a:moveTo>
                    <a:pt x="652" y="158"/>
                  </a:moveTo>
                  <a:lnTo>
                    <a:pt x="672" y="178"/>
                  </a:lnTo>
                  <a:lnTo>
                    <a:pt x="712" y="178"/>
                  </a:lnTo>
                  <a:lnTo>
                    <a:pt x="692" y="158"/>
                  </a:lnTo>
                  <a:close/>
                  <a:moveTo>
                    <a:pt x="1" y="0"/>
                  </a:moveTo>
                  <a:lnTo>
                    <a:pt x="40" y="40"/>
                  </a:lnTo>
                  <a:lnTo>
                    <a:pt x="99" y="59"/>
                  </a:lnTo>
                  <a:lnTo>
                    <a:pt x="60" y="59"/>
                  </a:lnTo>
                  <a:lnTo>
                    <a:pt x="99" y="79"/>
                  </a:lnTo>
                  <a:lnTo>
                    <a:pt x="178" y="119"/>
                  </a:lnTo>
                  <a:lnTo>
                    <a:pt x="198" y="119"/>
                  </a:lnTo>
                  <a:lnTo>
                    <a:pt x="178" y="99"/>
                  </a:lnTo>
                  <a:lnTo>
                    <a:pt x="178" y="99"/>
                  </a:lnTo>
                  <a:lnTo>
                    <a:pt x="238" y="119"/>
                  </a:lnTo>
                  <a:lnTo>
                    <a:pt x="356" y="138"/>
                  </a:lnTo>
                  <a:lnTo>
                    <a:pt x="336" y="138"/>
                  </a:lnTo>
                  <a:lnTo>
                    <a:pt x="376" y="158"/>
                  </a:lnTo>
                  <a:lnTo>
                    <a:pt x="396" y="158"/>
                  </a:lnTo>
                  <a:lnTo>
                    <a:pt x="356" y="119"/>
                  </a:lnTo>
                  <a:lnTo>
                    <a:pt x="356" y="119"/>
                  </a:lnTo>
                  <a:lnTo>
                    <a:pt x="396" y="138"/>
                  </a:lnTo>
                  <a:lnTo>
                    <a:pt x="415" y="138"/>
                  </a:lnTo>
                  <a:lnTo>
                    <a:pt x="415" y="119"/>
                  </a:lnTo>
                  <a:lnTo>
                    <a:pt x="435" y="119"/>
                  </a:lnTo>
                  <a:lnTo>
                    <a:pt x="554" y="178"/>
                  </a:lnTo>
                  <a:lnTo>
                    <a:pt x="534" y="178"/>
                  </a:lnTo>
                  <a:lnTo>
                    <a:pt x="455" y="138"/>
                  </a:lnTo>
                  <a:lnTo>
                    <a:pt x="455" y="158"/>
                  </a:lnTo>
                  <a:lnTo>
                    <a:pt x="494" y="178"/>
                  </a:lnTo>
                  <a:lnTo>
                    <a:pt x="514" y="178"/>
                  </a:lnTo>
                  <a:lnTo>
                    <a:pt x="593" y="217"/>
                  </a:lnTo>
                  <a:lnTo>
                    <a:pt x="573" y="237"/>
                  </a:lnTo>
                  <a:lnTo>
                    <a:pt x="593" y="237"/>
                  </a:lnTo>
                  <a:lnTo>
                    <a:pt x="672" y="257"/>
                  </a:lnTo>
                  <a:lnTo>
                    <a:pt x="692" y="237"/>
                  </a:lnTo>
                  <a:lnTo>
                    <a:pt x="751" y="257"/>
                  </a:lnTo>
                  <a:lnTo>
                    <a:pt x="692" y="198"/>
                  </a:lnTo>
                  <a:lnTo>
                    <a:pt x="731" y="217"/>
                  </a:lnTo>
                  <a:lnTo>
                    <a:pt x="712" y="198"/>
                  </a:lnTo>
                  <a:lnTo>
                    <a:pt x="672" y="178"/>
                  </a:lnTo>
                  <a:lnTo>
                    <a:pt x="633" y="158"/>
                  </a:lnTo>
                  <a:lnTo>
                    <a:pt x="554" y="119"/>
                  </a:lnTo>
                  <a:lnTo>
                    <a:pt x="633" y="138"/>
                  </a:lnTo>
                  <a:lnTo>
                    <a:pt x="652" y="158"/>
                  </a:lnTo>
                  <a:lnTo>
                    <a:pt x="652" y="138"/>
                  </a:lnTo>
                  <a:lnTo>
                    <a:pt x="712" y="158"/>
                  </a:lnTo>
                  <a:lnTo>
                    <a:pt x="633" y="119"/>
                  </a:lnTo>
                  <a:lnTo>
                    <a:pt x="652" y="119"/>
                  </a:lnTo>
                  <a:lnTo>
                    <a:pt x="573" y="99"/>
                  </a:lnTo>
                  <a:lnTo>
                    <a:pt x="534" y="59"/>
                  </a:lnTo>
                  <a:lnTo>
                    <a:pt x="514" y="59"/>
                  </a:lnTo>
                  <a:lnTo>
                    <a:pt x="534" y="79"/>
                  </a:lnTo>
                  <a:lnTo>
                    <a:pt x="573" y="99"/>
                  </a:lnTo>
                  <a:lnTo>
                    <a:pt x="573" y="99"/>
                  </a:lnTo>
                  <a:lnTo>
                    <a:pt x="521" y="86"/>
                  </a:lnTo>
                  <a:lnTo>
                    <a:pt x="521" y="86"/>
                  </a:lnTo>
                  <a:lnTo>
                    <a:pt x="534" y="99"/>
                  </a:lnTo>
                  <a:lnTo>
                    <a:pt x="475" y="99"/>
                  </a:lnTo>
                  <a:lnTo>
                    <a:pt x="494" y="119"/>
                  </a:lnTo>
                  <a:lnTo>
                    <a:pt x="317" y="79"/>
                  </a:lnTo>
                  <a:lnTo>
                    <a:pt x="178" y="20"/>
                  </a:lnTo>
                  <a:lnTo>
                    <a:pt x="159" y="40"/>
                  </a:lnTo>
                  <a:lnTo>
                    <a:pt x="178" y="40"/>
                  </a:lnTo>
                  <a:lnTo>
                    <a:pt x="198" y="59"/>
                  </a:lnTo>
                  <a:lnTo>
                    <a:pt x="99" y="40"/>
                  </a:lnTo>
                  <a:lnTo>
                    <a:pt x="1" y="0"/>
                  </a:lnTo>
                  <a:close/>
                  <a:moveTo>
                    <a:pt x="672" y="257"/>
                  </a:moveTo>
                  <a:lnTo>
                    <a:pt x="751" y="277"/>
                  </a:lnTo>
                  <a:lnTo>
                    <a:pt x="712" y="257"/>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0" name="Google Shape;3960;p15"/>
            <p:cNvSpPr/>
            <p:nvPr/>
          </p:nvSpPr>
          <p:spPr>
            <a:xfrm>
              <a:off x="-1679050" y="3346000"/>
              <a:ext cx="3000" cy="1500"/>
            </a:xfrm>
            <a:custGeom>
              <a:rect b="b" l="l" r="r" t="t"/>
              <a:pathLst>
                <a:path extrusionOk="0" h="60" w="120">
                  <a:moveTo>
                    <a:pt x="119" y="60"/>
                  </a:moveTo>
                  <a:lnTo>
                    <a:pt x="119" y="60"/>
                  </a:lnTo>
                  <a:lnTo>
                    <a:pt x="1" y="0"/>
                  </a:lnTo>
                  <a:lnTo>
                    <a:pt x="1" y="0"/>
                  </a:lnTo>
                  <a:lnTo>
                    <a:pt x="80" y="40"/>
                  </a:lnTo>
                  <a:lnTo>
                    <a:pt x="119" y="60"/>
                  </a:lnTo>
                  <a:lnTo>
                    <a:pt x="119" y="6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1" name="Google Shape;3961;p15"/>
            <p:cNvSpPr/>
            <p:nvPr/>
          </p:nvSpPr>
          <p:spPr>
            <a:xfrm>
              <a:off x="-1681025" y="3345500"/>
              <a:ext cx="2000" cy="1025"/>
            </a:xfrm>
            <a:custGeom>
              <a:rect b="b" l="l" r="r" t="t"/>
              <a:pathLst>
                <a:path extrusionOk="0" h="41" w="80">
                  <a:moveTo>
                    <a:pt x="1" y="1"/>
                  </a:moveTo>
                  <a:lnTo>
                    <a:pt x="33" y="9"/>
                  </a:lnTo>
                  <a:lnTo>
                    <a:pt x="33" y="9"/>
                  </a:lnTo>
                  <a:lnTo>
                    <a:pt x="21" y="1"/>
                  </a:lnTo>
                  <a:close/>
                  <a:moveTo>
                    <a:pt x="33" y="9"/>
                  </a:moveTo>
                  <a:lnTo>
                    <a:pt x="80" y="40"/>
                  </a:lnTo>
                  <a:lnTo>
                    <a:pt x="80" y="20"/>
                  </a:lnTo>
                  <a:lnTo>
                    <a:pt x="33" y="9"/>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2" name="Google Shape;3962;p15"/>
            <p:cNvSpPr/>
            <p:nvPr/>
          </p:nvSpPr>
          <p:spPr>
            <a:xfrm>
              <a:off x="-1702750" y="3291175"/>
              <a:ext cx="39525" cy="57325"/>
            </a:xfrm>
            <a:custGeom>
              <a:rect b="b" l="l" r="r" t="t"/>
              <a:pathLst>
                <a:path extrusionOk="0" h="2293" w="1581">
                  <a:moveTo>
                    <a:pt x="1403" y="356"/>
                  </a:moveTo>
                  <a:lnTo>
                    <a:pt x="1403" y="376"/>
                  </a:lnTo>
                  <a:lnTo>
                    <a:pt x="1423" y="376"/>
                  </a:lnTo>
                  <a:lnTo>
                    <a:pt x="1403" y="356"/>
                  </a:lnTo>
                  <a:close/>
                  <a:moveTo>
                    <a:pt x="179" y="752"/>
                  </a:moveTo>
                  <a:lnTo>
                    <a:pt x="208" y="761"/>
                  </a:lnTo>
                  <a:lnTo>
                    <a:pt x="198" y="752"/>
                  </a:lnTo>
                  <a:close/>
                  <a:moveTo>
                    <a:pt x="139" y="732"/>
                  </a:moveTo>
                  <a:lnTo>
                    <a:pt x="100" y="752"/>
                  </a:lnTo>
                  <a:lnTo>
                    <a:pt x="179" y="771"/>
                  </a:lnTo>
                  <a:lnTo>
                    <a:pt x="159" y="752"/>
                  </a:lnTo>
                  <a:lnTo>
                    <a:pt x="179" y="752"/>
                  </a:lnTo>
                  <a:lnTo>
                    <a:pt x="139" y="732"/>
                  </a:lnTo>
                  <a:close/>
                  <a:moveTo>
                    <a:pt x="208" y="761"/>
                  </a:moveTo>
                  <a:lnTo>
                    <a:pt x="218" y="771"/>
                  </a:lnTo>
                  <a:lnTo>
                    <a:pt x="248" y="781"/>
                  </a:lnTo>
                  <a:lnTo>
                    <a:pt x="248" y="781"/>
                  </a:lnTo>
                  <a:lnTo>
                    <a:pt x="238" y="771"/>
                  </a:lnTo>
                  <a:lnTo>
                    <a:pt x="208" y="761"/>
                  </a:lnTo>
                  <a:close/>
                  <a:moveTo>
                    <a:pt x="1403" y="870"/>
                  </a:moveTo>
                  <a:lnTo>
                    <a:pt x="1443" y="910"/>
                  </a:lnTo>
                  <a:lnTo>
                    <a:pt x="1443" y="910"/>
                  </a:lnTo>
                  <a:lnTo>
                    <a:pt x="1423" y="870"/>
                  </a:lnTo>
                  <a:close/>
                  <a:moveTo>
                    <a:pt x="139" y="890"/>
                  </a:moveTo>
                  <a:lnTo>
                    <a:pt x="238" y="929"/>
                  </a:lnTo>
                  <a:lnTo>
                    <a:pt x="179" y="890"/>
                  </a:lnTo>
                  <a:close/>
                  <a:moveTo>
                    <a:pt x="1033" y="1537"/>
                  </a:moveTo>
                  <a:lnTo>
                    <a:pt x="1028" y="1542"/>
                  </a:lnTo>
                  <a:lnTo>
                    <a:pt x="1048" y="1542"/>
                  </a:lnTo>
                  <a:lnTo>
                    <a:pt x="1033" y="1537"/>
                  </a:lnTo>
                  <a:close/>
                  <a:moveTo>
                    <a:pt x="139" y="1561"/>
                  </a:moveTo>
                  <a:lnTo>
                    <a:pt x="159" y="1581"/>
                  </a:lnTo>
                  <a:lnTo>
                    <a:pt x="218" y="1581"/>
                  </a:lnTo>
                  <a:lnTo>
                    <a:pt x="139" y="1561"/>
                  </a:lnTo>
                  <a:close/>
                  <a:moveTo>
                    <a:pt x="40" y="1621"/>
                  </a:moveTo>
                  <a:lnTo>
                    <a:pt x="119" y="1660"/>
                  </a:lnTo>
                  <a:lnTo>
                    <a:pt x="139" y="1680"/>
                  </a:lnTo>
                  <a:lnTo>
                    <a:pt x="159" y="1700"/>
                  </a:lnTo>
                  <a:lnTo>
                    <a:pt x="198" y="1719"/>
                  </a:lnTo>
                  <a:lnTo>
                    <a:pt x="258" y="1739"/>
                  </a:lnTo>
                  <a:lnTo>
                    <a:pt x="277" y="1739"/>
                  </a:lnTo>
                  <a:lnTo>
                    <a:pt x="238" y="1719"/>
                  </a:lnTo>
                  <a:lnTo>
                    <a:pt x="218" y="1700"/>
                  </a:lnTo>
                  <a:lnTo>
                    <a:pt x="258" y="1700"/>
                  </a:lnTo>
                  <a:lnTo>
                    <a:pt x="139" y="1660"/>
                  </a:lnTo>
                  <a:lnTo>
                    <a:pt x="159" y="1640"/>
                  </a:lnTo>
                  <a:lnTo>
                    <a:pt x="139" y="1640"/>
                  </a:lnTo>
                  <a:lnTo>
                    <a:pt x="40" y="1621"/>
                  </a:lnTo>
                  <a:close/>
                  <a:moveTo>
                    <a:pt x="475" y="1818"/>
                  </a:moveTo>
                  <a:lnTo>
                    <a:pt x="495" y="1838"/>
                  </a:lnTo>
                  <a:lnTo>
                    <a:pt x="514" y="1838"/>
                  </a:lnTo>
                  <a:lnTo>
                    <a:pt x="475" y="1818"/>
                  </a:lnTo>
                  <a:close/>
                  <a:moveTo>
                    <a:pt x="1245" y="1996"/>
                  </a:moveTo>
                  <a:lnTo>
                    <a:pt x="1304" y="2016"/>
                  </a:lnTo>
                  <a:lnTo>
                    <a:pt x="1304" y="2016"/>
                  </a:lnTo>
                  <a:lnTo>
                    <a:pt x="1285" y="1996"/>
                  </a:lnTo>
                  <a:close/>
                  <a:moveTo>
                    <a:pt x="159" y="2095"/>
                  </a:moveTo>
                  <a:lnTo>
                    <a:pt x="179" y="2114"/>
                  </a:lnTo>
                  <a:lnTo>
                    <a:pt x="198" y="2095"/>
                  </a:lnTo>
                  <a:close/>
                  <a:moveTo>
                    <a:pt x="1462" y="1"/>
                  </a:moveTo>
                  <a:lnTo>
                    <a:pt x="850" y="317"/>
                  </a:lnTo>
                  <a:lnTo>
                    <a:pt x="297" y="633"/>
                  </a:lnTo>
                  <a:lnTo>
                    <a:pt x="198" y="692"/>
                  </a:lnTo>
                  <a:lnTo>
                    <a:pt x="238" y="692"/>
                  </a:lnTo>
                  <a:lnTo>
                    <a:pt x="238" y="712"/>
                  </a:lnTo>
                  <a:lnTo>
                    <a:pt x="277" y="732"/>
                  </a:lnTo>
                  <a:lnTo>
                    <a:pt x="297" y="752"/>
                  </a:lnTo>
                  <a:lnTo>
                    <a:pt x="297" y="771"/>
                  </a:lnTo>
                  <a:lnTo>
                    <a:pt x="317" y="771"/>
                  </a:lnTo>
                  <a:lnTo>
                    <a:pt x="337" y="791"/>
                  </a:lnTo>
                  <a:lnTo>
                    <a:pt x="337" y="811"/>
                  </a:lnTo>
                  <a:lnTo>
                    <a:pt x="297" y="791"/>
                  </a:lnTo>
                  <a:lnTo>
                    <a:pt x="277" y="791"/>
                  </a:lnTo>
                  <a:lnTo>
                    <a:pt x="248" y="781"/>
                  </a:lnTo>
                  <a:lnTo>
                    <a:pt x="248" y="781"/>
                  </a:lnTo>
                  <a:lnTo>
                    <a:pt x="258" y="791"/>
                  </a:lnTo>
                  <a:lnTo>
                    <a:pt x="277" y="811"/>
                  </a:lnTo>
                  <a:lnTo>
                    <a:pt x="258" y="811"/>
                  </a:lnTo>
                  <a:lnTo>
                    <a:pt x="238" y="791"/>
                  </a:lnTo>
                  <a:lnTo>
                    <a:pt x="238" y="811"/>
                  </a:lnTo>
                  <a:lnTo>
                    <a:pt x="258" y="831"/>
                  </a:lnTo>
                  <a:lnTo>
                    <a:pt x="198" y="811"/>
                  </a:lnTo>
                  <a:lnTo>
                    <a:pt x="218" y="831"/>
                  </a:lnTo>
                  <a:lnTo>
                    <a:pt x="159" y="831"/>
                  </a:lnTo>
                  <a:lnTo>
                    <a:pt x="179" y="850"/>
                  </a:lnTo>
                  <a:lnTo>
                    <a:pt x="218" y="870"/>
                  </a:lnTo>
                  <a:lnTo>
                    <a:pt x="277" y="870"/>
                  </a:lnTo>
                  <a:lnTo>
                    <a:pt x="356" y="910"/>
                  </a:lnTo>
                  <a:lnTo>
                    <a:pt x="356" y="929"/>
                  </a:lnTo>
                  <a:lnTo>
                    <a:pt x="297" y="929"/>
                  </a:lnTo>
                  <a:lnTo>
                    <a:pt x="337" y="949"/>
                  </a:lnTo>
                  <a:lnTo>
                    <a:pt x="297" y="949"/>
                  </a:lnTo>
                  <a:lnTo>
                    <a:pt x="297" y="969"/>
                  </a:lnTo>
                  <a:lnTo>
                    <a:pt x="258" y="949"/>
                  </a:lnTo>
                  <a:lnTo>
                    <a:pt x="258" y="929"/>
                  </a:lnTo>
                  <a:lnTo>
                    <a:pt x="198" y="929"/>
                  </a:lnTo>
                  <a:lnTo>
                    <a:pt x="159" y="910"/>
                  </a:lnTo>
                  <a:lnTo>
                    <a:pt x="176" y="945"/>
                  </a:lnTo>
                  <a:lnTo>
                    <a:pt x="176" y="945"/>
                  </a:lnTo>
                  <a:lnTo>
                    <a:pt x="100" y="929"/>
                  </a:lnTo>
                  <a:lnTo>
                    <a:pt x="80" y="929"/>
                  </a:lnTo>
                  <a:lnTo>
                    <a:pt x="119" y="949"/>
                  </a:lnTo>
                  <a:lnTo>
                    <a:pt x="159" y="949"/>
                  </a:lnTo>
                  <a:lnTo>
                    <a:pt x="159" y="969"/>
                  </a:lnTo>
                  <a:lnTo>
                    <a:pt x="139" y="969"/>
                  </a:lnTo>
                  <a:lnTo>
                    <a:pt x="139" y="989"/>
                  </a:lnTo>
                  <a:lnTo>
                    <a:pt x="119" y="989"/>
                  </a:lnTo>
                  <a:lnTo>
                    <a:pt x="179" y="1008"/>
                  </a:lnTo>
                  <a:lnTo>
                    <a:pt x="179" y="1008"/>
                  </a:lnTo>
                  <a:lnTo>
                    <a:pt x="159" y="989"/>
                  </a:lnTo>
                  <a:lnTo>
                    <a:pt x="198" y="989"/>
                  </a:lnTo>
                  <a:lnTo>
                    <a:pt x="218" y="1008"/>
                  </a:lnTo>
                  <a:lnTo>
                    <a:pt x="218" y="1028"/>
                  </a:lnTo>
                  <a:lnTo>
                    <a:pt x="238" y="1048"/>
                  </a:lnTo>
                  <a:lnTo>
                    <a:pt x="258" y="1087"/>
                  </a:lnTo>
                  <a:lnTo>
                    <a:pt x="198" y="1087"/>
                  </a:lnTo>
                  <a:lnTo>
                    <a:pt x="139" y="1048"/>
                  </a:lnTo>
                  <a:lnTo>
                    <a:pt x="139" y="1028"/>
                  </a:lnTo>
                  <a:lnTo>
                    <a:pt x="139" y="1008"/>
                  </a:lnTo>
                  <a:lnTo>
                    <a:pt x="119" y="1028"/>
                  </a:lnTo>
                  <a:lnTo>
                    <a:pt x="119" y="1048"/>
                  </a:lnTo>
                  <a:lnTo>
                    <a:pt x="159" y="1087"/>
                  </a:lnTo>
                  <a:lnTo>
                    <a:pt x="139" y="1087"/>
                  </a:lnTo>
                  <a:lnTo>
                    <a:pt x="80" y="1068"/>
                  </a:lnTo>
                  <a:lnTo>
                    <a:pt x="21" y="1068"/>
                  </a:lnTo>
                  <a:lnTo>
                    <a:pt x="21" y="1087"/>
                  </a:lnTo>
                  <a:lnTo>
                    <a:pt x="119" y="1107"/>
                  </a:lnTo>
                  <a:lnTo>
                    <a:pt x="100" y="1127"/>
                  </a:lnTo>
                  <a:lnTo>
                    <a:pt x="139" y="1127"/>
                  </a:lnTo>
                  <a:lnTo>
                    <a:pt x="179" y="1147"/>
                  </a:lnTo>
                  <a:lnTo>
                    <a:pt x="159" y="1147"/>
                  </a:lnTo>
                  <a:lnTo>
                    <a:pt x="119" y="1127"/>
                  </a:lnTo>
                  <a:lnTo>
                    <a:pt x="119" y="1147"/>
                  </a:lnTo>
                  <a:lnTo>
                    <a:pt x="100" y="1147"/>
                  </a:lnTo>
                  <a:lnTo>
                    <a:pt x="159" y="1166"/>
                  </a:lnTo>
                  <a:lnTo>
                    <a:pt x="198" y="1206"/>
                  </a:lnTo>
                  <a:lnTo>
                    <a:pt x="179" y="1206"/>
                  </a:lnTo>
                  <a:lnTo>
                    <a:pt x="159" y="1186"/>
                  </a:lnTo>
                  <a:lnTo>
                    <a:pt x="139" y="1186"/>
                  </a:lnTo>
                  <a:lnTo>
                    <a:pt x="139" y="1166"/>
                  </a:lnTo>
                  <a:lnTo>
                    <a:pt x="119" y="1186"/>
                  </a:lnTo>
                  <a:lnTo>
                    <a:pt x="179" y="1226"/>
                  </a:lnTo>
                  <a:lnTo>
                    <a:pt x="218" y="1226"/>
                  </a:lnTo>
                  <a:lnTo>
                    <a:pt x="258" y="1245"/>
                  </a:lnTo>
                  <a:lnTo>
                    <a:pt x="159" y="1245"/>
                  </a:lnTo>
                  <a:lnTo>
                    <a:pt x="218" y="1265"/>
                  </a:lnTo>
                  <a:lnTo>
                    <a:pt x="238" y="1285"/>
                  </a:lnTo>
                  <a:lnTo>
                    <a:pt x="277" y="1305"/>
                  </a:lnTo>
                  <a:lnTo>
                    <a:pt x="218" y="1305"/>
                  </a:lnTo>
                  <a:lnTo>
                    <a:pt x="198" y="1285"/>
                  </a:lnTo>
                  <a:lnTo>
                    <a:pt x="139" y="1285"/>
                  </a:lnTo>
                  <a:lnTo>
                    <a:pt x="100" y="1245"/>
                  </a:lnTo>
                  <a:lnTo>
                    <a:pt x="80" y="1245"/>
                  </a:lnTo>
                  <a:lnTo>
                    <a:pt x="100" y="1265"/>
                  </a:lnTo>
                  <a:lnTo>
                    <a:pt x="119" y="1285"/>
                  </a:lnTo>
                  <a:lnTo>
                    <a:pt x="80" y="1285"/>
                  </a:lnTo>
                  <a:lnTo>
                    <a:pt x="80" y="1305"/>
                  </a:lnTo>
                  <a:lnTo>
                    <a:pt x="119" y="1305"/>
                  </a:lnTo>
                  <a:lnTo>
                    <a:pt x="179" y="1324"/>
                  </a:lnTo>
                  <a:lnTo>
                    <a:pt x="100" y="1324"/>
                  </a:lnTo>
                  <a:lnTo>
                    <a:pt x="139" y="1344"/>
                  </a:lnTo>
                  <a:lnTo>
                    <a:pt x="218" y="1384"/>
                  </a:lnTo>
                  <a:lnTo>
                    <a:pt x="277" y="1384"/>
                  </a:lnTo>
                  <a:lnTo>
                    <a:pt x="297" y="1403"/>
                  </a:lnTo>
                  <a:lnTo>
                    <a:pt x="317" y="1403"/>
                  </a:lnTo>
                  <a:lnTo>
                    <a:pt x="356" y="1423"/>
                  </a:lnTo>
                  <a:lnTo>
                    <a:pt x="396" y="1423"/>
                  </a:lnTo>
                  <a:lnTo>
                    <a:pt x="356" y="1443"/>
                  </a:lnTo>
                  <a:lnTo>
                    <a:pt x="297" y="1443"/>
                  </a:lnTo>
                  <a:lnTo>
                    <a:pt x="159" y="1384"/>
                  </a:lnTo>
                  <a:lnTo>
                    <a:pt x="1" y="1324"/>
                  </a:lnTo>
                  <a:lnTo>
                    <a:pt x="21" y="1364"/>
                  </a:lnTo>
                  <a:lnTo>
                    <a:pt x="21" y="1384"/>
                  </a:lnTo>
                  <a:lnTo>
                    <a:pt x="1" y="1384"/>
                  </a:lnTo>
                  <a:lnTo>
                    <a:pt x="80" y="1423"/>
                  </a:lnTo>
                  <a:lnTo>
                    <a:pt x="179" y="1463"/>
                  </a:lnTo>
                  <a:lnTo>
                    <a:pt x="159" y="1463"/>
                  </a:lnTo>
                  <a:lnTo>
                    <a:pt x="179" y="1482"/>
                  </a:lnTo>
                  <a:lnTo>
                    <a:pt x="198" y="1502"/>
                  </a:lnTo>
                  <a:lnTo>
                    <a:pt x="198" y="1522"/>
                  </a:lnTo>
                  <a:lnTo>
                    <a:pt x="238" y="1542"/>
                  </a:lnTo>
                  <a:lnTo>
                    <a:pt x="337" y="1561"/>
                  </a:lnTo>
                  <a:lnTo>
                    <a:pt x="337" y="1581"/>
                  </a:lnTo>
                  <a:lnTo>
                    <a:pt x="356" y="1581"/>
                  </a:lnTo>
                  <a:lnTo>
                    <a:pt x="396" y="1621"/>
                  </a:lnTo>
                  <a:lnTo>
                    <a:pt x="337" y="1601"/>
                  </a:lnTo>
                  <a:lnTo>
                    <a:pt x="317" y="1621"/>
                  </a:lnTo>
                  <a:lnTo>
                    <a:pt x="337" y="1640"/>
                  </a:lnTo>
                  <a:lnTo>
                    <a:pt x="277" y="1601"/>
                  </a:lnTo>
                  <a:lnTo>
                    <a:pt x="297" y="1601"/>
                  </a:lnTo>
                  <a:lnTo>
                    <a:pt x="258" y="1581"/>
                  </a:lnTo>
                  <a:lnTo>
                    <a:pt x="218" y="1581"/>
                  </a:lnTo>
                  <a:lnTo>
                    <a:pt x="238" y="1601"/>
                  </a:lnTo>
                  <a:lnTo>
                    <a:pt x="179" y="1601"/>
                  </a:lnTo>
                  <a:lnTo>
                    <a:pt x="159" y="1621"/>
                  </a:lnTo>
                  <a:lnTo>
                    <a:pt x="159" y="1640"/>
                  </a:lnTo>
                  <a:lnTo>
                    <a:pt x="198" y="1640"/>
                  </a:lnTo>
                  <a:lnTo>
                    <a:pt x="277" y="1680"/>
                  </a:lnTo>
                  <a:lnTo>
                    <a:pt x="317" y="1700"/>
                  </a:lnTo>
                  <a:lnTo>
                    <a:pt x="337" y="1719"/>
                  </a:lnTo>
                  <a:lnTo>
                    <a:pt x="376" y="1719"/>
                  </a:lnTo>
                  <a:lnTo>
                    <a:pt x="396" y="1700"/>
                  </a:lnTo>
                  <a:lnTo>
                    <a:pt x="495" y="1719"/>
                  </a:lnTo>
                  <a:lnTo>
                    <a:pt x="613" y="1798"/>
                  </a:lnTo>
                  <a:lnTo>
                    <a:pt x="554" y="1779"/>
                  </a:lnTo>
                  <a:lnTo>
                    <a:pt x="633" y="1818"/>
                  </a:lnTo>
                  <a:lnTo>
                    <a:pt x="514" y="1798"/>
                  </a:lnTo>
                  <a:lnTo>
                    <a:pt x="534" y="1818"/>
                  </a:lnTo>
                  <a:lnTo>
                    <a:pt x="514" y="1838"/>
                  </a:lnTo>
                  <a:lnTo>
                    <a:pt x="574" y="1838"/>
                  </a:lnTo>
                  <a:lnTo>
                    <a:pt x="574" y="1818"/>
                  </a:lnTo>
                  <a:lnTo>
                    <a:pt x="613" y="1838"/>
                  </a:lnTo>
                  <a:lnTo>
                    <a:pt x="593" y="1858"/>
                  </a:lnTo>
                  <a:lnTo>
                    <a:pt x="633" y="1877"/>
                  </a:lnTo>
                  <a:lnTo>
                    <a:pt x="712" y="1897"/>
                  </a:lnTo>
                  <a:lnTo>
                    <a:pt x="593" y="1897"/>
                  </a:lnTo>
                  <a:lnTo>
                    <a:pt x="455" y="1838"/>
                  </a:lnTo>
                  <a:lnTo>
                    <a:pt x="475" y="1858"/>
                  </a:lnTo>
                  <a:lnTo>
                    <a:pt x="475" y="1858"/>
                  </a:lnTo>
                  <a:lnTo>
                    <a:pt x="277" y="1779"/>
                  </a:lnTo>
                  <a:lnTo>
                    <a:pt x="258" y="1798"/>
                  </a:lnTo>
                  <a:lnTo>
                    <a:pt x="238" y="1818"/>
                  </a:lnTo>
                  <a:lnTo>
                    <a:pt x="100" y="1779"/>
                  </a:lnTo>
                  <a:lnTo>
                    <a:pt x="119" y="1818"/>
                  </a:lnTo>
                  <a:lnTo>
                    <a:pt x="40" y="1818"/>
                  </a:lnTo>
                  <a:lnTo>
                    <a:pt x="80" y="1838"/>
                  </a:lnTo>
                  <a:lnTo>
                    <a:pt x="100" y="1838"/>
                  </a:lnTo>
                  <a:lnTo>
                    <a:pt x="179" y="1858"/>
                  </a:lnTo>
                  <a:lnTo>
                    <a:pt x="159" y="1858"/>
                  </a:lnTo>
                  <a:lnTo>
                    <a:pt x="179" y="1877"/>
                  </a:lnTo>
                  <a:lnTo>
                    <a:pt x="198" y="1858"/>
                  </a:lnTo>
                  <a:lnTo>
                    <a:pt x="238" y="1858"/>
                  </a:lnTo>
                  <a:lnTo>
                    <a:pt x="277" y="1877"/>
                  </a:lnTo>
                  <a:lnTo>
                    <a:pt x="337" y="1897"/>
                  </a:lnTo>
                  <a:lnTo>
                    <a:pt x="356" y="1877"/>
                  </a:lnTo>
                  <a:lnTo>
                    <a:pt x="396" y="1897"/>
                  </a:lnTo>
                  <a:lnTo>
                    <a:pt x="380" y="1913"/>
                  </a:lnTo>
                  <a:lnTo>
                    <a:pt x="380" y="1913"/>
                  </a:lnTo>
                  <a:lnTo>
                    <a:pt x="238" y="1877"/>
                  </a:lnTo>
                  <a:lnTo>
                    <a:pt x="258" y="1897"/>
                  </a:lnTo>
                  <a:lnTo>
                    <a:pt x="179" y="1897"/>
                  </a:lnTo>
                  <a:lnTo>
                    <a:pt x="159" y="1877"/>
                  </a:lnTo>
                  <a:lnTo>
                    <a:pt x="139" y="1877"/>
                  </a:lnTo>
                  <a:lnTo>
                    <a:pt x="139" y="1897"/>
                  </a:lnTo>
                  <a:lnTo>
                    <a:pt x="119" y="1877"/>
                  </a:lnTo>
                  <a:lnTo>
                    <a:pt x="100" y="1877"/>
                  </a:lnTo>
                  <a:lnTo>
                    <a:pt x="100" y="1858"/>
                  </a:lnTo>
                  <a:lnTo>
                    <a:pt x="60" y="1897"/>
                  </a:lnTo>
                  <a:lnTo>
                    <a:pt x="40" y="1877"/>
                  </a:lnTo>
                  <a:lnTo>
                    <a:pt x="21" y="1877"/>
                  </a:lnTo>
                  <a:lnTo>
                    <a:pt x="119" y="1937"/>
                  </a:lnTo>
                  <a:lnTo>
                    <a:pt x="60" y="1937"/>
                  </a:lnTo>
                  <a:lnTo>
                    <a:pt x="80" y="1956"/>
                  </a:lnTo>
                  <a:lnTo>
                    <a:pt x="100" y="1976"/>
                  </a:lnTo>
                  <a:lnTo>
                    <a:pt x="159" y="1996"/>
                  </a:lnTo>
                  <a:lnTo>
                    <a:pt x="218" y="2016"/>
                  </a:lnTo>
                  <a:lnTo>
                    <a:pt x="238" y="2016"/>
                  </a:lnTo>
                  <a:lnTo>
                    <a:pt x="258" y="2035"/>
                  </a:lnTo>
                  <a:lnTo>
                    <a:pt x="80" y="1996"/>
                  </a:lnTo>
                  <a:lnTo>
                    <a:pt x="60" y="1996"/>
                  </a:lnTo>
                  <a:lnTo>
                    <a:pt x="119" y="2035"/>
                  </a:lnTo>
                  <a:lnTo>
                    <a:pt x="179" y="2035"/>
                  </a:lnTo>
                  <a:lnTo>
                    <a:pt x="198" y="2055"/>
                  </a:lnTo>
                  <a:lnTo>
                    <a:pt x="179" y="2075"/>
                  </a:lnTo>
                  <a:lnTo>
                    <a:pt x="218" y="2095"/>
                  </a:lnTo>
                  <a:lnTo>
                    <a:pt x="258" y="2095"/>
                  </a:lnTo>
                  <a:lnTo>
                    <a:pt x="317" y="2134"/>
                  </a:lnTo>
                  <a:lnTo>
                    <a:pt x="277" y="2134"/>
                  </a:lnTo>
                  <a:lnTo>
                    <a:pt x="179" y="2114"/>
                  </a:lnTo>
                  <a:lnTo>
                    <a:pt x="119" y="2114"/>
                  </a:lnTo>
                  <a:lnTo>
                    <a:pt x="60" y="2095"/>
                  </a:lnTo>
                  <a:lnTo>
                    <a:pt x="80" y="2114"/>
                  </a:lnTo>
                  <a:lnTo>
                    <a:pt x="40" y="2114"/>
                  </a:lnTo>
                  <a:lnTo>
                    <a:pt x="80" y="2134"/>
                  </a:lnTo>
                  <a:lnTo>
                    <a:pt x="139" y="2134"/>
                  </a:lnTo>
                  <a:lnTo>
                    <a:pt x="258" y="2193"/>
                  </a:lnTo>
                  <a:lnTo>
                    <a:pt x="258" y="2174"/>
                  </a:lnTo>
                  <a:lnTo>
                    <a:pt x="238" y="2174"/>
                  </a:lnTo>
                  <a:lnTo>
                    <a:pt x="198" y="2154"/>
                  </a:lnTo>
                  <a:lnTo>
                    <a:pt x="179" y="2134"/>
                  </a:lnTo>
                  <a:lnTo>
                    <a:pt x="179" y="2134"/>
                  </a:lnTo>
                  <a:lnTo>
                    <a:pt x="258" y="2174"/>
                  </a:lnTo>
                  <a:lnTo>
                    <a:pt x="317" y="2193"/>
                  </a:lnTo>
                  <a:lnTo>
                    <a:pt x="376" y="2213"/>
                  </a:lnTo>
                  <a:lnTo>
                    <a:pt x="416" y="2233"/>
                  </a:lnTo>
                  <a:lnTo>
                    <a:pt x="396" y="2213"/>
                  </a:lnTo>
                  <a:lnTo>
                    <a:pt x="317" y="2174"/>
                  </a:lnTo>
                  <a:lnTo>
                    <a:pt x="297" y="2174"/>
                  </a:lnTo>
                  <a:lnTo>
                    <a:pt x="258" y="2154"/>
                  </a:lnTo>
                  <a:lnTo>
                    <a:pt x="337" y="2174"/>
                  </a:lnTo>
                  <a:lnTo>
                    <a:pt x="356" y="2154"/>
                  </a:lnTo>
                  <a:lnTo>
                    <a:pt x="376" y="2154"/>
                  </a:lnTo>
                  <a:lnTo>
                    <a:pt x="416" y="2134"/>
                  </a:lnTo>
                  <a:lnTo>
                    <a:pt x="356" y="2114"/>
                  </a:lnTo>
                  <a:lnTo>
                    <a:pt x="277" y="2095"/>
                  </a:lnTo>
                  <a:lnTo>
                    <a:pt x="277" y="2075"/>
                  </a:lnTo>
                  <a:lnTo>
                    <a:pt x="337" y="2095"/>
                  </a:lnTo>
                  <a:lnTo>
                    <a:pt x="356" y="2114"/>
                  </a:lnTo>
                  <a:lnTo>
                    <a:pt x="435" y="2134"/>
                  </a:lnTo>
                  <a:lnTo>
                    <a:pt x="574" y="2193"/>
                  </a:lnTo>
                  <a:lnTo>
                    <a:pt x="613" y="2213"/>
                  </a:lnTo>
                  <a:lnTo>
                    <a:pt x="633" y="2233"/>
                  </a:lnTo>
                  <a:lnTo>
                    <a:pt x="692" y="2253"/>
                  </a:lnTo>
                  <a:lnTo>
                    <a:pt x="751" y="2253"/>
                  </a:lnTo>
                  <a:lnTo>
                    <a:pt x="791" y="2272"/>
                  </a:lnTo>
                  <a:lnTo>
                    <a:pt x="791" y="2253"/>
                  </a:lnTo>
                  <a:lnTo>
                    <a:pt x="830" y="2272"/>
                  </a:lnTo>
                  <a:lnTo>
                    <a:pt x="850" y="2292"/>
                  </a:lnTo>
                  <a:lnTo>
                    <a:pt x="890" y="2292"/>
                  </a:lnTo>
                  <a:lnTo>
                    <a:pt x="870" y="2272"/>
                  </a:lnTo>
                  <a:lnTo>
                    <a:pt x="791" y="2233"/>
                  </a:lnTo>
                  <a:lnTo>
                    <a:pt x="811" y="2233"/>
                  </a:lnTo>
                  <a:lnTo>
                    <a:pt x="811" y="2213"/>
                  </a:lnTo>
                  <a:lnTo>
                    <a:pt x="771" y="2193"/>
                  </a:lnTo>
                  <a:lnTo>
                    <a:pt x="771" y="2174"/>
                  </a:lnTo>
                  <a:lnTo>
                    <a:pt x="811" y="2174"/>
                  </a:lnTo>
                  <a:lnTo>
                    <a:pt x="712" y="2154"/>
                  </a:lnTo>
                  <a:lnTo>
                    <a:pt x="712" y="2134"/>
                  </a:lnTo>
                  <a:lnTo>
                    <a:pt x="712" y="2114"/>
                  </a:lnTo>
                  <a:lnTo>
                    <a:pt x="751" y="2134"/>
                  </a:lnTo>
                  <a:lnTo>
                    <a:pt x="771" y="2154"/>
                  </a:lnTo>
                  <a:lnTo>
                    <a:pt x="771" y="2134"/>
                  </a:lnTo>
                  <a:lnTo>
                    <a:pt x="751" y="2114"/>
                  </a:lnTo>
                  <a:lnTo>
                    <a:pt x="672" y="2075"/>
                  </a:lnTo>
                  <a:lnTo>
                    <a:pt x="574" y="2055"/>
                  </a:lnTo>
                  <a:lnTo>
                    <a:pt x="534" y="2035"/>
                  </a:lnTo>
                  <a:lnTo>
                    <a:pt x="593" y="2035"/>
                  </a:lnTo>
                  <a:lnTo>
                    <a:pt x="751" y="2075"/>
                  </a:lnTo>
                  <a:lnTo>
                    <a:pt x="751" y="2075"/>
                  </a:lnTo>
                  <a:lnTo>
                    <a:pt x="712" y="2055"/>
                  </a:lnTo>
                  <a:lnTo>
                    <a:pt x="672" y="2016"/>
                  </a:lnTo>
                  <a:lnTo>
                    <a:pt x="771" y="2055"/>
                  </a:lnTo>
                  <a:lnTo>
                    <a:pt x="811" y="2095"/>
                  </a:lnTo>
                  <a:lnTo>
                    <a:pt x="791" y="2095"/>
                  </a:lnTo>
                  <a:lnTo>
                    <a:pt x="791" y="2114"/>
                  </a:lnTo>
                  <a:lnTo>
                    <a:pt x="850" y="2134"/>
                  </a:lnTo>
                  <a:lnTo>
                    <a:pt x="870" y="2174"/>
                  </a:lnTo>
                  <a:lnTo>
                    <a:pt x="929" y="2154"/>
                  </a:lnTo>
                  <a:lnTo>
                    <a:pt x="969" y="2174"/>
                  </a:lnTo>
                  <a:lnTo>
                    <a:pt x="949" y="2154"/>
                  </a:lnTo>
                  <a:lnTo>
                    <a:pt x="1008" y="2174"/>
                  </a:lnTo>
                  <a:lnTo>
                    <a:pt x="1067" y="2174"/>
                  </a:lnTo>
                  <a:lnTo>
                    <a:pt x="1067" y="2193"/>
                  </a:lnTo>
                  <a:lnTo>
                    <a:pt x="1087" y="2213"/>
                  </a:lnTo>
                  <a:lnTo>
                    <a:pt x="1107" y="2213"/>
                  </a:lnTo>
                  <a:lnTo>
                    <a:pt x="1127" y="2193"/>
                  </a:lnTo>
                  <a:lnTo>
                    <a:pt x="929" y="2114"/>
                  </a:lnTo>
                  <a:lnTo>
                    <a:pt x="909" y="2075"/>
                  </a:lnTo>
                  <a:lnTo>
                    <a:pt x="929" y="2075"/>
                  </a:lnTo>
                  <a:lnTo>
                    <a:pt x="969" y="2095"/>
                  </a:lnTo>
                  <a:lnTo>
                    <a:pt x="1048" y="2134"/>
                  </a:lnTo>
                  <a:lnTo>
                    <a:pt x="1048" y="2134"/>
                  </a:lnTo>
                  <a:lnTo>
                    <a:pt x="1028" y="2114"/>
                  </a:lnTo>
                  <a:lnTo>
                    <a:pt x="1048" y="2114"/>
                  </a:lnTo>
                  <a:lnTo>
                    <a:pt x="1008" y="2095"/>
                  </a:lnTo>
                  <a:lnTo>
                    <a:pt x="1028" y="2075"/>
                  </a:lnTo>
                  <a:lnTo>
                    <a:pt x="1107" y="2095"/>
                  </a:lnTo>
                  <a:lnTo>
                    <a:pt x="1127" y="2095"/>
                  </a:lnTo>
                  <a:lnTo>
                    <a:pt x="1107" y="2114"/>
                  </a:lnTo>
                  <a:lnTo>
                    <a:pt x="1146" y="2134"/>
                  </a:lnTo>
                  <a:lnTo>
                    <a:pt x="1127" y="2134"/>
                  </a:lnTo>
                  <a:lnTo>
                    <a:pt x="1186" y="2154"/>
                  </a:lnTo>
                  <a:lnTo>
                    <a:pt x="1206" y="2154"/>
                  </a:lnTo>
                  <a:lnTo>
                    <a:pt x="1206" y="2134"/>
                  </a:lnTo>
                  <a:lnTo>
                    <a:pt x="1186" y="2134"/>
                  </a:lnTo>
                  <a:lnTo>
                    <a:pt x="1186" y="2114"/>
                  </a:lnTo>
                  <a:lnTo>
                    <a:pt x="1265" y="2134"/>
                  </a:lnTo>
                  <a:lnTo>
                    <a:pt x="1285" y="2114"/>
                  </a:lnTo>
                  <a:lnTo>
                    <a:pt x="1304" y="2114"/>
                  </a:lnTo>
                  <a:lnTo>
                    <a:pt x="1285" y="2095"/>
                  </a:lnTo>
                  <a:lnTo>
                    <a:pt x="1304" y="2095"/>
                  </a:lnTo>
                  <a:lnTo>
                    <a:pt x="1285" y="2075"/>
                  </a:lnTo>
                  <a:lnTo>
                    <a:pt x="1245" y="2055"/>
                  </a:lnTo>
                  <a:lnTo>
                    <a:pt x="1146" y="2016"/>
                  </a:lnTo>
                  <a:lnTo>
                    <a:pt x="1146" y="2016"/>
                  </a:lnTo>
                  <a:lnTo>
                    <a:pt x="1265" y="2055"/>
                  </a:lnTo>
                  <a:lnTo>
                    <a:pt x="1245" y="2035"/>
                  </a:lnTo>
                  <a:lnTo>
                    <a:pt x="1304" y="2035"/>
                  </a:lnTo>
                  <a:lnTo>
                    <a:pt x="1245" y="2016"/>
                  </a:lnTo>
                  <a:lnTo>
                    <a:pt x="1206" y="1996"/>
                  </a:lnTo>
                  <a:lnTo>
                    <a:pt x="1127" y="1976"/>
                  </a:lnTo>
                  <a:lnTo>
                    <a:pt x="1127" y="1956"/>
                  </a:lnTo>
                  <a:lnTo>
                    <a:pt x="1186" y="1976"/>
                  </a:lnTo>
                  <a:lnTo>
                    <a:pt x="1206" y="1996"/>
                  </a:lnTo>
                  <a:lnTo>
                    <a:pt x="1225" y="1996"/>
                  </a:lnTo>
                  <a:lnTo>
                    <a:pt x="1265" y="1976"/>
                  </a:lnTo>
                  <a:lnTo>
                    <a:pt x="1324" y="1976"/>
                  </a:lnTo>
                  <a:lnTo>
                    <a:pt x="1265" y="1956"/>
                  </a:lnTo>
                  <a:lnTo>
                    <a:pt x="1206" y="1917"/>
                  </a:lnTo>
                  <a:lnTo>
                    <a:pt x="1225" y="1937"/>
                  </a:lnTo>
                  <a:lnTo>
                    <a:pt x="1225" y="1937"/>
                  </a:lnTo>
                  <a:lnTo>
                    <a:pt x="1146" y="1897"/>
                  </a:lnTo>
                  <a:lnTo>
                    <a:pt x="1245" y="1897"/>
                  </a:lnTo>
                  <a:lnTo>
                    <a:pt x="1265" y="1917"/>
                  </a:lnTo>
                  <a:lnTo>
                    <a:pt x="1285" y="1937"/>
                  </a:lnTo>
                  <a:lnTo>
                    <a:pt x="1304" y="1937"/>
                  </a:lnTo>
                  <a:lnTo>
                    <a:pt x="1304" y="1917"/>
                  </a:lnTo>
                  <a:lnTo>
                    <a:pt x="1285" y="1897"/>
                  </a:lnTo>
                  <a:lnTo>
                    <a:pt x="1324" y="1877"/>
                  </a:lnTo>
                  <a:lnTo>
                    <a:pt x="1285" y="1838"/>
                  </a:lnTo>
                  <a:lnTo>
                    <a:pt x="1285" y="1818"/>
                  </a:lnTo>
                  <a:lnTo>
                    <a:pt x="1166" y="1779"/>
                  </a:lnTo>
                  <a:lnTo>
                    <a:pt x="1206" y="1779"/>
                  </a:lnTo>
                  <a:lnTo>
                    <a:pt x="1245" y="1798"/>
                  </a:lnTo>
                  <a:lnTo>
                    <a:pt x="1344" y="1818"/>
                  </a:lnTo>
                  <a:lnTo>
                    <a:pt x="1285" y="1779"/>
                  </a:lnTo>
                  <a:lnTo>
                    <a:pt x="1344" y="1798"/>
                  </a:lnTo>
                  <a:lnTo>
                    <a:pt x="1344" y="1779"/>
                  </a:lnTo>
                  <a:lnTo>
                    <a:pt x="1304" y="1739"/>
                  </a:lnTo>
                  <a:lnTo>
                    <a:pt x="1265" y="1700"/>
                  </a:lnTo>
                  <a:lnTo>
                    <a:pt x="1245" y="1680"/>
                  </a:lnTo>
                  <a:lnTo>
                    <a:pt x="1344" y="1719"/>
                  </a:lnTo>
                  <a:lnTo>
                    <a:pt x="1364" y="1739"/>
                  </a:lnTo>
                  <a:lnTo>
                    <a:pt x="1383" y="1739"/>
                  </a:lnTo>
                  <a:lnTo>
                    <a:pt x="1383" y="1719"/>
                  </a:lnTo>
                  <a:lnTo>
                    <a:pt x="1403" y="1719"/>
                  </a:lnTo>
                  <a:lnTo>
                    <a:pt x="1403" y="1700"/>
                  </a:lnTo>
                  <a:lnTo>
                    <a:pt x="1364" y="1680"/>
                  </a:lnTo>
                  <a:lnTo>
                    <a:pt x="1304" y="1660"/>
                  </a:lnTo>
                  <a:lnTo>
                    <a:pt x="1364" y="1660"/>
                  </a:lnTo>
                  <a:lnTo>
                    <a:pt x="1324" y="1640"/>
                  </a:lnTo>
                  <a:lnTo>
                    <a:pt x="1304" y="1640"/>
                  </a:lnTo>
                  <a:lnTo>
                    <a:pt x="1285" y="1601"/>
                  </a:lnTo>
                  <a:lnTo>
                    <a:pt x="1344" y="1621"/>
                  </a:lnTo>
                  <a:lnTo>
                    <a:pt x="1285" y="1581"/>
                  </a:lnTo>
                  <a:lnTo>
                    <a:pt x="1206" y="1561"/>
                  </a:lnTo>
                  <a:lnTo>
                    <a:pt x="1166" y="1561"/>
                  </a:lnTo>
                  <a:lnTo>
                    <a:pt x="1186" y="1581"/>
                  </a:lnTo>
                  <a:lnTo>
                    <a:pt x="1186" y="1601"/>
                  </a:lnTo>
                  <a:lnTo>
                    <a:pt x="1127" y="1601"/>
                  </a:lnTo>
                  <a:lnTo>
                    <a:pt x="1067" y="1581"/>
                  </a:lnTo>
                  <a:lnTo>
                    <a:pt x="1107" y="1581"/>
                  </a:lnTo>
                  <a:lnTo>
                    <a:pt x="1048" y="1561"/>
                  </a:lnTo>
                  <a:lnTo>
                    <a:pt x="1028" y="1561"/>
                  </a:lnTo>
                  <a:lnTo>
                    <a:pt x="949" y="1522"/>
                  </a:lnTo>
                  <a:lnTo>
                    <a:pt x="909" y="1482"/>
                  </a:lnTo>
                  <a:lnTo>
                    <a:pt x="909" y="1482"/>
                  </a:lnTo>
                  <a:lnTo>
                    <a:pt x="988" y="1522"/>
                  </a:lnTo>
                  <a:lnTo>
                    <a:pt x="1033" y="1537"/>
                  </a:lnTo>
                  <a:lnTo>
                    <a:pt x="1033" y="1537"/>
                  </a:lnTo>
                  <a:lnTo>
                    <a:pt x="1048" y="1522"/>
                  </a:lnTo>
                  <a:lnTo>
                    <a:pt x="1127" y="1561"/>
                  </a:lnTo>
                  <a:lnTo>
                    <a:pt x="1067" y="1522"/>
                  </a:lnTo>
                  <a:lnTo>
                    <a:pt x="988" y="1502"/>
                  </a:lnTo>
                  <a:lnTo>
                    <a:pt x="929" y="1482"/>
                  </a:lnTo>
                  <a:lnTo>
                    <a:pt x="1008" y="1482"/>
                  </a:lnTo>
                  <a:lnTo>
                    <a:pt x="988" y="1463"/>
                  </a:lnTo>
                  <a:lnTo>
                    <a:pt x="969" y="1443"/>
                  </a:lnTo>
                  <a:lnTo>
                    <a:pt x="969" y="1443"/>
                  </a:lnTo>
                  <a:lnTo>
                    <a:pt x="1028" y="1463"/>
                  </a:lnTo>
                  <a:lnTo>
                    <a:pt x="1008" y="1463"/>
                  </a:lnTo>
                  <a:lnTo>
                    <a:pt x="1048" y="1482"/>
                  </a:lnTo>
                  <a:lnTo>
                    <a:pt x="1087" y="1502"/>
                  </a:lnTo>
                  <a:lnTo>
                    <a:pt x="1146" y="1522"/>
                  </a:lnTo>
                  <a:lnTo>
                    <a:pt x="1206" y="1542"/>
                  </a:lnTo>
                  <a:lnTo>
                    <a:pt x="1324" y="1581"/>
                  </a:lnTo>
                  <a:lnTo>
                    <a:pt x="1364" y="1581"/>
                  </a:lnTo>
                  <a:lnTo>
                    <a:pt x="1324" y="1542"/>
                  </a:lnTo>
                  <a:lnTo>
                    <a:pt x="1344" y="1542"/>
                  </a:lnTo>
                  <a:lnTo>
                    <a:pt x="1344" y="1522"/>
                  </a:lnTo>
                  <a:lnTo>
                    <a:pt x="1364" y="1522"/>
                  </a:lnTo>
                  <a:lnTo>
                    <a:pt x="1364" y="1502"/>
                  </a:lnTo>
                  <a:lnTo>
                    <a:pt x="1324" y="1463"/>
                  </a:lnTo>
                  <a:lnTo>
                    <a:pt x="1403" y="1463"/>
                  </a:lnTo>
                  <a:lnTo>
                    <a:pt x="1403" y="1443"/>
                  </a:lnTo>
                  <a:lnTo>
                    <a:pt x="1364" y="1403"/>
                  </a:lnTo>
                  <a:lnTo>
                    <a:pt x="1324" y="1364"/>
                  </a:lnTo>
                  <a:lnTo>
                    <a:pt x="1324" y="1344"/>
                  </a:lnTo>
                  <a:lnTo>
                    <a:pt x="1383" y="1344"/>
                  </a:lnTo>
                  <a:lnTo>
                    <a:pt x="1344" y="1324"/>
                  </a:lnTo>
                  <a:lnTo>
                    <a:pt x="1403" y="1324"/>
                  </a:lnTo>
                  <a:lnTo>
                    <a:pt x="1383" y="1305"/>
                  </a:lnTo>
                  <a:lnTo>
                    <a:pt x="1364" y="1285"/>
                  </a:lnTo>
                  <a:lnTo>
                    <a:pt x="1423" y="1285"/>
                  </a:lnTo>
                  <a:lnTo>
                    <a:pt x="1423" y="1265"/>
                  </a:lnTo>
                  <a:lnTo>
                    <a:pt x="1383" y="1245"/>
                  </a:lnTo>
                  <a:lnTo>
                    <a:pt x="1324" y="1206"/>
                  </a:lnTo>
                  <a:lnTo>
                    <a:pt x="1324" y="1206"/>
                  </a:lnTo>
                  <a:lnTo>
                    <a:pt x="1423" y="1245"/>
                  </a:lnTo>
                  <a:lnTo>
                    <a:pt x="1423" y="1245"/>
                  </a:lnTo>
                  <a:lnTo>
                    <a:pt x="1403" y="1147"/>
                  </a:lnTo>
                  <a:lnTo>
                    <a:pt x="1383" y="1068"/>
                  </a:lnTo>
                  <a:lnTo>
                    <a:pt x="1403" y="1068"/>
                  </a:lnTo>
                  <a:lnTo>
                    <a:pt x="1403" y="1048"/>
                  </a:lnTo>
                  <a:lnTo>
                    <a:pt x="1383" y="1008"/>
                  </a:lnTo>
                  <a:lnTo>
                    <a:pt x="1344" y="969"/>
                  </a:lnTo>
                  <a:lnTo>
                    <a:pt x="1344" y="949"/>
                  </a:lnTo>
                  <a:lnTo>
                    <a:pt x="1364" y="949"/>
                  </a:lnTo>
                  <a:lnTo>
                    <a:pt x="1324" y="929"/>
                  </a:lnTo>
                  <a:lnTo>
                    <a:pt x="1265" y="890"/>
                  </a:lnTo>
                  <a:lnTo>
                    <a:pt x="1146" y="870"/>
                  </a:lnTo>
                  <a:lnTo>
                    <a:pt x="1127" y="850"/>
                  </a:lnTo>
                  <a:lnTo>
                    <a:pt x="1166" y="850"/>
                  </a:lnTo>
                  <a:lnTo>
                    <a:pt x="1225" y="870"/>
                  </a:lnTo>
                  <a:lnTo>
                    <a:pt x="1324" y="890"/>
                  </a:lnTo>
                  <a:lnTo>
                    <a:pt x="1403" y="929"/>
                  </a:lnTo>
                  <a:lnTo>
                    <a:pt x="1344" y="870"/>
                  </a:lnTo>
                  <a:lnTo>
                    <a:pt x="1344" y="850"/>
                  </a:lnTo>
                  <a:lnTo>
                    <a:pt x="1383" y="850"/>
                  </a:lnTo>
                  <a:lnTo>
                    <a:pt x="1383" y="870"/>
                  </a:lnTo>
                  <a:lnTo>
                    <a:pt x="1403" y="870"/>
                  </a:lnTo>
                  <a:lnTo>
                    <a:pt x="1383" y="850"/>
                  </a:lnTo>
                  <a:lnTo>
                    <a:pt x="1403" y="850"/>
                  </a:lnTo>
                  <a:lnTo>
                    <a:pt x="1423" y="870"/>
                  </a:lnTo>
                  <a:lnTo>
                    <a:pt x="1423" y="850"/>
                  </a:lnTo>
                  <a:lnTo>
                    <a:pt x="1443" y="850"/>
                  </a:lnTo>
                  <a:lnTo>
                    <a:pt x="1403" y="831"/>
                  </a:lnTo>
                  <a:lnTo>
                    <a:pt x="1364" y="811"/>
                  </a:lnTo>
                  <a:lnTo>
                    <a:pt x="1383" y="811"/>
                  </a:lnTo>
                  <a:lnTo>
                    <a:pt x="1324" y="771"/>
                  </a:lnTo>
                  <a:lnTo>
                    <a:pt x="1403" y="791"/>
                  </a:lnTo>
                  <a:lnTo>
                    <a:pt x="1403" y="791"/>
                  </a:lnTo>
                  <a:lnTo>
                    <a:pt x="1344" y="771"/>
                  </a:lnTo>
                  <a:lnTo>
                    <a:pt x="1344" y="752"/>
                  </a:lnTo>
                  <a:lnTo>
                    <a:pt x="1423" y="752"/>
                  </a:lnTo>
                  <a:lnTo>
                    <a:pt x="1403" y="732"/>
                  </a:lnTo>
                  <a:lnTo>
                    <a:pt x="1383" y="712"/>
                  </a:lnTo>
                  <a:lnTo>
                    <a:pt x="1383" y="712"/>
                  </a:lnTo>
                  <a:lnTo>
                    <a:pt x="1443" y="732"/>
                  </a:lnTo>
                  <a:lnTo>
                    <a:pt x="1462" y="692"/>
                  </a:lnTo>
                  <a:lnTo>
                    <a:pt x="1462" y="673"/>
                  </a:lnTo>
                  <a:lnTo>
                    <a:pt x="1502" y="653"/>
                  </a:lnTo>
                  <a:lnTo>
                    <a:pt x="1482" y="633"/>
                  </a:lnTo>
                  <a:lnTo>
                    <a:pt x="1423" y="593"/>
                  </a:lnTo>
                  <a:lnTo>
                    <a:pt x="1403" y="593"/>
                  </a:lnTo>
                  <a:lnTo>
                    <a:pt x="1344" y="574"/>
                  </a:lnTo>
                  <a:lnTo>
                    <a:pt x="1324" y="554"/>
                  </a:lnTo>
                  <a:lnTo>
                    <a:pt x="1304" y="534"/>
                  </a:lnTo>
                  <a:lnTo>
                    <a:pt x="1304" y="534"/>
                  </a:lnTo>
                  <a:lnTo>
                    <a:pt x="1364" y="554"/>
                  </a:lnTo>
                  <a:lnTo>
                    <a:pt x="1383" y="554"/>
                  </a:lnTo>
                  <a:lnTo>
                    <a:pt x="1443" y="574"/>
                  </a:lnTo>
                  <a:lnTo>
                    <a:pt x="1443" y="554"/>
                  </a:lnTo>
                  <a:lnTo>
                    <a:pt x="1443" y="534"/>
                  </a:lnTo>
                  <a:lnTo>
                    <a:pt x="1482" y="554"/>
                  </a:lnTo>
                  <a:lnTo>
                    <a:pt x="1482" y="554"/>
                  </a:lnTo>
                  <a:lnTo>
                    <a:pt x="1462" y="534"/>
                  </a:lnTo>
                  <a:lnTo>
                    <a:pt x="1423" y="495"/>
                  </a:lnTo>
                  <a:lnTo>
                    <a:pt x="1462" y="514"/>
                  </a:lnTo>
                  <a:lnTo>
                    <a:pt x="1502" y="514"/>
                  </a:lnTo>
                  <a:lnTo>
                    <a:pt x="1502" y="495"/>
                  </a:lnTo>
                  <a:lnTo>
                    <a:pt x="1462" y="475"/>
                  </a:lnTo>
                  <a:lnTo>
                    <a:pt x="1383" y="455"/>
                  </a:lnTo>
                  <a:lnTo>
                    <a:pt x="1403" y="455"/>
                  </a:lnTo>
                  <a:lnTo>
                    <a:pt x="1383" y="435"/>
                  </a:lnTo>
                  <a:lnTo>
                    <a:pt x="1383" y="435"/>
                  </a:lnTo>
                  <a:lnTo>
                    <a:pt x="1482" y="475"/>
                  </a:lnTo>
                  <a:lnTo>
                    <a:pt x="1423" y="435"/>
                  </a:lnTo>
                  <a:lnTo>
                    <a:pt x="1383" y="416"/>
                  </a:lnTo>
                  <a:lnTo>
                    <a:pt x="1403" y="416"/>
                  </a:lnTo>
                  <a:lnTo>
                    <a:pt x="1383" y="396"/>
                  </a:lnTo>
                  <a:lnTo>
                    <a:pt x="1403" y="396"/>
                  </a:lnTo>
                  <a:lnTo>
                    <a:pt x="1344" y="376"/>
                  </a:lnTo>
                  <a:lnTo>
                    <a:pt x="1304" y="337"/>
                  </a:lnTo>
                  <a:lnTo>
                    <a:pt x="1364" y="337"/>
                  </a:lnTo>
                  <a:lnTo>
                    <a:pt x="1443" y="356"/>
                  </a:lnTo>
                  <a:lnTo>
                    <a:pt x="1443" y="376"/>
                  </a:lnTo>
                  <a:lnTo>
                    <a:pt x="1522" y="376"/>
                  </a:lnTo>
                  <a:lnTo>
                    <a:pt x="1541" y="356"/>
                  </a:lnTo>
                  <a:lnTo>
                    <a:pt x="1541" y="317"/>
                  </a:lnTo>
                  <a:lnTo>
                    <a:pt x="1522" y="297"/>
                  </a:lnTo>
                  <a:lnTo>
                    <a:pt x="1522" y="277"/>
                  </a:lnTo>
                  <a:lnTo>
                    <a:pt x="1502" y="258"/>
                  </a:lnTo>
                  <a:lnTo>
                    <a:pt x="1443" y="218"/>
                  </a:lnTo>
                  <a:lnTo>
                    <a:pt x="1502" y="238"/>
                  </a:lnTo>
                  <a:lnTo>
                    <a:pt x="1561" y="218"/>
                  </a:lnTo>
                  <a:lnTo>
                    <a:pt x="1561" y="198"/>
                  </a:lnTo>
                  <a:lnTo>
                    <a:pt x="1581" y="179"/>
                  </a:lnTo>
                  <a:lnTo>
                    <a:pt x="1561" y="139"/>
                  </a:lnTo>
                  <a:lnTo>
                    <a:pt x="1541" y="119"/>
                  </a:lnTo>
                  <a:lnTo>
                    <a:pt x="1581" y="119"/>
                  </a:lnTo>
                  <a:lnTo>
                    <a:pt x="1522" y="80"/>
                  </a:lnTo>
                  <a:lnTo>
                    <a:pt x="1502" y="60"/>
                  </a:lnTo>
                  <a:lnTo>
                    <a:pt x="146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3" name="Google Shape;3963;p15"/>
            <p:cNvSpPr/>
            <p:nvPr/>
          </p:nvSpPr>
          <p:spPr>
            <a:xfrm>
              <a:off x="-1685450" y="3348475"/>
              <a:ext cx="500" cy="25"/>
            </a:xfrm>
            <a:custGeom>
              <a:rect b="b" l="l" r="r" t="t"/>
              <a:pathLst>
                <a:path extrusionOk="0" h="1" w="20">
                  <a:moveTo>
                    <a:pt x="0" y="0"/>
                  </a:moveTo>
                  <a:lnTo>
                    <a:pt x="0" y="0"/>
                  </a:lnTo>
                  <a:lnTo>
                    <a:pt x="2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4" name="Google Shape;3964;p15"/>
            <p:cNvSpPr/>
            <p:nvPr/>
          </p:nvSpPr>
          <p:spPr>
            <a:xfrm>
              <a:off x="-1699275" y="3344525"/>
              <a:ext cx="25" cy="500"/>
            </a:xfrm>
            <a:custGeom>
              <a:rect b="b" l="l" r="r" t="t"/>
              <a:pathLst>
                <a:path extrusionOk="0" h="20" w="1">
                  <a:moveTo>
                    <a:pt x="0" y="0"/>
                  </a:moveTo>
                  <a:lnTo>
                    <a:pt x="0" y="0"/>
                  </a:lnTo>
                  <a:lnTo>
                    <a:pt x="0" y="2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5" name="Google Shape;3965;p15"/>
            <p:cNvSpPr/>
            <p:nvPr/>
          </p:nvSpPr>
          <p:spPr>
            <a:xfrm>
              <a:off x="-1610900" y="331490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6" name="Google Shape;3966;p15"/>
            <p:cNvSpPr/>
            <p:nvPr/>
          </p:nvSpPr>
          <p:spPr>
            <a:xfrm>
              <a:off x="-1608925" y="3313900"/>
              <a:ext cx="25" cy="525"/>
            </a:xfrm>
            <a:custGeom>
              <a:rect b="b" l="l" r="r" t="t"/>
              <a:pathLst>
                <a:path extrusionOk="0" h="21" w="1">
                  <a:moveTo>
                    <a:pt x="1" y="20"/>
                  </a:moveTo>
                  <a:lnTo>
                    <a:pt x="1" y="20"/>
                  </a:lnTo>
                  <a:lnTo>
                    <a:pt x="1" y="1"/>
                  </a:lnTo>
                  <a:lnTo>
                    <a:pt x="1" y="1"/>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
            <p:cNvSpPr/>
            <p:nvPr/>
          </p:nvSpPr>
          <p:spPr>
            <a:xfrm>
              <a:off x="-1607450" y="3317850"/>
              <a:ext cx="1525" cy="5450"/>
            </a:xfrm>
            <a:custGeom>
              <a:rect b="b" l="l" r="r" t="t"/>
              <a:pathLst>
                <a:path extrusionOk="0" h="218" w="61">
                  <a:moveTo>
                    <a:pt x="60" y="1"/>
                  </a:moveTo>
                  <a:lnTo>
                    <a:pt x="40" y="20"/>
                  </a:lnTo>
                  <a:lnTo>
                    <a:pt x="40" y="80"/>
                  </a:lnTo>
                  <a:lnTo>
                    <a:pt x="1" y="218"/>
                  </a:lnTo>
                  <a:lnTo>
                    <a:pt x="40" y="119"/>
                  </a:lnTo>
                  <a:lnTo>
                    <a:pt x="6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8" name="Google Shape;3968;p15"/>
            <p:cNvSpPr/>
            <p:nvPr/>
          </p:nvSpPr>
          <p:spPr>
            <a:xfrm>
              <a:off x="-1602000" y="3297600"/>
              <a:ext cx="500" cy="25"/>
            </a:xfrm>
            <a:custGeom>
              <a:rect b="b" l="l" r="r" t="t"/>
              <a:pathLst>
                <a:path extrusionOk="0" h="1" w="20">
                  <a:moveTo>
                    <a:pt x="0" y="1"/>
                  </a:moveTo>
                  <a:lnTo>
                    <a:pt x="20" y="1"/>
                  </a:lnTo>
                  <a:lnTo>
                    <a:pt x="20" y="1"/>
                  </a:lnTo>
                  <a:lnTo>
                    <a:pt x="2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9" name="Google Shape;3969;p15"/>
            <p:cNvSpPr/>
            <p:nvPr/>
          </p:nvSpPr>
          <p:spPr>
            <a:xfrm>
              <a:off x="-1612375" y="3293150"/>
              <a:ext cx="39525" cy="35600"/>
            </a:xfrm>
            <a:custGeom>
              <a:rect b="b" l="l" r="r" t="t"/>
              <a:pathLst>
                <a:path extrusionOk="0" h="1424" w="1581">
                  <a:moveTo>
                    <a:pt x="929" y="60"/>
                  </a:moveTo>
                  <a:lnTo>
                    <a:pt x="909" y="100"/>
                  </a:lnTo>
                  <a:lnTo>
                    <a:pt x="929" y="80"/>
                  </a:lnTo>
                  <a:lnTo>
                    <a:pt x="929" y="60"/>
                  </a:lnTo>
                  <a:close/>
                  <a:moveTo>
                    <a:pt x="376" y="100"/>
                  </a:moveTo>
                  <a:lnTo>
                    <a:pt x="376" y="100"/>
                  </a:lnTo>
                  <a:lnTo>
                    <a:pt x="376" y="100"/>
                  </a:lnTo>
                  <a:close/>
                  <a:moveTo>
                    <a:pt x="870" y="100"/>
                  </a:moveTo>
                  <a:lnTo>
                    <a:pt x="870" y="100"/>
                  </a:lnTo>
                  <a:lnTo>
                    <a:pt x="870" y="100"/>
                  </a:lnTo>
                  <a:close/>
                  <a:moveTo>
                    <a:pt x="474" y="119"/>
                  </a:moveTo>
                  <a:lnTo>
                    <a:pt x="474" y="119"/>
                  </a:lnTo>
                  <a:lnTo>
                    <a:pt x="474" y="119"/>
                  </a:lnTo>
                  <a:close/>
                  <a:moveTo>
                    <a:pt x="415" y="119"/>
                  </a:moveTo>
                  <a:lnTo>
                    <a:pt x="395" y="159"/>
                  </a:lnTo>
                  <a:lnTo>
                    <a:pt x="398" y="162"/>
                  </a:lnTo>
                  <a:lnTo>
                    <a:pt x="398" y="162"/>
                  </a:lnTo>
                  <a:lnTo>
                    <a:pt x="415" y="119"/>
                  </a:lnTo>
                  <a:close/>
                  <a:moveTo>
                    <a:pt x="771" y="139"/>
                  </a:moveTo>
                  <a:lnTo>
                    <a:pt x="751" y="179"/>
                  </a:lnTo>
                  <a:lnTo>
                    <a:pt x="756" y="184"/>
                  </a:lnTo>
                  <a:lnTo>
                    <a:pt x="771" y="139"/>
                  </a:lnTo>
                  <a:close/>
                  <a:moveTo>
                    <a:pt x="633" y="100"/>
                  </a:moveTo>
                  <a:lnTo>
                    <a:pt x="593" y="159"/>
                  </a:lnTo>
                  <a:lnTo>
                    <a:pt x="573" y="218"/>
                  </a:lnTo>
                  <a:lnTo>
                    <a:pt x="534" y="317"/>
                  </a:lnTo>
                  <a:lnTo>
                    <a:pt x="534" y="337"/>
                  </a:lnTo>
                  <a:lnTo>
                    <a:pt x="553" y="337"/>
                  </a:lnTo>
                  <a:lnTo>
                    <a:pt x="573" y="297"/>
                  </a:lnTo>
                  <a:lnTo>
                    <a:pt x="573" y="317"/>
                  </a:lnTo>
                  <a:lnTo>
                    <a:pt x="613" y="198"/>
                  </a:lnTo>
                  <a:lnTo>
                    <a:pt x="633" y="100"/>
                  </a:lnTo>
                  <a:close/>
                  <a:moveTo>
                    <a:pt x="672" y="297"/>
                  </a:moveTo>
                  <a:lnTo>
                    <a:pt x="672" y="337"/>
                  </a:lnTo>
                  <a:lnTo>
                    <a:pt x="692" y="297"/>
                  </a:lnTo>
                  <a:close/>
                  <a:moveTo>
                    <a:pt x="316" y="277"/>
                  </a:moveTo>
                  <a:lnTo>
                    <a:pt x="316" y="317"/>
                  </a:lnTo>
                  <a:lnTo>
                    <a:pt x="316" y="337"/>
                  </a:lnTo>
                  <a:lnTo>
                    <a:pt x="297" y="376"/>
                  </a:lnTo>
                  <a:lnTo>
                    <a:pt x="316" y="277"/>
                  </a:lnTo>
                  <a:close/>
                  <a:moveTo>
                    <a:pt x="158" y="831"/>
                  </a:moveTo>
                  <a:lnTo>
                    <a:pt x="152" y="850"/>
                  </a:lnTo>
                  <a:lnTo>
                    <a:pt x="158" y="850"/>
                  </a:lnTo>
                  <a:lnTo>
                    <a:pt x="158" y="831"/>
                  </a:lnTo>
                  <a:close/>
                  <a:moveTo>
                    <a:pt x="139" y="850"/>
                  </a:moveTo>
                  <a:lnTo>
                    <a:pt x="139" y="890"/>
                  </a:lnTo>
                  <a:lnTo>
                    <a:pt x="152" y="850"/>
                  </a:lnTo>
                  <a:close/>
                  <a:moveTo>
                    <a:pt x="277" y="870"/>
                  </a:moveTo>
                  <a:lnTo>
                    <a:pt x="257" y="890"/>
                  </a:lnTo>
                  <a:lnTo>
                    <a:pt x="277" y="890"/>
                  </a:lnTo>
                  <a:lnTo>
                    <a:pt x="277" y="870"/>
                  </a:lnTo>
                  <a:close/>
                  <a:moveTo>
                    <a:pt x="139" y="890"/>
                  </a:moveTo>
                  <a:lnTo>
                    <a:pt x="132" y="916"/>
                  </a:lnTo>
                  <a:lnTo>
                    <a:pt x="132" y="916"/>
                  </a:lnTo>
                  <a:lnTo>
                    <a:pt x="139" y="910"/>
                  </a:lnTo>
                  <a:lnTo>
                    <a:pt x="139" y="890"/>
                  </a:lnTo>
                  <a:close/>
                  <a:moveTo>
                    <a:pt x="830" y="989"/>
                  </a:moveTo>
                  <a:lnTo>
                    <a:pt x="810" y="1008"/>
                  </a:lnTo>
                  <a:lnTo>
                    <a:pt x="830" y="1008"/>
                  </a:lnTo>
                  <a:lnTo>
                    <a:pt x="830" y="989"/>
                  </a:lnTo>
                  <a:close/>
                  <a:moveTo>
                    <a:pt x="744" y="1324"/>
                  </a:moveTo>
                  <a:lnTo>
                    <a:pt x="731" y="1364"/>
                  </a:lnTo>
                  <a:lnTo>
                    <a:pt x="751" y="1324"/>
                  </a:lnTo>
                  <a:close/>
                  <a:moveTo>
                    <a:pt x="771" y="1384"/>
                  </a:moveTo>
                  <a:lnTo>
                    <a:pt x="771" y="1384"/>
                  </a:lnTo>
                  <a:lnTo>
                    <a:pt x="771" y="1384"/>
                  </a:lnTo>
                  <a:close/>
                  <a:moveTo>
                    <a:pt x="1028" y="1384"/>
                  </a:moveTo>
                  <a:lnTo>
                    <a:pt x="1028" y="1384"/>
                  </a:lnTo>
                  <a:lnTo>
                    <a:pt x="1028" y="1384"/>
                  </a:lnTo>
                  <a:close/>
                  <a:moveTo>
                    <a:pt x="810" y="1"/>
                  </a:moveTo>
                  <a:lnTo>
                    <a:pt x="791" y="100"/>
                  </a:lnTo>
                  <a:lnTo>
                    <a:pt x="771" y="198"/>
                  </a:lnTo>
                  <a:lnTo>
                    <a:pt x="756" y="184"/>
                  </a:lnTo>
                  <a:lnTo>
                    <a:pt x="751" y="198"/>
                  </a:lnTo>
                  <a:lnTo>
                    <a:pt x="712" y="218"/>
                  </a:lnTo>
                  <a:lnTo>
                    <a:pt x="692" y="277"/>
                  </a:lnTo>
                  <a:lnTo>
                    <a:pt x="692" y="356"/>
                  </a:lnTo>
                  <a:lnTo>
                    <a:pt x="672" y="376"/>
                  </a:lnTo>
                  <a:lnTo>
                    <a:pt x="672" y="396"/>
                  </a:lnTo>
                  <a:lnTo>
                    <a:pt x="672" y="435"/>
                  </a:lnTo>
                  <a:lnTo>
                    <a:pt x="652" y="435"/>
                  </a:lnTo>
                  <a:lnTo>
                    <a:pt x="672" y="376"/>
                  </a:lnTo>
                  <a:lnTo>
                    <a:pt x="652" y="356"/>
                  </a:lnTo>
                  <a:lnTo>
                    <a:pt x="633" y="376"/>
                  </a:lnTo>
                  <a:lnTo>
                    <a:pt x="652" y="317"/>
                  </a:lnTo>
                  <a:lnTo>
                    <a:pt x="652" y="297"/>
                  </a:lnTo>
                  <a:lnTo>
                    <a:pt x="672" y="297"/>
                  </a:lnTo>
                  <a:lnTo>
                    <a:pt x="672" y="277"/>
                  </a:lnTo>
                  <a:lnTo>
                    <a:pt x="672" y="218"/>
                  </a:lnTo>
                  <a:lnTo>
                    <a:pt x="652" y="277"/>
                  </a:lnTo>
                  <a:lnTo>
                    <a:pt x="652" y="218"/>
                  </a:lnTo>
                  <a:lnTo>
                    <a:pt x="633" y="198"/>
                  </a:lnTo>
                  <a:lnTo>
                    <a:pt x="613" y="198"/>
                  </a:lnTo>
                  <a:lnTo>
                    <a:pt x="613" y="238"/>
                  </a:lnTo>
                  <a:lnTo>
                    <a:pt x="593" y="337"/>
                  </a:lnTo>
                  <a:lnTo>
                    <a:pt x="573" y="376"/>
                  </a:lnTo>
                  <a:lnTo>
                    <a:pt x="573" y="396"/>
                  </a:lnTo>
                  <a:lnTo>
                    <a:pt x="573" y="435"/>
                  </a:lnTo>
                  <a:lnTo>
                    <a:pt x="593" y="455"/>
                  </a:lnTo>
                  <a:lnTo>
                    <a:pt x="573" y="534"/>
                  </a:lnTo>
                  <a:lnTo>
                    <a:pt x="553" y="613"/>
                  </a:lnTo>
                  <a:lnTo>
                    <a:pt x="514" y="712"/>
                  </a:lnTo>
                  <a:lnTo>
                    <a:pt x="514" y="712"/>
                  </a:lnTo>
                  <a:lnTo>
                    <a:pt x="534" y="594"/>
                  </a:lnTo>
                  <a:lnTo>
                    <a:pt x="514" y="574"/>
                  </a:lnTo>
                  <a:lnTo>
                    <a:pt x="494" y="594"/>
                  </a:lnTo>
                  <a:lnTo>
                    <a:pt x="494" y="633"/>
                  </a:lnTo>
                  <a:lnTo>
                    <a:pt x="514" y="633"/>
                  </a:lnTo>
                  <a:lnTo>
                    <a:pt x="494" y="673"/>
                  </a:lnTo>
                  <a:lnTo>
                    <a:pt x="474" y="712"/>
                  </a:lnTo>
                  <a:lnTo>
                    <a:pt x="455" y="791"/>
                  </a:lnTo>
                  <a:lnTo>
                    <a:pt x="455" y="752"/>
                  </a:lnTo>
                  <a:lnTo>
                    <a:pt x="455" y="692"/>
                  </a:lnTo>
                  <a:lnTo>
                    <a:pt x="455" y="673"/>
                  </a:lnTo>
                  <a:lnTo>
                    <a:pt x="474" y="534"/>
                  </a:lnTo>
                  <a:lnTo>
                    <a:pt x="474" y="554"/>
                  </a:lnTo>
                  <a:lnTo>
                    <a:pt x="514" y="337"/>
                  </a:lnTo>
                  <a:lnTo>
                    <a:pt x="494" y="317"/>
                  </a:lnTo>
                  <a:lnTo>
                    <a:pt x="474" y="317"/>
                  </a:lnTo>
                  <a:lnTo>
                    <a:pt x="494" y="179"/>
                  </a:lnTo>
                  <a:lnTo>
                    <a:pt x="474" y="198"/>
                  </a:lnTo>
                  <a:lnTo>
                    <a:pt x="474" y="179"/>
                  </a:lnTo>
                  <a:lnTo>
                    <a:pt x="474" y="119"/>
                  </a:lnTo>
                  <a:lnTo>
                    <a:pt x="455" y="179"/>
                  </a:lnTo>
                  <a:lnTo>
                    <a:pt x="455" y="258"/>
                  </a:lnTo>
                  <a:lnTo>
                    <a:pt x="435" y="238"/>
                  </a:lnTo>
                  <a:lnTo>
                    <a:pt x="435" y="258"/>
                  </a:lnTo>
                  <a:lnTo>
                    <a:pt x="435" y="277"/>
                  </a:lnTo>
                  <a:lnTo>
                    <a:pt x="455" y="317"/>
                  </a:lnTo>
                  <a:lnTo>
                    <a:pt x="435" y="416"/>
                  </a:lnTo>
                  <a:lnTo>
                    <a:pt x="435" y="435"/>
                  </a:lnTo>
                  <a:lnTo>
                    <a:pt x="435" y="475"/>
                  </a:lnTo>
                  <a:lnTo>
                    <a:pt x="417" y="475"/>
                  </a:lnTo>
                  <a:lnTo>
                    <a:pt x="435" y="317"/>
                  </a:lnTo>
                  <a:lnTo>
                    <a:pt x="415" y="337"/>
                  </a:lnTo>
                  <a:lnTo>
                    <a:pt x="415" y="297"/>
                  </a:lnTo>
                  <a:lnTo>
                    <a:pt x="415" y="258"/>
                  </a:lnTo>
                  <a:lnTo>
                    <a:pt x="415" y="238"/>
                  </a:lnTo>
                  <a:lnTo>
                    <a:pt x="415" y="198"/>
                  </a:lnTo>
                  <a:lnTo>
                    <a:pt x="415" y="179"/>
                  </a:lnTo>
                  <a:lnTo>
                    <a:pt x="398" y="162"/>
                  </a:lnTo>
                  <a:lnTo>
                    <a:pt x="398" y="162"/>
                  </a:lnTo>
                  <a:lnTo>
                    <a:pt x="376" y="218"/>
                  </a:lnTo>
                  <a:lnTo>
                    <a:pt x="376" y="159"/>
                  </a:lnTo>
                  <a:lnTo>
                    <a:pt x="376" y="100"/>
                  </a:lnTo>
                  <a:lnTo>
                    <a:pt x="356" y="159"/>
                  </a:lnTo>
                  <a:lnTo>
                    <a:pt x="356" y="179"/>
                  </a:lnTo>
                  <a:lnTo>
                    <a:pt x="336" y="198"/>
                  </a:lnTo>
                  <a:lnTo>
                    <a:pt x="326" y="228"/>
                  </a:lnTo>
                  <a:lnTo>
                    <a:pt x="336" y="179"/>
                  </a:lnTo>
                  <a:lnTo>
                    <a:pt x="316" y="198"/>
                  </a:lnTo>
                  <a:lnTo>
                    <a:pt x="316" y="179"/>
                  </a:lnTo>
                  <a:lnTo>
                    <a:pt x="297" y="238"/>
                  </a:lnTo>
                  <a:lnTo>
                    <a:pt x="297" y="297"/>
                  </a:lnTo>
                  <a:lnTo>
                    <a:pt x="277" y="317"/>
                  </a:lnTo>
                  <a:lnTo>
                    <a:pt x="277" y="297"/>
                  </a:lnTo>
                  <a:lnTo>
                    <a:pt x="257" y="337"/>
                  </a:lnTo>
                  <a:lnTo>
                    <a:pt x="257" y="376"/>
                  </a:lnTo>
                  <a:lnTo>
                    <a:pt x="237" y="455"/>
                  </a:lnTo>
                  <a:lnTo>
                    <a:pt x="237" y="396"/>
                  </a:lnTo>
                  <a:lnTo>
                    <a:pt x="237" y="317"/>
                  </a:lnTo>
                  <a:lnTo>
                    <a:pt x="257" y="297"/>
                  </a:lnTo>
                  <a:lnTo>
                    <a:pt x="237" y="297"/>
                  </a:lnTo>
                  <a:lnTo>
                    <a:pt x="237" y="179"/>
                  </a:lnTo>
                  <a:lnTo>
                    <a:pt x="218" y="198"/>
                  </a:lnTo>
                  <a:lnTo>
                    <a:pt x="218" y="218"/>
                  </a:lnTo>
                  <a:lnTo>
                    <a:pt x="218" y="238"/>
                  </a:lnTo>
                  <a:lnTo>
                    <a:pt x="218" y="258"/>
                  </a:lnTo>
                  <a:lnTo>
                    <a:pt x="178" y="396"/>
                  </a:lnTo>
                  <a:lnTo>
                    <a:pt x="198" y="376"/>
                  </a:lnTo>
                  <a:lnTo>
                    <a:pt x="218" y="317"/>
                  </a:lnTo>
                  <a:lnTo>
                    <a:pt x="198" y="396"/>
                  </a:lnTo>
                  <a:lnTo>
                    <a:pt x="178" y="455"/>
                  </a:lnTo>
                  <a:lnTo>
                    <a:pt x="158" y="514"/>
                  </a:lnTo>
                  <a:lnTo>
                    <a:pt x="158" y="554"/>
                  </a:lnTo>
                  <a:lnTo>
                    <a:pt x="178" y="534"/>
                  </a:lnTo>
                  <a:lnTo>
                    <a:pt x="198" y="435"/>
                  </a:lnTo>
                  <a:lnTo>
                    <a:pt x="218" y="396"/>
                  </a:lnTo>
                  <a:lnTo>
                    <a:pt x="198" y="455"/>
                  </a:lnTo>
                  <a:lnTo>
                    <a:pt x="218" y="475"/>
                  </a:lnTo>
                  <a:lnTo>
                    <a:pt x="218" y="495"/>
                  </a:lnTo>
                  <a:lnTo>
                    <a:pt x="237" y="554"/>
                  </a:lnTo>
                  <a:lnTo>
                    <a:pt x="237" y="475"/>
                  </a:lnTo>
                  <a:lnTo>
                    <a:pt x="257" y="396"/>
                  </a:lnTo>
                  <a:lnTo>
                    <a:pt x="277" y="376"/>
                  </a:lnTo>
                  <a:lnTo>
                    <a:pt x="277" y="396"/>
                  </a:lnTo>
                  <a:lnTo>
                    <a:pt x="277" y="435"/>
                  </a:lnTo>
                  <a:lnTo>
                    <a:pt x="257" y="475"/>
                  </a:lnTo>
                  <a:lnTo>
                    <a:pt x="237" y="574"/>
                  </a:lnTo>
                  <a:lnTo>
                    <a:pt x="198" y="692"/>
                  </a:lnTo>
                  <a:lnTo>
                    <a:pt x="178" y="771"/>
                  </a:lnTo>
                  <a:lnTo>
                    <a:pt x="158" y="850"/>
                  </a:lnTo>
                  <a:lnTo>
                    <a:pt x="158" y="890"/>
                  </a:lnTo>
                  <a:lnTo>
                    <a:pt x="158" y="910"/>
                  </a:lnTo>
                  <a:lnTo>
                    <a:pt x="139" y="929"/>
                  </a:lnTo>
                  <a:lnTo>
                    <a:pt x="119" y="969"/>
                  </a:lnTo>
                  <a:lnTo>
                    <a:pt x="132" y="916"/>
                  </a:lnTo>
                  <a:lnTo>
                    <a:pt x="132" y="916"/>
                  </a:lnTo>
                  <a:lnTo>
                    <a:pt x="119" y="929"/>
                  </a:lnTo>
                  <a:lnTo>
                    <a:pt x="119" y="910"/>
                  </a:lnTo>
                  <a:lnTo>
                    <a:pt x="139" y="732"/>
                  </a:lnTo>
                  <a:lnTo>
                    <a:pt x="158" y="574"/>
                  </a:lnTo>
                  <a:lnTo>
                    <a:pt x="139" y="554"/>
                  </a:lnTo>
                  <a:lnTo>
                    <a:pt x="139" y="574"/>
                  </a:lnTo>
                  <a:lnTo>
                    <a:pt x="119" y="594"/>
                  </a:lnTo>
                  <a:lnTo>
                    <a:pt x="119" y="594"/>
                  </a:lnTo>
                  <a:lnTo>
                    <a:pt x="158" y="396"/>
                  </a:lnTo>
                  <a:lnTo>
                    <a:pt x="139" y="435"/>
                  </a:lnTo>
                  <a:lnTo>
                    <a:pt x="119" y="495"/>
                  </a:lnTo>
                  <a:lnTo>
                    <a:pt x="119" y="455"/>
                  </a:lnTo>
                  <a:lnTo>
                    <a:pt x="99" y="514"/>
                  </a:lnTo>
                  <a:lnTo>
                    <a:pt x="99" y="495"/>
                  </a:lnTo>
                  <a:lnTo>
                    <a:pt x="79" y="594"/>
                  </a:lnTo>
                  <a:lnTo>
                    <a:pt x="79" y="613"/>
                  </a:lnTo>
                  <a:lnTo>
                    <a:pt x="99" y="594"/>
                  </a:lnTo>
                  <a:lnTo>
                    <a:pt x="79" y="653"/>
                  </a:lnTo>
                  <a:lnTo>
                    <a:pt x="79" y="752"/>
                  </a:lnTo>
                  <a:lnTo>
                    <a:pt x="79" y="771"/>
                  </a:lnTo>
                  <a:lnTo>
                    <a:pt x="60" y="791"/>
                  </a:lnTo>
                  <a:lnTo>
                    <a:pt x="79" y="791"/>
                  </a:lnTo>
                  <a:lnTo>
                    <a:pt x="79" y="811"/>
                  </a:lnTo>
                  <a:lnTo>
                    <a:pt x="99" y="811"/>
                  </a:lnTo>
                  <a:lnTo>
                    <a:pt x="99" y="850"/>
                  </a:lnTo>
                  <a:lnTo>
                    <a:pt x="79" y="969"/>
                  </a:lnTo>
                  <a:lnTo>
                    <a:pt x="60" y="989"/>
                  </a:lnTo>
                  <a:lnTo>
                    <a:pt x="60" y="949"/>
                  </a:lnTo>
                  <a:lnTo>
                    <a:pt x="79" y="870"/>
                  </a:lnTo>
                  <a:lnTo>
                    <a:pt x="60" y="870"/>
                  </a:lnTo>
                  <a:lnTo>
                    <a:pt x="60" y="910"/>
                  </a:lnTo>
                  <a:lnTo>
                    <a:pt x="60" y="929"/>
                  </a:lnTo>
                  <a:lnTo>
                    <a:pt x="40" y="1008"/>
                  </a:lnTo>
                  <a:lnTo>
                    <a:pt x="20" y="1008"/>
                  </a:lnTo>
                  <a:lnTo>
                    <a:pt x="20" y="1028"/>
                  </a:lnTo>
                  <a:lnTo>
                    <a:pt x="0" y="1107"/>
                  </a:lnTo>
                  <a:lnTo>
                    <a:pt x="0" y="1186"/>
                  </a:lnTo>
                  <a:lnTo>
                    <a:pt x="20" y="1087"/>
                  </a:lnTo>
                  <a:lnTo>
                    <a:pt x="20" y="1107"/>
                  </a:lnTo>
                  <a:lnTo>
                    <a:pt x="20" y="1186"/>
                  </a:lnTo>
                  <a:lnTo>
                    <a:pt x="40" y="1147"/>
                  </a:lnTo>
                  <a:lnTo>
                    <a:pt x="40" y="1166"/>
                  </a:lnTo>
                  <a:lnTo>
                    <a:pt x="60" y="1127"/>
                  </a:lnTo>
                  <a:lnTo>
                    <a:pt x="60" y="1087"/>
                  </a:lnTo>
                  <a:lnTo>
                    <a:pt x="79" y="1087"/>
                  </a:lnTo>
                  <a:lnTo>
                    <a:pt x="79" y="1107"/>
                  </a:lnTo>
                  <a:lnTo>
                    <a:pt x="99" y="1068"/>
                  </a:lnTo>
                  <a:lnTo>
                    <a:pt x="99" y="1107"/>
                  </a:lnTo>
                  <a:lnTo>
                    <a:pt x="119" y="1048"/>
                  </a:lnTo>
                  <a:lnTo>
                    <a:pt x="119" y="1068"/>
                  </a:lnTo>
                  <a:lnTo>
                    <a:pt x="139" y="969"/>
                  </a:lnTo>
                  <a:lnTo>
                    <a:pt x="158" y="929"/>
                  </a:lnTo>
                  <a:lnTo>
                    <a:pt x="178" y="929"/>
                  </a:lnTo>
                  <a:lnTo>
                    <a:pt x="158" y="969"/>
                  </a:lnTo>
                  <a:lnTo>
                    <a:pt x="158" y="989"/>
                  </a:lnTo>
                  <a:lnTo>
                    <a:pt x="139" y="1028"/>
                  </a:lnTo>
                  <a:lnTo>
                    <a:pt x="139" y="1068"/>
                  </a:lnTo>
                  <a:lnTo>
                    <a:pt x="158" y="1028"/>
                  </a:lnTo>
                  <a:lnTo>
                    <a:pt x="158" y="1008"/>
                  </a:lnTo>
                  <a:lnTo>
                    <a:pt x="198" y="929"/>
                  </a:lnTo>
                  <a:lnTo>
                    <a:pt x="218" y="910"/>
                  </a:lnTo>
                  <a:lnTo>
                    <a:pt x="237" y="890"/>
                  </a:lnTo>
                  <a:lnTo>
                    <a:pt x="237" y="929"/>
                  </a:lnTo>
                  <a:lnTo>
                    <a:pt x="257" y="831"/>
                  </a:lnTo>
                  <a:lnTo>
                    <a:pt x="277" y="811"/>
                  </a:lnTo>
                  <a:lnTo>
                    <a:pt x="277" y="870"/>
                  </a:lnTo>
                  <a:lnTo>
                    <a:pt x="316" y="791"/>
                  </a:lnTo>
                  <a:lnTo>
                    <a:pt x="316" y="692"/>
                  </a:lnTo>
                  <a:lnTo>
                    <a:pt x="336" y="653"/>
                  </a:lnTo>
                  <a:lnTo>
                    <a:pt x="336" y="673"/>
                  </a:lnTo>
                  <a:lnTo>
                    <a:pt x="336" y="712"/>
                  </a:lnTo>
                  <a:lnTo>
                    <a:pt x="316" y="850"/>
                  </a:lnTo>
                  <a:lnTo>
                    <a:pt x="356" y="771"/>
                  </a:lnTo>
                  <a:lnTo>
                    <a:pt x="336" y="870"/>
                  </a:lnTo>
                  <a:lnTo>
                    <a:pt x="316" y="929"/>
                  </a:lnTo>
                  <a:lnTo>
                    <a:pt x="316" y="890"/>
                  </a:lnTo>
                  <a:lnTo>
                    <a:pt x="297" y="910"/>
                  </a:lnTo>
                  <a:lnTo>
                    <a:pt x="297" y="929"/>
                  </a:lnTo>
                  <a:lnTo>
                    <a:pt x="277" y="929"/>
                  </a:lnTo>
                  <a:lnTo>
                    <a:pt x="277" y="949"/>
                  </a:lnTo>
                  <a:lnTo>
                    <a:pt x="257" y="989"/>
                  </a:lnTo>
                  <a:lnTo>
                    <a:pt x="257" y="1048"/>
                  </a:lnTo>
                  <a:lnTo>
                    <a:pt x="257" y="1087"/>
                  </a:lnTo>
                  <a:lnTo>
                    <a:pt x="277" y="1068"/>
                  </a:lnTo>
                  <a:lnTo>
                    <a:pt x="277" y="1127"/>
                  </a:lnTo>
                  <a:lnTo>
                    <a:pt x="257" y="1186"/>
                  </a:lnTo>
                  <a:lnTo>
                    <a:pt x="237" y="1186"/>
                  </a:lnTo>
                  <a:lnTo>
                    <a:pt x="237" y="1226"/>
                  </a:lnTo>
                  <a:lnTo>
                    <a:pt x="237" y="1245"/>
                  </a:lnTo>
                  <a:lnTo>
                    <a:pt x="257" y="1245"/>
                  </a:lnTo>
                  <a:lnTo>
                    <a:pt x="297" y="1028"/>
                  </a:lnTo>
                  <a:lnTo>
                    <a:pt x="316" y="1008"/>
                  </a:lnTo>
                  <a:lnTo>
                    <a:pt x="336" y="1028"/>
                  </a:lnTo>
                  <a:lnTo>
                    <a:pt x="316" y="1068"/>
                  </a:lnTo>
                  <a:lnTo>
                    <a:pt x="297" y="1166"/>
                  </a:lnTo>
                  <a:lnTo>
                    <a:pt x="316" y="1127"/>
                  </a:lnTo>
                  <a:lnTo>
                    <a:pt x="316" y="1107"/>
                  </a:lnTo>
                  <a:lnTo>
                    <a:pt x="336" y="1127"/>
                  </a:lnTo>
                  <a:lnTo>
                    <a:pt x="336" y="1226"/>
                  </a:lnTo>
                  <a:lnTo>
                    <a:pt x="316" y="1226"/>
                  </a:lnTo>
                  <a:lnTo>
                    <a:pt x="316" y="1265"/>
                  </a:lnTo>
                  <a:lnTo>
                    <a:pt x="297" y="1245"/>
                  </a:lnTo>
                  <a:lnTo>
                    <a:pt x="297" y="1305"/>
                  </a:lnTo>
                  <a:lnTo>
                    <a:pt x="316" y="1305"/>
                  </a:lnTo>
                  <a:lnTo>
                    <a:pt x="316" y="1384"/>
                  </a:lnTo>
                  <a:lnTo>
                    <a:pt x="336" y="1403"/>
                  </a:lnTo>
                  <a:lnTo>
                    <a:pt x="356" y="1384"/>
                  </a:lnTo>
                  <a:lnTo>
                    <a:pt x="376" y="1324"/>
                  </a:lnTo>
                  <a:lnTo>
                    <a:pt x="395" y="1245"/>
                  </a:lnTo>
                  <a:lnTo>
                    <a:pt x="376" y="1344"/>
                  </a:lnTo>
                  <a:lnTo>
                    <a:pt x="395" y="1344"/>
                  </a:lnTo>
                  <a:lnTo>
                    <a:pt x="395" y="1403"/>
                  </a:lnTo>
                  <a:lnTo>
                    <a:pt x="415" y="1344"/>
                  </a:lnTo>
                  <a:lnTo>
                    <a:pt x="415" y="1364"/>
                  </a:lnTo>
                  <a:lnTo>
                    <a:pt x="435" y="1305"/>
                  </a:lnTo>
                  <a:lnTo>
                    <a:pt x="415" y="1324"/>
                  </a:lnTo>
                  <a:lnTo>
                    <a:pt x="415" y="1285"/>
                  </a:lnTo>
                  <a:lnTo>
                    <a:pt x="435" y="1206"/>
                  </a:lnTo>
                  <a:lnTo>
                    <a:pt x="455" y="1206"/>
                  </a:lnTo>
                  <a:lnTo>
                    <a:pt x="435" y="1265"/>
                  </a:lnTo>
                  <a:lnTo>
                    <a:pt x="435" y="1305"/>
                  </a:lnTo>
                  <a:lnTo>
                    <a:pt x="435" y="1344"/>
                  </a:lnTo>
                  <a:lnTo>
                    <a:pt x="435" y="1403"/>
                  </a:lnTo>
                  <a:lnTo>
                    <a:pt x="474" y="1344"/>
                  </a:lnTo>
                  <a:lnTo>
                    <a:pt x="494" y="1265"/>
                  </a:lnTo>
                  <a:lnTo>
                    <a:pt x="474" y="1305"/>
                  </a:lnTo>
                  <a:lnTo>
                    <a:pt x="494" y="1226"/>
                  </a:lnTo>
                  <a:lnTo>
                    <a:pt x="494" y="1265"/>
                  </a:lnTo>
                  <a:lnTo>
                    <a:pt x="514" y="1305"/>
                  </a:lnTo>
                  <a:lnTo>
                    <a:pt x="494" y="1344"/>
                  </a:lnTo>
                  <a:lnTo>
                    <a:pt x="494" y="1324"/>
                  </a:lnTo>
                  <a:lnTo>
                    <a:pt x="474" y="1364"/>
                  </a:lnTo>
                  <a:lnTo>
                    <a:pt x="474" y="1403"/>
                  </a:lnTo>
                  <a:lnTo>
                    <a:pt x="494" y="1364"/>
                  </a:lnTo>
                  <a:lnTo>
                    <a:pt x="514" y="1344"/>
                  </a:lnTo>
                  <a:lnTo>
                    <a:pt x="514" y="1364"/>
                  </a:lnTo>
                  <a:lnTo>
                    <a:pt x="514" y="1384"/>
                  </a:lnTo>
                  <a:lnTo>
                    <a:pt x="534" y="1403"/>
                  </a:lnTo>
                  <a:lnTo>
                    <a:pt x="553" y="1344"/>
                  </a:lnTo>
                  <a:lnTo>
                    <a:pt x="573" y="1344"/>
                  </a:lnTo>
                  <a:lnTo>
                    <a:pt x="593" y="1206"/>
                  </a:lnTo>
                  <a:lnTo>
                    <a:pt x="593" y="1305"/>
                  </a:lnTo>
                  <a:lnTo>
                    <a:pt x="573" y="1384"/>
                  </a:lnTo>
                  <a:lnTo>
                    <a:pt x="593" y="1344"/>
                  </a:lnTo>
                  <a:lnTo>
                    <a:pt x="593" y="1384"/>
                  </a:lnTo>
                  <a:lnTo>
                    <a:pt x="613" y="1403"/>
                  </a:lnTo>
                  <a:lnTo>
                    <a:pt x="613" y="1384"/>
                  </a:lnTo>
                  <a:lnTo>
                    <a:pt x="633" y="1344"/>
                  </a:lnTo>
                  <a:lnTo>
                    <a:pt x="652" y="1305"/>
                  </a:lnTo>
                  <a:lnTo>
                    <a:pt x="692" y="1285"/>
                  </a:lnTo>
                  <a:lnTo>
                    <a:pt x="652" y="1364"/>
                  </a:lnTo>
                  <a:lnTo>
                    <a:pt x="633" y="1403"/>
                  </a:lnTo>
                  <a:lnTo>
                    <a:pt x="652" y="1423"/>
                  </a:lnTo>
                  <a:lnTo>
                    <a:pt x="672" y="1423"/>
                  </a:lnTo>
                  <a:lnTo>
                    <a:pt x="692" y="1403"/>
                  </a:lnTo>
                  <a:lnTo>
                    <a:pt x="692" y="1324"/>
                  </a:lnTo>
                  <a:lnTo>
                    <a:pt x="712" y="1324"/>
                  </a:lnTo>
                  <a:lnTo>
                    <a:pt x="712" y="1344"/>
                  </a:lnTo>
                  <a:lnTo>
                    <a:pt x="692" y="1384"/>
                  </a:lnTo>
                  <a:lnTo>
                    <a:pt x="692" y="1384"/>
                  </a:lnTo>
                  <a:lnTo>
                    <a:pt x="731" y="1324"/>
                  </a:lnTo>
                  <a:lnTo>
                    <a:pt x="744" y="1324"/>
                  </a:lnTo>
                  <a:lnTo>
                    <a:pt x="751" y="1305"/>
                  </a:lnTo>
                  <a:lnTo>
                    <a:pt x="771" y="1226"/>
                  </a:lnTo>
                  <a:lnTo>
                    <a:pt x="771" y="1166"/>
                  </a:lnTo>
                  <a:lnTo>
                    <a:pt x="751" y="1206"/>
                  </a:lnTo>
                  <a:lnTo>
                    <a:pt x="731" y="1206"/>
                  </a:lnTo>
                  <a:lnTo>
                    <a:pt x="731" y="1147"/>
                  </a:lnTo>
                  <a:lnTo>
                    <a:pt x="751" y="1087"/>
                  </a:lnTo>
                  <a:lnTo>
                    <a:pt x="751" y="1048"/>
                  </a:lnTo>
                  <a:lnTo>
                    <a:pt x="791" y="949"/>
                  </a:lnTo>
                  <a:lnTo>
                    <a:pt x="810" y="929"/>
                  </a:lnTo>
                  <a:lnTo>
                    <a:pt x="791" y="1008"/>
                  </a:lnTo>
                  <a:lnTo>
                    <a:pt x="771" y="1068"/>
                  </a:lnTo>
                  <a:lnTo>
                    <a:pt x="791" y="1048"/>
                  </a:lnTo>
                  <a:lnTo>
                    <a:pt x="771" y="1147"/>
                  </a:lnTo>
                  <a:lnTo>
                    <a:pt x="791" y="1068"/>
                  </a:lnTo>
                  <a:lnTo>
                    <a:pt x="810" y="989"/>
                  </a:lnTo>
                  <a:lnTo>
                    <a:pt x="810" y="949"/>
                  </a:lnTo>
                  <a:lnTo>
                    <a:pt x="830" y="989"/>
                  </a:lnTo>
                  <a:lnTo>
                    <a:pt x="850" y="969"/>
                  </a:lnTo>
                  <a:lnTo>
                    <a:pt x="850" y="1028"/>
                  </a:lnTo>
                  <a:lnTo>
                    <a:pt x="830" y="1008"/>
                  </a:lnTo>
                  <a:lnTo>
                    <a:pt x="830" y="1048"/>
                  </a:lnTo>
                  <a:lnTo>
                    <a:pt x="810" y="1107"/>
                  </a:lnTo>
                  <a:lnTo>
                    <a:pt x="810" y="1166"/>
                  </a:lnTo>
                  <a:lnTo>
                    <a:pt x="791" y="1226"/>
                  </a:lnTo>
                  <a:lnTo>
                    <a:pt x="771" y="1344"/>
                  </a:lnTo>
                  <a:lnTo>
                    <a:pt x="771" y="1384"/>
                  </a:lnTo>
                  <a:lnTo>
                    <a:pt x="791" y="1344"/>
                  </a:lnTo>
                  <a:lnTo>
                    <a:pt x="810" y="1344"/>
                  </a:lnTo>
                  <a:lnTo>
                    <a:pt x="830" y="1305"/>
                  </a:lnTo>
                  <a:lnTo>
                    <a:pt x="830" y="1364"/>
                  </a:lnTo>
                  <a:lnTo>
                    <a:pt x="850" y="1364"/>
                  </a:lnTo>
                  <a:lnTo>
                    <a:pt x="870" y="1324"/>
                  </a:lnTo>
                  <a:lnTo>
                    <a:pt x="870" y="1384"/>
                  </a:lnTo>
                  <a:lnTo>
                    <a:pt x="870" y="1403"/>
                  </a:lnTo>
                  <a:lnTo>
                    <a:pt x="889" y="1384"/>
                  </a:lnTo>
                  <a:lnTo>
                    <a:pt x="909" y="1344"/>
                  </a:lnTo>
                  <a:lnTo>
                    <a:pt x="949" y="1305"/>
                  </a:lnTo>
                  <a:lnTo>
                    <a:pt x="949" y="1285"/>
                  </a:lnTo>
                  <a:lnTo>
                    <a:pt x="968" y="1305"/>
                  </a:lnTo>
                  <a:lnTo>
                    <a:pt x="949" y="1344"/>
                  </a:lnTo>
                  <a:lnTo>
                    <a:pt x="968" y="1364"/>
                  </a:lnTo>
                  <a:lnTo>
                    <a:pt x="988" y="1305"/>
                  </a:lnTo>
                  <a:lnTo>
                    <a:pt x="988" y="1364"/>
                  </a:lnTo>
                  <a:lnTo>
                    <a:pt x="1008" y="1344"/>
                  </a:lnTo>
                  <a:lnTo>
                    <a:pt x="1008" y="1324"/>
                  </a:lnTo>
                  <a:lnTo>
                    <a:pt x="1028" y="1384"/>
                  </a:lnTo>
                  <a:lnTo>
                    <a:pt x="1047" y="1344"/>
                  </a:lnTo>
                  <a:lnTo>
                    <a:pt x="1067" y="1265"/>
                  </a:lnTo>
                  <a:lnTo>
                    <a:pt x="1047" y="1384"/>
                  </a:lnTo>
                  <a:lnTo>
                    <a:pt x="1126" y="1344"/>
                  </a:lnTo>
                  <a:lnTo>
                    <a:pt x="1205" y="1305"/>
                  </a:lnTo>
                  <a:lnTo>
                    <a:pt x="1186" y="1344"/>
                  </a:lnTo>
                  <a:lnTo>
                    <a:pt x="1205" y="1324"/>
                  </a:lnTo>
                  <a:lnTo>
                    <a:pt x="1245" y="1305"/>
                  </a:lnTo>
                  <a:lnTo>
                    <a:pt x="1265" y="1265"/>
                  </a:lnTo>
                  <a:lnTo>
                    <a:pt x="1284" y="1265"/>
                  </a:lnTo>
                  <a:lnTo>
                    <a:pt x="1304" y="1245"/>
                  </a:lnTo>
                  <a:lnTo>
                    <a:pt x="1324" y="1166"/>
                  </a:lnTo>
                  <a:lnTo>
                    <a:pt x="1324" y="1048"/>
                  </a:lnTo>
                  <a:lnTo>
                    <a:pt x="1344" y="1028"/>
                  </a:lnTo>
                  <a:lnTo>
                    <a:pt x="1344" y="1068"/>
                  </a:lnTo>
                  <a:lnTo>
                    <a:pt x="1344" y="1107"/>
                  </a:lnTo>
                  <a:lnTo>
                    <a:pt x="1344" y="1127"/>
                  </a:lnTo>
                  <a:lnTo>
                    <a:pt x="1324" y="1226"/>
                  </a:lnTo>
                  <a:lnTo>
                    <a:pt x="1304" y="1305"/>
                  </a:lnTo>
                  <a:lnTo>
                    <a:pt x="1344" y="1226"/>
                  </a:lnTo>
                  <a:lnTo>
                    <a:pt x="1344" y="1245"/>
                  </a:lnTo>
                  <a:lnTo>
                    <a:pt x="1363" y="1245"/>
                  </a:lnTo>
                  <a:lnTo>
                    <a:pt x="1383" y="1265"/>
                  </a:lnTo>
                  <a:lnTo>
                    <a:pt x="1363" y="1305"/>
                  </a:lnTo>
                  <a:lnTo>
                    <a:pt x="1363" y="1285"/>
                  </a:lnTo>
                  <a:lnTo>
                    <a:pt x="1344" y="1285"/>
                  </a:lnTo>
                  <a:lnTo>
                    <a:pt x="1344" y="1305"/>
                  </a:lnTo>
                  <a:lnTo>
                    <a:pt x="1324" y="1344"/>
                  </a:lnTo>
                  <a:lnTo>
                    <a:pt x="1363" y="1324"/>
                  </a:lnTo>
                  <a:lnTo>
                    <a:pt x="1383" y="1324"/>
                  </a:lnTo>
                  <a:lnTo>
                    <a:pt x="1383" y="1285"/>
                  </a:lnTo>
                  <a:lnTo>
                    <a:pt x="1403" y="1245"/>
                  </a:lnTo>
                  <a:lnTo>
                    <a:pt x="1403" y="1265"/>
                  </a:lnTo>
                  <a:lnTo>
                    <a:pt x="1423" y="1206"/>
                  </a:lnTo>
                  <a:lnTo>
                    <a:pt x="1403" y="1285"/>
                  </a:lnTo>
                  <a:lnTo>
                    <a:pt x="1423" y="1226"/>
                  </a:lnTo>
                  <a:lnTo>
                    <a:pt x="1442" y="1226"/>
                  </a:lnTo>
                  <a:lnTo>
                    <a:pt x="1462" y="1245"/>
                  </a:lnTo>
                  <a:lnTo>
                    <a:pt x="1462" y="1285"/>
                  </a:lnTo>
                  <a:lnTo>
                    <a:pt x="1482" y="1265"/>
                  </a:lnTo>
                  <a:lnTo>
                    <a:pt x="1482" y="1305"/>
                  </a:lnTo>
                  <a:lnTo>
                    <a:pt x="1502" y="1324"/>
                  </a:lnTo>
                  <a:lnTo>
                    <a:pt x="1521" y="1324"/>
                  </a:lnTo>
                  <a:lnTo>
                    <a:pt x="1541" y="1364"/>
                  </a:lnTo>
                  <a:lnTo>
                    <a:pt x="1561" y="1324"/>
                  </a:lnTo>
                  <a:lnTo>
                    <a:pt x="1581" y="1285"/>
                  </a:lnTo>
                  <a:lnTo>
                    <a:pt x="1265" y="692"/>
                  </a:lnTo>
                  <a:lnTo>
                    <a:pt x="968" y="179"/>
                  </a:lnTo>
                  <a:lnTo>
                    <a:pt x="949" y="238"/>
                  </a:lnTo>
                  <a:lnTo>
                    <a:pt x="949" y="218"/>
                  </a:lnTo>
                  <a:lnTo>
                    <a:pt x="949" y="159"/>
                  </a:lnTo>
                  <a:lnTo>
                    <a:pt x="929" y="198"/>
                  </a:lnTo>
                  <a:lnTo>
                    <a:pt x="909" y="218"/>
                  </a:lnTo>
                  <a:lnTo>
                    <a:pt x="909" y="258"/>
                  </a:lnTo>
                  <a:lnTo>
                    <a:pt x="889" y="297"/>
                  </a:lnTo>
                  <a:lnTo>
                    <a:pt x="889" y="238"/>
                  </a:lnTo>
                  <a:lnTo>
                    <a:pt x="909" y="198"/>
                  </a:lnTo>
                  <a:lnTo>
                    <a:pt x="909" y="119"/>
                  </a:lnTo>
                  <a:lnTo>
                    <a:pt x="909" y="100"/>
                  </a:lnTo>
                  <a:lnTo>
                    <a:pt x="909" y="80"/>
                  </a:lnTo>
                  <a:lnTo>
                    <a:pt x="909" y="40"/>
                  </a:lnTo>
                  <a:lnTo>
                    <a:pt x="889" y="60"/>
                  </a:lnTo>
                  <a:lnTo>
                    <a:pt x="889" y="119"/>
                  </a:lnTo>
                  <a:lnTo>
                    <a:pt x="870" y="179"/>
                  </a:lnTo>
                  <a:lnTo>
                    <a:pt x="870" y="100"/>
                  </a:lnTo>
                  <a:lnTo>
                    <a:pt x="850" y="139"/>
                  </a:lnTo>
                  <a:lnTo>
                    <a:pt x="830" y="218"/>
                  </a:lnTo>
                  <a:lnTo>
                    <a:pt x="830" y="277"/>
                  </a:lnTo>
                  <a:lnTo>
                    <a:pt x="830" y="317"/>
                  </a:lnTo>
                  <a:lnTo>
                    <a:pt x="830" y="376"/>
                  </a:lnTo>
                  <a:lnTo>
                    <a:pt x="810" y="396"/>
                  </a:lnTo>
                  <a:lnTo>
                    <a:pt x="791" y="297"/>
                  </a:lnTo>
                  <a:lnTo>
                    <a:pt x="830" y="159"/>
                  </a:lnTo>
                  <a:lnTo>
                    <a:pt x="850" y="1"/>
                  </a:lnTo>
                  <a:lnTo>
                    <a:pt x="830" y="21"/>
                  </a:lnTo>
                  <a:lnTo>
                    <a:pt x="810" y="21"/>
                  </a:lnTo>
                  <a:lnTo>
                    <a:pt x="81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
            <p:cNvSpPr/>
            <p:nvPr/>
          </p:nvSpPr>
          <p:spPr>
            <a:xfrm>
              <a:off x="-1608925" y="3313900"/>
              <a:ext cx="25" cy="525"/>
            </a:xfrm>
            <a:custGeom>
              <a:rect b="b" l="l" r="r" t="t"/>
              <a:pathLst>
                <a:path extrusionOk="0" h="21" w="1">
                  <a:moveTo>
                    <a:pt x="1" y="20"/>
                  </a:moveTo>
                  <a:lnTo>
                    <a:pt x="1" y="20"/>
                  </a:lnTo>
                  <a:lnTo>
                    <a:pt x="1" y="20"/>
                  </a:lnTo>
                  <a:lnTo>
                    <a:pt x="1" y="1"/>
                  </a:lnTo>
                  <a:lnTo>
                    <a:pt x="1"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1" name="Google Shape;3971;p15"/>
            <p:cNvSpPr/>
            <p:nvPr/>
          </p:nvSpPr>
          <p:spPr>
            <a:xfrm>
              <a:off x="-1607450" y="3299575"/>
              <a:ext cx="525" cy="525"/>
            </a:xfrm>
            <a:custGeom>
              <a:rect b="b" l="l" r="r" t="t"/>
              <a:pathLst>
                <a:path extrusionOk="0" h="21" w="21">
                  <a:moveTo>
                    <a:pt x="21" y="1"/>
                  </a:moveTo>
                  <a:lnTo>
                    <a:pt x="21" y="1"/>
                  </a:lnTo>
                  <a:lnTo>
                    <a:pt x="1" y="20"/>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
            <p:cNvSpPr/>
            <p:nvPr/>
          </p:nvSpPr>
          <p:spPr>
            <a:xfrm>
              <a:off x="-1360550" y="390845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3" name="Google Shape;3973;p15"/>
            <p:cNvSpPr/>
            <p:nvPr/>
          </p:nvSpPr>
          <p:spPr>
            <a:xfrm>
              <a:off x="-1362025" y="3906950"/>
              <a:ext cx="525" cy="525"/>
            </a:xfrm>
            <a:custGeom>
              <a:rect b="b" l="l" r="r" t="t"/>
              <a:pathLst>
                <a:path extrusionOk="0" h="21" w="21">
                  <a:moveTo>
                    <a:pt x="20" y="1"/>
                  </a:moveTo>
                  <a:lnTo>
                    <a:pt x="20" y="1"/>
                  </a:lnTo>
                  <a:lnTo>
                    <a:pt x="1" y="21"/>
                  </a:lnTo>
                  <a:lnTo>
                    <a:pt x="1" y="21"/>
                  </a:lnTo>
                  <a:lnTo>
                    <a:pt x="2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
            <p:cNvSpPr/>
            <p:nvPr/>
          </p:nvSpPr>
          <p:spPr>
            <a:xfrm>
              <a:off x="-1371900" y="3904975"/>
              <a:ext cx="19275" cy="6950"/>
            </a:xfrm>
            <a:custGeom>
              <a:rect b="b" l="l" r="r" t="t"/>
              <a:pathLst>
                <a:path extrusionOk="0" h="278" w="771">
                  <a:moveTo>
                    <a:pt x="672" y="1"/>
                  </a:moveTo>
                  <a:lnTo>
                    <a:pt x="593" y="21"/>
                  </a:lnTo>
                  <a:lnTo>
                    <a:pt x="613" y="21"/>
                  </a:lnTo>
                  <a:lnTo>
                    <a:pt x="672" y="1"/>
                  </a:lnTo>
                  <a:close/>
                  <a:moveTo>
                    <a:pt x="712" y="21"/>
                  </a:moveTo>
                  <a:lnTo>
                    <a:pt x="705" y="27"/>
                  </a:lnTo>
                  <a:lnTo>
                    <a:pt x="705" y="27"/>
                  </a:lnTo>
                  <a:lnTo>
                    <a:pt x="732" y="40"/>
                  </a:lnTo>
                  <a:lnTo>
                    <a:pt x="732" y="40"/>
                  </a:lnTo>
                  <a:lnTo>
                    <a:pt x="712" y="21"/>
                  </a:lnTo>
                  <a:close/>
                  <a:moveTo>
                    <a:pt x="613" y="1"/>
                  </a:moveTo>
                  <a:lnTo>
                    <a:pt x="514" y="21"/>
                  </a:lnTo>
                  <a:lnTo>
                    <a:pt x="475" y="40"/>
                  </a:lnTo>
                  <a:lnTo>
                    <a:pt x="514" y="40"/>
                  </a:lnTo>
                  <a:lnTo>
                    <a:pt x="593" y="21"/>
                  </a:lnTo>
                  <a:lnTo>
                    <a:pt x="613" y="1"/>
                  </a:lnTo>
                  <a:close/>
                  <a:moveTo>
                    <a:pt x="396" y="60"/>
                  </a:moveTo>
                  <a:lnTo>
                    <a:pt x="415" y="80"/>
                  </a:lnTo>
                  <a:lnTo>
                    <a:pt x="455" y="60"/>
                  </a:lnTo>
                  <a:close/>
                  <a:moveTo>
                    <a:pt x="613" y="100"/>
                  </a:moveTo>
                  <a:lnTo>
                    <a:pt x="593" y="119"/>
                  </a:lnTo>
                  <a:lnTo>
                    <a:pt x="613" y="119"/>
                  </a:lnTo>
                  <a:lnTo>
                    <a:pt x="613" y="100"/>
                  </a:lnTo>
                  <a:close/>
                  <a:moveTo>
                    <a:pt x="99" y="238"/>
                  </a:moveTo>
                  <a:lnTo>
                    <a:pt x="1" y="277"/>
                  </a:lnTo>
                  <a:lnTo>
                    <a:pt x="40" y="277"/>
                  </a:lnTo>
                  <a:lnTo>
                    <a:pt x="99" y="238"/>
                  </a:lnTo>
                  <a:close/>
                  <a:moveTo>
                    <a:pt x="692" y="21"/>
                  </a:moveTo>
                  <a:lnTo>
                    <a:pt x="652" y="40"/>
                  </a:lnTo>
                  <a:lnTo>
                    <a:pt x="514" y="40"/>
                  </a:lnTo>
                  <a:lnTo>
                    <a:pt x="455" y="60"/>
                  </a:lnTo>
                  <a:lnTo>
                    <a:pt x="494" y="60"/>
                  </a:lnTo>
                  <a:lnTo>
                    <a:pt x="455" y="80"/>
                  </a:lnTo>
                  <a:lnTo>
                    <a:pt x="475" y="80"/>
                  </a:lnTo>
                  <a:lnTo>
                    <a:pt x="297" y="139"/>
                  </a:lnTo>
                  <a:lnTo>
                    <a:pt x="159" y="198"/>
                  </a:lnTo>
                  <a:lnTo>
                    <a:pt x="198" y="218"/>
                  </a:lnTo>
                  <a:lnTo>
                    <a:pt x="99" y="238"/>
                  </a:lnTo>
                  <a:lnTo>
                    <a:pt x="80" y="277"/>
                  </a:lnTo>
                  <a:lnTo>
                    <a:pt x="99" y="277"/>
                  </a:lnTo>
                  <a:lnTo>
                    <a:pt x="119" y="258"/>
                  </a:lnTo>
                  <a:lnTo>
                    <a:pt x="198" y="258"/>
                  </a:lnTo>
                  <a:lnTo>
                    <a:pt x="218" y="238"/>
                  </a:lnTo>
                  <a:lnTo>
                    <a:pt x="198" y="238"/>
                  </a:lnTo>
                  <a:lnTo>
                    <a:pt x="257" y="218"/>
                  </a:lnTo>
                  <a:lnTo>
                    <a:pt x="356" y="179"/>
                  </a:lnTo>
                  <a:lnTo>
                    <a:pt x="396" y="179"/>
                  </a:lnTo>
                  <a:lnTo>
                    <a:pt x="396" y="159"/>
                  </a:lnTo>
                  <a:lnTo>
                    <a:pt x="356" y="159"/>
                  </a:lnTo>
                  <a:lnTo>
                    <a:pt x="396" y="139"/>
                  </a:lnTo>
                  <a:lnTo>
                    <a:pt x="415" y="119"/>
                  </a:lnTo>
                  <a:lnTo>
                    <a:pt x="435" y="119"/>
                  </a:lnTo>
                  <a:lnTo>
                    <a:pt x="554" y="80"/>
                  </a:lnTo>
                  <a:lnTo>
                    <a:pt x="554" y="100"/>
                  </a:lnTo>
                  <a:lnTo>
                    <a:pt x="534" y="100"/>
                  </a:lnTo>
                  <a:lnTo>
                    <a:pt x="455" y="119"/>
                  </a:lnTo>
                  <a:lnTo>
                    <a:pt x="455" y="139"/>
                  </a:lnTo>
                  <a:lnTo>
                    <a:pt x="494" y="119"/>
                  </a:lnTo>
                  <a:lnTo>
                    <a:pt x="514" y="119"/>
                  </a:lnTo>
                  <a:lnTo>
                    <a:pt x="593" y="100"/>
                  </a:lnTo>
                  <a:lnTo>
                    <a:pt x="613" y="100"/>
                  </a:lnTo>
                  <a:lnTo>
                    <a:pt x="692" y="80"/>
                  </a:lnTo>
                  <a:lnTo>
                    <a:pt x="692" y="60"/>
                  </a:lnTo>
                  <a:lnTo>
                    <a:pt x="771" y="40"/>
                  </a:lnTo>
                  <a:lnTo>
                    <a:pt x="692" y="40"/>
                  </a:lnTo>
                  <a:lnTo>
                    <a:pt x="705" y="27"/>
                  </a:lnTo>
                  <a:lnTo>
                    <a:pt x="705" y="27"/>
                  </a:lnTo>
                  <a:lnTo>
                    <a:pt x="692"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5" name="Google Shape;3975;p15"/>
            <p:cNvSpPr/>
            <p:nvPr/>
          </p:nvSpPr>
          <p:spPr>
            <a:xfrm>
              <a:off x="-1388675" y="3898575"/>
              <a:ext cx="500" cy="500"/>
            </a:xfrm>
            <a:custGeom>
              <a:rect b="b" l="l" r="r" t="t"/>
              <a:pathLst>
                <a:path extrusionOk="0" h="20" w="20">
                  <a:moveTo>
                    <a:pt x="20" y="0"/>
                  </a:moveTo>
                  <a:lnTo>
                    <a:pt x="0" y="20"/>
                  </a:lnTo>
                  <a:lnTo>
                    <a:pt x="2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6" name="Google Shape;3976;p15"/>
            <p:cNvSpPr/>
            <p:nvPr/>
          </p:nvSpPr>
          <p:spPr>
            <a:xfrm>
              <a:off x="-1360050" y="3902525"/>
              <a:ext cx="2500" cy="500"/>
            </a:xfrm>
            <a:custGeom>
              <a:rect b="b" l="l" r="r" t="t"/>
              <a:pathLst>
                <a:path extrusionOk="0" h="20" w="100">
                  <a:moveTo>
                    <a:pt x="99" y="0"/>
                  </a:moveTo>
                  <a:lnTo>
                    <a:pt x="1" y="20"/>
                  </a:lnTo>
                  <a:lnTo>
                    <a:pt x="20" y="20"/>
                  </a:lnTo>
                  <a:lnTo>
                    <a:pt x="99"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7" name="Google Shape;3977;p15"/>
            <p:cNvSpPr/>
            <p:nvPr/>
          </p:nvSpPr>
          <p:spPr>
            <a:xfrm>
              <a:off x="-1356600" y="3901525"/>
              <a:ext cx="2000" cy="525"/>
            </a:xfrm>
            <a:custGeom>
              <a:rect b="b" l="l" r="r" t="t"/>
              <a:pathLst>
                <a:path extrusionOk="0" h="21" w="80">
                  <a:moveTo>
                    <a:pt x="1" y="20"/>
                  </a:moveTo>
                  <a:lnTo>
                    <a:pt x="1" y="20"/>
                  </a:lnTo>
                  <a:lnTo>
                    <a:pt x="80" y="1"/>
                  </a:lnTo>
                  <a:lnTo>
                    <a:pt x="80"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8" name="Google Shape;3978;p15"/>
            <p:cNvSpPr/>
            <p:nvPr/>
          </p:nvSpPr>
          <p:spPr>
            <a:xfrm>
              <a:off x="-1395600" y="3860050"/>
              <a:ext cx="43975" cy="52850"/>
            </a:xfrm>
            <a:custGeom>
              <a:rect b="b" l="l" r="r" t="t"/>
              <a:pathLst>
                <a:path extrusionOk="0" h="2114" w="1759">
                  <a:moveTo>
                    <a:pt x="1225" y="573"/>
                  </a:moveTo>
                  <a:lnTo>
                    <a:pt x="1225" y="593"/>
                  </a:lnTo>
                  <a:lnTo>
                    <a:pt x="1284" y="593"/>
                  </a:lnTo>
                  <a:lnTo>
                    <a:pt x="1245" y="573"/>
                  </a:lnTo>
                  <a:close/>
                  <a:moveTo>
                    <a:pt x="60" y="1126"/>
                  </a:moveTo>
                  <a:lnTo>
                    <a:pt x="60" y="1146"/>
                  </a:lnTo>
                  <a:lnTo>
                    <a:pt x="80" y="1126"/>
                  </a:lnTo>
                  <a:close/>
                  <a:moveTo>
                    <a:pt x="80" y="1146"/>
                  </a:moveTo>
                  <a:lnTo>
                    <a:pt x="1" y="1185"/>
                  </a:lnTo>
                  <a:lnTo>
                    <a:pt x="20" y="1185"/>
                  </a:lnTo>
                  <a:lnTo>
                    <a:pt x="1" y="1205"/>
                  </a:lnTo>
                  <a:lnTo>
                    <a:pt x="1" y="1225"/>
                  </a:lnTo>
                  <a:lnTo>
                    <a:pt x="20" y="1205"/>
                  </a:lnTo>
                  <a:lnTo>
                    <a:pt x="60" y="1185"/>
                  </a:lnTo>
                  <a:lnTo>
                    <a:pt x="60" y="1185"/>
                  </a:lnTo>
                  <a:lnTo>
                    <a:pt x="40" y="1205"/>
                  </a:lnTo>
                  <a:lnTo>
                    <a:pt x="139" y="1166"/>
                  </a:lnTo>
                  <a:lnTo>
                    <a:pt x="99" y="1166"/>
                  </a:lnTo>
                  <a:lnTo>
                    <a:pt x="119" y="1146"/>
                  </a:lnTo>
                  <a:close/>
                  <a:moveTo>
                    <a:pt x="1284" y="1205"/>
                  </a:moveTo>
                  <a:lnTo>
                    <a:pt x="1253" y="1213"/>
                  </a:lnTo>
                  <a:lnTo>
                    <a:pt x="1253" y="1213"/>
                  </a:lnTo>
                  <a:lnTo>
                    <a:pt x="1265" y="1225"/>
                  </a:lnTo>
                  <a:lnTo>
                    <a:pt x="1284" y="1205"/>
                  </a:lnTo>
                  <a:close/>
                  <a:moveTo>
                    <a:pt x="218" y="1264"/>
                  </a:moveTo>
                  <a:lnTo>
                    <a:pt x="198" y="1284"/>
                  </a:lnTo>
                  <a:lnTo>
                    <a:pt x="238" y="1264"/>
                  </a:lnTo>
                  <a:close/>
                  <a:moveTo>
                    <a:pt x="1620" y="1363"/>
                  </a:moveTo>
                  <a:lnTo>
                    <a:pt x="1581" y="1383"/>
                  </a:lnTo>
                  <a:lnTo>
                    <a:pt x="1633" y="1370"/>
                  </a:lnTo>
                  <a:lnTo>
                    <a:pt x="1633" y="1370"/>
                  </a:lnTo>
                  <a:lnTo>
                    <a:pt x="1640" y="1363"/>
                  </a:lnTo>
                  <a:close/>
                  <a:moveTo>
                    <a:pt x="1699" y="1403"/>
                  </a:moveTo>
                  <a:lnTo>
                    <a:pt x="1640" y="1423"/>
                  </a:lnTo>
                  <a:lnTo>
                    <a:pt x="1660" y="1423"/>
                  </a:lnTo>
                  <a:lnTo>
                    <a:pt x="1719" y="1403"/>
                  </a:lnTo>
                  <a:close/>
                  <a:moveTo>
                    <a:pt x="376" y="1423"/>
                  </a:moveTo>
                  <a:lnTo>
                    <a:pt x="356" y="1442"/>
                  </a:lnTo>
                  <a:lnTo>
                    <a:pt x="336" y="1442"/>
                  </a:lnTo>
                  <a:lnTo>
                    <a:pt x="376" y="1423"/>
                  </a:lnTo>
                  <a:close/>
                  <a:moveTo>
                    <a:pt x="336" y="1502"/>
                  </a:moveTo>
                  <a:lnTo>
                    <a:pt x="297" y="1521"/>
                  </a:lnTo>
                  <a:lnTo>
                    <a:pt x="317" y="1521"/>
                  </a:lnTo>
                  <a:lnTo>
                    <a:pt x="336" y="1502"/>
                  </a:lnTo>
                  <a:close/>
                  <a:moveTo>
                    <a:pt x="1541" y="1581"/>
                  </a:moveTo>
                  <a:lnTo>
                    <a:pt x="1541" y="1590"/>
                  </a:lnTo>
                  <a:lnTo>
                    <a:pt x="1541" y="1590"/>
                  </a:lnTo>
                  <a:lnTo>
                    <a:pt x="1561" y="1581"/>
                  </a:lnTo>
                  <a:close/>
                  <a:moveTo>
                    <a:pt x="613" y="1640"/>
                  </a:moveTo>
                  <a:lnTo>
                    <a:pt x="633" y="1660"/>
                  </a:lnTo>
                  <a:lnTo>
                    <a:pt x="652" y="1640"/>
                  </a:lnTo>
                  <a:close/>
                  <a:moveTo>
                    <a:pt x="1008" y="1640"/>
                  </a:moveTo>
                  <a:lnTo>
                    <a:pt x="949" y="1660"/>
                  </a:lnTo>
                  <a:lnTo>
                    <a:pt x="968" y="1660"/>
                  </a:lnTo>
                  <a:lnTo>
                    <a:pt x="968" y="1679"/>
                  </a:lnTo>
                  <a:lnTo>
                    <a:pt x="1008" y="1660"/>
                  </a:lnTo>
                  <a:lnTo>
                    <a:pt x="1008" y="1640"/>
                  </a:lnTo>
                  <a:close/>
                  <a:moveTo>
                    <a:pt x="1034" y="1923"/>
                  </a:moveTo>
                  <a:lnTo>
                    <a:pt x="968" y="1956"/>
                  </a:lnTo>
                  <a:lnTo>
                    <a:pt x="889" y="1976"/>
                  </a:lnTo>
                  <a:lnTo>
                    <a:pt x="909" y="1956"/>
                  </a:lnTo>
                  <a:lnTo>
                    <a:pt x="929" y="1936"/>
                  </a:lnTo>
                  <a:lnTo>
                    <a:pt x="968" y="1936"/>
                  </a:lnTo>
                  <a:lnTo>
                    <a:pt x="1034" y="1923"/>
                  </a:lnTo>
                  <a:close/>
                  <a:moveTo>
                    <a:pt x="830" y="2015"/>
                  </a:moveTo>
                  <a:lnTo>
                    <a:pt x="810" y="2035"/>
                  </a:lnTo>
                  <a:lnTo>
                    <a:pt x="830" y="2035"/>
                  </a:lnTo>
                  <a:lnTo>
                    <a:pt x="830" y="2015"/>
                  </a:lnTo>
                  <a:close/>
                  <a:moveTo>
                    <a:pt x="791" y="0"/>
                  </a:moveTo>
                  <a:lnTo>
                    <a:pt x="633" y="198"/>
                  </a:lnTo>
                  <a:lnTo>
                    <a:pt x="475" y="415"/>
                  </a:lnTo>
                  <a:lnTo>
                    <a:pt x="297" y="672"/>
                  </a:lnTo>
                  <a:lnTo>
                    <a:pt x="139" y="968"/>
                  </a:lnTo>
                  <a:lnTo>
                    <a:pt x="178" y="948"/>
                  </a:lnTo>
                  <a:lnTo>
                    <a:pt x="159" y="968"/>
                  </a:lnTo>
                  <a:lnTo>
                    <a:pt x="119" y="968"/>
                  </a:lnTo>
                  <a:lnTo>
                    <a:pt x="99" y="1008"/>
                  </a:lnTo>
                  <a:lnTo>
                    <a:pt x="159" y="1027"/>
                  </a:lnTo>
                  <a:lnTo>
                    <a:pt x="99" y="1047"/>
                  </a:lnTo>
                  <a:lnTo>
                    <a:pt x="40" y="1106"/>
                  </a:lnTo>
                  <a:lnTo>
                    <a:pt x="60" y="1126"/>
                  </a:lnTo>
                  <a:lnTo>
                    <a:pt x="99" y="1106"/>
                  </a:lnTo>
                  <a:lnTo>
                    <a:pt x="159" y="1087"/>
                  </a:lnTo>
                  <a:lnTo>
                    <a:pt x="198" y="1087"/>
                  </a:lnTo>
                  <a:lnTo>
                    <a:pt x="218" y="1106"/>
                  </a:lnTo>
                  <a:lnTo>
                    <a:pt x="238" y="1106"/>
                  </a:lnTo>
                  <a:lnTo>
                    <a:pt x="257" y="1087"/>
                  </a:lnTo>
                  <a:lnTo>
                    <a:pt x="277" y="1087"/>
                  </a:lnTo>
                  <a:lnTo>
                    <a:pt x="277" y="1106"/>
                  </a:lnTo>
                  <a:lnTo>
                    <a:pt x="218" y="1126"/>
                  </a:lnTo>
                  <a:lnTo>
                    <a:pt x="159" y="1146"/>
                  </a:lnTo>
                  <a:lnTo>
                    <a:pt x="198" y="1146"/>
                  </a:lnTo>
                  <a:lnTo>
                    <a:pt x="198" y="1166"/>
                  </a:lnTo>
                  <a:lnTo>
                    <a:pt x="178" y="1166"/>
                  </a:lnTo>
                  <a:lnTo>
                    <a:pt x="99" y="1205"/>
                  </a:lnTo>
                  <a:lnTo>
                    <a:pt x="178" y="1185"/>
                  </a:lnTo>
                  <a:lnTo>
                    <a:pt x="198" y="1185"/>
                  </a:lnTo>
                  <a:lnTo>
                    <a:pt x="159" y="1205"/>
                  </a:lnTo>
                  <a:lnTo>
                    <a:pt x="218" y="1205"/>
                  </a:lnTo>
                  <a:lnTo>
                    <a:pt x="277" y="1185"/>
                  </a:lnTo>
                  <a:lnTo>
                    <a:pt x="356" y="1166"/>
                  </a:lnTo>
                  <a:lnTo>
                    <a:pt x="356" y="1185"/>
                  </a:lnTo>
                  <a:lnTo>
                    <a:pt x="317" y="1205"/>
                  </a:lnTo>
                  <a:lnTo>
                    <a:pt x="356" y="1205"/>
                  </a:lnTo>
                  <a:lnTo>
                    <a:pt x="336" y="1225"/>
                  </a:lnTo>
                  <a:lnTo>
                    <a:pt x="297" y="1245"/>
                  </a:lnTo>
                  <a:lnTo>
                    <a:pt x="297" y="1225"/>
                  </a:lnTo>
                  <a:lnTo>
                    <a:pt x="257" y="1225"/>
                  </a:lnTo>
                  <a:lnTo>
                    <a:pt x="198" y="1245"/>
                  </a:lnTo>
                  <a:lnTo>
                    <a:pt x="178" y="1264"/>
                  </a:lnTo>
                  <a:lnTo>
                    <a:pt x="257" y="1245"/>
                  </a:lnTo>
                  <a:lnTo>
                    <a:pt x="238" y="1264"/>
                  </a:lnTo>
                  <a:lnTo>
                    <a:pt x="257" y="1264"/>
                  </a:lnTo>
                  <a:lnTo>
                    <a:pt x="139" y="1304"/>
                  </a:lnTo>
                  <a:lnTo>
                    <a:pt x="159" y="1304"/>
                  </a:lnTo>
                  <a:lnTo>
                    <a:pt x="139" y="1324"/>
                  </a:lnTo>
                  <a:lnTo>
                    <a:pt x="178" y="1304"/>
                  </a:lnTo>
                  <a:lnTo>
                    <a:pt x="238" y="1304"/>
                  </a:lnTo>
                  <a:lnTo>
                    <a:pt x="218" y="1324"/>
                  </a:lnTo>
                  <a:lnTo>
                    <a:pt x="198" y="1343"/>
                  </a:lnTo>
                  <a:lnTo>
                    <a:pt x="277" y="1324"/>
                  </a:lnTo>
                  <a:lnTo>
                    <a:pt x="238" y="1324"/>
                  </a:lnTo>
                  <a:lnTo>
                    <a:pt x="277" y="1304"/>
                  </a:lnTo>
                  <a:lnTo>
                    <a:pt x="317" y="1304"/>
                  </a:lnTo>
                  <a:lnTo>
                    <a:pt x="336" y="1324"/>
                  </a:lnTo>
                  <a:lnTo>
                    <a:pt x="376" y="1324"/>
                  </a:lnTo>
                  <a:lnTo>
                    <a:pt x="317" y="1343"/>
                  </a:lnTo>
                  <a:lnTo>
                    <a:pt x="238" y="1363"/>
                  </a:lnTo>
                  <a:lnTo>
                    <a:pt x="238" y="1343"/>
                  </a:lnTo>
                  <a:lnTo>
                    <a:pt x="218" y="1363"/>
                  </a:lnTo>
                  <a:lnTo>
                    <a:pt x="277" y="1383"/>
                  </a:lnTo>
                  <a:lnTo>
                    <a:pt x="257" y="1383"/>
                  </a:lnTo>
                  <a:lnTo>
                    <a:pt x="218" y="1423"/>
                  </a:lnTo>
                  <a:lnTo>
                    <a:pt x="257" y="1403"/>
                  </a:lnTo>
                  <a:lnTo>
                    <a:pt x="257" y="1423"/>
                  </a:lnTo>
                  <a:lnTo>
                    <a:pt x="336" y="1403"/>
                  </a:lnTo>
                  <a:lnTo>
                    <a:pt x="336" y="1403"/>
                  </a:lnTo>
                  <a:lnTo>
                    <a:pt x="277" y="1423"/>
                  </a:lnTo>
                  <a:lnTo>
                    <a:pt x="277" y="1442"/>
                  </a:lnTo>
                  <a:lnTo>
                    <a:pt x="238" y="1462"/>
                  </a:lnTo>
                  <a:lnTo>
                    <a:pt x="257" y="1462"/>
                  </a:lnTo>
                  <a:lnTo>
                    <a:pt x="297" y="1452"/>
                  </a:lnTo>
                  <a:lnTo>
                    <a:pt x="297" y="1452"/>
                  </a:lnTo>
                  <a:lnTo>
                    <a:pt x="297" y="1462"/>
                  </a:lnTo>
                  <a:lnTo>
                    <a:pt x="376" y="1462"/>
                  </a:lnTo>
                  <a:lnTo>
                    <a:pt x="396" y="1442"/>
                  </a:lnTo>
                  <a:lnTo>
                    <a:pt x="455" y="1423"/>
                  </a:lnTo>
                  <a:lnTo>
                    <a:pt x="435" y="1442"/>
                  </a:lnTo>
                  <a:lnTo>
                    <a:pt x="396" y="1462"/>
                  </a:lnTo>
                  <a:lnTo>
                    <a:pt x="494" y="1462"/>
                  </a:lnTo>
                  <a:lnTo>
                    <a:pt x="534" y="1442"/>
                  </a:lnTo>
                  <a:lnTo>
                    <a:pt x="475" y="1482"/>
                  </a:lnTo>
                  <a:lnTo>
                    <a:pt x="415" y="1482"/>
                  </a:lnTo>
                  <a:lnTo>
                    <a:pt x="356" y="1521"/>
                  </a:lnTo>
                  <a:lnTo>
                    <a:pt x="356" y="1541"/>
                  </a:lnTo>
                  <a:lnTo>
                    <a:pt x="317" y="1541"/>
                  </a:lnTo>
                  <a:lnTo>
                    <a:pt x="317" y="1561"/>
                  </a:lnTo>
                  <a:lnTo>
                    <a:pt x="435" y="1521"/>
                  </a:lnTo>
                  <a:lnTo>
                    <a:pt x="356" y="1561"/>
                  </a:lnTo>
                  <a:lnTo>
                    <a:pt x="396" y="1561"/>
                  </a:lnTo>
                  <a:lnTo>
                    <a:pt x="475" y="1541"/>
                  </a:lnTo>
                  <a:lnTo>
                    <a:pt x="534" y="1521"/>
                  </a:lnTo>
                  <a:lnTo>
                    <a:pt x="573" y="1521"/>
                  </a:lnTo>
                  <a:lnTo>
                    <a:pt x="613" y="1502"/>
                  </a:lnTo>
                  <a:lnTo>
                    <a:pt x="573" y="1502"/>
                  </a:lnTo>
                  <a:lnTo>
                    <a:pt x="633" y="1482"/>
                  </a:lnTo>
                  <a:lnTo>
                    <a:pt x="652" y="1482"/>
                  </a:lnTo>
                  <a:lnTo>
                    <a:pt x="613" y="1521"/>
                  </a:lnTo>
                  <a:lnTo>
                    <a:pt x="573" y="1541"/>
                  </a:lnTo>
                  <a:lnTo>
                    <a:pt x="435" y="1581"/>
                  </a:lnTo>
                  <a:lnTo>
                    <a:pt x="277" y="1620"/>
                  </a:lnTo>
                  <a:lnTo>
                    <a:pt x="317" y="1640"/>
                  </a:lnTo>
                  <a:lnTo>
                    <a:pt x="297" y="1660"/>
                  </a:lnTo>
                  <a:lnTo>
                    <a:pt x="396" y="1640"/>
                  </a:lnTo>
                  <a:lnTo>
                    <a:pt x="494" y="1600"/>
                  </a:lnTo>
                  <a:lnTo>
                    <a:pt x="494" y="1620"/>
                  </a:lnTo>
                  <a:lnTo>
                    <a:pt x="455" y="1620"/>
                  </a:lnTo>
                  <a:lnTo>
                    <a:pt x="514" y="1640"/>
                  </a:lnTo>
                  <a:lnTo>
                    <a:pt x="593" y="1640"/>
                  </a:lnTo>
                  <a:lnTo>
                    <a:pt x="672" y="1600"/>
                  </a:lnTo>
                  <a:lnTo>
                    <a:pt x="692" y="1620"/>
                  </a:lnTo>
                  <a:lnTo>
                    <a:pt x="712" y="1600"/>
                  </a:lnTo>
                  <a:lnTo>
                    <a:pt x="751" y="1600"/>
                  </a:lnTo>
                  <a:lnTo>
                    <a:pt x="692" y="1620"/>
                  </a:lnTo>
                  <a:lnTo>
                    <a:pt x="692" y="1640"/>
                  </a:lnTo>
                  <a:lnTo>
                    <a:pt x="712" y="1640"/>
                  </a:lnTo>
                  <a:lnTo>
                    <a:pt x="652" y="1660"/>
                  </a:lnTo>
                  <a:lnTo>
                    <a:pt x="613" y="1660"/>
                  </a:lnTo>
                  <a:lnTo>
                    <a:pt x="514" y="1699"/>
                  </a:lnTo>
                  <a:lnTo>
                    <a:pt x="554" y="1699"/>
                  </a:lnTo>
                  <a:lnTo>
                    <a:pt x="613" y="1679"/>
                  </a:lnTo>
                  <a:lnTo>
                    <a:pt x="554" y="1719"/>
                  </a:lnTo>
                  <a:lnTo>
                    <a:pt x="554" y="1739"/>
                  </a:lnTo>
                  <a:lnTo>
                    <a:pt x="455" y="1778"/>
                  </a:lnTo>
                  <a:lnTo>
                    <a:pt x="652" y="1778"/>
                  </a:lnTo>
                  <a:lnTo>
                    <a:pt x="692" y="1758"/>
                  </a:lnTo>
                  <a:lnTo>
                    <a:pt x="712" y="1758"/>
                  </a:lnTo>
                  <a:lnTo>
                    <a:pt x="712" y="1739"/>
                  </a:lnTo>
                  <a:lnTo>
                    <a:pt x="652" y="1739"/>
                  </a:lnTo>
                  <a:lnTo>
                    <a:pt x="692" y="1719"/>
                  </a:lnTo>
                  <a:lnTo>
                    <a:pt x="554" y="1758"/>
                  </a:lnTo>
                  <a:lnTo>
                    <a:pt x="573" y="1739"/>
                  </a:lnTo>
                  <a:lnTo>
                    <a:pt x="593" y="1719"/>
                  </a:lnTo>
                  <a:lnTo>
                    <a:pt x="692" y="1699"/>
                  </a:lnTo>
                  <a:lnTo>
                    <a:pt x="771" y="1699"/>
                  </a:lnTo>
                  <a:lnTo>
                    <a:pt x="791" y="1679"/>
                  </a:lnTo>
                  <a:lnTo>
                    <a:pt x="810" y="1660"/>
                  </a:lnTo>
                  <a:lnTo>
                    <a:pt x="889" y="1620"/>
                  </a:lnTo>
                  <a:lnTo>
                    <a:pt x="1028" y="1600"/>
                  </a:lnTo>
                  <a:lnTo>
                    <a:pt x="968" y="1620"/>
                  </a:lnTo>
                  <a:lnTo>
                    <a:pt x="1067" y="1620"/>
                  </a:lnTo>
                  <a:lnTo>
                    <a:pt x="1008" y="1640"/>
                  </a:lnTo>
                  <a:lnTo>
                    <a:pt x="1087" y="1640"/>
                  </a:lnTo>
                  <a:lnTo>
                    <a:pt x="1166" y="1620"/>
                  </a:lnTo>
                  <a:lnTo>
                    <a:pt x="1146" y="1640"/>
                  </a:lnTo>
                  <a:lnTo>
                    <a:pt x="1067" y="1679"/>
                  </a:lnTo>
                  <a:lnTo>
                    <a:pt x="909" y="1719"/>
                  </a:lnTo>
                  <a:lnTo>
                    <a:pt x="949" y="1719"/>
                  </a:lnTo>
                  <a:lnTo>
                    <a:pt x="731" y="1778"/>
                  </a:lnTo>
                  <a:lnTo>
                    <a:pt x="731" y="1798"/>
                  </a:lnTo>
                  <a:lnTo>
                    <a:pt x="731" y="1818"/>
                  </a:lnTo>
                  <a:lnTo>
                    <a:pt x="593" y="1877"/>
                  </a:lnTo>
                  <a:lnTo>
                    <a:pt x="613" y="1877"/>
                  </a:lnTo>
                  <a:lnTo>
                    <a:pt x="554" y="1916"/>
                  </a:lnTo>
                  <a:lnTo>
                    <a:pt x="613" y="1897"/>
                  </a:lnTo>
                  <a:lnTo>
                    <a:pt x="692" y="1857"/>
                  </a:lnTo>
                  <a:lnTo>
                    <a:pt x="672" y="1877"/>
                  </a:lnTo>
                  <a:lnTo>
                    <a:pt x="692" y="1877"/>
                  </a:lnTo>
                  <a:lnTo>
                    <a:pt x="712" y="1857"/>
                  </a:lnTo>
                  <a:lnTo>
                    <a:pt x="751" y="1837"/>
                  </a:lnTo>
                  <a:lnTo>
                    <a:pt x="850" y="1818"/>
                  </a:lnTo>
                  <a:lnTo>
                    <a:pt x="850" y="1798"/>
                  </a:lnTo>
                  <a:lnTo>
                    <a:pt x="889" y="1778"/>
                  </a:lnTo>
                  <a:lnTo>
                    <a:pt x="889" y="1798"/>
                  </a:lnTo>
                  <a:lnTo>
                    <a:pt x="909" y="1798"/>
                  </a:lnTo>
                  <a:lnTo>
                    <a:pt x="751" y="1857"/>
                  </a:lnTo>
                  <a:lnTo>
                    <a:pt x="791" y="1857"/>
                  </a:lnTo>
                  <a:lnTo>
                    <a:pt x="751" y="1877"/>
                  </a:lnTo>
                  <a:lnTo>
                    <a:pt x="712" y="1897"/>
                  </a:lnTo>
                  <a:lnTo>
                    <a:pt x="692" y="1897"/>
                  </a:lnTo>
                  <a:lnTo>
                    <a:pt x="672" y="1916"/>
                  </a:lnTo>
                  <a:lnTo>
                    <a:pt x="633" y="1916"/>
                  </a:lnTo>
                  <a:lnTo>
                    <a:pt x="613" y="1956"/>
                  </a:lnTo>
                  <a:lnTo>
                    <a:pt x="573" y="1956"/>
                  </a:lnTo>
                  <a:lnTo>
                    <a:pt x="573" y="1976"/>
                  </a:lnTo>
                  <a:lnTo>
                    <a:pt x="672" y="1956"/>
                  </a:lnTo>
                  <a:lnTo>
                    <a:pt x="672" y="1956"/>
                  </a:lnTo>
                  <a:lnTo>
                    <a:pt x="633" y="1976"/>
                  </a:lnTo>
                  <a:lnTo>
                    <a:pt x="573" y="2015"/>
                  </a:lnTo>
                  <a:lnTo>
                    <a:pt x="652" y="1976"/>
                  </a:lnTo>
                  <a:lnTo>
                    <a:pt x="652" y="1995"/>
                  </a:lnTo>
                  <a:lnTo>
                    <a:pt x="692" y="1976"/>
                  </a:lnTo>
                  <a:lnTo>
                    <a:pt x="751" y="1976"/>
                  </a:lnTo>
                  <a:lnTo>
                    <a:pt x="791" y="1956"/>
                  </a:lnTo>
                  <a:lnTo>
                    <a:pt x="850" y="1936"/>
                  </a:lnTo>
                  <a:lnTo>
                    <a:pt x="870" y="1936"/>
                  </a:lnTo>
                  <a:lnTo>
                    <a:pt x="870" y="1956"/>
                  </a:lnTo>
                  <a:lnTo>
                    <a:pt x="672" y="2015"/>
                  </a:lnTo>
                  <a:lnTo>
                    <a:pt x="692" y="2015"/>
                  </a:lnTo>
                  <a:lnTo>
                    <a:pt x="672" y="2035"/>
                  </a:lnTo>
                  <a:lnTo>
                    <a:pt x="731" y="2015"/>
                  </a:lnTo>
                  <a:lnTo>
                    <a:pt x="791" y="1995"/>
                  </a:lnTo>
                  <a:lnTo>
                    <a:pt x="810" y="1995"/>
                  </a:lnTo>
                  <a:lnTo>
                    <a:pt x="810" y="2015"/>
                  </a:lnTo>
                  <a:lnTo>
                    <a:pt x="850" y="1995"/>
                  </a:lnTo>
                  <a:lnTo>
                    <a:pt x="949" y="1976"/>
                  </a:lnTo>
                  <a:lnTo>
                    <a:pt x="909" y="1995"/>
                  </a:lnTo>
                  <a:lnTo>
                    <a:pt x="830" y="2035"/>
                  </a:lnTo>
                  <a:lnTo>
                    <a:pt x="712" y="2094"/>
                  </a:lnTo>
                  <a:lnTo>
                    <a:pt x="731" y="2094"/>
                  </a:lnTo>
                  <a:lnTo>
                    <a:pt x="731" y="2114"/>
                  </a:lnTo>
                  <a:lnTo>
                    <a:pt x="751" y="2094"/>
                  </a:lnTo>
                  <a:lnTo>
                    <a:pt x="791" y="2074"/>
                  </a:lnTo>
                  <a:lnTo>
                    <a:pt x="810" y="2074"/>
                  </a:lnTo>
                  <a:lnTo>
                    <a:pt x="929" y="2055"/>
                  </a:lnTo>
                  <a:lnTo>
                    <a:pt x="929" y="2035"/>
                  </a:lnTo>
                  <a:lnTo>
                    <a:pt x="909" y="2055"/>
                  </a:lnTo>
                  <a:lnTo>
                    <a:pt x="850" y="2055"/>
                  </a:lnTo>
                  <a:lnTo>
                    <a:pt x="909" y="2035"/>
                  </a:lnTo>
                  <a:lnTo>
                    <a:pt x="988" y="2015"/>
                  </a:lnTo>
                  <a:lnTo>
                    <a:pt x="1087" y="1995"/>
                  </a:lnTo>
                  <a:lnTo>
                    <a:pt x="1087" y="1976"/>
                  </a:lnTo>
                  <a:lnTo>
                    <a:pt x="1067" y="1995"/>
                  </a:lnTo>
                  <a:lnTo>
                    <a:pt x="968" y="2015"/>
                  </a:lnTo>
                  <a:lnTo>
                    <a:pt x="909" y="2015"/>
                  </a:lnTo>
                  <a:lnTo>
                    <a:pt x="988" y="1995"/>
                  </a:lnTo>
                  <a:lnTo>
                    <a:pt x="988" y="1976"/>
                  </a:lnTo>
                  <a:lnTo>
                    <a:pt x="1008" y="1956"/>
                  </a:lnTo>
                  <a:lnTo>
                    <a:pt x="1042" y="1921"/>
                  </a:lnTo>
                  <a:lnTo>
                    <a:pt x="1042" y="1921"/>
                  </a:lnTo>
                  <a:lnTo>
                    <a:pt x="1067" y="1916"/>
                  </a:lnTo>
                  <a:lnTo>
                    <a:pt x="1186" y="1877"/>
                  </a:lnTo>
                  <a:lnTo>
                    <a:pt x="1284" y="1877"/>
                  </a:lnTo>
                  <a:lnTo>
                    <a:pt x="1324" y="1857"/>
                  </a:lnTo>
                  <a:lnTo>
                    <a:pt x="1383" y="1837"/>
                  </a:lnTo>
                  <a:lnTo>
                    <a:pt x="1423" y="1818"/>
                  </a:lnTo>
                  <a:lnTo>
                    <a:pt x="1403" y="1818"/>
                  </a:lnTo>
                  <a:lnTo>
                    <a:pt x="1462" y="1798"/>
                  </a:lnTo>
                  <a:lnTo>
                    <a:pt x="1521" y="1798"/>
                  </a:lnTo>
                  <a:lnTo>
                    <a:pt x="1541" y="1778"/>
                  </a:lnTo>
                  <a:lnTo>
                    <a:pt x="1502" y="1778"/>
                  </a:lnTo>
                  <a:lnTo>
                    <a:pt x="1403" y="1798"/>
                  </a:lnTo>
                  <a:lnTo>
                    <a:pt x="1403" y="1778"/>
                  </a:lnTo>
                  <a:lnTo>
                    <a:pt x="1363" y="1778"/>
                  </a:lnTo>
                  <a:lnTo>
                    <a:pt x="1363" y="1758"/>
                  </a:lnTo>
                  <a:lnTo>
                    <a:pt x="1304" y="1778"/>
                  </a:lnTo>
                  <a:lnTo>
                    <a:pt x="1265" y="1758"/>
                  </a:lnTo>
                  <a:lnTo>
                    <a:pt x="1344" y="1758"/>
                  </a:lnTo>
                  <a:lnTo>
                    <a:pt x="1344" y="1739"/>
                  </a:lnTo>
                  <a:lnTo>
                    <a:pt x="1304" y="1739"/>
                  </a:lnTo>
                  <a:lnTo>
                    <a:pt x="1225" y="1758"/>
                  </a:lnTo>
                  <a:lnTo>
                    <a:pt x="1126" y="1798"/>
                  </a:lnTo>
                  <a:lnTo>
                    <a:pt x="1107" y="1798"/>
                  </a:lnTo>
                  <a:lnTo>
                    <a:pt x="1146" y="1778"/>
                  </a:lnTo>
                  <a:lnTo>
                    <a:pt x="1146" y="1758"/>
                  </a:lnTo>
                  <a:lnTo>
                    <a:pt x="1126" y="1758"/>
                  </a:lnTo>
                  <a:lnTo>
                    <a:pt x="1284" y="1719"/>
                  </a:lnTo>
                  <a:lnTo>
                    <a:pt x="1186" y="1719"/>
                  </a:lnTo>
                  <a:lnTo>
                    <a:pt x="1284" y="1699"/>
                  </a:lnTo>
                  <a:lnTo>
                    <a:pt x="1324" y="1699"/>
                  </a:lnTo>
                  <a:lnTo>
                    <a:pt x="1344" y="1719"/>
                  </a:lnTo>
                  <a:lnTo>
                    <a:pt x="1363" y="1719"/>
                  </a:lnTo>
                  <a:lnTo>
                    <a:pt x="1383" y="1699"/>
                  </a:lnTo>
                  <a:lnTo>
                    <a:pt x="1423" y="1719"/>
                  </a:lnTo>
                  <a:lnTo>
                    <a:pt x="1482" y="1679"/>
                  </a:lnTo>
                  <a:lnTo>
                    <a:pt x="1521" y="1660"/>
                  </a:lnTo>
                  <a:lnTo>
                    <a:pt x="1502" y="1660"/>
                  </a:lnTo>
                  <a:lnTo>
                    <a:pt x="1600" y="1620"/>
                  </a:lnTo>
                  <a:lnTo>
                    <a:pt x="1620" y="1620"/>
                  </a:lnTo>
                  <a:lnTo>
                    <a:pt x="1620" y="1640"/>
                  </a:lnTo>
                  <a:lnTo>
                    <a:pt x="1640" y="1620"/>
                  </a:lnTo>
                  <a:lnTo>
                    <a:pt x="1660" y="1620"/>
                  </a:lnTo>
                  <a:lnTo>
                    <a:pt x="1660" y="1600"/>
                  </a:lnTo>
                  <a:lnTo>
                    <a:pt x="1442" y="1640"/>
                  </a:lnTo>
                  <a:lnTo>
                    <a:pt x="1423" y="1640"/>
                  </a:lnTo>
                  <a:lnTo>
                    <a:pt x="1423" y="1620"/>
                  </a:lnTo>
                  <a:lnTo>
                    <a:pt x="1482" y="1620"/>
                  </a:lnTo>
                  <a:lnTo>
                    <a:pt x="1561" y="1600"/>
                  </a:lnTo>
                  <a:lnTo>
                    <a:pt x="1541" y="1600"/>
                  </a:lnTo>
                  <a:lnTo>
                    <a:pt x="1541" y="1590"/>
                  </a:lnTo>
                  <a:lnTo>
                    <a:pt x="1541" y="1590"/>
                  </a:lnTo>
                  <a:lnTo>
                    <a:pt x="1521" y="1600"/>
                  </a:lnTo>
                  <a:lnTo>
                    <a:pt x="1521" y="1581"/>
                  </a:lnTo>
                  <a:lnTo>
                    <a:pt x="1600" y="1541"/>
                  </a:lnTo>
                  <a:lnTo>
                    <a:pt x="1600" y="1561"/>
                  </a:lnTo>
                  <a:lnTo>
                    <a:pt x="1640" y="1541"/>
                  </a:lnTo>
                  <a:lnTo>
                    <a:pt x="1640" y="1561"/>
                  </a:lnTo>
                  <a:lnTo>
                    <a:pt x="1699" y="1541"/>
                  </a:lnTo>
                  <a:lnTo>
                    <a:pt x="1699" y="1521"/>
                  </a:lnTo>
                  <a:lnTo>
                    <a:pt x="1680" y="1521"/>
                  </a:lnTo>
                  <a:lnTo>
                    <a:pt x="1759" y="1502"/>
                  </a:lnTo>
                  <a:lnTo>
                    <a:pt x="1739" y="1482"/>
                  </a:lnTo>
                  <a:lnTo>
                    <a:pt x="1759" y="1462"/>
                  </a:lnTo>
                  <a:lnTo>
                    <a:pt x="1739" y="1442"/>
                  </a:lnTo>
                  <a:lnTo>
                    <a:pt x="1680" y="1462"/>
                  </a:lnTo>
                  <a:lnTo>
                    <a:pt x="1581" y="1462"/>
                  </a:lnTo>
                  <a:lnTo>
                    <a:pt x="1699" y="1442"/>
                  </a:lnTo>
                  <a:lnTo>
                    <a:pt x="1680" y="1442"/>
                  </a:lnTo>
                  <a:lnTo>
                    <a:pt x="1699" y="1423"/>
                  </a:lnTo>
                  <a:lnTo>
                    <a:pt x="1739" y="1403"/>
                  </a:lnTo>
                  <a:lnTo>
                    <a:pt x="1680" y="1423"/>
                  </a:lnTo>
                  <a:lnTo>
                    <a:pt x="1620" y="1442"/>
                  </a:lnTo>
                  <a:lnTo>
                    <a:pt x="1561" y="1462"/>
                  </a:lnTo>
                  <a:lnTo>
                    <a:pt x="1541" y="1442"/>
                  </a:lnTo>
                  <a:lnTo>
                    <a:pt x="1600" y="1423"/>
                  </a:lnTo>
                  <a:lnTo>
                    <a:pt x="1640" y="1423"/>
                  </a:lnTo>
                  <a:lnTo>
                    <a:pt x="1660" y="1383"/>
                  </a:lnTo>
                  <a:lnTo>
                    <a:pt x="1719" y="1363"/>
                  </a:lnTo>
                  <a:lnTo>
                    <a:pt x="1660" y="1363"/>
                  </a:lnTo>
                  <a:lnTo>
                    <a:pt x="1633" y="1370"/>
                  </a:lnTo>
                  <a:lnTo>
                    <a:pt x="1633" y="1370"/>
                  </a:lnTo>
                  <a:lnTo>
                    <a:pt x="1620" y="1383"/>
                  </a:lnTo>
                  <a:lnTo>
                    <a:pt x="1541" y="1403"/>
                  </a:lnTo>
                  <a:lnTo>
                    <a:pt x="1561" y="1363"/>
                  </a:lnTo>
                  <a:lnTo>
                    <a:pt x="1600" y="1343"/>
                  </a:lnTo>
                  <a:lnTo>
                    <a:pt x="1660" y="1343"/>
                  </a:lnTo>
                  <a:lnTo>
                    <a:pt x="1660" y="1324"/>
                  </a:lnTo>
                  <a:lnTo>
                    <a:pt x="1640" y="1324"/>
                  </a:lnTo>
                  <a:lnTo>
                    <a:pt x="1660" y="1304"/>
                  </a:lnTo>
                  <a:lnTo>
                    <a:pt x="1680" y="1284"/>
                  </a:lnTo>
                  <a:lnTo>
                    <a:pt x="1600" y="1304"/>
                  </a:lnTo>
                  <a:lnTo>
                    <a:pt x="1521" y="1324"/>
                  </a:lnTo>
                  <a:lnTo>
                    <a:pt x="1561" y="1304"/>
                  </a:lnTo>
                  <a:lnTo>
                    <a:pt x="1600" y="1304"/>
                  </a:lnTo>
                  <a:lnTo>
                    <a:pt x="1600" y="1284"/>
                  </a:lnTo>
                  <a:lnTo>
                    <a:pt x="1620" y="1284"/>
                  </a:lnTo>
                  <a:lnTo>
                    <a:pt x="1600" y="1264"/>
                  </a:lnTo>
                  <a:lnTo>
                    <a:pt x="1600" y="1264"/>
                  </a:lnTo>
                  <a:lnTo>
                    <a:pt x="1640" y="1245"/>
                  </a:lnTo>
                  <a:lnTo>
                    <a:pt x="1581" y="1245"/>
                  </a:lnTo>
                  <a:lnTo>
                    <a:pt x="1640" y="1225"/>
                  </a:lnTo>
                  <a:lnTo>
                    <a:pt x="1640" y="1205"/>
                  </a:lnTo>
                  <a:lnTo>
                    <a:pt x="1502" y="1205"/>
                  </a:lnTo>
                  <a:lnTo>
                    <a:pt x="1600" y="1185"/>
                  </a:lnTo>
                  <a:lnTo>
                    <a:pt x="1620" y="1185"/>
                  </a:lnTo>
                  <a:lnTo>
                    <a:pt x="1660" y="1166"/>
                  </a:lnTo>
                  <a:lnTo>
                    <a:pt x="1640" y="1166"/>
                  </a:lnTo>
                  <a:lnTo>
                    <a:pt x="1640" y="1146"/>
                  </a:lnTo>
                  <a:lnTo>
                    <a:pt x="1600" y="1146"/>
                  </a:lnTo>
                  <a:lnTo>
                    <a:pt x="1541" y="1166"/>
                  </a:lnTo>
                  <a:lnTo>
                    <a:pt x="1521" y="1166"/>
                  </a:lnTo>
                  <a:lnTo>
                    <a:pt x="1541" y="1146"/>
                  </a:lnTo>
                  <a:lnTo>
                    <a:pt x="1521" y="1146"/>
                  </a:lnTo>
                  <a:lnTo>
                    <a:pt x="1502" y="1126"/>
                  </a:lnTo>
                  <a:lnTo>
                    <a:pt x="1561" y="1106"/>
                  </a:lnTo>
                  <a:lnTo>
                    <a:pt x="1482" y="1126"/>
                  </a:lnTo>
                  <a:lnTo>
                    <a:pt x="1403" y="1146"/>
                  </a:lnTo>
                  <a:lnTo>
                    <a:pt x="1363" y="1166"/>
                  </a:lnTo>
                  <a:lnTo>
                    <a:pt x="1403" y="1185"/>
                  </a:lnTo>
                  <a:lnTo>
                    <a:pt x="1423" y="1185"/>
                  </a:lnTo>
                  <a:lnTo>
                    <a:pt x="1363" y="1205"/>
                  </a:lnTo>
                  <a:lnTo>
                    <a:pt x="1304" y="1225"/>
                  </a:lnTo>
                  <a:lnTo>
                    <a:pt x="1265" y="1225"/>
                  </a:lnTo>
                  <a:lnTo>
                    <a:pt x="1245" y="1245"/>
                  </a:lnTo>
                  <a:lnTo>
                    <a:pt x="1166" y="1264"/>
                  </a:lnTo>
                  <a:lnTo>
                    <a:pt x="1126" y="1245"/>
                  </a:lnTo>
                  <a:lnTo>
                    <a:pt x="1205" y="1225"/>
                  </a:lnTo>
                  <a:lnTo>
                    <a:pt x="1253" y="1213"/>
                  </a:lnTo>
                  <a:lnTo>
                    <a:pt x="1253" y="1213"/>
                  </a:lnTo>
                  <a:lnTo>
                    <a:pt x="1245" y="1205"/>
                  </a:lnTo>
                  <a:lnTo>
                    <a:pt x="1324" y="1185"/>
                  </a:lnTo>
                  <a:lnTo>
                    <a:pt x="1265" y="1185"/>
                  </a:lnTo>
                  <a:lnTo>
                    <a:pt x="1186" y="1225"/>
                  </a:lnTo>
                  <a:lnTo>
                    <a:pt x="1146" y="1225"/>
                  </a:lnTo>
                  <a:lnTo>
                    <a:pt x="1166" y="1205"/>
                  </a:lnTo>
                  <a:lnTo>
                    <a:pt x="1186" y="1205"/>
                  </a:lnTo>
                  <a:lnTo>
                    <a:pt x="1146" y="1185"/>
                  </a:lnTo>
                  <a:lnTo>
                    <a:pt x="1205" y="1166"/>
                  </a:lnTo>
                  <a:lnTo>
                    <a:pt x="1205" y="1166"/>
                  </a:lnTo>
                  <a:lnTo>
                    <a:pt x="1186" y="1185"/>
                  </a:lnTo>
                  <a:lnTo>
                    <a:pt x="1225" y="1185"/>
                  </a:lnTo>
                  <a:lnTo>
                    <a:pt x="1284" y="1166"/>
                  </a:lnTo>
                  <a:lnTo>
                    <a:pt x="1344" y="1146"/>
                  </a:lnTo>
                  <a:lnTo>
                    <a:pt x="1403" y="1126"/>
                  </a:lnTo>
                  <a:lnTo>
                    <a:pt x="1521" y="1106"/>
                  </a:lnTo>
                  <a:lnTo>
                    <a:pt x="1521" y="1087"/>
                  </a:lnTo>
                  <a:lnTo>
                    <a:pt x="1541" y="1067"/>
                  </a:lnTo>
                  <a:lnTo>
                    <a:pt x="1502" y="1067"/>
                  </a:lnTo>
                  <a:lnTo>
                    <a:pt x="1502" y="1047"/>
                  </a:lnTo>
                  <a:lnTo>
                    <a:pt x="1502" y="1027"/>
                  </a:lnTo>
                  <a:lnTo>
                    <a:pt x="1442" y="1027"/>
                  </a:lnTo>
                  <a:lnTo>
                    <a:pt x="1521" y="988"/>
                  </a:lnTo>
                  <a:lnTo>
                    <a:pt x="1521" y="968"/>
                  </a:lnTo>
                  <a:lnTo>
                    <a:pt x="1462" y="968"/>
                  </a:lnTo>
                  <a:lnTo>
                    <a:pt x="1403" y="948"/>
                  </a:lnTo>
                  <a:lnTo>
                    <a:pt x="1383" y="948"/>
                  </a:lnTo>
                  <a:lnTo>
                    <a:pt x="1383" y="929"/>
                  </a:lnTo>
                  <a:lnTo>
                    <a:pt x="1442" y="929"/>
                  </a:lnTo>
                  <a:lnTo>
                    <a:pt x="1442" y="909"/>
                  </a:lnTo>
                  <a:lnTo>
                    <a:pt x="1403" y="929"/>
                  </a:lnTo>
                  <a:lnTo>
                    <a:pt x="1403" y="929"/>
                  </a:lnTo>
                  <a:lnTo>
                    <a:pt x="1442" y="889"/>
                  </a:lnTo>
                  <a:lnTo>
                    <a:pt x="1403" y="889"/>
                  </a:lnTo>
                  <a:lnTo>
                    <a:pt x="1442" y="850"/>
                  </a:lnTo>
                  <a:lnTo>
                    <a:pt x="1403" y="850"/>
                  </a:lnTo>
                  <a:lnTo>
                    <a:pt x="1324" y="869"/>
                  </a:lnTo>
                  <a:lnTo>
                    <a:pt x="1423" y="830"/>
                  </a:lnTo>
                  <a:lnTo>
                    <a:pt x="1344" y="790"/>
                  </a:lnTo>
                  <a:lnTo>
                    <a:pt x="1304" y="731"/>
                  </a:lnTo>
                  <a:lnTo>
                    <a:pt x="1324" y="731"/>
                  </a:lnTo>
                  <a:lnTo>
                    <a:pt x="1304" y="711"/>
                  </a:lnTo>
                  <a:lnTo>
                    <a:pt x="1265" y="692"/>
                  </a:lnTo>
                  <a:lnTo>
                    <a:pt x="1225" y="692"/>
                  </a:lnTo>
                  <a:lnTo>
                    <a:pt x="1225" y="672"/>
                  </a:lnTo>
                  <a:lnTo>
                    <a:pt x="1186" y="672"/>
                  </a:lnTo>
                  <a:lnTo>
                    <a:pt x="1107" y="692"/>
                  </a:lnTo>
                  <a:lnTo>
                    <a:pt x="1008" y="731"/>
                  </a:lnTo>
                  <a:lnTo>
                    <a:pt x="988" y="731"/>
                  </a:lnTo>
                  <a:lnTo>
                    <a:pt x="1028" y="711"/>
                  </a:lnTo>
                  <a:lnTo>
                    <a:pt x="1067" y="692"/>
                  </a:lnTo>
                  <a:lnTo>
                    <a:pt x="1067" y="672"/>
                  </a:lnTo>
                  <a:lnTo>
                    <a:pt x="1166" y="652"/>
                  </a:lnTo>
                  <a:lnTo>
                    <a:pt x="1245" y="632"/>
                  </a:lnTo>
                  <a:lnTo>
                    <a:pt x="1166" y="632"/>
                  </a:lnTo>
                  <a:lnTo>
                    <a:pt x="1166" y="613"/>
                  </a:lnTo>
                  <a:lnTo>
                    <a:pt x="1166" y="593"/>
                  </a:lnTo>
                  <a:lnTo>
                    <a:pt x="1205" y="593"/>
                  </a:lnTo>
                  <a:lnTo>
                    <a:pt x="1225" y="573"/>
                  </a:lnTo>
                  <a:lnTo>
                    <a:pt x="1245" y="553"/>
                  </a:lnTo>
                  <a:lnTo>
                    <a:pt x="1245" y="553"/>
                  </a:lnTo>
                  <a:lnTo>
                    <a:pt x="1186" y="573"/>
                  </a:lnTo>
                  <a:lnTo>
                    <a:pt x="1107" y="573"/>
                  </a:lnTo>
                  <a:lnTo>
                    <a:pt x="1186" y="553"/>
                  </a:lnTo>
                  <a:lnTo>
                    <a:pt x="1107" y="553"/>
                  </a:lnTo>
                  <a:lnTo>
                    <a:pt x="1126" y="534"/>
                  </a:lnTo>
                  <a:lnTo>
                    <a:pt x="1186" y="494"/>
                  </a:lnTo>
                  <a:lnTo>
                    <a:pt x="1166" y="494"/>
                  </a:lnTo>
                  <a:lnTo>
                    <a:pt x="1166" y="455"/>
                  </a:lnTo>
                  <a:lnTo>
                    <a:pt x="1166" y="435"/>
                  </a:lnTo>
                  <a:lnTo>
                    <a:pt x="1186" y="415"/>
                  </a:lnTo>
                  <a:lnTo>
                    <a:pt x="1146" y="395"/>
                  </a:lnTo>
                  <a:lnTo>
                    <a:pt x="1087" y="395"/>
                  </a:lnTo>
                  <a:lnTo>
                    <a:pt x="1067" y="415"/>
                  </a:lnTo>
                  <a:lnTo>
                    <a:pt x="1008" y="435"/>
                  </a:lnTo>
                  <a:lnTo>
                    <a:pt x="968" y="435"/>
                  </a:lnTo>
                  <a:lnTo>
                    <a:pt x="1008" y="415"/>
                  </a:lnTo>
                  <a:lnTo>
                    <a:pt x="1047" y="395"/>
                  </a:lnTo>
                  <a:lnTo>
                    <a:pt x="1087" y="376"/>
                  </a:lnTo>
                  <a:lnTo>
                    <a:pt x="1087" y="356"/>
                  </a:lnTo>
                  <a:lnTo>
                    <a:pt x="1126" y="336"/>
                  </a:lnTo>
                  <a:lnTo>
                    <a:pt x="1107" y="336"/>
                  </a:lnTo>
                  <a:lnTo>
                    <a:pt x="1087" y="316"/>
                  </a:lnTo>
                  <a:lnTo>
                    <a:pt x="1126" y="316"/>
                  </a:lnTo>
                  <a:lnTo>
                    <a:pt x="1107" y="297"/>
                  </a:lnTo>
                  <a:lnTo>
                    <a:pt x="1067" y="316"/>
                  </a:lnTo>
                  <a:lnTo>
                    <a:pt x="988" y="316"/>
                  </a:lnTo>
                  <a:lnTo>
                    <a:pt x="1067" y="297"/>
                  </a:lnTo>
                  <a:lnTo>
                    <a:pt x="1008" y="297"/>
                  </a:lnTo>
                  <a:lnTo>
                    <a:pt x="968" y="316"/>
                  </a:lnTo>
                  <a:lnTo>
                    <a:pt x="988" y="297"/>
                  </a:lnTo>
                  <a:lnTo>
                    <a:pt x="850" y="297"/>
                  </a:lnTo>
                  <a:lnTo>
                    <a:pt x="909" y="277"/>
                  </a:lnTo>
                  <a:lnTo>
                    <a:pt x="889" y="277"/>
                  </a:lnTo>
                  <a:lnTo>
                    <a:pt x="988" y="237"/>
                  </a:lnTo>
                  <a:lnTo>
                    <a:pt x="988" y="257"/>
                  </a:lnTo>
                  <a:lnTo>
                    <a:pt x="968" y="257"/>
                  </a:lnTo>
                  <a:lnTo>
                    <a:pt x="949" y="277"/>
                  </a:lnTo>
                  <a:lnTo>
                    <a:pt x="968" y="277"/>
                  </a:lnTo>
                  <a:lnTo>
                    <a:pt x="1028" y="237"/>
                  </a:lnTo>
                  <a:lnTo>
                    <a:pt x="1067" y="218"/>
                  </a:lnTo>
                  <a:lnTo>
                    <a:pt x="1067" y="198"/>
                  </a:lnTo>
                  <a:lnTo>
                    <a:pt x="1047" y="178"/>
                  </a:lnTo>
                  <a:lnTo>
                    <a:pt x="1008" y="158"/>
                  </a:lnTo>
                  <a:lnTo>
                    <a:pt x="988" y="139"/>
                  </a:lnTo>
                  <a:lnTo>
                    <a:pt x="1028" y="99"/>
                  </a:lnTo>
                  <a:lnTo>
                    <a:pt x="1008" y="79"/>
                  </a:lnTo>
                  <a:lnTo>
                    <a:pt x="1008" y="60"/>
                  </a:lnTo>
                  <a:lnTo>
                    <a:pt x="988" y="40"/>
                  </a:lnTo>
                  <a:lnTo>
                    <a:pt x="929" y="40"/>
                  </a:lnTo>
                  <a:lnTo>
                    <a:pt x="988" y="20"/>
                  </a:lnTo>
                  <a:lnTo>
                    <a:pt x="870" y="20"/>
                  </a:lnTo>
                  <a:lnTo>
                    <a:pt x="83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9" name="Google Shape;3979;p15"/>
            <p:cNvSpPr/>
            <p:nvPr/>
          </p:nvSpPr>
          <p:spPr>
            <a:xfrm>
              <a:off x="-1362025" y="3906950"/>
              <a:ext cx="525" cy="525"/>
            </a:xfrm>
            <a:custGeom>
              <a:rect b="b" l="l" r="r" t="t"/>
              <a:pathLst>
                <a:path extrusionOk="0" h="21" w="21">
                  <a:moveTo>
                    <a:pt x="20" y="1"/>
                  </a:moveTo>
                  <a:lnTo>
                    <a:pt x="20" y="1"/>
                  </a:lnTo>
                  <a:lnTo>
                    <a:pt x="20" y="1"/>
                  </a:lnTo>
                  <a:lnTo>
                    <a:pt x="1" y="21"/>
                  </a:lnTo>
                  <a:lnTo>
                    <a:pt x="1" y="2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0" name="Google Shape;3980;p15"/>
            <p:cNvSpPr/>
            <p:nvPr/>
          </p:nvSpPr>
          <p:spPr>
            <a:xfrm>
              <a:off x="-1375850" y="3911900"/>
              <a:ext cx="525" cy="25"/>
            </a:xfrm>
            <a:custGeom>
              <a:rect b="b" l="l" r="r" t="t"/>
              <a:pathLst>
                <a:path extrusionOk="0" h="1"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1" name="Google Shape;3981;p15"/>
            <p:cNvSpPr/>
            <p:nvPr/>
          </p:nvSpPr>
          <p:spPr>
            <a:xfrm>
              <a:off x="-1318575" y="400077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2" name="Google Shape;3982;p15"/>
            <p:cNvSpPr/>
            <p:nvPr/>
          </p:nvSpPr>
          <p:spPr>
            <a:xfrm>
              <a:off x="-1317575" y="3999800"/>
              <a:ext cx="25" cy="25"/>
            </a:xfrm>
            <a:custGeom>
              <a:rect b="b" l="l" r="r" t="t"/>
              <a:pathLst>
                <a:path extrusionOk="0" h="1" w="1">
                  <a:moveTo>
                    <a:pt x="0" y="0"/>
                  </a:moveTo>
                  <a:lnTo>
                    <a:pt x="0" y="0"/>
                  </a:ln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3" name="Google Shape;3983;p15"/>
            <p:cNvSpPr/>
            <p:nvPr/>
          </p:nvSpPr>
          <p:spPr>
            <a:xfrm>
              <a:off x="-1323500" y="3961275"/>
              <a:ext cx="57300" cy="48900"/>
            </a:xfrm>
            <a:custGeom>
              <a:rect b="b" l="l" r="r" t="t"/>
              <a:pathLst>
                <a:path extrusionOk="0" h="1956" w="2292">
                  <a:moveTo>
                    <a:pt x="1699" y="60"/>
                  </a:moveTo>
                  <a:lnTo>
                    <a:pt x="1699" y="60"/>
                  </a:lnTo>
                  <a:lnTo>
                    <a:pt x="1699" y="60"/>
                  </a:lnTo>
                  <a:close/>
                  <a:moveTo>
                    <a:pt x="1758" y="1"/>
                  </a:moveTo>
                  <a:lnTo>
                    <a:pt x="1758" y="40"/>
                  </a:lnTo>
                  <a:lnTo>
                    <a:pt x="1778" y="60"/>
                  </a:lnTo>
                  <a:lnTo>
                    <a:pt x="1778" y="99"/>
                  </a:lnTo>
                  <a:lnTo>
                    <a:pt x="1798" y="99"/>
                  </a:lnTo>
                  <a:lnTo>
                    <a:pt x="1798" y="60"/>
                  </a:lnTo>
                  <a:lnTo>
                    <a:pt x="1778" y="40"/>
                  </a:lnTo>
                  <a:lnTo>
                    <a:pt x="1778" y="1"/>
                  </a:lnTo>
                  <a:close/>
                  <a:moveTo>
                    <a:pt x="929" y="218"/>
                  </a:moveTo>
                  <a:lnTo>
                    <a:pt x="948" y="257"/>
                  </a:lnTo>
                  <a:lnTo>
                    <a:pt x="948" y="297"/>
                  </a:lnTo>
                  <a:lnTo>
                    <a:pt x="929" y="277"/>
                  </a:lnTo>
                  <a:lnTo>
                    <a:pt x="968" y="376"/>
                  </a:lnTo>
                  <a:lnTo>
                    <a:pt x="968" y="336"/>
                  </a:lnTo>
                  <a:lnTo>
                    <a:pt x="988" y="356"/>
                  </a:lnTo>
                  <a:lnTo>
                    <a:pt x="988" y="317"/>
                  </a:lnTo>
                  <a:lnTo>
                    <a:pt x="948" y="238"/>
                  </a:lnTo>
                  <a:lnTo>
                    <a:pt x="929" y="218"/>
                  </a:lnTo>
                  <a:close/>
                  <a:moveTo>
                    <a:pt x="652" y="415"/>
                  </a:moveTo>
                  <a:lnTo>
                    <a:pt x="652" y="455"/>
                  </a:lnTo>
                  <a:lnTo>
                    <a:pt x="672" y="475"/>
                  </a:lnTo>
                  <a:lnTo>
                    <a:pt x="672" y="455"/>
                  </a:lnTo>
                  <a:lnTo>
                    <a:pt x="652" y="415"/>
                  </a:lnTo>
                  <a:close/>
                  <a:moveTo>
                    <a:pt x="593" y="494"/>
                  </a:moveTo>
                  <a:lnTo>
                    <a:pt x="593" y="514"/>
                  </a:lnTo>
                  <a:lnTo>
                    <a:pt x="613" y="534"/>
                  </a:lnTo>
                  <a:lnTo>
                    <a:pt x="613" y="534"/>
                  </a:lnTo>
                  <a:lnTo>
                    <a:pt x="593" y="494"/>
                  </a:lnTo>
                  <a:close/>
                  <a:moveTo>
                    <a:pt x="652" y="494"/>
                  </a:moveTo>
                  <a:lnTo>
                    <a:pt x="652" y="514"/>
                  </a:lnTo>
                  <a:lnTo>
                    <a:pt x="652" y="534"/>
                  </a:lnTo>
                  <a:lnTo>
                    <a:pt x="672" y="514"/>
                  </a:lnTo>
                  <a:lnTo>
                    <a:pt x="652" y="494"/>
                  </a:lnTo>
                  <a:close/>
                  <a:moveTo>
                    <a:pt x="139" y="751"/>
                  </a:moveTo>
                  <a:lnTo>
                    <a:pt x="139" y="771"/>
                  </a:lnTo>
                  <a:lnTo>
                    <a:pt x="158" y="771"/>
                  </a:lnTo>
                  <a:lnTo>
                    <a:pt x="139" y="751"/>
                  </a:lnTo>
                  <a:close/>
                  <a:moveTo>
                    <a:pt x="79" y="988"/>
                  </a:moveTo>
                  <a:lnTo>
                    <a:pt x="79" y="1008"/>
                  </a:lnTo>
                  <a:lnTo>
                    <a:pt x="99" y="1028"/>
                  </a:lnTo>
                  <a:lnTo>
                    <a:pt x="79" y="988"/>
                  </a:lnTo>
                  <a:close/>
                  <a:moveTo>
                    <a:pt x="2173" y="1047"/>
                  </a:moveTo>
                  <a:lnTo>
                    <a:pt x="2193" y="1087"/>
                  </a:lnTo>
                  <a:lnTo>
                    <a:pt x="2193" y="1047"/>
                  </a:lnTo>
                  <a:close/>
                  <a:moveTo>
                    <a:pt x="415" y="1146"/>
                  </a:moveTo>
                  <a:lnTo>
                    <a:pt x="415" y="1166"/>
                  </a:lnTo>
                  <a:lnTo>
                    <a:pt x="422" y="1166"/>
                  </a:lnTo>
                  <a:lnTo>
                    <a:pt x="415" y="1146"/>
                  </a:lnTo>
                  <a:close/>
                  <a:moveTo>
                    <a:pt x="435" y="1146"/>
                  </a:moveTo>
                  <a:lnTo>
                    <a:pt x="435" y="1166"/>
                  </a:lnTo>
                  <a:lnTo>
                    <a:pt x="422" y="1166"/>
                  </a:lnTo>
                  <a:lnTo>
                    <a:pt x="435" y="1205"/>
                  </a:lnTo>
                  <a:lnTo>
                    <a:pt x="450" y="1191"/>
                  </a:lnTo>
                  <a:lnTo>
                    <a:pt x="435" y="1146"/>
                  </a:lnTo>
                  <a:close/>
                  <a:moveTo>
                    <a:pt x="455" y="1186"/>
                  </a:moveTo>
                  <a:lnTo>
                    <a:pt x="450" y="1191"/>
                  </a:lnTo>
                  <a:lnTo>
                    <a:pt x="455" y="1205"/>
                  </a:lnTo>
                  <a:lnTo>
                    <a:pt x="455" y="1186"/>
                  </a:lnTo>
                  <a:close/>
                  <a:moveTo>
                    <a:pt x="455" y="1205"/>
                  </a:moveTo>
                  <a:lnTo>
                    <a:pt x="455" y="1205"/>
                  </a:lnTo>
                  <a:lnTo>
                    <a:pt x="455" y="1205"/>
                  </a:lnTo>
                  <a:close/>
                  <a:moveTo>
                    <a:pt x="107" y="1186"/>
                  </a:moveTo>
                  <a:lnTo>
                    <a:pt x="119" y="1245"/>
                  </a:lnTo>
                  <a:lnTo>
                    <a:pt x="139" y="1265"/>
                  </a:lnTo>
                  <a:lnTo>
                    <a:pt x="107" y="1186"/>
                  </a:lnTo>
                  <a:close/>
                  <a:moveTo>
                    <a:pt x="1660" y="1344"/>
                  </a:moveTo>
                  <a:lnTo>
                    <a:pt x="1660" y="1344"/>
                  </a:lnTo>
                  <a:lnTo>
                    <a:pt x="1660" y="1344"/>
                  </a:lnTo>
                  <a:close/>
                  <a:moveTo>
                    <a:pt x="845" y="1462"/>
                  </a:moveTo>
                  <a:lnTo>
                    <a:pt x="850" y="1482"/>
                  </a:lnTo>
                  <a:lnTo>
                    <a:pt x="869" y="1561"/>
                  </a:lnTo>
                  <a:lnTo>
                    <a:pt x="869" y="1561"/>
                  </a:lnTo>
                  <a:lnTo>
                    <a:pt x="850" y="1462"/>
                  </a:lnTo>
                  <a:close/>
                  <a:moveTo>
                    <a:pt x="198" y="1581"/>
                  </a:moveTo>
                  <a:lnTo>
                    <a:pt x="208" y="1600"/>
                  </a:lnTo>
                  <a:lnTo>
                    <a:pt x="198" y="1581"/>
                  </a:lnTo>
                  <a:close/>
                  <a:moveTo>
                    <a:pt x="208" y="1600"/>
                  </a:moveTo>
                  <a:lnTo>
                    <a:pt x="208" y="1600"/>
                  </a:lnTo>
                  <a:lnTo>
                    <a:pt x="208" y="1600"/>
                  </a:lnTo>
                  <a:close/>
                  <a:moveTo>
                    <a:pt x="208" y="1600"/>
                  </a:moveTo>
                  <a:lnTo>
                    <a:pt x="218" y="1620"/>
                  </a:lnTo>
                  <a:lnTo>
                    <a:pt x="208" y="1600"/>
                  </a:lnTo>
                  <a:close/>
                  <a:moveTo>
                    <a:pt x="316" y="1719"/>
                  </a:moveTo>
                  <a:lnTo>
                    <a:pt x="316" y="1739"/>
                  </a:lnTo>
                  <a:lnTo>
                    <a:pt x="336" y="1798"/>
                  </a:lnTo>
                  <a:lnTo>
                    <a:pt x="316" y="1719"/>
                  </a:lnTo>
                  <a:close/>
                  <a:moveTo>
                    <a:pt x="395" y="1600"/>
                  </a:moveTo>
                  <a:lnTo>
                    <a:pt x="395" y="1620"/>
                  </a:lnTo>
                  <a:lnTo>
                    <a:pt x="415" y="1699"/>
                  </a:lnTo>
                  <a:lnTo>
                    <a:pt x="435" y="1837"/>
                  </a:lnTo>
                  <a:lnTo>
                    <a:pt x="435" y="1739"/>
                  </a:lnTo>
                  <a:lnTo>
                    <a:pt x="395" y="1600"/>
                  </a:lnTo>
                  <a:close/>
                  <a:moveTo>
                    <a:pt x="711" y="1837"/>
                  </a:moveTo>
                  <a:lnTo>
                    <a:pt x="731" y="1857"/>
                  </a:lnTo>
                  <a:lnTo>
                    <a:pt x="731" y="1837"/>
                  </a:lnTo>
                  <a:close/>
                  <a:moveTo>
                    <a:pt x="60" y="1126"/>
                  </a:moveTo>
                  <a:lnTo>
                    <a:pt x="60" y="1166"/>
                  </a:lnTo>
                  <a:lnTo>
                    <a:pt x="79" y="1245"/>
                  </a:lnTo>
                  <a:lnTo>
                    <a:pt x="60" y="1205"/>
                  </a:lnTo>
                  <a:lnTo>
                    <a:pt x="60" y="1186"/>
                  </a:lnTo>
                  <a:lnTo>
                    <a:pt x="40" y="1186"/>
                  </a:lnTo>
                  <a:lnTo>
                    <a:pt x="40" y="1205"/>
                  </a:lnTo>
                  <a:lnTo>
                    <a:pt x="60" y="1245"/>
                  </a:lnTo>
                  <a:lnTo>
                    <a:pt x="79" y="1344"/>
                  </a:lnTo>
                  <a:lnTo>
                    <a:pt x="99" y="1344"/>
                  </a:lnTo>
                  <a:lnTo>
                    <a:pt x="99" y="1383"/>
                  </a:lnTo>
                  <a:lnTo>
                    <a:pt x="158" y="1482"/>
                  </a:lnTo>
                  <a:lnTo>
                    <a:pt x="158" y="1521"/>
                  </a:lnTo>
                  <a:lnTo>
                    <a:pt x="178" y="1521"/>
                  </a:lnTo>
                  <a:lnTo>
                    <a:pt x="178" y="1482"/>
                  </a:lnTo>
                  <a:lnTo>
                    <a:pt x="198" y="1541"/>
                  </a:lnTo>
                  <a:lnTo>
                    <a:pt x="198" y="1521"/>
                  </a:lnTo>
                  <a:lnTo>
                    <a:pt x="218" y="1581"/>
                  </a:lnTo>
                  <a:lnTo>
                    <a:pt x="218" y="1561"/>
                  </a:lnTo>
                  <a:lnTo>
                    <a:pt x="257" y="1679"/>
                  </a:lnTo>
                  <a:lnTo>
                    <a:pt x="237" y="1679"/>
                  </a:lnTo>
                  <a:lnTo>
                    <a:pt x="237" y="1660"/>
                  </a:lnTo>
                  <a:lnTo>
                    <a:pt x="218" y="1620"/>
                  </a:lnTo>
                  <a:lnTo>
                    <a:pt x="218" y="1620"/>
                  </a:lnTo>
                  <a:lnTo>
                    <a:pt x="218" y="1640"/>
                  </a:lnTo>
                  <a:lnTo>
                    <a:pt x="237" y="1719"/>
                  </a:lnTo>
                  <a:lnTo>
                    <a:pt x="237" y="1739"/>
                  </a:lnTo>
                  <a:lnTo>
                    <a:pt x="257" y="1818"/>
                  </a:lnTo>
                  <a:lnTo>
                    <a:pt x="297" y="1897"/>
                  </a:lnTo>
                  <a:lnTo>
                    <a:pt x="257" y="1798"/>
                  </a:lnTo>
                  <a:lnTo>
                    <a:pt x="257" y="1798"/>
                  </a:lnTo>
                  <a:lnTo>
                    <a:pt x="277" y="1818"/>
                  </a:lnTo>
                  <a:lnTo>
                    <a:pt x="297" y="1897"/>
                  </a:lnTo>
                  <a:lnTo>
                    <a:pt x="297" y="1818"/>
                  </a:lnTo>
                  <a:lnTo>
                    <a:pt x="316" y="1837"/>
                  </a:lnTo>
                  <a:lnTo>
                    <a:pt x="316" y="1818"/>
                  </a:lnTo>
                  <a:lnTo>
                    <a:pt x="297" y="1778"/>
                  </a:lnTo>
                  <a:lnTo>
                    <a:pt x="297" y="1739"/>
                  </a:lnTo>
                  <a:lnTo>
                    <a:pt x="277" y="1640"/>
                  </a:lnTo>
                  <a:lnTo>
                    <a:pt x="297" y="1719"/>
                  </a:lnTo>
                  <a:lnTo>
                    <a:pt x="316" y="1778"/>
                  </a:lnTo>
                  <a:lnTo>
                    <a:pt x="316" y="1758"/>
                  </a:lnTo>
                  <a:lnTo>
                    <a:pt x="297" y="1660"/>
                  </a:lnTo>
                  <a:lnTo>
                    <a:pt x="297" y="1600"/>
                  </a:lnTo>
                  <a:lnTo>
                    <a:pt x="277" y="1581"/>
                  </a:lnTo>
                  <a:lnTo>
                    <a:pt x="277" y="1620"/>
                  </a:lnTo>
                  <a:lnTo>
                    <a:pt x="277" y="1620"/>
                  </a:lnTo>
                  <a:lnTo>
                    <a:pt x="257" y="1581"/>
                  </a:lnTo>
                  <a:lnTo>
                    <a:pt x="257" y="1541"/>
                  </a:lnTo>
                  <a:lnTo>
                    <a:pt x="237" y="1541"/>
                  </a:lnTo>
                  <a:lnTo>
                    <a:pt x="257" y="1600"/>
                  </a:lnTo>
                  <a:lnTo>
                    <a:pt x="257" y="1600"/>
                  </a:lnTo>
                  <a:lnTo>
                    <a:pt x="178" y="1442"/>
                  </a:lnTo>
                  <a:lnTo>
                    <a:pt x="139" y="1284"/>
                  </a:lnTo>
                  <a:lnTo>
                    <a:pt x="119" y="1284"/>
                  </a:lnTo>
                  <a:lnTo>
                    <a:pt x="119" y="1324"/>
                  </a:lnTo>
                  <a:lnTo>
                    <a:pt x="60" y="1126"/>
                  </a:lnTo>
                  <a:close/>
                  <a:moveTo>
                    <a:pt x="297" y="1897"/>
                  </a:moveTo>
                  <a:lnTo>
                    <a:pt x="297" y="1897"/>
                  </a:lnTo>
                  <a:lnTo>
                    <a:pt x="297" y="1897"/>
                  </a:lnTo>
                  <a:close/>
                  <a:moveTo>
                    <a:pt x="652" y="1837"/>
                  </a:moveTo>
                  <a:lnTo>
                    <a:pt x="672" y="1916"/>
                  </a:lnTo>
                  <a:lnTo>
                    <a:pt x="657" y="1840"/>
                  </a:lnTo>
                  <a:lnTo>
                    <a:pt x="652" y="1837"/>
                  </a:lnTo>
                  <a:close/>
                  <a:moveTo>
                    <a:pt x="711" y="1916"/>
                  </a:moveTo>
                  <a:lnTo>
                    <a:pt x="711" y="1916"/>
                  </a:lnTo>
                  <a:lnTo>
                    <a:pt x="711" y="1916"/>
                  </a:lnTo>
                  <a:close/>
                  <a:moveTo>
                    <a:pt x="1482" y="1"/>
                  </a:moveTo>
                  <a:lnTo>
                    <a:pt x="1502" y="60"/>
                  </a:lnTo>
                  <a:lnTo>
                    <a:pt x="1502" y="80"/>
                  </a:lnTo>
                  <a:lnTo>
                    <a:pt x="1482" y="60"/>
                  </a:lnTo>
                  <a:lnTo>
                    <a:pt x="1482" y="20"/>
                  </a:lnTo>
                  <a:lnTo>
                    <a:pt x="1462" y="20"/>
                  </a:lnTo>
                  <a:lnTo>
                    <a:pt x="1442" y="80"/>
                  </a:lnTo>
                  <a:lnTo>
                    <a:pt x="1462" y="159"/>
                  </a:lnTo>
                  <a:lnTo>
                    <a:pt x="1462" y="178"/>
                  </a:lnTo>
                  <a:lnTo>
                    <a:pt x="1442" y="159"/>
                  </a:lnTo>
                  <a:lnTo>
                    <a:pt x="1442" y="198"/>
                  </a:lnTo>
                  <a:lnTo>
                    <a:pt x="1442" y="218"/>
                  </a:lnTo>
                  <a:lnTo>
                    <a:pt x="1423" y="198"/>
                  </a:lnTo>
                  <a:lnTo>
                    <a:pt x="1442" y="139"/>
                  </a:lnTo>
                  <a:lnTo>
                    <a:pt x="1423" y="99"/>
                  </a:lnTo>
                  <a:lnTo>
                    <a:pt x="1403" y="99"/>
                  </a:lnTo>
                  <a:lnTo>
                    <a:pt x="1403" y="80"/>
                  </a:lnTo>
                  <a:lnTo>
                    <a:pt x="1383" y="297"/>
                  </a:lnTo>
                  <a:lnTo>
                    <a:pt x="1403" y="415"/>
                  </a:lnTo>
                  <a:lnTo>
                    <a:pt x="1423" y="514"/>
                  </a:lnTo>
                  <a:lnTo>
                    <a:pt x="1403" y="475"/>
                  </a:lnTo>
                  <a:lnTo>
                    <a:pt x="1383" y="435"/>
                  </a:lnTo>
                  <a:lnTo>
                    <a:pt x="1363" y="356"/>
                  </a:lnTo>
                  <a:lnTo>
                    <a:pt x="1383" y="376"/>
                  </a:lnTo>
                  <a:lnTo>
                    <a:pt x="1344" y="218"/>
                  </a:lnTo>
                  <a:lnTo>
                    <a:pt x="1344" y="139"/>
                  </a:lnTo>
                  <a:lnTo>
                    <a:pt x="1324" y="40"/>
                  </a:lnTo>
                  <a:lnTo>
                    <a:pt x="1304" y="60"/>
                  </a:lnTo>
                  <a:lnTo>
                    <a:pt x="1284" y="80"/>
                  </a:lnTo>
                  <a:lnTo>
                    <a:pt x="1284" y="99"/>
                  </a:lnTo>
                  <a:lnTo>
                    <a:pt x="1265" y="80"/>
                  </a:lnTo>
                  <a:lnTo>
                    <a:pt x="1284" y="159"/>
                  </a:lnTo>
                  <a:lnTo>
                    <a:pt x="1284" y="159"/>
                  </a:lnTo>
                  <a:lnTo>
                    <a:pt x="1265" y="139"/>
                  </a:lnTo>
                  <a:lnTo>
                    <a:pt x="1245" y="80"/>
                  </a:lnTo>
                  <a:lnTo>
                    <a:pt x="1245" y="139"/>
                  </a:lnTo>
                  <a:lnTo>
                    <a:pt x="1245" y="218"/>
                  </a:lnTo>
                  <a:lnTo>
                    <a:pt x="1265" y="297"/>
                  </a:lnTo>
                  <a:lnTo>
                    <a:pt x="1265" y="336"/>
                  </a:lnTo>
                  <a:lnTo>
                    <a:pt x="1245" y="336"/>
                  </a:lnTo>
                  <a:lnTo>
                    <a:pt x="1245" y="297"/>
                  </a:lnTo>
                  <a:lnTo>
                    <a:pt x="1245" y="277"/>
                  </a:lnTo>
                  <a:lnTo>
                    <a:pt x="1225" y="317"/>
                  </a:lnTo>
                  <a:lnTo>
                    <a:pt x="1225" y="257"/>
                  </a:lnTo>
                  <a:lnTo>
                    <a:pt x="1225" y="238"/>
                  </a:lnTo>
                  <a:lnTo>
                    <a:pt x="1225" y="218"/>
                  </a:lnTo>
                  <a:lnTo>
                    <a:pt x="1205" y="238"/>
                  </a:lnTo>
                  <a:lnTo>
                    <a:pt x="1205" y="297"/>
                  </a:lnTo>
                  <a:lnTo>
                    <a:pt x="1185" y="297"/>
                  </a:lnTo>
                  <a:lnTo>
                    <a:pt x="1185" y="198"/>
                  </a:lnTo>
                  <a:lnTo>
                    <a:pt x="1185" y="159"/>
                  </a:lnTo>
                  <a:lnTo>
                    <a:pt x="1205" y="218"/>
                  </a:lnTo>
                  <a:lnTo>
                    <a:pt x="1185" y="139"/>
                  </a:lnTo>
                  <a:lnTo>
                    <a:pt x="1205" y="159"/>
                  </a:lnTo>
                  <a:lnTo>
                    <a:pt x="1225" y="159"/>
                  </a:lnTo>
                  <a:lnTo>
                    <a:pt x="1225" y="99"/>
                  </a:lnTo>
                  <a:lnTo>
                    <a:pt x="1225" y="80"/>
                  </a:lnTo>
                  <a:lnTo>
                    <a:pt x="1205" y="80"/>
                  </a:lnTo>
                  <a:lnTo>
                    <a:pt x="1185" y="99"/>
                  </a:lnTo>
                  <a:lnTo>
                    <a:pt x="1166" y="60"/>
                  </a:lnTo>
                  <a:lnTo>
                    <a:pt x="1166" y="159"/>
                  </a:lnTo>
                  <a:lnTo>
                    <a:pt x="1166" y="198"/>
                  </a:lnTo>
                  <a:lnTo>
                    <a:pt x="1146" y="159"/>
                  </a:lnTo>
                  <a:lnTo>
                    <a:pt x="1146" y="257"/>
                  </a:lnTo>
                  <a:lnTo>
                    <a:pt x="1146" y="297"/>
                  </a:lnTo>
                  <a:lnTo>
                    <a:pt x="1166" y="317"/>
                  </a:lnTo>
                  <a:lnTo>
                    <a:pt x="1166" y="356"/>
                  </a:lnTo>
                  <a:lnTo>
                    <a:pt x="1166" y="396"/>
                  </a:lnTo>
                  <a:lnTo>
                    <a:pt x="1146" y="356"/>
                  </a:lnTo>
                  <a:lnTo>
                    <a:pt x="1126" y="178"/>
                  </a:lnTo>
                  <a:lnTo>
                    <a:pt x="1126" y="159"/>
                  </a:lnTo>
                  <a:lnTo>
                    <a:pt x="1106" y="139"/>
                  </a:lnTo>
                  <a:lnTo>
                    <a:pt x="1106" y="139"/>
                  </a:lnTo>
                  <a:lnTo>
                    <a:pt x="1126" y="257"/>
                  </a:lnTo>
                  <a:lnTo>
                    <a:pt x="1126" y="336"/>
                  </a:lnTo>
                  <a:lnTo>
                    <a:pt x="1106" y="415"/>
                  </a:lnTo>
                  <a:lnTo>
                    <a:pt x="1087" y="336"/>
                  </a:lnTo>
                  <a:lnTo>
                    <a:pt x="1106" y="297"/>
                  </a:lnTo>
                  <a:lnTo>
                    <a:pt x="1106" y="238"/>
                  </a:lnTo>
                  <a:lnTo>
                    <a:pt x="1087" y="159"/>
                  </a:lnTo>
                  <a:lnTo>
                    <a:pt x="1087" y="198"/>
                  </a:lnTo>
                  <a:lnTo>
                    <a:pt x="1087" y="238"/>
                  </a:lnTo>
                  <a:lnTo>
                    <a:pt x="1067" y="198"/>
                  </a:lnTo>
                  <a:lnTo>
                    <a:pt x="1047" y="198"/>
                  </a:lnTo>
                  <a:lnTo>
                    <a:pt x="1047" y="238"/>
                  </a:lnTo>
                  <a:lnTo>
                    <a:pt x="1047" y="277"/>
                  </a:lnTo>
                  <a:lnTo>
                    <a:pt x="1027" y="277"/>
                  </a:lnTo>
                  <a:lnTo>
                    <a:pt x="1027" y="297"/>
                  </a:lnTo>
                  <a:lnTo>
                    <a:pt x="988" y="297"/>
                  </a:lnTo>
                  <a:lnTo>
                    <a:pt x="1008" y="336"/>
                  </a:lnTo>
                  <a:lnTo>
                    <a:pt x="1008" y="317"/>
                  </a:lnTo>
                  <a:lnTo>
                    <a:pt x="1027" y="336"/>
                  </a:lnTo>
                  <a:lnTo>
                    <a:pt x="1047" y="396"/>
                  </a:lnTo>
                  <a:lnTo>
                    <a:pt x="1027" y="435"/>
                  </a:lnTo>
                  <a:lnTo>
                    <a:pt x="1027" y="455"/>
                  </a:lnTo>
                  <a:lnTo>
                    <a:pt x="1008" y="475"/>
                  </a:lnTo>
                  <a:lnTo>
                    <a:pt x="1027" y="494"/>
                  </a:lnTo>
                  <a:lnTo>
                    <a:pt x="1008" y="534"/>
                  </a:lnTo>
                  <a:lnTo>
                    <a:pt x="988" y="455"/>
                  </a:lnTo>
                  <a:lnTo>
                    <a:pt x="968" y="475"/>
                  </a:lnTo>
                  <a:lnTo>
                    <a:pt x="968" y="455"/>
                  </a:lnTo>
                  <a:lnTo>
                    <a:pt x="948" y="455"/>
                  </a:lnTo>
                  <a:lnTo>
                    <a:pt x="948" y="415"/>
                  </a:lnTo>
                  <a:lnTo>
                    <a:pt x="929" y="376"/>
                  </a:lnTo>
                  <a:lnTo>
                    <a:pt x="909" y="396"/>
                  </a:lnTo>
                  <a:lnTo>
                    <a:pt x="909" y="455"/>
                  </a:lnTo>
                  <a:lnTo>
                    <a:pt x="929" y="514"/>
                  </a:lnTo>
                  <a:lnTo>
                    <a:pt x="948" y="573"/>
                  </a:lnTo>
                  <a:lnTo>
                    <a:pt x="929" y="573"/>
                  </a:lnTo>
                  <a:lnTo>
                    <a:pt x="929" y="593"/>
                  </a:lnTo>
                  <a:lnTo>
                    <a:pt x="909" y="593"/>
                  </a:lnTo>
                  <a:lnTo>
                    <a:pt x="889" y="554"/>
                  </a:lnTo>
                  <a:lnTo>
                    <a:pt x="869" y="534"/>
                  </a:lnTo>
                  <a:lnTo>
                    <a:pt x="889" y="514"/>
                  </a:lnTo>
                  <a:lnTo>
                    <a:pt x="889" y="494"/>
                  </a:lnTo>
                  <a:lnTo>
                    <a:pt x="869" y="435"/>
                  </a:lnTo>
                  <a:lnTo>
                    <a:pt x="869" y="455"/>
                  </a:lnTo>
                  <a:lnTo>
                    <a:pt x="850" y="415"/>
                  </a:lnTo>
                  <a:lnTo>
                    <a:pt x="850" y="455"/>
                  </a:lnTo>
                  <a:lnTo>
                    <a:pt x="850" y="475"/>
                  </a:lnTo>
                  <a:lnTo>
                    <a:pt x="830" y="356"/>
                  </a:lnTo>
                  <a:lnTo>
                    <a:pt x="830" y="376"/>
                  </a:lnTo>
                  <a:lnTo>
                    <a:pt x="810" y="376"/>
                  </a:lnTo>
                  <a:lnTo>
                    <a:pt x="810" y="396"/>
                  </a:lnTo>
                  <a:lnTo>
                    <a:pt x="810" y="415"/>
                  </a:lnTo>
                  <a:lnTo>
                    <a:pt x="830" y="396"/>
                  </a:lnTo>
                  <a:lnTo>
                    <a:pt x="830" y="435"/>
                  </a:lnTo>
                  <a:lnTo>
                    <a:pt x="810" y="435"/>
                  </a:lnTo>
                  <a:lnTo>
                    <a:pt x="790" y="415"/>
                  </a:lnTo>
                  <a:lnTo>
                    <a:pt x="790" y="475"/>
                  </a:lnTo>
                  <a:lnTo>
                    <a:pt x="810" y="455"/>
                  </a:lnTo>
                  <a:lnTo>
                    <a:pt x="810" y="494"/>
                  </a:lnTo>
                  <a:lnTo>
                    <a:pt x="810" y="514"/>
                  </a:lnTo>
                  <a:lnTo>
                    <a:pt x="790" y="534"/>
                  </a:lnTo>
                  <a:lnTo>
                    <a:pt x="790" y="554"/>
                  </a:lnTo>
                  <a:lnTo>
                    <a:pt x="771" y="593"/>
                  </a:lnTo>
                  <a:lnTo>
                    <a:pt x="771" y="534"/>
                  </a:lnTo>
                  <a:lnTo>
                    <a:pt x="751" y="455"/>
                  </a:lnTo>
                  <a:lnTo>
                    <a:pt x="771" y="455"/>
                  </a:lnTo>
                  <a:lnTo>
                    <a:pt x="771" y="435"/>
                  </a:lnTo>
                  <a:lnTo>
                    <a:pt x="751" y="435"/>
                  </a:lnTo>
                  <a:lnTo>
                    <a:pt x="731" y="494"/>
                  </a:lnTo>
                  <a:lnTo>
                    <a:pt x="731" y="475"/>
                  </a:lnTo>
                  <a:lnTo>
                    <a:pt x="711" y="415"/>
                  </a:lnTo>
                  <a:lnTo>
                    <a:pt x="692" y="376"/>
                  </a:lnTo>
                  <a:lnTo>
                    <a:pt x="672" y="376"/>
                  </a:lnTo>
                  <a:lnTo>
                    <a:pt x="711" y="455"/>
                  </a:lnTo>
                  <a:lnTo>
                    <a:pt x="692" y="475"/>
                  </a:lnTo>
                  <a:lnTo>
                    <a:pt x="711" y="534"/>
                  </a:lnTo>
                  <a:lnTo>
                    <a:pt x="692" y="494"/>
                  </a:lnTo>
                  <a:lnTo>
                    <a:pt x="672" y="475"/>
                  </a:lnTo>
                  <a:lnTo>
                    <a:pt x="672" y="573"/>
                  </a:lnTo>
                  <a:lnTo>
                    <a:pt x="652" y="534"/>
                  </a:lnTo>
                  <a:lnTo>
                    <a:pt x="652" y="573"/>
                  </a:lnTo>
                  <a:lnTo>
                    <a:pt x="672" y="613"/>
                  </a:lnTo>
                  <a:lnTo>
                    <a:pt x="672" y="652"/>
                  </a:lnTo>
                  <a:lnTo>
                    <a:pt x="652" y="633"/>
                  </a:lnTo>
                  <a:lnTo>
                    <a:pt x="632" y="573"/>
                  </a:lnTo>
                  <a:lnTo>
                    <a:pt x="632" y="633"/>
                  </a:lnTo>
                  <a:lnTo>
                    <a:pt x="632" y="652"/>
                  </a:lnTo>
                  <a:lnTo>
                    <a:pt x="652" y="692"/>
                  </a:lnTo>
                  <a:lnTo>
                    <a:pt x="652" y="731"/>
                  </a:lnTo>
                  <a:lnTo>
                    <a:pt x="613" y="672"/>
                  </a:lnTo>
                  <a:lnTo>
                    <a:pt x="613" y="633"/>
                  </a:lnTo>
                  <a:lnTo>
                    <a:pt x="593" y="573"/>
                  </a:lnTo>
                  <a:lnTo>
                    <a:pt x="593" y="554"/>
                  </a:lnTo>
                  <a:lnTo>
                    <a:pt x="573" y="554"/>
                  </a:lnTo>
                  <a:lnTo>
                    <a:pt x="573" y="494"/>
                  </a:lnTo>
                  <a:lnTo>
                    <a:pt x="553" y="514"/>
                  </a:lnTo>
                  <a:lnTo>
                    <a:pt x="573" y="573"/>
                  </a:lnTo>
                  <a:lnTo>
                    <a:pt x="573" y="633"/>
                  </a:lnTo>
                  <a:lnTo>
                    <a:pt x="553" y="554"/>
                  </a:lnTo>
                  <a:lnTo>
                    <a:pt x="534" y="573"/>
                  </a:lnTo>
                  <a:lnTo>
                    <a:pt x="553" y="593"/>
                  </a:lnTo>
                  <a:lnTo>
                    <a:pt x="573" y="672"/>
                  </a:lnTo>
                  <a:lnTo>
                    <a:pt x="593" y="731"/>
                  </a:lnTo>
                  <a:lnTo>
                    <a:pt x="593" y="771"/>
                  </a:lnTo>
                  <a:lnTo>
                    <a:pt x="613" y="830"/>
                  </a:lnTo>
                  <a:lnTo>
                    <a:pt x="613" y="850"/>
                  </a:lnTo>
                  <a:lnTo>
                    <a:pt x="553" y="771"/>
                  </a:lnTo>
                  <a:lnTo>
                    <a:pt x="534" y="633"/>
                  </a:lnTo>
                  <a:lnTo>
                    <a:pt x="494" y="475"/>
                  </a:lnTo>
                  <a:lnTo>
                    <a:pt x="474" y="514"/>
                  </a:lnTo>
                  <a:lnTo>
                    <a:pt x="455" y="494"/>
                  </a:lnTo>
                  <a:lnTo>
                    <a:pt x="474" y="593"/>
                  </a:lnTo>
                  <a:lnTo>
                    <a:pt x="494" y="692"/>
                  </a:lnTo>
                  <a:lnTo>
                    <a:pt x="474" y="672"/>
                  </a:lnTo>
                  <a:lnTo>
                    <a:pt x="474" y="692"/>
                  </a:lnTo>
                  <a:lnTo>
                    <a:pt x="455" y="731"/>
                  </a:lnTo>
                  <a:lnTo>
                    <a:pt x="474" y="791"/>
                  </a:lnTo>
                  <a:lnTo>
                    <a:pt x="494" y="870"/>
                  </a:lnTo>
                  <a:lnTo>
                    <a:pt x="494" y="889"/>
                  </a:lnTo>
                  <a:lnTo>
                    <a:pt x="494" y="949"/>
                  </a:lnTo>
                  <a:lnTo>
                    <a:pt x="474" y="889"/>
                  </a:lnTo>
                  <a:lnTo>
                    <a:pt x="455" y="870"/>
                  </a:lnTo>
                  <a:lnTo>
                    <a:pt x="455" y="909"/>
                  </a:lnTo>
                  <a:lnTo>
                    <a:pt x="435" y="850"/>
                  </a:lnTo>
                  <a:lnTo>
                    <a:pt x="455" y="830"/>
                  </a:lnTo>
                  <a:lnTo>
                    <a:pt x="455" y="810"/>
                  </a:lnTo>
                  <a:lnTo>
                    <a:pt x="435" y="791"/>
                  </a:lnTo>
                  <a:lnTo>
                    <a:pt x="395" y="692"/>
                  </a:lnTo>
                  <a:lnTo>
                    <a:pt x="415" y="751"/>
                  </a:lnTo>
                  <a:lnTo>
                    <a:pt x="415" y="810"/>
                  </a:lnTo>
                  <a:lnTo>
                    <a:pt x="395" y="751"/>
                  </a:lnTo>
                  <a:lnTo>
                    <a:pt x="356" y="751"/>
                  </a:lnTo>
                  <a:lnTo>
                    <a:pt x="316" y="652"/>
                  </a:lnTo>
                  <a:lnTo>
                    <a:pt x="316" y="731"/>
                  </a:lnTo>
                  <a:lnTo>
                    <a:pt x="316" y="791"/>
                  </a:lnTo>
                  <a:lnTo>
                    <a:pt x="336" y="830"/>
                  </a:lnTo>
                  <a:lnTo>
                    <a:pt x="336" y="889"/>
                  </a:lnTo>
                  <a:lnTo>
                    <a:pt x="356" y="909"/>
                  </a:lnTo>
                  <a:lnTo>
                    <a:pt x="356" y="870"/>
                  </a:lnTo>
                  <a:lnTo>
                    <a:pt x="356" y="830"/>
                  </a:lnTo>
                  <a:lnTo>
                    <a:pt x="376" y="870"/>
                  </a:lnTo>
                  <a:lnTo>
                    <a:pt x="356" y="751"/>
                  </a:lnTo>
                  <a:lnTo>
                    <a:pt x="376" y="791"/>
                  </a:lnTo>
                  <a:lnTo>
                    <a:pt x="395" y="889"/>
                  </a:lnTo>
                  <a:lnTo>
                    <a:pt x="395" y="929"/>
                  </a:lnTo>
                  <a:lnTo>
                    <a:pt x="395" y="949"/>
                  </a:lnTo>
                  <a:lnTo>
                    <a:pt x="415" y="988"/>
                  </a:lnTo>
                  <a:lnTo>
                    <a:pt x="435" y="988"/>
                  </a:lnTo>
                  <a:lnTo>
                    <a:pt x="474" y="1087"/>
                  </a:lnTo>
                  <a:lnTo>
                    <a:pt x="494" y="1225"/>
                  </a:lnTo>
                  <a:lnTo>
                    <a:pt x="474" y="1166"/>
                  </a:lnTo>
                  <a:lnTo>
                    <a:pt x="474" y="1265"/>
                  </a:lnTo>
                  <a:lnTo>
                    <a:pt x="455" y="1205"/>
                  </a:lnTo>
                  <a:lnTo>
                    <a:pt x="455" y="1245"/>
                  </a:lnTo>
                  <a:lnTo>
                    <a:pt x="455" y="1284"/>
                  </a:lnTo>
                  <a:lnTo>
                    <a:pt x="474" y="1344"/>
                  </a:lnTo>
                  <a:lnTo>
                    <a:pt x="474" y="1344"/>
                  </a:lnTo>
                  <a:lnTo>
                    <a:pt x="455" y="1324"/>
                  </a:lnTo>
                  <a:lnTo>
                    <a:pt x="435" y="1265"/>
                  </a:lnTo>
                  <a:lnTo>
                    <a:pt x="415" y="1245"/>
                  </a:lnTo>
                  <a:lnTo>
                    <a:pt x="376" y="1107"/>
                  </a:lnTo>
                  <a:lnTo>
                    <a:pt x="376" y="1146"/>
                  </a:lnTo>
                  <a:lnTo>
                    <a:pt x="336" y="929"/>
                  </a:lnTo>
                  <a:lnTo>
                    <a:pt x="297" y="909"/>
                  </a:lnTo>
                  <a:lnTo>
                    <a:pt x="277" y="929"/>
                  </a:lnTo>
                  <a:lnTo>
                    <a:pt x="297" y="1028"/>
                  </a:lnTo>
                  <a:lnTo>
                    <a:pt x="297" y="1047"/>
                  </a:lnTo>
                  <a:lnTo>
                    <a:pt x="316" y="1087"/>
                  </a:lnTo>
                  <a:lnTo>
                    <a:pt x="297" y="1087"/>
                  </a:lnTo>
                  <a:lnTo>
                    <a:pt x="297" y="1107"/>
                  </a:lnTo>
                  <a:lnTo>
                    <a:pt x="257" y="949"/>
                  </a:lnTo>
                  <a:lnTo>
                    <a:pt x="257" y="968"/>
                  </a:lnTo>
                  <a:lnTo>
                    <a:pt x="218" y="929"/>
                  </a:lnTo>
                  <a:lnTo>
                    <a:pt x="218" y="889"/>
                  </a:lnTo>
                  <a:lnTo>
                    <a:pt x="237" y="889"/>
                  </a:lnTo>
                  <a:lnTo>
                    <a:pt x="277" y="929"/>
                  </a:lnTo>
                  <a:lnTo>
                    <a:pt x="277" y="929"/>
                  </a:lnTo>
                  <a:lnTo>
                    <a:pt x="237" y="771"/>
                  </a:lnTo>
                  <a:lnTo>
                    <a:pt x="237" y="810"/>
                  </a:lnTo>
                  <a:lnTo>
                    <a:pt x="218" y="791"/>
                  </a:lnTo>
                  <a:lnTo>
                    <a:pt x="198" y="731"/>
                  </a:lnTo>
                  <a:lnTo>
                    <a:pt x="218" y="810"/>
                  </a:lnTo>
                  <a:lnTo>
                    <a:pt x="237" y="889"/>
                  </a:lnTo>
                  <a:lnTo>
                    <a:pt x="237" y="889"/>
                  </a:lnTo>
                  <a:lnTo>
                    <a:pt x="218" y="870"/>
                  </a:lnTo>
                  <a:lnTo>
                    <a:pt x="198" y="850"/>
                  </a:lnTo>
                  <a:lnTo>
                    <a:pt x="178" y="830"/>
                  </a:lnTo>
                  <a:lnTo>
                    <a:pt x="178" y="810"/>
                  </a:lnTo>
                  <a:lnTo>
                    <a:pt x="158" y="810"/>
                  </a:lnTo>
                  <a:lnTo>
                    <a:pt x="139" y="771"/>
                  </a:lnTo>
                  <a:lnTo>
                    <a:pt x="158" y="870"/>
                  </a:lnTo>
                  <a:lnTo>
                    <a:pt x="119" y="810"/>
                  </a:lnTo>
                  <a:lnTo>
                    <a:pt x="99" y="751"/>
                  </a:lnTo>
                  <a:lnTo>
                    <a:pt x="119" y="830"/>
                  </a:lnTo>
                  <a:lnTo>
                    <a:pt x="119" y="870"/>
                  </a:lnTo>
                  <a:lnTo>
                    <a:pt x="139" y="929"/>
                  </a:lnTo>
                  <a:lnTo>
                    <a:pt x="158" y="988"/>
                  </a:lnTo>
                  <a:lnTo>
                    <a:pt x="158" y="1008"/>
                  </a:lnTo>
                  <a:lnTo>
                    <a:pt x="178" y="1047"/>
                  </a:lnTo>
                  <a:lnTo>
                    <a:pt x="158" y="1047"/>
                  </a:lnTo>
                  <a:lnTo>
                    <a:pt x="99" y="850"/>
                  </a:lnTo>
                  <a:lnTo>
                    <a:pt x="99" y="870"/>
                  </a:lnTo>
                  <a:lnTo>
                    <a:pt x="79" y="870"/>
                  </a:lnTo>
                  <a:lnTo>
                    <a:pt x="99" y="929"/>
                  </a:lnTo>
                  <a:lnTo>
                    <a:pt x="119" y="968"/>
                  </a:lnTo>
                  <a:lnTo>
                    <a:pt x="119" y="988"/>
                  </a:lnTo>
                  <a:lnTo>
                    <a:pt x="99" y="988"/>
                  </a:lnTo>
                  <a:lnTo>
                    <a:pt x="119" y="1028"/>
                  </a:lnTo>
                  <a:lnTo>
                    <a:pt x="139" y="1146"/>
                  </a:lnTo>
                  <a:lnTo>
                    <a:pt x="119" y="1107"/>
                  </a:lnTo>
                  <a:lnTo>
                    <a:pt x="79" y="1008"/>
                  </a:lnTo>
                  <a:lnTo>
                    <a:pt x="20" y="889"/>
                  </a:lnTo>
                  <a:lnTo>
                    <a:pt x="20" y="909"/>
                  </a:lnTo>
                  <a:lnTo>
                    <a:pt x="0" y="909"/>
                  </a:lnTo>
                  <a:lnTo>
                    <a:pt x="20" y="929"/>
                  </a:lnTo>
                  <a:lnTo>
                    <a:pt x="40" y="968"/>
                  </a:lnTo>
                  <a:lnTo>
                    <a:pt x="40" y="988"/>
                  </a:lnTo>
                  <a:lnTo>
                    <a:pt x="79" y="1107"/>
                  </a:lnTo>
                  <a:lnTo>
                    <a:pt x="79" y="1097"/>
                  </a:lnTo>
                  <a:lnTo>
                    <a:pt x="99" y="1166"/>
                  </a:lnTo>
                  <a:lnTo>
                    <a:pt x="107" y="1186"/>
                  </a:lnTo>
                  <a:lnTo>
                    <a:pt x="107" y="1186"/>
                  </a:lnTo>
                  <a:lnTo>
                    <a:pt x="99" y="1146"/>
                  </a:lnTo>
                  <a:lnTo>
                    <a:pt x="99" y="1107"/>
                  </a:lnTo>
                  <a:lnTo>
                    <a:pt x="119" y="1166"/>
                  </a:lnTo>
                  <a:lnTo>
                    <a:pt x="139" y="1166"/>
                  </a:lnTo>
                  <a:lnTo>
                    <a:pt x="158" y="1186"/>
                  </a:lnTo>
                  <a:lnTo>
                    <a:pt x="178" y="1225"/>
                  </a:lnTo>
                  <a:lnTo>
                    <a:pt x="158" y="1146"/>
                  </a:lnTo>
                  <a:lnTo>
                    <a:pt x="139" y="1067"/>
                  </a:lnTo>
                  <a:lnTo>
                    <a:pt x="158" y="1087"/>
                  </a:lnTo>
                  <a:lnTo>
                    <a:pt x="178" y="1126"/>
                  </a:lnTo>
                  <a:lnTo>
                    <a:pt x="178" y="1166"/>
                  </a:lnTo>
                  <a:lnTo>
                    <a:pt x="198" y="1245"/>
                  </a:lnTo>
                  <a:lnTo>
                    <a:pt x="237" y="1383"/>
                  </a:lnTo>
                  <a:lnTo>
                    <a:pt x="237" y="1462"/>
                  </a:lnTo>
                  <a:lnTo>
                    <a:pt x="257" y="1521"/>
                  </a:lnTo>
                  <a:lnTo>
                    <a:pt x="257" y="1502"/>
                  </a:lnTo>
                  <a:lnTo>
                    <a:pt x="297" y="1581"/>
                  </a:lnTo>
                  <a:lnTo>
                    <a:pt x="316" y="1620"/>
                  </a:lnTo>
                  <a:lnTo>
                    <a:pt x="316" y="1660"/>
                  </a:lnTo>
                  <a:lnTo>
                    <a:pt x="336" y="1699"/>
                  </a:lnTo>
                  <a:lnTo>
                    <a:pt x="336" y="1679"/>
                  </a:lnTo>
                  <a:lnTo>
                    <a:pt x="316" y="1581"/>
                  </a:lnTo>
                  <a:lnTo>
                    <a:pt x="336" y="1581"/>
                  </a:lnTo>
                  <a:lnTo>
                    <a:pt x="336" y="1561"/>
                  </a:lnTo>
                  <a:lnTo>
                    <a:pt x="336" y="1541"/>
                  </a:lnTo>
                  <a:lnTo>
                    <a:pt x="356" y="1561"/>
                  </a:lnTo>
                  <a:lnTo>
                    <a:pt x="336" y="1482"/>
                  </a:lnTo>
                  <a:lnTo>
                    <a:pt x="336" y="1462"/>
                  </a:lnTo>
                  <a:lnTo>
                    <a:pt x="336" y="1442"/>
                  </a:lnTo>
                  <a:lnTo>
                    <a:pt x="356" y="1521"/>
                  </a:lnTo>
                  <a:lnTo>
                    <a:pt x="376" y="1502"/>
                  </a:lnTo>
                  <a:lnTo>
                    <a:pt x="356" y="1403"/>
                  </a:lnTo>
                  <a:lnTo>
                    <a:pt x="316" y="1324"/>
                  </a:lnTo>
                  <a:lnTo>
                    <a:pt x="297" y="1265"/>
                  </a:lnTo>
                  <a:lnTo>
                    <a:pt x="316" y="1304"/>
                  </a:lnTo>
                  <a:lnTo>
                    <a:pt x="336" y="1324"/>
                  </a:lnTo>
                  <a:lnTo>
                    <a:pt x="395" y="1462"/>
                  </a:lnTo>
                  <a:lnTo>
                    <a:pt x="376" y="1363"/>
                  </a:lnTo>
                  <a:lnTo>
                    <a:pt x="415" y="1482"/>
                  </a:lnTo>
                  <a:lnTo>
                    <a:pt x="415" y="1541"/>
                  </a:lnTo>
                  <a:lnTo>
                    <a:pt x="395" y="1521"/>
                  </a:lnTo>
                  <a:lnTo>
                    <a:pt x="395" y="1541"/>
                  </a:lnTo>
                  <a:lnTo>
                    <a:pt x="376" y="1521"/>
                  </a:lnTo>
                  <a:lnTo>
                    <a:pt x="376" y="1521"/>
                  </a:lnTo>
                  <a:lnTo>
                    <a:pt x="395" y="1581"/>
                  </a:lnTo>
                  <a:lnTo>
                    <a:pt x="395" y="1600"/>
                  </a:lnTo>
                  <a:lnTo>
                    <a:pt x="435" y="1679"/>
                  </a:lnTo>
                  <a:lnTo>
                    <a:pt x="474" y="1798"/>
                  </a:lnTo>
                  <a:lnTo>
                    <a:pt x="474" y="1818"/>
                  </a:lnTo>
                  <a:lnTo>
                    <a:pt x="494" y="1837"/>
                  </a:lnTo>
                  <a:lnTo>
                    <a:pt x="455" y="1640"/>
                  </a:lnTo>
                  <a:lnTo>
                    <a:pt x="455" y="1600"/>
                  </a:lnTo>
                  <a:lnTo>
                    <a:pt x="474" y="1620"/>
                  </a:lnTo>
                  <a:lnTo>
                    <a:pt x="474" y="1660"/>
                  </a:lnTo>
                  <a:lnTo>
                    <a:pt x="494" y="1739"/>
                  </a:lnTo>
                  <a:lnTo>
                    <a:pt x="494" y="1719"/>
                  </a:lnTo>
                  <a:lnTo>
                    <a:pt x="514" y="1739"/>
                  </a:lnTo>
                  <a:lnTo>
                    <a:pt x="494" y="1699"/>
                  </a:lnTo>
                  <a:lnTo>
                    <a:pt x="514" y="1719"/>
                  </a:lnTo>
                  <a:lnTo>
                    <a:pt x="553" y="1778"/>
                  </a:lnTo>
                  <a:lnTo>
                    <a:pt x="553" y="1798"/>
                  </a:lnTo>
                  <a:lnTo>
                    <a:pt x="534" y="1778"/>
                  </a:lnTo>
                  <a:lnTo>
                    <a:pt x="534" y="1798"/>
                  </a:lnTo>
                  <a:lnTo>
                    <a:pt x="553" y="1837"/>
                  </a:lnTo>
                  <a:lnTo>
                    <a:pt x="534" y="1837"/>
                  </a:lnTo>
                  <a:lnTo>
                    <a:pt x="553" y="1877"/>
                  </a:lnTo>
                  <a:lnTo>
                    <a:pt x="573" y="1897"/>
                  </a:lnTo>
                  <a:lnTo>
                    <a:pt x="573" y="1857"/>
                  </a:lnTo>
                  <a:lnTo>
                    <a:pt x="593" y="1936"/>
                  </a:lnTo>
                  <a:lnTo>
                    <a:pt x="613" y="1936"/>
                  </a:lnTo>
                  <a:lnTo>
                    <a:pt x="613" y="1956"/>
                  </a:lnTo>
                  <a:lnTo>
                    <a:pt x="632" y="1956"/>
                  </a:lnTo>
                  <a:lnTo>
                    <a:pt x="632" y="1877"/>
                  </a:lnTo>
                  <a:lnTo>
                    <a:pt x="613" y="1778"/>
                  </a:lnTo>
                  <a:lnTo>
                    <a:pt x="652" y="1897"/>
                  </a:lnTo>
                  <a:lnTo>
                    <a:pt x="672" y="1936"/>
                  </a:lnTo>
                  <a:lnTo>
                    <a:pt x="632" y="1818"/>
                  </a:lnTo>
                  <a:lnTo>
                    <a:pt x="632" y="1739"/>
                  </a:lnTo>
                  <a:lnTo>
                    <a:pt x="652" y="1818"/>
                  </a:lnTo>
                  <a:lnTo>
                    <a:pt x="657" y="1840"/>
                  </a:lnTo>
                  <a:lnTo>
                    <a:pt x="692" y="1857"/>
                  </a:lnTo>
                  <a:lnTo>
                    <a:pt x="711" y="1916"/>
                  </a:lnTo>
                  <a:lnTo>
                    <a:pt x="711" y="1857"/>
                  </a:lnTo>
                  <a:lnTo>
                    <a:pt x="692" y="1778"/>
                  </a:lnTo>
                  <a:lnTo>
                    <a:pt x="692" y="1818"/>
                  </a:lnTo>
                  <a:lnTo>
                    <a:pt x="672" y="1739"/>
                  </a:lnTo>
                  <a:lnTo>
                    <a:pt x="672" y="1739"/>
                  </a:lnTo>
                  <a:lnTo>
                    <a:pt x="692" y="1758"/>
                  </a:lnTo>
                  <a:lnTo>
                    <a:pt x="711" y="1798"/>
                  </a:lnTo>
                  <a:lnTo>
                    <a:pt x="731" y="1837"/>
                  </a:lnTo>
                  <a:lnTo>
                    <a:pt x="751" y="1837"/>
                  </a:lnTo>
                  <a:lnTo>
                    <a:pt x="771" y="1877"/>
                  </a:lnTo>
                  <a:lnTo>
                    <a:pt x="771" y="1818"/>
                  </a:lnTo>
                  <a:lnTo>
                    <a:pt x="731" y="1739"/>
                  </a:lnTo>
                  <a:lnTo>
                    <a:pt x="731" y="1739"/>
                  </a:lnTo>
                  <a:lnTo>
                    <a:pt x="751" y="1758"/>
                  </a:lnTo>
                  <a:lnTo>
                    <a:pt x="771" y="1798"/>
                  </a:lnTo>
                  <a:lnTo>
                    <a:pt x="771" y="1818"/>
                  </a:lnTo>
                  <a:lnTo>
                    <a:pt x="790" y="1818"/>
                  </a:lnTo>
                  <a:lnTo>
                    <a:pt x="781" y="1783"/>
                  </a:lnTo>
                  <a:lnTo>
                    <a:pt x="781" y="1783"/>
                  </a:lnTo>
                  <a:lnTo>
                    <a:pt x="810" y="1857"/>
                  </a:lnTo>
                  <a:lnTo>
                    <a:pt x="810" y="1837"/>
                  </a:lnTo>
                  <a:lnTo>
                    <a:pt x="830" y="1857"/>
                  </a:lnTo>
                  <a:lnTo>
                    <a:pt x="830" y="1837"/>
                  </a:lnTo>
                  <a:lnTo>
                    <a:pt x="830" y="1798"/>
                  </a:lnTo>
                  <a:lnTo>
                    <a:pt x="830" y="1739"/>
                  </a:lnTo>
                  <a:lnTo>
                    <a:pt x="850" y="1719"/>
                  </a:lnTo>
                  <a:lnTo>
                    <a:pt x="869" y="1818"/>
                  </a:lnTo>
                  <a:lnTo>
                    <a:pt x="850" y="1837"/>
                  </a:lnTo>
                  <a:lnTo>
                    <a:pt x="869" y="1877"/>
                  </a:lnTo>
                  <a:lnTo>
                    <a:pt x="869" y="1857"/>
                  </a:lnTo>
                  <a:lnTo>
                    <a:pt x="889" y="1857"/>
                  </a:lnTo>
                  <a:lnTo>
                    <a:pt x="889" y="1837"/>
                  </a:lnTo>
                  <a:lnTo>
                    <a:pt x="869" y="1758"/>
                  </a:lnTo>
                  <a:lnTo>
                    <a:pt x="869" y="1739"/>
                  </a:lnTo>
                  <a:lnTo>
                    <a:pt x="889" y="1758"/>
                  </a:lnTo>
                  <a:lnTo>
                    <a:pt x="889" y="1739"/>
                  </a:lnTo>
                  <a:lnTo>
                    <a:pt x="909" y="1719"/>
                  </a:lnTo>
                  <a:lnTo>
                    <a:pt x="889" y="1620"/>
                  </a:lnTo>
                  <a:lnTo>
                    <a:pt x="889" y="1640"/>
                  </a:lnTo>
                  <a:lnTo>
                    <a:pt x="869" y="1581"/>
                  </a:lnTo>
                  <a:lnTo>
                    <a:pt x="869" y="1620"/>
                  </a:lnTo>
                  <a:lnTo>
                    <a:pt x="869" y="1640"/>
                  </a:lnTo>
                  <a:lnTo>
                    <a:pt x="830" y="1581"/>
                  </a:lnTo>
                  <a:lnTo>
                    <a:pt x="830" y="1541"/>
                  </a:lnTo>
                  <a:lnTo>
                    <a:pt x="810" y="1462"/>
                  </a:lnTo>
                  <a:lnTo>
                    <a:pt x="810" y="1383"/>
                  </a:lnTo>
                  <a:lnTo>
                    <a:pt x="810" y="1344"/>
                  </a:lnTo>
                  <a:lnTo>
                    <a:pt x="830" y="1423"/>
                  </a:lnTo>
                  <a:lnTo>
                    <a:pt x="830" y="1462"/>
                  </a:lnTo>
                  <a:lnTo>
                    <a:pt x="845" y="1462"/>
                  </a:lnTo>
                  <a:lnTo>
                    <a:pt x="830" y="1403"/>
                  </a:lnTo>
                  <a:lnTo>
                    <a:pt x="830" y="1363"/>
                  </a:lnTo>
                  <a:lnTo>
                    <a:pt x="850" y="1403"/>
                  </a:lnTo>
                  <a:lnTo>
                    <a:pt x="850" y="1363"/>
                  </a:lnTo>
                  <a:lnTo>
                    <a:pt x="869" y="1423"/>
                  </a:lnTo>
                  <a:lnTo>
                    <a:pt x="869" y="1462"/>
                  </a:lnTo>
                  <a:lnTo>
                    <a:pt x="869" y="1502"/>
                  </a:lnTo>
                  <a:lnTo>
                    <a:pt x="909" y="1620"/>
                  </a:lnTo>
                  <a:lnTo>
                    <a:pt x="929" y="1739"/>
                  </a:lnTo>
                  <a:lnTo>
                    <a:pt x="948" y="1778"/>
                  </a:lnTo>
                  <a:lnTo>
                    <a:pt x="948" y="1739"/>
                  </a:lnTo>
                  <a:lnTo>
                    <a:pt x="968" y="1739"/>
                  </a:lnTo>
                  <a:lnTo>
                    <a:pt x="968" y="1679"/>
                  </a:lnTo>
                  <a:lnTo>
                    <a:pt x="988" y="1739"/>
                  </a:lnTo>
                  <a:lnTo>
                    <a:pt x="1008" y="1679"/>
                  </a:lnTo>
                  <a:lnTo>
                    <a:pt x="1027" y="1758"/>
                  </a:lnTo>
                  <a:lnTo>
                    <a:pt x="1047" y="1758"/>
                  </a:lnTo>
                  <a:lnTo>
                    <a:pt x="1047" y="1699"/>
                  </a:lnTo>
                  <a:lnTo>
                    <a:pt x="1047" y="1640"/>
                  </a:lnTo>
                  <a:lnTo>
                    <a:pt x="1067" y="1640"/>
                  </a:lnTo>
                  <a:lnTo>
                    <a:pt x="1087" y="1679"/>
                  </a:lnTo>
                  <a:lnTo>
                    <a:pt x="1087" y="1640"/>
                  </a:lnTo>
                  <a:lnTo>
                    <a:pt x="1106" y="1699"/>
                  </a:lnTo>
                  <a:lnTo>
                    <a:pt x="1106" y="1679"/>
                  </a:lnTo>
                  <a:lnTo>
                    <a:pt x="1126" y="1640"/>
                  </a:lnTo>
                  <a:lnTo>
                    <a:pt x="1146" y="1699"/>
                  </a:lnTo>
                  <a:lnTo>
                    <a:pt x="1146" y="1660"/>
                  </a:lnTo>
                  <a:lnTo>
                    <a:pt x="1146" y="1581"/>
                  </a:lnTo>
                  <a:lnTo>
                    <a:pt x="1166" y="1679"/>
                  </a:lnTo>
                  <a:lnTo>
                    <a:pt x="1205" y="1620"/>
                  </a:lnTo>
                  <a:lnTo>
                    <a:pt x="1265" y="1581"/>
                  </a:lnTo>
                  <a:lnTo>
                    <a:pt x="1265" y="1600"/>
                  </a:lnTo>
                  <a:lnTo>
                    <a:pt x="1284" y="1581"/>
                  </a:lnTo>
                  <a:lnTo>
                    <a:pt x="1284" y="1541"/>
                  </a:lnTo>
                  <a:lnTo>
                    <a:pt x="1304" y="1502"/>
                  </a:lnTo>
                  <a:lnTo>
                    <a:pt x="1324" y="1502"/>
                  </a:lnTo>
                  <a:lnTo>
                    <a:pt x="1324" y="1462"/>
                  </a:lnTo>
                  <a:lnTo>
                    <a:pt x="1304" y="1403"/>
                  </a:lnTo>
                  <a:lnTo>
                    <a:pt x="1284" y="1284"/>
                  </a:lnTo>
                  <a:lnTo>
                    <a:pt x="1284" y="1265"/>
                  </a:lnTo>
                  <a:lnTo>
                    <a:pt x="1304" y="1304"/>
                  </a:lnTo>
                  <a:lnTo>
                    <a:pt x="1304" y="1344"/>
                  </a:lnTo>
                  <a:lnTo>
                    <a:pt x="1324" y="1363"/>
                  </a:lnTo>
                  <a:lnTo>
                    <a:pt x="1344" y="1442"/>
                  </a:lnTo>
                  <a:lnTo>
                    <a:pt x="1344" y="1462"/>
                  </a:lnTo>
                  <a:lnTo>
                    <a:pt x="1363" y="1462"/>
                  </a:lnTo>
                  <a:lnTo>
                    <a:pt x="1383" y="1482"/>
                  </a:lnTo>
                  <a:lnTo>
                    <a:pt x="1383" y="1502"/>
                  </a:lnTo>
                  <a:lnTo>
                    <a:pt x="1383" y="1521"/>
                  </a:lnTo>
                  <a:lnTo>
                    <a:pt x="1363" y="1581"/>
                  </a:lnTo>
                  <a:lnTo>
                    <a:pt x="1383" y="1541"/>
                  </a:lnTo>
                  <a:lnTo>
                    <a:pt x="1403" y="1541"/>
                  </a:lnTo>
                  <a:lnTo>
                    <a:pt x="1403" y="1482"/>
                  </a:lnTo>
                  <a:lnTo>
                    <a:pt x="1403" y="1462"/>
                  </a:lnTo>
                  <a:lnTo>
                    <a:pt x="1403" y="1403"/>
                  </a:lnTo>
                  <a:lnTo>
                    <a:pt x="1423" y="1502"/>
                  </a:lnTo>
                  <a:lnTo>
                    <a:pt x="1423" y="1442"/>
                  </a:lnTo>
                  <a:lnTo>
                    <a:pt x="1423" y="1423"/>
                  </a:lnTo>
                  <a:lnTo>
                    <a:pt x="1442" y="1423"/>
                  </a:lnTo>
                  <a:lnTo>
                    <a:pt x="1442" y="1442"/>
                  </a:lnTo>
                  <a:lnTo>
                    <a:pt x="1462" y="1502"/>
                  </a:lnTo>
                  <a:lnTo>
                    <a:pt x="1462" y="1462"/>
                  </a:lnTo>
                  <a:lnTo>
                    <a:pt x="1462" y="1442"/>
                  </a:lnTo>
                  <a:lnTo>
                    <a:pt x="1482" y="1482"/>
                  </a:lnTo>
                  <a:lnTo>
                    <a:pt x="1502" y="1502"/>
                  </a:lnTo>
                  <a:lnTo>
                    <a:pt x="1521" y="1502"/>
                  </a:lnTo>
                  <a:lnTo>
                    <a:pt x="1541" y="1521"/>
                  </a:lnTo>
                  <a:lnTo>
                    <a:pt x="1561" y="1482"/>
                  </a:lnTo>
                  <a:lnTo>
                    <a:pt x="1561" y="1423"/>
                  </a:lnTo>
                  <a:lnTo>
                    <a:pt x="1541" y="1403"/>
                  </a:lnTo>
                  <a:lnTo>
                    <a:pt x="1541" y="1344"/>
                  </a:lnTo>
                  <a:lnTo>
                    <a:pt x="1541" y="1324"/>
                  </a:lnTo>
                  <a:lnTo>
                    <a:pt x="1541" y="1304"/>
                  </a:lnTo>
                  <a:lnTo>
                    <a:pt x="1561" y="1344"/>
                  </a:lnTo>
                  <a:lnTo>
                    <a:pt x="1561" y="1383"/>
                  </a:lnTo>
                  <a:lnTo>
                    <a:pt x="1581" y="1423"/>
                  </a:lnTo>
                  <a:lnTo>
                    <a:pt x="1600" y="1423"/>
                  </a:lnTo>
                  <a:lnTo>
                    <a:pt x="1600" y="1462"/>
                  </a:lnTo>
                  <a:lnTo>
                    <a:pt x="1620" y="1442"/>
                  </a:lnTo>
                  <a:lnTo>
                    <a:pt x="1620" y="1482"/>
                  </a:lnTo>
                  <a:lnTo>
                    <a:pt x="1640" y="1462"/>
                  </a:lnTo>
                  <a:lnTo>
                    <a:pt x="1640" y="1423"/>
                  </a:lnTo>
                  <a:lnTo>
                    <a:pt x="1660" y="1324"/>
                  </a:lnTo>
                  <a:lnTo>
                    <a:pt x="1660" y="1344"/>
                  </a:lnTo>
                  <a:lnTo>
                    <a:pt x="1679" y="1265"/>
                  </a:lnTo>
                  <a:lnTo>
                    <a:pt x="1679" y="1205"/>
                  </a:lnTo>
                  <a:lnTo>
                    <a:pt x="1699" y="1265"/>
                  </a:lnTo>
                  <a:lnTo>
                    <a:pt x="1699" y="1324"/>
                  </a:lnTo>
                  <a:lnTo>
                    <a:pt x="1679" y="1324"/>
                  </a:lnTo>
                  <a:lnTo>
                    <a:pt x="1699" y="1403"/>
                  </a:lnTo>
                  <a:lnTo>
                    <a:pt x="1719" y="1423"/>
                  </a:lnTo>
                  <a:lnTo>
                    <a:pt x="1739" y="1442"/>
                  </a:lnTo>
                  <a:lnTo>
                    <a:pt x="1758" y="1423"/>
                  </a:lnTo>
                  <a:lnTo>
                    <a:pt x="1778" y="1403"/>
                  </a:lnTo>
                  <a:lnTo>
                    <a:pt x="1798" y="1383"/>
                  </a:lnTo>
                  <a:lnTo>
                    <a:pt x="1798" y="1363"/>
                  </a:lnTo>
                  <a:lnTo>
                    <a:pt x="1837" y="1423"/>
                  </a:lnTo>
                  <a:lnTo>
                    <a:pt x="1857" y="1403"/>
                  </a:lnTo>
                  <a:lnTo>
                    <a:pt x="1877" y="1403"/>
                  </a:lnTo>
                  <a:lnTo>
                    <a:pt x="1897" y="1344"/>
                  </a:lnTo>
                  <a:lnTo>
                    <a:pt x="1897" y="1403"/>
                  </a:lnTo>
                  <a:lnTo>
                    <a:pt x="1916" y="1304"/>
                  </a:lnTo>
                  <a:lnTo>
                    <a:pt x="1936" y="1265"/>
                  </a:lnTo>
                  <a:lnTo>
                    <a:pt x="1956" y="1225"/>
                  </a:lnTo>
                  <a:lnTo>
                    <a:pt x="1976" y="1186"/>
                  </a:lnTo>
                  <a:lnTo>
                    <a:pt x="1976" y="1205"/>
                  </a:lnTo>
                  <a:lnTo>
                    <a:pt x="1976" y="1245"/>
                  </a:lnTo>
                  <a:lnTo>
                    <a:pt x="1995" y="1265"/>
                  </a:lnTo>
                  <a:lnTo>
                    <a:pt x="1995" y="1166"/>
                  </a:lnTo>
                  <a:lnTo>
                    <a:pt x="1995" y="1107"/>
                  </a:lnTo>
                  <a:lnTo>
                    <a:pt x="1995" y="1067"/>
                  </a:lnTo>
                  <a:lnTo>
                    <a:pt x="2015" y="1047"/>
                  </a:lnTo>
                  <a:lnTo>
                    <a:pt x="2015" y="1067"/>
                  </a:lnTo>
                  <a:lnTo>
                    <a:pt x="2035" y="1008"/>
                  </a:lnTo>
                  <a:lnTo>
                    <a:pt x="2074" y="988"/>
                  </a:lnTo>
                  <a:lnTo>
                    <a:pt x="2114" y="968"/>
                  </a:lnTo>
                  <a:lnTo>
                    <a:pt x="2173" y="988"/>
                  </a:lnTo>
                  <a:lnTo>
                    <a:pt x="2153" y="1047"/>
                  </a:lnTo>
                  <a:lnTo>
                    <a:pt x="2173" y="1028"/>
                  </a:lnTo>
                  <a:lnTo>
                    <a:pt x="2193" y="1047"/>
                  </a:lnTo>
                  <a:lnTo>
                    <a:pt x="2193" y="1028"/>
                  </a:lnTo>
                  <a:lnTo>
                    <a:pt x="2213" y="1067"/>
                  </a:lnTo>
                  <a:lnTo>
                    <a:pt x="2213" y="1087"/>
                  </a:lnTo>
                  <a:lnTo>
                    <a:pt x="2232" y="1126"/>
                  </a:lnTo>
                  <a:lnTo>
                    <a:pt x="2252" y="1146"/>
                  </a:lnTo>
                  <a:lnTo>
                    <a:pt x="2252" y="1126"/>
                  </a:lnTo>
                  <a:lnTo>
                    <a:pt x="2292" y="1265"/>
                  </a:lnTo>
                  <a:lnTo>
                    <a:pt x="2292" y="1186"/>
                  </a:lnTo>
                  <a:lnTo>
                    <a:pt x="2292" y="1166"/>
                  </a:lnTo>
                  <a:lnTo>
                    <a:pt x="2292" y="1126"/>
                  </a:lnTo>
                  <a:lnTo>
                    <a:pt x="2292" y="1107"/>
                  </a:lnTo>
                  <a:lnTo>
                    <a:pt x="2292" y="929"/>
                  </a:lnTo>
                  <a:lnTo>
                    <a:pt x="2272" y="771"/>
                  </a:lnTo>
                  <a:lnTo>
                    <a:pt x="2252" y="771"/>
                  </a:lnTo>
                  <a:lnTo>
                    <a:pt x="2252" y="712"/>
                  </a:lnTo>
                  <a:lnTo>
                    <a:pt x="2252" y="652"/>
                  </a:lnTo>
                  <a:lnTo>
                    <a:pt x="2232" y="652"/>
                  </a:lnTo>
                  <a:lnTo>
                    <a:pt x="2232" y="672"/>
                  </a:lnTo>
                  <a:lnTo>
                    <a:pt x="2213" y="652"/>
                  </a:lnTo>
                  <a:lnTo>
                    <a:pt x="2193" y="593"/>
                  </a:lnTo>
                  <a:lnTo>
                    <a:pt x="2193" y="534"/>
                  </a:lnTo>
                  <a:lnTo>
                    <a:pt x="2193" y="514"/>
                  </a:lnTo>
                  <a:lnTo>
                    <a:pt x="2173" y="534"/>
                  </a:lnTo>
                  <a:lnTo>
                    <a:pt x="2173" y="554"/>
                  </a:lnTo>
                  <a:lnTo>
                    <a:pt x="2153" y="514"/>
                  </a:lnTo>
                  <a:lnTo>
                    <a:pt x="2153" y="475"/>
                  </a:lnTo>
                  <a:lnTo>
                    <a:pt x="2153" y="455"/>
                  </a:lnTo>
                  <a:lnTo>
                    <a:pt x="2134" y="415"/>
                  </a:lnTo>
                  <a:lnTo>
                    <a:pt x="2134" y="494"/>
                  </a:lnTo>
                  <a:lnTo>
                    <a:pt x="2134" y="554"/>
                  </a:lnTo>
                  <a:lnTo>
                    <a:pt x="2114" y="514"/>
                  </a:lnTo>
                  <a:lnTo>
                    <a:pt x="2134" y="435"/>
                  </a:lnTo>
                  <a:lnTo>
                    <a:pt x="2114" y="396"/>
                  </a:lnTo>
                  <a:lnTo>
                    <a:pt x="2094" y="396"/>
                  </a:lnTo>
                  <a:lnTo>
                    <a:pt x="2094" y="356"/>
                  </a:lnTo>
                  <a:lnTo>
                    <a:pt x="2074" y="297"/>
                  </a:lnTo>
                  <a:lnTo>
                    <a:pt x="2074" y="317"/>
                  </a:lnTo>
                  <a:lnTo>
                    <a:pt x="2074" y="356"/>
                  </a:lnTo>
                  <a:lnTo>
                    <a:pt x="2055" y="356"/>
                  </a:lnTo>
                  <a:lnTo>
                    <a:pt x="2055" y="336"/>
                  </a:lnTo>
                  <a:lnTo>
                    <a:pt x="2055" y="317"/>
                  </a:lnTo>
                  <a:lnTo>
                    <a:pt x="2035" y="297"/>
                  </a:lnTo>
                  <a:lnTo>
                    <a:pt x="2035" y="257"/>
                  </a:lnTo>
                  <a:lnTo>
                    <a:pt x="2015" y="218"/>
                  </a:lnTo>
                  <a:lnTo>
                    <a:pt x="2015" y="257"/>
                  </a:lnTo>
                  <a:lnTo>
                    <a:pt x="1995" y="257"/>
                  </a:lnTo>
                  <a:lnTo>
                    <a:pt x="1995" y="356"/>
                  </a:lnTo>
                  <a:lnTo>
                    <a:pt x="1995" y="415"/>
                  </a:lnTo>
                  <a:lnTo>
                    <a:pt x="1995" y="435"/>
                  </a:lnTo>
                  <a:lnTo>
                    <a:pt x="1976" y="336"/>
                  </a:lnTo>
                  <a:lnTo>
                    <a:pt x="1956" y="198"/>
                  </a:lnTo>
                  <a:lnTo>
                    <a:pt x="1956" y="218"/>
                  </a:lnTo>
                  <a:lnTo>
                    <a:pt x="1936" y="218"/>
                  </a:lnTo>
                  <a:lnTo>
                    <a:pt x="1936" y="178"/>
                  </a:lnTo>
                  <a:lnTo>
                    <a:pt x="1936" y="139"/>
                  </a:lnTo>
                  <a:lnTo>
                    <a:pt x="1916" y="99"/>
                  </a:lnTo>
                  <a:lnTo>
                    <a:pt x="1897" y="80"/>
                  </a:lnTo>
                  <a:lnTo>
                    <a:pt x="1897" y="159"/>
                  </a:lnTo>
                  <a:lnTo>
                    <a:pt x="1877" y="119"/>
                  </a:lnTo>
                  <a:lnTo>
                    <a:pt x="1877" y="99"/>
                  </a:lnTo>
                  <a:lnTo>
                    <a:pt x="1857" y="99"/>
                  </a:lnTo>
                  <a:lnTo>
                    <a:pt x="1837" y="60"/>
                  </a:lnTo>
                  <a:lnTo>
                    <a:pt x="1837" y="159"/>
                  </a:lnTo>
                  <a:lnTo>
                    <a:pt x="1818" y="119"/>
                  </a:lnTo>
                  <a:lnTo>
                    <a:pt x="1818" y="238"/>
                  </a:lnTo>
                  <a:lnTo>
                    <a:pt x="1798" y="178"/>
                  </a:lnTo>
                  <a:lnTo>
                    <a:pt x="1778" y="99"/>
                  </a:lnTo>
                  <a:lnTo>
                    <a:pt x="1778" y="119"/>
                  </a:lnTo>
                  <a:lnTo>
                    <a:pt x="1778" y="198"/>
                  </a:lnTo>
                  <a:lnTo>
                    <a:pt x="1758" y="297"/>
                  </a:lnTo>
                  <a:lnTo>
                    <a:pt x="1739" y="238"/>
                  </a:lnTo>
                  <a:lnTo>
                    <a:pt x="1739" y="159"/>
                  </a:lnTo>
                  <a:lnTo>
                    <a:pt x="1719" y="139"/>
                  </a:lnTo>
                  <a:lnTo>
                    <a:pt x="1699" y="60"/>
                  </a:lnTo>
                  <a:lnTo>
                    <a:pt x="1719" y="178"/>
                  </a:lnTo>
                  <a:lnTo>
                    <a:pt x="1699" y="178"/>
                  </a:lnTo>
                  <a:lnTo>
                    <a:pt x="1699" y="159"/>
                  </a:lnTo>
                  <a:lnTo>
                    <a:pt x="1679" y="99"/>
                  </a:lnTo>
                  <a:lnTo>
                    <a:pt x="1660" y="80"/>
                  </a:lnTo>
                  <a:lnTo>
                    <a:pt x="1640" y="60"/>
                  </a:lnTo>
                  <a:lnTo>
                    <a:pt x="1620" y="40"/>
                  </a:lnTo>
                  <a:lnTo>
                    <a:pt x="1620" y="60"/>
                  </a:lnTo>
                  <a:lnTo>
                    <a:pt x="1640" y="178"/>
                  </a:lnTo>
                  <a:lnTo>
                    <a:pt x="1640" y="238"/>
                  </a:lnTo>
                  <a:lnTo>
                    <a:pt x="1620" y="277"/>
                  </a:lnTo>
                  <a:lnTo>
                    <a:pt x="1640" y="297"/>
                  </a:lnTo>
                  <a:lnTo>
                    <a:pt x="1640" y="336"/>
                  </a:lnTo>
                  <a:lnTo>
                    <a:pt x="1620" y="297"/>
                  </a:lnTo>
                  <a:lnTo>
                    <a:pt x="1620" y="238"/>
                  </a:lnTo>
                  <a:lnTo>
                    <a:pt x="1600" y="257"/>
                  </a:lnTo>
                  <a:lnTo>
                    <a:pt x="1600" y="178"/>
                  </a:lnTo>
                  <a:lnTo>
                    <a:pt x="1581" y="139"/>
                  </a:lnTo>
                  <a:lnTo>
                    <a:pt x="1581" y="80"/>
                  </a:lnTo>
                  <a:lnTo>
                    <a:pt x="1561" y="99"/>
                  </a:lnTo>
                  <a:lnTo>
                    <a:pt x="1561" y="20"/>
                  </a:lnTo>
                  <a:lnTo>
                    <a:pt x="1541" y="40"/>
                  </a:lnTo>
                  <a:lnTo>
                    <a:pt x="1541" y="80"/>
                  </a:lnTo>
                  <a:lnTo>
                    <a:pt x="1521" y="2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
            <p:cNvSpPr/>
            <p:nvPr/>
          </p:nvSpPr>
          <p:spPr>
            <a:xfrm>
              <a:off x="-1317575" y="3999300"/>
              <a:ext cx="25" cy="525"/>
            </a:xfrm>
            <a:custGeom>
              <a:rect b="b" l="l" r="r" t="t"/>
              <a:pathLst>
                <a:path extrusionOk="0" h="21" w="1">
                  <a:moveTo>
                    <a:pt x="0" y="20"/>
                  </a:moveTo>
                  <a:lnTo>
                    <a:pt x="0" y="20"/>
                  </a:ln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5" name="Google Shape;3985;p15"/>
            <p:cNvSpPr/>
            <p:nvPr/>
          </p:nvSpPr>
          <p:spPr>
            <a:xfrm>
              <a:off x="-1297825" y="3967200"/>
              <a:ext cx="25" cy="1025"/>
            </a:xfrm>
            <a:custGeom>
              <a:rect b="b" l="l" r="r" t="t"/>
              <a:pathLst>
                <a:path extrusionOk="0" h="41" w="1">
                  <a:moveTo>
                    <a:pt x="0" y="40"/>
                  </a:moveTo>
                  <a:lnTo>
                    <a:pt x="0" y="40"/>
                  </a:lnTo>
                  <a:lnTo>
                    <a:pt x="0" y="1"/>
                  </a:lnTo>
                  <a:lnTo>
                    <a:pt x="0" y="1"/>
                  </a:lnTo>
                  <a:lnTo>
                    <a:pt x="0" y="40"/>
                  </a:lnTo>
                  <a:lnTo>
                    <a:pt x="0"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6" name="Google Shape;3986;p15"/>
            <p:cNvSpPr/>
            <p:nvPr/>
          </p:nvSpPr>
          <p:spPr>
            <a:xfrm>
              <a:off x="-1322525" y="3985975"/>
              <a:ext cx="25" cy="500"/>
            </a:xfrm>
            <a:custGeom>
              <a:rect b="b" l="l" r="r" t="t"/>
              <a:pathLst>
                <a:path extrusionOk="0" h="20" w="1">
                  <a:moveTo>
                    <a:pt x="1" y="0"/>
                  </a:moveTo>
                  <a:lnTo>
                    <a:pt x="1" y="0"/>
                  </a:lnTo>
                  <a:lnTo>
                    <a:pt x="1" y="2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
            <p:cNvSpPr/>
            <p:nvPr/>
          </p:nvSpPr>
          <p:spPr>
            <a:xfrm>
              <a:off x="-1189200" y="3983500"/>
              <a:ext cx="25" cy="525"/>
            </a:xfrm>
            <a:custGeom>
              <a:rect b="b" l="l" r="r" t="t"/>
              <a:pathLst>
                <a:path extrusionOk="0" h="21" w="1">
                  <a:moveTo>
                    <a:pt x="1" y="20"/>
                  </a:moveTo>
                  <a:lnTo>
                    <a:pt x="1" y="20"/>
                  </a:lnTo>
                  <a:lnTo>
                    <a:pt x="1" y="0"/>
                  </a:lnTo>
                  <a:lnTo>
                    <a:pt x="1" y="0"/>
                  </a:ln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
            <p:cNvSpPr/>
            <p:nvPr/>
          </p:nvSpPr>
          <p:spPr>
            <a:xfrm>
              <a:off x="-1161050" y="3983000"/>
              <a:ext cx="1025" cy="2500"/>
            </a:xfrm>
            <a:custGeom>
              <a:rect b="b" l="l" r="r" t="t"/>
              <a:pathLst>
                <a:path extrusionOk="0" h="100" w="41">
                  <a:moveTo>
                    <a:pt x="1" y="1"/>
                  </a:moveTo>
                  <a:lnTo>
                    <a:pt x="1" y="80"/>
                  </a:lnTo>
                  <a:lnTo>
                    <a:pt x="21" y="80"/>
                  </a:lnTo>
                  <a:lnTo>
                    <a:pt x="40" y="99"/>
                  </a:lnTo>
                  <a:lnTo>
                    <a:pt x="40" y="99"/>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
            <p:cNvSpPr/>
            <p:nvPr/>
          </p:nvSpPr>
          <p:spPr>
            <a:xfrm>
              <a:off x="-1146725" y="3974600"/>
              <a:ext cx="25" cy="25"/>
            </a:xfrm>
            <a:custGeom>
              <a:rect b="b" l="l" r="r" t="t"/>
              <a:pathLst>
                <a:path extrusionOk="0" h="1" w="1">
                  <a:moveTo>
                    <a:pt x="1" y="1"/>
                  </a:moveTo>
                  <a:lnTo>
                    <a:pt x="1" y="1"/>
                  </a:lnTo>
                  <a:lnTo>
                    <a:pt x="1" y="1"/>
                  </a:lnTo>
                  <a:lnTo>
                    <a:pt x="1" y="1"/>
                  </a:ln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
            <p:cNvSpPr/>
            <p:nvPr/>
          </p:nvSpPr>
          <p:spPr>
            <a:xfrm>
              <a:off x="-1145250" y="3963750"/>
              <a:ext cx="525" cy="525"/>
            </a:xfrm>
            <a:custGeom>
              <a:rect b="b" l="l" r="r" t="t"/>
              <a:pathLst>
                <a:path extrusionOk="0" h="21" w="21">
                  <a:moveTo>
                    <a:pt x="1" y="0"/>
                  </a:moveTo>
                  <a:lnTo>
                    <a:pt x="1" y="20"/>
                  </a:lnTo>
                  <a:lnTo>
                    <a:pt x="21" y="2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1" name="Google Shape;3991;p15"/>
            <p:cNvSpPr/>
            <p:nvPr/>
          </p:nvSpPr>
          <p:spPr>
            <a:xfrm>
              <a:off x="-1144750" y="3964250"/>
              <a:ext cx="4475" cy="5450"/>
            </a:xfrm>
            <a:custGeom>
              <a:rect b="b" l="l" r="r" t="t"/>
              <a:pathLst>
                <a:path extrusionOk="0" h="218" w="179">
                  <a:moveTo>
                    <a:pt x="40" y="79"/>
                  </a:moveTo>
                  <a:lnTo>
                    <a:pt x="40" y="99"/>
                  </a:lnTo>
                  <a:lnTo>
                    <a:pt x="53" y="112"/>
                  </a:lnTo>
                  <a:lnTo>
                    <a:pt x="40" y="79"/>
                  </a:lnTo>
                  <a:close/>
                  <a:moveTo>
                    <a:pt x="1" y="0"/>
                  </a:moveTo>
                  <a:lnTo>
                    <a:pt x="20" y="40"/>
                  </a:lnTo>
                  <a:lnTo>
                    <a:pt x="20" y="59"/>
                  </a:lnTo>
                  <a:lnTo>
                    <a:pt x="40" y="79"/>
                  </a:lnTo>
                  <a:lnTo>
                    <a:pt x="80" y="119"/>
                  </a:lnTo>
                  <a:lnTo>
                    <a:pt x="119" y="119"/>
                  </a:lnTo>
                  <a:lnTo>
                    <a:pt x="99" y="79"/>
                  </a:lnTo>
                  <a:lnTo>
                    <a:pt x="80" y="40"/>
                  </a:lnTo>
                  <a:lnTo>
                    <a:pt x="1" y="0"/>
                  </a:lnTo>
                  <a:close/>
                  <a:moveTo>
                    <a:pt x="53" y="112"/>
                  </a:moveTo>
                  <a:lnTo>
                    <a:pt x="80" y="178"/>
                  </a:lnTo>
                  <a:lnTo>
                    <a:pt x="80" y="138"/>
                  </a:lnTo>
                  <a:lnTo>
                    <a:pt x="60" y="119"/>
                  </a:lnTo>
                  <a:lnTo>
                    <a:pt x="53" y="112"/>
                  </a:lnTo>
                  <a:close/>
                  <a:moveTo>
                    <a:pt x="99" y="40"/>
                  </a:moveTo>
                  <a:lnTo>
                    <a:pt x="119" y="119"/>
                  </a:lnTo>
                  <a:lnTo>
                    <a:pt x="178" y="217"/>
                  </a:lnTo>
                  <a:lnTo>
                    <a:pt x="159" y="119"/>
                  </a:lnTo>
                  <a:lnTo>
                    <a:pt x="159" y="79"/>
                  </a:lnTo>
                  <a:lnTo>
                    <a:pt x="9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
            <p:cNvSpPr/>
            <p:nvPr/>
          </p:nvSpPr>
          <p:spPr>
            <a:xfrm>
              <a:off x="-1198075" y="3951400"/>
              <a:ext cx="54350" cy="41500"/>
            </a:xfrm>
            <a:custGeom>
              <a:rect b="b" l="l" r="r" t="t"/>
              <a:pathLst>
                <a:path extrusionOk="0" h="1660" w="2174">
                  <a:moveTo>
                    <a:pt x="1008" y="0"/>
                  </a:moveTo>
                  <a:lnTo>
                    <a:pt x="988" y="40"/>
                  </a:lnTo>
                  <a:lnTo>
                    <a:pt x="988" y="60"/>
                  </a:lnTo>
                  <a:lnTo>
                    <a:pt x="1008" y="79"/>
                  </a:lnTo>
                  <a:lnTo>
                    <a:pt x="1008" y="60"/>
                  </a:lnTo>
                  <a:lnTo>
                    <a:pt x="1008" y="0"/>
                  </a:lnTo>
                  <a:close/>
                  <a:moveTo>
                    <a:pt x="2035" y="850"/>
                  </a:moveTo>
                  <a:lnTo>
                    <a:pt x="2035" y="870"/>
                  </a:lnTo>
                  <a:lnTo>
                    <a:pt x="2055" y="909"/>
                  </a:lnTo>
                  <a:lnTo>
                    <a:pt x="2055" y="889"/>
                  </a:lnTo>
                  <a:lnTo>
                    <a:pt x="2074" y="889"/>
                  </a:lnTo>
                  <a:lnTo>
                    <a:pt x="2035" y="850"/>
                  </a:lnTo>
                  <a:close/>
                  <a:moveTo>
                    <a:pt x="2015" y="870"/>
                  </a:moveTo>
                  <a:lnTo>
                    <a:pt x="2015" y="889"/>
                  </a:lnTo>
                  <a:lnTo>
                    <a:pt x="1995" y="889"/>
                  </a:lnTo>
                  <a:lnTo>
                    <a:pt x="2035" y="929"/>
                  </a:lnTo>
                  <a:lnTo>
                    <a:pt x="2035" y="889"/>
                  </a:lnTo>
                  <a:lnTo>
                    <a:pt x="2015" y="870"/>
                  </a:lnTo>
                  <a:close/>
                  <a:moveTo>
                    <a:pt x="1837" y="988"/>
                  </a:moveTo>
                  <a:lnTo>
                    <a:pt x="1837" y="1008"/>
                  </a:lnTo>
                  <a:lnTo>
                    <a:pt x="1857" y="1008"/>
                  </a:lnTo>
                  <a:lnTo>
                    <a:pt x="1837" y="988"/>
                  </a:lnTo>
                  <a:close/>
                  <a:moveTo>
                    <a:pt x="1600" y="1028"/>
                  </a:moveTo>
                  <a:lnTo>
                    <a:pt x="1620" y="1087"/>
                  </a:lnTo>
                  <a:lnTo>
                    <a:pt x="1620" y="1067"/>
                  </a:lnTo>
                  <a:lnTo>
                    <a:pt x="1600" y="1028"/>
                  </a:lnTo>
                  <a:close/>
                  <a:moveTo>
                    <a:pt x="1640" y="1107"/>
                  </a:moveTo>
                  <a:lnTo>
                    <a:pt x="1640" y="1126"/>
                  </a:lnTo>
                  <a:lnTo>
                    <a:pt x="1640" y="1146"/>
                  </a:lnTo>
                  <a:lnTo>
                    <a:pt x="1620" y="1146"/>
                  </a:lnTo>
                  <a:lnTo>
                    <a:pt x="1620" y="1166"/>
                  </a:lnTo>
                  <a:lnTo>
                    <a:pt x="1660" y="1245"/>
                  </a:lnTo>
                  <a:lnTo>
                    <a:pt x="1660" y="1225"/>
                  </a:lnTo>
                  <a:lnTo>
                    <a:pt x="1679" y="1245"/>
                  </a:lnTo>
                  <a:lnTo>
                    <a:pt x="1699" y="1265"/>
                  </a:lnTo>
                  <a:lnTo>
                    <a:pt x="1699" y="1265"/>
                  </a:lnTo>
                  <a:lnTo>
                    <a:pt x="1679" y="1225"/>
                  </a:lnTo>
                  <a:lnTo>
                    <a:pt x="1679" y="1205"/>
                  </a:lnTo>
                  <a:lnTo>
                    <a:pt x="1640" y="1107"/>
                  </a:lnTo>
                  <a:close/>
                  <a:moveTo>
                    <a:pt x="1344" y="1265"/>
                  </a:moveTo>
                  <a:lnTo>
                    <a:pt x="1344" y="1265"/>
                  </a:lnTo>
                  <a:lnTo>
                    <a:pt x="1344" y="1265"/>
                  </a:lnTo>
                  <a:close/>
                  <a:moveTo>
                    <a:pt x="1482" y="1265"/>
                  </a:moveTo>
                  <a:lnTo>
                    <a:pt x="1482" y="1265"/>
                  </a:lnTo>
                  <a:lnTo>
                    <a:pt x="1482" y="1265"/>
                  </a:lnTo>
                  <a:close/>
                  <a:moveTo>
                    <a:pt x="1541" y="1363"/>
                  </a:moveTo>
                  <a:lnTo>
                    <a:pt x="1541" y="1363"/>
                  </a:lnTo>
                  <a:lnTo>
                    <a:pt x="1541" y="1363"/>
                  </a:lnTo>
                  <a:close/>
                  <a:moveTo>
                    <a:pt x="1383" y="1383"/>
                  </a:moveTo>
                  <a:lnTo>
                    <a:pt x="1403" y="1442"/>
                  </a:lnTo>
                  <a:lnTo>
                    <a:pt x="1442" y="1442"/>
                  </a:lnTo>
                  <a:lnTo>
                    <a:pt x="1462" y="1462"/>
                  </a:lnTo>
                  <a:lnTo>
                    <a:pt x="1462" y="1423"/>
                  </a:lnTo>
                  <a:lnTo>
                    <a:pt x="1442" y="1403"/>
                  </a:lnTo>
                  <a:lnTo>
                    <a:pt x="1423" y="1383"/>
                  </a:lnTo>
                  <a:lnTo>
                    <a:pt x="1423" y="1403"/>
                  </a:lnTo>
                  <a:lnTo>
                    <a:pt x="1403" y="1383"/>
                  </a:lnTo>
                  <a:close/>
                  <a:moveTo>
                    <a:pt x="1223" y="1482"/>
                  </a:moveTo>
                  <a:lnTo>
                    <a:pt x="1225" y="1502"/>
                  </a:lnTo>
                  <a:lnTo>
                    <a:pt x="1225" y="1482"/>
                  </a:lnTo>
                  <a:close/>
                  <a:moveTo>
                    <a:pt x="1080" y="1581"/>
                  </a:moveTo>
                  <a:lnTo>
                    <a:pt x="1087" y="1600"/>
                  </a:lnTo>
                  <a:lnTo>
                    <a:pt x="1087" y="1581"/>
                  </a:lnTo>
                  <a:close/>
                  <a:moveTo>
                    <a:pt x="1107" y="0"/>
                  </a:moveTo>
                  <a:lnTo>
                    <a:pt x="1107" y="40"/>
                  </a:lnTo>
                  <a:lnTo>
                    <a:pt x="1087" y="60"/>
                  </a:lnTo>
                  <a:lnTo>
                    <a:pt x="1087" y="99"/>
                  </a:lnTo>
                  <a:lnTo>
                    <a:pt x="1107" y="159"/>
                  </a:lnTo>
                  <a:lnTo>
                    <a:pt x="1146" y="277"/>
                  </a:lnTo>
                  <a:lnTo>
                    <a:pt x="1146" y="297"/>
                  </a:lnTo>
                  <a:lnTo>
                    <a:pt x="1126" y="257"/>
                  </a:lnTo>
                  <a:lnTo>
                    <a:pt x="1107" y="218"/>
                  </a:lnTo>
                  <a:lnTo>
                    <a:pt x="1087" y="218"/>
                  </a:lnTo>
                  <a:lnTo>
                    <a:pt x="1067" y="119"/>
                  </a:lnTo>
                  <a:lnTo>
                    <a:pt x="1047" y="40"/>
                  </a:lnTo>
                  <a:lnTo>
                    <a:pt x="1047" y="119"/>
                  </a:lnTo>
                  <a:lnTo>
                    <a:pt x="1027" y="119"/>
                  </a:lnTo>
                  <a:lnTo>
                    <a:pt x="1027" y="139"/>
                  </a:lnTo>
                  <a:lnTo>
                    <a:pt x="1008" y="119"/>
                  </a:lnTo>
                  <a:lnTo>
                    <a:pt x="988" y="79"/>
                  </a:lnTo>
                  <a:lnTo>
                    <a:pt x="988" y="60"/>
                  </a:lnTo>
                  <a:lnTo>
                    <a:pt x="968" y="60"/>
                  </a:lnTo>
                  <a:lnTo>
                    <a:pt x="988" y="99"/>
                  </a:lnTo>
                  <a:lnTo>
                    <a:pt x="988" y="139"/>
                  </a:lnTo>
                  <a:lnTo>
                    <a:pt x="988" y="198"/>
                  </a:lnTo>
                  <a:lnTo>
                    <a:pt x="948" y="99"/>
                  </a:lnTo>
                  <a:lnTo>
                    <a:pt x="968" y="159"/>
                  </a:lnTo>
                  <a:lnTo>
                    <a:pt x="968" y="178"/>
                  </a:lnTo>
                  <a:lnTo>
                    <a:pt x="948" y="178"/>
                  </a:lnTo>
                  <a:lnTo>
                    <a:pt x="929" y="159"/>
                  </a:lnTo>
                  <a:lnTo>
                    <a:pt x="909" y="119"/>
                  </a:lnTo>
                  <a:lnTo>
                    <a:pt x="909" y="139"/>
                  </a:lnTo>
                  <a:lnTo>
                    <a:pt x="909" y="178"/>
                  </a:lnTo>
                  <a:lnTo>
                    <a:pt x="889" y="119"/>
                  </a:lnTo>
                  <a:lnTo>
                    <a:pt x="830" y="119"/>
                  </a:lnTo>
                  <a:lnTo>
                    <a:pt x="810" y="99"/>
                  </a:lnTo>
                  <a:lnTo>
                    <a:pt x="810" y="159"/>
                  </a:lnTo>
                  <a:lnTo>
                    <a:pt x="810" y="218"/>
                  </a:lnTo>
                  <a:lnTo>
                    <a:pt x="810" y="238"/>
                  </a:lnTo>
                  <a:lnTo>
                    <a:pt x="850" y="277"/>
                  </a:lnTo>
                  <a:lnTo>
                    <a:pt x="850" y="317"/>
                  </a:lnTo>
                  <a:lnTo>
                    <a:pt x="830" y="336"/>
                  </a:lnTo>
                  <a:lnTo>
                    <a:pt x="810" y="297"/>
                  </a:lnTo>
                  <a:lnTo>
                    <a:pt x="810" y="257"/>
                  </a:lnTo>
                  <a:lnTo>
                    <a:pt x="790" y="218"/>
                  </a:lnTo>
                  <a:lnTo>
                    <a:pt x="771" y="218"/>
                  </a:lnTo>
                  <a:lnTo>
                    <a:pt x="751" y="178"/>
                  </a:lnTo>
                  <a:lnTo>
                    <a:pt x="731" y="218"/>
                  </a:lnTo>
                  <a:lnTo>
                    <a:pt x="711" y="178"/>
                  </a:lnTo>
                  <a:lnTo>
                    <a:pt x="711" y="198"/>
                  </a:lnTo>
                  <a:lnTo>
                    <a:pt x="711" y="238"/>
                  </a:lnTo>
                  <a:lnTo>
                    <a:pt x="731" y="317"/>
                  </a:lnTo>
                  <a:lnTo>
                    <a:pt x="692" y="238"/>
                  </a:lnTo>
                  <a:lnTo>
                    <a:pt x="711" y="336"/>
                  </a:lnTo>
                  <a:lnTo>
                    <a:pt x="692" y="317"/>
                  </a:lnTo>
                  <a:lnTo>
                    <a:pt x="692" y="356"/>
                  </a:lnTo>
                  <a:lnTo>
                    <a:pt x="692" y="396"/>
                  </a:lnTo>
                  <a:lnTo>
                    <a:pt x="711" y="455"/>
                  </a:lnTo>
                  <a:lnTo>
                    <a:pt x="692" y="415"/>
                  </a:lnTo>
                  <a:lnTo>
                    <a:pt x="672" y="396"/>
                  </a:lnTo>
                  <a:lnTo>
                    <a:pt x="632" y="317"/>
                  </a:lnTo>
                  <a:lnTo>
                    <a:pt x="652" y="317"/>
                  </a:lnTo>
                  <a:lnTo>
                    <a:pt x="652" y="336"/>
                  </a:lnTo>
                  <a:lnTo>
                    <a:pt x="672" y="356"/>
                  </a:lnTo>
                  <a:lnTo>
                    <a:pt x="672" y="336"/>
                  </a:lnTo>
                  <a:lnTo>
                    <a:pt x="632" y="277"/>
                  </a:lnTo>
                  <a:lnTo>
                    <a:pt x="613" y="257"/>
                  </a:lnTo>
                  <a:lnTo>
                    <a:pt x="573" y="257"/>
                  </a:lnTo>
                  <a:lnTo>
                    <a:pt x="553" y="297"/>
                  </a:lnTo>
                  <a:lnTo>
                    <a:pt x="534" y="317"/>
                  </a:lnTo>
                  <a:lnTo>
                    <a:pt x="553" y="396"/>
                  </a:lnTo>
                  <a:lnTo>
                    <a:pt x="553" y="396"/>
                  </a:lnTo>
                  <a:lnTo>
                    <a:pt x="534" y="336"/>
                  </a:lnTo>
                  <a:lnTo>
                    <a:pt x="474" y="297"/>
                  </a:lnTo>
                  <a:lnTo>
                    <a:pt x="455" y="297"/>
                  </a:lnTo>
                  <a:lnTo>
                    <a:pt x="435" y="317"/>
                  </a:lnTo>
                  <a:lnTo>
                    <a:pt x="435" y="336"/>
                  </a:lnTo>
                  <a:lnTo>
                    <a:pt x="435" y="376"/>
                  </a:lnTo>
                  <a:lnTo>
                    <a:pt x="395" y="336"/>
                  </a:lnTo>
                  <a:lnTo>
                    <a:pt x="395" y="336"/>
                  </a:lnTo>
                  <a:lnTo>
                    <a:pt x="415" y="415"/>
                  </a:lnTo>
                  <a:lnTo>
                    <a:pt x="395" y="475"/>
                  </a:lnTo>
                  <a:lnTo>
                    <a:pt x="395" y="514"/>
                  </a:lnTo>
                  <a:lnTo>
                    <a:pt x="415" y="633"/>
                  </a:lnTo>
                  <a:lnTo>
                    <a:pt x="395" y="573"/>
                  </a:lnTo>
                  <a:lnTo>
                    <a:pt x="376" y="514"/>
                  </a:lnTo>
                  <a:lnTo>
                    <a:pt x="376" y="554"/>
                  </a:lnTo>
                  <a:lnTo>
                    <a:pt x="376" y="573"/>
                  </a:lnTo>
                  <a:lnTo>
                    <a:pt x="356" y="554"/>
                  </a:lnTo>
                  <a:lnTo>
                    <a:pt x="356" y="514"/>
                  </a:lnTo>
                  <a:lnTo>
                    <a:pt x="336" y="494"/>
                  </a:lnTo>
                  <a:lnTo>
                    <a:pt x="336" y="514"/>
                  </a:lnTo>
                  <a:lnTo>
                    <a:pt x="316" y="494"/>
                  </a:lnTo>
                  <a:lnTo>
                    <a:pt x="356" y="593"/>
                  </a:lnTo>
                  <a:lnTo>
                    <a:pt x="356" y="652"/>
                  </a:lnTo>
                  <a:lnTo>
                    <a:pt x="356" y="692"/>
                  </a:lnTo>
                  <a:lnTo>
                    <a:pt x="336" y="751"/>
                  </a:lnTo>
                  <a:lnTo>
                    <a:pt x="297" y="791"/>
                  </a:lnTo>
                  <a:lnTo>
                    <a:pt x="237" y="810"/>
                  </a:lnTo>
                  <a:lnTo>
                    <a:pt x="198" y="810"/>
                  </a:lnTo>
                  <a:lnTo>
                    <a:pt x="198" y="751"/>
                  </a:lnTo>
                  <a:lnTo>
                    <a:pt x="178" y="771"/>
                  </a:lnTo>
                  <a:lnTo>
                    <a:pt x="158" y="771"/>
                  </a:lnTo>
                  <a:lnTo>
                    <a:pt x="158" y="751"/>
                  </a:lnTo>
                  <a:lnTo>
                    <a:pt x="139" y="731"/>
                  </a:lnTo>
                  <a:lnTo>
                    <a:pt x="139" y="771"/>
                  </a:lnTo>
                  <a:lnTo>
                    <a:pt x="139" y="791"/>
                  </a:lnTo>
                  <a:lnTo>
                    <a:pt x="119" y="751"/>
                  </a:lnTo>
                  <a:lnTo>
                    <a:pt x="99" y="731"/>
                  </a:lnTo>
                  <a:lnTo>
                    <a:pt x="79" y="712"/>
                  </a:lnTo>
                  <a:lnTo>
                    <a:pt x="60" y="692"/>
                  </a:lnTo>
                  <a:lnTo>
                    <a:pt x="60" y="712"/>
                  </a:lnTo>
                  <a:lnTo>
                    <a:pt x="20" y="652"/>
                  </a:lnTo>
                  <a:lnTo>
                    <a:pt x="0" y="593"/>
                  </a:lnTo>
                  <a:lnTo>
                    <a:pt x="0" y="672"/>
                  </a:lnTo>
                  <a:lnTo>
                    <a:pt x="20" y="672"/>
                  </a:lnTo>
                  <a:lnTo>
                    <a:pt x="20" y="712"/>
                  </a:lnTo>
                  <a:lnTo>
                    <a:pt x="20" y="751"/>
                  </a:lnTo>
                  <a:lnTo>
                    <a:pt x="79" y="909"/>
                  </a:lnTo>
                  <a:lnTo>
                    <a:pt x="139" y="1047"/>
                  </a:lnTo>
                  <a:lnTo>
                    <a:pt x="139" y="1067"/>
                  </a:lnTo>
                  <a:lnTo>
                    <a:pt x="158" y="1107"/>
                  </a:lnTo>
                  <a:lnTo>
                    <a:pt x="198" y="1146"/>
                  </a:lnTo>
                  <a:lnTo>
                    <a:pt x="198" y="1126"/>
                  </a:lnTo>
                  <a:lnTo>
                    <a:pt x="218" y="1146"/>
                  </a:lnTo>
                  <a:lnTo>
                    <a:pt x="237" y="1166"/>
                  </a:lnTo>
                  <a:lnTo>
                    <a:pt x="237" y="1146"/>
                  </a:lnTo>
                  <a:lnTo>
                    <a:pt x="257" y="1205"/>
                  </a:lnTo>
                  <a:lnTo>
                    <a:pt x="277" y="1265"/>
                  </a:lnTo>
                  <a:lnTo>
                    <a:pt x="297" y="1284"/>
                  </a:lnTo>
                  <a:lnTo>
                    <a:pt x="297" y="1265"/>
                  </a:lnTo>
                  <a:lnTo>
                    <a:pt x="297" y="1245"/>
                  </a:lnTo>
                  <a:lnTo>
                    <a:pt x="316" y="1265"/>
                  </a:lnTo>
                  <a:lnTo>
                    <a:pt x="336" y="1304"/>
                  </a:lnTo>
                  <a:lnTo>
                    <a:pt x="356" y="1324"/>
                  </a:lnTo>
                  <a:lnTo>
                    <a:pt x="336" y="1284"/>
                  </a:lnTo>
                  <a:lnTo>
                    <a:pt x="336" y="1265"/>
                  </a:lnTo>
                  <a:lnTo>
                    <a:pt x="356" y="1284"/>
                  </a:lnTo>
                  <a:lnTo>
                    <a:pt x="316" y="1205"/>
                  </a:lnTo>
                  <a:lnTo>
                    <a:pt x="316" y="1166"/>
                  </a:lnTo>
                  <a:lnTo>
                    <a:pt x="336" y="1225"/>
                  </a:lnTo>
                  <a:lnTo>
                    <a:pt x="356" y="1265"/>
                  </a:lnTo>
                  <a:lnTo>
                    <a:pt x="376" y="1344"/>
                  </a:lnTo>
                  <a:lnTo>
                    <a:pt x="395" y="1363"/>
                  </a:lnTo>
                  <a:lnTo>
                    <a:pt x="415" y="1363"/>
                  </a:lnTo>
                  <a:lnTo>
                    <a:pt x="415" y="1383"/>
                  </a:lnTo>
                  <a:lnTo>
                    <a:pt x="415" y="1403"/>
                  </a:lnTo>
                  <a:lnTo>
                    <a:pt x="455" y="1462"/>
                  </a:lnTo>
                  <a:lnTo>
                    <a:pt x="455" y="1442"/>
                  </a:lnTo>
                  <a:lnTo>
                    <a:pt x="455" y="1403"/>
                  </a:lnTo>
                  <a:lnTo>
                    <a:pt x="455" y="1383"/>
                  </a:lnTo>
                  <a:lnTo>
                    <a:pt x="474" y="1383"/>
                  </a:lnTo>
                  <a:lnTo>
                    <a:pt x="474" y="1423"/>
                  </a:lnTo>
                  <a:lnTo>
                    <a:pt x="494" y="1423"/>
                  </a:lnTo>
                  <a:lnTo>
                    <a:pt x="514" y="1482"/>
                  </a:lnTo>
                  <a:lnTo>
                    <a:pt x="553" y="1521"/>
                  </a:lnTo>
                  <a:lnTo>
                    <a:pt x="534" y="1482"/>
                  </a:lnTo>
                  <a:lnTo>
                    <a:pt x="553" y="1482"/>
                  </a:lnTo>
                  <a:lnTo>
                    <a:pt x="534" y="1423"/>
                  </a:lnTo>
                  <a:lnTo>
                    <a:pt x="573" y="1482"/>
                  </a:lnTo>
                  <a:lnTo>
                    <a:pt x="573" y="1482"/>
                  </a:lnTo>
                  <a:lnTo>
                    <a:pt x="534" y="1363"/>
                  </a:lnTo>
                  <a:lnTo>
                    <a:pt x="514" y="1324"/>
                  </a:lnTo>
                  <a:lnTo>
                    <a:pt x="514" y="1284"/>
                  </a:lnTo>
                  <a:lnTo>
                    <a:pt x="573" y="1403"/>
                  </a:lnTo>
                  <a:lnTo>
                    <a:pt x="593" y="1462"/>
                  </a:lnTo>
                  <a:lnTo>
                    <a:pt x="613" y="1502"/>
                  </a:lnTo>
                  <a:lnTo>
                    <a:pt x="632" y="1502"/>
                  </a:lnTo>
                  <a:lnTo>
                    <a:pt x="632" y="1521"/>
                  </a:lnTo>
                  <a:lnTo>
                    <a:pt x="652" y="1581"/>
                  </a:lnTo>
                  <a:lnTo>
                    <a:pt x="672" y="1600"/>
                  </a:lnTo>
                  <a:lnTo>
                    <a:pt x="692" y="1620"/>
                  </a:lnTo>
                  <a:lnTo>
                    <a:pt x="692" y="1541"/>
                  </a:lnTo>
                  <a:lnTo>
                    <a:pt x="711" y="1600"/>
                  </a:lnTo>
                  <a:lnTo>
                    <a:pt x="751" y="1600"/>
                  </a:lnTo>
                  <a:lnTo>
                    <a:pt x="751" y="1581"/>
                  </a:lnTo>
                  <a:lnTo>
                    <a:pt x="751" y="1541"/>
                  </a:lnTo>
                  <a:lnTo>
                    <a:pt x="771" y="1561"/>
                  </a:lnTo>
                  <a:lnTo>
                    <a:pt x="790" y="1620"/>
                  </a:lnTo>
                  <a:lnTo>
                    <a:pt x="771" y="1541"/>
                  </a:lnTo>
                  <a:lnTo>
                    <a:pt x="751" y="1442"/>
                  </a:lnTo>
                  <a:lnTo>
                    <a:pt x="790" y="1502"/>
                  </a:lnTo>
                  <a:lnTo>
                    <a:pt x="810" y="1581"/>
                  </a:lnTo>
                  <a:lnTo>
                    <a:pt x="810" y="1620"/>
                  </a:lnTo>
                  <a:lnTo>
                    <a:pt x="830" y="1620"/>
                  </a:lnTo>
                  <a:lnTo>
                    <a:pt x="814" y="1589"/>
                  </a:lnTo>
                  <a:lnTo>
                    <a:pt x="850" y="1660"/>
                  </a:lnTo>
                  <a:lnTo>
                    <a:pt x="869" y="1660"/>
                  </a:lnTo>
                  <a:lnTo>
                    <a:pt x="850" y="1600"/>
                  </a:lnTo>
                  <a:lnTo>
                    <a:pt x="830" y="1561"/>
                  </a:lnTo>
                  <a:lnTo>
                    <a:pt x="850" y="1640"/>
                  </a:lnTo>
                  <a:lnTo>
                    <a:pt x="850" y="1640"/>
                  </a:lnTo>
                  <a:lnTo>
                    <a:pt x="830" y="1600"/>
                  </a:lnTo>
                  <a:lnTo>
                    <a:pt x="810" y="1561"/>
                  </a:lnTo>
                  <a:lnTo>
                    <a:pt x="810" y="1521"/>
                  </a:lnTo>
                  <a:lnTo>
                    <a:pt x="810" y="1482"/>
                  </a:lnTo>
                  <a:lnTo>
                    <a:pt x="790" y="1383"/>
                  </a:lnTo>
                  <a:lnTo>
                    <a:pt x="830" y="1423"/>
                  </a:lnTo>
                  <a:lnTo>
                    <a:pt x="869" y="1541"/>
                  </a:lnTo>
                  <a:lnTo>
                    <a:pt x="869" y="1521"/>
                  </a:lnTo>
                  <a:lnTo>
                    <a:pt x="909" y="1561"/>
                  </a:lnTo>
                  <a:lnTo>
                    <a:pt x="869" y="1482"/>
                  </a:lnTo>
                  <a:lnTo>
                    <a:pt x="889" y="1462"/>
                  </a:lnTo>
                  <a:lnTo>
                    <a:pt x="889" y="1482"/>
                  </a:lnTo>
                  <a:lnTo>
                    <a:pt x="929" y="1561"/>
                  </a:lnTo>
                  <a:lnTo>
                    <a:pt x="948" y="1561"/>
                  </a:lnTo>
                  <a:lnTo>
                    <a:pt x="968" y="1581"/>
                  </a:lnTo>
                  <a:lnTo>
                    <a:pt x="988" y="1600"/>
                  </a:lnTo>
                  <a:lnTo>
                    <a:pt x="1008" y="1581"/>
                  </a:lnTo>
                  <a:lnTo>
                    <a:pt x="968" y="1502"/>
                  </a:lnTo>
                  <a:lnTo>
                    <a:pt x="988" y="1581"/>
                  </a:lnTo>
                  <a:lnTo>
                    <a:pt x="948" y="1462"/>
                  </a:lnTo>
                  <a:lnTo>
                    <a:pt x="934" y="1373"/>
                  </a:lnTo>
                  <a:lnTo>
                    <a:pt x="948" y="1403"/>
                  </a:lnTo>
                  <a:lnTo>
                    <a:pt x="948" y="1363"/>
                  </a:lnTo>
                  <a:lnTo>
                    <a:pt x="929" y="1344"/>
                  </a:lnTo>
                  <a:lnTo>
                    <a:pt x="929" y="1344"/>
                  </a:lnTo>
                  <a:lnTo>
                    <a:pt x="929" y="1344"/>
                  </a:lnTo>
                  <a:lnTo>
                    <a:pt x="929" y="1304"/>
                  </a:lnTo>
                  <a:lnTo>
                    <a:pt x="948" y="1344"/>
                  </a:lnTo>
                  <a:lnTo>
                    <a:pt x="968" y="1383"/>
                  </a:lnTo>
                  <a:lnTo>
                    <a:pt x="968" y="1363"/>
                  </a:lnTo>
                  <a:lnTo>
                    <a:pt x="968" y="1324"/>
                  </a:lnTo>
                  <a:lnTo>
                    <a:pt x="988" y="1363"/>
                  </a:lnTo>
                  <a:lnTo>
                    <a:pt x="1008" y="1442"/>
                  </a:lnTo>
                  <a:lnTo>
                    <a:pt x="1027" y="1482"/>
                  </a:lnTo>
                  <a:lnTo>
                    <a:pt x="1027" y="1541"/>
                  </a:lnTo>
                  <a:lnTo>
                    <a:pt x="1047" y="1521"/>
                  </a:lnTo>
                  <a:lnTo>
                    <a:pt x="1067" y="1600"/>
                  </a:lnTo>
                  <a:lnTo>
                    <a:pt x="1067" y="1581"/>
                  </a:lnTo>
                  <a:lnTo>
                    <a:pt x="1080" y="1581"/>
                  </a:lnTo>
                  <a:lnTo>
                    <a:pt x="1067" y="1541"/>
                  </a:lnTo>
                  <a:lnTo>
                    <a:pt x="1107" y="1581"/>
                  </a:lnTo>
                  <a:lnTo>
                    <a:pt x="1146" y="1581"/>
                  </a:lnTo>
                  <a:lnTo>
                    <a:pt x="1126" y="1541"/>
                  </a:lnTo>
                  <a:lnTo>
                    <a:pt x="1126" y="1521"/>
                  </a:lnTo>
                  <a:lnTo>
                    <a:pt x="1146" y="1541"/>
                  </a:lnTo>
                  <a:lnTo>
                    <a:pt x="1166" y="1561"/>
                  </a:lnTo>
                  <a:lnTo>
                    <a:pt x="1166" y="1521"/>
                  </a:lnTo>
                  <a:lnTo>
                    <a:pt x="1146" y="1442"/>
                  </a:lnTo>
                  <a:lnTo>
                    <a:pt x="1186" y="1482"/>
                  </a:lnTo>
                  <a:lnTo>
                    <a:pt x="1166" y="1403"/>
                  </a:lnTo>
                  <a:lnTo>
                    <a:pt x="1166" y="1383"/>
                  </a:lnTo>
                  <a:lnTo>
                    <a:pt x="1186" y="1383"/>
                  </a:lnTo>
                  <a:lnTo>
                    <a:pt x="1186" y="1462"/>
                  </a:lnTo>
                  <a:lnTo>
                    <a:pt x="1205" y="1482"/>
                  </a:lnTo>
                  <a:lnTo>
                    <a:pt x="1223" y="1482"/>
                  </a:lnTo>
                  <a:lnTo>
                    <a:pt x="1205" y="1284"/>
                  </a:lnTo>
                  <a:lnTo>
                    <a:pt x="1166" y="1186"/>
                  </a:lnTo>
                  <a:lnTo>
                    <a:pt x="1126" y="1067"/>
                  </a:lnTo>
                  <a:lnTo>
                    <a:pt x="1146" y="1107"/>
                  </a:lnTo>
                  <a:lnTo>
                    <a:pt x="1186" y="1146"/>
                  </a:lnTo>
                  <a:lnTo>
                    <a:pt x="1205" y="1205"/>
                  </a:lnTo>
                  <a:lnTo>
                    <a:pt x="1225" y="1265"/>
                  </a:lnTo>
                  <a:lnTo>
                    <a:pt x="1205" y="1225"/>
                  </a:lnTo>
                  <a:lnTo>
                    <a:pt x="1186" y="1205"/>
                  </a:lnTo>
                  <a:lnTo>
                    <a:pt x="1265" y="1344"/>
                  </a:lnTo>
                  <a:lnTo>
                    <a:pt x="1265" y="1403"/>
                  </a:lnTo>
                  <a:lnTo>
                    <a:pt x="1284" y="1442"/>
                  </a:lnTo>
                  <a:lnTo>
                    <a:pt x="1324" y="1521"/>
                  </a:lnTo>
                  <a:lnTo>
                    <a:pt x="1324" y="1502"/>
                  </a:lnTo>
                  <a:lnTo>
                    <a:pt x="1324" y="1482"/>
                  </a:lnTo>
                  <a:lnTo>
                    <a:pt x="1344" y="1502"/>
                  </a:lnTo>
                  <a:lnTo>
                    <a:pt x="1344" y="1482"/>
                  </a:lnTo>
                  <a:lnTo>
                    <a:pt x="1344" y="1462"/>
                  </a:lnTo>
                  <a:lnTo>
                    <a:pt x="1363" y="1462"/>
                  </a:lnTo>
                  <a:lnTo>
                    <a:pt x="1344" y="1403"/>
                  </a:lnTo>
                  <a:lnTo>
                    <a:pt x="1344" y="1403"/>
                  </a:lnTo>
                  <a:lnTo>
                    <a:pt x="1363" y="1423"/>
                  </a:lnTo>
                  <a:lnTo>
                    <a:pt x="1383" y="1462"/>
                  </a:lnTo>
                  <a:lnTo>
                    <a:pt x="1383" y="1423"/>
                  </a:lnTo>
                  <a:lnTo>
                    <a:pt x="1383" y="1403"/>
                  </a:lnTo>
                  <a:lnTo>
                    <a:pt x="1363" y="1344"/>
                  </a:lnTo>
                  <a:lnTo>
                    <a:pt x="1324" y="1245"/>
                  </a:lnTo>
                  <a:lnTo>
                    <a:pt x="1324" y="1205"/>
                  </a:lnTo>
                  <a:lnTo>
                    <a:pt x="1344" y="1205"/>
                  </a:lnTo>
                  <a:lnTo>
                    <a:pt x="1344" y="1245"/>
                  </a:lnTo>
                  <a:lnTo>
                    <a:pt x="1344" y="1265"/>
                  </a:lnTo>
                  <a:lnTo>
                    <a:pt x="1363" y="1225"/>
                  </a:lnTo>
                  <a:lnTo>
                    <a:pt x="1383" y="1284"/>
                  </a:lnTo>
                  <a:lnTo>
                    <a:pt x="1383" y="1304"/>
                  </a:lnTo>
                  <a:lnTo>
                    <a:pt x="1383" y="1324"/>
                  </a:lnTo>
                  <a:lnTo>
                    <a:pt x="1403" y="1304"/>
                  </a:lnTo>
                  <a:lnTo>
                    <a:pt x="1383" y="1225"/>
                  </a:lnTo>
                  <a:lnTo>
                    <a:pt x="1403" y="1225"/>
                  </a:lnTo>
                  <a:lnTo>
                    <a:pt x="1403" y="1245"/>
                  </a:lnTo>
                  <a:lnTo>
                    <a:pt x="1442" y="1344"/>
                  </a:lnTo>
                  <a:lnTo>
                    <a:pt x="1462" y="1423"/>
                  </a:lnTo>
                  <a:lnTo>
                    <a:pt x="1462" y="1363"/>
                  </a:lnTo>
                  <a:lnTo>
                    <a:pt x="1442" y="1304"/>
                  </a:lnTo>
                  <a:lnTo>
                    <a:pt x="1423" y="1245"/>
                  </a:lnTo>
                  <a:lnTo>
                    <a:pt x="1462" y="1324"/>
                  </a:lnTo>
                  <a:lnTo>
                    <a:pt x="1482" y="1363"/>
                  </a:lnTo>
                  <a:lnTo>
                    <a:pt x="1482" y="1363"/>
                  </a:lnTo>
                  <a:lnTo>
                    <a:pt x="1462" y="1284"/>
                  </a:lnTo>
                  <a:lnTo>
                    <a:pt x="1442" y="1205"/>
                  </a:lnTo>
                  <a:lnTo>
                    <a:pt x="1423" y="1166"/>
                  </a:lnTo>
                  <a:lnTo>
                    <a:pt x="1423" y="1126"/>
                  </a:lnTo>
                  <a:lnTo>
                    <a:pt x="1403" y="1087"/>
                  </a:lnTo>
                  <a:lnTo>
                    <a:pt x="1423" y="1107"/>
                  </a:lnTo>
                  <a:lnTo>
                    <a:pt x="1423" y="1126"/>
                  </a:lnTo>
                  <a:lnTo>
                    <a:pt x="1462" y="1166"/>
                  </a:lnTo>
                  <a:lnTo>
                    <a:pt x="1482" y="1265"/>
                  </a:lnTo>
                  <a:lnTo>
                    <a:pt x="1482" y="1186"/>
                  </a:lnTo>
                  <a:lnTo>
                    <a:pt x="1482" y="1107"/>
                  </a:lnTo>
                  <a:lnTo>
                    <a:pt x="1502" y="1166"/>
                  </a:lnTo>
                  <a:lnTo>
                    <a:pt x="1502" y="1225"/>
                  </a:lnTo>
                  <a:lnTo>
                    <a:pt x="1521" y="1265"/>
                  </a:lnTo>
                  <a:lnTo>
                    <a:pt x="1541" y="1363"/>
                  </a:lnTo>
                  <a:lnTo>
                    <a:pt x="1541" y="1304"/>
                  </a:lnTo>
                  <a:lnTo>
                    <a:pt x="1541" y="1284"/>
                  </a:lnTo>
                  <a:lnTo>
                    <a:pt x="1561" y="1304"/>
                  </a:lnTo>
                  <a:lnTo>
                    <a:pt x="1581" y="1265"/>
                  </a:lnTo>
                  <a:lnTo>
                    <a:pt x="1561" y="1245"/>
                  </a:lnTo>
                  <a:lnTo>
                    <a:pt x="1561" y="1225"/>
                  </a:lnTo>
                  <a:lnTo>
                    <a:pt x="1581" y="1225"/>
                  </a:lnTo>
                  <a:lnTo>
                    <a:pt x="1581" y="1205"/>
                  </a:lnTo>
                  <a:lnTo>
                    <a:pt x="1620" y="1205"/>
                  </a:lnTo>
                  <a:lnTo>
                    <a:pt x="1620" y="1186"/>
                  </a:lnTo>
                  <a:lnTo>
                    <a:pt x="1600" y="1166"/>
                  </a:lnTo>
                  <a:lnTo>
                    <a:pt x="1600" y="1186"/>
                  </a:lnTo>
                  <a:lnTo>
                    <a:pt x="1581" y="1166"/>
                  </a:lnTo>
                  <a:lnTo>
                    <a:pt x="1561" y="1107"/>
                  </a:lnTo>
                  <a:lnTo>
                    <a:pt x="1561" y="1067"/>
                  </a:lnTo>
                  <a:lnTo>
                    <a:pt x="1561" y="1028"/>
                  </a:lnTo>
                  <a:lnTo>
                    <a:pt x="1581" y="1028"/>
                  </a:lnTo>
                  <a:lnTo>
                    <a:pt x="1561" y="1008"/>
                  </a:lnTo>
                  <a:lnTo>
                    <a:pt x="1561" y="968"/>
                  </a:lnTo>
                  <a:lnTo>
                    <a:pt x="1581" y="968"/>
                  </a:lnTo>
                  <a:lnTo>
                    <a:pt x="1600" y="1028"/>
                  </a:lnTo>
                  <a:lnTo>
                    <a:pt x="1620" y="1008"/>
                  </a:lnTo>
                  <a:lnTo>
                    <a:pt x="1620" y="1047"/>
                  </a:lnTo>
                  <a:lnTo>
                    <a:pt x="1640" y="1067"/>
                  </a:lnTo>
                  <a:lnTo>
                    <a:pt x="1640" y="1047"/>
                  </a:lnTo>
                  <a:lnTo>
                    <a:pt x="1640" y="1028"/>
                  </a:lnTo>
                  <a:lnTo>
                    <a:pt x="1660" y="1067"/>
                  </a:lnTo>
                  <a:lnTo>
                    <a:pt x="1660" y="1047"/>
                  </a:lnTo>
                  <a:lnTo>
                    <a:pt x="1679" y="1087"/>
                  </a:lnTo>
                  <a:lnTo>
                    <a:pt x="1679" y="1067"/>
                  </a:lnTo>
                  <a:lnTo>
                    <a:pt x="1679" y="1028"/>
                  </a:lnTo>
                  <a:lnTo>
                    <a:pt x="1660" y="968"/>
                  </a:lnTo>
                  <a:lnTo>
                    <a:pt x="1640" y="909"/>
                  </a:lnTo>
                  <a:lnTo>
                    <a:pt x="1640" y="889"/>
                  </a:lnTo>
                  <a:lnTo>
                    <a:pt x="1660" y="889"/>
                  </a:lnTo>
                  <a:lnTo>
                    <a:pt x="1679" y="929"/>
                  </a:lnTo>
                  <a:lnTo>
                    <a:pt x="1679" y="889"/>
                  </a:lnTo>
                  <a:lnTo>
                    <a:pt x="1699" y="929"/>
                  </a:lnTo>
                  <a:lnTo>
                    <a:pt x="1699" y="909"/>
                  </a:lnTo>
                  <a:lnTo>
                    <a:pt x="1719" y="949"/>
                  </a:lnTo>
                  <a:lnTo>
                    <a:pt x="1699" y="968"/>
                  </a:lnTo>
                  <a:lnTo>
                    <a:pt x="1699" y="988"/>
                  </a:lnTo>
                  <a:lnTo>
                    <a:pt x="1719" y="1047"/>
                  </a:lnTo>
                  <a:lnTo>
                    <a:pt x="1739" y="1067"/>
                  </a:lnTo>
                  <a:lnTo>
                    <a:pt x="1719" y="988"/>
                  </a:lnTo>
                  <a:lnTo>
                    <a:pt x="1719" y="988"/>
                  </a:lnTo>
                  <a:lnTo>
                    <a:pt x="1739" y="1008"/>
                  </a:lnTo>
                  <a:lnTo>
                    <a:pt x="1758" y="1047"/>
                  </a:lnTo>
                  <a:lnTo>
                    <a:pt x="1758" y="1008"/>
                  </a:lnTo>
                  <a:lnTo>
                    <a:pt x="1758" y="988"/>
                  </a:lnTo>
                  <a:lnTo>
                    <a:pt x="1798" y="1087"/>
                  </a:lnTo>
                  <a:lnTo>
                    <a:pt x="1798" y="1067"/>
                  </a:lnTo>
                  <a:lnTo>
                    <a:pt x="1778" y="1028"/>
                  </a:lnTo>
                  <a:lnTo>
                    <a:pt x="1837" y="1028"/>
                  </a:lnTo>
                  <a:lnTo>
                    <a:pt x="1798" y="968"/>
                  </a:lnTo>
                  <a:lnTo>
                    <a:pt x="1798" y="988"/>
                  </a:lnTo>
                  <a:lnTo>
                    <a:pt x="1798" y="1008"/>
                  </a:lnTo>
                  <a:lnTo>
                    <a:pt x="1778" y="968"/>
                  </a:lnTo>
                  <a:lnTo>
                    <a:pt x="1778" y="929"/>
                  </a:lnTo>
                  <a:lnTo>
                    <a:pt x="1798" y="929"/>
                  </a:lnTo>
                  <a:lnTo>
                    <a:pt x="1818" y="909"/>
                  </a:lnTo>
                  <a:lnTo>
                    <a:pt x="1818" y="870"/>
                  </a:lnTo>
                  <a:lnTo>
                    <a:pt x="1837" y="909"/>
                  </a:lnTo>
                  <a:lnTo>
                    <a:pt x="1857" y="988"/>
                  </a:lnTo>
                  <a:lnTo>
                    <a:pt x="1857" y="949"/>
                  </a:lnTo>
                  <a:lnTo>
                    <a:pt x="1877" y="968"/>
                  </a:lnTo>
                  <a:lnTo>
                    <a:pt x="1916" y="1008"/>
                  </a:lnTo>
                  <a:lnTo>
                    <a:pt x="1936" y="1047"/>
                  </a:lnTo>
                  <a:lnTo>
                    <a:pt x="1936" y="1067"/>
                  </a:lnTo>
                  <a:lnTo>
                    <a:pt x="1956" y="1047"/>
                  </a:lnTo>
                  <a:lnTo>
                    <a:pt x="1916" y="968"/>
                  </a:lnTo>
                  <a:lnTo>
                    <a:pt x="1916" y="949"/>
                  </a:lnTo>
                  <a:lnTo>
                    <a:pt x="1936" y="949"/>
                  </a:lnTo>
                  <a:lnTo>
                    <a:pt x="1956" y="988"/>
                  </a:lnTo>
                  <a:lnTo>
                    <a:pt x="1976" y="1008"/>
                  </a:lnTo>
                  <a:lnTo>
                    <a:pt x="1976" y="1008"/>
                  </a:lnTo>
                  <a:lnTo>
                    <a:pt x="1956" y="968"/>
                  </a:lnTo>
                  <a:lnTo>
                    <a:pt x="1946" y="929"/>
                  </a:lnTo>
                  <a:lnTo>
                    <a:pt x="1956" y="929"/>
                  </a:lnTo>
                  <a:lnTo>
                    <a:pt x="1956" y="909"/>
                  </a:lnTo>
                  <a:lnTo>
                    <a:pt x="1956" y="889"/>
                  </a:lnTo>
                  <a:lnTo>
                    <a:pt x="1943" y="916"/>
                  </a:lnTo>
                  <a:lnTo>
                    <a:pt x="1936" y="889"/>
                  </a:lnTo>
                  <a:lnTo>
                    <a:pt x="1916" y="850"/>
                  </a:lnTo>
                  <a:lnTo>
                    <a:pt x="1916" y="850"/>
                  </a:lnTo>
                  <a:lnTo>
                    <a:pt x="1936" y="870"/>
                  </a:lnTo>
                  <a:lnTo>
                    <a:pt x="1936" y="850"/>
                  </a:lnTo>
                  <a:lnTo>
                    <a:pt x="1956" y="889"/>
                  </a:lnTo>
                  <a:lnTo>
                    <a:pt x="1956" y="850"/>
                  </a:lnTo>
                  <a:lnTo>
                    <a:pt x="1936" y="830"/>
                  </a:lnTo>
                  <a:lnTo>
                    <a:pt x="1916" y="771"/>
                  </a:lnTo>
                  <a:lnTo>
                    <a:pt x="1936" y="791"/>
                  </a:lnTo>
                  <a:lnTo>
                    <a:pt x="1956" y="830"/>
                  </a:lnTo>
                  <a:lnTo>
                    <a:pt x="1956" y="791"/>
                  </a:lnTo>
                  <a:lnTo>
                    <a:pt x="1956" y="771"/>
                  </a:lnTo>
                  <a:lnTo>
                    <a:pt x="1936" y="731"/>
                  </a:lnTo>
                  <a:lnTo>
                    <a:pt x="1936" y="692"/>
                  </a:lnTo>
                  <a:lnTo>
                    <a:pt x="1976" y="751"/>
                  </a:lnTo>
                  <a:lnTo>
                    <a:pt x="1995" y="791"/>
                  </a:lnTo>
                  <a:lnTo>
                    <a:pt x="2015" y="850"/>
                  </a:lnTo>
                  <a:lnTo>
                    <a:pt x="2015" y="870"/>
                  </a:lnTo>
                  <a:lnTo>
                    <a:pt x="2035" y="850"/>
                  </a:lnTo>
                  <a:lnTo>
                    <a:pt x="2015" y="791"/>
                  </a:lnTo>
                  <a:lnTo>
                    <a:pt x="2074" y="850"/>
                  </a:lnTo>
                  <a:lnTo>
                    <a:pt x="2055" y="810"/>
                  </a:lnTo>
                  <a:lnTo>
                    <a:pt x="2035" y="731"/>
                  </a:lnTo>
                  <a:lnTo>
                    <a:pt x="2015" y="692"/>
                  </a:lnTo>
                  <a:lnTo>
                    <a:pt x="1995" y="652"/>
                  </a:lnTo>
                  <a:lnTo>
                    <a:pt x="1976" y="593"/>
                  </a:lnTo>
                  <a:lnTo>
                    <a:pt x="1976" y="573"/>
                  </a:lnTo>
                  <a:lnTo>
                    <a:pt x="2035" y="652"/>
                  </a:lnTo>
                  <a:lnTo>
                    <a:pt x="2074" y="771"/>
                  </a:lnTo>
                  <a:lnTo>
                    <a:pt x="2134" y="929"/>
                  </a:lnTo>
                  <a:lnTo>
                    <a:pt x="2153" y="889"/>
                  </a:lnTo>
                  <a:lnTo>
                    <a:pt x="2173" y="889"/>
                  </a:lnTo>
                  <a:lnTo>
                    <a:pt x="2153" y="810"/>
                  </a:lnTo>
                  <a:lnTo>
                    <a:pt x="2114" y="712"/>
                  </a:lnTo>
                  <a:lnTo>
                    <a:pt x="2134" y="712"/>
                  </a:lnTo>
                  <a:lnTo>
                    <a:pt x="2134" y="692"/>
                  </a:lnTo>
                  <a:lnTo>
                    <a:pt x="2134" y="672"/>
                  </a:lnTo>
                  <a:lnTo>
                    <a:pt x="2153" y="672"/>
                  </a:lnTo>
                  <a:lnTo>
                    <a:pt x="2134" y="613"/>
                  </a:lnTo>
                  <a:lnTo>
                    <a:pt x="2094" y="534"/>
                  </a:lnTo>
                  <a:lnTo>
                    <a:pt x="2094" y="514"/>
                  </a:lnTo>
                  <a:lnTo>
                    <a:pt x="2094" y="494"/>
                  </a:lnTo>
                  <a:lnTo>
                    <a:pt x="2094" y="475"/>
                  </a:lnTo>
                  <a:lnTo>
                    <a:pt x="11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3" name="Google Shape;3993;p15"/>
            <p:cNvSpPr/>
            <p:nvPr/>
          </p:nvSpPr>
          <p:spPr>
            <a:xfrm>
              <a:off x="-1158575" y="3982025"/>
              <a:ext cx="525" cy="1000"/>
            </a:xfrm>
            <a:custGeom>
              <a:rect b="b" l="l" r="r" t="t"/>
              <a:pathLst>
                <a:path extrusionOk="0" h="40" w="21">
                  <a:moveTo>
                    <a:pt x="1" y="0"/>
                  </a:moveTo>
                  <a:lnTo>
                    <a:pt x="1" y="0"/>
                  </a:lnTo>
                  <a:lnTo>
                    <a:pt x="20" y="40"/>
                  </a:lnTo>
                  <a:lnTo>
                    <a:pt x="20" y="4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
            <p:cNvSpPr/>
            <p:nvPr/>
          </p:nvSpPr>
          <p:spPr>
            <a:xfrm>
              <a:off x="-1159550" y="4098050"/>
              <a:ext cx="500" cy="525"/>
            </a:xfrm>
            <a:custGeom>
              <a:rect b="b" l="l" r="r" t="t"/>
              <a:pathLst>
                <a:path extrusionOk="0" h="21" w="20">
                  <a:moveTo>
                    <a:pt x="0" y="21"/>
                  </a:moveTo>
                  <a:lnTo>
                    <a:pt x="0" y="21"/>
                  </a:lnTo>
                  <a:lnTo>
                    <a:pt x="20" y="1"/>
                  </a:lnTo>
                  <a:lnTo>
                    <a:pt x="20" y="1"/>
                  </a:lnTo>
                  <a:lnTo>
                    <a:pt x="0" y="21"/>
                  </a:lnTo>
                  <a:lnTo>
                    <a:pt x="0" y="21"/>
                  </a:lnTo>
                  <a:lnTo>
                    <a:pt x="0" y="21"/>
                  </a:lnTo>
                  <a:lnTo>
                    <a:pt x="0"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5" name="Google Shape;3995;p15"/>
            <p:cNvSpPr/>
            <p:nvPr/>
          </p:nvSpPr>
          <p:spPr>
            <a:xfrm>
              <a:off x="-1161050" y="4097075"/>
              <a:ext cx="2500" cy="1000"/>
            </a:xfrm>
            <a:custGeom>
              <a:rect b="b" l="l" r="r" t="t"/>
              <a:pathLst>
                <a:path extrusionOk="0" h="40" w="100">
                  <a:moveTo>
                    <a:pt x="100" y="0"/>
                  </a:moveTo>
                  <a:lnTo>
                    <a:pt x="60" y="20"/>
                  </a:lnTo>
                  <a:lnTo>
                    <a:pt x="1" y="40"/>
                  </a:lnTo>
                  <a:lnTo>
                    <a:pt x="1" y="40"/>
                  </a:lnTo>
                  <a:lnTo>
                    <a:pt x="80" y="20"/>
                  </a:lnTo>
                  <a:lnTo>
                    <a:pt x="10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6" name="Google Shape;3996;p15"/>
            <p:cNvSpPr/>
            <p:nvPr/>
          </p:nvSpPr>
          <p:spPr>
            <a:xfrm>
              <a:off x="-1159075" y="4096575"/>
              <a:ext cx="1025" cy="525"/>
            </a:xfrm>
            <a:custGeom>
              <a:rect b="b" l="l" r="r" t="t"/>
              <a:pathLst>
                <a:path extrusionOk="0" h="21" w="41">
                  <a:moveTo>
                    <a:pt x="1" y="1"/>
                  </a:moveTo>
                  <a:lnTo>
                    <a:pt x="1" y="20"/>
                  </a:lnTo>
                  <a:lnTo>
                    <a:pt x="40" y="20"/>
                  </a:lnTo>
                  <a:lnTo>
                    <a:pt x="4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7" name="Google Shape;3997;p15"/>
            <p:cNvSpPr/>
            <p:nvPr/>
          </p:nvSpPr>
          <p:spPr>
            <a:xfrm>
              <a:off x="-1164000" y="4095600"/>
              <a:ext cx="6450" cy="3475"/>
            </a:xfrm>
            <a:custGeom>
              <a:rect b="b" l="l" r="r" t="t"/>
              <a:pathLst>
                <a:path extrusionOk="0" h="139" w="258">
                  <a:moveTo>
                    <a:pt x="257" y="0"/>
                  </a:moveTo>
                  <a:lnTo>
                    <a:pt x="198" y="20"/>
                  </a:lnTo>
                  <a:lnTo>
                    <a:pt x="158" y="40"/>
                  </a:lnTo>
                  <a:lnTo>
                    <a:pt x="237" y="40"/>
                  </a:lnTo>
                  <a:lnTo>
                    <a:pt x="257" y="0"/>
                  </a:lnTo>
                  <a:close/>
                  <a:moveTo>
                    <a:pt x="79" y="40"/>
                  </a:moveTo>
                  <a:lnTo>
                    <a:pt x="0" y="99"/>
                  </a:lnTo>
                  <a:lnTo>
                    <a:pt x="20" y="99"/>
                  </a:lnTo>
                  <a:lnTo>
                    <a:pt x="0" y="138"/>
                  </a:lnTo>
                  <a:lnTo>
                    <a:pt x="40" y="99"/>
                  </a:lnTo>
                  <a:lnTo>
                    <a:pt x="79" y="99"/>
                  </a:lnTo>
                  <a:lnTo>
                    <a:pt x="60" y="119"/>
                  </a:lnTo>
                  <a:lnTo>
                    <a:pt x="139" y="59"/>
                  </a:lnTo>
                  <a:lnTo>
                    <a:pt x="99" y="59"/>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8" name="Google Shape;3998;p15"/>
            <p:cNvSpPr/>
            <p:nvPr/>
          </p:nvSpPr>
          <p:spPr>
            <a:xfrm>
              <a:off x="-1174375" y="4056575"/>
              <a:ext cx="31625" cy="40025"/>
            </a:xfrm>
            <a:custGeom>
              <a:rect b="b" l="l" r="r" t="t"/>
              <a:pathLst>
                <a:path extrusionOk="0" h="1601" w="1265">
                  <a:moveTo>
                    <a:pt x="1028" y="149"/>
                  </a:moveTo>
                  <a:lnTo>
                    <a:pt x="1028" y="159"/>
                  </a:lnTo>
                  <a:lnTo>
                    <a:pt x="1047" y="159"/>
                  </a:lnTo>
                  <a:lnTo>
                    <a:pt x="1028" y="149"/>
                  </a:lnTo>
                  <a:close/>
                  <a:moveTo>
                    <a:pt x="60" y="573"/>
                  </a:moveTo>
                  <a:lnTo>
                    <a:pt x="40" y="593"/>
                  </a:lnTo>
                  <a:lnTo>
                    <a:pt x="60" y="593"/>
                  </a:lnTo>
                  <a:lnTo>
                    <a:pt x="50" y="603"/>
                  </a:lnTo>
                  <a:lnTo>
                    <a:pt x="50" y="603"/>
                  </a:lnTo>
                  <a:lnTo>
                    <a:pt x="99" y="593"/>
                  </a:lnTo>
                  <a:lnTo>
                    <a:pt x="99" y="573"/>
                  </a:lnTo>
                  <a:close/>
                  <a:moveTo>
                    <a:pt x="50" y="603"/>
                  </a:moveTo>
                  <a:lnTo>
                    <a:pt x="0" y="613"/>
                  </a:lnTo>
                  <a:lnTo>
                    <a:pt x="20" y="613"/>
                  </a:lnTo>
                  <a:lnTo>
                    <a:pt x="0" y="633"/>
                  </a:lnTo>
                  <a:lnTo>
                    <a:pt x="60" y="613"/>
                  </a:lnTo>
                  <a:lnTo>
                    <a:pt x="40" y="613"/>
                  </a:lnTo>
                  <a:lnTo>
                    <a:pt x="50" y="603"/>
                  </a:lnTo>
                  <a:close/>
                  <a:moveTo>
                    <a:pt x="336" y="1344"/>
                  </a:moveTo>
                  <a:lnTo>
                    <a:pt x="257" y="1383"/>
                  </a:lnTo>
                  <a:lnTo>
                    <a:pt x="277" y="1383"/>
                  </a:lnTo>
                  <a:lnTo>
                    <a:pt x="317" y="1364"/>
                  </a:lnTo>
                  <a:lnTo>
                    <a:pt x="336" y="1344"/>
                  </a:lnTo>
                  <a:close/>
                  <a:moveTo>
                    <a:pt x="791" y="1"/>
                  </a:moveTo>
                  <a:lnTo>
                    <a:pt x="791" y="20"/>
                  </a:lnTo>
                  <a:lnTo>
                    <a:pt x="652" y="20"/>
                  </a:lnTo>
                  <a:lnTo>
                    <a:pt x="692" y="40"/>
                  </a:lnTo>
                  <a:lnTo>
                    <a:pt x="672" y="40"/>
                  </a:lnTo>
                  <a:lnTo>
                    <a:pt x="652" y="60"/>
                  </a:lnTo>
                  <a:lnTo>
                    <a:pt x="534" y="60"/>
                  </a:lnTo>
                  <a:lnTo>
                    <a:pt x="514" y="80"/>
                  </a:lnTo>
                  <a:lnTo>
                    <a:pt x="534" y="80"/>
                  </a:lnTo>
                  <a:lnTo>
                    <a:pt x="554" y="99"/>
                  </a:lnTo>
                  <a:lnTo>
                    <a:pt x="534" y="119"/>
                  </a:lnTo>
                  <a:lnTo>
                    <a:pt x="475" y="99"/>
                  </a:lnTo>
                  <a:lnTo>
                    <a:pt x="494" y="119"/>
                  </a:lnTo>
                  <a:lnTo>
                    <a:pt x="415" y="119"/>
                  </a:lnTo>
                  <a:lnTo>
                    <a:pt x="514" y="139"/>
                  </a:lnTo>
                  <a:lnTo>
                    <a:pt x="573" y="139"/>
                  </a:lnTo>
                  <a:lnTo>
                    <a:pt x="554" y="159"/>
                  </a:lnTo>
                  <a:lnTo>
                    <a:pt x="514" y="159"/>
                  </a:lnTo>
                  <a:lnTo>
                    <a:pt x="435" y="139"/>
                  </a:lnTo>
                  <a:lnTo>
                    <a:pt x="415" y="159"/>
                  </a:lnTo>
                  <a:lnTo>
                    <a:pt x="396" y="178"/>
                  </a:lnTo>
                  <a:lnTo>
                    <a:pt x="297" y="178"/>
                  </a:lnTo>
                  <a:lnTo>
                    <a:pt x="317" y="198"/>
                  </a:lnTo>
                  <a:lnTo>
                    <a:pt x="356" y="218"/>
                  </a:lnTo>
                  <a:lnTo>
                    <a:pt x="336" y="218"/>
                  </a:lnTo>
                  <a:lnTo>
                    <a:pt x="336" y="238"/>
                  </a:lnTo>
                  <a:lnTo>
                    <a:pt x="297" y="238"/>
                  </a:lnTo>
                  <a:lnTo>
                    <a:pt x="317" y="257"/>
                  </a:lnTo>
                  <a:lnTo>
                    <a:pt x="238" y="257"/>
                  </a:lnTo>
                  <a:lnTo>
                    <a:pt x="218" y="277"/>
                  </a:lnTo>
                  <a:lnTo>
                    <a:pt x="257" y="277"/>
                  </a:lnTo>
                  <a:lnTo>
                    <a:pt x="257" y="297"/>
                  </a:lnTo>
                  <a:lnTo>
                    <a:pt x="317" y="297"/>
                  </a:lnTo>
                  <a:lnTo>
                    <a:pt x="238" y="317"/>
                  </a:lnTo>
                  <a:lnTo>
                    <a:pt x="435" y="317"/>
                  </a:lnTo>
                  <a:lnTo>
                    <a:pt x="396" y="336"/>
                  </a:lnTo>
                  <a:lnTo>
                    <a:pt x="198" y="336"/>
                  </a:lnTo>
                  <a:lnTo>
                    <a:pt x="257" y="356"/>
                  </a:lnTo>
                  <a:lnTo>
                    <a:pt x="218" y="356"/>
                  </a:lnTo>
                  <a:lnTo>
                    <a:pt x="218" y="376"/>
                  </a:lnTo>
                  <a:lnTo>
                    <a:pt x="139" y="376"/>
                  </a:lnTo>
                  <a:lnTo>
                    <a:pt x="139" y="396"/>
                  </a:lnTo>
                  <a:lnTo>
                    <a:pt x="99" y="415"/>
                  </a:lnTo>
                  <a:lnTo>
                    <a:pt x="79" y="415"/>
                  </a:lnTo>
                  <a:lnTo>
                    <a:pt x="159" y="435"/>
                  </a:lnTo>
                  <a:lnTo>
                    <a:pt x="119" y="455"/>
                  </a:lnTo>
                  <a:lnTo>
                    <a:pt x="99" y="455"/>
                  </a:lnTo>
                  <a:lnTo>
                    <a:pt x="99" y="475"/>
                  </a:lnTo>
                  <a:lnTo>
                    <a:pt x="79" y="494"/>
                  </a:lnTo>
                  <a:lnTo>
                    <a:pt x="99" y="494"/>
                  </a:lnTo>
                  <a:lnTo>
                    <a:pt x="60" y="514"/>
                  </a:lnTo>
                  <a:lnTo>
                    <a:pt x="119" y="514"/>
                  </a:lnTo>
                  <a:lnTo>
                    <a:pt x="119" y="534"/>
                  </a:lnTo>
                  <a:lnTo>
                    <a:pt x="99" y="534"/>
                  </a:lnTo>
                  <a:lnTo>
                    <a:pt x="60" y="554"/>
                  </a:lnTo>
                  <a:lnTo>
                    <a:pt x="238" y="554"/>
                  </a:lnTo>
                  <a:lnTo>
                    <a:pt x="178" y="573"/>
                  </a:lnTo>
                  <a:lnTo>
                    <a:pt x="99" y="593"/>
                  </a:lnTo>
                  <a:lnTo>
                    <a:pt x="119" y="593"/>
                  </a:lnTo>
                  <a:lnTo>
                    <a:pt x="159" y="613"/>
                  </a:lnTo>
                  <a:lnTo>
                    <a:pt x="297" y="613"/>
                  </a:lnTo>
                  <a:lnTo>
                    <a:pt x="257" y="633"/>
                  </a:lnTo>
                  <a:lnTo>
                    <a:pt x="198" y="653"/>
                  </a:lnTo>
                  <a:lnTo>
                    <a:pt x="139" y="653"/>
                  </a:lnTo>
                  <a:lnTo>
                    <a:pt x="159" y="672"/>
                  </a:lnTo>
                  <a:lnTo>
                    <a:pt x="79" y="712"/>
                  </a:lnTo>
                  <a:lnTo>
                    <a:pt x="178" y="692"/>
                  </a:lnTo>
                  <a:lnTo>
                    <a:pt x="198" y="692"/>
                  </a:lnTo>
                  <a:lnTo>
                    <a:pt x="178" y="712"/>
                  </a:lnTo>
                  <a:lnTo>
                    <a:pt x="99" y="732"/>
                  </a:lnTo>
                  <a:lnTo>
                    <a:pt x="99" y="751"/>
                  </a:lnTo>
                  <a:lnTo>
                    <a:pt x="79" y="791"/>
                  </a:lnTo>
                  <a:lnTo>
                    <a:pt x="60" y="811"/>
                  </a:lnTo>
                  <a:lnTo>
                    <a:pt x="79" y="830"/>
                  </a:lnTo>
                  <a:lnTo>
                    <a:pt x="139" y="801"/>
                  </a:lnTo>
                  <a:lnTo>
                    <a:pt x="139" y="801"/>
                  </a:lnTo>
                  <a:lnTo>
                    <a:pt x="198" y="791"/>
                  </a:lnTo>
                  <a:lnTo>
                    <a:pt x="317" y="771"/>
                  </a:lnTo>
                  <a:lnTo>
                    <a:pt x="297" y="791"/>
                  </a:lnTo>
                  <a:lnTo>
                    <a:pt x="257" y="791"/>
                  </a:lnTo>
                  <a:lnTo>
                    <a:pt x="297" y="811"/>
                  </a:lnTo>
                  <a:lnTo>
                    <a:pt x="317" y="791"/>
                  </a:lnTo>
                  <a:lnTo>
                    <a:pt x="356" y="791"/>
                  </a:lnTo>
                  <a:lnTo>
                    <a:pt x="317" y="811"/>
                  </a:lnTo>
                  <a:lnTo>
                    <a:pt x="257" y="830"/>
                  </a:lnTo>
                  <a:lnTo>
                    <a:pt x="336" y="830"/>
                  </a:lnTo>
                  <a:lnTo>
                    <a:pt x="297" y="850"/>
                  </a:lnTo>
                  <a:lnTo>
                    <a:pt x="198" y="850"/>
                  </a:lnTo>
                  <a:lnTo>
                    <a:pt x="159" y="870"/>
                  </a:lnTo>
                  <a:lnTo>
                    <a:pt x="119" y="870"/>
                  </a:lnTo>
                  <a:lnTo>
                    <a:pt x="119" y="890"/>
                  </a:lnTo>
                  <a:lnTo>
                    <a:pt x="40" y="909"/>
                  </a:lnTo>
                  <a:lnTo>
                    <a:pt x="60" y="909"/>
                  </a:lnTo>
                  <a:lnTo>
                    <a:pt x="60" y="929"/>
                  </a:lnTo>
                  <a:lnTo>
                    <a:pt x="119" y="929"/>
                  </a:lnTo>
                  <a:lnTo>
                    <a:pt x="60" y="969"/>
                  </a:lnTo>
                  <a:lnTo>
                    <a:pt x="60" y="1008"/>
                  </a:lnTo>
                  <a:lnTo>
                    <a:pt x="99" y="988"/>
                  </a:lnTo>
                  <a:lnTo>
                    <a:pt x="139" y="988"/>
                  </a:lnTo>
                  <a:lnTo>
                    <a:pt x="99" y="1008"/>
                  </a:lnTo>
                  <a:lnTo>
                    <a:pt x="79" y="1028"/>
                  </a:lnTo>
                  <a:lnTo>
                    <a:pt x="60" y="1028"/>
                  </a:lnTo>
                  <a:lnTo>
                    <a:pt x="79" y="1048"/>
                  </a:lnTo>
                  <a:lnTo>
                    <a:pt x="119" y="1048"/>
                  </a:lnTo>
                  <a:lnTo>
                    <a:pt x="218" y="1028"/>
                  </a:lnTo>
                  <a:lnTo>
                    <a:pt x="218" y="1048"/>
                  </a:lnTo>
                  <a:lnTo>
                    <a:pt x="178" y="1067"/>
                  </a:lnTo>
                  <a:lnTo>
                    <a:pt x="238" y="1048"/>
                  </a:lnTo>
                  <a:lnTo>
                    <a:pt x="277" y="1067"/>
                  </a:lnTo>
                  <a:lnTo>
                    <a:pt x="198" y="1067"/>
                  </a:lnTo>
                  <a:lnTo>
                    <a:pt x="159" y="1087"/>
                  </a:lnTo>
                  <a:lnTo>
                    <a:pt x="159" y="1107"/>
                  </a:lnTo>
                  <a:lnTo>
                    <a:pt x="159" y="1127"/>
                  </a:lnTo>
                  <a:lnTo>
                    <a:pt x="356" y="1107"/>
                  </a:lnTo>
                  <a:lnTo>
                    <a:pt x="475" y="1067"/>
                  </a:lnTo>
                  <a:lnTo>
                    <a:pt x="593" y="1048"/>
                  </a:lnTo>
                  <a:lnTo>
                    <a:pt x="593" y="1048"/>
                  </a:lnTo>
                  <a:lnTo>
                    <a:pt x="534" y="1087"/>
                  </a:lnTo>
                  <a:lnTo>
                    <a:pt x="514" y="1107"/>
                  </a:lnTo>
                  <a:lnTo>
                    <a:pt x="435" y="1127"/>
                  </a:lnTo>
                  <a:lnTo>
                    <a:pt x="396" y="1146"/>
                  </a:lnTo>
                  <a:lnTo>
                    <a:pt x="376" y="1146"/>
                  </a:lnTo>
                  <a:lnTo>
                    <a:pt x="435" y="1127"/>
                  </a:lnTo>
                  <a:lnTo>
                    <a:pt x="435" y="1107"/>
                  </a:lnTo>
                  <a:lnTo>
                    <a:pt x="297" y="1186"/>
                  </a:lnTo>
                  <a:lnTo>
                    <a:pt x="257" y="1186"/>
                  </a:lnTo>
                  <a:lnTo>
                    <a:pt x="297" y="1166"/>
                  </a:lnTo>
                  <a:lnTo>
                    <a:pt x="297" y="1166"/>
                  </a:lnTo>
                  <a:lnTo>
                    <a:pt x="238" y="1186"/>
                  </a:lnTo>
                  <a:lnTo>
                    <a:pt x="218" y="1186"/>
                  </a:lnTo>
                  <a:lnTo>
                    <a:pt x="119" y="1225"/>
                  </a:lnTo>
                  <a:lnTo>
                    <a:pt x="139" y="1245"/>
                  </a:lnTo>
                  <a:lnTo>
                    <a:pt x="159" y="1245"/>
                  </a:lnTo>
                  <a:lnTo>
                    <a:pt x="139" y="1265"/>
                  </a:lnTo>
                  <a:lnTo>
                    <a:pt x="198" y="1265"/>
                  </a:lnTo>
                  <a:lnTo>
                    <a:pt x="178" y="1285"/>
                  </a:lnTo>
                  <a:lnTo>
                    <a:pt x="257" y="1265"/>
                  </a:lnTo>
                  <a:lnTo>
                    <a:pt x="238" y="1285"/>
                  </a:lnTo>
                  <a:lnTo>
                    <a:pt x="198" y="1304"/>
                  </a:lnTo>
                  <a:lnTo>
                    <a:pt x="238" y="1304"/>
                  </a:lnTo>
                  <a:lnTo>
                    <a:pt x="238" y="1324"/>
                  </a:lnTo>
                  <a:lnTo>
                    <a:pt x="317" y="1285"/>
                  </a:lnTo>
                  <a:lnTo>
                    <a:pt x="415" y="1265"/>
                  </a:lnTo>
                  <a:lnTo>
                    <a:pt x="435" y="1265"/>
                  </a:lnTo>
                  <a:lnTo>
                    <a:pt x="455" y="1285"/>
                  </a:lnTo>
                  <a:lnTo>
                    <a:pt x="376" y="1285"/>
                  </a:lnTo>
                  <a:lnTo>
                    <a:pt x="435" y="1304"/>
                  </a:lnTo>
                  <a:lnTo>
                    <a:pt x="376" y="1324"/>
                  </a:lnTo>
                  <a:lnTo>
                    <a:pt x="356" y="1324"/>
                  </a:lnTo>
                  <a:lnTo>
                    <a:pt x="336" y="1344"/>
                  </a:lnTo>
                  <a:lnTo>
                    <a:pt x="356" y="1344"/>
                  </a:lnTo>
                  <a:lnTo>
                    <a:pt x="435" y="1324"/>
                  </a:lnTo>
                  <a:lnTo>
                    <a:pt x="415" y="1344"/>
                  </a:lnTo>
                  <a:lnTo>
                    <a:pt x="415" y="1364"/>
                  </a:lnTo>
                  <a:lnTo>
                    <a:pt x="415" y="1364"/>
                  </a:lnTo>
                  <a:lnTo>
                    <a:pt x="415" y="1364"/>
                  </a:lnTo>
                  <a:lnTo>
                    <a:pt x="317" y="1383"/>
                  </a:lnTo>
                  <a:lnTo>
                    <a:pt x="238" y="1403"/>
                  </a:lnTo>
                  <a:lnTo>
                    <a:pt x="257" y="1383"/>
                  </a:lnTo>
                  <a:lnTo>
                    <a:pt x="277" y="1364"/>
                  </a:lnTo>
                  <a:lnTo>
                    <a:pt x="238" y="1364"/>
                  </a:lnTo>
                  <a:lnTo>
                    <a:pt x="277" y="1344"/>
                  </a:lnTo>
                  <a:lnTo>
                    <a:pt x="277" y="1324"/>
                  </a:lnTo>
                  <a:lnTo>
                    <a:pt x="218" y="1324"/>
                  </a:lnTo>
                  <a:lnTo>
                    <a:pt x="198" y="1364"/>
                  </a:lnTo>
                  <a:lnTo>
                    <a:pt x="218" y="1383"/>
                  </a:lnTo>
                  <a:lnTo>
                    <a:pt x="178" y="1403"/>
                  </a:lnTo>
                  <a:lnTo>
                    <a:pt x="297" y="1423"/>
                  </a:lnTo>
                  <a:lnTo>
                    <a:pt x="356" y="1383"/>
                  </a:lnTo>
                  <a:lnTo>
                    <a:pt x="415" y="1364"/>
                  </a:lnTo>
                  <a:lnTo>
                    <a:pt x="415" y="1364"/>
                  </a:lnTo>
                  <a:lnTo>
                    <a:pt x="336" y="1403"/>
                  </a:lnTo>
                  <a:lnTo>
                    <a:pt x="297" y="1443"/>
                  </a:lnTo>
                  <a:lnTo>
                    <a:pt x="376" y="1423"/>
                  </a:lnTo>
                  <a:lnTo>
                    <a:pt x="455" y="1403"/>
                  </a:lnTo>
                  <a:lnTo>
                    <a:pt x="475" y="1383"/>
                  </a:lnTo>
                  <a:lnTo>
                    <a:pt x="534" y="1364"/>
                  </a:lnTo>
                  <a:lnTo>
                    <a:pt x="573" y="1364"/>
                  </a:lnTo>
                  <a:lnTo>
                    <a:pt x="554" y="1383"/>
                  </a:lnTo>
                  <a:lnTo>
                    <a:pt x="534" y="1383"/>
                  </a:lnTo>
                  <a:lnTo>
                    <a:pt x="514" y="1403"/>
                  </a:lnTo>
                  <a:lnTo>
                    <a:pt x="494" y="1423"/>
                  </a:lnTo>
                  <a:lnTo>
                    <a:pt x="317" y="1443"/>
                  </a:lnTo>
                  <a:lnTo>
                    <a:pt x="297" y="1462"/>
                  </a:lnTo>
                  <a:lnTo>
                    <a:pt x="317" y="1462"/>
                  </a:lnTo>
                  <a:lnTo>
                    <a:pt x="297" y="1482"/>
                  </a:lnTo>
                  <a:lnTo>
                    <a:pt x="297" y="1482"/>
                  </a:lnTo>
                  <a:lnTo>
                    <a:pt x="356" y="1462"/>
                  </a:lnTo>
                  <a:lnTo>
                    <a:pt x="396" y="1443"/>
                  </a:lnTo>
                  <a:lnTo>
                    <a:pt x="554" y="1443"/>
                  </a:lnTo>
                  <a:lnTo>
                    <a:pt x="494" y="1462"/>
                  </a:lnTo>
                  <a:lnTo>
                    <a:pt x="435" y="1482"/>
                  </a:lnTo>
                  <a:lnTo>
                    <a:pt x="396" y="1482"/>
                  </a:lnTo>
                  <a:lnTo>
                    <a:pt x="297" y="1522"/>
                  </a:lnTo>
                  <a:lnTo>
                    <a:pt x="356" y="1502"/>
                  </a:lnTo>
                  <a:lnTo>
                    <a:pt x="376" y="1502"/>
                  </a:lnTo>
                  <a:lnTo>
                    <a:pt x="356" y="1522"/>
                  </a:lnTo>
                  <a:lnTo>
                    <a:pt x="356" y="1541"/>
                  </a:lnTo>
                  <a:lnTo>
                    <a:pt x="396" y="1561"/>
                  </a:lnTo>
                  <a:lnTo>
                    <a:pt x="435" y="1541"/>
                  </a:lnTo>
                  <a:lnTo>
                    <a:pt x="455" y="1541"/>
                  </a:lnTo>
                  <a:lnTo>
                    <a:pt x="435" y="1561"/>
                  </a:lnTo>
                  <a:lnTo>
                    <a:pt x="455" y="1561"/>
                  </a:lnTo>
                  <a:lnTo>
                    <a:pt x="455" y="1581"/>
                  </a:lnTo>
                  <a:lnTo>
                    <a:pt x="475" y="1581"/>
                  </a:lnTo>
                  <a:lnTo>
                    <a:pt x="514" y="1561"/>
                  </a:lnTo>
                  <a:lnTo>
                    <a:pt x="554" y="1522"/>
                  </a:lnTo>
                  <a:lnTo>
                    <a:pt x="613" y="1541"/>
                  </a:lnTo>
                  <a:lnTo>
                    <a:pt x="692" y="1541"/>
                  </a:lnTo>
                  <a:lnTo>
                    <a:pt x="830" y="1304"/>
                  </a:lnTo>
                  <a:lnTo>
                    <a:pt x="968" y="1048"/>
                  </a:lnTo>
                  <a:lnTo>
                    <a:pt x="1245" y="396"/>
                  </a:lnTo>
                  <a:lnTo>
                    <a:pt x="1107" y="396"/>
                  </a:lnTo>
                  <a:lnTo>
                    <a:pt x="1166" y="376"/>
                  </a:lnTo>
                  <a:lnTo>
                    <a:pt x="1186" y="376"/>
                  </a:lnTo>
                  <a:lnTo>
                    <a:pt x="1166" y="356"/>
                  </a:lnTo>
                  <a:lnTo>
                    <a:pt x="1245" y="356"/>
                  </a:lnTo>
                  <a:lnTo>
                    <a:pt x="1245" y="336"/>
                  </a:lnTo>
                  <a:lnTo>
                    <a:pt x="1067" y="336"/>
                  </a:lnTo>
                  <a:lnTo>
                    <a:pt x="1047" y="317"/>
                  </a:lnTo>
                  <a:lnTo>
                    <a:pt x="1067" y="317"/>
                  </a:lnTo>
                  <a:lnTo>
                    <a:pt x="1008" y="277"/>
                  </a:lnTo>
                  <a:lnTo>
                    <a:pt x="988" y="238"/>
                  </a:lnTo>
                  <a:lnTo>
                    <a:pt x="968" y="198"/>
                  </a:lnTo>
                  <a:lnTo>
                    <a:pt x="1008" y="139"/>
                  </a:lnTo>
                  <a:lnTo>
                    <a:pt x="1028" y="149"/>
                  </a:lnTo>
                  <a:lnTo>
                    <a:pt x="1028" y="149"/>
                  </a:lnTo>
                  <a:lnTo>
                    <a:pt x="1028" y="139"/>
                  </a:lnTo>
                  <a:lnTo>
                    <a:pt x="1067" y="139"/>
                  </a:lnTo>
                  <a:lnTo>
                    <a:pt x="1087" y="119"/>
                  </a:lnTo>
                  <a:lnTo>
                    <a:pt x="1047" y="119"/>
                  </a:lnTo>
                  <a:lnTo>
                    <a:pt x="1087" y="99"/>
                  </a:lnTo>
                  <a:lnTo>
                    <a:pt x="1087" y="119"/>
                  </a:lnTo>
                  <a:lnTo>
                    <a:pt x="1107" y="99"/>
                  </a:lnTo>
                  <a:lnTo>
                    <a:pt x="1126" y="80"/>
                  </a:lnTo>
                  <a:lnTo>
                    <a:pt x="1146" y="80"/>
                  </a:lnTo>
                  <a:lnTo>
                    <a:pt x="1146" y="60"/>
                  </a:lnTo>
                  <a:lnTo>
                    <a:pt x="1265" y="60"/>
                  </a:lnTo>
                  <a:lnTo>
                    <a:pt x="1205" y="40"/>
                  </a:lnTo>
                  <a:lnTo>
                    <a:pt x="1146" y="40"/>
                  </a:lnTo>
                  <a:lnTo>
                    <a:pt x="1126" y="20"/>
                  </a:lnTo>
                  <a:lnTo>
                    <a:pt x="968" y="1"/>
                  </a:lnTo>
                  <a:close/>
                  <a:moveTo>
                    <a:pt x="475" y="1581"/>
                  </a:moveTo>
                  <a:lnTo>
                    <a:pt x="475" y="1601"/>
                  </a:lnTo>
                  <a:lnTo>
                    <a:pt x="514" y="158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9" name="Google Shape;3999;p15"/>
            <p:cNvSpPr/>
            <p:nvPr/>
          </p:nvSpPr>
          <p:spPr>
            <a:xfrm>
              <a:off x="-1164000" y="4095600"/>
              <a:ext cx="525" cy="500"/>
            </a:xfrm>
            <a:custGeom>
              <a:rect b="b" l="l" r="r" t="t"/>
              <a:pathLst>
                <a:path extrusionOk="0" h="20" w="21">
                  <a:moveTo>
                    <a:pt x="20" y="0"/>
                  </a:moveTo>
                  <a:lnTo>
                    <a:pt x="20" y="0"/>
                  </a:lnTo>
                  <a:lnTo>
                    <a:pt x="0" y="20"/>
                  </a:lnTo>
                  <a:lnTo>
                    <a:pt x="0" y="2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
            <p:cNvSpPr/>
            <p:nvPr/>
          </p:nvSpPr>
          <p:spPr>
            <a:xfrm>
              <a:off x="-1395600" y="410002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1" name="Google Shape;4001;p15"/>
            <p:cNvSpPr/>
            <p:nvPr/>
          </p:nvSpPr>
          <p:spPr>
            <a:xfrm>
              <a:off x="-1397075" y="4099050"/>
              <a:ext cx="25" cy="25"/>
            </a:xfrm>
            <a:custGeom>
              <a:rect b="b" l="l" r="r" t="t"/>
              <a:pathLst>
                <a:path extrusionOk="0" h="1" w="1">
                  <a:moveTo>
                    <a:pt x="0" y="0"/>
                  </a:move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2" name="Google Shape;4002;p15"/>
            <p:cNvSpPr/>
            <p:nvPr/>
          </p:nvSpPr>
          <p:spPr>
            <a:xfrm>
              <a:off x="-1435600" y="4052125"/>
              <a:ext cx="48425" cy="55350"/>
            </a:xfrm>
            <a:custGeom>
              <a:rect b="b" l="l" r="r" t="t"/>
              <a:pathLst>
                <a:path extrusionOk="0" h="2214" w="1937">
                  <a:moveTo>
                    <a:pt x="652" y="80"/>
                  </a:moveTo>
                  <a:lnTo>
                    <a:pt x="692" y="100"/>
                  </a:lnTo>
                  <a:lnTo>
                    <a:pt x="633" y="80"/>
                  </a:lnTo>
                  <a:close/>
                  <a:moveTo>
                    <a:pt x="1403" y="712"/>
                  </a:moveTo>
                  <a:lnTo>
                    <a:pt x="1403" y="732"/>
                  </a:lnTo>
                  <a:lnTo>
                    <a:pt x="1304" y="732"/>
                  </a:lnTo>
                  <a:lnTo>
                    <a:pt x="1344" y="712"/>
                  </a:lnTo>
                  <a:close/>
                  <a:moveTo>
                    <a:pt x="336" y="831"/>
                  </a:moveTo>
                  <a:lnTo>
                    <a:pt x="277" y="850"/>
                  </a:lnTo>
                  <a:lnTo>
                    <a:pt x="356" y="831"/>
                  </a:lnTo>
                  <a:close/>
                  <a:moveTo>
                    <a:pt x="218" y="969"/>
                  </a:moveTo>
                  <a:lnTo>
                    <a:pt x="198" y="989"/>
                  </a:lnTo>
                  <a:lnTo>
                    <a:pt x="238" y="989"/>
                  </a:lnTo>
                  <a:lnTo>
                    <a:pt x="218" y="969"/>
                  </a:lnTo>
                  <a:close/>
                  <a:moveTo>
                    <a:pt x="80" y="969"/>
                  </a:moveTo>
                  <a:lnTo>
                    <a:pt x="60" y="989"/>
                  </a:lnTo>
                  <a:lnTo>
                    <a:pt x="60" y="1008"/>
                  </a:lnTo>
                  <a:lnTo>
                    <a:pt x="40" y="1028"/>
                  </a:lnTo>
                  <a:lnTo>
                    <a:pt x="139" y="1048"/>
                  </a:lnTo>
                  <a:lnTo>
                    <a:pt x="198" y="1028"/>
                  </a:lnTo>
                  <a:lnTo>
                    <a:pt x="80" y="1028"/>
                  </a:lnTo>
                  <a:lnTo>
                    <a:pt x="99" y="1008"/>
                  </a:lnTo>
                  <a:lnTo>
                    <a:pt x="119" y="1008"/>
                  </a:lnTo>
                  <a:lnTo>
                    <a:pt x="99" y="989"/>
                  </a:lnTo>
                  <a:lnTo>
                    <a:pt x="139" y="989"/>
                  </a:lnTo>
                  <a:lnTo>
                    <a:pt x="139" y="969"/>
                  </a:lnTo>
                  <a:close/>
                  <a:moveTo>
                    <a:pt x="1778" y="1265"/>
                  </a:moveTo>
                  <a:lnTo>
                    <a:pt x="1719" y="1285"/>
                  </a:lnTo>
                  <a:lnTo>
                    <a:pt x="1739" y="1285"/>
                  </a:lnTo>
                  <a:lnTo>
                    <a:pt x="1778" y="1265"/>
                  </a:lnTo>
                  <a:close/>
                  <a:moveTo>
                    <a:pt x="376" y="1285"/>
                  </a:moveTo>
                  <a:lnTo>
                    <a:pt x="317" y="1305"/>
                  </a:lnTo>
                  <a:lnTo>
                    <a:pt x="317" y="1305"/>
                  </a:lnTo>
                  <a:lnTo>
                    <a:pt x="396" y="1285"/>
                  </a:lnTo>
                  <a:close/>
                  <a:moveTo>
                    <a:pt x="297" y="1245"/>
                  </a:moveTo>
                  <a:lnTo>
                    <a:pt x="198" y="1265"/>
                  </a:lnTo>
                  <a:lnTo>
                    <a:pt x="218" y="1265"/>
                  </a:lnTo>
                  <a:lnTo>
                    <a:pt x="218" y="1285"/>
                  </a:lnTo>
                  <a:lnTo>
                    <a:pt x="198" y="1305"/>
                  </a:lnTo>
                  <a:lnTo>
                    <a:pt x="198" y="1305"/>
                  </a:lnTo>
                  <a:lnTo>
                    <a:pt x="238" y="1285"/>
                  </a:lnTo>
                  <a:lnTo>
                    <a:pt x="336" y="1265"/>
                  </a:lnTo>
                  <a:lnTo>
                    <a:pt x="317" y="1265"/>
                  </a:lnTo>
                  <a:lnTo>
                    <a:pt x="336" y="1245"/>
                  </a:lnTo>
                  <a:close/>
                  <a:moveTo>
                    <a:pt x="1522" y="1324"/>
                  </a:moveTo>
                  <a:lnTo>
                    <a:pt x="1443" y="1344"/>
                  </a:lnTo>
                  <a:lnTo>
                    <a:pt x="1443" y="1349"/>
                  </a:lnTo>
                  <a:lnTo>
                    <a:pt x="1443" y="1349"/>
                  </a:lnTo>
                  <a:lnTo>
                    <a:pt x="1462" y="1344"/>
                  </a:lnTo>
                  <a:lnTo>
                    <a:pt x="1522" y="1324"/>
                  </a:lnTo>
                  <a:close/>
                  <a:moveTo>
                    <a:pt x="1482" y="1344"/>
                  </a:moveTo>
                  <a:lnTo>
                    <a:pt x="1443" y="1354"/>
                  </a:lnTo>
                  <a:lnTo>
                    <a:pt x="1443" y="1354"/>
                  </a:lnTo>
                  <a:lnTo>
                    <a:pt x="1443" y="1364"/>
                  </a:lnTo>
                  <a:lnTo>
                    <a:pt x="1482" y="1344"/>
                  </a:lnTo>
                  <a:close/>
                  <a:moveTo>
                    <a:pt x="1443" y="1349"/>
                  </a:moveTo>
                  <a:lnTo>
                    <a:pt x="1383" y="1364"/>
                  </a:lnTo>
                  <a:lnTo>
                    <a:pt x="1324" y="1384"/>
                  </a:lnTo>
                  <a:lnTo>
                    <a:pt x="1324" y="1384"/>
                  </a:lnTo>
                  <a:lnTo>
                    <a:pt x="1403" y="1364"/>
                  </a:lnTo>
                  <a:lnTo>
                    <a:pt x="1443" y="1354"/>
                  </a:lnTo>
                  <a:lnTo>
                    <a:pt x="1443" y="1354"/>
                  </a:lnTo>
                  <a:lnTo>
                    <a:pt x="1443" y="1349"/>
                  </a:lnTo>
                  <a:close/>
                  <a:moveTo>
                    <a:pt x="1798" y="1423"/>
                  </a:moveTo>
                  <a:lnTo>
                    <a:pt x="1786" y="1435"/>
                  </a:lnTo>
                  <a:lnTo>
                    <a:pt x="1786" y="1435"/>
                  </a:lnTo>
                  <a:lnTo>
                    <a:pt x="1798" y="1432"/>
                  </a:lnTo>
                  <a:lnTo>
                    <a:pt x="1798" y="1432"/>
                  </a:lnTo>
                  <a:lnTo>
                    <a:pt x="1798" y="1423"/>
                  </a:lnTo>
                  <a:close/>
                  <a:moveTo>
                    <a:pt x="1786" y="1435"/>
                  </a:moveTo>
                  <a:lnTo>
                    <a:pt x="1759" y="1443"/>
                  </a:lnTo>
                  <a:lnTo>
                    <a:pt x="1778" y="1443"/>
                  </a:lnTo>
                  <a:lnTo>
                    <a:pt x="1786" y="1435"/>
                  </a:lnTo>
                  <a:close/>
                  <a:moveTo>
                    <a:pt x="415" y="1443"/>
                  </a:moveTo>
                  <a:lnTo>
                    <a:pt x="396" y="1463"/>
                  </a:lnTo>
                  <a:lnTo>
                    <a:pt x="396" y="1463"/>
                  </a:lnTo>
                  <a:lnTo>
                    <a:pt x="455" y="1443"/>
                  </a:lnTo>
                  <a:close/>
                  <a:moveTo>
                    <a:pt x="1877" y="1443"/>
                  </a:moveTo>
                  <a:lnTo>
                    <a:pt x="1824" y="1456"/>
                  </a:lnTo>
                  <a:lnTo>
                    <a:pt x="1824" y="1456"/>
                  </a:lnTo>
                  <a:lnTo>
                    <a:pt x="1818" y="1463"/>
                  </a:lnTo>
                  <a:lnTo>
                    <a:pt x="1818" y="1463"/>
                  </a:lnTo>
                  <a:lnTo>
                    <a:pt x="1877" y="1443"/>
                  </a:lnTo>
                  <a:close/>
                  <a:moveTo>
                    <a:pt x="415" y="1463"/>
                  </a:moveTo>
                  <a:lnTo>
                    <a:pt x="415" y="1482"/>
                  </a:lnTo>
                  <a:lnTo>
                    <a:pt x="435" y="1489"/>
                  </a:lnTo>
                  <a:lnTo>
                    <a:pt x="435" y="1489"/>
                  </a:lnTo>
                  <a:lnTo>
                    <a:pt x="435" y="1482"/>
                  </a:lnTo>
                  <a:lnTo>
                    <a:pt x="435" y="1463"/>
                  </a:lnTo>
                  <a:close/>
                  <a:moveTo>
                    <a:pt x="435" y="1489"/>
                  </a:moveTo>
                  <a:lnTo>
                    <a:pt x="435" y="1502"/>
                  </a:lnTo>
                  <a:lnTo>
                    <a:pt x="458" y="1496"/>
                  </a:lnTo>
                  <a:lnTo>
                    <a:pt x="458" y="1496"/>
                  </a:lnTo>
                  <a:lnTo>
                    <a:pt x="435" y="1489"/>
                  </a:lnTo>
                  <a:close/>
                  <a:moveTo>
                    <a:pt x="514" y="1640"/>
                  </a:moveTo>
                  <a:lnTo>
                    <a:pt x="475" y="1660"/>
                  </a:lnTo>
                  <a:lnTo>
                    <a:pt x="514" y="1660"/>
                  </a:lnTo>
                  <a:lnTo>
                    <a:pt x="514" y="1640"/>
                  </a:lnTo>
                  <a:close/>
                  <a:moveTo>
                    <a:pt x="1818" y="1640"/>
                  </a:moveTo>
                  <a:lnTo>
                    <a:pt x="1778" y="1660"/>
                  </a:lnTo>
                  <a:lnTo>
                    <a:pt x="1818" y="1640"/>
                  </a:lnTo>
                  <a:close/>
                  <a:moveTo>
                    <a:pt x="1620" y="1719"/>
                  </a:moveTo>
                  <a:lnTo>
                    <a:pt x="1601" y="1739"/>
                  </a:lnTo>
                  <a:lnTo>
                    <a:pt x="1601" y="1739"/>
                  </a:lnTo>
                  <a:lnTo>
                    <a:pt x="1620" y="1731"/>
                  </a:lnTo>
                  <a:lnTo>
                    <a:pt x="1620" y="1731"/>
                  </a:lnTo>
                  <a:lnTo>
                    <a:pt x="1620" y="1719"/>
                  </a:lnTo>
                  <a:close/>
                  <a:moveTo>
                    <a:pt x="1778" y="1660"/>
                  </a:moveTo>
                  <a:lnTo>
                    <a:pt x="1739" y="1680"/>
                  </a:lnTo>
                  <a:lnTo>
                    <a:pt x="1620" y="1731"/>
                  </a:lnTo>
                  <a:lnTo>
                    <a:pt x="1620" y="1731"/>
                  </a:lnTo>
                  <a:lnTo>
                    <a:pt x="1620" y="1739"/>
                  </a:lnTo>
                  <a:lnTo>
                    <a:pt x="1699" y="1700"/>
                  </a:lnTo>
                  <a:lnTo>
                    <a:pt x="1778" y="1660"/>
                  </a:lnTo>
                  <a:close/>
                  <a:moveTo>
                    <a:pt x="850" y="1846"/>
                  </a:moveTo>
                  <a:lnTo>
                    <a:pt x="771" y="1877"/>
                  </a:lnTo>
                  <a:lnTo>
                    <a:pt x="791" y="1858"/>
                  </a:lnTo>
                  <a:lnTo>
                    <a:pt x="850" y="1846"/>
                  </a:lnTo>
                  <a:close/>
                  <a:moveTo>
                    <a:pt x="1581" y="1897"/>
                  </a:moveTo>
                  <a:lnTo>
                    <a:pt x="1561" y="1907"/>
                  </a:lnTo>
                  <a:lnTo>
                    <a:pt x="1561" y="1907"/>
                  </a:lnTo>
                  <a:lnTo>
                    <a:pt x="1561" y="1917"/>
                  </a:lnTo>
                  <a:lnTo>
                    <a:pt x="1581" y="1897"/>
                  </a:lnTo>
                  <a:close/>
                  <a:moveTo>
                    <a:pt x="1660" y="1858"/>
                  </a:moveTo>
                  <a:lnTo>
                    <a:pt x="1581" y="1897"/>
                  </a:lnTo>
                  <a:lnTo>
                    <a:pt x="1601" y="1917"/>
                  </a:lnTo>
                  <a:lnTo>
                    <a:pt x="1640" y="1897"/>
                  </a:lnTo>
                  <a:lnTo>
                    <a:pt x="1660" y="1877"/>
                  </a:lnTo>
                  <a:lnTo>
                    <a:pt x="1699" y="1858"/>
                  </a:lnTo>
                  <a:close/>
                  <a:moveTo>
                    <a:pt x="1522" y="1956"/>
                  </a:moveTo>
                  <a:lnTo>
                    <a:pt x="1502" y="1976"/>
                  </a:lnTo>
                  <a:lnTo>
                    <a:pt x="1522" y="1976"/>
                  </a:lnTo>
                  <a:lnTo>
                    <a:pt x="1541" y="1956"/>
                  </a:lnTo>
                  <a:close/>
                  <a:moveTo>
                    <a:pt x="731" y="1"/>
                  </a:moveTo>
                  <a:lnTo>
                    <a:pt x="771" y="21"/>
                  </a:lnTo>
                  <a:lnTo>
                    <a:pt x="731" y="21"/>
                  </a:lnTo>
                  <a:lnTo>
                    <a:pt x="751" y="40"/>
                  </a:lnTo>
                  <a:lnTo>
                    <a:pt x="692" y="21"/>
                  </a:lnTo>
                  <a:lnTo>
                    <a:pt x="593" y="21"/>
                  </a:lnTo>
                  <a:lnTo>
                    <a:pt x="613" y="40"/>
                  </a:lnTo>
                  <a:lnTo>
                    <a:pt x="633" y="40"/>
                  </a:lnTo>
                  <a:lnTo>
                    <a:pt x="613" y="60"/>
                  </a:lnTo>
                  <a:lnTo>
                    <a:pt x="554" y="40"/>
                  </a:lnTo>
                  <a:lnTo>
                    <a:pt x="573" y="60"/>
                  </a:lnTo>
                  <a:lnTo>
                    <a:pt x="562" y="72"/>
                  </a:lnTo>
                  <a:lnTo>
                    <a:pt x="562" y="72"/>
                  </a:lnTo>
                  <a:lnTo>
                    <a:pt x="514" y="60"/>
                  </a:lnTo>
                  <a:lnTo>
                    <a:pt x="475" y="80"/>
                  </a:lnTo>
                  <a:lnTo>
                    <a:pt x="475" y="100"/>
                  </a:lnTo>
                  <a:lnTo>
                    <a:pt x="455" y="80"/>
                  </a:lnTo>
                  <a:lnTo>
                    <a:pt x="376" y="80"/>
                  </a:lnTo>
                  <a:lnTo>
                    <a:pt x="376" y="100"/>
                  </a:lnTo>
                  <a:lnTo>
                    <a:pt x="415" y="100"/>
                  </a:lnTo>
                  <a:lnTo>
                    <a:pt x="435" y="119"/>
                  </a:lnTo>
                  <a:lnTo>
                    <a:pt x="376" y="119"/>
                  </a:lnTo>
                  <a:lnTo>
                    <a:pt x="376" y="139"/>
                  </a:lnTo>
                  <a:lnTo>
                    <a:pt x="317" y="139"/>
                  </a:lnTo>
                  <a:lnTo>
                    <a:pt x="317" y="159"/>
                  </a:lnTo>
                  <a:lnTo>
                    <a:pt x="376" y="179"/>
                  </a:lnTo>
                  <a:lnTo>
                    <a:pt x="297" y="179"/>
                  </a:lnTo>
                  <a:lnTo>
                    <a:pt x="415" y="198"/>
                  </a:lnTo>
                  <a:lnTo>
                    <a:pt x="317" y="198"/>
                  </a:lnTo>
                  <a:lnTo>
                    <a:pt x="277" y="218"/>
                  </a:lnTo>
                  <a:lnTo>
                    <a:pt x="178" y="218"/>
                  </a:lnTo>
                  <a:lnTo>
                    <a:pt x="159" y="238"/>
                  </a:lnTo>
                  <a:lnTo>
                    <a:pt x="139" y="238"/>
                  </a:lnTo>
                  <a:lnTo>
                    <a:pt x="198" y="258"/>
                  </a:lnTo>
                  <a:lnTo>
                    <a:pt x="119" y="258"/>
                  </a:lnTo>
                  <a:lnTo>
                    <a:pt x="139" y="277"/>
                  </a:lnTo>
                  <a:lnTo>
                    <a:pt x="119" y="297"/>
                  </a:lnTo>
                  <a:lnTo>
                    <a:pt x="139" y="297"/>
                  </a:lnTo>
                  <a:lnTo>
                    <a:pt x="178" y="317"/>
                  </a:lnTo>
                  <a:lnTo>
                    <a:pt x="159" y="317"/>
                  </a:lnTo>
                  <a:lnTo>
                    <a:pt x="80" y="337"/>
                  </a:lnTo>
                  <a:lnTo>
                    <a:pt x="257" y="356"/>
                  </a:lnTo>
                  <a:lnTo>
                    <a:pt x="218" y="356"/>
                  </a:lnTo>
                  <a:lnTo>
                    <a:pt x="119" y="376"/>
                  </a:lnTo>
                  <a:lnTo>
                    <a:pt x="119" y="376"/>
                  </a:lnTo>
                  <a:lnTo>
                    <a:pt x="139" y="356"/>
                  </a:lnTo>
                  <a:lnTo>
                    <a:pt x="119" y="356"/>
                  </a:lnTo>
                  <a:lnTo>
                    <a:pt x="20" y="376"/>
                  </a:lnTo>
                  <a:lnTo>
                    <a:pt x="40" y="376"/>
                  </a:lnTo>
                  <a:lnTo>
                    <a:pt x="20" y="396"/>
                  </a:lnTo>
                  <a:lnTo>
                    <a:pt x="139" y="396"/>
                  </a:lnTo>
                  <a:lnTo>
                    <a:pt x="60" y="376"/>
                  </a:lnTo>
                  <a:lnTo>
                    <a:pt x="178" y="376"/>
                  </a:lnTo>
                  <a:lnTo>
                    <a:pt x="218" y="396"/>
                  </a:lnTo>
                  <a:lnTo>
                    <a:pt x="317" y="416"/>
                  </a:lnTo>
                  <a:lnTo>
                    <a:pt x="257" y="435"/>
                  </a:lnTo>
                  <a:lnTo>
                    <a:pt x="139" y="416"/>
                  </a:lnTo>
                  <a:lnTo>
                    <a:pt x="178" y="435"/>
                  </a:lnTo>
                  <a:lnTo>
                    <a:pt x="159" y="435"/>
                  </a:lnTo>
                  <a:lnTo>
                    <a:pt x="80" y="455"/>
                  </a:lnTo>
                  <a:lnTo>
                    <a:pt x="198" y="455"/>
                  </a:lnTo>
                  <a:lnTo>
                    <a:pt x="178" y="475"/>
                  </a:lnTo>
                  <a:lnTo>
                    <a:pt x="99" y="475"/>
                  </a:lnTo>
                  <a:lnTo>
                    <a:pt x="99" y="495"/>
                  </a:lnTo>
                  <a:lnTo>
                    <a:pt x="60" y="514"/>
                  </a:lnTo>
                  <a:lnTo>
                    <a:pt x="40" y="534"/>
                  </a:lnTo>
                  <a:lnTo>
                    <a:pt x="60" y="554"/>
                  </a:lnTo>
                  <a:lnTo>
                    <a:pt x="139" y="534"/>
                  </a:lnTo>
                  <a:lnTo>
                    <a:pt x="297" y="534"/>
                  </a:lnTo>
                  <a:lnTo>
                    <a:pt x="277" y="554"/>
                  </a:lnTo>
                  <a:lnTo>
                    <a:pt x="336" y="554"/>
                  </a:lnTo>
                  <a:lnTo>
                    <a:pt x="297" y="574"/>
                  </a:lnTo>
                  <a:lnTo>
                    <a:pt x="257" y="574"/>
                  </a:lnTo>
                  <a:lnTo>
                    <a:pt x="317" y="593"/>
                  </a:lnTo>
                  <a:lnTo>
                    <a:pt x="257" y="593"/>
                  </a:lnTo>
                  <a:lnTo>
                    <a:pt x="178" y="574"/>
                  </a:lnTo>
                  <a:lnTo>
                    <a:pt x="139" y="593"/>
                  </a:lnTo>
                  <a:lnTo>
                    <a:pt x="20" y="593"/>
                  </a:lnTo>
                  <a:lnTo>
                    <a:pt x="20" y="613"/>
                  </a:lnTo>
                  <a:lnTo>
                    <a:pt x="1" y="613"/>
                  </a:lnTo>
                  <a:lnTo>
                    <a:pt x="80" y="633"/>
                  </a:lnTo>
                  <a:lnTo>
                    <a:pt x="20" y="653"/>
                  </a:lnTo>
                  <a:lnTo>
                    <a:pt x="1" y="672"/>
                  </a:lnTo>
                  <a:lnTo>
                    <a:pt x="80" y="672"/>
                  </a:lnTo>
                  <a:lnTo>
                    <a:pt x="60" y="692"/>
                  </a:lnTo>
                  <a:lnTo>
                    <a:pt x="1" y="692"/>
                  </a:lnTo>
                  <a:lnTo>
                    <a:pt x="20" y="712"/>
                  </a:lnTo>
                  <a:lnTo>
                    <a:pt x="60" y="732"/>
                  </a:lnTo>
                  <a:lnTo>
                    <a:pt x="99" y="732"/>
                  </a:lnTo>
                  <a:lnTo>
                    <a:pt x="178" y="751"/>
                  </a:lnTo>
                  <a:lnTo>
                    <a:pt x="198" y="751"/>
                  </a:lnTo>
                  <a:lnTo>
                    <a:pt x="178" y="771"/>
                  </a:lnTo>
                  <a:lnTo>
                    <a:pt x="119" y="751"/>
                  </a:lnTo>
                  <a:lnTo>
                    <a:pt x="80" y="751"/>
                  </a:lnTo>
                  <a:lnTo>
                    <a:pt x="80" y="771"/>
                  </a:lnTo>
                  <a:lnTo>
                    <a:pt x="80" y="791"/>
                  </a:lnTo>
                  <a:lnTo>
                    <a:pt x="277" y="811"/>
                  </a:lnTo>
                  <a:lnTo>
                    <a:pt x="455" y="811"/>
                  </a:lnTo>
                  <a:lnTo>
                    <a:pt x="415" y="831"/>
                  </a:lnTo>
                  <a:lnTo>
                    <a:pt x="336" y="850"/>
                  </a:lnTo>
                  <a:lnTo>
                    <a:pt x="277" y="850"/>
                  </a:lnTo>
                  <a:lnTo>
                    <a:pt x="198" y="870"/>
                  </a:lnTo>
                  <a:lnTo>
                    <a:pt x="139" y="850"/>
                  </a:lnTo>
                  <a:lnTo>
                    <a:pt x="119" y="850"/>
                  </a:lnTo>
                  <a:lnTo>
                    <a:pt x="20" y="870"/>
                  </a:lnTo>
                  <a:lnTo>
                    <a:pt x="80" y="870"/>
                  </a:lnTo>
                  <a:lnTo>
                    <a:pt x="40" y="890"/>
                  </a:lnTo>
                  <a:lnTo>
                    <a:pt x="60" y="910"/>
                  </a:lnTo>
                  <a:lnTo>
                    <a:pt x="80" y="910"/>
                  </a:lnTo>
                  <a:lnTo>
                    <a:pt x="60" y="929"/>
                  </a:lnTo>
                  <a:lnTo>
                    <a:pt x="139" y="910"/>
                  </a:lnTo>
                  <a:lnTo>
                    <a:pt x="139" y="929"/>
                  </a:lnTo>
                  <a:lnTo>
                    <a:pt x="119" y="929"/>
                  </a:lnTo>
                  <a:lnTo>
                    <a:pt x="60" y="949"/>
                  </a:lnTo>
                  <a:lnTo>
                    <a:pt x="317" y="949"/>
                  </a:lnTo>
                  <a:lnTo>
                    <a:pt x="317" y="969"/>
                  </a:lnTo>
                  <a:lnTo>
                    <a:pt x="277" y="969"/>
                  </a:lnTo>
                  <a:lnTo>
                    <a:pt x="297" y="989"/>
                  </a:lnTo>
                  <a:lnTo>
                    <a:pt x="277" y="1008"/>
                  </a:lnTo>
                  <a:lnTo>
                    <a:pt x="257" y="1028"/>
                  </a:lnTo>
                  <a:lnTo>
                    <a:pt x="277" y="1028"/>
                  </a:lnTo>
                  <a:lnTo>
                    <a:pt x="178" y="1048"/>
                  </a:lnTo>
                  <a:lnTo>
                    <a:pt x="139" y="1068"/>
                  </a:lnTo>
                  <a:lnTo>
                    <a:pt x="297" y="1068"/>
                  </a:lnTo>
                  <a:lnTo>
                    <a:pt x="336" y="1048"/>
                  </a:lnTo>
                  <a:lnTo>
                    <a:pt x="396" y="1048"/>
                  </a:lnTo>
                  <a:lnTo>
                    <a:pt x="376" y="1068"/>
                  </a:lnTo>
                  <a:lnTo>
                    <a:pt x="336" y="1087"/>
                  </a:lnTo>
                  <a:lnTo>
                    <a:pt x="159" y="1068"/>
                  </a:lnTo>
                  <a:lnTo>
                    <a:pt x="139" y="1087"/>
                  </a:lnTo>
                  <a:lnTo>
                    <a:pt x="119" y="1107"/>
                  </a:lnTo>
                  <a:lnTo>
                    <a:pt x="218" y="1087"/>
                  </a:lnTo>
                  <a:lnTo>
                    <a:pt x="317" y="1107"/>
                  </a:lnTo>
                  <a:lnTo>
                    <a:pt x="396" y="1127"/>
                  </a:lnTo>
                  <a:lnTo>
                    <a:pt x="178" y="1127"/>
                  </a:lnTo>
                  <a:lnTo>
                    <a:pt x="198" y="1147"/>
                  </a:lnTo>
                  <a:lnTo>
                    <a:pt x="178" y="1147"/>
                  </a:lnTo>
                  <a:lnTo>
                    <a:pt x="178" y="1166"/>
                  </a:lnTo>
                  <a:lnTo>
                    <a:pt x="198" y="1186"/>
                  </a:lnTo>
                  <a:lnTo>
                    <a:pt x="238" y="1166"/>
                  </a:lnTo>
                  <a:lnTo>
                    <a:pt x="257" y="1166"/>
                  </a:lnTo>
                  <a:lnTo>
                    <a:pt x="238" y="1186"/>
                  </a:lnTo>
                  <a:lnTo>
                    <a:pt x="257" y="1186"/>
                  </a:lnTo>
                  <a:lnTo>
                    <a:pt x="238" y="1206"/>
                  </a:lnTo>
                  <a:lnTo>
                    <a:pt x="257" y="1206"/>
                  </a:lnTo>
                  <a:lnTo>
                    <a:pt x="257" y="1226"/>
                  </a:lnTo>
                  <a:lnTo>
                    <a:pt x="297" y="1226"/>
                  </a:lnTo>
                  <a:lnTo>
                    <a:pt x="277" y="1206"/>
                  </a:lnTo>
                  <a:lnTo>
                    <a:pt x="317" y="1206"/>
                  </a:lnTo>
                  <a:lnTo>
                    <a:pt x="356" y="1186"/>
                  </a:lnTo>
                  <a:lnTo>
                    <a:pt x="415" y="1206"/>
                  </a:lnTo>
                  <a:lnTo>
                    <a:pt x="435" y="1206"/>
                  </a:lnTo>
                  <a:lnTo>
                    <a:pt x="455" y="1226"/>
                  </a:lnTo>
                  <a:lnTo>
                    <a:pt x="475" y="1206"/>
                  </a:lnTo>
                  <a:lnTo>
                    <a:pt x="494" y="1206"/>
                  </a:lnTo>
                  <a:lnTo>
                    <a:pt x="494" y="1226"/>
                  </a:lnTo>
                  <a:lnTo>
                    <a:pt x="435" y="1245"/>
                  </a:lnTo>
                  <a:lnTo>
                    <a:pt x="455" y="1265"/>
                  </a:lnTo>
                  <a:lnTo>
                    <a:pt x="435" y="1265"/>
                  </a:lnTo>
                  <a:lnTo>
                    <a:pt x="435" y="1285"/>
                  </a:lnTo>
                  <a:lnTo>
                    <a:pt x="396" y="1285"/>
                  </a:lnTo>
                  <a:lnTo>
                    <a:pt x="336" y="1305"/>
                  </a:lnTo>
                  <a:lnTo>
                    <a:pt x="356" y="1305"/>
                  </a:lnTo>
                  <a:lnTo>
                    <a:pt x="376" y="1324"/>
                  </a:lnTo>
                  <a:lnTo>
                    <a:pt x="415" y="1324"/>
                  </a:lnTo>
                  <a:lnTo>
                    <a:pt x="475" y="1305"/>
                  </a:lnTo>
                  <a:lnTo>
                    <a:pt x="554" y="1285"/>
                  </a:lnTo>
                  <a:lnTo>
                    <a:pt x="554" y="1305"/>
                  </a:lnTo>
                  <a:lnTo>
                    <a:pt x="573" y="1305"/>
                  </a:lnTo>
                  <a:lnTo>
                    <a:pt x="554" y="1324"/>
                  </a:lnTo>
                  <a:lnTo>
                    <a:pt x="573" y="1324"/>
                  </a:lnTo>
                  <a:lnTo>
                    <a:pt x="534" y="1344"/>
                  </a:lnTo>
                  <a:lnTo>
                    <a:pt x="494" y="1364"/>
                  </a:lnTo>
                  <a:lnTo>
                    <a:pt x="494" y="1344"/>
                  </a:lnTo>
                  <a:lnTo>
                    <a:pt x="475" y="1344"/>
                  </a:lnTo>
                  <a:lnTo>
                    <a:pt x="396" y="1364"/>
                  </a:lnTo>
                  <a:lnTo>
                    <a:pt x="376" y="1364"/>
                  </a:lnTo>
                  <a:lnTo>
                    <a:pt x="317" y="1384"/>
                  </a:lnTo>
                  <a:lnTo>
                    <a:pt x="376" y="1384"/>
                  </a:lnTo>
                  <a:lnTo>
                    <a:pt x="415" y="1374"/>
                  </a:lnTo>
                  <a:lnTo>
                    <a:pt x="396" y="1384"/>
                  </a:lnTo>
                  <a:lnTo>
                    <a:pt x="455" y="1384"/>
                  </a:lnTo>
                  <a:lnTo>
                    <a:pt x="336" y="1423"/>
                  </a:lnTo>
                  <a:lnTo>
                    <a:pt x="376" y="1423"/>
                  </a:lnTo>
                  <a:lnTo>
                    <a:pt x="415" y="1403"/>
                  </a:lnTo>
                  <a:lnTo>
                    <a:pt x="415" y="1423"/>
                  </a:lnTo>
                  <a:lnTo>
                    <a:pt x="396" y="1423"/>
                  </a:lnTo>
                  <a:lnTo>
                    <a:pt x="396" y="1443"/>
                  </a:lnTo>
                  <a:lnTo>
                    <a:pt x="415" y="1443"/>
                  </a:lnTo>
                  <a:lnTo>
                    <a:pt x="475" y="1423"/>
                  </a:lnTo>
                  <a:lnTo>
                    <a:pt x="494" y="1423"/>
                  </a:lnTo>
                  <a:lnTo>
                    <a:pt x="514" y="1443"/>
                  </a:lnTo>
                  <a:lnTo>
                    <a:pt x="554" y="1463"/>
                  </a:lnTo>
                  <a:lnTo>
                    <a:pt x="514" y="1482"/>
                  </a:lnTo>
                  <a:lnTo>
                    <a:pt x="458" y="1496"/>
                  </a:lnTo>
                  <a:lnTo>
                    <a:pt x="458" y="1496"/>
                  </a:lnTo>
                  <a:lnTo>
                    <a:pt x="475" y="1502"/>
                  </a:lnTo>
                  <a:lnTo>
                    <a:pt x="455" y="1522"/>
                  </a:lnTo>
                  <a:lnTo>
                    <a:pt x="396" y="1542"/>
                  </a:lnTo>
                  <a:lnTo>
                    <a:pt x="356" y="1561"/>
                  </a:lnTo>
                  <a:lnTo>
                    <a:pt x="435" y="1542"/>
                  </a:lnTo>
                  <a:lnTo>
                    <a:pt x="455" y="1542"/>
                  </a:lnTo>
                  <a:lnTo>
                    <a:pt x="455" y="1561"/>
                  </a:lnTo>
                  <a:lnTo>
                    <a:pt x="475" y="1542"/>
                  </a:lnTo>
                  <a:lnTo>
                    <a:pt x="514" y="1542"/>
                  </a:lnTo>
                  <a:lnTo>
                    <a:pt x="475" y="1561"/>
                  </a:lnTo>
                  <a:lnTo>
                    <a:pt x="435" y="1581"/>
                  </a:lnTo>
                  <a:lnTo>
                    <a:pt x="415" y="1601"/>
                  </a:lnTo>
                  <a:lnTo>
                    <a:pt x="435" y="1601"/>
                  </a:lnTo>
                  <a:lnTo>
                    <a:pt x="455" y="1581"/>
                  </a:lnTo>
                  <a:lnTo>
                    <a:pt x="554" y="1565"/>
                  </a:lnTo>
                  <a:lnTo>
                    <a:pt x="554" y="1581"/>
                  </a:lnTo>
                  <a:lnTo>
                    <a:pt x="593" y="1581"/>
                  </a:lnTo>
                  <a:lnTo>
                    <a:pt x="633" y="1561"/>
                  </a:lnTo>
                  <a:lnTo>
                    <a:pt x="613" y="1581"/>
                  </a:lnTo>
                  <a:lnTo>
                    <a:pt x="554" y="1601"/>
                  </a:lnTo>
                  <a:lnTo>
                    <a:pt x="633" y="1601"/>
                  </a:lnTo>
                  <a:lnTo>
                    <a:pt x="672" y="1581"/>
                  </a:lnTo>
                  <a:lnTo>
                    <a:pt x="731" y="1581"/>
                  </a:lnTo>
                  <a:lnTo>
                    <a:pt x="652" y="1621"/>
                  </a:lnTo>
                  <a:lnTo>
                    <a:pt x="613" y="1621"/>
                  </a:lnTo>
                  <a:lnTo>
                    <a:pt x="554" y="1660"/>
                  </a:lnTo>
                  <a:lnTo>
                    <a:pt x="534" y="1660"/>
                  </a:lnTo>
                  <a:lnTo>
                    <a:pt x="475" y="1680"/>
                  </a:lnTo>
                  <a:lnTo>
                    <a:pt x="514" y="1680"/>
                  </a:lnTo>
                  <a:lnTo>
                    <a:pt x="514" y="1700"/>
                  </a:lnTo>
                  <a:lnTo>
                    <a:pt x="554" y="1680"/>
                  </a:lnTo>
                  <a:lnTo>
                    <a:pt x="613" y="1660"/>
                  </a:lnTo>
                  <a:lnTo>
                    <a:pt x="554" y="1700"/>
                  </a:lnTo>
                  <a:lnTo>
                    <a:pt x="593" y="1700"/>
                  </a:lnTo>
                  <a:lnTo>
                    <a:pt x="672" y="1680"/>
                  </a:lnTo>
                  <a:lnTo>
                    <a:pt x="712" y="1640"/>
                  </a:lnTo>
                  <a:lnTo>
                    <a:pt x="771" y="1640"/>
                  </a:lnTo>
                  <a:lnTo>
                    <a:pt x="810" y="1621"/>
                  </a:lnTo>
                  <a:lnTo>
                    <a:pt x="850" y="1621"/>
                  </a:lnTo>
                  <a:lnTo>
                    <a:pt x="751" y="1680"/>
                  </a:lnTo>
                  <a:lnTo>
                    <a:pt x="633" y="1719"/>
                  </a:lnTo>
                  <a:lnTo>
                    <a:pt x="475" y="1759"/>
                  </a:lnTo>
                  <a:lnTo>
                    <a:pt x="514" y="1779"/>
                  </a:lnTo>
                  <a:lnTo>
                    <a:pt x="494" y="1798"/>
                  </a:lnTo>
                  <a:lnTo>
                    <a:pt x="573" y="1779"/>
                  </a:lnTo>
                  <a:lnTo>
                    <a:pt x="692" y="1739"/>
                  </a:lnTo>
                  <a:lnTo>
                    <a:pt x="672" y="1759"/>
                  </a:lnTo>
                  <a:lnTo>
                    <a:pt x="633" y="1759"/>
                  </a:lnTo>
                  <a:lnTo>
                    <a:pt x="692" y="1779"/>
                  </a:lnTo>
                  <a:lnTo>
                    <a:pt x="731" y="1779"/>
                  </a:lnTo>
                  <a:lnTo>
                    <a:pt x="791" y="1759"/>
                  </a:lnTo>
                  <a:lnTo>
                    <a:pt x="870" y="1739"/>
                  </a:lnTo>
                  <a:lnTo>
                    <a:pt x="890" y="1739"/>
                  </a:lnTo>
                  <a:lnTo>
                    <a:pt x="949" y="1719"/>
                  </a:lnTo>
                  <a:lnTo>
                    <a:pt x="949" y="1739"/>
                  </a:lnTo>
                  <a:lnTo>
                    <a:pt x="890" y="1759"/>
                  </a:lnTo>
                  <a:lnTo>
                    <a:pt x="909" y="1759"/>
                  </a:lnTo>
                  <a:lnTo>
                    <a:pt x="850" y="1779"/>
                  </a:lnTo>
                  <a:lnTo>
                    <a:pt x="810" y="1779"/>
                  </a:lnTo>
                  <a:lnTo>
                    <a:pt x="791" y="1798"/>
                  </a:lnTo>
                  <a:lnTo>
                    <a:pt x="751" y="1818"/>
                  </a:lnTo>
                  <a:lnTo>
                    <a:pt x="751" y="1818"/>
                  </a:lnTo>
                  <a:lnTo>
                    <a:pt x="810" y="1798"/>
                  </a:lnTo>
                  <a:lnTo>
                    <a:pt x="810" y="1798"/>
                  </a:lnTo>
                  <a:lnTo>
                    <a:pt x="751" y="1838"/>
                  </a:lnTo>
                  <a:lnTo>
                    <a:pt x="751" y="1858"/>
                  </a:lnTo>
                  <a:lnTo>
                    <a:pt x="751" y="1877"/>
                  </a:lnTo>
                  <a:lnTo>
                    <a:pt x="672" y="1937"/>
                  </a:lnTo>
                  <a:lnTo>
                    <a:pt x="672" y="1937"/>
                  </a:lnTo>
                  <a:lnTo>
                    <a:pt x="751" y="1917"/>
                  </a:lnTo>
                  <a:lnTo>
                    <a:pt x="791" y="1917"/>
                  </a:lnTo>
                  <a:lnTo>
                    <a:pt x="850" y="1897"/>
                  </a:lnTo>
                  <a:lnTo>
                    <a:pt x="909" y="1877"/>
                  </a:lnTo>
                  <a:lnTo>
                    <a:pt x="909" y="1858"/>
                  </a:lnTo>
                  <a:lnTo>
                    <a:pt x="870" y="1877"/>
                  </a:lnTo>
                  <a:lnTo>
                    <a:pt x="850" y="1877"/>
                  </a:lnTo>
                  <a:lnTo>
                    <a:pt x="868" y="1842"/>
                  </a:lnTo>
                  <a:lnTo>
                    <a:pt x="868" y="1842"/>
                  </a:lnTo>
                  <a:lnTo>
                    <a:pt x="890" y="1838"/>
                  </a:lnTo>
                  <a:lnTo>
                    <a:pt x="929" y="1818"/>
                  </a:lnTo>
                  <a:lnTo>
                    <a:pt x="949" y="1818"/>
                  </a:lnTo>
                  <a:lnTo>
                    <a:pt x="988" y="1798"/>
                  </a:lnTo>
                  <a:lnTo>
                    <a:pt x="988" y="1779"/>
                  </a:lnTo>
                  <a:lnTo>
                    <a:pt x="1087" y="1739"/>
                  </a:lnTo>
                  <a:lnTo>
                    <a:pt x="1225" y="1700"/>
                  </a:lnTo>
                  <a:lnTo>
                    <a:pt x="1225" y="1700"/>
                  </a:lnTo>
                  <a:lnTo>
                    <a:pt x="1166" y="1719"/>
                  </a:lnTo>
                  <a:lnTo>
                    <a:pt x="1245" y="1700"/>
                  </a:lnTo>
                  <a:lnTo>
                    <a:pt x="1146" y="1759"/>
                  </a:lnTo>
                  <a:lnTo>
                    <a:pt x="1166" y="1759"/>
                  </a:lnTo>
                  <a:lnTo>
                    <a:pt x="1166" y="1779"/>
                  </a:lnTo>
                  <a:lnTo>
                    <a:pt x="1206" y="1759"/>
                  </a:lnTo>
                  <a:lnTo>
                    <a:pt x="1186" y="1739"/>
                  </a:lnTo>
                  <a:lnTo>
                    <a:pt x="1225" y="1719"/>
                  </a:lnTo>
                  <a:lnTo>
                    <a:pt x="1225" y="1739"/>
                  </a:lnTo>
                  <a:lnTo>
                    <a:pt x="1265" y="1719"/>
                  </a:lnTo>
                  <a:lnTo>
                    <a:pt x="1344" y="1700"/>
                  </a:lnTo>
                  <a:lnTo>
                    <a:pt x="1344" y="1700"/>
                  </a:lnTo>
                  <a:lnTo>
                    <a:pt x="1324" y="1719"/>
                  </a:lnTo>
                  <a:lnTo>
                    <a:pt x="1245" y="1759"/>
                  </a:lnTo>
                  <a:lnTo>
                    <a:pt x="1107" y="1818"/>
                  </a:lnTo>
                  <a:lnTo>
                    <a:pt x="1146" y="1818"/>
                  </a:lnTo>
                  <a:lnTo>
                    <a:pt x="949" y="1877"/>
                  </a:lnTo>
                  <a:lnTo>
                    <a:pt x="929" y="1917"/>
                  </a:lnTo>
                  <a:lnTo>
                    <a:pt x="929" y="1937"/>
                  </a:lnTo>
                  <a:lnTo>
                    <a:pt x="810" y="1996"/>
                  </a:lnTo>
                  <a:lnTo>
                    <a:pt x="830" y="1996"/>
                  </a:lnTo>
                  <a:lnTo>
                    <a:pt x="830" y="2016"/>
                  </a:lnTo>
                  <a:lnTo>
                    <a:pt x="909" y="1996"/>
                  </a:lnTo>
                  <a:lnTo>
                    <a:pt x="909" y="1976"/>
                  </a:lnTo>
                  <a:lnTo>
                    <a:pt x="949" y="1956"/>
                  </a:lnTo>
                  <a:lnTo>
                    <a:pt x="1048" y="1917"/>
                  </a:lnTo>
                  <a:lnTo>
                    <a:pt x="1048" y="1897"/>
                  </a:lnTo>
                  <a:lnTo>
                    <a:pt x="1107" y="1897"/>
                  </a:lnTo>
                  <a:lnTo>
                    <a:pt x="969" y="1956"/>
                  </a:lnTo>
                  <a:lnTo>
                    <a:pt x="988" y="1956"/>
                  </a:lnTo>
                  <a:lnTo>
                    <a:pt x="969" y="1996"/>
                  </a:lnTo>
                  <a:lnTo>
                    <a:pt x="929" y="2016"/>
                  </a:lnTo>
                  <a:lnTo>
                    <a:pt x="890" y="2016"/>
                  </a:lnTo>
                  <a:lnTo>
                    <a:pt x="890" y="2035"/>
                  </a:lnTo>
                  <a:lnTo>
                    <a:pt x="870" y="2035"/>
                  </a:lnTo>
                  <a:lnTo>
                    <a:pt x="850" y="2055"/>
                  </a:lnTo>
                  <a:lnTo>
                    <a:pt x="850" y="2075"/>
                  </a:lnTo>
                  <a:lnTo>
                    <a:pt x="810" y="2095"/>
                  </a:lnTo>
                  <a:lnTo>
                    <a:pt x="909" y="2075"/>
                  </a:lnTo>
                  <a:lnTo>
                    <a:pt x="850" y="2114"/>
                  </a:lnTo>
                  <a:lnTo>
                    <a:pt x="791" y="2154"/>
                  </a:lnTo>
                  <a:lnTo>
                    <a:pt x="791" y="2154"/>
                  </a:lnTo>
                  <a:lnTo>
                    <a:pt x="870" y="2114"/>
                  </a:lnTo>
                  <a:lnTo>
                    <a:pt x="890" y="2114"/>
                  </a:lnTo>
                  <a:lnTo>
                    <a:pt x="909" y="2095"/>
                  </a:lnTo>
                  <a:lnTo>
                    <a:pt x="969" y="2075"/>
                  </a:lnTo>
                  <a:lnTo>
                    <a:pt x="1028" y="2055"/>
                  </a:lnTo>
                  <a:lnTo>
                    <a:pt x="1048" y="2055"/>
                  </a:lnTo>
                  <a:lnTo>
                    <a:pt x="890" y="2134"/>
                  </a:lnTo>
                  <a:lnTo>
                    <a:pt x="929" y="2134"/>
                  </a:lnTo>
                  <a:lnTo>
                    <a:pt x="909" y="2154"/>
                  </a:lnTo>
                  <a:lnTo>
                    <a:pt x="909" y="2154"/>
                  </a:lnTo>
                  <a:lnTo>
                    <a:pt x="969" y="2114"/>
                  </a:lnTo>
                  <a:lnTo>
                    <a:pt x="1028" y="2095"/>
                  </a:lnTo>
                  <a:lnTo>
                    <a:pt x="1067" y="2095"/>
                  </a:lnTo>
                  <a:lnTo>
                    <a:pt x="1166" y="2035"/>
                  </a:lnTo>
                  <a:lnTo>
                    <a:pt x="1146" y="2075"/>
                  </a:lnTo>
                  <a:lnTo>
                    <a:pt x="1048" y="2114"/>
                  </a:lnTo>
                  <a:lnTo>
                    <a:pt x="1067" y="2114"/>
                  </a:lnTo>
                  <a:lnTo>
                    <a:pt x="1028" y="2134"/>
                  </a:lnTo>
                  <a:lnTo>
                    <a:pt x="1048" y="2134"/>
                  </a:lnTo>
                  <a:lnTo>
                    <a:pt x="949" y="2213"/>
                  </a:lnTo>
                  <a:lnTo>
                    <a:pt x="988" y="2193"/>
                  </a:lnTo>
                  <a:lnTo>
                    <a:pt x="969" y="2213"/>
                  </a:lnTo>
                  <a:lnTo>
                    <a:pt x="988" y="2213"/>
                  </a:lnTo>
                  <a:lnTo>
                    <a:pt x="1028" y="2174"/>
                  </a:lnTo>
                  <a:lnTo>
                    <a:pt x="1048" y="2174"/>
                  </a:lnTo>
                  <a:lnTo>
                    <a:pt x="1097" y="2144"/>
                  </a:lnTo>
                  <a:lnTo>
                    <a:pt x="1097" y="2144"/>
                  </a:lnTo>
                  <a:lnTo>
                    <a:pt x="1087" y="2154"/>
                  </a:lnTo>
                  <a:lnTo>
                    <a:pt x="1206" y="2075"/>
                  </a:lnTo>
                  <a:lnTo>
                    <a:pt x="1304" y="2035"/>
                  </a:lnTo>
                  <a:lnTo>
                    <a:pt x="1285" y="2035"/>
                  </a:lnTo>
                  <a:lnTo>
                    <a:pt x="1186" y="2075"/>
                  </a:lnTo>
                  <a:lnTo>
                    <a:pt x="1146" y="2095"/>
                  </a:lnTo>
                  <a:lnTo>
                    <a:pt x="1206" y="2055"/>
                  </a:lnTo>
                  <a:lnTo>
                    <a:pt x="1225" y="2035"/>
                  </a:lnTo>
                  <a:lnTo>
                    <a:pt x="1265" y="1996"/>
                  </a:lnTo>
                  <a:lnTo>
                    <a:pt x="1186" y="2016"/>
                  </a:lnTo>
                  <a:lnTo>
                    <a:pt x="1133" y="2042"/>
                  </a:lnTo>
                  <a:lnTo>
                    <a:pt x="1133" y="2042"/>
                  </a:lnTo>
                  <a:lnTo>
                    <a:pt x="1146" y="2016"/>
                  </a:lnTo>
                  <a:lnTo>
                    <a:pt x="1186" y="2016"/>
                  </a:lnTo>
                  <a:lnTo>
                    <a:pt x="1265" y="1976"/>
                  </a:lnTo>
                  <a:lnTo>
                    <a:pt x="1383" y="1917"/>
                  </a:lnTo>
                  <a:lnTo>
                    <a:pt x="1482" y="1897"/>
                  </a:lnTo>
                  <a:lnTo>
                    <a:pt x="1541" y="1877"/>
                  </a:lnTo>
                  <a:lnTo>
                    <a:pt x="1561" y="1877"/>
                  </a:lnTo>
                  <a:lnTo>
                    <a:pt x="1601" y="1858"/>
                  </a:lnTo>
                  <a:lnTo>
                    <a:pt x="1640" y="1838"/>
                  </a:lnTo>
                  <a:lnTo>
                    <a:pt x="1640" y="1838"/>
                  </a:lnTo>
                  <a:lnTo>
                    <a:pt x="1620" y="1858"/>
                  </a:lnTo>
                  <a:lnTo>
                    <a:pt x="1601" y="1858"/>
                  </a:lnTo>
                  <a:lnTo>
                    <a:pt x="1462" y="1956"/>
                  </a:lnTo>
                  <a:lnTo>
                    <a:pt x="1324" y="2035"/>
                  </a:lnTo>
                  <a:lnTo>
                    <a:pt x="1364" y="2035"/>
                  </a:lnTo>
                  <a:lnTo>
                    <a:pt x="1186" y="2134"/>
                  </a:lnTo>
                  <a:lnTo>
                    <a:pt x="1225" y="2114"/>
                  </a:lnTo>
                  <a:lnTo>
                    <a:pt x="1285" y="2095"/>
                  </a:lnTo>
                  <a:lnTo>
                    <a:pt x="1245" y="2114"/>
                  </a:lnTo>
                  <a:lnTo>
                    <a:pt x="1225" y="2114"/>
                  </a:lnTo>
                  <a:lnTo>
                    <a:pt x="1225" y="2134"/>
                  </a:lnTo>
                  <a:lnTo>
                    <a:pt x="1245" y="2134"/>
                  </a:lnTo>
                  <a:lnTo>
                    <a:pt x="1304" y="2114"/>
                  </a:lnTo>
                  <a:lnTo>
                    <a:pt x="1285" y="2114"/>
                  </a:lnTo>
                  <a:lnTo>
                    <a:pt x="1383" y="2075"/>
                  </a:lnTo>
                  <a:lnTo>
                    <a:pt x="1364" y="2075"/>
                  </a:lnTo>
                  <a:lnTo>
                    <a:pt x="1383" y="2055"/>
                  </a:lnTo>
                  <a:lnTo>
                    <a:pt x="1364" y="2055"/>
                  </a:lnTo>
                  <a:lnTo>
                    <a:pt x="1423" y="2035"/>
                  </a:lnTo>
                  <a:lnTo>
                    <a:pt x="1522" y="1956"/>
                  </a:lnTo>
                  <a:lnTo>
                    <a:pt x="1561" y="1937"/>
                  </a:lnTo>
                  <a:lnTo>
                    <a:pt x="1541" y="1917"/>
                  </a:lnTo>
                  <a:lnTo>
                    <a:pt x="1561" y="1907"/>
                  </a:lnTo>
                  <a:lnTo>
                    <a:pt x="1561" y="1907"/>
                  </a:lnTo>
                  <a:lnTo>
                    <a:pt x="1561" y="1897"/>
                  </a:lnTo>
                  <a:lnTo>
                    <a:pt x="1680" y="1838"/>
                  </a:lnTo>
                  <a:lnTo>
                    <a:pt x="1699" y="1858"/>
                  </a:lnTo>
                  <a:lnTo>
                    <a:pt x="1739" y="1838"/>
                  </a:lnTo>
                  <a:lnTo>
                    <a:pt x="1818" y="1798"/>
                  </a:lnTo>
                  <a:lnTo>
                    <a:pt x="1877" y="1759"/>
                  </a:lnTo>
                  <a:lnTo>
                    <a:pt x="1818" y="1779"/>
                  </a:lnTo>
                  <a:lnTo>
                    <a:pt x="1857" y="1759"/>
                  </a:lnTo>
                  <a:lnTo>
                    <a:pt x="1818" y="1759"/>
                  </a:lnTo>
                  <a:lnTo>
                    <a:pt x="1778" y="1779"/>
                  </a:lnTo>
                  <a:lnTo>
                    <a:pt x="1739" y="1798"/>
                  </a:lnTo>
                  <a:lnTo>
                    <a:pt x="1640" y="1818"/>
                  </a:lnTo>
                  <a:lnTo>
                    <a:pt x="1640" y="1818"/>
                  </a:lnTo>
                  <a:lnTo>
                    <a:pt x="1778" y="1779"/>
                  </a:lnTo>
                  <a:lnTo>
                    <a:pt x="1798" y="1759"/>
                  </a:lnTo>
                  <a:lnTo>
                    <a:pt x="1778" y="1759"/>
                  </a:lnTo>
                  <a:lnTo>
                    <a:pt x="1719" y="1779"/>
                  </a:lnTo>
                  <a:lnTo>
                    <a:pt x="1739" y="1759"/>
                  </a:lnTo>
                  <a:lnTo>
                    <a:pt x="1660" y="1798"/>
                  </a:lnTo>
                  <a:lnTo>
                    <a:pt x="1601" y="1818"/>
                  </a:lnTo>
                  <a:lnTo>
                    <a:pt x="1601" y="1838"/>
                  </a:lnTo>
                  <a:lnTo>
                    <a:pt x="1620" y="1818"/>
                  </a:lnTo>
                  <a:lnTo>
                    <a:pt x="1660" y="1818"/>
                  </a:lnTo>
                  <a:lnTo>
                    <a:pt x="1581" y="1858"/>
                  </a:lnTo>
                  <a:lnTo>
                    <a:pt x="1522" y="1877"/>
                  </a:lnTo>
                  <a:lnTo>
                    <a:pt x="1581" y="1838"/>
                  </a:lnTo>
                  <a:lnTo>
                    <a:pt x="1601" y="1818"/>
                  </a:lnTo>
                  <a:lnTo>
                    <a:pt x="1581" y="1818"/>
                  </a:lnTo>
                  <a:lnTo>
                    <a:pt x="1640" y="1798"/>
                  </a:lnTo>
                  <a:lnTo>
                    <a:pt x="1660" y="1798"/>
                  </a:lnTo>
                  <a:lnTo>
                    <a:pt x="1739" y="1739"/>
                  </a:lnTo>
                  <a:lnTo>
                    <a:pt x="1680" y="1759"/>
                  </a:lnTo>
                  <a:lnTo>
                    <a:pt x="1660" y="1779"/>
                  </a:lnTo>
                  <a:lnTo>
                    <a:pt x="1680" y="1779"/>
                  </a:lnTo>
                  <a:lnTo>
                    <a:pt x="1581" y="1798"/>
                  </a:lnTo>
                  <a:lnTo>
                    <a:pt x="1541" y="1798"/>
                  </a:lnTo>
                  <a:lnTo>
                    <a:pt x="1561" y="1779"/>
                  </a:lnTo>
                  <a:lnTo>
                    <a:pt x="1482" y="1818"/>
                  </a:lnTo>
                  <a:lnTo>
                    <a:pt x="1462" y="1798"/>
                  </a:lnTo>
                  <a:lnTo>
                    <a:pt x="1522" y="1779"/>
                  </a:lnTo>
                  <a:lnTo>
                    <a:pt x="1502" y="1779"/>
                  </a:lnTo>
                  <a:lnTo>
                    <a:pt x="1403" y="1798"/>
                  </a:lnTo>
                  <a:lnTo>
                    <a:pt x="1324" y="1858"/>
                  </a:lnTo>
                  <a:lnTo>
                    <a:pt x="1285" y="1877"/>
                  </a:lnTo>
                  <a:lnTo>
                    <a:pt x="1285" y="1877"/>
                  </a:lnTo>
                  <a:lnTo>
                    <a:pt x="1304" y="1858"/>
                  </a:lnTo>
                  <a:lnTo>
                    <a:pt x="1344" y="1838"/>
                  </a:lnTo>
                  <a:lnTo>
                    <a:pt x="1344" y="1818"/>
                  </a:lnTo>
                  <a:lnTo>
                    <a:pt x="1324" y="1818"/>
                  </a:lnTo>
                  <a:lnTo>
                    <a:pt x="1462" y="1759"/>
                  </a:lnTo>
                  <a:lnTo>
                    <a:pt x="1383" y="1779"/>
                  </a:lnTo>
                  <a:lnTo>
                    <a:pt x="1383" y="1779"/>
                  </a:lnTo>
                  <a:lnTo>
                    <a:pt x="1482" y="1739"/>
                  </a:lnTo>
                  <a:lnTo>
                    <a:pt x="1522" y="1719"/>
                  </a:lnTo>
                  <a:lnTo>
                    <a:pt x="1502" y="1739"/>
                  </a:lnTo>
                  <a:lnTo>
                    <a:pt x="1541" y="1739"/>
                  </a:lnTo>
                  <a:lnTo>
                    <a:pt x="1522" y="1759"/>
                  </a:lnTo>
                  <a:lnTo>
                    <a:pt x="1581" y="1739"/>
                  </a:lnTo>
                  <a:lnTo>
                    <a:pt x="1601" y="1739"/>
                  </a:lnTo>
                  <a:lnTo>
                    <a:pt x="1660" y="1680"/>
                  </a:lnTo>
                  <a:lnTo>
                    <a:pt x="1778" y="1621"/>
                  </a:lnTo>
                  <a:lnTo>
                    <a:pt x="1818" y="1621"/>
                  </a:lnTo>
                  <a:lnTo>
                    <a:pt x="1818" y="1601"/>
                  </a:lnTo>
                  <a:lnTo>
                    <a:pt x="1620" y="1680"/>
                  </a:lnTo>
                  <a:lnTo>
                    <a:pt x="1601" y="1680"/>
                  </a:lnTo>
                  <a:lnTo>
                    <a:pt x="1601" y="1660"/>
                  </a:lnTo>
                  <a:lnTo>
                    <a:pt x="1739" y="1621"/>
                  </a:lnTo>
                  <a:lnTo>
                    <a:pt x="1699" y="1621"/>
                  </a:lnTo>
                  <a:lnTo>
                    <a:pt x="1719" y="1601"/>
                  </a:lnTo>
                  <a:lnTo>
                    <a:pt x="1719" y="1601"/>
                  </a:lnTo>
                  <a:lnTo>
                    <a:pt x="1680" y="1621"/>
                  </a:lnTo>
                  <a:lnTo>
                    <a:pt x="1699" y="1601"/>
                  </a:lnTo>
                  <a:lnTo>
                    <a:pt x="1759" y="1561"/>
                  </a:lnTo>
                  <a:lnTo>
                    <a:pt x="1778" y="1561"/>
                  </a:lnTo>
                  <a:lnTo>
                    <a:pt x="1759" y="1581"/>
                  </a:lnTo>
                  <a:lnTo>
                    <a:pt x="1778" y="1581"/>
                  </a:lnTo>
                  <a:lnTo>
                    <a:pt x="1818" y="1561"/>
                  </a:lnTo>
                  <a:lnTo>
                    <a:pt x="1857" y="1542"/>
                  </a:lnTo>
                  <a:lnTo>
                    <a:pt x="1857" y="1532"/>
                  </a:lnTo>
                  <a:lnTo>
                    <a:pt x="1857" y="1532"/>
                  </a:lnTo>
                  <a:lnTo>
                    <a:pt x="1917" y="1502"/>
                  </a:lnTo>
                  <a:lnTo>
                    <a:pt x="1897" y="1502"/>
                  </a:lnTo>
                  <a:lnTo>
                    <a:pt x="1917" y="1482"/>
                  </a:lnTo>
                  <a:lnTo>
                    <a:pt x="1936" y="1463"/>
                  </a:lnTo>
                  <a:lnTo>
                    <a:pt x="1917" y="1463"/>
                  </a:lnTo>
                  <a:lnTo>
                    <a:pt x="1857" y="1482"/>
                  </a:lnTo>
                  <a:lnTo>
                    <a:pt x="1759" y="1502"/>
                  </a:lnTo>
                  <a:lnTo>
                    <a:pt x="1857" y="1463"/>
                  </a:lnTo>
                  <a:lnTo>
                    <a:pt x="1897" y="1443"/>
                  </a:lnTo>
                  <a:lnTo>
                    <a:pt x="1798" y="1482"/>
                  </a:lnTo>
                  <a:lnTo>
                    <a:pt x="1719" y="1502"/>
                  </a:lnTo>
                  <a:lnTo>
                    <a:pt x="1719" y="1502"/>
                  </a:lnTo>
                  <a:lnTo>
                    <a:pt x="1798" y="1463"/>
                  </a:lnTo>
                  <a:lnTo>
                    <a:pt x="1824" y="1456"/>
                  </a:lnTo>
                  <a:lnTo>
                    <a:pt x="1824" y="1456"/>
                  </a:lnTo>
                  <a:lnTo>
                    <a:pt x="1838" y="1443"/>
                  </a:lnTo>
                  <a:lnTo>
                    <a:pt x="1897" y="1403"/>
                  </a:lnTo>
                  <a:lnTo>
                    <a:pt x="1897" y="1403"/>
                  </a:lnTo>
                  <a:lnTo>
                    <a:pt x="1798" y="1432"/>
                  </a:lnTo>
                  <a:lnTo>
                    <a:pt x="1798" y="1432"/>
                  </a:lnTo>
                  <a:lnTo>
                    <a:pt x="1798" y="1443"/>
                  </a:lnTo>
                  <a:lnTo>
                    <a:pt x="1719" y="1463"/>
                  </a:lnTo>
                  <a:lnTo>
                    <a:pt x="1739" y="1443"/>
                  </a:lnTo>
                  <a:lnTo>
                    <a:pt x="1778" y="1423"/>
                  </a:lnTo>
                  <a:lnTo>
                    <a:pt x="1818" y="1403"/>
                  </a:lnTo>
                  <a:lnTo>
                    <a:pt x="1818" y="1403"/>
                  </a:lnTo>
                  <a:lnTo>
                    <a:pt x="1798" y="1423"/>
                  </a:lnTo>
                  <a:lnTo>
                    <a:pt x="1877" y="1403"/>
                  </a:lnTo>
                  <a:lnTo>
                    <a:pt x="1818" y="1403"/>
                  </a:lnTo>
                  <a:lnTo>
                    <a:pt x="1818" y="1384"/>
                  </a:lnTo>
                  <a:lnTo>
                    <a:pt x="1838" y="1384"/>
                  </a:lnTo>
                  <a:lnTo>
                    <a:pt x="1838" y="1364"/>
                  </a:lnTo>
                  <a:lnTo>
                    <a:pt x="1778" y="1384"/>
                  </a:lnTo>
                  <a:lnTo>
                    <a:pt x="1699" y="1423"/>
                  </a:lnTo>
                  <a:lnTo>
                    <a:pt x="1759" y="1384"/>
                  </a:lnTo>
                  <a:lnTo>
                    <a:pt x="1778" y="1384"/>
                  </a:lnTo>
                  <a:lnTo>
                    <a:pt x="1798" y="1364"/>
                  </a:lnTo>
                  <a:lnTo>
                    <a:pt x="1778" y="1364"/>
                  </a:lnTo>
                  <a:lnTo>
                    <a:pt x="1818" y="1344"/>
                  </a:lnTo>
                  <a:lnTo>
                    <a:pt x="1759" y="1344"/>
                  </a:lnTo>
                  <a:lnTo>
                    <a:pt x="1818" y="1324"/>
                  </a:lnTo>
                  <a:lnTo>
                    <a:pt x="1680" y="1324"/>
                  </a:lnTo>
                  <a:lnTo>
                    <a:pt x="1778" y="1305"/>
                  </a:lnTo>
                  <a:lnTo>
                    <a:pt x="1818" y="1305"/>
                  </a:lnTo>
                  <a:lnTo>
                    <a:pt x="1838" y="1285"/>
                  </a:lnTo>
                  <a:lnTo>
                    <a:pt x="1818" y="1285"/>
                  </a:lnTo>
                  <a:lnTo>
                    <a:pt x="1838" y="1265"/>
                  </a:lnTo>
                  <a:lnTo>
                    <a:pt x="1719" y="1305"/>
                  </a:lnTo>
                  <a:lnTo>
                    <a:pt x="1719" y="1285"/>
                  </a:lnTo>
                  <a:lnTo>
                    <a:pt x="1699" y="1285"/>
                  </a:lnTo>
                  <a:lnTo>
                    <a:pt x="1739" y="1265"/>
                  </a:lnTo>
                  <a:lnTo>
                    <a:pt x="1680" y="1265"/>
                  </a:lnTo>
                  <a:lnTo>
                    <a:pt x="1601" y="1305"/>
                  </a:lnTo>
                  <a:lnTo>
                    <a:pt x="1601" y="1285"/>
                  </a:lnTo>
                  <a:lnTo>
                    <a:pt x="1561" y="1305"/>
                  </a:lnTo>
                  <a:lnTo>
                    <a:pt x="1581" y="1324"/>
                  </a:lnTo>
                  <a:lnTo>
                    <a:pt x="1601" y="1324"/>
                  </a:lnTo>
                  <a:lnTo>
                    <a:pt x="1561" y="1344"/>
                  </a:lnTo>
                  <a:lnTo>
                    <a:pt x="1482" y="1364"/>
                  </a:lnTo>
                  <a:lnTo>
                    <a:pt x="1443" y="1384"/>
                  </a:lnTo>
                  <a:lnTo>
                    <a:pt x="1364" y="1403"/>
                  </a:lnTo>
                  <a:lnTo>
                    <a:pt x="1324" y="1384"/>
                  </a:lnTo>
                  <a:lnTo>
                    <a:pt x="1344" y="1364"/>
                  </a:lnTo>
                  <a:lnTo>
                    <a:pt x="1364" y="1344"/>
                  </a:lnTo>
                  <a:lnTo>
                    <a:pt x="1344" y="1344"/>
                  </a:lnTo>
                  <a:lnTo>
                    <a:pt x="1403" y="1324"/>
                  </a:lnTo>
                  <a:lnTo>
                    <a:pt x="1482" y="1324"/>
                  </a:lnTo>
                  <a:lnTo>
                    <a:pt x="1601" y="1285"/>
                  </a:lnTo>
                  <a:lnTo>
                    <a:pt x="1719" y="1245"/>
                  </a:lnTo>
                  <a:lnTo>
                    <a:pt x="1699" y="1245"/>
                  </a:lnTo>
                  <a:lnTo>
                    <a:pt x="1739" y="1226"/>
                  </a:lnTo>
                  <a:lnTo>
                    <a:pt x="1660" y="1226"/>
                  </a:lnTo>
                  <a:lnTo>
                    <a:pt x="1719" y="1206"/>
                  </a:lnTo>
                  <a:lnTo>
                    <a:pt x="1699" y="1186"/>
                  </a:lnTo>
                  <a:lnTo>
                    <a:pt x="1660" y="1186"/>
                  </a:lnTo>
                  <a:lnTo>
                    <a:pt x="1719" y="1166"/>
                  </a:lnTo>
                  <a:lnTo>
                    <a:pt x="1719" y="1147"/>
                  </a:lnTo>
                  <a:lnTo>
                    <a:pt x="1601" y="1147"/>
                  </a:lnTo>
                  <a:lnTo>
                    <a:pt x="1601" y="1127"/>
                  </a:lnTo>
                  <a:lnTo>
                    <a:pt x="1620" y="1127"/>
                  </a:lnTo>
                  <a:lnTo>
                    <a:pt x="1660" y="1107"/>
                  </a:lnTo>
                  <a:lnTo>
                    <a:pt x="1620" y="1107"/>
                  </a:lnTo>
                  <a:lnTo>
                    <a:pt x="1680" y="1068"/>
                  </a:lnTo>
                  <a:lnTo>
                    <a:pt x="1620" y="1068"/>
                  </a:lnTo>
                  <a:lnTo>
                    <a:pt x="1541" y="1087"/>
                  </a:lnTo>
                  <a:lnTo>
                    <a:pt x="1541" y="1087"/>
                  </a:lnTo>
                  <a:lnTo>
                    <a:pt x="1660" y="1048"/>
                  </a:lnTo>
                  <a:lnTo>
                    <a:pt x="1601" y="1028"/>
                  </a:lnTo>
                  <a:lnTo>
                    <a:pt x="1561" y="989"/>
                  </a:lnTo>
                  <a:lnTo>
                    <a:pt x="1581" y="989"/>
                  </a:lnTo>
                  <a:lnTo>
                    <a:pt x="1561" y="969"/>
                  </a:lnTo>
                  <a:lnTo>
                    <a:pt x="1522" y="949"/>
                  </a:lnTo>
                  <a:lnTo>
                    <a:pt x="1482" y="949"/>
                  </a:lnTo>
                  <a:lnTo>
                    <a:pt x="1482" y="929"/>
                  </a:lnTo>
                  <a:lnTo>
                    <a:pt x="1383" y="929"/>
                  </a:lnTo>
                  <a:lnTo>
                    <a:pt x="1265" y="969"/>
                  </a:lnTo>
                  <a:lnTo>
                    <a:pt x="1245" y="949"/>
                  </a:lnTo>
                  <a:lnTo>
                    <a:pt x="1285" y="949"/>
                  </a:lnTo>
                  <a:lnTo>
                    <a:pt x="1344" y="929"/>
                  </a:lnTo>
                  <a:lnTo>
                    <a:pt x="1423" y="910"/>
                  </a:lnTo>
                  <a:lnTo>
                    <a:pt x="1443" y="910"/>
                  </a:lnTo>
                  <a:lnTo>
                    <a:pt x="1443" y="890"/>
                  </a:lnTo>
                  <a:lnTo>
                    <a:pt x="1462" y="870"/>
                  </a:lnTo>
                  <a:lnTo>
                    <a:pt x="1482" y="870"/>
                  </a:lnTo>
                  <a:lnTo>
                    <a:pt x="1482" y="890"/>
                  </a:lnTo>
                  <a:lnTo>
                    <a:pt x="1561" y="890"/>
                  </a:lnTo>
                  <a:lnTo>
                    <a:pt x="1522" y="870"/>
                  </a:lnTo>
                  <a:lnTo>
                    <a:pt x="1522" y="850"/>
                  </a:lnTo>
                  <a:lnTo>
                    <a:pt x="1423" y="850"/>
                  </a:lnTo>
                  <a:lnTo>
                    <a:pt x="1403" y="831"/>
                  </a:lnTo>
                  <a:lnTo>
                    <a:pt x="1482" y="811"/>
                  </a:lnTo>
                  <a:lnTo>
                    <a:pt x="1443" y="811"/>
                  </a:lnTo>
                  <a:lnTo>
                    <a:pt x="1423" y="791"/>
                  </a:lnTo>
                  <a:lnTo>
                    <a:pt x="1482" y="791"/>
                  </a:lnTo>
                  <a:lnTo>
                    <a:pt x="1482" y="771"/>
                  </a:lnTo>
                  <a:lnTo>
                    <a:pt x="1482" y="751"/>
                  </a:lnTo>
                  <a:lnTo>
                    <a:pt x="1522" y="751"/>
                  </a:lnTo>
                  <a:lnTo>
                    <a:pt x="1482" y="732"/>
                  </a:lnTo>
                  <a:lnTo>
                    <a:pt x="1403" y="712"/>
                  </a:lnTo>
                  <a:lnTo>
                    <a:pt x="1423" y="712"/>
                  </a:lnTo>
                  <a:lnTo>
                    <a:pt x="1423" y="692"/>
                  </a:lnTo>
                  <a:lnTo>
                    <a:pt x="1462" y="692"/>
                  </a:lnTo>
                  <a:lnTo>
                    <a:pt x="1443" y="672"/>
                  </a:lnTo>
                  <a:lnTo>
                    <a:pt x="1482" y="672"/>
                  </a:lnTo>
                  <a:lnTo>
                    <a:pt x="1462" y="653"/>
                  </a:lnTo>
                  <a:lnTo>
                    <a:pt x="1423" y="653"/>
                  </a:lnTo>
                  <a:lnTo>
                    <a:pt x="1324" y="633"/>
                  </a:lnTo>
                  <a:lnTo>
                    <a:pt x="1344" y="633"/>
                  </a:lnTo>
                  <a:lnTo>
                    <a:pt x="1324" y="613"/>
                  </a:lnTo>
                  <a:lnTo>
                    <a:pt x="1225" y="613"/>
                  </a:lnTo>
                  <a:lnTo>
                    <a:pt x="1265" y="593"/>
                  </a:lnTo>
                  <a:lnTo>
                    <a:pt x="1324" y="593"/>
                  </a:lnTo>
                  <a:lnTo>
                    <a:pt x="1324" y="613"/>
                  </a:lnTo>
                  <a:lnTo>
                    <a:pt x="1403" y="593"/>
                  </a:lnTo>
                  <a:lnTo>
                    <a:pt x="1443" y="574"/>
                  </a:lnTo>
                  <a:lnTo>
                    <a:pt x="1443" y="554"/>
                  </a:lnTo>
                  <a:lnTo>
                    <a:pt x="1423" y="534"/>
                  </a:lnTo>
                  <a:lnTo>
                    <a:pt x="1403" y="514"/>
                  </a:lnTo>
                  <a:lnTo>
                    <a:pt x="1383" y="514"/>
                  </a:lnTo>
                  <a:lnTo>
                    <a:pt x="1443" y="495"/>
                  </a:lnTo>
                  <a:lnTo>
                    <a:pt x="1443" y="475"/>
                  </a:lnTo>
                  <a:lnTo>
                    <a:pt x="1443" y="455"/>
                  </a:lnTo>
                  <a:lnTo>
                    <a:pt x="1423" y="435"/>
                  </a:lnTo>
                  <a:lnTo>
                    <a:pt x="1383" y="435"/>
                  </a:lnTo>
                  <a:lnTo>
                    <a:pt x="1443" y="416"/>
                  </a:lnTo>
                  <a:lnTo>
                    <a:pt x="1344" y="416"/>
                  </a:lnTo>
                  <a:lnTo>
                    <a:pt x="1304" y="376"/>
                  </a:lnTo>
                  <a:lnTo>
                    <a:pt x="1265" y="356"/>
                  </a:lnTo>
                  <a:lnTo>
                    <a:pt x="1146" y="337"/>
                  </a:lnTo>
                  <a:lnTo>
                    <a:pt x="1206" y="337"/>
                  </a:lnTo>
                  <a:lnTo>
                    <a:pt x="1265" y="356"/>
                  </a:lnTo>
                  <a:lnTo>
                    <a:pt x="1225" y="337"/>
                  </a:lnTo>
                  <a:lnTo>
                    <a:pt x="1285" y="337"/>
                  </a:lnTo>
                  <a:lnTo>
                    <a:pt x="1304" y="317"/>
                  </a:lnTo>
                  <a:lnTo>
                    <a:pt x="1206" y="317"/>
                  </a:lnTo>
                  <a:lnTo>
                    <a:pt x="1146" y="297"/>
                  </a:lnTo>
                  <a:lnTo>
                    <a:pt x="1107" y="297"/>
                  </a:lnTo>
                  <a:lnTo>
                    <a:pt x="1107" y="277"/>
                  </a:lnTo>
                  <a:lnTo>
                    <a:pt x="1107" y="277"/>
                  </a:lnTo>
                  <a:lnTo>
                    <a:pt x="1067" y="238"/>
                  </a:lnTo>
                  <a:lnTo>
                    <a:pt x="1048" y="198"/>
                  </a:lnTo>
                  <a:lnTo>
                    <a:pt x="1048" y="159"/>
                  </a:lnTo>
                  <a:lnTo>
                    <a:pt x="1067" y="139"/>
                  </a:lnTo>
                  <a:lnTo>
                    <a:pt x="1107" y="139"/>
                  </a:lnTo>
                  <a:lnTo>
                    <a:pt x="1127" y="119"/>
                  </a:lnTo>
                  <a:lnTo>
                    <a:pt x="1107" y="100"/>
                  </a:lnTo>
                  <a:lnTo>
                    <a:pt x="1206" y="100"/>
                  </a:lnTo>
                  <a:lnTo>
                    <a:pt x="1225" y="80"/>
                  </a:lnTo>
                  <a:lnTo>
                    <a:pt x="1344" y="80"/>
                  </a:lnTo>
                  <a:lnTo>
                    <a:pt x="1265" y="60"/>
                  </a:lnTo>
                  <a:lnTo>
                    <a:pt x="1225" y="40"/>
                  </a:lnTo>
                  <a:lnTo>
                    <a:pt x="1206" y="40"/>
                  </a:lnTo>
                  <a:lnTo>
                    <a:pt x="10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3" name="Google Shape;4003;p15"/>
            <p:cNvSpPr/>
            <p:nvPr/>
          </p:nvSpPr>
          <p:spPr>
            <a:xfrm>
              <a:off x="-1397075" y="4099050"/>
              <a:ext cx="525" cy="525"/>
            </a:xfrm>
            <a:custGeom>
              <a:rect b="b" l="l" r="r" t="t"/>
              <a:pathLst>
                <a:path extrusionOk="0" h="21" w="21">
                  <a:moveTo>
                    <a:pt x="0" y="0"/>
                  </a:moveTo>
                  <a:lnTo>
                    <a:pt x="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4" name="Google Shape;4004;p15"/>
            <p:cNvSpPr/>
            <p:nvPr/>
          </p:nvSpPr>
          <p:spPr>
            <a:xfrm>
              <a:off x="-1430175" y="4082250"/>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5" name="Google Shape;4005;p15"/>
            <p:cNvSpPr/>
            <p:nvPr/>
          </p:nvSpPr>
          <p:spPr>
            <a:xfrm>
              <a:off x="-1409425" y="4106450"/>
              <a:ext cx="25" cy="25"/>
            </a:xfrm>
            <a:custGeom>
              <a:rect b="b" l="l" r="r" t="t"/>
              <a:pathLst>
                <a:path extrusionOk="0" h="1" w="1">
                  <a:moveTo>
                    <a:pt x="1" y="1"/>
                  </a:move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6" name="Google Shape;4006;p15"/>
            <p:cNvSpPr/>
            <p:nvPr/>
          </p:nvSpPr>
          <p:spPr>
            <a:xfrm>
              <a:off x="-1243500" y="413657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7" name="Google Shape;4007;p15"/>
            <p:cNvSpPr/>
            <p:nvPr/>
          </p:nvSpPr>
          <p:spPr>
            <a:xfrm>
              <a:off x="-1245000" y="4137075"/>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8" name="Google Shape;4008;p15"/>
            <p:cNvSpPr/>
            <p:nvPr/>
          </p:nvSpPr>
          <p:spPr>
            <a:xfrm>
              <a:off x="-1295850" y="4123725"/>
              <a:ext cx="53850" cy="43975"/>
            </a:xfrm>
            <a:custGeom>
              <a:rect b="b" l="l" r="r" t="t"/>
              <a:pathLst>
                <a:path extrusionOk="0" h="1759" w="2154">
                  <a:moveTo>
                    <a:pt x="1699" y="100"/>
                  </a:moveTo>
                  <a:lnTo>
                    <a:pt x="1699" y="139"/>
                  </a:lnTo>
                  <a:lnTo>
                    <a:pt x="1709" y="100"/>
                  </a:lnTo>
                  <a:close/>
                  <a:moveTo>
                    <a:pt x="1976" y="179"/>
                  </a:moveTo>
                  <a:lnTo>
                    <a:pt x="1956" y="278"/>
                  </a:lnTo>
                  <a:lnTo>
                    <a:pt x="1943" y="370"/>
                  </a:lnTo>
                  <a:lnTo>
                    <a:pt x="1956" y="317"/>
                  </a:lnTo>
                  <a:lnTo>
                    <a:pt x="1976" y="179"/>
                  </a:lnTo>
                  <a:close/>
                  <a:moveTo>
                    <a:pt x="1943" y="370"/>
                  </a:moveTo>
                  <a:lnTo>
                    <a:pt x="1936" y="396"/>
                  </a:lnTo>
                  <a:lnTo>
                    <a:pt x="1936" y="416"/>
                  </a:lnTo>
                  <a:lnTo>
                    <a:pt x="1943" y="370"/>
                  </a:lnTo>
                  <a:close/>
                  <a:moveTo>
                    <a:pt x="2045" y="455"/>
                  </a:moveTo>
                  <a:lnTo>
                    <a:pt x="2035" y="475"/>
                  </a:lnTo>
                  <a:lnTo>
                    <a:pt x="2035" y="495"/>
                  </a:lnTo>
                  <a:lnTo>
                    <a:pt x="2045" y="455"/>
                  </a:lnTo>
                  <a:close/>
                  <a:moveTo>
                    <a:pt x="2035" y="495"/>
                  </a:moveTo>
                  <a:lnTo>
                    <a:pt x="2022" y="534"/>
                  </a:lnTo>
                  <a:lnTo>
                    <a:pt x="2035" y="534"/>
                  </a:lnTo>
                  <a:lnTo>
                    <a:pt x="2035" y="495"/>
                  </a:lnTo>
                  <a:close/>
                  <a:moveTo>
                    <a:pt x="2134" y="198"/>
                  </a:moveTo>
                  <a:lnTo>
                    <a:pt x="2114" y="258"/>
                  </a:lnTo>
                  <a:lnTo>
                    <a:pt x="2114" y="238"/>
                  </a:lnTo>
                  <a:lnTo>
                    <a:pt x="2114" y="218"/>
                  </a:lnTo>
                  <a:lnTo>
                    <a:pt x="2094" y="258"/>
                  </a:lnTo>
                  <a:lnTo>
                    <a:pt x="2094" y="297"/>
                  </a:lnTo>
                  <a:lnTo>
                    <a:pt x="2074" y="337"/>
                  </a:lnTo>
                  <a:lnTo>
                    <a:pt x="2074" y="297"/>
                  </a:lnTo>
                  <a:lnTo>
                    <a:pt x="2074" y="278"/>
                  </a:lnTo>
                  <a:lnTo>
                    <a:pt x="2055" y="337"/>
                  </a:lnTo>
                  <a:lnTo>
                    <a:pt x="2055" y="317"/>
                  </a:lnTo>
                  <a:lnTo>
                    <a:pt x="2035" y="396"/>
                  </a:lnTo>
                  <a:lnTo>
                    <a:pt x="2015" y="455"/>
                  </a:lnTo>
                  <a:lnTo>
                    <a:pt x="2035" y="475"/>
                  </a:lnTo>
                  <a:lnTo>
                    <a:pt x="2035" y="455"/>
                  </a:lnTo>
                  <a:lnTo>
                    <a:pt x="2055" y="416"/>
                  </a:lnTo>
                  <a:lnTo>
                    <a:pt x="2045" y="455"/>
                  </a:lnTo>
                  <a:lnTo>
                    <a:pt x="2055" y="436"/>
                  </a:lnTo>
                  <a:lnTo>
                    <a:pt x="2055" y="475"/>
                  </a:lnTo>
                  <a:lnTo>
                    <a:pt x="2055" y="653"/>
                  </a:lnTo>
                  <a:lnTo>
                    <a:pt x="2035" y="811"/>
                  </a:lnTo>
                  <a:lnTo>
                    <a:pt x="2055" y="791"/>
                  </a:lnTo>
                  <a:lnTo>
                    <a:pt x="2042" y="923"/>
                  </a:lnTo>
                  <a:lnTo>
                    <a:pt x="2042" y="923"/>
                  </a:lnTo>
                  <a:lnTo>
                    <a:pt x="2055" y="870"/>
                  </a:lnTo>
                  <a:lnTo>
                    <a:pt x="2055" y="910"/>
                  </a:lnTo>
                  <a:lnTo>
                    <a:pt x="2055" y="929"/>
                  </a:lnTo>
                  <a:lnTo>
                    <a:pt x="2074" y="870"/>
                  </a:lnTo>
                  <a:lnTo>
                    <a:pt x="2074" y="890"/>
                  </a:lnTo>
                  <a:lnTo>
                    <a:pt x="2094" y="791"/>
                  </a:lnTo>
                  <a:lnTo>
                    <a:pt x="2094" y="771"/>
                  </a:lnTo>
                  <a:lnTo>
                    <a:pt x="2074" y="791"/>
                  </a:lnTo>
                  <a:lnTo>
                    <a:pt x="2094" y="732"/>
                  </a:lnTo>
                  <a:lnTo>
                    <a:pt x="2094" y="613"/>
                  </a:lnTo>
                  <a:lnTo>
                    <a:pt x="2094" y="594"/>
                  </a:lnTo>
                  <a:lnTo>
                    <a:pt x="2094" y="574"/>
                  </a:lnTo>
                  <a:lnTo>
                    <a:pt x="2074" y="613"/>
                  </a:lnTo>
                  <a:lnTo>
                    <a:pt x="2074" y="574"/>
                  </a:lnTo>
                  <a:lnTo>
                    <a:pt x="2074" y="554"/>
                  </a:lnTo>
                  <a:lnTo>
                    <a:pt x="2074" y="534"/>
                  </a:lnTo>
                  <a:lnTo>
                    <a:pt x="2094" y="416"/>
                  </a:lnTo>
                  <a:lnTo>
                    <a:pt x="2114" y="396"/>
                  </a:lnTo>
                  <a:lnTo>
                    <a:pt x="2094" y="436"/>
                  </a:lnTo>
                  <a:lnTo>
                    <a:pt x="2094" y="515"/>
                  </a:lnTo>
                  <a:lnTo>
                    <a:pt x="2114" y="475"/>
                  </a:lnTo>
                  <a:lnTo>
                    <a:pt x="2114" y="455"/>
                  </a:lnTo>
                  <a:lnTo>
                    <a:pt x="2134" y="376"/>
                  </a:lnTo>
                  <a:lnTo>
                    <a:pt x="2134" y="357"/>
                  </a:lnTo>
                  <a:lnTo>
                    <a:pt x="2153" y="278"/>
                  </a:lnTo>
                  <a:lnTo>
                    <a:pt x="2153" y="198"/>
                  </a:lnTo>
                  <a:lnTo>
                    <a:pt x="2134" y="278"/>
                  </a:lnTo>
                  <a:lnTo>
                    <a:pt x="2134" y="258"/>
                  </a:lnTo>
                  <a:lnTo>
                    <a:pt x="2134" y="198"/>
                  </a:lnTo>
                  <a:close/>
                  <a:moveTo>
                    <a:pt x="1815" y="935"/>
                  </a:moveTo>
                  <a:lnTo>
                    <a:pt x="1810" y="981"/>
                  </a:lnTo>
                  <a:lnTo>
                    <a:pt x="1798" y="969"/>
                  </a:lnTo>
                  <a:lnTo>
                    <a:pt x="1815" y="935"/>
                  </a:lnTo>
                  <a:close/>
                  <a:moveTo>
                    <a:pt x="2042" y="923"/>
                  </a:moveTo>
                  <a:lnTo>
                    <a:pt x="2035" y="949"/>
                  </a:lnTo>
                  <a:lnTo>
                    <a:pt x="2035" y="989"/>
                  </a:lnTo>
                  <a:lnTo>
                    <a:pt x="2042" y="923"/>
                  </a:lnTo>
                  <a:close/>
                  <a:moveTo>
                    <a:pt x="1947" y="898"/>
                  </a:moveTo>
                  <a:lnTo>
                    <a:pt x="1936" y="989"/>
                  </a:lnTo>
                  <a:lnTo>
                    <a:pt x="1936" y="949"/>
                  </a:lnTo>
                  <a:lnTo>
                    <a:pt x="1936" y="910"/>
                  </a:lnTo>
                  <a:lnTo>
                    <a:pt x="1947" y="898"/>
                  </a:lnTo>
                  <a:close/>
                  <a:moveTo>
                    <a:pt x="2035" y="989"/>
                  </a:moveTo>
                  <a:lnTo>
                    <a:pt x="2035" y="989"/>
                  </a:lnTo>
                  <a:lnTo>
                    <a:pt x="2035" y="989"/>
                  </a:lnTo>
                  <a:close/>
                  <a:moveTo>
                    <a:pt x="1995" y="989"/>
                  </a:moveTo>
                  <a:lnTo>
                    <a:pt x="1988" y="1044"/>
                  </a:lnTo>
                  <a:lnTo>
                    <a:pt x="1995" y="1028"/>
                  </a:lnTo>
                  <a:lnTo>
                    <a:pt x="1995" y="989"/>
                  </a:lnTo>
                  <a:close/>
                  <a:moveTo>
                    <a:pt x="1620" y="1127"/>
                  </a:moveTo>
                  <a:lnTo>
                    <a:pt x="1620" y="1147"/>
                  </a:lnTo>
                  <a:lnTo>
                    <a:pt x="1625" y="1132"/>
                  </a:lnTo>
                  <a:lnTo>
                    <a:pt x="1625" y="1132"/>
                  </a:lnTo>
                  <a:lnTo>
                    <a:pt x="1620" y="1127"/>
                  </a:lnTo>
                  <a:close/>
                  <a:moveTo>
                    <a:pt x="1818" y="1127"/>
                  </a:moveTo>
                  <a:lnTo>
                    <a:pt x="1808" y="1137"/>
                  </a:lnTo>
                  <a:lnTo>
                    <a:pt x="1818" y="1147"/>
                  </a:lnTo>
                  <a:lnTo>
                    <a:pt x="1818" y="1127"/>
                  </a:lnTo>
                  <a:close/>
                  <a:moveTo>
                    <a:pt x="1995" y="1166"/>
                  </a:moveTo>
                  <a:lnTo>
                    <a:pt x="1976" y="1186"/>
                  </a:lnTo>
                  <a:lnTo>
                    <a:pt x="1976" y="1206"/>
                  </a:lnTo>
                  <a:lnTo>
                    <a:pt x="1995" y="1166"/>
                  </a:lnTo>
                  <a:close/>
                  <a:moveTo>
                    <a:pt x="1857" y="1226"/>
                  </a:moveTo>
                  <a:lnTo>
                    <a:pt x="1857" y="1226"/>
                  </a:lnTo>
                  <a:lnTo>
                    <a:pt x="1857" y="1226"/>
                  </a:lnTo>
                  <a:close/>
                  <a:moveTo>
                    <a:pt x="1719" y="1087"/>
                  </a:moveTo>
                  <a:lnTo>
                    <a:pt x="1699" y="1107"/>
                  </a:lnTo>
                  <a:lnTo>
                    <a:pt x="1679" y="1226"/>
                  </a:lnTo>
                  <a:lnTo>
                    <a:pt x="1679" y="1324"/>
                  </a:lnTo>
                  <a:lnTo>
                    <a:pt x="1699" y="1245"/>
                  </a:lnTo>
                  <a:lnTo>
                    <a:pt x="1719" y="1206"/>
                  </a:lnTo>
                  <a:lnTo>
                    <a:pt x="1719" y="1087"/>
                  </a:lnTo>
                  <a:close/>
                  <a:moveTo>
                    <a:pt x="1482" y="1344"/>
                  </a:moveTo>
                  <a:lnTo>
                    <a:pt x="1482" y="1344"/>
                  </a:lnTo>
                  <a:lnTo>
                    <a:pt x="1482" y="1344"/>
                  </a:lnTo>
                  <a:close/>
                  <a:moveTo>
                    <a:pt x="277" y="1285"/>
                  </a:moveTo>
                  <a:lnTo>
                    <a:pt x="277" y="1305"/>
                  </a:lnTo>
                  <a:lnTo>
                    <a:pt x="277" y="1324"/>
                  </a:lnTo>
                  <a:lnTo>
                    <a:pt x="297" y="1384"/>
                  </a:lnTo>
                  <a:lnTo>
                    <a:pt x="277" y="1285"/>
                  </a:lnTo>
                  <a:close/>
                  <a:moveTo>
                    <a:pt x="1344" y="1364"/>
                  </a:moveTo>
                  <a:lnTo>
                    <a:pt x="1330" y="1403"/>
                  </a:lnTo>
                  <a:lnTo>
                    <a:pt x="1344" y="1403"/>
                  </a:lnTo>
                  <a:lnTo>
                    <a:pt x="1344" y="1364"/>
                  </a:lnTo>
                  <a:close/>
                  <a:moveTo>
                    <a:pt x="1442" y="1364"/>
                  </a:moveTo>
                  <a:lnTo>
                    <a:pt x="1462" y="1403"/>
                  </a:lnTo>
                  <a:lnTo>
                    <a:pt x="1462" y="1384"/>
                  </a:lnTo>
                  <a:lnTo>
                    <a:pt x="1442" y="1364"/>
                  </a:lnTo>
                  <a:close/>
                  <a:moveTo>
                    <a:pt x="1304" y="1403"/>
                  </a:moveTo>
                  <a:lnTo>
                    <a:pt x="1324" y="1423"/>
                  </a:lnTo>
                  <a:lnTo>
                    <a:pt x="1330" y="1403"/>
                  </a:lnTo>
                  <a:close/>
                  <a:moveTo>
                    <a:pt x="1482" y="1344"/>
                  </a:moveTo>
                  <a:lnTo>
                    <a:pt x="1462" y="1423"/>
                  </a:lnTo>
                  <a:lnTo>
                    <a:pt x="1482" y="1403"/>
                  </a:lnTo>
                  <a:lnTo>
                    <a:pt x="1482" y="1384"/>
                  </a:lnTo>
                  <a:lnTo>
                    <a:pt x="1482" y="1344"/>
                  </a:lnTo>
                  <a:close/>
                  <a:moveTo>
                    <a:pt x="1265" y="1443"/>
                  </a:moveTo>
                  <a:lnTo>
                    <a:pt x="1265" y="1463"/>
                  </a:lnTo>
                  <a:lnTo>
                    <a:pt x="1284" y="1482"/>
                  </a:lnTo>
                  <a:lnTo>
                    <a:pt x="1265" y="1443"/>
                  </a:lnTo>
                  <a:close/>
                  <a:moveTo>
                    <a:pt x="988" y="1522"/>
                  </a:moveTo>
                  <a:lnTo>
                    <a:pt x="968" y="1542"/>
                  </a:lnTo>
                  <a:lnTo>
                    <a:pt x="988" y="1561"/>
                  </a:lnTo>
                  <a:lnTo>
                    <a:pt x="988" y="1542"/>
                  </a:lnTo>
                  <a:lnTo>
                    <a:pt x="988" y="1522"/>
                  </a:lnTo>
                  <a:close/>
                  <a:moveTo>
                    <a:pt x="1166" y="1423"/>
                  </a:moveTo>
                  <a:lnTo>
                    <a:pt x="1146" y="1443"/>
                  </a:lnTo>
                  <a:lnTo>
                    <a:pt x="1146" y="1482"/>
                  </a:lnTo>
                  <a:lnTo>
                    <a:pt x="1166" y="1581"/>
                  </a:lnTo>
                  <a:lnTo>
                    <a:pt x="1186" y="1601"/>
                  </a:lnTo>
                  <a:lnTo>
                    <a:pt x="1186" y="1601"/>
                  </a:lnTo>
                  <a:lnTo>
                    <a:pt x="1166" y="1561"/>
                  </a:lnTo>
                  <a:lnTo>
                    <a:pt x="1166" y="1522"/>
                  </a:lnTo>
                  <a:lnTo>
                    <a:pt x="1186" y="1542"/>
                  </a:lnTo>
                  <a:lnTo>
                    <a:pt x="1166" y="1443"/>
                  </a:lnTo>
                  <a:lnTo>
                    <a:pt x="1166" y="1423"/>
                  </a:lnTo>
                  <a:close/>
                  <a:moveTo>
                    <a:pt x="949" y="1423"/>
                  </a:moveTo>
                  <a:lnTo>
                    <a:pt x="968" y="1443"/>
                  </a:lnTo>
                  <a:lnTo>
                    <a:pt x="968" y="1463"/>
                  </a:lnTo>
                  <a:lnTo>
                    <a:pt x="988" y="1522"/>
                  </a:lnTo>
                  <a:lnTo>
                    <a:pt x="988" y="1463"/>
                  </a:lnTo>
                  <a:lnTo>
                    <a:pt x="1008" y="1502"/>
                  </a:lnTo>
                  <a:lnTo>
                    <a:pt x="1008" y="1621"/>
                  </a:lnTo>
                  <a:lnTo>
                    <a:pt x="988" y="1561"/>
                  </a:lnTo>
                  <a:lnTo>
                    <a:pt x="988" y="1561"/>
                  </a:lnTo>
                  <a:lnTo>
                    <a:pt x="1008" y="1640"/>
                  </a:lnTo>
                  <a:lnTo>
                    <a:pt x="988" y="1621"/>
                  </a:lnTo>
                  <a:lnTo>
                    <a:pt x="968" y="1621"/>
                  </a:lnTo>
                  <a:lnTo>
                    <a:pt x="968" y="1640"/>
                  </a:lnTo>
                  <a:lnTo>
                    <a:pt x="949" y="1463"/>
                  </a:lnTo>
                  <a:lnTo>
                    <a:pt x="949" y="1423"/>
                  </a:lnTo>
                  <a:close/>
                  <a:moveTo>
                    <a:pt x="534" y="1700"/>
                  </a:moveTo>
                  <a:lnTo>
                    <a:pt x="534" y="1700"/>
                  </a:lnTo>
                  <a:lnTo>
                    <a:pt x="534" y="1700"/>
                  </a:lnTo>
                  <a:close/>
                  <a:moveTo>
                    <a:pt x="652" y="1700"/>
                  </a:moveTo>
                  <a:lnTo>
                    <a:pt x="652" y="1700"/>
                  </a:lnTo>
                  <a:lnTo>
                    <a:pt x="652" y="1700"/>
                  </a:lnTo>
                  <a:close/>
                  <a:moveTo>
                    <a:pt x="534" y="1700"/>
                  </a:moveTo>
                  <a:lnTo>
                    <a:pt x="534" y="1700"/>
                  </a:lnTo>
                  <a:lnTo>
                    <a:pt x="534" y="1700"/>
                  </a:lnTo>
                  <a:close/>
                  <a:moveTo>
                    <a:pt x="652" y="1700"/>
                  </a:moveTo>
                  <a:lnTo>
                    <a:pt x="652" y="1700"/>
                  </a:lnTo>
                  <a:lnTo>
                    <a:pt x="652" y="1700"/>
                  </a:lnTo>
                  <a:close/>
                  <a:moveTo>
                    <a:pt x="1521" y="1"/>
                  </a:moveTo>
                  <a:lnTo>
                    <a:pt x="1502" y="40"/>
                  </a:lnTo>
                  <a:lnTo>
                    <a:pt x="1482" y="119"/>
                  </a:lnTo>
                  <a:lnTo>
                    <a:pt x="1462" y="119"/>
                  </a:lnTo>
                  <a:lnTo>
                    <a:pt x="1462" y="80"/>
                  </a:lnTo>
                  <a:lnTo>
                    <a:pt x="1442" y="139"/>
                  </a:lnTo>
                  <a:lnTo>
                    <a:pt x="1442" y="218"/>
                  </a:lnTo>
                  <a:lnTo>
                    <a:pt x="1462" y="278"/>
                  </a:lnTo>
                  <a:lnTo>
                    <a:pt x="1462" y="238"/>
                  </a:lnTo>
                  <a:lnTo>
                    <a:pt x="1482" y="218"/>
                  </a:lnTo>
                  <a:lnTo>
                    <a:pt x="1482" y="278"/>
                  </a:lnTo>
                  <a:lnTo>
                    <a:pt x="1482" y="357"/>
                  </a:lnTo>
                  <a:lnTo>
                    <a:pt x="1482" y="396"/>
                  </a:lnTo>
                  <a:lnTo>
                    <a:pt x="1482" y="495"/>
                  </a:lnTo>
                  <a:lnTo>
                    <a:pt x="1462" y="515"/>
                  </a:lnTo>
                  <a:lnTo>
                    <a:pt x="1462" y="436"/>
                  </a:lnTo>
                  <a:lnTo>
                    <a:pt x="1462" y="396"/>
                  </a:lnTo>
                  <a:lnTo>
                    <a:pt x="1462" y="297"/>
                  </a:lnTo>
                  <a:lnTo>
                    <a:pt x="1442" y="376"/>
                  </a:lnTo>
                  <a:lnTo>
                    <a:pt x="1442" y="436"/>
                  </a:lnTo>
                  <a:lnTo>
                    <a:pt x="1423" y="436"/>
                  </a:lnTo>
                  <a:lnTo>
                    <a:pt x="1423" y="455"/>
                  </a:lnTo>
                  <a:lnTo>
                    <a:pt x="1423" y="495"/>
                  </a:lnTo>
                  <a:lnTo>
                    <a:pt x="1403" y="416"/>
                  </a:lnTo>
                  <a:lnTo>
                    <a:pt x="1423" y="436"/>
                  </a:lnTo>
                  <a:lnTo>
                    <a:pt x="1423" y="396"/>
                  </a:lnTo>
                  <a:lnTo>
                    <a:pt x="1423" y="357"/>
                  </a:lnTo>
                  <a:lnTo>
                    <a:pt x="1423" y="297"/>
                  </a:lnTo>
                  <a:lnTo>
                    <a:pt x="1423" y="218"/>
                  </a:lnTo>
                  <a:lnTo>
                    <a:pt x="1442" y="100"/>
                  </a:lnTo>
                  <a:lnTo>
                    <a:pt x="1423" y="100"/>
                  </a:lnTo>
                  <a:lnTo>
                    <a:pt x="1423" y="60"/>
                  </a:lnTo>
                  <a:lnTo>
                    <a:pt x="1403" y="100"/>
                  </a:lnTo>
                  <a:lnTo>
                    <a:pt x="1383" y="159"/>
                  </a:lnTo>
                  <a:lnTo>
                    <a:pt x="1383" y="100"/>
                  </a:lnTo>
                  <a:lnTo>
                    <a:pt x="1363" y="100"/>
                  </a:lnTo>
                  <a:lnTo>
                    <a:pt x="1344" y="139"/>
                  </a:lnTo>
                  <a:lnTo>
                    <a:pt x="1344" y="80"/>
                  </a:lnTo>
                  <a:lnTo>
                    <a:pt x="1324" y="60"/>
                  </a:lnTo>
                  <a:lnTo>
                    <a:pt x="1324" y="80"/>
                  </a:lnTo>
                  <a:lnTo>
                    <a:pt x="1304" y="119"/>
                  </a:lnTo>
                  <a:lnTo>
                    <a:pt x="1284" y="179"/>
                  </a:lnTo>
                  <a:lnTo>
                    <a:pt x="1265" y="179"/>
                  </a:lnTo>
                  <a:lnTo>
                    <a:pt x="1265" y="139"/>
                  </a:lnTo>
                  <a:lnTo>
                    <a:pt x="1245" y="119"/>
                  </a:lnTo>
                  <a:lnTo>
                    <a:pt x="1245" y="159"/>
                  </a:lnTo>
                  <a:lnTo>
                    <a:pt x="1225" y="119"/>
                  </a:lnTo>
                  <a:lnTo>
                    <a:pt x="1225" y="139"/>
                  </a:lnTo>
                  <a:lnTo>
                    <a:pt x="1205" y="159"/>
                  </a:lnTo>
                  <a:lnTo>
                    <a:pt x="1205" y="100"/>
                  </a:lnTo>
                  <a:lnTo>
                    <a:pt x="1186" y="100"/>
                  </a:lnTo>
                  <a:lnTo>
                    <a:pt x="1186" y="139"/>
                  </a:lnTo>
                  <a:lnTo>
                    <a:pt x="1166" y="218"/>
                  </a:lnTo>
                  <a:lnTo>
                    <a:pt x="1166" y="119"/>
                  </a:lnTo>
                  <a:lnTo>
                    <a:pt x="1107" y="179"/>
                  </a:lnTo>
                  <a:lnTo>
                    <a:pt x="1047" y="218"/>
                  </a:lnTo>
                  <a:lnTo>
                    <a:pt x="1047" y="179"/>
                  </a:lnTo>
                  <a:lnTo>
                    <a:pt x="1028" y="198"/>
                  </a:lnTo>
                  <a:lnTo>
                    <a:pt x="1008" y="238"/>
                  </a:lnTo>
                  <a:lnTo>
                    <a:pt x="988" y="278"/>
                  </a:lnTo>
                  <a:lnTo>
                    <a:pt x="968" y="317"/>
                  </a:lnTo>
                  <a:lnTo>
                    <a:pt x="968" y="376"/>
                  </a:lnTo>
                  <a:lnTo>
                    <a:pt x="988" y="495"/>
                  </a:lnTo>
                  <a:lnTo>
                    <a:pt x="988" y="515"/>
                  </a:lnTo>
                  <a:lnTo>
                    <a:pt x="968" y="475"/>
                  </a:lnTo>
                  <a:lnTo>
                    <a:pt x="968" y="436"/>
                  </a:lnTo>
                  <a:lnTo>
                    <a:pt x="968" y="416"/>
                  </a:lnTo>
                  <a:lnTo>
                    <a:pt x="949" y="317"/>
                  </a:lnTo>
                  <a:lnTo>
                    <a:pt x="929" y="297"/>
                  </a:lnTo>
                  <a:lnTo>
                    <a:pt x="929" y="317"/>
                  </a:lnTo>
                  <a:lnTo>
                    <a:pt x="909" y="317"/>
                  </a:lnTo>
                  <a:lnTo>
                    <a:pt x="909" y="297"/>
                  </a:lnTo>
                  <a:lnTo>
                    <a:pt x="909" y="258"/>
                  </a:lnTo>
                  <a:lnTo>
                    <a:pt x="929" y="238"/>
                  </a:lnTo>
                  <a:lnTo>
                    <a:pt x="929" y="198"/>
                  </a:lnTo>
                  <a:lnTo>
                    <a:pt x="909" y="238"/>
                  </a:lnTo>
                  <a:lnTo>
                    <a:pt x="889" y="238"/>
                  </a:lnTo>
                  <a:lnTo>
                    <a:pt x="889" y="278"/>
                  </a:lnTo>
                  <a:lnTo>
                    <a:pt x="889" y="297"/>
                  </a:lnTo>
                  <a:lnTo>
                    <a:pt x="870" y="376"/>
                  </a:lnTo>
                  <a:lnTo>
                    <a:pt x="870" y="357"/>
                  </a:lnTo>
                  <a:lnTo>
                    <a:pt x="850" y="357"/>
                  </a:lnTo>
                  <a:lnTo>
                    <a:pt x="830" y="337"/>
                  </a:lnTo>
                  <a:lnTo>
                    <a:pt x="830" y="278"/>
                  </a:lnTo>
                  <a:lnTo>
                    <a:pt x="810" y="297"/>
                  </a:lnTo>
                  <a:lnTo>
                    <a:pt x="810" y="278"/>
                  </a:lnTo>
                  <a:lnTo>
                    <a:pt x="771" y="278"/>
                  </a:lnTo>
                  <a:lnTo>
                    <a:pt x="751" y="258"/>
                  </a:lnTo>
                  <a:lnTo>
                    <a:pt x="751" y="238"/>
                  </a:lnTo>
                  <a:lnTo>
                    <a:pt x="731" y="278"/>
                  </a:lnTo>
                  <a:lnTo>
                    <a:pt x="712" y="357"/>
                  </a:lnTo>
                  <a:lnTo>
                    <a:pt x="731" y="357"/>
                  </a:lnTo>
                  <a:lnTo>
                    <a:pt x="731" y="416"/>
                  </a:lnTo>
                  <a:lnTo>
                    <a:pt x="731" y="455"/>
                  </a:lnTo>
                  <a:lnTo>
                    <a:pt x="712" y="416"/>
                  </a:lnTo>
                  <a:lnTo>
                    <a:pt x="712" y="376"/>
                  </a:lnTo>
                  <a:lnTo>
                    <a:pt x="692" y="337"/>
                  </a:lnTo>
                  <a:lnTo>
                    <a:pt x="672" y="297"/>
                  </a:lnTo>
                  <a:lnTo>
                    <a:pt x="672" y="317"/>
                  </a:lnTo>
                  <a:lnTo>
                    <a:pt x="652" y="376"/>
                  </a:lnTo>
                  <a:lnTo>
                    <a:pt x="652" y="337"/>
                  </a:lnTo>
                  <a:lnTo>
                    <a:pt x="652" y="297"/>
                  </a:lnTo>
                  <a:lnTo>
                    <a:pt x="633" y="278"/>
                  </a:lnTo>
                  <a:lnTo>
                    <a:pt x="633" y="297"/>
                  </a:lnTo>
                  <a:lnTo>
                    <a:pt x="633" y="337"/>
                  </a:lnTo>
                  <a:lnTo>
                    <a:pt x="613" y="455"/>
                  </a:lnTo>
                  <a:lnTo>
                    <a:pt x="613" y="495"/>
                  </a:lnTo>
                  <a:lnTo>
                    <a:pt x="593" y="554"/>
                  </a:lnTo>
                  <a:lnTo>
                    <a:pt x="593" y="495"/>
                  </a:lnTo>
                  <a:lnTo>
                    <a:pt x="573" y="475"/>
                  </a:lnTo>
                  <a:lnTo>
                    <a:pt x="573" y="436"/>
                  </a:lnTo>
                  <a:lnTo>
                    <a:pt x="593" y="455"/>
                  </a:lnTo>
                  <a:lnTo>
                    <a:pt x="593" y="436"/>
                  </a:lnTo>
                  <a:lnTo>
                    <a:pt x="573" y="357"/>
                  </a:lnTo>
                  <a:lnTo>
                    <a:pt x="554" y="337"/>
                  </a:lnTo>
                  <a:lnTo>
                    <a:pt x="514" y="337"/>
                  </a:lnTo>
                  <a:lnTo>
                    <a:pt x="494" y="376"/>
                  </a:lnTo>
                  <a:lnTo>
                    <a:pt x="475" y="376"/>
                  </a:lnTo>
                  <a:lnTo>
                    <a:pt x="475" y="396"/>
                  </a:lnTo>
                  <a:lnTo>
                    <a:pt x="435" y="357"/>
                  </a:lnTo>
                  <a:lnTo>
                    <a:pt x="396" y="357"/>
                  </a:lnTo>
                  <a:lnTo>
                    <a:pt x="376" y="376"/>
                  </a:lnTo>
                  <a:lnTo>
                    <a:pt x="376" y="416"/>
                  </a:lnTo>
                  <a:lnTo>
                    <a:pt x="356" y="376"/>
                  </a:lnTo>
                  <a:lnTo>
                    <a:pt x="356" y="455"/>
                  </a:lnTo>
                  <a:lnTo>
                    <a:pt x="336" y="515"/>
                  </a:lnTo>
                  <a:lnTo>
                    <a:pt x="336" y="554"/>
                  </a:lnTo>
                  <a:lnTo>
                    <a:pt x="336" y="673"/>
                  </a:lnTo>
                  <a:lnTo>
                    <a:pt x="317" y="613"/>
                  </a:lnTo>
                  <a:lnTo>
                    <a:pt x="297" y="594"/>
                  </a:lnTo>
                  <a:lnTo>
                    <a:pt x="297" y="534"/>
                  </a:lnTo>
                  <a:lnTo>
                    <a:pt x="277" y="515"/>
                  </a:lnTo>
                  <a:lnTo>
                    <a:pt x="277" y="534"/>
                  </a:lnTo>
                  <a:lnTo>
                    <a:pt x="297" y="613"/>
                  </a:lnTo>
                  <a:lnTo>
                    <a:pt x="297" y="673"/>
                  </a:lnTo>
                  <a:lnTo>
                    <a:pt x="297" y="692"/>
                  </a:lnTo>
                  <a:lnTo>
                    <a:pt x="297" y="712"/>
                  </a:lnTo>
                  <a:lnTo>
                    <a:pt x="257" y="771"/>
                  </a:lnTo>
                  <a:lnTo>
                    <a:pt x="238" y="811"/>
                  </a:lnTo>
                  <a:lnTo>
                    <a:pt x="198" y="831"/>
                  </a:lnTo>
                  <a:lnTo>
                    <a:pt x="159" y="811"/>
                  </a:lnTo>
                  <a:lnTo>
                    <a:pt x="159" y="791"/>
                  </a:lnTo>
                  <a:lnTo>
                    <a:pt x="139" y="791"/>
                  </a:lnTo>
                  <a:lnTo>
                    <a:pt x="139" y="771"/>
                  </a:lnTo>
                  <a:lnTo>
                    <a:pt x="119" y="732"/>
                  </a:lnTo>
                  <a:lnTo>
                    <a:pt x="119" y="771"/>
                  </a:lnTo>
                  <a:lnTo>
                    <a:pt x="119" y="791"/>
                  </a:lnTo>
                  <a:lnTo>
                    <a:pt x="99" y="752"/>
                  </a:lnTo>
                  <a:lnTo>
                    <a:pt x="99" y="732"/>
                  </a:lnTo>
                  <a:lnTo>
                    <a:pt x="79" y="732"/>
                  </a:lnTo>
                  <a:lnTo>
                    <a:pt x="60" y="712"/>
                  </a:lnTo>
                  <a:lnTo>
                    <a:pt x="60" y="692"/>
                  </a:lnTo>
                  <a:lnTo>
                    <a:pt x="40" y="712"/>
                  </a:lnTo>
                  <a:lnTo>
                    <a:pt x="0" y="574"/>
                  </a:lnTo>
                  <a:lnTo>
                    <a:pt x="0" y="653"/>
                  </a:lnTo>
                  <a:lnTo>
                    <a:pt x="20" y="712"/>
                  </a:lnTo>
                  <a:lnTo>
                    <a:pt x="20" y="732"/>
                  </a:lnTo>
                  <a:lnTo>
                    <a:pt x="60" y="890"/>
                  </a:lnTo>
                  <a:lnTo>
                    <a:pt x="119" y="1048"/>
                  </a:lnTo>
                  <a:lnTo>
                    <a:pt x="139" y="1107"/>
                  </a:lnTo>
                  <a:lnTo>
                    <a:pt x="178" y="1166"/>
                  </a:lnTo>
                  <a:lnTo>
                    <a:pt x="159" y="1127"/>
                  </a:lnTo>
                  <a:lnTo>
                    <a:pt x="159" y="1127"/>
                  </a:lnTo>
                  <a:lnTo>
                    <a:pt x="178" y="1147"/>
                  </a:lnTo>
                  <a:lnTo>
                    <a:pt x="198" y="1186"/>
                  </a:lnTo>
                  <a:lnTo>
                    <a:pt x="198" y="1147"/>
                  </a:lnTo>
                  <a:lnTo>
                    <a:pt x="218" y="1206"/>
                  </a:lnTo>
                  <a:lnTo>
                    <a:pt x="238" y="1285"/>
                  </a:lnTo>
                  <a:lnTo>
                    <a:pt x="238" y="1265"/>
                  </a:lnTo>
                  <a:lnTo>
                    <a:pt x="238" y="1245"/>
                  </a:lnTo>
                  <a:lnTo>
                    <a:pt x="257" y="1285"/>
                  </a:lnTo>
                  <a:lnTo>
                    <a:pt x="257" y="1324"/>
                  </a:lnTo>
                  <a:lnTo>
                    <a:pt x="277" y="1305"/>
                  </a:lnTo>
                  <a:lnTo>
                    <a:pt x="257" y="1226"/>
                  </a:lnTo>
                  <a:lnTo>
                    <a:pt x="257" y="1186"/>
                  </a:lnTo>
                  <a:lnTo>
                    <a:pt x="277" y="1226"/>
                  </a:lnTo>
                  <a:lnTo>
                    <a:pt x="297" y="1285"/>
                  </a:lnTo>
                  <a:lnTo>
                    <a:pt x="297" y="1364"/>
                  </a:lnTo>
                  <a:lnTo>
                    <a:pt x="317" y="1384"/>
                  </a:lnTo>
                  <a:lnTo>
                    <a:pt x="336" y="1384"/>
                  </a:lnTo>
                  <a:lnTo>
                    <a:pt x="336" y="1423"/>
                  </a:lnTo>
                  <a:lnTo>
                    <a:pt x="356" y="1482"/>
                  </a:lnTo>
                  <a:lnTo>
                    <a:pt x="356" y="1443"/>
                  </a:lnTo>
                  <a:lnTo>
                    <a:pt x="356" y="1423"/>
                  </a:lnTo>
                  <a:lnTo>
                    <a:pt x="376" y="1443"/>
                  </a:lnTo>
                  <a:lnTo>
                    <a:pt x="376" y="1463"/>
                  </a:lnTo>
                  <a:lnTo>
                    <a:pt x="396" y="1522"/>
                  </a:lnTo>
                  <a:lnTo>
                    <a:pt x="415" y="1561"/>
                  </a:lnTo>
                  <a:lnTo>
                    <a:pt x="415" y="1522"/>
                  </a:lnTo>
                  <a:lnTo>
                    <a:pt x="415" y="1463"/>
                  </a:lnTo>
                  <a:lnTo>
                    <a:pt x="435" y="1522"/>
                  </a:lnTo>
                  <a:lnTo>
                    <a:pt x="415" y="1423"/>
                  </a:lnTo>
                  <a:lnTo>
                    <a:pt x="396" y="1344"/>
                  </a:lnTo>
                  <a:lnTo>
                    <a:pt x="435" y="1443"/>
                  </a:lnTo>
                  <a:lnTo>
                    <a:pt x="455" y="1561"/>
                  </a:lnTo>
                  <a:lnTo>
                    <a:pt x="455" y="1502"/>
                  </a:lnTo>
                  <a:lnTo>
                    <a:pt x="475" y="1542"/>
                  </a:lnTo>
                  <a:lnTo>
                    <a:pt x="475" y="1581"/>
                  </a:lnTo>
                  <a:lnTo>
                    <a:pt x="494" y="1640"/>
                  </a:lnTo>
                  <a:lnTo>
                    <a:pt x="494" y="1621"/>
                  </a:lnTo>
                  <a:lnTo>
                    <a:pt x="514" y="1660"/>
                  </a:lnTo>
                  <a:lnTo>
                    <a:pt x="514" y="1621"/>
                  </a:lnTo>
                  <a:lnTo>
                    <a:pt x="534" y="1700"/>
                  </a:lnTo>
                  <a:lnTo>
                    <a:pt x="534" y="1660"/>
                  </a:lnTo>
                  <a:lnTo>
                    <a:pt x="554" y="1680"/>
                  </a:lnTo>
                  <a:lnTo>
                    <a:pt x="554" y="1660"/>
                  </a:lnTo>
                  <a:lnTo>
                    <a:pt x="573" y="1700"/>
                  </a:lnTo>
                  <a:lnTo>
                    <a:pt x="573" y="1700"/>
                  </a:lnTo>
                  <a:lnTo>
                    <a:pt x="554" y="1621"/>
                  </a:lnTo>
                  <a:lnTo>
                    <a:pt x="573" y="1640"/>
                  </a:lnTo>
                  <a:lnTo>
                    <a:pt x="593" y="1700"/>
                  </a:lnTo>
                  <a:lnTo>
                    <a:pt x="554" y="1522"/>
                  </a:lnTo>
                  <a:lnTo>
                    <a:pt x="573" y="1581"/>
                  </a:lnTo>
                  <a:lnTo>
                    <a:pt x="593" y="1660"/>
                  </a:lnTo>
                  <a:lnTo>
                    <a:pt x="613" y="1759"/>
                  </a:lnTo>
                  <a:lnTo>
                    <a:pt x="613" y="1739"/>
                  </a:lnTo>
                  <a:lnTo>
                    <a:pt x="633" y="1759"/>
                  </a:lnTo>
                  <a:lnTo>
                    <a:pt x="633" y="1759"/>
                  </a:lnTo>
                  <a:lnTo>
                    <a:pt x="613" y="1660"/>
                  </a:lnTo>
                  <a:lnTo>
                    <a:pt x="613" y="1700"/>
                  </a:lnTo>
                  <a:lnTo>
                    <a:pt x="593" y="1640"/>
                  </a:lnTo>
                  <a:lnTo>
                    <a:pt x="593" y="1561"/>
                  </a:lnTo>
                  <a:lnTo>
                    <a:pt x="593" y="1463"/>
                  </a:lnTo>
                  <a:lnTo>
                    <a:pt x="613" y="1522"/>
                  </a:lnTo>
                  <a:lnTo>
                    <a:pt x="633" y="1640"/>
                  </a:lnTo>
                  <a:lnTo>
                    <a:pt x="633" y="1621"/>
                  </a:lnTo>
                  <a:lnTo>
                    <a:pt x="652" y="1700"/>
                  </a:lnTo>
                  <a:lnTo>
                    <a:pt x="633" y="1601"/>
                  </a:lnTo>
                  <a:lnTo>
                    <a:pt x="652" y="1581"/>
                  </a:lnTo>
                  <a:lnTo>
                    <a:pt x="652" y="1601"/>
                  </a:lnTo>
                  <a:lnTo>
                    <a:pt x="672" y="1660"/>
                  </a:lnTo>
                  <a:lnTo>
                    <a:pt x="672" y="1680"/>
                  </a:lnTo>
                  <a:lnTo>
                    <a:pt x="692" y="1700"/>
                  </a:lnTo>
                  <a:lnTo>
                    <a:pt x="712" y="1719"/>
                  </a:lnTo>
                  <a:lnTo>
                    <a:pt x="712" y="1700"/>
                  </a:lnTo>
                  <a:lnTo>
                    <a:pt x="672" y="1463"/>
                  </a:lnTo>
                  <a:lnTo>
                    <a:pt x="692" y="1482"/>
                  </a:lnTo>
                  <a:lnTo>
                    <a:pt x="692" y="1463"/>
                  </a:lnTo>
                  <a:lnTo>
                    <a:pt x="712" y="1522"/>
                  </a:lnTo>
                  <a:lnTo>
                    <a:pt x="712" y="1581"/>
                  </a:lnTo>
                  <a:lnTo>
                    <a:pt x="731" y="1680"/>
                  </a:lnTo>
                  <a:lnTo>
                    <a:pt x="751" y="1660"/>
                  </a:lnTo>
                  <a:lnTo>
                    <a:pt x="751" y="1739"/>
                  </a:lnTo>
                  <a:lnTo>
                    <a:pt x="771" y="1739"/>
                  </a:lnTo>
                  <a:lnTo>
                    <a:pt x="771" y="1680"/>
                  </a:lnTo>
                  <a:lnTo>
                    <a:pt x="791" y="1739"/>
                  </a:lnTo>
                  <a:lnTo>
                    <a:pt x="810" y="1759"/>
                  </a:lnTo>
                  <a:lnTo>
                    <a:pt x="810" y="1759"/>
                  </a:lnTo>
                  <a:lnTo>
                    <a:pt x="791" y="1700"/>
                  </a:lnTo>
                  <a:lnTo>
                    <a:pt x="791" y="1680"/>
                  </a:lnTo>
                  <a:lnTo>
                    <a:pt x="810" y="1700"/>
                  </a:lnTo>
                  <a:lnTo>
                    <a:pt x="810" y="1739"/>
                  </a:lnTo>
                  <a:lnTo>
                    <a:pt x="830" y="1739"/>
                  </a:lnTo>
                  <a:lnTo>
                    <a:pt x="830" y="1700"/>
                  </a:lnTo>
                  <a:lnTo>
                    <a:pt x="810" y="1601"/>
                  </a:lnTo>
                  <a:lnTo>
                    <a:pt x="830" y="1601"/>
                  </a:lnTo>
                  <a:lnTo>
                    <a:pt x="830" y="1621"/>
                  </a:lnTo>
                  <a:lnTo>
                    <a:pt x="850" y="1680"/>
                  </a:lnTo>
                  <a:lnTo>
                    <a:pt x="850" y="1660"/>
                  </a:lnTo>
                  <a:lnTo>
                    <a:pt x="870" y="1680"/>
                  </a:lnTo>
                  <a:lnTo>
                    <a:pt x="870" y="1463"/>
                  </a:lnTo>
                  <a:lnTo>
                    <a:pt x="830" y="1245"/>
                  </a:lnTo>
                  <a:lnTo>
                    <a:pt x="850" y="1285"/>
                  </a:lnTo>
                  <a:lnTo>
                    <a:pt x="870" y="1324"/>
                  </a:lnTo>
                  <a:lnTo>
                    <a:pt x="889" y="1403"/>
                  </a:lnTo>
                  <a:lnTo>
                    <a:pt x="889" y="1463"/>
                  </a:lnTo>
                  <a:lnTo>
                    <a:pt x="870" y="1403"/>
                  </a:lnTo>
                  <a:lnTo>
                    <a:pt x="909" y="1542"/>
                  </a:lnTo>
                  <a:lnTo>
                    <a:pt x="909" y="1601"/>
                  </a:lnTo>
                  <a:lnTo>
                    <a:pt x="889" y="1561"/>
                  </a:lnTo>
                  <a:lnTo>
                    <a:pt x="909" y="1640"/>
                  </a:lnTo>
                  <a:lnTo>
                    <a:pt x="909" y="1719"/>
                  </a:lnTo>
                  <a:lnTo>
                    <a:pt x="929" y="1719"/>
                  </a:lnTo>
                  <a:lnTo>
                    <a:pt x="929" y="1700"/>
                  </a:lnTo>
                  <a:lnTo>
                    <a:pt x="949" y="1680"/>
                  </a:lnTo>
                  <a:lnTo>
                    <a:pt x="949" y="1640"/>
                  </a:lnTo>
                  <a:lnTo>
                    <a:pt x="968" y="1680"/>
                  </a:lnTo>
                  <a:lnTo>
                    <a:pt x="988" y="1700"/>
                  </a:lnTo>
                  <a:lnTo>
                    <a:pt x="1008" y="1700"/>
                  </a:lnTo>
                  <a:lnTo>
                    <a:pt x="1008" y="1719"/>
                  </a:lnTo>
                  <a:lnTo>
                    <a:pt x="1028" y="1621"/>
                  </a:lnTo>
                  <a:lnTo>
                    <a:pt x="1008" y="1482"/>
                  </a:lnTo>
                  <a:lnTo>
                    <a:pt x="1028" y="1581"/>
                  </a:lnTo>
                  <a:lnTo>
                    <a:pt x="1047" y="1621"/>
                  </a:lnTo>
                  <a:lnTo>
                    <a:pt x="1028" y="1542"/>
                  </a:lnTo>
                  <a:lnTo>
                    <a:pt x="1028" y="1463"/>
                  </a:lnTo>
                  <a:lnTo>
                    <a:pt x="1028" y="1423"/>
                  </a:lnTo>
                  <a:lnTo>
                    <a:pt x="1028" y="1384"/>
                  </a:lnTo>
                  <a:lnTo>
                    <a:pt x="1047" y="1423"/>
                  </a:lnTo>
                  <a:lnTo>
                    <a:pt x="1047" y="1443"/>
                  </a:lnTo>
                  <a:lnTo>
                    <a:pt x="1067" y="1384"/>
                  </a:lnTo>
                  <a:lnTo>
                    <a:pt x="1067" y="1502"/>
                  </a:lnTo>
                  <a:lnTo>
                    <a:pt x="1067" y="1640"/>
                  </a:lnTo>
                  <a:lnTo>
                    <a:pt x="1087" y="1561"/>
                  </a:lnTo>
                  <a:lnTo>
                    <a:pt x="1087" y="1601"/>
                  </a:lnTo>
                  <a:lnTo>
                    <a:pt x="1107" y="1581"/>
                  </a:lnTo>
                  <a:lnTo>
                    <a:pt x="1107" y="1542"/>
                  </a:lnTo>
                  <a:lnTo>
                    <a:pt x="1126" y="1522"/>
                  </a:lnTo>
                  <a:lnTo>
                    <a:pt x="1146" y="1502"/>
                  </a:lnTo>
                  <a:lnTo>
                    <a:pt x="1126" y="1482"/>
                  </a:lnTo>
                  <a:lnTo>
                    <a:pt x="1126" y="1403"/>
                  </a:lnTo>
                  <a:lnTo>
                    <a:pt x="1126" y="1364"/>
                  </a:lnTo>
                  <a:lnTo>
                    <a:pt x="1146" y="1324"/>
                  </a:lnTo>
                  <a:lnTo>
                    <a:pt x="1146" y="1305"/>
                  </a:lnTo>
                  <a:lnTo>
                    <a:pt x="1146" y="1285"/>
                  </a:lnTo>
                  <a:lnTo>
                    <a:pt x="1166" y="1344"/>
                  </a:lnTo>
                  <a:lnTo>
                    <a:pt x="1166" y="1384"/>
                  </a:lnTo>
                  <a:lnTo>
                    <a:pt x="1186" y="1364"/>
                  </a:lnTo>
                  <a:lnTo>
                    <a:pt x="1186" y="1403"/>
                  </a:lnTo>
                  <a:lnTo>
                    <a:pt x="1186" y="1423"/>
                  </a:lnTo>
                  <a:lnTo>
                    <a:pt x="1205" y="1384"/>
                  </a:lnTo>
                  <a:lnTo>
                    <a:pt x="1205" y="1364"/>
                  </a:lnTo>
                  <a:lnTo>
                    <a:pt x="1205" y="1305"/>
                  </a:lnTo>
                  <a:lnTo>
                    <a:pt x="1205" y="1245"/>
                  </a:lnTo>
                  <a:lnTo>
                    <a:pt x="1225" y="1226"/>
                  </a:lnTo>
                  <a:lnTo>
                    <a:pt x="1245" y="1285"/>
                  </a:lnTo>
                  <a:lnTo>
                    <a:pt x="1245" y="1324"/>
                  </a:lnTo>
                  <a:lnTo>
                    <a:pt x="1245" y="1364"/>
                  </a:lnTo>
                  <a:lnTo>
                    <a:pt x="1265" y="1423"/>
                  </a:lnTo>
                  <a:lnTo>
                    <a:pt x="1265" y="1443"/>
                  </a:lnTo>
                  <a:lnTo>
                    <a:pt x="1284" y="1403"/>
                  </a:lnTo>
                  <a:lnTo>
                    <a:pt x="1284" y="1423"/>
                  </a:lnTo>
                  <a:lnTo>
                    <a:pt x="1304" y="1423"/>
                  </a:lnTo>
                  <a:lnTo>
                    <a:pt x="1304" y="1403"/>
                  </a:lnTo>
                  <a:lnTo>
                    <a:pt x="1284" y="1344"/>
                  </a:lnTo>
                  <a:lnTo>
                    <a:pt x="1304" y="1324"/>
                  </a:lnTo>
                  <a:lnTo>
                    <a:pt x="1324" y="1305"/>
                  </a:lnTo>
                  <a:lnTo>
                    <a:pt x="1324" y="1265"/>
                  </a:lnTo>
                  <a:lnTo>
                    <a:pt x="1344" y="1324"/>
                  </a:lnTo>
                  <a:lnTo>
                    <a:pt x="1344" y="1364"/>
                  </a:lnTo>
                  <a:lnTo>
                    <a:pt x="1363" y="1443"/>
                  </a:lnTo>
                  <a:lnTo>
                    <a:pt x="1363" y="1403"/>
                  </a:lnTo>
                  <a:lnTo>
                    <a:pt x="1383" y="1403"/>
                  </a:lnTo>
                  <a:lnTo>
                    <a:pt x="1383" y="1423"/>
                  </a:lnTo>
                  <a:lnTo>
                    <a:pt x="1403" y="1463"/>
                  </a:lnTo>
                  <a:lnTo>
                    <a:pt x="1403" y="1423"/>
                  </a:lnTo>
                  <a:lnTo>
                    <a:pt x="1403" y="1403"/>
                  </a:lnTo>
                  <a:lnTo>
                    <a:pt x="1403" y="1364"/>
                  </a:lnTo>
                  <a:lnTo>
                    <a:pt x="1423" y="1305"/>
                  </a:lnTo>
                  <a:lnTo>
                    <a:pt x="1403" y="1344"/>
                  </a:lnTo>
                  <a:lnTo>
                    <a:pt x="1403" y="1305"/>
                  </a:lnTo>
                  <a:lnTo>
                    <a:pt x="1423" y="1305"/>
                  </a:lnTo>
                  <a:lnTo>
                    <a:pt x="1423" y="1245"/>
                  </a:lnTo>
                  <a:lnTo>
                    <a:pt x="1442" y="1324"/>
                  </a:lnTo>
                  <a:lnTo>
                    <a:pt x="1442" y="1245"/>
                  </a:lnTo>
                  <a:lnTo>
                    <a:pt x="1442" y="1226"/>
                  </a:lnTo>
                  <a:lnTo>
                    <a:pt x="1462" y="1147"/>
                  </a:lnTo>
                  <a:lnTo>
                    <a:pt x="1462" y="1226"/>
                  </a:lnTo>
                  <a:lnTo>
                    <a:pt x="1462" y="1265"/>
                  </a:lnTo>
                  <a:lnTo>
                    <a:pt x="1462" y="1324"/>
                  </a:lnTo>
                  <a:lnTo>
                    <a:pt x="1462" y="1344"/>
                  </a:lnTo>
                  <a:lnTo>
                    <a:pt x="1482" y="1344"/>
                  </a:lnTo>
                  <a:lnTo>
                    <a:pt x="1482" y="1265"/>
                  </a:lnTo>
                  <a:lnTo>
                    <a:pt x="1502" y="1344"/>
                  </a:lnTo>
                  <a:lnTo>
                    <a:pt x="1502" y="1305"/>
                  </a:lnTo>
                  <a:lnTo>
                    <a:pt x="1502" y="1226"/>
                  </a:lnTo>
                  <a:lnTo>
                    <a:pt x="1502" y="1166"/>
                  </a:lnTo>
                  <a:lnTo>
                    <a:pt x="1502" y="1127"/>
                  </a:lnTo>
                  <a:lnTo>
                    <a:pt x="1502" y="1068"/>
                  </a:lnTo>
                  <a:lnTo>
                    <a:pt x="1521" y="1048"/>
                  </a:lnTo>
                  <a:lnTo>
                    <a:pt x="1521" y="1147"/>
                  </a:lnTo>
                  <a:lnTo>
                    <a:pt x="1521" y="1285"/>
                  </a:lnTo>
                  <a:lnTo>
                    <a:pt x="1521" y="1443"/>
                  </a:lnTo>
                  <a:lnTo>
                    <a:pt x="1541" y="1423"/>
                  </a:lnTo>
                  <a:lnTo>
                    <a:pt x="1541" y="1443"/>
                  </a:lnTo>
                  <a:lnTo>
                    <a:pt x="1561" y="1344"/>
                  </a:lnTo>
                  <a:lnTo>
                    <a:pt x="1561" y="1285"/>
                  </a:lnTo>
                  <a:lnTo>
                    <a:pt x="1581" y="1245"/>
                  </a:lnTo>
                  <a:lnTo>
                    <a:pt x="1600" y="1206"/>
                  </a:lnTo>
                  <a:lnTo>
                    <a:pt x="1600" y="1068"/>
                  </a:lnTo>
                  <a:lnTo>
                    <a:pt x="1620" y="1048"/>
                  </a:lnTo>
                  <a:lnTo>
                    <a:pt x="1620" y="989"/>
                  </a:lnTo>
                  <a:lnTo>
                    <a:pt x="1640" y="989"/>
                  </a:lnTo>
                  <a:lnTo>
                    <a:pt x="1620" y="1048"/>
                  </a:lnTo>
                  <a:lnTo>
                    <a:pt x="1640" y="1068"/>
                  </a:lnTo>
                  <a:lnTo>
                    <a:pt x="1640" y="1087"/>
                  </a:lnTo>
                  <a:lnTo>
                    <a:pt x="1625" y="1132"/>
                  </a:lnTo>
                  <a:lnTo>
                    <a:pt x="1625" y="1132"/>
                  </a:lnTo>
                  <a:lnTo>
                    <a:pt x="1640" y="1147"/>
                  </a:lnTo>
                  <a:lnTo>
                    <a:pt x="1660" y="1206"/>
                  </a:lnTo>
                  <a:lnTo>
                    <a:pt x="1679" y="1226"/>
                  </a:lnTo>
                  <a:lnTo>
                    <a:pt x="1679" y="1186"/>
                  </a:lnTo>
                  <a:lnTo>
                    <a:pt x="1679" y="1087"/>
                  </a:lnTo>
                  <a:lnTo>
                    <a:pt x="1699" y="1008"/>
                  </a:lnTo>
                  <a:lnTo>
                    <a:pt x="1699" y="969"/>
                  </a:lnTo>
                  <a:lnTo>
                    <a:pt x="1679" y="969"/>
                  </a:lnTo>
                  <a:lnTo>
                    <a:pt x="1679" y="870"/>
                  </a:lnTo>
                  <a:lnTo>
                    <a:pt x="1699" y="732"/>
                  </a:lnTo>
                  <a:lnTo>
                    <a:pt x="1699" y="791"/>
                  </a:lnTo>
                  <a:lnTo>
                    <a:pt x="1719" y="712"/>
                  </a:lnTo>
                  <a:lnTo>
                    <a:pt x="1719" y="831"/>
                  </a:lnTo>
                  <a:lnTo>
                    <a:pt x="1739" y="831"/>
                  </a:lnTo>
                  <a:lnTo>
                    <a:pt x="1739" y="850"/>
                  </a:lnTo>
                  <a:lnTo>
                    <a:pt x="1758" y="831"/>
                  </a:lnTo>
                  <a:lnTo>
                    <a:pt x="1739" y="771"/>
                  </a:lnTo>
                  <a:lnTo>
                    <a:pt x="1739" y="732"/>
                  </a:lnTo>
                  <a:lnTo>
                    <a:pt x="1758" y="732"/>
                  </a:lnTo>
                  <a:lnTo>
                    <a:pt x="1758" y="692"/>
                  </a:lnTo>
                  <a:lnTo>
                    <a:pt x="1758" y="613"/>
                  </a:lnTo>
                  <a:lnTo>
                    <a:pt x="1778" y="653"/>
                  </a:lnTo>
                  <a:lnTo>
                    <a:pt x="1778" y="732"/>
                  </a:lnTo>
                  <a:lnTo>
                    <a:pt x="1758" y="870"/>
                  </a:lnTo>
                  <a:lnTo>
                    <a:pt x="1758" y="870"/>
                  </a:lnTo>
                  <a:lnTo>
                    <a:pt x="1778" y="850"/>
                  </a:lnTo>
                  <a:lnTo>
                    <a:pt x="1778" y="850"/>
                  </a:lnTo>
                  <a:lnTo>
                    <a:pt x="1739" y="1068"/>
                  </a:lnTo>
                  <a:lnTo>
                    <a:pt x="1758" y="1087"/>
                  </a:lnTo>
                  <a:lnTo>
                    <a:pt x="1778" y="1087"/>
                  </a:lnTo>
                  <a:lnTo>
                    <a:pt x="1778" y="1226"/>
                  </a:lnTo>
                  <a:lnTo>
                    <a:pt x="1798" y="1285"/>
                  </a:lnTo>
                  <a:lnTo>
                    <a:pt x="1798" y="1226"/>
                  </a:lnTo>
                  <a:lnTo>
                    <a:pt x="1798" y="1147"/>
                  </a:lnTo>
                  <a:lnTo>
                    <a:pt x="1808" y="1137"/>
                  </a:lnTo>
                  <a:lnTo>
                    <a:pt x="1798" y="1127"/>
                  </a:lnTo>
                  <a:lnTo>
                    <a:pt x="1798" y="1087"/>
                  </a:lnTo>
                  <a:lnTo>
                    <a:pt x="1818" y="1048"/>
                  </a:lnTo>
                  <a:lnTo>
                    <a:pt x="1837" y="1107"/>
                  </a:lnTo>
                  <a:lnTo>
                    <a:pt x="1818" y="1166"/>
                  </a:lnTo>
                  <a:lnTo>
                    <a:pt x="1818" y="1206"/>
                  </a:lnTo>
                  <a:lnTo>
                    <a:pt x="1818" y="1226"/>
                  </a:lnTo>
                  <a:lnTo>
                    <a:pt x="1837" y="1245"/>
                  </a:lnTo>
                  <a:lnTo>
                    <a:pt x="1837" y="1285"/>
                  </a:lnTo>
                  <a:lnTo>
                    <a:pt x="1857" y="1186"/>
                  </a:lnTo>
                  <a:lnTo>
                    <a:pt x="1857" y="1226"/>
                  </a:lnTo>
                  <a:lnTo>
                    <a:pt x="1877" y="1186"/>
                  </a:lnTo>
                  <a:lnTo>
                    <a:pt x="1897" y="1127"/>
                  </a:lnTo>
                  <a:lnTo>
                    <a:pt x="1897" y="1087"/>
                  </a:lnTo>
                  <a:lnTo>
                    <a:pt x="1897" y="1048"/>
                  </a:lnTo>
                  <a:lnTo>
                    <a:pt x="1916" y="1008"/>
                  </a:lnTo>
                  <a:lnTo>
                    <a:pt x="1897" y="1226"/>
                  </a:lnTo>
                  <a:lnTo>
                    <a:pt x="1916" y="1087"/>
                  </a:lnTo>
                  <a:lnTo>
                    <a:pt x="1936" y="1087"/>
                  </a:lnTo>
                  <a:lnTo>
                    <a:pt x="1936" y="1048"/>
                  </a:lnTo>
                  <a:lnTo>
                    <a:pt x="1956" y="949"/>
                  </a:lnTo>
                  <a:lnTo>
                    <a:pt x="1976" y="989"/>
                  </a:lnTo>
                  <a:lnTo>
                    <a:pt x="1956" y="1087"/>
                  </a:lnTo>
                  <a:lnTo>
                    <a:pt x="1956" y="1107"/>
                  </a:lnTo>
                  <a:lnTo>
                    <a:pt x="1976" y="1087"/>
                  </a:lnTo>
                  <a:lnTo>
                    <a:pt x="1956" y="1206"/>
                  </a:lnTo>
                  <a:lnTo>
                    <a:pt x="1976" y="1186"/>
                  </a:lnTo>
                  <a:lnTo>
                    <a:pt x="1976" y="1147"/>
                  </a:lnTo>
                  <a:lnTo>
                    <a:pt x="1976" y="1127"/>
                  </a:lnTo>
                  <a:lnTo>
                    <a:pt x="1988" y="1044"/>
                  </a:lnTo>
                  <a:lnTo>
                    <a:pt x="1976" y="1068"/>
                  </a:lnTo>
                  <a:lnTo>
                    <a:pt x="1991" y="957"/>
                  </a:lnTo>
                  <a:lnTo>
                    <a:pt x="1991" y="957"/>
                  </a:lnTo>
                  <a:lnTo>
                    <a:pt x="1976" y="989"/>
                  </a:lnTo>
                  <a:lnTo>
                    <a:pt x="1976" y="989"/>
                  </a:lnTo>
                  <a:lnTo>
                    <a:pt x="1995" y="929"/>
                  </a:lnTo>
                  <a:lnTo>
                    <a:pt x="1991" y="957"/>
                  </a:lnTo>
                  <a:lnTo>
                    <a:pt x="1991" y="957"/>
                  </a:lnTo>
                  <a:lnTo>
                    <a:pt x="1995" y="949"/>
                  </a:lnTo>
                  <a:lnTo>
                    <a:pt x="2015" y="850"/>
                  </a:lnTo>
                  <a:lnTo>
                    <a:pt x="2015" y="831"/>
                  </a:lnTo>
                  <a:lnTo>
                    <a:pt x="1995" y="929"/>
                  </a:lnTo>
                  <a:lnTo>
                    <a:pt x="1976" y="890"/>
                  </a:lnTo>
                  <a:lnTo>
                    <a:pt x="1956" y="831"/>
                  </a:lnTo>
                  <a:lnTo>
                    <a:pt x="1976" y="692"/>
                  </a:lnTo>
                  <a:lnTo>
                    <a:pt x="2015" y="613"/>
                  </a:lnTo>
                  <a:lnTo>
                    <a:pt x="2015" y="554"/>
                  </a:lnTo>
                  <a:lnTo>
                    <a:pt x="2022" y="534"/>
                  </a:lnTo>
                  <a:lnTo>
                    <a:pt x="2015" y="534"/>
                  </a:lnTo>
                  <a:lnTo>
                    <a:pt x="2015" y="475"/>
                  </a:lnTo>
                  <a:lnTo>
                    <a:pt x="2015" y="455"/>
                  </a:lnTo>
                  <a:lnTo>
                    <a:pt x="1995" y="475"/>
                  </a:lnTo>
                  <a:lnTo>
                    <a:pt x="2015" y="416"/>
                  </a:lnTo>
                  <a:lnTo>
                    <a:pt x="2015" y="396"/>
                  </a:lnTo>
                  <a:lnTo>
                    <a:pt x="2035" y="357"/>
                  </a:lnTo>
                  <a:lnTo>
                    <a:pt x="2035" y="317"/>
                  </a:lnTo>
                  <a:lnTo>
                    <a:pt x="2015" y="357"/>
                  </a:lnTo>
                  <a:lnTo>
                    <a:pt x="2015" y="376"/>
                  </a:lnTo>
                  <a:lnTo>
                    <a:pt x="1995" y="455"/>
                  </a:lnTo>
                  <a:lnTo>
                    <a:pt x="1976" y="455"/>
                  </a:lnTo>
                  <a:lnTo>
                    <a:pt x="1956" y="475"/>
                  </a:lnTo>
                  <a:lnTo>
                    <a:pt x="1956" y="455"/>
                  </a:lnTo>
                  <a:lnTo>
                    <a:pt x="1936" y="554"/>
                  </a:lnTo>
                  <a:lnTo>
                    <a:pt x="1916" y="574"/>
                  </a:lnTo>
                  <a:lnTo>
                    <a:pt x="1936" y="495"/>
                  </a:lnTo>
                  <a:lnTo>
                    <a:pt x="1916" y="495"/>
                  </a:lnTo>
                  <a:lnTo>
                    <a:pt x="1916" y="515"/>
                  </a:lnTo>
                  <a:lnTo>
                    <a:pt x="1877" y="613"/>
                  </a:lnTo>
                  <a:lnTo>
                    <a:pt x="1897" y="712"/>
                  </a:lnTo>
                  <a:lnTo>
                    <a:pt x="1877" y="752"/>
                  </a:lnTo>
                  <a:lnTo>
                    <a:pt x="1877" y="732"/>
                  </a:lnTo>
                  <a:lnTo>
                    <a:pt x="1877" y="692"/>
                  </a:lnTo>
                  <a:lnTo>
                    <a:pt x="1877" y="534"/>
                  </a:lnTo>
                  <a:lnTo>
                    <a:pt x="1857" y="633"/>
                  </a:lnTo>
                  <a:lnTo>
                    <a:pt x="1857" y="515"/>
                  </a:lnTo>
                  <a:lnTo>
                    <a:pt x="1877" y="475"/>
                  </a:lnTo>
                  <a:lnTo>
                    <a:pt x="1897" y="495"/>
                  </a:lnTo>
                  <a:lnTo>
                    <a:pt x="1897" y="475"/>
                  </a:lnTo>
                  <a:lnTo>
                    <a:pt x="1916" y="475"/>
                  </a:lnTo>
                  <a:lnTo>
                    <a:pt x="1916" y="436"/>
                  </a:lnTo>
                  <a:lnTo>
                    <a:pt x="1936" y="416"/>
                  </a:lnTo>
                  <a:lnTo>
                    <a:pt x="1916" y="337"/>
                  </a:lnTo>
                  <a:lnTo>
                    <a:pt x="1916" y="317"/>
                  </a:lnTo>
                  <a:lnTo>
                    <a:pt x="1916" y="198"/>
                  </a:lnTo>
                  <a:lnTo>
                    <a:pt x="1936" y="198"/>
                  </a:lnTo>
                  <a:lnTo>
                    <a:pt x="1936" y="179"/>
                  </a:lnTo>
                  <a:lnTo>
                    <a:pt x="1936" y="159"/>
                  </a:lnTo>
                  <a:lnTo>
                    <a:pt x="1916" y="159"/>
                  </a:lnTo>
                  <a:lnTo>
                    <a:pt x="1877" y="357"/>
                  </a:lnTo>
                  <a:lnTo>
                    <a:pt x="1877" y="396"/>
                  </a:lnTo>
                  <a:lnTo>
                    <a:pt x="1857" y="376"/>
                  </a:lnTo>
                  <a:lnTo>
                    <a:pt x="1877" y="317"/>
                  </a:lnTo>
                  <a:lnTo>
                    <a:pt x="1877" y="238"/>
                  </a:lnTo>
                  <a:lnTo>
                    <a:pt x="1857" y="278"/>
                  </a:lnTo>
                  <a:lnTo>
                    <a:pt x="1857" y="258"/>
                  </a:lnTo>
                  <a:lnTo>
                    <a:pt x="1837" y="179"/>
                  </a:lnTo>
                  <a:lnTo>
                    <a:pt x="1877" y="179"/>
                  </a:lnTo>
                  <a:lnTo>
                    <a:pt x="1877" y="139"/>
                  </a:lnTo>
                  <a:lnTo>
                    <a:pt x="1877" y="100"/>
                  </a:lnTo>
                  <a:lnTo>
                    <a:pt x="1857" y="100"/>
                  </a:lnTo>
                  <a:lnTo>
                    <a:pt x="1857" y="21"/>
                  </a:lnTo>
                  <a:lnTo>
                    <a:pt x="1837" y="1"/>
                  </a:lnTo>
                  <a:lnTo>
                    <a:pt x="1818" y="21"/>
                  </a:lnTo>
                  <a:lnTo>
                    <a:pt x="1798" y="60"/>
                  </a:lnTo>
                  <a:lnTo>
                    <a:pt x="1778" y="60"/>
                  </a:lnTo>
                  <a:lnTo>
                    <a:pt x="1778" y="119"/>
                  </a:lnTo>
                  <a:lnTo>
                    <a:pt x="1758" y="198"/>
                  </a:lnTo>
                  <a:lnTo>
                    <a:pt x="1739" y="198"/>
                  </a:lnTo>
                  <a:lnTo>
                    <a:pt x="1758" y="100"/>
                  </a:lnTo>
                  <a:lnTo>
                    <a:pt x="1739" y="60"/>
                  </a:lnTo>
                  <a:lnTo>
                    <a:pt x="1739" y="1"/>
                  </a:lnTo>
                  <a:lnTo>
                    <a:pt x="1719" y="60"/>
                  </a:lnTo>
                  <a:lnTo>
                    <a:pt x="1709" y="100"/>
                  </a:lnTo>
                  <a:lnTo>
                    <a:pt x="1719" y="100"/>
                  </a:lnTo>
                  <a:lnTo>
                    <a:pt x="1699" y="179"/>
                  </a:lnTo>
                  <a:lnTo>
                    <a:pt x="1699" y="159"/>
                  </a:lnTo>
                  <a:lnTo>
                    <a:pt x="1679" y="100"/>
                  </a:lnTo>
                  <a:lnTo>
                    <a:pt x="1699" y="80"/>
                  </a:lnTo>
                  <a:lnTo>
                    <a:pt x="1699" y="60"/>
                  </a:lnTo>
                  <a:lnTo>
                    <a:pt x="1699" y="40"/>
                  </a:lnTo>
                  <a:lnTo>
                    <a:pt x="1679" y="40"/>
                  </a:lnTo>
                  <a:lnTo>
                    <a:pt x="1679" y="60"/>
                  </a:lnTo>
                  <a:lnTo>
                    <a:pt x="1660" y="60"/>
                  </a:lnTo>
                  <a:lnTo>
                    <a:pt x="1660" y="40"/>
                  </a:lnTo>
                  <a:lnTo>
                    <a:pt x="1660" y="21"/>
                  </a:lnTo>
                  <a:lnTo>
                    <a:pt x="1640" y="80"/>
                  </a:lnTo>
                  <a:lnTo>
                    <a:pt x="1620" y="80"/>
                  </a:lnTo>
                  <a:lnTo>
                    <a:pt x="1600" y="218"/>
                  </a:lnTo>
                  <a:lnTo>
                    <a:pt x="1600" y="119"/>
                  </a:lnTo>
                  <a:lnTo>
                    <a:pt x="1600" y="80"/>
                  </a:lnTo>
                  <a:lnTo>
                    <a:pt x="1581" y="40"/>
                  </a:lnTo>
                  <a:lnTo>
                    <a:pt x="1561" y="80"/>
                  </a:lnTo>
                  <a:lnTo>
                    <a:pt x="1541" y="119"/>
                  </a:lnTo>
                  <a:lnTo>
                    <a:pt x="1521" y="159"/>
                  </a:lnTo>
                  <a:lnTo>
                    <a:pt x="1541" y="60"/>
                  </a:lnTo>
                  <a:lnTo>
                    <a:pt x="1541" y="21"/>
                  </a:lnTo>
                  <a:lnTo>
                    <a:pt x="1541" y="1"/>
                  </a:lnTo>
                  <a:lnTo>
                    <a:pt x="1521" y="21"/>
                  </a:lnTo>
                  <a:lnTo>
                    <a:pt x="1521" y="1"/>
                  </a:lnTo>
                  <a:close/>
                  <a:moveTo>
                    <a:pt x="613" y="1759"/>
                  </a:moveTo>
                  <a:lnTo>
                    <a:pt x="613" y="1759"/>
                  </a:lnTo>
                  <a:lnTo>
                    <a:pt x="613" y="1759"/>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
            <p:cNvSpPr/>
            <p:nvPr/>
          </p:nvSpPr>
          <p:spPr>
            <a:xfrm>
              <a:off x="-1245000" y="4137075"/>
              <a:ext cx="25" cy="525"/>
            </a:xfrm>
            <a:custGeom>
              <a:rect b="b" l="l" r="r" t="t"/>
              <a:pathLst>
                <a:path extrusionOk="0" h="21" w="1">
                  <a:moveTo>
                    <a:pt x="1" y="0"/>
                  </a:moveTo>
                  <a:lnTo>
                    <a:pt x="1" y="0"/>
                  </a:lnTo>
                  <a:lnTo>
                    <a:pt x="1" y="0"/>
                  </a:lnTo>
                  <a:lnTo>
                    <a:pt x="1" y="20"/>
                  </a:lnTo>
                  <a:lnTo>
                    <a:pt x="1" y="2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0" name="Google Shape;4010;p15"/>
            <p:cNvSpPr/>
            <p:nvPr/>
          </p:nvSpPr>
          <p:spPr>
            <a:xfrm>
              <a:off x="-1267700" y="4162250"/>
              <a:ext cx="25" cy="525"/>
            </a:xfrm>
            <a:custGeom>
              <a:rect b="b" l="l" r="r" t="t"/>
              <a:pathLst>
                <a:path extrusionOk="0" h="21" w="1">
                  <a:moveTo>
                    <a:pt x="0" y="1"/>
                  </a:moveTo>
                  <a:lnTo>
                    <a:pt x="0" y="1"/>
                  </a:lnTo>
                  <a:lnTo>
                    <a:pt x="0" y="20"/>
                  </a:lnTo>
                  <a:lnTo>
                    <a:pt x="0" y="20"/>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1" name="Google Shape;4011;p15"/>
            <p:cNvSpPr/>
            <p:nvPr/>
          </p:nvSpPr>
          <p:spPr>
            <a:xfrm>
              <a:off x="-1246475" y="4151400"/>
              <a:ext cx="525" cy="500"/>
            </a:xfrm>
            <a:custGeom>
              <a:rect b="b" l="l" r="r" t="t"/>
              <a:pathLst>
                <a:path extrusionOk="0" h="20" w="21">
                  <a:moveTo>
                    <a:pt x="1" y="20"/>
                  </a:moveTo>
                  <a:lnTo>
                    <a:pt x="1" y="20"/>
                  </a:lnTo>
                  <a:lnTo>
                    <a:pt x="20" y="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
            <p:cNvSpPr/>
            <p:nvPr/>
          </p:nvSpPr>
          <p:spPr>
            <a:xfrm>
              <a:off x="-1245000" y="4279275"/>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
            <p:cNvSpPr/>
            <p:nvPr/>
          </p:nvSpPr>
          <p:spPr>
            <a:xfrm>
              <a:off x="-1226225" y="4308925"/>
              <a:ext cx="525" cy="0"/>
            </a:xfrm>
            <a:custGeom>
              <a:rect b="b" l="l" r="r" t="t"/>
              <a:pathLst>
                <a:path extrusionOk="0" h="0"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22">
    <p:spTree>
      <p:nvGrpSpPr>
        <p:cNvPr id="4014" name="Shape 4014"/>
        <p:cNvGrpSpPr/>
        <p:nvPr/>
      </p:nvGrpSpPr>
      <p:grpSpPr>
        <a:xfrm>
          <a:off x="0" y="0"/>
          <a:ext cx="0" cy="0"/>
          <a:chOff x="0" y="0"/>
          <a:chExt cx="0" cy="0"/>
        </a:xfrm>
      </p:grpSpPr>
      <p:grpSp>
        <p:nvGrpSpPr>
          <p:cNvPr id="4015" name="Google Shape;4015;p16"/>
          <p:cNvGrpSpPr/>
          <p:nvPr/>
        </p:nvGrpSpPr>
        <p:grpSpPr>
          <a:xfrm flipH="1">
            <a:off x="28" y="16530"/>
            <a:ext cx="9143944" cy="4940153"/>
            <a:chOff x="0" y="0"/>
            <a:chExt cx="2940175" cy="3566125"/>
          </a:xfrm>
        </p:grpSpPr>
        <p:sp>
          <p:nvSpPr>
            <p:cNvPr id="4016" name="Google Shape;4016;p16"/>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6"/>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8" name="Google Shape;4018;p16"/>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9" name="Google Shape;4019;p16"/>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0" name="Google Shape;4020;p16"/>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1" name="Google Shape;4021;p16"/>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2" name="Google Shape;4022;p16"/>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3" name="Google Shape;4023;p16"/>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4" name="Google Shape;4024;p16"/>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5" name="Google Shape;4025;p16"/>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6"/>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7" name="Google Shape;4027;p16"/>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8" name="Google Shape;4028;p16"/>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6"/>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6"/>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6"/>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6"/>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3" name="Google Shape;4033;p16"/>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6"/>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5" name="Google Shape;4035;p16"/>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6" name="Google Shape;4036;p16"/>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7" name="Google Shape;4037;p16"/>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8" name="Google Shape;4038;p16"/>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9" name="Google Shape;4039;p16"/>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0" name="Google Shape;4040;p16"/>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1" name="Google Shape;4041;p16"/>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2" name="Google Shape;4042;p16"/>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6"/>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4" name="Google Shape;4044;p16"/>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5" name="Google Shape;4045;p16"/>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6"/>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6"/>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6"/>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6"/>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0" name="Google Shape;4050;p16"/>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6"/>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2" name="Google Shape;4052;p16"/>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3" name="Google Shape;4053;p16"/>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4" name="Google Shape;4054;p16"/>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5" name="Google Shape;4055;p16"/>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6" name="Google Shape;4056;p16"/>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7" name="Google Shape;4057;p16"/>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8" name="Google Shape;4058;p16"/>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9" name="Google Shape;4059;p16"/>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6"/>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1" name="Google Shape;4061;p16"/>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2" name="Google Shape;4062;p16"/>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6"/>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6"/>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5" name="Google Shape;4065;p16"/>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6" name="Google Shape;4066;p16"/>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7" name="Google Shape;4067;p16"/>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6"/>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9" name="Google Shape;4069;p16"/>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6"/>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6"/>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2" name="Google Shape;4072;p16"/>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3" name="Google Shape;4073;p16"/>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4" name="Google Shape;4074;p16"/>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6"/>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6" name="Google Shape;4076;p16"/>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7" name="Google Shape;4077;p16"/>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8" name="Google Shape;4078;p16"/>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9" name="Google Shape;4079;p16"/>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0" name="Google Shape;4080;p16"/>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1" name="Google Shape;4081;p16"/>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2" name="Google Shape;4082;p16"/>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3" name="Google Shape;4083;p16"/>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6"/>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5" name="Google Shape;4085;p16"/>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6" name="Google Shape;4086;p16"/>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6"/>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8" name="Google Shape;4088;p16"/>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9" name="Google Shape;4089;p16"/>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6"/>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6"/>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2" name="Google Shape;4092;p16"/>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6"/>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4" name="Google Shape;4094;p16"/>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6"/>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6" name="Google Shape;4096;p16"/>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7" name="Google Shape;4097;p16"/>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6"/>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9" name="Google Shape;4099;p16"/>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0" name="Google Shape;4100;p16"/>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6"/>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6"/>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3" name="Google Shape;4103;p16"/>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4" name="Google Shape;4104;p16"/>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5" name="Google Shape;4105;p16"/>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6" name="Google Shape;4106;p16"/>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7" name="Google Shape;4107;p16"/>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8" name="Google Shape;4108;p16"/>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9" name="Google Shape;4109;p16"/>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0" name="Google Shape;4110;p16"/>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1" name="Google Shape;4111;p16"/>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2" name="Google Shape;4112;p16"/>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3" name="Google Shape;4113;p16"/>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4" name="Google Shape;4114;p16"/>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5" name="Google Shape;4115;p16"/>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6" name="Google Shape;4116;p16"/>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7" name="Google Shape;4117;p16"/>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8" name="Google Shape;4118;p16"/>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9" name="Google Shape;4119;p16"/>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6"/>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1" name="Google Shape;4121;p16"/>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2" name="Google Shape;4122;p16"/>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6"/>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6"/>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5" name="Google Shape;4125;p16"/>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6" name="Google Shape;4126;p16"/>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7" name="Google Shape;4127;p16"/>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16"/>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9" name="Google Shape;4129;p16"/>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0" name="Google Shape;4130;p16"/>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6"/>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6"/>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33" name="Google Shape;4133;p16"/>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4" name="Google Shape;4134;p16"/>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4135" name="Google Shape;4135;p16"/>
          <p:cNvGrpSpPr/>
          <p:nvPr/>
        </p:nvGrpSpPr>
        <p:grpSpPr>
          <a:xfrm rot="5400000">
            <a:off x="698642" y="4678543"/>
            <a:ext cx="925639" cy="688028"/>
            <a:chOff x="8588925" y="2091476"/>
            <a:chExt cx="925639" cy="688028"/>
          </a:xfrm>
        </p:grpSpPr>
        <p:sp>
          <p:nvSpPr>
            <p:cNvPr id="4136" name="Google Shape;4136;p16"/>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7" name="Google Shape;4137;p16"/>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8" name="Google Shape;4138;p16"/>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6"/>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6"/>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1" name="Google Shape;4141;p16"/>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2" name="Google Shape;4142;p16"/>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3" name="Google Shape;4143;p16"/>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16"/>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5" name="Google Shape;4145;p16"/>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6" name="Google Shape;4146;p16"/>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6"/>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6"/>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9" name="Google Shape;4149;p16"/>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50" name="Google Shape;4150;p16"/>
          <p:cNvGrpSpPr/>
          <p:nvPr/>
        </p:nvGrpSpPr>
        <p:grpSpPr>
          <a:xfrm flipH="1" rot="8100000">
            <a:off x="-288106" y="-111557"/>
            <a:ext cx="1294723" cy="1350922"/>
            <a:chOff x="8465725" y="2863051"/>
            <a:chExt cx="1956212" cy="2041561"/>
          </a:xfrm>
        </p:grpSpPr>
        <p:sp>
          <p:nvSpPr>
            <p:cNvPr id="4151" name="Google Shape;4151;p16"/>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16"/>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3" name="Google Shape;4153;p16"/>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4" name="Google Shape;4154;p16"/>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6"/>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6"/>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7" name="Google Shape;4157;p16"/>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8" name="Google Shape;4158;p16"/>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9" name="Google Shape;4159;p16"/>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16"/>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1" name="Google Shape;4161;p16"/>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2" name="Google Shape;4162;p16"/>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6"/>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6"/>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5" name="Google Shape;4165;p16"/>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6" name="Google Shape;4166;p16"/>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7" name="Google Shape;4167;p16"/>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16"/>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9" name="Google Shape;4169;p16"/>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0" name="Google Shape;4170;p16"/>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1" name="Google Shape;4171;p16"/>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2" name="Google Shape;4172;p16"/>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3" name="Google Shape;4173;p16"/>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4" name="Google Shape;4174;p16"/>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5" name="Google Shape;4175;p16"/>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6" name="Google Shape;4176;p16"/>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7" name="Google Shape;4177;p16"/>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8" name="Google Shape;4178;p16"/>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0" name="Google Shape;4180;p16"/>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1" name="Google Shape;4181;p16"/>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3" name="Google Shape;4183;p16"/>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5" name="Google Shape;4185;p16"/>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7" name="Google Shape;4187;p16"/>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8" name="Google Shape;4188;p16"/>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0" name="Google Shape;4190;p16"/>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1" name="Google Shape;4191;p16"/>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2" name="Google Shape;4192;p16"/>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3" name="Google Shape;4193;p16"/>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4" name="Google Shape;4194;p16"/>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95" name="Google Shape;4195;p16"/>
          <p:cNvGrpSpPr/>
          <p:nvPr/>
        </p:nvGrpSpPr>
        <p:grpSpPr>
          <a:xfrm>
            <a:off x="8430775" y="3136188"/>
            <a:ext cx="898165" cy="766770"/>
            <a:chOff x="-252625" y="2918525"/>
            <a:chExt cx="898165" cy="766770"/>
          </a:xfrm>
        </p:grpSpPr>
        <p:sp>
          <p:nvSpPr>
            <p:cNvPr id="4196" name="Google Shape;4196;p16"/>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7" name="Google Shape;4197;p16"/>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8" name="Google Shape;4198;p16"/>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9" name="Google Shape;4199;p16"/>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1" name="Google Shape;4201;p16"/>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2" name="Google Shape;4202;p16"/>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4" name="Google Shape;4204;p16"/>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6" name="Google Shape;4206;p16"/>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8" name="Google Shape;4208;p16"/>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9" name="Google Shape;4209;p16"/>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1" name="Google Shape;4211;p16"/>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2" name="Google Shape;4212;p16"/>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4" name="Google Shape;4214;p16"/>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5" name="Google Shape;4215;p16"/>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6" name="Google Shape;4216;p16"/>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7" name="Google Shape;4217;p16"/>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8" name="Google Shape;4218;p16"/>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9" name="Google Shape;4219;p16"/>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0" name="Google Shape;4220;p16"/>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1" name="Google Shape;4221;p16"/>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2" name="Google Shape;4222;p16"/>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3" name="Google Shape;4223;p16"/>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5" name="Google Shape;4225;p16"/>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6" name="Google Shape;4226;p16"/>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8" name="Google Shape;4228;p16"/>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0" name="Google Shape;4230;p16"/>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32" name="Google Shape;4232;p16"/>
          <p:cNvGrpSpPr/>
          <p:nvPr/>
        </p:nvGrpSpPr>
        <p:grpSpPr>
          <a:xfrm flipH="1" rot="10800000">
            <a:off x="8143438" y="4315816"/>
            <a:ext cx="1363145" cy="1433258"/>
            <a:chOff x="8529150" y="-173700"/>
            <a:chExt cx="1669089" cy="1754724"/>
          </a:xfrm>
        </p:grpSpPr>
        <p:sp>
          <p:nvSpPr>
            <p:cNvPr id="4233" name="Google Shape;4233;p16"/>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5" name="Google Shape;4235;p16"/>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6" name="Google Shape;4236;p16"/>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9" name="Google Shape;4239;p16"/>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0" name="Google Shape;4240;p16"/>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3" name="Google Shape;4243;p16"/>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4" name="Google Shape;4244;p16"/>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7" name="Google Shape;4247;p16"/>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8" name="Google Shape;4248;p16"/>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0" name="Google Shape;4250;p16"/>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1" name="Google Shape;4251;p16"/>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2" name="Google Shape;4252;p16"/>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3" name="Google Shape;4253;p16"/>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4" name="Google Shape;4254;p16"/>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5" name="Google Shape;4255;p16"/>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6" name="Google Shape;4256;p16"/>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7" name="Google Shape;4257;p16"/>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9" name="Google Shape;4259;p16"/>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0" name="Google Shape;4260;p16"/>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2" name="Google Shape;4262;p16"/>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4" name="Google Shape;4264;p16"/>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7" name="Google Shape;4267;p16"/>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8" name="Google Shape;4268;p16"/>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1" name="Google Shape;4271;p16"/>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2" name="Google Shape;4272;p16"/>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75" name="Google Shape;4275;p16"/>
          <p:cNvGrpSpPr/>
          <p:nvPr/>
        </p:nvGrpSpPr>
        <p:grpSpPr>
          <a:xfrm>
            <a:off x="-83900" y="4163430"/>
            <a:ext cx="679382" cy="871990"/>
            <a:chOff x="8619938" y="2813305"/>
            <a:chExt cx="679382" cy="871990"/>
          </a:xfrm>
        </p:grpSpPr>
        <p:sp>
          <p:nvSpPr>
            <p:cNvPr id="4276" name="Google Shape;4276;p16"/>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7" name="Google Shape;4277;p16"/>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0" name="Google Shape;4280;p16"/>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1" name="Google Shape;4281;p16"/>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3" name="Google Shape;4283;p16"/>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4" name="Google Shape;4284;p16"/>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5" name="Google Shape;4285;p16"/>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6" name="Google Shape;4286;p16"/>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7" name="Google Shape;4287;p16"/>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8" name="Google Shape;4288;p16"/>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9" name="Google Shape;4289;p16"/>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0" name="Google Shape;4290;p16"/>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2" name="Google Shape;4292;p16"/>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3" name="Google Shape;4293;p16"/>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5" name="Google Shape;4295;p16"/>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6" name="Google Shape;4296;p16"/>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8" name="Google Shape;4298;p16"/>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9" name="Google Shape;4299;p16"/>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1" name="Google Shape;4301;p16"/>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3" name="Google Shape;4303;p16"/>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04" name="Google Shape;4304;p16"/>
            <p:cNvGrpSpPr/>
            <p:nvPr/>
          </p:nvGrpSpPr>
          <p:grpSpPr>
            <a:xfrm>
              <a:off x="8619938" y="2813305"/>
              <a:ext cx="679382" cy="871990"/>
              <a:chOff x="8619938" y="2813305"/>
              <a:chExt cx="679382" cy="871990"/>
            </a:xfrm>
          </p:grpSpPr>
          <p:sp>
            <p:nvSpPr>
              <p:cNvPr id="4305" name="Google Shape;4305;p16"/>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6" name="Google Shape;4306;p16"/>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22_1">
    <p:spTree>
      <p:nvGrpSpPr>
        <p:cNvPr id="4307" name="Shape 4307"/>
        <p:cNvGrpSpPr/>
        <p:nvPr/>
      </p:nvGrpSpPr>
      <p:grpSpPr>
        <a:xfrm>
          <a:off x="0" y="0"/>
          <a:ext cx="0" cy="0"/>
          <a:chOff x="0" y="0"/>
          <a:chExt cx="0" cy="0"/>
        </a:xfrm>
      </p:grpSpPr>
      <p:grpSp>
        <p:nvGrpSpPr>
          <p:cNvPr id="4308" name="Google Shape;4308;p17"/>
          <p:cNvGrpSpPr/>
          <p:nvPr/>
        </p:nvGrpSpPr>
        <p:grpSpPr>
          <a:xfrm flipH="1">
            <a:off x="28" y="16530"/>
            <a:ext cx="9143944" cy="4940153"/>
            <a:chOff x="0" y="0"/>
            <a:chExt cx="2940175" cy="3566125"/>
          </a:xfrm>
        </p:grpSpPr>
        <p:sp>
          <p:nvSpPr>
            <p:cNvPr id="4309" name="Google Shape;4309;p17"/>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0" name="Google Shape;4310;p17"/>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1" name="Google Shape;4311;p17"/>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2" name="Google Shape;4312;p17"/>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3" name="Google Shape;4313;p17"/>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4" name="Google Shape;4314;p17"/>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7"/>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7"/>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7" name="Google Shape;4317;p17"/>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8" name="Google Shape;4318;p17"/>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9" name="Google Shape;4319;p17"/>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0" name="Google Shape;4320;p17"/>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7"/>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2" name="Google Shape;4322;p17"/>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3" name="Google Shape;4323;p17"/>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7"/>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5" name="Google Shape;4325;p17"/>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6" name="Google Shape;4326;p17"/>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7"/>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8" name="Google Shape;4328;p17"/>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9" name="Google Shape;4329;p17"/>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7"/>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1" name="Google Shape;4331;p17"/>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2" name="Google Shape;4332;p17"/>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7"/>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4" name="Google Shape;4334;p17"/>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5" name="Google Shape;4335;p17"/>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6" name="Google Shape;4336;p17"/>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7" name="Google Shape;4337;p17"/>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8" name="Google Shape;4338;p17"/>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9" name="Google Shape;4339;p17"/>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0" name="Google Shape;4340;p17"/>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1" name="Google Shape;4341;p17"/>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2" name="Google Shape;4342;p17"/>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7"/>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4" name="Google Shape;4344;p17"/>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5" name="Google Shape;4345;p17"/>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6" name="Google Shape;4346;p17"/>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7"/>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7"/>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9" name="Google Shape;4349;p17"/>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0" name="Google Shape;4350;p17"/>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7"/>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7"/>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3" name="Google Shape;4353;p17"/>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4" name="Google Shape;4354;p17"/>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5" name="Google Shape;4355;p17"/>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6" name="Google Shape;4356;p17"/>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7" name="Google Shape;4357;p17"/>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8" name="Google Shape;4358;p17"/>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9" name="Google Shape;4359;p17"/>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0" name="Google Shape;4360;p17"/>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1" name="Google Shape;4361;p17"/>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7"/>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3" name="Google Shape;4363;p17"/>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4" name="Google Shape;4364;p17"/>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7"/>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6" name="Google Shape;4366;p17"/>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7"/>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8" name="Google Shape;4368;p17"/>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9" name="Google Shape;4369;p17"/>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7"/>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1" name="Google Shape;4371;p17"/>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7"/>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3" name="Google Shape;4373;p17"/>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4" name="Google Shape;4374;p17"/>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7"/>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6" name="Google Shape;4376;p17"/>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7" name="Google Shape;4377;p17"/>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8" name="Google Shape;4378;p17"/>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9" name="Google Shape;4379;p17"/>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0" name="Google Shape;4380;p17"/>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1" name="Google Shape;4381;p17"/>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2" name="Google Shape;4382;p17"/>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3" name="Google Shape;4383;p17"/>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7"/>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5" name="Google Shape;4385;p17"/>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6" name="Google Shape;4386;p17"/>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7"/>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8" name="Google Shape;4388;p17"/>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7"/>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0" name="Google Shape;4390;p17"/>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7"/>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2" name="Google Shape;4392;p17"/>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3" name="Google Shape;4393;p17"/>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4" name="Google Shape;4394;p17"/>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5" name="Google Shape;4395;p17"/>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6" name="Google Shape;4396;p17"/>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7" name="Google Shape;4397;p17"/>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8" name="Google Shape;4398;p17"/>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9" name="Google Shape;4399;p17"/>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0" name="Google Shape;4400;p17"/>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7"/>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2" name="Google Shape;4402;p17"/>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3" name="Google Shape;4403;p17"/>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7"/>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7"/>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7"/>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7"/>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8" name="Google Shape;4408;p17"/>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7"/>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0" name="Google Shape;4410;p17"/>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7"/>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2" name="Google Shape;4412;p17"/>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3" name="Google Shape;4413;p17"/>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4" name="Google Shape;4414;p17"/>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5" name="Google Shape;4415;p17"/>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6" name="Google Shape;4416;p17"/>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7"/>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8" name="Google Shape;4418;p17"/>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9" name="Google Shape;4419;p17"/>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0" name="Google Shape;4420;p17"/>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1" name="Google Shape;4421;p17"/>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2" name="Google Shape;4422;p17"/>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3" name="Google Shape;4423;p17"/>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4" name="Google Shape;4424;p17"/>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5" name="Google Shape;4425;p17"/>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26" name="Google Shape;4426;p17"/>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7" name="Google Shape;4427;p17"/>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4428" name="Google Shape;4428;p17"/>
          <p:cNvGrpSpPr/>
          <p:nvPr/>
        </p:nvGrpSpPr>
        <p:grpSpPr>
          <a:xfrm rot="1220487">
            <a:off x="8395109" y="3791293"/>
            <a:ext cx="1436692" cy="1718087"/>
            <a:chOff x="3853575" y="-2474775"/>
            <a:chExt cx="1436750" cy="1718156"/>
          </a:xfrm>
        </p:grpSpPr>
        <p:sp>
          <p:nvSpPr>
            <p:cNvPr id="4429" name="Google Shape;4429;p17"/>
            <p:cNvSpPr/>
            <p:nvPr/>
          </p:nvSpPr>
          <p:spPr>
            <a:xfrm>
              <a:off x="3873611" y="-1465718"/>
              <a:ext cx="573999" cy="351203"/>
            </a:xfrm>
            <a:custGeom>
              <a:rect b="b" l="l" r="r" t="t"/>
              <a:pathLst>
                <a:path extrusionOk="0" h="9343" w="15270">
                  <a:moveTo>
                    <a:pt x="9205" y="0"/>
                  </a:moveTo>
                  <a:lnTo>
                    <a:pt x="8988" y="20"/>
                  </a:lnTo>
                  <a:lnTo>
                    <a:pt x="8751" y="79"/>
                  </a:lnTo>
                  <a:lnTo>
                    <a:pt x="8514" y="178"/>
                  </a:lnTo>
                  <a:lnTo>
                    <a:pt x="8277" y="316"/>
                  </a:lnTo>
                  <a:lnTo>
                    <a:pt x="8040" y="454"/>
                  </a:lnTo>
                  <a:lnTo>
                    <a:pt x="7783" y="632"/>
                  </a:lnTo>
                  <a:lnTo>
                    <a:pt x="7309" y="1008"/>
                  </a:lnTo>
                  <a:lnTo>
                    <a:pt x="6855" y="1363"/>
                  </a:lnTo>
                  <a:lnTo>
                    <a:pt x="6420" y="1699"/>
                  </a:lnTo>
                  <a:lnTo>
                    <a:pt x="6223" y="1817"/>
                  </a:lnTo>
                  <a:lnTo>
                    <a:pt x="6025" y="1916"/>
                  </a:lnTo>
                  <a:lnTo>
                    <a:pt x="5867" y="1975"/>
                  </a:lnTo>
                  <a:lnTo>
                    <a:pt x="5709" y="1995"/>
                  </a:lnTo>
                  <a:lnTo>
                    <a:pt x="5551" y="1975"/>
                  </a:lnTo>
                  <a:lnTo>
                    <a:pt x="5354" y="1916"/>
                  </a:lnTo>
                  <a:lnTo>
                    <a:pt x="4840" y="1778"/>
                  </a:lnTo>
                  <a:lnTo>
                    <a:pt x="4228" y="1600"/>
                  </a:lnTo>
                  <a:lnTo>
                    <a:pt x="3576" y="1363"/>
                  </a:lnTo>
                  <a:lnTo>
                    <a:pt x="2312" y="968"/>
                  </a:lnTo>
                  <a:lnTo>
                    <a:pt x="1798" y="810"/>
                  </a:lnTo>
                  <a:lnTo>
                    <a:pt x="1581" y="770"/>
                  </a:lnTo>
                  <a:lnTo>
                    <a:pt x="1423" y="751"/>
                  </a:lnTo>
                  <a:lnTo>
                    <a:pt x="1028" y="751"/>
                  </a:lnTo>
                  <a:lnTo>
                    <a:pt x="831" y="790"/>
                  </a:lnTo>
                  <a:lnTo>
                    <a:pt x="633" y="869"/>
                  </a:lnTo>
                  <a:lnTo>
                    <a:pt x="455" y="968"/>
                  </a:lnTo>
                  <a:lnTo>
                    <a:pt x="317" y="1106"/>
                  </a:lnTo>
                  <a:lnTo>
                    <a:pt x="238" y="1185"/>
                  </a:lnTo>
                  <a:lnTo>
                    <a:pt x="179" y="1284"/>
                  </a:lnTo>
                  <a:lnTo>
                    <a:pt x="139" y="1383"/>
                  </a:lnTo>
                  <a:lnTo>
                    <a:pt x="100" y="1501"/>
                  </a:lnTo>
                  <a:lnTo>
                    <a:pt x="60" y="1699"/>
                  </a:lnTo>
                  <a:lnTo>
                    <a:pt x="21" y="1877"/>
                  </a:lnTo>
                  <a:lnTo>
                    <a:pt x="1" y="2054"/>
                  </a:lnTo>
                  <a:lnTo>
                    <a:pt x="1" y="2232"/>
                  </a:lnTo>
                  <a:lnTo>
                    <a:pt x="21" y="2410"/>
                  </a:lnTo>
                  <a:lnTo>
                    <a:pt x="60" y="2568"/>
                  </a:lnTo>
                  <a:lnTo>
                    <a:pt x="139" y="2726"/>
                  </a:lnTo>
                  <a:lnTo>
                    <a:pt x="238" y="2884"/>
                  </a:lnTo>
                  <a:lnTo>
                    <a:pt x="356" y="3002"/>
                  </a:lnTo>
                  <a:lnTo>
                    <a:pt x="495" y="3121"/>
                  </a:lnTo>
                  <a:lnTo>
                    <a:pt x="653" y="3239"/>
                  </a:lnTo>
                  <a:lnTo>
                    <a:pt x="1008" y="3477"/>
                  </a:lnTo>
                  <a:lnTo>
                    <a:pt x="1403" y="3674"/>
                  </a:lnTo>
                  <a:lnTo>
                    <a:pt x="1798" y="3852"/>
                  </a:lnTo>
                  <a:lnTo>
                    <a:pt x="1937" y="3911"/>
                  </a:lnTo>
                  <a:lnTo>
                    <a:pt x="1996" y="3931"/>
                  </a:lnTo>
                  <a:lnTo>
                    <a:pt x="2766" y="4207"/>
                  </a:lnTo>
                  <a:lnTo>
                    <a:pt x="3300" y="4385"/>
                  </a:lnTo>
                  <a:lnTo>
                    <a:pt x="3616" y="4464"/>
                  </a:lnTo>
                  <a:lnTo>
                    <a:pt x="3714" y="4484"/>
                  </a:lnTo>
                  <a:lnTo>
                    <a:pt x="3793" y="4622"/>
                  </a:lnTo>
                  <a:lnTo>
                    <a:pt x="4011" y="4918"/>
                  </a:lnTo>
                  <a:lnTo>
                    <a:pt x="4169" y="5116"/>
                  </a:lnTo>
                  <a:lnTo>
                    <a:pt x="4366" y="5313"/>
                  </a:lnTo>
                  <a:lnTo>
                    <a:pt x="4564" y="5531"/>
                  </a:lnTo>
                  <a:lnTo>
                    <a:pt x="4801" y="5709"/>
                  </a:lnTo>
                  <a:lnTo>
                    <a:pt x="5038" y="5886"/>
                  </a:lnTo>
                  <a:lnTo>
                    <a:pt x="5275" y="6005"/>
                  </a:lnTo>
                  <a:lnTo>
                    <a:pt x="5512" y="6104"/>
                  </a:lnTo>
                  <a:lnTo>
                    <a:pt x="5709" y="6163"/>
                  </a:lnTo>
                  <a:lnTo>
                    <a:pt x="6025" y="6242"/>
                  </a:lnTo>
                  <a:lnTo>
                    <a:pt x="6144" y="6262"/>
                  </a:lnTo>
                  <a:lnTo>
                    <a:pt x="6164" y="6400"/>
                  </a:lnTo>
                  <a:lnTo>
                    <a:pt x="6183" y="6578"/>
                  </a:lnTo>
                  <a:lnTo>
                    <a:pt x="6262" y="6775"/>
                  </a:lnTo>
                  <a:lnTo>
                    <a:pt x="6341" y="6992"/>
                  </a:lnTo>
                  <a:lnTo>
                    <a:pt x="6480" y="7210"/>
                  </a:lnTo>
                  <a:lnTo>
                    <a:pt x="6578" y="7308"/>
                  </a:lnTo>
                  <a:lnTo>
                    <a:pt x="6677" y="7407"/>
                  </a:lnTo>
                  <a:lnTo>
                    <a:pt x="6796" y="7506"/>
                  </a:lnTo>
                  <a:lnTo>
                    <a:pt x="6914" y="7585"/>
                  </a:lnTo>
                  <a:lnTo>
                    <a:pt x="7309" y="7802"/>
                  </a:lnTo>
                  <a:lnTo>
                    <a:pt x="7605" y="7921"/>
                  </a:lnTo>
                  <a:lnTo>
                    <a:pt x="7783" y="7980"/>
                  </a:lnTo>
                  <a:lnTo>
                    <a:pt x="7862" y="7980"/>
                  </a:lnTo>
                  <a:lnTo>
                    <a:pt x="7961" y="8138"/>
                  </a:lnTo>
                  <a:lnTo>
                    <a:pt x="8080" y="8296"/>
                  </a:lnTo>
                  <a:lnTo>
                    <a:pt x="8218" y="8474"/>
                  </a:lnTo>
                  <a:lnTo>
                    <a:pt x="8415" y="8671"/>
                  </a:lnTo>
                  <a:lnTo>
                    <a:pt x="8613" y="8849"/>
                  </a:lnTo>
                  <a:lnTo>
                    <a:pt x="8830" y="9007"/>
                  </a:lnTo>
                  <a:lnTo>
                    <a:pt x="8949" y="9066"/>
                  </a:lnTo>
                  <a:lnTo>
                    <a:pt x="9067" y="9106"/>
                  </a:lnTo>
                  <a:lnTo>
                    <a:pt x="9541" y="9205"/>
                  </a:lnTo>
                  <a:lnTo>
                    <a:pt x="10015" y="9284"/>
                  </a:lnTo>
                  <a:lnTo>
                    <a:pt x="10489" y="9343"/>
                  </a:lnTo>
                  <a:lnTo>
                    <a:pt x="11398" y="9343"/>
                  </a:lnTo>
                  <a:lnTo>
                    <a:pt x="11813" y="9303"/>
                  </a:lnTo>
                  <a:lnTo>
                    <a:pt x="12208" y="9264"/>
                  </a:lnTo>
                  <a:lnTo>
                    <a:pt x="12583" y="9185"/>
                  </a:lnTo>
                  <a:lnTo>
                    <a:pt x="12938" y="9126"/>
                  </a:lnTo>
                  <a:lnTo>
                    <a:pt x="13235" y="9047"/>
                  </a:lnTo>
                  <a:lnTo>
                    <a:pt x="13748" y="8889"/>
                  </a:lnTo>
                  <a:lnTo>
                    <a:pt x="14064" y="8790"/>
                  </a:lnTo>
                  <a:lnTo>
                    <a:pt x="14183" y="8731"/>
                  </a:lnTo>
                  <a:lnTo>
                    <a:pt x="15269" y="869"/>
                  </a:lnTo>
                  <a:lnTo>
                    <a:pt x="14479" y="731"/>
                  </a:lnTo>
                  <a:lnTo>
                    <a:pt x="12682" y="454"/>
                  </a:lnTo>
                  <a:lnTo>
                    <a:pt x="11635" y="296"/>
                  </a:lnTo>
                  <a:lnTo>
                    <a:pt x="10647" y="158"/>
                  </a:lnTo>
                  <a:lnTo>
                    <a:pt x="9798" y="59"/>
                  </a:lnTo>
                  <a:lnTo>
                    <a:pt x="920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
            <p:cNvSpPr/>
            <p:nvPr/>
          </p:nvSpPr>
          <p:spPr>
            <a:xfrm>
              <a:off x="4013224" y="-1297197"/>
              <a:ext cx="118822" cy="26050"/>
            </a:xfrm>
            <a:custGeom>
              <a:rect b="b" l="l" r="r" t="t"/>
              <a:pathLst>
                <a:path extrusionOk="0" h="693" w="3161">
                  <a:moveTo>
                    <a:pt x="0" y="1"/>
                  </a:moveTo>
                  <a:lnTo>
                    <a:pt x="158" y="258"/>
                  </a:lnTo>
                  <a:lnTo>
                    <a:pt x="1620" y="554"/>
                  </a:lnTo>
                  <a:lnTo>
                    <a:pt x="1896" y="613"/>
                  </a:lnTo>
                  <a:lnTo>
                    <a:pt x="2153" y="633"/>
                  </a:lnTo>
                  <a:lnTo>
                    <a:pt x="2647" y="672"/>
                  </a:lnTo>
                  <a:lnTo>
                    <a:pt x="3003" y="692"/>
                  </a:lnTo>
                  <a:lnTo>
                    <a:pt x="3161" y="692"/>
                  </a:lnTo>
                  <a:lnTo>
                    <a:pt x="2904" y="613"/>
                  </a:lnTo>
                  <a:lnTo>
                    <a:pt x="2568" y="554"/>
                  </a:lnTo>
                  <a:lnTo>
                    <a:pt x="2074" y="495"/>
                  </a:lnTo>
                  <a:lnTo>
                    <a:pt x="1758" y="435"/>
                  </a:lnTo>
                  <a:lnTo>
                    <a:pt x="1403" y="376"/>
                  </a:lnTo>
                  <a:lnTo>
                    <a:pt x="731" y="218"/>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
            <p:cNvSpPr/>
            <p:nvPr/>
          </p:nvSpPr>
          <p:spPr>
            <a:xfrm>
              <a:off x="4103067" y="-1230360"/>
              <a:ext cx="60896" cy="10450"/>
            </a:xfrm>
            <a:custGeom>
              <a:rect b="b" l="l" r="r" t="t"/>
              <a:pathLst>
                <a:path extrusionOk="0" h="278" w="1620">
                  <a:moveTo>
                    <a:pt x="40" y="1"/>
                  </a:moveTo>
                  <a:lnTo>
                    <a:pt x="20" y="20"/>
                  </a:lnTo>
                  <a:lnTo>
                    <a:pt x="0" y="99"/>
                  </a:lnTo>
                  <a:lnTo>
                    <a:pt x="20" y="178"/>
                  </a:lnTo>
                  <a:lnTo>
                    <a:pt x="40" y="218"/>
                  </a:lnTo>
                  <a:lnTo>
                    <a:pt x="79" y="238"/>
                  </a:lnTo>
                  <a:lnTo>
                    <a:pt x="178" y="257"/>
                  </a:lnTo>
                  <a:lnTo>
                    <a:pt x="356" y="277"/>
                  </a:lnTo>
                  <a:lnTo>
                    <a:pt x="889" y="277"/>
                  </a:lnTo>
                  <a:lnTo>
                    <a:pt x="1620" y="257"/>
                  </a:lnTo>
                  <a:lnTo>
                    <a:pt x="1264" y="218"/>
                  </a:lnTo>
                  <a:lnTo>
                    <a:pt x="929" y="178"/>
                  </a:lnTo>
                  <a:lnTo>
                    <a:pt x="514" y="99"/>
                  </a:lnTo>
                  <a:lnTo>
                    <a:pt x="4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
            <p:cNvSpPr/>
            <p:nvPr/>
          </p:nvSpPr>
          <p:spPr>
            <a:xfrm>
              <a:off x="4169152" y="-1165779"/>
              <a:ext cx="41612" cy="11202"/>
            </a:xfrm>
            <a:custGeom>
              <a:rect b="b" l="l" r="r" t="t"/>
              <a:pathLst>
                <a:path extrusionOk="0" h="298" w="1107">
                  <a:moveTo>
                    <a:pt x="0" y="1"/>
                  </a:moveTo>
                  <a:lnTo>
                    <a:pt x="40" y="120"/>
                  </a:lnTo>
                  <a:lnTo>
                    <a:pt x="99" y="199"/>
                  </a:lnTo>
                  <a:lnTo>
                    <a:pt x="138" y="278"/>
                  </a:lnTo>
                  <a:lnTo>
                    <a:pt x="218" y="297"/>
                  </a:lnTo>
                  <a:lnTo>
                    <a:pt x="356" y="278"/>
                  </a:lnTo>
                  <a:lnTo>
                    <a:pt x="711" y="199"/>
                  </a:lnTo>
                  <a:lnTo>
                    <a:pt x="1047" y="100"/>
                  </a:lnTo>
                  <a:lnTo>
                    <a:pt x="1106" y="60"/>
                  </a:lnTo>
                  <a:lnTo>
                    <a:pt x="1087" y="40"/>
                  </a:lnTo>
                  <a:lnTo>
                    <a:pt x="455" y="21"/>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3" name="Google Shape;4433;p17"/>
            <p:cNvSpPr/>
            <p:nvPr/>
          </p:nvSpPr>
          <p:spPr>
            <a:xfrm>
              <a:off x="3882520" y="-1393693"/>
              <a:ext cx="75030" cy="75030"/>
            </a:xfrm>
            <a:custGeom>
              <a:rect b="b" l="l" r="r" t="t"/>
              <a:pathLst>
                <a:path extrusionOk="0" h="1996" w="1996">
                  <a:moveTo>
                    <a:pt x="376" y="0"/>
                  </a:moveTo>
                  <a:lnTo>
                    <a:pt x="1" y="968"/>
                  </a:lnTo>
                  <a:lnTo>
                    <a:pt x="119" y="1086"/>
                  </a:lnTo>
                  <a:lnTo>
                    <a:pt x="416" y="198"/>
                  </a:lnTo>
                  <a:lnTo>
                    <a:pt x="1048" y="494"/>
                  </a:lnTo>
                  <a:lnTo>
                    <a:pt x="1502" y="731"/>
                  </a:lnTo>
                  <a:lnTo>
                    <a:pt x="1680" y="830"/>
                  </a:lnTo>
                  <a:lnTo>
                    <a:pt x="1779" y="909"/>
                  </a:lnTo>
                  <a:lnTo>
                    <a:pt x="1798" y="968"/>
                  </a:lnTo>
                  <a:lnTo>
                    <a:pt x="1838" y="1067"/>
                  </a:lnTo>
                  <a:lnTo>
                    <a:pt x="1838" y="1146"/>
                  </a:lnTo>
                  <a:lnTo>
                    <a:pt x="1838" y="1264"/>
                  </a:lnTo>
                  <a:lnTo>
                    <a:pt x="1798" y="1482"/>
                  </a:lnTo>
                  <a:lnTo>
                    <a:pt x="1719" y="1719"/>
                  </a:lnTo>
                  <a:lnTo>
                    <a:pt x="1640" y="1857"/>
                  </a:lnTo>
                  <a:lnTo>
                    <a:pt x="1561" y="1936"/>
                  </a:lnTo>
                  <a:lnTo>
                    <a:pt x="1700" y="1995"/>
                  </a:lnTo>
                  <a:lnTo>
                    <a:pt x="1779" y="1896"/>
                  </a:lnTo>
                  <a:lnTo>
                    <a:pt x="1838" y="1738"/>
                  </a:lnTo>
                  <a:lnTo>
                    <a:pt x="1897" y="1580"/>
                  </a:lnTo>
                  <a:lnTo>
                    <a:pt x="1956" y="1402"/>
                  </a:lnTo>
                  <a:lnTo>
                    <a:pt x="1976" y="1244"/>
                  </a:lnTo>
                  <a:lnTo>
                    <a:pt x="1996" y="1067"/>
                  </a:lnTo>
                  <a:lnTo>
                    <a:pt x="1956" y="928"/>
                  </a:lnTo>
                  <a:lnTo>
                    <a:pt x="1937" y="869"/>
                  </a:lnTo>
                  <a:lnTo>
                    <a:pt x="1897" y="810"/>
                  </a:lnTo>
                  <a:lnTo>
                    <a:pt x="1798" y="711"/>
                  </a:lnTo>
                  <a:lnTo>
                    <a:pt x="1640" y="593"/>
                  </a:lnTo>
                  <a:lnTo>
                    <a:pt x="1463" y="494"/>
                  </a:lnTo>
                  <a:lnTo>
                    <a:pt x="1285" y="395"/>
                  </a:lnTo>
                  <a:lnTo>
                    <a:pt x="989" y="257"/>
                  </a:lnTo>
                  <a:lnTo>
                    <a:pt x="870" y="217"/>
                  </a:lnTo>
                  <a:lnTo>
                    <a:pt x="37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
            <p:cNvSpPr/>
            <p:nvPr/>
          </p:nvSpPr>
          <p:spPr>
            <a:xfrm>
              <a:off x="4047357" y="-2278023"/>
              <a:ext cx="1045453" cy="331920"/>
            </a:xfrm>
            <a:custGeom>
              <a:rect b="b" l="l" r="r" t="t"/>
              <a:pathLst>
                <a:path extrusionOk="0" h="8830" w="27812">
                  <a:moveTo>
                    <a:pt x="9581" y="0"/>
                  </a:moveTo>
                  <a:lnTo>
                    <a:pt x="9363" y="40"/>
                  </a:lnTo>
                  <a:lnTo>
                    <a:pt x="9166" y="60"/>
                  </a:lnTo>
                  <a:lnTo>
                    <a:pt x="8988" y="119"/>
                  </a:lnTo>
                  <a:lnTo>
                    <a:pt x="8830" y="178"/>
                  </a:lnTo>
                  <a:lnTo>
                    <a:pt x="8692" y="237"/>
                  </a:lnTo>
                  <a:lnTo>
                    <a:pt x="8573" y="297"/>
                  </a:lnTo>
                  <a:lnTo>
                    <a:pt x="8396" y="435"/>
                  </a:lnTo>
                  <a:lnTo>
                    <a:pt x="8277" y="553"/>
                  </a:lnTo>
                  <a:lnTo>
                    <a:pt x="8178" y="692"/>
                  </a:lnTo>
                  <a:lnTo>
                    <a:pt x="8099" y="672"/>
                  </a:lnTo>
                  <a:lnTo>
                    <a:pt x="7862" y="672"/>
                  </a:lnTo>
                  <a:lnTo>
                    <a:pt x="7507" y="692"/>
                  </a:lnTo>
                  <a:lnTo>
                    <a:pt x="7309" y="731"/>
                  </a:lnTo>
                  <a:lnTo>
                    <a:pt x="7092" y="771"/>
                  </a:lnTo>
                  <a:lnTo>
                    <a:pt x="6875" y="830"/>
                  </a:lnTo>
                  <a:lnTo>
                    <a:pt x="6638" y="929"/>
                  </a:lnTo>
                  <a:lnTo>
                    <a:pt x="6401" y="1027"/>
                  </a:lnTo>
                  <a:lnTo>
                    <a:pt x="6183" y="1166"/>
                  </a:lnTo>
                  <a:lnTo>
                    <a:pt x="5966" y="1324"/>
                  </a:lnTo>
                  <a:lnTo>
                    <a:pt x="5749" y="1521"/>
                  </a:lnTo>
                  <a:lnTo>
                    <a:pt x="5571" y="1758"/>
                  </a:lnTo>
                  <a:lnTo>
                    <a:pt x="5413" y="2035"/>
                  </a:lnTo>
                  <a:lnTo>
                    <a:pt x="5354" y="2035"/>
                  </a:lnTo>
                  <a:lnTo>
                    <a:pt x="5196" y="2074"/>
                  </a:lnTo>
                  <a:lnTo>
                    <a:pt x="4959" y="2153"/>
                  </a:lnTo>
                  <a:lnTo>
                    <a:pt x="4820" y="2213"/>
                  </a:lnTo>
                  <a:lnTo>
                    <a:pt x="4662" y="2292"/>
                  </a:lnTo>
                  <a:lnTo>
                    <a:pt x="4504" y="2390"/>
                  </a:lnTo>
                  <a:lnTo>
                    <a:pt x="4346" y="2509"/>
                  </a:lnTo>
                  <a:lnTo>
                    <a:pt x="4169" y="2647"/>
                  </a:lnTo>
                  <a:lnTo>
                    <a:pt x="3991" y="2825"/>
                  </a:lnTo>
                  <a:lnTo>
                    <a:pt x="3813" y="3022"/>
                  </a:lnTo>
                  <a:lnTo>
                    <a:pt x="3655" y="3259"/>
                  </a:lnTo>
                  <a:lnTo>
                    <a:pt x="3497" y="3536"/>
                  </a:lnTo>
                  <a:lnTo>
                    <a:pt x="3339" y="3832"/>
                  </a:lnTo>
                  <a:lnTo>
                    <a:pt x="2983" y="3813"/>
                  </a:lnTo>
                  <a:lnTo>
                    <a:pt x="2628" y="3793"/>
                  </a:lnTo>
                  <a:lnTo>
                    <a:pt x="2174" y="3813"/>
                  </a:lnTo>
                  <a:lnTo>
                    <a:pt x="1937" y="3832"/>
                  </a:lnTo>
                  <a:lnTo>
                    <a:pt x="1680" y="3872"/>
                  </a:lnTo>
                  <a:lnTo>
                    <a:pt x="1443" y="3931"/>
                  </a:lnTo>
                  <a:lnTo>
                    <a:pt x="1206" y="3990"/>
                  </a:lnTo>
                  <a:lnTo>
                    <a:pt x="969" y="4069"/>
                  </a:lnTo>
                  <a:lnTo>
                    <a:pt x="751" y="4168"/>
                  </a:lnTo>
                  <a:lnTo>
                    <a:pt x="554" y="4306"/>
                  </a:lnTo>
                  <a:lnTo>
                    <a:pt x="376" y="4445"/>
                  </a:lnTo>
                  <a:lnTo>
                    <a:pt x="238" y="4603"/>
                  </a:lnTo>
                  <a:lnTo>
                    <a:pt x="139" y="4780"/>
                  </a:lnTo>
                  <a:lnTo>
                    <a:pt x="60" y="4938"/>
                  </a:lnTo>
                  <a:lnTo>
                    <a:pt x="21" y="5096"/>
                  </a:lnTo>
                  <a:lnTo>
                    <a:pt x="1" y="5254"/>
                  </a:lnTo>
                  <a:lnTo>
                    <a:pt x="1" y="5393"/>
                  </a:lnTo>
                  <a:lnTo>
                    <a:pt x="40" y="5551"/>
                  </a:lnTo>
                  <a:lnTo>
                    <a:pt x="80" y="5669"/>
                  </a:lnTo>
                  <a:lnTo>
                    <a:pt x="159" y="5807"/>
                  </a:lnTo>
                  <a:lnTo>
                    <a:pt x="238" y="5906"/>
                  </a:lnTo>
                  <a:lnTo>
                    <a:pt x="337" y="6005"/>
                  </a:lnTo>
                  <a:lnTo>
                    <a:pt x="435" y="6104"/>
                  </a:lnTo>
                  <a:lnTo>
                    <a:pt x="534" y="6163"/>
                  </a:lnTo>
                  <a:lnTo>
                    <a:pt x="653" y="6203"/>
                  </a:lnTo>
                  <a:lnTo>
                    <a:pt x="751" y="6242"/>
                  </a:lnTo>
                  <a:lnTo>
                    <a:pt x="870" y="6242"/>
                  </a:lnTo>
                  <a:lnTo>
                    <a:pt x="1265" y="6262"/>
                  </a:lnTo>
                  <a:lnTo>
                    <a:pt x="1937" y="6321"/>
                  </a:lnTo>
                  <a:lnTo>
                    <a:pt x="3813" y="6479"/>
                  </a:lnTo>
                  <a:lnTo>
                    <a:pt x="5808" y="6677"/>
                  </a:lnTo>
                  <a:lnTo>
                    <a:pt x="6598" y="6756"/>
                  </a:lnTo>
                  <a:lnTo>
                    <a:pt x="7171" y="6835"/>
                  </a:lnTo>
                  <a:lnTo>
                    <a:pt x="7388" y="6894"/>
                  </a:lnTo>
                  <a:lnTo>
                    <a:pt x="7625" y="6973"/>
                  </a:lnTo>
                  <a:lnTo>
                    <a:pt x="8198" y="7170"/>
                  </a:lnTo>
                  <a:lnTo>
                    <a:pt x="8810" y="7427"/>
                  </a:lnTo>
                  <a:lnTo>
                    <a:pt x="9482" y="7704"/>
                  </a:lnTo>
                  <a:lnTo>
                    <a:pt x="10134" y="7980"/>
                  </a:lnTo>
                  <a:lnTo>
                    <a:pt x="10766" y="8217"/>
                  </a:lnTo>
                  <a:lnTo>
                    <a:pt x="11062" y="8316"/>
                  </a:lnTo>
                  <a:lnTo>
                    <a:pt x="11319" y="8395"/>
                  </a:lnTo>
                  <a:lnTo>
                    <a:pt x="11576" y="8434"/>
                  </a:lnTo>
                  <a:lnTo>
                    <a:pt x="11793" y="8454"/>
                  </a:lnTo>
                  <a:lnTo>
                    <a:pt x="16336" y="8593"/>
                  </a:lnTo>
                  <a:lnTo>
                    <a:pt x="17837" y="8632"/>
                  </a:lnTo>
                  <a:lnTo>
                    <a:pt x="24493" y="8790"/>
                  </a:lnTo>
                  <a:lnTo>
                    <a:pt x="26864" y="8830"/>
                  </a:lnTo>
                  <a:lnTo>
                    <a:pt x="27555" y="8830"/>
                  </a:lnTo>
                  <a:lnTo>
                    <a:pt x="27812" y="8810"/>
                  </a:lnTo>
                  <a:lnTo>
                    <a:pt x="27792" y="8691"/>
                  </a:lnTo>
                  <a:lnTo>
                    <a:pt x="27654" y="8415"/>
                  </a:lnTo>
                  <a:lnTo>
                    <a:pt x="27199" y="7427"/>
                  </a:lnTo>
                  <a:lnTo>
                    <a:pt x="25758" y="4484"/>
                  </a:lnTo>
                  <a:lnTo>
                    <a:pt x="23644" y="257"/>
                  </a:lnTo>
                  <a:lnTo>
                    <a:pt x="16178" y="771"/>
                  </a:lnTo>
                  <a:lnTo>
                    <a:pt x="16138" y="771"/>
                  </a:lnTo>
                  <a:lnTo>
                    <a:pt x="16099" y="790"/>
                  </a:lnTo>
                  <a:lnTo>
                    <a:pt x="15309" y="830"/>
                  </a:lnTo>
                  <a:lnTo>
                    <a:pt x="13985" y="929"/>
                  </a:lnTo>
                  <a:lnTo>
                    <a:pt x="13590" y="810"/>
                  </a:lnTo>
                  <a:lnTo>
                    <a:pt x="12583" y="514"/>
                  </a:lnTo>
                  <a:lnTo>
                    <a:pt x="11951" y="356"/>
                  </a:lnTo>
                  <a:lnTo>
                    <a:pt x="11299" y="218"/>
                  </a:lnTo>
                  <a:lnTo>
                    <a:pt x="10667" y="99"/>
                  </a:lnTo>
                  <a:lnTo>
                    <a:pt x="10074" y="20"/>
                  </a:lnTo>
                  <a:lnTo>
                    <a:pt x="9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5" name="Google Shape;4435;p17"/>
            <p:cNvSpPr/>
            <p:nvPr/>
          </p:nvSpPr>
          <p:spPr>
            <a:xfrm>
              <a:off x="4160957" y="-2074580"/>
              <a:ext cx="235426" cy="66873"/>
            </a:xfrm>
            <a:custGeom>
              <a:rect b="b" l="l" r="r" t="t"/>
              <a:pathLst>
                <a:path extrusionOk="0" h="1779" w="6263">
                  <a:moveTo>
                    <a:pt x="1482" y="0"/>
                  </a:moveTo>
                  <a:lnTo>
                    <a:pt x="1305" y="40"/>
                  </a:lnTo>
                  <a:lnTo>
                    <a:pt x="1127" y="79"/>
                  </a:lnTo>
                  <a:lnTo>
                    <a:pt x="969" y="139"/>
                  </a:lnTo>
                  <a:lnTo>
                    <a:pt x="831" y="198"/>
                  </a:lnTo>
                  <a:lnTo>
                    <a:pt x="712" y="297"/>
                  </a:lnTo>
                  <a:lnTo>
                    <a:pt x="495" y="494"/>
                  </a:lnTo>
                  <a:lnTo>
                    <a:pt x="317" y="672"/>
                  </a:lnTo>
                  <a:lnTo>
                    <a:pt x="198" y="850"/>
                  </a:lnTo>
                  <a:lnTo>
                    <a:pt x="119" y="1008"/>
                  </a:lnTo>
                  <a:lnTo>
                    <a:pt x="40" y="1126"/>
                  </a:lnTo>
                  <a:lnTo>
                    <a:pt x="21" y="1225"/>
                  </a:lnTo>
                  <a:lnTo>
                    <a:pt x="1" y="1304"/>
                  </a:lnTo>
                  <a:lnTo>
                    <a:pt x="969" y="1403"/>
                  </a:lnTo>
                  <a:lnTo>
                    <a:pt x="3122" y="1600"/>
                  </a:lnTo>
                  <a:lnTo>
                    <a:pt x="4267" y="1699"/>
                  </a:lnTo>
                  <a:lnTo>
                    <a:pt x="5255" y="1758"/>
                  </a:lnTo>
                  <a:lnTo>
                    <a:pt x="5986" y="1778"/>
                  </a:lnTo>
                  <a:lnTo>
                    <a:pt x="6183" y="1758"/>
                  </a:lnTo>
                  <a:lnTo>
                    <a:pt x="6243" y="1758"/>
                  </a:lnTo>
                  <a:lnTo>
                    <a:pt x="6262" y="1739"/>
                  </a:lnTo>
                  <a:lnTo>
                    <a:pt x="6243" y="1699"/>
                  </a:lnTo>
                  <a:lnTo>
                    <a:pt x="6223" y="1660"/>
                  </a:lnTo>
                  <a:lnTo>
                    <a:pt x="6144" y="1541"/>
                  </a:lnTo>
                  <a:lnTo>
                    <a:pt x="6025" y="1403"/>
                  </a:lnTo>
                  <a:lnTo>
                    <a:pt x="5848" y="1265"/>
                  </a:lnTo>
                  <a:lnTo>
                    <a:pt x="5670" y="1146"/>
                  </a:lnTo>
                  <a:lnTo>
                    <a:pt x="5472" y="1028"/>
                  </a:lnTo>
                  <a:lnTo>
                    <a:pt x="5294" y="949"/>
                  </a:lnTo>
                  <a:lnTo>
                    <a:pt x="5117" y="889"/>
                  </a:lnTo>
                  <a:lnTo>
                    <a:pt x="4939" y="850"/>
                  </a:lnTo>
                  <a:lnTo>
                    <a:pt x="4761" y="791"/>
                  </a:lnTo>
                  <a:lnTo>
                    <a:pt x="4327" y="613"/>
                  </a:lnTo>
                  <a:lnTo>
                    <a:pt x="3872" y="415"/>
                  </a:lnTo>
                  <a:lnTo>
                    <a:pt x="3616" y="316"/>
                  </a:lnTo>
                  <a:lnTo>
                    <a:pt x="3379" y="237"/>
                  </a:lnTo>
                  <a:lnTo>
                    <a:pt x="3082" y="158"/>
                  </a:lnTo>
                  <a:lnTo>
                    <a:pt x="2766" y="99"/>
                  </a:lnTo>
                  <a:lnTo>
                    <a:pt x="2411" y="40"/>
                  </a:lnTo>
                  <a:lnTo>
                    <a:pt x="2035"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6" name="Google Shape;4436;p17"/>
            <p:cNvSpPr/>
            <p:nvPr/>
          </p:nvSpPr>
          <p:spPr>
            <a:xfrm>
              <a:off x="3853575" y="-2047101"/>
              <a:ext cx="670493" cy="670493"/>
            </a:xfrm>
            <a:custGeom>
              <a:rect b="b" l="l" r="r" t="t"/>
              <a:pathLst>
                <a:path extrusionOk="0" h="17837" w="17837">
                  <a:moveTo>
                    <a:pt x="8395" y="0"/>
                  </a:moveTo>
                  <a:lnTo>
                    <a:pt x="8040" y="20"/>
                  </a:lnTo>
                  <a:lnTo>
                    <a:pt x="7684" y="40"/>
                  </a:lnTo>
                  <a:lnTo>
                    <a:pt x="7329" y="99"/>
                  </a:lnTo>
                  <a:lnTo>
                    <a:pt x="6993" y="158"/>
                  </a:lnTo>
                  <a:lnTo>
                    <a:pt x="6657" y="237"/>
                  </a:lnTo>
                  <a:lnTo>
                    <a:pt x="6341" y="336"/>
                  </a:lnTo>
                  <a:lnTo>
                    <a:pt x="6025" y="455"/>
                  </a:lnTo>
                  <a:lnTo>
                    <a:pt x="5709" y="573"/>
                  </a:lnTo>
                  <a:lnTo>
                    <a:pt x="5413" y="711"/>
                  </a:lnTo>
                  <a:lnTo>
                    <a:pt x="5116" y="869"/>
                  </a:lnTo>
                  <a:lnTo>
                    <a:pt x="4840" y="1027"/>
                  </a:lnTo>
                  <a:lnTo>
                    <a:pt x="4563" y="1185"/>
                  </a:lnTo>
                  <a:lnTo>
                    <a:pt x="4307" y="1363"/>
                  </a:lnTo>
                  <a:lnTo>
                    <a:pt x="3793" y="1738"/>
                  </a:lnTo>
                  <a:lnTo>
                    <a:pt x="3339" y="2153"/>
                  </a:lnTo>
                  <a:lnTo>
                    <a:pt x="2904" y="2568"/>
                  </a:lnTo>
                  <a:lnTo>
                    <a:pt x="2489" y="2983"/>
                  </a:lnTo>
                  <a:lnTo>
                    <a:pt x="2134" y="3417"/>
                  </a:lnTo>
                  <a:lnTo>
                    <a:pt x="1798" y="3832"/>
                  </a:lnTo>
                  <a:lnTo>
                    <a:pt x="1482" y="4267"/>
                  </a:lnTo>
                  <a:lnTo>
                    <a:pt x="1186" y="4741"/>
                  </a:lnTo>
                  <a:lnTo>
                    <a:pt x="929" y="5254"/>
                  </a:lnTo>
                  <a:lnTo>
                    <a:pt x="692" y="5807"/>
                  </a:lnTo>
                  <a:lnTo>
                    <a:pt x="475" y="6380"/>
                  </a:lnTo>
                  <a:lnTo>
                    <a:pt x="297" y="6992"/>
                  </a:lnTo>
                  <a:lnTo>
                    <a:pt x="159" y="7625"/>
                  </a:lnTo>
                  <a:lnTo>
                    <a:pt x="60" y="8276"/>
                  </a:lnTo>
                  <a:lnTo>
                    <a:pt x="20" y="8612"/>
                  </a:lnTo>
                  <a:lnTo>
                    <a:pt x="1" y="8948"/>
                  </a:lnTo>
                  <a:lnTo>
                    <a:pt x="1" y="9284"/>
                  </a:lnTo>
                  <a:lnTo>
                    <a:pt x="1" y="9639"/>
                  </a:lnTo>
                  <a:lnTo>
                    <a:pt x="20" y="9975"/>
                  </a:lnTo>
                  <a:lnTo>
                    <a:pt x="40" y="10331"/>
                  </a:lnTo>
                  <a:lnTo>
                    <a:pt x="99" y="10706"/>
                  </a:lnTo>
                  <a:lnTo>
                    <a:pt x="159" y="11061"/>
                  </a:lnTo>
                  <a:lnTo>
                    <a:pt x="218" y="11417"/>
                  </a:lnTo>
                  <a:lnTo>
                    <a:pt x="317" y="11792"/>
                  </a:lnTo>
                  <a:lnTo>
                    <a:pt x="415" y="12148"/>
                  </a:lnTo>
                  <a:lnTo>
                    <a:pt x="534" y="12523"/>
                  </a:lnTo>
                  <a:lnTo>
                    <a:pt x="672" y="12879"/>
                  </a:lnTo>
                  <a:lnTo>
                    <a:pt x="830" y="13254"/>
                  </a:lnTo>
                  <a:lnTo>
                    <a:pt x="1008" y="13629"/>
                  </a:lnTo>
                  <a:lnTo>
                    <a:pt x="1205" y="14004"/>
                  </a:lnTo>
                  <a:lnTo>
                    <a:pt x="1403" y="14360"/>
                  </a:lnTo>
                  <a:lnTo>
                    <a:pt x="1640" y="14696"/>
                  </a:lnTo>
                  <a:lnTo>
                    <a:pt x="1877" y="15012"/>
                  </a:lnTo>
                  <a:lnTo>
                    <a:pt x="2134" y="15288"/>
                  </a:lnTo>
                  <a:lnTo>
                    <a:pt x="2410" y="15565"/>
                  </a:lnTo>
                  <a:lnTo>
                    <a:pt x="2687" y="15822"/>
                  </a:lnTo>
                  <a:lnTo>
                    <a:pt x="2983" y="16059"/>
                  </a:lnTo>
                  <a:lnTo>
                    <a:pt x="3299" y="16256"/>
                  </a:lnTo>
                  <a:lnTo>
                    <a:pt x="3595" y="16454"/>
                  </a:lnTo>
                  <a:lnTo>
                    <a:pt x="3912" y="16632"/>
                  </a:lnTo>
                  <a:lnTo>
                    <a:pt x="4228" y="16809"/>
                  </a:lnTo>
                  <a:lnTo>
                    <a:pt x="4544" y="16948"/>
                  </a:lnTo>
                  <a:lnTo>
                    <a:pt x="4860" y="17086"/>
                  </a:lnTo>
                  <a:lnTo>
                    <a:pt x="5195" y="17204"/>
                  </a:lnTo>
                  <a:lnTo>
                    <a:pt x="5808" y="17402"/>
                  </a:lnTo>
                  <a:lnTo>
                    <a:pt x="6420" y="17560"/>
                  </a:lnTo>
                  <a:lnTo>
                    <a:pt x="6973" y="17659"/>
                  </a:lnTo>
                  <a:lnTo>
                    <a:pt x="7487" y="17738"/>
                  </a:lnTo>
                  <a:lnTo>
                    <a:pt x="7921" y="17797"/>
                  </a:lnTo>
                  <a:lnTo>
                    <a:pt x="8296" y="17817"/>
                  </a:lnTo>
                  <a:lnTo>
                    <a:pt x="8573" y="17836"/>
                  </a:lnTo>
                  <a:lnTo>
                    <a:pt x="8830" y="17836"/>
                  </a:lnTo>
                  <a:lnTo>
                    <a:pt x="9363" y="17817"/>
                  </a:lnTo>
                  <a:lnTo>
                    <a:pt x="9877" y="17777"/>
                  </a:lnTo>
                  <a:lnTo>
                    <a:pt x="10390" y="17718"/>
                  </a:lnTo>
                  <a:lnTo>
                    <a:pt x="10884" y="17619"/>
                  </a:lnTo>
                  <a:lnTo>
                    <a:pt x="11358" y="17481"/>
                  </a:lnTo>
                  <a:lnTo>
                    <a:pt x="11832" y="17343"/>
                  </a:lnTo>
                  <a:lnTo>
                    <a:pt x="12267" y="17165"/>
                  </a:lnTo>
                  <a:lnTo>
                    <a:pt x="12701" y="16967"/>
                  </a:lnTo>
                  <a:lnTo>
                    <a:pt x="13116" y="16730"/>
                  </a:lnTo>
                  <a:lnTo>
                    <a:pt x="13531" y="16493"/>
                  </a:lnTo>
                  <a:lnTo>
                    <a:pt x="13906" y="16236"/>
                  </a:lnTo>
                  <a:lnTo>
                    <a:pt x="14281" y="15960"/>
                  </a:lnTo>
                  <a:lnTo>
                    <a:pt x="14617" y="15664"/>
                  </a:lnTo>
                  <a:lnTo>
                    <a:pt x="14953" y="15348"/>
                  </a:lnTo>
                  <a:lnTo>
                    <a:pt x="15269" y="15012"/>
                  </a:lnTo>
                  <a:lnTo>
                    <a:pt x="15565" y="14676"/>
                  </a:lnTo>
                  <a:lnTo>
                    <a:pt x="15842" y="14321"/>
                  </a:lnTo>
                  <a:lnTo>
                    <a:pt x="16118" y="13965"/>
                  </a:lnTo>
                  <a:lnTo>
                    <a:pt x="16355" y="13590"/>
                  </a:lnTo>
                  <a:lnTo>
                    <a:pt x="16592" y="13195"/>
                  </a:lnTo>
                  <a:lnTo>
                    <a:pt x="16790" y="12800"/>
                  </a:lnTo>
                  <a:lnTo>
                    <a:pt x="16987" y="12405"/>
                  </a:lnTo>
                  <a:lnTo>
                    <a:pt x="17165" y="12010"/>
                  </a:lnTo>
                  <a:lnTo>
                    <a:pt x="17303" y="11595"/>
                  </a:lnTo>
                  <a:lnTo>
                    <a:pt x="17442" y="11180"/>
                  </a:lnTo>
                  <a:lnTo>
                    <a:pt x="17560" y="10765"/>
                  </a:lnTo>
                  <a:lnTo>
                    <a:pt x="17659" y="10350"/>
                  </a:lnTo>
                  <a:lnTo>
                    <a:pt x="17738" y="9936"/>
                  </a:lnTo>
                  <a:lnTo>
                    <a:pt x="17797" y="9541"/>
                  </a:lnTo>
                  <a:lnTo>
                    <a:pt x="17837" y="9126"/>
                  </a:lnTo>
                  <a:lnTo>
                    <a:pt x="17837" y="8711"/>
                  </a:lnTo>
                  <a:lnTo>
                    <a:pt x="17837" y="8316"/>
                  </a:lnTo>
                  <a:lnTo>
                    <a:pt x="17797" y="7723"/>
                  </a:lnTo>
                  <a:lnTo>
                    <a:pt x="17698" y="7151"/>
                  </a:lnTo>
                  <a:lnTo>
                    <a:pt x="17639" y="6854"/>
                  </a:lnTo>
                  <a:lnTo>
                    <a:pt x="17580" y="6578"/>
                  </a:lnTo>
                  <a:lnTo>
                    <a:pt x="17481" y="6281"/>
                  </a:lnTo>
                  <a:lnTo>
                    <a:pt x="17382" y="6005"/>
                  </a:lnTo>
                  <a:lnTo>
                    <a:pt x="17284" y="5728"/>
                  </a:lnTo>
                  <a:lnTo>
                    <a:pt x="17165" y="5452"/>
                  </a:lnTo>
                  <a:lnTo>
                    <a:pt x="17027" y="5175"/>
                  </a:lnTo>
                  <a:lnTo>
                    <a:pt x="16889" y="4919"/>
                  </a:lnTo>
                  <a:lnTo>
                    <a:pt x="16731" y="4642"/>
                  </a:lnTo>
                  <a:lnTo>
                    <a:pt x="16553" y="4385"/>
                  </a:lnTo>
                  <a:lnTo>
                    <a:pt x="16375" y="4128"/>
                  </a:lnTo>
                  <a:lnTo>
                    <a:pt x="16178" y="3872"/>
                  </a:lnTo>
                  <a:lnTo>
                    <a:pt x="15960" y="3615"/>
                  </a:lnTo>
                  <a:lnTo>
                    <a:pt x="15743" y="3378"/>
                  </a:lnTo>
                  <a:lnTo>
                    <a:pt x="15506" y="3141"/>
                  </a:lnTo>
                  <a:lnTo>
                    <a:pt x="15249" y="2904"/>
                  </a:lnTo>
                  <a:lnTo>
                    <a:pt x="14992" y="2667"/>
                  </a:lnTo>
                  <a:lnTo>
                    <a:pt x="14716" y="2430"/>
                  </a:lnTo>
                  <a:lnTo>
                    <a:pt x="14420" y="2212"/>
                  </a:lnTo>
                  <a:lnTo>
                    <a:pt x="14123" y="1995"/>
                  </a:lnTo>
                  <a:lnTo>
                    <a:pt x="13807" y="1798"/>
                  </a:lnTo>
                  <a:lnTo>
                    <a:pt x="13471" y="1600"/>
                  </a:lnTo>
                  <a:lnTo>
                    <a:pt x="13116" y="1403"/>
                  </a:lnTo>
                  <a:lnTo>
                    <a:pt x="12760" y="1205"/>
                  </a:lnTo>
                  <a:lnTo>
                    <a:pt x="12385" y="1027"/>
                  </a:lnTo>
                  <a:lnTo>
                    <a:pt x="12010" y="850"/>
                  </a:lnTo>
                  <a:lnTo>
                    <a:pt x="11595" y="672"/>
                  </a:lnTo>
                  <a:lnTo>
                    <a:pt x="11180" y="514"/>
                  </a:lnTo>
                  <a:lnTo>
                    <a:pt x="10765" y="376"/>
                  </a:lnTo>
                  <a:lnTo>
                    <a:pt x="10351" y="257"/>
                  </a:lnTo>
                  <a:lnTo>
                    <a:pt x="9936" y="158"/>
                  </a:lnTo>
                  <a:lnTo>
                    <a:pt x="9541" y="79"/>
                  </a:lnTo>
                  <a:lnTo>
                    <a:pt x="9146" y="40"/>
                  </a:lnTo>
                  <a:lnTo>
                    <a:pt x="8771"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7" name="Google Shape;4437;p17"/>
            <p:cNvSpPr/>
            <p:nvPr/>
          </p:nvSpPr>
          <p:spPr>
            <a:xfrm>
              <a:off x="4167648" y="-2064920"/>
              <a:ext cx="414355" cy="185657"/>
            </a:xfrm>
            <a:custGeom>
              <a:rect b="b" l="l" r="r" t="t"/>
              <a:pathLst>
                <a:path extrusionOk="0" h="4939" w="11023">
                  <a:moveTo>
                    <a:pt x="1620" y="0"/>
                  </a:moveTo>
                  <a:lnTo>
                    <a:pt x="1443" y="20"/>
                  </a:lnTo>
                  <a:lnTo>
                    <a:pt x="1265" y="40"/>
                  </a:lnTo>
                  <a:lnTo>
                    <a:pt x="1087" y="79"/>
                  </a:lnTo>
                  <a:lnTo>
                    <a:pt x="929" y="138"/>
                  </a:lnTo>
                  <a:lnTo>
                    <a:pt x="791" y="198"/>
                  </a:lnTo>
                  <a:lnTo>
                    <a:pt x="653" y="277"/>
                  </a:lnTo>
                  <a:lnTo>
                    <a:pt x="534" y="356"/>
                  </a:lnTo>
                  <a:lnTo>
                    <a:pt x="435" y="455"/>
                  </a:lnTo>
                  <a:lnTo>
                    <a:pt x="337" y="573"/>
                  </a:lnTo>
                  <a:lnTo>
                    <a:pt x="258" y="711"/>
                  </a:lnTo>
                  <a:lnTo>
                    <a:pt x="178" y="850"/>
                  </a:lnTo>
                  <a:lnTo>
                    <a:pt x="119" y="1008"/>
                  </a:lnTo>
                  <a:lnTo>
                    <a:pt x="60" y="1185"/>
                  </a:lnTo>
                  <a:lnTo>
                    <a:pt x="20" y="1383"/>
                  </a:lnTo>
                  <a:lnTo>
                    <a:pt x="1" y="1561"/>
                  </a:lnTo>
                  <a:lnTo>
                    <a:pt x="20" y="1738"/>
                  </a:lnTo>
                  <a:lnTo>
                    <a:pt x="60" y="1916"/>
                  </a:lnTo>
                  <a:lnTo>
                    <a:pt x="119" y="2074"/>
                  </a:lnTo>
                  <a:lnTo>
                    <a:pt x="218" y="2212"/>
                  </a:lnTo>
                  <a:lnTo>
                    <a:pt x="337" y="2351"/>
                  </a:lnTo>
                  <a:lnTo>
                    <a:pt x="475" y="2489"/>
                  </a:lnTo>
                  <a:lnTo>
                    <a:pt x="633" y="2607"/>
                  </a:lnTo>
                  <a:lnTo>
                    <a:pt x="811" y="2726"/>
                  </a:lnTo>
                  <a:lnTo>
                    <a:pt x="1008" y="2825"/>
                  </a:lnTo>
                  <a:lnTo>
                    <a:pt x="1206" y="2924"/>
                  </a:lnTo>
                  <a:lnTo>
                    <a:pt x="1403" y="3003"/>
                  </a:lnTo>
                  <a:lnTo>
                    <a:pt x="1838" y="3141"/>
                  </a:lnTo>
                  <a:lnTo>
                    <a:pt x="2292" y="3240"/>
                  </a:lnTo>
                  <a:lnTo>
                    <a:pt x="2549" y="3299"/>
                  </a:lnTo>
                  <a:lnTo>
                    <a:pt x="2825" y="3378"/>
                  </a:lnTo>
                  <a:lnTo>
                    <a:pt x="3536" y="3635"/>
                  </a:lnTo>
                  <a:lnTo>
                    <a:pt x="4346" y="3951"/>
                  </a:lnTo>
                  <a:lnTo>
                    <a:pt x="5215" y="4286"/>
                  </a:lnTo>
                  <a:lnTo>
                    <a:pt x="5670" y="4444"/>
                  </a:lnTo>
                  <a:lnTo>
                    <a:pt x="6124" y="4583"/>
                  </a:lnTo>
                  <a:lnTo>
                    <a:pt x="6558" y="4721"/>
                  </a:lnTo>
                  <a:lnTo>
                    <a:pt x="6993" y="4820"/>
                  </a:lnTo>
                  <a:lnTo>
                    <a:pt x="7408" y="4899"/>
                  </a:lnTo>
                  <a:lnTo>
                    <a:pt x="7783" y="4938"/>
                  </a:lnTo>
                  <a:lnTo>
                    <a:pt x="8139" y="4918"/>
                  </a:lnTo>
                  <a:lnTo>
                    <a:pt x="8316" y="4918"/>
                  </a:lnTo>
                  <a:lnTo>
                    <a:pt x="8474" y="4879"/>
                  </a:lnTo>
                  <a:lnTo>
                    <a:pt x="8771" y="4800"/>
                  </a:lnTo>
                  <a:lnTo>
                    <a:pt x="9047" y="4681"/>
                  </a:lnTo>
                  <a:lnTo>
                    <a:pt x="9304" y="4523"/>
                  </a:lnTo>
                  <a:lnTo>
                    <a:pt x="9541" y="4365"/>
                  </a:lnTo>
                  <a:lnTo>
                    <a:pt x="9778" y="4188"/>
                  </a:lnTo>
                  <a:lnTo>
                    <a:pt x="9975" y="4010"/>
                  </a:lnTo>
                  <a:lnTo>
                    <a:pt x="10173" y="3812"/>
                  </a:lnTo>
                  <a:lnTo>
                    <a:pt x="10351" y="3615"/>
                  </a:lnTo>
                  <a:lnTo>
                    <a:pt x="10627" y="3240"/>
                  </a:lnTo>
                  <a:lnTo>
                    <a:pt x="10845" y="2943"/>
                  </a:lnTo>
                  <a:lnTo>
                    <a:pt x="11022" y="2647"/>
                  </a:lnTo>
                  <a:lnTo>
                    <a:pt x="10469" y="2390"/>
                  </a:lnTo>
                  <a:lnTo>
                    <a:pt x="9857" y="2133"/>
                  </a:lnTo>
                  <a:lnTo>
                    <a:pt x="9146" y="1837"/>
                  </a:lnTo>
                  <a:lnTo>
                    <a:pt x="8356" y="1561"/>
                  </a:lnTo>
                  <a:lnTo>
                    <a:pt x="7586" y="1304"/>
                  </a:lnTo>
                  <a:lnTo>
                    <a:pt x="7230" y="1205"/>
                  </a:lnTo>
                  <a:lnTo>
                    <a:pt x="6894" y="1126"/>
                  </a:lnTo>
                  <a:lnTo>
                    <a:pt x="6578" y="1067"/>
                  </a:lnTo>
                  <a:lnTo>
                    <a:pt x="6321" y="1047"/>
                  </a:lnTo>
                  <a:lnTo>
                    <a:pt x="6084" y="1047"/>
                  </a:lnTo>
                  <a:lnTo>
                    <a:pt x="5828" y="1008"/>
                  </a:lnTo>
                  <a:lnTo>
                    <a:pt x="5551" y="968"/>
                  </a:lnTo>
                  <a:lnTo>
                    <a:pt x="5294" y="909"/>
                  </a:lnTo>
                  <a:lnTo>
                    <a:pt x="4721" y="751"/>
                  </a:lnTo>
                  <a:lnTo>
                    <a:pt x="4149" y="573"/>
                  </a:lnTo>
                  <a:lnTo>
                    <a:pt x="3576" y="395"/>
                  </a:lnTo>
                  <a:lnTo>
                    <a:pt x="3023" y="237"/>
                  </a:lnTo>
                  <a:lnTo>
                    <a:pt x="2509" y="99"/>
                  </a:lnTo>
                  <a:lnTo>
                    <a:pt x="2272" y="59"/>
                  </a:lnTo>
                  <a:lnTo>
                    <a:pt x="2035" y="20"/>
                  </a:lnTo>
                  <a:lnTo>
                    <a:pt x="1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8" name="Google Shape;4438;p17"/>
            <p:cNvSpPr/>
            <p:nvPr/>
          </p:nvSpPr>
          <p:spPr>
            <a:xfrm>
              <a:off x="4172836" y="-2147357"/>
              <a:ext cx="207948" cy="21577"/>
            </a:xfrm>
            <a:custGeom>
              <a:rect b="b" l="l" r="r" t="t"/>
              <a:pathLst>
                <a:path extrusionOk="0" h="574" w="5532">
                  <a:moveTo>
                    <a:pt x="1305" y="1"/>
                  </a:moveTo>
                  <a:lnTo>
                    <a:pt x="969" y="40"/>
                  </a:lnTo>
                  <a:lnTo>
                    <a:pt x="673" y="80"/>
                  </a:lnTo>
                  <a:lnTo>
                    <a:pt x="436" y="119"/>
                  </a:lnTo>
                  <a:lnTo>
                    <a:pt x="238" y="178"/>
                  </a:lnTo>
                  <a:lnTo>
                    <a:pt x="100" y="218"/>
                  </a:lnTo>
                  <a:lnTo>
                    <a:pt x="1" y="356"/>
                  </a:lnTo>
                  <a:lnTo>
                    <a:pt x="811" y="356"/>
                  </a:lnTo>
                  <a:lnTo>
                    <a:pt x="1739" y="376"/>
                  </a:lnTo>
                  <a:lnTo>
                    <a:pt x="2885" y="416"/>
                  </a:lnTo>
                  <a:lnTo>
                    <a:pt x="5532" y="574"/>
                  </a:lnTo>
                  <a:lnTo>
                    <a:pt x="4228" y="356"/>
                  </a:lnTo>
                  <a:lnTo>
                    <a:pt x="3102" y="178"/>
                  </a:lnTo>
                  <a:lnTo>
                    <a:pt x="2095" y="40"/>
                  </a:lnTo>
                  <a:lnTo>
                    <a:pt x="16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9" name="Google Shape;4439;p17"/>
            <p:cNvSpPr/>
            <p:nvPr/>
          </p:nvSpPr>
          <p:spPr>
            <a:xfrm>
              <a:off x="4250800" y="-2217126"/>
              <a:ext cx="159682" cy="15600"/>
            </a:xfrm>
            <a:custGeom>
              <a:rect b="b" l="l" r="r" t="t"/>
              <a:pathLst>
                <a:path extrusionOk="0" h="415" w="4248">
                  <a:moveTo>
                    <a:pt x="1621" y="0"/>
                  </a:moveTo>
                  <a:lnTo>
                    <a:pt x="1305" y="20"/>
                  </a:lnTo>
                  <a:lnTo>
                    <a:pt x="969" y="59"/>
                  </a:lnTo>
                  <a:lnTo>
                    <a:pt x="673" y="119"/>
                  </a:lnTo>
                  <a:lnTo>
                    <a:pt x="396" y="198"/>
                  </a:lnTo>
                  <a:lnTo>
                    <a:pt x="198" y="257"/>
                  </a:lnTo>
                  <a:lnTo>
                    <a:pt x="40" y="336"/>
                  </a:lnTo>
                  <a:lnTo>
                    <a:pt x="1" y="375"/>
                  </a:lnTo>
                  <a:lnTo>
                    <a:pt x="1" y="415"/>
                  </a:lnTo>
                  <a:lnTo>
                    <a:pt x="198" y="375"/>
                  </a:lnTo>
                  <a:lnTo>
                    <a:pt x="732" y="277"/>
                  </a:lnTo>
                  <a:lnTo>
                    <a:pt x="1107" y="237"/>
                  </a:lnTo>
                  <a:lnTo>
                    <a:pt x="1502" y="217"/>
                  </a:lnTo>
                  <a:lnTo>
                    <a:pt x="1937" y="217"/>
                  </a:lnTo>
                  <a:lnTo>
                    <a:pt x="2411" y="237"/>
                  </a:lnTo>
                  <a:lnTo>
                    <a:pt x="3793" y="336"/>
                  </a:lnTo>
                  <a:lnTo>
                    <a:pt x="4248" y="375"/>
                  </a:lnTo>
                  <a:lnTo>
                    <a:pt x="4011" y="316"/>
                  </a:lnTo>
                  <a:lnTo>
                    <a:pt x="3418" y="198"/>
                  </a:lnTo>
                  <a:lnTo>
                    <a:pt x="2667" y="59"/>
                  </a:lnTo>
                  <a:lnTo>
                    <a:pt x="2292" y="20"/>
                  </a:lnTo>
                  <a:lnTo>
                    <a:pt x="195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0" name="Google Shape;4440;p17"/>
            <p:cNvSpPr/>
            <p:nvPr/>
          </p:nvSpPr>
          <p:spPr>
            <a:xfrm>
              <a:off x="4354777" y="-2259453"/>
              <a:ext cx="69090" cy="17103"/>
            </a:xfrm>
            <a:custGeom>
              <a:rect b="b" l="l" r="r" t="t"/>
              <a:pathLst>
                <a:path extrusionOk="0" h="455" w="1838">
                  <a:moveTo>
                    <a:pt x="138" y="0"/>
                  </a:moveTo>
                  <a:lnTo>
                    <a:pt x="99" y="20"/>
                  </a:lnTo>
                  <a:lnTo>
                    <a:pt x="59" y="40"/>
                  </a:lnTo>
                  <a:lnTo>
                    <a:pt x="20" y="99"/>
                  </a:lnTo>
                  <a:lnTo>
                    <a:pt x="0" y="158"/>
                  </a:lnTo>
                  <a:lnTo>
                    <a:pt x="0" y="198"/>
                  </a:lnTo>
                  <a:lnTo>
                    <a:pt x="652" y="277"/>
                  </a:lnTo>
                  <a:lnTo>
                    <a:pt x="1521" y="395"/>
                  </a:lnTo>
                  <a:lnTo>
                    <a:pt x="1837" y="454"/>
                  </a:lnTo>
                  <a:lnTo>
                    <a:pt x="1047" y="217"/>
                  </a:lnTo>
                  <a:lnTo>
                    <a:pt x="455" y="59"/>
                  </a:lnTo>
                  <a:lnTo>
                    <a:pt x="257" y="20"/>
                  </a:lnTo>
                  <a:lnTo>
                    <a:pt x="138"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1" name="Google Shape;4441;p17"/>
            <p:cNvSpPr/>
            <p:nvPr/>
          </p:nvSpPr>
          <p:spPr>
            <a:xfrm>
              <a:off x="4064461" y="-2125065"/>
              <a:ext cx="73526" cy="41612"/>
            </a:xfrm>
            <a:custGeom>
              <a:rect b="b" l="l" r="r" t="t"/>
              <a:pathLst>
                <a:path extrusionOk="0" h="1107" w="1956">
                  <a:moveTo>
                    <a:pt x="1936" y="0"/>
                  </a:moveTo>
                  <a:lnTo>
                    <a:pt x="1896" y="158"/>
                  </a:lnTo>
                  <a:lnTo>
                    <a:pt x="1798" y="415"/>
                  </a:lnTo>
                  <a:lnTo>
                    <a:pt x="1719" y="553"/>
                  </a:lnTo>
                  <a:lnTo>
                    <a:pt x="1640" y="672"/>
                  </a:lnTo>
                  <a:lnTo>
                    <a:pt x="1561" y="771"/>
                  </a:lnTo>
                  <a:lnTo>
                    <a:pt x="1462" y="850"/>
                  </a:lnTo>
                  <a:lnTo>
                    <a:pt x="1343" y="889"/>
                  </a:lnTo>
                  <a:lnTo>
                    <a:pt x="1146" y="929"/>
                  </a:lnTo>
                  <a:lnTo>
                    <a:pt x="711" y="948"/>
                  </a:lnTo>
                  <a:lnTo>
                    <a:pt x="336" y="968"/>
                  </a:lnTo>
                  <a:lnTo>
                    <a:pt x="178" y="948"/>
                  </a:lnTo>
                  <a:lnTo>
                    <a:pt x="257" y="316"/>
                  </a:lnTo>
                  <a:lnTo>
                    <a:pt x="79" y="494"/>
                  </a:lnTo>
                  <a:lnTo>
                    <a:pt x="0" y="1087"/>
                  </a:lnTo>
                  <a:lnTo>
                    <a:pt x="198" y="1106"/>
                  </a:lnTo>
                  <a:lnTo>
                    <a:pt x="909" y="1106"/>
                  </a:lnTo>
                  <a:lnTo>
                    <a:pt x="1166" y="1087"/>
                  </a:lnTo>
                  <a:lnTo>
                    <a:pt x="1403" y="1027"/>
                  </a:lnTo>
                  <a:lnTo>
                    <a:pt x="1521" y="988"/>
                  </a:lnTo>
                  <a:lnTo>
                    <a:pt x="1600" y="948"/>
                  </a:lnTo>
                  <a:lnTo>
                    <a:pt x="1679" y="889"/>
                  </a:lnTo>
                  <a:lnTo>
                    <a:pt x="1738" y="830"/>
                  </a:lnTo>
                  <a:lnTo>
                    <a:pt x="1837" y="692"/>
                  </a:lnTo>
                  <a:lnTo>
                    <a:pt x="1896" y="534"/>
                  </a:lnTo>
                  <a:lnTo>
                    <a:pt x="1936" y="376"/>
                  </a:lnTo>
                  <a:lnTo>
                    <a:pt x="1956" y="237"/>
                  </a:lnTo>
                  <a:lnTo>
                    <a:pt x="1956" y="119"/>
                  </a:lnTo>
                  <a:lnTo>
                    <a:pt x="193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2" name="Google Shape;4442;p17"/>
            <p:cNvSpPr/>
            <p:nvPr/>
          </p:nvSpPr>
          <p:spPr>
            <a:xfrm>
              <a:off x="4368122" y="-1450155"/>
              <a:ext cx="596253" cy="494534"/>
            </a:xfrm>
            <a:custGeom>
              <a:rect b="b" l="l" r="r" t="t"/>
              <a:pathLst>
                <a:path extrusionOk="0" h="13156" w="15862">
                  <a:moveTo>
                    <a:pt x="1680" y="1"/>
                  </a:moveTo>
                  <a:lnTo>
                    <a:pt x="1" y="7902"/>
                  </a:lnTo>
                  <a:lnTo>
                    <a:pt x="2865" y="9423"/>
                  </a:lnTo>
                  <a:lnTo>
                    <a:pt x="4129" y="10094"/>
                  </a:lnTo>
                  <a:lnTo>
                    <a:pt x="8020" y="12148"/>
                  </a:lnTo>
                  <a:lnTo>
                    <a:pt x="9403" y="12860"/>
                  </a:lnTo>
                  <a:lnTo>
                    <a:pt x="9995" y="13156"/>
                  </a:lnTo>
                  <a:lnTo>
                    <a:pt x="10035" y="13136"/>
                  </a:lnTo>
                  <a:lnTo>
                    <a:pt x="10094" y="13077"/>
                  </a:lnTo>
                  <a:lnTo>
                    <a:pt x="10311" y="12800"/>
                  </a:lnTo>
                  <a:lnTo>
                    <a:pt x="10627" y="12405"/>
                  </a:lnTo>
                  <a:lnTo>
                    <a:pt x="11042" y="11872"/>
                  </a:lnTo>
                  <a:lnTo>
                    <a:pt x="12010" y="10509"/>
                  </a:lnTo>
                  <a:lnTo>
                    <a:pt x="13116" y="8949"/>
                  </a:lnTo>
                  <a:lnTo>
                    <a:pt x="14183" y="7388"/>
                  </a:lnTo>
                  <a:lnTo>
                    <a:pt x="15091" y="6025"/>
                  </a:lnTo>
                  <a:lnTo>
                    <a:pt x="15447" y="5492"/>
                  </a:lnTo>
                  <a:lnTo>
                    <a:pt x="15684" y="5057"/>
                  </a:lnTo>
                  <a:lnTo>
                    <a:pt x="15842" y="4781"/>
                  </a:lnTo>
                  <a:lnTo>
                    <a:pt x="15862" y="4722"/>
                  </a:lnTo>
                  <a:lnTo>
                    <a:pt x="15862" y="4702"/>
                  </a:lnTo>
                  <a:lnTo>
                    <a:pt x="15842" y="4682"/>
                  </a:lnTo>
                  <a:lnTo>
                    <a:pt x="15585" y="4623"/>
                  </a:lnTo>
                  <a:lnTo>
                    <a:pt x="14973" y="4425"/>
                  </a:lnTo>
                  <a:lnTo>
                    <a:pt x="12899" y="3754"/>
                  </a:lnTo>
                  <a:lnTo>
                    <a:pt x="7131" y="1818"/>
                  </a:lnTo>
                  <a:lnTo>
                    <a:pt x="6005" y="1443"/>
                  </a:lnTo>
                  <a:lnTo>
                    <a:pt x="5946" y="1423"/>
                  </a:lnTo>
                  <a:lnTo>
                    <a:pt x="5907" y="1423"/>
                  </a:lnTo>
                  <a:lnTo>
                    <a:pt x="1680"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
            <p:cNvSpPr/>
            <p:nvPr/>
          </p:nvSpPr>
          <p:spPr>
            <a:xfrm>
              <a:off x="4091188" y="-1384784"/>
              <a:ext cx="191596" cy="27478"/>
            </a:xfrm>
            <a:custGeom>
              <a:rect b="b" l="l" r="r" t="t"/>
              <a:pathLst>
                <a:path extrusionOk="0" h="731" w="5097">
                  <a:moveTo>
                    <a:pt x="0" y="0"/>
                  </a:moveTo>
                  <a:lnTo>
                    <a:pt x="158" y="59"/>
                  </a:lnTo>
                  <a:lnTo>
                    <a:pt x="593" y="217"/>
                  </a:lnTo>
                  <a:lnTo>
                    <a:pt x="1245" y="415"/>
                  </a:lnTo>
                  <a:lnTo>
                    <a:pt x="1620" y="514"/>
                  </a:lnTo>
                  <a:lnTo>
                    <a:pt x="2015" y="593"/>
                  </a:lnTo>
                  <a:lnTo>
                    <a:pt x="2430" y="672"/>
                  </a:lnTo>
                  <a:lnTo>
                    <a:pt x="2864" y="711"/>
                  </a:lnTo>
                  <a:lnTo>
                    <a:pt x="3299" y="731"/>
                  </a:lnTo>
                  <a:lnTo>
                    <a:pt x="3694" y="731"/>
                  </a:lnTo>
                  <a:lnTo>
                    <a:pt x="4069" y="691"/>
                  </a:lnTo>
                  <a:lnTo>
                    <a:pt x="4405" y="632"/>
                  </a:lnTo>
                  <a:lnTo>
                    <a:pt x="4681" y="553"/>
                  </a:lnTo>
                  <a:lnTo>
                    <a:pt x="4780" y="514"/>
                  </a:lnTo>
                  <a:lnTo>
                    <a:pt x="4879" y="454"/>
                  </a:lnTo>
                  <a:lnTo>
                    <a:pt x="4998" y="356"/>
                  </a:lnTo>
                  <a:lnTo>
                    <a:pt x="5077" y="296"/>
                  </a:lnTo>
                  <a:lnTo>
                    <a:pt x="5096" y="237"/>
                  </a:lnTo>
                  <a:lnTo>
                    <a:pt x="5077" y="198"/>
                  </a:lnTo>
                  <a:lnTo>
                    <a:pt x="5057" y="178"/>
                  </a:lnTo>
                  <a:lnTo>
                    <a:pt x="4978" y="178"/>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4" name="Google Shape;4444;p17"/>
            <p:cNvSpPr/>
            <p:nvPr/>
          </p:nvSpPr>
          <p:spPr>
            <a:xfrm>
              <a:off x="4190692" y="-2054544"/>
              <a:ext cx="86908" cy="92096"/>
            </a:xfrm>
            <a:custGeom>
              <a:rect b="b" l="l" r="r" t="t"/>
              <a:pathLst>
                <a:path extrusionOk="0" h="2450" w="2312">
                  <a:moveTo>
                    <a:pt x="711" y="139"/>
                  </a:moveTo>
                  <a:lnTo>
                    <a:pt x="849" y="179"/>
                  </a:lnTo>
                  <a:lnTo>
                    <a:pt x="1205" y="258"/>
                  </a:lnTo>
                  <a:lnTo>
                    <a:pt x="1422" y="337"/>
                  </a:lnTo>
                  <a:lnTo>
                    <a:pt x="1639" y="416"/>
                  </a:lnTo>
                  <a:lnTo>
                    <a:pt x="1857" y="495"/>
                  </a:lnTo>
                  <a:lnTo>
                    <a:pt x="2015" y="613"/>
                  </a:lnTo>
                  <a:lnTo>
                    <a:pt x="2094" y="672"/>
                  </a:lnTo>
                  <a:lnTo>
                    <a:pt x="2133" y="751"/>
                  </a:lnTo>
                  <a:lnTo>
                    <a:pt x="2173" y="850"/>
                  </a:lnTo>
                  <a:lnTo>
                    <a:pt x="2193" y="969"/>
                  </a:lnTo>
                  <a:lnTo>
                    <a:pt x="2193" y="1107"/>
                  </a:lnTo>
                  <a:lnTo>
                    <a:pt x="2173" y="1225"/>
                  </a:lnTo>
                  <a:lnTo>
                    <a:pt x="2114" y="1502"/>
                  </a:lnTo>
                  <a:lnTo>
                    <a:pt x="2015" y="1778"/>
                  </a:lnTo>
                  <a:lnTo>
                    <a:pt x="1896" y="2015"/>
                  </a:lnTo>
                  <a:lnTo>
                    <a:pt x="1778" y="2193"/>
                  </a:lnTo>
                  <a:lnTo>
                    <a:pt x="1699" y="2252"/>
                  </a:lnTo>
                  <a:lnTo>
                    <a:pt x="1639" y="2292"/>
                  </a:lnTo>
                  <a:lnTo>
                    <a:pt x="1560" y="2312"/>
                  </a:lnTo>
                  <a:lnTo>
                    <a:pt x="1481" y="2312"/>
                  </a:lnTo>
                  <a:lnTo>
                    <a:pt x="1264" y="2272"/>
                  </a:lnTo>
                  <a:lnTo>
                    <a:pt x="1007" y="2213"/>
                  </a:lnTo>
                  <a:lnTo>
                    <a:pt x="770" y="2114"/>
                  </a:lnTo>
                  <a:lnTo>
                    <a:pt x="533" y="2015"/>
                  </a:lnTo>
                  <a:lnTo>
                    <a:pt x="316" y="1917"/>
                  </a:lnTo>
                  <a:lnTo>
                    <a:pt x="178" y="1838"/>
                  </a:lnTo>
                  <a:lnTo>
                    <a:pt x="138" y="1798"/>
                  </a:lnTo>
                  <a:lnTo>
                    <a:pt x="119" y="1759"/>
                  </a:lnTo>
                  <a:lnTo>
                    <a:pt x="138" y="1660"/>
                  </a:lnTo>
                  <a:lnTo>
                    <a:pt x="158" y="1462"/>
                  </a:lnTo>
                  <a:lnTo>
                    <a:pt x="217" y="1206"/>
                  </a:lnTo>
                  <a:lnTo>
                    <a:pt x="296" y="929"/>
                  </a:lnTo>
                  <a:lnTo>
                    <a:pt x="395" y="633"/>
                  </a:lnTo>
                  <a:lnTo>
                    <a:pt x="494" y="396"/>
                  </a:lnTo>
                  <a:lnTo>
                    <a:pt x="553" y="297"/>
                  </a:lnTo>
                  <a:lnTo>
                    <a:pt x="593" y="218"/>
                  </a:lnTo>
                  <a:lnTo>
                    <a:pt x="652" y="159"/>
                  </a:lnTo>
                  <a:lnTo>
                    <a:pt x="711" y="139"/>
                  </a:lnTo>
                  <a:close/>
                  <a:moveTo>
                    <a:pt x="652" y="1"/>
                  </a:moveTo>
                  <a:lnTo>
                    <a:pt x="593" y="40"/>
                  </a:lnTo>
                  <a:lnTo>
                    <a:pt x="533" y="99"/>
                  </a:lnTo>
                  <a:lnTo>
                    <a:pt x="474" y="179"/>
                  </a:lnTo>
                  <a:lnTo>
                    <a:pt x="415" y="297"/>
                  </a:lnTo>
                  <a:lnTo>
                    <a:pt x="296" y="574"/>
                  </a:lnTo>
                  <a:lnTo>
                    <a:pt x="198" y="890"/>
                  </a:lnTo>
                  <a:lnTo>
                    <a:pt x="119" y="1225"/>
                  </a:lnTo>
                  <a:lnTo>
                    <a:pt x="40" y="1502"/>
                  </a:lnTo>
                  <a:lnTo>
                    <a:pt x="0" y="1719"/>
                  </a:lnTo>
                  <a:lnTo>
                    <a:pt x="0" y="1838"/>
                  </a:lnTo>
                  <a:lnTo>
                    <a:pt x="20" y="1877"/>
                  </a:lnTo>
                  <a:lnTo>
                    <a:pt x="59" y="1917"/>
                  </a:lnTo>
                  <a:lnTo>
                    <a:pt x="217" y="2015"/>
                  </a:lnTo>
                  <a:lnTo>
                    <a:pt x="454" y="2134"/>
                  </a:lnTo>
                  <a:lnTo>
                    <a:pt x="711" y="2233"/>
                  </a:lnTo>
                  <a:lnTo>
                    <a:pt x="1007" y="2351"/>
                  </a:lnTo>
                  <a:lnTo>
                    <a:pt x="1284" y="2410"/>
                  </a:lnTo>
                  <a:lnTo>
                    <a:pt x="1521" y="2450"/>
                  </a:lnTo>
                  <a:lnTo>
                    <a:pt x="1620" y="2450"/>
                  </a:lnTo>
                  <a:lnTo>
                    <a:pt x="1699" y="2430"/>
                  </a:lnTo>
                  <a:lnTo>
                    <a:pt x="1778" y="2391"/>
                  </a:lnTo>
                  <a:lnTo>
                    <a:pt x="1857" y="2312"/>
                  </a:lnTo>
                  <a:lnTo>
                    <a:pt x="1936" y="2233"/>
                  </a:lnTo>
                  <a:lnTo>
                    <a:pt x="1995" y="2114"/>
                  </a:lnTo>
                  <a:lnTo>
                    <a:pt x="2133" y="1857"/>
                  </a:lnTo>
                  <a:lnTo>
                    <a:pt x="2232" y="1561"/>
                  </a:lnTo>
                  <a:lnTo>
                    <a:pt x="2311" y="1245"/>
                  </a:lnTo>
                  <a:lnTo>
                    <a:pt x="2311" y="1087"/>
                  </a:lnTo>
                  <a:lnTo>
                    <a:pt x="2311" y="949"/>
                  </a:lnTo>
                  <a:lnTo>
                    <a:pt x="2311" y="811"/>
                  </a:lnTo>
                  <a:lnTo>
                    <a:pt x="2272" y="712"/>
                  </a:lnTo>
                  <a:lnTo>
                    <a:pt x="2212" y="613"/>
                  </a:lnTo>
                  <a:lnTo>
                    <a:pt x="2133" y="534"/>
                  </a:lnTo>
                  <a:lnTo>
                    <a:pt x="1936" y="416"/>
                  </a:lnTo>
                  <a:lnTo>
                    <a:pt x="1718" y="317"/>
                  </a:lnTo>
                  <a:lnTo>
                    <a:pt x="1462" y="218"/>
                  </a:lnTo>
                  <a:lnTo>
                    <a:pt x="1225" y="159"/>
                  </a:lnTo>
                  <a:lnTo>
                    <a:pt x="830" y="40"/>
                  </a:lnTo>
                  <a:lnTo>
                    <a:pt x="652"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5" name="Google Shape;4445;p17"/>
            <p:cNvSpPr/>
            <p:nvPr/>
          </p:nvSpPr>
          <p:spPr>
            <a:xfrm>
              <a:off x="4035478" y="-1510263"/>
              <a:ext cx="409167" cy="144797"/>
            </a:xfrm>
            <a:custGeom>
              <a:rect b="b" l="l" r="r" t="t"/>
              <a:pathLst>
                <a:path extrusionOk="0" h="3852" w="10885">
                  <a:moveTo>
                    <a:pt x="7665" y="0"/>
                  </a:moveTo>
                  <a:lnTo>
                    <a:pt x="6894" y="20"/>
                  </a:lnTo>
                  <a:lnTo>
                    <a:pt x="6084" y="59"/>
                  </a:lnTo>
                  <a:lnTo>
                    <a:pt x="5275" y="138"/>
                  </a:lnTo>
                  <a:lnTo>
                    <a:pt x="4485" y="217"/>
                  </a:lnTo>
                  <a:lnTo>
                    <a:pt x="3734" y="277"/>
                  </a:lnTo>
                  <a:lnTo>
                    <a:pt x="3043" y="316"/>
                  </a:lnTo>
                  <a:lnTo>
                    <a:pt x="2727" y="336"/>
                  </a:lnTo>
                  <a:lnTo>
                    <a:pt x="2430" y="316"/>
                  </a:lnTo>
                  <a:lnTo>
                    <a:pt x="1937" y="296"/>
                  </a:lnTo>
                  <a:lnTo>
                    <a:pt x="1502" y="277"/>
                  </a:lnTo>
                  <a:lnTo>
                    <a:pt x="1166" y="296"/>
                  </a:lnTo>
                  <a:lnTo>
                    <a:pt x="1008" y="316"/>
                  </a:lnTo>
                  <a:lnTo>
                    <a:pt x="870" y="356"/>
                  </a:lnTo>
                  <a:lnTo>
                    <a:pt x="751" y="395"/>
                  </a:lnTo>
                  <a:lnTo>
                    <a:pt x="633" y="474"/>
                  </a:lnTo>
                  <a:lnTo>
                    <a:pt x="534" y="533"/>
                  </a:lnTo>
                  <a:lnTo>
                    <a:pt x="455" y="632"/>
                  </a:lnTo>
                  <a:lnTo>
                    <a:pt x="356" y="751"/>
                  </a:lnTo>
                  <a:lnTo>
                    <a:pt x="277" y="889"/>
                  </a:lnTo>
                  <a:lnTo>
                    <a:pt x="218" y="1027"/>
                  </a:lnTo>
                  <a:lnTo>
                    <a:pt x="139" y="1205"/>
                  </a:lnTo>
                  <a:lnTo>
                    <a:pt x="80" y="1383"/>
                  </a:lnTo>
                  <a:lnTo>
                    <a:pt x="40" y="1560"/>
                  </a:lnTo>
                  <a:lnTo>
                    <a:pt x="21" y="1718"/>
                  </a:lnTo>
                  <a:lnTo>
                    <a:pt x="1" y="1876"/>
                  </a:lnTo>
                  <a:lnTo>
                    <a:pt x="1" y="2015"/>
                  </a:lnTo>
                  <a:lnTo>
                    <a:pt x="21" y="2153"/>
                  </a:lnTo>
                  <a:lnTo>
                    <a:pt x="60" y="2291"/>
                  </a:lnTo>
                  <a:lnTo>
                    <a:pt x="100" y="2410"/>
                  </a:lnTo>
                  <a:lnTo>
                    <a:pt x="159" y="2528"/>
                  </a:lnTo>
                  <a:lnTo>
                    <a:pt x="238" y="2647"/>
                  </a:lnTo>
                  <a:lnTo>
                    <a:pt x="317" y="2765"/>
                  </a:lnTo>
                  <a:lnTo>
                    <a:pt x="416" y="2864"/>
                  </a:lnTo>
                  <a:lnTo>
                    <a:pt x="613" y="3042"/>
                  </a:lnTo>
                  <a:lnTo>
                    <a:pt x="870" y="3200"/>
                  </a:lnTo>
                  <a:lnTo>
                    <a:pt x="1028" y="3279"/>
                  </a:lnTo>
                  <a:lnTo>
                    <a:pt x="1186" y="3338"/>
                  </a:lnTo>
                  <a:lnTo>
                    <a:pt x="1384" y="3397"/>
                  </a:lnTo>
                  <a:lnTo>
                    <a:pt x="1601" y="3457"/>
                  </a:lnTo>
                  <a:lnTo>
                    <a:pt x="2095" y="3536"/>
                  </a:lnTo>
                  <a:lnTo>
                    <a:pt x="2628" y="3595"/>
                  </a:lnTo>
                  <a:lnTo>
                    <a:pt x="3754" y="3694"/>
                  </a:lnTo>
                  <a:lnTo>
                    <a:pt x="4287" y="3733"/>
                  </a:lnTo>
                  <a:lnTo>
                    <a:pt x="4781" y="3792"/>
                  </a:lnTo>
                  <a:lnTo>
                    <a:pt x="5275" y="3832"/>
                  </a:lnTo>
                  <a:lnTo>
                    <a:pt x="5788" y="3852"/>
                  </a:lnTo>
                  <a:lnTo>
                    <a:pt x="6341" y="3852"/>
                  </a:lnTo>
                  <a:lnTo>
                    <a:pt x="6934" y="3812"/>
                  </a:lnTo>
                  <a:lnTo>
                    <a:pt x="7507" y="3753"/>
                  </a:lnTo>
                  <a:lnTo>
                    <a:pt x="8079" y="3674"/>
                  </a:lnTo>
                  <a:lnTo>
                    <a:pt x="8632" y="3575"/>
                  </a:lnTo>
                  <a:lnTo>
                    <a:pt x="9166" y="3437"/>
                  </a:lnTo>
                  <a:lnTo>
                    <a:pt x="9640" y="3299"/>
                  </a:lnTo>
                  <a:lnTo>
                    <a:pt x="10015" y="3180"/>
                  </a:lnTo>
                  <a:lnTo>
                    <a:pt x="10311" y="3062"/>
                  </a:lnTo>
                  <a:lnTo>
                    <a:pt x="10548" y="2943"/>
                  </a:lnTo>
                  <a:lnTo>
                    <a:pt x="10805" y="2805"/>
                  </a:lnTo>
                  <a:lnTo>
                    <a:pt x="10884" y="2746"/>
                  </a:lnTo>
                  <a:lnTo>
                    <a:pt x="10884" y="2627"/>
                  </a:lnTo>
                  <a:lnTo>
                    <a:pt x="10825" y="2351"/>
                  </a:lnTo>
                  <a:lnTo>
                    <a:pt x="10785" y="2153"/>
                  </a:lnTo>
                  <a:lnTo>
                    <a:pt x="10726" y="1936"/>
                  </a:lnTo>
                  <a:lnTo>
                    <a:pt x="10627" y="1718"/>
                  </a:lnTo>
                  <a:lnTo>
                    <a:pt x="10529" y="1481"/>
                  </a:lnTo>
                  <a:lnTo>
                    <a:pt x="10390" y="1225"/>
                  </a:lnTo>
                  <a:lnTo>
                    <a:pt x="10213" y="988"/>
                  </a:lnTo>
                  <a:lnTo>
                    <a:pt x="10015" y="770"/>
                  </a:lnTo>
                  <a:lnTo>
                    <a:pt x="9778" y="553"/>
                  </a:lnTo>
                  <a:lnTo>
                    <a:pt x="9640" y="454"/>
                  </a:lnTo>
                  <a:lnTo>
                    <a:pt x="9502" y="375"/>
                  </a:lnTo>
                  <a:lnTo>
                    <a:pt x="9344" y="296"/>
                  </a:lnTo>
                  <a:lnTo>
                    <a:pt x="9186" y="217"/>
                  </a:lnTo>
                  <a:lnTo>
                    <a:pt x="9008" y="158"/>
                  </a:lnTo>
                  <a:lnTo>
                    <a:pt x="8830" y="99"/>
                  </a:lnTo>
                  <a:lnTo>
                    <a:pt x="8632" y="59"/>
                  </a:lnTo>
                  <a:lnTo>
                    <a:pt x="8415" y="40"/>
                  </a:lnTo>
                  <a:lnTo>
                    <a:pt x="8040" y="20"/>
                  </a:lnTo>
                  <a:lnTo>
                    <a:pt x="766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
            <p:cNvSpPr/>
            <p:nvPr/>
          </p:nvSpPr>
          <p:spPr>
            <a:xfrm>
              <a:off x="4061491" y="-1489475"/>
              <a:ext cx="86156" cy="83938"/>
            </a:xfrm>
            <a:custGeom>
              <a:rect b="b" l="l" r="r" t="t"/>
              <a:pathLst>
                <a:path extrusionOk="0" h="2233" w="2292">
                  <a:moveTo>
                    <a:pt x="1106" y="119"/>
                  </a:moveTo>
                  <a:lnTo>
                    <a:pt x="1343" y="138"/>
                  </a:lnTo>
                  <a:lnTo>
                    <a:pt x="1580" y="138"/>
                  </a:lnTo>
                  <a:lnTo>
                    <a:pt x="1798" y="178"/>
                  </a:lnTo>
                  <a:lnTo>
                    <a:pt x="1956" y="237"/>
                  </a:lnTo>
                  <a:lnTo>
                    <a:pt x="2015" y="277"/>
                  </a:lnTo>
                  <a:lnTo>
                    <a:pt x="2074" y="356"/>
                  </a:lnTo>
                  <a:lnTo>
                    <a:pt x="2114" y="435"/>
                  </a:lnTo>
                  <a:lnTo>
                    <a:pt x="2153" y="533"/>
                  </a:lnTo>
                  <a:lnTo>
                    <a:pt x="2193" y="770"/>
                  </a:lnTo>
                  <a:lnTo>
                    <a:pt x="2193" y="1047"/>
                  </a:lnTo>
                  <a:lnTo>
                    <a:pt x="2153" y="1323"/>
                  </a:lnTo>
                  <a:lnTo>
                    <a:pt x="2133" y="1442"/>
                  </a:lnTo>
                  <a:lnTo>
                    <a:pt x="2074" y="1580"/>
                  </a:lnTo>
                  <a:lnTo>
                    <a:pt x="2035" y="1679"/>
                  </a:lnTo>
                  <a:lnTo>
                    <a:pt x="1956" y="1778"/>
                  </a:lnTo>
                  <a:lnTo>
                    <a:pt x="1877" y="1877"/>
                  </a:lnTo>
                  <a:lnTo>
                    <a:pt x="1798" y="1936"/>
                  </a:lnTo>
                  <a:lnTo>
                    <a:pt x="1699" y="1975"/>
                  </a:lnTo>
                  <a:lnTo>
                    <a:pt x="1580" y="2015"/>
                  </a:lnTo>
                  <a:lnTo>
                    <a:pt x="1343" y="2074"/>
                  </a:lnTo>
                  <a:lnTo>
                    <a:pt x="1067" y="2094"/>
                  </a:lnTo>
                  <a:lnTo>
                    <a:pt x="810" y="2114"/>
                  </a:lnTo>
                  <a:lnTo>
                    <a:pt x="553" y="2094"/>
                  </a:lnTo>
                  <a:lnTo>
                    <a:pt x="356" y="2054"/>
                  </a:lnTo>
                  <a:lnTo>
                    <a:pt x="217" y="1995"/>
                  </a:lnTo>
                  <a:lnTo>
                    <a:pt x="178" y="1956"/>
                  </a:lnTo>
                  <a:lnTo>
                    <a:pt x="158" y="1936"/>
                  </a:lnTo>
                  <a:lnTo>
                    <a:pt x="158" y="1798"/>
                  </a:lnTo>
                  <a:lnTo>
                    <a:pt x="158" y="1600"/>
                  </a:lnTo>
                  <a:lnTo>
                    <a:pt x="178" y="1343"/>
                  </a:lnTo>
                  <a:lnTo>
                    <a:pt x="217" y="1047"/>
                  </a:lnTo>
                  <a:lnTo>
                    <a:pt x="257" y="751"/>
                  </a:lnTo>
                  <a:lnTo>
                    <a:pt x="336" y="494"/>
                  </a:lnTo>
                  <a:lnTo>
                    <a:pt x="415" y="277"/>
                  </a:lnTo>
                  <a:lnTo>
                    <a:pt x="454" y="198"/>
                  </a:lnTo>
                  <a:lnTo>
                    <a:pt x="494" y="158"/>
                  </a:lnTo>
                  <a:lnTo>
                    <a:pt x="672" y="138"/>
                  </a:lnTo>
                  <a:lnTo>
                    <a:pt x="1106" y="119"/>
                  </a:lnTo>
                  <a:close/>
                  <a:moveTo>
                    <a:pt x="1067" y="0"/>
                  </a:moveTo>
                  <a:lnTo>
                    <a:pt x="593" y="20"/>
                  </a:lnTo>
                  <a:lnTo>
                    <a:pt x="395" y="40"/>
                  </a:lnTo>
                  <a:lnTo>
                    <a:pt x="336" y="99"/>
                  </a:lnTo>
                  <a:lnTo>
                    <a:pt x="277" y="178"/>
                  </a:lnTo>
                  <a:lnTo>
                    <a:pt x="198" y="415"/>
                  </a:lnTo>
                  <a:lnTo>
                    <a:pt x="119" y="711"/>
                  </a:lnTo>
                  <a:lnTo>
                    <a:pt x="59" y="1047"/>
                  </a:lnTo>
                  <a:lnTo>
                    <a:pt x="20" y="1363"/>
                  </a:lnTo>
                  <a:lnTo>
                    <a:pt x="0" y="1659"/>
                  </a:lnTo>
                  <a:lnTo>
                    <a:pt x="0" y="1896"/>
                  </a:lnTo>
                  <a:lnTo>
                    <a:pt x="0" y="2035"/>
                  </a:lnTo>
                  <a:lnTo>
                    <a:pt x="20" y="2074"/>
                  </a:lnTo>
                  <a:lnTo>
                    <a:pt x="59" y="2114"/>
                  </a:lnTo>
                  <a:lnTo>
                    <a:pt x="237" y="2173"/>
                  </a:lnTo>
                  <a:lnTo>
                    <a:pt x="454" y="2212"/>
                  </a:lnTo>
                  <a:lnTo>
                    <a:pt x="731" y="2232"/>
                  </a:lnTo>
                  <a:lnTo>
                    <a:pt x="1027" y="2232"/>
                  </a:lnTo>
                  <a:lnTo>
                    <a:pt x="1324" y="2193"/>
                  </a:lnTo>
                  <a:lnTo>
                    <a:pt x="1600" y="2133"/>
                  </a:lnTo>
                  <a:lnTo>
                    <a:pt x="1738" y="2094"/>
                  </a:lnTo>
                  <a:lnTo>
                    <a:pt x="1837" y="2035"/>
                  </a:lnTo>
                  <a:lnTo>
                    <a:pt x="1936" y="1975"/>
                  </a:lnTo>
                  <a:lnTo>
                    <a:pt x="2035" y="1877"/>
                  </a:lnTo>
                  <a:lnTo>
                    <a:pt x="2114" y="1758"/>
                  </a:lnTo>
                  <a:lnTo>
                    <a:pt x="2173" y="1640"/>
                  </a:lnTo>
                  <a:lnTo>
                    <a:pt x="2212" y="1501"/>
                  </a:lnTo>
                  <a:lnTo>
                    <a:pt x="2252" y="1343"/>
                  </a:lnTo>
                  <a:lnTo>
                    <a:pt x="2291" y="1047"/>
                  </a:lnTo>
                  <a:lnTo>
                    <a:pt x="2291" y="731"/>
                  </a:lnTo>
                  <a:lnTo>
                    <a:pt x="2272" y="593"/>
                  </a:lnTo>
                  <a:lnTo>
                    <a:pt x="2252" y="474"/>
                  </a:lnTo>
                  <a:lnTo>
                    <a:pt x="2212" y="356"/>
                  </a:lnTo>
                  <a:lnTo>
                    <a:pt x="2153" y="257"/>
                  </a:lnTo>
                  <a:lnTo>
                    <a:pt x="2094" y="178"/>
                  </a:lnTo>
                  <a:lnTo>
                    <a:pt x="2035" y="119"/>
                  </a:lnTo>
                  <a:lnTo>
                    <a:pt x="1857" y="59"/>
                  </a:lnTo>
                  <a:lnTo>
                    <a:pt x="1600" y="20"/>
                  </a:lnTo>
                  <a:lnTo>
                    <a:pt x="1343" y="20"/>
                  </a:lnTo>
                  <a:lnTo>
                    <a:pt x="106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
            <p:cNvSpPr/>
            <p:nvPr/>
          </p:nvSpPr>
          <p:spPr>
            <a:xfrm>
              <a:off x="4011006" y="-1882265"/>
              <a:ext cx="351955" cy="350489"/>
            </a:xfrm>
            <a:custGeom>
              <a:rect b="b" l="l" r="r" t="t"/>
              <a:pathLst>
                <a:path extrusionOk="0" h="9324" w="9363">
                  <a:moveTo>
                    <a:pt x="4859" y="376"/>
                  </a:moveTo>
                  <a:lnTo>
                    <a:pt x="5234" y="395"/>
                  </a:lnTo>
                  <a:lnTo>
                    <a:pt x="5610" y="455"/>
                  </a:lnTo>
                  <a:lnTo>
                    <a:pt x="5965" y="514"/>
                  </a:lnTo>
                  <a:lnTo>
                    <a:pt x="6163" y="573"/>
                  </a:lnTo>
                  <a:lnTo>
                    <a:pt x="6340" y="632"/>
                  </a:lnTo>
                  <a:lnTo>
                    <a:pt x="6696" y="771"/>
                  </a:lnTo>
                  <a:lnTo>
                    <a:pt x="7052" y="968"/>
                  </a:lnTo>
                  <a:lnTo>
                    <a:pt x="7387" y="1205"/>
                  </a:lnTo>
                  <a:lnTo>
                    <a:pt x="7684" y="1482"/>
                  </a:lnTo>
                  <a:lnTo>
                    <a:pt x="7980" y="1798"/>
                  </a:lnTo>
                  <a:lnTo>
                    <a:pt x="8237" y="2133"/>
                  </a:lnTo>
                  <a:lnTo>
                    <a:pt x="8454" y="2489"/>
                  </a:lnTo>
                  <a:lnTo>
                    <a:pt x="8651" y="2884"/>
                  </a:lnTo>
                  <a:lnTo>
                    <a:pt x="8790" y="3299"/>
                  </a:lnTo>
                  <a:lnTo>
                    <a:pt x="8849" y="3496"/>
                  </a:lnTo>
                  <a:lnTo>
                    <a:pt x="8908" y="3714"/>
                  </a:lnTo>
                  <a:lnTo>
                    <a:pt x="8928" y="3931"/>
                  </a:lnTo>
                  <a:lnTo>
                    <a:pt x="8948" y="4168"/>
                  </a:lnTo>
                  <a:lnTo>
                    <a:pt x="8967" y="4385"/>
                  </a:lnTo>
                  <a:lnTo>
                    <a:pt x="8948" y="4622"/>
                  </a:lnTo>
                  <a:lnTo>
                    <a:pt x="8928" y="4839"/>
                  </a:lnTo>
                  <a:lnTo>
                    <a:pt x="8908" y="5077"/>
                  </a:lnTo>
                  <a:lnTo>
                    <a:pt x="8849" y="5294"/>
                  </a:lnTo>
                  <a:lnTo>
                    <a:pt x="8790" y="5531"/>
                  </a:lnTo>
                  <a:lnTo>
                    <a:pt x="8711" y="5768"/>
                  </a:lnTo>
                  <a:lnTo>
                    <a:pt x="8612" y="6005"/>
                  </a:lnTo>
                  <a:lnTo>
                    <a:pt x="8493" y="6242"/>
                  </a:lnTo>
                  <a:lnTo>
                    <a:pt x="8375" y="6459"/>
                  </a:lnTo>
                  <a:lnTo>
                    <a:pt x="8237" y="6676"/>
                  </a:lnTo>
                  <a:lnTo>
                    <a:pt x="8098" y="6894"/>
                  </a:lnTo>
                  <a:lnTo>
                    <a:pt x="7940" y="7111"/>
                  </a:lnTo>
                  <a:lnTo>
                    <a:pt x="7782" y="7308"/>
                  </a:lnTo>
                  <a:lnTo>
                    <a:pt x="7605" y="7486"/>
                  </a:lnTo>
                  <a:lnTo>
                    <a:pt x="7427" y="7664"/>
                  </a:lnTo>
                  <a:lnTo>
                    <a:pt x="7249" y="7842"/>
                  </a:lnTo>
                  <a:lnTo>
                    <a:pt x="7052" y="8000"/>
                  </a:lnTo>
                  <a:lnTo>
                    <a:pt x="6854" y="8158"/>
                  </a:lnTo>
                  <a:lnTo>
                    <a:pt x="6637" y="8296"/>
                  </a:lnTo>
                  <a:lnTo>
                    <a:pt x="6439" y="8415"/>
                  </a:lnTo>
                  <a:lnTo>
                    <a:pt x="6222" y="8533"/>
                  </a:lnTo>
                  <a:lnTo>
                    <a:pt x="6005" y="8632"/>
                  </a:lnTo>
                  <a:lnTo>
                    <a:pt x="5768" y="8711"/>
                  </a:lnTo>
                  <a:lnTo>
                    <a:pt x="5531" y="8790"/>
                  </a:lnTo>
                  <a:lnTo>
                    <a:pt x="5313" y="8849"/>
                  </a:lnTo>
                  <a:lnTo>
                    <a:pt x="5076" y="8908"/>
                  </a:lnTo>
                  <a:lnTo>
                    <a:pt x="4820" y="8928"/>
                  </a:lnTo>
                  <a:lnTo>
                    <a:pt x="4583" y="8948"/>
                  </a:lnTo>
                  <a:lnTo>
                    <a:pt x="4345" y="8948"/>
                  </a:lnTo>
                  <a:lnTo>
                    <a:pt x="4089" y="8928"/>
                  </a:lnTo>
                  <a:lnTo>
                    <a:pt x="3852" y="8889"/>
                  </a:lnTo>
                  <a:lnTo>
                    <a:pt x="3595" y="8829"/>
                  </a:lnTo>
                  <a:lnTo>
                    <a:pt x="3338" y="8750"/>
                  </a:lnTo>
                  <a:lnTo>
                    <a:pt x="3101" y="8671"/>
                  </a:lnTo>
                  <a:lnTo>
                    <a:pt x="2844" y="8553"/>
                  </a:lnTo>
                  <a:lnTo>
                    <a:pt x="2607" y="8434"/>
                  </a:lnTo>
                  <a:lnTo>
                    <a:pt x="2351" y="8276"/>
                  </a:lnTo>
                  <a:lnTo>
                    <a:pt x="2114" y="8099"/>
                  </a:lnTo>
                  <a:lnTo>
                    <a:pt x="1857" y="7921"/>
                  </a:lnTo>
                  <a:lnTo>
                    <a:pt x="1521" y="7605"/>
                  </a:lnTo>
                  <a:lnTo>
                    <a:pt x="1343" y="7427"/>
                  </a:lnTo>
                  <a:lnTo>
                    <a:pt x="1165" y="7229"/>
                  </a:lnTo>
                  <a:lnTo>
                    <a:pt x="988" y="7012"/>
                  </a:lnTo>
                  <a:lnTo>
                    <a:pt x="830" y="6775"/>
                  </a:lnTo>
                  <a:lnTo>
                    <a:pt x="691" y="6518"/>
                  </a:lnTo>
                  <a:lnTo>
                    <a:pt x="573" y="6262"/>
                  </a:lnTo>
                  <a:lnTo>
                    <a:pt x="474" y="5965"/>
                  </a:lnTo>
                  <a:lnTo>
                    <a:pt x="395" y="5669"/>
                  </a:lnTo>
                  <a:lnTo>
                    <a:pt x="356" y="5333"/>
                  </a:lnTo>
                  <a:lnTo>
                    <a:pt x="356" y="4998"/>
                  </a:lnTo>
                  <a:lnTo>
                    <a:pt x="375" y="4622"/>
                  </a:lnTo>
                  <a:lnTo>
                    <a:pt x="454" y="4247"/>
                  </a:lnTo>
                  <a:lnTo>
                    <a:pt x="593" y="3832"/>
                  </a:lnTo>
                  <a:lnTo>
                    <a:pt x="770" y="3398"/>
                  </a:lnTo>
                  <a:lnTo>
                    <a:pt x="1007" y="2904"/>
                  </a:lnTo>
                  <a:lnTo>
                    <a:pt x="1264" y="2469"/>
                  </a:lnTo>
                  <a:lnTo>
                    <a:pt x="1541" y="2074"/>
                  </a:lnTo>
                  <a:lnTo>
                    <a:pt x="1837" y="1719"/>
                  </a:lnTo>
                  <a:lnTo>
                    <a:pt x="2133" y="1422"/>
                  </a:lnTo>
                  <a:lnTo>
                    <a:pt x="2449" y="1166"/>
                  </a:lnTo>
                  <a:lnTo>
                    <a:pt x="2765" y="948"/>
                  </a:lnTo>
                  <a:lnTo>
                    <a:pt x="3101" y="751"/>
                  </a:lnTo>
                  <a:lnTo>
                    <a:pt x="3437" y="613"/>
                  </a:lnTo>
                  <a:lnTo>
                    <a:pt x="3792" y="514"/>
                  </a:lnTo>
                  <a:lnTo>
                    <a:pt x="4148" y="435"/>
                  </a:lnTo>
                  <a:lnTo>
                    <a:pt x="4504" y="395"/>
                  </a:lnTo>
                  <a:lnTo>
                    <a:pt x="4859" y="376"/>
                  </a:lnTo>
                  <a:close/>
                  <a:moveTo>
                    <a:pt x="4899" y="0"/>
                  </a:moveTo>
                  <a:lnTo>
                    <a:pt x="4504" y="20"/>
                  </a:lnTo>
                  <a:lnTo>
                    <a:pt x="4108" y="59"/>
                  </a:lnTo>
                  <a:lnTo>
                    <a:pt x="3733" y="138"/>
                  </a:lnTo>
                  <a:lnTo>
                    <a:pt x="3358" y="257"/>
                  </a:lnTo>
                  <a:lnTo>
                    <a:pt x="2983" y="415"/>
                  </a:lnTo>
                  <a:lnTo>
                    <a:pt x="2627" y="613"/>
                  </a:lnTo>
                  <a:lnTo>
                    <a:pt x="2272" y="850"/>
                  </a:lnTo>
                  <a:lnTo>
                    <a:pt x="1936" y="1146"/>
                  </a:lnTo>
                  <a:lnTo>
                    <a:pt x="1600" y="1462"/>
                  </a:lnTo>
                  <a:lnTo>
                    <a:pt x="1284" y="1857"/>
                  </a:lnTo>
                  <a:lnTo>
                    <a:pt x="988" y="2272"/>
                  </a:lnTo>
                  <a:lnTo>
                    <a:pt x="711" y="2766"/>
                  </a:lnTo>
                  <a:lnTo>
                    <a:pt x="435" y="3299"/>
                  </a:lnTo>
                  <a:lnTo>
                    <a:pt x="257" y="3753"/>
                  </a:lnTo>
                  <a:lnTo>
                    <a:pt x="119" y="4207"/>
                  </a:lnTo>
                  <a:lnTo>
                    <a:pt x="20" y="4622"/>
                  </a:lnTo>
                  <a:lnTo>
                    <a:pt x="0" y="5017"/>
                  </a:lnTo>
                  <a:lnTo>
                    <a:pt x="0" y="5393"/>
                  </a:lnTo>
                  <a:lnTo>
                    <a:pt x="40" y="5748"/>
                  </a:lnTo>
                  <a:lnTo>
                    <a:pt x="119" y="6084"/>
                  </a:lnTo>
                  <a:lnTo>
                    <a:pt x="237" y="6400"/>
                  </a:lnTo>
                  <a:lnTo>
                    <a:pt x="375" y="6696"/>
                  </a:lnTo>
                  <a:lnTo>
                    <a:pt x="514" y="6953"/>
                  </a:lnTo>
                  <a:lnTo>
                    <a:pt x="691" y="7210"/>
                  </a:lnTo>
                  <a:lnTo>
                    <a:pt x="869" y="7447"/>
                  </a:lnTo>
                  <a:lnTo>
                    <a:pt x="1067" y="7664"/>
                  </a:lnTo>
                  <a:lnTo>
                    <a:pt x="1264" y="7862"/>
                  </a:lnTo>
                  <a:lnTo>
                    <a:pt x="1639" y="8197"/>
                  </a:lnTo>
                  <a:lnTo>
                    <a:pt x="1896" y="8415"/>
                  </a:lnTo>
                  <a:lnTo>
                    <a:pt x="2173" y="8592"/>
                  </a:lnTo>
                  <a:lnTo>
                    <a:pt x="2430" y="8750"/>
                  </a:lnTo>
                  <a:lnTo>
                    <a:pt x="2706" y="8908"/>
                  </a:lnTo>
                  <a:lnTo>
                    <a:pt x="2983" y="9027"/>
                  </a:lnTo>
                  <a:lnTo>
                    <a:pt x="3259" y="9126"/>
                  </a:lnTo>
                  <a:lnTo>
                    <a:pt x="3516" y="9205"/>
                  </a:lnTo>
                  <a:lnTo>
                    <a:pt x="3792" y="9264"/>
                  </a:lnTo>
                  <a:lnTo>
                    <a:pt x="4069" y="9303"/>
                  </a:lnTo>
                  <a:lnTo>
                    <a:pt x="4326" y="9323"/>
                  </a:lnTo>
                  <a:lnTo>
                    <a:pt x="4602" y="9323"/>
                  </a:lnTo>
                  <a:lnTo>
                    <a:pt x="4859" y="9303"/>
                  </a:lnTo>
                  <a:lnTo>
                    <a:pt x="5136" y="9264"/>
                  </a:lnTo>
                  <a:lnTo>
                    <a:pt x="5392" y="9224"/>
                  </a:lnTo>
                  <a:lnTo>
                    <a:pt x="5629" y="9165"/>
                  </a:lnTo>
                  <a:lnTo>
                    <a:pt x="5886" y="9086"/>
                  </a:lnTo>
                  <a:lnTo>
                    <a:pt x="6143" y="8987"/>
                  </a:lnTo>
                  <a:lnTo>
                    <a:pt x="6380" y="8869"/>
                  </a:lnTo>
                  <a:lnTo>
                    <a:pt x="6617" y="8750"/>
                  </a:lnTo>
                  <a:lnTo>
                    <a:pt x="6834" y="8612"/>
                  </a:lnTo>
                  <a:lnTo>
                    <a:pt x="7071" y="8454"/>
                  </a:lnTo>
                  <a:lnTo>
                    <a:pt x="7289" y="8296"/>
                  </a:lnTo>
                  <a:lnTo>
                    <a:pt x="7486" y="8118"/>
                  </a:lnTo>
                  <a:lnTo>
                    <a:pt x="7684" y="7941"/>
                  </a:lnTo>
                  <a:lnTo>
                    <a:pt x="7881" y="7743"/>
                  </a:lnTo>
                  <a:lnTo>
                    <a:pt x="8079" y="7546"/>
                  </a:lnTo>
                  <a:lnTo>
                    <a:pt x="8256" y="7328"/>
                  </a:lnTo>
                  <a:lnTo>
                    <a:pt x="8414" y="7091"/>
                  </a:lnTo>
                  <a:lnTo>
                    <a:pt x="8572" y="6854"/>
                  </a:lnTo>
                  <a:lnTo>
                    <a:pt x="8711" y="6617"/>
                  </a:lnTo>
                  <a:lnTo>
                    <a:pt x="8849" y="6380"/>
                  </a:lnTo>
                  <a:lnTo>
                    <a:pt x="8987" y="6123"/>
                  </a:lnTo>
                  <a:lnTo>
                    <a:pt x="9086" y="5867"/>
                  </a:lnTo>
                  <a:lnTo>
                    <a:pt x="9165" y="5610"/>
                  </a:lnTo>
                  <a:lnTo>
                    <a:pt x="9244" y="5353"/>
                  </a:lnTo>
                  <a:lnTo>
                    <a:pt x="9303" y="5116"/>
                  </a:lnTo>
                  <a:lnTo>
                    <a:pt x="9343" y="4859"/>
                  </a:lnTo>
                  <a:lnTo>
                    <a:pt x="9363" y="4602"/>
                  </a:lnTo>
                  <a:lnTo>
                    <a:pt x="9363" y="4365"/>
                  </a:lnTo>
                  <a:lnTo>
                    <a:pt x="9363" y="4109"/>
                  </a:lnTo>
                  <a:lnTo>
                    <a:pt x="9323" y="3872"/>
                  </a:lnTo>
                  <a:lnTo>
                    <a:pt x="9303" y="3635"/>
                  </a:lnTo>
                  <a:lnTo>
                    <a:pt x="9244" y="3398"/>
                  </a:lnTo>
                  <a:lnTo>
                    <a:pt x="9185" y="3180"/>
                  </a:lnTo>
                  <a:lnTo>
                    <a:pt x="9106" y="2943"/>
                  </a:lnTo>
                  <a:lnTo>
                    <a:pt x="9027" y="2726"/>
                  </a:lnTo>
                  <a:lnTo>
                    <a:pt x="8928" y="2509"/>
                  </a:lnTo>
                  <a:lnTo>
                    <a:pt x="8809" y="2311"/>
                  </a:lnTo>
                  <a:lnTo>
                    <a:pt x="8572" y="1916"/>
                  </a:lnTo>
                  <a:lnTo>
                    <a:pt x="8296" y="1541"/>
                  </a:lnTo>
                  <a:lnTo>
                    <a:pt x="7980" y="1205"/>
                  </a:lnTo>
                  <a:lnTo>
                    <a:pt x="7644" y="909"/>
                  </a:lnTo>
                  <a:lnTo>
                    <a:pt x="7289" y="652"/>
                  </a:lnTo>
                  <a:lnTo>
                    <a:pt x="6913" y="435"/>
                  </a:lnTo>
                  <a:lnTo>
                    <a:pt x="6716" y="336"/>
                  </a:lnTo>
                  <a:lnTo>
                    <a:pt x="6518" y="257"/>
                  </a:lnTo>
                  <a:lnTo>
                    <a:pt x="6321" y="198"/>
                  </a:lnTo>
                  <a:lnTo>
                    <a:pt x="6103" y="158"/>
                  </a:lnTo>
                  <a:lnTo>
                    <a:pt x="5708" y="79"/>
                  </a:lnTo>
                  <a:lnTo>
                    <a:pt x="5313" y="20"/>
                  </a:lnTo>
                  <a:lnTo>
                    <a:pt x="489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
            <p:cNvSpPr/>
            <p:nvPr/>
          </p:nvSpPr>
          <p:spPr>
            <a:xfrm>
              <a:off x="4556002" y="-1142735"/>
              <a:ext cx="752" cy="789"/>
            </a:xfrm>
            <a:custGeom>
              <a:rect b="b" l="l" r="r" t="t"/>
              <a:pathLst>
                <a:path extrusionOk="0" h="21" w="20">
                  <a:moveTo>
                    <a:pt x="20" y="20"/>
                  </a:moveTo>
                  <a:lnTo>
                    <a:pt x="20" y="20"/>
                  </a:lnTo>
                  <a:lnTo>
                    <a:pt x="0" y="0"/>
                  </a:lnTo>
                  <a:lnTo>
                    <a:pt x="0" y="0"/>
                  </a:lnTo>
                  <a:lnTo>
                    <a:pt x="20" y="20"/>
                  </a:lnTo>
                  <a:lnTo>
                    <a:pt x="2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
            <p:cNvSpPr/>
            <p:nvPr/>
          </p:nvSpPr>
          <p:spPr>
            <a:xfrm>
              <a:off x="4619831" y="-1325390"/>
              <a:ext cx="38" cy="789"/>
            </a:xfrm>
            <a:custGeom>
              <a:rect b="b" l="l" r="r" t="t"/>
              <a:pathLst>
                <a:path extrusionOk="0" h="21" w="1">
                  <a:moveTo>
                    <a:pt x="1" y="20"/>
                  </a:moveTo>
                  <a:lnTo>
                    <a:pt x="1" y="20"/>
                  </a:lnTo>
                  <a:lnTo>
                    <a:pt x="1" y="0"/>
                  </a:lnTo>
                  <a:lnTo>
                    <a:pt x="1" y="0"/>
                  </a:lnTo>
                  <a:lnTo>
                    <a:pt x="1" y="20"/>
                  </a:lnTo>
                  <a:lnTo>
                    <a:pt x="1"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0" name="Google Shape;4450;p17"/>
            <p:cNvSpPr/>
            <p:nvPr/>
          </p:nvSpPr>
          <p:spPr>
            <a:xfrm>
              <a:off x="4475782" y="-1401136"/>
              <a:ext cx="160434" cy="330454"/>
            </a:xfrm>
            <a:custGeom>
              <a:rect b="b" l="l" r="r" t="t"/>
              <a:pathLst>
                <a:path extrusionOk="0" h="8791" w="4268">
                  <a:moveTo>
                    <a:pt x="2450" y="5551"/>
                  </a:moveTo>
                  <a:lnTo>
                    <a:pt x="2470" y="5610"/>
                  </a:lnTo>
                  <a:lnTo>
                    <a:pt x="2490" y="5669"/>
                  </a:lnTo>
                  <a:lnTo>
                    <a:pt x="2509" y="5669"/>
                  </a:lnTo>
                  <a:lnTo>
                    <a:pt x="2529" y="5650"/>
                  </a:lnTo>
                  <a:lnTo>
                    <a:pt x="2529" y="5610"/>
                  </a:lnTo>
                  <a:lnTo>
                    <a:pt x="2569" y="5590"/>
                  </a:lnTo>
                  <a:lnTo>
                    <a:pt x="2529" y="5590"/>
                  </a:lnTo>
                  <a:lnTo>
                    <a:pt x="2509" y="5571"/>
                  </a:lnTo>
                  <a:lnTo>
                    <a:pt x="2470" y="5551"/>
                  </a:lnTo>
                  <a:close/>
                  <a:moveTo>
                    <a:pt x="3062" y="1"/>
                  </a:moveTo>
                  <a:lnTo>
                    <a:pt x="3082" y="40"/>
                  </a:lnTo>
                  <a:lnTo>
                    <a:pt x="3082" y="60"/>
                  </a:lnTo>
                  <a:lnTo>
                    <a:pt x="3043" y="119"/>
                  </a:lnTo>
                  <a:lnTo>
                    <a:pt x="3043" y="139"/>
                  </a:lnTo>
                  <a:lnTo>
                    <a:pt x="3043" y="159"/>
                  </a:lnTo>
                  <a:lnTo>
                    <a:pt x="3023" y="198"/>
                  </a:lnTo>
                  <a:lnTo>
                    <a:pt x="3003" y="238"/>
                  </a:lnTo>
                  <a:lnTo>
                    <a:pt x="2944" y="297"/>
                  </a:lnTo>
                  <a:lnTo>
                    <a:pt x="2924" y="317"/>
                  </a:lnTo>
                  <a:lnTo>
                    <a:pt x="2924" y="336"/>
                  </a:lnTo>
                  <a:lnTo>
                    <a:pt x="2924" y="376"/>
                  </a:lnTo>
                  <a:lnTo>
                    <a:pt x="2964" y="415"/>
                  </a:lnTo>
                  <a:lnTo>
                    <a:pt x="3003" y="396"/>
                  </a:lnTo>
                  <a:lnTo>
                    <a:pt x="3043" y="396"/>
                  </a:lnTo>
                  <a:lnTo>
                    <a:pt x="3062" y="415"/>
                  </a:lnTo>
                  <a:lnTo>
                    <a:pt x="3023" y="435"/>
                  </a:lnTo>
                  <a:lnTo>
                    <a:pt x="3003" y="455"/>
                  </a:lnTo>
                  <a:lnTo>
                    <a:pt x="2983" y="475"/>
                  </a:lnTo>
                  <a:lnTo>
                    <a:pt x="2964" y="475"/>
                  </a:lnTo>
                  <a:lnTo>
                    <a:pt x="2944" y="435"/>
                  </a:lnTo>
                  <a:lnTo>
                    <a:pt x="2904" y="514"/>
                  </a:lnTo>
                  <a:lnTo>
                    <a:pt x="2885" y="554"/>
                  </a:lnTo>
                  <a:lnTo>
                    <a:pt x="2964" y="593"/>
                  </a:lnTo>
                  <a:lnTo>
                    <a:pt x="2983" y="633"/>
                  </a:lnTo>
                  <a:lnTo>
                    <a:pt x="3003" y="652"/>
                  </a:lnTo>
                  <a:lnTo>
                    <a:pt x="2964" y="672"/>
                  </a:lnTo>
                  <a:lnTo>
                    <a:pt x="2944" y="672"/>
                  </a:lnTo>
                  <a:lnTo>
                    <a:pt x="2904" y="652"/>
                  </a:lnTo>
                  <a:lnTo>
                    <a:pt x="2865" y="613"/>
                  </a:lnTo>
                  <a:lnTo>
                    <a:pt x="2845" y="593"/>
                  </a:lnTo>
                  <a:lnTo>
                    <a:pt x="2806" y="613"/>
                  </a:lnTo>
                  <a:lnTo>
                    <a:pt x="2825" y="731"/>
                  </a:lnTo>
                  <a:lnTo>
                    <a:pt x="2766" y="731"/>
                  </a:lnTo>
                  <a:lnTo>
                    <a:pt x="2727" y="771"/>
                  </a:lnTo>
                  <a:lnTo>
                    <a:pt x="2707" y="830"/>
                  </a:lnTo>
                  <a:lnTo>
                    <a:pt x="2707" y="949"/>
                  </a:lnTo>
                  <a:lnTo>
                    <a:pt x="2707" y="1067"/>
                  </a:lnTo>
                  <a:lnTo>
                    <a:pt x="2707" y="1126"/>
                  </a:lnTo>
                  <a:lnTo>
                    <a:pt x="2687" y="1186"/>
                  </a:lnTo>
                  <a:lnTo>
                    <a:pt x="2648" y="1146"/>
                  </a:lnTo>
                  <a:lnTo>
                    <a:pt x="2628" y="1087"/>
                  </a:lnTo>
                  <a:lnTo>
                    <a:pt x="2628" y="1028"/>
                  </a:lnTo>
                  <a:lnTo>
                    <a:pt x="2628" y="988"/>
                  </a:lnTo>
                  <a:lnTo>
                    <a:pt x="2608" y="988"/>
                  </a:lnTo>
                  <a:lnTo>
                    <a:pt x="2588" y="1008"/>
                  </a:lnTo>
                  <a:lnTo>
                    <a:pt x="2569" y="1067"/>
                  </a:lnTo>
                  <a:lnTo>
                    <a:pt x="2569" y="1107"/>
                  </a:lnTo>
                  <a:lnTo>
                    <a:pt x="2549" y="1126"/>
                  </a:lnTo>
                  <a:lnTo>
                    <a:pt x="2529" y="1146"/>
                  </a:lnTo>
                  <a:lnTo>
                    <a:pt x="2509" y="1205"/>
                  </a:lnTo>
                  <a:lnTo>
                    <a:pt x="2529" y="1245"/>
                  </a:lnTo>
                  <a:lnTo>
                    <a:pt x="2549" y="1284"/>
                  </a:lnTo>
                  <a:lnTo>
                    <a:pt x="2588" y="1304"/>
                  </a:lnTo>
                  <a:lnTo>
                    <a:pt x="2588" y="1344"/>
                  </a:lnTo>
                  <a:lnTo>
                    <a:pt x="2549" y="1344"/>
                  </a:lnTo>
                  <a:lnTo>
                    <a:pt x="2509" y="1324"/>
                  </a:lnTo>
                  <a:lnTo>
                    <a:pt x="2529" y="1383"/>
                  </a:lnTo>
                  <a:lnTo>
                    <a:pt x="2529" y="1442"/>
                  </a:lnTo>
                  <a:lnTo>
                    <a:pt x="2509" y="1541"/>
                  </a:lnTo>
                  <a:lnTo>
                    <a:pt x="2450" y="1521"/>
                  </a:lnTo>
                  <a:lnTo>
                    <a:pt x="2470" y="1640"/>
                  </a:lnTo>
                  <a:lnTo>
                    <a:pt x="2509" y="1640"/>
                  </a:lnTo>
                  <a:lnTo>
                    <a:pt x="2569" y="1680"/>
                  </a:lnTo>
                  <a:lnTo>
                    <a:pt x="2549" y="1699"/>
                  </a:lnTo>
                  <a:lnTo>
                    <a:pt x="2608" y="1680"/>
                  </a:lnTo>
                  <a:lnTo>
                    <a:pt x="2628" y="1660"/>
                  </a:lnTo>
                  <a:lnTo>
                    <a:pt x="2628" y="1561"/>
                  </a:lnTo>
                  <a:lnTo>
                    <a:pt x="2648" y="1521"/>
                  </a:lnTo>
                  <a:lnTo>
                    <a:pt x="2648" y="1482"/>
                  </a:lnTo>
                  <a:lnTo>
                    <a:pt x="2687" y="1442"/>
                  </a:lnTo>
                  <a:lnTo>
                    <a:pt x="2746" y="1442"/>
                  </a:lnTo>
                  <a:lnTo>
                    <a:pt x="2766" y="1462"/>
                  </a:lnTo>
                  <a:lnTo>
                    <a:pt x="2786" y="1462"/>
                  </a:lnTo>
                  <a:lnTo>
                    <a:pt x="2806" y="1482"/>
                  </a:lnTo>
                  <a:lnTo>
                    <a:pt x="2786" y="1502"/>
                  </a:lnTo>
                  <a:lnTo>
                    <a:pt x="2746" y="1502"/>
                  </a:lnTo>
                  <a:lnTo>
                    <a:pt x="2806" y="1541"/>
                  </a:lnTo>
                  <a:lnTo>
                    <a:pt x="2825" y="1561"/>
                  </a:lnTo>
                  <a:lnTo>
                    <a:pt x="2825" y="1541"/>
                  </a:lnTo>
                  <a:lnTo>
                    <a:pt x="2865" y="1561"/>
                  </a:lnTo>
                  <a:lnTo>
                    <a:pt x="2885" y="1581"/>
                  </a:lnTo>
                  <a:lnTo>
                    <a:pt x="2904" y="1640"/>
                  </a:lnTo>
                  <a:lnTo>
                    <a:pt x="2885" y="1699"/>
                  </a:lnTo>
                  <a:lnTo>
                    <a:pt x="2885" y="1759"/>
                  </a:lnTo>
                  <a:lnTo>
                    <a:pt x="2825" y="1759"/>
                  </a:lnTo>
                  <a:lnTo>
                    <a:pt x="2806" y="1719"/>
                  </a:lnTo>
                  <a:lnTo>
                    <a:pt x="2786" y="1660"/>
                  </a:lnTo>
                  <a:lnTo>
                    <a:pt x="2766" y="1600"/>
                  </a:lnTo>
                  <a:lnTo>
                    <a:pt x="2766" y="1660"/>
                  </a:lnTo>
                  <a:lnTo>
                    <a:pt x="2766" y="1680"/>
                  </a:lnTo>
                  <a:lnTo>
                    <a:pt x="2746" y="1699"/>
                  </a:lnTo>
                  <a:lnTo>
                    <a:pt x="2667" y="1660"/>
                  </a:lnTo>
                  <a:lnTo>
                    <a:pt x="2687" y="1719"/>
                  </a:lnTo>
                  <a:lnTo>
                    <a:pt x="2707" y="1739"/>
                  </a:lnTo>
                  <a:lnTo>
                    <a:pt x="2746" y="1739"/>
                  </a:lnTo>
                  <a:lnTo>
                    <a:pt x="2806" y="1778"/>
                  </a:lnTo>
                  <a:lnTo>
                    <a:pt x="2825" y="1798"/>
                  </a:lnTo>
                  <a:lnTo>
                    <a:pt x="2845" y="1818"/>
                  </a:lnTo>
                  <a:lnTo>
                    <a:pt x="2825" y="1838"/>
                  </a:lnTo>
                  <a:lnTo>
                    <a:pt x="2786" y="1857"/>
                  </a:lnTo>
                  <a:lnTo>
                    <a:pt x="2746" y="1877"/>
                  </a:lnTo>
                  <a:lnTo>
                    <a:pt x="2746" y="1838"/>
                  </a:lnTo>
                  <a:lnTo>
                    <a:pt x="2727" y="1897"/>
                  </a:lnTo>
                  <a:lnTo>
                    <a:pt x="2727" y="1936"/>
                  </a:lnTo>
                  <a:lnTo>
                    <a:pt x="2727" y="1976"/>
                  </a:lnTo>
                  <a:lnTo>
                    <a:pt x="2727" y="2015"/>
                  </a:lnTo>
                  <a:lnTo>
                    <a:pt x="2667" y="2015"/>
                  </a:lnTo>
                  <a:lnTo>
                    <a:pt x="2687" y="1976"/>
                  </a:lnTo>
                  <a:lnTo>
                    <a:pt x="2667" y="1936"/>
                  </a:lnTo>
                  <a:lnTo>
                    <a:pt x="2628" y="1877"/>
                  </a:lnTo>
                  <a:lnTo>
                    <a:pt x="2628" y="1857"/>
                  </a:lnTo>
                  <a:lnTo>
                    <a:pt x="2549" y="1857"/>
                  </a:lnTo>
                  <a:lnTo>
                    <a:pt x="2529" y="1838"/>
                  </a:lnTo>
                  <a:lnTo>
                    <a:pt x="2490" y="1818"/>
                  </a:lnTo>
                  <a:lnTo>
                    <a:pt x="2411" y="1680"/>
                  </a:lnTo>
                  <a:lnTo>
                    <a:pt x="2411" y="1719"/>
                  </a:lnTo>
                  <a:lnTo>
                    <a:pt x="2391" y="1739"/>
                  </a:lnTo>
                  <a:lnTo>
                    <a:pt x="2371" y="1778"/>
                  </a:lnTo>
                  <a:lnTo>
                    <a:pt x="2332" y="1778"/>
                  </a:lnTo>
                  <a:lnTo>
                    <a:pt x="2351" y="1818"/>
                  </a:lnTo>
                  <a:lnTo>
                    <a:pt x="2332" y="1857"/>
                  </a:lnTo>
                  <a:lnTo>
                    <a:pt x="2312" y="1917"/>
                  </a:lnTo>
                  <a:lnTo>
                    <a:pt x="2272" y="1976"/>
                  </a:lnTo>
                  <a:lnTo>
                    <a:pt x="2292" y="2015"/>
                  </a:lnTo>
                  <a:lnTo>
                    <a:pt x="2312" y="2055"/>
                  </a:lnTo>
                  <a:lnTo>
                    <a:pt x="2292" y="2055"/>
                  </a:lnTo>
                  <a:lnTo>
                    <a:pt x="2272" y="2035"/>
                  </a:lnTo>
                  <a:lnTo>
                    <a:pt x="2253" y="2015"/>
                  </a:lnTo>
                  <a:lnTo>
                    <a:pt x="2253" y="2035"/>
                  </a:lnTo>
                  <a:lnTo>
                    <a:pt x="2193" y="2154"/>
                  </a:lnTo>
                  <a:lnTo>
                    <a:pt x="2193" y="2233"/>
                  </a:lnTo>
                  <a:lnTo>
                    <a:pt x="2193" y="2312"/>
                  </a:lnTo>
                  <a:lnTo>
                    <a:pt x="2174" y="2331"/>
                  </a:lnTo>
                  <a:lnTo>
                    <a:pt x="2154" y="2331"/>
                  </a:lnTo>
                  <a:lnTo>
                    <a:pt x="2095" y="2312"/>
                  </a:lnTo>
                  <a:lnTo>
                    <a:pt x="2055" y="2391"/>
                  </a:lnTo>
                  <a:lnTo>
                    <a:pt x="2035" y="2450"/>
                  </a:lnTo>
                  <a:lnTo>
                    <a:pt x="2035" y="2588"/>
                  </a:lnTo>
                  <a:lnTo>
                    <a:pt x="2035" y="2726"/>
                  </a:lnTo>
                  <a:lnTo>
                    <a:pt x="2016" y="2805"/>
                  </a:lnTo>
                  <a:lnTo>
                    <a:pt x="1976" y="2884"/>
                  </a:lnTo>
                  <a:lnTo>
                    <a:pt x="1956" y="2825"/>
                  </a:lnTo>
                  <a:lnTo>
                    <a:pt x="1917" y="2884"/>
                  </a:lnTo>
                  <a:lnTo>
                    <a:pt x="1917" y="2924"/>
                  </a:lnTo>
                  <a:lnTo>
                    <a:pt x="1937" y="2944"/>
                  </a:lnTo>
                  <a:lnTo>
                    <a:pt x="1877" y="2963"/>
                  </a:lnTo>
                  <a:lnTo>
                    <a:pt x="1858" y="2983"/>
                  </a:lnTo>
                  <a:lnTo>
                    <a:pt x="1858" y="3062"/>
                  </a:lnTo>
                  <a:lnTo>
                    <a:pt x="1838" y="3121"/>
                  </a:lnTo>
                  <a:lnTo>
                    <a:pt x="1838" y="3161"/>
                  </a:lnTo>
                  <a:lnTo>
                    <a:pt x="1798" y="3181"/>
                  </a:lnTo>
                  <a:lnTo>
                    <a:pt x="1759" y="3200"/>
                  </a:lnTo>
                  <a:lnTo>
                    <a:pt x="1739" y="3240"/>
                  </a:lnTo>
                  <a:lnTo>
                    <a:pt x="1719" y="3260"/>
                  </a:lnTo>
                  <a:lnTo>
                    <a:pt x="1739" y="3319"/>
                  </a:lnTo>
                  <a:lnTo>
                    <a:pt x="1778" y="3378"/>
                  </a:lnTo>
                  <a:lnTo>
                    <a:pt x="1798" y="3437"/>
                  </a:lnTo>
                  <a:lnTo>
                    <a:pt x="1739" y="3398"/>
                  </a:lnTo>
                  <a:lnTo>
                    <a:pt x="1680" y="3398"/>
                  </a:lnTo>
                  <a:lnTo>
                    <a:pt x="1620" y="3615"/>
                  </a:lnTo>
                  <a:lnTo>
                    <a:pt x="1581" y="3813"/>
                  </a:lnTo>
                  <a:lnTo>
                    <a:pt x="1443" y="4208"/>
                  </a:lnTo>
                  <a:lnTo>
                    <a:pt x="1423" y="4188"/>
                  </a:lnTo>
                  <a:lnTo>
                    <a:pt x="1403" y="4247"/>
                  </a:lnTo>
                  <a:lnTo>
                    <a:pt x="1383" y="4326"/>
                  </a:lnTo>
                  <a:lnTo>
                    <a:pt x="1364" y="4465"/>
                  </a:lnTo>
                  <a:lnTo>
                    <a:pt x="1344" y="4623"/>
                  </a:lnTo>
                  <a:lnTo>
                    <a:pt x="1324" y="4682"/>
                  </a:lnTo>
                  <a:lnTo>
                    <a:pt x="1285" y="4741"/>
                  </a:lnTo>
                  <a:lnTo>
                    <a:pt x="1304" y="4820"/>
                  </a:lnTo>
                  <a:lnTo>
                    <a:pt x="1324" y="4860"/>
                  </a:lnTo>
                  <a:lnTo>
                    <a:pt x="1423" y="4860"/>
                  </a:lnTo>
                  <a:lnTo>
                    <a:pt x="1502" y="4879"/>
                  </a:lnTo>
                  <a:lnTo>
                    <a:pt x="1502" y="4919"/>
                  </a:lnTo>
                  <a:lnTo>
                    <a:pt x="1482" y="4958"/>
                  </a:lnTo>
                  <a:lnTo>
                    <a:pt x="1383" y="4958"/>
                  </a:lnTo>
                  <a:lnTo>
                    <a:pt x="1364" y="4978"/>
                  </a:lnTo>
                  <a:lnTo>
                    <a:pt x="1364" y="4998"/>
                  </a:lnTo>
                  <a:lnTo>
                    <a:pt x="1304" y="4978"/>
                  </a:lnTo>
                  <a:lnTo>
                    <a:pt x="1265" y="4939"/>
                  </a:lnTo>
                  <a:lnTo>
                    <a:pt x="1245" y="4899"/>
                  </a:lnTo>
                  <a:lnTo>
                    <a:pt x="1206" y="4879"/>
                  </a:lnTo>
                  <a:lnTo>
                    <a:pt x="1225" y="5037"/>
                  </a:lnTo>
                  <a:lnTo>
                    <a:pt x="1186" y="5077"/>
                  </a:lnTo>
                  <a:lnTo>
                    <a:pt x="1166" y="5136"/>
                  </a:lnTo>
                  <a:lnTo>
                    <a:pt x="1146" y="5195"/>
                  </a:lnTo>
                  <a:lnTo>
                    <a:pt x="1107" y="5235"/>
                  </a:lnTo>
                  <a:lnTo>
                    <a:pt x="1107" y="5215"/>
                  </a:lnTo>
                  <a:lnTo>
                    <a:pt x="1087" y="5195"/>
                  </a:lnTo>
                  <a:lnTo>
                    <a:pt x="1067" y="5176"/>
                  </a:lnTo>
                  <a:lnTo>
                    <a:pt x="1087" y="5156"/>
                  </a:lnTo>
                  <a:lnTo>
                    <a:pt x="1107" y="5176"/>
                  </a:lnTo>
                  <a:lnTo>
                    <a:pt x="1127" y="5116"/>
                  </a:lnTo>
                  <a:lnTo>
                    <a:pt x="1127" y="5097"/>
                  </a:lnTo>
                  <a:lnTo>
                    <a:pt x="1107" y="5057"/>
                  </a:lnTo>
                  <a:lnTo>
                    <a:pt x="1087" y="5018"/>
                  </a:lnTo>
                  <a:lnTo>
                    <a:pt x="1067" y="5156"/>
                  </a:lnTo>
                  <a:lnTo>
                    <a:pt x="1048" y="5235"/>
                  </a:lnTo>
                  <a:lnTo>
                    <a:pt x="1008" y="5274"/>
                  </a:lnTo>
                  <a:lnTo>
                    <a:pt x="1048" y="5294"/>
                  </a:lnTo>
                  <a:lnTo>
                    <a:pt x="1048" y="5334"/>
                  </a:lnTo>
                  <a:lnTo>
                    <a:pt x="1048" y="5373"/>
                  </a:lnTo>
                  <a:lnTo>
                    <a:pt x="1067" y="5393"/>
                  </a:lnTo>
                  <a:lnTo>
                    <a:pt x="1048" y="5393"/>
                  </a:lnTo>
                  <a:lnTo>
                    <a:pt x="1067" y="5413"/>
                  </a:lnTo>
                  <a:lnTo>
                    <a:pt x="1087" y="5452"/>
                  </a:lnTo>
                  <a:lnTo>
                    <a:pt x="1087" y="5492"/>
                  </a:lnTo>
                  <a:lnTo>
                    <a:pt x="988" y="5472"/>
                  </a:lnTo>
                  <a:lnTo>
                    <a:pt x="988" y="5492"/>
                  </a:lnTo>
                  <a:lnTo>
                    <a:pt x="1028" y="5492"/>
                  </a:lnTo>
                  <a:lnTo>
                    <a:pt x="1048" y="5511"/>
                  </a:lnTo>
                  <a:lnTo>
                    <a:pt x="1028" y="5571"/>
                  </a:lnTo>
                  <a:lnTo>
                    <a:pt x="1008" y="5650"/>
                  </a:lnTo>
                  <a:lnTo>
                    <a:pt x="949" y="5709"/>
                  </a:lnTo>
                  <a:lnTo>
                    <a:pt x="909" y="5729"/>
                  </a:lnTo>
                  <a:lnTo>
                    <a:pt x="870" y="5729"/>
                  </a:lnTo>
                  <a:lnTo>
                    <a:pt x="870" y="5768"/>
                  </a:lnTo>
                  <a:lnTo>
                    <a:pt x="890" y="5808"/>
                  </a:lnTo>
                  <a:lnTo>
                    <a:pt x="890" y="5827"/>
                  </a:lnTo>
                  <a:lnTo>
                    <a:pt x="870" y="5867"/>
                  </a:lnTo>
                  <a:lnTo>
                    <a:pt x="830" y="5827"/>
                  </a:lnTo>
                  <a:lnTo>
                    <a:pt x="751" y="6025"/>
                  </a:lnTo>
                  <a:lnTo>
                    <a:pt x="692" y="6143"/>
                  </a:lnTo>
                  <a:lnTo>
                    <a:pt x="633" y="6222"/>
                  </a:lnTo>
                  <a:lnTo>
                    <a:pt x="613" y="6361"/>
                  </a:lnTo>
                  <a:lnTo>
                    <a:pt x="613" y="6440"/>
                  </a:lnTo>
                  <a:lnTo>
                    <a:pt x="633" y="6499"/>
                  </a:lnTo>
                  <a:lnTo>
                    <a:pt x="653" y="6479"/>
                  </a:lnTo>
                  <a:lnTo>
                    <a:pt x="672" y="6460"/>
                  </a:lnTo>
                  <a:lnTo>
                    <a:pt x="692" y="6440"/>
                  </a:lnTo>
                  <a:lnTo>
                    <a:pt x="732" y="6479"/>
                  </a:lnTo>
                  <a:lnTo>
                    <a:pt x="751" y="6519"/>
                  </a:lnTo>
                  <a:lnTo>
                    <a:pt x="751" y="6539"/>
                  </a:lnTo>
                  <a:lnTo>
                    <a:pt x="732" y="6598"/>
                  </a:lnTo>
                  <a:lnTo>
                    <a:pt x="692" y="6598"/>
                  </a:lnTo>
                  <a:lnTo>
                    <a:pt x="672" y="6618"/>
                  </a:lnTo>
                  <a:lnTo>
                    <a:pt x="653" y="6637"/>
                  </a:lnTo>
                  <a:lnTo>
                    <a:pt x="633" y="6598"/>
                  </a:lnTo>
                  <a:lnTo>
                    <a:pt x="593" y="6598"/>
                  </a:lnTo>
                  <a:lnTo>
                    <a:pt x="574" y="6618"/>
                  </a:lnTo>
                  <a:lnTo>
                    <a:pt x="554" y="6677"/>
                  </a:lnTo>
                  <a:lnTo>
                    <a:pt x="534" y="6716"/>
                  </a:lnTo>
                  <a:lnTo>
                    <a:pt x="514" y="6736"/>
                  </a:lnTo>
                  <a:lnTo>
                    <a:pt x="475" y="6736"/>
                  </a:lnTo>
                  <a:lnTo>
                    <a:pt x="495" y="6776"/>
                  </a:lnTo>
                  <a:lnTo>
                    <a:pt x="475" y="6815"/>
                  </a:lnTo>
                  <a:lnTo>
                    <a:pt x="475" y="6874"/>
                  </a:lnTo>
                  <a:lnTo>
                    <a:pt x="495" y="6934"/>
                  </a:lnTo>
                  <a:lnTo>
                    <a:pt x="455" y="6914"/>
                  </a:lnTo>
                  <a:lnTo>
                    <a:pt x="455" y="6894"/>
                  </a:lnTo>
                  <a:lnTo>
                    <a:pt x="455" y="6874"/>
                  </a:lnTo>
                  <a:lnTo>
                    <a:pt x="435" y="6855"/>
                  </a:lnTo>
                  <a:lnTo>
                    <a:pt x="435" y="6914"/>
                  </a:lnTo>
                  <a:lnTo>
                    <a:pt x="396" y="6894"/>
                  </a:lnTo>
                  <a:lnTo>
                    <a:pt x="376" y="6934"/>
                  </a:lnTo>
                  <a:lnTo>
                    <a:pt x="376" y="6953"/>
                  </a:lnTo>
                  <a:lnTo>
                    <a:pt x="416" y="7013"/>
                  </a:lnTo>
                  <a:lnTo>
                    <a:pt x="435" y="7072"/>
                  </a:lnTo>
                  <a:lnTo>
                    <a:pt x="455" y="7131"/>
                  </a:lnTo>
                  <a:lnTo>
                    <a:pt x="455" y="7171"/>
                  </a:lnTo>
                  <a:lnTo>
                    <a:pt x="376" y="7092"/>
                  </a:lnTo>
                  <a:lnTo>
                    <a:pt x="376" y="7131"/>
                  </a:lnTo>
                  <a:lnTo>
                    <a:pt x="396" y="7190"/>
                  </a:lnTo>
                  <a:lnTo>
                    <a:pt x="416" y="7250"/>
                  </a:lnTo>
                  <a:lnTo>
                    <a:pt x="416" y="7289"/>
                  </a:lnTo>
                  <a:lnTo>
                    <a:pt x="396" y="7289"/>
                  </a:lnTo>
                  <a:lnTo>
                    <a:pt x="396" y="7348"/>
                  </a:lnTo>
                  <a:lnTo>
                    <a:pt x="376" y="7329"/>
                  </a:lnTo>
                  <a:lnTo>
                    <a:pt x="416" y="7388"/>
                  </a:lnTo>
                  <a:lnTo>
                    <a:pt x="416" y="7447"/>
                  </a:lnTo>
                  <a:lnTo>
                    <a:pt x="416" y="7506"/>
                  </a:lnTo>
                  <a:lnTo>
                    <a:pt x="435" y="7546"/>
                  </a:lnTo>
                  <a:lnTo>
                    <a:pt x="356" y="7566"/>
                  </a:lnTo>
                  <a:lnTo>
                    <a:pt x="337" y="7585"/>
                  </a:lnTo>
                  <a:lnTo>
                    <a:pt x="356" y="7625"/>
                  </a:lnTo>
                  <a:lnTo>
                    <a:pt x="258" y="7585"/>
                  </a:lnTo>
                  <a:lnTo>
                    <a:pt x="277" y="7526"/>
                  </a:lnTo>
                  <a:lnTo>
                    <a:pt x="297" y="7526"/>
                  </a:lnTo>
                  <a:lnTo>
                    <a:pt x="337" y="7506"/>
                  </a:lnTo>
                  <a:lnTo>
                    <a:pt x="337" y="7447"/>
                  </a:lnTo>
                  <a:lnTo>
                    <a:pt x="277" y="7467"/>
                  </a:lnTo>
                  <a:lnTo>
                    <a:pt x="238" y="7506"/>
                  </a:lnTo>
                  <a:lnTo>
                    <a:pt x="159" y="7605"/>
                  </a:lnTo>
                  <a:lnTo>
                    <a:pt x="100" y="7724"/>
                  </a:lnTo>
                  <a:lnTo>
                    <a:pt x="60" y="7842"/>
                  </a:lnTo>
                  <a:lnTo>
                    <a:pt x="60" y="7901"/>
                  </a:lnTo>
                  <a:lnTo>
                    <a:pt x="40" y="7980"/>
                  </a:lnTo>
                  <a:lnTo>
                    <a:pt x="1" y="8040"/>
                  </a:lnTo>
                  <a:lnTo>
                    <a:pt x="1" y="8119"/>
                  </a:lnTo>
                  <a:lnTo>
                    <a:pt x="1265" y="8790"/>
                  </a:lnTo>
                  <a:lnTo>
                    <a:pt x="1383" y="8652"/>
                  </a:lnTo>
                  <a:lnTo>
                    <a:pt x="1423" y="8593"/>
                  </a:lnTo>
                  <a:lnTo>
                    <a:pt x="1423" y="8514"/>
                  </a:lnTo>
                  <a:lnTo>
                    <a:pt x="1304" y="8533"/>
                  </a:lnTo>
                  <a:lnTo>
                    <a:pt x="1383" y="8593"/>
                  </a:lnTo>
                  <a:lnTo>
                    <a:pt x="1324" y="8593"/>
                  </a:lnTo>
                  <a:lnTo>
                    <a:pt x="1265" y="8553"/>
                  </a:lnTo>
                  <a:lnTo>
                    <a:pt x="1166" y="8454"/>
                  </a:lnTo>
                  <a:lnTo>
                    <a:pt x="1186" y="8454"/>
                  </a:lnTo>
                  <a:lnTo>
                    <a:pt x="1206" y="8415"/>
                  </a:lnTo>
                  <a:lnTo>
                    <a:pt x="1245" y="8415"/>
                  </a:lnTo>
                  <a:lnTo>
                    <a:pt x="1245" y="8336"/>
                  </a:lnTo>
                  <a:lnTo>
                    <a:pt x="1206" y="8336"/>
                  </a:lnTo>
                  <a:lnTo>
                    <a:pt x="1206" y="8356"/>
                  </a:lnTo>
                  <a:lnTo>
                    <a:pt x="1186" y="8356"/>
                  </a:lnTo>
                  <a:lnTo>
                    <a:pt x="1166" y="8336"/>
                  </a:lnTo>
                  <a:lnTo>
                    <a:pt x="1225" y="8277"/>
                  </a:lnTo>
                  <a:lnTo>
                    <a:pt x="1265" y="8277"/>
                  </a:lnTo>
                  <a:lnTo>
                    <a:pt x="1285" y="8316"/>
                  </a:lnTo>
                  <a:lnTo>
                    <a:pt x="1285" y="8277"/>
                  </a:lnTo>
                  <a:lnTo>
                    <a:pt x="1285" y="8237"/>
                  </a:lnTo>
                  <a:lnTo>
                    <a:pt x="1285" y="8198"/>
                  </a:lnTo>
                  <a:lnTo>
                    <a:pt x="1245" y="8198"/>
                  </a:lnTo>
                  <a:lnTo>
                    <a:pt x="1265" y="8178"/>
                  </a:lnTo>
                  <a:lnTo>
                    <a:pt x="1304" y="8198"/>
                  </a:lnTo>
                  <a:lnTo>
                    <a:pt x="1364" y="8277"/>
                  </a:lnTo>
                  <a:lnTo>
                    <a:pt x="1403" y="8257"/>
                  </a:lnTo>
                  <a:lnTo>
                    <a:pt x="1423" y="8257"/>
                  </a:lnTo>
                  <a:lnTo>
                    <a:pt x="1482" y="8296"/>
                  </a:lnTo>
                  <a:lnTo>
                    <a:pt x="1502" y="8217"/>
                  </a:lnTo>
                  <a:lnTo>
                    <a:pt x="1541" y="8237"/>
                  </a:lnTo>
                  <a:lnTo>
                    <a:pt x="1561" y="8277"/>
                  </a:lnTo>
                  <a:lnTo>
                    <a:pt x="1581" y="8237"/>
                  </a:lnTo>
                  <a:lnTo>
                    <a:pt x="1581" y="8198"/>
                  </a:lnTo>
                  <a:lnTo>
                    <a:pt x="1581" y="8178"/>
                  </a:lnTo>
                  <a:lnTo>
                    <a:pt x="1620" y="8158"/>
                  </a:lnTo>
                  <a:lnTo>
                    <a:pt x="1561" y="8099"/>
                  </a:lnTo>
                  <a:lnTo>
                    <a:pt x="1680" y="8000"/>
                  </a:lnTo>
                  <a:lnTo>
                    <a:pt x="1739" y="7882"/>
                  </a:lnTo>
                  <a:lnTo>
                    <a:pt x="1680" y="7882"/>
                  </a:lnTo>
                  <a:lnTo>
                    <a:pt x="1660" y="7842"/>
                  </a:lnTo>
                  <a:lnTo>
                    <a:pt x="1680" y="7822"/>
                  </a:lnTo>
                  <a:lnTo>
                    <a:pt x="1719" y="7803"/>
                  </a:lnTo>
                  <a:lnTo>
                    <a:pt x="1778" y="7763"/>
                  </a:lnTo>
                  <a:lnTo>
                    <a:pt x="1798" y="7743"/>
                  </a:lnTo>
                  <a:lnTo>
                    <a:pt x="1798" y="7704"/>
                  </a:lnTo>
                  <a:lnTo>
                    <a:pt x="1798" y="7645"/>
                  </a:lnTo>
                  <a:lnTo>
                    <a:pt x="1798" y="7585"/>
                  </a:lnTo>
                  <a:lnTo>
                    <a:pt x="1759" y="7546"/>
                  </a:lnTo>
                  <a:lnTo>
                    <a:pt x="1719" y="7526"/>
                  </a:lnTo>
                  <a:lnTo>
                    <a:pt x="1719" y="7506"/>
                  </a:lnTo>
                  <a:lnTo>
                    <a:pt x="1739" y="7487"/>
                  </a:lnTo>
                  <a:lnTo>
                    <a:pt x="1798" y="7487"/>
                  </a:lnTo>
                  <a:lnTo>
                    <a:pt x="1739" y="7368"/>
                  </a:lnTo>
                  <a:lnTo>
                    <a:pt x="1739" y="7329"/>
                  </a:lnTo>
                  <a:lnTo>
                    <a:pt x="1759" y="7309"/>
                  </a:lnTo>
                  <a:lnTo>
                    <a:pt x="1778" y="7289"/>
                  </a:lnTo>
                  <a:lnTo>
                    <a:pt x="1798" y="7408"/>
                  </a:lnTo>
                  <a:lnTo>
                    <a:pt x="1838" y="7408"/>
                  </a:lnTo>
                  <a:lnTo>
                    <a:pt x="1858" y="7368"/>
                  </a:lnTo>
                  <a:lnTo>
                    <a:pt x="1877" y="7309"/>
                  </a:lnTo>
                  <a:lnTo>
                    <a:pt x="1917" y="7269"/>
                  </a:lnTo>
                  <a:lnTo>
                    <a:pt x="1858" y="7131"/>
                  </a:lnTo>
                  <a:lnTo>
                    <a:pt x="1798" y="6953"/>
                  </a:lnTo>
                  <a:lnTo>
                    <a:pt x="1739" y="6934"/>
                  </a:lnTo>
                  <a:lnTo>
                    <a:pt x="1680" y="6914"/>
                  </a:lnTo>
                  <a:lnTo>
                    <a:pt x="1620" y="6874"/>
                  </a:lnTo>
                  <a:lnTo>
                    <a:pt x="1581" y="6815"/>
                  </a:lnTo>
                  <a:lnTo>
                    <a:pt x="1620" y="6815"/>
                  </a:lnTo>
                  <a:lnTo>
                    <a:pt x="1640" y="6795"/>
                  </a:lnTo>
                  <a:lnTo>
                    <a:pt x="1680" y="6756"/>
                  </a:lnTo>
                  <a:lnTo>
                    <a:pt x="1719" y="6716"/>
                  </a:lnTo>
                  <a:lnTo>
                    <a:pt x="1759" y="6736"/>
                  </a:lnTo>
                  <a:lnTo>
                    <a:pt x="1818" y="6716"/>
                  </a:lnTo>
                  <a:lnTo>
                    <a:pt x="1858" y="6736"/>
                  </a:lnTo>
                  <a:lnTo>
                    <a:pt x="1858" y="6776"/>
                  </a:lnTo>
                  <a:lnTo>
                    <a:pt x="1798" y="6776"/>
                  </a:lnTo>
                  <a:lnTo>
                    <a:pt x="1759" y="6795"/>
                  </a:lnTo>
                  <a:lnTo>
                    <a:pt x="1759" y="6815"/>
                  </a:lnTo>
                  <a:lnTo>
                    <a:pt x="1858" y="6795"/>
                  </a:lnTo>
                  <a:lnTo>
                    <a:pt x="1976" y="6736"/>
                  </a:lnTo>
                  <a:lnTo>
                    <a:pt x="2016" y="6776"/>
                  </a:lnTo>
                  <a:lnTo>
                    <a:pt x="2016" y="6835"/>
                  </a:lnTo>
                  <a:lnTo>
                    <a:pt x="1976" y="6815"/>
                  </a:lnTo>
                  <a:lnTo>
                    <a:pt x="1956" y="6815"/>
                  </a:lnTo>
                  <a:lnTo>
                    <a:pt x="1956" y="6855"/>
                  </a:lnTo>
                  <a:lnTo>
                    <a:pt x="1976" y="6874"/>
                  </a:lnTo>
                  <a:lnTo>
                    <a:pt x="2035" y="6874"/>
                  </a:lnTo>
                  <a:lnTo>
                    <a:pt x="2095" y="6855"/>
                  </a:lnTo>
                  <a:lnTo>
                    <a:pt x="2134" y="6874"/>
                  </a:lnTo>
                  <a:lnTo>
                    <a:pt x="2134" y="6815"/>
                  </a:lnTo>
                  <a:lnTo>
                    <a:pt x="2134" y="6795"/>
                  </a:lnTo>
                  <a:lnTo>
                    <a:pt x="2114" y="6795"/>
                  </a:lnTo>
                  <a:lnTo>
                    <a:pt x="2154" y="6776"/>
                  </a:lnTo>
                  <a:lnTo>
                    <a:pt x="2174" y="6756"/>
                  </a:lnTo>
                  <a:lnTo>
                    <a:pt x="2174" y="6677"/>
                  </a:lnTo>
                  <a:lnTo>
                    <a:pt x="2174" y="6618"/>
                  </a:lnTo>
                  <a:lnTo>
                    <a:pt x="2193" y="6578"/>
                  </a:lnTo>
                  <a:lnTo>
                    <a:pt x="2233" y="6558"/>
                  </a:lnTo>
                  <a:lnTo>
                    <a:pt x="2174" y="6558"/>
                  </a:lnTo>
                  <a:lnTo>
                    <a:pt x="2154" y="6519"/>
                  </a:lnTo>
                  <a:lnTo>
                    <a:pt x="2174" y="6479"/>
                  </a:lnTo>
                  <a:lnTo>
                    <a:pt x="2193" y="6479"/>
                  </a:lnTo>
                  <a:lnTo>
                    <a:pt x="2253" y="6460"/>
                  </a:lnTo>
                  <a:lnTo>
                    <a:pt x="2253" y="6420"/>
                  </a:lnTo>
                  <a:lnTo>
                    <a:pt x="2233" y="6381"/>
                  </a:lnTo>
                  <a:lnTo>
                    <a:pt x="2253" y="6341"/>
                  </a:lnTo>
                  <a:lnTo>
                    <a:pt x="2253" y="6321"/>
                  </a:lnTo>
                  <a:lnTo>
                    <a:pt x="2233" y="6321"/>
                  </a:lnTo>
                  <a:lnTo>
                    <a:pt x="2174" y="6301"/>
                  </a:lnTo>
                  <a:lnTo>
                    <a:pt x="2114" y="6301"/>
                  </a:lnTo>
                  <a:lnTo>
                    <a:pt x="2095" y="6282"/>
                  </a:lnTo>
                  <a:lnTo>
                    <a:pt x="2095" y="6262"/>
                  </a:lnTo>
                  <a:lnTo>
                    <a:pt x="2055" y="6203"/>
                  </a:lnTo>
                  <a:lnTo>
                    <a:pt x="2075" y="6163"/>
                  </a:lnTo>
                  <a:lnTo>
                    <a:pt x="2095" y="6143"/>
                  </a:lnTo>
                  <a:lnTo>
                    <a:pt x="2114" y="6104"/>
                  </a:lnTo>
                  <a:lnTo>
                    <a:pt x="2154" y="6104"/>
                  </a:lnTo>
                  <a:lnTo>
                    <a:pt x="2154" y="6124"/>
                  </a:lnTo>
                  <a:lnTo>
                    <a:pt x="2134" y="6163"/>
                  </a:lnTo>
                  <a:lnTo>
                    <a:pt x="2154" y="6203"/>
                  </a:lnTo>
                  <a:lnTo>
                    <a:pt x="2174" y="6025"/>
                  </a:lnTo>
                  <a:lnTo>
                    <a:pt x="2213" y="6025"/>
                  </a:lnTo>
                  <a:lnTo>
                    <a:pt x="2233" y="6045"/>
                  </a:lnTo>
                  <a:lnTo>
                    <a:pt x="2233" y="6084"/>
                  </a:lnTo>
                  <a:lnTo>
                    <a:pt x="2213" y="6124"/>
                  </a:lnTo>
                  <a:lnTo>
                    <a:pt x="2253" y="6084"/>
                  </a:lnTo>
                  <a:lnTo>
                    <a:pt x="2272" y="6025"/>
                  </a:lnTo>
                  <a:lnTo>
                    <a:pt x="2253" y="5985"/>
                  </a:lnTo>
                  <a:lnTo>
                    <a:pt x="2213" y="5926"/>
                  </a:lnTo>
                  <a:lnTo>
                    <a:pt x="2253" y="5887"/>
                  </a:lnTo>
                  <a:lnTo>
                    <a:pt x="2292" y="5847"/>
                  </a:lnTo>
                  <a:lnTo>
                    <a:pt x="2312" y="5887"/>
                  </a:lnTo>
                  <a:lnTo>
                    <a:pt x="2371" y="5926"/>
                  </a:lnTo>
                  <a:lnTo>
                    <a:pt x="2411" y="5966"/>
                  </a:lnTo>
                  <a:lnTo>
                    <a:pt x="2430" y="6005"/>
                  </a:lnTo>
                  <a:lnTo>
                    <a:pt x="2411" y="6045"/>
                  </a:lnTo>
                  <a:lnTo>
                    <a:pt x="2391" y="6045"/>
                  </a:lnTo>
                  <a:lnTo>
                    <a:pt x="2371" y="6025"/>
                  </a:lnTo>
                  <a:lnTo>
                    <a:pt x="2332" y="6005"/>
                  </a:lnTo>
                  <a:lnTo>
                    <a:pt x="2312" y="6005"/>
                  </a:lnTo>
                  <a:lnTo>
                    <a:pt x="2292" y="6025"/>
                  </a:lnTo>
                  <a:lnTo>
                    <a:pt x="2371" y="6045"/>
                  </a:lnTo>
                  <a:lnTo>
                    <a:pt x="2351" y="6064"/>
                  </a:lnTo>
                  <a:lnTo>
                    <a:pt x="2332" y="6104"/>
                  </a:lnTo>
                  <a:lnTo>
                    <a:pt x="2351" y="6163"/>
                  </a:lnTo>
                  <a:lnTo>
                    <a:pt x="2312" y="6163"/>
                  </a:lnTo>
                  <a:lnTo>
                    <a:pt x="2312" y="6124"/>
                  </a:lnTo>
                  <a:lnTo>
                    <a:pt x="2272" y="6222"/>
                  </a:lnTo>
                  <a:lnTo>
                    <a:pt x="2272" y="6262"/>
                  </a:lnTo>
                  <a:lnTo>
                    <a:pt x="2292" y="6321"/>
                  </a:lnTo>
                  <a:lnTo>
                    <a:pt x="2332" y="6301"/>
                  </a:lnTo>
                  <a:lnTo>
                    <a:pt x="2351" y="6262"/>
                  </a:lnTo>
                  <a:lnTo>
                    <a:pt x="2371" y="6183"/>
                  </a:lnTo>
                  <a:lnTo>
                    <a:pt x="2411" y="6104"/>
                  </a:lnTo>
                  <a:lnTo>
                    <a:pt x="2430" y="6084"/>
                  </a:lnTo>
                  <a:lnTo>
                    <a:pt x="2470" y="6064"/>
                  </a:lnTo>
                  <a:lnTo>
                    <a:pt x="2430" y="5847"/>
                  </a:lnTo>
                  <a:lnTo>
                    <a:pt x="2332" y="5847"/>
                  </a:lnTo>
                  <a:lnTo>
                    <a:pt x="2292" y="5808"/>
                  </a:lnTo>
                  <a:lnTo>
                    <a:pt x="2351" y="5808"/>
                  </a:lnTo>
                  <a:lnTo>
                    <a:pt x="2411" y="5788"/>
                  </a:lnTo>
                  <a:lnTo>
                    <a:pt x="2450" y="5748"/>
                  </a:lnTo>
                  <a:lnTo>
                    <a:pt x="2490" y="5709"/>
                  </a:lnTo>
                  <a:lnTo>
                    <a:pt x="2470" y="5709"/>
                  </a:lnTo>
                  <a:lnTo>
                    <a:pt x="2450" y="5689"/>
                  </a:lnTo>
                  <a:lnTo>
                    <a:pt x="2430" y="5630"/>
                  </a:lnTo>
                  <a:lnTo>
                    <a:pt x="2411" y="5590"/>
                  </a:lnTo>
                  <a:lnTo>
                    <a:pt x="2391" y="5571"/>
                  </a:lnTo>
                  <a:lnTo>
                    <a:pt x="2371" y="5571"/>
                  </a:lnTo>
                  <a:lnTo>
                    <a:pt x="2371" y="5590"/>
                  </a:lnTo>
                  <a:lnTo>
                    <a:pt x="2351" y="5610"/>
                  </a:lnTo>
                  <a:lnTo>
                    <a:pt x="2312" y="5610"/>
                  </a:lnTo>
                  <a:lnTo>
                    <a:pt x="2312" y="5571"/>
                  </a:lnTo>
                  <a:lnTo>
                    <a:pt x="2272" y="5551"/>
                  </a:lnTo>
                  <a:lnTo>
                    <a:pt x="2253" y="5551"/>
                  </a:lnTo>
                  <a:lnTo>
                    <a:pt x="2233" y="5531"/>
                  </a:lnTo>
                  <a:lnTo>
                    <a:pt x="2272" y="5472"/>
                  </a:lnTo>
                  <a:lnTo>
                    <a:pt x="2312" y="5492"/>
                  </a:lnTo>
                  <a:lnTo>
                    <a:pt x="2332" y="5492"/>
                  </a:lnTo>
                  <a:lnTo>
                    <a:pt x="2371" y="5452"/>
                  </a:lnTo>
                  <a:lnTo>
                    <a:pt x="2450" y="5551"/>
                  </a:lnTo>
                  <a:lnTo>
                    <a:pt x="2430" y="5373"/>
                  </a:lnTo>
                  <a:lnTo>
                    <a:pt x="2430" y="5255"/>
                  </a:lnTo>
                  <a:lnTo>
                    <a:pt x="2450" y="5156"/>
                  </a:lnTo>
                  <a:lnTo>
                    <a:pt x="2470" y="5195"/>
                  </a:lnTo>
                  <a:lnTo>
                    <a:pt x="2509" y="5235"/>
                  </a:lnTo>
                  <a:lnTo>
                    <a:pt x="2529" y="5314"/>
                  </a:lnTo>
                  <a:lnTo>
                    <a:pt x="2529" y="5353"/>
                  </a:lnTo>
                  <a:lnTo>
                    <a:pt x="2549" y="5393"/>
                  </a:lnTo>
                  <a:lnTo>
                    <a:pt x="2588" y="5413"/>
                  </a:lnTo>
                  <a:lnTo>
                    <a:pt x="2628" y="5432"/>
                  </a:lnTo>
                  <a:lnTo>
                    <a:pt x="2628" y="5393"/>
                  </a:lnTo>
                  <a:lnTo>
                    <a:pt x="2608" y="5353"/>
                  </a:lnTo>
                  <a:lnTo>
                    <a:pt x="2588" y="5334"/>
                  </a:lnTo>
                  <a:lnTo>
                    <a:pt x="2608" y="5294"/>
                  </a:lnTo>
                  <a:lnTo>
                    <a:pt x="2628" y="5294"/>
                  </a:lnTo>
                  <a:lnTo>
                    <a:pt x="2648" y="5274"/>
                  </a:lnTo>
                  <a:lnTo>
                    <a:pt x="2687" y="5215"/>
                  </a:lnTo>
                  <a:lnTo>
                    <a:pt x="2687" y="5136"/>
                  </a:lnTo>
                  <a:lnTo>
                    <a:pt x="2707" y="5077"/>
                  </a:lnTo>
                  <a:lnTo>
                    <a:pt x="2648" y="5097"/>
                  </a:lnTo>
                  <a:lnTo>
                    <a:pt x="2648" y="5057"/>
                  </a:lnTo>
                  <a:lnTo>
                    <a:pt x="2648" y="5037"/>
                  </a:lnTo>
                  <a:lnTo>
                    <a:pt x="2687" y="4978"/>
                  </a:lnTo>
                  <a:lnTo>
                    <a:pt x="2707" y="4998"/>
                  </a:lnTo>
                  <a:lnTo>
                    <a:pt x="2707" y="4939"/>
                  </a:lnTo>
                  <a:lnTo>
                    <a:pt x="2707" y="4899"/>
                  </a:lnTo>
                  <a:lnTo>
                    <a:pt x="2727" y="4840"/>
                  </a:lnTo>
                  <a:lnTo>
                    <a:pt x="2766" y="4781"/>
                  </a:lnTo>
                  <a:lnTo>
                    <a:pt x="2766" y="4721"/>
                  </a:lnTo>
                  <a:lnTo>
                    <a:pt x="2746" y="4721"/>
                  </a:lnTo>
                  <a:lnTo>
                    <a:pt x="2727" y="4741"/>
                  </a:lnTo>
                  <a:lnTo>
                    <a:pt x="2727" y="4781"/>
                  </a:lnTo>
                  <a:lnTo>
                    <a:pt x="2727" y="4820"/>
                  </a:lnTo>
                  <a:lnTo>
                    <a:pt x="2667" y="4840"/>
                  </a:lnTo>
                  <a:lnTo>
                    <a:pt x="2648" y="4860"/>
                  </a:lnTo>
                  <a:lnTo>
                    <a:pt x="2608" y="4840"/>
                  </a:lnTo>
                  <a:lnTo>
                    <a:pt x="2628" y="4761"/>
                  </a:lnTo>
                  <a:lnTo>
                    <a:pt x="2628" y="4682"/>
                  </a:lnTo>
                  <a:lnTo>
                    <a:pt x="2628" y="4623"/>
                  </a:lnTo>
                  <a:lnTo>
                    <a:pt x="2648" y="4544"/>
                  </a:lnTo>
                  <a:lnTo>
                    <a:pt x="2608" y="4563"/>
                  </a:lnTo>
                  <a:lnTo>
                    <a:pt x="2588" y="4524"/>
                  </a:lnTo>
                  <a:lnTo>
                    <a:pt x="2608" y="4504"/>
                  </a:lnTo>
                  <a:lnTo>
                    <a:pt x="2628" y="4425"/>
                  </a:lnTo>
                  <a:lnTo>
                    <a:pt x="2667" y="4405"/>
                  </a:lnTo>
                  <a:lnTo>
                    <a:pt x="2687" y="4405"/>
                  </a:lnTo>
                  <a:lnTo>
                    <a:pt x="2707" y="4445"/>
                  </a:lnTo>
                  <a:lnTo>
                    <a:pt x="2727" y="4484"/>
                  </a:lnTo>
                  <a:lnTo>
                    <a:pt x="2746" y="4504"/>
                  </a:lnTo>
                  <a:lnTo>
                    <a:pt x="2766" y="4484"/>
                  </a:lnTo>
                  <a:lnTo>
                    <a:pt x="2766" y="4524"/>
                  </a:lnTo>
                  <a:lnTo>
                    <a:pt x="2766" y="4563"/>
                  </a:lnTo>
                  <a:lnTo>
                    <a:pt x="2766" y="4603"/>
                  </a:lnTo>
                  <a:lnTo>
                    <a:pt x="2786" y="4623"/>
                  </a:lnTo>
                  <a:lnTo>
                    <a:pt x="2904" y="4603"/>
                  </a:lnTo>
                  <a:lnTo>
                    <a:pt x="2904" y="4563"/>
                  </a:lnTo>
                  <a:lnTo>
                    <a:pt x="2924" y="4544"/>
                  </a:lnTo>
                  <a:lnTo>
                    <a:pt x="2964" y="4504"/>
                  </a:lnTo>
                  <a:lnTo>
                    <a:pt x="2983" y="4484"/>
                  </a:lnTo>
                  <a:lnTo>
                    <a:pt x="2924" y="4504"/>
                  </a:lnTo>
                  <a:lnTo>
                    <a:pt x="2904" y="4484"/>
                  </a:lnTo>
                  <a:lnTo>
                    <a:pt x="2904" y="4465"/>
                  </a:lnTo>
                  <a:lnTo>
                    <a:pt x="2944" y="4445"/>
                  </a:lnTo>
                  <a:lnTo>
                    <a:pt x="2825" y="4425"/>
                  </a:lnTo>
                  <a:lnTo>
                    <a:pt x="2806" y="4465"/>
                  </a:lnTo>
                  <a:lnTo>
                    <a:pt x="2825" y="4504"/>
                  </a:lnTo>
                  <a:lnTo>
                    <a:pt x="2825" y="4544"/>
                  </a:lnTo>
                  <a:lnTo>
                    <a:pt x="2786" y="4563"/>
                  </a:lnTo>
                  <a:lnTo>
                    <a:pt x="2786" y="4484"/>
                  </a:lnTo>
                  <a:lnTo>
                    <a:pt x="2746" y="4445"/>
                  </a:lnTo>
                  <a:lnTo>
                    <a:pt x="2727" y="4386"/>
                  </a:lnTo>
                  <a:lnTo>
                    <a:pt x="2746" y="4326"/>
                  </a:lnTo>
                  <a:lnTo>
                    <a:pt x="2766" y="4326"/>
                  </a:lnTo>
                  <a:lnTo>
                    <a:pt x="2766" y="4346"/>
                  </a:lnTo>
                  <a:lnTo>
                    <a:pt x="2766" y="4366"/>
                  </a:lnTo>
                  <a:lnTo>
                    <a:pt x="2786" y="4346"/>
                  </a:lnTo>
                  <a:lnTo>
                    <a:pt x="2786" y="4307"/>
                  </a:lnTo>
                  <a:lnTo>
                    <a:pt x="2786" y="4267"/>
                  </a:lnTo>
                  <a:lnTo>
                    <a:pt x="2806" y="4228"/>
                  </a:lnTo>
                  <a:lnTo>
                    <a:pt x="2845" y="4307"/>
                  </a:lnTo>
                  <a:lnTo>
                    <a:pt x="2865" y="4326"/>
                  </a:lnTo>
                  <a:lnTo>
                    <a:pt x="2904" y="4326"/>
                  </a:lnTo>
                  <a:lnTo>
                    <a:pt x="2845" y="4267"/>
                  </a:lnTo>
                  <a:lnTo>
                    <a:pt x="2885" y="4247"/>
                  </a:lnTo>
                  <a:lnTo>
                    <a:pt x="2904" y="4247"/>
                  </a:lnTo>
                  <a:lnTo>
                    <a:pt x="2904" y="4228"/>
                  </a:lnTo>
                  <a:lnTo>
                    <a:pt x="2885" y="4228"/>
                  </a:lnTo>
                  <a:lnTo>
                    <a:pt x="2865" y="4208"/>
                  </a:lnTo>
                  <a:lnTo>
                    <a:pt x="2865" y="4168"/>
                  </a:lnTo>
                  <a:lnTo>
                    <a:pt x="2924" y="4168"/>
                  </a:lnTo>
                  <a:lnTo>
                    <a:pt x="2944" y="4129"/>
                  </a:lnTo>
                  <a:lnTo>
                    <a:pt x="2924" y="4109"/>
                  </a:lnTo>
                  <a:lnTo>
                    <a:pt x="2924" y="4089"/>
                  </a:lnTo>
                  <a:lnTo>
                    <a:pt x="2904" y="4030"/>
                  </a:lnTo>
                  <a:lnTo>
                    <a:pt x="2885" y="4050"/>
                  </a:lnTo>
                  <a:lnTo>
                    <a:pt x="2865" y="4070"/>
                  </a:lnTo>
                  <a:lnTo>
                    <a:pt x="2825" y="4070"/>
                  </a:lnTo>
                  <a:lnTo>
                    <a:pt x="2786" y="4030"/>
                  </a:lnTo>
                  <a:lnTo>
                    <a:pt x="2766" y="3991"/>
                  </a:lnTo>
                  <a:lnTo>
                    <a:pt x="2806" y="3911"/>
                  </a:lnTo>
                  <a:lnTo>
                    <a:pt x="2806" y="3852"/>
                  </a:lnTo>
                  <a:lnTo>
                    <a:pt x="2845" y="3813"/>
                  </a:lnTo>
                  <a:lnTo>
                    <a:pt x="2904" y="3793"/>
                  </a:lnTo>
                  <a:lnTo>
                    <a:pt x="2865" y="3734"/>
                  </a:lnTo>
                  <a:lnTo>
                    <a:pt x="2904" y="3753"/>
                  </a:lnTo>
                  <a:lnTo>
                    <a:pt x="2924" y="3714"/>
                  </a:lnTo>
                  <a:lnTo>
                    <a:pt x="2944" y="3655"/>
                  </a:lnTo>
                  <a:lnTo>
                    <a:pt x="2964" y="3674"/>
                  </a:lnTo>
                  <a:lnTo>
                    <a:pt x="2983" y="3694"/>
                  </a:lnTo>
                  <a:lnTo>
                    <a:pt x="2964" y="3734"/>
                  </a:lnTo>
                  <a:lnTo>
                    <a:pt x="2964" y="3793"/>
                  </a:lnTo>
                  <a:lnTo>
                    <a:pt x="2983" y="3832"/>
                  </a:lnTo>
                  <a:lnTo>
                    <a:pt x="3023" y="3852"/>
                  </a:lnTo>
                  <a:lnTo>
                    <a:pt x="3043" y="3832"/>
                  </a:lnTo>
                  <a:lnTo>
                    <a:pt x="3062" y="3832"/>
                  </a:lnTo>
                  <a:lnTo>
                    <a:pt x="3122" y="3872"/>
                  </a:lnTo>
                  <a:lnTo>
                    <a:pt x="3102" y="3832"/>
                  </a:lnTo>
                  <a:lnTo>
                    <a:pt x="3082" y="3813"/>
                  </a:lnTo>
                  <a:lnTo>
                    <a:pt x="3023" y="3793"/>
                  </a:lnTo>
                  <a:lnTo>
                    <a:pt x="2983" y="3753"/>
                  </a:lnTo>
                  <a:lnTo>
                    <a:pt x="3023" y="3753"/>
                  </a:lnTo>
                  <a:lnTo>
                    <a:pt x="3043" y="3714"/>
                  </a:lnTo>
                  <a:lnTo>
                    <a:pt x="3062" y="3694"/>
                  </a:lnTo>
                  <a:lnTo>
                    <a:pt x="3102" y="3714"/>
                  </a:lnTo>
                  <a:lnTo>
                    <a:pt x="3102" y="3674"/>
                  </a:lnTo>
                  <a:lnTo>
                    <a:pt x="3082" y="3655"/>
                  </a:lnTo>
                  <a:lnTo>
                    <a:pt x="3082" y="3615"/>
                  </a:lnTo>
                  <a:lnTo>
                    <a:pt x="3082" y="3595"/>
                  </a:lnTo>
                  <a:lnTo>
                    <a:pt x="3201" y="3655"/>
                  </a:lnTo>
                  <a:lnTo>
                    <a:pt x="3181" y="3635"/>
                  </a:lnTo>
                  <a:lnTo>
                    <a:pt x="3201" y="3615"/>
                  </a:lnTo>
                  <a:lnTo>
                    <a:pt x="3240" y="3595"/>
                  </a:lnTo>
                  <a:lnTo>
                    <a:pt x="3201" y="3576"/>
                  </a:lnTo>
                  <a:lnTo>
                    <a:pt x="3181" y="3576"/>
                  </a:lnTo>
                  <a:lnTo>
                    <a:pt x="3181" y="3595"/>
                  </a:lnTo>
                  <a:lnTo>
                    <a:pt x="3161" y="3576"/>
                  </a:lnTo>
                  <a:lnTo>
                    <a:pt x="3161" y="3556"/>
                  </a:lnTo>
                  <a:lnTo>
                    <a:pt x="3161" y="3516"/>
                  </a:lnTo>
                  <a:lnTo>
                    <a:pt x="3181" y="3497"/>
                  </a:lnTo>
                  <a:lnTo>
                    <a:pt x="3181" y="3477"/>
                  </a:lnTo>
                  <a:lnTo>
                    <a:pt x="3201" y="3457"/>
                  </a:lnTo>
                  <a:lnTo>
                    <a:pt x="3220" y="3418"/>
                  </a:lnTo>
                  <a:lnTo>
                    <a:pt x="3240" y="3378"/>
                  </a:lnTo>
                  <a:lnTo>
                    <a:pt x="3280" y="3339"/>
                  </a:lnTo>
                  <a:lnTo>
                    <a:pt x="3220" y="3319"/>
                  </a:lnTo>
                  <a:lnTo>
                    <a:pt x="3201" y="3319"/>
                  </a:lnTo>
                  <a:lnTo>
                    <a:pt x="3201" y="3339"/>
                  </a:lnTo>
                  <a:lnTo>
                    <a:pt x="3201" y="3358"/>
                  </a:lnTo>
                  <a:lnTo>
                    <a:pt x="3201" y="3398"/>
                  </a:lnTo>
                  <a:lnTo>
                    <a:pt x="3201" y="3418"/>
                  </a:lnTo>
                  <a:lnTo>
                    <a:pt x="3141" y="3418"/>
                  </a:lnTo>
                  <a:lnTo>
                    <a:pt x="3141" y="3339"/>
                  </a:lnTo>
                  <a:lnTo>
                    <a:pt x="3181" y="3240"/>
                  </a:lnTo>
                  <a:lnTo>
                    <a:pt x="3201" y="3141"/>
                  </a:lnTo>
                  <a:lnTo>
                    <a:pt x="3220" y="3102"/>
                  </a:lnTo>
                  <a:lnTo>
                    <a:pt x="3201" y="3042"/>
                  </a:lnTo>
                  <a:lnTo>
                    <a:pt x="3260" y="3023"/>
                  </a:lnTo>
                  <a:lnTo>
                    <a:pt x="3280" y="3023"/>
                  </a:lnTo>
                  <a:lnTo>
                    <a:pt x="3299" y="3062"/>
                  </a:lnTo>
                  <a:lnTo>
                    <a:pt x="3339" y="3082"/>
                  </a:lnTo>
                  <a:lnTo>
                    <a:pt x="3339" y="3141"/>
                  </a:lnTo>
                  <a:lnTo>
                    <a:pt x="3319" y="3181"/>
                  </a:lnTo>
                  <a:lnTo>
                    <a:pt x="3280" y="3220"/>
                  </a:lnTo>
                  <a:lnTo>
                    <a:pt x="3280" y="3260"/>
                  </a:lnTo>
                  <a:lnTo>
                    <a:pt x="3319" y="3200"/>
                  </a:lnTo>
                  <a:lnTo>
                    <a:pt x="3359" y="3121"/>
                  </a:lnTo>
                  <a:lnTo>
                    <a:pt x="3359" y="3042"/>
                  </a:lnTo>
                  <a:lnTo>
                    <a:pt x="3359" y="2983"/>
                  </a:lnTo>
                  <a:lnTo>
                    <a:pt x="3378" y="2944"/>
                  </a:lnTo>
                  <a:lnTo>
                    <a:pt x="3398" y="2944"/>
                  </a:lnTo>
                  <a:lnTo>
                    <a:pt x="3477" y="2924"/>
                  </a:lnTo>
                  <a:lnTo>
                    <a:pt x="3536" y="2884"/>
                  </a:lnTo>
                  <a:lnTo>
                    <a:pt x="3556" y="2865"/>
                  </a:lnTo>
                  <a:lnTo>
                    <a:pt x="3576" y="2825"/>
                  </a:lnTo>
                  <a:lnTo>
                    <a:pt x="3497" y="2825"/>
                  </a:lnTo>
                  <a:lnTo>
                    <a:pt x="3457" y="2845"/>
                  </a:lnTo>
                  <a:lnTo>
                    <a:pt x="3457" y="2805"/>
                  </a:lnTo>
                  <a:lnTo>
                    <a:pt x="3477" y="2786"/>
                  </a:lnTo>
                  <a:lnTo>
                    <a:pt x="3497" y="2746"/>
                  </a:lnTo>
                  <a:lnTo>
                    <a:pt x="3477" y="2726"/>
                  </a:lnTo>
                  <a:lnTo>
                    <a:pt x="3457" y="2746"/>
                  </a:lnTo>
                  <a:lnTo>
                    <a:pt x="3438" y="2746"/>
                  </a:lnTo>
                  <a:lnTo>
                    <a:pt x="3418" y="2726"/>
                  </a:lnTo>
                  <a:lnTo>
                    <a:pt x="3457" y="2687"/>
                  </a:lnTo>
                  <a:lnTo>
                    <a:pt x="3477" y="2687"/>
                  </a:lnTo>
                  <a:lnTo>
                    <a:pt x="3497" y="2707"/>
                  </a:lnTo>
                  <a:lnTo>
                    <a:pt x="3517" y="2667"/>
                  </a:lnTo>
                  <a:lnTo>
                    <a:pt x="3517" y="2647"/>
                  </a:lnTo>
                  <a:lnTo>
                    <a:pt x="3576" y="2647"/>
                  </a:lnTo>
                  <a:lnTo>
                    <a:pt x="3615" y="2628"/>
                  </a:lnTo>
                  <a:lnTo>
                    <a:pt x="3615" y="2608"/>
                  </a:lnTo>
                  <a:lnTo>
                    <a:pt x="3596" y="2568"/>
                  </a:lnTo>
                  <a:lnTo>
                    <a:pt x="3576" y="2568"/>
                  </a:lnTo>
                  <a:lnTo>
                    <a:pt x="3576" y="2588"/>
                  </a:lnTo>
                  <a:lnTo>
                    <a:pt x="3576" y="2608"/>
                  </a:lnTo>
                  <a:lnTo>
                    <a:pt x="3536" y="2588"/>
                  </a:lnTo>
                  <a:lnTo>
                    <a:pt x="3497" y="2549"/>
                  </a:lnTo>
                  <a:lnTo>
                    <a:pt x="3477" y="2470"/>
                  </a:lnTo>
                  <a:lnTo>
                    <a:pt x="3517" y="2470"/>
                  </a:lnTo>
                  <a:lnTo>
                    <a:pt x="3536" y="2410"/>
                  </a:lnTo>
                  <a:lnTo>
                    <a:pt x="3556" y="2430"/>
                  </a:lnTo>
                  <a:lnTo>
                    <a:pt x="3556" y="2470"/>
                  </a:lnTo>
                  <a:lnTo>
                    <a:pt x="3536" y="2489"/>
                  </a:lnTo>
                  <a:lnTo>
                    <a:pt x="3556" y="2529"/>
                  </a:lnTo>
                  <a:lnTo>
                    <a:pt x="3596" y="2450"/>
                  </a:lnTo>
                  <a:lnTo>
                    <a:pt x="3576" y="2470"/>
                  </a:lnTo>
                  <a:lnTo>
                    <a:pt x="3556" y="2351"/>
                  </a:lnTo>
                  <a:lnTo>
                    <a:pt x="3536" y="2391"/>
                  </a:lnTo>
                  <a:lnTo>
                    <a:pt x="3517" y="2371"/>
                  </a:lnTo>
                  <a:lnTo>
                    <a:pt x="3477" y="2351"/>
                  </a:lnTo>
                  <a:lnTo>
                    <a:pt x="3477" y="2331"/>
                  </a:lnTo>
                  <a:lnTo>
                    <a:pt x="3536" y="2252"/>
                  </a:lnTo>
                  <a:lnTo>
                    <a:pt x="3576" y="2233"/>
                  </a:lnTo>
                  <a:lnTo>
                    <a:pt x="3615" y="2252"/>
                  </a:lnTo>
                  <a:lnTo>
                    <a:pt x="3576" y="2213"/>
                  </a:lnTo>
                  <a:lnTo>
                    <a:pt x="3576" y="2173"/>
                  </a:lnTo>
                  <a:lnTo>
                    <a:pt x="3596" y="2094"/>
                  </a:lnTo>
                  <a:lnTo>
                    <a:pt x="3536" y="2094"/>
                  </a:lnTo>
                  <a:lnTo>
                    <a:pt x="3517" y="2035"/>
                  </a:lnTo>
                  <a:lnTo>
                    <a:pt x="3615" y="1996"/>
                  </a:lnTo>
                  <a:lnTo>
                    <a:pt x="3615" y="2035"/>
                  </a:lnTo>
                  <a:lnTo>
                    <a:pt x="3734" y="2035"/>
                  </a:lnTo>
                  <a:lnTo>
                    <a:pt x="3754" y="2075"/>
                  </a:lnTo>
                  <a:lnTo>
                    <a:pt x="3754" y="2114"/>
                  </a:lnTo>
                  <a:lnTo>
                    <a:pt x="3694" y="2173"/>
                  </a:lnTo>
                  <a:lnTo>
                    <a:pt x="3754" y="2154"/>
                  </a:lnTo>
                  <a:lnTo>
                    <a:pt x="3773" y="2134"/>
                  </a:lnTo>
                  <a:lnTo>
                    <a:pt x="3773" y="2114"/>
                  </a:lnTo>
                  <a:lnTo>
                    <a:pt x="3773" y="2075"/>
                  </a:lnTo>
                  <a:lnTo>
                    <a:pt x="3754" y="2015"/>
                  </a:lnTo>
                  <a:lnTo>
                    <a:pt x="3754" y="1996"/>
                  </a:lnTo>
                  <a:lnTo>
                    <a:pt x="3773" y="1956"/>
                  </a:lnTo>
                  <a:lnTo>
                    <a:pt x="3813" y="1976"/>
                  </a:lnTo>
                  <a:lnTo>
                    <a:pt x="3833" y="2015"/>
                  </a:lnTo>
                  <a:lnTo>
                    <a:pt x="3833" y="1956"/>
                  </a:lnTo>
                  <a:lnTo>
                    <a:pt x="3833" y="1917"/>
                  </a:lnTo>
                  <a:lnTo>
                    <a:pt x="3852" y="1897"/>
                  </a:lnTo>
                  <a:lnTo>
                    <a:pt x="3793" y="1897"/>
                  </a:lnTo>
                  <a:lnTo>
                    <a:pt x="3754" y="1877"/>
                  </a:lnTo>
                  <a:lnTo>
                    <a:pt x="3734" y="1838"/>
                  </a:lnTo>
                  <a:lnTo>
                    <a:pt x="3852" y="1798"/>
                  </a:lnTo>
                  <a:lnTo>
                    <a:pt x="3872" y="1778"/>
                  </a:lnTo>
                  <a:lnTo>
                    <a:pt x="3872" y="1759"/>
                  </a:lnTo>
                  <a:lnTo>
                    <a:pt x="3833" y="1739"/>
                  </a:lnTo>
                  <a:lnTo>
                    <a:pt x="3793" y="1699"/>
                  </a:lnTo>
                  <a:lnTo>
                    <a:pt x="3773" y="1660"/>
                  </a:lnTo>
                  <a:lnTo>
                    <a:pt x="3694" y="1660"/>
                  </a:lnTo>
                  <a:lnTo>
                    <a:pt x="3675" y="1640"/>
                  </a:lnTo>
                  <a:lnTo>
                    <a:pt x="3675" y="1600"/>
                  </a:lnTo>
                  <a:lnTo>
                    <a:pt x="3694" y="1581"/>
                  </a:lnTo>
                  <a:lnTo>
                    <a:pt x="3655" y="1541"/>
                  </a:lnTo>
                  <a:lnTo>
                    <a:pt x="3655" y="1581"/>
                  </a:lnTo>
                  <a:lnTo>
                    <a:pt x="3655" y="1600"/>
                  </a:lnTo>
                  <a:lnTo>
                    <a:pt x="3655" y="1640"/>
                  </a:lnTo>
                  <a:lnTo>
                    <a:pt x="3655" y="1660"/>
                  </a:lnTo>
                  <a:lnTo>
                    <a:pt x="3615" y="1640"/>
                  </a:lnTo>
                  <a:lnTo>
                    <a:pt x="3596" y="1620"/>
                  </a:lnTo>
                  <a:lnTo>
                    <a:pt x="3615" y="1581"/>
                  </a:lnTo>
                  <a:lnTo>
                    <a:pt x="3596" y="1541"/>
                  </a:lnTo>
                  <a:lnTo>
                    <a:pt x="3675" y="1482"/>
                  </a:lnTo>
                  <a:lnTo>
                    <a:pt x="3754" y="1442"/>
                  </a:lnTo>
                  <a:lnTo>
                    <a:pt x="3833" y="1502"/>
                  </a:lnTo>
                  <a:lnTo>
                    <a:pt x="3872" y="1561"/>
                  </a:lnTo>
                  <a:lnTo>
                    <a:pt x="3931" y="1640"/>
                  </a:lnTo>
                  <a:lnTo>
                    <a:pt x="3971" y="1660"/>
                  </a:lnTo>
                  <a:lnTo>
                    <a:pt x="4010" y="1680"/>
                  </a:lnTo>
                  <a:lnTo>
                    <a:pt x="4050" y="1521"/>
                  </a:lnTo>
                  <a:lnTo>
                    <a:pt x="4089" y="1442"/>
                  </a:lnTo>
                  <a:lnTo>
                    <a:pt x="4129" y="1403"/>
                  </a:lnTo>
                  <a:lnTo>
                    <a:pt x="4109" y="1344"/>
                  </a:lnTo>
                  <a:lnTo>
                    <a:pt x="4070" y="1304"/>
                  </a:lnTo>
                  <a:lnTo>
                    <a:pt x="4030" y="1284"/>
                  </a:lnTo>
                  <a:lnTo>
                    <a:pt x="3971" y="1265"/>
                  </a:lnTo>
                  <a:lnTo>
                    <a:pt x="3971" y="1205"/>
                  </a:lnTo>
                  <a:lnTo>
                    <a:pt x="4010" y="1186"/>
                  </a:lnTo>
                  <a:lnTo>
                    <a:pt x="4030" y="1245"/>
                  </a:lnTo>
                  <a:lnTo>
                    <a:pt x="4030" y="1107"/>
                  </a:lnTo>
                  <a:lnTo>
                    <a:pt x="4050" y="1028"/>
                  </a:lnTo>
                  <a:lnTo>
                    <a:pt x="4070" y="949"/>
                  </a:lnTo>
                  <a:lnTo>
                    <a:pt x="4070" y="909"/>
                  </a:lnTo>
                  <a:lnTo>
                    <a:pt x="4030" y="889"/>
                  </a:lnTo>
                  <a:lnTo>
                    <a:pt x="3931" y="870"/>
                  </a:lnTo>
                  <a:lnTo>
                    <a:pt x="3951" y="791"/>
                  </a:lnTo>
                  <a:lnTo>
                    <a:pt x="3931" y="810"/>
                  </a:lnTo>
                  <a:lnTo>
                    <a:pt x="3892" y="771"/>
                  </a:lnTo>
                  <a:lnTo>
                    <a:pt x="3892" y="731"/>
                  </a:lnTo>
                  <a:lnTo>
                    <a:pt x="3931" y="672"/>
                  </a:lnTo>
                  <a:lnTo>
                    <a:pt x="3971" y="692"/>
                  </a:lnTo>
                  <a:lnTo>
                    <a:pt x="3991" y="712"/>
                  </a:lnTo>
                  <a:lnTo>
                    <a:pt x="4010" y="692"/>
                  </a:lnTo>
                  <a:lnTo>
                    <a:pt x="4030" y="672"/>
                  </a:lnTo>
                  <a:lnTo>
                    <a:pt x="4030" y="633"/>
                  </a:lnTo>
                  <a:lnTo>
                    <a:pt x="4030" y="593"/>
                  </a:lnTo>
                  <a:lnTo>
                    <a:pt x="4089" y="633"/>
                  </a:lnTo>
                  <a:lnTo>
                    <a:pt x="4089" y="672"/>
                  </a:lnTo>
                  <a:lnTo>
                    <a:pt x="4070" y="692"/>
                  </a:lnTo>
                  <a:lnTo>
                    <a:pt x="4050" y="692"/>
                  </a:lnTo>
                  <a:lnTo>
                    <a:pt x="4050" y="791"/>
                  </a:lnTo>
                  <a:lnTo>
                    <a:pt x="4070" y="731"/>
                  </a:lnTo>
                  <a:lnTo>
                    <a:pt x="4129" y="692"/>
                  </a:lnTo>
                  <a:lnTo>
                    <a:pt x="4188" y="692"/>
                  </a:lnTo>
                  <a:lnTo>
                    <a:pt x="4247" y="712"/>
                  </a:lnTo>
                  <a:lnTo>
                    <a:pt x="4228" y="672"/>
                  </a:lnTo>
                  <a:lnTo>
                    <a:pt x="4149" y="672"/>
                  </a:lnTo>
                  <a:lnTo>
                    <a:pt x="4149" y="652"/>
                  </a:lnTo>
                  <a:lnTo>
                    <a:pt x="4149" y="633"/>
                  </a:lnTo>
                  <a:lnTo>
                    <a:pt x="4228" y="573"/>
                  </a:lnTo>
                  <a:lnTo>
                    <a:pt x="4267" y="514"/>
                  </a:lnTo>
                  <a:lnTo>
                    <a:pt x="3141" y="139"/>
                  </a:lnTo>
                  <a:lnTo>
                    <a:pt x="3102" y="178"/>
                  </a:lnTo>
                  <a:lnTo>
                    <a:pt x="3082" y="119"/>
                  </a:lnTo>
                  <a:lnTo>
                    <a:pt x="3082" y="99"/>
                  </a:lnTo>
                  <a:lnTo>
                    <a:pt x="3102" y="119"/>
                  </a:lnTo>
                  <a:lnTo>
                    <a:pt x="3082" y="80"/>
                  </a:lnTo>
                  <a:lnTo>
                    <a:pt x="3102" y="60"/>
                  </a:lnTo>
                  <a:lnTo>
                    <a:pt x="3082" y="20"/>
                  </a:lnTo>
                  <a:lnTo>
                    <a:pt x="306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
            <p:cNvSpPr/>
            <p:nvPr/>
          </p:nvSpPr>
          <p:spPr>
            <a:xfrm>
              <a:off x="4577504" y="-1215512"/>
              <a:ext cx="789" cy="789"/>
            </a:xfrm>
            <a:custGeom>
              <a:rect b="b" l="l" r="r" t="t"/>
              <a:pathLst>
                <a:path extrusionOk="0" h="21" w="21">
                  <a:moveTo>
                    <a:pt x="1" y="1"/>
                  </a:moveTo>
                  <a:lnTo>
                    <a:pt x="1" y="1"/>
                  </a:lnTo>
                  <a:lnTo>
                    <a:pt x="21" y="20"/>
                  </a:lnTo>
                  <a:lnTo>
                    <a:pt x="21" y="20"/>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2" name="Google Shape;4452;p17"/>
            <p:cNvSpPr/>
            <p:nvPr/>
          </p:nvSpPr>
          <p:spPr>
            <a:xfrm>
              <a:off x="4712644" y="-2018156"/>
              <a:ext cx="789" cy="38"/>
            </a:xfrm>
            <a:custGeom>
              <a:rect b="b" l="l" r="r" t="t"/>
              <a:pathLst>
                <a:path extrusionOk="0" h="1" w="21">
                  <a:moveTo>
                    <a:pt x="1" y="1"/>
                  </a:moveTo>
                  <a:lnTo>
                    <a:pt x="1" y="1"/>
                  </a:lnTo>
                  <a:lnTo>
                    <a:pt x="20" y="1"/>
                  </a:lnTo>
                  <a:lnTo>
                    <a:pt x="20" y="1"/>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3" name="Google Shape;4453;p17"/>
            <p:cNvSpPr/>
            <p:nvPr/>
          </p:nvSpPr>
          <p:spPr>
            <a:xfrm>
              <a:off x="4622049" y="-2251296"/>
              <a:ext cx="96569" cy="297788"/>
            </a:xfrm>
            <a:custGeom>
              <a:rect b="b" l="l" r="r" t="t"/>
              <a:pathLst>
                <a:path extrusionOk="0" h="7922" w="2569">
                  <a:moveTo>
                    <a:pt x="1206" y="60"/>
                  </a:moveTo>
                  <a:lnTo>
                    <a:pt x="1186" y="79"/>
                  </a:lnTo>
                  <a:lnTo>
                    <a:pt x="1186" y="119"/>
                  </a:lnTo>
                  <a:lnTo>
                    <a:pt x="1226" y="178"/>
                  </a:lnTo>
                  <a:lnTo>
                    <a:pt x="1245" y="237"/>
                  </a:lnTo>
                  <a:lnTo>
                    <a:pt x="1245" y="257"/>
                  </a:lnTo>
                  <a:lnTo>
                    <a:pt x="1206" y="277"/>
                  </a:lnTo>
                  <a:lnTo>
                    <a:pt x="1245" y="297"/>
                  </a:lnTo>
                  <a:lnTo>
                    <a:pt x="1265" y="316"/>
                  </a:lnTo>
                  <a:lnTo>
                    <a:pt x="1344" y="336"/>
                  </a:lnTo>
                  <a:lnTo>
                    <a:pt x="1344" y="376"/>
                  </a:lnTo>
                  <a:lnTo>
                    <a:pt x="1384" y="356"/>
                  </a:lnTo>
                  <a:lnTo>
                    <a:pt x="1463" y="316"/>
                  </a:lnTo>
                  <a:lnTo>
                    <a:pt x="1364" y="218"/>
                  </a:lnTo>
                  <a:lnTo>
                    <a:pt x="1344" y="178"/>
                  </a:lnTo>
                  <a:lnTo>
                    <a:pt x="1324" y="99"/>
                  </a:lnTo>
                  <a:lnTo>
                    <a:pt x="1285" y="99"/>
                  </a:lnTo>
                  <a:lnTo>
                    <a:pt x="1265" y="79"/>
                  </a:lnTo>
                  <a:lnTo>
                    <a:pt x="1245" y="60"/>
                  </a:lnTo>
                  <a:close/>
                  <a:moveTo>
                    <a:pt x="21" y="593"/>
                  </a:moveTo>
                  <a:lnTo>
                    <a:pt x="60" y="613"/>
                  </a:lnTo>
                  <a:lnTo>
                    <a:pt x="60" y="593"/>
                  </a:lnTo>
                  <a:close/>
                  <a:moveTo>
                    <a:pt x="1265" y="1521"/>
                  </a:moveTo>
                  <a:lnTo>
                    <a:pt x="1265" y="1561"/>
                  </a:lnTo>
                  <a:lnTo>
                    <a:pt x="1285" y="1581"/>
                  </a:lnTo>
                  <a:lnTo>
                    <a:pt x="1305" y="1600"/>
                  </a:lnTo>
                  <a:lnTo>
                    <a:pt x="1305" y="1561"/>
                  </a:lnTo>
                  <a:lnTo>
                    <a:pt x="1305" y="1541"/>
                  </a:lnTo>
                  <a:lnTo>
                    <a:pt x="1265" y="1521"/>
                  </a:lnTo>
                  <a:close/>
                  <a:moveTo>
                    <a:pt x="2068" y="5065"/>
                  </a:moveTo>
                  <a:lnTo>
                    <a:pt x="2075" y="5077"/>
                  </a:lnTo>
                  <a:lnTo>
                    <a:pt x="2079" y="5073"/>
                  </a:lnTo>
                  <a:lnTo>
                    <a:pt x="2079" y="5073"/>
                  </a:lnTo>
                  <a:lnTo>
                    <a:pt x="2068" y="5065"/>
                  </a:lnTo>
                  <a:close/>
                  <a:moveTo>
                    <a:pt x="2095" y="5057"/>
                  </a:moveTo>
                  <a:lnTo>
                    <a:pt x="2079" y="5073"/>
                  </a:lnTo>
                  <a:lnTo>
                    <a:pt x="2079" y="5073"/>
                  </a:lnTo>
                  <a:lnTo>
                    <a:pt x="2114" y="5096"/>
                  </a:lnTo>
                  <a:lnTo>
                    <a:pt x="2154" y="5136"/>
                  </a:lnTo>
                  <a:lnTo>
                    <a:pt x="2174" y="5136"/>
                  </a:lnTo>
                  <a:lnTo>
                    <a:pt x="2174" y="5096"/>
                  </a:lnTo>
                  <a:lnTo>
                    <a:pt x="2174" y="5077"/>
                  </a:lnTo>
                  <a:lnTo>
                    <a:pt x="2193" y="5057"/>
                  </a:lnTo>
                  <a:close/>
                  <a:moveTo>
                    <a:pt x="613" y="5254"/>
                  </a:moveTo>
                  <a:lnTo>
                    <a:pt x="673" y="5373"/>
                  </a:lnTo>
                  <a:lnTo>
                    <a:pt x="673" y="5393"/>
                  </a:lnTo>
                  <a:lnTo>
                    <a:pt x="692" y="5373"/>
                  </a:lnTo>
                  <a:lnTo>
                    <a:pt x="712" y="5373"/>
                  </a:lnTo>
                  <a:lnTo>
                    <a:pt x="692" y="5314"/>
                  </a:lnTo>
                  <a:lnTo>
                    <a:pt x="673" y="5294"/>
                  </a:lnTo>
                  <a:lnTo>
                    <a:pt x="653" y="5294"/>
                  </a:lnTo>
                  <a:lnTo>
                    <a:pt x="613" y="5254"/>
                  </a:lnTo>
                  <a:close/>
                  <a:moveTo>
                    <a:pt x="890" y="0"/>
                  </a:moveTo>
                  <a:lnTo>
                    <a:pt x="850" y="60"/>
                  </a:lnTo>
                  <a:lnTo>
                    <a:pt x="850" y="139"/>
                  </a:lnTo>
                  <a:lnTo>
                    <a:pt x="811" y="139"/>
                  </a:lnTo>
                  <a:lnTo>
                    <a:pt x="791" y="119"/>
                  </a:lnTo>
                  <a:lnTo>
                    <a:pt x="811" y="79"/>
                  </a:lnTo>
                  <a:lnTo>
                    <a:pt x="21" y="119"/>
                  </a:lnTo>
                  <a:lnTo>
                    <a:pt x="1" y="158"/>
                  </a:lnTo>
                  <a:lnTo>
                    <a:pt x="40" y="139"/>
                  </a:lnTo>
                  <a:lnTo>
                    <a:pt x="80" y="158"/>
                  </a:lnTo>
                  <a:lnTo>
                    <a:pt x="179" y="158"/>
                  </a:lnTo>
                  <a:lnTo>
                    <a:pt x="218" y="198"/>
                  </a:lnTo>
                  <a:lnTo>
                    <a:pt x="218" y="237"/>
                  </a:lnTo>
                  <a:lnTo>
                    <a:pt x="218" y="297"/>
                  </a:lnTo>
                  <a:lnTo>
                    <a:pt x="179" y="297"/>
                  </a:lnTo>
                  <a:lnTo>
                    <a:pt x="159" y="277"/>
                  </a:lnTo>
                  <a:lnTo>
                    <a:pt x="119" y="237"/>
                  </a:lnTo>
                  <a:lnTo>
                    <a:pt x="80" y="198"/>
                  </a:lnTo>
                  <a:lnTo>
                    <a:pt x="60" y="198"/>
                  </a:lnTo>
                  <a:lnTo>
                    <a:pt x="21" y="218"/>
                  </a:lnTo>
                  <a:lnTo>
                    <a:pt x="21" y="237"/>
                  </a:lnTo>
                  <a:lnTo>
                    <a:pt x="40" y="257"/>
                  </a:lnTo>
                  <a:lnTo>
                    <a:pt x="80" y="257"/>
                  </a:lnTo>
                  <a:lnTo>
                    <a:pt x="100" y="237"/>
                  </a:lnTo>
                  <a:lnTo>
                    <a:pt x="80" y="336"/>
                  </a:lnTo>
                  <a:lnTo>
                    <a:pt x="40" y="395"/>
                  </a:lnTo>
                  <a:lnTo>
                    <a:pt x="1" y="435"/>
                  </a:lnTo>
                  <a:lnTo>
                    <a:pt x="40" y="474"/>
                  </a:lnTo>
                  <a:lnTo>
                    <a:pt x="80" y="514"/>
                  </a:lnTo>
                  <a:lnTo>
                    <a:pt x="100" y="534"/>
                  </a:lnTo>
                  <a:lnTo>
                    <a:pt x="159" y="573"/>
                  </a:lnTo>
                  <a:lnTo>
                    <a:pt x="139" y="553"/>
                  </a:lnTo>
                  <a:lnTo>
                    <a:pt x="119" y="534"/>
                  </a:lnTo>
                  <a:lnTo>
                    <a:pt x="100" y="514"/>
                  </a:lnTo>
                  <a:lnTo>
                    <a:pt x="119" y="494"/>
                  </a:lnTo>
                  <a:lnTo>
                    <a:pt x="218" y="534"/>
                  </a:lnTo>
                  <a:lnTo>
                    <a:pt x="198" y="593"/>
                  </a:lnTo>
                  <a:lnTo>
                    <a:pt x="179" y="632"/>
                  </a:lnTo>
                  <a:lnTo>
                    <a:pt x="139" y="712"/>
                  </a:lnTo>
                  <a:lnTo>
                    <a:pt x="80" y="652"/>
                  </a:lnTo>
                  <a:lnTo>
                    <a:pt x="100" y="652"/>
                  </a:lnTo>
                  <a:lnTo>
                    <a:pt x="80" y="632"/>
                  </a:lnTo>
                  <a:lnTo>
                    <a:pt x="60" y="613"/>
                  </a:lnTo>
                  <a:lnTo>
                    <a:pt x="60" y="652"/>
                  </a:lnTo>
                  <a:lnTo>
                    <a:pt x="60" y="692"/>
                  </a:lnTo>
                  <a:lnTo>
                    <a:pt x="80" y="712"/>
                  </a:lnTo>
                  <a:lnTo>
                    <a:pt x="60" y="712"/>
                  </a:lnTo>
                  <a:lnTo>
                    <a:pt x="80" y="751"/>
                  </a:lnTo>
                  <a:lnTo>
                    <a:pt x="80" y="791"/>
                  </a:lnTo>
                  <a:lnTo>
                    <a:pt x="60" y="850"/>
                  </a:lnTo>
                  <a:lnTo>
                    <a:pt x="40" y="889"/>
                  </a:lnTo>
                  <a:lnTo>
                    <a:pt x="40" y="909"/>
                  </a:lnTo>
                  <a:lnTo>
                    <a:pt x="60" y="929"/>
                  </a:lnTo>
                  <a:lnTo>
                    <a:pt x="119" y="949"/>
                  </a:lnTo>
                  <a:lnTo>
                    <a:pt x="159" y="929"/>
                  </a:lnTo>
                  <a:lnTo>
                    <a:pt x="179" y="909"/>
                  </a:lnTo>
                  <a:lnTo>
                    <a:pt x="218" y="909"/>
                  </a:lnTo>
                  <a:lnTo>
                    <a:pt x="198" y="929"/>
                  </a:lnTo>
                  <a:lnTo>
                    <a:pt x="179" y="968"/>
                  </a:lnTo>
                  <a:lnTo>
                    <a:pt x="159" y="988"/>
                  </a:lnTo>
                  <a:lnTo>
                    <a:pt x="139" y="988"/>
                  </a:lnTo>
                  <a:lnTo>
                    <a:pt x="119" y="968"/>
                  </a:lnTo>
                  <a:lnTo>
                    <a:pt x="100" y="1047"/>
                  </a:lnTo>
                  <a:lnTo>
                    <a:pt x="119" y="1087"/>
                  </a:lnTo>
                  <a:lnTo>
                    <a:pt x="198" y="1087"/>
                  </a:lnTo>
                  <a:lnTo>
                    <a:pt x="238" y="1107"/>
                  </a:lnTo>
                  <a:lnTo>
                    <a:pt x="258" y="1126"/>
                  </a:lnTo>
                  <a:lnTo>
                    <a:pt x="238" y="1146"/>
                  </a:lnTo>
                  <a:lnTo>
                    <a:pt x="218" y="1166"/>
                  </a:lnTo>
                  <a:lnTo>
                    <a:pt x="179" y="1146"/>
                  </a:lnTo>
                  <a:lnTo>
                    <a:pt x="100" y="1146"/>
                  </a:lnTo>
                  <a:lnTo>
                    <a:pt x="60" y="1166"/>
                  </a:lnTo>
                  <a:lnTo>
                    <a:pt x="139" y="1245"/>
                  </a:lnTo>
                  <a:lnTo>
                    <a:pt x="80" y="1284"/>
                  </a:lnTo>
                  <a:lnTo>
                    <a:pt x="80" y="1324"/>
                  </a:lnTo>
                  <a:lnTo>
                    <a:pt x="80" y="1383"/>
                  </a:lnTo>
                  <a:lnTo>
                    <a:pt x="139" y="1462"/>
                  </a:lnTo>
                  <a:lnTo>
                    <a:pt x="198" y="1561"/>
                  </a:lnTo>
                  <a:lnTo>
                    <a:pt x="218" y="1600"/>
                  </a:lnTo>
                  <a:lnTo>
                    <a:pt x="238" y="1660"/>
                  </a:lnTo>
                  <a:lnTo>
                    <a:pt x="179" y="1660"/>
                  </a:lnTo>
                  <a:lnTo>
                    <a:pt x="119" y="1620"/>
                  </a:lnTo>
                  <a:lnTo>
                    <a:pt x="100" y="1561"/>
                  </a:lnTo>
                  <a:lnTo>
                    <a:pt x="80" y="1521"/>
                  </a:lnTo>
                  <a:lnTo>
                    <a:pt x="60" y="1541"/>
                  </a:lnTo>
                  <a:lnTo>
                    <a:pt x="60" y="1561"/>
                  </a:lnTo>
                  <a:lnTo>
                    <a:pt x="60" y="1620"/>
                  </a:lnTo>
                  <a:lnTo>
                    <a:pt x="80" y="1660"/>
                  </a:lnTo>
                  <a:lnTo>
                    <a:pt x="80" y="1679"/>
                  </a:lnTo>
                  <a:lnTo>
                    <a:pt x="80" y="1699"/>
                  </a:lnTo>
                  <a:lnTo>
                    <a:pt x="80" y="1739"/>
                  </a:lnTo>
                  <a:lnTo>
                    <a:pt x="119" y="1778"/>
                  </a:lnTo>
                  <a:lnTo>
                    <a:pt x="159" y="1798"/>
                  </a:lnTo>
                  <a:lnTo>
                    <a:pt x="198" y="1798"/>
                  </a:lnTo>
                  <a:lnTo>
                    <a:pt x="198" y="1818"/>
                  </a:lnTo>
                  <a:lnTo>
                    <a:pt x="179" y="1837"/>
                  </a:lnTo>
                  <a:lnTo>
                    <a:pt x="139" y="1857"/>
                  </a:lnTo>
                  <a:lnTo>
                    <a:pt x="179" y="1877"/>
                  </a:lnTo>
                  <a:lnTo>
                    <a:pt x="218" y="1916"/>
                  </a:lnTo>
                  <a:lnTo>
                    <a:pt x="238" y="2015"/>
                  </a:lnTo>
                  <a:lnTo>
                    <a:pt x="179" y="2015"/>
                  </a:lnTo>
                  <a:lnTo>
                    <a:pt x="258" y="2114"/>
                  </a:lnTo>
                  <a:lnTo>
                    <a:pt x="258" y="2094"/>
                  </a:lnTo>
                  <a:lnTo>
                    <a:pt x="337" y="2094"/>
                  </a:lnTo>
                  <a:lnTo>
                    <a:pt x="337" y="2114"/>
                  </a:lnTo>
                  <a:lnTo>
                    <a:pt x="376" y="2074"/>
                  </a:lnTo>
                  <a:lnTo>
                    <a:pt x="396" y="2055"/>
                  </a:lnTo>
                  <a:lnTo>
                    <a:pt x="356" y="1976"/>
                  </a:lnTo>
                  <a:lnTo>
                    <a:pt x="337" y="1936"/>
                  </a:lnTo>
                  <a:lnTo>
                    <a:pt x="337" y="1897"/>
                  </a:lnTo>
                  <a:lnTo>
                    <a:pt x="337" y="1857"/>
                  </a:lnTo>
                  <a:lnTo>
                    <a:pt x="396" y="1837"/>
                  </a:lnTo>
                  <a:lnTo>
                    <a:pt x="475" y="1837"/>
                  </a:lnTo>
                  <a:lnTo>
                    <a:pt x="455" y="1857"/>
                  </a:lnTo>
                  <a:lnTo>
                    <a:pt x="436" y="1877"/>
                  </a:lnTo>
                  <a:lnTo>
                    <a:pt x="495" y="1897"/>
                  </a:lnTo>
                  <a:lnTo>
                    <a:pt x="515" y="1897"/>
                  </a:lnTo>
                  <a:lnTo>
                    <a:pt x="515" y="1877"/>
                  </a:lnTo>
                  <a:lnTo>
                    <a:pt x="594" y="1877"/>
                  </a:lnTo>
                  <a:lnTo>
                    <a:pt x="613" y="1916"/>
                  </a:lnTo>
                  <a:lnTo>
                    <a:pt x="633" y="1976"/>
                  </a:lnTo>
                  <a:lnTo>
                    <a:pt x="673" y="2015"/>
                  </a:lnTo>
                  <a:lnTo>
                    <a:pt x="613" y="2035"/>
                  </a:lnTo>
                  <a:lnTo>
                    <a:pt x="574" y="2015"/>
                  </a:lnTo>
                  <a:lnTo>
                    <a:pt x="534" y="1976"/>
                  </a:lnTo>
                  <a:lnTo>
                    <a:pt x="475" y="1956"/>
                  </a:lnTo>
                  <a:lnTo>
                    <a:pt x="515" y="1995"/>
                  </a:lnTo>
                  <a:lnTo>
                    <a:pt x="534" y="2015"/>
                  </a:lnTo>
                  <a:lnTo>
                    <a:pt x="515" y="2035"/>
                  </a:lnTo>
                  <a:lnTo>
                    <a:pt x="436" y="2035"/>
                  </a:lnTo>
                  <a:lnTo>
                    <a:pt x="475" y="2074"/>
                  </a:lnTo>
                  <a:lnTo>
                    <a:pt x="534" y="2074"/>
                  </a:lnTo>
                  <a:lnTo>
                    <a:pt x="594" y="2055"/>
                  </a:lnTo>
                  <a:lnTo>
                    <a:pt x="653" y="2074"/>
                  </a:lnTo>
                  <a:lnTo>
                    <a:pt x="653" y="2114"/>
                  </a:lnTo>
                  <a:lnTo>
                    <a:pt x="613" y="2153"/>
                  </a:lnTo>
                  <a:lnTo>
                    <a:pt x="613" y="2173"/>
                  </a:lnTo>
                  <a:lnTo>
                    <a:pt x="594" y="2134"/>
                  </a:lnTo>
                  <a:lnTo>
                    <a:pt x="574" y="2193"/>
                  </a:lnTo>
                  <a:lnTo>
                    <a:pt x="613" y="2213"/>
                  </a:lnTo>
                  <a:lnTo>
                    <a:pt x="633" y="2252"/>
                  </a:lnTo>
                  <a:lnTo>
                    <a:pt x="653" y="2292"/>
                  </a:lnTo>
                  <a:lnTo>
                    <a:pt x="574" y="2331"/>
                  </a:lnTo>
                  <a:lnTo>
                    <a:pt x="594" y="2292"/>
                  </a:lnTo>
                  <a:lnTo>
                    <a:pt x="594" y="2272"/>
                  </a:lnTo>
                  <a:lnTo>
                    <a:pt x="554" y="2232"/>
                  </a:lnTo>
                  <a:lnTo>
                    <a:pt x="495" y="2213"/>
                  </a:lnTo>
                  <a:lnTo>
                    <a:pt x="475" y="2213"/>
                  </a:lnTo>
                  <a:lnTo>
                    <a:pt x="495" y="2193"/>
                  </a:lnTo>
                  <a:lnTo>
                    <a:pt x="455" y="2213"/>
                  </a:lnTo>
                  <a:lnTo>
                    <a:pt x="416" y="2232"/>
                  </a:lnTo>
                  <a:lnTo>
                    <a:pt x="356" y="2232"/>
                  </a:lnTo>
                  <a:lnTo>
                    <a:pt x="218" y="2153"/>
                  </a:lnTo>
                  <a:lnTo>
                    <a:pt x="218" y="2213"/>
                  </a:lnTo>
                  <a:lnTo>
                    <a:pt x="218" y="2252"/>
                  </a:lnTo>
                  <a:lnTo>
                    <a:pt x="179" y="2272"/>
                  </a:lnTo>
                  <a:lnTo>
                    <a:pt x="218" y="2292"/>
                  </a:lnTo>
                  <a:lnTo>
                    <a:pt x="238" y="2331"/>
                  </a:lnTo>
                  <a:lnTo>
                    <a:pt x="238" y="2390"/>
                  </a:lnTo>
                  <a:lnTo>
                    <a:pt x="238" y="2430"/>
                  </a:lnTo>
                  <a:lnTo>
                    <a:pt x="258" y="2469"/>
                  </a:lnTo>
                  <a:lnTo>
                    <a:pt x="297" y="2489"/>
                  </a:lnTo>
                  <a:lnTo>
                    <a:pt x="277" y="2509"/>
                  </a:lnTo>
                  <a:lnTo>
                    <a:pt x="258" y="2489"/>
                  </a:lnTo>
                  <a:lnTo>
                    <a:pt x="238" y="2489"/>
                  </a:lnTo>
                  <a:lnTo>
                    <a:pt x="238" y="2509"/>
                  </a:lnTo>
                  <a:lnTo>
                    <a:pt x="258" y="2608"/>
                  </a:lnTo>
                  <a:lnTo>
                    <a:pt x="277" y="2667"/>
                  </a:lnTo>
                  <a:lnTo>
                    <a:pt x="317" y="2726"/>
                  </a:lnTo>
                  <a:lnTo>
                    <a:pt x="297" y="2746"/>
                  </a:lnTo>
                  <a:lnTo>
                    <a:pt x="277" y="2766"/>
                  </a:lnTo>
                  <a:lnTo>
                    <a:pt x="238" y="2785"/>
                  </a:lnTo>
                  <a:lnTo>
                    <a:pt x="238" y="2845"/>
                  </a:lnTo>
                  <a:lnTo>
                    <a:pt x="238" y="2904"/>
                  </a:lnTo>
                  <a:lnTo>
                    <a:pt x="317" y="3003"/>
                  </a:lnTo>
                  <a:lnTo>
                    <a:pt x="376" y="3121"/>
                  </a:lnTo>
                  <a:lnTo>
                    <a:pt x="396" y="3181"/>
                  </a:lnTo>
                  <a:lnTo>
                    <a:pt x="396" y="3260"/>
                  </a:lnTo>
                  <a:lnTo>
                    <a:pt x="337" y="3220"/>
                  </a:lnTo>
                  <a:lnTo>
                    <a:pt x="337" y="3299"/>
                  </a:lnTo>
                  <a:lnTo>
                    <a:pt x="356" y="3319"/>
                  </a:lnTo>
                  <a:lnTo>
                    <a:pt x="396" y="3339"/>
                  </a:lnTo>
                  <a:lnTo>
                    <a:pt x="356" y="3358"/>
                  </a:lnTo>
                  <a:lnTo>
                    <a:pt x="337" y="3398"/>
                  </a:lnTo>
                  <a:lnTo>
                    <a:pt x="376" y="3457"/>
                  </a:lnTo>
                  <a:lnTo>
                    <a:pt x="396" y="3497"/>
                  </a:lnTo>
                  <a:lnTo>
                    <a:pt x="396" y="3536"/>
                  </a:lnTo>
                  <a:lnTo>
                    <a:pt x="376" y="3576"/>
                  </a:lnTo>
                  <a:lnTo>
                    <a:pt x="337" y="3595"/>
                  </a:lnTo>
                  <a:lnTo>
                    <a:pt x="337" y="3635"/>
                  </a:lnTo>
                  <a:lnTo>
                    <a:pt x="356" y="3655"/>
                  </a:lnTo>
                  <a:lnTo>
                    <a:pt x="396" y="3694"/>
                  </a:lnTo>
                  <a:lnTo>
                    <a:pt x="455" y="3714"/>
                  </a:lnTo>
                  <a:lnTo>
                    <a:pt x="495" y="3753"/>
                  </a:lnTo>
                  <a:lnTo>
                    <a:pt x="416" y="3753"/>
                  </a:lnTo>
                  <a:lnTo>
                    <a:pt x="396" y="3773"/>
                  </a:lnTo>
                  <a:lnTo>
                    <a:pt x="376" y="3793"/>
                  </a:lnTo>
                  <a:lnTo>
                    <a:pt x="475" y="4129"/>
                  </a:lnTo>
                  <a:lnTo>
                    <a:pt x="554" y="4504"/>
                  </a:lnTo>
                  <a:lnTo>
                    <a:pt x="515" y="4484"/>
                  </a:lnTo>
                  <a:lnTo>
                    <a:pt x="534" y="4543"/>
                  </a:lnTo>
                  <a:lnTo>
                    <a:pt x="554" y="4603"/>
                  </a:lnTo>
                  <a:lnTo>
                    <a:pt x="613" y="4721"/>
                  </a:lnTo>
                  <a:lnTo>
                    <a:pt x="653" y="4840"/>
                  </a:lnTo>
                  <a:lnTo>
                    <a:pt x="673" y="4899"/>
                  </a:lnTo>
                  <a:lnTo>
                    <a:pt x="653" y="4958"/>
                  </a:lnTo>
                  <a:lnTo>
                    <a:pt x="712" y="5017"/>
                  </a:lnTo>
                  <a:lnTo>
                    <a:pt x="752" y="5037"/>
                  </a:lnTo>
                  <a:lnTo>
                    <a:pt x="791" y="5017"/>
                  </a:lnTo>
                  <a:lnTo>
                    <a:pt x="811" y="4998"/>
                  </a:lnTo>
                  <a:lnTo>
                    <a:pt x="831" y="4978"/>
                  </a:lnTo>
                  <a:lnTo>
                    <a:pt x="929" y="4978"/>
                  </a:lnTo>
                  <a:lnTo>
                    <a:pt x="949" y="5017"/>
                  </a:lnTo>
                  <a:lnTo>
                    <a:pt x="949" y="5037"/>
                  </a:lnTo>
                  <a:lnTo>
                    <a:pt x="910" y="5057"/>
                  </a:lnTo>
                  <a:lnTo>
                    <a:pt x="850" y="5077"/>
                  </a:lnTo>
                  <a:lnTo>
                    <a:pt x="850" y="5096"/>
                  </a:lnTo>
                  <a:lnTo>
                    <a:pt x="850" y="5136"/>
                  </a:lnTo>
                  <a:lnTo>
                    <a:pt x="771" y="5136"/>
                  </a:lnTo>
                  <a:lnTo>
                    <a:pt x="752" y="5116"/>
                  </a:lnTo>
                  <a:lnTo>
                    <a:pt x="712" y="5096"/>
                  </a:lnTo>
                  <a:lnTo>
                    <a:pt x="653" y="5096"/>
                  </a:lnTo>
                  <a:lnTo>
                    <a:pt x="752" y="5215"/>
                  </a:lnTo>
                  <a:lnTo>
                    <a:pt x="732" y="5254"/>
                  </a:lnTo>
                  <a:lnTo>
                    <a:pt x="752" y="5314"/>
                  </a:lnTo>
                  <a:lnTo>
                    <a:pt x="752" y="5353"/>
                  </a:lnTo>
                  <a:lnTo>
                    <a:pt x="732" y="5413"/>
                  </a:lnTo>
                  <a:lnTo>
                    <a:pt x="732" y="5393"/>
                  </a:lnTo>
                  <a:lnTo>
                    <a:pt x="673" y="5393"/>
                  </a:lnTo>
                  <a:lnTo>
                    <a:pt x="673" y="5432"/>
                  </a:lnTo>
                  <a:lnTo>
                    <a:pt x="673" y="5492"/>
                  </a:lnTo>
                  <a:lnTo>
                    <a:pt x="712" y="5492"/>
                  </a:lnTo>
                  <a:lnTo>
                    <a:pt x="732" y="5511"/>
                  </a:lnTo>
                  <a:lnTo>
                    <a:pt x="752" y="5531"/>
                  </a:lnTo>
                  <a:lnTo>
                    <a:pt x="771" y="5551"/>
                  </a:lnTo>
                  <a:lnTo>
                    <a:pt x="771" y="5571"/>
                  </a:lnTo>
                  <a:lnTo>
                    <a:pt x="811" y="5571"/>
                  </a:lnTo>
                  <a:lnTo>
                    <a:pt x="850" y="5610"/>
                  </a:lnTo>
                  <a:lnTo>
                    <a:pt x="732" y="5650"/>
                  </a:lnTo>
                  <a:lnTo>
                    <a:pt x="811" y="5650"/>
                  </a:lnTo>
                  <a:lnTo>
                    <a:pt x="831" y="5709"/>
                  </a:lnTo>
                  <a:lnTo>
                    <a:pt x="831" y="5768"/>
                  </a:lnTo>
                  <a:lnTo>
                    <a:pt x="811" y="5847"/>
                  </a:lnTo>
                  <a:lnTo>
                    <a:pt x="791" y="5867"/>
                  </a:lnTo>
                  <a:lnTo>
                    <a:pt x="771" y="5887"/>
                  </a:lnTo>
                  <a:lnTo>
                    <a:pt x="771" y="5906"/>
                  </a:lnTo>
                  <a:lnTo>
                    <a:pt x="811" y="5926"/>
                  </a:lnTo>
                  <a:lnTo>
                    <a:pt x="831" y="5966"/>
                  </a:lnTo>
                  <a:lnTo>
                    <a:pt x="831" y="5985"/>
                  </a:lnTo>
                  <a:lnTo>
                    <a:pt x="771" y="5985"/>
                  </a:lnTo>
                  <a:lnTo>
                    <a:pt x="771" y="6064"/>
                  </a:lnTo>
                  <a:lnTo>
                    <a:pt x="791" y="6163"/>
                  </a:lnTo>
                  <a:lnTo>
                    <a:pt x="791" y="6262"/>
                  </a:lnTo>
                  <a:lnTo>
                    <a:pt x="771" y="6361"/>
                  </a:lnTo>
                  <a:lnTo>
                    <a:pt x="831" y="6479"/>
                  </a:lnTo>
                  <a:lnTo>
                    <a:pt x="870" y="6519"/>
                  </a:lnTo>
                  <a:lnTo>
                    <a:pt x="910" y="6578"/>
                  </a:lnTo>
                  <a:lnTo>
                    <a:pt x="910" y="6538"/>
                  </a:lnTo>
                  <a:lnTo>
                    <a:pt x="929" y="6519"/>
                  </a:lnTo>
                  <a:lnTo>
                    <a:pt x="949" y="6499"/>
                  </a:lnTo>
                  <a:lnTo>
                    <a:pt x="989" y="6519"/>
                  </a:lnTo>
                  <a:lnTo>
                    <a:pt x="1008" y="6519"/>
                  </a:lnTo>
                  <a:lnTo>
                    <a:pt x="1028" y="6558"/>
                  </a:lnTo>
                  <a:lnTo>
                    <a:pt x="1048" y="6598"/>
                  </a:lnTo>
                  <a:lnTo>
                    <a:pt x="1008" y="6617"/>
                  </a:lnTo>
                  <a:lnTo>
                    <a:pt x="1008" y="6637"/>
                  </a:lnTo>
                  <a:lnTo>
                    <a:pt x="989" y="6657"/>
                  </a:lnTo>
                  <a:lnTo>
                    <a:pt x="969" y="6637"/>
                  </a:lnTo>
                  <a:lnTo>
                    <a:pt x="929" y="6657"/>
                  </a:lnTo>
                  <a:lnTo>
                    <a:pt x="910" y="6677"/>
                  </a:lnTo>
                  <a:lnTo>
                    <a:pt x="929" y="6736"/>
                  </a:lnTo>
                  <a:lnTo>
                    <a:pt x="929" y="6775"/>
                  </a:lnTo>
                  <a:lnTo>
                    <a:pt x="910" y="6795"/>
                  </a:lnTo>
                  <a:lnTo>
                    <a:pt x="890" y="6815"/>
                  </a:lnTo>
                  <a:lnTo>
                    <a:pt x="910" y="6835"/>
                  </a:lnTo>
                  <a:lnTo>
                    <a:pt x="929" y="6874"/>
                  </a:lnTo>
                  <a:lnTo>
                    <a:pt x="949" y="6933"/>
                  </a:lnTo>
                  <a:lnTo>
                    <a:pt x="989" y="6953"/>
                  </a:lnTo>
                  <a:lnTo>
                    <a:pt x="949" y="6953"/>
                  </a:lnTo>
                  <a:lnTo>
                    <a:pt x="929" y="6933"/>
                  </a:lnTo>
                  <a:lnTo>
                    <a:pt x="929" y="6914"/>
                  </a:lnTo>
                  <a:lnTo>
                    <a:pt x="910" y="6914"/>
                  </a:lnTo>
                  <a:lnTo>
                    <a:pt x="929" y="6953"/>
                  </a:lnTo>
                  <a:lnTo>
                    <a:pt x="890" y="6953"/>
                  </a:lnTo>
                  <a:lnTo>
                    <a:pt x="890" y="6993"/>
                  </a:lnTo>
                  <a:lnTo>
                    <a:pt x="910" y="7012"/>
                  </a:lnTo>
                  <a:lnTo>
                    <a:pt x="949" y="7052"/>
                  </a:lnTo>
                  <a:lnTo>
                    <a:pt x="1008" y="7072"/>
                  </a:lnTo>
                  <a:lnTo>
                    <a:pt x="1048" y="7111"/>
                  </a:lnTo>
                  <a:lnTo>
                    <a:pt x="1028" y="7111"/>
                  </a:lnTo>
                  <a:lnTo>
                    <a:pt x="1068" y="7151"/>
                  </a:lnTo>
                  <a:lnTo>
                    <a:pt x="949" y="7111"/>
                  </a:lnTo>
                  <a:lnTo>
                    <a:pt x="989" y="7151"/>
                  </a:lnTo>
                  <a:lnTo>
                    <a:pt x="1028" y="7190"/>
                  </a:lnTo>
                  <a:lnTo>
                    <a:pt x="1068" y="7210"/>
                  </a:lnTo>
                  <a:lnTo>
                    <a:pt x="1087" y="7249"/>
                  </a:lnTo>
                  <a:lnTo>
                    <a:pt x="1068" y="7269"/>
                  </a:lnTo>
                  <a:lnTo>
                    <a:pt x="1107" y="7309"/>
                  </a:lnTo>
                  <a:lnTo>
                    <a:pt x="1068" y="7309"/>
                  </a:lnTo>
                  <a:lnTo>
                    <a:pt x="1127" y="7328"/>
                  </a:lnTo>
                  <a:lnTo>
                    <a:pt x="1147" y="7368"/>
                  </a:lnTo>
                  <a:lnTo>
                    <a:pt x="1186" y="7407"/>
                  </a:lnTo>
                  <a:lnTo>
                    <a:pt x="1226" y="7447"/>
                  </a:lnTo>
                  <a:lnTo>
                    <a:pt x="1166" y="7486"/>
                  </a:lnTo>
                  <a:lnTo>
                    <a:pt x="1147" y="7506"/>
                  </a:lnTo>
                  <a:lnTo>
                    <a:pt x="1186" y="7526"/>
                  </a:lnTo>
                  <a:lnTo>
                    <a:pt x="1068" y="7546"/>
                  </a:lnTo>
                  <a:lnTo>
                    <a:pt x="1068" y="7486"/>
                  </a:lnTo>
                  <a:lnTo>
                    <a:pt x="1087" y="7467"/>
                  </a:lnTo>
                  <a:lnTo>
                    <a:pt x="1107" y="7447"/>
                  </a:lnTo>
                  <a:lnTo>
                    <a:pt x="1087" y="7407"/>
                  </a:lnTo>
                  <a:lnTo>
                    <a:pt x="1048" y="7447"/>
                  </a:lnTo>
                  <a:lnTo>
                    <a:pt x="1028" y="7486"/>
                  </a:lnTo>
                  <a:lnTo>
                    <a:pt x="989" y="7605"/>
                  </a:lnTo>
                  <a:lnTo>
                    <a:pt x="1008" y="7704"/>
                  </a:lnTo>
                  <a:lnTo>
                    <a:pt x="1028" y="7803"/>
                  </a:lnTo>
                  <a:lnTo>
                    <a:pt x="1048" y="7842"/>
                  </a:lnTo>
                  <a:lnTo>
                    <a:pt x="1048" y="7882"/>
                  </a:lnTo>
                  <a:lnTo>
                    <a:pt x="2549" y="7921"/>
                  </a:lnTo>
                  <a:lnTo>
                    <a:pt x="2569" y="7842"/>
                  </a:lnTo>
                  <a:lnTo>
                    <a:pt x="2549" y="7783"/>
                  </a:lnTo>
                  <a:lnTo>
                    <a:pt x="2529" y="7743"/>
                  </a:lnTo>
                  <a:lnTo>
                    <a:pt x="2450" y="7822"/>
                  </a:lnTo>
                  <a:lnTo>
                    <a:pt x="2549" y="7822"/>
                  </a:lnTo>
                  <a:lnTo>
                    <a:pt x="2490" y="7862"/>
                  </a:lnTo>
                  <a:lnTo>
                    <a:pt x="2411" y="7862"/>
                  </a:lnTo>
                  <a:lnTo>
                    <a:pt x="2272" y="7822"/>
                  </a:lnTo>
                  <a:lnTo>
                    <a:pt x="2292" y="7803"/>
                  </a:lnTo>
                  <a:lnTo>
                    <a:pt x="2292" y="7783"/>
                  </a:lnTo>
                  <a:lnTo>
                    <a:pt x="2312" y="7763"/>
                  </a:lnTo>
                  <a:lnTo>
                    <a:pt x="2332" y="7763"/>
                  </a:lnTo>
                  <a:lnTo>
                    <a:pt x="2292" y="7684"/>
                  </a:lnTo>
                  <a:lnTo>
                    <a:pt x="2272" y="7704"/>
                  </a:lnTo>
                  <a:lnTo>
                    <a:pt x="2253" y="7723"/>
                  </a:lnTo>
                  <a:lnTo>
                    <a:pt x="2233" y="7723"/>
                  </a:lnTo>
                  <a:lnTo>
                    <a:pt x="2272" y="7664"/>
                  </a:lnTo>
                  <a:lnTo>
                    <a:pt x="2292" y="7644"/>
                  </a:lnTo>
                  <a:lnTo>
                    <a:pt x="2312" y="7664"/>
                  </a:lnTo>
                  <a:lnTo>
                    <a:pt x="2292" y="7605"/>
                  </a:lnTo>
                  <a:lnTo>
                    <a:pt x="2272" y="7585"/>
                  </a:lnTo>
                  <a:lnTo>
                    <a:pt x="2233" y="7585"/>
                  </a:lnTo>
                  <a:lnTo>
                    <a:pt x="2233" y="7565"/>
                  </a:lnTo>
                  <a:lnTo>
                    <a:pt x="2292" y="7565"/>
                  </a:lnTo>
                  <a:lnTo>
                    <a:pt x="2391" y="7605"/>
                  </a:lnTo>
                  <a:lnTo>
                    <a:pt x="2391" y="7565"/>
                  </a:lnTo>
                  <a:lnTo>
                    <a:pt x="2490" y="7565"/>
                  </a:lnTo>
                  <a:lnTo>
                    <a:pt x="2470" y="7486"/>
                  </a:lnTo>
                  <a:lnTo>
                    <a:pt x="2569" y="7506"/>
                  </a:lnTo>
                  <a:lnTo>
                    <a:pt x="2569" y="7486"/>
                  </a:lnTo>
                  <a:lnTo>
                    <a:pt x="2549" y="7447"/>
                  </a:lnTo>
                  <a:lnTo>
                    <a:pt x="2529" y="7427"/>
                  </a:lnTo>
                  <a:lnTo>
                    <a:pt x="2549" y="7388"/>
                  </a:lnTo>
                  <a:lnTo>
                    <a:pt x="2470" y="7388"/>
                  </a:lnTo>
                  <a:lnTo>
                    <a:pt x="2529" y="7249"/>
                  </a:lnTo>
                  <a:lnTo>
                    <a:pt x="2529" y="7131"/>
                  </a:lnTo>
                  <a:lnTo>
                    <a:pt x="2470" y="7170"/>
                  </a:lnTo>
                  <a:lnTo>
                    <a:pt x="2450" y="7131"/>
                  </a:lnTo>
                  <a:lnTo>
                    <a:pt x="2450" y="7111"/>
                  </a:lnTo>
                  <a:lnTo>
                    <a:pt x="2470" y="7072"/>
                  </a:lnTo>
                  <a:lnTo>
                    <a:pt x="2509" y="7032"/>
                  </a:lnTo>
                  <a:lnTo>
                    <a:pt x="2509" y="7012"/>
                  </a:lnTo>
                  <a:lnTo>
                    <a:pt x="2509" y="6973"/>
                  </a:lnTo>
                  <a:lnTo>
                    <a:pt x="2470" y="6933"/>
                  </a:lnTo>
                  <a:lnTo>
                    <a:pt x="2430" y="6894"/>
                  </a:lnTo>
                  <a:lnTo>
                    <a:pt x="2391" y="6874"/>
                  </a:lnTo>
                  <a:lnTo>
                    <a:pt x="2332" y="6874"/>
                  </a:lnTo>
                  <a:lnTo>
                    <a:pt x="2332" y="6854"/>
                  </a:lnTo>
                  <a:lnTo>
                    <a:pt x="2332" y="6835"/>
                  </a:lnTo>
                  <a:lnTo>
                    <a:pt x="2391" y="6815"/>
                  </a:lnTo>
                  <a:lnTo>
                    <a:pt x="2292" y="6756"/>
                  </a:lnTo>
                  <a:lnTo>
                    <a:pt x="2272" y="6716"/>
                  </a:lnTo>
                  <a:lnTo>
                    <a:pt x="2272" y="6696"/>
                  </a:lnTo>
                  <a:lnTo>
                    <a:pt x="2272" y="6677"/>
                  </a:lnTo>
                  <a:lnTo>
                    <a:pt x="2351" y="6756"/>
                  </a:lnTo>
                  <a:lnTo>
                    <a:pt x="2391" y="6736"/>
                  </a:lnTo>
                  <a:lnTo>
                    <a:pt x="2391" y="6677"/>
                  </a:lnTo>
                  <a:lnTo>
                    <a:pt x="2391" y="6637"/>
                  </a:lnTo>
                  <a:lnTo>
                    <a:pt x="2391" y="6598"/>
                  </a:lnTo>
                  <a:lnTo>
                    <a:pt x="2154" y="6400"/>
                  </a:lnTo>
                  <a:lnTo>
                    <a:pt x="2095" y="6420"/>
                  </a:lnTo>
                  <a:lnTo>
                    <a:pt x="2016" y="6440"/>
                  </a:lnTo>
                  <a:lnTo>
                    <a:pt x="1956" y="6420"/>
                  </a:lnTo>
                  <a:lnTo>
                    <a:pt x="1897" y="6400"/>
                  </a:lnTo>
                  <a:lnTo>
                    <a:pt x="1917" y="6380"/>
                  </a:lnTo>
                  <a:lnTo>
                    <a:pt x="1937" y="6341"/>
                  </a:lnTo>
                  <a:lnTo>
                    <a:pt x="1976" y="6262"/>
                  </a:lnTo>
                  <a:lnTo>
                    <a:pt x="2016" y="6262"/>
                  </a:lnTo>
                  <a:lnTo>
                    <a:pt x="2055" y="6222"/>
                  </a:lnTo>
                  <a:lnTo>
                    <a:pt x="2095" y="6203"/>
                  </a:lnTo>
                  <a:lnTo>
                    <a:pt x="2114" y="6222"/>
                  </a:lnTo>
                  <a:lnTo>
                    <a:pt x="2114" y="6242"/>
                  </a:lnTo>
                  <a:lnTo>
                    <a:pt x="2075" y="6282"/>
                  </a:lnTo>
                  <a:lnTo>
                    <a:pt x="2055" y="6301"/>
                  </a:lnTo>
                  <a:lnTo>
                    <a:pt x="2055" y="6321"/>
                  </a:lnTo>
                  <a:lnTo>
                    <a:pt x="2134" y="6262"/>
                  </a:lnTo>
                  <a:lnTo>
                    <a:pt x="2213" y="6163"/>
                  </a:lnTo>
                  <a:lnTo>
                    <a:pt x="2253" y="6183"/>
                  </a:lnTo>
                  <a:lnTo>
                    <a:pt x="2272" y="6222"/>
                  </a:lnTo>
                  <a:lnTo>
                    <a:pt x="2213" y="6222"/>
                  </a:lnTo>
                  <a:lnTo>
                    <a:pt x="2253" y="6262"/>
                  </a:lnTo>
                  <a:lnTo>
                    <a:pt x="2272" y="6262"/>
                  </a:lnTo>
                  <a:lnTo>
                    <a:pt x="2312" y="6242"/>
                  </a:lnTo>
                  <a:lnTo>
                    <a:pt x="2351" y="6203"/>
                  </a:lnTo>
                  <a:lnTo>
                    <a:pt x="2411" y="6203"/>
                  </a:lnTo>
                  <a:lnTo>
                    <a:pt x="2391" y="6143"/>
                  </a:lnTo>
                  <a:lnTo>
                    <a:pt x="2351" y="6143"/>
                  </a:lnTo>
                  <a:lnTo>
                    <a:pt x="2371" y="6124"/>
                  </a:lnTo>
                  <a:lnTo>
                    <a:pt x="2391" y="6084"/>
                  </a:lnTo>
                  <a:lnTo>
                    <a:pt x="2351" y="6045"/>
                  </a:lnTo>
                  <a:lnTo>
                    <a:pt x="2332" y="5985"/>
                  </a:lnTo>
                  <a:lnTo>
                    <a:pt x="2332" y="5946"/>
                  </a:lnTo>
                  <a:lnTo>
                    <a:pt x="2351" y="5926"/>
                  </a:lnTo>
                  <a:lnTo>
                    <a:pt x="2312" y="5946"/>
                  </a:lnTo>
                  <a:lnTo>
                    <a:pt x="2292" y="5946"/>
                  </a:lnTo>
                  <a:lnTo>
                    <a:pt x="2253" y="5926"/>
                  </a:lnTo>
                  <a:lnTo>
                    <a:pt x="2253" y="5887"/>
                  </a:lnTo>
                  <a:lnTo>
                    <a:pt x="2272" y="5867"/>
                  </a:lnTo>
                  <a:lnTo>
                    <a:pt x="2332" y="5827"/>
                  </a:lnTo>
                  <a:lnTo>
                    <a:pt x="2292" y="5808"/>
                  </a:lnTo>
                  <a:lnTo>
                    <a:pt x="2272" y="5788"/>
                  </a:lnTo>
                  <a:lnTo>
                    <a:pt x="2272" y="5748"/>
                  </a:lnTo>
                  <a:lnTo>
                    <a:pt x="2233" y="5729"/>
                  </a:lnTo>
                  <a:lnTo>
                    <a:pt x="2174" y="5748"/>
                  </a:lnTo>
                  <a:lnTo>
                    <a:pt x="2134" y="5768"/>
                  </a:lnTo>
                  <a:lnTo>
                    <a:pt x="2075" y="5748"/>
                  </a:lnTo>
                  <a:lnTo>
                    <a:pt x="2035" y="5729"/>
                  </a:lnTo>
                  <a:lnTo>
                    <a:pt x="2016" y="5689"/>
                  </a:lnTo>
                  <a:lnTo>
                    <a:pt x="2035" y="5650"/>
                  </a:lnTo>
                  <a:lnTo>
                    <a:pt x="2016" y="5630"/>
                  </a:lnTo>
                  <a:lnTo>
                    <a:pt x="2055" y="5610"/>
                  </a:lnTo>
                  <a:lnTo>
                    <a:pt x="2075" y="5630"/>
                  </a:lnTo>
                  <a:lnTo>
                    <a:pt x="2095" y="5669"/>
                  </a:lnTo>
                  <a:lnTo>
                    <a:pt x="2114" y="5689"/>
                  </a:lnTo>
                  <a:lnTo>
                    <a:pt x="2035" y="5551"/>
                  </a:lnTo>
                  <a:lnTo>
                    <a:pt x="2075" y="5531"/>
                  </a:lnTo>
                  <a:lnTo>
                    <a:pt x="2114" y="5531"/>
                  </a:lnTo>
                  <a:lnTo>
                    <a:pt x="2134" y="5571"/>
                  </a:lnTo>
                  <a:lnTo>
                    <a:pt x="2134" y="5610"/>
                  </a:lnTo>
                  <a:lnTo>
                    <a:pt x="2154" y="5551"/>
                  </a:lnTo>
                  <a:lnTo>
                    <a:pt x="2134" y="5511"/>
                  </a:lnTo>
                  <a:lnTo>
                    <a:pt x="2095" y="5472"/>
                  </a:lnTo>
                  <a:lnTo>
                    <a:pt x="2035" y="5452"/>
                  </a:lnTo>
                  <a:lnTo>
                    <a:pt x="2055" y="5413"/>
                  </a:lnTo>
                  <a:lnTo>
                    <a:pt x="2055" y="5353"/>
                  </a:lnTo>
                  <a:lnTo>
                    <a:pt x="2114" y="5373"/>
                  </a:lnTo>
                  <a:lnTo>
                    <a:pt x="2174" y="5373"/>
                  </a:lnTo>
                  <a:lnTo>
                    <a:pt x="2233" y="5393"/>
                  </a:lnTo>
                  <a:lnTo>
                    <a:pt x="2272" y="5413"/>
                  </a:lnTo>
                  <a:lnTo>
                    <a:pt x="2253" y="5452"/>
                  </a:lnTo>
                  <a:lnTo>
                    <a:pt x="2154" y="5452"/>
                  </a:lnTo>
                  <a:lnTo>
                    <a:pt x="2154" y="5472"/>
                  </a:lnTo>
                  <a:lnTo>
                    <a:pt x="2233" y="5472"/>
                  </a:lnTo>
                  <a:lnTo>
                    <a:pt x="2213" y="5511"/>
                  </a:lnTo>
                  <a:lnTo>
                    <a:pt x="2233" y="5531"/>
                  </a:lnTo>
                  <a:lnTo>
                    <a:pt x="2253" y="5571"/>
                  </a:lnTo>
                  <a:lnTo>
                    <a:pt x="2233" y="5571"/>
                  </a:lnTo>
                  <a:lnTo>
                    <a:pt x="2213" y="5551"/>
                  </a:lnTo>
                  <a:lnTo>
                    <a:pt x="2233" y="5650"/>
                  </a:lnTo>
                  <a:lnTo>
                    <a:pt x="2253" y="5689"/>
                  </a:lnTo>
                  <a:lnTo>
                    <a:pt x="2292" y="5709"/>
                  </a:lnTo>
                  <a:lnTo>
                    <a:pt x="2312" y="5669"/>
                  </a:lnTo>
                  <a:lnTo>
                    <a:pt x="2312" y="5650"/>
                  </a:lnTo>
                  <a:lnTo>
                    <a:pt x="2292" y="5571"/>
                  </a:lnTo>
                  <a:lnTo>
                    <a:pt x="2292" y="5492"/>
                  </a:lnTo>
                  <a:lnTo>
                    <a:pt x="2292" y="5472"/>
                  </a:lnTo>
                  <a:lnTo>
                    <a:pt x="2332" y="5452"/>
                  </a:lnTo>
                  <a:lnTo>
                    <a:pt x="2193" y="5294"/>
                  </a:lnTo>
                  <a:lnTo>
                    <a:pt x="2134" y="5333"/>
                  </a:lnTo>
                  <a:lnTo>
                    <a:pt x="2095" y="5333"/>
                  </a:lnTo>
                  <a:lnTo>
                    <a:pt x="2055" y="5314"/>
                  </a:lnTo>
                  <a:lnTo>
                    <a:pt x="2114" y="5294"/>
                  </a:lnTo>
                  <a:lnTo>
                    <a:pt x="2154" y="5254"/>
                  </a:lnTo>
                  <a:lnTo>
                    <a:pt x="2174" y="5215"/>
                  </a:lnTo>
                  <a:lnTo>
                    <a:pt x="2174" y="5175"/>
                  </a:lnTo>
                  <a:lnTo>
                    <a:pt x="2134" y="5175"/>
                  </a:lnTo>
                  <a:lnTo>
                    <a:pt x="2095" y="5136"/>
                  </a:lnTo>
                  <a:lnTo>
                    <a:pt x="2055" y="5116"/>
                  </a:lnTo>
                  <a:lnTo>
                    <a:pt x="1996" y="5116"/>
                  </a:lnTo>
                  <a:lnTo>
                    <a:pt x="2016" y="5136"/>
                  </a:lnTo>
                  <a:lnTo>
                    <a:pt x="2016" y="5156"/>
                  </a:lnTo>
                  <a:lnTo>
                    <a:pt x="1976" y="5175"/>
                  </a:lnTo>
                  <a:lnTo>
                    <a:pt x="1956" y="5136"/>
                  </a:lnTo>
                  <a:lnTo>
                    <a:pt x="1917" y="5136"/>
                  </a:lnTo>
                  <a:lnTo>
                    <a:pt x="1877" y="5156"/>
                  </a:lnTo>
                  <a:lnTo>
                    <a:pt x="1877" y="5136"/>
                  </a:lnTo>
                  <a:lnTo>
                    <a:pt x="1877" y="5077"/>
                  </a:lnTo>
                  <a:lnTo>
                    <a:pt x="1937" y="5077"/>
                  </a:lnTo>
                  <a:lnTo>
                    <a:pt x="1956" y="5017"/>
                  </a:lnTo>
                  <a:lnTo>
                    <a:pt x="2055" y="5057"/>
                  </a:lnTo>
                  <a:lnTo>
                    <a:pt x="2068" y="5065"/>
                  </a:lnTo>
                  <a:lnTo>
                    <a:pt x="1976" y="4919"/>
                  </a:lnTo>
                  <a:lnTo>
                    <a:pt x="1917" y="4859"/>
                  </a:lnTo>
                  <a:lnTo>
                    <a:pt x="1877" y="4780"/>
                  </a:lnTo>
                  <a:lnTo>
                    <a:pt x="1917" y="4780"/>
                  </a:lnTo>
                  <a:lnTo>
                    <a:pt x="1956" y="4800"/>
                  </a:lnTo>
                  <a:lnTo>
                    <a:pt x="2016" y="4859"/>
                  </a:lnTo>
                  <a:lnTo>
                    <a:pt x="2075" y="4899"/>
                  </a:lnTo>
                  <a:lnTo>
                    <a:pt x="2174" y="4899"/>
                  </a:lnTo>
                  <a:lnTo>
                    <a:pt x="2154" y="4859"/>
                  </a:lnTo>
                  <a:lnTo>
                    <a:pt x="2114" y="4840"/>
                  </a:lnTo>
                  <a:lnTo>
                    <a:pt x="2095" y="4840"/>
                  </a:lnTo>
                  <a:lnTo>
                    <a:pt x="2075" y="4800"/>
                  </a:lnTo>
                  <a:lnTo>
                    <a:pt x="2095" y="4780"/>
                  </a:lnTo>
                  <a:lnTo>
                    <a:pt x="2114" y="4761"/>
                  </a:lnTo>
                  <a:lnTo>
                    <a:pt x="2114" y="4721"/>
                  </a:lnTo>
                  <a:lnTo>
                    <a:pt x="2075" y="4662"/>
                  </a:lnTo>
                  <a:lnTo>
                    <a:pt x="2055" y="4603"/>
                  </a:lnTo>
                  <a:lnTo>
                    <a:pt x="2016" y="4642"/>
                  </a:lnTo>
                  <a:lnTo>
                    <a:pt x="1996" y="4622"/>
                  </a:lnTo>
                  <a:lnTo>
                    <a:pt x="1996" y="4583"/>
                  </a:lnTo>
                  <a:lnTo>
                    <a:pt x="2016" y="4524"/>
                  </a:lnTo>
                  <a:lnTo>
                    <a:pt x="2035" y="4524"/>
                  </a:lnTo>
                  <a:lnTo>
                    <a:pt x="1996" y="4504"/>
                  </a:lnTo>
                  <a:lnTo>
                    <a:pt x="2016" y="4484"/>
                  </a:lnTo>
                  <a:lnTo>
                    <a:pt x="1996" y="4464"/>
                  </a:lnTo>
                  <a:lnTo>
                    <a:pt x="1976" y="4405"/>
                  </a:lnTo>
                  <a:lnTo>
                    <a:pt x="1976" y="4346"/>
                  </a:lnTo>
                  <a:lnTo>
                    <a:pt x="1956" y="4306"/>
                  </a:lnTo>
                  <a:lnTo>
                    <a:pt x="1937" y="4306"/>
                  </a:lnTo>
                  <a:lnTo>
                    <a:pt x="1937" y="4346"/>
                  </a:lnTo>
                  <a:lnTo>
                    <a:pt x="1956" y="4366"/>
                  </a:lnTo>
                  <a:lnTo>
                    <a:pt x="1956" y="4405"/>
                  </a:lnTo>
                  <a:lnTo>
                    <a:pt x="1937" y="4445"/>
                  </a:lnTo>
                  <a:lnTo>
                    <a:pt x="1897" y="4464"/>
                  </a:lnTo>
                  <a:lnTo>
                    <a:pt x="1877" y="4445"/>
                  </a:lnTo>
                  <a:lnTo>
                    <a:pt x="1858" y="4385"/>
                  </a:lnTo>
                  <a:lnTo>
                    <a:pt x="1818" y="4346"/>
                  </a:lnTo>
                  <a:lnTo>
                    <a:pt x="1779" y="4287"/>
                  </a:lnTo>
                  <a:lnTo>
                    <a:pt x="1759" y="4227"/>
                  </a:lnTo>
                  <a:lnTo>
                    <a:pt x="1739" y="4247"/>
                  </a:lnTo>
                  <a:lnTo>
                    <a:pt x="1719" y="4227"/>
                  </a:lnTo>
                  <a:lnTo>
                    <a:pt x="1700" y="4208"/>
                  </a:lnTo>
                  <a:lnTo>
                    <a:pt x="1700" y="4148"/>
                  </a:lnTo>
                  <a:lnTo>
                    <a:pt x="1719" y="4109"/>
                  </a:lnTo>
                  <a:lnTo>
                    <a:pt x="1739" y="4109"/>
                  </a:lnTo>
                  <a:lnTo>
                    <a:pt x="1779" y="4129"/>
                  </a:lnTo>
                  <a:lnTo>
                    <a:pt x="1818" y="4148"/>
                  </a:lnTo>
                  <a:lnTo>
                    <a:pt x="1838" y="4129"/>
                  </a:lnTo>
                  <a:lnTo>
                    <a:pt x="1877" y="4168"/>
                  </a:lnTo>
                  <a:lnTo>
                    <a:pt x="1877" y="4188"/>
                  </a:lnTo>
                  <a:lnTo>
                    <a:pt x="1897" y="4208"/>
                  </a:lnTo>
                  <a:lnTo>
                    <a:pt x="1937" y="4227"/>
                  </a:lnTo>
                  <a:lnTo>
                    <a:pt x="2035" y="4168"/>
                  </a:lnTo>
                  <a:lnTo>
                    <a:pt x="1996" y="4129"/>
                  </a:lnTo>
                  <a:lnTo>
                    <a:pt x="2016" y="4089"/>
                  </a:lnTo>
                  <a:lnTo>
                    <a:pt x="2035" y="4069"/>
                  </a:lnTo>
                  <a:lnTo>
                    <a:pt x="2035" y="4030"/>
                  </a:lnTo>
                  <a:lnTo>
                    <a:pt x="1996" y="4069"/>
                  </a:lnTo>
                  <a:lnTo>
                    <a:pt x="1956" y="4069"/>
                  </a:lnTo>
                  <a:lnTo>
                    <a:pt x="1956" y="4050"/>
                  </a:lnTo>
                  <a:lnTo>
                    <a:pt x="1976" y="4030"/>
                  </a:lnTo>
                  <a:lnTo>
                    <a:pt x="1858" y="4050"/>
                  </a:lnTo>
                  <a:lnTo>
                    <a:pt x="1877" y="4089"/>
                  </a:lnTo>
                  <a:lnTo>
                    <a:pt x="1897" y="4109"/>
                  </a:lnTo>
                  <a:lnTo>
                    <a:pt x="1917" y="4148"/>
                  </a:lnTo>
                  <a:lnTo>
                    <a:pt x="1897" y="4168"/>
                  </a:lnTo>
                  <a:lnTo>
                    <a:pt x="1858" y="4129"/>
                  </a:lnTo>
                  <a:lnTo>
                    <a:pt x="1798" y="4109"/>
                  </a:lnTo>
                  <a:lnTo>
                    <a:pt x="1759" y="4069"/>
                  </a:lnTo>
                  <a:lnTo>
                    <a:pt x="1739" y="4010"/>
                  </a:lnTo>
                  <a:lnTo>
                    <a:pt x="1759" y="4010"/>
                  </a:lnTo>
                  <a:lnTo>
                    <a:pt x="1779" y="4030"/>
                  </a:lnTo>
                  <a:lnTo>
                    <a:pt x="1798" y="4050"/>
                  </a:lnTo>
                  <a:lnTo>
                    <a:pt x="1798" y="4010"/>
                  </a:lnTo>
                  <a:lnTo>
                    <a:pt x="1779" y="3990"/>
                  </a:lnTo>
                  <a:lnTo>
                    <a:pt x="1759" y="3951"/>
                  </a:lnTo>
                  <a:lnTo>
                    <a:pt x="1759" y="3911"/>
                  </a:lnTo>
                  <a:lnTo>
                    <a:pt x="1818" y="3951"/>
                  </a:lnTo>
                  <a:lnTo>
                    <a:pt x="1858" y="3971"/>
                  </a:lnTo>
                  <a:lnTo>
                    <a:pt x="1897" y="3951"/>
                  </a:lnTo>
                  <a:lnTo>
                    <a:pt x="1798" y="3931"/>
                  </a:lnTo>
                  <a:lnTo>
                    <a:pt x="1838" y="3892"/>
                  </a:lnTo>
                  <a:lnTo>
                    <a:pt x="1858" y="3892"/>
                  </a:lnTo>
                  <a:lnTo>
                    <a:pt x="1838" y="3872"/>
                  </a:lnTo>
                  <a:lnTo>
                    <a:pt x="1779" y="3872"/>
                  </a:lnTo>
                  <a:lnTo>
                    <a:pt x="1779" y="3852"/>
                  </a:lnTo>
                  <a:lnTo>
                    <a:pt x="1798" y="3832"/>
                  </a:lnTo>
                  <a:lnTo>
                    <a:pt x="1838" y="3813"/>
                  </a:lnTo>
                  <a:lnTo>
                    <a:pt x="1818" y="3793"/>
                  </a:lnTo>
                  <a:lnTo>
                    <a:pt x="1818" y="3773"/>
                  </a:lnTo>
                  <a:lnTo>
                    <a:pt x="1779" y="3753"/>
                  </a:lnTo>
                  <a:lnTo>
                    <a:pt x="1759" y="3734"/>
                  </a:lnTo>
                  <a:lnTo>
                    <a:pt x="1739" y="3773"/>
                  </a:lnTo>
                  <a:lnTo>
                    <a:pt x="1640" y="3773"/>
                  </a:lnTo>
                  <a:lnTo>
                    <a:pt x="1601" y="3753"/>
                  </a:lnTo>
                  <a:lnTo>
                    <a:pt x="1601" y="3694"/>
                  </a:lnTo>
                  <a:lnTo>
                    <a:pt x="1581" y="3635"/>
                  </a:lnTo>
                  <a:lnTo>
                    <a:pt x="1601" y="3595"/>
                  </a:lnTo>
                  <a:lnTo>
                    <a:pt x="1640" y="3536"/>
                  </a:lnTo>
                  <a:lnTo>
                    <a:pt x="1581" y="3516"/>
                  </a:lnTo>
                  <a:lnTo>
                    <a:pt x="1621" y="3516"/>
                  </a:lnTo>
                  <a:lnTo>
                    <a:pt x="1621" y="3477"/>
                  </a:lnTo>
                  <a:lnTo>
                    <a:pt x="1621" y="3437"/>
                  </a:lnTo>
                  <a:lnTo>
                    <a:pt x="1660" y="3437"/>
                  </a:lnTo>
                  <a:lnTo>
                    <a:pt x="1660" y="3477"/>
                  </a:lnTo>
                  <a:lnTo>
                    <a:pt x="1700" y="3516"/>
                  </a:lnTo>
                  <a:lnTo>
                    <a:pt x="1719" y="3536"/>
                  </a:lnTo>
                  <a:lnTo>
                    <a:pt x="1759" y="3536"/>
                  </a:lnTo>
                  <a:lnTo>
                    <a:pt x="1779" y="3516"/>
                  </a:lnTo>
                  <a:lnTo>
                    <a:pt x="1798" y="3497"/>
                  </a:lnTo>
                  <a:lnTo>
                    <a:pt x="1858" y="3516"/>
                  </a:lnTo>
                  <a:lnTo>
                    <a:pt x="1858" y="3516"/>
                  </a:lnTo>
                  <a:lnTo>
                    <a:pt x="1838" y="3497"/>
                  </a:lnTo>
                  <a:lnTo>
                    <a:pt x="1798" y="3477"/>
                  </a:lnTo>
                  <a:lnTo>
                    <a:pt x="1739" y="3497"/>
                  </a:lnTo>
                  <a:lnTo>
                    <a:pt x="1700" y="3477"/>
                  </a:lnTo>
                  <a:lnTo>
                    <a:pt x="1719" y="3457"/>
                  </a:lnTo>
                  <a:lnTo>
                    <a:pt x="1719" y="3437"/>
                  </a:lnTo>
                  <a:lnTo>
                    <a:pt x="1739" y="3418"/>
                  </a:lnTo>
                  <a:lnTo>
                    <a:pt x="1779" y="3418"/>
                  </a:lnTo>
                  <a:lnTo>
                    <a:pt x="1759" y="3378"/>
                  </a:lnTo>
                  <a:lnTo>
                    <a:pt x="1739" y="3358"/>
                  </a:lnTo>
                  <a:lnTo>
                    <a:pt x="1700" y="3339"/>
                  </a:lnTo>
                  <a:lnTo>
                    <a:pt x="1700" y="3319"/>
                  </a:lnTo>
                  <a:lnTo>
                    <a:pt x="1818" y="3319"/>
                  </a:lnTo>
                  <a:lnTo>
                    <a:pt x="1818" y="3299"/>
                  </a:lnTo>
                  <a:lnTo>
                    <a:pt x="1818" y="3279"/>
                  </a:lnTo>
                  <a:lnTo>
                    <a:pt x="1838" y="3260"/>
                  </a:lnTo>
                  <a:lnTo>
                    <a:pt x="1779" y="3260"/>
                  </a:lnTo>
                  <a:lnTo>
                    <a:pt x="1779" y="3279"/>
                  </a:lnTo>
                  <a:lnTo>
                    <a:pt x="1759" y="3260"/>
                  </a:lnTo>
                  <a:lnTo>
                    <a:pt x="1739" y="3240"/>
                  </a:lnTo>
                  <a:lnTo>
                    <a:pt x="1739" y="3200"/>
                  </a:lnTo>
                  <a:lnTo>
                    <a:pt x="1719" y="3181"/>
                  </a:lnTo>
                  <a:lnTo>
                    <a:pt x="1739" y="3161"/>
                  </a:lnTo>
                  <a:lnTo>
                    <a:pt x="1739" y="3121"/>
                  </a:lnTo>
                  <a:lnTo>
                    <a:pt x="1739" y="3082"/>
                  </a:lnTo>
                  <a:lnTo>
                    <a:pt x="1739" y="3042"/>
                  </a:lnTo>
                  <a:lnTo>
                    <a:pt x="1700" y="3062"/>
                  </a:lnTo>
                  <a:lnTo>
                    <a:pt x="1680" y="3062"/>
                  </a:lnTo>
                  <a:lnTo>
                    <a:pt x="1680" y="3082"/>
                  </a:lnTo>
                  <a:lnTo>
                    <a:pt x="1700" y="3102"/>
                  </a:lnTo>
                  <a:lnTo>
                    <a:pt x="1719" y="3121"/>
                  </a:lnTo>
                  <a:lnTo>
                    <a:pt x="1719" y="3141"/>
                  </a:lnTo>
                  <a:lnTo>
                    <a:pt x="1680" y="3161"/>
                  </a:lnTo>
                  <a:lnTo>
                    <a:pt x="1640" y="3102"/>
                  </a:lnTo>
                  <a:lnTo>
                    <a:pt x="1621" y="3022"/>
                  </a:lnTo>
                  <a:lnTo>
                    <a:pt x="1601" y="2924"/>
                  </a:lnTo>
                  <a:lnTo>
                    <a:pt x="1561" y="2864"/>
                  </a:lnTo>
                  <a:lnTo>
                    <a:pt x="1581" y="2825"/>
                  </a:lnTo>
                  <a:lnTo>
                    <a:pt x="1700" y="2825"/>
                  </a:lnTo>
                  <a:lnTo>
                    <a:pt x="1700" y="2864"/>
                  </a:lnTo>
                  <a:lnTo>
                    <a:pt x="1700" y="2904"/>
                  </a:lnTo>
                  <a:lnTo>
                    <a:pt x="1700" y="2943"/>
                  </a:lnTo>
                  <a:lnTo>
                    <a:pt x="1719" y="2983"/>
                  </a:lnTo>
                  <a:lnTo>
                    <a:pt x="1719" y="2924"/>
                  </a:lnTo>
                  <a:lnTo>
                    <a:pt x="1719" y="2864"/>
                  </a:lnTo>
                  <a:lnTo>
                    <a:pt x="1700" y="2785"/>
                  </a:lnTo>
                  <a:lnTo>
                    <a:pt x="1640" y="2746"/>
                  </a:lnTo>
                  <a:lnTo>
                    <a:pt x="1660" y="2706"/>
                  </a:lnTo>
                  <a:lnTo>
                    <a:pt x="1680" y="2687"/>
                  </a:lnTo>
                  <a:lnTo>
                    <a:pt x="1719" y="2647"/>
                  </a:lnTo>
                  <a:lnTo>
                    <a:pt x="1779" y="2608"/>
                  </a:lnTo>
                  <a:lnTo>
                    <a:pt x="1779" y="2568"/>
                  </a:lnTo>
                  <a:lnTo>
                    <a:pt x="1779" y="2548"/>
                  </a:lnTo>
                  <a:lnTo>
                    <a:pt x="1719" y="2568"/>
                  </a:lnTo>
                  <a:lnTo>
                    <a:pt x="1680" y="2588"/>
                  </a:lnTo>
                  <a:lnTo>
                    <a:pt x="1660" y="2568"/>
                  </a:lnTo>
                  <a:lnTo>
                    <a:pt x="1660" y="2548"/>
                  </a:lnTo>
                  <a:lnTo>
                    <a:pt x="1680" y="2509"/>
                  </a:lnTo>
                  <a:lnTo>
                    <a:pt x="1640" y="2509"/>
                  </a:lnTo>
                  <a:lnTo>
                    <a:pt x="1640" y="2529"/>
                  </a:lnTo>
                  <a:lnTo>
                    <a:pt x="1621" y="2529"/>
                  </a:lnTo>
                  <a:lnTo>
                    <a:pt x="1601" y="2509"/>
                  </a:lnTo>
                  <a:lnTo>
                    <a:pt x="1601" y="2489"/>
                  </a:lnTo>
                  <a:lnTo>
                    <a:pt x="1621" y="2469"/>
                  </a:lnTo>
                  <a:lnTo>
                    <a:pt x="1660" y="2469"/>
                  </a:lnTo>
                  <a:lnTo>
                    <a:pt x="1640" y="2450"/>
                  </a:lnTo>
                  <a:lnTo>
                    <a:pt x="1640" y="2430"/>
                  </a:lnTo>
                  <a:lnTo>
                    <a:pt x="1680" y="2390"/>
                  </a:lnTo>
                  <a:lnTo>
                    <a:pt x="1719" y="2371"/>
                  </a:lnTo>
                  <a:lnTo>
                    <a:pt x="1700" y="2351"/>
                  </a:lnTo>
                  <a:lnTo>
                    <a:pt x="1680" y="2331"/>
                  </a:lnTo>
                  <a:lnTo>
                    <a:pt x="1660" y="2331"/>
                  </a:lnTo>
                  <a:lnTo>
                    <a:pt x="1660" y="2351"/>
                  </a:lnTo>
                  <a:lnTo>
                    <a:pt x="1660" y="2371"/>
                  </a:lnTo>
                  <a:lnTo>
                    <a:pt x="1621" y="2371"/>
                  </a:lnTo>
                  <a:lnTo>
                    <a:pt x="1581" y="2351"/>
                  </a:lnTo>
                  <a:lnTo>
                    <a:pt x="1522" y="2311"/>
                  </a:lnTo>
                  <a:lnTo>
                    <a:pt x="1542" y="2311"/>
                  </a:lnTo>
                  <a:lnTo>
                    <a:pt x="1542" y="2292"/>
                  </a:lnTo>
                  <a:lnTo>
                    <a:pt x="1542" y="2252"/>
                  </a:lnTo>
                  <a:lnTo>
                    <a:pt x="1581" y="2252"/>
                  </a:lnTo>
                  <a:lnTo>
                    <a:pt x="1581" y="2272"/>
                  </a:lnTo>
                  <a:lnTo>
                    <a:pt x="1601" y="2311"/>
                  </a:lnTo>
                  <a:lnTo>
                    <a:pt x="1621" y="2311"/>
                  </a:lnTo>
                  <a:lnTo>
                    <a:pt x="1621" y="2252"/>
                  </a:lnTo>
                  <a:lnTo>
                    <a:pt x="1601" y="2272"/>
                  </a:lnTo>
                  <a:lnTo>
                    <a:pt x="1542" y="2193"/>
                  </a:lnTo>
                  <a:lnTo>
                    <a:pt x="1542" y="2213"/>
                  </a:lnTo>
                  <a:lnTo>
                    <a:pt x="1502" y="2232"/>
                  </a:lnTo>
                  <a:lnTo>
                    <a:pt x="1463" y="2213"/>
                  </a:lnTo>
                  <a:lnTo>
                    <a:pt x="1443" y="2193"/>
                  </a:lnTo>
                  <a:lnTo>
                    <a:pt x="1463" y="2114"/>
                  </a:lnTo>
                  <a:lnTo>
                    <a:pt x="1502" y="2094"/>
                  </a:lnTo>
                  <a:lnTo>
                    <a:pt x="1542" y="2094"/>
                  </a:lnTo>
                  <a:lnTo>
                    <a:pt x="1502" y="2074"/>
                  </a:lnTo>
                  <a:lnTo>
                    <a:pt x="1463" y="2055"/>
                  </a:lnTo>
                  <a:lnTo>
                    <a:pt x="1443" y="1976"/>
                  </a:lnTo>
                  <a:lnTo>
                    <a:pt x="1423" y="1995"/>
                  </a:lnTo>
                  <a:lnTo>
                    <a:pt x="1403" y="1995"/>
                  </a:lnTo>
                  <a:lnTo>
                    <a:pt x="1344" y="1976"/>
                  </a:lnTo>
                  <a:lnTo>
                    <a:pt x="1423" y="1877"/>
                  </a:lnTo>
                  <a:lnTo>
                    <a:pt x="1443" y="1916"/>
                  </a:lnTo>
                  <a:lnTo>
                    <a:pt x="1463" y="1916"/>
                  </a:lnTo>
                  <a:lnTo>
                    <a:pt x="1502" y="1877"/>
                  </a:lnTo>
                  <a:lnTo>
                    <a:pt x="1542" y="1877"/>
                  </a:lnTo>
                  <a:lnTo>
                    <a:pt x="1581" y="1897"/>
                  </a:lnTo>
                  <a:lnTo>
                    <a:pt x="1601" y="1936"/>
                  </a:lnTo>
                  <a:lnTo>
                    <a:pt x="1581" y="1995"/>
                  </a:lnTo>
                  <a:lnTo>
                    <a:pt x="1621" y="1956"/>
                  </a:lnTo>
                  <a:lnTo>
                    <a:pt x="1621" y="1936"/>
                  </a:lnTo>
                  <a:lnTo>
                    <a:pt x="1621" y="1916"/>
                  </a:lnTo>
                  <a:lnTo>
                    <a:pt x="1601" y="1897"/>
                  </a:lnTo>
                  <a:lnTo>
                    <a:pt x="1561" y="1857"/>
                  </a:lnTo>
                  <a:lnTo>
                    <a:pt x="1542" y="1837"/>
                  </a:lnTo>
                  <a:lnTo>
                    <a:pt x="1561" y="1798"/>
                  </a:lnTo>
                  <a:lnTo>
                    <a:pt x="1601" y="1798"/>
                  </a:lnTo>
                  <a:lnTo>
                    <a:pt x="1621" y="1818"/>
                  </a:lnTo>
                  <a:lnTo>
                    <a:pt x="1601" y="1778"/>
                  </a:lnTo>
                  <a:lnTo>
                    <a:pt x="1581" y="1739"/>
                  </a:lnTo>
                  <a:lnTo>
                    <a:pt x="1601" y="1719"/>
                  </a:lnTo>
                  <a:lnTo>
                    <a:pt x="1542" y="1739"/>
                  </a:lnTo>
                  <a:lnTo>
                    <a:pt x="1502" y="1739"/>
                  </a:lnTo>
                  <a:lnTo>
                    <a:pt x="1463" y="1719"/>
                  </a:lnTo>
                  <a:lnTo>
                    <a:pt x="1542" y="1640"/>
                  </a:lnTo>
                  <a:lnTo>
                    <a:pt x="1542" y="1620"/>
                  </a:lnTo>
                  <a:lnTo>
                    <a:pt x="1542" y="1600"/>
                  </a:lnTo>
                  <a:lnTo>
                    <a:pt x="1443" y="1600"/>
                  </a:lnTo>
                  <a:lnTo>
                    <a:pt x="1403" y="1561"/>
                  </a:lnTo>
                  <a:lnTo>
                    <a:pt x="1344" y="1620"/>
                  </a:lnTo>
                  <a:lnTo>
                    <a:pt x="1305" y="1600"/>
                  </a:lnTo>
                  <a:lnTo>
                    <a:pt x="1305" y="1640"/>
                  </a:lnTo>
                  <a:lnTo>
                    <a:pt x="1265" y="1640"/>
                  </a:lnTo>
                  <a:lnTo>
                    <a:pt x="1245" y="1620"/>
                  </a:lnTo>
                  <a:lnTo>
                    <a:pt x="1226" y="1581"/>
                  </a:lnTo>
                  <a:lnTo>
                    <a:pt x="1206" y="1561"/>
                  </a:lnTo>
                  <a:lnTo>
                    <a:pt x="1245" y="1482"/>
                  </a:lnTo>
                  <a:lnTo>
                    <a:pt x="1305" y="1423"/>
                  </a:lnTo>
                  <a:lnTo>
                    <a:pt x="1384" y="1423"/>
                  </a:lnTo>
                  <a:lnTo>
                    <a:pt x="1463" y="1462"/>
                  </a:lnTo>
                  <a:lnTo>
                    <a:pt x="1542" y="1482"/>
                  </a:lnTo>
                  <a:lnTo>
                    <a:pt x="1640" y="1482"/>
                  </a:lnTo>
                  <a:lnTo>
                    <a:pt x="1601" y="1363"/>
                  </a:lnTo>
                  <a:lnTo>
                    <a:pt x="1581" y="1284"/>
                  </a:lnTo>
                  <a:lnTo>
                    <a:pt x="1601" y="1245"/>
                  </a:lnTo>
                  <a:lnTo>
                    <a:pt x="1561" y="1205"/>
                  </a:lnTo>
                  <a:lnTo>
                    <a:pt x="1522" y="1186"/>
                  </a:lnTo>
                  <a:lnTo>
                    <a:pt x="1384" y="1186"/>
                  </a:lnTo>
                  <a:lnTo>
                    <a:pt x="1384" y="1146"/>
                  </a:lnTo>
                  <a:lnTo>
                    <a:pt x="1403" y="1126"/>
                  </a:lnTo>
                  <a:lnTo>
                    <a:pt x="1443" y="1166"/>
                  </a:lnTo>
                  <a:lnTo>
                    <a:pt x="1384" y="1047"/>
                  </a:lnTo>
                  <a:lnTo>
                    <a:pt x="1364" y="988"/>
                  </a:lnTo>
                  <a:lnTo>
                    <a:pt x="1364" y="929"/>
                  </a:lnTo>
                  <a:lnTo>
                    <a:pt x="1324" y="889"/>
                  </a:lnTo>
                  <a:lnTo>
                    <a:pt x="1285" y="889"/>
                  </a:lnTo>
                  <a:lnTo>
                    <a:pt x="1186" y="909"/>
                  </a:lnTo>
                  <a:lnTo>
                    <a:pt x="1166" y="850"/>
                  </a:lnTo>
                  <a:lnTo>
                    <a:pt x="1107" y="850"/>
                  </a:lnTo>
                  <a:lnTo>
                    <a:pt x="1107" y="810"/>
                  </a:lnTo>
                  <a:lnTo>
                    <a:pt x="1107" y="751"/>
                  </a:lnTo>
                  <a:lnTo>
                    <a:pt x="1147" y="771"/>
                  </a:lnTo>
                  <a:lnTo>
                    <a:pt x="1166" y="771"/>
                  </a:lnTo>
                  <a:lnTo>
                    <a:pt x="1186" y="751"/>
                  </a:lnTo>
                  <a:lnTo>
                    <a:pt x="1186" y="712"/>
                  </a:lnTo>
                  <a:lnTo>
                    <a:pt x="1166" y="672"/>
                  </a:lnTo>
                  <a:lnTo>
                    <a:pt x="1147" y="652"/>
                  </a:lnTo>
                  <a:lnTo>
                    <a:pt x="1226" y="672"/>
                  </a:lnTo>
                  <a:lnTo>
                    <a:pt x="1245" y="692"/>
                  </a:lnTo>
                  <a:lnTo>
                    <a:pt x="1245" y="712"/>
                  </a:lnTo>
                  <a:lnTo>
                    <a:pt x="1206" y="731"/>
                  </a:lnTo>
                  <a:lnTo>
                    <a:pt x="1265" y="791"/>
                  </a:lnTo>
                  <a:lnTo>
                    <a:pt x="1245" y="731"/>
                  </a:lnTo>
                  <a:lnTo>
                    <a:pt x="1285" y="692"/>
                  </a:lnTo>
                  <a:lnTo>
                    <a:pt x="1324" y="672"/>
                  </a:lnTo>
                  <a:lnTo>
                    <a:pt x="1403" y="672"/>
                  </a:lnTo>
                  <a:lnTo>
                    <a:pt x="1384" y="652"/>
                  </a:lnTo>
                  <a:lnTo>
                    <a:pt x="1364" y="632"/>
                  </a:lnTo>
                  <a:lnTo>
                    <a:pt x="1324" y="652"/>
                  </a:lnTo>
                  <a:lnTo>
                    <a:pt x="1305" y="672"/>
                  </a:lnTo>
                  <a:lnTo>
                    <a:pt x="1285" y="652"/>
                  </a:lnTo>
                  <a:lnTo>
                    <a:pt x="1265" y="632"/>
                  </a:lnTo>
                  <a:lnTo>
                    <a:pt x="1324" y="593"/>
                  </a:lnTo>
                  <a:lnTo>
                    <a:pt x="1344" y="534"/>
                  </a:lnTo>
                  <a:lnTo>
                    <a:pt x="1344" y="455"/>
                  </a:lnTo>
                  <a:lnTo>
                    <a:pt x="1344" y="415"/>
                  </a:lnTo>
                  <a:lnTo>
                    <a:pt x="1344" y="376"/>
                  </a:lnTo>
                  <a:lnTo>
                    <a:pt x="1324" y="395"/>
                  </a:lnTo>
                  <a:lnTo>
                    <a:pt x="1305" y="395"/>
                  </a:lnTo>
                  <a:lnTo>
                    <a:pt x="1285" y="376"/>
                  </a:lnTo>
                  <a:lnTo>
                    <a:pt x="1245" y="356"/>
                  </a:lnTo>
                  <a:lnTo>
                    <a:pt x="1186" y="356"/>
                  </a:lnTo>
                  <a:lnTo>
                    <a:pt x="1147" y="336"/>
                  </a:lnTo>
                  <a:lnTo>
                    <a:pt x="1127" y="316"/>
                  </a:lnTo>
                  <a:lnTo>
                    <a:pt x="1127" y="277"/>
                  </a:lnTo>
                  <a:lnTo>
                    <a:pt x="1087" y="297"/>
                  </a:lnTo>
                  <a:lnTo>
                    <a:pt x="1068" y="336"/>
                  </a:lnTo>
                  <a:lnTo>
                    <a:pt x="1068" y="415"/>
                  </a:lnTo>
                  <a:lnTo>
                    <a:pt x="1008" y="415"/>
                  </a:lnTo>
                  <a:lnTo>
                    <a:pt x="969" y="435"/>
                  </a:lnTo>
                  <a:lnTo>
                    <a:pt x="890" y="376"/>
                  </a:lnTo>
                  <a:lnTo>
                    <a:pt x="811" y="316"/>
                  </a:lnTo>
                  <a:lnTo>
                    <a:pt x="870" y="316"/>
                  </a:lnTo>
                  <a:lnTo>
                    <a:pt x="771" y="218"/>
                  </a:lnTo>
                  <a:lnTo>
                    <a:pt x="850" y="178"/>
                  </a:lnTo>
                  <a:lnTo>
                    <a:pt x="910" y="198"/>
                  </a:lnTo>
                  <a:lnTo>
                    <a:pt x="910" y="119"/>
                  </a:lnTo>
                  <a:lnTo>
                    <a:pt x="890" y="60"/>
                  </a:lnTo>
                  <a:lnTo>
                    <a:pt x="890" y="40"/>
                  </a:lnTo>
                  <a:lnTo>
                    <a:pt x="949" y="20"/>
                  </a:lnTo>
                  <a:lnTo>
                    <a:pt x="92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4" name="Google Shape;4454;p17"/>
            <p:cNvSpPr/>
            <p:nvPr/>
          </p:nvSpPr>
          <p:spPr>
            <a:xfrm>
              <a:off x="4697795" y="-2082738"/>
              <a:ext cx="789" cy="752"/>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5" name="Google Shape;4455;p17"/>
            <p:cNvSpPr/>
            <p:nvPr/>
          </p:nvSpPr>
          <p:spPr>
            <a:xfrm>
              <a:off x="4509953" y="-1421173"/>
              <a:ext cx="679402" cy="664554"/>
            </a:xfrm>
            <a:custGeom>
              <a:rect b="b" l="l" r="r" t="t"/>
              <a:pathLst>
                <a:path extrusionOk="0" h="17679" w="18074">
                  <a:moveTo>
                    <a:pt x="3892" y="0"/>
                  </a:moveTo>
                  <a:lnTo>
                    <a:pt x="3832" y="40"/>
                  </a:lnTo>
                  <a:lnTo>
                    <a:pt x="3734" y="139"/>
                  </a:lnTo>
                  <a:lnTo>
                    <a:pt x="3635" y="277"/>
                  </a:lnTo>
                  <a:lnTo>
                    <a:pt x="3516" y="455"/>
                  </a:lnTo>
                  <a:lnTo>
                    <a:pt x="3240" y="948"/>
                  </a:lnTo>
                  <a:lnTo>
                    <a:pt x="2924" y="1580"/>
                  </a:lnTo>
                  <a:lnTo>
                    <a:pt x="2588" y="2311"/>
                  </a:lnTo>
                  <a:lnTo>
                    <a:pt x="2232" y="3141"/>
                  </a:lnTo>
                  <a:lnTo>
                    <a:pt x="1877" y="4010"/>
                  </a:lnTo>
                  <a:lnTo>
                    <a:pt x="1521" y="4938"/>
                  </a:lnTo>
                  <a:lnTo>
                    <a:pt x="1166" y="5847"/>
                  </a:lnTo>
                  <a:lnTo>
                    <a:pt x="850" y="6736"/>
                  </a:lnTo>
                  <a:lnTo>
                    <a:pt x="573" y="7565"/>
                  </a:lnTo>
                  <a:lnTo>
                    <a:pt x="336" y="8316"/>
                  </a:lnTo>
                  <a:lnTo>
                    <a:pt x="158" y="8968"/>
                  </a:lnTo>
                  <a:lnTo>
                    <a:pt x="40" y="9481"/>
                  </a:lnTo>
                  <a:lnTo>
                    <a:pt x="20" y="9679"/>
                  </a:lnTo>
                  <a:lnTo>
                    <a:pt x="0" y="9837"/>
                  </a:lnTo>
                  <a:lnTo>
                    <a:pt x="20" y="9936"/>
                  </a:lnTo>
                  <a:lnTo>
                    <a:pt x="40" y="9975"/>
                  </a:lnTo>
                  <a:lnTo>
                    <a:pt x="60" y="9995"/>
                  </a:lnTo>
                  <a:lnTo>
                    <a:pt x="2272" y="11318"/>
                  </a:lnTo>
                  <a:lnTo>
                    <a:pt x="6578" y="13945"/>
                  </a:lnTo>
                  <a:lnTo>
                    <a:pt x="12701" y="17678"/>
                  </a:lnTo>
                  <a:lnTo>
                    <a:pt x="18074" y="4148"/>
                  </a:lnTo>
                  <a:lnTo>
                    <a:pt x="15960" y="3477"/>
                  </a:lnTo>
                  <a:lnTo>
                    <a:pt x="11239" y="2035"/>
                  </a:lnTo>
                  <a:lnTo>
                    <a:pt x="8691" y="1264"/>
                  </a:lnTo>
                  <a:lnTo>
                    <a:pt x="6400" y="613"/>
                  </a:lnTo>
                  <a:lnTo>
                    <a:pt x="5472" y="356"/>
                  </a:lnTo>
                  <a:lnTo>
                    <a:pt x="4701" y="158"/>
                  </a:lnTo>
                  <a:lnTo>
                    <a:pt x="4168" y="40"/>
                  </a:lnTo>
                  <a:lnTo>
                    <a:pt x="401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6" name="Google Shape;4456;p17"/>
            <p:cNvSpPr/>
            <p:nvPr/>
          </p:nvSpPr>
          <p:spPr>
            <a:xfrm>
              <a:off x="4648062" y="-2474775"/>
              <a:ext cx="642263" cy="596967"/>
            </a:xfrm>
            <a:custGeom>
              <a:rect b="b" l="l" r="r" t="t"/>
              <a:pathLst>
                <a:path extrusionOk="0" h="15881" w="17086">
                  <a:moveTo>
                    <a:pt x="12345" y="0"/>
                  </a:moveTo>
                  <a:lnTo>
                    <a:pt x="0" y="4444"/>
                  </a:lnTo>
                  <a:lnTo>
                    <a:pt x="1699" y="15802"/>
                  </a:lnTo>
                  <a:lnTo>
                    <a:pt x="1778" y="15821"/>
                  </a:lnTo>
                  <a:lnTo>
                    <a:pt x="1936" y="15861"/>
                  </a:lnTo>
                  <a:lnTo>
                    <a:pt x="2173" y="15861"/>
                  </a:lnTo>
                  <a:lnTo>
                    <a:pt x="2469" y="15881"/>
                  </a:lnTo>
                  <a:lnTo>
                    <a:pt x="3259" y="15861"/>
                  </a:lnTo>
                  <a:lnTo>
                    <a:pt x="4267" y="15802"/>
                  </a:lnTo>
                  <a:lnTo>
                    <a:pt x="5452" y="15723"/>
                  </a:lnTo>
                  <a:lnTo>
                    <a:pt x="6736" y="15644"/>
                  </a:lnTo>
                  <a:lnTo>
                    <a:pt x="9541" y="15407"/>
                  </a:lnTo>
                  <a:lnTo>
                    <a:pt x="12326" y="15170"/>
                  </a:lnTo>
                  <a:lnTo>
                    <a:pt x="14735" y="14933"/>
                  </a:lnTo>
                  <a:lnTo>
                    <a:pt x="17086" y="14696"/>
                  </a:lnTo>
                  <a:lnTo>
                    <a:pt x="1234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57" name="Google Shape;4457;p17"/>
          <p:cNvGrpSpPr/>
          <p:nvPr/>
        </p:nvGrpSpPr>
        <p:grpSpPr>
          <a:xfrm rot="5206693">
            <a:off x="-223191" y="1768284"/>
            <a:ext cx="898147" cy="766755"/>
            <a:chOff x="-252625" y="2918525"/>
            <a:chExt cx="898165" cy="766770"/>
          </a:xfrm>
        </p:grpSpPr>
        <p:sp>
          <p:nvSpPr>
            <p:cNvPr id="4458" name="Google Shape;4458;p17"/>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9" name="Google Shape;4459;p17"/>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1" name="Google Shape;4461;p17"/>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2" name="Google Shape;4462;p17"/>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7" name="Google Shape;4467;p17"/>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9" name="Google Shape;4469;p17"/>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1" name="Google Shape;4471;p17"/>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2" name="Google Shape;4472;p17"/>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3" name="Google Shape;4473;p17"/>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4" name="Google Shape;4474;p17"/>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5" name="Google Shape;4475;p17"/>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6" name="Google Shape;4476;p17"/>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7" name="Google Shape;4477;p17"/>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8" name="Google Shape;4478;p17"/>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9" name="Google Shape;4479;p17"/>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1" name="Google Shape;4481;p17"/>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2" name="Google Shape;4482;p17"/>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5" name="Google Shape;4485;p17"/>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6" name="Google Shape;4486;p17"/>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7" name="Google Shape;4487;p17"/>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9" name="Google Shape;4489;p17"/>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0" name="Google Shape;4490;p17"/>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1" name="Google Shape;4491;p17"/>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2" name="Google Shape;4492;p17"/>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3" name="Google Shape;4493;p17"/>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94" name="Google Shape;4494;p17"/>
          <p:cNvGrpSpPr/>
          <p:nvPr/>
        </p:nvGrpSpPr>
        <p:grpSpPr>
          <a:xfrm rot="-8999956">
            <a:off x="8307665" y="-235508"/>
            <a:ext cx="898145" cy="766753"/>
            <a:chOff x="-252625" y="2918525"/>
            <a:chExt cx="898165" cy="766770"/>
          </a:xfrm>
        </p:grpSpPr>
        <p:sp>
          <p:nvSpPr>
            <p:cNvPr id="4495" name="Google Shape;4495;p17"/>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6" name="Google Shape;4496;p17"/>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8" name="Google Shape;4498;p17"/>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9" name="Google Shape;4499;p17"/>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1" name="Google Shape;4501;p17"/>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2" name="Google Shape;4502;p17"/>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5" name="Google Shape;4505;p17"/>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7" name="Google Shape;4507;p17"/>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9" name="Google Shape;4509;p17"/>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0" name="Google Shape;4510;p17"/>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2" name="Google Shape;4512;p17"/>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3" name="Google Shape;4513;p17"/>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6" name="Google Shape;4516;p17"/>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7" name="Google Shape;4517;p17"/>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8" name="Google Shape;4518;p17"/>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9" name="Google Shape;4519;p17"/>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0" name="Google Shape;4520;p17"/>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1" name="Google Shape;4521;p17"/>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2" name="Google Shape;4522;p17"/>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3" name="Google Shape;4523;p17"/>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4" name="Google Shape;4524;p17"/>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5" name="Google Shape;4525;p17"/>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6" name="Google Shape;4526;p17"/>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7" name="Google Shape;4527;p17"/>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8" name="Google Shape;4528;p17"/>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9" name="Google Shape;4529;p17"/>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0" name="Google Shape;4530;p17"/>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22_1_1">
    <p:spTree>
      <p:nvGrpSpPr>
        <p:cNvPr id="4531" name="Shape 4531"/>
        <p:cNvGrpSpPr/>
        <p:nvPr/>
      </p:nvGrpSpPr>
      <p:grpSpPr>
        <a:xfrm>
          <a:off x="0" y="0"/>
          <a:ext cx="0" cy="0"/>
          <a:chOff x="0" y="0"/>
          <a:chExt cx="0" cy="0"/>
        </a:xfrm>
      </p:grpSpPr>
      <p:grpSp>
        <p:nvGrpSpPr>
          <p:cNvPr id="4532" name="Google Shape;4532;p18"/>
          <p:cNvGrpSpPr/>
          <p:nvPr/>
        </p:nvGrpSpPr>
        <p:grpSpPr>
          <a:xfrm flipH="1">
            <a:off x="28" y="16530"/>
            <a:ext cx="9143944" cy="4940153"/>
            <a:chOff x="0" y="0"/>
            <a:chExt cx="2940175" cy="3566125"/>
          </a:xfrm>
        </p:grpSpPr>
        <p:sp>
          <p:nvSpPr>
            <p:cNvPr id="4533" name="Google Shape;4533;p18"/>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4" name="Google Shape;4534;p18"/>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5" name="Google Shape;4535;p18"/>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8"/>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8"/>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8" name="Google Shape;4538;p18"/>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9" name="Google Shape;4539;p18"/>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0" name="Google Shape;4540;p18"/>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18"/>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2" name="Google Shape;4542;p18"/>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3" name="Google Shape;4543;p18"/>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8"/>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8"/>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6" name="Google Shape;4546;p18"/>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7" name="Google Shape;4547;p18"/>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8" name="Google Shape;4548;p18"/>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18"/>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0" name="Google Shape;4550;p18"/>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1" name="Google Shape;4551;p18"/>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8"/>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8"/>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4" name="Google Shape;4554;p18"/>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5" name="Google Shape;4555;p18"/>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6" name="Google Shape;4556;p18"/>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7" name="Google Shape;4557;p18"/>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8" name="Google Shape;4558;p18"/>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9" name="Google Shape;4559;p18"/>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8"/>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8"/>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2" name="Google Shape;4562;p18"/>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3" name="Google Shape;4563;p18"/>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4" name="Google Shape;4564;p18"/>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5" name="Google Shape;4565;p18"/>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6" name="Google Shape;4566;p18"/>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7" name="Google Shape;4567;p18"/>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8"/>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8"/>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0" name="Google Shape;4570;p18"/>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1" name="Google Shape;4571;p18"/>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2" name="Google Shape;4572;p18"/>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18"/>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4" name="Google Shape;4574;p18"/>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5" name="Google Shape;4575;p18"/>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8"/>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8"/>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8" name="Google Shape;4578;p18"/>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9" name="Google Shape;4579;p18"/>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0" name="Google Shape;4580;p18"/>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1" name="Google Shape;4581;p18"/>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2" name="Google Shape;4582;p18"/>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3" name="Google Shape;4583;p18"/>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4" name="Google Shape;4584;p18"/>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5" name="Google Shape;4585;p18"/>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6" name="Google Shape;4586;p18"/>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7" name="Google Shape;4587;p18"/>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8" name="Google Shape;4588;p18"/>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9" name="Google Shape;4589;p18"/>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0" name="Google Shape;4590;p18"/>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1" name="Google Shape;4591;p18"/>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8"/>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3" name="Google Shape;4593;p18"/>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4" name="Google Shape;4594;p18"/>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8"/>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6" name="Google Shape;4596;p18"/>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8"/>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8" name="Google Shape;4598;p18"/>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8"/>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0" name="Google Shape;4600;p18"/>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1" name="Google Shape;4601;p18"/>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8"/>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3" name="Google Shape;4603;p18"/>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4" name="Google Shape;4604;p18"/>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5" name="Google Shape;4605;p18"/>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6" name="Google Shape;4606;p18"/>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7" name="Google Shape;4607;p18"/>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8" name="Google Shape;4608;p18"/>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9" name="Google Shape;4609;p18"/>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0" name="Google Shape;4610;p18"/>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1" name="Google Shape;4611;p18"/>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2" name="Google Shape;4612;p18"/>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8"/>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4" name="Google Shape;4614;p18"/>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5" name="Google Shape;4615;p18"/>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8"/>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7" name="Google Shape;4617;p18"/>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8"/>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9" name="Google Shape;4619;p18"/>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8"/>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1" name="Google Shape;4621;p18"/>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2" name="Google Shape;4622;p18"/>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8"/>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4" name="Google Shape;4624;p18"/>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5" name="Google Shape;4625;p18"/>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8"/>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7" name="Google Shape;4627;p18"/>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8" name="Google Shape;4628;p18"/>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9" name="Google Shape;4629;p18"/>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0" name="Google Shape;4630;p18"/>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1" name="Google Shape;4631;p18"/>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2" name="Google Shape;4632;p18"/>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3" name="Google Shape;4633;p18"/>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4" name="Google Shape;4634;p18"/>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5" name="Google Shape;4635;p18"/>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6" name="Google Shape;4636;p18"/>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8"/>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8" name="Google Shape;4638;p18"/>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9" name="Google Shape;4639;p18"/>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8"/>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1" name="Google Shape;4641;p18"/>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8"/>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3" name="Google Shape;4643;p18"/>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8"/>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5" name="Google Shape;4645;p18"/>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8"/>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8"/>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8" name="Google Shape;4648;p18"/>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9" name="Google Shape;4649;p18"/>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650" name="Google Shape;4650;p18"/>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8"/>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4652" name="Google Shape;4652;p18"/>
          <p:cNvGrpSpPr/>
          <p:nvPr/>
        </p:nvGrpSpPr>
        <p:grpSpPr>
          <a:xfrm flipH="1" rot="8996689">
            <a:off x="8171788" y="-231753"/>
            <a:ext cx="1294810" cy="1351125"/>
            <a:chOff x="8465725" y="2863051"/>
            <a:chExt cx="1956212" cy="2041561"/>
          </a:xfrm>
        </p:grpSpPr>
        <p:sp>
          <p:nvSpPr>
            <p:cNvPr id="4653" name="Google Shape;4653;p18"/>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8"/>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8"/>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6" name="Google Shape;4656;p18"/>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7" name="Google Shape;4657;p18"/>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8"/>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8"/>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0" name="Google Shape;4660;p18"/>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1" name="Google Shape;4661;p18"/>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8"/>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3" name="Google Shape;4663;p18"/>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4" name="Google Shape;4664;p18"/>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5" name="Google Shape;4665;p18"/>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6" name="Google Shape;4666;p18"/>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7" name="Google Shape;4667;p18"/>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8" name="Google Shape;4668;p18"/>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9" name="Google Shape;4669;p18"/>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0" name="Google Shape;4670;p18"/>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8"/>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2" name="Google Shape;4672;p18"/>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3" name="Google Shape;4673;p18"/>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8"/>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5" name="Google Shape;4675;p18"/>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8"/>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7" name="Google Shape;4677;p18"/>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8"/>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8"/>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0" name="Google Shape;4680;p18"/>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1" name="Google Shape;4681;p18"/>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8"/>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8"/>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4" name="Google Shape;4684;p18"/>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5" name="Google Shape;4685;p18"/>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6" name="Google Shape;4686;p18"/>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8"/>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8"/>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9" name="Google Shape;4689;p18"/>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0" name="Google Shape;4690;p18"/>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8"/>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8"/>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3" name="Google Shape;4693;p18"/>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4" name="Google Shape;4694;p18"/>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8"/>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6" name="Google Shape;4696;p18"/>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97" name="Google Shape;4697;p18"/>
          <p:cNvGrpSpPr/>
          <p:nvPr/>
        </p:nvGrpSpPr>
        <p:grpSpPr>
          <a:xfrm rot="682371">
            <a:off x="8365164" y="4250402"/>
            <a:ext cx="1047295" cy="979635"/>
            <a:chOff x="-252624" y="1601574"/>
            <a:chExt cx="1047258" cy="979600"/>
          </a:xfrm>
        </p:grpSpPr>
        <p:sp>
          <p:nvSpPr>
            <p:cNvPr id="4698" name="Google Shape;4698;p18"/>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9" name="Google Shape;4699;p18"/>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0" name="Google Shape;4700;p18"/>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1" name="Google Shape;4701;p18"/>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2" name="Google Shape;4702;p18"/>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3" name="Google Shape;4703;p18"/>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5" name="Google Shape;4705;p18"/>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6" name="Google Shape;4706;p18"/>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8" name="Google Shape;4708;p18"/>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9" name="Google Shape;4709;p18"/>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1" name="Google Shape;4711;p18"/>
          <p:cNvGrpSpPr/>
          <p:nvPr/>
        </p:nvGrpSpPr>
        <p:grpSpPr>
          <a:xfrm>
            <a:off x="0" y="-243437"/>
            <a:ext cx="925639" cy="688028"/>
            <a:chOff x="8588925" y="2091476"/>
            <a:chExt cx="925639" cy="688028"/>
          </a:xfrm>
        </p:grpSpPr>
        <p:sp>
          <p:nvSpPr>
            <p:cNvPr id="4712" name="Google Shape;4712;p18"/>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4" name="Google Shape;4714;p18"/>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6" name="Google Shape;4716;p18"/>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7" name="Google Shape;4717;p18"/>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8" name="Google Shape;4718;p18"/>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9" name="Google Shape;4719;p18"/>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0" name="Google Shape;4720;p18"/>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1" name="Google Shape;4721;p18"/>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2" name="Google Shape;4722;p18"/>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3" name="Google Shape;4723;p18"/>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4" name="Google Shape;4724;p18"/>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5" name="Google Shape;4725;p18"/>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26" name="Google Shape;4726;p18"/>
          <p:cNvGrpSpPr/>
          <p:nvPr/>
        </p:nvGrpSpPr>
        <p:grpSpPr>
          <a:xfrm rot="9148113">
            <a:off x="-532750" y="3937768"/>
            <a:ext cx="1363117" cy="1433365"/>
            <a:chOff x="8529150" y="-173700"/>
            <a:chExt cx="1669089" cy="1754724"/>
          </a:xfrm>
        </p:grpSpPr>
        <p:sp>
          <p:nvSpPr>
            <p:cNvPr id="4727" name="Google Shape;4727;p18"/>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0" name="Google Shape;4730;p18"/>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1" name="Google Shape;4731;p18"/>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2" name="Google Shape;4732;p18"/>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3" name="Google Shape;4733;p18"/>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5" name="Google Shape;4735;p18"/>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6" name="Google Shape;4736;p18"/>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8" name="Google Shape;4738;p18"/>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9" name="Google Shape;4739;p18"/>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1" name="Google Shape;4741;p18"/>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2" name="Google Shape;4742;p18"/>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4" name="Google Shape;4744;p18"/>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5" name="Google Shape;4745;p18"/>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7" name="Google Shape;4747;p18"/>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8" name="Google Shape;4748;p18"/>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9" name="Google Shape;4749;p18"/>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0" name="Google Shape;4750;p18"/>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1" name="Google Shape;4751;p18"/>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2" name="Google Shape;4752;p18"/>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3" name="Google Shape;4753;p18"/>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4" name="Google Shape;4754;p18"/>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5" name="Google Shape;4755;p18"/>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7" name="Google Shape;4757;p18"/>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8" name="Google Shape;4758;p18"/>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9" name="Google Shape;4759;p18"/>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2" name="Google Shape;4762;p18"/>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3" name="Google Shape;4763;p18"/>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6" name="Google Shape;4766;p18"/>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7" name="Google Shape;4767;p18"/>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8" name="Google Shape;4768;p18"/>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
  <p:cSld name="CUSTOM_4">
    <p:spTree>
      <p:nvGrpSpPr>
        <p:cNvPr id="4769" name="Shape 4769"/>
        <p:cNvGrpSpPr/>
        <p:nvPr/>
      </p:nvGrpSpPr>
      <p:grpSpPr>
        <a:xfrm>
          <a:off x="0" y="0"/>
          <a:ext cx="0" cy="0"/>
          <a:chOff x="0" y="0"/>
          <a:chExt cx="0" cy="0"/>
        </a:xfrm>
      </p:grpSpPr>
      <p:grpSp>
        <p:nvGrpSpPr>
          <p:cNvPr id="4770" name="Google Shape;4770;p19"/>
          <p:cNvGrpSpPr/>
          <p:nvPr/>
        </p:nvGrpSpPr>
        <p:grpSpPr>
          <a:xfrm flipH="1">
            <a:off x="28" y="16530"/>
            <a:ext cx="9143944" cy="4940153"/>
            <a:chOff x="0" y="0"/>
            <a:chExt cx="2940175" cy="3566125"/>
          </a:xfrm>
        </p:grpSpPr>
        <p:sp>
          <p:nvSpPr>
            <p:cNvPr id="4771" name="Google Shape;4771;p19"/>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2" name="Google Shape;4772;p19"/>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3" name="Google Shape;4773;p19"/>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4" name="Google Shape;4774;p19"/>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9"/>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6" name="Google Shape;4776;p19"/>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7" name="Google Shape;4777;p19"/>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9"/>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9" name="Google Shape;4779;p19"/>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9"/>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1" name="Google Shape;4781;p19"/>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2" name="Google Shape;4782;p19"/>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9"/>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4" name="Google Shape;4784;p19"/>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9"/>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6" name="Google Shape;4786;p19"/>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7" name="Google Shape;4787;p19"/>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9"/>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9" name="Google Shape;4789;p19"/>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0" name="Google Shape;4790;p19"/>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1" name="Google Shape;4791;p19"/>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2" name="Google Shape;4792;p19"/>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3" name="Google Shape;4793;p19"/>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4" name="Google Shape;4794;p19"/>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5" name="Google Shape;4795;p19"/>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6" name="Google Shape;4796;p19"/>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9"/>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8" name="Google Shape;4798;p19"/>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9" name="Google Shape;4799;p19"/>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9"/>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1" name="Google Shape;4801;p19"/>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9"/>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3" name="Google Shape;4803;p19"/>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9"/>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5" name="Google Shape;4805;p19"/>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6" name="Google Shape;4806;p19"/>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7" name="Google Shape;4807;p19"/>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8" name="Google Shape;4808;p19"/>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9" name="Google Shape;4809;p19"/>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0" name="Google Shape;4810;p19"/>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1" name="Google Shape;4811;p19"/>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2" name="Google Shape;4812;p19"/>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3" name="Google Shape;4813;p19"/>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9"/>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5" name="Google Shape;4815;p19"/>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6" name="Google Shape;4816;p19"/>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9"/>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9"/>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9"/>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9"/>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1" name="Google Shape;4821;p19"/>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9"/>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3" name="Google Shape;4823;p19"/>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9"/>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5" name="Google Shape;4825;p19"/>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6" name="Google Shape;4826;p19"/>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9"/>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8" name="Google Shape;4828;p19"/>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9" name="Google Shape;4829;p19"/>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0" name="Google Shape;4830;p19"/>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1" name="Google Shape;4831;p19"/>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2" name="Google Shape;4832;p19"/>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3" name="Google Shape;4833;p19"/>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4" name="Google Shape;4834;p19"/>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5" name="Google Shape;4835;p19"/>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6" name="Google Shape;4836;p19"/>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9"/>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8" name="Google Shape;4838;p19"/>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9" name="Google Shape;4839;p19"/>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9"/>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9"/>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9"/>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9"/>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4" name="Google Shape;4844;p19"/>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9"/>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6" name="Google Shape;4846;p19"/>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7" name="Google Shape;4847;p19"/>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8" name="Google Shape;4848;p19"/>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9" name="Google Shape;4849;p19"/>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0" name="Google Shape;4850;p19"/>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1" name="Google Shape;4851;p19"/>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2" name="Google Shape;4852;p19"/>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3" name="Google Shape;4853;p19"/>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9"/>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5" name="Google Shape;4855;p19"/>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6" name="Google Shape;4856;p19"/>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9"/>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9"/>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9"/>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9"/>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1" name="Google Shape;4861;p19"/>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9"/>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3" name="Google Shape;4863;p19"/>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4" name="Google Shape;4864;p19"/>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5" name="Google Shape;4865;p19"/>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6" name="Google Shape;4866;p19"/>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7" name="Google Shape;4867;p19"/>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8" name="Google Shape;4868;p19"/>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9" name="Google Shape;4869;p19"/>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0" name="Google Shape;4870;p19"/>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1" name="Google Shape;4871;p19"/>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2" name="Google Shape;4872;p19"/>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3" name="Google Shape;4873;p19"/>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9"/>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5" name="Google Shape;4875;p19"/>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6" name="Google Shape;4876;p19"/>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9"/>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9"/>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9"/>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9"/>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1" name="Google Shape;4881;p19"/>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9"/>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3" name="Google Shape;4883;p19"/>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4" name="Google Shape;4884;p19"/>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5" name="Google Shape;4885;p19"/>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6" name="Google Shape;4886;p19"/>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7" name="Google Shape;4887;p19"/>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88" name="Google Shape;4888;p19"/>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9" name="Google Shape;4889;p19"/>
          <p:cNvSpPr txBox="1"/>
          <p:nvPr>
            <p:ph type="title"/>
          </p:nvPr>
        </p:nvSpPr>
        <p:spPr>
          <a:xfrm>
            <a:off x="1462724" y="1379650"/>
            <a:ext cx="2613900" cy="1005900"/>
          </a:xfrm>
          <a:prstGeom prst="rect">
            <a:avLst/>
          </a:prstGeom>
          <a:noFill/>
        </p:spPr>
        <p:txBody>
          <a:bodyPr anchorCtr="0" anchor="t" bIns="91425" lIns="91425" spcFirstLastPara="1" rIns="91425" wrap="square" tIns="91425">
            <a:noAutofit/>
          </a:bodyPr>
          <a:lstStyle>
            <a:lvl1pPr lvl="0" rtl="0" algn="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890" name="Google Shape;4890;p19"/>
          <p:cNvSpPr txBox="1"/>
          <p:nvPr>
            <p:ph idx="1" type="subTitle"/>
          </p:nvPr>
        </p:nvSpPr>
        <p:spPr>
          <a:xfrm>
            <a:off x="1463163" y="2300750"/>
            <a:ext cx="2613000" cy="914400"/>
          </a:xfrm>
          <a:prstGeom prst="rect">
            <a:avLst/>
          </a:prstGeom>
        </p:spPr>
        <p:txBody>
          <a:bodyPr anchorCtr="0" anchor="t" bIns="91425" lIns="91425" spcFirstLastPara="1" rIns="91425" wrap="square" tIns="91425">
            <a:noAutofit/>
          </a:bodyPr>
          <a:lstStyle>
            <a:lvl1pPr lvl="0" rtl="0" algn="r">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4891" name="Google Shape;4891;p19"/>
          <p:cNvGrpSpPr/>
          <p:nvPr/>
        </p:nvGrpSpPr>
        <p:grpSpPr>
          <a:xfrm flipH="1" rot="-1282427">
            <a:off x="-345303" y="4000189"/>
            <a:ext cx="1294657" cy="1350951"/>
            <a:chOff x="8465725" y="2863051"/>
            <a:chExt cx="1956212" cy="2041561"/>
          </a:xfrm>
        </p:grpSpPr>
        <p:sp>
          <p:nvSpPr>
            <p:cNvPr id="4892" name="Google Shape;4892;p19"/>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3" name="Google Shape;4893;p19"/>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9"/>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9"/>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6" name="Google Shape;4896;p19"/>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7" name="Google Shape;4897;p19"/>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8" name="Google Shape;4898;p19"/>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9"/>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0" name="Google Shape;4900;p19"/>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1" name="Google Shape;4901;p19"/>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2" name="Google Shape;4902;p19"/>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3" name="Google Shape;4903;p19"/>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4" name="Google Shape;4904;p19"/>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5" name="Google Shape;4905;p19"/>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6" name="Google Shape;4906;p19"/>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7" name="Google Shape;4907;p19"/>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9" name="Google Shape;4909;p19"/>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0" name="Google Shape;4910;p19"/>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2" name="Google Shape;4912;p19"/>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3" name="Google Shape;4913;p19"/>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6" name="Google Shape;4916;p19"/>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8" name="Google Shape;4918;p19"/>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0" name="Google Shape;4920;p19"/>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1" name="Google Shape;4921;p19"/>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3" name="Google Shape;4923;p19"/>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4" name="Google Shape;4924;p19"/>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7" name="Google Shape;4927;p19"/>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8" name="Google Shape;4928;p19"/>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9" name="Google Shape;4929;p19"/>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0" name="Google Shape;4930;p19"/>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1" name="Google Shape;4931;p19"/>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2" name="Google Shape;4932;p19"/>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3" name="Google Shape;4933;p19"/>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4" name="Google Shape;4934;p19"/>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5" name="Google Shape;4935;p19"/>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36" name="Google Shape;4936;p19"/>
          <p:cNvGrpSpPr/>
          <p:nvPr/>
        </p:nvGrpSpPr>
        <p:grpSpPr>
          <a:xfrm>
            <a:off x="-211750" y="25351"/>
            <a:ext cx="925639" cy="688028"/>
            <a:chOff x="8588925" y="2091476"/>
            <a:chExt cx="925639" cy="688028"/>
          </a:xfrm>
        </p:grpSpPr>
        <p:sp>
          <p:nvSpPr>
            <p:cNvPr id="4937" name="Google Shape;4937;p19"/>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8" name="Google Shape;4938;p19"/>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9" name="Google Shape;4939;p19"/>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0" name="Google Shape;4940;p19"/>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1" name="Google Shape;4941;p19"/>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2" name="Google Shape;4942;p19"/>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3" name="Google Shape;4943;p19"/>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5" name="Google Shape;4945;p19"/>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6" name="Google Shape;4946;p19"/>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9" name="Google Shape;4949;p19"/>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0" name="Google Shape;4950;p19"/>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51" name="Google Shape;4951;p19"/>
          <p:cNvGrpSpPr/>
          <p:nvPr/>
        </p:nvGrpSpPr>
        <p:grpSpPr>
          <a:xfrm>
            <a:off x="6573400" y="-227275"/>
            <a:ext cx="898165" cy="766770"/>
            <a:chOff x="-252625" y="2918525"/>
            <a:chExt cx="898165" cy="766770"/>
          </a:xfrm>
        </p:grpSpPr>
        <p:sp>
          <p:nvSpPr>
            <p:cNvPr id="4952" name="Google Shape;4952;p19"/>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3" name="Google Shape;4953;p19"/>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4" name="Google Shape;4954;p19"/>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7" name="Google Shape;4957;p19"/>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8" name="Google Shape;4958;p19"/>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9" name="Google Shape;4959;p19"/>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19"/>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1" name="Google Shape;4961;p19"/>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2" name="Google Shape;4962;p19"/>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5" name="Google Shape;4965;p19"/>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6" name="Google Shape;4966;p19"/>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7" name="Google Shape;4967;p19"/>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19"/>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9" name="Google Shape;4969;p19"/>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0" name="Google Shape;4970;p19"/>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3" name="Google Shape;4973;p19"/>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4" name="Google Shape;4974;p19"/>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5" name="Google Shape;4975;p19"/>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19"/>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7" name="Google Shape;4977;p19"/>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8" name="Google Shape;4978;p19"/>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1" name="Google Shape;4981;p19"/>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2" name="Google Shape;4982;p19"/>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3" name="Google Shape;4983;p19"/>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19"/>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5" name="Google Shape;4985;p19"/>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6" name="Google Shape;4986;p19"/>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88" name="Google Shape;4988;p19"/>
          <p:cNvGrpSpPr/>
          <p:nvPr/>
        </p:nvGrpSpPr>
        <p:grpSpPr>
          <a:xfrm rot="10800000">
            <a:off x="8151976" y="4252549"/>
            <a:ext cx="1047258" cy="979600"/>
            <a:chOff x="-252624" y="1601574"/>
            <a:chExt cx="1047258" cy="979600"/>
          </a:xfrm>
        </p:grpSpPr>
        <p:sp>
          <p:nvSpPr>
            <p:cNvPr id="4989" name="Google Shape;4989;p19"/>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0" name="Google Shape;4990;p19"/>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1" name="Google Shape;4991;p19"/>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19"/>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3" name="Google Shape;4993;p19"/>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4" name="Google Shape;4994;p19"/>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5" name="Google Shape;4995;p19"/>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6" name="Google Shape;4996;p19"/>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7" name="Google Shape;4997;p19"/>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8" name="Google Shape;4998;p19"/>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9" name="Google Shape;4999;p19"/>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0" name="Google Shape;5000;p19"/>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1" name="Google Shape;5001;p19"/>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
    <p:spTree>
      <p:nvGrpSpPr>
        <p:cNvPr id="5002" name="Shape 5002"/>
        <p:cNvGrpSpPr/>
        <p:nvPr/>
      </p:nvGrpSpPr>
      <p:grpSpPr>
        <a:xfrm>
          <a:off x="0" y="0"/>
          <a:ext cx="0" cy="0"/>
          <a:chOff x="0" y="0"/>
          <a:chExt cx="0" cy="0"/>
        </a:xfrm>
      </p:grpSpPr>
      <p:grpSp>
        <p:nvGrpSpPr>
          <p:cNvPr id="5003" name="Google Shape;5003;p20"/>
          <p:cNvGrpSpPr/>
          <p:nvPr/>
        </p:nvGrpSpPr>
        <p:grpSpPr>
          <a:xfrm flipH="1">
            <a:off x="28" y="16530"/>
            <a:ext cx="9143944" cy="4940153"/>
            <a:chOff x="0" y="0"/>
            <a:chExt cx="2940175" cy="3566125"/>
          </a:xfrm>
        </p:grpSpPr>
        <p:sp>
          <p:nvSpPr>
            <p:cNvPr id="5004" name="Google Shape;5004;p20"/>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5" name="Google Shape;5005;p20"/>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20"/>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7" name="Google Shape;5007;p20"/>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20"/>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9" name="Google Shape;5009;p20"/>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20"/>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20"/>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20"/>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20"/>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4" name="Google Shape;5014;p20"/>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5" name="Google Shape;5015;p20"/>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6" name="Google Shape;5016;p20"/>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7" name="Google Shape;5017;p20"/>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8" name="Google Shape;5018;p20"/>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9" name="Google Shape;5019;p20"/>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0" name="Google Shape;5020;p20"/>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20"/>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20"/>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3" name="Google Shape;5023;p20"/>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20"/>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5" name="Google Shape;5025;p20"/>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6" name="Google Shape;5026;p20"/>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20"/>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8" name="Google Shape;5028;p20"/>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20"/>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0" name="Google Shape;5030;p20"/>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20"/>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2" name="Google Shape;5032;p20"/>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3" name="Google Shape;5033;p20"/>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20"/>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5" name="Google Shape;5035;p20"/>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6" name="Google Shape;5036;p20"/>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20"/>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8" name="Google Shape;5038;p20"/>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9" name="Google Shape;5039;p20"/>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0" name="Google Shape;5040;p20"/>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1" name="Google Shape;5041;p20"/>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2" name="Google Shape;5042;p20"/>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3" name="Google Shape;5043;p20"/>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4" name="Google Shape;5044;p20"/>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5" name="Google Shape;5045;p20"/>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6" name="Google Shape;5046;p20"/>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7" name="Google Shape;5047;p20"/>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20"/>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9" name="Google Shape;5049;p20"/>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0" name="Google Shape;5050;p20"/>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20"/>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2" name="Google Shape;5052;p20"/>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20"/>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4" name="Google Shape;5054;p20"/>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20"/>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6" name="Google Shape;5056;p20"/>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20"/>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20"/>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9" name="Google Shape;5059;p20"/>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0" name="Google Shape;5060;p20"/>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20"/>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20"/>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3" name="Google Shape;5063;p20"/>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4" name="Google Shape;5064;p20"/>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20"/>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20"/>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7" name="Google Shape;5067;p20"/>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8" name="Google Shape;5068;p20"/>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20"/>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20"/>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1" name="Google Shape;5071;p20"/>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2" name="Google Shape;5072;p20"/>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20"/>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4" name="Google Shape;5074;p20"/>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5" name="Google Shape;5075;p20"/>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6" name="Google Shape;5076;p20"/>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7" name="Google Shape;5077;p20"/>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8" name="Google Shape;5078;p20"/>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9" name="Google Shape;5079;p20"/>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0" name="Google Shape;5080;p20"/>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1" name="Google Shape;5081;p20"/>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20"/>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3" name="Google Shape;5083;p20"/>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4" name="Google Shape;5084;p20"/>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20"/>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6" name="Google Shape;5086;p20"/>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20"/>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8" name="Google Shape;5088;p20"/>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20"/>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20"/>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1" name="Google Shape;5091;p20"/>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2" name="Google Shape;5092;p20"/>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20"/>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20"/>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5" name="Google Shape;5095;p20"/>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6" name="Google Shape;5096;p20"/>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20"/>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20"/>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9" name="Google Shape;5099;p20"/>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0" name="Google Shape;5100;p20"/>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20"/>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20"/>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3" name="Google Shape;5103;p20"/>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20"/>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5" name="Google Shape;5105;p20"/>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20"/>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7" name="Google Shape;5107;p20"/>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8" name="Google Shape;5108;p20"/>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9" name="Google Shape;5109;p20"/>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0" name="Google Shape;5110;p20"/>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20"/>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20"/>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3" name="Google Shape;5113;p20"/>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4" name="Google Shape;5114;p20"/>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20"/>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6" name="Google Shape;5116;p20"/>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7" name="Google Shape;5117;p20"/>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20"/>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9" name="Google Shape;5119;p20"/>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0" name="Google Shape;5120;p20"/>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121" name="Google Shape;5121;p20"/>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20"/>
          <p:cNvSpPr txBox="1"/>
          <p:nvPr>
            <p:ph type="title"/>
          </p:nvPr>
        </p:nvSpPr>
        <p:spPr>
          <a:xfrm>
            <a:off x="5363009" y="1380744"/>
            <a:ext cx="2615100" cy="1005900"/>
          </a:xfrm>
          <a:prstGeom prst="rect">
            <a:avLst/>
          </a:prstGeom>
          <a:noFill/>
        </p:spPr>
        <p:txBody>
          <a:bodyPr anchorCtr="0" anchor="t" bIns="91425" lIns="91425" spcFirstLastPara="1" rIns="91425" wrap="square" tIns="91425">
            <a:noAutofit/>
          </a:bodyPr>
          <a:lstStyle>
            <a:lvl1pPr lvl="0" rtl="0" algn="l">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5123" name="Google Shape;5123;p20"/>
          <p:cNvSpPr txBox="1"/>
          <p:nvPr>
            <p:ph idx="1" type="subTitle"/>
          </p:nvPr>
        </p:nvSpPr>
        <p:spPr>
          <a:xfrm>
            <a:off x="5363550" y="2304288"/>
            <a:ext cx="2614500" cy="914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5124" name="Google Shape;5124;p20"/>
          <p:cNvGrpSpPr/>
          <p:nvPr/>
        </p:nvGrpSpPr>
        <p:grpSpPr>
          <a:xfrm rot="-1727288">
            <a:off x="-521152" y="-337369"/>
            <a:ext cx="1646350" cy="1753736"/>
            <a:chOff x="-2092800" y="-1252032"/>
            <a:chExt cx="1956171" cy="2083646"/>
          </a:xfrm>
        </p:grpSpPr>
        <p:sp>
          <p:nvSpPr>
            <p:cNvPr id="5125" name="Google Shape;5125;p20"/>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20"/>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7" name="Google Shape;5127;p20"/>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8" name="Google Shape;5128;p20"/>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9" name="Google Shape;5129;p20"/>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0" name="Google Shape;5130;p20"/>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20"/>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20"/>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3" name="Google Shape;5133;p20"/>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4" name="Google Shape;5134;p20"/>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5" name="Google Shape;5135;p20"/>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6" name="Google Shape;5136;p20"/>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7" name="Google Shape;5137;p20"/>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8" name="Google Shape;5138;p20"/>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20"/>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20"/>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1" name="Google Shape;5141;p20"/>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2" name="Google Shape;5142;p20"/>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3" name="Google Shape;5143;p20"/>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4" name="Google Shape;5144;p20"/>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20"/>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6" name="Google Shape;5146;p20"/>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7" name="Google Shape;5147;p20"/>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20"/>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9" name="Google Shape;5149;p20"/>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0" name="Google Shape;5150;p20"/>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20"/>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2" name="Google Shape;5152;p20"/>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3" name="Google Shape;5153;p20"/>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20"/>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5" name="Google Shape;5155;p20"/>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6" name="Google Shape;5156;p20"/>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20"/>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8" name="Google Shape;5158;p20"/>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9" name="Google Shape;5159;p20"/>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0" name="Google Shape;5160;p20"/>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1" name="Google Shape;5161;p20"/>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2" name="Google Shape;5162;p20"/>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3" name="Google Shape;5163;p20"/>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4" name="Google Shape;5164;p20"/>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5" name="Google Shape;5165;p20"/>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6" name="Google Shape;5166;p20"/>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20"/>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8" name="Google Shape;5168;p20"/>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9" name="Google Shape;5169;p20"/>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0" name="Google Shape;5170;p20"/>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20"/>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20"/>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3" name="Google Shape;5173;p20"/>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174" name="Google Shape;5174;p20"/>
          <p:cNvGrpSpPr/>
          <p:nvPr/>
        </p:nvGrpSpPr>
        <p:grpSpPr>
          <a:xfrm>
            <a:off x="8474425" y="71850"/>
            <a:ext cx="898165" cy="766770"/>
            <a:chOff x="-252625" y="2918525"/>
            <a:chExt cx="898165" cy="766770"/>
          </a:xfrm>
        </p:grpSpPr>
        <p:sp>
          <p:nvSpPr>
            <p:cNvPr id="5175" name="Google Shape;5175;p20"/>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20"/>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7" name="Google Shape;5177;p20"/>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8" name="Google Shape;5178;p20"/>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9" name="Google Shape;5179;p20"/>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0" name="Google Shape;5180;p20"/>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1" name="Google Shape;5181;p20"/>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2" name="Google Shape;5182;p20"/>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3" name="Google Shape;5183;p20"/>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4" name="Google Shape;5184;p20"/>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5" name="Google Shape;5185;p20"/>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20"/>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7" name="Google Shape;5187;p20"/>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8" name="Google Shape;5188;p20"/>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20"/>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0" name="Google Shape;5190;p20"/>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20"/>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2" name="Google Shape;5192;p20"/>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3" name="Google Shape;5193;p20"/>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20"/>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5" name="Google Shape;5195;p20"/>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20"/>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7" name="Google Shape;5197;p20"/>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8" name="Google Shape;5198;p20"/>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20"/>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0" name="Google Shape;5200;p20"/>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1" name="Google Shape;5201;p20"/>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2" name="Google Shape;5202;p20"/>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3" name="Google Shape;5203;p20"/>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4" name="Google Shape;5204;p20"/>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5" name="Google Shape;5205;p20"/>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6" name="Google Shape;5206;p20"/>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7" name="Google Shape;5207;p20"/>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9" name="Google Shape;5209;p20"/>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0" name="Google Shape;5210;p20"/>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211" name="Google Shape;5211;p20"/>
          <p:cNvGrpSpPr/>
          <p:nvPr/>
        </p:nvGrpSpPr>
        <p:grpSpPr>
          <a:xfrm flipH="1" rot="-6682427">
            <a:off x="7963747" y="3990714"/>
            <a:ext cx="1294657" cy="1350951"/>
            <a:chOff x="8465725" y="2863051"/>
            <a:chExt cx="1956212" cy="2041561"/>
          </a:xfrm>
        </p:grpSpPr>
        <p:sp>
          <p:nvSpPr>
            <p:cNvPr id="5212" name="Google Shape;5212;p20"/>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4" name="Google Shape;5214;p20"/>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6" name="Google Shape;5216;p20"/>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7" name="Google Shape;5217;p20"/>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8" name="Google Shape;5218;p20"/>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9" name="Google Shape;5219;p20"/>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0" name="Google Shape;5220;p20"/>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1" name="Google Shape;5221;p20"/>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2" name="Google Shape;5222;p20"/>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3" name="Google Shape;5223;p20"/>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4" name="Google Shape;5224;p20"/>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6" name="Google Shape;5226;p20"/>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7" name="Google Shape;5227;p20"/>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2" name="Google Shape;5232;p20"/>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4" name="Google Shape;5234;p20"/>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6" name="Google Shape;5236;p20"/>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7" name="Google Shape;5237;p20"/>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8" name="Google Shape;5238;p20"/>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9" name="Google Shape;5239;p20"/>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0" name="Google Shape;5240;p20"/>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2" name="Google Shape;5242;p20"/>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3" name="Google Shape;5243;p20"/>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4" name="Google Shape;5244;p20"/>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5" name="Google Shape;5245;p20"/>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6" name="Google Shape;5246;p20"/>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7" name="Google Shape;5247;p20"/>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8" name="Google Shape;5248;p20"/>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9" name="Google Shape;5249;p20"/>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1" name="Google Shape;5251;p20"/>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2" name="Google Shape;5252;p20"/>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256" name="Google Shape;5256;p20"/>
          <p:cNvGrpSpPr/>
          <p:nvPr/>
        </p:nvGrpSpPr>
        <p:grpSpPr>
          <a:xfrm>
            <a:off x="-340873" y="3921240"/>
            <a:ext cx="1973759" cy="1718179"/>
            <a:chOff x="-1914575" y="2967750"/>
            <a:chExt cx="1540675" cy="1341175"/>
          </a:xfrm>
        </p:grpSpPr>
        <p:sp>
          <p:nvSpPr>
            <p:cNvPr id="5257" name="Google Shape;5257;p20"/>
            <p:cNvSpPr/>
            <p:nvPr/>
          </p:nvSpPr>
          <p:spPr>
            <a:xfrm>
              <a:off x="-484050" y="3675375"/>
              <a:ext cx="53850" cy="59775"/>
            </a:xfrm>
            <a:custGeom>
              <a:rect b="b" l="l" r="r" t="t"/>
              <a:pathLst>
                <a:path extrusionOk="0" h="2391" w="2154">
                  <a:moveTo>
                    <a:pt x="1186" y="0"/>
                  </a:moveTo>
                  <a:lnTo>
                    <a:pt x="1048" y="20"/>
                  </a:lnTo>
                  <a:lnTo>
                    <a:pt x="890" y="59"/>
                  </a:lnTo>
                  <a:lnTo>
                    <a:pt x="712" y="119"/>
                  </a:lnTo>
                  <a:lnTo>
                    <a:pt x="534" y="217"/>
                  </a:lnTo>
                  <a:lnTo>
                    <a:pt x="356" y="356"/>
                  </a:lnTo>
                  <a:lnTo>
                    <a:pt x="258" y="435"/>
                  </a:lnTo>
                  <a:lnTo>
                    <a:pt x="179" y="533"/>
                  </a:lnTo>
                  <a:lnTo>
                    <a:pt x="119" y="632"/>
                  </a:lnTo>
                  <a:lnTo>
                    <a:pt x="60" y="751"/>
                  </a:lnTo>
                  <a:lnTo>
                    <a:pt x="40" y="889"/>
                  </a:lnTo>
                  <a:lnTo>
                    <a:pt x="1" y="1007"/>
                  </a:lnTo>
                  <a:lnTo>
                    <a:pt x="1" y="1146"/>
                  </a:lnTo>
                  <a:lnTo>
                    <a:pt x="1" y="1264"/>
                  </a:lnTo>
                  <a:lnTo>
                    <a:pt x="21" y="1402"/>
                  </a:lnTo>
                  <a:lnTo>
                    <a:pt x="60" y="1521"/>
                  </a:lnTo>
                  <a:lnTo>
                    <a:pt x="119" y="1639"/>
                  </a:lnTo>
                  <a:lnTo>
                    <a:pt x="179" y="1758"/>
                  </a:lnTo>
                  <a:lnTo>
                    <a:pt x="258" y="1857"/>
                  </a:lnTo>
                  <a:lnTo>
                    <a:pt x="356" y="1956"/>
                  </a:lnTo>
                  <a:lnTo>
                    <a:pt x="475" y="2054"/>
                  </a:lnTo>
                  <a:lnTo>
                    <a:pt x="593" y="2133"/>
                  </a:lnTo>
                  <a:lnTo>
                    <a:pt x="732" y="2212"/>
                  </a:lnTo>
                  <a:lnTo>
                    <a:pt x="890" y="2272"/>
                  </a:lnTo>
                  <a:lnTo>
                    <a:pt x="1048" y="2331"/>
                  </a:lnTo>
                  <a:lnTo>
                    <a:pt x="1225" y="2370"/>
                  </a:lnTo>
                  <a:lnTo>
                    <a:pt x="1403" y="2390"/>
                  </a:lnTo>
                  <a:lnTo>
                    <a:pt x="1561" y="2370"/>
                  </a:lnTo>
                  <a:lnTo>
                    <a:pt x="1680" y="2331"/>
                  </a:lnTo>
                  <a:lnTo>
                    <a:pt x="1798" y="2272"/>
                  </a:lnTo>
                  <a:lnTo>
                    <a:pt x="1897" y="2193"/>
                  </a:lnTo>
                  <a:lnTo>
                    <a:pt x="1956" y="2094"/>
                  </a:lnTo>
                  <a:lnTo>
                    <a:pt x="2016" y="1995"/>
                  </a:lnTo>
                  <a:lnTo>
                    <a:pt x="2075" y="1877"/>
                  </a:lnTo>
                  <a:lnTo>
                    <a:pt x="2134" y="1659"/>
                  </a:lnTo>
                  <a:lnTo>
                    <a:pt x="2154" y="1462"/>
                  </a:lnTo>
                  <a:lnTo>
                    <a:pt x="2154" y="1264"/>
                  </a:lnTo>
                  <a:lnTo>
                    <a:pt x="2035" y="1304"/>
                  </a:lnTo>
                  <a:lnTo>
                    <a:pt x="1897" y="1323"/>
                  </a:lnTo>
                  <a:lnTo>
                    <a:pt x="1739" y="1343"/>
                  </a:lnTo>
                  <a:lnTo>
                    <a:pt x="1561" y="1363"/>
                  </a:lnTo>
                  <a:lnTo>
                    <a:pt x="1383" y="1323"/>
                  </a:lnTo>
                  <a:lnTo>
                    <a:pt x="1304" y="1304"/>
                  </a:lnTo>
                  <a:lnTo>
                    <a:pt x="1225" y="1244"/>
                  </a:lnTo>
                  <a:lnTo>
                    <a:pt x="1146" y="1205"/>
                  </a:lnTo>
                  <a:lnTo>
                    <a:pt x="1087" y="1126"/>
                  </a:lnTo>
                  <a:lnTo>
                    <a:pt x="1048" y="1047"/>
                  </a:lnTo>
                  <a:lnTo>
                    <a:pt x="1008" y="968"/>
                  </a:lnTo>
                  <a:lnTo>
                    <a:pt x="988" y="770"/>
                  </a:lnTo>
                  <a:lnTo>
                    <a:pt x="988" y="593"/>
                  </a:lnTo>
                  <a:lnTo>
                    <a:pt x="1028" y="395"/>
                  </a:lnTo>
                  <a:lnTo>
                    <a:pt x="1067" y="237"/>
                  </a:lnTo>
                  <a:lnTo>
                    <a:pt x="1127" y="119"/>
                  </a:lnTo>
                  <a:lnTo>
                    <a:pt x="118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
            <p:cNvSpPr/>
            <p:nvPr/>
          </p:nvSpPr>
          <p:spPr>
            <a:xfrm>
              <a:off x="-1182275" y="2967750"/>
              <a:ext cx="808375" cy="740725"/>
            </a:xfrm>
            <a:custGeom>
              <a:rect b="b" l="l" r="r" t="t"/>
              <a:pathLst>
                <a:path extrusionOk="0" h="29629" w="32335">
                  <a:moveTo>
                    <a:pt x="2706" y="0"/>
                  </a:moveTo>
                  <a:lnTo>
                    <a:pt x="2529" y="20"/>
                  </a:lnTo>
                  <a:lnTo>
                    <a:pt x="2331" y="40"/>
                  </a:lnTo>
                  <a:lnTo>
                    <a:pt x="1956" y="139"/>
                  </a:lnTo>
                  <a:lnTo>
                    <a:pt x="1581" y="277"/>
                  </a:lnTo>
                  <a:lnTo>
                    <a:pt x="1245" y="395"/>
                  </a:lnTo>
                  <a:lnTo>
                    <a:pt x="968" y="514"/>
                  </a:lnTo>
                  <a:lnTo>
                    <a:pt x="731" y="632"/>
                  </a:lnTo>
                  <a:lnTo>
                    <a:pt x="0" y="7309"/>
                  </a:lnTo>
                  <a:lnTo>
                    <a:pt x="4958" y="10943"/>
                  </a:lnTo>
                  <a:lnTo>
                    <a:pt x="10034" y="14637"/>
                  </a:lnTo>
                  <a:lnTo>
                    <a:pt x="15881" y="18844"/>
                  </a:lnTo>
                  <a:lnTo>
                    <a:pt x="18864" y="20957"/>
                  </a:lnTo>
                  <a:lnTo>
                    <a:pt x="21767" y="23012"/>
                  </a:lnTo>
                  <a:lnTo>
                    <a:pt x="24473" y="24888"/>
                  </a:lnTo>
                  <a:lnTo>
                    <a:pt x="26922" y="26547"/>
                  </a:lnTo>
                  <a:lnTo>
                    <a:pt x="28009" y="27278"/>
                  </a:lnTo>
                  <a:lnTo>
                    <a:pt x="29016" y="27930"/>
                  </a:lnTo>
                  <a:lnTo>
                    <a:pt x="29885" y="28483"/>
                  </a:lnTo>
                  <a:lnTo>
                    <a:pt x="30636" y="28937"/>
                  </a:lnTo>
                  <a:lnTo>
                    <a:pt x="31248" y="29293"/>
                  </a:lnTo>
                  <a:lnTo>
                    <a:pt x="31722" y="29530"/>
                  </a:lnTo>
                  <a:lnTo>
                    <a:pt x="31900" y="29589"/>
                  </a:lnTo>
                  <a:lnTo>
                    <a:pt x="32038" y="29628"/>
                  </a:lnTo>
                  <a:lnTo>
                    <a:pt x="32157" y="29628"/>
                  </a:lnTo>
                  <a:lnTo>
                    <a:pt x="32176" y="29609"/>
                  </a:lnTo>
                  <a:lnTo>
                    <a:pt x="32256" y="29411"/>
                  </a:lnTo>
                  <a:lnTo>
                    <a:pt x="32295" y="29194"/>
                  </a:lnTo>
                  <a:lnTo>
                    <a:pt x="32335" y="28996"/>
                  </a:lnTo>
                  <a:lnTo>
                    <a:pt x="32335" y="28799"/>
                  </a:lnTo>
                  <a:lnTo>
                    <a:pt x="32315" y="28582"/>
                  </a:lnTo>
                  <a:lnTo>
                    <a:pt x="32256" y="28384"/>
                  </a:lnTo>
                  <a:lnTo>
                    <a:pt x="32196" y="28187"/>
                  </a:lnTo>
                  <a:lnTo>
                    <a:pt x="32137" y="27969"/>
                  </a:lnTo>
                  <a:lnTo>
                    <a:pt x="32038" y="27792"/>
                  </a:lnTo>
                  <a:lnTo>
                    <a:pt x="31939" y="27594"/>
                  </a:lnTo>
                  <a:lnTo>
                    <a:pt x="31722" y="27238"/>
                  </a:lnTo>
                  <a:lnTo>
                    <a:pt x="31485" y="26942"/>
                  </a:lnTo>
                  <a:lnTo>
                    <a:pt x="31248" y="26685"/>
                  </a:lnTo>
                  <a:lnTo>
                    <a:pt x="31090" y="26547"/>
                  </a:lnTo>
                  <a:lnTo>
                    <a:pt x="30833" y="26369"/>
                  </a:lnTo>
                  <a:lnTo>
                    <a:pt x="30162" y="25915"/>
                  </a:lnTo>
                  <a:lnTo>
                    <a:pt x="29293" y="25362"/>
                  </a:lnTo>
                  <a:lnTo>
                    <a:pt x="28364" y="24809"/>
                  </a:lnTo>
                  <a:lnTo>
                    <a:pt x="26685" y="23802"/>
                  </a:lnTo>
                  <a:lnTo>
                    <a:pt x="25935" y="23367"/>
                  </a:lnTo>
                  <a:lnTo>
                    <a:pt x="26824" y="21096"/>
                  </a:lnTo>
                  <a:lnTo>
                    <a:pt x="27614" y="19061"/>
                  </a:lnTo>
                  <a:lnTo>
                    <a:pt x="28364" y="17185"/>
                  </a:lnTo>
                  <a:lnTo>
                    <a:pt x="28443" y="16967"/>
                  </a:lnTo>
                  <a:lnTo>
                    <a:pt x="28483" y="16770"/>
                  </a:lnTo>
                  <a:lnTo>
                    <a:pt x="28503" y="16572"/>
                  </a:lnTo>
                  <a:lnTo>
                    <a:pt x="28503" y="16355"/>
                  </a:lnTo>
                  <a:lnTo>
                    <a:pt x="28463" y="16158"/>
                  </a:lnTo>
                  <a:lnTo>
                    <a:pt x="28424" y="15960"/>
                  </a:lnTo>
                  <a:lnTo>
                    <a:pt x="28364" y="15762"/>
                  </a:lnTo>
                  <a:lnTo>
                    <a:pt x="28266" y="15545"/>
                  </a:lnTo>
                  <a:lnTo>
                    <a:pt x="28167" y="15348"/>
                  </a:lnTo>
                  <a:lnTo>
                    <a:pt x="28048" y="15150"/>
                  </a:lnTo>
                  <a:lnTo>
                    <a:pt x="27910" y="14972"/>
                  </a:lnTo>
                  <a:lnTo>
                    <a:pt x="27752" y="14775"/>
                  </a:lnTo>
                  <a:lnTo>
                    <a:pt x="27416" y="14400"/>
                  </a:lnTo>
                  <a:lnTo>
                    <a:pt x="27041" y="14024"/>
                  </a:lnTo>
                  <a:lnTo>
                    <a:pt x="26626" y="13689"/>
                  </a:lnTo>
                  <a:lnTo>
                    <a:pt x="26192" y="13353"/>
                  </a:lnTo>
                  <a:lnTo>
                    <a:pt x="25737" y="13037"/>
                  </a:lnTo>
                  <a:lnTo>
                    <a:pt x="25283" y="12740"/>
                  </a:lnTo>
                  <a:lnTo>
                    <a:pt x="24848" y="12464"/>
                  </a:lnTo>
                  <a:lnTo>
                    <a:pt x="24394" y="12207"/>
                  </a:lnTo>
                  <a:lnTo>
                    <a:pt x="23604" y="11773"/>
                  </a:lnTo>
                  <a:lnTo>
                    <a:pt x="23071" y="11476"/>
                  </a:lnTo>
                  <a:lnTo>
                    <a:pt x="22202" y="10982"/>
                  </a:lnTo>
                  <a:lnTo>
                    <a:pt x="19693" y="9541"/>
                  </a:lnTo>
                  <a:lnTo>
                    <a:pt x="12899" y="5570"/>
                  </a:lnTo>
                  <a:lnTo>
                    <a:pt x="9383" y="3536"/>
                  </a:lnTo>
                  <a:lnTo>
                    <a:pt x="6301" y="1778"/>
                  </a:lnTo>
                  <a:lnTo>
                    <a:pt x="5057" y="1067"/>
                  </a:lnTo>
                  <a:lnTo>
                    <a:pt x="4050" y="514"/>
                  </a:lnTo>
                  <a:lnTo>
                    <a:pt x="3358" y="158"/>
                  </a:lnTo>
                  <a:lnTo>
                    <a:pt x="3141" y="60"/>
                  </a:lnTo>
                  <a:lnTo>
                    <a:pt x="30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9" name="Google Shape;5259;p20"/>
            <p:cNvSpPr/>
            <p:nvPr/>
          </p:nvSpPr>
          <p:spPr>
            <a:xfrm>
              <a:off x="-1370425" y="2977625"/>
              <a:ext cx="991100" cy="806900"/>
            </a:xfrm>
            <a:custGeom>
              <a:rect b="b" l="l" r="r" t="t"/>
              <a:pathLst>
                <a:path extrusionOk="0" h="32276" w="39644">
                  <a:moveTo>
                    <a:pt x="36858" y="28068"/>
                  </a:moveTo>
                  <a:lnTo>
                    <a:pt x="36977" y="28108"/>
                  </a:lnTo>
                  <a:lnTo>
                    <a:pt x="37075" y="28147"/>
                  </a:lnTo>
                  <a:lnTo>
                    <a:pt x="37174" y="28206"/>
                  </a:lnTo>
                  <a:lnTo>
                    <a:pt x="37273" y="28266"/>
                  </a:lnTo>
                  <a:lnTo>
                    <a:pt x="37352" y="28345"/>
                  </a:lnTo>
                  <a:lnTo>
                    <a:pt x="37431" y="28424"/>
                  </a:lnTo>
                  <a:lnTo>
                    <a:pt x="37490" y="28522"/>
                  </a:lnTo>
                  <a:lnTo>
                    <a:pt x="37530" y="28621"/>
                  </a:lnTo>
                  <a:lnTo>
                    <a:pt x="37550" y="28740"/>
                  </a:lnTo>
                  <a:lnTo>
                    <a:pt x="37569" y="28957"/>
                  </a:lnTo>
                  <a:lnTo>
                    <a:pt x="37550" y="29154"/>
                  </a:lnTo>
                  <a:lnTo>
                    <a:pt x="37490" y="29332"/>
                  </a:lnTo>
                  <a:lnTo>
                    <a:pt x="37411" y="29510"/>
                  </a:lnTo>
                  <a:lnTo>
                    <a:pt x="37313" y="29648"/>
                  </a:lnTo>
                  <a:lnTo>
                    <a:pt x="37194" y="29747"/>
                  </a:lnTo>
                  <a:lnTo>
                    <a:pt x="37056" y="29826"/>
                  </a:lnTo>
                  <a:lnTo>
                    <a:pt x="36898" y="29866"/>
                  </a:lnTo>
                  <a:lnTo>
                    <a:pt x="36759" y="29885"/>
                  </a:lnTo>
                  <a:lnTo>
                    <a:pt x="36621" y="29866"/>
                  </a:lnTo>
                  <a:lnTo>
                    <a:pt x="36483" y="29826"/>
                  </a:lnTo>
                  <a:lnTo>
                    <a:pt x="36384" y="29806"/>
                  </a:lnTo>
                  <a:lnTo>
                    <a:pt x="36226" y="29727"/>
                  </a:lnTo>
                  <a:lnTo>
                    <a:pt x="36167" y="29688"/>
                  </a:lnTo>
                  <a:lnTo>
                    <a:pt x="36048" y="29569"/>
                  </a:lnTo>
                  <a:lnTo>
                    <a:pt x="35950" y="29431"/>
                  </a:lnTo>
                  <a:lnTo>
                    <a:pt x="35851" y="29273"/>
                  </a:lnTo>
                  <a:lnTo>
                    <a:pt x="35811" y="29174"/>
                  </a:lnTo>
                  <a:lnTo>
                    <a:pt x="35792" y="29056"/>
                  </a:lnTo>
                  <a:lnTo>
                    <a:pt x="35772" y="28957"/>
                  </a:lnTo>
                  <a:lnTo>
                    <a:pt x="35772" y="28838"/>
                  </a:lnTo>
                  <a:lnTo>
                    <a:pt x="35792" y="28720"/>
                  </a:lnTo>
                  <a:lnTo>
                    <a:pt x="35831" y="28601"/>
                  </a:lnTo>
                  <a:lnTo>
                    <a:pt x="35910" y="28483"/>
                  </a:lnTo>
                  <a:lnTo>
                    <a:pt x="36009" y="28364"/>
                  </a:lnTo>
                  <a:lnTo>
                    <a:pt x="36127" y="28266"/>
                  </a:lnTo>
                  <a:lnTo>
                    <a:pt x="36246" y="28187"/>
                  </a:lnTo>
                  <a:lnTo>
                    <a:pt x="36364" y="28127"/>
                  </a:lnTo>
                  <a:lnTo>
                    <a:pt x="36483" y="28088"/>
                  </a:lnTo>
                  <a:lnTo>
                    <a:pt x="36601" y="28068"/>
                  </a:lnTo>
                  <a:close/>
                  <a:moveTo>
                    <a:pt x="8949" y="0"/>
                  </a:moveTo>
                  <a:lnTo>
                    <a:pt x="8731" y="40"/>
                  </a:lnTo>
                  <a:lnTo>
                    <a:pt x="8514" y="99"/>
                  </a:lnTo>
                  <a:lnTo>
                    <a:pt x="8317" y="178"/>
                  </a:lnTo>
                  <a:lnTo>
                    <a:pt x="8119" y="277"/>
                  </a:lnTo>
                  <a:lnTo>
                    <a:pt x="7902" y="395"/>
                  </a:lnTo>
                  <a:lnTo>
                    <a:pt x="7704" y="553"/>
                  </a:lnTo>
                  <a:lnTo>
                    <a:pt x="7487" y="771"/>
                  </a:lnTo>
                  <a:lnTo>
                    <a:pt x="7210" y="1106"/>
                  </a:lnTo>
                  <a:lnTo>
                    <a:pt x="6894" y="1502"/>
                  </a:lnTo>
                  <a:lnTo>
                    <a:pt x="6559" y="1995"/>
                  </a:lnTo>
                  <a:lnTo>
                    <a:pt x="5808" y="3121"/>
                  </a:lnTo>
                  <a:lnTo>
                    <a:pt x="5038" y="4346"/>
                  </a:lnTo>
                  <a:lnTo>
                    <a:pt x="4307" y="5511"/>
                  </a:lnTo>
                  <a:lnTo>
                    <a:pt x="3695" y="6519"/>
                  </a:lnTo>
                  <a:lnTo>
                    <a:pt x="3122" y="7486"/>
                  </a:lnTo>
                  <a:lnTo>
                    <a:pt x="2964" y="7802"/>
                  </a:lnTo>
                  <a:lnTo>
                    <a:pt x="2529" y="8672"/>
                  </a:lnTo>
                  <a:lnTo>
                    <a:pt x="1956" y="9916"/>
                  </a:lnTo>
                  <a:lnTo>
                    <a:pt x="1621" y="10627"/>
                  </a:lnTo>
                  <a:lnTo>
                    <a:pt x="1305" y="11378"/>
                  </a:lnTo>
                  <a:lnTo>
                    <a:pt x="989" y="12148"/>
                  </a:lnTo>
                  <a:lnTo>
                    <a:pt x="692" y="12918"/>
                  </a:lnTo>
                  <a:lnTo>
                    <a:pt x="435" y="13669"/>
                  </a:lnTo>
                  <a:lnTo>
                    <a:pt x="238" y="14360"/>
                  </a:lnTo>
                  <a:lnTo>
                    <a:pt x="159" y="14676"/>
                  </a:lnTo>
                  <a:lnTo>
                    <a:pt x="80" y="14992"/>
                  </a:lnTo>
                  <a:lnTo>
                    <a:pt x="40" y="15288"/>
                  </a:lnTo>
                  <a:lnTo>
                    <a:pt x="21" y="15545"/>
                  </a:lnTo>
                  <a:lnTo>
                    <a:pt x="1" y="15782"/>
                  </a:lnTo>
                  <a:lnTo>
                    <a:pt x="21" y="16000"/>
                  </a:lnTo>
                  <a:lnTo>
                    <a:pt x="80" y="16177"/>
                  </a:lnTo>
                  <a:lnTo>
                    <a:pt x="139" y="16316"/>
                  </a:lnTo>
                  <a:lnTo>
                    <a:pt x="277" y="16474"/>
                  </a:lnTo>
                  <a:lnTo>
                    <a:pt x="495" y="16671"/>
                  </a:lnTo>
                  <a:lnTo>
                    <a:pt x="791" y="16928"/>
                  </a:lnTo>
                  <a:lnTo>
                    <a:pt x="1186" y="17224"/>
                  </a:lnTo>
                  <a:lnTo>
                    <a:pt x="2154" y="17935"/>
                  </a:lnTo>
                  <a:lnTo>
                    <a:pt x="3398" y="18785"/>
                  </a:lnTo>
                  <a:lnTo>
                    <a:pt x="4820" y="19733"/>
                  </a:lnTo>
                  <a:lnTo>
                    <a:pt x="6401" y="20760"/>
                  </a:lnTo>
                  <a:lnTo>
                    <a:pt x="9837" y="22952"/>
                  </a:lnTo>
                  <a:lnTo>
                    <a:pt x="13314" y="25125"/>
                  </a:lnTo>
                  <a:lnTo>
                    <a:pt x="16494" y="27080"/>
                  </a:lnTo>
                  <a:lnTo>
                    <a:pt x="20385" y="29490"/>
                  </a:lnTo>
                  <a:lnTo>
                    <a:pt x="21175" y="29984"/>
                  </a:lnTo>
                  <a:lnTo>
                    <a:pt x="22024" y="30537"/>
                  </a:lnTo>
                  <a:lnTo>
                    <a:pt x="22894" y="31070"/>
                  </a:lnTo>
                  <a:lnTo>
                    <a:pt x="23328" y="31327"/>
                  </a:lnTo>
                  <a:lnTo>
                    <a:pt x="23743" y="31564"/>
                  </a:lnTo>
                  <a:lnTo>
                    <a:pt x="24177" y="31762"/>
                  </a:lnTo>
                  <a:lnTo>
                    <a:pt x="24592" y="31939"/>
                  </a:lnTo>
                  <a:lnTo>
                    <a:pt x="25007" y="32098"/>
                  </a:lnTo>
                  <a:lnTo>
                    <a:pt x="25402" y="32196"/>
                  </a:lnTo>
                  <a:lnTo>
                    <a:pt x="25777" y="32256"/>
                  </a:lnTo>
                  <a:lnTo>
                    <a:pt x="25955" y="32275"/>
                  </a:lnTo>
                  <a:lnTo>
                    <a:pt x="26133" y="32275"/>
                  </a:lnTo>
                  <a:lnTo>
                    <a:pt x="26311" y="32256"/>
                  </a:lnTo>
                  <a:lnTo>
                    <a:pt x="26469" y="32216"/>
                  </a:lnTo>
                  <a:lnTo>
                    <a:pt x="26627" y="32177"/>
                  </a:lnTo>
                  <a:lnTo>
                    <a:pt x="26785" y="32117"/>
                  </a:lnTo>
                  <a:lnTo>
                    <a:pt x="26943" y="32019"/>
                  </a:lnTo>
                  <a:lnTo>
                    <a:pt x="27081" y="31939"/>
                  </a:lnTo>
                  <a:lnTo>
                    <a:pt x="27397" y="31702"/>
                  </a:lnTo>
                  <a:lnTo>
                    <a:pt x="27713" y="31406"/>
                  </a:lnTo>
                  <a:lnTo>
                    <a:pt x="28029" y="31070"/>
                  </a:lnTo>
                  <a:lnTo>
                    <a:pt x="28345" y="30715"/>
                  </a:lnTo>
                  <a:lnTo>
                    <a:pt x="28641" y="30320"/>
                  </a:lnTo>
                  <a:lnTo>
                    <a:pt x="28938" y="29925"/>
                  </a:lnTo>
                  <a:lnTo>
                    <a:pt x="29214" y="29530"/>
                  </a:lnTo>
                  <a:lnTo>
                    <a:pt x="29708" y="28779"/>
                  </a:lnTo>
                  <a:lnTo>
                    <a:pt x="30103" y="28127"/>
                  </a:lnTo>
                  <a:lnTo>
                    <a:pt x="30459" y="27515"/>
                  </a:lnTo>
                  <a:lnTo>
                    <a:pt x="32750" y="29194"/>
                  </a:lnTo>
                  <a:lnTo>
                    <a:pt x="34468" y="30438"/>
                  </a:lnTo>
                  <a:lnTo>
                    <a:pt x="35535" y="31189"/>
                  </a:lnTo>
                  <a:lnTo>
                    <a:pt x="35792" y="31367"/>
                  </a:lnTo>
                  <a:lnTo>
                    <a:pt x="36127" y="31525"/>
                  </a:lnTo>
                  <a:lnTo>
                    <a:pt x="36285" y="31604"/>
                  </a:lnTo>
                  <a:lnTo>
                    <a:pt x="36483" y="31663"/>
                  </a:lnTo>
                  <a:lnTo>
                    <a:pt x="36680" y="31702"/>
                  </a:lnTo>
                  <a:lnTo>
                    <a:pt x="36878" y="31742"/>
                  </a:lnTo>
                  <a:lnTo>
                    <a:pt x="37075" y="31762"/>
                  </a:lnTo>
                  <a:lnTo>
                    <a:pt x="37510" y="31762"/>
                  </a:lnTo>
                  <a:lnTo>
                    <a:pt x="37727" y="31702"/>
                  </a:lnTo>
                  <a:lnTo>
                    <a:pt x="37945" y="31643"/>
                  </a:lnTo>
                  <a:lnTo>
                    <a:pt x="38162" y="31544"/>
                  </a:lnTo>
                  <a:lnTo>
                    <a:pt x="38379" y="31426"/>
                  </a:lnTo>
                  <a:lnTo>
                    <a:pt x="38596" y="31268"/>
                  </a:lnTo>
                  <a:lnTo>
                    <a:pt x="38794" y="31090"/>
                  </a:lnTo>
                  <a:lnTo>
                    <a:pt x="38972" y="30893"/>
                  </a:lnTo>
                  <a:lnTo>
                    <a:pt x="39130" y="30675"/>
                  </a:lnTo>
                  <a:lnTo>
                    <a:pt x="39248" y="30438"/>
                  </a:lnTo>
                  <a:lnTo>
                    <a:pt x="39367" y="30201"/>
                  </a:lnTo>
                  <a:lnTo>
                    <a:pt x="39465" y="29964"/>
                  </a:lnTo>
                  <a:lnTo>
                    <a:pt x="39525" y="29708"/>
                  </a:lnTo>
                  <a:lnTo>
                    <a:pt x="39584" y="29470"/>
                  </a:lnTo>
                  <a:lnTo>
                    <a:pt x="39623" y="29214"/>
                  </a:lnTo>
                  <a:lnTo>
                    <a:pt x="39643" y="28977"/>
                  </a:lnTo>
                  <a:lnTo>
                    <a:pt x="39643" y="28759"/>
                  </a:lnTo>
                  <a:lnTo>
                    <a:pt x="39623" y="28542"/>
                  </a:lnTo>
                  <a:lnTo>
                    <a:pt x="39604" y="28345"/>
                  </a:lnTo>
                  <a:lnTo>
                    <a:pt x="39564" y="28167"/>
                  </a:lnTo>
                  <a:lnTo>
                    <a:pt x="39525" y="28009"/>
                  </a:lnTo>
                  <a:lnTo>
                    <a:pt x="39446" y="27871"/>
                  </a:lnTo>
                  <a:lnTo>
                    <a:pt x="39406" y="27811"/>
                  </a:lnTo>
                  <a:lnTo>
                    <a:pt x="39327" y="27713"/>
                  </a:lnTo>
                  <a:lnTo>
                    <a:pt x="39070" y="27515"/>
                  </a:lnTo>
                  <a:lnTo>
                    <a:pt x="38735" y="27258"/>
                  </a:lnTo>
                  <a:lnTo>
                    <a:pt x="38300" y="26942"/>
                  </a:lnTo>
                  <a:lnTo>
                    <a:pt x="37273" y="26271"/>
                  </a:lnTo>
                  <a:lnTo>
                    <a:pt x="36127" y="25560"/>
                  </a:lnTo>
                  <a:lnTo>
                    <a:pt x="35002" y="24868"/>
                  </a:lnTo>
                  <a:lnTo>
                    <a:pt x="34034" y="24276"/>
                  </a:lnTo>
                  <a:lnTo>
                    <a:pt x="33086" y="23723"/>
                  </a:lnTo>
                  <a:lnTo>
                    <a:pt x="33441" y="23051"/>
                  </a:lnTo>
                  <a:lnTo>
                    <a:pt x="34231" y="21451"/>
                  </a:lnTo>
                  <a:lnTo>
                    <a:pt x="34685" y="20464"/>
                  </a:lnTo>
                  <a:lnTo>
                    <a:pt x="35120" y="19476"/>
                  </a:lnTo>
                  <a:lnTo>
                    <a:pt x="35515" y="18548"/>
                  </a:lnTo>
                  <a:lnTo>
                    <a:pt x="35673" y="18113"/>
                  </a:lnTo>
                  <a:lnTo>
                    <a:pt x="35811" y="17738"/>
                  </a:lnTo>
                  <a:lnTo>
                    <a:pt x="35890" y="17382"/>
                  </a:lnTo>
                  <a:lnTo>
                    <a:pt x="35930" y="17066"/>
                  </a:lnTo>
                  <a:lnTo>
                    <a:pt x="35930" y="16750"/>
                  </a:lnTo>
                  <a:lnTo>
                    <a:pt x="35890" y="16474"/>
                  </a:lnTo>
                  <a:lnTo>
                    <a:pt x="35831" y="16217"/>
                  </a:lnTo>
                  <a:lnTo>
                    <a:pt x="35732" y="15960"/>
                  </a:lnTo>
                  <a:lnTo>
                    <a:pt x="35594" y="15723"/>
                  </a:lnTo>
                  <a:lnTo>
                    <a:pt x="35456" y="15506"/>
                  </a:lnTo>
                  <a:lnTo>
                    <a:pt x="35278" y="15308"/>
                  </a:lnTo>
                  <a:lnTo>
                    <a:pt x="35081" y="15111"/>
                  </a:lnTo>
                  <a:lnTo>
                    <a:pt x="34883" y="14933"/>
                  </a:lnTo>
                  <a:lnTo>
                    <a:pt x="34666" y="14755"/>
                  </a:lnTo>
                  <a:lnTo>
                    <a:pt x="34231" y="14439"/>
                  </a:lnTo>
                  <a:lnTo>
                    <a:pt x="33797" y="14143"/>
                  </a:lnTo>
                  <a:lnTo>
                    <a:pt x="32592" y="13373"/>
                  </a:lnTo>
                  <a:lnTo>
                    <a:pt x="30103" y="11812"/>
                  </a:lnTo>
                  <a:lnTo>
                    <a:pt x="26745" y="9758"/>
                  </a:lnTo>
                  <a:lnTo>
                    <a:pt x="22953" y="7427"/>
                  </a:lnTo>
                  <a:lnTo>
                    <a:pt x="19141" y="5096"/>
                  </a:lnTo>
                  <a:lnTo>
                    <a:pt x="15704" y="3042"/>
                  </a:lnTo>
                  <a:lnTo>
                    <a:pt x="13077" y="1482"/>
                  </a:lnTo>
                  <a:lnTo>
                    <a:pt x="12188" y="988"/>
                  </a:lnTo>
                  <a:lnTo>
                    <a:pt x="11655" y="711"/>
                  </a:lnTo>
                  <a:lnTo>
                    <a:pt x="11003" y="435"/>
                  </a:lnTo>
                  <a:lnTo>
                    <a:pt x="10430" y="218"/>
                  </a:lnTo>
                  <a:lnTo>
                    <a:pt x="10153" y="139"/>
                  </a:lnTo>
                  <a:lnTo>
                    <a:pt x="9897" y="79"/>
                  </a:lnTo>
                  <a:lnTo>
                    <a:pt x="9640" y="20"/>
                  </a:lnTo>
                  <a:lnTo>
                    <a:pt x="9403" y="0"/>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0" name="Google Shape;5260;p20"/>
            <p:cNvSpPr/>
            <p:nvPr/>
          </p:nvSpPr>
          <p:spPr>
            <a:xfrm>
              <a:off x="-1246975" y="3112925"/>
              <a:ext cx="4975" cy="3475"/>
            </a:xfrm>
            <a:custGeom>
              <a:rect b="b" l="l" r="r" t="t"/>
              <a:pathLst>
                <a:path extrusionOk="0" h="139" w="199">
                  <a:moveTo>
                    <a:pt x="198" y="0"/>
                  </a:moveTo>
                  <a:lnTo>
                    <a:pt x="1" y="139"/>
                  </a:lnTo>
                  <a:lnTo>
                    <a:pt x="1" y="139"/>
                  </a:lnTo>
                  <a:lnTo>
                    <a:pt x="80" y="99"/>
                  </a:lnTo>
                  <a:lnTo>
                    <a:pt x="198"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1" name="Google Shape;5261;p20"/>
            <p:cNvSpPr/>
            <p:nvPr/>
          </p:nvSpPr>
          <p:spPr>
            <a:xfrm>
              <a:off x="-1235125" y="3112925"/>
              <a:ext cx="525" cy="25"/>
            </a:xfrm>
            <a:custGeom>
              <a:rect b="b" l="l" r="r" t="t"/>
              <a:pathLst>
                <a:path extrusionOk="0" h="1" w="21">
                  <a:moveTo>
                    <a:pt x="1" y="0"/>
                  </a:moveTo>
                  <a:lnTo>
                    <a:pt x="1" y="0"/>
                  </a:lnTo>
                  <a:lnTo>
                    <a:pt x="21" y="0"/>
                  </a:lnTo>
                  <a:lnTo>
                    <a:pt x="21" y="0"/>
                  </a:lnTo>
                  <a:lnTo>
                    <a:pt x="1" y="0"/>
                  </a:lnTo>
                  <a:lnTo>
                    <a:pt x="1"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2" name="Google Shape;5262;p20"/>
            <p:cNvSpPr/>
            <p:nvPr/>
          </p:nvSpPr>
          <p:spPr>
            <a:xfrm>
              <a:off x="-905750" y="3252175"/>
              <a:ext cx="3975" cy="1025"/>
            </a:xfrm>
            <a:custGeom>
              <a:rect b="b" l="l" r="r" t="t"/>
              <a:pathLst>
                <a:path extrusionOk="0" h="41" w="159">
                  <a:moveTo>
                    <a:pt x="1" y="1"/>
                  </a:moveTo>
                  <a:lnTo>
                    <a:pt x="99" y="40"/>
                  </a:lnTo>
                  <a:lnTo>
                    <a:pt x="159" y="40"/>
                  </a:lnTo>
                  <a:lnTo>
                    <a:pt x="60" y="20"/>
                  </a:lnTo>
                  <a:lnTo>
                    <a:pt x="1"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3" name="Google Shape;5263;p20"/>
            <p:cNvSpPr/>
            <p:nvPr/>
          </p:nvSpPr>
          <p:spPr>
            <a:xfrm>
              <a:off x="-582300" y="3332175"/>
              <a:ext cx="1000" cy="525"/>
            </a:xfrm>
            <a:custGeom>
              <a:rect b="b" l="l" r="r" t="t"/>
              <a:pathLst>
                <a:path extrusionOk="0" h="21" w="40">
                  <a:moveTo>
                    <a:pt x="0" y="0"/>
                  </a:moveTo>
                  <a:lnTo>
                    <a:pt x="20" y="2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4" name="Google Shape;5264;p20"/>
            <p:cNvSpPr/>
            <p:nvPr/>
          </p:nvSpPr>
          <p:spPr>
            <a:xfrm>
              <a:off x="-1286950" y="3160825"/>
              <a:ext cx="2000" cy="2500"/>
            </a:xfrm>
            <a:custGeom>
              <a:rect b="b" l="l" r="r" t="t"/>
              <a:pathLst>
                <a:path extrusionOk="0" h="100" w="80">
                  <a:moveTo>
                    <a:pt x="59" y="0"/>
                  </a:moveTo>
                  <a:lnTo>
                    <a:pt x="20" y="20"/>
                  </a:lnTo>
                  <a:lnTo>
                    <a:pt x="0" y="99"/>
                  </a:lnTo>
                  <a:lnTo>
                    <a:pt x="0" y="99"/>
                  </a:lnTo>
                  <a:lnTo>
                    <a:pt x="79" y="20"/>
                  </a:lnTo>
                  <a:lnTo>
                    <a:pt x="59"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5" name="Google Shape;5265;p20"/>
            <p:cNvSpPr/>
            <p:nvPr/>
          </p:nvSpPr>
          <p:spPr>
            <a:xfrm>
              <a:off x="-968950" y="3215150"/>
              <a:ext cx="1000" cy="500"/>
            </a:xfrm>
            <a:custGeom>
              <a:rect b="b" l="l" r="r" t="t"/>
              <a:pathLst>
                <a:path extrusionOk="0" h="20" w="40">
                  <a:moveTo>
                    <a:pt x="40" y="0"/>
                  </a:moveTo>
                  <a:lnTo>
                    <a:pt x="40" y="0"/>
                  </a:lnTo>
                  <a:lnTo>
                    <a:pt x="0" y="20"/>
                  </a:lnTo>
                  <a:lnTo>
                    <a:pt x="0" y="20"/>
                  </a:lnTo>
                  <a:lnTo>
                    <a:pt x="40" y="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6" name="Google Shape;5266;p20"/>
            <p:cNvSpPr/>
            <p:nvPr/>
          </p:nvSpPr>
          <p:spPr>
            <a:xfrm>
              <a:off x="-1299300" y="3366250"/>
              <a:ext cx="1500" cy="2000"/>
            </a:xfrm>
            <a:custGeom>
              <a:rect b="b" l="l" r="r" t="t"/>
              <a:pathLst>
                <a:path extrusionOk="0" h="80" w="60">
                  <a:moveTo>
                    <a:pt x="59" y="79"/>
                  </a:moveTo>
                  <a:lnTo>
                    <a:pt x="59" y="79"/>
                  </a:lnTo>
                  <a:lnTo>
                    <a:pt x="0" y="0"/>
                  </a:lnTo>
                  <a:lnTo>
                    <a:pt x="0" y="0"/>
                  </a:lnTo>
                  <a:lnTo>
                    <a:pt x="59" y="79"/>
                  </a:lnTo>
                  <a:lnTo>
                    <a:pt x="59" y="79"/>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
            <p:cNvSpPr/>
            <p:nvPr/>
          </p:nvSpPr>
          <p:spPr>
            <a:xfrm>
              <a:off x="-621825" y="3419575"/>
              <a:ext cx="1525" cy="525"/>
            </a:xfrm>
            <a:custGeom>
              <a:rect b="b" l="l" r="r" t="t"/>
              <a:pathLst>
                <a:path extrusionOk="0" h="21" w="61">
                  <a:moveTo>
                    <a:pt x="60" y="0"/>
                  </a:moveTo>
                  <a:lnTo>
                    <a:pt x="60" y="0"/>
                  </a:lnTo>
                  <a:lnTo>
                    <a:pt x="1" y="20"/>
                  </a:lnTo>
                  <a:lnTo>
                    <a:pt x="1" y="20"/>
                  </a:lnTo>
                  <a:lnTo>
                    <a:pt x="60" y="0"/>
                  </a:lnTo>
                  <a:lnTo>
                    <a:pt x="6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8" name="Google Shape;5268;p20"/>
            <p:cNvSpPr/>
            <p:nvPr/>
          </p:nvSpPr>
          <p:spPr>
            <a:xfrm>
              <a:off x="-1302275" y="3165750"/>
              <a:ext cx="25" cy="525"/>
            </a:xfrm>
            <a:custGeom>
              <a:rect b="b" l="l" r="r" t="t"/>
              <a:pathLst>
                <a:path extrusionOk="0" h="21" w="1">
                  <a:moveTo>
                    <a:pt x="1" y="21"/>
                  </a:moveTo>
                  <a:lnTo>
                    <a:pt x="1" y="21"/>
                  </a:lnTo>
                  <a:lnTo>
                    <a:pt x="1" y="1"/>
                  </a:lnTo>
                  <a:lnTo>
                    <a:pt x="1" y="1"/>
                  </a:lnTo>
                  <a:lnTo>
                    <a:pt x="1" y="21"/>
                  </a:lnTo>
                  <a:lnTo>
                    <a:pt x="1" y="2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9" name="Google Shape;5269;p20"/>
            <p:cNvSpPr/>
            <p:nvPr/>
          </p:nvSpPr>
          <p:spPr>
            <a:xfrm>
              <a:off x="-1336825" y="3072925"/>
              <a:ext cx="793050" cy="646900"/>
            </a:xfrm>
            <a:custGeom>
              <a:rect b="b" l="l" r="r" t="t"/>
              <a:pathLst>
                <a:path extrusionOk="0" h="25876" w="31722">
                  <a:moveTo>
                    <a:pt x="3773" y="889"/>
                  </a:moveTo>
                  <a:lnTo>
                    <a:pt x="3733" y="909"/>
                  </a:lnTo>
                  <a:lnTo>
                    <a:pt x="3773" y="892"/>
                  </a:lnTo>
                  <a:lnTo>
                    <a:pt x="3773" y="892"/>
                  </a:lnTo>
                  <a:lnTo>
                    <a:pt x="3773" y="889"/>
                  </a:lnTo>
                  <a:close/>
                  <a:moveTo>
                    <a:pt x="13115" y="3971"/>
                  </a:moveTo>
                  <a:lnTo>
                    <a:pt x="13115" y="3971"/>
                  </a:lnTo>
                  <a:lnTo>
                    <a:pt x="13115" y="3971"/>
                  </a:lnTo>
                  <a:close/>
                  <a:moveTo>
                    <a:pt x="13115" y="3971"/>
                  </a:moveTo>
                  <a:lnTo>
                    <a:pt x="13135" y="3990"/>
                  </a:lnTo>
                  <a:lnTo>
                    <a:pt x="13135" y="3990"/>
                  </a:lnTo>
                  <a:lnTo>
                    <a:pt x="13115" y="3971"/>
                  </a:lnTo>
                  <a:close/>
                  <a:moveTo>
                    <a:pt x="0" y="7566"/>
                  </a:moveTo>
                  <a:lnTo>
                    <a:pt x="20" y="7803"/>
                  </a:lnTo>
                  <a:lnTo>
                    <a:pt x="79" y="7980"/>
                  </a:lnTo>
                  <a:lnTo>
                    <a:pt x="158" y="8119"/>
                  </a:lnTo>
                  <a:lnTo>
                    <a:pt x="237" y="8217"/>
                  </a:lnTo>
                  <a:lnTo>
                    <a:pt x="395" y="8375"/>
                  </a:lnTo>
                  <a:lnTo>
                    <a:pt x="564" y="8525"/>
                  </a:lnTo>
                  <a:lnTo>
                    <a:pt x="564" y="8525"/>
                  </a:lnTo>
                  <a:lnTo>
                    <a:pt x="553" y="8494"/>
                  </a:lnTo>
                  <a:lnTo>
                    <a:pt x="454" y="8237"/>
                  </a:lnTo>
                  <a:lnTo>
                    <a:pt x="494" y="8237"/>
                  </a:lnTo>
                  <a:lnTo>
                    <a:pt x="296" y="8079"/>
                  </a:lnTo>
                  <a:lnTo>
                    <a:pt x="316" y="8277"/>
                  </a:lnTo>
                  <a:lnTo>
                    <a:pt x="217" y="8138"/>
                  </a:lnTo>
                  <a:lnTo>
                    <a:pt x="119" y="7941"/>
                  </a:lnTo>
                  <a:lnTo>
                    <a:pt x="20" y="7724"/>
                  </a:lnTo>
                  <a:lnTo>
                    <a:pt x="0" y="7566"/>
                  </a:lnTo>
                  <a:close/>
                  <a:moveTo>
                    <a:pt x="564" y="8525"/>
                  </a:moveTo>
                  <a:lnTo>
                    <a:pt x="576" y="8562"/>
                  </a:lnTo>
                  <a:lnTo>
                    <a:pt x="573" y="8533"/>
                  </a:lnTo>
                  <a:lnTo>
                    <a:pt x="564" y="8525"/>
                  </a:lnTo>
                  <a:close/>
                  <a:moveTo>
                    <a:pt x="4800" y="13432"/>
                  </a:moveTo>
                  <a:lnTo>
                    <a:pt x="4820" y="13452"/>
                  </a:lnTo>
                  <a:lnTo>
                    <a:pt x="4820" y="13447"/>
                  </a:lnTo>
                  <a:lnTo>
                    <a:pt x="4800" y="13432"/>
                  </a:lnTo>
                  <a:close/>
                  <a:moveTo>
                    <a:pt x="29253" y="16000"/>
                  </a:moveTo>
                  <a:lnTo>
                    <a:pt x="29253" y="16059"/>
                  </a:lnTo>
                  <a:lnTo>
                    <a:pt x="29257" y="16077"/>
                  </a:lnTo>
                  <a:lnTo>
                    <a:pt x="29257" y="16077"/>
                  </a:lnTo>
                  <a:lnTo>
                    <a:pt x="29253" y="16000"/>
                  </a:lnTo>
                  <a:close/>
                  <a:moveTo>
                    <a:pt x="9501" y="988"/>
                  </a:moveTo>
                  <a:lnTo>
                    <a:pt x="9481" y="1028"/>
                  </a:lnTo>
                  <a:lnTo>
                    <a:pt x="9422" y="1067"/>
                  </a:lnTo>
                  <a:lnTo>
                    <a:pt x="9303" y="1087"/>
                  </a:lnTo>
                  <a:lnTo>
                    <a:pt x="9481" y="1126"/>
                  </a:lnTo>
                  <a:lnTo>
                    <a:pt x="9600" y="1186"/>
                  </a:lnTo>
                  <a:lnTo>
                    <a:pt x="9639" y="1205"/>
                  </a:lnTo>
                  <a:lnTo>
                    <a:pt x="9659" y="1245"/>
                  </a:lnTo>
                  <a:lnTo>
                    <a:pt x="9442" y="1265"/>
                  </a:lnTo>
                  <a:lnTo>
                    <a:pt x="9343" y="1284"/>
                  </a:lnTo>
                  <a:lnTo>
                    <a:pt x="9244" y="1324"/>
                  </a:lnTo>
                  <a:lnTo>
                    <a:pt x="9442" y="1383"/>
                  </a:lnTo>
                  <a:lnTo>
                    <a:pt x="9442" y="1403"/>
                  </a:lnTo>
                  <a:lnTo>
                    <a:pt x="9442" y="1423"/>
                  </a:lnTo>
                  <a:lnTo>
                    <a:pt x="9422" y="1442"/>
                  </a:lnTo>
                  <a:lnTo>
                    <a:pt x="9402" y="1462"/>
                  </a:lnTo>
                  <a:lnTo>
                    <a:pt x="9422" y="1502"/>
                  </a:lnTo>
                  <a:lnTo>
                    <a:pt x="9461" y="1541"/>
                  </a:lnTo>
                  <a:lnTo>
                    <a:pt x="9461" y="1482"/>
                  </a:lnTo>
                  <a:lnTo>
                    <a:pt x="9521" y="1462"/>
                  </a:lnTo>
                  <a:lnTo>
                    <a:pt x="9679" y="1462"/>
                  </a:lnTo>
                  <a:lnTo>
                    <a:pt x="9876" y="1521"/>
                  </a:lnTo>
                  <a:lnTo>
                    <a:pt x="10093" y="1561"/>
                  </a:lnTo>
                  <a:lnTo>
                    <a:pt x="10074" y="1581"/>
                  </a:lnTo>
                  <a:lnTo>
                    <a:pt x="10054" y="1600"/>
                  </a:lnTo>
                  <a:lnTo>
                    <a:pt x="9995" y="1600"/>
                  </a:lnTo>
                  <a:lnTo>
                    <a:pt x="9916" y="1581"/>
                  </a:lnTo>
                  <a:lnTo>
                    <a:pt x="9837" y="1581"/>
                  </a:lnTo>
                  <a:lnTo>
                    <a:pt x="9975" y="1719"/>
                  </a:lnTo>
                  <a:lnTo>
                    <a:pt x="10093" y="1798"/>
                  </a:lnTo>
                  <a:lnTo>
                    <a:pt x="10232" y="1837"/>
                  </a:lnTo>
                  <a:lnTo>
                    <a:pt x="10350" y="1857"/>
                  </a:lnTo>
                  <a:lnTo>
                    <a:pt x="10508" y="1877"/>
                  </a:lnTo>
                  <a:lnTo>
                    <a:pt x="10666" y="1897"/>
                  </a:lnTo>
                  <a:lnTo>
                    <a:pt x="10844" y="1936"/>
                  </a:lnTo>
                  <a:lnTo>
                    <a:pt x="11022" y="2035"/>
                  </a:lnTo>
                  <a:lnTo>
                    <a:pt x="10883" y="2035"/>
                  </a:lnTo>
                  <a:lnTo>
                    <a:pt x="10982" y="2055"/>
                  </a:lnTo>
                  <a:lnTo>
                    <a:pt x="11061" y="2114"/>
                  </a:lnTo>
                  <a:lnTo>
                    <a:pt x="11199" y="2213"/>
                  </a:lnTo>
                  <a:lnTo>
                    <a:pt x="11318" y="2312"/>
                  </a:lnTo>
                  <a:lnTo>
                    <a:pt x="11377" y="2331"/>
                  </a:lnTo>
                  <a:lnTo>
                    <a:pt x="11456" y="2331"/>
                  </a:lnTo>
                  <a:lnTo>
                    <a:pt x="11496" y="2391"/>
                  </a:lnTo>
                  <a:lnTo>
                    <a:pt x="11535" y="2450"/>
                  </a:lnTo>
                  <a:lnTo>
                    <a:pt x="11535" y="2529"/>
                  </a:lnTo>
                  <a:lnTo>
                    <a:pt x="11535" y="2588"/>
                  </a:lnTo>
                  <a:lnTo>
                    <a:pt x="11555" y="2628"/>
                  </a:lnTo>
                  <a:lnTo>
                    <a:pt x="11614" y="2687"/>
                  </a:lnTo>
                  <a:lnTo>
                    <a:pt x="11713" y="2766"/>
                  </a:lnTo>
                  <a:lnTo>
                    <a:pt x="11713" y="2726"/>
                  </a:lnTo>
                  <a:lnTo>
                    <a:pt x="11733" y="2707"/>
                  </a:lnTo>
                  <a:lnTo>
                    <a:pt x="11772" y="2707"/>
                  </a:lnTo>
                  <a:lnTo>
                    <a:pt x="11832" y="2746"/>
                  </a:lnTo>
                  <a:lnTo>
                    <a:pt x="11911" y="2805"/>
                  </a:lnTo>
                  <a:lnTo>
                    <a:pt x="11990" y="2865"/>
                  </a:lnTo>
                  <a:lnTo>
                    <a:pt x="12069" y="2904"/>
                  </a:lnTo>
                  <a:lnTo>
                    <a:pt x="12148" y="2924"/>
                  </a:lnTo>
                  <a:lnTo>
                    <a:pt x="12167" y="2924"/>
                  </a:lnTo>
                  <a:lnTo>
                    <a:pt x="12207" y="2904"/>
                  </a:lnTo>
                  <a:lnTo>
                    <a:pt x="12365" y="3200"/>
                  </a:lnTo>
                  <a:lnTo>
                    <a:pt x="12444" y="3200"/>
                  </a:lnTo>
                  <a:lnTo>
                    <a:pt x="12523" y="3181"/>
                  </a:lnTo>
                  <a:lnTo>
                    <a:pt x="12622" y="3102"/>
                  </a:lnTo>
                  <a:lnTo>
                    <a:pt x="12661" y="3062"/>
                  </a:lnTo>
                  <a:lnTo>
                    <a:pt x="12740" y="3062"/>
                  </a:lnTo>
                  <a:lnTo>
                    <a:pt x="12839" y="3102"/>
                  </a:lnTo>
                  <a:lnTo>
                    <a:pt x="12977" y="3220"/>
                  </a:lnTo>
                  <a:lnTo>
                    <a:pt x="13056" y="3339"/>
                  </a:lnTo>
                  <a:lnTo>
                    <a:pt x="13076" y="3398"/>
                  </a:lnTo>
                  <a:lnTo>
                    <a:pt x="13076" y="3437"/>
                  </a:lnTo>
                  <a:lnTo>
                    <a:pt x="13056" y="3457"/>
                  </a:lnTo>
                  <a:lnTo>
                    <a:pt x="13036" y="3497"/>
                  </a:lnTo>
                  <a:lnTo>
                    <a:pt x="12977" y="3516"/>
                  </a:lnTo>
                  <a:lnTo>
                    <a:pt x="12898" y="3556"/>
                  </a:lnTo>
                  <a:lnTo>
                    <a:pt x="12839" y="3595"/>
                  </a:lnTo>
                  <a:lnTo>
                    <a:pt x="12819" y="3615"/>
                  </a:lnTo>
                  <a:lnTo>
                    <a:pt x="12819" y="3655"/>
                  </a:lnTo>
                  <a:lnTo>
                    <a:pt x="12819" y="3694"/>
                  </a:lnTo>
                  <a:lnTo>
                    <a:pt x="12839" y="3734"/>
                  </a:lnTo>
                  <a:lnTo>
                    <a:pt x="13017" y="3753"/>
                  </a:lnTo>
                  <a:lnTo>
                    <a:pt x="13135" y="3990"/>
                  </a:lnTo>
                  <a:lnTo>
                    <a:pt x="13214" y="4069"/>
                  </a:lnTo>
                  <a:lnTo>
                    <a:pt x="13333" y="4168"/>
                  </a:lnTo>
                  <a:lnTo>
                    <a:pt x="13412" y="4287"/>
                  </a:lnTo>
                  <a:lnTo>
                    <a:pt x="13412" y="4326"/>
                  </a:lnTo>
                  <a:lnTo>
                    <a:pt x="13412" y="4346"/>
                  </a:lnTo>
                  <a:lnTo>
                    <a:pt x="13352" y="4346"/>
                  </a:lnTo>
                  <a:lnTo>
                    <a:pt x="13293" y="4306"/>
                  </a:lnTo>
                  <a:lnTo>
                    <a:pt x="13214" y="4267"/>
                  </a:lnTo>
                  <a:lnTo>
                    <a:pt x="13175" y="4247"/>
                  </a:lnTo>
                  <a:lnTo>
                    <a:pt x="13214" y="4287"/>
                  </a:lnTo>
                  <a:lnTo>
                    <a:pt x="13273" y="4326"/>
                  </a:lnTo>
                  <a:lnTo>
                    <a:pt x="13392" y="4464"/>
                  </a:lnTo>
                  <a:lnTo>
                    <a:pt x="13668" y="4820"/>
                  </a:lnTo>
                  <a:lnTo>
                    <a:pt x="13826" y="4978"/>
                  </a:lnTo>
                  <a:lnTo>
                    <a:pt x="14004" y="5136"/>
                  </a:lnTo>
                  <a:lnTo>
                    <a:pt x="14103" y="5195"/>
                  </a:lnTo>
                  <a:lnTo>
                    <a:pt x="14202" y="5235"/>
                  </a:lnTo>
                  <a:lnTo>
                    <a:pt x="14281" y="5255"/>
                  </a:lnTo>
                  <a:lnTo>
                    <a:pt x="14380" y="5255"/>
                  </a:lnTo>
                  <a:lnTo>
                    <a:pt x="14518" y="5373"/>
                  </a:lnTo>
                  <a:lnTo>
                    <a:pt x="14656" y="5511"/>
                  </a:lnTo>
                  <a:lnTo>
                    <a:pt x="14755" y="5610"/>
                  </a:lnTo>
                  <a:lnTo>
                    <a:pt x="14775" y="5650"/>
                  </a:lnTo>
                  <a:lnTo>
                    <a:pt x="14755" y="5689"/>
                  </a:lnTo>
                  <a:lnTo>
                    <a:pt x="14854" y="5689"/>
                  </a:lnTo>
                  <a:lnTo>
                    <a:pt x="14972" y="5748"/>
                  </a:lnTo>
                  <a:lnTo>
                    <a:pt x="15249" y="5887"/>
                  </a:lnTo>
                  <a:lnTo>
                    <a:pt x="15505" y="6045"/>
                  </a:lnTo>
                  <a:lnTo>
                    <a:pt x="15624" y="6104"/>
                  </a:lnTo>
                  <a:lnTo>
                    <a:pt x="15742" y="6124"/>
                  </a:lnTo>
                  <a:lnTo>
                    <a:pt x="15723" y="6143"/>
                  </a:lnTo>
                  <a:lnTo>
                    <a:pt x="15742" y="6183"/>
                  </a:lnTo>
                  <a:lnTo>
                    <a:pt x="15802" y="6242"/>
                  </a:lnTo>
                  <a:lnTo>
                    <a:pt x="15900" y="6321"/>
                  </a:lnTo>
                  <a:lnTo>
                    <a:pt x="16019" y="6361"/>
                  </a:lnTo>
                  <a:lnTo>
                    <a:pt x="15960" y="6321"/>
                  </a:lnTo>
                  <a:lnTo>
                    <a:pt x="15940" y="6282"/>
                  </a:lnTo>
                  <a:lnTo>
                    <a:pt x="15940" y="6262"/>
                  </a:lnTo>
                  <a:lnTo>
                    <a:pt x="15960" y="6242"/>
                  </a:lnTo>
                  <a:lnTo>
                    <a:pt x="16039" y="6222"/>
                  </a:lnTo>
                  <a:lnTo>
                    <a:pt x="16157" y="6203"/>
                  </a:lnTo>
                  <a:lnTo>
                    <a:pt x="16216" y="6282"/>
                  </a:lnTo>
                  <a:lnTo>
                    <a:pt x="16315" y="6341"/>
                  </a:lnTo>
                  <a:lnTo>
                    <a:pt x="16513" y="6459"/>
                  </a:lnTo>
                  <a:lnTo>
                    <a:pt x="16612" y="6519"/>
                  </a:lnTo>
                  <a:lnTo>
                    <a:pt x="16691" y="6578"/>
                  </a:lnTo>
                  <a:lnTo>
                    <a:pt x="16750" y="6637"/>
                  </a:lnTo>
                  <a:lnTo>
                    <a:pt x="16750" y="6716"/>
                  </a:lnTo>
                  <a:lnTo>
                    <a:pt x="16849" y="6716"/>
                  </a:lnTo>
                  <a:lnTo>
                    <a:pt x="16908" y="6696"/>
                  </a:lnTo>
                  <a:lnTo>
                    <a:pt x="16967" y="6677"/>
                  </a:lnTo>
                  <a:lnTo>
                    <a:pt x="16987" y="6637"/>
                  </a:lnTo>
                  <a:lnTo>
                    <a:pt x="17046" y="6578"/>
                  </a:lnTo>
                  <a:lnTo>
                    <a:pt x="17105" y="6499"/>
                  </a:lnTo>
                  <a:lnTo>
                    <a:pt x="17165" y="6558"/>
                  </a:lnTo>
                  <a:lnTo>
                    <a:pt x="17224" y="6637"/>
                  </a:lnTo>
                  <a:lnTo>
                    <a:pt x="17382" y="6775"/>
                  </a:lnTo>
                  <a:lnTo>
                    <a:pt x="17441" y="6854"/>
                  </a:lnTo>
                  <a:lnTo>
                    <a:pt x="17500" y="6933"/>
                  </a:lnTo>
                  <a:lnTo>
                    <a:pt x="17500" y="6993"/>
                  </a:lnTo>
                  <a:lnTo>
                    <a:pt x="17481" y="7013"/>
                  </a:lnTo>
                  <a:lnTo>
                    <a:pt x="17461" y="7032"/>
                  </a:lnTo>
                  <a:lnTo>
                    <a:pt x="17362" y="6953"/>
                  </a:lnTo>
                  <a:lnTo>
                    <a:pt x="17244" y="6874"/>
                  </a:lnTo>
                  <a:lnTo>
                    <a:pt x="17184" y="6854"/>
                  </a:lnTo>
                  <a:lnTo>
                    <a:pt x="17125" y="6854"/>
                  </a:lnTo>
                  <a:lnTo>
                    <a:pt x="17105" y="6914"/>
                  </a:lnTo>
                  <a:lnTo>
                    <a:pt x="17184" y="6993"/>
                  </a:lnTo>
                  <a:lnTo>
                    <a:pt x="17244" y="6993"/>
                  </a:lnTo>
                  <a:lnTo>
                    <a:pt x="17303" y="6973"/>
                  </a:lnTo>
                  <a:lnTo>
                    <a:pt x="17342" y="6973"/>
                  </a:lnTo>
                  <a:lnTo>
                    <a:pt x="17402" y="7013"/>
                  </a:lnTo>
                  <a:lnTo>
                    <a:pt x="17402" y="7052"/>
                  </a:lnTo>
                  <a:lnTo>
                    <a:pt x="17421" y="7111"/>
                  </a:lnTo>
                  <a:lnTo>
                    <a:pt x="17421" y="7171"/>
                  </a:lnTo>
                  <a:lnTo>
                    <a:pt x="17421" y="7210"/>
                  </a:lnTo>
                  <a:lnTo>
                    <a:pt x="17402" y="7210"/>
                  </a:lnTo>
                  <a:lnTo>
                    <a:pt x="17619" y="7348"/>
                  </a:lnTo>
                  <a:lnTo>
                    <a:pt x="17876" y="7566"/>
                  </a:lnTo>
                  <a:lnTo>
                    <a:pt x="17816" y="7467"/>
                  </a:lnTo>
                  <a:lnTo>
                    <a:pt x="17797" y="7427"/>
                  </a:lnTo>
                  <a:lnTo>
                    <a:pt x="17895" y="7427"/>
                  </a:lnTo>
                  <a:lnTo>
                    <a:pt x="18014" y="7447"/>
                  </a:lnTo>
                  <a:lnTo>
                    <a:pt x="18034" y="7447"/>
                  </a:lnTo>
                  <a:lnTo>
                    <a:pt x="18034" y="7427"/>
                  </a:lnTo>
                  <a:lnTo>
                    <a:pt x="18014" y="7388"/>
                  </a:lnTo>
                  <a:lnTo>
                    <a:pt x="17639" y="7309"/>
                  </a:lnTo>
                  <a:lnTo>
                    <a:pt x="17560" y="7250"/>
                  </a:lnTo>
                  <a:lnTo>
                    <a:pt x="17500" y="7210"/>
                  </a:lnTo>
                  <a:lnTo>
                    <a:pt x="17500" y="7171"/>
                  </a:lnTo>
                  <a:lnTo>
                    <a:pt x="17520" y="7151"/>
                  </a:lnTo>
                  <a:lnTo>
                    <a:pt x="17560" y="7111"/>
                  </a:lnTo>
                  <a:lnTo>
                    <a:pt x="17560" y="7092"/>
                  </a:lnTo>
                  <a:lnTo>
                    <a:pt x="17560" y="7052"/>
                  </a:lnTo>
                  <a:lnTo>
                    <a:pt x="17737" y="7151"/>
                  </a:lnTo>
                  <a:lnTo>
                    <a:pt x="17895" y="7210"/>
                  </a:lnTo>
                  <a:lnTo>
                    <a:pt x="18034" y="7250"/>
                  </a:lnTo>
                  <a:lnTo>
                    <a:pt x="18152" y="7269"/>
                  </a:lnTo>
                  <a:lnTo>
                    <a:pt x="18429" y="7329"/>
                  </a:lnTo>
                  <a:lnTo>
                    <a:pt x="18606" y="7368"/>
                  </a:lnTo>
                  <a:lnTo>
                    <a:pt x="18843" y="7467"/>
                  </a:lnTo>
                  <a:lnTo>
                    <a:pt x="19081" y="7645"/>
                  </a:lnTo>
                  <a:lnTo>
                    <a:pt x="19278" y="7783"/>
                  </a:lnTo>
                  <a:lnTo>
                    <a:pt x="19179" y="7743"/>
                  </a:lnTo>
                  <a:lnTo>
                    <a:pt x="19120" y="7743"/>
                  </a:lnTo>
                  <a:lnTo>
                    <a:pt x="19081" y="7763"/>
                  </a:lnTo>
                  <a:lnTo>
                    <a:pt x="19041" y="7803"/>
                  </a:lnTo>
                  <a:lnTo>
                    <a:pt x="19041" y="7842"/>
                  </a:lnTo>
                  <a:lnTo>
                    <a:pt x="19041" y="7882"/>
                  </a:lnTo>
                  <a:lnTo>
                    <a:pt x="19081" y="7921"/>
                  </a:lnTo>
                  <a:lnTo>
                    <a:pt x="19120" y="7961"/>
                  </a:lnTo>
                  <a:lnTo>
                    <a:pt x="19298" y="8000"/>
                  </a:lnTo>
                  <a:lnTo>
                    <a:pt x="19436" y="8040"/>
                  </a:lnTo>
                  <a:lnTo>
                    <a:pt x="19594" y="8099"/>
                  </a:lnTo>
                  <a:lnTo>
                    <a:pt x="19713" y="8178"/>
                  </a:lnTo>
                  <a:lnTo>
                    <a:pt x="19950" y="8336"/>
                  </a:lnTo>
                  <a:lnTo>
                    <a:pt x="20068" y="8415"/>
                  </a:lnTo>
                  <a:lnTo>
                    <a:pt x="20206" y="8474"/>
                  </a:lnTo>
                  <a:lnTo>
                    <a:pt x="20206" y="8474"/>
                  </a:lnTo>
                  <a:lnTo>
                    <a:pt x="20108" y="8415"/>
                  </a:lnTo>
                  <a:lnTo>
                    <a:pt x="20068" y="8375"/>
                  </a:lnTo>
                  <a:lnTo>
                    <a:pt x="20048" y="8356"/>
                  </a:lnTo>
                  <a:lnTo>
                    <a:pt x="20048" y="8316"/>
                  </a:lnTo>
                  <a:lnTo>
                    <a:pt x="20088" y="8296"/>
                  </a:lnTo>
                  <a:lnTo>
                    <a:pt x="20127" y="8277"/>
                  </a:lnTo>
                  <a:lnTo>
                    <a:pt x="20226" y="8257"/>
                  </a:lnTo>
                  <a:lnTo>
                    <a:pt x="20443" y="8277"/>
                  </a:lnTo>
                  <a:lnTo>
                    <a:pt x="20562" y="8296"/>
                  </a:lnTo>
                  <a:lnTo>
                    <a:pt x="20621" y="8316"/>
                  </a:lnTo>
                  <a:lnTo>
                    <a:pt x="20641" y="8356"/>
                  </a:lnTo>
                  <a:lnTo>
                    <a:pt x="20641" y="8435"/>
                  </a:lnTo>
                  <a:lnTo>
                    <a:pt x="20680" y="8474"/>
                  </a:lnTo>
                  <a:lnTo>
                    <a:pt x="20740" y="8533"/>
                  </a:lnTo>
                  <a:lnTo>
                    <a:pt x="21115" y="8612"/>
                  </a:lnTo>
                  <a:lnTo>
                    <a:pt x="21411" y="8691"/>
                  </a:lnTo>
                  <a:lnTo>
                    <a:pt x="21984" y="8869"/>
                  </a:lnTo>
                  <a:lnTo>
                    <a:pt x="22241" y="8948"/>
                  </a:lnTo>
                  <a:lnTo>
                    <a:pt x="22498" y="9007"/>
                  </a:lnTo>
                  <a:lnTo>
                    <a:pt x="22774" y="9047"/>
                  </a:lnTo>
                  <a:lnTo>
                    <a:pt x="23051" y="9067"/>
                  </a:lnTo>
                  <a:lnTo>
                    <a:pt x="23051" y="9067"/>
                  </a:lnTo>
                  <a:lnTo>
                    <a:pt x="22735" y="8830"/>
                  </a:lnTo>
                  <a:lnTo>
                    <a:pt x="22577" y="8968"/>
                  </a:lnTo>
                  <a:lnTo>
                    <a:pt x="22517" y="8909"/>
                  </a:lnTo>
                  <a:lnTo>
                    <a:pt x="22498" y="8849"/>
                  </a:lnTo>
                  <a:lnTo>
                    <a:pt x="22517" y="8770"/>
                  </a:lnTo>
                  <a:lnTo>
                    <a:pt x="22557" y="8731"/>
                  </a:lnTo>
                  <a:lnTo>
                    <a:pt x="22636" y="8672"/>
                  </a:lnTo>
                  <a:lnTo>
                    <a:pt x="22715" y="8612"/>
                  </a:lnTo>
                  <a:lnTo>
                    <a:pt x="22873" y="8553"/>
                  </a:lnTo>
                  <a:lnTo>
                    <a:pt x="22912" y="8573"/>
                  </a:lnTo>
                  <a:lnTo>
                    <a:pt x="22972" y="8593"/>
                  </a:lnTo>
                  <a:lnTo>
                    <a:pt x="23110" y="8632"/>
                  </a:lnTo>
                  <a:lnTo>
                    <a:pt x="23209" y="8691"/>
                  </a:lnTo>
                  <a:lnTo>
                    <a:pt x="23228" y="8711"/>
                  </a:lnTo>
                  <a:lnTo>
                    <a:pt x="23169" y="8731"/>
                  </a:lnTo>
                  <a:lnTo>
                    <a:pt x="23643" y="8731"/>
                  </a:lnTo>
                  <a:lnTo>
                    <a:pt x="23604" y="8711"/>
                  </a:lnTo>
                  <a:lnTo>
                    <a:pt x="23564" y="8691"/>
                  </a:lnTo>
                  <a:lnTo>
                    <a:pt x="23465" y="8652"/>
                  </a:lnTo>
                  <a:lnTo>
                    <a:pt x="23446" y="8632"/>
                  </a:lnTo>
                  <a:lnTo>
                    <a:pt x="23426" y="8612"/>
                  </a:lnTo>
                  <a:lnTo>
                    <a:pt x="23446" y="8612"/>
                  </a:lnTo>
                  <a:lnTo>
                    <a:pt x="23505" y="8593"/>
                  </a:lnTo>
                  <a:lnTo>
                    <a:pt x="23663" y="8652"/>
                  </a:lnTo>
                  <a:lnTo>
                    <a:pt x="23821" y="8731"/>
                  </a:lnTo>
                  <a:lnTo>
                    <a:pt x="23880" y="8770"/>
                  </a:lnTo>
                  <a:lnTo>
                    <a:pt x="23900" y="8790"/>
                  </a:lnTo>
                  <a:lnTo>
                    <a:pt x="23880" y="8810"/>
                  </a:lnTo>
                  <a:lnTo>
                    <a:pt x="23801" y="8830"/>
                  </a:lnTo>
                  <a:lnTo>
                    <a:pt x="23979" y="8869"/>
                  </a:lnTo>
                  <a:lnTo>
                    <a:pt x="24236" y="8869"/>
                  </a:lnTo>
                  <a:lnTo>
                    <a:pt x="24295" y="8849"/>
                  </a:lnTo>
                  <a:lnTo>
                    <a:pt x="24315" y="8830"/>
                  </a:lnTo>
                  <a:lnTo>
                    <a:pt x="24315" y="8790"/>
                  </a:lnTo>
                  <a:lnTo>
                    <a:pt x="24433" y="8810"/>
                  </a:lnTo>
                  <a:lnTo>
                    <a:pt x="24473" y="8849"/>
                  </a:lnTo>
                  <a:lnTo>
                    <a:pt x="24453" y="8869"/>
                  </a:lnTo>
                  <a:lnTo>
                    <a:pt x="24394" y="8909"/>
                  </a:lnTo>
                  <a:lnTo>
                    <a:pt x="24236" y="8968"/>
                  </a:lnTo>
                  <a:lnTo>
                    <a:pt x="24058" y="9007"/>
                  </a:lnTo>
                  <a:lnTo>
                    <a:pt x="24157" y="9047"/>
                  </a:lnTo>
                  <a:lnTo>
                    <a:pt x="24216" y="9067"/>
                  </a:lnTo>
                  <a:lnTo>
                    <a:pt x="24256" y="9106"/>
                  </a:lnTo>
                  <a:lnTo>
                    <a:pt x="24275" y="9146"/>
                  </a:lnTo>
                  <a:lnTo>
                    <a:pt x="24275" y="9185"/>
                  </a:lnTo>
                  <a:lnTo>
                    <a:pt x="24256" y="9205"/>
                  </a:lnTo>
                  <a:lnTo>
                    <a:pt x="24196" y="9244"/>
                  </a:lnTo>
                  <a:lnTo>
                    <a:pt x="24611" y="9304"/>
                  </a:lnTo>
                  <a:lnTo>
                    <a:pt x="24552" y="9323"/>
                  </a:lnTo>
                  <a:lnTo>
                    <a:pt x="24512" y="9363"/>
                  </a:lnTo>
                  <a:lnTo>
                    <a:pt x="24453" y="9403"/>
                  </a:lnTo>
                  <a:lnTo>
                    <a:pt x="24394" y="9422"/>
                  </a:lnTo>
                  <a:lnTo>
                    <a:pt x="24493" y="9462"/>
                  </a:lnTo>
                  <a:lnTo>
                    <a:pt x="24769" y="9462"/>
                  </a:lnTo>
                  <a:lnTo>
                    <a:pt x="24848" y="9482"/>
                  </a:lnTo>
                  <a:lnTo>
                    <a:pt x="24927" y="9482"/>
                  </a:lnTo>
                  <a:lnTo>
                    <a:pt x="24986" y="9521"/>
                  </a:lnTo>
                  <a:lnTo>
                    <a:pt x="25065" y="9580"/>
                  </a:lnTo>
                  <a:lnTo>
                    <a:pt x="25184" y="9462"/>
                  </a:lnTo>
                  <a:lnTo>
                    <a:pt x="25539" y="9620"/>
                  </a:lnTo>
                  <a:lnTo>
                    <a:pt x="25757" y="9719"/>
                  </a:lnTo>
                  <a:lnTo>
                    <a:pt x="26231" y="9936"/>
                  </a:lnTo>
                  <a:lnTo>
                    <a:pt x="26191" y="9817"/>
                  </a:lnTo>
                  <a:lnTo>
                    <a:pt x="26330" y="9817"/>
                  </a:lnTo>
                  <a:lnTo>
                    <a:pt x="26409" y="9857"/>
                  </a:lnTo>
                  <a:lnTo>
                    <a:pt x="26468" y="9916"/>
                  </a:lnTo>
                  <a:lnTo>
                    <a:pt x="26507" y="9975"/>
                  </a:lnTo>
                  <a:lnTo>
                    <a:pt x="26547" y="10035"/>
                  </a:lnTo>
                  <a:lnTo>
                    <a:pt x="26586" y="10114"/>
                  </a:lnTo>
                  <a:lnTo>
                    <a:pt x="26665" y="10173"/>
                  </a:lnTo>
                  <a:lnTo>
                    <a:pt x="26784" y="10252"/>
                  </a:lnTo>
                  <a:lnTo>
                    <a:pt x="26942" y="10311"/>
                  </a:lnTo>
                  <a:lnTo>
                    <a:pt x="27060" y="10351"/>
                  </a:lnTo>
                  <a:lnTo>
                    <a:pt x="27120" y="10370"/>
                  </a:lnTo>
                  <a:lnTo>
                    <a:pt x="27159" y="10351"/>
                  </a:lnTo>
                  <a:lnTo>
                    <a:pt x="27199" y="10331"/>
                  </a:lnTo>
                  <a:lnTo>
                    <a:pt x="27238" y="10291"/>
                  </a:lnTo>
                  <a:lnTo>
                    <a:pt x="27317" y="10351"/>
                  </a:lnTo>
                  <a:lnTo>
                    <a:pt x="27337" y="10410"/>
                  </a:lnTo>
                  <a:lnTo>
                    <a:pt x="27337" y="10469"/>
                  </a:lnTo>
                  <a:lnTo>
                    <a:pt x="27317" y="10528"/>
                  </a:lnTo>
                  <a:lnTo>
                    <a:pt x="27436" y="10548"/>
                  </a:lnTo>
                  <a:lnTo>
                    <a:pt x="27554" y="10607"/>
                  </a:lnTo>
                  <a:lnTo>
                    <a:pt x="27613" y="10667"/>
                  </a:lnTo>
                  <a:lnTo>
                    <a:pt x="27633" y="10706"/>
                  </a:lnTo>
                  <a:lnTo>
                    <a:pt x="27653" y="10765"/>
                  </a:lnTo>
                  <a:lnTo>
                    <a:pt x="27653" y="10825"/>
                  </a:lnTo>
                  <a:lnTo>
                    <a:pt x="27436" y="10647"/>
                  </a:lnTo>
                  <a:lnTo>
                    <a:pt x="27416" y="10686"/>
                  </a:lnTo>
                  <a:lnTo>
                    <a:pt x="27396" y="10726"/>
                  </a:lnTo>
                  <a:lnTo>
                    <a:pt x="27436" y="10825"/>
                  </a:lnTo>
                  <a:lnTo>
                    <a:pt x="27475" y="10923"/>
                  </a:lnTo>
                  <a:lnTo>
                    <a:pt x="27475" y="10963"/>
                  </a:lnTo>
                  <a:lnTo>
                    <a:pt x="27455" y="11002"/>
                  </a:lnTo>
                  <a:lnTo>
                    <a:pt x="27495" y="11042"/>
                  </a:lnTo>
                  <a:lnTo>
                    <a:pt x="27515" y="11101"/>
                  </a:lnTo>
                  <a:lnTo>
                    <a:pt x="27574" y="11200"/>
                  </a:lnTo>
                  <a:lnTo>
                    <a:pt x="27613" y="11338"/>
                  </a:lnTo>
                  <a:lnTo>
                    <a:pt x="27673" y="11595"/>
                  </a:lnTo>
                  <a:lnTo>
                    <a:pt x="27771" y="11852"/>
                  </a:lnTo>
                  <a:lnTo>
                    <a:pt x="27870" y="12089"/>
                  </a:lnTo>
                  <a:lnTo>
                    <a:pt x="28008" y="12326"/>
                  </a:lnTo>
                  <a:lnTo>
                    <a:pt x="28166" y="12523"/>
                  </a:lnTo>
                  <a:lnTo>
                    <a:pt x="28324" y="12681"/>
                  </a:lnTo>
                  <a:lnTo>
                    <a:pt x="28305" y="12583"/>
                  </a:lnTo>
                  <a:lnTo>
                    <a:pt x="28344" y="12523"/>
                  </a:lnTo>
                  <a:lnTo>
                    <a:pt x="28384" y="12484"/>
                  </a:lnTo>
                  <a:lnTo>
                    <a:pt x="28443" y="12464"/>
                  </a:lnTo>
                  <a:lnTo>
                    <a:pt x="28542" y="12484"/>
                  </a:lnTo>
                  <a:lnTo>
                    <a:pt x="28641" y="12543"/>
                  </a:lnTo>
                  <a:lnTo>
                    <a:pt x="28917" y="12721"/>
                  </a:lnTo>
                  <a:lnTo>
                    <a:pt x="28897" y="12721"/>
                  </a:lnTo>
                  <a:lnTo>
                    <a:pt x="28897" y="12741"/>
                  </a:lnTo>
                  <a:lnTo>
                    <a:pt x="28917" y="12820"/>
                  </a:lnTo>
                  <a:lnTo>
                    <a:pt x="29055" y="13017"/>
                  </a:lnTo>
                  <a:lnTo>
                    <a:pt x="29194" y="13195"/>
                  </a:lnTo>
                  <a:lnTo>
                    <a:pt x="29253" y="13274"/>
                  </a:lnTo>
                  <a:lnTo>
                    <a:pt x="29273" y="13353"/>
                  </a:lnTo>
                  <a:lnTo>
                    <a:pt x="29233" y="13373"/>
                  </a:lnTo>
                  <a:lnTo>
                    <a:pt x="29213" y="13412"/>
                  </a:lnTo>
                  <a:lnTo>
                    <a:pt x="29194" y="13511"/>
                  </a:lnTo>
                  <a:lnTo>
                    <a:pt x="29174" y="13550"/>
                  </a:lnTo>
                  <a:lnTo>
                    <a:pt x="29154" y="13570"/>
                  </a:lnTo>
                  <a:lnTo>
                    <a:pt x="29115" y="13570"/>
                  </a:lnTo>
                  <a:lnTo>
                    <a:pt x="29055" y="13531"/>
                  </a:lnTo>
                  <a:lnTo>
                    <a:pt x="29075" y="13373"/>
                  </a:lnTo>
                  <a:lnTo>
                    <a:pt x="29055" y="13333"/>
                  </a:lnTo>
                  <a:lnTo>
                    <a:pt x="29036" y="13294"/>
                  </a:lnTo>
                  <a:lnTo>
                    <a:pt x="29016" y="13254"/>
                  </a:lnTo>
                  <a:lnTo>
                    <a:pt x="28957" y="13215"/>
                  </a:lnTo>
                  <a:lnTo>
                    <a:pt x="28976" y="13353"/>
                  </a:lnTo>
                  <a:lnTo>
                    <a:pt x="29016" y="13511"/>
                  </a:lnTo>
                  <a:lnTo>
                    <a:pt x="29016" y="13570"/>
                  </a:lnTo>
                  <a:lnTo>
                    <a:pt x="29016" y="13629"/>
                  </a:lnTo>
                  <a:lnTo>
                    <a:pt x="28996" y="13728"/>
                  </a:lnTo>
                  <a:lnTo>
                    <a:pt x="28858" y="13728"/>
                  </a:lnTo>
                  <a:lnTo>
                    <a:pt x="28838" y="13708"/>
                  </a:lnTo>
                  <a:lnTo>
                    <a:pt x="28897" y="13689"/>
                  </a:lnTo>
                  <a:lnTo>
                    <a:pt x="28937" y="13649"/>
                  </a:lnTo>
                  <a:lnTo>
                    <a:pt x="28838" y="13610"/>
                  </a:lnTo>
                  <a:lnTo>
                    <a:pt x="28779" y="13610"/>
                  </a:lnTo>
                  <a:lnTo>
                    <a:pt x="28759" y="13629"/>
                  </a:lnTo>
                  <a:lnTo>
                    <a:pt x="28759" y="13649"/>
                  </a:lnTo>
                  <a:lnTo>
                    <a:pt x="28739" y="13708"/>
                  </a:lnTo>
                  <a:lnTo>
                    <a:pt x="28739" y="13748"/>
                  </a:lnTo>
                  <a:lnTo>
                    <a:pt x="28720" y="13807"/>
                  </a:lnTo>
                  <a:lnTo>
                    <a:pt x="28660" y="13866"/>
                  </a:lnTo>
                  <a:lnTo>
                    <a:pt x="28680" y="13866"/>
                  </a:lnTo>
                  <a:lnTo>
                    <a:pt x="28700" y="13886"/>
                  </a:lnTo>
                  <a:lnTo>
                    <a:pt x="28720" y="13886"/>
                  </a:lnTo>
                  <a:lnTo>
                    <a:pt x="28759" y="13847"/>
                  </a:lnTo>
                  <a:lnTo>
                    <a:pt x="28720" y="13906"/>
                  </a:lnTo>
                  <a:lnTo>
                    <a:pt x="28720" y="13965"/>
                  </a:lnTo>
                  <a:lnTo>
                    <a:pt x="28739" y="14024"/>
                  </a:lnTo>
                  <a:lnTo>
                    <a:pt x="28799" y="14104"/>
                  </a:lnTo>
                  <a:lnTo>
                    <a:pt x="28838" y="14202"/>
                  </a:lnTo>
                  <a:lnTo>
                    <a:pt x="28878" y="14321"/>
                  </a:lnTo>
                  <a:lnTo>
                    <a:pt x="28878" y="14439"/>
                  </a:lnTo>
                  <a:lnTo>
                    <a:pt x="28858" y="14499"/>
                  </a:lnTo>
                  <a:lnTo>
                    <a:pt x="28838" y="14558"/>
                  </a:lnTo>
                  <a:lnTo>
                    <a:pt x="28858" y="14538"/>
                  </a:lnTo>
                  <a:lnTo>
                    <a:pt x="28897" y="14499"/>
                  </a:lnTo>
                  <a:lnTo>
                    <a:pt x="28957" y="14499"/>
                  </a:lnTo>
                  <a:lnTo>
                    <a:pt x="28976" y="14538"/>
                  </a:lnTo>
                  <a:lnTo>
                    <a:pt x="28996" y="14578"/>
                  </a:lnTo>
                  <a:lnTo>
                    <a:pt x="29016" y="14696"/>
                  </a:lnTo>
                  <a:lnTo>
                    <a:pt x="29016" y="14775"/>
                  </a:lnTo>
                  <a:lnTo>
                    <a:pt x="28996" y="14834"/>
                  </a:lnTo>
                  <a:lnTo>
                    <a:pt x="28976" y="14874"/>
                  </a:lnTo>
                  <a:lnTo>
                    <a:pt x="28917" y="14953"/>
                  </a:lnTo>
                  <a:lnTo>
                    <a:pt x="28878" y="15032"/>
                  </a:lnTo>
                  <a:lnTo>
                    <a:pt x="28897" y="15091"/>
                  </a:lnTo>
                  <a:lnTo>
                    <a:pt x="28937" y="15170"/>
                  </a:lnTo>
                  <a:lnTo>
                    <a:pt x="28957" y="15368"/>
                  </a:lnTo>
                  <a:lnTo>
                    <a:pt x="28976" y="15545"/>
                  </a:lnTo>
                  <a:lnTo>
                    <a:pt x="28976" y="15585"/>
                  </a:lnTo>
                  <a:lnTo>
                    <a:pt x="28996" y="15644"/>
                  </a:lnTo>
                  <a:lnTo>
                    <a:pt x="29036" y="15664"/>
                  </a:lnTo>
                  <a:lnTo>
                    <a:pt x="29075" y="15624"/>
                  </a:lnTo>
                  <a:lnTo>
                    <a:pt x="29134" y="15605"/>
                  </a:lnTo>
                  <a:lnTo>
                    <a:pt x="29174" y="15565"/>
                  </a:lnTo>
                  <a:lnTo>
                    <a:pt x="29233" y="15565"/>
                  </a:lnTo>
                  <a:lnTo>
                    <a:pt x="29273" y="15585"/>
                  </a:lnTo>
                  <a:lnTo>
                    <a:pt x="29312" y="15664"/>
                  </a:lnTo>
                  <a:lnTo>
                    <a:pt x="29371" y="15763"/>
                  </a:lnTo>
                  <a:lnTo>
                    <a:pt x="29391" y="15842"/>
                  </a:lnTo>
                  <a:lnTo>
                    <a:pt x="29391" y="15940"/>
                  </a:lnTo>
                  <a:lnTo>
                    <a:pt x="29391" y="16039"/>
                  </a:lnTo>
                  <a:lnTo>
                    <a:pt x="29371" y="16237"/>
                  </a:lnTo>
                  <a:lnTo>
                    <a:pt x="29371" y="16335"/>
                  </a:lnTo>
                  <a:lnTo>
                    <a:pt x="29371" y="16434"/>
                  </a:lnTo>
                  <a:lnTo>
                    <a:pt x="29332" y="16494"/>
                  </a:lnTo>
                  <a:lnTo>
                    <a:pt x="29312" y="16513"/>
                  </a:lnTo>
                  <a:lnTo>
                    <a:pt x="29292" y="16494"/>
                  </a:lnTo>
                  <a:lnTo>
                    <a:pt x="29292" y="16454"/>
                  </a:lnTo>
                  <a:lnTo>
                    <a:pt x="29273" y="16375"/>
                  </a:lnTo>
                  <a:lnTo>
                    <a:pt x="29273" y="16158"/>
                  </a:lnTo>
                  <a:lnTo>
                    <a:pt x="29257" y="16077"/>
                  </a:lnTo>
                  <a:lnTo>
                    <a:pt x="29257" y="16077"/>
                  </a:lnTo>
                  <a:lnTo>
                    <a:pt x="29273" y="16415"/>
                  </a:lnTo>
                  <a:lnTo>
                    <a:pt x="29273" y="16849"/>
                  </a:lnTo>
                  <a:lnTo>
                    <a:pt x="29233" y="16908"/>
                  </a:lnTo>
                  <a:lnTo>
                    <a:pt x="29213" y="16928"/>
                  </a:lnTo>
                  <a:lnTo>
                    <a:pt x="29174" y="16908"/>
                  </a:lnTo>
                  <a:lnTo>
                    <a:pt x="29154" y="16849"/>
                  </a:lnTo>
                  <a:lnTo>
                    <a:pt x="29154" y="16671"/>
                  </a:lnTo>
                  <a:lnTo>
                    <a:pt x="29154" y="16474"/>
                  </a:lnTo>
                  <a:lnTo>
                    <a:pt x="29115" y="16612"/>
                  </a:lnTo>
                  <a:lnTo>
                    <a:pt x="29095" y="16731"/>
                  </a:lnTo>
                  <a:lnTo>
                    <a:pt x="29095" y="16869"/>
                  </a:lnTo>
                  <a:lnTo>
                    <a:pt x="29095" y="16987"/>
                  </a:lnTo>
                  <a:lnTo>
                    <a:pt x="29115" y="17106"/>
                  </a:lnTo>
                  <a:lnTo>
                    <a:pt x="29134" y="17205"/>
                  </a:lnTo>
                  <a:lnTo>
                    <a:pt x="29174" y="17303"/>
                  </a:lnTo>
                  <a:lnTo>
                    <a:pt x="29213" y="17343"/>
                  </a:lnTo>
                  <a:lnTo>
                    <a:pt x="29174" y="17481"/>
                  </a:lnTo>
                  <a:lnTo>
                    <a:pt x="29154" y="17600"/>
                  </a:lnTo>
                  <a:lnTo>
                    <a:pt x="29134" y="17718"/>
                  </a:lnTo>
                  <a:lnTo>
                    <a:pt x="29075" y="17856"/>
                  </a:lnTo>
                  <a:lnTo>
                    <a:pt x="29055" y="17777"/>
                  </a:lnTo>
                  <a:lnTo>
                    <a:pt x="29016" y="17718"/>
                  </a:lnTo>
                  <a:lnTo>
                    <a:pt x="28917" y="17619"/>
                  </a:lnTo>
                  <a:lnTo>
                    <a:pt x="28878" y="17560"/>
                  </a:lnTo>
                  <a:lnTo>
                    <a:pt x="28838" y="17501"/>
                  </a:lnTo>
                  <a:lnTo>
                    <a:pt x="28799" y="17422"/>
                  </a:lnTo>
                  <a:lnTo>
                    <a:pt x="28799" y="17323"/>
                  </a:lnTo>
                  <a:lnTo>
                    <a:pt x="28818" y="17185"/>
                  </a:lnTo>
                  <a:lnTo>
                    <a:pt x="28858" y="17145"/>
                  </a:lnTo>
                  <a:lnTo>
                    <a:pt x="28878" y="17145"/>
                  </a:lnTo>
                  <a:lnTo>
                    <a:pt x="28917" y="17185"/>
                  </a:lnTo>
                  <a:lnTo>
                    <a:pt x="28937" y="17224"/>
                  </a:lnTo>
                  <a:lnTo>
                    <a:pt x="28976" y="17244"/>
                  </a:lnTo>
                  <a:lnTo>
                    <a:pt x="28996" y="17244"/>
                  </a:lnTo>
                  <a:lnTo>
                    <a:pt x="29016" y="17224"/>
                  </a:lnTo>
                  <a:lnTo>
                    <a:pt x="29036" y="17106"/>
                  </a:lnTo>
                  <a:lnTo>
                    <a:pt x="28897" y="17066"/>
                  </a:lnTo>
                  <a:lnTo>
                    <a:pt x="28937" y="16987"/>
                  </a:lnTo>
                  <a:lnTo>
                    <a:pt x="28937" y="16928"/>
                  </a:lnTo>
                  <a:lnTo>
                    <a:pt x="28937" y="16810"/>
                  </a:lnTo>
                  <a:lnTo>
                    <a:pt x="28917" y="16671"/>
                  </a:lnTo>
                  <a:lnTo>
                    <a:pt x="28917" y="16533"/>
                  </a:lnTo>
                  <a:lnTo>
                    <a:pt x="28937" y="16494"/>
                  </a:lnTo>
                  <a:lnTo>
                    <a:pt x="28957" y="16513"/>
                  </a:lnTo>
                  <a:lnTo>
                    <a:pt x="28976" y="16632"/>
                  </a:lnTo>
                  <a:lnTo>
                    <a:pt x="29016" y="16158"/>
                  </a:lnTo>
                  <a:lnTo>
                    <a:pt x="29016" y="16039"/>
                  </a:lnTo>
                  <a:lnTo>
                    <a:pt x="28996" y="15940"/>
                  </a:lnTo>
                  <a:lnTo>
                    <a:pt x="28957" y="15822"/>
                  </a:lnTo>
                  <a:lnTo>
                    <a:pt x="28917" y="15723"/>
                  </a:lnTo>
                  <a:lnTo>
                    <a:pt x="28878" y="15921"/>
                  </a:lnTo>
                  <a:lnTo>
                    <a:pt x="28858" y="16118"/>
                  </a:lnTo>
                  <a:lnTo>
                    <a:pt x="28838" y="16533"/>
                  </a:lnTo>
                  <a:lnTo>
                    <a:pt x="28838" y="16711"/>
                  </a:lnTo>
                  <a:lnTo>
                    <a:pt x="28818" y="16889"/>
                  </a:lnTo>
                  <a:lnTo>
                    <a:pt x="28779" y="17027"/>
                  </a:lnTo>
                  <a:lnTo>
                    <a:pt x="28759" y="17066"/>
                  </a:lnTo>
                  <a:lnTo>
                    <a:pt x="28720" y="17106"/>
                  </a:lnTo>
                  <a:lnTo>
                    <a:pt x="28759" y="17580"/>
                  </a:lnTo>
                  <a:lnTo>
                    <a:pt x="28779" y="18054"/>
                  </a:lnTo>
                  <a:lnTo>
                    <a:pt x="28799" y="18034"/>
                  </a:lnTo>
                  <a:lnTo>
                    <a:pt x="28838" y="18014"/>
                  </a:lnTo>
                  <a:lnTo>
                    <a:pt x="28917" y="17955"/>
                  </a:lnTo>
                  <a:lnTo>
                    <a:pt x="28957" y="17935"/>
                  </a:lnTo>
                  <a:lnTo>
                    <a:pt x="28996" y="17935"/>
                  </a:lnTo>
                  <a:lnTo>
                    <a:pt x="29036" y="17955"/>
                  </a:lnTo>
                  <a:lnTo>
                    <a:pt x="29055" y="18034"/>
                  </a:lnTo>
                  <a:lnTo>
                    <a:pt x="28976" y="18074"/>
                  </a:lnTo>
                  <a:lnTo>
                    <a:pt x="28917" y="18133"/>
                  </a:lnTo>
                  <a:lnTo>
                    <a:pt x="28818" y="18271"/>
                  </a:lnTo>
                  <a:lnTo>
                    <a:pt x="28700" y="18469"/>
                  </a:lnTo>
                  <a:lnTo>
                    <a:pt x="28621" y="18686"/>
                  </a:lnTo>
                  <a:lnTo>
                    <a:pt x="28660" y="18686"/>
                  </a:lnTo>
                  <a:lnTo>
                    <a:pt x="28680" y="18706"/>
                  </a:lnTo>
                  <a:lnTo>
                    <a:pt x="28720" y="18745"/>
                  </a:lnTo>
                  <a:lnTo>
                    <a:pt x="28720" y="18844"/>
                  </a:lnTo>
                  <a:lnTo>
                    <a:pt x="28720" y="18943"/>
                  </a:lnTo>
                  <a:lnTo>
                    <a:pt x="28720" y="19042"/>
                  </a:lnTo>
                  <a:lnTo>
                    <a:pt x="28720" y="19121"/>
                  </a:lnTo>
                  <a:lnTo>
                    <a:pt x="28759" y="19160"/>
                  </a:lnTo>
                  <a:lnTo>
                    <a:pt x="28799" y="19160"/>
                  </a:lnTo>
                  <a:lnTo>
                    <a:pt x="28799" y="19081"/>
                  </a:lnTo>
                  <a:lnTo>
                    <a:pt x="28818" y="19042"/>
                  </a:lnTo>
                  <a:lnTo>
                    <a:pt x="28838" y="19002"/>
                  </a:lnTo>
                  <a:lnTo>
                    <a:pt x="28858" y="18963"/>
                  </a:lnTo>
                  <a:lnTo>
                    <a:pt x="28917" y="18923"/>
                  </a:lnTo>
                  <a:lnTo>
                    <a:pt x="28957" y="18903"/>
                  </a:lnTo>
                  <a:lnTo>
                    <a:pt x="28937" y="19022"/>
                  </a:lnTo>
                  <a:lnTo>
                    <a:pt x="28937" y="19081"/>
                  </a:lnTo>
                  <a:lnTo>
                    <a:pt x="28957" y="19101"/>
                  </a:lnTo>
                  <a:lnTo>
                    <a:pt x="28996" y="19101"/>
                  </a:lnTo>
                  <a:lnTo>
                    <a:pt x="29055" y="19121"/>
                  </a:lnTo>
                  <a:lnTo>
                    <a:pt x="29055" y="19140"/>
                  </a:lnTo>
                  <a:lnTo>
                    <a:pt x="29055" y="19200"/>
                  </a:lnTo>
                  <a:lnTo>
                    <a:pt x="28976" y="19358"/>
                  </a:lnTo>
                  <a:lnTo>
                    <a:pt x="28937" y="19437"/>
                  </a:lnTo>
                  <a:lnTo>
                    <a:pt x="28897" y="19476"/>
                  </a:lnTo>
                  <a:lnTo>
                    <a:pt x="28878" y="19456"/>
                  </a:lnTo>
                  <a:lnTo>
                    <a:pt x="28858" y="19456"/>
                  </a:lnTo>
                  <a:lnTo>
                    <a:pt x="28818" y="19476"/>
                  </a:lnTo>
                  <a:lnTo>
                    <a:pt x="28759" y="19535"/>
                  </a:lnTo>
                  <a:lnTo>
                    <a:pt x="28680" y="19693"/>
                  </a:lnTo>
                  <a:lnTo>
                    <a:pt x="28641" y="19338"/>
                  </a:lnTo>
                  <a:lnTo>
                    <a:pt x="28621" y="19101"/>
                  </a:lnTo>
                  <a:lnTo>
                    <a:pt x="28621" y="18844"/>
                  </a:lnTo>
                  <a:lnTo>
                    <a:pt x="28581" y="18844"/>
                  </a:lnTo>
                  <a:lnTo>
                    <a:pt x="28561" y="18884"/>
                  </a:lnTo>
                  <a:lnTo>
                    <a:pt x="28522" y="19002"/>
                  </a:lnTo>
                  <a:lnTo>
                    <a:pt x="28482" y="19160"/>
                  </a:lnTo>
                  <a:lnTo>
                    <a:pt x="28443" y="19219"/>
                  </a:lnTo>
                  <a:lnTo>
                    <a:pt x="28482" y="19219"/>
                  </a:lnTo>
                  <a:lnTo>
                    <a:pt x="28502" y="19239"/>
                  </a:lnTo>
                  <a:lnTo>
                    <a:pt x="28522" y="19279"/>
                  </a:lnTo>
                  <a:lnTo>
                    <a:pt x="28561" y="19338"/>
                  </a:lnTo>
                  <a:lnTo>
                    <a:pt x="28581" y="19338"/>
                  </a:lnTo>
                  <a:lnTo>
                    <a:pt x="28601" y="19298"/>
                  </a:lnTo>
                  <a:lnTo>
                    <a:pt x="28542" y="19693"/>
                  </a:lnTo>
                  <a:lnTo>
                    <a:pt x="28463" y="20088"/>
                  </a:lnTo>
                  <a:lnTo>
                    <a:pt x="28403" y="20306"/>
                  </a:lnTo>
                  <a:lnTo>
                    <a:pt x="28344" y="20503"/>
                  </a:lnTo>
                  <a:lnTo>
                    <a:pt x="28265" y="20720"/>
                  </a:lnTo>
                  <a:lnTo>
                    <a:pt x="28166" y="20918"/>
                  </a:lnTo>
                  <a:lnTo>
                    <a:pt x="28127" y="20859"/>
                  </a:lnTo>
                  <a:lnTo>
                    <a:pt x="28127" y="20799"/>
                  </a:lnTo>
                  <a:lnTo>
                    <a:pt x="28127" y="20661"/>
                  </a:lnTo>
                  <a:lnTo>
                    <a:pt x="28206" y="20365"/>
                  </a:lnTo>
                  <a:lnTo>
                    <a:pt x="28226" y="20207"/>
                  </a:lnTo>
                  <a:lnTo>
                    <a:pt x="28245" y="20088"/>
                  </a:lnTo>
                  <a:lnTo>
                    <a:pt x="28226" y="20029"/>
                  </a:lnTo>
                  <a:lnTo>
                    <a:pt x="28186" y="19990"/>
                  </a:lnTo>
                  <a:lnTo>
                    <a:pt x="28147" y="19970"/>
                  </a:lnTo>
                  <a:lnTo>
                    <a:pt x="28087" y="19970"/>
                  </a:lnTo>
                  <a:lnTo>
                    <a:pt x="28048" y="20148"/>
                  </a:lnTo>
                  <a:lnTo>
                    <a:pt x="28048" y="20266"/>
                  </a:lnTo>
                  <a:lnTo>
                    <a:pt x="28048" y="20365"/>
                  </a:lnTo>
                  <a:lnTo>
                    <a:pt x="28028" y="20404"/>
                  </a:lnTo>
                  <a:lnTo>
                    <a:pt x="27989" y="20483"/>
                  </a:lnTo>
                  <a:lnTo>
                    <a:pt x="27910" y="20523"/>
                  </a:lnTo>
                  <a:lnTo>
                    <a:pt x="27831" y="20602"/>
                  </a:lnTo>
                  <a:lnTo>
                    <a:pt x="27771" y="20701"/>
                  </a:lnTo>
                  <a:lnTo>
                    <a:pt x="27692" y="20799"/>
                  </a:lnTo>
                  <a:lnTo>
                    <a:pt x="27554" y="21056"/>
                  </a:lnTo>
                  <a:lnTo>
                    <a:pt x="27475" y="21175"/>
                  </a:lnTo>
                  <a:lnTo>
                    <a:pt x="27396" y="21293"/>
                  </a:lnTo>
                  <a:lnTo>
                    <a:pt x="27554" y="21214"/>
                  </a:lnTo>
                  <a:lnTo>
                    <a:pt x="27534" y="21274"/>
                  </a:lnTo>
                  <a:lnTo>
                    <a:pt x="27495" y="21333"/>
                  </a:lnTo>
                  <a:lnTo>
                    <a:pt x="27396" y="21451"/>
                  </a:lnTo>
                  <a:lnTo>
                    <a:pt x="27179" y="21649"/>
                  </a:lnTo>
                  <a:lnTo>
                    <a:pt x="27179" y="21590"/>
                  </a:lnTo>
                  <a:lnTo>
                    <a:pt x="27100" y="21748"/>
                  </a:lnTo>
                  <a:lnTo>
                    <a:pt x="27060" y="21748"/>
                  </a:lnTo>
                  <a:lnTo>
                    <a:pt x="27021" y="21807"/>
                  </a:lnTo>
                  <a:lnTo>
                    <a:pt x="26962" y="21886"/>
                  </a:lnTo>
                  <a:lnTo>
                    <a:pt x="26764" y="22064"/>
                  </a:lnTo>
                  <a:lnTo>
                    <a:pt x="26547" y="22222"/>
                  </a:lnTo>
                  <a:lnTo>
                    <a:pt x="26349" y="22399"/>
                  </a:lnTo>
                  <a:lnTo>
                    <a:pt x="26369" y="22419"/>
                  </a:lnTo>
                  <a:lnTo>
                    <a:pt x="26409" y="22399"/>
                  </a:lnTo>
                  <a:lnTo>
                    <a:pt x="26527" y="22320"/>
                  </a:lnTo>
                  <a:lnTo>
                    <a:pt x="26646" y="22202"/>
                  </a:lnTo>
                  <a:lnTo>
                    <a:pt x="26764" y="22103"/>
                  </a:lnTo>
                  <a:lnTo>
                    <a:pt x="26942" y="22044"/>
                  </a:lnTo>
                  <a:lnTo>
                    <a:pt x="26981" y="22024"/>
                  </a:lnTo>
                  <a:lnTo>
                    <a:pt x="27021" y="22044"/>
                  </a:lnTo>
                  <a:lnTo>
                    <a:pt x="27041" y="22064"/>
                  </a:lnTo>
                  <a:lnTo>
                    <a:pt x="27041" y="22103"/>
                  </a:lnTo>
                  <a:lnTo>
                    <a:pt x="26804" y="22320"/>
                  </a:lnTo>
                  <a:lnTo>
                    <a:pt x="26606" y="22538"/>
                  </a:lnTo>
                  <a:lnTo>
                    <a:pt x="26389" y="22755"/>
                  </a:lnTo>
                  <a:lnTo>
                    <a:pt x="26251" y="22854"/>
                  </a:lnTo>
                  <a:lnTo>
                    <a:pt x="26092" y="22952"/>
                  </a:lnTo>
                  <a:lnTo>
                    <a:pt x="26092" y="22952"/>
                  </a:lnTo>
                  <a:lnTo>
                    <a:pt x="26251" y="22913"/>
                  </a:lnTo>
                  <a:lnTo>
                    <a:pt x="26211" y="22972"/>
                  </a:lnTo>
                  <a:lnTo>
                    <a:pt x="26152" y="23012"/>
                  </a:lnTo>
                  <a:lnTo>
                    <a:pt x="26033" y="23091"/>
                  </a:lnTo>
                  <a:lnTo>
                    <a:pt x="25717" y="23229"/>
                  </a:lnTo>
                  <a:lnTo>
                    <a:pt x="25599" y="23249"/>
                  </a:lnTo>
                  <a:lnTo>
                    <a:pt x="25579" y="23229"/>
                  </a:lnTo>
                  <a:lnTo>
                    <a:pt x="25559" y="23209"/>
                  </a:lnTo>
                  <a:lnTo>
                    <a:pt x="25579" y="23170"/>
                  </a:lnTo>
                  <a:lnTo>
                    <a:pt x="25638" y="23110"/>
                  </a:lnTo>
                  <a:lnTo>
                    <a:pt x="25717" y="23012"/>
                  </a:lnTo>
                  <a:lnTo>
                    <a:pt x="25737" y="22992"/>
                  </a:lnTo>
                  <a:lnTo>
                    <a:pt x="25717" y="22972"/>
                  </a:lnTo>
                  <a:lnTo>
                    <a:pt x="25658" y="22972"/>
                  </a:lnTo>
                  <a:lnTo>
                    <a:pt x="25717" y="22913"/>
                  </a:lnTo>
                  <a:lnTo>
                    <a:pt x="25776" y="22873"/>
                  </a:lnTo>
                  <a:lnTo>
                    <a:pt x="25895" y="22794"/>
                  </a:lnTo>
                  <a:lnTo>
                    <a:pt x="25954" y="22755"/>
                  </a:lnTo>
                  <a:lnTo>
                    <a:pt x="26013" y="22715"/>
                  </a:lnTo>
                  <a:lnTo>
                    <a:pt x="26033" y="22676"/>
                  </a:lnTo>
                  <a:lnTo>
                    <a:pt x="26033" y="22617"/>
                  </a:lnTo>
                  <a:lnTo>
                    <a:pt x="25875" y="22597"/>
                  </a:lnTo>
                  <a:lnTo>
                    <a:pt x="25717" y="22577"/>
                  </a:lnTo>
                  <a:lnTo>
                    <a:pt x="25678" y="22636"/>
                  </a:lnTo>
                  <a:lnTo>
                    <a:pt x="25599" y="22676"/>
                  </a:lnTo>
                  <a:lnTo>
                    <a:pt x="25441" y="22715"/>
                  </a:lnTo>
                  <a:lnTo>
                    <a:pt x="25302" y="22735"/>
                  </a:lnTo>
                  <a:lnTo>
                    <a:pt x="25243" y="22735"/>
                  </a:lnTo>
                  <a:lnTo>
                    <a:pt x="25184" y="22755"/>
                  </a:lnTo>
                  <a:lnTo>
                    <a:pt x="25362" y="22794"/>
                  </a:lnTo>
                  <a:lnTo>
                    <a:pt x="25362" y="22834"/>
                  </a:lnTo>
                  <a:lnTo>
                    <a:pt x="25342" y="22873"/>
                  </a:lnTo>
                  <a:lnTo>
                    <a:pt x="25322" y="22873"/>
                  </a:lnTo>
                  <a:lnTo>
                    <a:pt x="25283" y="22893"/>
                  </a:lnTo>
                  <a:lnTo>
                    <a:pt x="25144" y="22873"/>
                  </a:lnTo>
                  <a:lnTo>
                    <a:pt x="25302" y="23051"/>
                  </a:lnTo>
                  <a:lnTo>
                    <a:pt x="25381" y="23031"/>
                  </a:lnTo>
                  <a:lnTo>
                    <a:pt x="25460" y="22992"/>
                  </a:lnTo>
                  <a:lnTo>
                    <a:pt x="25579" y="22893"/>
                  </a:lnTo>
                  <a:lnTo>
                    <a:pt x="25618" y="22854"/>
                  </a:lnTo>
                  <a:lnTo>
                    <a:pt x="25678" y="22814"/>
                  </a:lnTo>
                  <a:lnTo>
                    <a:pt x="25737" y="22794"/>
                  </a:lnTo>
                  <a:lnTo>
                    <a:pt x="25816" y="22794"/>
                  </a:lnTo>
                  <a:lnTo>
                    <a:pt x="25618" y="22952"/>
                  </a:lnTo>
                  <a:lnTo>
                    <a:pt x="25520" y="23091"/>
                  </a:lnTo>
                  <a:lnTo>
                    <a:pt x="25460" y="23150"/>
                  </a:lnTo>
                  <a:lnTo>
                    <a:pt x="25381" y="23209"/>
                  </a:lnTo>
                  <a:lnTo>
                    <a:pt x="25283" y="23268"/>
                  </a:lnTo>
                  <a:lnTo>
                    <a:pt x="25105" y="23328"/>
                  </a:lnTo>
                  <a:lnTo>
                    <a:pt x="25105" y="23308"/>
                  </a:lnTo>
                  <a:lnTo>
                    <a:pt x="25105" y="23288"/>
                  </a:lnTo>
                  <a:lnTo>
                    <a:pt x="25144" y="23268"/>
                  </a:lnTo>
                  <a:lnTo>
                    <a:pt x="25204" y="23249"/>
                  </a:lnTo>
                  <a:lnTo>
                    <a:pt x="25243" y="23189"/>
                  </a:lnTo>
                  <a:lnTo>
                    <a:pt x="25243" y="23189"/>
                  </a:lnTo>
                  <a:lnTo>
                    <a:pt x="25164" y="23209"/>
                  </a:lnTo>
                  <a:lnTo>
                    <a:pt x="25105" y="23229"/>
                  </a:lnTo>
                  <a:lnTo>
                    <a:pt x="24967" y="23288"/>
                  </a:lnTo>
                  <a:lnTo>
                    <a:pt x="24888" y="23328"/>
                  </a:lnTo>
                  <a:lnTo>
                    <a:pt x="24809" y="23367"/>
                  </a:lnTo>
                  <a:lnTo>
                    <a:pt x="24730" y="23387"/>
                  </a:lnTo>
                  <a:lnTo>
                    <a:pt x="24611" y="23387"/>
                  </a:lnTo>
                  <a:lnTo>
                    <a:pt x="24749" y="23328"/>
                  </a:lnTo>
                  <a:lnTo>
                    <a:pt x="24848" y="23249"/>
                  </a:lnTo>
                  <a:lnTo>
                    <a:pt x="24868" y="23209"/>
                  </a:lnTo>
                  <a:lnTo>
                    <a:pt x="24868" y="23170"/>
                  </a:lnTo>
                  <a:lnTo>
                    <a:pt x="24848" y="23130"/>
                  </a:lnTo>
                  <a:lnTo>
                    <a:pt x="24789" y="23110"/>
                  </a:lnTo>
                  <a:lnTo>
                    <a:pt x="24670" y="23288"/>
                  </a:lnTo>
                  <a:lnTo>
                    <a:pt x="24591" y="23288"/>
                  </a:lnTo>
                  <a:lnTo>
                    <a:pt x="24572" y="23249"/>
                  </a:lnTo>
                  <a:lnTo>
                    <a:pt x="24552" y="23229"/>
                  </a:lnTo>
                  <a:lnTo>
                    <a:pt x="24473" y="23229"/>
                  </a:lnTo>
                  <a:lnTo>
                    <a:pt x="24453" y="23249"/>
                  </a:lnTo>
                  <a:lnTo>
                    <a:pt x="24453" y="23308"/>
                  </a:lnTo>
                  <a:lnTo>
                    <a:pt x="24453" y="23328"/>
                  </a:lnTo>
                  <a:lnTo>
                    <a:pt x="24433" y="23347"/>
                  </a:lnTo>
                  <a:lnTo>
                    <a:pt x="24394" y="23367"/>
                  </a:lnTo>
                  <a:lnTo>
                    <a:pt x="24295" y="23367"/>
                  </a:lnTo>
                  <a:lnTo>
                    <a:pt x="24216" y="23328"/>
                  </a:lnTo>
                  <a:lnTo>
                    <a:pt x="24196" y="23308"/>
                  </a:lnTo>
                  <a:lnTo>
                    <a:pt x="24196" y="23288"/>
                  </a:lnTo>
                  <a:lnTo>
                    <a:pt x="24038" y="23288"/>
                  </a:lnTo>
                  <a:lnTo>
                    <a:pt x="23979" y="23308"/>
                  </a:lnTo>
                  <a:lnTo>
                    <a:pt x="23900" y="23347"/>
                  </a:lnTo>
                  <a:lnTo>
                    <a:pt x="23841" y="23387"/>
                  </a:lnTo>
                  <a:lnTo>
                    <a:pt x="23742" y="23407"/>
                  </a:lnTo>
                  <a:lnTo>
                    <a:pt x="23841" y="23407"/>
                  </a:lnTo>
                  <a:lnTo>
                    <a:pt x="23900" y="23446"/>
                  </a:lnTo>
                  <a:lnTo>
                    <a:pt x="23940" y="23486"/>
                  </a:lnTo>
                  <a:lnTo>
                    <a:pt x="23959" y="23525"/>
                  </a:lnTo>
                  <a:lnTo>
                    <a:pt x="23940" y="23585"/>
                  </a:lnTo>
                  <a:lnTo>
                    <a:pt x="23900" y="23624"/>
                  </a:lnTo>
                  <a:lnTo>
                    <a:pt x="23821" y="23644"/>
                  </a:lnTo>
                  <a:lnTo>
                    <a:pt x="23722" y="23664"/>
                  </a:lnTo>
                  <a:lnTo>
                    <a:pt x="23169" y="23604"/>
                  </a:lnTo>
                  <a:lnTo>
                    <a:pt x="23051" y="23565"/>
                  </a:lnTo>
                  <a:lnTo>
                    <a:pt x="22952" y="23525"/>
                  </a:lnTo>
                  <a:lnTo>
                    <a:pt x="22853" y="23466"/>
                  </a:lnTo>
                  <a:lnTo>
                    <a:pt x="22754" y="23367"/>
                  </a:lnTo>
                  <a:lnTo>
                    <a:pt x="22537" y="23387"/>
                  </a:lnTo>
                  <a:lnTo>
                    <a:pt x="22577" y="23367"/>
                  </a:lnTo>
                  <a:lnTo>
                    <a:pt x="22577" y="23328"/>
                  </a:lnTo>
                  <a:lnTo>
                    <a:pt x="22478" y="23268"/>
                  </a:lnTo>
                  <a:lnTo>
                    <a:pt x="22320" y="23209"/>
                  </a:lnTo>
                  <a:lnTo>
                    <a:pt x="22201" y="23150"/>
                  </a:lnTo>
                  <a:lnTo>
                    <a:pt x="22221" y="23130"/>
                  </a:lnTo>
                  <a:lnTo>
                    <a:pt x="22300" y="23130"/>
                  </a:lnTo>
                  <a:lnTo>
                    <a:pt x="22517" y="23209"/>
                  </a:lnTo>
                  <a:lnTo>
                    <a:pt x="22636" y="23229"/>
                  </a:lnTo>
                  <a:lnTo>
                    <a:pt x="22735" y="23249"/>
                  </a:lnTo>
                  <a:lnTo>
                    <a:pt x="22833" y="23229"/>
                  </a:lnTo>
                  <a:lnTo>
                    <a:pt x="22853" y="23189"/>
                  </a:lnTo>
                  <a:lnTo>
                    <a:pt x="22873" y="23150"/>
                  </a:lnTo>
                  <a:lnTo>
                    <a:pt x="22754" y="23091"/>
                  </a:lnTo>
                  <a:lnTo>
                    <a:pt x="22754" y="23051"/>
                  </a:lnTo>
                  <a:lnTo>
                    <a:pt x="22754" y="23031"/>
                  </a:lnTo>
                  <a:lnTo>
                    <a:pt x="22794" y="22992"/>
                  </a:lnTo>
                  <a:lnTo>
                    <a:pt x="22873" y="22972"/>
                  </a:lnTo>
                  <a:lnTo>
                    <a:pt x="22794" y="22952"/>
                  </a:lnTo>
                  <a:lnTo>
                    <a:pt x="22735" y="22952"/>
                  </a:lnTo>
                  <a:lnTo>
                    <a:pt x="22695" y="22992"/>
                  </a:lnTo>
                  <a:lnTo>
                    <a:pt x="22675" y="23012"/>
                  </a:lnTo>
                  <a:lnTo>
                    <a:pt x="22636" y="23110"/>
                  </a:lnTo>
                  <a:lnTo>
                    <a:pt x="22596" y="23130"/>
                  </a:lnTo>
                  <a:lnTo>
                    <a:pt x="22557" y="23170"/>
                  </a:lnTo>
                  <a:lnTo>
                    <a:pt x="22537" y="23130"/>
                  </a:lnTo>
                  <a:lnTo>
                    <a:pt x="22498" y="23091"/>
                  </a:lnTo>
                  <a:lnTo>
                    <a:pt x="22379" y="23012"/>
                  </a:lnTo>
                  <a:lnTo>
                    <a:pt x="22320" y="22972"/>
                  </a:lnTo>
                  <a:lnTo>
                    <a:pt x="22280" y="22933"/>
                  </a:lnTo>
                  <a:lnTo>
                    <a:pt x="22280" y="22893"/>
                  </a:lnTo>
                  <a:lnTo>
                    <a:pt x="22340" y="22873"/>
                  </a:lnTo>
                  <a:lnTo>
                    <a:pt x="22261" y="22834"/>
                  </a:lnTo>
                  <a:lnTo>
                    <a:pt x="22201" y="22814"/>
                  </a:lnTo>
                  <a:lnTo>
                    <a:pt x="21964" y="22814"/>
                  </a:lnTo>
                  <a:lnTo>
                    <a:pt x="21925" y="22794"/>
                  </a:lnTo>
                  <a:lnTo>
                    <a:pt x="21866" y="22755"/>
                  </a:lnTo>
                  <a:lnTo>
                    <a:pt x="21964" y="22676"/>
                  </a:lnTo>
                  <a:lnTo>
                    <a:pt x="22004" y="22636"/>
                  </a:lnTo>
                  <a:lnTo>
                    <a:pt x="22043" y="22577"/>
                  </a:lnTo>
                  <a:lnTo>
                    <a:pt x="21984" y="22577"/>
                  </a:lnTo>
                  <a:lnTo>
                    <a:pt x="21925" y="22518"/>
                  </a:lnTo>
                  <a:lnTo>
                    <a:pt x="21826" y="22399"/>
                  </a:lnTo>
                  <a:lnTo>
                    <a:pt x="21826" y="22419"/>
                  </a:lnTo>
                  <a:lnTo>
                    <a:pt x="21806" y="22439"/>
                  </a:lnTo>
                  <a:lnTo>
                    <a:pt x="21767" y="22459"/>
                  </a:lnTo>
                  <a:lnTo>
                    <a:pt x="21767" y="22478"/>
                  </a:lnTo>
                  <a:lnTo>
                    <a:pt x="21767" y="22498"/>
                  </a:lnTo>
                  <a:lnTo>
                    <a:pt x="21866" y="22538"/>
                  </a:lnTo>
                  <a:lnTo>
                    <a:pt x="21806" y="22557"/>
                  </a:lnTo>
                  <a:lnTo>
                    <a:pt x="21747" y="22538"/>
                  </a:lnTo>
                  <a:lnTo>
                    <a:pt x="21609" y="22439"/>
                  </a:lnTo>
                  <a:lnTo>
                    <a:pt x="21510" y="22340"/>
                  </a:lnTo>
                  <a:lnTo>
                    <a:pt x="21451" y="22320"/>
                  </a:lnTo>
                  <a:lnTo>
                    <a:pt x="21431" y="22320"/>
                  </a:lnTo>
                  <a:lnTo>
                    <a:pt x="21431" y="22281"/>
                  </a:lnTo>
                  <a:lnTo>
                    <a:pt x="21411" y="22222"/>
                  </a:lnTo>
                  <a:lnTo>
                    <a:pt x="21372" y="22162"/>
                  </a:lnTo>
                  <a:lnTo>
                    <a:pt x="21313" y="22083"/>
                  </a:lnTo>
                  <a:lnTo>
                    <a:pt x="21174" y="21945"/>
                  </a:lnTo>
                  <a:lnTo>
                    <a:pt x="21115" y="21866"/>
                  </a:lnTo>
                  <a:lnTo>
                    <a:pt x="21095" y="21787"/>
                  </a:lnTo>
                  <a:lnTo>
                    <a:pt x="21016" y="21846"/>
                  </a:lnTo>
                  <a:lnTo>
                    <a:pt x="21016" y="21886"/>
                  </a:lnTo>
                  <a:lnTo>
                    <a:pt x="21016" y="21906"/>
                  </a:lnTo>
                  <a:lnTo>
                    <a:pt x="21056" y="21965"/>
                  </a:lnTo>
                  <a:lnTo>
                    <a:pt x="21135" y="22004"/>
                  </a:lnTo>
                  <a:lnTo>
                    <a:pt x="21194" y="22044"/>
                  </a:lnTo>
                  <a:lnTo>
                    <a:pt x="21253" y="22103"/>
                  </a:lnTo>
                  <a:lnTo>
                    <a:pt x="21273" y="22123"/>
                  </a:lnTo>
                  <a:lnTo>
                    <a:pt x="21273" y="22162"/>
                  </a:lnTo>
                  <a:lnTo>
                    <a:pt x="21273" y="22202"/>
                  </a:lnTo>
                  <a:lnTo>
                    <a:pt x="21253" y="22241"/>
                  </a:lnTo>
                  <a:lnTo>
                    <a:pt x="21135" y="22162"/>
                  </a:lnTo>
                  <a:lnTo>
                    <a:pt x="21036" y="22064"/>
                  </a:lnTo>
                  <a:lnTo>
                    <a:pt x="20917" y="21925"/>
                  </a:lnTo>
                  <a:lnTo>
                    <a:pt x="20858" y="21846"/>
                  </a:lnTo>
                  <a:lnTo>
                    <a:pt x="20819" y="21767"/>
                  </a:lnTo>
                  <a:lnTo>
                    <a:pt x="20700" y="21590"/>
                  </a:lnTo>
                  <a:lnTo>
                    <a:pt x="20700" y="21570"/>
                  </a:lnTo>
                  <a:lnTo>
                    <a:pt x="20680" y="21530"/>
                  </a:lnTo>
                  <a:lnTo>
                    <a:pt x="20641" y="21432"/>
                  </a:lnTo>
                  <a:lnTo>
                    <a:pt x="20582" y="21254"/>
                  </a:lnTo>
                  <a:lnTo>
                    <a:pt x="20522" y="21096"/>
                  </a:lnTo>
                  <a:lnTo>
                    <a:pt x="20463" y="20918"/>
                  </a:lnTo>
                  <a:lnTo>
                    <a:pt x="20404" y="20740"/>
                  </a:lnTo>
                  <a:lnTo>
                    <a:pt x="20345" y="20562"/>
                  </a:lnTo>
                  <a:lnTo>
                    <a:pt x="20325" y="20306"/>
                  </a:lnTo>
                  <a:lnTo>
                    <a:pt x="20345" y="20167"/>
                  </a:lnTo>
                  <a:lnTo>
                    <a:pt x="20364" y="20128"/>
                  </a:lnTo>
                  <a:lnTo>
                    <a:pt x="20384" y="20148"/>
                  </a:lnTo>
                  <a:lnTo>
                    <a:pt x="20463" y="20227"/>
                  </a:lnTo>
                  <a:lnTo>
                    <a:pt x="20503" y="20227"/>
                  </a:lnTo>
                  <a:lnTo>
                    <a:pt x="20522" y="20207"/>
                  </a:lnTo>
                  <a:lnTo>
                    <a:pt x="20542" y="20167"/>
                  </a:lnTo>
                  <a:lnTo>
                    <a:pt x="20661" y="20681"/>
                  </a:lnTo>
                  <a:lnTo>
                    <a:pt x="20700" y="20898"/>
                  </a:lnTo>
                  <a:lnTo>
                    <a:pt x="20740" y="21056"/>
                  </a:lnTo>
                  <a:lnTo>
                    <a:pt x="20819" y="21392"/>
                  </a:lnTo>
                  <a:lnTo>
                    <a:pt x="20858" y="21530"/>
                  </a:lnTo>
                  <a:lnTo>
                    <a:pt x="20898" y="21570"/>
                  </a:lnTo>
                  <a:lnTo>
                    <a:pt x="20937" y="21609"/>
                  </a:lnTo>
                  <a:lnTo>
                    <a:pt x="20898" y="21511"/>
                  </a:lnTo>
                  <a:lnTo>
                    <a:pt x="20878" y="21471"/>
                  </a:lnTo>
                  <a:lnTo>
                    <a:pt x="20858" y="21432"/>
                  </a:lnTo>
                  <a:lnTo>
                    <a:pt x="20838" y="21293"/>
                  </a:lnTo>
                  <a:lnTo>
                    <a:pt x="20759" y="21036"/>
                  </a:lnTo>
                  <a:lnTo>
                    <a:pt x="20720" y="20918"/>
                  </a:lnTo>
                  <a:lnTo>
                    <a:pt x="20700" y="20760"/>
                  </a:lnTo>
                  <a:lnTo>
                    <a:pt x="20562" y="20167"/>
                  </a:lnTo>
                  <a:lnTo>
                    <a:pt x="20463" y="19674"/>
                  </a:lnTo>
                  <a:lnTo>
                    <a:pt x="20364" y="19674"/>
                  </a:lnTo>
                  <a:lnTo>
                    <a:pt x="20246" y="19693"/>
                  </a:lnTo>
                  <a:lnTo>
                    <a:pt x="20068" y="19753"/>
                  </a:lnTo>
                  <a:lnTo>
                    <a:pt x="19792" y="19772"/>
                  </a:lnTo>
                  <a:lnTo>
                    <a:pt x="19594" y="19753"/>
                  </a:lnTo>
                  <a:lnTo>
                    <a:pt x="19416" y="19713"/>
                  </a:lnTo>
                  <a:lnTo>
                    <a:pt x="19239" y="19674"/>
                  </a:lnTo>
                  <a:lnTo>
                    <a:pt x="19041" y="19634"/>
                  </a:lnTo>
                  <a:lnTo>
                    <a:pt x="18824" y="19595"/>
                  </a:lnTo>
                  <a:lnTo>
                    <a:pt x="18527" y="19575"/>
                  </a:lnTo>
                  <a:lnTo>
                    <a:pt x="18448" y="19595"/>
                  </a:lnTo>
                  <a:lnTo>
                    <a:pt x="18409" y="19575"/>
                  </a:lnTo>
                  <a:lnTo>
                    <a:pt x="18310" y="19595"/>
                  </a:lnTo>
                  <a:lnTo>
                    <a:pt x="18350" y="19654"/>
                  </a:lnTo>
                  <a:lnTo>
                    <a:pt x="18369" y="19713"/>
                  </a:lnTo>
                  <a:lnTo>
                    <a:pt x="18429" y="19753"/>
                  </a:lnTo>
                  <a:lnTo>
                    <a:pt x="18606" y="19772"/>
                  </a:lnTo>
                  <a:lnTo>
                    <a:pt x="18508" y="19792"/>
                  </a:lnTo>
                  <a:lnTo>
                    <a:pt x="18409" y="19792"/>
                  </a:lnTo>
                  <a:lnTo>
                    <a:pt x="18290" y="19772"/>
                  </a:lnTo>
                  <a:lnTo>
                    <a:pt x="18053" y="19753"/>
                  </a:lnTo>
                  <a:lnTo>
                    <a:pt x="18034" y="19772"/>
                  </a:lnTo>
                  <a:lnTo>
                    <a:pt x="18034" y="19792"/>
                  </a:lnTo>
                  <a:lnTo>
                    <a:pt x="18093" y="19832"/>
                  </a:lnTo>
                  <a:lnTo>
                    <a:pt x="18132" y="19851"/>
                  </a:lnTo>
                  <a:lnTo>
                    <a:pt x="18132" y="19871"/>
                  </a:lnTo>
                  <a:lnTo>
                    <a:pt x="18113" y="19891"/>
                  </a:lnTo>
                  <a:lnTo>
                    <a:pt x="18053" y="19891"/>
                  </a:lnTo>
                  <a:lnTo>
                    <a:pt x="17915" y="19851"/>
                  </a:lnTo>
                  <a:lnTo>
                    <a:pt x="17856" y="19812"/>
                  </a:lnTo>
                  <a:lnTo>
                    <a:pt x="17856" y="19792"/>
                  </a:lnTo>
                  <a:lnTo>
                    <a:pt x="17856" y="19753"/>
                  </a:lnTo>
                  <a:lnTo>
                    <a:pt x="17737" y="19753"/>
                  </a:lnTo>
                  <a:lnTo>
                    <a:pt x="17619" y="19713"/>
                  </a:lnTo>
                  <a:lnTo>
                    <a:pt x="17540" y="19674"/>
                  </a:lnTo>
                  <a:lnTo>
                    <a:pt x="17500" y="19614"/>
                  </a:lnTo>
                  <a:lnTo>
                    <a:pt x="17441" y="19575"/>
                  </a:lnTo>
                  <a:lnTo>
                    <a:pt x="17382" y="19535"/>
                  </a:lnTo>
                  <a:lnTo>
                    <a:pt x="17283" y="19535"/>
                  </a:lnTo>
                  <a:lnTo>
                    <a:pt x="17125" y="19555"/>
                  </a:lnTo>
                  <a:lnTo>
                    <a:pt x="17165" y="19575"/>
                  </a:lnTo>
                  <a:lnTo>
                    <a:pt x="17224" y="19595"/>
                  </a:lnTo>
                  <a:lnTo>
                    <a:pt x="17283" y="19595"/>
                  </a:lnTo>
                  <a:lnTo>
                    <a:pt x="17362" y="19634"/>
                  </a:lnTo>
                  <a:lnTo>
                    <a:pt x="17362" y="19654"/>
                  </a:lnTo>
                  <a:lnTo>
                    <a:pt x="17342" y="19693"/>
                  </a:lnTo>
                  <a:lnTo>
                    <a:pt x="17303" y="19713"/>
                  </a:lnTo>
                  <a:lnTo>
                    <a:pt x="17244" y="19753"/>
                  </a:lnTo>
                  <a:lnTo>
                    <a:pt x="17086" y="19772"/>
                  </a:lnTo>
                  <a:lnTo>
                    <a:pt x="16908" y="19772"/>
                  </a:lnTo>
                  <a:lnTo>
                    <a:pt x="16928" y="19753"/>
                  </a:lnTo>
                  <a:lnTo>
                    <a:pt x="16908" y="19733"/>
                  </a:lnTo>
                  <a:lnTo>
                    <a:pt x="16849" y="19693"/>
                  </a:lnTo>
                  <a:lnTo>
                    <a:pt x="16730" y="19674"/>
                  </a:lnTo>
                  <a:lnTo>
                    <a:pt x="16631" y="19634"/>
                  </a:lnTo>
                  <a:lnTo>
                    <a:pt x="16631" y="19595"/>
                  </a:lnTo>
                  <a:lnTo>
                    <a:pt x="16651" y="19575"/>
                  </a:lnTo>
                  <a:lnTo>
                    <a:pt x="16789" y="19614"/>
                  </a:lnTo>
                  <a:lnTo>
                    <a:pt x="16947" y="19654"/>
                  </a:lnTo>
                  <a:lnTo>
                    <a:pt x="17007" y="19654"/>
                  </a:lnTo>
                  <a:lnTo>
                    <a:pt x="17066" y="19634"/>
                  </a:lnTo>
                  <a:lnTo>
                    <a:pt x="16710" y="19516"/>
                  </a:lnTo>
                  <a:lnTo>
                    <a:pt x="16770" y="19555"/>
                  </a:lnTo>
                  <a:lnTo>
                    <a:pt x="16335" y="19535"/>
                  </a:lnTo>
                  <a:lnTo>
                    <a:pt x="16335" y="19535"/>
                  </a:lnTo>
                  <a:lnTo>
                    <a:pt x="16414" y="19555"/>
                  </a:lnTo>
                  <a:lnTo>
                    <a:pt x="16473" y="19595"/>
                  </a:lnTo>
                  <a:lnTo>
                    <a:pt x="16473" y="19614"/>
                  </a:lnTo>
                  <a:lnTo>
                    <a:pt x="16473" y="19654"/>
                  </a:lnTo>
                  <a:lnTo>
                    <a:pt x="16434" y="19674"/>
                  </a:lnTo>
                  <a:lnTo>
                    <a:pt x="16394" y="19693"/>
                  </a:lnTo>
                  <a:lnTo>
                    <a:pt x="16276" y="19693"/>
                  </a:lnTo>
                  <a:lnTo>
                    <a:pt x="16078" y="19595"/>
                  </a:lnTo>
                  <a:lnTo>
                    <a:pt x="15920" y="19476"/>
                  </a:lnTo>
                  <a:lnTo>
                    <a:pt x="15861" y="19437"/>
                  </a:lnTo>
                  <a:lnTo>
                    <a:pt x="15841" y="19377"/>
                  </a:lnTo>
                  <a:lnTo>
                    <a:pt x="15821" y="19338"/>
                  </a:lnTo>
                  <a:lnTo>
                    <a:pt x="15841" y="19279"/>
                  </a:lnTo>
                  <a:lnTo>
                    <a:pt x="15841" y="19279"/>
                  </a:lnTo>
                  <a:lnTo>
                    <a:pt x="15802" y="19318"/>
                  </a:lnTo>
                  <a:lnTo>
                    <a:pt x="15663" y="19318"/>
                  </a:lnTo>
                  <a:lnTo>
                    <a:pt x="15565" y="19279"/>
                  </a:lnTo>
                  <a:lnTo>
                    <a:pt x="15367" y="19200"/>
                  </a:lnTo>
                  <a:lnTo>
                    <a:pt x="15170" y="19101"/>
                  </a:lnTo>
                  <a:lnTo>
                    <a:pt x="15170" y="19101"/>
                  </a:lnTo>
                  <a:lnTo>
                    <a:pt x="15249" y="19160"/>
                  </a:lnTo>
                  <a:lnTo>
                    <a:pt x="15268" y="19219"/>
                  </a:lnTo>
                  <a:lnTo>
                    <a:pt x="15268" y="19239"/>
                  </a:lnTo>
                  <a:lnTo>
                    <a:pt x="15150" y="19239"/>
                  </a:lnTo>
                  <a:lnTo>
                    <a:pt x="15051" y="19219"/>
                  </a:lnTo>
                  <a:lnTo>
                    <a:pt x="14913" y="19042"/>
                  </a:lnTo>
                  <a:lnTo>
                    <a:pt x="14775" y="18864"/>
                  </a:lnTo>
                  <a:lnTo>
                    <a:pt x="14873" y="18923"/>
                  </a:lnTo>
                  <a:lnTo>
                    <a:pt x="14952" y="18923"/>
                  </a:lnTo>
                  <a:lnTo>
                    <a:pt x="14952" y="18903"/>
                  </a:lnTo>
                  <a:lnTo>
                    <a:pt x="14933" y="18864"/>
                  </a:lnTo>
                  <a:lnTo>
                    <a:pt x="14873" y="18745"/>
                  </a:lnTo>
                  <a:lnTo>
                    <a:pt x="14873" y="18706"/>
                  </a:lnTo>
                  <a:lnTo>
                    <a:pt x="14893" y="18686"/>
                  </a:lnTo>
                  <a:lnTo>
                    <a:pt x="15051" y="18686"/>
                  </a:lnTo>
                  <a:lnTo>
                    <a:pt x="15110" y="18725"/>
                  </a:lnTo>
                  <a:lnTo>
                    <a:pt x="15189" y="18765"/>
                  </a:lnTo>
                  <a:lnTo>
                    <a:pt x="15466" y="18982"/>
                  </a:lnTo>
                  <a:lnTo>
                    <a:pt x="15367" y="18844"/>
                  </a:lnTo>
                  <a:lnTo>
                    <a:pt x="15249" y="18765"/>
                  </a:lnTo>
                  <a:lnTo>
                    <a:pt x="15150" y="18706"/>
                  </a:lnTo>
                  <a:lnTo>
                    <a:pt x="15031" y="18666"/>
                  </a:lnTo>
                  <a:lnTo>
                    <a:pt x="14913" y="18627"/>
                  </a:lnTo>
                  <a:lnTo>
                    <a:pt x="14814" y="18587"/>
                  </a:lnTo>
                  <a:lnTo>
                    <a:pt x="14696" y="18508"/>
                  </a:lnTo>
                  <a:lnTo>
                    <a:pt x="14656" y="18469"/>
                  </a:lnTo>
                  <a:lnTo>
                    <a:pt x="14617" y="18409"/>
                  </a:lnTo>
                  <a:lnTo>
                    <a:pt x="14656" y="18370"/>
                  </a:lnTo>
                  <a:lnTo>
                    <a:pt x="14696" y="18350"/>
                  </a:lnTo>
                  <a:lnTo>
                    <a:pt x="14775" y="18370"/>
                  </a:lnTo>
                  <a:lnTo>
                    <a:pt x="14854" y="18429"/>
                  </a:lnTo>
                  <a:lnTo>
                    <a:pt x="14834" y="18409"/>
                  </a:lnTo>
                  <a:lnTo>
                    <a:pt x="14794" y="18370"/>
                  </a:lnTo>
                  <a:lnTo>
                    <a:pt x="14656" y="18311"/>
                  </a:lnTo>
                  <a:lnTo>
                    <a:pt x="14498" y="18212"/>
                  </a:lnTo>
                  <a:lnTo>
                    <a:pt x="14419" y="18153"/>
                  </a:lnTo>
                  <a:lnTo>
                    <a:pt x="14360" y="18054"/>
                  </a:lnTo>
                  <a:lnTo>
                    <a:pt x="14360" y="18133"/>
                  </a:lnTo>
                  <a:lnTo>
                    <a:pt x="14360" y="18212"/>
                  </a:lnTo>
                  <a:lnTo>
                    <a:pt x="14340" y="18251"/>
                  </a:lnTo>
                  <a:lnTo>
                    <a:pt x="14301" y="18251"/>
                  </a:lnTo>
                  <a:lnTo>
                    <a:pt x="14241" y="18232"/>
                  </a:lnTo>
                  <a:lnTo>
                    <a:pt x="14162" y="18192"/>
                  </a:lnTo>
                  <a:lnTo>
                    <a:pt x="14064" y="17975"/>
                  </a:lnTo>
                  <a:lnTo>
                    <a:pt x="13925" y="17758"/>
                  </a:lnTo>
                  <a:lnTo>
                    <a:pt x="13787" y="17639"/>
                  </a:lnTo>
                  <a:lnTo>
                    <a:pt x="13668" y="17560"/>
                  </a:lnTo>
                  <a:lnTo>
                    <a:pt x="13550" y="17560"/>
                  </a:lnTo>
                  <a:lnTo>
                    <a:pt x="13491" y="17580"/>
                  </a:lnTo>
                  <a:lnTo>
                    <a:pt x="13313" y="17580"/>
                  </a:lnTo>
                  <a:lnTo>
                    <a:pt x="13155" y="17521"/>
                  </a:lnTo>
                  <a:lnTo>
                    <a:pt x="13293" y="17659"/>
                  </a:lnTo>
                  <a:lnTo>
                    <a:pt x="13412" y="17797"/>
                  </a:lnTo>
                  <a:lnTo>
                    <a:pt x="13372" y="17817"/>
                  </a:lnTo>
                  <a:lnTo>
                    <a:pt x="13333" y="17817"/>
                  </a:lnTo>
                  <a:lnTo>
                    <a:pt x="13254" y="17777"/>
                  </a:lnTo>
                  <a:lnTo>
                    <a:pt x="13056" y="17679"/>
                  </a:lnTo>
                  <a:lnTo>
                    <a:pt x="12938" y="17639"/>
                  </a:lnTo>
                  <a:lnTo>
                    <a:pt x="12859" y="17600"/>
                  </a:lnTo>
                  <a:lnTo>
                    <a:pt x="12760" y="17600"/>
                  </a:lnTo>
                  <a:lnTo>
                    <a:pt x="12740" y="17639"/>
                  </a:lnTo>
                  <a:lnTo>
                    <a:pt x="12918" y="17698"/>
                  </a:lnTo>
                  <a:lnTo>
                    <a:pt x="13096" y="17738"/>
                  </a:lnTo>
                  <a:lnTo>
                    <a:pt x="13273" y="17817"/>
                  </a:lnTo>
                  <a:lnTo>
                    <a:pt x="13372" y="17856"/>
                  </a:lnTo>
                  <a:lnTo>
                    <a:pt x="13451" y="17935"/>
                  </a:lnTo>
                  <a:lnTo>
                    <a:pt x="13431" y="17995"/>
                  </a:lnTo>
                  <a:lnTo>
                    <a:pt x="13392" y="17995"/>
                  </a:lnTo>
                  <a:lnTo>
                    <a:pt x="13333" y="17975"/>
                  </a:lnTo>
                  <a:lnTo>
                    <a:pt x="13234" y="17916"/>
                  </a:lnTo>
                  <a:lnTo>
                    <a:pt x="13036" y="17837"/>
                  </a:lnTo>
                  <a:lnTo>
                    <a:pt x="12957" y="17797"/>
                  </a:lnTo>
                  <a:lnTo>
                    <a:pt x="12878" y="17797"/>
                  </a:lnTo>
                  <a:lnTo>
                    <a:pt x="12582" y="17619"/>
                  </a:lnTo>
                  <a:lnTo>
                    <a:pt x="12424" y="17540"/>
                  </a:lnTo>
                  <a:lnTo>
                    <a:pt x="12108" y="17323"/>
                  </a:lnTo>
                  <a:lnTo>
                    <a:pt x="12128" y="17284"/>
                  </a:lnTo>
                  <a:lnTo>
                    <a:pt x="12167" y="17244"/>
                  </a:lnTo>
                  <a:lnTo>
                    <a:pt x="12246" y="17205"/>
                  </a:lnTo>
                  <a:lnTo>
                    <a:pt x="12365" y="17165"/>
                  </a:lnTo>
                  <a:lnTo>
                    <a:pt x="12503" y="17145"/>
                  </a:lnTo>
                  <a:lnTo>
                    <a:pt x="12641" y="17126"/>
                  </a:lnTo>
                  <a:lnTo>
                    <a:pt x="12760" y="17086"/>
                  </a:lnTo>
                  <a:lnTo>
                    <a:pt x="12799" y="17066"/>
                  </a:lnTo>
                  <a:lnTo>
                    <a:pt x="12859" y="17027"/>
                  </a:lnTo>
                  <a:lnTo>
                    <a:pt x="12878" y="16987"/>
                  </a:lnTo>
                  <a:lnTo>
                    <a:pt x="12878" y="16928"/>
                  </a:lnTo>
                  <a:lnTo>
                    <a:pt x="12424" y="16810"/>
                  </a:lnTo>
                  <a:lnTo>
                    <a:pt x="12029" y="16731"/>
                  </a:lnTo>
                  <a:lnTo>
                    <a:pt x="11891" y="16671"/>
                  </a:lnTo>
                  <a:lnTo>
                    <a:pt x="11753" y="16612"/>
                  </a:lnTo>
                  <a:lnTo>
                    <a:pt x="11634" y="16533"/>
                  </a:lnTo>
                  <a:lnTo>
                    <a:pt x="11535" y="16454"/>
                  </a:lnTo>
                  <a:lnTo>
                    <a:pt x="11417" y="16434"/>
                  </a:lnTo>
                  <a:lnTo>
                    <a:pt x="11318" y="16415"/>
                  </a:lnTo>
                  <a:lnTo>
                    <a:pt x="11239" y="16434"/>
                  </a:lnTo>
                  <a:lnTo>
                    <a:pt x="11180" y="16454"/>
                  </a:lnTo>
                  <a:lnTo>
                    <a:pt x="11140" y="16494"/>
                  </a:lnTo>
                  <a:lnTo>
                    <a:pt x="11101" y="16553"/>
                  </a:lnTo>
                  <a:lnTo>
                    <a:pt x="11081" y="16652"/>
                  </a:lnTo>
                  <a:lnTo>
                    <a:pt x="10982" y="16612"/>
                  </a:lnTo>
                  <a:lnTo>
                    <a:pt x="10903" y="16553"/>
                  </a:lnTo>
                  <a:lnTo>
                    <a:pt x="10785" y="16434"/>
                  </a:lnTo>
                  <a:lnTo>
                    <a:pt x="10785" y="16434"/>
                  </a:lnTo>
                  <a:lnTo>
                    <a:pt x="10982" y="16474"/>
                  </a:lnTo>
                  <a:lnTo>
                    <a:pt x="10666" y="16335"/>
                  </a:lnTo>
                  <a:lnTo>
                    <a:pt x="10370" y="16177"/>
                  </a:lnTo>
                  <a:lnTo>
                    <a:pt x="10074" y="16000"/>
                  </a:lnTo>
                  <a:lnTo>
                    <a:pt x="9738" y="15763"/>
                  </a:lnTo>
                  <a:lnTo>
                    <a:pt x="9639" y="15723"/>
                  </a:lnTo>
                  <a:lnTo>
                    <a:pt x="9560" y="15703"/>
                  </a:lnTo>
                  <a:lnTo>
                    <a:pt x="9521" y="15723"/>
                  </a:lnTo>
                  <a:lnTo>
                    <a:pt x="9481" y="15743"/>
                  </a:lnTo>
                  <a:lnTo>
                    <a:pt x="9461" y="15782"/>
                  </a:lnTo>
                  <a:lnTo>
                    <a:pt x="9461" y="15822"/>
                  </a:lnTo>
                  <a:lnTo>
                    <a:pt x="9461" y="15940"/>
                  </a:lnTo>
                  <a:lnTo>
                    <a:pt x="9145" y="15743"/>
                  </a:lnTo>
                  <a:lnTo>
                    <a:pt x="9185" y="15802"/>
                  </a:lnTo>
                  <a:lnTo>
                    <a:pt x="9106" y="15822"/>
                  </a:lnTo>
                  <a:lnTo>
                    <a:pt x="9046" y="15802"/>
                  </a:lnTo>
                  <a:lnTo>
                    <a:pt x="8967" y="15782"/>
                  </a:lnTo>
                  <a:lnTo>
                    <a:pt x="8888" y="15723"/>
                  </a:lnTo>
                  <a:lnTo>
                    <a:pt x="8730" y="15624"/>
                  </a:lnTo>
                  <a:lnTo>
                    <a:pt x="8592" y="15506"/>
                  </a:lnTo>
                  <a:lnTo>
                    <a:pt x="8592" y="15486"/>
                  </a:lnTo>
                  <a:lnTo>
                    <a:pt x="8770" y="15486"/>
                  </a:lnTo>
                  <a:lnTo>
                    <a:pt x="8632" y="15348"/>
                  </a:lnTo>
                  <a:lnTo>
                    <a:pt x="8474" y="15249"/>
                  </a:lnTo>
                  <a:lnTo>
                    <a:pt x="8296" y="15150"/>
                  </a:lnTo>
                  <a:lnTo>
                    <a:pt x="8158" y="15091"/>
                  </a:lnTo>
                  <a:lnTo>
                    <a:pt x="8217" y="15052"/>
                  </a:lnTo>
                  <a:lnTo>
                    <a:pt x="8375" y="15052"/>
                  </a:lnTo>
                  <a:lnTo>
                    <a:pt x="8434" y="15091"/>
                  </a:lnTo>
                  <a:lnTo>
                    <a:pt x="8513" y="15131"/>
                  </a:lnTo>
                  <a:lnTo>
                    <a:pt x="8592" y="15190"/>
                  </a:lnTo>
                  <a:lnTo>
                    <a:pt x="8592" y="15210"/>
                  </a:lnTo>
                  <a:lnTo>
                    <a:pt x="8592" y="15249"/>
                  </a:lnTo>
                  <a:lnTo>
                    <a:pt x="8987" y="15427"/>
                  </a:lnTo>
                  <a:lnTo>
                    <a:pt x="8829" y="15348"/>
                  </a:lnTo>
                  <a:lnTo>
                    <a:pt x="8711" y="15249"/>
                  </a:lnTo>
                  <a:lnTo>
                    <a:pt x="8592" y="15150"/>
                  </a:lnTo>
                  <a:lnTo>
                    <a:pt x="8533" y="15071"/>
                  </a:lnTo>
                  <a:lnTo>
                    <a:pt x="8474" y="14973"/>
                  </a:lnTo>
                  <a:lnTo>
                    <a:pt x="8454" y="14894"/>
                  </a:lnTo>
                  <a:lnTo>
                    <a:pt x="8454" y="14834"/>
                  </a:lnTo>
                  <a:lnTo>
                    <a:pt x="8474" y="14775"/>
                  </a:lnTo>
                  <a:lnTo>
                    <a:pt x="8355" y="14736"/>
                  </a:lnTo>
                  <a:lnTo>
                    <a:pt x="8316" y="14736"/>
                  </a:lnTo>
                  <a:lnTo>
                    <a:pt x="8316" y="14795"/>
                  </a:lnTo>
                  <a:lnTo>
                    <a:pt x="8355" y="14854"/>
                  </a:lnTo>
                  <a:lnTo>
                    <a:pt x="8395" y="14894"/>
                  </a:lnTo>
                  <a:lnTo>
                    <a:pt x="8395" y="14933"/>
                  </a:lnTo>
                  <a:lnTo>
                    <a:pt x="8335" y="14933"/>
                  </a:lnTo>
                  <a:lnTo>
                    <a:pt x="8197" y="14854"/>
                  </a:lnTo>
                  <a:lnTo>
                    <a:pt x="8098" y="14736"/>
                  </a:lnTo>
                  <a:lnTo>
                    <a:pt x="8000" y="14617"/>
                  </a:lnTo>
                  <a:lnTo>
                    <a:pt x="7782" y="14439"/>
                  </a:lnTo>
                  <a:lnTo>
                    <a:pt x="7565" y="14281"/>
                  </a:lnTo>
                  <a:lnTo>
                    <a:pt x="7348" y="14143"/>
                  </a:lnTo>
                  <a:lnTo>
                    <a:pt x="7150" y="14005"/>
                  </a:lnTo>
                  <a:lnTo>
                    <a:pt x="6992" y="13866"/>
                  </a:lnTo>
                  <a:lnTo>
                    <a:pt x="6933" y="13787"/>
                  </a:lnTo>
                  <a:lnTo>
                    <a:pt x="6874" y="13708"/>
                  </a:lnTo>
                  <a:lnTo>
                    <a:pt x="6834" y="13610"/>
                  </a:lnTo>
                  <a:lnTo>
                    <a:pt x="6795" y="13491"/>
                  </a:lnTo>
                  <a:lnTo>
                    <a:pt x="6538" y="13412"/>
                  </a:lnTo>
                  <a:lnTo>
                    <a:pt x="6222" y="13294"/>
                  </a:lnTo>
                  <a:lnTo>
                    <a:pt x="5906" y="13136"/>
                  </a:lnTo>
                  <a:lnTo>
                    <a:pt x="5748" y="13037"/>
                  </a:lnTo>
                  <a:lnTo>
                    <a:pt x="5570" y="12938"/>
                  </a:lnTo>
                  <a:lnTo>
                    <a:pt x="5550" y="12958"/>
                  </a:lnTo>
                  <a:lnTo>
                    <a:pt x="5491" y="12958"/>
                  </a:lnTo>
                  <a:lnTo>
                    <a:pt x="5373" y="12899"/>
                  </a:lnTo>
                  <a:lnTo>
                    <a:pt x="5313" y="12879"/>
                  </a:lnTo>
                  <a:lnTo>
                    <a:pt x="5274" y="12859"/>
                  </a:lnTo>
                  <a:lnTo>
                    <a:pt x="5234" y="12859"/>
                  </a:lnTo>
                  <a:lnTo>
                    <a:pt x="5195" y="12899"/>
                  </a:lnTo>
                  <a:lnTo>
                    <a:pt x="5254" y="12978"/>
                  </a:lnTo>
                  <a:lnTo>
                    <a:pt x="5333" y="13057"/>
                  </a:lnTo>
                  <a:lnTo>
                    <a:pt x="5471" y="13175"/>
                  </a:lnTo>
                  <a:lnTo>
                    <a:pt x="5649" y="13254"/>
                  </a:lnTo>
                  <a:lnTo>
                    <a:pt x="5807" y="13333"/>
                  </a:lnTo>
                  <a:lnTo>
                    <a:pt x="5985" y="13412"/>
                  </a:lnTo>
                  <a:lnTo>
                    <a:pt x="6123" y="13491"/>
                  </a:lnTo>
                  <a:lnTo>
                    <a:pt x="6242" y="13590"/>
                  </a:lnTo>
                  <a:lnTo>
                    <a:pt x="6301" y="13669"/>
                  </a:lnTo>
                  <a:lnTo>
                    <a:pt x="6340" y="13748"/>
                  </a:lnTo>
                  <a:lnTo>
                    <a:pt x="6419" y="13768"/>
                  </a:lnTo>
                  <a:lnTo>
                    <a:pt x="6538" y="13768"/>
                  </a:lnTo>
                  <a:lnTo>
                    <a:pt x="6558" y="13748"/>
                  </a:lnTo>
                  <a:lnTo>
                    <a:pt x="6637" y="13708"/>
                  </a:lnTo>
                  <a:lnTo>
                    <a:pt x="6657" y="13689"/>
                  </a:lnTo>
                  <a:lnTo>
                    <a:pt x="6696" y="13689"/>
                  </a:lnTo>
                  <a:lnTo>
                    <a:pt x="6834" y="13768"/>
                  </a:lnTo>
                  <a:lnTo>
                    <a:pt x="6933" y="13866"/>
                  </a:lnTo>
                  <a:lnTo>
                    <a:pt x="7012" y="13945"/>
                  </a:lnTo>
                  <a:lnTo>
                    <a:pt x="7012" y="13985"/>
                  </a:lnTo>
                  <a:lnTo>
                    <a:pt x="7012" y="14005"/>
                  </a:lnTo>
                  <a:lnTo>
                    <a:pt x="6874" y="13965"/>
                  </a:lnTo>
                  <a:lnTo>
                    <a:pt x="6775" y="13945"/>
                  </a:lnTo>
                  <a:lnTo>
                    <a:pt x="6696" y="13965"/>
                  </a:lnTo>
                  <a:lnTo>
                    <a:pt x="6637" y="13985"/>
                  </a:lnTo>
                  <a:lnTo>
                    <a:pt x="6577" y="14005"/>
                  </a:lnTo>
                  <a:lnTo>
                    <a:pt x="6498" y="13985"/>
                  </a:lnTo>
                  <a:lnTo>
                    <a:pt x="6380" y="13945"/>
                  </a:lnTo>
                  <a:lnTo>
                    <a:pt x="6202" y="13847"/>
                  </a:lnTo>
                  <a:lnTo>
                    <a:pt x="6222" y="13906"/>
                  </a:lnTo>
                  <a:lnTo>
                    <a:pt x="6281" y="13965"/>
                  </a:lnTo>
                  <a:lnTo>
                    <a:pt x="6459" y="14123"/>
                  </a:lnTo>
                  <a:lnTo>
                    <a:pt x="6657" y="14262"/>
                  </a:lnTo>
                  <a:lnTo>
                    <a:pt x="6834" y="14400"/>
                  </a:lnTo>
                  <a:lnTo>
                    <a:pt x="6775" y="14420"/>
                  </a:lnTo>
                  <a:lnTo>
                    <a:pt x="6775" y="14479"/>
                  </a:lnTo>
                  <a:lnTo>
                    <a:pt x="6795" y="14538"/>
                  </a:lnTo>
                  <a:lnTo>
                    <a:pt x="6854" y="14637"/>
                  </a:lnTo>
                  <a:lnTo>
                    <a:pt x="6676" y="14617"/>
                  </a:lnTo>
                  <a:lnTo>
                    <a:pt x="6479" y="14558"/>
                  </a:lnTo>
                  <a:lnTo>
                    <a:pt x="6281" y="14499"/>
                  </a:lnTo>
                  <a:lnTo>
                    <a:pt x="6103" y="14459"/>
                  </a:lnTo>
                  <a:lnTo>
                    <a:pt x="6123" y="14459"/>
                  </a:lnTo>
                  <a:lnTo>
                    <a:pt x="6143" y="14439"/>
                  </a:lnTo>
                  <a:lnTo>
                    <a:pt x="6143" y="14400"/>
                  </a:lnTo>
                  <a:lnTo>
                    <a:pt x="6143" y="14380"/>
                  </a:lnTo>
                  <a:lnTo>
                    <a:pt x="6143" y="14360"/>
                  </a:lnTo>
                  <a:lnTo>
                    <a:pt x="6163" y="14360"/>
                  </a:lnTo>
                  <a:lnTo>
                    <a:pt x="5511" y="14123"/>
                  </a:lnTo>
                  <a:lnTo>
                    <a:pt x="5452" y="14005"/>
                  </a:lnTo>
                  <a:lnTo>
                    <a:pt x="5432" y="13906"/>
                  </a:lnTo>
                  <a:lnTo>
                    <a:pt x="5432" y="13886"/>
                  </a:lnTo>
                  <a:lnTo>
                    <a:pt x="5471" y="13847"/>
                  </a:lnTo>
                  <a:lnTo>
                    <a:pt x="5531" y="13847"/>
                  </a:lnTo>
                  <a:lnTo>
                    <a:pt x="5412" y="13748"/>
                  </a:lnTo>
                  <a:lnTo>
                    <a:pt x="5294" y="13649"/>
                  </a:lnTo>
                  <a:lnTo>
                    <a:pt x="5017" y="13471"/>
                  </a:lnTo>
                  <a:lnTo>
                    <a:pt x="4899" y="13392"/>
                  </a:lnTo>
                  <a:lnTo>
                    <a:pt x="4820" y="13313"/>
                  </a:lnTo>
                  <a:lnTo>
                    <a:pt x="4780" y="13254"/>
                  </a:lnTo>
                  <a:lnTo>
                    <a:pt x="4780" y="13215"/>
                  </a:lnTo>
                  <a:lnTo>
                    <a:pt x="4780" y="13195"/>
                  </a:lnTo>
                  <a:lnTo>
                    <a:pt x="4681" y="13116"/>
                  </a:lnTo>
                  <a:lnTo>
                    <a:pt x="4622" y="13096"/>
                  </a:lnTo>
                  <a:lnTo>
                    <a:pt x="4622" y="13136"/>
                  </a:lnTo>
                  <a:lnTo>
                    <a:pt x="4662" y="13195"/>
                  </a:lnTo>
                  <a:lnTo>
                    <a:pt x="4760" y="13333"/>
                  </a:lnTo>
                  <a:lnTo>
                    <a:pt x="4820" y="13392"/>
                  </a:lnTo>
                  <a:lnTo>
                    <a:pt x="4820" y="13447"/>
                  </a:lnTo>
                  <a:lnTo>
                    <a:pt x="5195" y="13728"/>
                  </a:lnTo>
                  <a:lnTo>
                    <a:pt x="5175" y="13748"/>
                  </a:lnTo>
                  <a:lnTo>
                    <a:pt x="5155" y="13768"/>
                  </a:lnTo>
                  <a:lnTo>
                    <a:pt x="5116" y="13768"/>
                  </a:lnTo>
                  <a:lnTo>
                    <a:pt x="5096" y="13748"/>
                  </a:lnTo>
                  <a:lnTo>
                    <a:pt x="5017" y="13689"/>
                  </a:lnTo>
                  <a:lnTo>
                    <a:pt x="4938" y="13629"/>
                  </a:lnTo>
                  <a:lnTo>
                    <a:pt x="4839" y="13531"/>
                  </a:lnTo>
                  <a:lnTo>
                    <a:pt x="4741" y="13471"/>
                  </a:lnTo>
                  <a:lnTo>
                    <a:pt x="4662" y="13432"/>
                  </a:lnTo>
                  <a:lnTo>
                    <a:pt x="4622" y="13432"/>
                  </a:lnTo>
                  <a:lnTo>
                    <a:pt x="4583" y="13452"/>
                  </a:lnTo>
                  <a:lnTo>
                    <a:pt x="4523" y="13491"/>
                  </a:lnTo>
                  <a:lnTo>
                    <a:pt x="4405" y="13491"/>
                  </a:lnTo>
                  <a:lnTo>
                    <a:pt x="4365" y="13471"/>
                  </a:lnTo>
                  <a:lnTo>
                    <a:pt x="4267" y="13373"/>
                  </a:lnTo>
                  <a:lnTo>
                    <a:pt x="4187" y="13234"/>
                  </a:lnTo>
                  <a:lnTo>
                    <a:pt x="4010" y="12938"/>
                  </a:lnTo>
                  <a:lnTo>
                    <a:pt x="3911" y="12800"/>
                  </a:lnTo>
                  <a:lnTo>
                    <a:pt x="3871" y="12741"/>
                  </a:lnTo>
                  <a:lnTo>
                    <a:pt x="3812" y="12701"/>
                  </a:lnTo>
                  <a:lnTo>
                    <a:pt x="4306" y="12741"/>
                  </a:lnTo>
                  <a:lnTo>
                    <a:pt x="4010" y="12563"/>
                  </a:lnTo>
                  <a:lnTo>
                    <a:pt x="4168" y="12563"/>
                  </a:lnTo>
                  <a:lnTo>
                    <a:pt x="4306" y="12543"/>
                  </a:lnTo>
                  <a:lnTo>
                    <a:pt x="4464" y="12523"/>
                  </a:lnTo>
                  <a:lnTo>
                    <a:pt x="4563" y="12543"/>
                  </a:lnTo>
                  <a:lnTo>
                    <a:pt x="4681" y="12563"/>
                  </a:lnTo>
                  <a:lnTo>
                    <a:pt x="4681" y="12563"/>
                  </a:lnTo>
                  <a:lnTo>
                    <a:pt x="4405" y="12306"/>
                  </a:lnTo>
                  <a:lnTo>
                    <a:pt x="4128" y="12010"/>
                  </a:lnTo>
                  <a:lnTo>
                    <a:pt x="3871" y="11733"/>
                  </a:lnTo>
                  <a:lnTo>
                    <a:pt x="3674" y="11536"/>
                  </a:lnTo>
                  <a:lnTo>
                    <a:pt x="3674" y="11437"/>
                  </a:lnTo>
                  <a:lnTo>
                    <a:pt x="3713" y="11358"/>
                  </a:lnTo>
                  <a:lnTo>
                    <a:pt x="3753" y="11299"/>
                  </a:lnTo>
                  <a:lnTo>
                    <a:pt x="3832" y="11259"/>
                  </a:lnTo>
                  <a:lnTo>
                    <a:pt x="3674" y="11160"/>
                  </a:lnTo>
                  <a:lnTo>
                    <a:pt x="3575" y="11062"/>
                  </a:lnTo>
                  <a:lnTo>
                    <a:pt x="3496" y="10943"/>
                  </a:lnTo>
                  <a:lnTo>
                    <a:pt x="3437" y="10825"/>
                  </a:lnTo>
                  <a:lnTo>
                    <a:pt x="3358" y="10588"/>
                  </a:lnTo>
                  <a:lnTo>
                    <a:pt x="3318" y="10469"/>
                  </a:lnTo>
                  <a:lnTo>
                    <a:pt x="3239" y="10351"/>
                  </a:lnTo>
                  <a:lnTo>
                    <a:pt x="3160" y="10272"/>
                  </a:lnTo>
                  <a:lnTo>
                    <a:pt x="3141" y="10272"/>
                  </a:lnTo>
                  <a:lnTo>
                    <a:pt x="3121" y="10291"/>
                  </a:lnTo>
                  <a:lnTo>
                    <a:pt x="3121" y="10351"/>
                  </a:lnTo>
                  <a:lnTo>
                    <a:pt x="3141" y="10430"/>
                  </a:lnTo>
                  <a:lnTo>
                    <a:pt x="3160" y="10528"/>
                  </a:lnTo>
                  <a:lnTo>
                    <a:pt x="3160" y="10588"/>
                  </a:lnTo>
                  <a:lnTo>
                    <a:pt x="3160" y="10607"/>
                  </a:lnTo>
                  <a:lnTo>
                    <a:pt x="3141" y="10627"/>
                  </a:lnTo>
                  <a:lnTo>
                    <a:pt x="3101" y="10627"/>
                  </a:lnTo>
                  <a:lnTo>
                    <a:pt x="3062" y="10607"/>
                  </a:lnTo>
                  <a:lnTo>
                    <a:pt x="3062" y="10548"/>
                  </a:lnTo>
                  <a:lnTo>
                    <a:pt x="3022" y="10489"/>
                  </a:lnTo>
                  <a:lnTo>
                    <a:pt x="2963" y="10390"/>
                  </a:lnTo>
                  <a:lnTo>
                    <a:pt x="2805" y="10212"/>
                  </a:lnTo>
                  <a:lnTo>
                    <a:pt x="2844" y="10272"/>
                  </a:lnTo>
                  <a:lnTo>
                    <a:pt x="2884" y="10331"/>
                  </a:lnTo>
                  <a:lnTo>
                    <a:pt x="2983" y="10528"/>
                  </a:lnTo>
                  <a:lnTo>
                    <a:pt x="3220" y="11002"/>
                  </a:lnTo>
                  <a:lnTo>
                    <a:pt x="3220" y="11002"/>
                  </a:lnTo>
                  <a:lnTo>
                    <a:pt x="3160" y="10943"/>
                  </a:lnTo>
                  <a:lnTo>
                    <a:pt x="3121" y="10904"/>
                  </a:lnTo>
                  <a:lnTo>
                    <a:pt x="3081" y="10884"/>
                  </a:lnTo>
                  <a:lnTo>
                    <a:pt x="3042" y="10884"/>
                  </a:lnTo>
                  <a:lnTo>
                    <a:pt x="2963" y="10904"/>
                  </a:lnTo>
                  <a:lnTo>
                    <a:pt x="2884" y="10904"/>
                  </a:lnTo>
                  <a:lnTo>
                    <a:pt x="3101" y="11239"/>
                  </a:lnTo>
                  <a:lnTo>
                    <a:pt x="3042" y="11239"/>
                  </a:lnTo>
                  <a:lnTo>
                    <a:pt x="2983" y="11220"/>
                  </a:lnTo>
                  <a:lnTo>
                    <a:pt x="2923" y="11160"/>
                  </a:lnTo>
                  <a:lnTo>
                    <a:pt x="2864" y="11062"/>
                  </a:lnTo>
                  <a:lnTo>
                    <a:pt x="2746" y="10884"/>
                  </a:lnTo>
                  <a:lnTo>
                    <a:pt x="2686" y="10805"/>
                  </a:lnTo>
                  <a:lnTo>
                    <a:pt x="2627" y="10746"/>
                  </a:lnTo>
                  <a:lnTo>
                    <a:pt x="2726" y="10746"/>
                  </a:lnTo>
                  <a:lnTo>
                    <a:pt x="2805" y="10726"/>
                  </a:lnTo>
                  <a:lnTo>
                    <a:pt x="2864" y="10706"/>
                  </a:lnTo>
                  <a:lnTo>
                    <a:pt x="2983" y="10706"/>
                  </a:lnTo>
                  <a:lnTo>
                    <a:pt x="2805" y="10489"/>
                  </a:lnTo>
                  <a:lnTo>
                    <a:pt x="2627" y="10252"/>
                  </a:lnTo>
                  <a:lnTo>
                    <a:pt x="2568" y="10114"/>
                  </a:lnTo>
                  <a:lnTo>
                    <a:pt x="2509" y="9975"/>
                  </a:lnTo>
                  <a:lnTo>
                    <a:pt x="2469" y="9857"/>
                  </a:lnTo>
                  <a:lnTo>
                    <a:pt x="2449" y="9738"/>
                  </a:lnTo>
                  <a:lnTo>
                    <a:pt x="2449" y="9679"/>
                  </a:lnTo>
                  <a:lnTo>
                    <a:pt x="2469" y="9679"/>
                  </a:lnTo>
                  <a:lnTo>
                    <a:pt x="2528" y="9719"/>
                  </a:lnTo>
                  <a:lnTo>
                    <a:pt x="2588" y="9798"/>
                  </a:lnTo>
                  <a:lnTo>
                    <a:pt x="2667" y="9877"/>
                  </a:lnTo>
                  <a:lnTo>
                    <a:pt x="2667" y="9837"/>
                  </a:lnTo>
                  <a:lnTo>
                    <a:pt x="2667" y="9778"/>
                  </a:lnTo>
                  <a:lnTo>
                    <a:pt x="2588" y="9679"/>
                  </a:lnTo>
                  <a:lnTo>
                    <a:pt x="2528" y="9600"/>
                  </a:lnTo>
                  <a:lnTo>
                    <a:pt x="2528" y="9541"/>
                  </a:lnTo>
                  <a:lnTo>
                    <a:pt x="2548" y="9501"/>
                  </a:lnTo>
                  <a:lnTo>
                    <a:pt x="2588" y="9501"/>
                  </a:lnTo>
                  <a:lnTo>
                    <a:pt x="2607" y="9521"/>
                  </a:lnTo>
                  <a:lnTo>
                    <a:pt x="2647" y="9600"/>
                  </a:lnTo>
                  <a:lnTo>
                    <a:pt x="2686" y="9679"/>
                  </a:lnTo>
                  <a:lnTo>
                    <a:pt x="2726" y="9758"/>
                  </a:lnTo>
                  <a:lnTo>
                    <a:pt x="2627" y="9541"/>
                  </a:lnTo>
                  <a:lnTo>
                    <a:pt x="2548" y="9323"/>
                  </a:lnTo>
                  <a:lnTo>
                    <a:pt x="2469" y="9106"/>
                  </a:lnTo>
                  <a:lnTo>
                    <a:pt x="2410" y="8889"/>
                  </a:lnTo>
                  <a:lnTo>
                    <a:pt x="2430" y="8889"/>
                  </a:lnTo>
                  <a:lnTo>
                    <a:pt x="2449" y="8909"/>
                  </a:lnTo>
                  <a:lnTo>
                    <a:pt x="2509" y="8988"/>
                  </a:lnTo>
                  <a:lnTo>
                    <a:pt x="2548" y="9106"/>
                  </a:lnTo>
                  <a:lnTo>
                    <a:pt x="2588" y="9205"/>
                  </a:lnTo>
                  <a:lnTo>
                    <a:pt x="2548" y="9027"/>
                  </a:lnTo>
                  <a:lnTo>
                    <a:pt x="2469" y="8849"/>
                  </a:lnTo>
                  <a:lnTo>
                    <a:pt x="2351" y="8691"/>
                  </a:lnTo>
                  <a:lnTo>
                    <a:pt x="2153" y="8514"/>
                  </a:lnTo>
                  <a:lnTo>
                    <a:pt x="2153" y="8277"/>
                  </a:lnTo>
                  <a:lnTo>
                    <a:pt x="2173" y="8059"/>
                  </a:lnTo>
                  <a:lnTo>
                    <a:pt x="2193" y="7980"/>
                  </a:lnTo>
                  <a:lnTo>
                    <a:pt x="2232" y="7941"/>
                  </a:lnTo>
                  <a:lnTo>
                    <a:pt x="2272" y="7901"/>
                  </a:lnTo>
                  <a:lnTo>
                    <a:pt x="2311" y="7921"/>
                  </a:lnTo>
                  <a:lnTo>
                    <a:pt x="2252" y="7862"/>
                  </a:lnTo>
                  <a:lnTo>
                    <a:pt x="2212" y="7862"/>
                  </a:lnTo>
                  <a:lnTo>
                    <a:pt x="2173" y="7882"/>
                  </a:lnTo>
                  <a:lnTo>
                    <a:pt x="2133" y="7901"/>
                  </a:lnTo>
                  <a:lnTo>
                    <a:pt x="2114" y="7763"/>
                  </a:lnTo>
                  <a:lnTo>
                    <a:pt x="2094" y="7664"/>
                  </a:lnTo>
                  <a:lnTo>
                    <a:pt x="2054" y="7566"/>
                  </a:lnTo>
                  <a:lnTo>
                    <a:pt x="2015" y="7506"/>
                  </a:lnTo>
                  <a:lnTo>
                    <a:pt x="1916" y="7368"/>
                  </a:lnTo>
                  <a:lnTo>
                    <a:pt x="1896" y="7289"/>
                  </a:lnTo>
                  <a:lnTo>
                    <a:pt x="1896" y="7210"/>
                  </a:lnTo>
                  <a:lnTo>
                    <a:pt x="1758" y="7408"/>
                  </a:lnTo>
                  <a:lnTo>
                    <a:pt x="1798" y="7269"/>
                  </a:lnTo>
                  <a:lnTo>
                    <a:pt x="1798" y="7190"/>
                  </a:lnTo>
                  <a:lnTo>
                    <a:pt x="1758" y="7171"/>
                  </a:lnTo>
                  <a:lnTo>
                    <a:pt x="1718" y="7151"/>
                  </a:lnTo>
                  <a:lnTo>
                    <a:pt x="1679" y="7131"/>
                  </a:lnTo>
                  <a:lnTo>
                    <a:pt x="1659" y="7092"/>
                  </a:lnTo>
                  <a:lnTo>
                    <a:pt x="1639" y="7032"/>
                  </a:lnTo>
                  <a:lnTo>
                    <a:pt x="1679" y="6914"/>
                  </a:lnTo>
                  <a:lnTo>
                    <a:pt x="1778" y="6953"/>
                  </a:lnTo>
                  <a:lnTo>
                    <a:pt x="1877" y="6973"/>
                  </a:lnTo>
                  <a:lnTo>
                    <a:pt x="1975" y="6953"/>
                  </a:lnTo>
                  <a:lnTo>
                    <a:pt x="2094" y="6933"/>
                  </a:lnTo>
                  <a:lnTo>
                    <a:pt x="2054" y="6894"/>
                  </a:lnTo>
                  <a:lnTo>
                    <a:pt x="2035" y="6854"/>
                  </a:lnTo>
                  <a:lnTo>
                    <a:pt x="2054" y="6756"/>
                  </a:lnTo>
                  <a:lnTo>
                    <a:pt x="2094" y="6637"/>
                  </a:lnTo>
                  <a:lnTo>
                    <a:pt x="2133" y="6519"/>
                  </a:lnTo>
                  <a:lnTo>
                    <a:pt x="2094" y="6519"/>
                  </a:lnTo>
                  <a:lnTo>
                    <a:pt x="2074" y="6499"/>
                  </a:lnTo>
                  <a:lnTo>
                    <a:pt x="2035" y="6380"/>
                  </a:lnTo>
                  <a:lnTo>
                    <a:pt x="2035" y="6341"/>
                  </a:lnTo>
                  <a:lnTo>
                    <a:pt x="1995" y="6321"/>
                  </a:lnTo>
                  <a:lnTo>
                    <a:pt x="1975" y="6321"/>
                  </a:lnTo>
                  <a:lnTo>
                    <a:pt x="1916" y="6380"/>
                  </a:lnTo>
                  <a:lnTo>
                    <a:pt x="1916" y="6242"/>
                  </a:lnTo>
                  <a:lnTo>
                    <a:pt x="1936" y="6124"/>
                  </a:lnTo>
                  <a:lnTo>
                    <a:pt x="2015" y="5946"/>
                  </a:lnTo>
                  <a:lnTo>
                    <a:pt x="2074" y="5768"/>
                  </a:lnTo>
                  <a:lnTo>
                    <a:pt x="2094" y="5689"/>
                  </a:lnTo>
                  <a:lnTo>
                    <a:pt x="2094" y="5571"/>
                  </a:lnTo>
                  <a:lnTo>
                    <a:pt x="2054" y="5590"/>
                  </a:lnTo>
                  <a:lnTo>
                    <a:pt x="2035" y="5571"/>
                  </a:lnTo>
                  <a:lnTo>
                    <a:pt x="2035" y="5452"/>
                  </a:lnTo>
                  <a:lnTo>
                    <a:pt x="2035" y="5334"/>
                  </a:lnTo>
                  <a:lnTo>
                    <a:pt x="1995" y="5294"/>
                  </a:lnTo>
                  <a:lnTo>
                    <a:pt x="1956" y="5314"/>
                  </a:lnTo>
                  <a:lnTo>
                    <a:pt x="2035" y="5195"/>
                  </a:lnTo>
                  <a:lnTo>
                    <a:pt x="2094" y="5077"/>
                  </a:lnTo>
                  <a:lnTo>
                    <a:pt x="2173" y="4998"/>
                  </a:lnTo>
                  <a:lnTo>
                    <a:pt x="2252" y="4939"/>
                  </a:lnTo>
                  <a:lnTo>
                    <a:pt x="2311" y="4919"/>
                  </a:lnTo>
                  <a:lnTo>
                    <a:pt x="2370" y="4899"/>
                  </a:lnTo>
                  <a:lnTo>
                    <a:pt x="2430" y="4919"/>
                  </a:lnTo>
                  <a:lnTo>
                    <a:pt x="2449" y="4958"/>
                  </a:lnTo>
                  <a:lnTo>
                    <a:pt x="2331" y="5136"/>
                  </a:lnTo>
                  <a:lnTo>
                    <a:pt x="2311" y="5215"/>
                  </a:lnTo>
                  <a:lnTo>
                    <a:pt x="2311" y="5255"/>
                  </a:lnTo>
                  <a:lnTo>
                    <a:pt x="2351" y="5255"/>
                  </a:lnTo>
                  <a:lnTo>
                    <a:pt x="2489" y="4958"/>
                  </a:lnTo>
                  <a:lnTo>
                    <a:pt x="2647" y="4662"/>
                  </a:lnTo>
                  <a:lnTo>
                    <a:pt x="2864" y="4484"/>
                  </a:lnTo>
                  <a:lnTo>
                    <a:pt x="2983" y="4425"/>
                  </a:lnTo>
                  <a:lnTo>
                    <a:pt x="3081" y="4425"/>
                  </a:lnTo>
                  <a:lnTo>
                    <a:pt x="3101" y="4326"/>
                  </a:lnTo>
                  <a:lnTo>
                    <a:pt x="3141" y="4247"/>
                  </a:lnTo>
                  <a:lnTo>
                    <a:pt x="3220" y="4148"/>
                  </a:lnTo>
                  <a:lnTo>
                    <a:pt x="3299" y="4069"/>
                  </a:lnTo>
                  <a:lnTo>
                    <a:pt x="3378" y="3990"/>
                  </a:lnTo>
                  <a:lnTo>
                    <a:pt x="3437" y="3911"/>
                  </a:lnTo>
                  <a:lnTo>
                    <a:pt x="3476" y="3832"/>
                  </a:lnTo>
                  <a:lnTo>
                    <a:pt x="3476" y="3734"/>
                  </a:lnTo>
                  <a:lnTo>
                    <a:pt x="3457" y="3813"/>
                  </a:lnTo>
                  <a:lnTo>
                    <a:pt x="3417" y="3892"/>
                  </a:lnTo>
                  <a:lnTo>
                    <a:pt x="3378" y="3951"/>
                  </a:lnTo>
                  <a:lnTo>
                    <a:pt x="3318" y="3990"/>
                  </a:lnTo>
                  <a:lnTo>
                    <a:pt x="3220" y="4050"/>
                  </a:lnTo>
                  <a:lnTo>
                    <a:pt x="3141" y="4089"/>
                  </a:lnTo>
                  <a:lnTo>
                    <a:pt x="3180" y="3990"/>
                  </a:lnTo>
                  <a:lnTo>
                    <a:pt x="3141" y="4030"/>
                  </a:lnTo>
                  <a:lnTo>
                    <a:pt x="3101" y="3635"/>
                  </a:lnTo>
                  <a:lnTo>
                    <a:pt x="3042" y="3694"/>
                  </a:lnTo>
                  <a:lnTo>
                    <a:pt x="3002" y="3734"/>
                  </a:lnTo>
                  <a:lnTo>
                    <a:pt x="3002" y="3773"/>
                  </a:lnTo>
                  <a:lnTo>
                    <a:pt x="3022" y="3813"/>
                  </a:lnTo>
                  <a:lnTo>
                    <a:pt x="3042" y="3872"/>
                  </a:lnTo>
                  <a:lnTo>
                    <a:pt x="3062" y="3931"/>
                  </a:lnTo>
                  <a:lnTo>
                    <a:pt x="3022" y="4010"/>
                  </a:lnTo>
                  <a:lnTo>
                    <a:pt x="2963" y="4109"/>
                  </a:lnTo>
                  <a:lnTo>
                    <a:pt x="2904" y="4129"/>
                  </a:lnTo>
                  <a:lnTo>
                    <a:pt x="2864" y="4129"/>
                  </a:lnTo>
                  <a:lnTo>
                    <a:pt x="2825" y="4089"/>
                  </a:lnTo>
                  <a:lnTo>
                    <a:pt x="2825" y="4050"/>
                  </a:lnTo>
                  <a:lnTo>
                    <a:pt x="2825" y="3911"/>
                  </a:lnTo>
                  <a:lnTo>
                    <a:pt x="2864" y="3753"/>
                  </a:lnTo>
                  <a:lnTo>
                    <a:pt x="2904" y="3615"/>
                  </a:lnTo>
                  <a:lnTo>
                    <a:pt x="2923" y="3497"/>
                  </a:lnTo>
                  <a:lnTo>
                    <a:pt x="2923" y="3457"/>
                  </a:lnTo>
                  <a:lnTo>
                    <a:pt x="2904" y="3437"/>
                  </a:lnTo>
                  <a:lnTo>
                    <a:pt x="2864" y="3437"/>
                  </a:lnTo>
                  <a:lnTo>
                    <a:pt x="2805" y="3457"/>
                  </a:lnTo>
                  <a:lnTo>
                    <a:pt x="2746" y="3536"/>
                  </a:lnTo>
                  <a:lnTo>
                    <a:pt x="2706" y="3595"/>
                  </a:lnTo>
                  <a:lnTo>
                    <a:pt x="2686" y="3655"/>
                  </a:lnTo>
                  <a:lnTo>
                    <a:pt x="2686" y="3714"/>
                  </a:lnTo>
                  <a:lnTo>
                    <a:pt x="2726" y="3852"/>
                  </a:lnTo>
                  <a:lnTo>
                    <a:pt x="2726" y="3931"/>
                  </a:lnTo>
                  <a:lnTo>
                    <a:pt x="2706" y="4010"/>
                  </a:lnTo>
                  <a:lnTo>
                    <a:pt x="2706" y="4010"/>
                  </a:lnTo>
                  <a:lnTo>
                    <a:pt x="2746" y="3971"/>
                  </a:lnTo>
                  <a:lnTo>
                    <a:pt x="2746" y="3971"/>
                  </a:lnTo>
                  <a:lnTo>
                    <a:pt x="2528" y="4504"/>
                  </a:lnTo>
                  <a:lnTo>
                    <a:pt x="2489" y="4484"/>
                  </a:lnTo>
                  <a:lnTo>
                    <a:pt x="2489" y="4464"/>
                  </a:lnTo>
                  <a:lnTo>
                    <a:pt x="2469" y="4385"/>
                  </a:lnTo>
                  <a:lnTo>
                    <a:pt x="2469" y="4287"/>
                  </a:lnTo>
                  <a:lnTo>
                    <a:pt x="2232" y="4662"/>
                  </a:lnTo>
                  <a:lnTo>
                    <a:pt x="2035" y="4919"/>
                  </a:lnTo>
                  <a:lnTo>
                    <a:pt x="1837" y="5195"/>
                  </a:lnTo>
                  <a:lnTo>
                    <a:pt x="1718" y="5393"/>
                  </a:lnTo>
                  <a:lnTo>
                    <a:pt x="1600" y="5610"/>
                  </a:lnTo>
                  <a:lnTo>
                    <a:pt x="1679" y="5590"/>
                  </a:lnTo>
                  <a:lnTo>
                    <a:pt x="1778" y="5590"/>
                  </a:lnTo>
                  <a:lnTo>
                    <a:pt x="1837" y="5630"/>
                  </a:lnTo>
                  <a:lnTo>
                    <a:pt x="1857" y="5669"/>
                  </a:lnTo>
                  <a:lnTo>
                    <a:pt x="1877" y="5748"/>
                  </a:lnTo>
                  <a:lnTo>
                    <a:pt x="1857" y="5847"/>
                  </a:lnTo>
                  <a:lnTo>
                    <a:pt x="1857" y="5926"/>
                  </a:lnTo>
                  <a:lnTo>
                    <a:pt x="1837" y="5985"/>
                  </a:lnTo>
                  <a:lnTo>
                    <a:pt x="1758" y="6064"/>
                  </a:lnTo>
                  <a:lnTo>
                    <a:pt x="1699" y="6143"/>
                  </a:lnTo>
                  <a:lnTo>
                    <a:pt x="1659" y="6203"/>
                  </a:lnTo>
                  <a:lnTo>
                    <a:pt x="1639" y="6262"/>
                  </a:lnTo>
                  <a:lnTo>
                    <a:pt x="1620" y="6163"/>
                  </a:lnTo>
                  <a:lnTo>
                    <a:pt x="1600" y="6064"/>
                  </a:lnTo>
                  <a:lnTo>
                    <a:pt x="1600" y="6025"/>
                  </a:lnTo>
                  <a:lnTo>
                    <a:pt x="1600" y="5966"/>
                  </a:lnTo>
                  <a:lnTo>
                    <a:pt x="1620" y="5926"/>
                  </a:lnTo>
                  <a:lnTo>
                    <a:pt x="1679" y="5867"/>
                  </a:lnTo>
                  <a:lnTo>
                    <a:pt x="1501" y="5827"/>
                  </a:lnTo>
                  <a:lnTo>
                    <a:pt x="1501" y="5630"/>
                  </a:lnTo>
                  <a:lnTo>
                    <a:pt x="1462" y="5492"/>
                  </a:lnTo>
                  <a:lnTo>
                    <a:pt x="1422" y="5294"/>
                  </a:lnTo>
                  <a:lnTo>
                    <a:pt x="1402" y="5195"/>
                  </a:lnTo>
                  <a:lnTo>
                    <a:pt x="1402" y="5077"/>
                  </a:lnTo>
                  <a:lnTo>
                    <a:pt x="1442" y="4899"/>
                  </a:lnTo>
                  <a:lnTo>
                    <a:pt x="1541" y="4642"/>
                  </a:lnTo>
                  <a:lnTo>
                    <a:pt x="1521" y="4603"/>
                  </a:lnTo>
                  <a:lnTo>
                    <a:pt x="1521" y="4504"/>
                  </a:lnTo>
                  <a:lnTo>
                    <a:pt x="1560" y="4385"/>
                  </a:lnTo>
                  <a:lnTo>
                    <a:pt x="1620" y="4247"/>
                  </a:lnTo>
                  <a:lnTo>
                    <a:pt x="1758" y="3951"/>
                  </a:lnTo>
                  <a:lnTo>
                    <a:pt x="1857" y="3793"/>
                  </a:lnTo>
                  <a:lnTo>
                    <a:pt x="1956" y="3655"/>
                  </a:lnTo>
                  <a:lnTo>
                    <a:pt x="1758" y="3773"/>
                  </a:lnTo>
                  <a:lnTo>
                    <a:pt x="1758" y="3773"/>
                  </a:lnTo>
                  <a:lnTo>
                    <a:pt x="1778" y="3635"/>
                  </a:lnTo>
                  <a:lnTo>
                    <a:pt x="1817" y="3556"/>
                  </a:lnTo>
                  <a:lnTo>
                    <a:pt x="1857" y="3536"/>
                  </a:lnTo>
                  <a:lnTo>
                    <a:pt x="1896" y="3516"/>
                  </a:lnTo>
                  <a:lnTo>
                    <a:pt x="1936" y="3516"/>
                  </a:lnTo>
                  <a:lnTo>
                    <a:pt x="1995" y="3477"/>
                  </a:lnTo>
                  <a:lnTo>
                    <a:pt x="2054" y="3378"/>
                  </a:lnTo>
                  <a:lnTo>
                    <a:pt x="2133" y="3200"/>
                  </a:lnTo>
                  <a:lnTo>
                    <a:pt x="2390" y="3141"/>
                  </a:lnTo>
                  <a:lnTo>
                    <a:pt x="2528" y="3121"/>
                  </a:lnTo>
                  <a:lnTo>
                    <a:pt x="2647" y="3102"/>
                  </a:lnTo>
                  <a:lnTo>
                    <a:pt x="2765" y="3102"/>
                  </a:lnTo>
                  <a:lnTo>
                    <a:pt x="2844" y="3141"/>
                  </a:lnTo>
                  <a:lnTo>
                    <a:pt x="2864" y="3181"/>
                  </a:lnTo>
                  <a:lnTo>
                    <a:pt x="2884" y="3220"/>
                  </a:lnTo>
                  <a:lnTo>
                    <a:pt x="2884" y="3260"/>
                  </a:lnTo>
                  <a:lnTo>
                    <a:pt x="2884" y="3319"/>
                  </a:lnTo>
                  <a:lnTo>
                    <a:pt x="2983" y="3220"/>
                  </a:lnTo>
                  <a:lnTo>
                    <a:pt x="3062" y="3141"/>
                  </a:lnTo>
                  <a:lnTo>
                    <a:pt x="3180" y="2963"/>
                  </a:lnTo>
                  <a:lnTo>
                    <a:pt x="3279" y="2786"/>
                  </a:lnTo>
                  <a:lnTo>
                    <a:pt x="3437" y="2608"/>
                  </a:lnTo>
                  <a:lnTo>
                    <a:pt x="3516" y="2608"/>
                  </a:lnTo>
                  <a:lnTo>
                    <a:pt x="3575" y="2628"/>
                  </a:lnTo>
                  <a:lnTo>
                    <a:pt x="3595" y="2667"/>
                  </a:lnTo>
                  <a:lnTo>
                    <a:pt x="3595" y="2726"/>
                  </a:lnTo>
                  <a:lnTo>
                    <a:pt x="3595" y="2825"/>
                  </a:lnTo>
                  <a:lnTo>
                    <a:pt x="3615" y="2884"/>
                  </a:lnTo>
                  <a:lnTo>
                    <a:pt x="3654" y="2924"/>
                  </a:lnTo>
                  <a:lnTo>
                    <a:pt x="3792" y="2786"/>
                  </a:lnTo>
                  <a:lnTo>
                    <a:pt x="3871" y="2647"/>
                  </a:lnTo>
                  <a:lnTo>
                    <a:pt x="3891" y="2588"/>
                  </a:lnTo>
                  <a:lnTo>
                    <a:pt x="3891" y="2529"/>
                  </a:lnTo>
                  <a:lnTo>
                    <a:pt x="3871" y="2509"/>
                  </a:lnTo>
                  <a:lnTo>
                    <a:pt x="3812" y="2509"/>
                  </a:lnTo>
                  <a:lnTo>
                    <a:pt x="4029" y="2391"/>
                  </a:lnTo>
                  <a:lnTo>
                    <a:pt x="4247" y="2292"/>
                  </a:lnTo>
                  <a:lnTo>
                    <a:pt x="4227" y="2312"/>
                  </a:lnTo>
                  <a:lnTo>
                    <a:pt x="4187" y="2351"/>
                  </a:lnTo>
                  <a:lnTo>
                    <a:pt x="4069" y="2450"/>
                  </a:lnTo>
                  <a:lnTo>
                    <a:pt x="4207" y="2351"/>
                  </a:lnTo>
                  <a:lnTo>
                    <a:pt x="4365" y="2232"/>
                  </a:lnTo>
                  <a:lnTo>
                    <a:pt x="4484" y="2094"/>
                  </a:lnTo>
                  <a:lnTo>
                    <a:pt x="4563" y="1995"/>
                  </a:lnTo>
                  <a:lnTo>
                    <a:pt x="4484" y="2055"/>
                  </a:lnTo>
                  <a:lnTo>
                    <a:pt x="4425" y="2094"/>
                  </a:lnTo>
                  <a:lnTo>
                    <a:pt x="4385" y="2114"/>
                  </a:lnTo>
                  <a:lnTo>
                    <a:pt x="4523" y="1976"/>
                  </a:lnTo>
                  <a:lnTo>
                    <a:pt x="4662" y="1857"/>
                  </a:lnTo>
                  <a:lnTo>
                    <a:pt x="4839" y="1699"/>
                  </a:lnTo>
                  <a:lnTo>
                    <a:pt x="5037" y="1699"/>
                  </a:lnTo>
                  <a:lnTo>
                    <a:pt x="5175" y="1660"/>
                  </a:lnTo>
                  <a:lnTo>
                    <a:pt x="5313" y="1620"/>
                  </a:lnTo>
                  <a:lnTo>
                    <a:pt x="5412" y="1541"/>
                  </a:lnTo>
                  <a:lnTo>
                    <a:pt x="5531" y="1502"/>
                  </a:lnTo>
                  <a:lnTo>
                    <a:pt x="5629" y="1482"/>
                  </a:lnTo>
                  <a:lnTo>
                    <a:pt x="5708" y="1482"/>
                  </a:lnTo>
                  <a:lnTo>
                    <a:pt x="5807" y="1502"/>
                  </a:lnTo>
                  <a:lnTo>
                    <a:pt x="5926" y="1482"/>
                  </a:lnTo>
                  <a:lnTo>
                    <a:pt x="6044" y="1462"/>
                  </a:lnTo>
                  <a:lnTo>
                    <a:pt x="6163" y="1403"/>
                  </a:lnTo>
                  <a:lnTo>
                    <a:pt x="6202" y="1344"/>
                  </a:lnTo>
                  <a:lnTo>
                    <a:pt x="6242" y="1304"/>
                  </a:lnTo>
                  <a:lnTo>
                    <a:pt x="6340" y="1245"/>
                  </a:lnTo>
                  <a:lnTo>
                    <a:pt x="6459" y="1205"/>
                  </a:lnTo>
                  <a:lnTo>
                    <a:pt x="6577" y="1186"/>
                  </a:lnTo>
                  <a:lnTo>
                    <a:pt x="6736" y="1166"/>
                  </a:lnTo>
                  <a:lnTo>
                    <a:pt x="6874" y="1146"/>
                  </a:lnTo>
                  <a:lnTo>
                    <a:pt x="7012" y="1087"/>
                  </a:lnTo>
                  <a:lnTo>
                    <a:pt x="7131" y="988"/>
                  </a:lnTo>
                  <a:lnTo>
                    <a:pt x="7111" y="1028"/>
                  </a:lnTo>
                  <a:lnTo>
                    <a:pt x="7111" y="1067"/>
                  </a:lnTo>
                  <a:lnTo>
                    <a:pt x="7131" y="1067"/>
                  </a:lnTo>
                  <a:lnTo>
                    <a:pt x="7150" y="1087"/>
                  </a:lnTo>
                  <a:lnTo>
                    <a:pt x="7210" y="1087"/>
                  </a:lnTo>
                  <a:lnTo>
                    <a:pt x="7289" y="1107"/>
                  </a:lnTo>
                  <a:lnTo>
                    <a:pt x="7407" y="1107"/>
                  </a:lnTo>
                  <a:lnTo>
                    <a:pt x="7407" y="1126"/>
                  </a:lnTo>
                  <a:lnTo>
                    <a:pt x="7407" y="1166"/>
                  </a:lnTo>
                  <a:lnTo>
                    <a:pt x="7328" y="1225"/>
                  </a:lnTo>
                  <a:lnTo>
                    <a:pt x="7407" y="1245"/>
                  </a:lnTo>
                  <a:lnTo>
                    <a:pt x="7526" y="1225"/>
                  </a:lnTo>
                  <a:lnTo>
                    <a:pt x="7842" y="1146"/>
                  </a:lnTo>
                  <a:lnTo>
                    <a:pt x="8000" y="1087"/>
                  </a:lnTo>
                  <a:lnTo>
                    <a:pt x="8177" y="1067"/>
                  </a:lnTo>
                  <a:lnTo>
                    <a:pt x="8335" y="1067"/>
                  </a:lnTo>
                  <a:lnTo>
                    <a:pt x="8454" y="1107"/>
                  </a:lnTo>
                  <a:lnTo>
                    <a:pt x="8414" y="1166"/>
                  </a:lnTo>
                  <a:lnTo>
                    <a:pt x="8395" y="1186"/>
                  </a:lnTo>
                  <a:lnTo>
                    <a:pt x="8355" y="1205"/>
                  </a:lnTo>
                  <a:lnTo>
                    <a:pt x="8493" y="1186"/>
                  </a:lnTo>
                  <a:lnTo>
                    <a:pt x="8572" y="1186"/>
                  </a:lnTo>
                  <a:lnTo>
                    <a:pt x="8651" y="1205"/>
                  </a:lnTo>
                  <a:lnTo>
                    <a:pt x="8691" y="1225"/>
                  </a:lnTo>
                  <a:lnTo>
                    <a:pt x="8790" y="1284"/>
                  </a:lnTo>
                  <a:lnTo>
                    <a:pt x="8849" y="1324"/>
                  </a:lnTo>
                  <a:lnTo>
                    <a:pt x="8948" y="1324"/>
                  </a:lnTo>
                  <a:lnTo>
                    <a:pt x="8948" y="1166"/>
                  </a:lnTo>
                  <a:lnTo>
                    <a:pt x="8987" y="1146"/>
                  </a:lnTo>
                  <a:lnTo>
                    <a:pt x="9027" y="1146"/>
                  </a:lnTo>
                  <a:lnTo>
                    <a:pt x="9086" y="1186"/>
                  </a:lnTo>
                  <a:lnTo>
                    <a:pt x="9145" y="1205"/>
                  </a:lnTo>
                  <a:lnTo>
                    <a:pt x="9165" y="1225"/>
                  </a:lnTo>
                  <a:lnTo>
                    <a:pt x="9205" y="1225"/>
                  </a:lnTo>
                  <a:lnTo>
                    <a:pt x="9126" y="1186"/>
                  </a:lnTo>
                  <a:lnTo>
                    <a:pt x="9066" y="1146"/>
                  </a:lnTo>
                  <a:lnTo>
                    <a:pt x="9027" y="1087"/>
                  </a:lnTo>
                  <a:lnTo>
                    <a:pt x="9027" y="1047"/>
                  </a:lnTo>
                  <a:lnTo>
                    <a:pt x="9046" y="1028"/>
                  </a:lnTo>
                  <a:lnTo>
                    <a:pt x="9284" y="988"/>
                  </a:lnTo>
                  <a:close/>
                  <a:moveTo>
                    <a:pt x="8197" y="1"/>
                  </a:moveTo>
                  <a:lnTo>
                    <a:pt x="8079" y="20"/>
                  </a:lnTo>
                  <a:lnTo>
                    <a:pt x="7960" y="60"/>
                  </a:lnTo>
                  <a:lnTo>
                    <a:pt x="7861" y="99"/>
                  </a:lnTo>
                  <a:lnTo>
                    <a:pt x="7743" y="139"/>
                  </a:lnTo>
                  <a:lnTo>
                    <a:pt x="7624" y="139"/>
                  </a:lnTo>
                  <a:lnTo>
                    <a:pt x="7466" y="99"/>
                  </a:lnTo>
                  <a:lnTo>
                    <a:pt x="7545" y="60"/>
                  </a:lnTo>
                  <a:lnTo>
                    <a:pt x="7071" y="139"/>
                  </a:lnTo>
                  <a:lnTo>
                    <a:pt x="6637" y="178"/>
                  </a:lnTo>
                  <a:lnTo>
                    <a:pt x="6439" y="238"/>
                  </a:lnTo>
                  <a:lnTo>
                    <a:pt x="6222" y="297"/>
                  </a:lnTo>
                  <a:lnTo>
                    <a:pt x="6005" y="376"/>
                  </a:lnTo>
                  <a:lnTo>
                    <a:pt x="5787" y="514"/>
                  </a:lnTo>
                  <a:lnTo>
                    <a:pt x="5491" y="613"/>
                  </a:lnTo>
                  <a:lnTo>
                    <a:pt x="5294" y="652"/>
                  </a:lnTo>
                  <a:lnTo>
                    <a:pt x="5116" y="672"/>
                  </a:lnTo>
                  <a:lnTo>
                    <a:pt x="4879" y="731"/>
                  </a:lnTo>
                  <a:lnTo>
                    <a:pt x="4800" y="810"/>
                  </a:lnTo>
                  <a:lnTo>
                    <a:pt x="4721" y="889"/>
                  </a:lnTo>
                  <a:lnTo>
                    <a:pt x="4622" y="1028"/>
                  </a:lnTo>
                  <a:lnTo>
                    <a:pt x="4583" y="1126"/>
                  </a:lnTo>
                  <a:lnTo>
                    <a:pt x="4563" y="1166"/>
                  </a:lnTo>
                  <a:lnTo>
                    <a:pt x="4701" y="1087"/>
                  </a:lnTo>
                  <a:lnTo>
                    <a:pt x="4760" y="1087"/>
                  </a:lnTo>
                  <a:lnTo>
                    <a:pt x="4760" y="1126"/>
                  </a:lnTo>
                  <a:lnTo>
                    <a:pt x="4721" y="1166"/>
                  </a:lnTo>
                  <a:lnTo>
                    <a:pt x="4662" y="1245"/>
                  </a:lnTo>
                  <a:lnTo>
                    <a:pt x="4504" y="1403"/>
                  </a:lnTo>
                  <a:lnTo>
                    <a:pt x="4365" y="1581"/>
                  </a:lnTo>
                  <a:lnTo>
                    <a:pt x="4464" y="1581"/>
                  </a:lnTo>
                  <a:lnTo>
                    <a:pt x="4543" y="1620"/>
                  </a:lnTo>
                  <a:lnTo>
                    <a:pt x="4721" y="1679"/>
                  </a:lnTo>
                  <a:lnTo>
                    <a:pt x="4820" y="1699"/>
                  </a:lnTo>
                  <a:lnTo>
                    <a:pt x="4741" y="1739"/>
                  </a:lnTo>
                  <a:lnTo>
                    <a:pt x="4681" y="1778"/>
                  </a:lnTo>
                  <a:lnTo>
                    <a:pt x="4543" y="1798"/>
                  </a:lnTo>
                  <a:lnTo>
                    <a:pt x="4484" y="1818"/>
                  </a:lnTo>
                  <a:lnTo>
                    <a:pt x="4405" y="1837"/>
                  </a:lnTo>
                  <a:lnTo>
                    <a:pt x="4326" y="1877"/>
                  </a:lnTo>
                  <a:lnTo>
                    <a:pt x="4247" y="1956"/>
                  </a:lnTo>
                  <a:lnTo>
                    <a:pt x="4247" y="1916"/>
                  </a:lnTo>
                  <a:lnTo>
                    <a:pt x="4267" y="1857"/>
                  </a:lnTo>
                  <a:lnTo>
                    <a:pt x="4326" y="1778"/>
                  </a:lnTo>
                  <a:lnTo>
                    <a:pt x="4425" y="1739"/>
                  </a:lnTo>
                  <a:lnTo>
                    <a:pt x="4306" y="1739"/>
                  </a:lnTo>
                  <a:lnTo>
                    <a:pt x="4207" y="1778"/>
                  </a:lnTo>
                  <a:lnTo>
                    <a:pt x="4010" y="1837"/>
                  </a:lnTo>
                  <a:lnTo>
                    <a:pt x="3852" y="1897"/>
                  </a:lnTo>
                  <a:lnTo>
                    <a:pt x="3773" y="1916"/>
                  </a:lnTo>
                  <a:lnTo>
                    <a:pt x="3713" y="1916"/>
                  </a:lnTo>
                  <a:lnTo>
                    <a:pt x="3792" y="1877"/>
                  </a:lnTo>
                  <a:lnTo>
                    <a:pt x="3871" y="1837"/>
                  </a:lnTo>
                  <a:lnTo>
                    <a:pt x="3970" y="1739"/>
                  </a:lnTo>
                  <a:lnTo>
                    <a:pt x="4029" y="1660"/>
                  </a:lnTo>
                  <a:lnTo>
                    <a:pt x="4069" y="1600"/>
                  </a:lnTo>
                  <a:lnTo>
                    <a:pt x="3891" y="1699"/>
                  </a:lnTo>
                  <a:lnTo>
                    <a:pt x="3694" y="1837"/>
                  </a:lnTo>
                  <a:lnTo>
                    <a:pt x="3536" y="1995"/>
                  </a:lnTo>
                  <a:lnTo>
                    <a:pt x="3437" y="2114"/>
                  </a:lnTo>
                  <a:lnTo>
                    <a:pt x="3358" y="2114"/>
                  </a:lnTo>
                  <a:lnTo>
                    <a:pt x="3259" y="2153"/>
                  </a:lnTo>
                  <a:lnTo>
                    <a:pt x="3160" y="2232"/>
                  </a:lnTo>
                  <a:lnTo>
                    <a:pt x="3081" y="2331"/>
                  </a:lnTo>
                  <a:lnTo>
                    <a:pt x="3002" y="2410"/>
                  </a:lnTo>
                  <a:lnTo>
                    <a:pt x="2943" y="2470"/>
                  </a:lnTo>
                  <a:lnTo>
                    <a:pt x="2904" y="2489"/>
                  </a:lnTo>
                  <a:lnTo>
                    <a:pt x="2904" y="2470"/>
                  </a:lnTo>
                  <a:lnTo>
                    <a:pt x="2884" y="2391"/>
                  </a:lnTo>
                  <a:lnTo>
                    <a:pt x="2884" y="2430"/>
                  </a:lnTo>
                  <a:lnTo>
                    <a:pt x="2864" y="2470"/>
                  </a:lnTo>
                  <a:lnTo>
                    <a:pt x="2785" y="2588"/>
                  </a:lnTo>
                  <a:lnTo>
                    <a:pt x="2686" y="2707"/>
                  </a:lnTo>
                  <a:lnTo>
                    <a:pt x="2568" y="2805"/>
                  </a:lnTo>
                  <a:lnTo>
                    <a:pt x="2548" y="2766"/>
                  </a:lnTo>
                  <a:lnTo>
                    <a:pt x="2568" y="2707"/>
                  </a:lnTo>
                  <a:lnTo>
                    <a:pt x="2627" y="2529"/>
                  </a:lnTo>
                  <a:lnTo>
                    <a:pt x="2726" y="2351"/>
                  </a:lnTo>
                  <a:lnTo>
                    <a:pt x="2805" y="2173"/>
                  </a:lnTo>
                  <a:lnTo>
                    <a:pt x="2963" y="1976"/>
                  </a:lnTo>
                  <a:lnTo>
                    <a:pt x="3062" y="1897"/>
                  </a:lnTo>
                  <a:lnTo>
                    <a:pt x="3081" y="1877"/>
                  </a:lnTo>
                  <a:lnTo>
                    <a:pt x="3101" y="1897"/>
                  </a:lnTo>
                  <a:lnTo>
                    <a:pt x="3081" y="1956"/>
                  </a:lnTo>
                  <a:lnTo>
                    <a:pt x="3042" y="2134"/>
                  </a:lnTo>
                  <a:lnTo>
                    <a:pt x="3042" y="2193"/>
                  </a:lnTo>
                  <a:lnTo>
                    <a:pt x="3101" y="2193"/>
                  </a:lnTo>
                  <a:lnTo>
                    <a:pt x="3338" y="1956"/>
                  </a:lnTo>
                  <a:lnTo>
                    <a:pt x="3595" y="1739"/>
                  </a:lnTo>
                  <a:lnTo>
                    <a:pt x="3575" y="1739"/>
                  </a:lnTo>
                  <a:lnTo>
                    <a:pt x="3575" y="1699"/>
                  </a:lnTo>
                  <a:lnTo>
                    <a:pt x="3595" y="1640"/>
                  </a:lnTo>
                  <a:lnTo>
                    <a:pt x="3595" y="1620"/>
                  </a:lnTo>
                  <a:lnTo>
                    <a:pt x="3555" y="1620"/>
                  </a:lnTo>
                  <a:lnTo>
                    <a:pt x="3496" y="1660"/>
                  </a:lnTo>
                  <a:lnTo>
                    <a:pt x="3378" y="1739"/>
                  </a:lnTo>
                  <a:lnTo>
                    <a:pt x="3417" y="1640"/>
                  </a:lnTo>
                  <a:lnTo>
                    <a:pt x="3476" y="1541"/>
                  </a:lnTo>
                  <a:lnTo>
                    <a:pt x="3575" y="1442"/>
                  </a:lnTo>
                  <a:lnTo>
                    <a:pt x="3674" y="1344"/>
                  </a:lnTo>
                  <a:lnTo>
                    <a:pt x="3792" y="1265"/>
                  </a:lnTo>
                  <a:lnTo>
                    <a:pt x="3931" y="1186"/>
                  </a:lnTo>
                  <a:lnTo>
                    <a:pt x="4069" y="1107"/>
                  </a:lnTo>
                  <a:lnTo>
                    <a:pt x="4207" y="1067"/>
                  </a:lnTo>
                  <a:lnTo>
                    <a:pt x="4227" y="1047"/>
                  </a:lnTo>
                  <a:lnTo>
                    <a:pt x="4207" y="1047"/>
                  </a:lnTo>
                  <a:lnTo>
                    <a:pt x="4128" y="1067"/>
                  </a:lnTo>
                  <a:lnTo>
                    <a:pt x="3931" y="1146"/>
                  </a:lnTo>
                  <a:lnTo>
                    <a:pt x="4010" y="1028"/>
                  </a:lnTo>
                  <a:lnTo>
                    <a:pt x="4069" y="889"/>
                  </a:lnTo>
                  <a:lnTo>
                    <a:pt x="4069" y="830"/>
                  </a:lnTo>
                  <a:lnTo>
                    <a:pt x="4049" y="810"/>
                  </a:lnTo>
                  <a:lnTo>
                    <a:pt x="4029" y="810"/>
                  </a:lnTo>
                  <a:lnTo>
                    <a:pt x="3911" y="830"/>
                  </a:lnTo>
                  <a:lnTo>
                    <a:pt x="3773" y="892"/>
                  </a:lnTo>
                  <a:lnTo>
                    <a:pt x="3773" y="892"/>
                  </a:lnTo>
                  <a:lnTo>
                    <a:pt x="3773" y="909"/>
                  </a:lnTo>
                  <a:lnTo>
                    <a:pt x="3713" y="988"/>
                  </a:lnTo>
                  <a:lnTo>
                    <a:pt x="3694" y="1028"/>
                  </a:lnTo>
                  <a:lnTo>
                    <a:pt x="3694" y="1047"/>
                  </a:lnTo>
                  <a:lnTo>
                    <a:pt x="3733" y="1067"/>
                  </a:lnTo>
                  <a:lnTo>
                    <a:pt x="3832" y="1047"/>
                  </a:lnTo>
                  <a:lnTo>
                    <a:pt x="3615" y="1166"/>
                  </a:lnTo>
                  <a:lnTo>
                    <a:pt x="3358" y="1304"/>
                  </a:lnTo>
                  <a:lnTo>
                    <a:pt x="3259" y="1344"/>
                  </a:lnTo>
                  <a:lnTo>
                    <a:pt x="3180" y="1363"/>
                  </a:lnTo>
                  <a:lnTo>
                    <a:pt x="3160" y="1344"/>
                  </a:lnTo>
                  <a:lnTo>
                    <a:pt x="3141" y="1324"/>
                  </a:lnTo>
                  <a:lnTo>
                    <a:pt x="3160" y="1265"/>
                  </a:lnTo>
                  <a:lnTo>
                    <a:pt x="2963" y="1462"/>
                  </a:lnTo>
                  <a:lnTo>
                    <a:pt x="2765" y="1699"/>
                  </a:lnTo>
                  <a:lnTo>
                    <a:pt x="2449" y="2114"/>
                  </a:lnTo>
                  <a:lnTo>
                    <a:pt x="2430" y="2094"/>
                  </a:lnTo>
                  <a:lnTo>
                    <a:pt x="2430" y="2074"/>
                  </a:lnTo>
                  <a:lnTo>
                    <a:pt x="2469" y="1995"/>
                  </a:lnTo>
                  <a:lnTo>
                    <a:pt x="2548" y="1916"/>
                  </a:lnTo>
                  <a:lnTo>
                    <a:pt x="2607" y="1818"/>
                  </a:lnTo>
                  <a:lnTo>
                    <a:pt x="2351" y="2134"/>
                  </a:lnTo>
                  <a:lnTo>
                    <a:pt x="2114" y="2450"/>
                  </a:lnTo>
                  <a:lnTo>
                    <a:pt x="2331" y="2351"/>
                  </a:lnTo>
                  <a:lnTo>
                    <a:pt x="2193" y="2509"/>
                  </a:lnTo>
                  <a:lnTo>
                    <a:pt x="2094" y="2647"/>
                  </a:lnTo>
                  <a:lnTo>
                    <a:pt x="2015" y="2805"/>
                  </a:lnTo>
                  <a:lnTo>
                    <a:pt x="1956" y="2963"/>
                  </a:lnTo>
                  <a:lnTo>
                    <a:pt x="1857" y="3279"/>
                  </a:lnTo>
                  <a:lnTo>
                    <a:pt x="1817" y="3418"/>
                  </a:lnTo>
                  <a:lnTo>
                    <a:pt x="1758" y="3576"/>
                  </a:lnTo>
                  <a:lnTo>
                    <a:pt x="1718" y="3516"/>
                  </a:lnTo>
                  <a:lnTo>
                    <a:pt x="1718" y="3437"/>
                  </a:lnTo>
                  <a:lnTo>
                    <a:pt x="1738" y="3358"/>
                  </a:lnTo>
                  <a:lnTo>
                    <a:pt x="1758" y="3260"/>
                  </a:lnTo>
                  <a:lnTo>
                    <a:pt x="1936" y="2845"/>
                  </a:lnTo>
                  <a:lnTo>
                    <a:pt x="1837" y="2884"/>
                  </a:lnTo>
                  <a:lnTo>
                    <a:pt x="1778" y="2924"/>
                  </a:lnTo>
                  <a:lnTo>
                    <a:pt x="1758" y="2983"/>
                  </a:lnTo>
                  <a:lnTo>
                    <a:pt x="1758" y="3042"/>
                  </a:lnTo>
                  <a:lnTo>
                    <a:pt x="1758" y="3102"/>
                  </a:lnTo>
                  <a:lnTo>
                    <a:pt x="1738" y="3181"/>
                  </a:lnTo>
                  <a:lnTo>
                    <a:pt x="1718" y="3279"/>
                  </a:lnTo>
                  <a:lnTo>
                    <a:pt x="1639" y="3398"/>
                  </a:lnTo>
                  <a:lnTo>
                    <a:pt x="1600" y="3418"/>
                  </a:lnTo>
                  <a:lnTo>
                    <a:pt x="1560" y="3418"/>
                  </a:lnTo>
                  <a:lnTo>
                    <a:pt x="1521" y="3398"/>
                  </a:lnTo>
                  <a:lnTo>
                    <a:pt x="1501" y="3378"/>
                  </a:lnTo>
                  <a:lnTo>
                    <a:pt x="1442" y="3753"/>
                  </a:lnTo>
                  <a:lnTo>
                    <a:pt x="1402" y="3773"/>
                  </a:lnTo>
                  <a:lnTo>
                    <a:pt x="1383" y="3773"/>
                  </a:lnTo>
                  <a:lnTo>
                    <a:pt x="1383" y="3734"/>
                  </a:lnTo>
                  <a:lnTo>
                    <a:pt x="1343" y="3911"/>
                  </a:lnTo>
                  <a:lnTo>
                    <a:pt x="1343" y="4010"/>
                  </a:lnTo>
                  <a:lnTo>
                    <a:pt x="1363" y="4050"/>
                  </a:lnTo>
                  <a:lnTo>
                    <a:pt x="1383" y="4089"/>
                  </a:lnTo>
                  <a:lnTo>
                    <a:pt x="1402" y="4129"/>
                  </a:lnTo>
                  <a:lnTo>
                    <a:pt x="1383" y="4208"/>
                  </a:lnTo>
                  <a:lnTo>
                    <a:pt x="1343" y="4346"/>
                  </a:lnTo>
                  <a:lnTo>
                    <a:pt x="1264" y="4563"/>
                  </a:lnTo>
                  <a:lnTo>
                    <a:pt x="1343" y="4445"/>
                  </a:lnTo>
                  <a:lnTo>
                    <a:pt x="1402" y="4326"/>
                  </a:lnTo>
                  <a:lnTo>
                    <a:pt x="1442" y="4247"/>
                  </a:lnTo>
                  <a:lnTo>
                    <a:pt x="1442" y="4168"/>
                  </a:lnTo>
                  <a:lnTo>
                    <a:pt x="1481" y="4010"/>
                  </a:lnTo>
                  <a:lnTo>
                    <a:pt x="1521" y="3911"/>
                  </a:lnTo>
                  <a:lnTo>
                    <a:pt x="1580" y="3793"/>
                  </a:lnTo>
                  <a:lnTo>
                    <a:pt x="1659" y="3793"/>
                  </a:lnTo>
                  <a:lnTo>
                    <a:pt x="1659" y="3832"/>
                  </a:lnTo>
                  <a:lnTo>
                    <a:pt x="1659" y="3911"/>
                  </a:lnTo>
                  <a:lnTo>
                    <a:pt x="1639" y="4030"/>
                  </a:lnTo>
                  <a:lnTo>
                    <a:pt x="1560" y="4267"/>
                  </a:lnTo>
                  <a:lnTo>
                    <a:pt x="1541" y="4366"/>
                  </a:lnTo>
                  <a:lnTo>
                    <a:pt x="1541" y="4445"/>
                  </a:lnTo>
                  <a:lnTo>
                    <a:pt x="1442" y="4563"/>
                  </a:lnTo>
                  <a:lnTo>
                    <a:pt x="1363" y="4642"/>
                  </a:lnTo>
                  <a:lnTo>
                    <a:pt x="1205" y="4761"/>
                  </a:lnTo>
                  <a:lnTo>
                    <a:pt x="1126" y="4840"/>
                  </a:lnTo>
                  <a:lnTo>
                    <a:pt x="1067" y="4939"/>
                  </a:lnTo>
                  <a:lnTo>
                    <a:pt x="1007" y="5057"/>
                  </a:lnTo>
                  <a:lnTo>
                    <a:pt x="968" y="5235"/>
                  </a:lnTo>
                  <a:lnTo>
                    <a:pt x="988" y="5136"/>
                  </a:lnTo>
                  <a:lnTo>
                    <a:pt x="988" y="5057"/>
                  </a:lnTo>
                  <a:lnTo>
                    <a:pt x="948" y="4998"/>
                  </a:lnTo>
                  <a:lnTo>
                    <a:pt x="948" y="4978"/>
                  </a:lnTo>
                  <a:lnTo>
                    <a:pt x="948" y="4919"/>
                  </a:lnTo>
                  <a:lnTo>
                    <a:pt x="1047" y="4682"/>
                  </a:lnTo>
                  <a:lnTo>
                    <a:pt x="1047" y="4603"/>
                  </a:lnTo>
                  <a:lnTo>
                    <a:pt x="1047" y="4563"/>
                  </a:lnTo>
                  <a:lnTo>
                    <a:pt x="1027" y="4583"/>
                  </a:lnTo>
                  <a:lnTo>
                    <a:pt x="988" y="4622"/>
                  </a:lnTo>
                  <a:lnTo>
                    <a:pt x="889" y="4741"/>
                  </a:lnTo>
                  <a:lnTo>
                    <a:pt x="849" y="4781"/>
                  </a:lnTo>
                  <a:lnTo>
                    <a:pt x="790" y="4800"/>
                  </a:lnTo>
                  <a:lnTo>
                    <a:pt x="790" y="4840"/>
                  </a:lnTo>
                  <a:lnTo>
                    <a:pt x="810" y="4860"/>
                  </a:lnTo>
                  <a:lnTo>
                    <a:pt x="869" y="4899"/>
                  </a:lnTo>
                  <a:lnTo>
                    <a:pt x="889" y="4919"/>
                  </a:lnTo>
                  <a:lnTo>
                    <a:pt x="889" y="4958"/>
                  </a:lnTo>
                  <a:lnTo>
                    <a:pt x="869" y="5037"/>
                  </a:lnTo>
                  <a:lnTo>
                    <a:pt x="810" y="5136"/>
                  </a:lnTo>
                  <a:lnTo>
                    <a:pt x="790" y="5116"/>
                  </a:lnTo>
                  <a:lnTo>
                    <a:pt x="770" y="5452"/>
                  </a:lnTo>
                  <a:lnTo>
                    <a:pt x="751" y="5788"/>
                  </a:lnTo>
                  <a:lnTo>
                    <a:pt x="711" y="5906"/>
                  </a:lnTo>
                  <a:lnTo>
                    <a:pt x="672" y="6025"/>
                  </a:lnTo>
                  <a:lnTo>
                    <a:pt x="632" y="6262"/>
                  </a:lnTo>
                  <a:lnTo>
                    <a:pt x="612" y="6499"/>
                  </a:lnTo>
                  <a:lnTo>
                    <a:pt x="612" y="6756"/>
                  </a:lnTo>
                  <a:lnTo>
                    <a:pt x="612" y="6993"/>
                  </a:lnTo>
                  <a:lnTo>
                    <a:pt x="612" y="7210"/>
                  </a:lnTo>
                  <a:lnTo>
                    <a:pt x="593" y="7388"/>
                  </a:lnTo>
                  <a:lnTo>
                    <a:pt x="553" y="7566"/>
                  </a:lnTo>
                  <a:lnTo>
                    <a:pt x="711" y="7467"/>
                  </a:lnTo>
                  <a:lnTo>
                    <a:pt x="751" y="7763"/>
                  </a:lnTo>
                  <a:lnTo>
                    <a:pt x="790" y="8079"/>
                  </a:lnTo>
                  <a:lnTo>
                    <a:pt x="849" y="8356"/>
                  </a:lnTo>
                  <a:lnTo>
                    <a:pt x="909" y="8593"/>
                  </a:lnTo>
                  <a:lnTo>
                    <a:pt x="909" y="8593"/>
                  </a:lnTo>
                  <a:lnTo>
                    <a:pt x="869" y="8553"/>
                  </a:lnTo>
                  <a:lnTo>
                    <a:pt x="849" y="8533"/>
                  </a:lnTo>
                  <a:lnTo>
                    <a:pt x="770" y="8395"/>
                  </a:lnTo>
                  <a:lnTo>
                    <a:pt x="731" y="8237"/>
                  </a:lnTo>
                  <a:lnTo>
                    <a:pt x="672" y="8059"/>
                  </a:lnTo>
                  <a:lnTo>
                    <a:pt x="711" y="8296"/>
                  </a:lnTo>
                  <a:lnTo>
                    <a:pt x="751" y="8533"/>
                  </a:lnTo>
                  <a:lnTo>
                    <a:pt x="830" y="8751"/>
                  </a:lnTo>
                  <a:lnTo>
                    <a:pt x="909" y="8948"/>
                  </a:lnTo>
                  <a:lnTo>
                    <a:pt x="988" y="9126"/>
                  </a:lnTo>
                  <a:lnTo>
                    <a:pt x="1086" y="9304"/>
                  </a:lnTo>
                  <a:lnTo>
                    <a:pt x="1205" y="9462"/>
                  </a:lnTo>
                  <a:lnTo>
                    <a:pt x="1304" y="9600"/>
                  </a:lnTo>
                  <a:lnTo>
                    <a:pt x="1304" y="9383"/>
                  </a:lnTo>
                  <a:lnTo>
                    <a:pt x="1304" y="9244"/>
                  </a:lnTo>
                  <a:lnTo>
                    <a:pt x="1284" y="8928"/>
                  </a:lnTo>
                  <a:lnTo>
                    <a:pt x="1383" y="9027"/>
                  </a:lnTo>
                  <a:lnTo>
                    <a:pt x="1442" y="9146"/>
                  </a:lnTo>
                  <a:lnTo>
                    <a:pt x="1462" y="9244"/>
                  </a:lnTo>
                  <a:lnTo>
                    <a:pt x="1462" y="9343"/>
                  </a:lnTo>
                  <a:lnTo>
                    <a:pt x="1462" y="9442"/>
                  </a:lnTo>
                  <a:lnTo>
                    <a:pt x="1462" y="9580"/>
                  </a:lnTo>
                  <a:lnTo>
                    <a:pt x="1521" y="9699"/>
                  </a:lnTo>
                  <a:lnTo>
                    <a:pt x="1600" y="9857"/>
                  </a:lnTo>
                  <a:lnTo>
                    <a:pt x="1560" y="9877"/>
                  </a:lnTo>
                  <a:lnTo>
                    <a:pt x="1442" y="9877"/>
                  </a:lnTo>
                  <a:lnTo>
                    <a:pt x="1402" y="9857"/>
                  </a:lnTo>
                  <a:lnTo>
                    <a:pt x="1383" y="9877"/>
                  </a:lnTo>
                  <a:lnTo>
                    <a:pt x="1343" y="9896"/>
                  </a:lnTo>
                  <a:lnTo>
                    <a:pt x="1304" y="9956"/>
                  </a:lnTo>
                  <a:lnTo>
                    <a:pt x="1442" y="10094"/>
                  </a:lnTo>
                  <a:lnTo>
                    <a:pt x="1580" y="10272"/>
                  </a:lnTo>
                  <a:lnTo>
                    <a:pt x="1718" y="10469"/>
                  </a:lnTo>
                  <a:lnTo>
                    <a:pt x="1778" y="10548"/>
                  </a:lnTo>
                  <a:lnTo>
                    <a:pt x="1857" y="10607"/>
                  </a:lnTo>
                  <a:lnTo>
                    <a:pt x="1817" y="10667"/>
                  </a:lnTo>
                  <a:lnTo>
                    <a:pt x="1778" y="10686"/>
                  </a:lnTo>
                  <a:lnTo>
                    <a:pt x="1699" y="10686"/>
                  </a:lnTo>
                  <a:lnTo>
                    <a:pt x="1639" y="10667"/>
                  </a:lnTo>
                  <a:lnTo>
                    <a:pt x="1541" y="10588"/>
                  </a:lnTo>
                  <a:lnTo>
                    <a:pt x="1462" y="10489"/>
                  </a:lnTo>
                  <a:lnTo>
                    <a:pt x="1363" y="10351"/>
                  </a:lnTo>
                  <a:lnTo>
                    <a:pt x="1264" y="10193"/>
                  </a:lnTo>
                  <a:lnTo>
                    <a:pt x="1244" y="10035"/>
                  </a:lnTo>
                  <a:lnTo>
                    <a:pt x="1185" y="9877"/>
                  </a:lnTo>
                  <a:lnTo>
                    <a:pt x="1027" y="9600"/>
                  </a:lnTo>
                  <a:lnTo>
                    <a:pt x="948" y="9442"/>
                  </a:lnTo>
                  <a:lnTo>
                    <a:pt x="889" y="9304"/>
                  </a:lnTo>
                  <a:lnTo>
                    <a:pt x="849" y="9165"/>
                  </a:lnTo>
                  <a:lnTo>
                    <a:pt x="849" y="9027"/>
                  </a:lnTo>
                  <a:lnTo>
                    <a:pt x="810" y="9264"/>
                  </a:lnTo>
                  <a:lnTo>
                    <a:pt x="711" y="8988"/>
                  </a:lnTo>
                  <a:lnTo>
                    <a:pt x="632" y="8731"/>
                  </a:lnTo>
                  <a:lnTo>
                    <a:pt x="576" y="8562"/>
                  </a:lnTo>
                  <a:lnTo>
                    <a:pt x="593" y="8731"/>
                  </a:lnTo>
                  <a:lnTo>
                    <a:pt x="593" y="8909"/>
                  </a:lnTo>
                  <a:lnTo>
                    <a:pt x="593" y="9205"/>
                  </a:lnTo>
                  <a:lnTo>
                    <a:pt x="593" y="9343"/>
                  </a:lnTo>
                  <a:lnTo>
                    <a:pt x="612" y="9462"/>
                  </a:lnTo>
                  <a:lnTo>
                    <a:pt x="652" y="9580"/>
                  </a:lnTo>
                  <a:lnTo>
                    <a:pt x="731" y="9699"/>
                  </a:lnTo>
                  <a:lnTo>
                    <a:pt x="711" y="9738"/>
                  </a:lnTo>
                  <a:lnTo>
                    <a:pt x="691" y="9778"/>
                  </a:lnTo>
                  <a:lnTo>
                    <a:pt x="672" y="9896"/>
                  </a:lnTo>
                  <a:lnTo>
                    <a:pt x="652" y="9936"/>
                  </a:lnTo>
                  <a:lnTo>
                    <a:pt x="632" y="9956"/>
                  </a:lnTo>
                  <a:lnTo>
                    <a:pt x="593" y="9936"/>
                  </a:lnTo>
                  <a:lnTo>
                    <a:pt x="533" y="9877"/>
                  </a:lnTo>
                  <a:lnTo>
                    <a:pt x="454" y="9679"/>
                  </a:lnTo>
                  <a:lnTo>
                    <a:pt x="395" y="9501"/>
                  </a:lnTo>
                  <a:lnTo>
                    <a:pt x="356" y="9383"/>
                  </a:lnTo>
                  <a:lnTo>
                    <a:pt x="336" y="9363"/>
                  </a:lnTo>
                  <a:lnTo>
                    <a:pt x="296" y="9343"/>
                  </a:lnTo>
                  <a:lnTo>
                    <a:pt x="336" y="9521"/>
                  </a:lnTo>
                  <a:lnTo>
                    <a:pt x="356" y="9640"/>
                  </a:lnTo>
                  <a:lnTo>
                    <a:pt x="395" y="9798"/>
                  </a:lnTo>
                  <a:lnTo>
                    <a:pt x="494" y="10054"/>
                  </a:lnTo>
                  <a:lnTo>
                    <a:pt x="573" y="10074"/>
                  </a:lnTo>
                  <a:lnTo>
                    <a:pt x="652" y="10133"/>
                  </a:lnTo>
                  <a:lnTo>
                    <a:pt x="830" y="10272"/>
                  </a:lnTo>
                  <a:lnTo>
                    <a:pt x="1244" y="10627"/>
                  </a:lnTo>
                  <a:lnTo>
                    <a:pt x="1422" y="10864"/>
                  </a:lnTo>
                  <a:lnTo>
                    <a:pt x="1600" y="11101"/>
                  </a:lnTo>
                  <a:lnTo>
                    <a:pt x="1738" y="11358"/>
                  </a:lnTo>
                  <a:lnTo>
                    <a:pt x="1857" y="11575"/>
                  </a:lnTo>
                  <a:lnTo>
                    <a:pt x="1679" y="11378"/>
                  </a:lnTo>
                  <a:lnTo>
                    <a:pt x="1501" y="11220"/>
                  </a:lnTo>
                  <a:lnTo>
                    <a:pt x="1422" y="11180"/>
                  </a:lnTo>
                  <a:lnTo>
                    <a:pt x="1363" y="11141"/>
                  </a:lnTo>
                  <a:lnTo>
                    <a:pt x="1304" y="11141"/>
                  </a:lnTo>
                  <a:lnTo>
                    <a:pt x="1284" y="11180"/>
                  </a:lnTo>
                  <a:lnTo>
                    <a:pt x="1363" y="11239"/>
                  </a:lnTo>
                  <a:lnTo>
                    <a:pt x="1422" y="11338"/>
                  </a:lnTo>
                  <a:lnTo>
                    <a:pt x="1541" y="11536"/>
                  </a:lnTo>
                  <a:lnTo>
                    <a:pt x="1580" y="11615"/>
                  </a:lnTo>
                  <a:lnTo>
                    <a:pt x="1620" y="11674"/>
                  </a:lnTo>
                  <a:lnTo>
                    <a:pt x="1639" y="11694"/>
                  </a:lnTo>
                  <a:lnTo>
                    <a:pt x="1659" y="11694"/>
                  </a:lnTo>
                  <a:lnTo>
                    <a:pt x="1699" y="11654"/>
                  </a:lnTo>
                  <a:lnTo>
                    <a:pt x="1896" y="11951"/>
                  </a:lnTo>
                  <a:lnTo>
                    <a:pt x="2114" y="12267"/>
                  </a:lnTo>
                  <a:lnTo>
                    <a:pt x="2212" y="12405"/>
                  </a:lnTo>
                  <a:lnTo>
                    <a:pt x="2272" y="12523"/>
                  </a:lnTo>
                  <a:lnTo>
                    <a:pt x="2311" y="12642"/>
                  </a:lnTo>
                  <a:lnTo>
                    <a:pt x="2311" y="12681"/>
                  </a:lnTo>
                  <a:lnTo>
                    <a:pt x="2291" y="12721"/>
                  </a:lnTo>
                  <a:lnTo>
                    <a:pt x="2173" y="12602"/>
                  </a:lnTo>
                  <a:lnTo>
                    <a:pt x="2074" y="12504"/>
                  </a:lnTo>
                  <a:lnTo>
                    <a:pt x="1896" y="12267"/>
                  </a:lnTo>
                  <a:lnTo>
                    <a:pt x="1738" y="12030"/>
                  </a:lnTo>
                  <a:lnTo>
                    <a:pt x="1659" y="11911"/>
                  </a:lnTo>
                  <a:lnTo>
                    <a:pt x="1560" y="11812"/>
                  </a:lnTo>
                  <a:lnTo>
                    <a:pt x="1600" y="11872"/>
                  </a:lnTo>
                  <a:lnTo>
                    <a:pt x="1620" y="11931"/>
                  </a:lnTo>
                  <a:lnTo>
                    <a:pt x="1600" y="11970"/>
                  </a:lnTo>
                  <a:lnTo>
                    <a:pt x="1560" y="11970"/>
                  </a:lnTo>
                  <a:lnTo>
                    <a:pt x="1284" y="11536"/>
                  </a:lnTo>
                  <a:lnTo>
                    <a:pt x="1284" y="11536"/>
                  </a:lnTo>
                  <a:lnTo>
                    <a:pt x="1402" y="11891"/>
                  </a:lnTo>
                  <a:lnTo>
                    <a:pt x="1481" y="12049"/>
                  </a:lnTo>
                  <a:lnTo>
                    <a:pt x="1659" y="12286"/>
                  </a:lnTo>
                  <a:lnTo>
                    <a:pt x="1659" y="12227"/>
                  </a:lnTo>
                  <a:lnTo>
                    <a:pt x="1659" y="12207"/>
                  </a:lnTo>
                  <a:lnTo>
                    <a:pt x="1679" y="12207"/>
                  </a:lnTo>
                  <a:lnTo>
                    <a:pt x="1936" y="12523"/>
                  </a:lnTo>
                  <a:lnTo>
                    <a:pt x="1817" y="12642"/>
                  </a:lnTo>
                  <a:lnTo>
                    <a:pt x="1936" y="12760"/>
                  </a:lnTo>
                  <a:lnTo>
                    <a:pt x="2054" y="12899"/>
                  </a:lnTo>
                  <a:lnTo>
                    <a:pt x="2331" y="13254"/>
                  </a:lnTo>
                  <a:lnTo>
                    <a:pt x="2489" y="13452"/>
                  </a:lnTo>
                  <a:lnTo>
                    <a:pt x="2647" y="13629"/>
                  </a:lnTo>
                  <a:lnTo>
                    <a:pt x="2844" y="13787"/>
                  </a:lnTo>
                  <a:lnTo>
                    <a:pt x="3042" y="13945"/>
                  </a:lnTo>
                  <a:lnTo>
                    <a:pt x="3042" y="13945"/>
                  </a:lnTo>
                  <a:lnTo>
                    <a:pt x="2983" y="13926"/>
                  </a:lnTo>
                  <a:lnTo>
                    <a:pt x="2983" y="13926"/>
                  </a:lnTo>
                  <a:lnTo>
                    <a:pt x="3121" y="14044"/>
                  </a:lnTo>
                  <a:lnTo>
                    <a:pt x="3239" y="14123"/>
                  </a:lnTo>
                  <a:lnTo>
                    <a:pt x="3378" y="14163"/>
                  </a:lnTo>
                  <a:lnTo>
                    <a:pt x="3496" y="14183"/>
                  </a:lnTo>
                  <a:lnTo>
                    <a:pt x="3634" y="14202"/>
                  </a:lnTo>
                  <a:lnTo>
                    <a:pt x="3753" y="14242"/>
                  </a:lnTo>
                  <a:lnTo>
                    <a:pt x="3911" y="14301"/>
                  </a:lnTo>
                  <a:lnTo>
                    <a:pt x="4069" y="14400"/>
                  </a:lnTo>
                  <a:lnTo>
                    <a:pt x="3970" y="14380"/>
                  </a:lnTo>
                  <a:lnTo>
                    <a:pt x="3950" y="14400"/>
                  </a:lnTo>
                  <a:lnTo>
                    <a:pt x="3911" y="14420"/>
                  </a:lnTo>
                  <a:lnTo>
                    <a:pt x="3891" y="14479"/>
                  </a:lnTo>
                  <a:lnTo>
                    <a:pt x="3871" y="14538"/>
                  </a:lnTo>
                  <a:lnTo>
                    <a:pt x="3970" y="14578"/>
                  </a:lnTo>
                  <a:lnTo>
                    <a:pt x="4049" y="14637"/>
                  </a:lnTo>
                  <a:lnTo>
                    <a:pt x="4168" y="14755"/>
                  </a:lnTo>
                  <a:lnTo>
                    <a:pt x="4247" y="14894"/>
                  </a:lnTo>
                  <a:lnTo>
                    <a:pt x="4385" y="15052"/>
                  </a:lnTo>
                  <a:lnTo>
                    <a:pt x="4326" y="14973"/>
                  </a:lnTo>
                  <a:lnTo>
                    <a:pt x="4346" y="14933"/>
                  </a:lnTo>
                  <a:lnTo>
                    <a:pt x="4365" y="14913"/>
                  </a:lnTo>
                  <a:lnTo>
                    <a:pt x="4523" y="14913"/>
                  </a:lnTo>
                  <a:lnTo>
                    <a:pt x="4543" y="14894"/>
                  </a:lnTo>
                  <a:lnTo>
                    <a:pt x="4504" y="14854"/>
                  </a:lnTo>
                  <a:lnTo>
                    <a:pt x="4523" y="14815"/>
                  </a:lnTo>
                  <a:lnTo>
                    <a:pt x="4642" y="14815"/>
                  </a:lnTo>
                  <a:lnTo>
                    <a:pt x="4721" y="14854"/>
                  </a:lnTo>
                  <a:lnTo>
                    <a:pt x="4839" y="14894"/>
                  </a:lnTo>
                  <a:lnTo>
                    <a:pt x="5076" y="15052"/>
                  </a:lnTo>
                  <a:lnTo>
                    <a:pt x="5274" y="15210"/>
                  </a:lnTo>
                  <a:lnTo>
                    <a:pt x="5254" y="15249"/>
                  </a:lnTo>
                  <a:lnTo>
                    <a:pt x="5234" y="15269"/>
                  </a:lnTo>
                  <a:lnTo>
                    <a:pt x="5155" y="15269"/>
                  </a:lnTo>
                  <a:lnTo>
                    <a:pt x="5037" y="15229"/>
                  </a:lnTo>
                  <a:lnTo>
                    <a:pt x="4899" y="15150"/>
                  </a:lnTo>
                  <a:lnTo>
                    <a:pt x="4780" y="15111"/>
                  </a:lnTo>
                  <a:lnTo>
                    <a:pt x="4701" y="15071"/>
                  </a:lnTo>
                  <a:lnTo>
                    <a:pt x="4662" y="15091"/>
                  </a:lnTo>
                  <a:lnTo>
                    <a:pt x="4662" y="15111"/>
                  </a:lnTo>
                  <a:lnTo>
                    <a:pt x="4662" y="15150"/>
                  </a:lnTo>
                  <a:lnTo>
                    <a:pt x="4701" y="15229"/>
                  </a:lnTo>
                  <a:lnTo>
                    <a:pt x="4780" y="15289"/>
                  </a:lnTo>
                  <a:lnTo>
                    <a:pt x="4839" y="15328"/>
                  </a:lnTo>
                  <a:lnTo>
                    <a:pt x="4958" y="15328"/>
                  </a:lnTo>
                  <a:lnTo>
                    <a:pt x="4958" y="15289"/>
                  </a:lnTo>
                  <a:lnTo>
                    <a:pt x="4938" y="15249"/>
                  </a:lnTo>
                  <a:lnTo>
                    <a:pt x="4899" y="15190"/>
                  </a:lnTo>
                  <a:lnTo>
                    <a:pt x="5373" y="15585"/>
                  </a:lnTo>
                  <a:lnTo>
                    <a:pt x="5590" y="15802"/>
                  </a:lnTo>
                  <a:lnTo>
                    <a:pt x="5669" y="15901"/>
                  </a:lnTo>
                  <a:lnTo>
                    <a:pt x="5748" y="16000"/>
                  </a:lnTo>
                  <a:lnTo>
                    <a:pt x="5886" y="16039"/>
                  </a:lnTo>
                  <a:lnTo>
                    <a:pt x="6005" y="16079"/>
                  </a:lnTo>
                  <a:lnTo>
                    <a:pt x="6202" y="16158"/>
                  </a:lnTo>
                  <a:lnTo>
                    <a:pt x="6380" y="16217"/>
                  </a:lnTo>
                  <a:lnTo>
                    <a:pt x="6597" y="16217"/>
                  </a:lnTo>
                  <a:lnTo>
                    <a:pt x="6538" y="16177"/>
                  </a:lnTo>
                  <a:lnTo>
                    <a:pt x="6479" y="16177"/>
                  </a:lnTo>
                  <a:lnTo>
                    <a:pt x="6360" y="16158"/>
                  </a:lnTo>
                  <a:lnTo>
                    <a:pt x="6301" y="16138"/>
                  </a:lnTo>
                  <a:lnTo>
                    <a:pt x="6261" y="16118"/>
                  </a:lnTo>
                  <a:lnTo>
                    <a:pt x="6202" y="16079"/>
                  </a:lnTo>
                  <a:lnTo>
                    <a:pt x="6123" y="16000"/>
                  </a:lnTo>
                  <a:lnTo>
                    <a:pt x="6479" y="16039"/>
                  </a:lnTo>
                  <a:lnTo>
                    <a:pt x="6597" y="16118"/>
                  </a:lnTo>
                  <a:lnTo>
                    <a:pt x="6696" y="16197"/>
                  </a:lnTo>
                  <a:lnTo>
                    <a:pt x="6874" y="16395"/>
                  </a:lnTo>
                  <a:lnTo>
                    <a:pt x="7032" y="16553"/>
                  </a:lnTo>
                  <a:lnTo>
                    <a:pt x="7190" y="16711"/>
                  </a:lnTo>
                  <a:lnTo>
                    <a:pt x="7190" y="16711"/>
                  </a:lnTo>
                  <a:lnTo>
                    <a:pt x="6913" y="16612"/>
                  </a:lnTo>
                  <a:lnTo>
                    <a:pt x="6953" y="16592"/>
                  </a:lnTo>
                  <a:lnTo>
                    <a:pt x="6894" y="16573"/>
                  </a:lnTo>
                  <a:lnTo>
                    <a:pt x="6834" y="16553"/>
                  </a:lnTo>
                  <a:lnTo>
                    <a:pt x="6696" y="16494"/>
                  </a:lnTo>
                  <a:lnTo>
                    <a:pt x="6577" y="16454"/>
                  </a:lnTo>
                  <a:lnTo>
                    <a:pt x="6518" y="16454"/>
                  </a:lnTo>
                  <a:lnTo>
                    <a:pt x="6498" y="16474"/>
                  </a:lnTo>
                  <a:lnTo>
                    <a:pt x="6617" y="16494"/>
                  </a:lnTo>
                  <a:lnTo>
                    <a:pt x="6696" y="16533"/>
                  </a:lnTo>
                  <a:lnTo>
                    <a:pt x="6854" y="16632"/>
                  </a:lnTo>
                  <a:lnTo>
                    <a:pt x="7012" y="16731"/>
                  </a:lnTo>
                  <a:lnTo>
                    <a:pt x="7111" y="16790"/>
                  </a:lnTo>
                  <a:lnTo>
                    <a:pt x="7229" y="16829"/>
                  </a:lnTo>
                  <a:lnTo>
                    <a:pt x="7190" y="16829"/>
                  </a:lnTo>
                  <a:lnTo>
                    <a:pt x="7387" y="16928"/>
                  </a:lnTo>
                  <a:lnTo>
                    <a:pt x="7545" y="17047"/>
                  </a:lnTo>
                  <a:lnTo>
                    <a:pt x="7684" y="17165"/>
                  </a:lnTo>
                  <a:lnTo>
                    <a:pt x="7802" y="17303"/>
                  </a:lnTo>
                  <a:lnTo>
                    <a:pt x="7921" y="17402"/>
                  </a:lnTo>
                  <a:lnTo>
                    <a:pt x="8039" y="17501"/>
                  </a:lnTo>
                  <a:lnTo>
                    <a:pt x="8177" y="17540"/>
                  </a:lnTo>
                  <a:lnTo>
                    <a:pt x="8256" y="17560"/>
                  </a:lnTo>
                  <a:lnTo>
                    <a:pt x="8335" y="17560"/>
                  </a:lnTo>
                  <a:lnTo>
                    <a:pt x="8276" y="17481"/>
                  </a:lnTo>
                  <a:lnTo>
                    <a:pt x="8217" y="17402"/>
                  </a:lnTo>
                  <a:lnTo>
                    <a:pt x="8217" y="17303"/>
                  </a:lnTo>
                  <a:lnTo>
                    <a:pt x="8217" y="17284"/>
                  </a:lnTo>
                  <a:lnTo>
                    <a:pt x="8237" y="17264"/>
                  </a:lnTo>
                  <a:lnTo>
                    <a:pt x="8276" y="17323"/>
                  </a:lnTo>
                  <a:lnTo>
                    <a:pt x="8316" y="17382"/>
                  </a:lnTo>
                  <a:lnTo>
                    <a:pt x="8434" y="17481"/>
                  </a:lnTo>
                  <a:lnTo>
                    <a:pt x="8533" y="17580"/>
                  </a:lnTo>
                  <a:lnTo>
                    <a:pt x="8553" y="17619"/>
                  </a:lnTo>
                  <a:lnTo>
                    <a:pt x="8533" y="17659"/>
                  </a:lnTo>
                  <a:lnTo>
                    <a:pt x="8434" y="17619"/>
                  </a:lnTo>
                  <a:lnTo>
                    <a:pt x="8750" y="17876"/>
                  </a:lnTo>
                  <a:lnTo>
                    <a:pt x="8869" y="17975"/>
                  </a:lnTo>
                  <a:lnTo>
                    <a:pt x="8967" y="18014"/>
                  </a:lnTo>
                  <a:lnTo>
                    <a:pt x="9046" y="17975"/>
                  </a:lnTo>
                  <a:lnTo>
                    <a:pt x="9106" y="17935"/>
                  </a:lnTo>
                  <a:lnTo>
                    <a:pt x="9145" y="17935"/>
                  </a:lnTo>
                  <a:lnTo>
                    <a:pt x="9185" y="17916"/>
                  </a:lnTo>
                  <a:lnTo>
                    <a:pt x="9244" y="17935"/>
                  </a:lnTo>
                  <a:lnTo>
                    <a:pt x="9323" y="17955"/>
                  </a:lnTo>
                  <a:lnTo>
                    <a:pt x="9461" y="18093"/>
                  </a:lnTo>
                  <a:lnTo>
                    <a:pt x="9481" y="18133"/>
                  </a:lnTo>
                  <a:lnTo>
                    <a:pt x="9481" y="18153"/>
                  </a:lnTo>
                  <a:lnTo>
                    <a:pt x="9461" y="18172"/>
                  </a:lnTo>
                  <a:lnTo>
                    <a:pt x="9442" y="18192"/>
                  </a:lnTo>
                  <a:lnTo>
                    <a:pt x="9284" y="18192"/>
                  </a:lnTo>
                  <a:lnTo>
                    <a:pt x="9224" y="18212"/>
                  </a:lnTo>
                  <a:lnTo>
                    <a:pt x="9205" y="18232"/>
                  </a:lnTo>
                  <a:lnTo>
                    <a:pt x="9205" y="18271"/>
                  </a:lnTo>
                  <a:lnTo>
                    <a:pt x="9224" y="18311"/>
                  </a:lnTo>
                  <a:lnTo>
                    <a:pt x="9264" y="18350"/>
                  </a:lnTo>
                  <a:lnTo>
                    <a:pt x="9876" y="18607"/>
                  </a:lnTo>
                  <a:lnTo>
                    <a:pt x="9955" y="18785"/>
                  </a:lnTo>
                  <a:lnTo>
                    <a:pt x="10113" y="18884"/>
                  </a:lnTo>
                  <a:lnTo>
                    <a:pt x="10271" y="18982"/>
                  </a:lnTo>
                  <a:lnTo>
                    <a:pt x="10449" y="19061"/>
                  </a:lnTo>
                  <a:lnTo>
                    <a:pt x="10627" y="19121"/>
                  </a:lnTo>
                  <a:lnTo>
                    <a:pt x="10982" y="19239"/>
                  </a:lnTo>
                  <a:lnTo>
                    <a:pt x="11338" y="19318"/>
                  </a:lnTo>
                  <a:lnTo>
                    <a:pt x="11911" y="19377"/>
                  </a:lnTo>
                  <a:lnTo>
                    <a:pt x="12108" y="19417"/>
                  </a:lnTo>
                  <a:lnTo>
                    <a:pt x="12227" y="19456"/>
                  </a:lnTo>
                  <a:lnTo>
                    <a:pt x="12187" y="19516"/>
                  </a:lnTo>
                  <a:lnTo>
                    <a:pt x="12148" y="19535"/>
                  </a:lnTo>
                  <a:lnTo>
                    <a:pt x="12088" y="19555"/>
                  </a:lnTo>
                  <a:lnTo>
                    <a:pt x="12029" y="19575"/>
                  </a:lnTo>
                  <a:lnTo>
                    <a:pt x="11851" y="19555"/>
                  </a:lnTo>
                  <a:lnTo>
                    <a:pt x="11674" y="19516"/>
                  </a:lnTo>
                  <a:lnTo>
                    <a:pt x="11753" y="19595"/>
                  </a:lnTo>
                  <a:lnTo>
                    <a:pt x="11832" y="19634"/>
                  </a:lnTo>
                  <a:lnTo>
                    <a:pt x="11970" y="19674"/>
                  </a:lnTo>
                  <a:lnTo>
                    <a:pt x="12069" y="19693"/>
                  </a:lnTo>
                  <a:lnTo>
                    <a:pt x="12088" y="19693"/>
                  </a:lnTo>
                  <a:lnTo>
                    <a:pt x="12088" y="19733"/>
                  </a:lnTo>
                  <a:lnTo>
                    <a:pt x="12167" y="19772"/>
                  </a:lnTo>
                  <a:lnTo>
                    <a:pt x="12286" y="19812"/>
                  </a:lnTo>
                  <a:lnTo>
                    <a:pt x="12404" y="19832"/>
                  </a:lnTo>
                  <a:lnTo>
                    <a:pt x="12444" y="19812"/>
                  </a:lnTo>
                  <a:lnTo>
                    <a:pt x="12464" y="19772"/>
                  </a:lnTo>
                  <a:lnTo>
                    <a:pt x="12562" y="19851"/>
                  </a:lnTo>
                  <a:lnTo>
                    <a:pt x="12641" y="19930"/>
                  </a:lnTo>
                  <a:lnTo>
                    <a:pt x="12661" y="19990"/>
                  </a:lnTo>
                  <a:lnTo>
                    <a:pt x="12681" y="20029"/>
                  </a:lnTo>
                  <a:lnTo>
                    <a:pt x="12681" y="20069"/>
                  </a:lnTo>
                  <a:lnTo>
                    <a:pt x="12661" y="20088"/>
                  </a:lnTo>
                  <a:lnTo>
                    <a:pt x="12641" y="20108"/>
                  </a:lnTo>
                  <a:lnTo>
                    <a:pt x="12641" y="20128"/>
                  </a:lnTo>
                  <a:lnTo>
                    <a:pt x="12740" y="20148"/>
                  </a:lnTo>
                  <a:lnTo>
                    <a:pt x="12859" y="20207"/>
                  </a:lnTo>
                  <a:lnTo>
                    <a:pt x="12997" y="20286"/>
                  </a:lnTo>
                  <a:lnTo>
                    <a:pt x="13135" y="20385"/>
                  </a:lnTo>
                  <a:lnTo>
                    <a:pt x="13412" y="20602"/>
                  </a:lnTo>
                  <a:lnTo>
                    <a:pt x="13570" y="20701"/>
                  </a:lnTo>
                  <a:lnTo>
                    <a:pt x="13708" y="20780"/>
                  </a:lnTo>
                  <a:lnTo>
                    <a:pt x="13668" y="20878"/>
                  </a:lnTo>
                  <a:lnTo>
                    <a:pt x="13965" y="20997"/>
                  </a:lnTo>
                  <a:lnTo>
                    <a:pt x="14261" y="21116"/>
                  </a:lnTo>
                  <a:lnTo>
                    <a:pt x="14261" y="21116"/>
                  </a:lnTo>
                  <a:lnTo>
                    <a:pt x="14222" y="21076"/>
                  </a:lnTo>
                  <a:lnTo>
                    <a:pt x="14222" y="21056"/>
                  </a:lnTo>
                  <a:lnTo>
                    <a:pt x="14222" y="21036"/>
                  </a:lnTo>
                  <a:lnTo>
                    <a:pt x="14241" y="21017"/>
                  </a:lnTo>
                  <a:lnTo>
                    <a:pt x="14301" y="20997"/>
                  </a:lnTo>
                  <a:lnTo>
                    <a:pt x="14340" y="20957"/>
                  </a:lnTo>
                  <a:lnTo>
                    <a:pt x="14478" y="21036"/>
                  </a:lnTo>
                  <a:lnTo>
                    <a:pt x="14478" y="21036"/>
                  </a:lnTo>
                  <a:lnTo>
                    <a:pt x="14399" y="20938"/>
                  </a:lnTo>
                  <a:lnTo>
                    <a:pt x="14301" y="20859"/>
                  </a:lnTo>
                  <a:lnTo>
                    <a:pt x="14123" y="20720"/>
                  </a:lnTo>
                  <a:lnTo>
                    <a:pt x="13905" y="20582"/>
                  </a:lnTo>
                  <a:lnTo>
                    <a:pt x="13668" y="20464"/>
                  </a:lnTo>
                  <a:lnTo>
                    <a:pt x="13451" y="20325"/>
                  </a:lnTo>
                  <a:lnTo>
                    <a:pt x="13234" y="20187"/>
                  </a:lnTo>
                  <a:lnTo>
                    <a:pt x="13155" y="20088"/>
                  </a:lnTo>
                  <a:lnTo>
                    <a:pt x="13076" y="19990"/>
                  </a:lnTo>
                  <a:lnTo>
                    <a:pt x="12997" y="19891"/>
                  </a:lnTo>
                  <a:lnTo>
                    <a:pt x="12957" y="19772"/>
                  </a:lnTo>
                  <a:lnTo>
                    <a:pt x="12997" y="19792"/>
                  </a:lnTo>
                  <a:lnTo>
                    <a:pt x="13036" y="19792"/>
                  </a:lnTo>
                  <a:lnTo>
                    <a:pt x="13036" y="19772"/>
                  </a:lnTo>
                  <a:lnTo>
                    <a:pt x="13036" y="19753"/>
                  </a:lnTo>
                  <a:lnTo>
                    <a:pt x="13056" y="19733"/>
                  </a:lnTo>
                  <a:lnTo>
                    <a:pt x="13096" y="19733"/>
                  </a:lnTo>
                  <a:lnTo>
                    <a:pt x="13135" y="19753"/>
                  </a:lnTo>
                  <a:lnTo>
                    <a:pt x="13234" y="19871"/>
                  </a:lnTo>
                  <a:lnTo>
                    <a:pt x="13254" y="19911"/>
                  </a:lnTo>
                  <a:lnTo>
                    <a:pt x="13254" y="19930"/>
                  </a:lnTo>
                  <a:lnTo>
                    <a:pt x="13451" y="19950"/>
                  </a:lnTo>
                  <a:lnTo>
                    <a:pt x="13471" y="19950"/>
                  </a:lnTo>
                  <a:lnTo>
                    <a:pt x="13471" y="19930"/>
                  </a:lnTo>
                  <a:lnTo>
                    <a:pt x="13352" y="19832"/>
                  </a:lnTo>
                  <a:lnTo>
                    <a:pt x="13392" y="19812"/>
                  </a:lnTo>
                  <a:lnTo>
                    <a:pt x="13431" y="19792"/>
                  </a:lnTo>
                  <a:lnTo>
                    <a:pt x="13530" y="19812"/>
                  </a:lnTo>
                  <a:lnTo>
                    <a:pt x="13649" y="19851"/>
                  </a:lnTo>
                  <a:lnTo>
                    <a:pt x="13767" y="19930"/>
                  </a:lnTo>
                  <a:lnTo>
                    <a:pt x="14064" y="20108"/>
                  </a:lnTo>
                  <a:lnTo>
                    <a:pt x="14222" y="20207"/>
                  </a:lnTo>
                  <a:lnTo>
                    <a:pt x="14380" y="20286"/>
                  </a:lnTo>
                  <a:lnTo>
                    <a:pt x="14419" y="20365"/>
                  </a:lnTo>
                  <a:lnTo>
                    <a:pt x="14419" y="20385"/>
                  </a:lnTo>
                  <a:lnTo>
                    <a:pt x="14399" y="20404"/>
                  </a:lnTo>
                  <a:lnTo>
                    <a:pt x="14320" y="20404"/>
                  </a:lnTo>
                  <a:lnTo>
                    <a:pt x="14222" y="20385"/>
                  </a:lnTo>
                  <a:lnTo>
                    <a:pt x="13965" y="20306"/>
                  </a:lnTo>
                  <a:lnTo>
                    <a:pt x="13846" y="20246"/>
                  </a:lnTo>
                  <a:lnTo>
                    <a:pt x="13747" y="20227"/>
                  </a:lnTo>
                  <a:lnTo>
                    <a:pt x="13747" y="20227"/>
                  </a:lnTo>
                  <a:lnTo>
                    <a:pt x="13866" y="20286"/>
                  </a:lnTo>
                  <a:lnTo>
                    <a:pt x="13985" y="20325"/>
                  </a:lnTo>
                  <a:lnTo>
                    <a:pt x="14103" y="20404"/>
                  </a:lnTo>
                  <a:lnTo>
                    <a:pt x="14222" y="20503"/>
                  </a:lnTo>
                  <a:lnTo>
                    <a:pt x="14083" y="20602"/>
                  </a:lnTo>
                  <a:lnTo>
                    <a:pt x="14261" y="20681"/>
                  </a:lnTo>
                  <a:lnTo>
                    <a:pt x="14360" y="20701"/>
                  </a:lnTo>
                  <a:lnTo>
                    <a:pt x="14419" y="20701"/>
                  </a:lnTo>
                  <a:lnTo>
                    <a:pt x="14439" y="20681"/>
                  </a:lnTo>
                  <a:lnTo>
                    <a:pt x="14439" y="20582"/>
                  </a:lnTo>
                  <a:lnTo>
                    <a:pt x="14459" y="20543"/>
                  </a:lnTo>
                  <a:lnTo>
                    <a:pt x="14518" y="20503"/>
                  </a:lnTo>
                  <a:lnTo>
                    <a:pt x="14597" y="20483"/>
                  </a:lnTo>
                  <a:lnTo>
                    <a:pt x="14696" y="20503"/>
                  </a:lnTo>
                  <a:lnTo>
                    <a:pt x="14775" y="20562"/>
                  </a:lnTo>
                  <a:lnTo>
                    <a:pt x="14854" y="20622"/>
                  </a:lnTo>
                  <a:lnTo>
                    <a:pt x="15012" y="20760"/>
                  </a:lnTo>
                  <a:lnTo>
                    <a:pt x="15071" y="20799"/>
                  </a:lnTo>
                  <a:lnTo>
                    <a:pt x="15130" y="20839"/>
                  </a:lnTo>
                  <a:lnTo>
                    <a:pt x="15130" y="20839"/>
                  </a:lnTo>
                  <a:lnTo>
                    <a:pt x="14952" y="20799"/>
                  </a:lnTo>
                  <a:lnTo>
                    <a:pt x="15091" y="20878"/>
                  </a:lnTo>
                  <a:lnTo>
                    <a:pt x="15209" y="20938"/>
                  </a:lnTo>
                  <a:lnTo>
                    <a:pt x="15328" y="20977"/>
                  </a:lnTo>
                  <a:lnTo>
                    <a:pt x="15426" y="20997"/>
                  </a:lnTo>
                  <a:lnTo>
                    <a:pt x="15644" y="21036"/>
                  </a:lnTo>
                  <a:lnTo>
                    <a:pt x="15762" y="21056"/>
                  </a:lnTo>
                  <a:lnTo>
                    <a:pt x="15900" y="21116"/>
                  </a:lnTo>
                  <a:lnTo>
                    <a:pt x="16039" y="21293"/>
                  </a:lnTo>
                  <a:lnTo>
                    <a:pt x="15881" y="21195"/>
                  </a:lnTo>
                  <a:lnTo>
                    <a:pt x="15742" y="21155"/>
                  </a:lnTo>
                  <a:lnTo>
                    <a:pt x="15604" y="21135"/>
                  </a:lnTo>
                  <a:lnTo>
                    <a:pt x="15486" y="21135"/>
                  </a:lnTo>
                  <a:lnTo>
                    <a:pt x="15387" y="21155"/>
                  </a:lnTo>
                  <a:lnTo>
                    <a:pt x="15288" y="21155"/>
                  </a:lnTo>
                  <a:lnTo>
                    <a:pt x="15189" y="21135"/>
                  </a:lnTo>
                  <a:lnTo>
                    <a:pt x="15091" y="21076"/>
                  </a:lnTo>
                  <a:lnTo>
                    <a:pt x="15091" y="21076"/>
                  </a:lnTo>
                  <a:lnTo>
                    <a:pt x="15268" y="21214"/>
                  </a:lnTo>
                  <a:lnTo>
                    <a:pt x="15308" y="21274"/>
                  </a:lnTo>
                  <a:lnTo>
                    <a:pt x="15308" y="21313"/>
                  </a:lnTo>
                  <a:lnTo>
                    <a:pt x="15308" y="21333"/>
                  </a:lnTo>
                  <a:lnTo>
                    <a:pt x="15268" y="21353"/>
                  </a:lnTo>
                  <a:lnTo>
                    <a:pt x="15150" y="21372"/>
                  </a:lnTo>
                  <a:lnTo>
                    <a:pt x="14992" y="21372"/>
                  </a:lnTo>
                  <a:lnTo>
                    <a:pt x="14794" y="21353"/>
                  </a:lnTo>
                  <a:lnTo>
                    <a:pt x="14498" y="21313"/>
                  </a:lnTo>
                  <a:lnTo>
                    <a:pt x="14735" y="21432"/>
                  </a:lnTo>
                  <a:lnTo>
                    <a:pt x="14933" y="21530"/>
                  </a:lnTo>
                  <a:lnTo>
                    <a:pt x="15110" y="21649"/>
                  </a:lnTo>
                  <a:lnTo>
                    <a:pt x="15249" y="21767"/>
                  </a:lnTo>
                  <a:lnTo>
                    <a:pt x="15466" y="21787"/>
                  </a:lnTo>
                  <a:lnTo>
                    <a:pt x="15663" y="21827"/>
                  </a:lnTo>
                  <a:lnTo>
                    <a:pt x="16039" y="21985"/>
                  </a:lnTo>
                  <a:lnTo>
                    <a:pt x="16236" y="22044"/>
                  </a:lnTo>
                  <a:lnTo>
                    <a:pt x="16414" y="22083"/>
                  </a:lnTo>
                  <a:lnTo>
                    <a:pt x="16612" y="22103"/>
                  </a:lnTo>
                  <a:lnTo>
                    <a:pt x="16730" y="22103"/>
                  </a:lnTo>
                  <a:lnTo>
                    <a:pt x="16829" y="22083"/>
                  </a:lnTo>
                  <a:lnTo>
                    <a:pt x="16888" y="22103"/>
                  </a:lnTo>
                  <a:lnTo>
                    <a:pt x="16888" y="22123"/>
                  </a:lnTo>
                  <a:lnTo>
                    <a:pt x="16868" y="22143"/>
                  </a:lnTo>
                  <a:lnTo>
                    <a:pt x="16829" y="22143"/>
                  </a:lnTo>
                  <a:lnTo>
                    <a:pt x="16750" y="22162"/>
                  </a:lnTo>
                  <a:lnTo>
                    <a:pt x="16770" y="22182"/>
                  </a:lnTo>
                  <a:lnTo>
                    <a:pt x="16849" y="22202"/>
                  </a:lnTo>
                  <a:lnTo>
                    <a:pt x="17244" y="22281"/>
                  </a:lnTo>
                  <a:lnTo>
                    <a:pt x="17461" y="22320"/>
                  </a:lnTo>
                  <a:lnTo>
                    <a:pt x="17658" y="22340"/>
                  </a:lnTo>
                  <a:lnTo>
                    <a:pt x="18073" y="22340"/>
                  </a:lnTo>
                  <a:lnTo>
                    <a:pt x="18271" y="22320"/>
                  </a:lnTo>
                  <a:lnTo>
                    <a:pt x="18310" y="22281"/>
                  </a:lnTo>
                  <a:lnTo>
                    <a:pt x="18330" y="22301"/>
                  </a:lnTo>
                  <a:lnTo>
                    <a:pt x="18330" y="22340"/>
                  </a:lnTo>
                  <a:lnTo>
                    <a:pt x="18310" y="22439"/>
                  </a:lnTo>
                  <a:lnTo>
                    <a:pt x="18330" y="22459"/>
                  </a:lnTo>
                  <a:lnTo>
                    <a:pt x="18350" y="22459"/>
                  </a:lnTo>
                  <a:lnTo>
                    <a:pt x="18389" y="22439"/>
                  </a:lnTo>
                  <a:lnTo>
                    <a:pt x="18508" y="22439"/>
                  </a:lnTo>
                  <a:lnTo>
                    <a:pt x="18567" y="22498"/>
                  </a:lnTo>
                  <a:lnTo>
                    <a:pt x="18606" y="22538"/>
                  </a:lnTo>
                  <a:lnTo>
                    <a:pt x="18685" y="22656"/>
                  </a:lnTo>
                  <a:lnTo>
                    <a:pt x="18883" y="22972"/>
                  </a:lnTo>
                  <a:lnTo>
                    <a:pt x="19120" y="23308"/>
                  </a:lnTo>
                  <a:lnTo>
                    <a:pt x="19397" y="23683"/>
                  </a:lnTo>
                  <a:lnTo>
                    <a:pt x="19160" y="23545"/>
                  </a:lnTo>
                  <a:lnTo>
                    <a:pt x="19160" y="23545"/>
                  </a:lnTo>
                  <a:lnTo>
                    <a:pt x="19318" y="23743"/>
                  </a:lnTo>
                  <a:lnTo>
                    <a:pt x="19456" y="23940"/>
                  </a:lnTo>
                  <a:lnTo>
                    <a:pt x="19614" y="24059"/>
                  </a:lnTo>
                  <a:lnTo>
                    <a:pt x="19693" y="24098"/>
                  </a:lnTo>
                  <a:lnTo>
                    <a:pt x="19772" y="24118"/>
                  </a:lnTo>
                  <a:lnTo>
                    <a:pt x="19811" y="24217"/>
                  </a:lnTo>
                  <a:lnTo>
                    <a:pt x="19871" y="24315"/>
                  </a:lnTo>
                  <a:lnTo>
                    <a:pt x="19950" y="24394"/>
                  </a:lnTo>
                  <a:lnTo>
                    <a:pt x="20029" y="24473"/>
                  </a:lnTo>
                  <a:lnTo>
                    <a:pt x="20266" y="24631"/>
                  </a:lnTo>
                  <a:lnTo>
                    <a:pt x="20503" y="24770"/>
                  </a:lnTo>
                  <a:lnTo>
                    <a:pt x="20759" y="24908"/>
                  </a:lnTo>
                  <a:lnTo>
                    <a:pt x="21016" y="25046"/>
                  </a:lnTo>
                  <a:lnTo>
                    <a:pt x="21233" y="25184"/>
                  </a:lnTo>
                  <a:lnTo>
                    <a:pt x="21332" y="25283"/>
                  </a:lnTo>
                  <a:lnTo>
                    <a:pt x="21411" y="25362"/>
                  </a:lnTo>
                  <a:lnTo>
                    <a:pt x="21629" y="25461"/>
                  </a:lnTo>
                  <a:lnTo>
                    <a:pt x="21826" y="25540"/>
                  </a:lnTo>
                  <a:lnTo>
                    <a:pt x="21984" y="25560"/>
                  </a:lnTo>
                  <a:lnTo>
                    <a:pt x="22122" y="25560"/>
                  </a:lnTo>
                  <a:lnTo>
                    <a:pt x="22399" y="25540"/>
                  </a:lnTo>
                  <a:lnTo>
                    <a:pt x="22557" y="25540"/>
                  </a:lnTo>
                  <a:lnTo>
                    <a:pt x="22754" y="25579"/>
                  </a:lnTo>
                  <a:lnTo>
                    <a:pt x="22715" y="25619"/>
                  </a:lnTo>
                  <a:lnTo>
                    <a:pt x="22675" y="25678"/>
                  </a:lnTo>
                  <a:lnTo>
                    <a:pt x="22675" y="25718"/>
                  </a:lnTo>
                  <a:lnTo>
                    <a:pt x="22675" y="25737"/>
                  </a:lnTo>
                  <a:lnTo>
                    <a:pt x="22735" y="25777"/>
                  </a:lnTo>
                  <a:lnTo>
                    <a:pt x="22814" y="25816"/>
                  </a:lnTo>
                  <a:lnTo>
                    <a:pt x="23169" y="25856"/>
                  </a:lnTo>
                  <a:lnTo>
                    <a:pt x="23525" y="25876"/>
                  </a:lnTo>
                  <a:lnTo>
                    <a:pt x="23880" y="25876"/>
                  </a:lnTo>
                  <a:lnTo>
                    <a:pt x="24236" y="25856"/>
                  </a:lnTo>
                  <a:lnTo>
                    <a:pt x="24572" y="25816"/>
                  </a:lnTo>
                  <a:lnTo>
                    <a:pt x="24907" y="25777"/>
                  </a:lnTo>
                  <a:lnTo>
                    <a:pt x="25243" y="25718"/>
                  </a:lnTo>
                  <a:lnTo>
                    <a:pt x="25559" y="25619"/>
                  </a:lnTo>
                  <a:lnTo>
                    <a:pt x="25895" y="25520"/>
                  </a:lnTo>
                  <a:lnTo>
                    <a:pt x="26211" y="25421"/>
                  </a:lnTo>
                  <a:lnTo>
                    <a:pt x="26527" y="25283"/>
                  </a:lnTo>
                  <a:lnTo>
                    <a:pt x="26823" y="25145"/>
                  </a:lnTo>
                  <a:lnTo>
                    <a:pt x="27139" y="24987"/>
                  </a:lnTo>
                  <a:lnTo>
                    <a:pt x="27436" y="24809"/>
                  </a:lnTo>
                  <a:lnTo>
                    <a:pt x="27732" y="24612"/>
                  </a:lnTo>
                  <a:lnTo>
                    <a:pt x="28028" y="24394"/>
                  </a:lnTo>
                  <a:lnTo>
                    <a:pt x="28008" y="24434"/>
                  </a:lnTo>
                  <a:lnTo>
                    <a:pt x="27989" y="24473"/>
                  </a:lnTo>
                  <a:lnTo>
                    <a:pt x="27910" y="24533"/>
                  </a:lnTo>
                  <a:lnTo>
                    <a:pt x="28107" y="24394"/>
                  </a:lnTo>
                  <a:lnTo>
                    <a:pt x="28305" y="24256"/>
                  </a:lnTo>
                  <a:lnTo>
                    <a:pt x="28641" y="23940"/>
                  </a:lnTo>
                  <a:lnTo>
                    <a:pt x="28937" y="23604"/>
                  </a:lnTo>
                  <a:lnTo>
                    <a:pt x="29233" y="23249"/>
                  </a:lnTo>
                  <a:lnTo>
                    <a:pt x="29470" y="22913"/>
                  </a:lnTo>
                  <a:lnTo>
                    <a:pt x="29707" y="22557"/>
                  </a:lnTo>
                  <a:lnTo>
                    <a:pt x="30161" y="21925"/>
                  </a:lnTo>
                  <a:lnTo>
                    <a:pt x="30240" y="21728"/>
                  </a:lnTo>
                  <a:lnTo>
                    <a:pt x="30319" y="21511"/>
                  </a:lnTo>
                  <a:lnTo>
                    <a:pt x="30339" y="21412"/>
                  </a:lnTo>
                  <a:lnTo>
                    <a:pt x="30339" y="21333"/>
                  </a:lnTo>
                  <a:lnTo>
                    <a:pt x="30319" y="21293"/>
                  </a:lnTo>
                  <a:lnTo>
                    <a:pt x="30260" y="21313"/>
                  </a:lnTo>
                  <a:lnTo>
                    <a:pt x="30221" y="21372"/>
                  </a:lnTo>
                  <a:lnTo>
                    <a:pt x="30181" y="21412"/>
                  </a:lnTo>
                  <a:lnTo>
                    <a:pt x="30122" y="21432"/>
                  </a:lnTo>
                  <a:lnTo>
                    <a:pt x="30082" y="21451"/>
                  </a:lnTo>
                  <a:lnTo>
                    <a:pt x="29984" y="21432"/>
                  </a:lnTo>
                  <a:lnTo>
                    <a:pt x="29924" y="21392"/>
                  </a:lnTo>
                  <a:lnTo>
                    <a:pt x="30023" y="21155"/>
                  </a:lnTo>
                  <a:lnTo>
                    <a:pt x="30102" y="21017"/>
                  </a:lnTo>
                  <a:lnTo>
                    <a:pt x="30181" y="20938"/>
                  </a:lnTo>
                  <a:lnTo>
                    <a:pt x="30240" y="20898"/>
                  </a:lnTo>
                  <a:lnTo>
                    <a:pt x="30319" y="20878"/>
                  </a:lnTo>
                  <a:lnTo>
                    <a:pt x="30379" y="20839"/>
                  </a:lnTo>
                  <a:lnTo>
                    <a:pt x="30438" y="20740"/>
                  </a:lnTo>
                  <a:lnTo>
                    <a:pt x="30517" y="20602"/>
                  </a:lnTo>
                  <a:lnTo>
                    <a:pt x="30596" y="20582"/>
                  </a:lnTo>
                  <a:lnTo>
                    <a:pt x="30616" y="20602"/>
                  </a:lnTo>
                  <a:lnTo>
                    <a:pt x="30635" y="20622"/>
                  </a:lnTo>
                  <a:lnTo>
                    <a:pt x="30635" y="20681"/>
                  </a:lnTo>
                  <a:lnTo>
                    <a:pt x="30635" y="20760"/>
                  </a:lnTo>
                  <a:lnTo>
                    <a:pt x="30616" y="20938"/>
                  </a:lnTo>
                  <a:lnTo>
                    <a:pt x="30635" y="21017"/>
                  </a:lnTo>
                  <a:lnTo>
                    <a:pt x="30655" y="21056"/>
                  </a:lnTo>
                  <a:lnTo>
                    <a:pt x="30675" y="21076"/>
                  </a:lnTo>
                  <a:lnTo>
                    <a:pt x="30793" y="20641"/>
                  </a:lnTo>
                  <a:lnTo>
                    <a:pt x="30872" y="20227"/>
                  </a:lnTo>
                  <a:lnTo>
                    <a:pt x="30951" y="20069"/>
                  </a:lnTo>
                  <a:lnTo>
                    <a:pt x="31011" y="19911"/>
                  </a:lnTo>
                  <a:lnTo>
                    <a:pt x="31110" y="19575"/>
                  </a:lnTo>
                  <a:lnTo>
                    <a:pt x="31189" y="19259"/>
                  </a:lnTo>
                  <a:lnTo>
                    <a:pt x="31248" y="19101"/>
                  </a:lnTo>
                  <a:lnTo>
                    <a:pt x="31289" y="19005"/>
                  </a:lnTo>
                  <a:lnTo>
                    <a:pt x="31289" y="19005"/>
                  </a:lnTo>
                  <a:lnTo>
                    <a:pt x="31307" y="19042"/>
                  </a:lnTo>
                  <a:lnTo>
                    <a:pt x="31327" y="19101"/>
                  </a:lnTo>
                  <a:lnTo>
                    <a:pt x="31347" y="19140"/>
                  </a:lnTo>
                  <a:lnTo>
                    <a:pt x="31347" y="19180"/>
                  </a:lnTo>
                  <a:lnTo>
                    <a:pt x="31347" y="19239"/>
                  </a:lnTo>
                  <a:lnTo>
                    <a:pt x="31287" y="19338"/>
                  </a:lnTo>
                  <a:lnTo>
                    <a:pt x="31287" y="19298"/>
                  </a:lnTo>
                  <a:lnTo>
                    <a:pt x="31268" y="19259"/>
                  </a:lnTo>
                  <a:lnTo>
                    <a:pt x="31208" y="19476"/>
                  </a:lnTo>
                  <a:lnTo>
                    <a:pt x="31189" y="19614"/>
                  </a:lnTo>
                  <a:lnTo>
                    <a:pt x="31189" y="19713"/>
                  </a:lnTo>
                  <a:lnTo>
                    <a:pt x="31189" y="19792"/>
                  </a:lnTo>
                  <a:lnTo>
                    <a:pt x="31189" y="19950"/>
                  </a:lnTo>
                  <a:lnTo>
                    <a:pt x="31169" y="20088"/>
                  </a:lnTo>
                  <a:lnTo>
                    <a:pt x="31129" y="20266"/>
                  </a:lnTo>
                  <a:lnTo>
                    <a:pt x="31228" y="19832"/>
                  </a:lnTo>
                  <a:lnTo>
                    <a:pt x="31347" y="19377"/>
                  </a:lnTo>
                  <a:lnTo>
                    <a:pt x="31445" y="18923"/>
                  </a:lnTo>
                  <a:lnTo>
                    <a:pt x="31544" y="18528"/>
                  </a:lnTo>
                  <a:lnTo>
                    <a:pt x="31485" y="18528"/>
                  </a:lnTo>
                  <a:lnTo>
                    <a:pt x="31465" y="18488"/>
                  </a:lnTo>
                  <a:lnTo>
                    <a:pt x="31465" y="18429"/>
                  </a:lnTo>
                  <a:lnTo>
                    <a:pt x="31465" y="18350"/>
                  </a:lnTo>
                  <a:lnTo>
                    <a:pt x="31485" y="18153"/>
                  </a:lnTo>
                  <a:lnTo>
                    <a:pt x="31485" y="18054"/>
                  </a:lnTo>
                  <a:lnTo>
                    <a:pt x="31465" y="17995"/>
                  </a:lnTo>
                  <a:lnTo>
                    <a:pt x="31485" y="17955"/>
                  </a:lnTo>
                  <a:lnTo>
                    <a:pt x="31465" y="17935"/>
                  </a:lnTo>
                  <a:lnTo>
                    <a:pt x="31445" y="17916"/>
                  </a:lnTo>
                  <a:lnTo>
                    <a:pt x="31426" y="17797"/>
                  </a:lnTo>
                  <a:lnTo>
                    <a:pt x="31406" y="17560"/>
                  </a:lnTo>
                  <a:lnTo>
                    <a:pt x="31603" y="17481"/>
                  </a:lnTo>
                  <a:lnTo>
                    <a:pt x="31603" y="17422"/>
                  </a:lnTo>
                  <a:lnTo>
                    <a:pt x="31584" y="17382"/>
                  </a:lnTo>
                  <a:lnTo>
                    <a:pt x="31564" y="17382"/>
                  </a:lnTo>
                  <a:lnTo>
                    <a:pt x="31544" y="17402"/>
                  </a:lnTo>
                  <a:lnTo>
                    <a:pt x="31524" y="17402"/>
                  </a:lnTo>
                  <a:lnTo>
                    <a:pt x="31505" y="17363"/>
                  </a:lnTo>
                  <a:lnTo>
                    <a:pt x="31505" y="17303"/>
                  </a:lnTo>
                  <a:lnTo>
                    <a:pt x="31505" y="16987"/>
                  </a:lnTo>
                  <a:lnTo>
                    <a:pt x="31544" y="16533"/>
                  </a:lnTo>
                  <a:lnTo>
                    <a:pt x="31564" y="16316"/>
                  </a:lnTo>
                  <a:lnTo>
                    <a:pt x="31603" y="16138"/>
                  </a:lnTo>
                  <a:lnTo>
                    <a:pt x="31663" y="16000"/>
                  </a:lnTo>
                  <a:lnTo>
                    <a:pt x="31682" y="15960"/>
                  </a:lnTo>
                  <a:lnTo>
                    <a:pt x="31722" y="15921"/>
                  </a:lnTo>
                  <a:lnTo>
                    <a:pt x="31702" y="15703"/>
                  </a:lnTo>
                  <a:lnTo>
                    <a:pt x="31663" y="15526"/>
                  </a:lnTo>
                  <a:lnTo>
                    <a:pt x="31623" y="15348"/>
                  </a:lnTo>
                  <a:lnTo>
                    <a:pt x="31623" y="15131"/>
                  </a:lnTo>
                  <a:lnTo>
                    <a:pt x="31663" y="15150"/>
                  </a:lnTo>
                  <a:lnTo>
                    <a:pt x="31682" y="15190"/>
                  </a:lnTo>
                  <a:lnTo>
                    <a:pt x="31722" y="15249"/>
                  </a:lnTo>
                  <a:lnTo>
                    <a:pt x="31722" y="14953"/>
                  </a:lnTo>
                  <a:lnTo>
                    <a:pt x="31722" y="14657"/>
                  </a:lnTo>
                  <a:lnTo>
                    <a:pt x="31702" y="14321"/>
                  </a:lnTo>
                  <a:lnTo>
                    <a:pt x="31682" y="13965"/>
                  </a:lnTo>
                  <a:lnTo>
                    <a:pt x="31623" y="13590"/>
                  </a:lnTo>
                  <a:lnTo>
                    <a:pt x="31544" y="13195"/>
                  </a:lnTo>
                  <a:lnTo>
                    <a:pt x="31426" y="12800"/>
                  </a:lnTo>
                  <a:lnTo>
                    <a:pt x="31268" y="12385"/>
                  </a:lnTo>
                  <a:lnTo>
                    <a:pt x="31070" y="12109"/>
                  </a:lnTo>
                  <a:lnTo>
                    <a:pt x="30853" y="11872"/>
                  </a:lnTo>
                  <a:lnTo>
                    <a:pt x="30675" y="11714"/>
                  </a:lnTo>
                  <a:lnTo>
                    <a:pt x="30517" y="11595"/>
                  </a:lnTo>
                  <a:lnTo>
                    <a:pt x="30458" y="11536"/>
                  </a:lnTo>
                  <a:lnTo>
                    <a:pt x="30418" y="11516"/>
                  </a:lnTo>
                  <a:lnTo>
                    <a:pt x="30359" y="11496"/>
                  </a:lnTo>
                  <a:lnTo>
                    <a:pt x="30221" y="11457"/>
                  </a:lnTo>
                  <a:lnTo>
                    <a:pt x="30260" y="11496"/>
                  </a:lnTo>
                  <a:lnTo>
                    <a:pt x="30280" y="11555"/>
                  </a:lnTo>
                  <a:lnTo>
                    <a:pt x="30280" y="11595"/>
                  </a:lnTo>
                  <a:lnTo>
                    <a:pt x="30260" y="11615"/>
                  </a:lnTo>
                  <a:lnTo>
                    <a:pt x="30240" y="11634"/>
                  </a:lnTo>
                  <a:lnTo>
                    <a:pt x="30122" y="11634"/>
                  </a:lnTo>
                  <a:lnTo>
                    <a:pt x="30082" y="11595"/>
                  </a:lnTo>
                  <a:lnTo>
                    <a:pt x="30003" y="11476"/>
                  </a:lnTo>
                  <a:lnTo>
                    <a:pt x="29964" y="11437"/>
                  </a:lnTo>
                  <a:lnTo>
                    <a:pt x="30003" y="11417"/>
                  </a:lnTo>
                  <a:lnTo>
                    <a:pt x="30023" y="11378"/>
                  </a:lnTo>
                  <a:lnTo>
                    <a:pt x="30043" y="11299"/>
                  </a:lnTo>
                  <a:lnTo>
                    <a:pt x="30043" y="11279"/>
                  </a:lnTo>
                  <a:lnTo>
                    <a:pt x="30082" y="11279"/>
                  </a:lnTo>
                  <a:lnTo>
                    <a:pt x="30102" y="11338"/>
                  </a:lnTo>
                  <a:lnTo>
                    <a:pt x="30161" y="11279"/>
                  </a:lnTo>
                  <a:lnTo>
                    <a:pt x="30181" y="11239"/>
                  </a:lnTo>
                  <a:lnTo>
                    <a:pt x="30201" y="11200"/>
                  </a:lnTo>
                  <a:lnTo>
                    <a:pt x="30181" y="11160"/>
                  </a:lnTo>
                  <a:lnTo>
                    <a:pt x="30181" y="11002"/>
                  </a:lnTo>
                  <a:lnTo>
                    <a:pt x="30122" y="10588"/>
                  </a:lnTo>
                  <a:lnTo>
                    <a:pt x="30142" y="10430"/>
                  </a:lnTo>
                  <a:lnTo>
                    <a:pt x="30142" y="10390"/>
                  </a:lnTo>
                  <a:lnTo>
                    <a:pt x="30181" y="10370"/>
                  </a:lnTo>
                  <a:lnTo>
                    <a:pt x="30142" y="10272"/>
                  </a:lnTo>
                  <a:lnTo>
                    <a:pt x="30082" y="10133"/>
                  </a:lnTo>
                  <a:lnTo>
                    <a:pt x="30023" y="9936"/>
                  </a:lnTo>
                  <a:lnTo>
                    <a:pt x="29924" y="9738"/>
                  </a:lnTo>
                  <a:lnTo>
                    <a:pt x="29826" y="9541"/>
                  </a:lnTo>
                  <a:lnTo>
                    <a:pt x="29707" y="9363"/>
                  </a:lnTo>
                  <a:lnTo>
                    <a:pt x="29589" y="9205"/>
                  </a:lnTo>
                  <a:lnTo>
                    <a:pt x="29470" y="9106"/>
                  </a:lnTo>
                  <a:lnTo>
                    <a:pt x="29470" y="9086"/>
                  </a:lnTo>
                  <a:lnTo>
                    <a:pt x="29490" y="9086"/>
                  </a:lnTo>
                  <a:lnTo>
                    <a:pt x="29529" y="9106"/>
                  </a:lnTo>
                  <a:lnTo>
                    <a:pt x="29648" y="9244"/>
                  </a:lnTo>
                  <a:lnTo>
                    <a:pt x="29766" y="9403"/>
                  </a:lnTo>
                  <a:lnTo>
                    <a:pt x="29806" y="9442"/>
                  </a:lnTo>
                  <a:lnTo>
                    <a:pt x="29845" y="9462"/>
                  </a:lnTo>
                  <a:lnTo>
                    <a:pt x="29727" y="9284"/>
                  </a:lnTo>
                  <a:lnTo>
                    <a:pt x="29589" y="9106"/>
                  </a:lnTo>
                  <a:lnTo>
                    <a:pt x="29648" y="9067"/>
                  </a:lnTo>
                  <a:lnTo>
                    <a:pt x="29490" y="8849"/>
                  </a:lnTo>
                  <a:lnTo>
                    <a:pt x="29352" y="8691"/>
                  </a:lnTo>
                  <a:lnTo>
                    <a:pt x="29213" y="8573"/>
                  </a:lnTo>
                  <a:lnTo>
                    <a:pt x="29075" y="8494"/>
                  </a:lnTo>
                  <a:lnTo>
                    <a:pt x="28818" y="8375"/>
                  </a:lnTo>
                  <a:lnTo>
                    <a:pt x="28700" y="8336"/>
                  </a:lnTo>
                  <a:lnTo>
                    <a:pt x="28561" y="8257"/>
                  </a:lnTo>
                  <a:lnTo>
                    <a:pt x="28581" y="8237"/>
                  </a:lnTo>
                  <a:lnTo>
                    <a:pt x="28344" y="8099"/>
                  </a:lnTo>
                  <a:lnTo>
                    <a:pt x="28344" y="8099"/>
                  </a:lnTo>
                  <a:lnTo>
                    <a:pt x="28720" y="8158"/>
                  </a:lnTo>
                  <a:lnTo>
                    <a:pt x="28581" y="8079"/>
                  </a:lnTo>
                  <a:lnTo>
                    <a:pt x="28443" y="8000"/>
                  </a:lnTo>
                  <a:lnTo>
                    <a:pt x="28186" y="7901"/>
                  </a:lnTo>
                  <a:lnTo>
                    <a:pt x="27910" y="7803"/>
                  </a:lnTo>
                  <a:lnTo>
                    <a:pt x="27594" y="7684"/>
                  </a:lnTo>
                  <a:lnTo>
                    <a:pt x="27574" y="7605"/>
                  </a:lnTo>
                  <a:lnTo>
                    <a:pt x="27297" y="7546"/>
                  </a:lnTo>
                  <a:lnTo>
                    <a:pt x="27357" y="7546"/>
                  </a:lnTo>
                  <a:lnTo>
                    <a:pt x="27357" y="7526"/>
                  </a:lnTo>
                  <a:lnTo>
                    <a:pt x="27357" y="7506"/>
                  </a:lnTo>
                  <a:lnTo>
                    <a:pt x="27218" y="7506"/>
                  </a:lnTo>
                  <a:lnTo>
                    <a:pt x="27080" y="7487"/>
                  </a:lnTo>
                  <a:lnTo>
                    <a:pt x="26764" y="7427"/>
                  </a:lnTo>
                  <a:lnTo>
                    <a:pt x="26468" y="7368"/>
                  </a:lnTo>
                  <a:lnTo>
                    <a:pt x="26349" y="7348"/>
                  </a:lnTo>
                  <a:lnTo>
                    <a:pt x="26231" y="7368"/>
                  </a:lnTo>
                  <a:lnTo>
                    <a:pt x="26172" y="7348"/>
                  </a:lnTo>
                  <a:lnTo>
                    <a:pt x="26112" y="7289"/>
                  </a:lnTo>
                  <a:lnTo>
                    <a:pt x="26013" y="7210"/>
                  </a:lnTo>
                  <a:lnTo>
                    <a:pt x="25954" y="7171"/>
                  </a:lnTo>
                  <a:lnTo>
                    <a:pt x="25895" y="7131"/>
                  </a:lnTo>
                  <a:lnTo>
                    <a:pt x="25816" y="7131"/>
                  </a:lnTo>
                  <a:lnTo>
                    <a:pt x="25717" y="7151"/>
                  </a:lnTo>
                  <a:lnTo>
                    <a:pt x="25816" y="6953"/>
                  </a:lnTo>
                  <a:lnTo>
                    <a:pt x="25994" y="6993"/>
                  </a:lnTo>
                  <a:lnTo>
                    <a:pt x="26092" y="7032"/>
                  </a:lnTo>
                  <a:lnTo>
                    <a:pt x="26152" y="7072"/>
                  </a:lnTo>
                  <a:lnTo>
                    <a:pt x="26191" y="7111"/>
                  </a:lnTo>
                  <a:lnTo>
                    <a:pt x="26231" y="7151"/>
                  </a:lnTo>
                  <a:lnTo>
                    <a:pt x="26310" y="7171"/>
                  </a:lnTo>
                  <a:lnTo>
                    <a:pt x="26428" y="7210"/>
                  </a:lnTo>
                  <a:lnTo>
                    <a:pt x="26606" y="7250"/>
                  </a:lnTo>
                  <a:lnTo>
                    <a:pt x="26527" y="7171"/>
                  </a:lnTo>
                  <a:lnTo>
                    <a:pt x="26428" y="7111"/>
                  </a:lnTo>
                  <a:lnTo>
                    <a:pt x="26191" y="6973"/>
                  </a:lnTo>
                  <a:lnTo>
                    <a:pt x="25875" y="6854"/>
                  </a:lnTo>
                  <a:lnTo>
                    <a:pt x="25539" y="6736"/>
                  </a:lnTo>
                  <a:lnTo>
                    <a:pt x="25204" y="6657"/>
                  </a:lnTo>
                  <a:lnTo>
                    <a:pt x="24848" y="6598"/>
                  </a:lnTo>
                  <a:lnTo>
                    <a:pt x="24216" y="6479"/>
                  </a:lnTo>
                  <a:lnTo>
                    <a:pt x="23959" y="6459"/>
                  </a:lnTo>
                  <a:lnTo>
                    <a:pt x="23683" y="6420"/>
                  </a:lnTo>
                  <a:lnTo>
                    <a:pt x="23110" y="6321"/>
                  </a:lnTo>
                  <a:lnTo>
                    <a:pt x="22853" y="6282"/>
                  </a:lnTo>
                  <a:lnTo>
                    <a:pt x="22616" y="6262"/>
                  </a:lnTo>
                  <a:lnTo>
                    <a:pt x="22399" y="6262"/>
                  </a:lnTo>
                  <a:lnTo>
                    <a:pt x="22320" y="6301"/>
                  </a:lnTo>
                  <a:lnTo>
                    <a:pt x="22261" y="6341"/>
                  </a:lnTo>
                  <a:lnTo>
                    <a:pt x="22261" y="6341"/>
                  </a:lnTo>
                  <a:lnTo>
                    <a:pt x="22340" y="6222"/>
                  </a:lnTo>
                  <a:lnTo>
                    <a:pt x="21332" y="5926"/>
                  </a:lnTo>
                  <a:lnTo>
                    <a:pt x="21016" y="5867"/>
                  </a:lnTo>
                  <a:lnTo>
                    <a:pt x="20740" y="5808"/>
                  </a:lnTo>
                  <a:lnTo>
                    <a:pt x="20463" y="5729"/>
                  </a:lnTo>
                  <a:lnTo>
                    <a:pt x="20226" y="5630"/>
                  </a:lnTo>
                  <a:lnTo>
                    <a:pt x="19811" y="5452"/>
                  </a:lnTo>
                  <a:lnTo>
                    <a:pt x="19594" y="5353"/>
                  </a:lnTo>
                  <a:lnTo>
                    <a:pt x="19357" y="5274"/>
                  </a:lnTo>
                  <a:lnTo>
                    <a:pt x="19258" y="5077"/>
                  </a:lnTo>
                  <a:lnTo>
                    <a:pt x="19100" y="5057"/>
                  </a:lnTo>
                  <a:lnTo>
                    <a:pt x="18942" y="4998"/>
                  </a:lnTo>
                  <a:lnTo>
                    <a:pt x="18547" y="4820"/>
                  </a:lnTo>
                  <a:lnTo>
                    <a:pt x="18113" y="4622"/>
                  </a:lnTo>
                  <a:lnTo>
                    <a:pt x="17678" y="4445"/>
                  </a:lnTo>
                  <a:lnTo>
                    <a:pt x="17263" y="4287"/>
                  </a:lnTo>
                  <a:lnTo>
                    <a:pt x="16888" y="4188"/>
                  </a:lnTo>
                  <a:lnTo>
                    <a:pt x="16710" y="4148"/>
                  </a:lnTo>
                  <a:lnTo>
                    <a:pt x="16552" y="4129"/>
                  </a:lnTo>
                  <a:lnTo>
                    <a:pt x="16434" y="4129"/>
                  </a:lnTo>
                  <a:lnTo>
                    <a:pt x="16295" y="4148"/>
                  </a:lnTo>
                  <a:lnTo>
                    <a:pt x="16236" y="4069"/>
                  </a:lnTo>
                  <a:lnTo>
                    <a:pt x="16216" y="4030"/>
                  </a:lnTo>
                  <a:lnTo>
                    <a:pt x="16236" y="4010"/>
                  </a:lnTo>
                  <a:lnTo>
                    <a:pt x="16295" y="3990"/>
                  </a:lnTo>
                  <a:lnTo>
                    <a:pt x="16434" y="4010"/>
                  </a:lnTo>
                  <a:lnTo>
                    <a:pt x="16552" y="4010"/>
                  </a:lnTo>
                  <a:lnTo>
                    <a:pt x="16454" y="3951"/>
                  </a:lnTo>
                  <a:lnTo>
                    <a:pt x="16315" y="3911"/>
                  </a:lnTo>
                  <a:lnTo>
                    <a:pt x="16058" y="3852"/>
                  </a:lnTo>
                  <a:lnTo>
                    <a:pt x="15920" y="3813"/>
                  </a:lnTo>
                  <a:lnTo>
                    <a:pt x="15821" y="3753"/>
                  </a:lnTo>
                  <a:lnTo>
                    <a:pt x="15723" y="3674"/>
                  </a:lnTo>
                  <a:lnTo>
                    <a:pt x="15683" y="3635"/>
                  </a:lnTo>
                  <a:lnTo>
                    <a:pt x="15663" y="3576"/>
                  </a:lnTo>
                  <a:lnTo>
                    <a:pt x="15742" y="3576"/>
                  </a:lnTo>
                  <a:lnTo>
                    <a:pt x="15841" y="3615"/>
                  </a:lnTo>
                  <a:lnTo>
                    <a:pt x="15900" y="3635"/>
                  </a:lnTo>
                  <a:lnTo>
                    <a:pt x="15920" y="3635"/>
                  </a:lnTo>
                  <a:lnTo>
                    <a:pt x="15881" y="3595"/>
                  </a:lnTo>
                  <a:lnTo>
                    <a:pt x="15841" y="3536"/>
                  </a:lnTo>
                  <a:lnTo>
                    <a:pt x="15802" y="3497"/>
                  </a:lnTo>
                  <a:lnTo>
                    <a:pt x="15703" y="3477"/>
                  </a:lnTo>
                  <a:lnTo>
                    <a:pt x="15644" y="3457"/>
                  </a:lnTo>
                  <a:lnTo>
                    <a:pt x="15604" y="3437"/>
                  </a:lnTo>
                  <a:lnTo>
                    <a:pt x="15545" y="3398"/>
                  </a:lnTo>
                  <a:lnTo>
                    <a:pt x="15505" y="3319"/>
                  </a:lnTo>
                  <a:lnTo>
                    <a:pt x="15486" y="3378"/>
                  </a:lnTo>
                  <a:lnTo>
                    <a:pt x="15446" y="3398"/>
                  </a:lnTo>
                  <a:lnTo>
                    <a:pt x="15367" y="3398"/>
                  </a:lnTo>
                  <a:lnTo>
                    <a:pt x="15268" y="3378"/>
                  </a:lnTo>
                  <a:lnTo>
                    <a:pt x="15150" y="3319"/>
                  </a:lnTo>
                  <a:lnTo>
                    <a:pt x="15031" y="3260"/>
                  </a:lnTo>
                  <a:lnTo>
                    <a:pt x="14913" y="3200"/>
                  </a:lnTo>
                  <a:lnTo>
                    <a:pt x="14794" y="3121"/>
                  </a:lnTo>
                  <a:lnTo>
                    <a:pt x="14834" y="3161"/>
                  </a:lnTo>
                  <a:lnTo>
                    <a:pt x="14854" y="3200"/>
                  </a:lnTo>
                  <a:lnTo>
                    <a:pt x="14834" y="3220"/>
                  </a:lnTo>
                  <a:lnTo>
                    <a:pt x="14814" y="3220"/>
                  </a:lnTo>
                  <a:lnTo>
                    <a:pt x="14735" y="3181"/>
                  </a:lnTo>
                  <a:lnTo>
                    <a:pt x="14538" y="3023"/>
                  </a:lnTo>
                  <a:lnTo>
                    <a:pt x="14597" y="3023"/>
                  </a:lnTo>
                  <a:lnTo>
                    <a:pt x="14044" y="2568"/>
                  </a:lnTo>
                  <a:lnTo>
                    <a:pt x="13451" y="2094"/>
                  </a:lnTo>
                  <a:lnTo>
                    <a:pt x="13135" y="1857"/>
                  </a:lnTo>
                  <a:lnTo>
                    <a:pt x="12819" y="1640"/>
                  </a:lnTo>
                  <a:lnTo>
                    <a:pt x="12483" y="1423"/>
                  </a:lnTo>
                  <a:lnTo>
                    <a:pt x="12128" y="1225"/>
                  </a:lnTo>
                  <a:lnTo>
                    <a:pt x="11772" y="1028"/>
                  </a:lnTo>
                  <a:lnTo>
                    <a:pt x="11417" y="870"/>
                  </a:lnTo>
                  <a:lnTo>
                    <a:pt x="11041" y="712"/>
                  </a:lnTo>
                  <a:lnTo>
                    <a:pt x="10666" y="554"/>
                  </a:lnTo>
                  <a:lnTo>
                    <a:pt x="10291" y="435"/>
                  </a:lnTo>
                  <a:lnTo>
                    <a:pt x="9916" y="336"/>
                  </a:lnTo>
                  <a:lnTo>
                    <a:pt x="9521" y="238"/>
                  </a:lnTo>
                  <a:lnTo>
                    <a:pt x="9126" y="178"/>
                  </a:lnTo>
                  <a:lnTo>
                    <a:pt x="9521" y="139"/>
                  </a:lnTo>
                  <a:lnTo>
                    <a:pt x="9264" y="139"/>
                  </a:lnTo>
                  <a:lnTo>
                    <a:pt x="8967" y="99"/>
                  </a:lnTo>
                  <a:lnTo>
                    <a:pt x="8513" y="60"/>
                  </a:lnTo>
                  <a:lnTo>
                    <a:pt x="8553" y="40"/>
                  </a:lnTo>
                  <a:lnTo>
                    <a:pt x="835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
            <p:cNvSpPr/>
            <p:nvPr/>
          </p:nvSpPr>
          <p:spPr>
            <a:xfrm>
              <a:off x="-1287950" y="3163300"/>
              <a:ext cx="2000" cy="1000"/>
            </a:xfrm>
            <a:custGeom>
              <a:rect b="b" l="l" r="r" t="t"/>
              <a:pathLst>
                <a:path extrusionOk="0" h="40" w="80">
                  <a:moveTo>
                    <a:pt x="40" y="0"/>
                  </a:moveTo>
                  <a:lnTo>
                    <a:pt x="1" y="40"/>
                  </a:lnTo>
                  <a:lnTo>
                    <a:pt x="1" y="40"/>
                  </a:lnTo>
                  <a:lnTo>
                    <a:pt x="8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
            <p:cNvSpPr/>
            <p:nvPr/>
          </p:nvSpPr>
          <p:spPr>
            <a:xfrm>
              <a:off x="-660325" y="3614625"/>
              <a:ext cx="525" cy="2000"/>
            </a:xfrm>
            <a:custGeom>
              <a:rect b="b" l="l" r="r" t="t"/>
              <a:pathLst>
                <a:path extrusionOk="0" h="80" w="21">
                  <a:moveTo>
                    <a:pt x="20" y="1"/>
                  </a:moveTo>
                  <a:lnTo>
                    <a:pt x="0" y="40"/>
                  </a:lnTo>
                  <a:lnTo>
                    <a:pt x="0" y="80"/>
                  </a:lnTo>
                  <a:lnTo>
                    <a:pt x="20" y="40"/>
                  </a:lnTo>
                  <a:lnTo>
                    <a:pt x="2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
            <p:cNvSpPr/>
            <p:nvPr/>
          </p:nvSpPr>
          <p:spPr>
            <a:xfrm>
              <a:off x="-785750" y="3636350"/>
              <a:ext cx="25" cy="1025"/>
            </a:xfrm>
            <a:custGeom>
              <a:rect b="b" l="l" r="r" t="t"/>
              <a:pathLst>
                <a:path extrusionOk="0" h="41" w="1">
                  <a:moveTo>
                    <a:pt x="0" y="1"/>
                  </a:moveTo>
                  <a:lnTo>
                    <a:pt x="0" y="1"/>
                  </a:lnTo>
                  <a:lnTo>
                    <a:pt x="0" y="40"/>
                  </a:lnTo>
                  <a:lnTo>
                    <a:pt x="0" y="40"/>
                  </a:lnTo>
                  <a:lnTo>
                    <a:pt x="0" y="20"/>
                  </a:lnTo>
                  <a:lnTo>
                    <a:pt x="0" y="1"/>
                  </a:lnTo>
                  <a:lnTo>
                    <a:pt x="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
            <p:cNvSpPr/>
            <p:nvPr/>
          </p:nvSpPr>
          <p:spPr>
            <a:xfrm>
              <a:off x="-1257325" y="3169700"/>
              <a:ext cx="1000" cy="3000"/>
            </a:xfrm>
            <a:custGeom>
              <a:rect b="b" l="l" r="r" t="t"/>
              <a:pathLst>
                <a:path extrusionOk="0" h="120" w="40">
                  <a:moveTo>
                    <a:pt x="40" y="1"/>
                  </a:moveTo>
                  <a:lnTo>
                    <a:pt x="0" y="119"/>
                  </a:lnTo>
                  <a:lnTo>
                    <a:pt x="20" y="60"/>
                  </a:lnTo>
                  <a:lnTo>
                    <a:pt x="4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4" name="Google Shape;5274;p20"/>
            <p:cNvSpPr/>
            <p:nvPr/>
          </p:nvSpPr>
          <p:spPr>
            <a:xfrm>
              <a:off x="-831175" y="3371675"/>
              <a:ext cx="278525" cy="333350"/>
            </a:xfrm>
            <a:custGeom>
              <a:rect b="b" l="l" r="r" t="t"/>
              <a:pathLst>
                <a:path extrusionOk="0" h="13334" w="11141">
                  <a:moveTo>
                    <a:pt x="7980" y="1"/>
                  </a:moveTo>
                  <a:lnTo>
                    <a:pt x="7684" y="20"/>
                  </a:lnTo>
                  <a:lnTo>
                    <a:pt x="7387" y="40"/>
                  </a:lnTo>
                  <a:lnTo>
                    <a:pt x="7052" y="99"/>
                  </a:lnTo>
                  <a:lnTo>
                    <a:pt x="6716" y="159"/>
                  </a:lnTo>
                  <a:lnTo>
                    <a:pt x="6360" y="257"/>
                  </a:lnTo>
                  <a:lnTo>
                    <a:pt x="6005" y="396"/>
                  </a:lnTo>
                  <a:lnTo>
                    <a:pt x="5649" y="554"/>
                  </a:lnTo>
                  <a:lnTo>
                    <a:pt x="5294" y="771"/>
                  </a:lnTo>
                  <a:lnTo>
                    <a:pt x="4958" y="1028"/>
                  </a:lnTo>
                  <a:lnTo>
                    <a:pt x="4800" y="1166"/>
                  </a:lnTo>
                  <a:lnTo>
                    <a:pt x="4642" y="1324"/>
                  </a:lnTo>
                  <a:lnTo>
                    <a:pt x="4326" y="1679"/>
                  </a:lnTo>
                  <a:lnTo>
                    <a:pt x="3970" y="2154"/>
                  </a:lnTo>
                  <a:lnTo>
                    <a:pt x="3595" y="2687"/>
                  </a:lnTo>
                  <a:lnTo>
                    <a:pt x="3220" y="3299"/>
                  </a:lnTo>
                  <a:lnTo>
                    <a:pt x="2825" y="3951"/>
                  </a:lnTo>
                  <a:lnTo>
                    <a:pt x="2430" y="4623"/>
                  </a:lnTo>
                  <a:lnTo>
                    <a:pt x="2035" y="5334"/>
                  </a:lnTo>
                  <a:lnTo>
                    <a:pt x="1679" y="6045"/>
                  </a:lnTo>
                  <a:lnTo>
                    <a:pt x="1324" y="6736"/>
                  </a:lnTo>
                  <a:lnTo>
                    <a:pt x="1007" y="7408"/>
                  </a:lnTo>
                  <a:lnTo>
                    <a:pt x="711" y="8040"/>
                  </a:lnTo>
                  <a:lnTo>
                    <a:pt x="454" y="8612"/>
                  </a:lnTo>
                  <a:lnTo>
                    <a:pt x="257" y="9126"/>
                  </a:lnTo>
                  <a:lnTo>
                    <a:pt x="119" y="9561"/>
                  </a:lnTo>
                  <a:lnTo>
                    <a:pt x="20" y="9877"/>
                  </a:lnTo>
                  <a:lnTo>
                    <a:pt x="0" y="9995"/>
                  </a:lnTo>
                  <a:lnTo>
                    <a:pt x="0" y="10094"/>
                  </a:lnTo>
                  <a:lnTo>
                    <a:pt x="59" y="10410"/>
                  </a:lnTo>
                  <a:lnTo>
                    <a:pt x="138" y="10765"/>
                  </a:lnTo>
                  <a:lnTo>
                    <a:pt x="257" y="11121"/>
                  </a:lnTo>
                  <a:lnTo>
                    <a:pt x="336" y="11299"/>
                  </a:lnTo>
                  <a:lnTo>
                    <a:pt x="435" y="11496"/>
                  </a:lnTo>
                  <a:lnTo>
                    <a:pt x="553" y="11674"/>
                  </a:lnTo>
                  <a:lnTo>
                    <a:pt x="672" y="11852"/>
                  </a:lnTo>
                  <a:lnTo>
                    <a:pt x="830" y="12030"/>
                  </a:lnTo>
                  <a:lnTo>
                    <a:pt x="1007" y="12207"/>
                  </a:lnTo>
                  <a:lnTo>
                    <a:pt x="1205" y="12365"/>
                  </a:lnTo>
                  <a:lnTo>
                    <a:pt x="1422" y="12523"/>
                  </a:lnTo>
                  <a:lnTo>
                    <a:pt x="1659" y="12681"/>
                  </a:lnTo>
                  <a:lnTo>
                    <a:pt x="1936" y="12839"/>
                  </a:lnTo>
                  <a:lnTo>
                    <a:pt x="2212" y="12958"/>
                  </a:lnTo>
                  <a:lnTo>
                    <a:pt x="2489" y="13076"/>
                  </a:lnTo>
                  <a:lnTo>
                    <a:pt x="2746" y="13175"/>
                  </a:lnTo>
                  <a:lnTo>
                    <a:pt x="3002" y="13254"/>
                  </a:lnTo>
                  <a:lnTo>
                    <a:pt x="3259" y="13294"/>
                  </a:lnTo>
                  <a:lnTo>
                    <a:pt x="3536" y="13333"/>
                  </a:lnTo>
                  <a:lnTo>
                    <a:pt x="4069" y="13333"/>
                  </a:lnTo>
                  <a:lnTo>
                    <a:pt x="4346" y="13294"/>
                  </a:lnTo>
                  <a:lnTo>
                    <a:pt x="4642" y="13234"/>
                  </a:lnTo>
                  <a:lnTo>
                    <a:pt x="4958" y="13155"/>
                  </a:lnTo>
                  <a:lnTo>
                    <a:pt x="5294" y="13037"/>
                  </a:lnTo>
                  <a:lnTo>
                    <a:pt x="5629" y="12918"/>
                  </a:lnTo>
                  <a:lnTo>
                    <a:pt x="6005" y="12741"/>
                  </a:lnTo>
                  <a:lnTo>
                    <a:pt x="6834" y="12346"/>
                  </a:lnTo>
                  <a:lnTo>
                    <a:pt x="7170" y="12168"/>
                  </a:lnTo>
                  <a:lnTo>
                    <a:pt x="7486" y="11931"/>
                  </a:lnTo>
                  <a:lnTo>
                    <a:pt x="7782" y="11674"/>
                  </a:lnTo>
                  <a:lnTo>
                    <a:pt x="8059" y="11397"/>
                  </a:lnTo>
                  <a:lnTo>
                    <a:pt x="8316" y="11081"/>
                  </a:lnTo>
                  <a:lnTo>
                    <a:pt x="8553" y="10746"/>
                  </a:lnTo>
                  <a:lnTo>
                    <a:pt x="8790" y="10410"/>
                  </a:lnTo>
                  <a:lnTo>
                    <a:pt x="8987" y="10035"/>
                  </a:lnTo>
                  <a:lnTo>
                    <a:pt x="9205" y="9659"/>
                  </a:lnTo>
                  <a:lnTo>
                    <a:pt x="9402" y="9264"/>
                  </a:lnTo>
                  <a:lnTo>
                    <a:pt x="9758" y="8474"/>
                  </a:lnTo>
                  <a:lnTo>
                    <a:pt x="10469" y="6874"/>
                  </a:lnTo>
                  <a:lnTo>
                    <a:pt x="10627" y="6479"/>
                  </a:lnTo>
                  <a:lnTo>
                    <a:pt x="10765" y="6084"/>
                  </a:lnTo>
                  <a:lnTo>
                    <a:pt x="10884" y="5689"/>
                  </a:lnTo>
                  <a:lnTo>
                    <a:pt x="10982" y="5314"/>
                  </a:lnTo>
                  <a:lnTo>
                    <a:pt x="11042" y="4939"/>
                  </a:lnTo>
                  <a:lnTo>
                    <a:pt x="11101" y="4563"/>
                  </a:lnTo>
                  <a:lnTo>
                    <a:pt x="11121" y="4188"/>
                  </a:lnTo>
                  <a:lnTo>
                    <a:pt x="11140" y="3832"/>
                  </a:lnTo>
                  <a:lnTo>
                    <a:pt x="11140" y="3497"/>
                  </a:lnTo>
                  <a:lnTo>
                    <a:pt x="11121" y="3161"/>
                  </a:lnTo>
                  <a:lnTo>
                    <a:pt x="11081" y="2845"/>
                  </a:lnTo>
                  <a:lnTo>
                    <a:pt x="11022" y="2549"/>
                  </a:lnTo>
                  <a:lnTo>
                    <a:pt x="10963" y="2252"/>
                  </a:lnTo>
                  <a:lnTo>
                    <a:pt x="10903" y="1976"/>
                  </a:lnTo>
                  <a:lnTo>
                    <a:pt x="10804" y="1719"/>
                  </a:lnTo>
                  <a:lnTo>
                    <a:pt x="10725" y="1502"/>
                  </a:lnTo>
                  <a:lnTo>
                    <a:pt x="10607" y="1284"/>
                  </a:lnTo>
                  <a:lnTo>
                    <a:pt x="10488" y="1087"/>
                  </a:lnTo>
                  <a:lnTo>
                    <a:pt x="10350" y="929"/>
                  </a:lnTo>
                  <a:lnTo>
                    <a:pt x="10212" y="771"/>
                  </a:lnTo>
                  <a:lnTo>
                    <a:pt x="10074" y="633"/>
                  </a:lnTo>
                  <a:lnTo>
                    <a:pt x="9916" y="514"/>
                  </a:lnTo>
                  <a:lnTo>
                    <a:pt x="9758" y="415"/>
                  </a:lnTo>
                  <a:lnTo>
                    <a:pt x="9600" y="336"/>
                  </a:lnTo>
                  <a:lnTo>
                    <a:pt x="9323" y="198"/>
                  </a:lnTo>
                  <a:lnTo>
                    <a:pt x="9086" y="119"/>
                  </a:lnTo>
                  <a:lnTo>
                    <a:pt x="8869" y="60"/>
                  </a:lnTo>
                  <a:lnTo>
                    <a:pt x="8770" y="40"/>
                  </a:lnTo>
                  <a:lnTo>
                    <a:pt x="8454" y="20"/>
                  </a:lnTo>
                  <a:lnTo>
                    <a:pt x="798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
            <p:cNvSpPr/>
            <p:nvPr/>
          </p:nvSpPr>
          <p:spPr>
            <a:xfrm>
              <a:off x="-813400" y="3369700"/>
              <a:ext cx="247400" cy="321500"/>
            </a:xfrm>
            <a:custGeom>
              <a:rect b="b" l="l" r="r" t="t"/>
              <a:pathLst>
                <a:path extrusionOk="0" h="12860" w="9896">
                  <a:moveTo>
                    <a:pt x="6044" y="1"/>
                  </a:moveTo>
                  <a:lnTo>
                    <a:pt x="5827" y="20"/>
                  </a:lnTo>
                  <a:lnTo>
                    <a:pt x="5709" y="40"/>
                  </a:lnTo>
                  <a:lnTo>
                    <a:pt x="5590" y="99"/>
                  </a:lnTo>
                  <a:lnTo>
                    <a:pt x="5472" y="159"/>
                  </a:lnTo>
                  <a:lnTo>
                    <a:pt x="5333" y="238"/>
                  </a:lnTo>
                  <a:lnTo>
                    <a:pt x="5057" y="455"/>
                  </a:lnTo>
                  <a:lnTo>
                    <a:pt x="4760" y="731"/>
                  </a:lnTo>
                  <a:lnTo>
                    <a:pt x="4464" y="1067"/>
                  </a:lnTo>
                  <a:lnTo>
                    <a:pt x="4148" y="1442"/>
                  </a:lnTo>
                  <a:lnTo>
                    <a:pt x="3832" y="1837"/>
                  </a:lnTo>
                  <a:lnTo>
                    <a:pt x="3496" y="2272"/>
                  </a:lnTo>
                  <a:lnTo>
                    <a:pt x="2884" y="3181"/>
                  </a:lnTo>
                  <a:lnTo>
                    <a:pt x="2291" y="4089"/>
                  </a:lnTo>
                  <a:lnTo>
                    <a:pt x="1798" y="4919"/>
                  </a:lnTo>
                  <a:lnTo>
                    <a:pt x="1403" y="5610"/>
                  </a:lnTo>
                  <a:lnTo>
                    <a:pt x="1225" y="5926"/>
                  </a:lnTo>
                  <a:lnTo>
                    <a:pt x="1067" y="6262"/>
                  </a:lnTo>
                  <a:lnTo>
                    <a:pt x="909" y="6637"/>
                  </a:lnTo>
                  <a:lnTo>
                    <a:pt x="751" y="6993"/>
                  </a:lnTo>
                  <a:lnTo>
                    <a:pt x="613" y="7388"/>
                  </a:lnTo>
                  <a:lnTo>
                    <a:pt x="494" y="7783"/>
                  </a:lnTo>
                  <a:lnTo>
                    <a:pt x="376" y="8178"/>
                  </a:lnTo>
                  <a:lnTo>
                    <a:pt x="257" y="8573"/>
                  </a:lnTo>
                  <a:lnTo>
                    <a:pt x="178" y="8948"/>
                  </a:lnTo>
                  <a:lnTo>
                    <a:pt x="99" y="9343"/>
                  </a:lnTo>
                  <a:lnTo>
                    <a:pt x="40" y="9699"/>
                  </a:lnTo>
                  <a:lnTo>
                    <a:pt x="0" y="10054"/>
                  </a:lnTo>
                  <a:lnTo>
                    <a:pt x="0" y="10390"/>
                  </a:lnTo>
                  <a:lnTo>
                    <a:pt x="0" y="10706"/>
                  </a:lnTo>
                  <a:lnTo>
                    <a:pt x="40" y="10983"/>
                  </a:lnTo>
                  <a:lnTo>
                    <a:pt x="99" y="11220"/>
                  </a:lnTo>
                  <a:lnTo>
                    <a:pt x="138" y="11338"/>
                  </a:lnTo>
                  <a:lnTo>
                    <a:pt x="178" y="11457"/>
                  </a:lnTo>
                  <a:lnTo>
                    <a:pt x="336" y="11694"/>
                  </a:lnTo>
                  <a:lnTo>
                    <a:pt x="534" y="11911"/>
                  </a:lnTo>
                  <a:lnTo>
                    <a:pt x="751" y="12109"/>
                  </a:lnTo>
                  <a:lnTo>
                    <a:pt x="1027" y="12286"/>
                  </a:lnTo>
                  <a:lnTo>
                    <a:pt x="1343" y="12464"/>
                  </a:lnTo>
                  <a:lnTo>
                    <a:pt x="1679" y="12602"/>
                  </a:lnTo>
                  <a:lnTo>
                    <a:pt x="2035" y="12721"/>
                  </a:lnTo>
                  <a:lnTo>
                    <a:pt x="2430" y="12800"/>
                  </a:lnTo>
                  <a:lnTo>
                    <a:pt x="2845" y="12859"/>
                  </a:lnTo>
                  <a:lnTo>
                    <a:pt x="3259" y="12859"/>
                  </a:lnTo>
                  <a:lnTo>
                    <a:pt x="3694" y="12820"/>
                  </a:lnTo>
                  <a:lnTo>
                    <a:pt x="3911" y="12780"/>
                  </a:lnTo>
                  <a:lnTo>
                    <a:pt x="4128" y="12741"/>
                  </a:lnTo>
                  <a:lnTo>
                    <a:pt x="4365" y="12681"/>
                  </a:lnTo>
                  <a:lnTo>
                    <a:pt x="4583" y="12602"/>
                  </a:lnTo>
                  <a:lnTo>
                    <a:pt x="4820" y="12523"/>
                  </a:lnTo>
                  <a:lnTo>
                    <a:pt x="5037" y="12425"/>
                  </a:lnTo>
                  <a:lnTo>
                    <a:pt x="5254" y="12306"/>
                  </a:lnTo>
                  <a:lnTo>
                    <a:pt x="5491" y="12168"/>
                  </a:lnTo>
                  <a:lnTo>
                    <a:pt x="5709" y="12030"/>
                  </a:lnTo>
                  <a:lnTo>
                    <a:pt x="5926" y="11872"/>
                  </a:lnTo>
                  <a:lnTo>
                    <a:pt x="6321" y="11536"/>
                  </a:lnTo>
                  <a:lnTo>
                    <a:pt x="6716" y="11160"/>
                  </a:lnTo>
                  <a:lnTo>
                    <a:pt x="7071" y="10765"/>
                  </a:lnTo>
                  <a:lnTo>
                    <a:pt x="7387" y="10351"/>
                  </a:lnTo>
                  <a:lnTo>
                    <a:pt x="7704" y="9916"/>
                  </a:lnTo>
                  <a:lnTo>
                    <a:pt x="8000" y="9462"/>
                  </a:lnTo>
                  <a:lnTo>
                    <a:pt x="8257" y="9007"/>
                  </a:lnTo>
                  <a:lnTo>
                    <a:pt x="8494" y="8533"/>
                  </a:lnTo>
                  <a:lnTo>
                    <a:pt x="8731" y="8059"/>
                  </a:lnTo>
                  <a:lnTo>
                    <a:pt x="8928" y="7585"/>
                  </a:lnTo>
                  <a:lnTo>
                    <a:pt x="9106" y="7131"/>
                  </a:lnTo>
                  <a:lnTo>
                    <a:pt x="9284" y="6677"/>
                  </a:lnTo>
                  <a:lnTo>
                    <a:pt x="9422" y="6242"/>
                  </a:lnTo>
                  <a:lnTo>
                    <a:pt x="9659" y="5452"/>
                  </a:lnTo>
                  <a:lnTo>
                    <a:pt x="9758" y="5077"/>
                  </a:lnTo>
                  <a:lnTo>
                    <a:pt x="9817" y="4702"/>
                  </a:lnTo>
                  <a:lnTo>
                    <a:pt x="9876" y="4326"/>
                  </a:lnTo>
                  <a:lnTo>
                    <a:pt x="9896" y="3971"/>
                  </a:lnTo>
                  <a:lnTo>
                    <a:pt x="9896" y="3615"/>
                  </a:lnTo>
                  <a:lnTo>
                    <a:pt x="9876" y="3260"/>
                  </a:lnTo>
                  <a:lnTo>
                    <a:pt x="9817" y="2944"/>
                  </a:lnTo>
                  <a:lnTo>
                    <a:pt x="9758" y="2608"/>
                  </a:lnTo>
                  <a:lnTo>
                    <a:pt x="9659" y="2312"/>
                  </a:lnTo>
                  <a:lnTo>
                    <a:pt x="9540" y="2015"/>
                  </a:lnTo>
                  <a:lnTo>
                    <a:pt x="9402" y="1739"/>
                  </a:lnTo>
                  <a:lnTo>
                    <a:pt x="9244" y="1482"/>
                  </a:lnTo>
                  <a:lnTo>
                    <a:pt x="9066" y="1245"/>
                  </a:lnTo>
                  <a:lnTo>
                    <a:pt x="8869" y="1028"/>
                  </a:lnTo>
                  <a:lnTo>
                    <a:pt x="8632" y="830"/>
                  </a:lnTo>
                  <a:lnTo>
                    <a:pt x="8375" y="672"/>
                  </a:lnTo>
                  <a:lnTo>
                    <a:pt x="8118" y="534"/>
                  </a:lnTo>
                  <a:lnTo>
                    <a:pt x="7862" y="415"/>
                  </a:lnTo>
                  <a:lnTo>
                    <a:pt x="7624" y="317"/>
                  </a:lnTo>
                  <a:lnTo>
                    <a:pt x="7387" y="218"/>
                  </a:lnTo>
                  <a:lnTo>
                    <a:pt x="6953" y="99"/>
                  </a:lnTo>
                  <a:lnTo>
                    <a:pt x="6578" y="40"/>
                  </a:lnTo>
                  <a:lnTo>
                    <a:pt x="62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6" name="Google Shape;5276;p20"/>
            <p:cNvSpPr/>
            <p:nvPr/>
          </p:nvSpPr>
          <p:spPr>
            <a:xfrm>
              <a:off x="-836625" y="3276375"/>
              <a:ext cx="241000" cy="352600"/>
            </a:xfrm>
            <a:custGeom>
              <a:rect b="b" l="l" r="r" t="t"/>
              <a:pathLst>
                <a:path extrusionOk="0" h="14104" w="9640">
                  <a:moveTo>
                    <a:pt x="6025" y="0"/>
                  </a:moveTo>
                  <a:lnTo>
                    <a:pt x="5887" y="20"/>
                  </a:lnTo>
                  <a:lnTo>
                    <a:pt x="5729" y="40"/>
                  </a:lnTo>
                  <a:lnTo>
                    <a:pt x="5591" y="79"/>
                  </a:lnTo>
                  <a:lnTo>
                    <a:pt x="5354" y="158"/>
                  </a:lnTo>
                  <a:lnTo>
                    <a:pt x="5176" y="277"/>
                  </a:lnTo>
                  <a:lnTo>
                    <a:pt x="5018" y="395"/>
                  </a:lnTo>
                  <a:lnTo>
                    <a:pt x="4919" y="514"/>
                  </a:lnTo>
                  <a:lnTo>
                    <a:pt x="4840" y="613"/>
                  </a:lnTo>
                  <a:lnTo>
                    <a:pt x="4781" y="711"/>
                  </a:lnTo>
                  <a:lnTo>
                    <a:pt x="4030" y="2114"/>
                  </a:lnTo>
                  <a:lnTo>
                    <a:pt x="3260" y="3595"/>
                  </a:lnTo>
                  <a:lnTo>
                    <a:pt x="2371" y="5353"/>
                  </a:lnTo>
                  <a:lnTo>
                    <a:pt x="1937" y="6282"/>
                  </a:lnTo>
                  <a:lnTo>
                    <a:pt x="1502" y="7190"/>
                  </a:lnTo>
                  <a:lnTo>
                    <a:pt x="1087" y="8079"/>
                  </a:lnTo>
                  <a:lnTo>
                    <a:pt x="732" y="8928"/>
                  </a:lnTo>
                  <a:lnTo>
                    <a:pt x="435" y="9699"/>
                  </a:lnTo>
                  <a:lnTo>
                    <a:pt x="198" y="10370"/>
                  </a:lnTo>
                  <a:lnTo>
                    <a:pt x="119" y="10647"/>
                  </a:lnTo>
                  <a:lnTo>
                    <a:pt x="60" y="10904"/>
                  </a:lnTo>
                  <a:lnTo>
                    <a:pt x="21" y="11141"/>
                  </a:lnTo>
                  <a:lnTo>
                    <a:pt x="1" y="11318"/>
                  </a:lnTo>
                  <a:lnTo>
                    <a:pt x="21" y="11634"/>
                  </a:lnTo>
                  <a:lnTo>
                    <a:pt x="60" y="11911"/>
                  </a:lnTo>
                  <a:lnTo>
                    <a:pt x="119" y="12168"/>
                  </a:lnTo>
                  <a:lnTo>
                    <a:pt x="198" y="12405"/>
                  </a:lnTo>
                  <a:lnTo>
                    <a:pt x="297" y="12602"/>
                  </a:lnTo>
                  <a:lnTo>
                    <a:pt x="396" y="12780"/>
                  </a:lnTo>
                  <a:lnTo>
                    <a:pt x="514" y="12938"/>
                  </a:lnTo>
                  <a:lnTo>
                    <a:pt x="653" y="13096"/>
                  </a:lnTo>
                  <a:lnTo>
                    <a:pt x="791" y="13215"/>
                  </a:lnTo>
                  <a:lnTo>
                    <a:pt x="949" y="13333"/>
                  </a:lnTo>
                  <a:lnTo>
                    <a:pt x="1107" y="13432"/>
                  </a:lnTo>
                  <a:lnTo>
                    <a:pt x="1265" y="13531"/>
                  </a:lnTo>
                  <a:lnTo>
                    <a:pt x="1601" y="13708"/>
                  </a:lnTo>
                  <a:lnTo>
                    <a:pt x="1937" y="13847"/>
                  </a:lnTo>
                  <a:lnTo>
                    <a:pt x="2114" y="13926"/>
                  </a:lnTo>
                  <a:lnTo>
                    <a:pt x="2312" y="13985"/>
                  </a:lnTo>
                  <a:lnTo>
                    <a:pt x="2509" y="14044"/>
                  </a:lnTo>
                  <a:lnTo>
                    <a:pt x="2727" y="14084"/>
                  </a:lnTo>
                  <a:lnTo>
                    <a:pt x="2964" y="14103"/>
                  </a:lnTo>
                  <a:lnTo>
                    <a:pt x="3477" y="14103"/>
                  </a:lnTo>
                  <a:lnTo>
                    <a:pt x="3734" y="14064"/>
                  </a:lnTo>
                  <a:lnTo>
                    <a:pt x="4011" y="14024"/>
                  </a:lnTo>
                  <a:lnTo>
                    <a:pt x="4287" y="13945"/>
                  </a:lnTo>
                  <a:lnTo>
                    <a:pt x="4583" y="13847"/>
                  </a:lnTo>
                  <a:lnTo>
                    <a:pt x="4880" y="13728"/>
                  </a:lnTo>
                  <a:lnTo>
                    <a:pt x="5176" y="13570"/>
                  </a:lnTo>
                  <a:lnTo>
                    <a:pt x="5472" y="13392"/>
                  </a:lnTo>
                  <a:lnTo>
                    <a:pt x="5768" y="13195"/>
                  </a:lnTo>
                  <a:lnTo>
                    <a:pt x="6065" y="12958"/>
                  </a:lnTo>
                  <a:lnTo>
                    <a:pt x="6361" y="12681"/>
                  </a:lnTo>
                  <a:lnTo>
                    <a:pt x="6618" y="12405"/>
                  </a:lnTo>
                  <a:lnTo>
                    <a:pt x="6875" y="12108"/>
                  </a:lnTo>
                  <a:lnTo>
                    <a:pt x="7131" y="11792"/>
                  </a:lnTo>
                  <a:lnTo>
                    <a:pt x="7368" y="11457"/>
                  </a:lnTo>
                  <a:lnTo>
                    <a:pt x="7586" y="11121"/>
                  </a:lnTo>
                  <a:lnTo>
                    <a:pt x="7783" y="10765"/>
                  </a:lnTo>
                  <a:lnTo>
                    <a:pt x="7981" y="10390"/>
                  </a:lnTo>
                  <a:lnTo>
                    <a:pt x="8178" y="10015"/>
                  </a:lnTo>
                  <a:lnTo>
                    <a:pt x="8356" y="9620"/>
                  </a:lnTo>
                  <a:lnTo>
                    <a:pt x="8692" y="8810"/>
                  </a:lnTo>
                  <a:lnTo>
                    <a:pt x="9008" y="7980"/>
                  </a:lnTo>
                  <a:lnTo>
                    <a:pt x="9304" y="7111"/>
                  </a:lnTo>
                  <a:lnTo>
                    <a:pt x="9442" y="6677"/>
                  </a:lnTo>
                  <a:lnTo>
                    <a:pt x="9541" y="6262"/>
                  </a:lnTo>
                  <a:lnTo>
                    <a:pt x="9600" y="5867"/>
                  </a:lnTo>
                  <a:lnTo>
                    <a:pt x="9640" y="5472"/>
                  </a:lnTo>
                  <a:lnTo>
                    <a:pt x="9640" y="5096"/>
                  </a:lnTo>
                  <a:lnTo>
                    <a:pt x="9620" y="4721"/>
                  </a:lnTo>
                  <a:lnTo>
                    <a:pt x="9581" y="4385"/>
                  </a:lnTo>
                  <a:lnTo>
                    <a:pt x="9502" y="4030"/>
                  </a:lnTo>
                  <a:lnTo>
                    <a:pt x="9423" y="3714"/>
                  </a:lnTo>
                  <a:lnTo>
                    <a:pt x="9324" y="3378"/>
                  </a:lnTo>
                  <a:lnTo>
                    <a:pt x="9205" y="3082"/>
                  </a:lnTo>
                  <a:lnTo>
                    <a:pt x="9087" y="2785"/>
                  </a:lnTo>
                  <a:lnTo>
                    <a:pt x="8949" y="2489"/>
                  </a:lnTo>
                  <a:lnTo>
                    <a:pt x="8791" y="2213"/>
                  </a:lnTo>
                  <a:lnTo>
                    <a:pt x="8474" y="1699"/>
                  </a:lnTo>
                  <a:lnTo>
                    <a:pt x="8316" y="1462"/>
                  </a:lnTo>
                  <a:lnTo>
                    <a:pt x="8158" y="1245"/>
                  </a:lnTo>
                  <a:lnTo>
                    <a:pt x="8000" y="1047"/>
                  </a:lnTo>
                  <a:lnTo>
                    <a:pt x="7823" y="869"/>
                  </a:lnTo>
                  <a:lnTo>
                    <a:pt x="7665" y="711"/>
                  </a:lnTo>
                  <a:lnTo>
                    <a:pt x="7507" y="553"/>
                  </a:lnTo>
                  <a:lnTo>
                    <a:pt x="7329" y="435"/>
                  </a:lnTo>
                  <a:lnTo>
                    <a:pt x="7171" y="316"/>
                  </a:lnTo>
                  <a:lnTo>
                    <a:pt x="7013" y="237"/>
                  </a:lnTo>
                  <a:lnTo>
                    <a:pt x="6835" y="158"/>
                  </a:lnTo>
                  <a:lnTo>
                    <a:pt x="6677" y="99"/>
                  </a:lnTo>
                  <a:lnTo>
                    <a:pt x="6519" y="60"/>
                  </a:lnTo>
                  <a:lnTo>
                    <a:pt x="6361" y="20"/>
                  </a:lnTo>
                  <a:lnTo>
                    <a:pt x="618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7" name="Google Shape;5277;p20"/>
            <p:cNvSpPr/>
            <p:nvPr/>
          </p:nvSpPr>
          <p:spPr>
            <a:xfrm>
              <a:off x="-826250" y="3285750"/>
              <a:ext cx="215325" cy="330875"/>
            </a:xfrm>
            <a:custGeom>
              <a:rect b="b" l="l" r="r" t="t"/>
              <a:pathLst>
                <a:path extrusionOk="0" h="13235" w="8613">
                  <a:moveTo>
                    <a:pt x="5511" y="1"/>
                  </a:moveTo>
                  <a:lnTo>
                    <a:pt x="5353" y="20"/>
                  </a:lnTo>
                  <a:lnTo>
                    <a:pt x="5215" y="60"/>
                  </a:lnTo>
                  <a:lnTo>
                    <a:pt x="5097" y="99"/>
                  </a:lnTo>
                  <a:lnTo>
                    <a:pt x="4998" y="139"/>
                  </a:lnTo>
                  <a:lnTo>
                    <a:pt x="4899" y="198"/>
                  </a:lnTo>
                  <a:lnTo>
                    <a:pt x="4820" y="277"/>
                  </a:lnTo>
                  <a:lnTo>
                    <a:pt x="4682" y="396"/>
                  </a:lnTo>
                  <a:lnTo>
                    <a:pt x="4603" y="514"/>
                  </a:lnTo>
                  <a:lnTo>
                    <a:pt x="4544" y="652"/>
                  </a:lnTo>
                  <a:lnTo>
                    <a:pt x="4050" y="1541"/>
                  </a:lnTo>
                  <a:lnTo>
                    <a:pt x="2884" y="3615"/>
                  </a:lnTo>
                  <a:lnTo>
                    <a:pt x="2213" y="4820"/>
                  </a:lnTo>
                  <a:lnTo>
                    <a:pt x="1601" y="5986"/>
                  </a:lnTo>
                  <a:lnTo>
                    <a:pt x="1087" y="6973"/>
                  </a:lnTo>
                  <a:lnTo>
                    <a:pt x="890" y="7388"/>
                  </a:lnTo>
                  <a:lnTo>
                    <a:pt x="751" y="7724"/>
                  </a:lnTo>
                  <a:lnTo>
                    <a:pt x="534" y="8297"/>
                  </a:lnTo>
                  <a:lnTo>
                    <a:pt x="336" y="8889"/>
                  </a:lnTo>
                  <a:lnTo>
                    <a:pt x="178" y="9501"/>
                  </a:lnTo>
                  <a:lnTo>
                    <a:pt x="60" y="10074"/>
                  </a:lnTo>
                  <a:lnTo>
                    <a:pt x="20" y="10351"/>
                  </a:lnTo>
                  <a:lnTo>
                    <a:pt x="1" y="10627"/>
                  </a:lnTo>
                  <a:lnTo>
                    <a:pt x="1" y="10884"/>
                  </a:lnTo>
                  <a:lnTo>
                    <a:pt x="20" y="11141"/>
                  </a:lnTo>
                  <a:lnTo>
                    <a:pt x="40" y="11378"/>
                  </a:lnTo>
                  <a:lnTo>
                    <a:pt x="99" y="11595"/>
                  </a:lnTo>
                  <a:lnTo>
                    <a:pt x="159" y="11773"/>
                  </a:lnTo>
                  <a:lnTo>
                    <a:pt x="257" y="11951"/>
                  </a:lnTo>
                  <a:lnTo>
                    <a:pt x="376" y="12128"/>
                  </a:lnTo>
                  <a:lnTo>
                    <a:pt x="534" y="12286"/>
                  </a:lnTo>
                  <a:lnTo>
                    <a:pt x="712" y="12444"/>
                  </a:lnTo>
                  <a:lnTo>
                    <a:pt x="909" y="12603"/>
                  </a:lnTo>
                  <a:lnTo>
                    <a:pt x="1127" y="12741"/>
                  </a:lnTo>
                  <a:lnTo>
                    <a:pt x="1364" y="12859"/>
                  </a:lnTo>
                  <a:lnTo>
                    <a:pt x="1640" y="12978"/>
                  </a:lnTo>
                  <a:lnTo>
                    <a:pt x="1917" y="13077"/>
                  </a:lnTo>
                  <a:lnTo>
                    <a:pt x="2213" y="13156"/>
                  </a:lnTo>
                  <a:lnTo>
                    <a:pt x="2509" y="13195"/>
                  </a:lnTo>
                  <a:lnTo>
                    <a:pt x="2825" y="13235"/>
                  </a:lnTo>
                  <a:lnTo>
                    <a:pt x="3141" y="13215"/>
                  </a:lnTo>
                  <a:lnTo>
                    <a:pt x="3477" y="13195"/>
                  </a:lnTo>
                  <a:lnTo>
                    <a:pt x="3813" y="13116"/>
                  </a:lnTo>
                  <a:lnTo>
                    <a:pt x="4168" y="12998"/>
                  </a:lnTo>
                  <a:lnTo>
                    <a:pt x="4504" y="12859"/>
                  </a:lnTo>
                  <a:lnTo>
                    <a:pt x="4840" y="12662"/>
                  </a:lnTo>
                  <a:lnTo>
                    <a:pt x="5156" y="12444"/>
                  </a:lnTo>
                  <a:lnTo>
                    <a:pt x="5452" y="12188"/>
                  </a:lnTo>
                  <a:lnTo>
                    <a:pt x="5729" y="11931"/>
                  </a:lnTo>
                  <a:lnTo>
                    <a:pt x="5986" y="11635"/>
                  </a:lnTo>
                  <a:lnTo>
                    <a:pt x="6223" y="11319"/>
                  </a:lnTo>
                  <a:lnTo>
                    <a:pt x="6440" y="11003"/>
                  </a:lnTo>
                  <a:lnTo>
                    <a:pt x="6657" y="10667"/>
                  </a:lnTo>
                  <a:lnTo>
                    <a:pt x="6855" y="10331"/>
                  </a:lnTo>
                  <a:lnTo>
                    <a:pt x="7032" y="9975"/>
                  </a:lnTo>
                  <a:lnTo>
                    <a:pt x="7368" y="9284"/>
                  </a:lnTo>
                  <a:lnTo>
                    <a:pt x="7645" y="8632"/>
                  </a:lnTo>
                  <a:lnTo>
                    <a:pt x="7901" y="8020"/>
                  </a:lnTo>
                  <a:lnTo>
                    <a:pt x="8119" y="7427"/>
                  </a:lnTo>
                  <a:lnTo>
                    <a:pt x="8297" y="6815"/>
                  </a:lnTo>
                  <a:lnTo>
                    <a:pt x="8455" y="6183"/>
                  </a:lnTo>
                  <a:lnTo>
                    <a:pt x="8514" y="5867"/>
                  </a:lnTo>
                  <a:lnTo>
                    <a:pt x="8553" y="5551"/>
                  </a:lnTo>
                  <a:lnTo>
                    <a:pt x="8593" y="5215"/>
                  </a:lnTo>
                  <a:lnTo>
                    <a:pt x="8613" y="4899"/>
                  </a:lnTo>
                  <a:lnTo>
                    <a:pt x="8613" y="4583"/>
                  </a:lnTo>
                  <a:lnTo>
                    <a:pt x="8613" y="4267"/>
                  </a:lnTo>
                  <a:lnTo>
                    <a:pt x="8573" y="3971"/>
                  </a:lnTo>
                  <a:lnTo>
                    <a:pt x="8534" y="3655"/>
                  </a:lnTo>
                  <a:lnTo>
                    <a:pt x="8474" y="3339"/>
                  </a:lnTo>
                  <a:lnTo>
                    <a:pt x="8395" y="3042"/>
                  </a:lnTo>
                  <a:lnTo>
                    <a:pt x="8297" y="2746"/>
                  </a:lnTo>
                  <a:lnTo>
                    <a:pt x="8198" y="2470"/>
                  </a:lnTo>
                  <a:lnTo>
                    <a:pt x="8079" y="2193"/>
                  </a:lnTo>
                  <a:lnTo>
                    <a:pt x="7961" y="1936"/>
                  </a:lnTo>
                  <a:lnTo>
                    <a:pt x="7822" y="1680"/>
                  </a:lnTo>
                  <a:lnTo>
                    <a:pt x="7664" y="1443"/>
                  </a:lnTo>
                  <a:lnTo>
                    <a:pt x="7506" y="1225"/>
                  </a:lnTo>
                  <a:lnTo>
                    <a:pt x="7348" y="1028"/>
                  </a:lnTo>
                  <a:lnTo>
                    <a:pt x="7190" y="830"/>
                  </a:lnTo>
                  <a:lnTo>
                    <a:pt x="7013" y="652"/>
                  </a:lnTo>
                  <a:lnTo>
                    <a:pt x="6835" y="494"/>
                  </a:lnTo>
                  <a:lnTo>
                    <a:pt x="6657" y="376"/>
                  </a:lnTo>
                  <a:lnTo>
                    <a:pt x="6460" y="257"/>
                  </a:lnTo>
                  <a:lnTo>
                    <a:pt x="6262" y="159"/>
                  </a:lnTo>
                  <a:lnTo>
                    <a:pt x="6065" y="80"/>
                  </a:lnTo>
                  <a:lnTo>
                    <a:pt x="5867" y="40"/>
                  </a:lnTo>
                  <a:lnTo>
                    <a:pt x="5689" y="20"/>
                  </a:lnTo>
                  <a:lnTo>
                    <a:pt x="55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8" name="Google Shape;5278;p20"/>
            <p:cNvSpPr/>
            <p:nvPr/>
          </p:nvSpPr>
          <p:spPr>
            <a:xfrm>
              <a:off x="-911675" y="3264025"/>
              <a:ext cx="249900" cy="354575"/>
            </a:xfrm>
            <a:custGeom>
              <a:rect b="b" l="l" r="r" t="t"/>
              <a:pathLst>
                <a:path extrusionOk="0" h="14183" w="9996">
                  <a:moveTo>
                    <a:pt x="5808" y="1"/>
                  </a:moveTo>
                  <a:lnTo>
                    <a:pt x="5689" y="20"/>
                  </a:lnTo>
                  <a:lnTo>
                    <a:pt x="5571" y="40"/>
                  </a:lnTo>
                  <a:lnTo>
                    <a:pt x="5452" y="99"/>
                  </a:lnTo>
                  <a:lnTo>
                    <a:pt x="5215" y="198"/>
                  </a:lnTo>
                  <a:lnTo>
                    <a:pt x="5018" y="336"/>
                  </a:lnTo>
                  <a:lnTo>
                    <a:pt x="4860" y="494"/>
                  </a:lnTo>
                  <a:lnTo>
                    <a:pt x="4721" y="613"/>
                  </a:lnTo>
                  <a:lnTo>
                    <a:pt x="4623" y="731"/>
                  </a:lnTo>
                  <a:lnTo>
                    <a:pt x="4010" y="1956"/>
                  </a:lnTo>
                  <a:lnTo>
                    <a:pt x="2647" y="4741"/>
                  </a:lnTo>
                  <a:lnTo>
                    <a:pt x="1877" y="6341"/>
                  </a:lnTo>
                  <a:lnTo>
                    <a:pt x="1166" y="7862"/>
                  </a:lnTo>
                  <a:lnTo>
                    <a:pt x="593" y="9146"/>
                  </a:lnTo>
                  <a:lnTo>
                    <a:pt x="396" y="9659"/>
                  </a:lnTo>
                  <a:lnTo>
                    <a:pt x="257" y="10054"/>
                  </a:lnTo>
                  <a:lnTo>
                    <a:pt x="178" y="10370"/>
                  </a:lnTo>
                  <a:lnTo>
                    <a:pt x="99" y="10686"/>
                  </a:lnTo>
                  <a:lnTo>
                    <a:pt x="40" y="10983"/>
                  </a:lnTo>
                  <a:lnTo>
                    <a:pt x="20" y="11259"/>
                  </a:lnTo>
                  <a:lnTo>
                    <a:pt x="1" y="11516"/>
                  </a:lnTo>
                  <a:lnTo>
                    <a:pt x="1" y="11773"/>
                  </a:lnTo>
                  <a:lnTo>
                    <a:pt x="20" y="12010"/>
                  </a:lnTo>
                  <a:lnTo>
                    <a:pt x="60" y="12227"/>
                  </a:lnTo>
                  <a:lnTo>
                    <a:pt x="139" y="12444"/>
                  </a:lnTo>
                  <a:lnTo>
                    <a:pt x="218" y="12642"/>
                  </a:lnTo>
                  <a:lnTo>
                    <a:pt x="317" y="12839"/>
                  </a:lnTo>
                  <a:lnTo>
                    <a:pt x="435" y="13017"/>
                  </a:lnTo>
                  <a:lnTo>
                    <a:pt x="573" y="13175"/>
                  </a:lnTo>
                  <a:lnTo>
                    <a:pt x="731" y="13333"/>
                  </a:lnTo>
                  <a:lnTo>
                    <a:pt x="929" y="13491"/>
                  </a:lnTo>
                  <a:lnTo>
                    <a:pt x="1126" y="13630"/>
                  </a:lnTo>
                  <a:lnTo>
                    <a:pt x="1344" y="13748"/>
                  </a:lnTo>
                  <a:lnTo>
                    <a:pt x="1581" y="13867"/>
                  </a:lnTo>
                  <a:lnTo>
                    <a:pt x="1837" y="13965"/>
                  </a:lnTo>
                  <a:lnTo>
                    <a:pt x="2114" y="14044"/>
                  </a:lnTo>
                  <a:lnTo>
                    <a:pt x="2391" y="14104"/>
                  </a:lnTo>
                  <a:lnTo>
                    <a:pt x="2687" y="14163"/>
                  </a:lnTo>
                  <a:lnTo>
                    <a:pt x="2983" y="14183"/>
                  </a:lnTo>
                  <a:lnTo>
                    <a:pt x="3279" y="14183"/>
                  </a:lnTo>
                  <a:lnTo>
                    <a:pt x="3615" y="14163"/>
                  </a:lnTo>
                  <a:lnTo>
                    <a:pt x="3931" y="14104"/>
                  </a:lnTo>
                  <a:lnTo>
                    <a:pt x="4247" y="14044"/>
                  </a:lnTo>
                  <a:lnTo>
                    <a:pt x="4583" y="13946"/>
                  </a:lnTo>
                  <a:lnTo>
                    <a:pt x="4919" y="13807"/>
                  </a:lnTo>
                  <a:lnTo>
                    <a:pt x="5255" y="13649"/>
                  </a:lnTo>
                  <a:lnTo>
                    <a:pt x="5590" y="13452"/>
                  </a:lnTo>
                  <a:lnTo>
                    <a:pt x="5906" y="13234"/>
                  </a:lnTo>
                  <a:lnTo>
                    <a:pt x="6242" y="12997"/>
                  </a:lnTo>
                  <a:lnTo>
                    <a:pt x="6538" y="12721"/>
                  </a:lnTo>
                  <a:lnTo>
                    <a:pt x="6815" y="12444"/>
                  </a:lnTo>
                  <a:lnTo>
                    <a:pt x="7092" y="12148"/>
                  </a:lnTo>
                  <a:lnTo>
                    <a:pt x="7348" y="11832"/>
                  </a:lnTo>
                  <a:lnTo>
                    <a:pt x="7585" y="11516"/>
                  </a:lnTo>
                  <a:lnTo>
                    <a:pt x="7822" y="11161"/>
                  </a:lnTo>
                  <a:lnTo>
                    <a:pt x="8040" y="10805"/>
                  </a:lnTo>
                  <a:lnTo>
                    <a:pt x="8257" y="10449"/>
                  </a:lnTo>
                  <a:lnTo>
                    <a:pt x="8454" y="10074"/>
                  </a:lnTo>
                  <a:lnTo>
                    <a:pt x="8830" y="9284"/>
                  </a:lnTo>
                  <a:lnTo>
                    <a:pt x="9185" y="8454"/>
                  </a:lnTo>
                  <a:lnTo>
                    <a:pt x="9521" y="7585"/>
                  </a:lnTo>
                  <a:lnTo>
                    <a:pt x="9679" y="7131"/>
                  </a:lnTo>
                  <a:lnTo>
                    <a:pt x="9798" y="6697"/>
                  </a:lnTo>
                  <a:lnTo>
                    <a:pt x="9896" y="6282"/>
                  </a:lnTo>
                  <a:lnTo>
                    <a:pt x="9956" y="5867"/>
                  </a:lnTo>
                  <a:lnTo>
                    <a:pt x="9995" y="5472"/>
                  </a:lnTo>
                  <a:lnTo>
                    <a:pt x="9995" y="5077"/>
                  </a:lnTo>
                  <a:lnTo>
                    <a:pt x="9975" y="4682"/>
                  </a:lnTo>
                  <a:lnTo>
                    <a:pt x="9936" y="4307"/>
                  </a:lnTo>
                  <a:lnTo>
                    <a:pt x="9877" y="3951"/>
                  </a:lnTo>
                  <a:lnTo>
                    <a:pt x="9798" y="3595"/>
                  </a:lnTo>
                  <a:lnTo>
                    <a:pt x="9679" y="3260"/>
                  </a:lnTo>
                  <a:lnTo>
                    <a:pt x="9541" y="2924"/>
                  </a:lnTo>
                  <a:lnTo>
                    <a:pt x="9403" y="2608"/>
                  </a:lnTo>
                  <a:lnTo>
                    <a:pt x="9225" y="2292"/>
                  </a:lnTo>
                  <a:lnTo>
                    <a:pt x="9027" y="1996"/>
                  </a:lnTo>
                  <a:lnTo>
                    <a:pt x="8830" y="1719"/>
                  </a:lnTo>
                  <a:lnTo>
                    <a:pt x="8612" y="1462"/>
                  </a:lnTo>
                  <a:lnTo>
                    <a:pt x="8395" y="1225"/>
                  </a:lnTo>
                  <a:lnTo>
                    <a:pt x="8178" y="1028"/>
                  </a:lnTo>
                  <a:lnTo>
                    <a:pt x="7961" y="830"/>
                  </a:lnTo>
                  <a:lnTo>
                    <a:pt x="7763" y="692"/>
                  </a:lnTo>
                  <a:lnTo>
                    <a:pt x="7566" y="554"/>
                  </a:lnTo>
                  <a:lnTo>
                    <a:pt x="7368" y="435"/>
                  </a:lnTo>
                  <a:lnTo>
                    <a:pt x="7190" y="336"/>
                  </a:lnTo>
                  <a:lnTo>
                    <a:pt x="6835" y="198"/>
                  </a:lnTo>
                  <a:lnTo>
                    <a:pt x="6499" y="99"/>
                  </a:lnTo>
                  <a:lnTo>
                    <a:pt x="6203" y="40"/>
                  </a:lnTo>
                  <a:lnTo>
                    <a:pt x="592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9" name="Google Shape;5279;p20"/>
            <p:cNvSpPr/>
            <p:nvPr/>
          </p:nvSpPr>
          <p:spPr>
            <a:xfrm>
              <a:off x="-899325" y="3276875"/>
              <a:ext cx="221250" cy="328400"/>
            </a:xfrm>
            <a:custGeom>
              <a:rect b="b" l="l" r="r" t="t"/>
              <a:pathLst>
                <a:path extrusionOk="0" h="13136" w="8850">
                  <a:moveTo>
                    <a:pt x="5274" y="0"/>
                  </a:moveTo>
                  <a:lnTo>
                    <a:pt x="5136" y="40"/>
                  </a:lnTo>
                  <a:lnTo>
                    <a:pt x="5017" y="79"/>
                  </a:lnTo>
                  <a:lnTo>
                    <a:pt x="4899" y="138"/>
                  </a:lnTo>
                  <a:lnTo>
                    <a:pt x="4721" y="257"/>
                  </a:lnTo>
                  <a:lnTo>
                    <a:pt x="4583" y="375"/>
                  </a:lnTo>
                  <a:lnTo>
                    <a:pt x="4464" y="494"/>
                  </a:lnTo>
                  <a:lnTo>
                    <a:pt x="4385" y="612"/>
                  </a:lnTo>
                  <a:lnTo>
                    <a:pt x="3773" y="1936"/>
                  </a:lnTo>
                  <a:lnTo>
                    <a:pt x="2390" y="4938"/>
                  </a:lnTo>
                  <a:lnTo>
                    <a:pt x="1620" y="6597"/>
                  </a:lnTo>
                  <a:lnTo>
                    <a:pt x="929" y="8118"/>
                  </a:lnTo>
                  <a:lnTo>
                    <a:pt x="415" y="9323"/>
                  </a:lnTo>
                  <a:lnTo>
                    <a:pt x="237" y="9758"/>
                  </a:lnTo>
                  <a:lnTo>
                    <a:pt x="139" y="10034"/>
                  </a:lnTo>
                  <a:lnTo>
                    <a:pt x="79" y="10232"/>
                  </a:lnTo>
                  <a:lnTo>
                    <a:pt x="40" y="10429"/>
                  </a:lnTo>
                  <a:lnTo>
                    <a:pt x="20" y="10647"/>
                  </a:lnTo>
                  <a:lnTo>
                    <a:pt x="0" y="10844"/>
                  </a:lnTo>
                  <a:lnTo>
                    <a:pt x="0" y="11061"/>
                  </a:lnTo>
                  <a:lnTo>
                    <a:pt x="20" y="11259"/>
                  </a:lnTo>
                  <a:lnTo>
                    <a:pt x="40" y="11456"/>
                  </a:lnTo>
                  <a:lnTo>
                    <a:pt x="79" y="11654"/>
                  </a:lnTo>
                  <a:lnTo>
                    <a:pt x="139" y="11851"/>
                  </a:lnTo>
                  <a:lnTo>
                    <a:pt x="218" y="12029"/>
                  </a:lnTo>
                  <a:lnTo>
                    <a:pt x="297" y="12187"/>
                  </a:lnTo>
                  <a:lnTo>
                    <a:pt x="415" y="12345"/>
                  </a:lnTo>
                  <a:lnTo>
                    <a:pt x="534" y="12483"/>
                  </a:lnTo>
                  <a:lnTo>
                    <a:pt x="672" y="12622"/>
                  </a:lnTo>
                  <a:lnTo>
                    <a:pt x="850" y="12720"/>
                  </a:lnTo>
                  <a:lnTo>
                    <a:pt x="1027" y="12799"/>
                  </a:lnTo>
                  <a:lnTo>
                    <a:pt x="1423" y="12938"/>
                  </a:lnTo>
                  <a:lnTo>
                    <a:pt x="1877" y="13037"/>
                  </a:lnTo>
                  <a:lnTo>
                    <a:pt x="2351" y="13116"/>
                  </a:lnTo>
                  <a:lnTo>
                    <a:pt x="2845" y="13135"/>
                  </a:lnTo>
                  <a:lnTo>
                    <a:pt x="3101" y="13135"/>
                  </a:lnTo>
                  <a:lnTo>
                    <a:pt x="3338" y="13116"/>
                  </a:lnTo>
                  <a:lnTo>
                    <a:pt x="3575" y="13076"/>
                  </a:lnTo>
                  <a:lnTo>
                    <a:pt x="3813" y="13017"/>
                  </a:lnTo>
                  <a:lnTo>
                    <a:pt x="4050" y="12958"/>
                  </a:lnTo>
                  <a:lnTo>
                    <a:pt x="4287" y="12878"/>
                  </a:lnTo>
                  <a:lnTo>
                    <a:pt x="4504" y="12799"/>
                  </a:lnTo>
                  <a:lnTo>
                    <a:pt x="4721" y="12681"/>
                  </a:lnTo>
                  <a:lnTo>
                    <a:pt x="4919" y="12543"/>
                  </a:lnTo>
                  <a:lnTo>
                    <a:pt x="5136" y="12385"/>
                  </a:lnTo>
                  <a:lnTo>
                    <a:pt x="5353" y="12227"/>
                  </a:lnTo>
                  <a:lnTo>
                    <a:pt x="5570" y="12029"/>
                  </a:lnTo>
                  <a:lnTo>
                    <a:pt x="5807" y="11812"/>
                  </a:lnTo>
                  <a:lnTo>
                    <a:pt x="6025" y="11575"/>
                  </a:lnTo>
                  <a:lnTo>
                    <a:pt x="6262" y="11318"/>
                  </a:lnTo>
                  <a:lnTo>
                    <a:pt x="6479" y="11042"/>
                  </a:lnTo>
                  <a:lnTo>
                    <a:pt x="6696" y="10745"/>
                  </a:lnTo>
                  <a:lnTo>
                    <a:pt x="6914" y="10429"/>
                  </a:lnTo>
                  <a:lnTo>
                    <a:pt x="7111" y="10113"/>
                  </a:lnTo>
                  <a:lnTo>
                    <a:pt x="7328" y="9758"/>
                  </a:lnTo>
                  <a:lnTo>
                    <a:pt x="7506" y="9402"/>
                  </a:lnTo>
                  <a:lnTo>
                    <a:pt x="7684" y="9027"/>
                  </a:lnTo>
                  <a:lnTo>
                    <a:pt x="7862" y="8632"/>
                  </a:lnTo>
                  <a:lnTo>
                    <a:pt x="8020" y="8217"/>
                  </a:lnTo>
                  <a:lnTo>
                    <a:pt x="8276" y="7447"/>
                  </a:lnTo>
                  <a:lnTo>
                    <a:pt x="8494" y="6736"/>
                  </a:lnTo>
                  <a:lnTo>
                    <a:pt x="8672" y="6104"/>
                  </a:lnTo>
                  <a:lnTo>
                    <a:pt x="8770" y="5491"/>
                  </a:lnTo>
                  <a:lnTo>
                    <a:pt x="8810" y="5195"/>
                  </a:lnTo>
                  <a:lnTo>
                    <a:pt x="8849" y="4918"/>
                  </a:lnTo>
                  <a:lnTo>
                    <a:pt x="8849" y="4622"/>
                  </a:lnTo>
                  <a:lnTo>
                    <a:pt x="8849" y="4326"/>
                  </a:lnTo>
                  <a:lnTo>
                    <a:pt x="8830" y="4030"/>
                  </a:lnTo>
                  <a:lnTo>
                    <a:pt x="8810" y="3733"/>
                  </a:lnTo>
                  <a:lnTo>
                    <a:pt x="8691" y="3081"/>
                  </a:lnTo>
                  <a:lnTo>
                    <a:pt x="8612" y="2765"/>
                  </a:lnTo>
                  <a:lnTo>
                    <a:pt x="8513" y="2449"/>
                  </a:lnTo>
                  <a:lnTo>
                    <a:pt x="8375" y="2153"/>
                  </a:lnTo>
                  <a:lnTo>
                    <a:pt x="8217" y="1877"/>
                  </a:lnTo>
                  <a:lnTo>
                    <a:pt x="8039" y="1620"/>
                  </a:lnTo>
                  <a:lnTo>
                    <a:pt x="7842" y="1363"/>
                  </a:lnTo>
                  <a:lnTo>
                    <a:pt x="7625" y="1146"/>
                  </a:lnTo>
                  <a:lnTo>
                    <a:pt x="7407" y="928"/>
                  </a:lnTo>
                  <a:lnTo>
                    <a:pt x="7190" y="751"/>
                  </a:lnTo>
                  <a:lnTo>
                    <a:pt x="6973" y="593"/>
                  </a:lnTo>
                  <a:lnTo>
                    <a:pt x="6736" y="435"/>
                  </a:lnTo>
                  <a:lnTo>
                    <a:pt x="6519" y="316"/>
                  </a:lnTo>
                  <a:lnTo>
                    <a:pt x="6301" y="198"/>
                  </a:lnTo>
                  <a:lnTo>
                    <a:pt x="6084" y="119"/>
                  </a:lnTo>
                  <a:lnTo>
                    <a:pt x="5906" y="59"/>
                  </a:lnTo>
                  <a:lnTo>
                    <a:pt x="5728" y="20"/>
                  </a:lnTo>
                  <a:lnTo>
                    <a:pt x="555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0" name="Google Shape;5280;p20"/>
            <p:cNvSpPr/>
            <p:nvPr/>
          </p:nvSpPr>
          <p:spPr>
            <a:xfrm>
              <a:off x="-1012900" y="3249225"/>
              <a:ext cx="277050" cy="358025"/>
            </a:xfrm>
            <a:custGeom>
              <a:rect b="b" l="l" r="r" t="t"/>
              <a:pathLst>
                <a:path extrusionOk="0" h="14321" w="11082">
                  <a:moveTo>
                    <a:pt x="6894" y="0"/>
                  </a:moveTo>
                  <a:lnTo>
                    <a:pt x="6716" y="20"/>
                  </a:lnTo>
                  <a:lnTo>
                    <a:pt x="6538" y="59"/>
                  </a:lnTo>
                  <a:lnTo>
                    <a:pt x="6440" y="119"/>
                  </a:lnTo>
                  <a:lnTo>
                    <a:pt x="6321" y="217"/>
                  </a:lnTo>
                  <a:lnTo>
                    <a:pt x="6183" y="356"/>
                  </a:lnTo>
                  <a:lnTo>
                    <a:pt x="6025" y="533"/>
                  </a:lnTo>
                  <a:lnTo>
                    <a:pt x="5669" y="1007"/>
                  </a:lnTo>
                  <a:lnTo>
                    <a:pt x="5254" y="1620"/>
                  </a:lnTo>
                  <a:lnTo>
                    <a:pt x="4780" y="2311"/>
                  </a:lnTo>
                  <a:lnTo>
                    <a:pt x="4287" y="3081"/>
                  </a:lnTo>
                  <a:lnTo>
                    <a:pt x="3279" y="4741"/>
                  </a:lnTo>
                  <a:lnTo>
                    <a:pt x="2311" y="6400"/>
                  </a:lnTo>
                  <a:lnTo>
                    <a:pt x="1482" y="7822"/>
                  </a:lnTo>
                  <a:lnTo>
                    <a:pt x="711" y="9204"/>
                  </a:lnTo>
                  <a:lnTo>
                    <a:pt x="652" y="9264"/>
                  </a:lnTo>
                  <a:lnTo>
                    <a:pt x="514" y="9461"/>
                  </a:lnTo>
                  <a:lnTo>
                    <a:pt x="336" y="9758"/>
                  </a:lnTo>
                  <a:lnTo>
                    <a:pt x="257" y="9935"/>
                  </a:lnTo>
                  <a:lnTo>
                    <a:pt x="178" y="10133"/>
                  </a:lnTo>
                  <a:lnTo>
                    <a:pt x="99" y="10350"/>
                  </a:lnTo>
                  <a:lnTo>
                    <a:pt x="40" y="10587"/>
                  </a:lnTo>
                  <a:lnTo>
                    <a:pt x="20" y="10844"/>
                  </a:lnTo>
                  <a:lnTo>
                    <a:pt x="0" y="11101"/>
                  </a:lnTo>
                  <a:lnTo>
                    <a:pt x="20" y="11357"/>
                  </a:lnTo>
                  <a:lnTo>
                    <a:pt x="79" y="11634"/>
                  </a:lnTo>
                  <a:lnTo>
                    <a:pt x="178" y="11930"/>
                  </a:lnTo>
                  <a:lnTo>
                    <a:pt x="316" y="12207"/>
                  </a:lnTo>
                  <a:lnTo>
                    <a:pt x="514" y="12483"/>
                  </a:lnTo>
                  <a:lnTo>
                    <a:pt x="711" y="12720"/>
                  </a:lnTo>
                  <a:lnTo>
                    <a:pt x="948" y="12957"/>
                  </a:lnTo>
                  <a:lnTo>
                    <a:pt x="1186" y="13155"/>
                  </a:lnTo>
                  <a:lnTo>
                    <a:pt x="1462" y="13352"/>
                  </a:lnTo>
                  <a:lnTo>
                    <a:pt x="1739" y="13530"/>
                  </a:lnTo>
                  <a:lnTo>
                    <a:pt x="2035" y="13668"/>
                  </a:lnTo>
                  <a:lnTo>
                    <a:pt x="2331" y="13807"/>
                  </a:lnTo>
                  <a:lnTo>
                    <a:pt x="2627" y="13925"/>
                  </a:lnTo>
                  <a:lnTo>
                    <a:pt x="2924" y="14024"/>
                  </a:lnTo>
                  <a:lnTo>
                    <a:pt x="3220" y="14103"/>
                  </a:lnTo>
                  <a:lnTo>
                    <a:pt x="3516" y="14182"/>
                  </a:lnTo>
                  <a:lnTo>
                    <a:pt x="3793" y="14241"/>
                  </a:lnTo>
                  <a:lnTo>
                    <a:pt x="4069" y="14281"/>
                  </a:lnTo>
                  <a:lnTo>
                    <a:pt x="4563" y="14320"/>
                  </a:lnTo>
                  <a:lnTo>
                    <a:pt x="4780" y="14320"/>
                  </a:lnTo>
                  <a:lnTo>
                    <a:pt x="5017" y="14301"/>
                  </a:lnTo>
                  <a:lnTo>
                    <a:pt x="5235" y="14281"/>
                  </a:lnTo>
                  <a:lnTo>
                    <a:pt x="5452" y="14241"/>
                  </a:lnTo>
                  <a:lnTo>
                    <a:pt x="5669" y="14162"/>
                  </a:lnTo>
                  <a:lnTo>
                    <a:pt x="5886" y="14103"/>
                  </a:lnTo>
                  <a:lnTo>
                    <a:pt x="6104" y="14004"/>
                  </a:lnTo>
                  <a:lnTo>
                    <a:pt x="6301" y="13905"/>
                  </a:lnTo>
                  <a:lnTo>
                    <a:pt x="6499" y="13787"/>
                  </a:lnTo>
                  <a:lnTo>
                    <a:pt x="6696" y="13649"/>
                  </a:lnTo>
                  <a:lnTo>
                    <a:pt x="6894" y="13510"/>
                  </a:lnTo>
                  <a:lnTo>
                    <a:pt x="7072" y="13352"/>
                  </a:lnTo>
                  <a:lnTo>
                    <a:pt x="7249" y="13194"/>
                  </a:lnTo>
                  <a:lnTo>
                    <a:pt x="7407" y="13017"/>
                  </a:lnTo>
                  <a:lnTo>
                    <a:pt x="7565" y="12819"/>
                  </a:lnTo>
                  <a:lnTo>
                    <a:pt x="7723" y="12622"/>
                  </a:lnTo>
                  <a:lnTo>
                    <a:pt x="8079" y="12128"/>
                  </a:lnTo>
                  <a:lnTo>
                    <a:pt x="8514" y="11456"/>
                  </a:lnTo>
                  <a:lnTo>
                    <a:pt x="8988" y="10646"/>
                  </a:lnTo>
                  <a:lnTo>
                    <a:pt x="9481" y="9738"/>
                  </a:lnTo>
                  <a:lnTo>
                    <a:pt x="9955" y="8809"/>
                  </a:lnTo>
                  <a:lnTo>
                    <a:pt x="10173" y="8335"/>
                  </a:lnTo>
                  <a:lnTo>
                    <a:pt x="10370" y="7881"/>
                  </a:lnTo>
                  <a:lnTo>
                    <a:pt x="10548" y="7427"/>
                  </a:lnTo>
                  <a:lnTo>
                    <a:pt x="10706" y="6992"/>
                  </a:lnTo>
                  <a:lnTo>
                    <a:pt x="10825" y="6577"/>
                  </a:lnTo>
                  <a:lnTo>
                    <a:pt x="10923" y="6202"/>
                  </a:lnTo>
                  <a:lnTo>
                    <a:pt x="10983" y="5847"/>
                  </a:lnTo>
                  <a:lnTo>
                    <a:pt x="11022" y="5491"/>
                  </a:lnTo>
                  <a:lnTo>
                    <a:pt x="11062" y="5155"/>
                  </a:lnTo>
                  <a:lnTo>
                    <a:pt x="11081" y="4839"/>
                  </a:lnTo>
                  <a:lnTo>
                    <a:pt x="11081" y="4523"/>
                  </a:lnTo>
                  <a:lnTo>
                    <a:pt x="11062" y="4227"/>
                  </a:lnTo>
                  <a:lnTo>
                    <a:pt x="11022" y="3950"/>
                  </a:lnTo>
                  <a:lnTo>
                    <a:pt x="10983" y="3674"/>
                  </a:lnTo>
                  <a:lnTo>
                    <a:pt x="10923" y="3397"/>
                  </a:lnTo>
                  <a:lnTo>
                    <a:pt x="10844" y="3141"/>
                  </a:lnTo>
                  <a:lnTo>
                    <a:pt x="10745" y="2904"/>
                  </a:lnTo>
                  <a:lnTo>
                    <a:pt x="10627" y="2647"/>
                  </a:lnTo>
                  <a:lnTo>
                    <a:pt x="10489" y="2410"/>
                  </a:lnTo>
                  <a:lnTo>
                    <a:pt x="10331" y="2192"/>
                  </a:lnTo>
                  <a:lnTo>
                    <a:pt x="10153" y="1955"/>
                  </a:lnTo>
                  <a:lnTo>
                    <a:pt x="9975" y="1738"/>
                  </a:lnTo>
                  <a:lnTo>
                    <a:pt x="9541" y="1323"/>
                  </a:lnTo>
                  <a:lnTo>
                    <a:pt x="9106" y="948"/>
                  </a:lnTo>
                  <a:lnTo>
                    <a:pt x="8869" y="770"/>
                  </a:lnTo>
                  <a:lnTo>
                    <a:pt x="8632" y="612"/>
                  </a:lnTo>
                  <a:lnTo>
                    <a:pt x="8415" y="474"/>
                  </a:lnTo>
                  <a:lnTo>
                    <a:pt x="8178" y="356"/>
                  </a:lnTo>
                  <a:lnTo>
                    <a:pt x="7941" y="237"/>
                  </a:lnTo>
                  <a:lnTo>
                    <a:pt x="7723" y="158"/>
                  </a:lnTo>
                  <a:lnTo>
                    <a:pt x="7506" y="79"/>
                  </a:lnTo>
                  <a:lnTo>
                    <a:pt x="7289" y="40"/>
                  </a:lnTo>
                  <a:lnTo>
                    <a:pt x="709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1" name="Google Shape;5281;p20"/>
            <p:cNvSpPr/>
            <p:nvPr/>
          </p:nvSpPr>
          <p:spPr>
            <a:xfrm>
              <a:off x="-1298325" y="3095150"/>
              <a:ext cx="417775" cy="434075"/>
            </a:xfrm>
            <a:custGeom>
              <a:rect b="b" l="l" r="r" t="t"/>
              <a:pathLst>
                <a:path extrusionOk="0" h="17363" w="16711">
                  <a:moveTo>
                    <a:pt x="6973" y="0"/>
                  </a:moveTo>
                  <a:lnTo>
                    <a:pt x="6519" y="40"/>
                  </a:lnTo>
                  <a:lnTo>
                    <a:pt x="6084" y="119"/>
                  </a:lnTo>
                  <a:lnTo>
                    <a:pt x="5630" y="218"/>
                  </a:lnTo>
                  <a:lnTo>
                    <a:pt x="5196" y="356"/>
                  </a:lnTo>
                  <a:lnTo>
                    <a:pt x="4781" y="514"/>
                  </a:lnTo>
                  <a:lnTo>
                    <a:pt x="4366" y="711"/>
                  </a:lnTo>
                  <a:lnTo>
                    <a:pt x="3971" y="929"/>
                  </a:lnTo>
                  <a:lnTo>
                    <a:pt x="3596" y="1166"/>
                  </a:lnTo>
                  <a:lnTo>
                    <a:pt x="3240" y="1442"/>
                  </a:lnTo>
                  <a:lnTo>
                    <a:pt x="2904" y="1739"/>
                  </a:lnTo>
                  <a:lnTo>
                    <a:pt x="2588" y="2055"/>
                  </a:lnTo>
                  <a:lnTo>
                    <a:pt x="2292" y="2390"/>
                  </a:lnTo>
                  <a:lnTo>
                    <a:pt x="1996" y="2766"/>
                  </a:lnTo>
                  <a:lnTo>
                    <a:pt x="1719" y="3161"/>
                  </a:lnTo>
                  <a:lnTo>
                    <a:pt x="1443" y="3575"/>
                  </a:lnTo>
                  <a:lnTo>
                    <a:pt x="1206" y="4010"/>
                  </a:lnTo>
                  <a:lnTo>
                    <a:pt x="969" y="4445"/>
                  </a:lnTo>
                  <a:lnTo>
                    <a:pt x="751" y="4899"/>
                  </a:lnTo>
                  <a:lnTo>
                    <a:pt x="574" y="5353"/>
                  </a:lnTo>
                  <a:lnTo>
                    <a:pt x="396" y="5807"/>
                  </a:lnTo>
                  <a:lnTo>
                    <a:pt x="258" y="6282"/>
                  </a:lnTo>
                  <a:lnTo>
                    <a:pt x="159" y="6756"/>
                  </a:lnTo>
                  <a:lnTo>
                    <a:pt x="80" y="7210"/>
                  </a:lnTo>
                  <a:lnTo>
                    <a:pt x="20" y="7664"/>
                  </a:lnTo>
                  <a:lnTo>
                    <a:pt x="1" y="8118"/>
                  </a:lnTo>
                  <a:lnTo>
                    <a:pt x="20" y="8553"/>
                  </a:lnTo>
                  <a:lnTo>
                    <a:pt x="60" y="8751"/>
                  </a:lnTo>
                  <a:lnTo>
                    <a:pt x="99" y="8968"/>
                  </a:lnTo>
                  <a:lnTo>
                    <a:pt x="159" y="9185"/>
                  </a:lnTo>
                  <a:lnTo>
                    <a:pt x="238" y="9402"/>
                  </a:lnTo>
                  <a:lnTo>
                    <a:pt x="337" y="9620"/>
                  </a:lnTo>
                  <a:lnTo>
                    <a:pt x="435" y="9837"/>
                  </a:lnTo>
                  <a:lnTo>
                    <a:pt x="692" y="10271"/>
                  </a:lnTo>
                  <a:lnTo>
                    <a:pt x="1008" y="10686"/>
                  </a:lnTo>
                  <a:lnTo>
                    <a:pt x="1344" y="11121"/>
                  </a:lnTo>
                  <a:lnTo>
                    <a:pt x="1719" y="11536"/>
                  </a:lnTo>
                  <a:lnTo>
                    <a:pt x="2134" y="11950"/>
                  </a:lnTo>
                  <a:lnTo>
                    <a:pt x="2568" y="12345"/>
                  </a:lnTo>
                  <a:lnTo>
                    <a:pt x="3023" y="12740"/>
                  </a:lnTo>
                  <a:lnTo>
                    <a:pt x="3477" y="13116"/>
                  </a:lnTo>
                  <a:lnTo>
                    <a:pt x="3931" y="13491"/>
                  </a:lnTo>
                  <a:lnTo>
                    <a:pt x="4840" y="14182"/>
                  </a:lnTo>
                  <a:lnTo>
                    <a:pt x="5670" y="14795"/>
                  </a:lnTo>
                  <a:lnTo>
                    <a:pt x="7131" y="15861"/>
                  </a:lnTo>
                  <a:lnTo>
                    <a:pt x="8277" y="16711"/>
                  </a:lnTo>
                  <a:lnTo>
                    <a:pt x="8731" y="17027"/>
                  </a:lnTo>
                  <a:lnTo>
                    <a:pt x="9067" y="17244"/>
                  </a:lnTo>
                  <a:lnTo>
                    <a:pt x="9304" y="17362"/>
                  </a:lnTo>
                  <a:lnTo>
                    <a:pt x="9403" y="17362"/>
                  </a:lnTo>
                  <a:lnTo>
                    <a:pt x="11161" y="14360"/>
                  </a:lnTo>
                  <a:lnTo>
                    <a:pt x="12504" y="12049"/>
                  </a:lnTo>
                  <a:lnTo>
                    <a:pt x="13709" y="9995"/>
                  </a:lnTo>
                  <a:lnTo>
                    <a:pt x="14933" y="7921"/>
                  </a:lnTo>
                  <a:lnTo>
                    <a:pt x="16711" y="4919"/>
                  </a:lnTo>
                  <a:lnTo>
                    <a:pt x="15822" y="4326"/>
                  </a:lnTo>
                  <a:lnTo>
                    <a:pt x="13847" y="3062"/>
                  </a:lnTo>
                  <a:lnTo>
                    <a:pt x="12682" y="2331"/>
                  </a:lnTo>
                  <a:lnTo>
                    <a:pt x="11516" y="1620"/>
                  </a:lnTo>
                  <a:lnTo>
                    <a:pt x="10450" y="988"/>
                  </a:lnTo>
                  <a:lnTo>
                    <a:pt x="9975" y="731"/>
                  </a:lnTo>
                  <a:lnTo>
                    <a:pt x="9561" y="514"/>
                  </a:lnTo>
                  <a:lnTo>
                    <a:pt x="9146" y="336"/>
                  </a:lnTo>
                  <a:lnTo>
                    <a:pt x="8731" y="198"/>
                  </a:lnTo>
                  <a:lnTo>
                    <a:pt x="8297" y="99"/>
                  </a:lnTo>
                  <a:lnTo>
                    <a:pt x="7862" y="40"/>
                  </a:lnTo>
                  <a:lnTo>
                    <a:pt x="74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2" name="Google Shape;5282;p20"/>
            <p:cNvSpPr/>
            <p:nvPr/>
          </p:nvSpPr>
          <p:spPr>
            <a:xfrm>
              <a:off x="-880575" y="3218100"/>
              <a:ext cx="25" cy="25"/>
            </a:xfrm>
            <a:custGeom>
              <a:rect b="b" l="l" r="r" t="t"/>
              <a:pathLst>
                <a:path extrusionOk="0" h="1" w="1">
                  <a:moveTo>
                    <a:pt x="1" y="1"/>
                  </a:moveTo>
                  <a:lnTo>
                    <a:pt x="1" y="1"/>
                  </a:lnTo>
                  <a:lnTo>
                    <a:pt x="1" y="1"/>
                  </a:lnTo>
                  <a:lnTo>
                    <a:pt x="1" y="1"/>
                  </a:lnTo>
                  <a:lnTo>
                    <a:pt x="1" y="1"/>
                  </a:lnTo>
                  <a:lnTo>
                    <a:pt x="1" y="1"/>
                  </a:lnTo>
                  <a:lnTo>
                    <a:pt x="1" y="1"/>
                  </a:lnTo>
                  <a:close/>
                </a:path>
              </a:pathLst>
            </a:custGeom>
            <a:solidFill>
              <a:srgbClr val="E6A4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3" name="Google Shape;5283;p20"/>
            <p:cNvSpPr/>
            <p:nvPr/>
          </p:nvSpPr>
          <p:spPr>
            <a:xfrm>
              <a:off x="-1510150" y="3967200"/>
              <a:ext cx="345675" cy="325450"/>
            </a:xfrm>
            <a:custGeom>
              <a:rect b="b" l="l" r="r" t="t"/>
              <a:pathLst>
                <a:path extrusionOk="0" h="13018" w="13827">
                  <a:moveTo>
                    <a:pt x="3872" y="1"/>
                  </a:moveTo>
                  <a:lnTo>
                    <a:pt x="3259" y="1047"/>
                  </a:lnTo>
                  <a:lnTo>
                    <a:pt x="1896" y="3378"/>
                  </a:lnTo>
                  <a:lnTo>
                    <a:pt x="1185" y="4623"/>
                  </a:lnTo>
                  <a:lnTo>
                    <a:pt x="573" y="5748"/>
                  </a:lnTo>
                  <a:lnTo>
                    <a:pt x="138" y="6558"/>
                  </a:lnTo>
                  <a:lnTo>
                    <a:pt x="20" y="6815"/>
                  </a:lnTo>
                  <a:lnTo>
                    <a:pt x="0" y="6894"/>
                  </a:lnTo>
                  <a:lnTo>
                    <a:pt x="0" y="6934"/>
                  </a:lnTo>
                  <a:lnTo>
                    <a:pt x="20" y="6973"/>
                  </a:lnTo>
                  <a:lnTo>
                    <a:pt x="119" y="7052"/>
                  </a:lnTo>
                  <a:lnTo>
                    <a:pt x="494" y="7289"/>
                  </a:lnTo>
                  <a:lnTo>
                    <a:pt x="1758" y="8040"/>
                  </a:lnTo>
                  <a:lnTo>
                    <a:pt x="3536" y="9047"/>
                  </a:lnTo>
                  <a:lnTo>
                    <a:pt x="5570" y="10193"/>
                  </a:lnTo>
                  <a:lnTo>
                    <a:pt x="7624" y="11299"/>
                  </a:lnTo>
                  <a:lnTo>
                    <a:pt x="8572" y="11793"/>
                  </a:lnTo>
                  <a:lnTo>
                    <a:pt x="9442" y="12227"/>
                  </a:lnTo>
                  <a:lnTo>
                    <a:pt x="10172" y="12583"/>
                  </a:lnTo>
                  <a:lnTo>
                    <a:pt x="10745" y="12839"/>
                  </a:lnTo>
                  <a:lnTo>
                    <a:pt x="11140" y="12997"/>
                  </a:lnTo>
                  <a:lnTo>
                    <a:pt x="11259" y="13017"/>
                  </a:lnTo>
                  <a:lnTo>
                    <a:pt x="11318" y="13017"/>
                  </a:lnTo>
                  <a:lnTo>
                    <a:pt x="11397" y="12859"/>
                  </a:lnTo>
                  <a:lnTo>
                    <a:pt x="11516" y="12563"/>
                  </a:lnTo>
                  <a:lnTo>
                    <a:pt x="11832" y="11556"/>
                  </a:lnTo>
                  <a:lnTo>
                    <a:pt x="12246" y="10193"/>
                  </a:lnTo>
                  <a:lnTo>
                    <a:pt x="12681" y="8672"/>
                  </a:lnTo>
                  <a:lnTo>
                    <a:pt x="13491" y="5827"/>
                  </a:lnTo>
                  <a:lnTo>
                    <a:pt x="13827" y="4544"/>
                  </a:lnTo>
                  <a:lnTo>
                    <a:pt x="38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
            <p:cNvSpPr/>
            <p:nvPr/>
          </p:nvSpPr>
          <p:spPr>
            <a:xfrm>
              <a:off x="-1914575" y="3337100"/>
              <a:ext cx="321475" cy="387675"/>
            </a:xfrm>
            <a:custGeom>
              <a:rect b="b" l="l" r="r" t="t"/>
              <a:pathLst>
                <a:path extrusionOk="0" h="15507" w="12859">
                  <a:moveTo>
                    <a:pt x="8632" y="1"/>
                  </a:moveTo>
                  <a:lnTo>
                    <a:pt x="5985" y="1028"/>
                  </a:lnTo>
                  <a:lnTo>
                    <a:pt x="5017" y="1423"/>
                  </a:lnTo>
                  <a:lnTo>
                    <a:pt x="4978" y="1443"/>
                  </a:lnTo>
                  <a:lnTo>
                    <a:pt x="4859" y="1482"/>
                  </a:lnTo>
                  <a:lnTo>
                    <a:pt x="4820" y="1502"/>
                  </a:lnTo>
                  <a:lnTo>
                    <a:pt x="4780" y="1502"/>
                  </a:lnTo>
                  <a:lnTo>
                    <a:pt x="4780" y="1522"/>
                  </a:lnTo>
                  <a:lnTo>
                    <a:pt x="4760" y="1522"/>
                  </a:lnTo>
                  <a:lnTo>
                    <a:pt x="4721" y="1542"/>
                  </a:lnTo>
                  <a:lnTo>
                    <a:pt x="4701" y="1542"/>
                  </a:lnTo>
                  <a:lnTo>
                    <a:pt x="4662" y="1561"/>
                  </a:lnTo>
                  <a:lnTo>
                    <a:pt x="4642" y="1561"/>
                  </a:lnTo>
                  <a:lnTo>
                    <a:pt x="3437" y="2055"/>
                  </a:lnTo>
                  <a:lnTo>
                    <a:pt x="2351" y="2509"/>
                  </a:lnTo>
                  <a:lnTo>
                    <a:pt x="1482" y="2885"/>
                  </a:lnTo>
                  <a:lnTo>
                    <a:pt x="1166" y="3043"/>
                  </a:lnTo>
                  <a:lnTo>
                    <a:pt x="948" y="3141"/>
                  </a:lnTo>
                  <a:lnTo>
                    <a:pt x="0" y="3695"/>
                  </a:lnTo>
                  <a:lnTo>
                    <a:pt x="534" y="4959"/>
                  </a:lnTo>
                  <a:lnTo>
                    <a:pt x="553" y="4978"/>
                  </a:lnTo>
                  <a:lnTo>
                    <a:pt x="1047" y="6164"/>
                  </a:lnTo>
                  <a:lnTo>
                    <a:pt x="1067" y="6183"/>
                  </a:lnTo>
                  <a:lnTo>
                    <a:pt x="1087" y="6243"/>
                  </a:lnTo>
                  <a:lnTo>
                    <a:pt x="1087" y="6262"/>
                  </a:lnTo>
                  <a:lnTo>
                    <a:pt x="1106" y="6282"/>
                  </a:lnTo>
                  <a:lnTo>
                    <a:pt x="3358" y="11516"/>
                  </a:lnTo>
                  <a:lnTo>
                    <a:pt x="3733" y="12405"/>
                  </a:lnTo>
                  <a:lnTo>
                    <a:pt x="3733" y="12425"/>
                  </a:lnTo>
                  <a:lnTo>
                    <a:pt x="3753" y="12445"/>
                  </a:lnTo>
                  <a:lnTo>
                    <a:pt x="3832" y="12622"/>
                  </a:lnTo>
                  <a:lnTo>
                    <a:pt x="3832" y="12642"/>
                  </a:lnTo>
                  <a:lnTo>
                    <a:pt x="3832" y="12662"/>
                  </a:lnTo>
                  <a:lnTo>
                    <a:pt x="3852" y="12682"/>
                  </a:lnTo>
                  <a:lnTo>
                    <a:pt x="3852" y="12701"/>
                  </a:lnTo>
                  <a:lnTo>
                    <a:pt x="3872" y="12741"/>
                  </a:lnTo>
                  <a:lnTo>
                    <a:pt x="3891" y="12761"/>
                  </a:lnTo>
                  <a:lnTo>
                    <a:pt x="3911" y="12800"/>
                  </a:lnTo>
                  <a:lnTo>
                    <a:pt x="4741" y="14677"/>
                  </a:lnTo>
                  <a:lnTo>
                    <a:pt x="4997" y="15249"/>
                  </a:lnTo>
                  <a:lnTo>
                    <a:pt x="5136" y="15506"/>
                  </a:lnTo>
                  <a:lnTo>
                    <a:pt x="5175" y="15506"/>
                  </a:lnTo>
                  <a:lnTo>
                    <a:pt x="5274" y="15487"/>
                  </a:lnTo>
                  <a:lnTo>
                    <a:pt x="5412" y="15408"/>
                  </a:lnTo>
                  <a:lnTo>
                    <a:pt x="5570" y="15309"/>
                  </a:lnTo>
                  <a:lnTo>
                    <a:pt x="6025" y="15032"/>
                  </a:lnTo>
                  <a:lnTo>
                    <a:pt x="6578" y="14637"/>
                  </a:lnTo>
                  <a:lnTo>
                    <a:pt x="7921" y="13610"/>
                  </a:lnTo>
                  <a:lnTo>
                    <a:pt x="9422" y="12445"/>
                  </a:lnTo>
                  <a:lnTo>
                    <a:pt x="9442" y="12445"/>
                  </a:lnTo>
                  <a:lnTo>
                    <a:pt x="10291" y="11753"/>
                  </a:lnTo>
                  <a:lnTo>
                    <a:pt x="10331" y="11734"/>
                  </a:lnTo>
                  <a:lnTo>
                    <a:pt x="12859" y="9699"/>
                  </a:lnTo>
                  <a:lnTo>
                    <a:pt x="8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5" name="Google Shape;5285;p20"/>
            <p:cNvSpPr/>
            <p:nvPr/>
          </p:nvSpPr>
          <p:spPr>
            <a:xfrm>
              <a:off x="-1617800" y="3222550"/>
              <a:ext cx="250375" cy="293825"/>
            </a:xfrm>
            <a:custGeom>
              <a:rect b="b" l="l" r="r" t="t"/>
              <a:pathLst>
                <a:path extrusionOk="0" h="11753" w="10015">
                  <a:moveTo>
                    <a:pt x="6222" y="0"/>
                  </a:moveTo>
                  <a:lnTo>
                    <a:pt x="1640" y="2252"/>
                  </a:lnTo>
                  <a:lnTo>
                    <a:pt x="0" y="3062"/>
                  </a:lnTo>
                  <a:lnTo>
                    <a:pt x="1087" y="5511"/>
                  </a:lnTo>
                  <a:lnTo>
                    <a:pt x="1126" y="5630"/>
                  </a:lnTo>
                  <a:lnTo>
                    <a:pt x="1146" y="5649"/>
                  </a:lnTo>
                  <a:lnTo>
                    <a:pt x="1166" y="5709"/>
                  </a:lnTo>
                  <a:lnTo>
                    <a:pt x="1659" y="6835"/>
                  </a:lnTo>
                  <a:lnTo>
                    <a:pt x="1719" y="6953"/>
                  </a:lnTo>
                  <a:lnTo>
                    <a:pt x="1778" y="7111"/>
                  </a:lnTo>
                  <a:lnTo>
                    <a:pt x="1837" y="7230"/>
                  </a:lnTo>
                  <a:lnTo>
                    <a:pt x="1975" y="7565"/>
                  </a:lnTo>
                  <a:lnTo>
                    <a:pt x="2114" y="7862"/>
                  </a:lnTo>
                  <a:lnTo>
                    <a:pt x="2133" y="7881"/>
                  </a:lnTo>
                  <a:lnTo>
                    <a:pt x="2153" y="7960"/>
                  </a:lnTo>
                  <a:lnTo>
                    <a:pt x="2153" y="7980"/>
                  </a:lnTo>
                  <a:lnTo>
                    <a:pt x="2212" y="8079"/>
                  </a:lnTo>
                  <a:lnTo>
                    <a:pt x="2212" y="8119"/>
                  </a:lnTo>
                  <a:lnTo>
                    <a:pt x="2232" y="8158"/>
                  </a:lnTo>
                  <a:lnTo>
                    <a:pt x="2252" y="8158"/>
                  </a:lnTo>
                  <a:lnTo>
                    <a:pt x="2410" y="8553"/>
                  </a:lnTo>
                  <a:lnTo>
                    <a:pt x="2430" y="8573"/>
                  </a:lnTo>
                  <a:lnTo>
                    <a:pt x="2509" y="8751"/>
                  </a:lnTo>
                  <a:lnTo>
                    <a:pt x="2528" y="8810"/>
                  </a:lnTo>
                  <a:lnTo>
                    <a:pt x="2825" y="9481"/>
                  </a:lnTo>
                  <a:lnTo>
                    <a:pt x="2864" y="9560"/>
                  </a:lnTo>
                  <a:lnTo>
                    <a:pt x="3812" y="11753"/>
                  </a:lnTo>
                  <a:lnTo>
                    <a:pt x="4326" y="11457"/>
                  </a:lnTo>
                  <a:lnTo>
                    <a:pt x="6321" y="10271"/>
                  </a:lnTo>
                  <a:lnTo>
                    <a:pt x="10014" y="8059"/>
                  </a:lnTo>
                  <a:lnTo>
                    <a:pt x="622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6" name="Google Shape;5286;p20"/>
            <p:cNvSpPr/>
            <p:nvPr/>
          </p:nvSpPr>
          <p:spPr>
            <a:xfrm>
              <a:off x="-1048450" y="3187975"/>
              <a:ext cx="209875" cy="360025"/>
            </a:xfrm>
            <a:custGeom>
              <a:rect b="b" l="l" r="r" t="t"/>
              <a:pathLst>
                <a:path extrusionOk="0" h="14401" w="8395">
                  <a:moveTo>
                    <a:pt x="8237" y="1"/>
                  </a:moveTo>
                  <a:lnTo>
                    <a:pt x="8197" y="40"/>
                  </a:lnTo>
                  <a:lnTo>
                    <a:pt x="8099" y="139"/>
                  </a:lnTo>
                  <a:lnTo>
                    <a:pt x="7822" y="574"/>
                  </a:lnTo>
                  <a:lnTo>
                    <a:pt x="7388" y="1245"/>
                  </a:lnTo>
                  <a:lnTo>
                    <a:pt x="6854" y="2134"/>
                  </a:lnTo>
                  <a:lnTo>
                    <a:pt x="5531" y="4346"/>
                  </a:lnTo>
                  <a:lnTo>
                    <a:pt x="4030" y="6894"/>
                  </a:lnTo>
                  <a:lnTo>
                    <a:pt x="1264" y="11654"/>
                  </a:lnTo>
                  <a:lnTo>
                    <a:pt x="0" y="13807"/>
                  </a:lnTo>
                  <a:lnTo>
                    <a:pt x="257" y="14400"/>
                  </a:lnTo>
                  <a:lnTo>
                    <a:pt x="8375" y="179"/>
                  </a:lnTo>
                  <a:lnTo>
                    <a:pt x="8395" y="159"/>
                  </a:lnTo>
                  <a:lnTo>
                    <a:pt x="8395" y="100"/>
                  </a:lnTo>
                  <a:lnTo>
                    <a:pt x="8375" y="80"/>
                  </a:lnTo>
                  <a:lnTo>
                    <a:pt x="8355" y="40"/>
                  </a:lnTo>
                  <a:lnTo>
                    <a:pt x="8316" y="20"/>
                  </a:lnTo>
                  <a:lnTo>
                    <a:pt x="823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
            <p:cNvSpPr/>
            <p:nvPr/>
          </p:nvSpPr>
          <p:spPr>
            <a:xfrm>
              <a:off x="-1273625" y="3541050"/>
              <a:ext cx="185200" cy="231625"/>
            </a:xfrm>
            <a:custGeom>
              <a:rect b="b" l="l" r="r" t="t"/>
              <a:pathLst>
                <a:path extrusionOk="0" h="9265" w="7408">
                  <a:moveTo>
                    <a:pt x="6242" y="0"/>
                  </a:moveTo>
                  <a:lnTo>
                    <a:pt x="6084" y="20"/>
                  </a:lnTo>
                  <a:lnTo>
                    <a:pt x="5906" y="60"/>
                  </a:lnTo>
                  <a:lnTo>
                    <a:pt x="5728" y="119"/>
                  </a:lnTo>
                  <a:lnTo>
                    <a:pt x="5531" y="198"/>
                  </a:lnTo>
                  <a:lnTo>
                    <a:pt x="5096" y="376"/>
                  </a:lnTo>
                  <a:lnTo>
                    <a:pt x="4662" y="633"/>
                  </a:lnTo>
                  <a:lnTo>
                    <a:pt x="4543" y="692"/>
                  </a:lnTo>
                  <a:lnTo>
                    <a:pt x="4148" y="949"/>
                  </a:lnTo>
                  <a:lnTo>
                    <a:pt x="3733" y="1225"/>
                  </a:lnTo>
                  <a:lnTo>
                    <a:pt x="3299" y="1541"/>
                  </a:lnTo>
                  <a:lnTo>
                    <a:pt x="2884" y="1877"/>
                  </a:lnTo>
                  <a:lnTo>
                    <a:pt x="2627" y="2094"/>
                  </a:lnTo>
                  <a:lnTo>
                    <a:pt x="2371" y="2331"/>
                  </a:lnTo>
                  <a:lnTo>
                    <a:pt x="2134" y="2568"/>
                  </a:lnTo>
                  <a:lnTo>
                    <a:pt x="1916" y="2805"/>
                  </a:lnTo>
                  <a:lnTo>
                    <a:pt x="1719" y="3062"/>
                  </a:lnTo>
                  <a:lnTo>
                    <a:pt x="1521" y="3319"/>
                  </a:lnTo>
                  <a:lnTo>
                    <a:pt x="1166" y="3832"/>
                  </a:lnTo>
                  <a:lnTo>
                    <a:pt x="869" y="4346"/>
                  </a:lnTo>
                  <a:lnTo>
                    <a:pt x="593" y="4860"/>
                  </a:lnTo>
                  <a:lnTo>
                    <a:pt x="395" y="5353"/>
                  </a:lnTo>
                  <a:lnTo>
                    <a:pt x="218" y="5847"/>
                  </a:lnTo>
                  <a:lnTo>
                    <a:pt x="139" y="6104"/>
                  </a:lnTo>
                  <a:lnTo>
                    <a:pt x="99" y="6361"/>
                  </a:lnTo>
                  <a:lnTo>
                    <a:pt x="60" y="6637"/>
                  </a:lnTo>
                  <a:lnTo>
                    <a:pt x="20" y="6914"/>
                  </a:lnTo>
                  <a:lnTo>
                    <a:pt x="0" y="7487"/>
                  </a:lnTo>
                  <a:lnTo>
                    <a:pt x="20" y="8040"/>
                  </a:lnTo>
                  <a:lnTo>
                    <a:pt x="60" y="8514"/>
                  </a:lnTo>
                  <a:lnTo>
                    <a:pt x="99" y="8909"/>
                  </a:lnTo>
                  <a:lnTo>
                    <a:pt x="139" y="9264"/>
                  </a:lnTo>
                  <a:lnTo>
                    <a:pt x="909" y="8652"/>
                  </a:lnTo>
                  <a:lnTo>
                    <a:pt x="1699" y="8020"/>
                  </a:lnTo>
                  <a:lnTo>
                    <a:pt x="2588" y="7289"/>
                  </a:lnTo>
                  <a:lnTo>
                    <a:pt x="3477" y="6519"/>
                  </a:lnTo>
                  <a:lnTo>
                    <a:pt x="3891" y="6163"/>
                  </a:lnTo>
                  <a:lnTo>
                    <a:pt x="4247" y="5827"/>
                  </a:lnTo>
                  <a:lnTo>
                    <a:pt x="4563" y="5511"/>
                  </a:lnTo>
                  <a:lnTo>
                    <a:pt x="4780" y="5255"/>
                  </a:lnTo>
                  <a:lnTo>
                    <a:pt x="4919" y="5057"/>
                  </a:lnTo>
                  <a:lnTo>
                    <a:pt x="4958" y="4978"/>
                  </a:lnTo>
                  <a:lnTo>
                    <a:pt x="4958" y="4919"/>
                  </a:lnTo>
                  <a:lnTo>
                    <a:pt x="4938" y="4721"/>
                  </a:lnTo>
                  <a:lnTo>
                    <a:pt x="4938" y="4524"/>
                  </a:lnTo>
                  <a:lnTo>
                    <a:pt x="4958" y="4346"/>
                  </a:lnTo>
                  <a:lnTo>
                    <a:pt x="5017" y="4168"/>
                  </a:lnTo>
                  <a:lnTo>
                    <a:pt x="5116" y="3990"/>
                  </a:lnTo>
                  <a:lnTo>
                    <a:pt x="5215" y="3852"/>
                  </a:lnTo>
                  <a:lnTo>
                    <a:pt x="5333" y="3694"/>
                  </a:lnTo>
                  <a:lnTo>
                    <a:pt x="5452" y="3556"/>
                  </a:lnTo>
                  <a:lnTo>
                    <a:pt x="5768" y="3279"/>
                  </a:lnTo>
                  <a:lnTo>
                    <a:pt x="6084" y="3042"/>
                  </a:lnTo>
                  <a:lnTo>
                    <a:pt x="6400" y="2805"/>
                  </a:lnTo>
                  <a:lnTo>
                    <a:pt x="6696" y="2568"/>
                  </a:lnTo>
                  <a:lnTo>
                    <a:pt x="6914" y="2371"/>
                  </a:lnTo>
                  <a:lnTo>
                    <a:pt x="7072" y="2173"/>
                  </a:lnTo>
                  <a:lnTo>
                    <a:pt x="7210" y="1976"/>
                  </a:lnTo>
                  <a:lnTo>
                    <a:pt x="7309" y="1778"/>
                  </a:lnTo>
                  <a:lnTo>
                    <a:pt x="7368" y="1581"/>
                  </a:lnTo>
                  <a:lnTo>
                    <a:pt x="7407" y="1383"/>
                  </a:lnTo>
                  <a:lnTo>
                    <a:pt x="7407" y="1205"/>
                  </a:lnTo>
                  <a:lnTo>
                    <a:pt x="7388" y="1008"/>
                  </a:lnTo>
                  <a:lnTo>
                    <a:pt x="7348" y="850"/>
                  </a:lnTo>
                  <a:lnTo>
                    <a:pt x="7269" y="672"/>
                  </a:lnTo>
                  <a:lnTo>
                    <a:pt x="7190" y="534"/>
                  </a:lnTo>
                  <a:lnTo>
                    <a:pt x="7091" y="396"/>
                  </a:lnTo>
                  <a:lnTo>
                    <a:pt x="6993" y="277"/>
                  </a:lnTo>
                  <a:lnTo>
                    <a:pt x="6874" y="178"/>
                  </a:lnTo>
                  <a:lnTo>
                    <a:pt x="6756" y="99"/>
                  </a:lnTo>
                  <a:lnTo>
                    <a:pt x="6617" y="40"/>
                  </a:lnTo>
                  <a:lnTo>
                    <a:pt x="6479"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
            <p:cNvSpPr/>
            <p:nvPr/>
          </p:nvSpPr>
          <p:spPr>
            <a:xfrm>
              <a:off x="-1191650" y="3522275"/>
              <a:ext cx="165925" cy="240025"/>
            </a:xfrm>
            <a:custGeom>
              <a:rect b="b" l="l" r="r" t="t"/>
              <a:pathLst>
                <a:path extrusionOk="0" h="9601" w="6637">
                  <a:moveTo>
                    <a:pt x="5570" y="1"/>
                  </a:moveTo>
                  <a:lnTo>
                    <a:pt x="5531" y="21"/>
                  </a:lnTo>
                  <a:lnTo>
                    <a:pt x="5412" y="119"/>
                  </a:lnTo>
                  <a:lnTo>
                    <a:pt x="5215" y="396"/>
                  </a:lnTo>
                  <a:lnTo>
                    <a:pt x="4543" y="1344"/>
                  </a:lnTo>
                  <a:lnTo>
                    <a:pt x="3654" y="2667"/>
                  </a:lnTo>
                  <a:lnTo>
                    <a:pt x="2667" y="4208"/>
                  </a:lnTo>
                  <a:lnTo>
                    <a:pt x="1679" y="5749"/>
                  </a:lnTo>
                  <a:lnTo>
                    <a:pt x="830" y="7131"/>
                  </a:lnTo>
                  <a:lnTo>
                    <a:pt x="237" y="8159"/>
                  </a:lnTo>
                  <a:lnTo>
                    <a:pt x="59" y="8475"/>
                  </a:lnTo>
                  <a:lnTo>
                    <a:pt x="20" y="8573"/>
                  </a:lnTo>
                  <a:lnTo>
                    <a:pt x="0" y="8652"/>
                  </a:lnTo>
                  <a:lnTo>
                    <a:pt x="20" y="8731"/>
                  </a:lnTo>
                  <a:lnTo>
                    <a:pt x="40" y="8810"/>
                  </a:lnTo>
                  <a:lnTo>
                    <a:pt x="79" y="8889"/>
                  </a:lnTo>
                  <a:lnTo>
                    <a:pt x="138" y="8968"/>
                  </a:lnTo>
                  <a:lnTo>
                    <a:pt x="296" y="9126"/>
                  </a:lnTo>
                  <a:lnTo>
                    <a:pt x="474" y="9265"/>
                  </a:lnTo>
                  <a:lnTo>
                    <a:pt x="672" y="9383"/>
                  </a:lnTo>
                  <a:lnTo>
                    <a:pt x="869" y="9482"/>
                  </a:lnTo>
                  <a:lnTo>
                    <a:pt x="1027" y="9561"/>
                  </a:lnTo>
                  <a:lnTo>
                    <a:pt x="1146" y="9600"/>
                  </a:lnTo>
                  <a:lnTo>
                    <a:pt x="1185" y="9581"/>
                  </a:lnTo>
                  <a:lnTo>
                    <a:pt x="1264" y="9521"/>
                  </a:lnTo>
                  <a:lnTo>
                    <a:pt x="1462" y="9265"/>
                  </a:lnTo>
                  <a:lnTo>
                    <a:pt x="1738" y="8870"/>
                  </a:lnTo>
                  <a:lnTo>
                    <a:pt x="2094" y="8336"/>
                  </a:lnTo>
                  <a:lnTo>
                    <a:pt x="2963" y="6993"/>
                  </a:lnTo>
                  <a:lnTo>
                    <a:pt x="3931" y="5433"/>
                  </a:lnTo>
                  <a:lnTo>
                    <a:pt x="4899" y="3853"/>
                  </a:lnTo>
                  <a:lnTo>
                    <a:pt x="5748" y="2450"/>
                  </a:lnTo>
                  <a:lnTo>
                    <a:pt x="6360" y="1423"/>
                  </a:lnTo>
                  <a:lnTo>
                    <a:pt x="6617" y="929"/>
                  </a:lnTo>
                  <a:lnTo>
                    <a:pt x="6637" y="870"/>
                  </a:lnTo>
                  <a:lnTo>
                    <a:pt x="6617" y="791"/>
                  </a:lnTo>
                  <a:lnTo>
                    <a:pt x="6578" y="712"/>
                  </a:lnTo>
                  <a:lnTo>
                    <a:pt x="6538" y="633"/>
                  </a:lnTo>
                  <a:lnTo>
                    <a:pt x="6380" y="455"/>
                  </a:lnTo>
                  <a:lnTo>
                    <a:pt x="6202" y="317"/>
                  </a:lnTo>
                  <a:lnTo>
                    <a:pt x="5985" y="179"/>
                  </a:lnTo>
                  <a:lnTo>
                    <a:pt x="5788" y="80"/>
                  </a:lnTo>
                  <a:lnTo>
                    <a:pt x="5629" y="21"/>
                  </a:lnTo>
                  <a:lnTo>
                    <a:pt x="557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
            <p:cNvSpPr/>
            <p:nvPr/>
          </p:nvSpPr>
          <p:spPr>
            <a:xfrm>
              <a:off x="-1258325" y="3556850"/>
              <a:ext cx="279025" cy="311125"/>
            </a:xfrm>
            <a:custGeom>
              <a:rect b="b" l="l" r="r" t="t"/>
              <a:pathLst>
                <a:path extrusionOk="0" h="12445" w="11161">
                  <a:moveTo>
                    <a:pt x="9087" y="1"/>
                  </a:moveTo>
                  <a:lnTo>
                    <a:pt x="9008" y="40"/>
                  </a:lnTo>
                  <a:lnTo>
                    <a:pt x="8948" y="60"/>
                  </a:lnTo>
                  <a:lnTo>
                    <a:pt x="8850" y="159"/>
                  </a:lnTo>
                  <a:lnTo>
                    <a:pt x="8751" y="257"/>
                  </a:lnTo>
                  <a:lnTo>
                    <a:pt x="8692" y="376"/>
                  </a:lnTo>
                  <a:lnTo>
                    <a:pt x="8632" y="514"/>
                  </a:lnTo>
                  <a:lnTo>
                    <a:pt x="8514" y="810"/>
                  </a:lnTo>
                  <a:lnTo>
                    <a:pt x="8375" y="1146"/>
                  </a:lnTo>
                  <a:lnTo>
                    <a:pt x="8138" y="1640"/>
                  </a:lnTo>
                  <a:lnTo>
                    <a:pt x="7822" y="2252"/>
                  </a:lnTo>
                  <a:lnTo>
                    <a:pt x="7487" y="2805"/>
                  </a:lnTo>
                  <a:lnTo>
                    <a:pt x="7348" y="3003"/>
                  </a:lnTo>
                  <a:lnTo>
                    <a:pt x="7269" y="3121"/>
                  </a:lnTo>
                  <a:lnTo>
                    <a:pt x="7092" y="3279"/>
                  </a:lnTo>
                  <a:lnTo>
                    <a:pt x="6855" y="3437"/>
                  </a:lnTo>
                  <a:lnTo>
                    <a:pt x="6558" y="3615"/>
                  </a:lnTo>
                  <a:lnTo>
                    <a:pt x="6163" y="3813"/>
                  </a:lnTo>
                  <a:lnTo>
                    <a:pt x="5827" y="3951"/>
                  </a:lnTo>
                  <a:lnTo>
                    <a:pt x="5551" y="4030"/>
                  </a:lnTo>
                  <a:lnTo>
                    <a:pt x="5294" y="4089"/>
                  </a:lnTo>
                  <a:lnTo>
                    <a:pt x="5097" y="4109"/>
                  </a:lnTo>
                  <a:lnTo>
                    <a:pt x="4919" y="4089"/>
                  </a:lnTo>
                  <a:lnTo>
                    <a:pt x="4781" y="4050"/>
                  </a:lnTo>
                  <a:lnTo>
                    <a:pt x="4662" y="3990"/>
                  </a:lnTo>
                  <a:lnTo>
                    <a:pt x="4583" y="3931"/>
                  </a:lnTo>
                  <a:lnTo>
                    <a:pt x="4504" y="3852"/>
                  </a:lnTo>
                  <a:lnTo>
                    <a:pt x="4465" y="3773"/>
                  </a:lnTo>
                  <a:lnTo>
                    <a:pt x="4445" y="3674"/>
                  </a:lnTo>
                  <a:lnTo>
                    <a:pt x="4425" y="3595"/>
                  </a:lnTo>
                  <a:lnTo>
                    <a:pt x="4405" y="3477"/>
                  </a:lnTo>
                  <a:lnTo>
                    <a:pt x="4425" y="3418"/>
                  </a:lnTo>
                  <a:lnTo>
                    <a:pt x="2233" y="5610"/>
                  </a:lnTo>
                  <a:lnTo>
                    <a:pt x="731" y="7151"/>
                  </a:lnTo>
                  <a:lnTo>
                    <a:pt x="218" y="7684"/>
                  </a:lnTo>
                  <a:lnTo>
                    <a:pt x="60" y="7862"/>
                  </a:lnTo>
                  <a:lnTo>
                    <a:pt x="1" y="7941"/>
                  </a:lnTo>
                  <a:lnTo>
                    <a:pt x="1" y="7961"/>
                  </a:lnTo>
                  <a:lnTo>
                    <a:pt x="40" y="8020"/>
                  </a:lnTo>
                  <a:lnTo>
                    <a:pt x="198" y="8178"/>
                  </a:lnTo>
                  <a:lnTo>
                    <a:pt x="810" y="8711"/>
                  </a:lnTo>
                  <a:lnTo>
                    <a:pt x="1699" y="9422"/>
                  </a:lnTo>
                  <a:lnTo>
                    <a:pt x="2746" y="10212"/>
                  </a:lnTo>
                  <a:lnTo>
                    <a:pt x="4721" y="11714"/>
                  </a:lnTo>
                  <a:lnTo>
                    <a:pt x="5709" y="12425"/>
                  </a:lnTo>
                  <a:lnTo>
                    <a:pt x="5788" y="12444"/>
                  </a:lnTo>
                  <a:lnTo>
                    <a:pt x="5887" y="12425"/>
                  </a:lnTo>
                  <a:lnTo>
                    <a:pt x="6223" y="12326"/>
                  </a:lnTo>
                  <a:lnTo>
                    <a:pt x="6677" y="12128"/>
                  </a:lnTo>
                  <a:lnTo>
                    <a:pt x="7190" y="11891"/>
                  </a:lnTo>
                  <a:lnTo>
                    <a:pt x="7743" y="11615"/>
                  </a:lnTo>
                  <a:lnTo>
                    <a:pt x="8296" y="11299"/>
                  </a:lnTo>
                  <a:lnTo>
                    <a:pt x="8810" y="11002"/>
                  </a:lnTo>
                  <a:lnTo>
                    <a:pt x="9225" y="10706"/>
                  </a:lnTo>
                  <a:lnTo>
                    <a:pt x="9758" y="10272"/>
                  </a:lnTo>
                  <a:lnTo>
                    <a:pt x="9936" y="10114"/>
                  </a:lnTo>
                  <a:lnTo>
                    <a:pt x="10074" y="9995"/>
                  </a:lnTo>
                  <a:lnTo>
                    <a:pt x="10153" y="9877"/>
                  </a:lnTo>
                  <a:lnTo>
                    <a:pt x="10232" y="9778"/>
                  </a:lnTo>
                  <a:lnTo>
                    <a:pt x="10370" y="9521"/>
                  </a:lnTo>
                  <a:lnTo>
                    <a:pt x="10469" y="9304"/>
                  </a:lnTo>
                  <a:lnTo>
                    <a:pt x="10588" y="9027"/>
                  </a:lnTo>
                  <a:lnTo>
                    <a:pt x="10825" y="8296"/>
                  </a:lnTo>
                  <a:lnTo>
                    <a:pt x="11022" y="7566"/>
                  </a:lnTo>
                  <a:lnTo>
                    <a:pt x="11082" y="7269"/>
                  </a:lnTo>
                  <a:lnTo>
                    <a:pt x="11121" y="7072"/>
                  </a:lnTo>
                  <a:lnTo>
                    <a:pt x="11141" y="6795"/>
                  </a:lnTo>
                  <a:lnTo>
                    <a:pt x="11141" y="6539"/>
                  </a:lnTo>
                  <a:lnTo>
                    <a:pt x="11121" y="6282"/>
                  </a:lnTo>
                  <a:lnTo>
                    <a:pt x="11121" y="6222"/>
                  </a:lnTo>
                  <a:lnTo>
                    <a:pt x="11141" y="6025"/>
                  </a:lnTo>
                  <a:lnTo>
                    <a:pt x="11161" y="5669"/>
                  </a:lnTo>
                  <a:lnTo>
                    <a:pt x="11121" y="5136"/>
                  </a:lnTo>
                  <a:lnTo>
                    <a:pt x="11082" y="4840"/>
                  </a:lnTo>
                  <a:lnTo>
                    <a:pt x="11022" y="4563"/>
                  </a:lnTo>
                  <a:lnTo>
                    <a:pt x="10943" y="4129"/>
                  </a:lnTo>
                  <a:lnTo>
                    <a:pt x="10864" y="3852"/>
                  </a:lnTo>
                  <a:lnTo>
                    <a:pt x="10825" y="3753"/>
                  </a:lnTo>
                  <a:lnTo>
                    <a:pt x="10805" y="3477"/>
                  </a:lnTo>
                  <a:lnTo>
                    <a:pt x="10785" y="3260"/>
                  </a:lnTo>
                  <a:lnTo>
                    <a:pt x="10726" y="3082"/>
                  </a:lnTo>
                  <a:lnTo>
                    <a:pt x="10667" y="2963"/>
                  </a:lnTo>
                  <a:lnTo>
                    <a:pt x="10588" y="2865"/>
                  </a:lnTo>
                  <a:lnTo>
                    <a:pt x="10548" y="2805"/>
                  </a:lnTo>
                  <a:lnTo>
                    <a:pt x="10489" y="2786"/>
                  </a:lnTo>
                  <a:lnTo>
                    <a:pt x="10548" y="2549"/>
                  </a:lnTo>
                  <a:lnTo>
                    <a:pt x="10588" y="2292"/>
                  </a:lnTo>
                  <a:lnTo>
                    <a:pt x="10647" y="1996"/>
                  </a:lnTo>
                  <a:lnTo>
                    <a:pt x="10667" y="1660"/>
                  </a:lnTo>
                  <a:lnTo>
                    <a:pt x="10667" y="1324"/>
                  </a:lnTo>
                  <a:lnTo>
                    <a:pt x="10647" y="1166"/>
                  </a:lnTo>
                  <a:lnTo>
                    <a:pt x="10607" y="1008"/>
                  </a:lnTo>
                  <a:lnTo>
                    <a:pt x="10548" y="870"/>
                  </a:lnTo>
                  <a:lnTo>
                    <a:pt x="10489" y="751"/>
                  </a:lnTo>
                  <a:lnTo>
                    <a:pt x="10410" y="633"/>
                  </a:lnTo>
                  <a:lnTo>
                    <a:pt x="10331" y="534"/>
                  </a:lnTo>
                  <a:lnTo>
                    <a:pt x="10114" y="356"/>
                  </a:lnTo>
                  <a:lnTo>
                    <a:pt x="9916" y="198"/>
                  </a:lnTo>
                  <a:lnTo>
                    <a:pt x="9679" y="99"/>
                  </a:lnTo>
                  <a:lnTo>
                    <a:pt x="9462" y="20"/>
                  </a:lnTo>
                  <a:lnTo>
                    <a:pt x="9264"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
            <p:cNvSpPr/>
            <p:nvPr/>
          </p:nvSpPr>
          <p:spPr>
            <a:xfrm>
              <a:off x="-1024250" y="3626475"/>
              <a:ext cx="29150" cy="64725"/>
            </a:xfrm>
            <a:custGeom>
              <a:rect b="b" l="l" r="r" t="t"/>
              <a:pathLst>
                <a:path extrusionOk="0" h="2589" w="1166">
                  <a:moveTo>
                    <a:pt x="1126" y="1"/>
                  </a:moveTo>
                  <a:lnTo>
                    <a:pt x="948" y="573"/>
                  </a:lnTo>
                  <a:lnTo>
                    <a:pt x="790" y="1067"/>
                  </a:lnTo>
                  <a:lnTo>
                    <a:pt x="691" y="1344"/>
                  </a:lnTo>
                  <a:lnTo>
                    <a:pt x="593" y="1601"/>
                  </a:lnTo>
                  <a:lnTo>
                    <a:pt x="474" y="1818"/>
                  </a:lnTo>
                  <a:lnTo>
                    <a:pt x="356" y="2035"/>
                  </a:lnTo>
                  <a:lnTo>
                    <a:pt x="138" y="2351"/>
                  </a:lnTo>
                  <a:lnTo>
                    <a:pt x="20" y="2549"/>
                  </a:lnTo>
                  <a:lnTo>
                    <a:pt x="0" y="2588"/>
                  </a:lnTo>
                  <a:lnTo>
                    <a:pt x="40" y="2588"/>
                  </a:lnTo>
                  <a:lnTo>
                    <a:pt x="119" y="2529"/>
                  </a:lnTo>
                  <a:lnTo>
                    <a:pt x="198" y="2430"/>
                  </a:lnTo>
                  <a:lnTo>
                    <a:pt x="316" y="2292"/>
                  </a:lnTo>
                  <a:lnTo>
                    <a:pt x="435" y="2114"/>
                  </a:lnTo>
                  <a:lnTo>
                    <a:pt x="691" y="1660"/>
                  </a:lnTo>
                  <a:lnTo>
                    <a:pt x="830" y="1383"/>
                  </a:lnTo>
                  <a:lnTo>
                    <a:pt x="968" y="1087"/>
                  </a:lnTo>
                  <a:lnTo>
                    <a:pt x="1067" y="810"/>
                  </a:lnTo>
                  <a:lnTo>
                    <a:pt x="1126" y="573"/>
                  </a:lnTo>
                  <a:lnTo>
                    <a:pt x="1165" y="396"/>
                  </a:lnTo>
                  <a:lnTo>
                    <a:pt x="1165" y="238"/>
                  </a:lnTo>
                  <a:lnTo>
                    <a:pt x="1165" y="119"/>
                  </a:lnTo>
                  <a:lnTo>
                    <a:pt x="1146" y="40"/>
                  </a:lnTo>
                  <a:lnTo>
                    <a:pt x="1126"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1" name="Google Shape;5291;p20"/>
            <p:cNvSpPr/>
            <p:nvPr/>
          </p:nvSpPr>
          <p:spPr>
            <a:xfrm>
              <a:off x="-1007475" y="3650675"/>
              <a:ext cx="21250" cy="81500"/>
            </a:xfrm>
            <a:custGeom>
              <a:rect b="b" l="l" r="r" t="t"/>
              <a:pathLst>
                <a:path extrusionOk="0" h="3260" w="850">
                  <a:moveTo>
                    <a:pt x="771" y="0"/>
                  </a:moveTo>
                  <a:lnTo>
                    <a:pt x="751" y="99"/>
                  </a:lnTo>
                  <a:lnTo>
                    <a:pt x="731" y="494"/>
                  </a:lnTo>
                  <a:lnTo>
                    <a:pt x="712" y="751"/>
                  </a:lnTo>
                  <a:lnTo>
                    <a:pt x="692" y="1067"/>
                  </a:lnTo>
                  <a:lnTo>
                    <a:pt x="633" y="1403"/>
                  </a:lnTo>
                  <a:lnTo>
                    <a:pt x="554" y="1739"/>
                  </a:lnTo>
                  <a:lnTo>
                    <a:pt x="396" y="2292"/>
                  </a:lnTo>
                  <a:lnTo>
                    <a:pt x="297" y="2588"/>
                  </a:lnTo>
                  <a:lnTo>
                    <a:pt x="198" y="2766"/>
                  </a:lnTo>
                  <a:lnTo>
                    <a:pt x="80" y="2924"/>
                  </a:lnTo>
                  <a:lnTo>
                    <a:pt x="20" y="3082"/>
                  </a:lnTo>
                  <a:lnTo>
                    <a:pt x="1" y="3161"/>
                  </a:lnTo>
                  <a:lnTo>
                    <a:pt x="20" y="3240"/>
                  </a:lnTo>
                  <a:lnTo>
                    <a:pt x="40" y="3260"/>
                  </a:lnTo>
                  <a:lnTo>
                    <a:pt x="80" y="3220"/>
                  </a:lnTo>
                  <a:lnTo>
                    <a:pt x="139" y="3161"/>
                  </a:lnTo>
                  <a:lnTo>
                    <a:pt x="198" y="3042"/>
                  </a:lnTo>
                  <a:lnTo>
                    <a:pt x="277" y="2884"/>
                  </a:lnTo>
                  <a:lnTo>
                    <a:pt x="376" y="2647"/>
                  </a:lnTo>
                  <a:lnTo>
                    <a:pt x="494" y="2331"/>
                  </a:lnTo>
                  <a:lnTo>
                    <a:pt x="613" y="1956"/>
                  </a:lnTo>
                  <a:lnTo>
                    <a:pt x="712" y="1561"/>
                  </a:lnTo>
                  <a:lnTo>
                    <a:pt x="791" y="1205"/>
                  </a:lnTo>
                  <a:lnTo>
                    <a:pt x="830" y="870"/>
                  </a:lnTo>
                  <a:lnTo>
                    <a:pt x="850" y="593"/>
                  </a:lnTo>
                  <a:lnTo>
                    <a:pt x="850" y="356"/>
                  </a:lnTo>
                  <a:lnTo>
                    <a:pt x="830" y="178"/>
                  </a:lnTo>
                  <a:lnTo>
                    <a:pt x="811" y="60"/>
                  </a:lnTo>
                  <a:lnTo>
                    <a:pt x="79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
            <p:cNvSpPr/>
            <p:nvPr/>
          </p:nvSpPr>
          <p:spPr>
            <a:xfrm>
              <a:off x="-1004025" y="3711400"/>
              <a:ext cx="23250" cy="67200"/>
            </a:xfrm>
            <a:custGeom>
              <a:rect b="b" l="l" r="r" t="t"/>
              <a:pathLst>
                <a:path extrusionOk="0" h="2688" w="930">
                  <a:moveTo>
                    <a:pt x="910" y="1"/>
                  </a:moveTo>
                  <a:lnTo>
                    <a:pt x="870" y="60"/>
                  </a:lnTo>
                  <a:lnTo>
                    <a:pt x="811" y="337"/>
                  </a:lnTo>
                  <a:lnTo>
                    <a:pt x="712" y="771"/>
                  </a:lnTo>
                  <a:lnTo>
                    <a:pt x="574" y="1344"/>
                  </a:lnTo>
                  <a:lnTo>
                    <a:pt x="475" y="1621"/>
                  </a:lnTo>
                  <a:lnTo>
                    <a:pt x="376" y="1877"/>
                  </a:lnTo>
                  <a:lnTo>
                    <a:pt x="198" y="2272"/>
                  </a:lnTo>
                  <a:lnTo>
                    <a:pt x="60" y="2529"/>
                  </a:lnTo>
                  <a:lnTo>
                    <a:pt x="1" y="2608"/>
                  </a:lnTo>
                  <a:lnTo>
                    <a:pt x="21" y="2668"/>
                  </a:lnTo>
                  <a:lnTo>
                    <a:pt x="40" y="2687"/>
                  </a:lnTo>
                  <a:lnTo>
                    <a:pt x="60" y="2687"/>
                  </a:lnTo>
                  <a:lnTo>
                    <a:pt x="119" y="2648"/>
                  </a:lnTo>
                  <a:lnTo>
                    <a:pt x="198" y="2549"/>
                  </a:lnTo>
                  <a:lnTo>
                    <a:pt x="277" y="2411"/>
                  </a:lnTo>
                  <a:lnTo>
                    <a:pt x="356" y="2213"/>
                  </a:lnTo>
                  <a:lnTo>
                    <a:pt x="455" y="2016"/>
                  </a:lnTo>
                  <a:lnTo>
                    <a:pt x="534" y="1759"/>
                  </a:lnTo>
                  <a:lnTo>
                    <a:pt x="692" y="1206"/>
                  </a:lnTo>
                  <a:lnTo>
                    <a:pt x="831" y="653"/>
                  </a:lnTo>
                  <a:lnTo>
                    <a:pt x="910" y="218"/>
                  </a:lnTo>
                  <a:lnTo>
                    <a:pt x="929" y="60"/>
                  </a:lnTo>
                  <a:lnTo>
                    <a:pt x="91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3" name="Google Shape;5293;p20"/>
            <p:cNvSpPr/>
            <p:nvPr/>
          </p:nvSpPr>
          <p:spPr>
            <a:xfrm>
              <a:off x="-1361025" y="3708950"/>
              <a:ext cx="279500" cy="288400"/>
            </a:xfrm>
            <a:custGeom>
              <a:rect b="b" l="l" r="r" t="t"/>
              <a:pathLst>
                <a:path extrusionOk="0" h="11536" w="11180">
                  <a:moveTo>
                    <a:pt x="4148" y="0"/>
                  </a:moveTo>
                  <a:lnTo>
                    <a:pt x="1185" y="5057"/>
                  </a:lnTo>
                  <a:lnTo>
                    <a:pt x="0" y="7071"/>
                  </a:lnTo>
                  <a:lnTo>
                    <a:pt x="0" y="7091"/>
                  </a:lnTo>
                  <a:lnTo>
                    <a:pt x="40" y="7131"/>
                  </a:lnTo>
                  <a:lnTo>
                    <a:pt x="178" y="7190"/>
                  </a:lnTo>
                  <a:lnTo>
                    <a:pt x="198" y="7210"/>
                  </a:lnTo>
                  <a:lnTo>
                    <a:pt x="277" y="7249"/>
                  </a:lnTo>
                  <a:lnTo>
                    <a:pt x="553" y="7407"/>
                  </a:lnTo>
                  <a:lnTo>
                    <a:pt x="573" y="7407"/>
                  </a:lnTo>
                  <a:lnTo>
                    <a:pt x="672" y="7467"/>
                  </a:lnTo>
                  <a:lnTo>
                    <a:pt x="948" y="7625"/>
                  </a:lnTo>
                  <a:lnTo>
                    <a:pt x="988" y="7625"/>
                  </a:lnTo>
                  <a:lnTo>
                    <a:pt x="1008" y="7644"/>
                  </a:lnTo>
                  <a:lnTo>
                    <a:pt x="1245" y="7763"/>
                  </a:lnTo>
                  <a:lnTo>
                    <a:pt x="1896" y="8118"/>
                  </a:lnTo>
                  <a:lnTo>
                    <a:pt x="1936" y="8138"/>
                  </a:lnTo>
                  <a:lnTo>
                    <a:pt x="1956" y="8158"/>
                  </a:lnTo>
                  <a:lnTo>
                    <a:pt x="1995" y="8178"/>
                  </a:lnTo>
                  <a:lnTo>
                    <a:pt x="2193" y="8276"/>
                  </a:lnTo>
                  <a:lnTo>
                    <a:pt x="2489" y="8434"/>
                  </a:lnTo>
                  <a:lnTo>
                    <a:pt x="2785" y="8573"/>
                  </a:lnTo>
                  <a:lnTo>
                    <a:pt x="2845" y="8612"/>
                  </a:lnTo>
                  <a:lnTo>
                    <a:pt x="2963" y="8671"/>
                  </a:lnTo>
                  <a:lnTo>
                    <a:pt x="3003" y="8711"/>
                  </a:lnTo>
                  <a:lnTo>
                    <a:pt x="3121" y="8750"/>
                  </a:lnTo>
                  <a:lnTo>
                    <a:pt x="3161" y="8770"/>
                  </a:lnTo>
                  <a:lnTo>
                    <a:pt x="3220" y="8810"/>
                  </a:lnTo>
                  <a:lnTo>
                    <a:pt x="3299" y="8849"/>
                  </a:lnTo>
                  <a:lnTo>
                    <a:pt x="3358" y="8889"/>
                  </a:lnTo>
                  <a:lnTo>
                    <a:pt x="3615" y="9027"/>
                  </a:lnTo>
                  <a:lnTo>
                    <a:pt x="3753" y="9086"/>
                  </a:lnTo>
                  <a:lnTo>
                    <a:pt x="3773" y="9106"/>
                  </a:lnTo>
                  <a:lnTo>
                    <a:pt x="6992" y="10765"/>
                  </a:lnTo>
                  <a:lnTo>
                    <a:pt x="8118" y="11338"/>
                  </a:lnTo>
                  <a:lnTo>
                    <a:pt x="8434" y="11476"/>
                  </a:lnTo>
                  <a:lnTo>
                    <a:pt x="8573" y="11535"/>
                  </a:lnTo>
                  <a:lnTo>
                    <a:pt x="8671" y="11318"/>
                  </a:lnTo>
                  <a:lnTo>
                    <a:pt x="8928" y="10785"/>
                  </a:lnTo>
                  <a:lnTo>
                    <a:pt x="9066" y="10508"/>
                  </a:lnTo>
                  <a:lnTo>
                    <a:pt x="9106" y="10410"/>
                  </a:lnTo>
                  <a:lnTo>
                    <a:pt x="9106" y="10390"/>
                  </a:lnTo>
                  <a:lnTo>
                    <a:pt x="9323" y="9936"/>
                  </a:lnTo>
                  <a:lnTo>
                    <a:pt x="9718" y="9086"/>
                  </a:lnTo>
                  <a:lnTo>
                    <a:pt x="11180" y="5867"/>
                  </a:lnTo>
                  <a:lnTo>
                    <a:pt x="4148"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4" name="Google Shape;5294;p20"/>
            <p:cNvSpPr/>
            <p:nvPr/>
          </p:nvSpPr>
          <p:spPr>
            <a:xfrm>
              <a:off x="-1360050" y="3893625"/>
              <a:ext cx="1025" cy="525"/>
            </a:xfrm>
            <a:custGeom>
              <a:rect b="b" l="l" r="r" t="t"/>
              <a:pathLst>
                <a:path extrusionOk="0" h="21" w="41">
                  <a:moveTo>
                    <a:pt x="40" y="0"/>
                  </a:moveTo>
                  <a:lnTo>
                    <a:pt x="1" y="20"/>
                  </a:lnTo>
                  <a:lnTo>
                    <a:pt x="20" y="2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5" name="Google Shape;5295;p20"/>
            <p:cNvSpPr/>
            <p:nvPr/>
          </p:nvSpPr>
          <p:spPr>
            <a:xfrm>
              <a:off x="-1104250" y="3947450"/>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6" name="Google Shape;5296;p20"/>
            <p:cNvSpPr/>
            <p:nvPr/>
          </p:nvSpPr>
          <p:spPr>
            <a:xfrm>
              <a:off x="-1300800" y="3924250"/>
              <a:ext cx="525" cy="1000"/>
            </a:xfrm>
            <a:custGeom>
              <a:rect b="b" l="l" r="r" t="t"/>
              <a:pathLst>
                <a:path extrusionOk="0" h="40" w="21">
                  <a:moveTo>
                    <a:pt x="21" y="0"/>
                  </a:moveTo>
                  <a:lnTo>
                    <a:pt x="21" y="0"/>
                  </a:lnTo>
                  <a:lnTo>
                    <a:pt x="1" y="40"/>
                  </a:lnTo>
                  <a:lnTo>
                    <a:pt x="1" y="40"/>
                  </a:lnTo>
                  <a:lnTo>
                    <a:pt x="21" y="0"/>
                  </a:lnTo>
                  <a:lnTo>
                    <a:pt x="2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7" name="Google Shape;5297;p20"/>
            <p:cNvSpPr/>
            <p:nvPr/>
          </p:nvSpPr>
          <p:spPr>
            <a:xfrm>
              <a:off x="-1190675" y="3964725"/>
              <a:ext cx="525" cy="25"/>
            </a:xfrm>
            <a:custGeom>
              <a:rect b="b" l="l" r="r" t="t"/>
              <a:pathLst>
                <a:path extrusionOk="0" h="1" w="21">
                  <a:moveTo>
                    <a:pt x="20" y="1"/>
                  </a:moveTo>
                  <a:lnTo>
                    <a:pt x="20" y="1"/>
                  </a:lnTo>
                  <a:lnTo>
                    <a:pt x="1" y="1"/>
                  </a:lnTo>
                  <a:lnTo>
                    <a:pt x="1" y="1"/>
                  </a:lnTo>
                  <a:lnTo>
                    <a:pt x="1" y="1"/>
                  </a:lnTo>
                  <a:lnTo>
                    <a:pt x="20" y="1"/>
                  </a:lnTo>
                  <a:lnTo>
                    <a:pt x="2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8" name="Google Shape;5298;p20"/>
            <p:cNvSpPr/>
            <p:nvPr/>
          </p:nvSpPr>
          <p:spPr>
            <a:xfrm>
              <a:off x="-1270675" y="3934125"/>
              <a:ext cx="25" cy="500"/>
            </a:xfrm>
            <a:custGeom>
              <a:rect b="b" l="l" r="r" t="t"/>
              <a:pathLst>
                <a:path extrusionOk="0" h="20" w="1">
                  <a:moveTo>
                    <a:pt x="1" y="0"/>
                  </a:moveTo>
                  <a:lnTo>
                    <a:pt x="1" y="0"/>
                  </a:lnTo>
                  <a:lnTo>
                    <a:pt x="1" y="20"/>
                  </a:lnTo>
                  <a:lnTo>
                    <a:pt x="1" y="20"/>
                  </a:lnTo>
                  <a:lnTo>
                    <a:pt x="1" y="20"/>
                  </a:lnTo>
                  <a:lnTo>
                    <a:pt x="1" y="20"/>
                  </a:lnTo>
                  <a:lnTo>
                    <a:pt x="1" y="20"/>
                  </a:lnTo>
                  <a:lnTo>
                    <a:pt x="1" y="20"/>
                  </a:lnTo>
                  <a:lnTo>
                    <a:pt x="1" y="0"/>
                  </a:lnTo>
                  <a:lnTo>
                    <a:pt x="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9" name="Google Shape;5299;p20"/>
            <p:cNvSpPr/>
            <p:nvPr/>
          </p:nvSpPr>
          <p:spPr>
            <a:xfrm>
              <a:off x="-1139325" y="3971650"/>
              <a:ext cx="4975" cy="6925"/>
            </a:xfrm>
            <a:custGeom>
              <a:rect b="b" l="l" r="r" t="t"/>
              <a:pathLst>
                <a:path extrusionOk="0" h="277" w="199">
                  <a:moveTo>
                    <a:pt x="198" y="0"/>
                  </a:moveTo>
                  <a:lnTo>
                    <a:pt x="100" y="99"/>
                  </a:lnTo>
                  <a:lnTo>
                    <a:pt x="1" y="178"/>
                  </a:lnTo>
                  <a:lnTo>
                    <a:pt x="60" y="277"/>
                  </a:lnTo>
                  <a:lnTo>
                    <a:pt x="1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0" name="Google Shape;5300;p20"/>
            <p:cNvSpPr/>
            <p:nvPr/>
          </p:nvSpPr>
          <p:spPr>
            <a:xfrm>
              <a:off x="-1133400" y="3968675"/>
              <a:ext cx="25" cy="525"/>
            </a:xfrm>
            <a:custGeom>
              <a:rect b="b" l="l" r="r" t="t"/>
              <a:pathLst>
                <a:path extrusionOk="0" h="21" w="1">
                  <a:moveTo>
                    <a:pt x="1" y="21"/>
                  </a:moveTo>
                  <a:lnTo>
                    <a:pt x="1" y="1"/>
                  </a:lnTo>
                  <a:lnTo>
                    <a:pt x="1" y="1"/>
                  </a:lnTo>
                  <a:lnTo>
                    <a:pt x="1" y="21"/>
                  </a:lnTo>
                  <a:lnTo>
                    <a:pt x="1" y="2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
            <p:cNvSpPr/>
            <p:nvPr/>
          </p:nvSpPr>
          <p:spPr>
            <a:xfrm>
              <a:off x="-1361525" y="3832400"/>
              <a:ext cx="245925" cy="149150"/>
            </a:xfrm>
            <a:custGeom>
              <a:rect b="b" l="l" r="r" t="t"/>
              <a:pathLst>
                <a:path extrusionOk="0" h="5966" w="9837">
                  <a:moveTo>
                    <a:pt x="178" y="2272"/>
                  </a:moveTo>
                  <a:lnTo>
                    <a:pt x="170" y="2276"/>
                  </a:lnTo>
                  <a:lnTo>
                    <a:pt x="170" y="2276"/>
                  </a:lnTo>
                  <a:lnTo>
                    <a:pt x="173" y="2282"/>
                  </a:lnTo>
                  <a:lnTo>
                    <a:pt x="173" y="2282"/>
                  </a:lnTo>
                  <a:lnTo>
                    <a:pt x="178" y="2272"/>
                  </a:lnTo>
                  <a:close/>
                  <a:moveTo>
                    <a:pt x="119" y="2232"/>
                  </a:moveTo>
                  <a:lnTo>
                    <a:pt x="79" y="2311"/>
                  </a:lnTo>
                  <a:lnTo>
                    <a:pt x="79" y="2331"/>
                  </a:lnTo>
                  <a:lnTo>
                    <a:pt x="119" y="2311"/>
                  </a:lnTo>
                  <a:lnTo>
                    <a:pt x="139" y="2291"/>
                  </a:lnTo>
                  <a:lnTo>
                    <a:pt x="170" y="2276"/>
                  </a:lnTo>
                  <a:lnTo>
                    <a:pt x="170" y="2276"/>
                  </a:lnTo>
                  <a:lnTo>
                    <a:pt x="158" y="2252"/>
                  </a:lnTo>
                  <a:lnTo>
                    <a:pt x="139" y="2232"/>
                  </a:lnTo>
                  <a:close/>
                  <a:moveTo>
                    <a:pt x="3299" y="3753"/>
                  </a:moveTo>
                  <a:lnTo>
                    <a:pt x="3240" y="3872"/>
                  </a:lnTo>
                  <a:lnTo>
                    <a:pt x="3240" y="3872"/>
                  </a:lnTo>
                  <a:lnTo>
                    <a:pt x="3299" y="3812"/>
                  </a:lnTo>
                  <a:lnTo>
                    <a:pt x="3319" y="3773"/>
                  </a:lnTo>
                  <a:lnTo>
                    <a:pt x="3299" y="3753"/>
                  </a:lnTo>
                  <a:close/>
                  <a:moveTo>
                    <a:pt x="4682" y="4425"/>
                  </a:moveTo>
                  <a:lnTo>
                    <a:pt x="4682" y="4425"/>
                  </a:lnTo>
                  <a:lnTo>
                    <a:pt x="4682" y="4425"/>
                  </a:lnTo>
                  <a:close/>
                  <a:moveTo>
                    <a:pt x="1502" y="0"/>
                  </a:moveTo>
                  <a:lnTo>
                    <a:pt x="1423" y="59"/>
                  </a:lnTo>
                  <a:lnTo>
                    <a:pt x="1344" y="99"/>
                  </a:lnTo>
                  <a:lnTo>
                    <a:pt x="1265" y="119"/>
                  </a:lnTo>
                  <a:lnTo>
                    <a:pt x="1205" y="119"/>
                  </a:lnTo>
                  <a:lnTo>
                    <a:pt x="20" y="2133"/>
                  </a:lnTo>
                  <a:lnTo>
                    <a:pt x="20" y="2153"/>
                  </a:lnTo>
                  <a:lnTo>
                    <a:pt x="20" y="2193"/>
                  </a:lnTo>
                  <a:lnTo>
                    <a:pt x="0" y="2252"/>
                  </a:lnTo>
                  <a:lnTo>
                    <a:pt x="0" y="2252"/>
                  </a:lnTo>
                  <a:lnTo>
                    <a:pt x="60" y="2193"/>
                  </a:lnTo>
                  <a:lnTo>
                    <a:pt x="139" y="2094"/>
                  </a:lnTo>
                  <a:lnTo>
                    <a:pt x="218" y="1975"/>
                  </a:lnTo>
                  <a:lnTo>
                    <a:pt x="218" y="2035"/>
                  </a:lnTo>
                  <a:lnTo>
                    <a:pt x="237" y="2094"/>
                  </a:lnTo>
                  <a:lnTo>
                    <a:pt x="237" y="2173"/>
                  </a:lnTo>
                  <a:lnTo>
                    <a:pt x="198" y="2252"/>
                  </a:lnTo>
                  <a:lnTo>
                    <a:pt x="178" y="2291"/>
                  </a:lnTo>
                  <a:lnTo>
                    <a:pt x="173" y="2282"/>
                  </a:lnTo>
                  <a:lnTo>
                    <a:pt x="173" y="2282"/>
                  </a:lnTo>
                  <a:lnTo>
                    <a:pt x="139" y="2351"/>
                  </a:lnTo>
                  <a:lnTo>
                    <a:pt x="99" y="2449"/>
                  </a:lnTo>
                  <a:lnTo>
                    <a:pt x="158" y="2449"/>
                  </a:lnTo>
                  <a:lnTo>
                    <a:pt x="198" y="2509"/>
                  </a:lnTo>
                  <a:lnTo>
                    <a:pt x="198" y="2449"/>
                  </a:lnTo>
                  <a:lnTo>
                    <a:pt x="237" y="2410"/>
                  </a:lnTo>
                  <a:lnTo>
                    <a:pt x="277" y="2370"/>
                  </a:lnTo>
                  <a:lnTo>
                    <a:pt x="297" y="2311"/>
                  </a:lnTo>
                  <a:lnTo>
                    <a:pt x="178" y="2410"/>
                  </a:lnTo>
                  <a:lnTo>
                    <a:pt x="158" y="2390"/>
                  </a:lnTo>
                  <a:lnTo>
                    <a:pt x="178" y="2351"/>
                  </a:lnTo>
                  <a:lnTo>
                    <a:pt x="218" y="2272"/>
                  </a:lnTo>
                  <a:lnTo>
                    <a:pt x="218" y="2252"/>
                  </a:lnTo>
                  <a:lnTo>
                    <a:pt x="277" y="2252"/>
                  </a:lnTo>
                  <a:lnTo>
                    <a:pt x="317" y="2232"/>
                  </a:lnTo>
                  <a:lnTo>
                    <a:pt x="396" y="2173"/>
                  </a:lnTo>
                  <a:lnTo>
                    <a:pt x="475" y="2094"/>
                  </a:lnTo>
                  <a:lnTo>
                    <a:pt x="534" y="2074"/>
                  </a:lnTo>
                  <a:lnTo>
                    <a:pt x="573" y="2054"/>
                  </a:lnTo>
                  <a:lnTo>
                    <a:pt x="593" y="2173"/>
                  </a:lnTo>
                  <a:lnTo>
                    <a:pt x="573" y="2193"/>
                  </a:lnTo>
                  <a:lnTo>
                    <a:pt x="534" y="2252"/>
                  </a:lnTo>
                  <a:lnTo>
                    <a:pt x="494" y="2331"/>
                  </a:lnTo>
                  <a:lnTo>
                    <a:pt x="475" y="2370"/>
                  </a:lnTo>
                  <a:lnTo>
                    <a:pt x="534" y="2351"/>
                  </a:lnTo>
                  <a:lnTo>
                    <a:pt x="554" y="2370"/>
                  </a:lnTo>
                  <a:lnTo>
                    <a:pt x="573" y="2410"/>
                  </a:lnTo>
                  <a:lnTo>
                    <a:pt x="573" y="2469"/>
                  </a:lnTo>
                  <a:lnTo>
                    <a:pt x="554" y="2529"/>
                  </a:lnTo>
                  <a:lnTo>
                    <a:pt x="573" y="2568"/>
                  </a:lnTo>
                  <a:lnTo>
                    <a:pt x="573" y="2529"/>
                  </a:lnTo>
                  <a:lnTo>
                    <a:pt x="593" y="2469"/>
                  </a:lnTo>
                  <a:lnTo>
                    <a:pt x="672" y="2390"/>
                  </a:lnTo>
                  <a:lnTo>
                    <a:pt x="731" y="2370"/>
                  </a:lnTo>
                  <a:lnTo>
                    <a:pt x="731" y="2390"/>
                  </a:lnTo>
                  <a:lnTo>
                    <a:pt x="731" y="2410"/>
                  </a:lnTo>
                  <a:lnTo>
                    <a:pt x="692" y="2529"/>
                  </a:lnTo>
                  <a:lnTo>
                    <a:pt x="672" y="2568"/>
                  </a:lnTo>
                  <a:lnTo>
                    <a:pt x="731" y="2608"/>
                  </a:lnTo>
                  <a:lnTo>
                    <a:pt x="771" y="2647"/>
                  </a:lnTo>
                  <a:lnTo>
                    <a:pt x="830" y="2746"/>
                  </a:lnTo>
                  <a:lnTo>
                    <a:pt x="870" y="2805"/>
                  </a:lnTo>
                  <a:lnTo>
                    <a:pt x="909" y="2825"/>
                  </a:lnTo>
                  <a:lnTo>
                    <a:pt x="949" y="2845"/>
                  </a:lnTo>
                  <a:lnTo>
                    <a:pt x="1008" y="2845"/>
                  </a:lnTo>
                  <a:lnTo>
                    <a:pt x="1028" y="2706"/>
                  </a:lnTo>
                  <a:lnTo>
                    <a:pt x="1028" y="2667"/>
                  </a:lnTo>
                  <a:lnTo>
                    <a:pt x="1008" y="2687"/>
                  </a:lnTo>
                  <a:lnTo>
                    <a:pt x="929" y="2805"/>
                  </a:lnTo>
                  <a:lnTo>
                    <a:pt x="968" y="2687"/>
                  </a:lnTo>
                  <a:lnTo>
                    <a:pt x="1087" y="2509"/>
                  </a:lnTo>
                  <a:lnTo>
                    <a:pt x="1186" y="2390"/>
                  </a:lnTo>
                  <a:lnTo>
                    <a:pt x="1186" y="2430"/>
                  </a:lnTo>
                  <a:lnTo>
                    <a:pt x="1205" y="2449"/>
                  </a:lnTo>
                  <a:lnTo>
                    <a:pt x="1205" y="2489"/>
                  </a:lnTo>
                  <a:lnTo>
                    <a:pt x="1186" y="2529"/>
                  </a:lnTo>
                  <a:lnTo>
                    <a:pt x="1284" y="2489"/>
                  </a:lnTo>
                  <a:lnTo>
                    <a:pt x="1284" y="2449"/>
                  </a:lnTo>
                  <a:lnTo>
                    <a:pt x="1284" y="2430"/>
                  </a:lnTo>
                  <a:lnTo>
                    <a:pt x="1284" y="2410"/>
                  </a:lnTo>
                  <a:lnTo>
                    <a:pt x="1324" y="2370"/>
                  </a:lnTo>
                  <a:lnTo>
                    <a:pt x="1344" y="2469"/>
                  </a:lnTo>
                  <a:lnTo>
                    <a:pt x="1324" y="2529"/>
                  </a:lnTo>
                  <a:lnTo>
                    <a:pt x="1284" y="2568"/>
                  </a:lnTo>
                  <a:lnTo>
                    <a:pt x="1324" y="2588"/>
                  </a:lnTo>
                  <a:lnTo>
                    <a:pt x="1363" y="2568"/>
                  </a:lnTo>
                  <a:lnTo>
                    <a:pt x="1403" y="2529"/>
                  </a:lnTo>
                  <a:lnTo>
                    <a:pt x="1442" y="2469"/>
                  </a:lnTo>
                  <a:lnTo>
                    <a:pt x="1442" y="2489"/>
                  </a:lnTo>
                  <a:lnTo>
                    <a:pt x="1442" y="2509"/>
                  </a:lnTo>
                  <a:lnTo>
                    <a:pt x="1403" y="2588"/>
                  </a:lnTo>
                  <a:lnTo>
                    <a:pt x="1284" y="2706"/>
                  </a:lnTo>
                  <a:lnTo>
                    <a:pt x="1284" y="2726"/>
                  </a:lnTo>
                  <a:lnTo>
                    <a:pt x="1284" y="2766"/>
                  </a:lnTo>
                  <a:lnTo>
                    <a:pt x="1265" y="2825"/>
                  </a:lnTo>
                  <a:lnTo>
                    <a:pt x="1205" y="2904"/>
                  </a:lnTo>
                  <a:lnTo>
                    <a:pt x="1284" y="2904"/>
                  </a:lnTo>
                  <a:lnTo>
                    <a:pt x="1186" y="3042"/>
                  </a:lnTo>
                  <a:lnTo>
                    <a:pt x="1205" y="3062"/>
                  </a:lnTo>
                  <a:lnTo>
                    <a:pt x="1225" y="3062"/>
                  </a:lnTo>
                  <a:lnTo>
                    <a:pt x="1265" y="3042"/>
                  </a:lnTo>
                  <a:lnTo>
                    <a:pt x="1304" y="3042"/>
                  </a:lnTo>
                  <a:lnTo>
                    <a:pt x="1304" y="3062"/>
                  </a:lnTo>
                  <a:lnTo>
                    <a:pt x="1304" y="3101"/>
                  </a:lnTo>
                  <a:lnTo>
                    <a:pt x="1383" y="3003"/>
                  </a:lnTo>
                  <a:lnTo>
                    <a:pt x="1442" y="3161"/>
                  </a:lnTo>
                  <a:lnTo>
                    <a:pt x="1482" y="3200"/>
                  </a:lnTo>
                  <a:lnTo>
                    <a:pt x="1541" y="3240"/>
                  </a:lnTo>
                  <a:lnTo>
                    <a:pt x="1581" y="3141"/>
                  </a:lnTo>
                  <a:lnTo>
                    <a:pt x="1620" y="3121"/>
                  </a:lnTo>
                  <a:lnTo>
                    <a:pt x="1640" y="3121"/>
                  </a:lnTo>
                  <a:lnTo>
                    <a:pt x="1660" y="3141"/>
                  </a:lnTo>
                  <a:lnTo>
                    <a:pt x="1640" y="3180"/>
                  </a:lnTo>
                  <a:lnTo>
                    <a:pt x="1660" y="3279"/>
                  </a:lnTo>
                  <a:lnTo>
                    <a:pt x="1679" y="3299"/>
                  </a:lnTo>
                  <a:lnTo>
                    <a:pt x="1719" y="3319"/>
                  </a:lnTo>
                  <a:lnTo>
                    <a:pt x="1818" y="3279"/>
                  </a:lnTo>
                  <a:lnTo>
                    <a:pt x="1857" y="3240"/>
                  </a:lnTo>
                  <a:lnTo>
                    <a:pt x="1916" y="3180"/>
                  </a:lnTo>
                  <a:lnTo>
                    <a:pt x="1936" y="3121"/>
                  </a:lnTo>
                  <a:lnTo>
                    <a:pt x="1956" y="3101"/>
                  </a:lnTo>
                  <a:lnTo>
                    <a:pt x="1976" y="3121"/>
                  </a:lnTo>
                  <a:lnTo>
                    <a:pt x="1956" y="3200"/>
                  </a:lnTo>
                  <a:lnTo>
                    <a:pt x="1956" y="3240"/>
                  </a:lnTo>
                  <a:lnTo>
                    <a:pt x="1976" y="3220"/>
                  </a:lnTo>
                  <a:lnTo>
                    <a:pt x="2035" y="3161"/>
                  </a:lnTo>
                  <a:lnTo>
                    <a:pt x="2094" y="3121"/>
                  </a:lnTo>
                  <a:lnTo>
                    <a:pt x="2153" y="3121"/>
                  </a:lnTo>
                  <a:lnTo>
                    <a:pt x="2153" y="3141"/>
                  </a:lnTo>
                  <a:lnTo>
                    <a:pt x="2173" y="3161"/>
                  </a:lnTo>
                  <a:lnTo>
                    <a:pt x="2094" y="3200"/>
                  </a:lnTo>
                  <a:lnTo>
                    <a:pt x="2035" y="3220"/>
                  </a:lnTo>
                  <a:lnTo>
                    <a:pt x="2015" y="3240"/>
                  </a:lnTo>
                  <a:lnTo>
                    <a:pt x="2015" y="3279"/>
                  </a:lnTo>
                  <a:lnTo>
                    <a:pt x="2015" y="3299"/>
                  </a:lnTo>
                  <a:lnTo>
                    <a:pt x="2055" y="3338"/>
                  </a:lnTo>
                  <a:lnTo>
                    <a:pt x="2094" y="3358"/>
                  </a:lnTo>
                  <a:lnTo>
                    <a:pt x="2114" y="3378"/>
                  </a:lnTo>
                  <a:lnTo>
                    <a:pt x="2134" y="3398"/>
                  </a:lnTo>
                  <a:lnTo>
                    <a:pt x="2213" y="3338"/>
                  </a:lnTo>
                  <a:lnTo>
                    <a:pt x="2529" y="3121"/>
                  </a:lnTo>
                  <a:lnTo>
                    <a:pt x="2548" y="3022"/>
                  </a:lnTo>
                  <a:lnTo>
                    <a:pt x="2608" y="2924"/>
                  </a:lnTo>
                  <a:lnTo>
                    <a:pt x="2687" y="2825"/>
                  </a:lnTo>
                  <a:lnTo>
                    <a:pt x="2766" y="2726"/>
                  </a:lnTo>
                  <a:lnTo>
                    <a:pt x="2746" y="2785"/>
                  </a:lnTo>
                  <a:lnTo>
                    <a:pt x="2766" y="2845"/>
                  </a:lnTo>
                  <a:lnTo>
                    <a:pt x="2786" y="2884"/>
                  </a:lnTo>
                  <a:lnTo>
                    <a:pt x="2805" y="2943"/>
                  </a:lnTo>
                  <a:lnTo>
                    <a:pt x="2766" y="3022"/>
                  </a:lnTo>
                  <a:lnTo>
                    <a:pt x="2746" y="3101"/>
                  </a:lnTo>
                  <a:lnTo>
                    <a:pt x="2726" y="3161"/>
                  </a:lnTo>
                  <a:lnTo>
                    <a:pt x="2706" y="3180"/>
                  </a:lnTo>
                  <a:lnTo>
                    <a:pt x="2687" y="3200"/>
                  </a:lnTo>
                  <a:lnTo>
                    <a:pt x="2706" y="3082"/>
                  </a:lnTo>
                  <a:lnTo>
                    <a:pt x="2706" y="3042"/>
                  </a:lnTo>
                  <a:lnTo>
                    <a:pt x="2667" y="3042"/>
                  </a:lnTo>
                  <a:lnTo>
                    <a:pt x="2647" y="3200"/>
                  </a:lnTo>
                  <a:lnTo>
                    <a:pt x="2667" y="3378"/>
                  </a:lnTo>
                  <a:lnTo>
                    <a:pt x="2608" y="3437"/>
                  </a:lnTo>
                  <a:lnTo>
                    <a:pt x="2568" y="3457"/>
                  </a:lnTo>
                  <a:lnTo>
                    <a:pt x="2548" y="3457"/>
                  </a:lnTo>
                  <a:lnTo>
                    <a:pt x="2588" y="3398"/>
                  </a:lnTo>
                  <a:lnTo>
                    <a:pt x="2608" y="3358"/>
                  </a:lnTo>
                  <a:lnTo>
                    <a:pt x="2568" y="3378"/>
                  </a:lnTo>
                  <a:lnTo>
                    <a:pt x="2529" y="3417"/>
                  </a:lnTo>
                  <a:lnTo>
                    <a:pt x="2509" y="3496"/>
                  </a:lnTo>
                  <a:lnTo>
                    <a:pt x="2489" y="3595"/>
                  </a:lnTo>
                  <a:lnTo>
                    <a:pt x="2450" y="3674"/>
                  </a:lnTo>
                  <a:lnTo>
                    <a:pt x="2529" y="3674"/>
                  </a:lnTo>
                  <a:lnTo>
                    <a:pt x="2548" y="3635"/>
                  </a:lnTo>
                  <a:lnTo>
                    <a:pt x="2548" y="3694"/>
                  </a:lnTo>
                  <a:lnTo>
                    <a:pt x="2568" y="3714"/>
                  </a:lnTo>
                  <a:lnTo>
                    <a:pt x="2647" y="3714"/>
                  </a:lnTo>
                  <a:lnTo>
                    <a:pt x="2687" y="3694"/>
                  </a:lnTo>
                  <a:lnTo>
                    <a:pt x="2726" y="3694"/>
                  </a:lnTo>
                  <a:lnTo>
                    <a:pt x="2746" y="3714"/>
                  </a:lnTo>
                  <a:lnTo>
                    <a:pt x="2746" y="3773"/>
                  </a:lnTo>
                  <a:lnTo>
                    <a:pt x="2766" y="3714"/>
                  </a:lnTo>
                  <a:lnTo>
                    <a:pt x="2805" y="3635"/>
                  </a:lnTo>
                  <a:lnTo>
                    <a:pt x="2825" y="3615"/>
                  </a:lnTo>
                  <a:lnTo>
                    <a:pt x="2845" y="3635"/>
                  </a:lnTo>
                  <a:lnTo>
                    <a:pt x="2865" y="3674"/>
                  </a:lnTo>
                  <a:lnTo>
                    <a:pt x="2845" y="3793"/>
                  </a:lnTo>
                  <a:lnTo>
                    <a:pt x="2884" y="3753"/>
                  </a:lnTo>
                  <a:lnTo>
                    <a:pt x="2924" y="3733"/>
                  </a:lnTo>
                  <a:lnTo>
                    <a:pt x="2963" y="3733"/>
                  </a:lnTo>
                  <a:lnTo>
                    <a:pt x="2963" y="3753"/>
                  </a:lnTo>
                  <a:lnTo>
                    <a:pt x="2983" y="3733"/>
                  </a:lnTo>
                  <a:lnTo>
                    <a:pt x="3023" y="3674"/>
                  </a:lnTo>
                  <a:lnTo>
                    <a:pt x="3042" y="3595"/>
                  </a:lnTo>
                  <a:lnTo>
                    <a:pt x="3082" y="3516"/>
                  </a:lnTo>
                  <a:lnTo>
                    <a:pt x="3141" y="3437"/>
                  </a:lnTo>
                  <a:lnTo>
                    <a:pt x="3200" y="3398"/>
                  </a:lnTo>
                  <a:lnTo>
                    <a:pt x="3240" y="3398"/>
                  </a:lnTo>
                  <a:lnTo>
                    <a:pt x="3260" y="3437"/>
                  </a:lnTo>
                  <a:lnTo>
                    <a:pt x="3299" y="3437"/>
                  </a:lnTo>
                  <a:lnTo>
                    <a:pt x="3279" y="3516"/>
                  </a:lnTo>
                  <a:lnTo>
                    <a:pt x="3200" y="3516"/>
                  </a:lnTo>
                  <a:lnTo>
                    <a:pt x="3161" y="3536"/>
                  </a:lnTo>
                  <a:lnTo>
                    <a:pt x="3339" y="3536"/>
                  </a:lnTo>
                  <a:lnTo>
                    <a:pt x="3339" y="3595"/>
                  </a:lnTo>
                  <a:lnTo>
                    <a:pt x="3299" y="3635"/>
                  </a:lnTo>
                  <a:lnTo>
                    <a:pt x="3260" y="3654"/>
                  </a:lnTo>
                  <a:lnTo>
                    <a:pt x="3220" y="3635"/>
                  </a:lnTo>
                  <a:lnTo>
                    <a:pt x="3220" y="3674"/>
                  </a:lnTo>
                  <a:lnTo>
                    <a:pt x="3240" y="3694"/>
                  </a:lnTo>
                  <a:lnTo>
                    <a:pt x="3299" y="3694"/>
                  </a:lnTo>
                  <a:lnTo>
                    <a:pt x="3358" y="3654"/>
                  </a:lnTo>
                  <a:lnTo>
                    <a:pt x="3418" y="3595"/>
                  </a:lnTo>
                  <a:lnTo>
                    <a:pt x="3457" y="3635"/>
                  </a:lnTo>
                  <a:lnTo>
                    <a:pt x="3477" y="3654"/>
                  </a:lnTo>
                  <a:lnTo>
                    <a:pt x="3477" y="3674"/>
                  </a:lnTo>
                  <a:lnTo>
                    <a:pt x="3398" y="3793"/>
                  </a:lnTo>
                  <a:lnTo>
                    <a:pt x="3319" y="3911"/>
                  </a:lnTo>
                  <a:lnTo>
                    <a:pt x="3279" y="3951"/>
                  </a:lnTo>
                  <a:lnTo>
                    <a:pt x="3220" y="3951"/>
                  </a:lnTo>
                  <a:lnTo>
                    <a:pt x="3220" y="3931"/>
                  </a:lnTo>
                  <a:lnTo>
                    <a:pt x="3240" y="3872"/>
                  </a:lnTo>
                  <a:lnTo>
                    <a:pt x="3220" y="3832"/>
                  </a:lnTo>
                  <a:lnTo>
                    <a:pt x="3181" y="3832"/>
                  </a:lnTo>
                  <a:lnTo>
                    <a:pt x="3121" y="3852"/>
                  </a:lnTo>
                  <a:lnTo>
                    <a:pt x="3141" y="3812"/>
                  </a:lnTo>
                  <a:lnTo>
                    <a:pt x="3181" y="3793"/>
                  </a:lnTo>
                  <a:lnTo>
                    <a:pt x="3102" y="3753"/>
                  </a:lnTo>
                  <a:lnTo>
                    <a:pt x="3062" y="3753"/>
                  </a:lnTo>
                  <a:lnTo>
                    <a:pt x="3023" y="3773"/>
                  </a:lnTo>
                  <a:lnTo>
                    <a:pt x="2963" y="3812"/>
                  </a:lnTo>
                  <a:lnTo>
                    <a:pt x="2983" y="3852"/>
                  </a:lnTo>
                  <a:lnTo>
                    <a:pt x="3023" y="3891"/>
                  </a:lnTo>
                  <a:lnTo>
                    <a:pt x="3082" y="3931"/>
                  </a:lnTo>
                  <a:lnTo>
                    <a:pt x="3161" y="3951"/>
                  </a:lnTo>
                  <a:lnTo>
                    <a:pt x="3161" y="3990"/>
                  </a:lnTo>
                  <a:lnTo>
                    <a:pt x="3161" y="4030"/>
                  </a:lnTo>
                  <a:lnTo>
                    <a:pt x="3378" y="3951"/>
                  </a:lnTo>
                  <a:lnTo>
                    <a:pt x="3418" y="3931"/>
                  </a:lnTo>
                  <a:lnTo>
                    <a:pt x="3457" y="3812"/>
                  </a:lnTo>
                  <a:lnTo>
                    <a:pt x="3477" y="3753"/>
                  </a:lnTo>
                  <a:lnTo>
                    <a:pt x="3516" y="3694"/>
                  </a:lnTo>
                  <a:lnTo>
                    <a:pt x="3497" y="3793"/>
                  </a:lnTo>
                  <a:lnTo>
                    <a:pt x="3497" y="3891"/>
                  </a:lnTo>
                  <a:lnTo>
                    <a:pt x="3497" y="3951"/>
                  </a:lnTo>
                  <a:lnTo>
                    <a:pt x="3536" y="3990"/>
                  </a:lnTo>
                  <a:lnTo>
                    <a:pt x="3556" y="3951"/>
                  </a:lnTo>
                  <a:lnTo>
                    <a:pt x="3595" y="3911"/>
                  </a:lnTo>
                  <a:lnTo>
                    <a:pt x="3655" y="3872"/>
                  </a:lnTo>
                  <a:lnTo>
                    <a:pt x="3694" y="3832"/>
                  </a:lnTo>
                  <a:lnTo>
                    <a:pt x="3734" y="3793"/>
                  </a:lnTo>
                  <a:lnTo>
                    <a:pt x="3734" y="3753"/>
                  </a:lnTo>
                  <a:lnTo>
                    <a:pt x="3714" y="3773"/>
                  </a:lnTo>
                  <a:lnTo>
                    <a:pt x="3714" y="3733"/>
                  </a:lnTo>
                  <a:lnTo>
                    <a:pt x="3734" y="3654"/>
                  </a:lnTo>
                  <a:lnTo>
                    <a:pt x="3773" y="3654"/>
                  </a:lnTo>
                  <a:lnTo>
                    <a:pt x="3793" y="3595"/>
                  </a:lnTo>
                  <a:lnTo>
                    <a:pt x="3813" y="3536"/>
                  </a:lnTo>
                  <a:lnTo>
                    <a:pt x="3852" y="3516"/>
                  </a:lnTo>
                  <a:lnTo>
                    <a:pt x="3872" y="3556"/>
                  </a:lnTo>
                  <a:lnTo>
                    <a:pt x="3872" y="3575"/>
                  </a:lnTo>
                  <a:lnTo>
                    <a:pt x="3872" y="3615"/>
                  </a:lnTo>
                  <a:lnTo>
                    <a:pt x="3852" y="3674"/>
                  </a:lnTo>
                  <a:lnTo>
                    <a:pt x="3852" y="3694"/>
                  </a:lnTo>
                  <a:lnTo>
                    <a:pt x="3872" y="3733"/>
                  </a:lnTo>
                  <a:lnTo>
                    <a:pt x="3734" y="3872"/>
                  </a:lnTo>
                  <a:lnTo>
                    <a:pt x="3655" y="3931"/>
                  </a:lnTo>
                  <a:lnTo>
                    <a:pt x="3576" y="3970"/>
                  </a:lnTo>
                  <a:lnTo>
                    <a:pt x="3576" y="4010"/>
                  </a:lnTo>
                  <a:lnTo>
                    <a:pt x="3595" y="4030"/>
                  </a:lnTo>
                  <a:lnTo>
                    <a:pt x="3615" y="4030"/>
                  </a:lnTo>
                  <a:lnTo>
                    <a:pt x="3635" y="4069"/>
                  </a:lnTo>
                  <a:lnTo>
                    <a:pt x="3655" y="4010"/>
                  </a:lnTo>
                  <a:lnTo>
                    <a:pt x="3674" y="3970"/>
                  </a:lnTo>
                  <a:lnTo>
                    <a:pt x="3714" y="3931"/>
                  </a:lnTo>
                  <a:lnTo>
                    <a:pt x="3714" y="3891"/>
                  </a:lnTo>
                  <a:lnTo>
                    <a:pt x="3813" y="3872"/>
                  </a:lnTo>
                  <a:lnTo>
                    <a:pt x="3931" y="3812"/>
                  </a:lnTo>
                  <a:lnTo>
                    <a:pt x="4050" y="3773"/>
                  </a:lnTo>
                  <a:lnTo>
                    <a:pt x="4148" y="3773"/>
                  </a:lnTo>
                  <a:lnTo>
                    <a:pt x="4109" y="3832"/>
                  </a:lnTo>
                  <a:lnTo>
                    <a:pt x="4050" y="3891"/>
                  </a:lnTo>
                  <a:lnTo>
                    <a:pt x="3951" y="3931"/>
                  </a:lnTo>
                  <a:lnTo>
                    <a:pt x="3911" y="3970"/>
                  </a:lnTo>
                  <a:lnTo>
                    <a:pt x="3852" y="4010"/>
                  </a:lnTo>
                  <a:lnTo>
                    <a:pt x="3813" y="4069"/>
                  </a:lnTo>
                  <a:lnTo>
                    <a:pt x="3773" y="4148"/>
                  </a:lnTo>
                  <a:lnTo>
                    <a:pt x="3773" y="4168"/>
                  </a:lnTo>
                  <a:lnTo>
                    <a:pt x="3793" y="4168"/>
                  </a:lnTo>
                  <a:lnTo>
                    <a:pt x="3832" y="4128"/>
                  </a:lnTo>
                  <a:lnTo>
                    <a:pt x="3872" y="4089"/>
                  </a:lnTo>
                  <a:lnTo>
                    <a:pt x="3911" y="4069"/>
                  </a:lnTo>
                  <a:lnTo>
                    <a:pt x="3931" y="4069"/>
                  </a:lnTo>
                  <a:lnTo>
                    <a:pt x="3931" y="4128"/>
                  </a:lnTo>
                  <a:lnTo>
                    <a:pt x="3931" y="4148"/>
                  </a:lnTo>
                  <a:lnTo>
                    <a:pt x="3951" y="4168"/>
                  </a:lnTo>
                  <a:lnTo>
                    <a:pt x="3990" y="4188"/>
                  </a:lnTo>
                  <a:lnTo>
                    <a:pt x="4050" y="4168"/>
                  </a:lnTo>
                  <a:lnTo>
                    <a:pt x="4129" y="4188"/>
                  </a:lnTo>
                  <a:lnTo>
                    <a:pt x="4129" y="4089"/>
                  </a:lnTo>
                  <a:lnTo>
                    <a:pt x="4188" y="4089"/>
                  </a:lnTo>
                  <a:lnTo>
                    <a:pt x="4227" y="4148"/>
                  </a:lnTo>
                  <a:lnTo>
                    <a:pt x="4208" y="4168"/>
                  </a:lnTo>
                  <a:lnTo>
                    <a:pt x="4267" y="4148"/>
                  </a:lnTo>
                  <a:lnTo>
                    <a:pt x="4267" y="4168"/>
                  </a:lnTo>
                  <a:lnTo>
                    <a:pt x="4287" y="4168"/>
                  </a:lnTo>
                  <a:lnTo>
                    <a:pt x="4306" y="4148"/>
                  </a:lnTo>
                  <a:lnTo>
                    <a:pt x="4366" y="4188"/>
                  </a:lnTo>
                  <a:lnTo>
                    <a:pt x="4405" y="4207"/>
                  </a:lnTo>
                  <a:lnTo>
                    <a:pt x="4464" y="4227"/>
                  </a:lnTo>
                  <a:lnTo>
                    <a:pt x="4484" y="4168"/>
                  </a:lnTo>
                  <a:lnTo>
                    <a:pt x="4464" y="4148"/>
                  </a:lnTo>
                  <a:lnTo>
                    <a:pt x="4405" y="4168"/>
                  </a:lnTo>
                  <a:lnTo>
                    <a:pt x="4385" y="4148"/>
                  </a:lnTo>
                  <a:lnTo>
                    <a:pt x="4385" y="4069"/>
                  </a:lnTo>
                  <a:lnTo>
                    <a:pt x="4385" y="4030"/>
                  </a:lnTo>
                  <a:lnTo>
                    <a:pt x="4425" y="3970"/>
                  </a:lnTo>
                  <a:lnTo>
                    <a:pt x="4445" y="3990"/>
                  </a:lnTo>
                  <a:lnTo>
                    <a:pt x="4484" y="3990"/>
                  </a:lnTo>
                  <a:lnTo>
                    <a:pt x="4563" y="3951"/>
                  </a:lnTo>
                  <a:lnTo>
                    <a:pt x="4642" y="3931"/>
                  </a:lnTo>
                  <a:lnTo>
                    <a:pt x="4682" y="3931"/>
                  </a:lnTo>
                  <a:lnTo>
                    <a:pt x="4721" y="3951"/>
                  </a:lnTo>
                  <a:lnTo>
                    <a:pt x="4701" y="3911"/>
                  </a:lnTo>
                  <a:lnTo>
                    <a:pt x="4761" y="3872"/>
                  </a:lnTo>
                  <a:lnTo>
                    <a:pt x="4780" y="3872"/>
                  </a:lnTo>
                  <a:lnTo>
                    <a:pt x="4840" y="3911"/>
                  </a:lnTo>
                  <a:lnTo>
                    <a:pt x="4840" y="3951"/>
                  </a:lnTo>
                  <a:lnTo>
                    <a:pt x="4840" y="3990"/>
                  </a:lnTo>
                  <a:lnTo>
                    <a:pt x="4780" y="4030"/>
                  </a:lnTo>
                  <a:lnTo>
                    <a:pt x="4741" y="4089"/>
                  </a:lnTo>
                  <a:lnTo>
                    <a:pt x="4721" y="4109"/>
                  </a:lnTo>
                  <a:lnTo>
                    <a:pt x="4721" y="4148"/>
                  </a:lnTo>
                  <a:lnTo>
                    <a:pt x="4662" y="4168"/>
                  </a:lnTo>
                  <a:lnTo>
                    <a:pt x="4603" y="4168"/>
                  </a:lnTo>
                  <a:lnTo>
                    <a:pt x="4563" y="4227"/>
                  </a:lnTo>
                  <a:lnTo>
                    <a:pt x="4524" y="4425"/>
                  </a:lnTo>
                  <a:lnTo>
                    <a:pt x="4524" y="4425"/>
                  </a:lnTo>
                  <a:lnTo>
                    <a:pt x="4543" y="4405"/>
                  </a:lnTo>
                  <a:lnTo>
                    <a:pt x="4563" y="4405"/>
                  </a:lnTo>
                  <a:lnTo>
                    <a:pt x="4583" y="4425"/>
                  </a:lnTo>
                  <a:lnTo>
                    <a:pt x="4603" y="4484"/>
                  </a:lnTo>
                  <a:lnTo>
                    <a:pt x="4603" y="4504"/>
                  </a:lnTo>
                  <a:lnTo>
                    <a:pt x="4622" y="4504"/>
                  </a:lnTo>
                  <a:lnTo>
                    <a:pt x="4622" y="4405"/>
                  </a:lnTo>
                  <a:lnTo>
                    <a:pt x="4662" y="4365"/>
                  </a:lnTo>
                  <a:lnTo>
                    <a:pt x="4682" y="4346"/>
                  </a:lnTo>
                  <a:lnTo>
                    <a:pt x="4682" y="4365"/>
                  </a:lnTo>
                  <a:lnTo>
                    <a:pt x="4682" y="4425"/>
                  </a:lnTo>
                  <a:lnTo>
                    <a:pt x="4761" y="4227"/>
                  </a:lnTo>
                  <a:lnTo>
                    <a:pt x="4741" y="4207"/>
                  </a:lnTo>
                  <a:lnTo>
                    <a:pt x="4721" y="4227"/>
                  </a:lnTo>
                  <a:lnTo>
                    <a:pt x="4682" y="4247"/>
                  </a:lnTo>
                  <a:lnTo>
                    <a:pt x="4642" y="4247"/>
                  </a:lnTo>
                  <a:lnTo>
                    <a:pt x="4642" y="4227"/>
                  </a:lnTo>
                  <a:lnTo>
                    <a:pt x="4642" y="4188"/>
                  </a:lnTo>
                  <a:lnTo>
                    <a:pt x="4721" y="4168"/>
                  </a:lnTo>
                  <a:lnTo>
                    <a:pt x="4780" y="4109"/>
                  </a:lnTo>
                  <a:lnTo>
                    <a:pt x="4840" y="4069"/>
                  </a:lnTo>
                  <a:lnTo>
                    <a:pt x="4879" y="4049"/>
                  </a:lnTo>
                  <a:lnTo>
                    <a:pt x="4899" y="4069"/>
                  </a:lnTo>
                  <a:lnTo>
                    <a:pt x="4879" y="4089"/>
                  </a:lnTo>
                  <a:lnTo>
                    <a:pt x="4879" y="4109"/>
                  </a:lnTo>
                  <a:lnTo>
                    <a:pt x="4859" y="4109"/>
                  </a:lnTo>
                  <a:lnTo>
                    <a:pt x="4840" y="4128"/>
                  </a:lnTo>
                  <a:lnTo>
                    <a:pt x="4840" y="4148"/>
                  </a:lnTo>
                  <a:lnTo>
                    <a:pt x="4859" y="4148"/>
                  </a:lnTo>
                  <a:lnTo>
                    <a:pt x="4899" y="4128"/>
                  </a:lnTo>
                  <a:lnTo>
                    <a:pt x="4958" y="4128"/>
                  </a:lnTo>
                  <a:lnTo>
                    <a:pt x="4978" y="4148"/>
                  </a:lnTo>
                  <a:lnTo>
                    <a:pt x="4879" y="4207"/>
                  </a:lnTo>
                  <a:lnTo>
                    <a:pt x="4840" y="4267"/>
                  </a:lnTo>
                  <a:lnTo>
                    <a:pt x="4820" y="4346"/>
                  </a:lnTo>
                  <a:lnTo>
                    <a:pt x="4820" y="4346"/>
                  </a:lnTo>
                  <a:lnTo>
                    <a:pt x="4919" y="4227"/>
                  </a:lnTo>
                  <a:lnTo>
                    <a:pt x="4938" y="4247"/>
                  </a:lnTo>
                  <a:lnTo>
                    <a:pt x="4919" y="4286"/>
                  </a:lnTo>
                  <a:lnTo>
                    <a:pt x="4919" y="4306"/>
                  </a:lnTo>
                  <a:lnTo>
                    <a:pt x="4919" y="4326"/>
                  </a:lnTo>
                  <a:lnTo>
                    <a:pt x="4938" y="4306"/>
                  </a:lnTo>
                  <a:lnTo>
                    <a:pt x="4958" y="4267"/>
                  </a:lnTo>
                  <a:lnTo>
                    <a:pt x="4978" y="4227"/>
                  </a:lnTo>
                  <a:lnTo>
                    <a:pt x="5017" y="4227"/>
                  </a:lnTo>
                  <a:lnTo>
                    <a:pt x="4998" y="4286"/>
                  </a:lnTo>
                  <a:lnTo>
                    <a:pt x="4978" y="4326"/>
                  </a:lnTo>
                  <a:lnTo>
                    <a:pt x="5017" y="4346"/>
                  </a:lnTo>
                  <a:lnTo>
                    <a:pt x="5037" y="4326"/>
                  </a:lnTo>
                  <a:lnTo>
                    <a:pt x="5077" y="4286"/>
                  </a:lnTo>
                  <a:lnTo>
                    <a:pt x="5136" y="4267"/>
                  </a:lnTo>
                  <a:lnTo>
                    <a:pt x="5116" y="4247"/>
                  </a:lnTo>
                  <a:lnTo>
                    <a:pt x="5116" y="4207"/>
                  </a:lnTo>
                  <a:lnTo>
                    <a:pt x="5156" y="4128"/>
                  </a:lnTo>
                  <a:lnTo>
                    <a:pt x="5195" y="4069"/>
                  </a:lnTo>
                  <a:lnTo>
                    <a:pt x="5235" y="4030"/>
                  </a:lnTo>
                  <a:lnTo>
                    <a:pt x="5255" y="4030"/>
                  </a:lnTo>
                  <a:lnTo>
                    <a:pt x="5314" y="4049"/>
                  </a:lnTo>
                  <a:lnTo>
                    <a:pt x="5373" y="4069"/>
                  </a:lnTo>
                  <a:lnTo>
                    <a:pt x="5393" y="4069"/>
                  </a:lnTo>
                  <a:lnTo>
                    <a:pt x="5393" y="4109"/>
                  </a:lnTo>
                  <a:lnTo>
                    <a:pt x="5413" y="4148"/>
                  </a:lnTo>
                  <a:lnTo>
                    <a:pt x="5393" y="4207"/>
                  </a:lnTo>
                  <a:lnTo>
                    <a:pt x="5472" y="4128"/>
                  </a:lnTo>
                  <a:lnTo>
                    <a:pt x="5452" y="4188"/>
                  </a:lnTo>
                  <a:lnTo>
                    <a:pt x="5452" y="4207"/>
                  </a:lnTo>
                  <a:lnTo>
                    <a:pt x="5452" y="4227"/>
                  </a:lnTo>
                  <a:lnTo>
                    <a:pt x="5492" y="4227"/>
                  </a:lnTo>
                  <a:lnTo>
                    <a:pt x="5511" y="4247"/>
                  </a:lnTo>
                  <a:lnTo>
                    <a:pt x="5492" y="4286"/>
                  </a:lnTo>
                  <a:lnTo>
                    <a:pt x="5393" y="4286"/>
                  </a:lnTo>
                  <a:lnTo>
                    <a:pt x="5353" y="4306"/>
                  </a:lnTo>
                  <a:lnTo>
                    <a:pt x="5334" y="4346"/>
                  </a:lnTo>
                  <a:lnTo>
                    <a:pt x="5274" y="4405"/>
                  </a:lnTo>
                  <a:lnTo>
                    <a:pt x="5294" y="4444"/>
                  </a:lnTo>
                  <a:lnTo>
                    <a:pt x="5274" y="4484"/>
                  </a:lnTo>
                  <a:lnTo>
                    <a:pt x="5215" y="4583"/>
                  </a:lnTo>
                  <a:lnTo>
                    <a:pt x="5235" y="4563"/>
                  </a:lnTo>
                  <a:lnTo>
                    <a:pt x="5255" y="4543"/>
                  </a:lnTo>
                  <a:lnTo>
                    <a:pt x="5294" y="4484"/>
                  </a:lnTo>
                  <a:lnTo>
                    <a:pt x="5353" y="4405"/>
                  </a:lnTo>
                  <a:lnTo>
                    <a:pt x="5393" y="4326"/>
                  </a:lnTo>
                  <a:lnTo>
                    <a:pt x="5393" y="4365"/>
                  </a:lnTo>
                  <a:lnTo>
                    <a:pt x="5413" y="4405"/>
                  </a:lnTo>
                  <a:lnTo>
                    <a:pt x="5413" y="4444"/>
                  </a:lnTo>
                  <a:lnTo>
                    <a:pt x="5373" y="4504"/>
                  </a:lnTo>
                  <a:lnTo>
                    <a:pt x="5393" y="4523"/>
                  </a:lnTo>
                  <a:lnTo>
                    <a:pt x="5413" y="4504"/>
                  </a:lnTo>
                  <a:lnTo>
                    <a:pt x="5472" y="4464"/>
                  </a:lnTo>
                  <a:lnTo>
                    <a:pt x="5511" y="4444"/>
                  </a:lnTo>
                  <a:lnTo>
                    <a:pt x="5531" y="4444"/>
                  </a:lnTo>
                  <a:lnTo>
                    <a:pt x="5472" y="4543"/>
                  </a:lnTo>
                  <a:lnTo>
                    <a:pt x="5413" y="4642"/>
                  </a:lnTo>
                  <a:lnTo>
                    <a:pt x="5452" y="4642"/>
                  </a:lnTo>
                  <a:lnTo>
                    <a:pt x="5472" y="4681"/>
                  </a:lnTo>
                  <a:lnTo>
                    <a:pt x="5492" y="4622"/>
                  </a:lnTo>
                  <a:lnTo>
                    <a:pt x="5511" y="4602"/>
                  </a:lnTo>
                  <a:lnTo>
                    <a:pt x="5472" y="4602"/>
                  </a:lnTo>
                  <a:lnTo>
                    <a:pt x="5511" y="4563"/>
                  </a:lnTo>
                  <a:lnTo>
                    <a:pt x="5571" y="4563"/>
                  </a:lnTo>
                  <a:lnTo>
                    <a:pt x="5590" y="4583"/>
                  </a:lnTo>
                  <a:lnTo>
                    <a:pt x="5610" y="4563"/>
                  </a:lnTo>
                  <a:lnTo>
                    <a:pt x="5630" y="4543"/>
                  </a:lnTo>
                  <a:lnTo>
                    <a:pt x="5610" y="4583"/>
                  </a:lnTo>
                  <a:lnTo>
                    <a:pt x="5610" y="4622"/>
                  </a:lnTo>
                  <a:lnTo>
                    <a:pt x="5650" y="4642"/>
                  </a:lnTo>
                  <a:lnTo>
                    <a:pt x="5689" y="4662"/>
                  </a:lnTo>
                  <a:lnTo>
                    <a:pt x="5709" y="4681"/>
                  </a:lnTo>
                  <a:lnTo>
                    <a:pt x="5709" y="4701"/>
                  </a:lnTo>
                  <a:lnTo>
                    <a:pt x="5748" y="4602"/>
                  </a:lnTo>
                  <a:lnTo>
                    <a:pt x="5768" y="4583"/>
                  </a:lnTo>
                  <a:lnTo>
                    <a:pt x="5748" y="4563"/>
                  </a:lnTo>
                  <a:lnTo>
                    <a:pt x="5709" y="4583"/>
                  </a:lnTo>
                  <a:lnTo>
                    <a:pt x="5689" y="4602"/>
                  </a:lnTo>
                  <a:lnTo>
                    <a:pt x="5669" y="4602"/>
                  </a:lnTo>
                  <a:lnTo>
                    <a:pt x="5669" y="4583"/>
                  </a:lnTo>
                  <a:lnTo>
                    <a:pt x="5689" y="4504"/>
                  </a:lnTo>
                  <a:lnTo>
                    <a:pt x="5768" y="4504"/>
                  </a:lnTo>
                  <a:lnTo>
                    <a:pt x="5847" y="4523"/>
                  </a:lnTo>
                  <a:lnTo>
                    <a:pt x="5946" y="4543"/>
                  </a:lnTo>
                  <a:lnTo>
                    <a:pt x="5985" y="4543"/>
                  </a:lnTo>
                  <a:lnTo>
                    <a:pt x="6045" y="4523"/>
                  </a:lnTo>
                  <a:lnTo>
                    <a:pt x="6064" y="4563"/>
                  </a:lnTo>
                  <a:lnTo>
                    <a:pt x="6064" y="4583"/>
                  </a:lnTo>
                  <a:lnTo>
                    <a:pt x="6025" y="4622"/>
                  </a:lnTo>
                  <a:lnTo>
                    <a:pt x="5985" y="4681"/>
                  </a:lnTo>
                  <a:lnTo>
                    <a:pt x="5946" y="4760"/>
                  </a:lnTo>
                  <a:lnTo>
                    <a:pt x="5887" y="4741"/>
                  </a:lnTo>
                  <a:lnTo>
                    <a:pt x="5867" y="4721"/>
                  </a:lnTo>
                  <a:lnTo>
                    <a:pt x="5827" y="4681"/>
                  </a:lnTo>
                  <a:lnTo>
                    <a:pt x="5788" y="4681"/>
                  </a:lnTo>
                  <a:lnTo>
                    <a:pt x="5827" y="4741"/>
                  </a:lnTo>
                  <a:lnTo>
                    <a:pt x="5887" y="4780"/>
                  </a:lnTo>
                  <a:lnTo>
                    <a:pt x="5985" y="4780"/>
                  </a:lnTo>
                  <a:lnTo>
                    <a:pt x="6064" y="4741"/>
                  </a:lnTo>
                  <a:lnTo>
                    <a:pt x="6084" y="4760"/>
                  </a:lnTo>
                  <a:lnTo>
                    <a:pt x="6084" y="4800"/>
                  </a:lnTo>
                  <a:lnTo>
                    <a:pt x="6064" y="4919"/>
                  </a:lnTo>
                  <a:lnTo>
                    <a:pt x="6045" y="5017"/>
                  </a:lnTo>
                  <a:lnTo>
                    <a:pt x="6064" y="5057"/>
                  </a:lnTo>
                  <a:lnTo>
                    <a:pt x="6104" y="5057"/>
                  </a:lnTo>
                  <a:lnTo>
                    <a:pt x="6143" y="4958"/>
                  </a:lnTo>
                  <a:lnTo>
                    <a:pt x="6143" y="4879"/>
                  </a:lnTo>
                  <a:lnTo>
                    <a:pt x="6183" y="4879"/>
                  </a:lnTo>
                  <a:lnTo>
                    <a:pt x="6203" y="4899"/>
                  </a:lnTo>
                  <a:lnTo>
                    <a:pt x="6222" y="4919"/>
                  </a:lnTo>
                  <a:lnTo>
                    <a:pt x="6242" y="4899"/>
                  </a:lnTo>
                  <a:lnTo>
                    <a:pt x="6262" y="4859"/>
                  </a:lnTo>
                  <a:lnTo>
                    <a:pt x="6262" y="4820"/>
                  </a:lnTo>
                  <a:lnTo>
                    <a:pt x="6301" y="4800"/>
                  </a:lnTo>
                  <a:lnTo>
                    <a:pt x="6301" y="4839"/>
                  </a:lnTo>
                  <a:lnTo>
                    <a:pt x="6301" y="4879"/>
                  </a:lnTo>
                  <a:lnTo>
                    <a:pt x="6282" y="4919"/>
                  </a:lnTo>
                  <a:lnTo>
                    <a:pt x="6301" y="4919"/>
                  </a:lnTo>
                  <a:lnTo>
                    <a:pt x="6321" y="4938"/>
                  </a:lnTo>
                  <a:lnTo>
                    <a:pt x="6301" y="5017"/>
                  </a:lnTo>
                  <a:lnTo>
                    <a:pt x="6301" y="5057"/>
                  </a:lnTo>
                  <a:lnTo>
                    <a:pt x="6301" y="5077"/>
                  </a:lnTo>
                  <a:lnTo>
                    <a:pt x="6321" y="5077"/>
                  </a:lnTo>
                  <a:lnTo>
                    <a:pt x="6380" y="5037"/>
                  </a:lnTo>
                  <a:lnTo>
                    <a:pt x="6380" y="5017"/>
                  </a:lnTo>
                  <a:lnTo>
                    <a:pt x="6361" y="5017"/>
                  </a:lnTo>
                  <a:lnTo>
                    <a:pt x="6341" y="4998"/>
                  </a:lnTo>
                  <a:lnTo>
                    <a:pt x="6380" y="4938"/>
                  </a:lnTo>
                  <a:lnTo>
                    <a:pt x="6440" y="4899"/>
                  </a:lnTo>
                  <a:lnTo>
                    <a:pt x="6479" y="4859"/>
                  </a:lnTo>
                  <a:lnTo>
                    <a:pt x="6538" y="4839"/>
                  </a:lnTo>
                  <a:lnTo>
                    <a:pt x="6519" y="4859"/>
                  </a:lnTo>
                  <a:lnTo>
                    <a:pt x="6538" y="4879"/>
                  </a:lnTo>
                  <a:lnTo>
                    <a:pt x="6558" y="4879"/>
                  </a:lnTo>
                  <a:lnTo>
                    <a:pt x="6558" y="4899"/>
                  </a:lnTo>
                  <a:lnTo>
                    <a:pt x="6538" y="4938"/>
                  </a:lnTo>
                  <a:lnTo>
                    <a:pt x="6479" y="4938"/>
                  </a:lnTo>
                  <a:lnTo>
                    <a:pt x="6440" y="4958"/>
                  </a:lnTo>
                  <a:lnTo>
                    <a:pt x="6479" y="4998"/>
                  </a:lnTo>
                  <a:lnTo>
                    <a:pt x="6479" y="4998"/>
                  </a:lnTo>
                  <a:lnTo>
                    <a:pt x="6617" y="4919"/>
                  </a:lnTo>
                  <a:lnTo>
                    <a:pt x="6598" y="4919"/>
                  </a:lnTo>
                  <a:lnTo>
                    <a:pt x="6598" y="4899"/>
                  </a:lnTo>
                  <a:lnTo>
                    <a:pt x="6617" y="4859"/>
                  </a:lnTo>
                  <a:lnTo>
                    <a:pt x="6677" y="4800"/>
                  </a:lnTo>
                  <a:lnTo>
                    <a:pt x="6696" y="4780"/>
                  </a:lnTo>
                  <a:lnTo>
                    <a:pt x="6736" y="4800"/>
                  </a:lnTo>
                  <a:lnTo>
                    <a:pt x="6736" y="4859"/>
                  </a:lnTo>
                  <a:lnTo>
                    <a:pt x="6736" y="4899"/>
                  </a:lnTo>
                  <a:lnTo>
                    <a:pt x="6716" y="4978"/>
                  </a:lnTo>
                  <a:lnTo>
                    <a:pt x="6756" y="4919"/>
                  </a:lnTo>
                  <a:lnTo>
                    <a:pt x="6815" y="4899"/>
                  </a:lnTo>
                  <a:lnTo>
                    <a:pt x="6894" y="4919"/>
                  </a:lnTo>
                  <a:lnTo>
                    <a:pt x="6894" y="4859"/>
                  </a:lnTo>
                  <a:lnTo>
                    <a:pt x="6914" y="4820"/>
                  </a:lnTo>
                  <a:lnTo>
                    <a:pt x="6993" y="4780"/>
                  </a:lnTo>
                  <a:lnTo>
                    <a:pt x="6993" y="4938"/>
                  </a:lnTo>
                  <a:lnTo>
                    <a:pt x="6953" y="4938"/>
                  </a:lnTo>
                  <a:lnTo>
                    <a:pt x="6933" y="4958"/>
                  </a:lnTo>
                  <a:lnTo>
                    <a:pt x="6914" y="4998"/>
                  </a:lnTo>
                  <a:lnTo>
                    <a:pt x="6914" y="5057"/>
                  </a:lnTo>
                  <a:lnTo>
                    <a:pt x="6874" y="5136"/>
                  </a:lnTo>
                  <a:lnTo>
                    <a:pt x="6815" y="5175"/>
                  </a:lnTo>
                  <a:lnTo>
                    <a:pt x="6775" y="5175"/>
                  </a:lnTo>
                  <a:lnTo>
                    <a:pt x="6736" y="5116"/>
                  </a:lnTo>
                  <a:lnTo>
                    <a:pt x="6736" y="5195"/>
                  </a:lnTo>
                  <a:lnTo>
                    <a:pt x="6756" y="5215"/>
                  </a:lnTo>
                  <a:lnTo>
                    <a:pt x="6775" y="5215"/>
                  </a:lnTo>
                  <a:lnTo>
                    <a:pt x="6815" y="5195"/>
                  </a:lnTo>
                  <a:lnTo>
                    <a:pt x="6894" y="5156"/>
                  </a:lnTo>
                  <a:lnTo>
                    <a:pt x="6914" y="5156"/>
                  </a:lnTo>
                  <a:lnTo>
                    <a:pt x="6933" y="5195"/>
                  </a:lnTo>
                  <a:lnTo>
                    <a:pt x="6894" y="5254"/>
                  </a:lnTo>
                  <a:lnTo>
                    <a:pt x="6854" y="5294"/>
                  </a:lnTo>
                  <a:lnTo>
                    <a:pt x="6914" y="5274"/>
                  </a:lnTo>
                  <a:lnTo>
                    <a:pt x="6933" y="5274"/>
                  </a:lnTo>
                  <a:lnTo>
                    <a:pt x="6953" y="5314"/>
                  </a:lnTo>
                  <a:lnTo>
                    <a:pt x="6993" y="5195"/>
                  </a:lnTo>
                  <a:lnTo>
                    <a:pt x="7032" y="5136"/>
                  </a:lnTo>
                  <a:lnTo>
                    <a:pt x="7091" y="5116"/>
                  </a:lnTo>
                  <a:lnTo>
                    <a:pt x="7052" y="5294"/>
                  </a:lnTo>
                  <a:lnTo>
                    <a:pt x="7091" y="5294"/>
                  </a:lnTo>
                  <a:lnTo>
                    <a:pt x="7151" y="5235"/>
                  </a:lnTo>
                  <a:lnTo>
                    <a:pt x="7210" y="5175"/>
                  </a:lnTo>
                  <a:lnTo>
                    <a:pt x="7230" y="5136"/>
                  </a:lnTo>
                  <a:lnTo>
                    <a:pt x="7269" y="5116"/>
                  </a:lnTo>
                  <a:lnTo>
                    <a:pt x="7289" y="4998"/>
                  </a:lnTo>
                  <a:lnTo>
                    <a:pt x="7328" y="4958"/>
                  </a:lnTo>
                  <a:lnTo>
                    <a:pt x="7407" y="4958"/>
                  </a:lnTo>
                  <a:lnTo>
                    <a:pt x="7447" y="4919"/>
                  </a:lnTo>
                  <a:lnTo>
                    <a:pt x="7368" y="4919"/>
                  </a:lnTo>
                  <a:lnTo>
                    <a:pt x="7348" y="4938"/>
                  </a:lnTo>
                  <a:lnTo>
                    <a:pt x="7328" y="4938"/>
                  </a:lnTo>
                  <a:lnTo>
                    <a:pt x="7309" y="4919"/>
                  </a:lnTo>
                  <a:lnTo>
                    <a:pt x="7368" y="4859"/>
                  </a:lnTo>
                  <a:lnTo>
                    <a:pt x="7388" y="4839"/>
                  </a:lnTo>
                  <a:lnTo>
                    <a:pt x="7427" y="4839"/>
                  </a:lnTo>
                  <a:lnTo>
                    <a:pt x="7467" y="4820"/>
                  </a:lnTo>
                  <a:lnTo>
                    <a:pt x="7506" y="4919"/>
                  </a:lnTo>
                  <a:lnTo>
                    <a:pt x="7486" y="5057"/>
                  </a:lnTo>
                  <a:lnTo>
                    <a:pt x="7407" y="5175"/>
                  </a:lnTo>
                  <a:lnTo>
                    <a:pt x="7309" y="5254"/>
                  </a:lnTo>
                  <a:lnTo>
                    <a:pt x="7210" y="5373"/>
                  </a:lnTo>
                  <a:lnTo>
                    <a:pt x="7091" y="5531"/>
                  </a:lnTo>
                  <a:lnTo>
                    <a:pt x="7170" y="5531"/>
                  </a:lnTo>
                  <a:lnTo>
                    <a:pt x="7249" y="5551"/>
                  </a:lnTo>
                  <a:lnTo>
                    <a:pt x="7309" y="5570"/>
                  </a:lnTo>
                  <a:lnTo>
                    <a:pt x="7328" y="5610"/>
                  </a:lnTo>
                  <a:lnTo>
                    <a:pt x="7328" y="5649"/>
                  </a:lnTo>
                  <a:lnTo>
                    <a:pt x="7407" y="5610"/>
                  </a:lnTo>
                  <a:lnTo>
                    <a:pt x="7486" y="5531"/>
                  </a:lnTo>
                  <a:lnTo>
                    <a:pt x="7585" y="5333"/>
                  </a:lnTo>
                  <a:lnTo>
                    <a:pt x="7625" y="5333"/>
                  </a:lnTo>
                  <a:lnTo>
                    <a:pt x="7625" y="5353"/>
                  </a:lnTo>
                  <a:lnTo>
                    <a:pt x="7645" y="5393"/>
                  </a:lnTo>
                  <a:lnTo>
                    <a:pt x="7565" y="5452"/>
                  </a:lnTo>
                  <a:lnTo>
                    <a:pt x="7565" y="5452"/>
                  </a:lnTo>
                  <a:lnTo>
                    <a:pt x="7724" y="5412"/>
                  </a:lnTo>
                  <a:lnTo>
                    <a:pt x="7803" y="5412"/>
                  </a:lnTo>
                  <a:lnTo>
                    <a:pt x="7862" y="5452"/>
                  </a:lnTo>
                  <a:lnTo>
                    <a:pt x="7901" y="5412"/>
                  </a:lnTo>
                  <a:lnTo>
                    <a:pt x="7961" y="5373"/>
                  </a:lnTo>
                  <a:lnTo>
                    <a:pt x="8040" y="5215"/>
                  </a:lnTo>
                  <a:lnTo>
                    <a:pt x="8099" y="5215"/>
                  </a:lnTo>
                  <a:lnTo>
                    <a:pt x="8119" y="5195"/>
                  </a:lnTo>
                  <a:lnTo>
                    <a:pt x="8178" y="5136"/>
                  </a:lnTo>
                  <a:lnTo>
                    <a:pt x="8198" y="5116"/>
                  </a:lnTo>
                  <a:lnTo>
                    <a:pt x="8237" y="5156"/>
                  </a:lnTo>
                  <a:lnTo>
                    <a:pt x="8257" y="5175"/>
                  </a:lnTo>
                  <a:lnTo>
                    <a:pt x="8198" y="5215"/>
                  </a:lnTo>
                  <a:lnTo>
                    <a:pt x="8178" y="5254"/>
                  </a:lnTo>
                  <a:lnTo>
                    <a:pt x="8178" y="5294"/>
                  </a:lnTo>
                  <a:lnTo>
                    <a:pt x="8198" y="5314"/>
                  </a:lnTo>
                  <a:lnTo>
                    <a:pt x="8237" y="5333"/>
                  </a:lnTo>
                  <a:lnTo>
                    <a:pt x="8277" y="5314"/>
                  </a:lnTo>
                  <a:lnTo>
                    <a:pt x="8277" y="5314"/>
                  </a:lnTo>
                  <a:lnTo>
                    <a:pt x="8198" y="5393"/>
                  </a:lnTo>
                  <a:lnTo>
                    <a:pt x="8158" y="5432"/>
                  </a:lnTo>
                  <a:lnTo>
                    <a:pt x="8138" y="5432"/>
                  </a:lnTo>
                  <a:lnTo>
                    <a:pt x="8138" y="5412"/>
                  </a:lnTo>
                  <a:lnTo>
                    <a:pt x="8158" y="5353"/>
                  </a:lnTo>
                  <a:lnTo>
                    <a:pt x="8059" y="5393"/>
                  </a:lnTo>
                  <a:lnTo>
                    <a:pt x="8099" y="5393"/>
                  </a:lnTo>
                  <a:lnTo>
                    <a:pt x="8119" y="5412"/>
                  </a:lnTo>
                  <a:lnTo>
                    <a:pt x="8119" y="5432"/>
                  </a:lnTo>
                  <a:lnTo>
                    <a:pt x="8119" y="5472"/>
                  </a:lnTo>
                  <a:lnTo>
                    <a:pt x="8079" y="5570"/>
                  </a:lnTo>
                  <a:lnTo>
                    <a:pt x="8040" y="5669"/>
                  </a:lnTo>
                  <a:lnTo>
                    <a:pt x="8040" y="5669"/>
                  </a:lnTo>
                  <a:lnTo>
                    <a:pt x="8059" y="5649"/>
                  </a:lnTo>
                  <a:lnTo>
                    <a:pt x="8079" y="5630"/>
                  </a:lnTo>
                  <a:lnTo>
                    <a:pt x="8099" y="5570"/>
                  </a:lnTo>
                  <a:lnTo>
                    <a:pt x="8119" y="5511"/>
                  </a:lnTo>
                  <a:lnTo>
                    <a:pt x="8138" y="5511"/>
                  </a:lnTo>
                  <a:lnTo>
                    <a:pt x="8178" y="5491"/>
                  </a:lnTo>
                  <a:lnTo>
                    <a:pt x="8178" y="5590"/>
                  </a:lnTo>
                  <a:lnTo>
                    <a:pt x="8198" y="5649"/>
                  </a:lnTo>
                  <a:lnTo>
                    <a:pt x="8217" y="5689"/>
                  </a:lnTo>
                  <a:lnTo>
                    <a:pt x="8257" y="5709"/>
                  </a:lnTo>
                  <a:lnTo>
                    <a:pt x="8296" y="5728"/>
                  </a:lnTo>
                  <a:lnTo>
                    <a:pt x="8316" y="5768"/>
                  </a:lnTo>
                  <a:lnTo>
                    <a:pt x="8296" y="5847"/>
                  </a:lnTo>
                  <a:lnTo>
                    <a:pt x="8257" y="5965"/>
                  </a:lnTo>
                  <a:lnTo>
                    <a:pt x="8257" y="5965"/>
                  </a:lnTo>
                  <a:lnTo>
                    <a:pt x="8415" y="5906"/>
                  </a:lnTo>
                  <a:lnTo>
                    <a:pt x="8514" y="5886"/>
                  </a:lnTo>
                  <a:lnTo>
                    <a:pt x="8573" y="5886"/>
                  </a:lnTo>
                  <a:lnTo>
                    <a:pt x="8632" y="5847"/>
                  </a:lnTo>
                  <a:lnTo>
                    <a:pt x="8672" y="5827"/>
                  </a:lnTo>
                  <a:lnTo>
                    <a:pt x="8691" y="5807"/>
                  </a:lnTo>
                  <a:lnTo>
                    <a:pt x="8751" y="5748"/>
                  </a:lnTo>
                  <a:lnTo>
                    <a:pt x="8751" y="5689"/>
                  </a:lnTo>
                  <a:lnTo>
                    <a:pt x="8711" y="5689"/>
                  </a:lnTo>
                  <a:lnTo>
                    <a:pt x="8632" y="5709"/>
                  </a:lnTo>
                  <a:lnTo>
                    <a:pt x="8553" y="5709"/>
                  </a:lnTo>
                  <a:lnTo>
                    <a:pt x="8533" y="5689"/>
                  </a:lnTo>
                  <a:lnTo>
                    <a:pt x="8533" y="5610"/>
                  </a:lnTo>
                  <a:lnTo>
                    <a:pt x="8494" y="5649"/>
                  </a:lnTo>
                  <a:lnTo>
                    <a:pt x="8454" y="5689"/>
                  </a:lnTo>
                  <a:lnTo>
                    <a:pt x="8375" y="5788"/>
                  </a:lnTo>
                  <a:lnTo>
                    <a:pt x="8336" y="5788"/>
                  </a:lnTo>
                  <a:lnTo>
                    <a:pt x="8336" y="5748"/>
                  </a:lnTo>
                  <a:lnTo>
                    <a:pt x="8336" y="5728"/>
                  </a:lnTo>
                  <a:lnTo>
                    <a:pt x="8356" y="5669"/>
                  </a:lnTo>
                  <a:lnTo>
                    <a:pt x="8395" y="5669"/>
                  </a:lnTo>
                  <a:lnTo>
                    <a:pt x="8435" y="5630"/>
                  </a:lnTo>
                  <a:lnTo>
                    <a:pt x="8514" y="5551"/>
                  </a:lnTo>
                  <a:lnTo>
                    <a:pt x="8573" y="5491"/>
                  </a:lnTo>
                  <a:lnTo>
                    <a:pt x="8612" y="5472"/>
                  </a:lnTo>
                  <a:lnTo>
                    <a:pt x="8652" y="5491"/>
                  </a:lnTo>
                  <a:lnTo>
                    <a:pt x="8652" y="5432"/>
                  </a:lnTo>
                  <a:lnTo>
                    <a:pt x="8632" y="5393"/>
                  </a:lnTo>
                  <a:lnTo>
                    <a:pt x="8612" y="5353"/>
                  </a:lnTo>
                  <a:lnTo>
                    <a:pt x="8593" y="5314"/>
                  </a:lnTo>
                  <a:lnTo>
                    <a:pt x="8632" y="5235"/>
                  </a:lnTo>
                  <a:lnTo>
                    <a:pt x="8672" y="5156"/>
                  </a:lnTo>
                  <a:lnTo>
                    <a:pt x="8810" y="5057"/>
                  </a:lnTo>
                  <a:lnTo>
                    <a:pt x="8928" y="4978"/>
                  </a:lnTo>
                  <a:lnTo>
                    <a:pt x="8889" y="5057"/>
                  </a:lnTo>
                  <a:lnTo>
                    <a:pt x="8849" y="5096"/>
                  </a:lnTo>
                  <a:lnTo>
                    <a:pt x="9067" y="4998"/>
                  </a:lnTo>
                  <a:lnTo>
                    <a:pt x="9007" y="5136"/>
                  </a:lnTo>
                  <a:lnTo>
                    <a:pt x="8948" y="5235"/>
                  </a:lnTo>
                  <a:lnTo>
                    <a:pt x="8968" y="5254"/>
                  </a:lnTo>
                  <a:lnTo>
                    <a:pt x="8988" y="5254"/>
                  </a:lnTo>
                  <a:lnTo>
                    <a:pt x="9047" y="5274"/>
                  </a:lnTo>
                  <a:lnTo>
                    <a:pt x="9067" y="5274"/>
                  </a:lnTo>
                  <a:lnTo>
                    <a:pt x="9086" y="5294"/>
                  </a:lnTo>
                  <a:lnTo>
                    <a:pt x="9086" y="5333"/>
                  </a:lnTo>
                  <a:lnTo>
                    <a:pt x="9047" y="5373"/>
                  </a:lnTo>
                  <a:lnTo>
                    <a:pt x="9086" y="5373"/>
                  </a:lnTo>
                  <a:lnTo>
                    <a:pt x="9106" y="5333"/>
                  </a:lnTo>
                  <a:lnTo>
                    <a:pt x="9106" y="5274"/>
                  </a:lnTo>
                  <a:lnTo>
                    <a:pt x="9126" y="5215"/>
                  </a:lnTo>
                  <a:lnTo>
                    <a:pt x="9047" y="5175"/>
                  </a:lnTo>
                  <a:lnTo>
                    <a:pt x="9086" y="5116"/>
                  </a:lnTo>
                  <a:lnTo>
                    <a:pt x="9106" y="5096"/>
                  </a:lnTo>
                  <a:lnTo>
                    <a:pt x="9126" y="5116"/>
                  </a:lnTo>
                  <a:lnTo>
                    <a:pt x="9146" y="5136"/>
                  </a:lnTo>
                  <a:lnTo>
                    <a:pt x="9146" y="5156"/>
                  </a:lnTo>
                  <a:lnTo>
                    <a:pt x="9205" y="5156"/>
                  </a:lnTo>
                  <a:lnTo>
                    <a:pt x="9244" y="5116"/>
                  </a:lnTo>
                  <a:lnTo>
                    <a:pt x="9304" y="5017"/>
                  </a:lnTo>
                  <a:lnTo>
                    <a:pt x="9343" y="4998"/>
                  </a:lnTo>
                  <a:lnTo>
                    <a:pt x="9738" y="4148"/>
                  </a:lnTo>
                  <a:lnTo>
                    <a:pt x="9738" y="4148"/>
                  </a:lnTo>
                  <a:lnTo>
                    <a:pt x="9679" y="4168"/>
                  </a:lnTo>
                  <a:lnTo>
                    <a:pt x="9639" y="4168"/>
                  </a:lnTo>
                  <a:lnTo>
                    <a:pt x="9600" y="4148"/>
                  </a:lnTo>
                  <a:lnTo>
                    <a:pt x="9580" y="4128"/>
                  </a:lnTo>
                  <a:lnTo>
                    <a:pt x="9620" y="4069"/>
                  </a:lnTo>
                  <a:lnTo>
                    <a:pt x="9659" y="4030"/>
                  </a:lnTo>
                  <a:lnTo>
                    <a:pt x="9718" y="4010"/>
                  </a:lnTo>
                  <a:lnTo>
                    <a:pt x="9758" y="4010"/>
                  </a:lnTo>
                  <a:lnTo>
                    <a:pt x="9797" y="3990"/>
                  </a:lnTo>
                  <a:lnTo>
                    <a:pt x="9817" y="3951"/>
                  </a:lnTo>
                  <a:lnTo>
                    <a:pt x="9837" y="3891"/>
                  </a:lnTo>
                  <a:lnTo>
                    <a:pt x="9837" y="3872"/>
                  </a:lnTo>
                  <a:lnTo>
                    <a:pt x="9817" y="3872"/>
                  </a:lnTo>
                  <a:lnTo>
                    <a:pt x="9778" y="3891"/>
                  </a:lnTo>
                  <a:lnTo>
                    <a:pt x="9758" y="3951"/>
                  </a:lnTo>
                  <a:lnTo>
                    <a:pt x="9738" y="3990"/>
                  </a:lnTo>
                  <a:lnTo>
                    <a:pt x="9679" y="3891"/>
                  </a:lnTo>
                  <a:lnTo>
                    <a:pt x="9659" y="3812"/>
                  </a:lnTo>
                  <a:lnTo>
                    <a:pt x="9679" y="3714"/>
                  </a:lnTo>
                  <a:lnTo>
                    <a:pt x="9580" y="3753"/>
                  </a:lnTo>
                  <a:lnTo>
                    <a:pt x="9521" y="3773"/>
                  </a:lnTo>
                  <a:lnTo>
                    <a:pt x="9481" y="3793"/>
                  </a:lnTo>
                  <a:lnTo>
                    <a:pt x="9383" y="3872"/>
                  </a:lnTo>
                  <a:lnTo>
                    <a:pt x="9422" y="3872"/>
                  </a:lnTo>
                  <a:lnTo>
                    <a:pt x="9462" y="3832"/>
                  </a:lnTo>
                  <a:lnTo>
                    <a:pt x="9501" y="3832"/>
                  </a:lnTo>
                  <a:lnTo>
                    <a:pt x="9501" y="3852"/>
                  </a:lnTo>
                  <a:lnTo>
                    <a:pt x="9363" y="3970"/>
                  </a:lnTo>
                  <a:lnTo>
                    <a:pt x="9343" y="3951"/>
                  </a:lnTo>
                  <a:lnTo>
                    <a:pt x="9323" y="3931"/>
                  </a:lnTo>
                  <a:lnTo>
                    <a:pt x="9323" y="3852"/>
                  </a:lnTo>
                  <a:lnTo>
                    <a:pt x="9323" y="3793"/>
                  </a:lnTo>
                  <a:lnTo>
                    <a:pt x="9304" y="3733"/>
                  </a:lnTo>
                  <a:lnTo>
                    <a:pt x="9383" y="3714"/>
                  </a:lnTo>
                  <a:lnTo>
                    <a:pt x="9363" y="3733"/>
                  </a:lnTo>
                  <a:lnTo>
                    <a:pt x="9363" y="3733"/>
                  </a:lnTo>
                  <a:lnTo>
                    <a:pt x="9402" y="3714"/>
                  </a:lnTo>
                  <a:lnTo>
                    <a:pt x="9442" y="3714"/>
                  </a:lnTo>
                  <a:lnTo>
                    <a:pt x="9481" y="3694"/>
                  </a:lnTo>
                  <a:lnTo>
                    <a:pt x="9521" y="3654"/>
                  </a:lnTo>
                  <a:lnTo>
                    <a:pt x="9521" y="3654"/>
                  </a:lnTo>
                  <a:lnTo>
                    <a:pt x="9462" y="3674"/>
                  </a:lnTo>
                  <a:lnTo>
                    <a:pt x="9422" y="3674"/>
                  </a:lnTo>
                  <a:lnTo>
                    <a:pt x="9383" y="3654"/>
                  </a:lnTo>
                  <a:lnTo>
                    <a:pt x="9363" y="3635"/>
                  </a:lnTo>
                  <a:lnTo>
                    <a:pt x="9323" y="3654"/>
                  </a:lnTo>
                  <a:lnTo>
                    <a:pt x="9343" y="3635"/>
                  </a:lnTo>
                  <a:lnTo>
                    <a:pt x="9304" y="3635"/>
                  </a:lnTo>
                  <a:lnTo>
                    <a:pt x="9264" y="3615"/>
                  </a:lnTo>
                  <a:lnTo>
                    <a:pt x="9244" y="3516"/>
                  </a:lnTo>
                  <a:lnTo>
                    <a:pt x="9225" y="3477"/>
                  </a:lnTo>
                  <a:lnTo>
                    <a:pt x="9205" y="3477"/>
                  </a:lnTo>
                  <a:lnTo>
                    <a:pt x="9165" y="3496"/>
                  </a:lnTo>
                  <a:lnTo>
                    <a:pt x="9086" y="3556"/>
                  </a:lnTo>
                  <a:lnTo>
                    <a:pt x="9106" y="3575"/>
                  </a:lnTo>
                  <a:lnTo>
                    <a:pt x="9086" y="3615"/>
                  </a:lnTo>
                  <a:lnTo>
                    <a:pt x="9067" y="3674"/>
                  </a:lnTo>
                  <a:lnTo>
                    <a:pt x="9027" y="3714"/>
                  </a:lnTo>
                  <a:lnTo>
                    <a:pt x="9047" y="3674"/>
                  </a:lnTo>
                  <a:lnTo>
                    <a:pt x="9027" y="3635"/>
                  </a:lnTo>
                  <a:lnTo>
                    <a:pt x="9027" y="3595"/>
                  </a:lnTo>
                  <a:lnTo>
                    <a:pt x="9027" y="3556"/>
                  </a:lnTo>
                  <a:lnTo>
                    <a:pt x="9067" y="3536"/>
                  </a:lnTo>
                  <a:lnTo>
                    <a:pt x="9027" y="3477"/>
                  </a:lnTo>
                  <a:lnTo>
                    <a:pt x="8988" y="3457"/>
                  </a:lnTo>
                  <a:lnTo>
                    <a:pt x="8968" y="3457"/>
                  </a:lnTo>
                  <a:lnTo>
                    <a:pt x="8889" y="3595"/>
                  </a:lnTo>
                  <a:lnTo>
                    <a:pt x="8849" y="3635"/>
                  </a:lnTo>
                  <a:lnTo>
                    <a:pt x="8790" y="3654"/>
                  </a:lnTo>
                  <a:lnTo>
                    <a:pt x="8790" y="3615"/>
                  </a:lnTo>
                  <a:lnTo>
                    <a:pt x="8810" y="3575"/>
                  </a:lnTo>
                  <a:lnTo>
                    <a:pt x="8869" y="3496"/>
                  </a:lnTo>
                  <a:lnTo>
                    <a:pt x="8928" y="3437"/>
                  </a:lnTo>
                  <a:lnTo>
                    <a:pt x="8948" y="3398"/>
                  </a:lnTo>
                  <a:lnTo>
                    <a:pt x="8968" y="3338"/>
                  </a:lnTo>
                  <a:lnTo>
                    <a:pt x="8810" y="3398"/>
                  </a:lnTo>
                  <a:lnTo>
                    <a:pt x="8849" y="3299"/>
                  </a:lnTo>
                  <a:lnTo>
                    <a:pt x="8810" y="3240"/>
                  </a:lnTo>
                  <a:lnTo>
                    <a:pt x="8751" y="3220"/>
                  </a:lnTo>
                  <a:lnTo>
                    <a:pt x="8691" y="3240"/>
                  </a:lnTo>
                  <a:lnTo>
                    <a:pt x="8612" y="3240"/>
                  </a:lnTo>
                  <a:lnTo>
                    <a:pt x="8474" y="3279"/>
                  </a:lnTo>
                  <a:lnTo>
                    <a:pt x="8415" y="3279"/>
                  </a:lnTo>
                  <a:lnTo>
                    <a:pt x="8356" y="3259"/>
                  </a:lnTo>
                  <a:lnTo>
                    <a:pt x="8435" y="3180"/>
                  </a:lnTo>
                  <a:lnTo>
                    <a:pt x="8494" y="3141"/>
                  </a:lnTo>
                  <a:lnTo>
                    <a:pt x="8573" y="3121"/>
                  </a:lnTo>
                  <a:lnTo>
                    <a:pt x="8612" y="3121"/>
                  </a:lnTo>
                  <a:lnTo>
                    <a:pt x="8612" y="3082"/>
                  </a:lnTo>
                  <a:lnTo>
                    <a:pt x="8612" y="3062"/>
                  </a:lnTo>
                  <a:lnTo>
                    <a:pt x="8553" y="3042"/>
                  </a:lnTo>
                  <a:lnTo>
                    <a:pt x="8514" y="3042"/>
                  </a:lnTo>
                  <a:lnTo>
                    <a:pt x="8494" y="3022"/>
                  </a:lnTo>
                  <a:lnTo>
                    <a:pt x="8474" y="2983"/>
                  </a:lnTo>
                  <a:lnTo>
                    <a:pt x="8454" y="2963"/>
                  </a:lnTo>
                  <a:lnTo>
                    <a:pt x="8435" y="2963"/>
                  </a:lnTo>
                  <a:lnTo>
                    <a:pt x="8375" y="3003"/>
                  </a:lnTo>
                  <a:lnTo>
                    <a:pt x="8316" y="3062"/>
                  </a:lnTo>
                  <a:lnTo>
                    <a:pt x="8277" y="3121"/>
                  </a:lnTo>
                  <a:lnTo>
                    <a:pt x="8237" y="3121"/>
                  </a:lnTo>
                  <a:lnTo>
                    <a:pt x="8237" y="3062"/>
                  </a:lnTo>
                  <a:lnTo>
                    <a:pt x="8296" y="2983"/>
                  </a:lnTo>
                  <a:lnTo>
                    <a:pt x="8257" y="3022"/>
                  </a:lnTo>
                  <a:lnTo>
                    <a:pt x="8217" y="3042"/>
                  </a:lnTo>
                  <a:lnTo>
                    <a:pt x="8178" y="3062"/>
                  </a:lnTo>
                  <a:lnTo>
                    <a:pt x="8158" y="3062"/>
                  </a:lnTo>
                  <a:lnTo>
                    <a:pt x="8099" y="3042"/>
                  </a:lnTo>
                  <a:lnTo>
                    <a:pt x="8040" y="3022"/>
                  </a:lnTo>
                  <a:lnTo>
                    <a:pt x="8099" y="2943"/>
                  </a:lnTo>
                  <a:lnTo>
                    <a:pt x="7941" y="3003"/>
                  </a:lnTo>
                  <a:lnTo>
                    <a:pt x="7941" y="3022"/>
                  </a:lnTo>
                  <a:lnTo>
                    <a:pt x="7921" y="3062"/>
                  </a:lnTo>
                  <a:lnTo>
                    <a:pt x="7862" y="3141"/>
                  </a:lnTo>
                  <a:lnTo>
                    <a:pt x="7842" y="3121"/>
                  </a:lnTo>
                  <a:lnTo>
                    <a:pt x="7842" y="3220"/>
                  </a:lnTo>
                  <a:lnTo>
                    <a:pt x="7862" y="3240"/>
                  </a:lnTo>
                  <a:lnTo>
                    <a:pt x="7901" y="3259"/>
                  </a:lnTo>
                  <a:lnTo>
                    <a:pt x="7961" y="3240"/>
                  </a:lnTo>
                  <a:lnTo>
                    <a:pt x="8000" y="3240"/>
                  </a:lnTo>
                  <a:lnTo>
                    <a:pt x="8040" y="3259"/>
                  </a:lnTo>
                  <a:lnTo>
                    <a:pt x="8059" y="3299"/>
                  </a:lnTo>
                  <a:lnTo>
                    <a:pt x="8059" y="3398"/>
                  </a:lnTo>
                  <a:lnTo>
                    <a:pt x="8020" y="3417"/>
                  </a:lnTo>
                  <a:lnTo>
                    <a:pt x="8000" y="3457"/>
                  </a:lnTo>
                  <a:lnTo>
                    <a:pt x="8000" y="3477"/>
                  </a:lnTo>
                  <a:lnTo>
                    <a:pt x="7961" y="3496"/>
                  </a:lnTo>
                  <a:lnTo>
                    <a:pt x="7961" y="3477"/>
                  </a:lnTo>
                  <a:lnTo>
                    <a:pt x="7980" y="3437"/>
                  </a:lnTo>
                  <a:lnTo>
                    <a:pt x="7901" y="3516"/>
                  </a:lnTo>
                  <a:lnTo>
                    <a:pt x="7882" y="3536"/>
                  </a:lnTo>
                  <a:lnTo>
                    <a:pt x="7882" y="3556"/>
                  </a:lnTo>
                  <a:lnTo>
                    <a:pt x="7803" y="3654"/>
                  </a:lnTo>
                  <a:lnTo>
                    <a:pt x="7783" y="3674"/>
                  </a:lnTo>
                  <a:lnTo>
                    <a:pt x="7743" y="3694"/>
                  </a:lnTo>
                  <a:lnTo>
                    <a:pt x="7684" y="3674"/>
                  </a:lnTo>
                  <a:lnTo>
                    <a:pt x="7625" y="3694"/>
                  </a:lnTo>
                  <a:lnTo>
                    <a:pt x="7625" y="3635"/>
                  </a:lnTo>
                  <a:lnTo>
                    <a:pt x="7645" y="3595"/>
                  </a:lnTo>
                  <a:lnTo>
                    <a:pt x="7704" y="3536"/>
                  </a:lnTo>
                  <a:lnTo>
                    <a:pt x="7783" y="3496"/>
                  </a:lnTo>
                  <a:lnTo>
                    <a:pt x="7842" y="3457"/>
                  </a:lnTo>
                  <a:lnTo>
                    <a:pt x="7783" y="3477"/>
                  </a:lnTo>
                  <a:lnTo>
                    <a:pt x="7763" y="3477"/>
                  </a:lnTo>
                  <a:lnTo>
                    <a:pt x="7743" y="3457"/>
                  </a:lnTo>
                  <a:lnTo>
                    <a:pt x="7842" y="3319"/>
                  </a:lnTo>
                  <a:lnTo>
                    <a:pt x="7763" y="3358"/>
                  </a:lnTo>
                  <a:lnTo>
                    <a:pt x="7724" y="3398"/>
                  </a:lnTo>
                  <a:lnTo>
                    <a:pt x="7704" y="3477"/>
                  </a:lnTo>
                  <a:lnTo>
                    <a:pt x="7645" y="3556"/>
                  </a:lnTo>
                  <a:lnTo>
                    <a:pt x="7605" y="3615"/>
                  </a:lnTo>
                  <a:lnTo>
                    <a:pt x="7585" y="3635"/>
                  </a:lnTo>
                  <a:lnTo>
                    <a:pt x="7565" y="3615"/>
                  </a:lnTo>
                  <a:lnTo>
                    <a:pt x="7565" y="3595"/>
                  </a:lnTo>
                  <a:lnTo>
                    <a:pt x="7546" y="3536"/>
                  </a:lnTo>
                  <a:lnTo>
                    <a:pt x="7546" y="3516"/>
                  </a:lnTo>
                  <a:lnTo>
                    <a:pt x="7585" y="3496"/>
                  </a:lnTo>
                  <a:lnTo>
                    <a:pt x="7565" y="3457"/>
                  </a:lnTo>
                  <a:lnTo>
                    <a:pt x="7546" y="3457"/>
                  </a:lnTo>
                  <a:lnTo>
                    <a:pt x="7506" y="3477"/>
                  </a:lnTo>
                  <a:lnTo>
                    <a:pt x="7447" y="3496"/>
                  </a:lnTo>
                  <a:lnTo>
                    <a:pt x="7407" y="3496"/>
                  </a:lnTo>
                  <a:lnTo>
                    <a:pt x="7447" y="3358"/>
                  </a:lnTo>
                  <a:lnTo>
                    <a:pt x="7447" y="3398"/>
                  </a:lnTo>
                  <a:lnTo>
                    <a:pt x="7467" y="3417"/>
                  </a:lnTo>
                  <a:lnTo>
                    <a:pt x="7546" y="3358"/>
                  </a:lnTo>
                  <a:lnTo>
                    <a:pt x="7605" y="3299"/>
                  </a:lnTo>
                  <a:lnTo>
                    <a:pt x="7645" y="3279"/>
                  </a:lnTo>
                  <a:lnTo>
                    <a:pt x="7645" y="3240"/>
                  </a:lnTo>
                  <a:lnTo>
                    <a:pt x="7664" y="3180"/>
                  </a:lnTo>
                  <a:lnTo>
                    <a:pt x="7704" y="3121"/>
                  </a:lnTo>
                  <a:lnTo>
                    <a:pt x="7743" y="3082"/>
                  </a:lnTo>
                  <a:lnTo>
                    <a:pt x="7941" y="2924"/>
                  </a:lnTo>
                  <a:lnTo>
                    <a:pt x="7901" y="2904"/>
                  </a:lnTo>
                  <a:lnTo>
                    <a:pt x="7882" y="2884"/>
                  </a:lnTo>
                  <a:lnTo>
                    <a:pt x="7862" y="2845"/>
                  </a:lnTo>
                  <a:lnTo>
                    <a:pt x="7862" y="2785"/>
                  </a:lnTo>
                  <a:lnTo>
                    <a:pt x="7822" y="2825"/>
                  </a:lnTo>
                  <a:lnTo>
                    <a:pt x="7783" y="2825"/>
                  </a:lnTo>
                  <a:lnTo>
                    <a:pt x="7743" y="2805"/>
                  </a:lnTo>
                  <a:lnTo>
                    <a:pt x="7724" y="2785"/>
                  </a:lnTo>
                  <a:lnTo>
                    <a:pt x="7704" y="2766"/>
                  </a:lnTo>
                  <a:lnTo>
                    <a:pt x="7684" y="2746"/>
                  </a:lnTo>
                  <a:lnTo>
                    <a:pt x="7625" y="2766"/>
                  </a:lnTo>
                  <a:lnTo>
                    <a:pt x="7565" y="2825"/>
                  </a:lnTo>
                  <a:lnTo>
                    <a:pt x="7585" y="2785"/>
                  </a:lnTo>
                  <a:lnTo>
                    <a:pt x="7605" y="2746"/>
                  </a:lnTo>
                  <a:lnTo>
                    <a:pt x="7625" y="2726"/>
                  </a:lnTo>
                  <a:lnTo>
                    <a:pt x="7625" y="2706"/>
                  </a:lnTo>
                  <a:lnTo>
                    <a:pt x="7565" y="2667"/>
                  </a:lnTo>
                  <a:lnTo>
                    <a:pt x="7506" y="2647"/>
                  </a:lnTo>
                  <a:lnTo>
                    <a:pt x="7427" y="2647"/>
                  </a:lnTo>
                  <a:lnTo>
                    <a:pt x="7348" y="2667"/>
                  </a:lnTo>
                  <a:lnTo>
                    <a:pt x="7328" y="2647"/>
                  </a:lnTo>
                  <a:lnTo>
                    <a:pt x="7348" y="2608"/>
                  </a:lnTo>
                  <a:lnTo>
                    <a:pt x="7388" y="2529"/>
                  </a:lnTo>
                  <a:lnTo>
                    <a:pt x="7328" y="2469"/>
                  </a:lnTo>
                  <a:lnTo>
                    <a:pt x="7249" y="2449"/>
                  </a:lnTo>
                  <a:lnTo>
                    <a:pt x="7190" y="2469"/>
                  </a:lnTo>
                  <a:lnTo>
                    <a:pt x="7111" y="2489"/>
                  </a:lnTo>
                  <a:lnTo>
                    <a:pt x="7032" y="2509"/>
                  </a:lnTo>
                  <a:lnTo>
                    <a:pt x="6874" y="2509"/>
                  </a:lnTo>
                  <a:lnTo>
                    <a:pt x="6815" y="2449"/>
                  </a:lnTo>
                  <a:lnTo>
                    <a:pt x="6894" y="2390"/>
                  </a:lnTo>
                  <a:lnTo>
                    <a:pt x="6874" y="2351"/>
                  </a:lnTo>
                  <a:lnTo>
                    <a:pt x="6835" y="2331"/>
                  </a:lnTo>
                  <a:lnTo>
                    <a:pt x="6795" y="2351"/>
                  </a:lnTo>
                  <a:lnTo>
                    <a:pt x="6756" y="2390"/>
                  </a:lnTo>
                  <a:lnTo>
                    <a:pt x="6775" y="2311"/>
                  </a:lnTo>
                  <a:lnTo>
                    <a:pt x="6756" y="2272"/>
                  </a:lnTo>
                  <a:lnTo>
                    <a:pt x="6657" y="2272"/>
                  </a:lnTo>
                  <a:lnTo>
                    <a:pt x="6617" y="2291"/>
                  </a:lnTo>
                  <a:lnTo>
                    <a:pt x="6578" y="2272"/>
                  </a:lnTo>
                  <a:lnTo>
                    <a:pt x="6558" y="2232"/>
                  </a:lnTo>
                  <a:lnTo>
                    <a:pt x="6558" y="2153"/>
                  </a:lnTo>
                  <a:lnTo>
                    <a:pt x="6538" y="2114"/>
                  </a:lnTo>
                  <a:lnTo>
                    <a:pt x="6499" y="2114"/>
                  </a:lnTo>
                  <a:lnTo>
                    <a:pt x="6440" y="2173"/>
                  </a:lnTo>
                  <a:lnTo>
                    <a:pt x="6361" y="2232"/>
                  </a:lnTo>
                  <a:lnTo>
                    <a:pt x="6321" y="2252"/>
                  </a:lnTo>
                  <a:lnTo>
                    <a:pt x="6282" y="2272"/>
                  </a:lnTo>
                  <a:lnTo>
                    <a:pt x="6341" y="2173"/>
                  </a:lnTo>
                  <a:lnTo>
                    <a:pt x="6380" y="2114"/>
                  </a:lnTo>
                  <a:lnTo>
                    <a:pt x="6380" y="2074"/>
                  </a:lnTo>
                  <a:lnTo>
                    <a:pt x="6163" y="2035"/>
                  </a:lnTo>
                  <a:lnTo>
                    <a:pt x="5985" y="1995"/>
                  </a:lnTo>
                  <a:lnTo>
                    <a:pt x="5590" y="1877"/>
                  </a:lnTo>
                  <a:lnTo>
                    <a:pt x="5650" y="1837"/>
                  </a:lnTo>
                  <a:lnTo>
                    <a:pt x="5571" y="1798"/>
                  </a:lnTo>
                  <a:lnTo>
                    <a:pt x="5353" y="1798"/>
                  </a:lnTo>
                  <a:lnTo>
                    <a:pt x="5215" y="1817"/>
                  </a:lnTo>
                  <a:lnTo>
                    <a:pt x="5156" y="1798"/>
                  </a:lnTo>
                  <a:lnTo>
                    <a:pt x="5096" y="1738"/>
                  </a:lnTo>
                  <a:lnTo>
                    <a:pt x="5017" y="1798"/>
                  </a:lnTo>
                  <a:lnTo>
                    <a:pt x="4958" y="1837"/>
                  </a:lnTo>
                  <a:lnTo>
                    <a:pt x="4938" y="1896"/>
                  </a:lnTo>
                  <a:lnTo>
                    <a:pt x="4938" y="1936"/>
                  </a:lnTo>
                  <a:lnTo>
                    <a:pt x="4919" y="1995"/>
                  </a:lnTo>
                  <a:lnTo>
                    <a:pt x="4859" y="2153"/>
                  </a:lnTo>
                  <a:lnTo>
                    <a:pt x="4800" y="2153"/>
                  </a:lnTo>
                  <a:lnTo>
                    <a:pt x="4780" y="2133"/>
                  </a:lnTo>
                  <a:lnTo>
                    <a:pt x="4780" y="2094"/>
                  </a:lnTo>
                  <a:lnTo>
                    <a:pt x="4800" y="2054"/>
                  </a:lnTo>
                  <a:lnTo>
                    <a:pt x="4820" y="1956"/>
                  </a:lnTo>
                  <a:lnTo>
                    <a:pt x="4820" y="1936"/>
                  </a:lnTo>
                  <a:lnTo>
                    <a:pt x="4780" y="1916"/>
                  </a:lnTo>
                  <a:lnTo>
                    <a:pt x="4840" y="1817"/>
                  </a:lnTo>
                  <a:lnTo>
                    <a:pt x="4879" y="1758"/>
                  </a:lnTo>
                  <a:lnTo>
                    <a:pt x="4938" y="1719"/>
                  </a:lnTo>
                  <a:lnTo>
                    <a:pt x="4998" y="1640"/>
                  </a:lnTo>
                  <a:lnTo>
                    <a:pt x="4998" y="1640"/>
                  </a:lnTo>
                  <a:lnTo>
                    <a:pt x="4800" y="1699"/>
                  </a:lnTo>
                  <a:lnTo>
                    <a:pt x="4800" y="1679"/>
                  </a:lnTo>
                  <a:lnTo>
                    <a:pt x="4780" y="1659"/>
                  </a:lnTo>
                  <a:lnTo>
                    <a:pt x="4721" y="1640"/>
                  </a:lnTo>
                  <a:lnTo>
                    <a:pt x="4662" y="1620"/>
                  </a:lnTo>
                  <a:lnTo>
                    <a:pt x="4642" y="1600"/>
                  </a:lnTo>
                  <a:lnTo>
                    <a:pt x="4642" y="1580"/>
                  </a:lnTo>
                  <a:lnTo>
                    <a:pt x="4662" y="1561"/>
                  </a:lnTo>
                  <a:lnTo>
                    <a:pt x="4682" y="1521"/>
                  </a:lnTo>
                  <a:lnTo>
                    <a:pt x="4721" y="1482"/>
                  </a:lnTo>
                  <a:lnTo>
                    <a:pt x="4721" y="1501"/>
                  </a:lnTo>
                  <a:lnTo>
                    <a:pt x="4721" y="1521"/>
                  </a:lnTo>
                  <a:lnTo>
                    <a:pt x="4701" y="1541"/>
                  </a:lnTo>
                  <a:lnTo>
                    <a:pt x="4741" y="1561"/>
                  </a:lnTo>
                  <a:lnTo>
                    <a:pt x="4761" y="1561"/>
                  </a:lnTo>
                  <a:lnTo>
                    <a:pt x="4800" y="1541"/>
                  </a:lnTo>
                  <a:lnTo>
                    <a:pt x="4840" y="1501"/>
                  </a:lnTo>
                  <a:lnTo>
                    <a:pt x="4879" y="1482"/>
                  </a:lnTo>
                  <a:lnTo>
                    <a:pt x="4761" y="1482"/>
                  </a:lnTo>
                  <a:lnTo>
                    <a:pt x="4682" y="1462"/>
                  </a:lnTo>
                  <a:lnTo>
                    <a:pt x="4642" y="1422"/>
                  </a:lnTo>
                  <a:lnTo>
                    <a:pt x="4603" y="1482"/>
                  </a:lnTo>
                  <a:lnTo>
                    <a:pt x="4563" y="1501"/>
                  </a:lnTo>
                  <a:lnTo>
                    <a:pt x="4524" y="1501"/>
                  </a:lnTo>
                  <a:lnTo>
                    <a:pt x="4484" y="1521"/>
                  </a:lnTo>
                  <a:lnTo>
                    <a:pt x="4484" y="1501"/>
                  </a:lnTo>
                  <a:lnTo>
                    <a:pt x="4464" y="1541"/>
                  </a:lnTo>
                  <a:lnTo>
                    <a:pt x="4425" y="1561"/>
                  </a:lnTo>
                  <a:lnTo>
                    <a:pt x="4385" y="1600"/>
                  </a:lnTo>
                  <a:lnTo>
                    <a:pt x="4445" y="1422"/>
                  </a:lnTo>
                  <a:lnTo>
                    <a:pt x="4425" y="1442"/>
                  </a:lnTo>
                  <a:lnTo>
                    <a:pt x="4405" y="1462"/>
                  </a:lnTo>
                  <a:lnTo>
                    <a:pt x="4405" y="1501"/>
                  </a:lnTo>
                  <a:lnTo>
                    <a:pt x="4366" y="1521"/>
                  </a:lnTo>
                  <a:lnTo>
                    <a:pt x="4306" y="1521"/>
                  </a:lnTo>
                  <a:lnTo>
                    <a:pt x="4247" y="1482"/>
                  </a:lnTo>
                  <a:lnTo>
                    <a:pt x="4227" y="1462"/>
                  </a:lnTo>
                  <a:lnTo>
                    <a:pt x="4208" y="1403"/>
                  </a:lnTo>
                  <a:lnTo>
                    <a:pt x="4208" y="1363"/>
                  </a:lnTo>
                  <a:lnTo>
                    <a:pt x="4227" y="1304"/>
                  </a:lnTo>
                  <a:lnTo>
                    <a:pt x="4188" y="1304"/>
                  </a:lnTo>
                  <a:lnTo>
                    <a:pt x="4148" y="1324"/>
                  </a:lnTo>
                  <a:lnTo>
                    <a:pt x="4109" y="1343"/>
                  </a:lnTo>
                  <a:lnTo>
                    <a:pt x="4069" y="1324"/>
                  </a:lnTo>
                  <a:lnTo>
                    <a:pt x="4129" y="1245"/>
                  </a:lnTo>
                  <a:lnTo>
                    <a:pt x="4050" y="1185"/>
                  </a:lnTo>
                  <a:lnTo>
                    <a:pt x="3951" y="1146"/>
                  </a:lnTo>
                  <a:lnTo>
                    <a:pt x="3872" y="1087"/>
                  </a:lnTo>
                  <a:lnTo>
                    <a:pt x="3832" y="1047"/>
                  </a:lnTo>
                  <a:lnTo>
                    <a:pt x="3813" y="988"/>
                  </a:lnTo>
                  <a:lnTo>
                    <a:pt x="3655" y="1008"/>
                  </a:lnTo>
                  <a:lnTo>
                    <a:pt x="3576" y="1027"/>
                  </a:lnTo>
                  <a:lnTo>
                    <a:pt x="3497" y="1087"/>
                  </a:lnTo>
                  <a:lnTo>
                    <a:pt x="3516" y="1087"/>
                  </a:lnTo>
                  <a:lnTo>
                    <a:pt x="3536" y="1126"/>
                  </a:lnTo>
                  <a:lnTo>
                    <a:pt x="3536" y="1185"/>
                  </a:lnTo>
                  <a:lnTo>
                    <a:pt x="3477" y="1225"/>
                  </a:lnTo>
                  <a:lnTo>
                    <a:pt x="3457" y="1264"/>
                  </a:lnTo>
                  <a:lnTo>
                    <a:pt x="3358" y="1264"/>
                  </a:lnTo>
                  <a:lnTo>
                    <a:pt x="3378" y="1205"/>
                  </a:lnTo>
                  <a:lnTo>
                    <a:pt x="3358" y="1166"/>
                  </a:lnTo>
                  <a:lnTo>
                    <a:pt x="3358" y="1126"/>
                  </a:lnTo>
                  <a:lnTo>
                    <a:pt x="3398" y="1106"/>
                  </a:lnTo>
                  <a:lnTo>
                    <a:pt x="3418" y="1047"/>
                  </a:lnTo>
                  <a:lnTo>
                    <a:pt x="3418" y="1008"/>
                  </a:lnTo>
                  <a:lnTo>
                    <a:pt x="3398" y="988"/>
                  </a:lnTo>
                  <a:lnTo>
                    <a:pt x="3339" y="988"/>
                  </a:lnTo>
                  <a:lnTo>
                    <a:pt x="3319" y="968"/>
                  </a:lnTo>
                  <a:lnTo>
                    <a:pt x="3319" y="929"/>
                  </a:lnTo>
                  <a:lnTo>
                    <a:pt x="3339" y="869"/>
                  </a:lnTo>
                  <a:lnTo>
                    <a:pt x="3299" y="889"/>
                  </a:lnTo>
                  <a:lnTo>
                    <a:pt x="3181" y="889"/>
                  </a:lnTo>
                  <a:lnTo>
                    <a:pt x="3102" y="929"/>
                  </a:lnTo>
                  <a:lnTo>
                    <a:pt x="3141" y="889"/>
                  </a:lnTo>
                  <a:lnTo>
                    <a:pt x="3161" y="869"/>
                  </a:lnTo>
                  <a:lnTo>
                    <a:pt x="3200" y="869"/>
                  </a:lnTo>
                  <a:lnTo>
                    <a:pt x="3220" y="830"/>
                  </a:lnTo>
                  <a:lnTo>
                    <a:pt x="3161" y="850"/>
                  </a:lnTo>
                  <a:lnTo>
                    <a:pt x="3161" y="850"/>
                  </a:lnTo>
                  <a:lnTo>
                    <a:pt x="3200" y="790"/>
                  </a:lnTo>
                  <a:lnTo>
                    <a:pt x="3161" y="771"/>
                  </a:lnTo>
                  <a:lnTo>
                    <a:pt x="3141" y="771"/>
                  </a:lnTo>
                  <a:lnTo>
                    <a:pt x="3062" y="810"/>
                  </a:lnTo>
                  <a:lnTo>
                    <a:pt x="2983" y="889"/>
                  </a:lnTo>
                  <a:lnTo>
                    <a:pt x="2924" y="929"/>
                  </a:lnTo>
                  <a:lnTo>
                    <a:pt x="2944" y="909"/>
                  </a:lnTo>
                  <a:lnTo>
                    <a:pt x="2884" y="929"/>
                  </a:lnTo>
                  <a:lnTo>
                    <a:pt x="3003" y="790"/>
                  </a:lnTo>
                  <a:lnTo>
                    <a:pt x="3003" y="790"/>
                  </a:lnTo>
                  <a:lnTo>
                    <a:pt x="2944" y="810"/>
                  </a:lnTo>
                  <a:lnTo>
                    <a:pt x="2884" y="850"/>
                  </a:lnTo>
                  <a:lnTo>
                    <a:pt x="2825" y="889"/>
                  </a:lnTo>
                  <a:lnTo>
                    <a:pt x="2766" y="909"/>
                  </a:lnTo>
                  <a:lnTo>
                    <a:pt x="2786" y="850"/>
                  </a:lnTo>
                  <a:lnTo>
                    <a:pt x="2706" y="889"/>
                  </a:lnTo>
                  <a:lnTo>
                    <a:pt x="2746" y="850"/>
                  </a:lnTo>
                  <a:lnTo>
                    <a:pt x="2667" y="909"/>
                  </a:lnTo>
                  <a:lnTo>
                    <a:pt x="2608" y="929"/>
                  </a:lnTo>
                  <a:lnTo>
                    <a:pt x="2548" y="948"/>
                  </a:lnTo>
                  <a:lnTo>
                    <a:pt x="2489" y="988"/>
                  </a:lnTo>
                  <a:lnTo>
                    <a:pt x="2489" y="948"/>
                  </a:lnTo>
                  <a:lnTo>
                    <a:pt x="2489" y="869"/>
                  </a:lnTo>
                  <a:lnTo>
                    <a:pt x="2489" y="830"/>
                  </a:lnTo>
                  <a:lnTo>
                    <a:pt x="2469" y="850"/>
                  </a:lnTo>
                  <a:lnTo>
                    <a:pt x="2450" y="869"/>
                  </a:lnTo>
                  <a:lnTo>
                    <a:pt x="2548" y="692"/>
                  </a:lnTo>
                  <a:lnTo>
                    <a:pt x="2568" y="692"/>
                  </a:lnTo>
                  <a:lnTo>
                    <a:pt x="2588" y="711"/>
                  </a:lnTo>
                  <a:lnTo>
                    <a:pt x="2568" y="771"/>
                  </a:lnTo>
                  <a:lnTo>
                    <a:pt x="2568" y="810"/>
                  </a:lnTo>
                  <a:lnTo>
                    <a:pt x="2627" y="810"/>
                  </a:lnTo>
                  <a:lnTo>
                    <a:pt x="2647" y="711"/>
                  </a:lnTo>
                  <a:lnTo>
                    <a:pt x="2627" y="632"/>
                  </a:lnTo>
                  <a:lnTo>
                    <a:pt x="2608" y="573"/>
                  </a:lnTo>
                  <a:lnTo>
                    <a:pt x="2568" y="534"/>
                  </a:lnTo>
                  <a:lnTo>
                    <a:pt x="2469" y="474"/>
                  </a:lnTo>
                  <a:lnTo>
                    <a:pt x="2351" y="435"/>
                  </a:lnTo>
                  <a:lnTo>
                    <a:pt x="2311" y="455"/>
                  </a:lnTo>
                  <a:lnTo>
                    <a:pt x="2252" y="435"/>
                  </a:lnTo>
                  <a:lnTo>
                    <a:pt x="2173" y="395"/>
                  </a:lnTo>
                  <a:lnTo>
                    <a:pt x="2134" y="376"/>
                  </a:lnTo>
                  <a:lnTo>
                    <a:pt x="2074" y="376"/>
                  </a:lnTo>
                  <a:lnTo>
                    <a:pt x="2035" y="415"/>
                  </a:lnTo>
                  <a:lnTo>
                    <a:pt x="1956" y="474"/>
                  </a:lnTo>
                  <a:lnTo>
                    <a:pt x="2035" y="376"/>
                  </a:lnTo>
                  <a:lnTo>
                    <a:pt x="1916" y="198"/>
                  </a:lnTo>
                  <a:lnTo>
                    <a:pt x="1818" y="158"/>
                  </a:lnTo>
                  <a:lnTo>
                    <a:pt x="1719" y="99"/>
                  </a:lnTo>
                  <a:lnTo>
                    <a:pt x="1660" y="79"/>
                  </a:lnTo>
                  <a:lnTo>
                    <a:pt x="1541" y="79"/>
                  </a:lnTo>
                  <a:lnTo>
                    <a:pt x="1482" y="119"/>
                  </a:lnTo>
                  <a:lnTo>
                    <a:pt x="1482" y="119"/>
                  </a:lnTo>
                  <a:lnTo>
                    <a:pt x="1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2" name="Google Shape;5302;p20"/>
            <p:cNvSpPr/>
            <p:nvPr/>
          </p:nvSpPr>
          <p:spPr>
            <a:xfrm>
              <a:off x="-1255850" y="3936575"/>
              <a:ext cx="1000" cy="1025"/>
            </a:xfrm>
            <a:custGeom>
              <a:rect b="b" l="l" r="r" t="t"/>
              <a:pathLst>
                <a:path extrusionOk="0" h="41" w="40">
                  <a:moveTo>
                    <a:pt x="40" y="1"/>
                  </a:moveTo>
                  <a:lnTo>
                    <a:pt x="40" y="1"/>
                  </a:lnTo>
                  <a:lnTo>
                    <a:pt x="0" y="40"/>
                  </a:lnTo>
                  <a:lnTo>
                    <a:pt x="0" y="40"/>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3" name="Google Shape;5303;p20"/>
            <p:cNvSpPr/>
            <p:nvPr/>
          </p:nvSpPr>
          <p:spPr>
            <a:xfrm>
              <a:off x="-1226725" y="3948425"/>
              <a:ext cx="525" cy="1025"/>
            </a:xfrm>
            <a:custGeom>
              <a:rect b="b" l="l" r="r" t="t"/>
              <a:pathLst>
                <a:path extrusionOk="0" h="41" w="21">
                  <a:moveTo>
                    <a:pt x="21" y="1"/>
                  </a:moveTo>
                  <a:lnTo>
                    <a:pt x="21" y="1"/>
                  </a:lnTo>
                  <a:lnTo>
                    <a:pt x="1" y="40"/>
                  </a:lnTo>
                  <a:lnTo>
                    <a:pt x="1" y="40"/>
                  </a:lnTo>
                  <a:lnTo>
                    <a:pt x="21" y="1"/>
                  </a:lnTo>
                  <a:lnTo>
                    <a:pt x="2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
            <p:cNvSpPr/>
            <p:nvPr/>
          </p:nvSpPr>
          <p:spPr>
            <a:xfrm>
              <a:off x="-1426225" y="3852150"/>
              <a:ext cx="310150" cy="250875"/>
            </a:xfrm>
            <a:custGeom>
              <a:rect b="b" l="l" r="r" t="t"/>
              <a:pathLst>
                <a:path extrusionOk="0" h="10035" w="12406">
                  <a:moveTo>
                    <a:pt x="2470" y="0"/>
                  </a:moveTo>
                  <a:lnTo>
                    <a:pt x="2391" y="20"/>
                  </a:lnTo>
                  <a:lnTo>
                    <a:pt x="2332" y="60"/>
                  </a:lnTo>
                  <a:lnTo>
                    <a:pt x="2174" y="158"/>
                  </a:lnTo>
                  <a:lnTo>
                    <a:pt x="2016" y="316"/>
                  </a:lnTo>
                  <a:lnTo>
                    <a:pt x="1858" y="514"/>
                  </a:lnTo>
                  <a:lnTo>
                    <a:pt x="1700" y="731"/>
                  </a:lnTo>
                  <a:lnTo>
                    <a:pt x="1522" y="988"/>
                  </a:lnTo>
                  <a:lnTo>
                    <a:pt x="1364" y="1284"/>
                  </a:lnTo>
                  <a:lnTo>
                    <a:pt x="1344" y="1284"/>
                  </a:lnTo>
                  <a:lnTo>
                    <a:pt x="1324" y="1324"/>
                  </a:lnTo>
                  <a:lnTo>
                    <a:pt x="1324" y="1363"/>
                  </a:lnTo>
                  <a:lnTo>
                    <a:pt x="1265" y="1422"/>
                  </a:lnTo>
                  <a:lnTo>
                    <a:pt x="1226" y="1501"/>
                  </a:lnTo>
                  <a:lnTo>
                    <a:pt x="1226" y="1521"/>
                  </a:lnTo>
                  <a:lnTo>
                    <a:pt x="1226" y="1541"/>
                  </a:lnTo>
                  <a:lnTo>
                    <a:pt x="989" y="1995"/>
                  </a:lnTo>
                  <a:lnTo>
                    <a:pt x="752" y="2450"/>
                  </a:lnTo>
                  <a:lnTo>
                    <a:pt x="554" y="2904"/>
                  </a:lnTo>
                  <a:lnTo>
                    <a:pt x="376" y="3338"/>
                  </a:lnTo>
                  <a:lnTo>
                    <a:pt x="218" y="3733"/>
                  </a:lnTo>
                  <a:lnTo>
                    <a:pt x="100" y="4049"/>
                  </a:lnTo>
                  <a:lnTo>
                    <a:pt x="21" y="4306"/>
                  </a:lnTo>
                  <a:lnTo>
                    <a:pt x="1" y="4464"/>
                  </a:lnTo>
                  <a:lnTo>
                    <a:pt x="21" y="4524"/>
                  </a:lnTo>
                  <a:lnTo>
                    <a:pt x="40" y="4563"/>
                  </a:lnTo>
                  <a:lnTo>
                    <a:pt x="139" y="4701"/>
                  </a:lnTo>
                  <a:lnTo>
                    <a:pt x="277" y="4840"/>
                  </a:lnTo>
                  <a:lnTo>
                    <a:pt x="495" y="4978"/>
                  </a:lnTo>
                  <a:lnTo>
                    <a:pt x="732" y="5156"/>
                  </a:lnTo>
                  <a:lnTo>
                    <a:pt x="1008" y="5333"/>
                  </a:lnTo>
                  <a:lnTo>
                    <a:pt x="1680" y="5709"/>
                  </a:lnTo>
                  <a:lnTo>
                    <a:pt x="2411" y="6104"/>
                  </a:lnTo>
                  <a:lnTo>
                    <a:pt x="3201" y="6519"/>
                  </a:lnTo>
                  <a:lnTo>
                    <a:pt x="4662" y="7269"/>
                  </a:lnTo>
                  <a:lnTo>
                    <a:pt x="6243" y="8099"/>
                  </a:lnTo>
                  <a:lnTo>
                    <a:pt x="7131" y="8592"/>
                  </a:lnTo>
                  <a:lnTo>
                    <a:pt x="8040" y="9067"/>
                  </a:lnTo>
                  <a:lnTo>
                    <a:pt x="8889" y="9481"/>
                  </a:lnTo>
                  <a:lnTo>
                    <a:pt x="9620" y="9797"/>
                  </a:lnTo>
                  <a:lnTo>
                    <a:pt x="9916" y="9916"/>
                  </a:lnTo>
                  <a:lnTo>
                    <a:pt x="10173" y="9995"/>
                  </a:lnTo>
                  <a:lnTo>
                    <a:pt x="10371" y="10034"/>
                  </a:lnTo>
                  <a:lnTo>
                    <a:pt x="10450" y="10034"/>
                  </a:lnTo>
                  <a:lnTo>
                    <a:pt x="10509" y="10015"/>
                  </a:lnTo>
                  <a:lnTo>
                    <a:pt x="10588" y="9955"/>
                  </a:lnTo>
                  <a:lnTo>
                    <a:pt x="10667" y="9857"/>
                  </a:lnTo>
                  <a:lnTo>
                    <a:pt x="10687" y="9837"/>
                  </a:lnTo>
                  <a:lnTo>
                    <a:pt x="10687" y="9817"/>
                  </a:lnTo>
                  <a:lnTo>
                    <a:pt x="10707" y="9797"/>
                  </a:lnTo>
                  <a:lnTo>
                    <a:pt x="10726" y="9797"/>
                  </a:lnTo>
                  <a:lnTo>
                    <a:pt x="10726" y="9778"/>
                  </a:lnTo>
                  <a:lnTo>
                    <a:pt x="10746" y="9738"/>
                  </a:lnTo>
                  <a:lnTo>
                    <a:pt x="10766" y="9718"/>
                  </a:lnTo>
                  <a:lnTo>
                    <a:pt x="10904" y="9481"/>
                  </a:lnTo>
                  <a:lnTo>
                    <a:pt x="11042" y="9225"/>
                  </a:lnTo>
                  <a:lnTo>
                    <a:pt x="11319" y="8573"/>
                  </a:lnTo>
                  <a:lnTo>
                    <a:pt x="11516" y="8099"/>
                  </a:lnTo>
                  <a:lnTo>
                    <a:pt x="11714" y="7605"/>
                  </a:lnTo>
                  <a:lnTo>
                    <a:pt x="12050" y="6637"/>
                  </a:lnTo>
                  <a:lnTo>
                    <a:pt x="12306" y="5827"/>
                  </a:lnTo>
                  <a:lnTo>
                    <a:pt x="12366" y="5551"/>
                  </a:lnTo>
                  <a:lnTo>
                    <a:pt x="12405" y="5353"/>
                  </a:lnTo>
                  <a:lnTo>
                    <a:pt x="12385" y="5274"/>
                  </a:lnTo>
                  <a:lnTo>
                    <a:pt x="12326" y="5195"/>
                  </a:lnTo>
                  <a:lnTo>
                    <a:pt x="12247" y="5096"/>
                  </a:lnTo>
                  <a:lnTo>
                    <a:pt x="12129" y="4998"/>
                  </a:lnTo>
                  <a:lnTo>
                    <a:pt x="11832" y="4800"/>
                  </a:lnTo>
                  <a:lnTo>
                    <a:pt x="11418" y="4563"/>
                  </a:lnTo>
                  <a:lnTo>
                    <a:pt x="11358" y="4524"/>
                  </a:lnTo>
                  <a:lnTo>
                    <a:pt x="11339" y="4524"/>
                  </a:lnTo>
                  <a:lnTo>
                    <a:pt x="11260" y="4484"/>
                  </a:lnTo>
                  <a:lnTo>
                    <a:pt x="11260" y="4464"/>
                  </a:lnTo>
                  <a:lnTo>
                    <a:pt x="11240" y="4464"/>
                  </a:lnTo>
                  <a:lnTo>
                    <a:pt x="11220" y="4445"/>
                  </a:lnTo>
                  <a:lnTo>
                    <a:pt x="10233" y="3970"/>
                  </a:lnTo>
                  <a:lnTo>
                    <a:pt x="8435" y="3101"/>
                  </a:lnTo>
                  <a:lnTo>
                    <a:pt x="7447" y="2627"/>
                  </a:lnTo>
                  <a:lnTo>
                    <a:pt x="6499" y="2134"/>
                  </a:lnTo>
                  <a:lnTo>
                    <a:pt x="4761" y="1205"/>
                  </a:lnTo>
                  <a:lnTo>
                    <a:pt x="3537" y="553"/>
                  </a:lnTo>
                  <a:lnTo>
                    <a:pt x="2588" y="20"/>
                  </a:lnTo>
                  <a:lnTo>
                    <a:pt x="252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
            <p:cNvSpPr/>
            <p:nvPr/>
          </p:nvSpPr>
          <p:spPr>
            <a:xfrm>
              <a:off x="-1160050" y="3541050"/>
              <a:ext cx="44950" cy="29150"/>
            </a:xfrm>
            <a:custGeom>
              <a:rect b="b" l="l" r="r" t="t"/>
              <a:pathLst>
                <a:path extrusionOk="0" h="1166" w="1798">
                  <a:moveTo>
                    <a:pt x="1699" y="0"/>
                  </a:moveTo>
                  <a:lnTo>
                    <a:pt x="1679" y="139"/>
                  </a:lnTo>
                  <a:lnTo>
                    <a:pt x="1659" y="336"/>
                  </a:lnTo>
                  <a:lnTo>
                    <a:pt x="1679" y="514"/>
                  </a:lnTo>
                  <a:lnTo>
                    <a:pt x="1699" y="554"/>
                  </a:lnTo>
                  <a:lnTo>
                    <a:pt x="1245" y="751"/>
                  </a:lnTo>
                  <a:lnTo>
                    <a:pt x="889" y="889"/>
                  </a:lnTo>
                  <a:lnTo>
                    <a:pt x="632" y="988"/>
                  </a:lnTo>
                  <a:lnTo>
                    <a:pt x="376" y="1067"/>
                  </a:lnTo>
                  <a:lnTo>
                    <a:pt x="297" y="1067"/>
                  </a:lnTo>
                  <a:lnTo>
                    <a:pt x="237" y="1047"/>
                  </a:lnTo>
                  <a:lnTo>
                    <a:pt x="178" y="968"/>
                  </a:lnTo>
                  <a:lnTo>
                    <a:pt x="139" y="889"/>
                  </a:lnTo>
                  <a:lnTo>
                    <a:pt x="119" y="791"/>
                  </a:lnTo>
                  <a:lnTo>
                    <a:pt x="99" y="712"/>
                  </a:lnTo>
                  <a:lnTo>
                    <a:pt x="119" y="633"/>
                  </a:lnTo>
                  <a:lnTo>
                    <a:pt x="0" y="692"/>
                  </a:lnTo>
                  <a:lnTo>
                    <a:pt x="40" y="850"/>
                  </a:lnTo>
                  <a:lnTo>
                    <a:pt x="79" y="988"/>
                  </a:lnTo>
                  <a:lnTo>
                    <a:pt x="139" y="1107"/>
                  </a:lnTo>
                  <a:lnTo>
                    <a:pt x="178" y="1146"/>
                  </a:lnTo>
                  <a:lnTo>
                    <a:pt x="218" y="1166"/>
                  </a:lnTo>
                  <a:lnTo>
                    <a:pt x="297" y="1166"/>
                  </a:lnTo>
                  <a:lnTo>
                    <a:pt x="376" y="1146"/>
                  </a:lnTo>
                  <a:lnTo>
                    <a:pt x="593" y="1087"/>
                  </a:lnTo>
                  <a:lnTo>
                    <a:pt x="830" y="1008"/>
                  </a:lnTo>
                  <a:lnTo>
                    <a:pt x="1106" y="889"/>
                  </a:lnTo>
                  <a:lnTo>
                    <a:pt x="1580" y="692"/>
                  </a:lnTo>
                  <a:lnTo>
                    <a:pt x="1798" y="593"/>
                  </a:lnTo>
                  <a:lnTo>
                    <a:pt x="1758" y="554"/>
                  </a:lnTo>
                  <a:lnTo>
                    <a:pt x="1738" y="415"/>
                  </a:lnTo>
                  <a:lnTo>
                    <a:pt x="1719" y="336"/>
                  </a:lnTo>
                  <a:lnTo>
                    <a:pt x="1719" y="238"/>
                  </a:lnTo>
                  <a:lnTo>
                    <a:pt x="1758" y="119"/>
                  </a:lnTo>
                  <a:lnTo>
                    <a:pt x="17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6" name="Google Shape;5306;p20"/>
            <p:cNvSpPr/>
            <p:nvPr/>
          </p:nvSpPr>
          <p:spPr>
            <a:xfrm>
              <a:off x="-1201050" y="3651650"/>
              <a:ext cx="61750" cy="19800"/>
            </a:xfrm>
            <a:custGeom>
              <a:rect b="b" l="l" r="r" t="t"/>
              <a:pathLst>
                <a:path extrusionOk="0" h="792" w="2470">
                  <a:moveTo>
                    <a:pt x="2154" y="1"/>
                  </a:moveTo>
                  <a:lnTo>
                    <a:pt x="1917" y="60"/>
                  </a:lnTo>
                  <a:lnTo>
                    <a:pt x="1166" y="218"/>
                  </a:lnTo>
                  <a:lnTo>
                    <a:pt x="929" y="277"/>
                  </a:lnTo>
                  <a:lnTo>
                    <a:pt x="712" y="357"/>
                  </a:lnTo>
                  <a:lnTo>
                    <a:pt x="514" y="455"/>
                  </a:lnTo>
                  <a:lnTo>
                    <a:pt x="337" y="554"/>
                  </a:lnTo>
                  <a:lnTo>
                    <a:pt x="100" y="732"/>
                  </a:lnTo>
                  <a:lnTo>
                    <a:pt x="1" y="791"/>
                  </a:lnTo>
                  <a:lnTo>
                    <a:pt x="100" y="752"/>
                  </a:lnTo>
                  <a:lnTo>
                    <a:pt x="337" y="633"/>
                  </a:lnTo>
                  <a:lnTo>
                    <a:pt x="672" y="495"/>
                  </a:lnTo>
                  <a:lnTo>
                    <a:pt x="870" y="436"/>
                  </a:lnTo>
                  <a:lnTo>
                    <a:pt x="1087" y="376"/>
                  </a:lnTo>
                  <a:lnTo>
                    <a:pt x="1542" y="317"/>
                  </a:lnTo>
                  <a:lnTo>
                    <a:pt x="1996" y="277"/>
                  </a:lnTo>
                  <a:lnTo>
                    <a:pt x="2470" y="238"/>
                  </a:lnTo>
                  <a:lnTo>
                    <a:pt x="215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7" name="Google Shape;5307;p20"/>
            <p:cNvSpPr/>
            <p:nvPr/>
          </p:nvSpPr>
          <p:spPr>
            <a:xfrm>
              <a:off x="-1604475" y="3372675"/>
              <a:ext cx="1500" cy="25"/>
            </a:xfrm>
            <a:custGeom>
              <a:rect b="b" l="l" r="r" t="t"/>
              <a:pathLst>
                <a:path extrusionOk="0" h="1" w="60">
                  <a:moveTo>
                    <a:pt x="60" y="0"/>
                  </a:moveTo>
                  <a:lnTo>
                    <a:pt x="60" y="0"/>
                  </a:lnTo>
                  <a:lnTo>
                    <a:pt x="0" y="0"/>
                  </a:lnTo>
                  <a:lnTo>
                    <a:pt x="0" y="0"/>
                  </a:lnTo>
                  <a:lnTo>
                    <a:pt x="60" y="0"/>
                  </a:lnTo>
                  <a:lnTo>
                    <a:pt x="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8" name="Google Shape;5308;p20"/>
            <p:cNvSpPr/>
            <p:nvPr/>
          </p:nvSpPr>
          <p:spPr>
            <a:xfrm>
              <a:off x="-1617800" y="3278850"/>
              <a:ext cx="158525" cy="230125"/>
            </a:xfrm>
            <a:custGeom>
              <a:rect b="b" l="l" r="r" t="t"/>
              <a:pathLst>
                <a:path extrusionOk="0" h="9205" w="6341">
                  <a:moveTo>
                    <a:pt x="1245" y="4089"/>
                  </a:moveTo>
                  <a:lnTo>
                    <a:pt x="1324" y="4148"/>
                  </a:lnTo>
                  <a:lnTo>
                    <a:pt x="1324" y="4148"/>
                  </a:lnTo>
                  <a:lnTo>
                    <a:pt x="1284" y="4109"/>
                  </a:lnTo>
                  <a:lnTo>
                    <a:pt x="1245" y="4089"/>
                  </a:lnTo>
                  <a:close/>
                  <a:moveTo>
                    <a:pt x="2054" y="5570"/>
                  </a:moveTo>
                  <a:lnTo>
                    <a:pt x="1995" y="5590"/>
                  </a:lnTo>
                  <a:lnTo>
                    <a:pt x="1857" y="5728"/>
                  </a:lnTo>
                  <a:lnTo>
                    <a:pt x="1896" y="5728"/>
                  </a:lnTo>
                  <a:lnTo>
                    <a:pt x="1916" y="5748"/>
                  </a:lnTo>
                  <a:lnTo>
                    <a:pt x="1896" y="5787"/>
                  </a:lnTo>
                  <a:lnTo>
                    <a:pt x="1896" y="5827"/>
                  </a:lnTo>
                  <a:lnTo>
                    <a:pt x="1877" y="5847"/>
                  </a:lnTo>
                  <a:lnTo>
                    <a:pt x="1896" y="5867"/>
                  </a:lnTo>
                  <a:lnTo>
                    <a:pt x="1956" y="5807"/>
                  </a:lnTo>
                  <a:lnTo>
                    <a:pt x="2015" y="5787"/>
                  </a:lnTo>
                  <a:lnTo>
                    <a:pt x="1995" y="5847"/>
                  </a:lnTo>
                  <a:lnTo>
                    <a:pt x="2173" y="5728"/>
                  </a:lnTo>
                  <a:lnTo>
                    <a:pt x="2153" y="5728"/>
                  </a:lnTo>
                  <a:lnTo>
                    <a:pt x="2153" y="5708"/>
                  </a:lnTo>
                  <a:lnTo>
                    <a:pt x="2133" y="5689"/>
                  </a:lnTo>
                  <a:lnTo>
                    <a:pt x="2074" y="5689"/>
                  </a:lnTo>
                  <a:lnTo>
                    <a:pt x="2054" y="5669"/>
                  </a:lnTo>
                  <a:lnTo>
                    <a:pt x="2074" y="5629"/>
                  </a:lnTo>
                  <a:lnTo>
                    <a:pt x="2133" y="5629"/>
                  </a:lnTo>
                  <a:lnTo>
                    <a:pt x="2114" y="5610"/>
                  </a:lnTo>
                  <a:lnTo>
                    <a:pt x="2094" y="5570"/>
                  </a:lnTo>
                  <a:close/>
                  <a:moveTo>
                    <a:pt x="3321" y="7543"/>
                  </a:moveTo>
                  <a:lnTo>
                    <a:pt x="3319" y="7545"/>
                  </a:lnTo>
                  <a:lnTo>
                    <a:pt x="3338" y="7545"/>
                  </a:lnTo>
                  <a:lnTo>
                    <a:pt x="3321" y="7543"/>
                  </a:lnTo>
                  <a:close/>
                  <a:moveTo>
                    <a:pt x="1640" y="0"/>
                  </a:moveTo>
                  <a:lnTo>
                    <a:pt x="0" y="810"/>
                  </a:lnTo>
                  <a:lnTo>
                    <a:pt x="1087" y="3259"/>
                  </a:lnTo>
                  <a:lnTo>
                    <a:pt x="1225" y="3200"/>
                  </a:lnTo>
                  <a:lnTo>
                    <a:pt x="1383" y="3180"/>
                  </a:lnTo>
                  <a:lnTo>
                    <a:pt x="1383" y="3180"/>
                  </a:lnTo>
                  <a:lnTo>
                    <a:pt x="1343" y="3200"/>
                  </a:lnTo>
                  <a:lnTo>
                    <a:pt x="1324" y="3259"/>
                  </a:lnTo>
                  <a:lnTo>
                    <a:pt x="1324" y="3318"/>
                  </a:lnTo>
                  <a:lnTo>
                    <a:pt x="1304" y="3378"/>
                  </a:lnTo>
                  <a:lnTo>
                    <a:pt x="1225" y="3417"/>
                  </a:lnTo>
                  <a:lnTo>
                    <a:pt x="1166" y="3457"/>
                  </a:lnTo>
                  <a:lnTo>
                    <a:pt x="1106" y="3516"/>
                  </a:lnTo>
                  <a:lnTo>
                    <a:pt x="1087" y="3516"/>
                  </a:lnTo>
                  <a:lnTo>
                    <a:pt x="1047" y="3496"/>
                  </a:lnTo>
                  <a:lnTo>
                    <a:pt x="1146" y="3397"/>
                  </a:lnTo>
                  <a:lnTo>
                    <a:pt x="1166" y="3378"/>
                  </a:lnTo>
                  <a:lnTo>
                    <a:pt x="1126" y="3378"/>
                  </a:lnTo>
                  <a:lnTo>
                    <a:pt x="1027" y="3496"/>
                  </a:lnTo>
                  <a:lnTo>
                    <a:pt x="929" y="3635"/>
                  </a:lnTo>
                  <a:lnTo>
                    <a:pt x="850" y="3654"/>
                  </a:lnTo>
                  <a:lnTo>
                    <a:pt x="810" y="3654"/>
                  </a:lnTo>
                  <a:lnTo>
                    <a:pt x="790" y="3635"/>
                  </a:lnTo>
                  <a:lnTo>
                    <a:pt x="850" y="3615"/>
                  </a:lnTo>
                  <a:lnTo>
                    <a:pt x="909" y="3575"/>
                  </a:lnTo>
                  <a:lnTo>
                    <a:pt x="810" y="3575"/>
                  </a:lnTo>
                  <a:lnTo>
                    <a:pt x="731" y="3635"/>
                  </a:lnTo>
                  <a:lnTo>
                    <a:pt x="652" y="3694"/>
                  </a:lnTo>
                  <a:lnTo>
                    <a:pt x="593" y="3753"/>
                  </a:lnTo>
                  <a:lnTo>
                    <a:pt x="632" y="3793"/>
                  </a:lnTo>
                  <a:lnTo>
                    <a:pt x="652" y="3793"/>
                  </a:lnTo>
                  <a:lnTo>
                    <a:pt x="691" y="3773"/>
                  </a:lnTo>
                  <a:lnTo>
                    <a:pt x="652" y="3832"/>
                  </a:lnTo>
                  <a:lnTo>
                    <a:pt x="652" y="3852"/>
                  </a:lnTo>
                  <a:lnTo>
                    <a:pt x="691" y="3872"/>
                  </a:lnTo>
                  <a:lnTo>
                    <a:pt x="731" y="3891"/>
                  </a:lnTo>
                  <a:lnTo>
                    <a:pt x="770" y="3911"/>
                  </a:lnTo>
                  <a:lnTo>
                    <a:pt x="790" y="3931"/>
                  </a:lnTo>
                  <a:lnTo>
                    <a:pt x="790" y="3970"/>
                  </a:lnTo>
                  <a:lnTo>
                    <a:pt x="770" y="4010"/>
                  </a:lnTo>
                  <a:lnTo>
                    <a:pt x="830" y="3970"/>
                  </a:lnTo>
                  <a:lnTo>
                    <a:pt x="869" y="3951"/>
                  </a:lnTo>
                  <a:lnTo>
                    <a:pt x="929" y="3951"/>
                  </a:lnTo>
                  <a:lnTo>
                    <a:pt x="929" y="3970"/>
                  </a:lnTo>
                  <a:lnTo>
                    <a:pt x="929" y="3990"/>
                  </a:lnTo>
                  <a:lnTo>
                    <a:pt x="909" y="4010"/>
                  </a:lnTo>
                  <a:lnTo>
                    <a:pt x="830" y="4089"/>
                  </a:lnTo>
                  <a:lnTo>
                    <a:pt x="889" y="4089"/>
                  </a:lnTo>
                  <a:lnTo>
                    <a:pt x="948" y="4109"/>
                  </a:lnTo>
                  <a:lnTo>
                    <a:pt x="968" y="4128"/>
                  </a:lnTo>
                  <a:lnTo>
                    <a:pt x="968" y="4148"/>
                  </a:lnTo>
                  <a:lnTo>
                    <a:pt x="988" y="4148"/>
                  </a:lnTo>
                  <a:lnTo>
                    <a:pt x="1027" y="4128"/>
                  </a:lnTo>
                  <a:lnTo>
                    <a:pt x="1106" y="4089"/>
                  </a:lnTo>
                  <a:lnTo>
                    <a:pt x="1185" y="4030"/>
                  </a:lnTo>
                  <a:lnTo>
                    <a:pt x="1245" y="4010"/>
                  </a:lnTo>
                  <a:lnTo>
                    <a:pt x="1383" y="4010"/>
                  </a:lnTo>
                  <a:lnTo>
                    <a:pt x="1383" y="4030"/>
                  </a:lnTo>
                  <a:lnTo>
                    <a:pt x="1383" y="4069"/>
                  </a:lnTo>
                  <a:lnTo>
                    <a:pt x="1403" y="4089"/>
                  </a:lnTo>
                  <a:lnTo>
                    <a:pt x="1422" y="4109"/>
                  </a:lnTo>
                  <a:lnTo>
                    <a:pt x="1363" y="4148"/>
                  </a:lnTo>
                  <a:lnTo>
                    <a:pt x="1324" y="4148"/>
                  </a:lnTo>
                  <a:lnTo>
                    <a:pt x="1403" y="4207"/>
                  </a:lnTo>
                  <a:lnTo>
                    <a:pt x="1343" y="4247"/>
                  </a:lnTo>
                  <a:lnTo>
                    <a:pt x="1304" y="4267"/>
                  </a:lnTo>
                  <a:lnTo>
                    <a:pt x="1264" y="4247"/>
                  </a:lnTo>
                  <a:lnTo>
                    <a:pt x="1245" y="4207"/>
                  </a:lnTo>
                  <a:lnTo>
                    <a:pt x="1225" y="4247"/>
                  </a:lnTo>
                  <a:lnTo>
                    <a:pt x="1225" y="4286"/>
                  </a:lnTo>
                  <a:lnTo>
                    <a:pt x="1245" y="4306"/>
                  </a:lnTo>
                  <a:lnTo>
                    <a:pt x="1264" y="4326"/>
                  </a:lnTo>
                  <a:lnTo>
                    <a:pt x="1343" y="4326"/>
                  </a:lnTo>
                  <a:lnTo>
                    <a:pt x="1442" y="4306"/>
                  </a:lnTo>
                  <a:lnTo>
                    <a:pt x="1442" y="4365"/>
                  </a:lnTo>
                  <a:lnTo>
                    <a:pt x="1442" y="4385"/>
                  </a:lnTo>
                  <a:lnTo>
                    <a:pt x="1422" y="4425"/>
                  </a:lnTo>
                  <a:lnTo>
                    <a:pt x="1343" y="4444"/>
                  </a:lnTo>
                  <a:lnTo>
                    <a:pt x="1245" y="4484"/>
                  </a:lnTo>
                  <a:lnTo>
                    <a:pt x="1146" y="4504"/>
                  </a:lnTo>
                  <a:lnTo>
                    <a:pt x="1067" y="4504"/>
                  </a:lnTo>
                  <a:lnTo>
                    <a:pt x="1067" y="4464"/>
                  </a:lnTo>
                  <a:lnTo>
                    <a:pt x="1087" y="4444"/>
                  </a:lnTo>
                  <a:lnTo>
                    <a:pt x="1146" y="4425"/>
                  </a:lnTo>
                  <a:lnTo>
                    <a:pt x="1205" y="4405"/>
                  </a:lnTo>
                  <a:lnTo>
                    <a:pt x="1225" y="4385"/>
                  </a:lnTo>
                  <a:lnTo>
                    <a:pt x="1245" y="4365"/>
                  </a:lnTo>
                  <a:lnTo>
                    <a:pt x="1106" y="4405"/>
                  </a:lnTo>
                  <a:lnTo>
                    <a:pt x="1126" y="4385"/>
                  </a:lnTo>
                  <a:lnTo>
                    <a:pt x="1106" y="4365"/>
                  </a:lnTo>
                  <a:lnTo>
                    <a:pt x="1067" y="4346"/>
                  </a:lnTo>
                  <a:lnTo>
                    <a:pt x="1027" y="4326"/>
                  </a:lnTo>
                  <a:lnTo>
                    <a:pt x="1047" y="4326"/>
                  </a:lnTo>
                  <a:lnTo>
                    <a:pt x="1067" y="4306"/>
                  </a:lnTo>
                  <a:lnTo>
                    <a:pt x="1106" y="4326"/>
                  </a:lnTo>
                  <a:lnTo>
                    <a:pt x="1087" y="4267"/>
                  </a:lnTo>
                  <a:lnTo>
                    <a:pt x="1067" y="4227"/>
                  </a:lnTo>
                  <a:lnTo>
                    <a:pt x="1027" y="4207"/>
                  </a:lnTo>
                  <a:lnTo>
                    <a:pt x="929" y="4207"/>
                  </a:lnTo>
                  <a:lnTo>
                    <a:pt x="909" y="4247"/>
                  </a:lnTo>
                  <a:lnTo>
                    <a:pt x="929" y="4286"/>
                  </a:lnTo>
                  <a:lnTo>
                    <a:pt x="968" y="4365"/>
                  </a:lnTo>
                  <a:lnTo>
                    <a:pt x="988" y="4425"/>
                  </a:lnTo>
                  <a:lnTo>
                    <a:pt x="988" y="4464"/>
                  </a:lnTo>
                  <a:lnTo>
                    <a:pt x="948" y="4504"/>
                  </a:lnTo>
                  <a:lnTo>
                    <a:pt x="1225" y="4602"/>
                  </a:lnTo>
                  <a:lnTo>
                    <a:pt x="1324" y="4504"/>
                  </a:lnTo>
                  <a:lnTo>
                    <a:pt x="1383" y="4484"/>
                  </a:lnTo>
                  <a:lnTo>
                    <a:pt x="1462" y="4464"/>
                  </a:lnTo>
                  <a:lnTo>
                    <a:pt x="1363" y="4523"/>
                  </a:lnTo>
                  <a:lnTo>
                    <a:pt x="1324" y="4602"/>
                  </a:lnTo>
                  <a:lnTo>
                    <a:pt x="1284" y="4662"/>
                  </a:lnTo>
                  <a:lnTo>
                    <a:pt x="1284" y="4721"/>
                  </a:lnTo>
                  <a:lnTo>
                    <a:pt x="1343" y="4701"/>
                  </a:lnTo>
                  <a:lnTo>
                    <a:pt x="1383" y="4681"/>
                  </a:lnTo>
                  <a:lnTo>
                    <a:pt x="1462" y="4681"/>
                  </a:lnTo>
                  <a:lnTo>
                    <a:pt x="1521" y="4701"/>
                  </a:lnTo>
                  <a:lnTo>
                    <a:pt x="1561" y="4681"/>
                  </a:lnTo>
                  <a:lnTo>
                    <a:pt x="1600" y="4662"/>
                  </a:lnTo>
                  <a:lnTo>
                    <a:pt x="1561" y="4642"/>
                  </a:lnTo>
                  <a:lnTo>
                    <a:pt x="1580" y="4622"/>
                  </a:lnTo>
                  <a:lnTo>
                    <a:pt x="1640" y="4563"/>
                  </a:lnTo>
                  <a:lnTo>
                    <a:pt x="1659" y="4583"/>
                  </a:lnTo>
                  <a:lnTo>
                    <a:pt x="1699" y="4583"/>
                  </a:lnTo>
                  <a:lnTo>
                    <a:pt x="1758" y="4563"/>
                  </a:lnTo>
                  <a:lnTo>
                    <a:pt x="1798" y="4543"/>
                  </a:lnTo>
                  <a:lnTo>
                    <a:pt x="1817" y="4543"/>
                  </a:lnTo>
                  <a:lnTo>
                    <a:pt x="1817" y="4602"/>
                  </a:lnTo>
                  <a:lnTo>
                    <a:pt x="1778" y="4622"/>
                  </a:lnTo>
                  <a:lnTo>
                    <a:pt x="1738" y="4642"/>
                  </a:lnTo>
                  <a:lnTo>
                    <a:pt x="1719" y="4662"/>
                  </a:lnTo>
                  <a:lnTo>
                    <a:pt x="1719" y="4701"/>
                  </a:lnTo>
                  <a:lnTo>
                    <a:pt x="1719" y="4721"/>
                  </a:lnTo>
                  <a:lnTo>
                    <a:pt x="1521" y="4741"/>
                  </a:lnTo>
                  <a:lnTo>
                    <a:pt x="1324" y="4741"/>
                  </a:lnTo>
                  <a:lnTo>
                    <a:pt x="1304" y="4760"/>
                  </a:lnTo>
                  <a:lnTo>
                    <a:pt x="1324" y="4780"/>
                  </a:lnTo>
                  <a:lnTo>
                    <a:pt x="1324" y="4820"/>
                  </a:lnTo>
                  <a:lnTo>
                    <a:pt x="1304" y="4859"/>
                  </a:lnTo>
                  <a:lnTo>
                    <a:pt x="1363" y="4820"/>
                  </a:lnTo>
                  <a:lnTo>
                    <a:pt x="1422" y="4800"/>
                  </a:lnTo>
                  <a:lnTo>
                    <a:pt x="1462" y="4780"/>
                  </a:lnTo>
                  <a:lnTo>
                    <a:pt x="1501" y="4760"/>
                  </a:lnTo>
                  <a:lnTo>
                    <a:pt x="1640" y="4820"/>
                  </a:lnTo>
                  <a:lnTo>
                    <a:pt x="1778" y="4859"/>
                  </a:lnTo>
                  <a:lnTo>
                    <a:pt x="1857" y="4899"/>
                  </a:lnTo>
                  <a:lnTo>
                    <a:pt x="1936" y="4938"/>
                  </a:lnTo>
                  <a:lnTo>
                    <a:pt x="1837" y="4978"/>
                  </a:lnTo>
                  <a:lnTo>
                    <a:pt x="1719" y="4958"/>
                  </a:lnTo>
                  <a:lnTo>
                    <a:pt x="1640" y="4938"/>
                  </a:lnTo>
                  <a:lnTo>
                    <a:pt x="1580" y="4938"/>
                  </a:lnTo>
                  <a:lnTo>
                    <a:pt x="1521" y="4958"/>
                  </a:lnTo>
                  <a:lnTo>
                    <a:pt x="1462" y="4978"/>
                  </a:lnTo>
                  <a:lnTo>
                    <a:pt x="1383" y="5017"/>
                  </a:lnTo>
                  <a:lnTo>
                    <a:pt x="1442" y="5037"/>
                  </a:lnTo>
                  <a:lnTo>
                    <a:pt x="1561" y="5037"/>
                  </a:lnTo>
                  <a:lnTo>
                    <a:pt x="1561" y="5057"/>
                  </a:lnTo>
                  <a:lnTo>
                    <a:pt x="1541" y="5096"/>
                  </a:lnTo>
                  <a:lnTo>
                    <a:pt x="1521" y="5116"/>
                  </a:lnTo>
                  <a:lnTo>
                    <a:pt x="1541" y="5155"/>
                  </a:lnTo>
                  <a:lnTo>
                    <a:pt x="1561" y="5175"/>
                  </a:lnTo>
                  <a:lnTo>
                    <a:pt x="1620" y="5215"/>
                  </a:lnTo>
                  <a:lnTo>
                    <a:pt x="1659" y="5274"/>
                  </a:lnTo>
                  <a:lnTo>
                    <a:pt x="1719" y="5195"/>
                  </a:lnTo>
                  <a:lnTo>
                    <a:pt x="1758" y="5215"/>
                  </a:lnTo>
                  <a:lnTo>
                    <a:pt x="1778" y="5234"/>
                  </a:lnTo>
                  <a:lnTo>
                    <a:pt x="1778" y="5313"/>
                  </a:lnTo>
                  <a:lnTo>
                    <a:pt x="1738" y="5313"/>
                  </a:lnTo>
                  <a:lnTo>
                    <a:pt x="1798" y="5333"/>
                  </a:lnTo>
                  <a:lnTo>
                    <a:pt x="1778" y="5353"/>
                  </a:lnTo>
                  <a:lnTo>
                    <a:pt x="1817" y="5353"/>
                  </a:lnTo>
                  <a:lnTo>
                    <a:pt x="1837" y="5373"/>
                  </a:lnTo>
                  <a:lnTo>
                    <a:pt x="1857" y="5412"/>
                  </a:lnTo>
                  <a:lnTo>
                    <a:pt x="1877" y="5471"/>
                  </a:lnTo>
                  <a:lnTo>
                    <a:pt x="1936" y="5531"/>
                  </a:lnTo>
                  <a:lnTo>
                    <a:pt x="1975" y="5491"/>
                  </a:lnTo>
                  <a:lnTo>
                    <a:pt x="1956" y="5471"/>
                  </a:lnTo>
                  <a:lnTo>
                    <a:pt x="1916" y="5432"/>
                  </a:lnTo>
                  <a:lnTo>
                    <a:pt x="1896" y="5412"/>
                  </a:lnTo>
                  <a:lnTo>
                    <a:pt x="1916" y="5373"/>
                  </a:lnTo>
                  <a:lnTo>
                    <a:pt x="1956" y="5333"/>
                  </a:lnTo>
                  <a:lnTo>
                    <a:pt x="1975" y="5313"/>
                  </a:lnTo>
                  <a:lnTo>
                    <a:pt x="2035" y="5294"/>
                  </a:lnTo>
                  <a:lnTo>
                    <a:pt x="2054" y="5313"/>
                  </a:lnTo>
                  <a:lnTo>
                    <a:pt x="2074" y="5353"/>
                  </a:lnTo>
                  <a:lnTo>
                    <a:pt x="2153" y="5373"/>
                  </a:lnTo>
                  <a:lnTo>
                    <a:pt x="2232" y="5412"/>
                  </a:lnTo>
                  <a:lnTo>
                    <a:pt x="2272" y="5432"/>
                  </a:lnTo>
                  <a:lnTo>
                    <a:pt x="2291" y="5471"/>
                  </a:lnTo>
                  <a:lnTo>
                    <a:pt x="2311" y="5432"/>
                  </a:lnTo>
                  <a:lnTo>
                    <a:pt x="2370" y="5432"/>
                  </a:lnTo>
                  <a:lnTo>
                    <a:pt x="2390" y="5452"/>
                  </a:lnTo>
                  <a:lnTo>
                    <a:pt x="2410" y="5531"/>
                  </a:lnTo>
                  <a:lnTo>
                    <a:pt x="2390" y="5550"/>
                  </a:lnTo>
                  <a:lnTo>
                    <a:pt x="2370" y="5590"/>
                  </a:lnTo>
                  <a:lnTo>
                    <a:pt x="2232" y="5590"/>
                  </a:lnTo>
                  <a:lnTo>
                    <a:pt x="2193" y="5610"/>
                  </a:lnTo>
                  <a:lnTo>
                    <a:pt x="2173" y="5629"/>
                  </a:lnTo>
                  <a:lnTo>
                    <a:pt x="2133" y="5629"/>
                  </a:lnTo>
                  <a:lnTo>
                    <a:pt x="2193" y="5649"/>
                  </a:lnTo>
                  <a:lnTo>
                    <a:pt x="2272" y="5629"/>
                  </a:lnTo>
                  <a:lnTo>
                    <a:pt x="2331" y="5649"/>
                  </a:lnTo>
                  <a:lnTo>
                    <a:pt x="2351" y="5669"/>
                  </a:lnTo>
                  <a:lnTo>
                    <a:pt x="2390" y="5689"/>
                  </a:lnTo>
                  <a:lnTo>
                    <a:pt x="2351" y="5708"/>
                  </a:lnTo>
                  <a:lnTo>
                    <a:pt x="2331" y="5708"/>
                  </a:lnTo>
                  <a:lnTo>
                    <a:pt x="2311" y="5689"/>
                  </a:lnTo>
                  <a:lnTo>
                    <a:pt x="2291" y="5689"/>
                  </a:lnTo>
                  <a:lnTo>
                    <a:pt x="2272" y="5708"/>
                  </a:lnTo>
                  <a:lnTo>
                    <a:pt x="2291" y="5728"/>
                  </a:lnTo>
                  <a:lnTo>
                    <a:pt x="2331" y="5748"/>
                  </a:lnTo>
                  <a:lnTo>
                    <a:pt x="2390" y="5768"/>
                  </a:lnTo>
                  <a:lnTo>
                    <a:pt x="2390" y="5787"/>
                  </a:lnTo>
                  <a:lnTo>
                    <a:pt x="2390" y="5807"/>
                  </a:lnTo>
                  <a:lnTo>
                    <a:pt x="2252" y="5807"/>
                  </a:lnTo>
                  <a:lnTo>
                    <a:pt x="2212" y="5827"/>
                  </a:lnTo>
                  <a:lnTo>
                    <a:pt x="2153" y="5867"/>
                  </a:lnTo>
                  <a:lnTo>
                    <a:pt x="2212" y="5867"/>
                  </a:lnTo>
                  <a:lnTo>
                    <a:pt x="2311" y="5847"/>
                  </a:lnTo>
                  <a:lnTo>
                    <a:pt x="2311" y="5847"/>
                  </a:lnTo>
                  <a:lnTo>
                    <a:pt x="2291" y="5867"/>
                  </a:lnTo>
                  <a:lnTo>
                    <a:pt x="2272" y="5886"/>
                  </a:lnTo>
                  <a:lnTo>
                    <a:pt x="2232" y="5906"/>
                  </a:lnTo>
                  <a:lnTo>
                    <a:pt x="2252" y="5906"/>
                  </a:lnTo>
                  <a:lnTo>
                    <a:pt x="2331" y="5886"/>
                  </a:lnTo>
                  <a:lnTo>
                    <a:pt x="2370" y="5886"/>
                  </a:lnTo>
                  <a:lnTo>
                    <a:pt x="2370" y="5906"/>
                  </a:lnTo>
                  <a:lnTo>
                    <a:pt x="2331" y="5946"/>
                  </a:lnTo>
                  <a:lnTo>
                    <a:pt x="2291" y="5965"/>
                  </a:lnTo>
                  <a:lnTo>
                    <a:pt x="2311" y="6005"/>
                  </a:lnTo>
                  <a:lnTo>
                    <a:pt x="2449" y="6005"/>
                  </a:lnTo>
                  <a:lnTo>
                    <a:pt x="2449" y="5985"/>
                  </a:lnTo>
                  <a:lnTo>
                    <a:pt x="2469" y="5965"/>
                  </a:lnTo>
                  <a:lnTo>
                    <a:pt x="2548" y="5906"/>
                  </a:lnTo>
                  <a:lnTo>
                    <a:pt x="2627" y="5886"/>
                  </a:lnTo>
                  <a:lnTo>
                    <a:pt x="2686" y="5886"/>
                  </a:lnTo>
                  <a:lnTo>
                    <a:pt x="2726" y="5946"/>
                  </a:lnTo>
                  <a:lnTo>
                    <a:pt x="2765" y="6005"/>
                  </a:lnTo>
                  <a:lnTo>
                    <a:pt x="2785" y="6025"/>
                  </a:lnTo>
                  <a:lnTo>
                    <a:pt x="2765" y="6044"/>
                  </a:lnTo>
                  <a:lnTo>
                    <a:pt x="2746" y="6084"/>
                  </a:lnTo>
                  <a:lnTo>
                    <a:pt x="2706" y="6143"/>
                  </a:lnTo>
                  <a:lnTo>
                    <a:pt x="2825" y="6123"/>
                  </a:lnTo>
                  <a:lnTo>
                    <a:pt x="2765" y="6163"/>
                  </a:lnTo>
                  <a:lnTo>
                    <a:pt x="2746" y="6183"/>
                  </a:lnTo>
                  <a:lnTo>
                    <a:pt x="2765" y="6183"/>
                  </a:lnTo>
                  <a:lnTo>
                    <a:pt x="2785" y="6222"/>
                  </a:lnTo>
                  <a:lnTo>
                    <a:pt x="2785" y="6242"/>
                  </a:lnTo>
                  <a:lnTo>
                    <a:pt x="2746" y="6262"/>
                  </a:lnTo>
                  <a:lnTo>
                    <a:pt x="2726" y="6262"/>
                  </a:lnTo>
                  <a:lnTo>
                    <a:pt x="2686" y="6222"/>
                  </a:lnTo>
                  <a:lnTo>
                    <a:pt x="2667" y="6202"/>
                  </a:lnTo>
                  <a:lnTo>
                    <a:pt x="2568" y="6202"/>
                  </a:lnTo>
                  <a:lnTo>
                    <a:pt x="2489" y="6222"/>
                  </a:lnTo>
                  <a:lnTo>
                    <a:pt x="2489" y="6262"/>
                  </a:lnTo>
                  <a:lnTo>
                    <a:pt x="2469" y="6281"/>
                  </a:lnTo>
                  <a:lnTo>
                    <a:pt x="2410" y="6301"/>
                  </a:lnTo>
                  <a:lnTo>
                    <a:pt x="2351" y="6321"/>
                  </a:lnTo>
                  <a:lnTo>
                    <a:pt x="2370" y="6341"/>
                  </a:lnTo>
                  <a:lnTo>
                    <a:pt x="2430" y="6321"/>
                  </a:lnTo>
                  <a:lnTo>
                    <a:pt x="2528" y="6281"/>
                  </a:lnTo>
                  <a:lnTo>
                    <a:pt x="2627" y="6242"/>
                  </a:lnTo>
                  <a:lnTo>
                    <a:pt x="2607" y="6281"/>
                  </a:lnTo>
                  <a:lnTo>
                    <a:pt x="2607" y="6321"/>
                  </a:lnTo>
                  <a:lnTo>
                    <a:pt x="2588" y="6360"/>
                  </a:lnTo>
                  <a:lnTo>
                    <a:pt x="2528" y="6380"/>
                  </a:lnTo>
                  <a:lnTo>
                    <a:pt x="2528" y="6400"/>
                  </a:lnTo>
                  <a:lnTo>
                    <a:pt x="2667" y="6400"/>
                  </a:lnTo>
                  <a:lnTo>
                    <a:pt x="2686" y="6420"/>
                  </a:lnTo>
                  <a:lnTo>
                    <a:pt x="2509" y="6499"/>
                  </a:lnTo>
                  <a:lnTo>
                    <a:pt x="2469" y="6518"/>
                  </a:lnTo>
                  <a:lnTo>
                    <a:pt x="2489" y="6518"/>
                  </a:lnTo>
                  <a:lnTo>
                    <a:pt x="2489" y="6538"/>
                  </a:lnTo>
                  <a:lnTo>
                    <a:pt x="2489" y="6597"/>
                  </a:lnTo>
                  <a:lnTo>
                    <a:pt x="2528" y="6558"/>
                  </a:lnTo>
                  <a:lnTo>
                    <a:pt x="2568" y="6538"/>
                  </a:lnTo>
                  <a:lnTo>
                    <a:pt x="2548" y="6518"/>
                  </a:lnTo>
                  <a:lnTo>
                    <a:pt x="2607" y="6518"/>
                  </a:lnTo>
                  <a:lnTo>
                    <a:pt x="2647" y="6558"/>
                  </a:lnTo>
                  <a:lnTo>
                    <a:pt x="2667" y="6578"/>
                  </a:lnTo>
                  <a:lnTo>
                    <a:pt x="2706" y="6578"/>
                  </a:lnTo>
                  <a:lnTo>
                    <a:pt x="2667" y="6597"/>
                  </a:lnTo>
                  <a:lnTo>
                    <a:pt x="2647" y="6617"/>
                  </a:lnTo>
                  <a:lnTo>
                    <a:pt x="2667" y="6676"/>
                  </a:lnTo>
                  <a:lnTo>
                    <a:pt x="2686" y="6716"/>
                  </a:lnTo>
                  <a:lnTo>
                    <a:pt x="2706" y="6736"/>
                  </a:lnTo>
                  <a:lnTo>
                    <a:pt x="2686" y="6755"/>
                  </a:lnTo>
                  <a:lnTo>
                    <a:pt x="2785" y="6716"/>
                  </a:lnTo>
                  <a:lnTo>
                    <a:pt x="2805" y="6696"/>
                  </a:lnTo>
                  <a:lnTo>
                    <a:pt x="2785" y="6676"/>
                  </a:lnTo>
                  <a:lnTo>
                    <a:pt x="2765" y="6676"/>
                  </a:lnTo>
                  <a:lnTo>
                    <a:pt x="2726" y="6657"/>
                  </a:lnTo>
                  <a:lnTo>
                    <a:pt x="2706" y="6657"/>
                  </a:lnTo>
                  <a:lnTo>
                    <a:pt x="2726" y="6637"/>
                  </a:lnTo>
                  <a:lnTo>
                    <a:pt x="2785" y="6597"/>
                  </a:lnTo>
                  <a:lnTo>
                    <a:pt x="2825" y="6597"/>
                  </a:lnTo>
                  <a:lnTo>
                    <a:pt x="2864" y="6637"/>
                  </a:lnTo>
                  <a:lnTo>
                    <a:pt x="2904" y="6696"/>
                  </a:lnTo>
                  <a:lnTo>
                    <a:pt x="2983" y="6775"/>
                  </a:lnTo>
                  <a:lnTo>
                    <a:pt x="3022" y="6815"/>
                  </a:lnTo>
                  <a:lnTo>
                    <a:pt x="3081" y="6834"/>
                  </a:lnTo>
                  <a:lnTo>
                    <a:pt x="3062" y="6874"/>
                  </a:lnTo>
                  <a:lnTo>
                    <a:pt x="3062" y="6894"/>
                  </a:lnTo>
                  <a:lnTo>
                    <a:pt x="3002" y="6913"/>
                  </a:lnTo>
                  <a:lnTo>
                    <a:pt x="2943" y="6933"/>
                  </a:lnTo>
                  <a:lnTo>
                    <a:pt x="2864" y="6973"/>
                  </a:lnTo>
                  <a:lnTo>
                    <a:pt x="2825" y="6913"/>
                  </a:lnTo>
                  <a:lnTo>
                    <a:pt x="2805" y="6874"/>
                  </a:lnTo>
                  <a:lnTo>
                    <a:pt x="2805" y="6834"/>
                  </a:lnTo>
                  <a:lnTo>
                    <a:pt x="2765" y="6795"/>
                  </a:lnTo>
                  <a:lnTo>
                    <a:pt x="2765" y="6874"/>
                  </a:lnTo>
                  <a:lnTo>
                    <a:pt x="2805" y="6953"/>
                  </a:lnTo>
                  <a:lnTo>
                    <a:pt x="2864" y="6992"/>
                  </a:lnTo>
                  <a:lnTo>
                    <a:pt x="2963" y="7032"/>
                  </a:lnTo>
                  <a:lnTo>
                    <a:pt x="2963" y="7052"/>
                  </a:lnTo>
                  <a:lnTo>
                    <a:pt x="2963" y="7071"/>
                  </a:lnTo>
                  <a:lnTo>
                    <a:pt x="2923" y="7111"/>
                  </a:lnTo>
                  <a:lnTo>
                    <a:pt x="2825" y="7229"/>
                  </a:lnTo>
                  <a:lnTo>
                    <a:pt x="2785" y="7289"/>
                  </a:lnTo>
                  <a:lnTo>
                    <a:pt x="2805" y="7308"/>
                  </a:lnTo>
                  <a:lnTo>
                    <a:pt x="2825" y="7328"/>
                  </a:lnTo>
                  <a:lnTo>
                    <a:pt x="2864" y="7308"/>
                  </a:lnTo>
                  <a:lnTo>
                    <a:pt x="2923" y="7269"/>
                  </a:lnTo>
                  <a:lnTo>
                    <a:pt x="2963" y="7210"/>
                  </a:lnTo>
                  <a:lnTo>
                    <a:pt x="2983" y="7229"/>
                  </a:lnTo>
                  <a:lnTo>
                    <a:pt x="3002" y="7249"/>
                  </a:lnTo>
                  <a:lnTo>
                    <a:pt x="3002" y="7308"/>
                  </a:lnTo>
                  <a:lnTo>
                    <a:pt x="3042" y="7289"/>
                  </a:lnTo>
                  <a:lnTo>
                    <a:pt x="3062" y="7249"/>
                  </a:lnTo>
                  <a:lnTo>
                    <a:pt x="3101" y="7229"/>
                  </a:lnTo>
                  <a:lnTo>
                    <a:pt x="3141" y="7229"/>
                  </a:lnTo>
                  <a:lnTo>
                    <a:pt x="3121" y="7269"/>
                  </a:lnTo>
                  <a:lnTo>
                    <a:pt x="3101" y="7308"/>
                  </a:lnTo>
                  <a:lnTo>
                    <a:pt x="3062" y="7328"/>
                  </a:lnTo>
                  <a:lnTo>
                    <a:pt x="3042" y="7328"/>
                  </a:lnTo>
                  <a:lnTo>
                    <a:pt x="3081" y="7348"/>
                  </a:lnTo>
                  <a:lnTo>
                    <a:pt x="3062" y="7368"/>
                  </a:lnTo>
                  <a:lnTo>
                    <a:pt x="3022" y="7427"/>
                  </a:lnTo>
                  <a:lnTo>
                    <a:pt x="2983" y="7466"/>
                  </a:lnTo>
                  <a:lnTo>
                    <a:pt x="2983" y="7486"/>
                  </a:lnTo>
                  <a:lnTo>
                    <a:pt x="3002" y="7506"/>
                  </a:lnTo>
                  <a:lnTo>
                    <a:pt x="3062" y="7506"/>
                  </a:lnTo>
                  <a:lnTo>
                    <a:pt x="3081" y="7486"/>
                  </a:lnTo>
                  <a:lnTo>
                    <a:pt x="3081" y="7466"/>
                  </a:lnTo>
                  <a:lnTo>
                    <a:pt x="3062" y="7466"/>
                  </a:lnTo>
                  <a:lnTo>
                    <a:pt x="3062" y="7447"/>
                  </a:lnTo>
                  <a:lnTo>
                    <a:pt x="3121" y="7407"/>
                  </a:lnTo>
                  <a:lnTo>
                    <a:pt x="3319" y="7407"/>
                  </a:lnTo>
                  <a:lnTo>
                    <a:pt x="3279" y="7427"/>
                  </a:lnTo>
                  <a:lnTo>
                    <a:pt x="3299" y="7447"/>
                  </a:lnTo>
                  <a:lnTo>
                    <a:pt x="3299" y="7466"/>
                  </a:lnTo>
                  <a:lnTo>
                    <a:pt x="3319" y="7486"/>
                  </a:lnTo>
                  <a:lnTo>
                    <a:pt x="3259" y="7526"/>
                  </a:lnTo>
                  <a:lnTo>
                    <a:pt x="3220" y="7506"/>
                  </a:lnTo>
                  <a:lnTo>
                    <a:pt x="3200" y="7466"/>
                  </a:lnTo>
                  <a:lnTo>
                    <a:pt x="3160" y="7466"/>
                  </a:lnTo>
                  <a:lnTo>
                    <a:pt x="3180" y="7545"/>
                  </a:lnTo>
                  <a:lnTo>
                    <a:pt x="3200" y="7526"/>
                  </a:lnTo>
                  <a:lnTo>
                    <a:pt x="3321" y="7543"/>
                  </a:lnTo>
                  <a:lnTo>
                    <a:pt x="3321" y="7543"/>
                  </a:lnTo>
                  <a:lnTo>
                    <a:pt x="3338" y="7526"/>
                  </a:lnTo>
                  <a:lnTo>
                    <a:pt x="3378" y="7486"/>
                  </a:lnTo>
                  <a:lnTo>
                    <a:pt x="3457" y="7466"/>
                  </a:lnTo>
                  <a:lnTo>
                    <a:pt x="3496" y="7466"/>
                  </a:lnTo>
                  <a:lnTo>
                    <a:pt x="3496" y="7526"/>
                  </a:lnTo>
                  <a:lnTo>
                    <a:pt x="3477" y="7565"/>
                  </a:lnTo>
                  <a:lnTo>
                    <a:pt x="3437" y="7624"/>
                  </a:lnTo>
                  <a:lnTo>
                    <a:pt x="3378" y="7664"/>
                  </a:lnTo>
                  <a:lnTo>
                    <a:pt x="3457" y="7644"/>
                  </a:lnTo>
                  <a:lnTo>
                    <a:pt x="3516" y="7664"/>
                  </a:lnTo>
                  <a:lnTo>
                    <a:pt x="3575" y="7723"/>
                  </a:lnTo>
                  <a:lnTo>
                    <a:pt x="3615" y="7684"/>
                  </a:lnTo>
                  <a:lnTo>
                    <a:pt x="3654" y="7664"/>
                  </a:lnTo>
                  <a:lnTo>
                    <a:pt x="3733" y="7664"/>
                  </a:lnTo>
                  <a:lnTo>
                    <a:pt x="3654" y="7802"/>
                  </a:lnTo>
                  <a:lnTo>
                    <a:pt x="3615" y="7782"/>
                  </a:lnTo>
                  <a:lnTo>
                    <a:pt x="3595" y="7782"/>
                  </a:lnTo>
                  <a:lnTo>
                    <a:pt x="3556" y="7822"/>
                  </a:lnTo>
                  <a:lnTo>
                    <a:pt x="3516" y="7861"/>
                  </a:lnTo>
                  <a:lnTo>
                    <a:pt x="3457" y="7901"/>
                  </a:lnTo>
                  <a:lnTo>
                    <a:pt x="3378" y="7901"/>
                  </a:lnTo>
                  <a:lnTo>
                    <a:pt x="3338" y="7881"/>
                  </a:lnTo>
                  <a:lnTo>
                    <a:pt x="3338" y="7802"/>
                  </a:lnTo>
                  <a:lnTo>
                    <a:pt x="3299" y="7861"/>
                  </a:lnTo>
                  <a:lnTo>
                    <a:pt x="3279" y="7881"/>
                  </a:lnTo>
                  <a:lnTo>
                    <a:pt x="3319" y="7901"/>
                  </a:lnTo>
                  <a:lnTo>
                    <a:pt x="3358" y="7921"/>
                  </a:lnTo>
                  <a:lnTo>
                    <a:pt x="3437" y="7940"/>
                  </a:lnTo>
                  <a:lnTo>
                    <a:pt x="3457" y="7960"/>
                  </a:lnTo>
                  <a:lnTo>
                    <a:pt x="3457" y="7980"/>
                  </a:lnTo>
                  <a:lnTo>
                    <a:pt x="3358" y="8019"/>
                  </a:lnTo>
                  <a:lnTo>
                    <a:pt x="3338" y="8019"/>
                  </a:lnTo>
                  <a:lnTo>
                    <a:pt x="3319" y="8000"/>
                  </a:lnTo>
                  <a:lnTo>
                    <a:pt x="3319" y="8019"/>
                  </a:lnTo>
                  <a:lnTo>
                    <a:pt x="3378" y="8039"/>
                  </a:lnTo>
                  <a:lnTo>
                    <a:pt x="3417" y="8059"/>
                  </a:lnTo>
                  <a:lnTo>
                    <a:pt x="3437" y="8079"/>
                  </a:lnTo>
                  <a:lnTo>
                    <a:pt x="3417" y="8098"/>
                  </a:lnTo>
                  <a:lnTo>
                    <a:pt x="3516" y="8039"/>
                  </a:lnTo>
                  <a:lnTo>
                    <a:pt x="3575" y="8000"/>
                  </a:lnTo>
                  <a:lnTo>
                    <a:pt x="3635" y="8019"/>
                  </a:lnTo>
                  <a:lnTo>
                    <a:pt x="3516" y="8158"/>
                  </a:lnTo>
                  <a:lnTo>
                    <a:pt x="3536" y="8178"/>
                  </a:lnTo>
                  <a:lnTo>
                    <a:pt x="3556" y="8178"/>
                  </a:lnTo>
                  <a:lnTo>
                    <a:pt x="3615" y="8158"/>
                  </a:lnTo>
                  <a:lnTo>
                    <a:pt x="3714" y="8138"/>
                  </a:lnTo>
                  <a:lnTo>
                    <a:pt x="3793" y="8138"/>
                  </a:lnTo>
                  <a:lnTo>
                    <a:pt x="3872" y="8039"/>
                  </a:lnTo>
                  <a:lnTo>
                    <a:pt x="3931" y="8039"/>
                  </a:lnTo>
                  <a:lnTo>
                    <a:pt x="3970" y="8059"/>
                  </a:lnTo>
                  <a:lnTo>
                    <a:pt x="3990" y="8079"/>
                  </a:lnTo>
                  <a:lnTo>
                    <a:pt x="4069" y="8079"/>
                  </a:lnTo>
                  <a:lnTo>
                    <a:pt x="4030" y="8039"/>
                  </a:lnTo>
                  <a:lnTo>
                    <a:pt x="3990" y="8039"/>
                  </a:lnTo>
                  <a:lnTo>
                    <a:pt x="3951" y="8019"/>
                  </a:lnTo>
                  <a:lnTo>
                    <a:pt x="3951" y="8000"/>
                  </a:lnTo>
                  <a:lnTo>
                    <a:pt x="4010" y="7960"/>
                  </a:lnTo>
                  <a:lnTo>
                    <a:pt x="4049" y="7980"/>
                  </a:lnTo>
                  <a:lnTo>
                    <a:pt x="4089" y="8000"/>
                  </a:lnTo>
                  <a:lnTo>
                    <a:pt x="4128" y="8000"/>
                  </a:lnTo>
                  <a:lnTo>
                    <a:pt x="4109" y="8079"/>
                  </a:lnTo>
                  <a:lnTo>
                    <a:pt x="4089" y="8118"/>
                  </a:lnTo>
                  <a:lnTo>
                    <a:pt x="4010" y="8217"/>
                  </a:lnTo>
                  <a:lnTo>
                    <a:pt x="3872" y="8276"/>
                  </a:lnTo>
                  <a:lnTo>
                    <a:pt x="3753" y="8296"/>
                  </a:lnTo>
                  <a:lnTo>
                    <a:pt x="3615" y="8316"/>
                  </a:lnTo>
                  <a:lnTo>
                    <a:pt x="3516" y="8336"/>
                  </a:lnTo>
                  <a:lnTo>
                    <a:pt x="3437" y="8395"/>
                  </a:lnTo>
                  <a:lnTo>
                    <a:pt x="3496" y="8434"/>
                  </a:lnTo>
                  <a:lnTo>
                    <a:pt x="3556" y="8494"/>
                  </a:lnTo>
                  <a:lnTo>
                    <a:pt x="3595" y="8573"/>
                  </a:lnTo>
                  <a:lnTo>
                    <a:pt x="3595" y="8612"/>
                  </a:lnTo>
                  <a:lnTo>
                    <a:pt x="3575" y="8652"/>
                  </a:lnTo>
                  <a:lnTo>
                    <a:pt x="3674" y="8652"/>
                  </a:lnTo>
                  <a:lnTo>
                    <a:pt x="3773" y="8632"/>
                  </a:lnTo>
                  <a:lnTo>
                    <a:pt x="3872" y="8592"/>
                  </a:lnTo>
                  <a:lnTo>
                    <a:pt x="3970" y="8533"/>
                  </a:lnTo>
                  <a:lnTo>
                    <a:pt x="3990" y="8553"/>
                  </a:lnTo>
                  <a:lnTo>
                    <a:pt x="3990" y="8573"/>
                  </a:lnTo>
                  <a:lnTo>
                    <a:pt x="3970" y="8612"/>
                  </a:lnTo>
                  <a:lnTo>
                    <a:pt x="3891" y="8612"/>
                  </a:lnTo>
                  <a:lnTo>
                    <a:pt x="4030" y="8691"/>
                  </a:lnTo>
                  <a:lnTo>
                    <a:pt x="4089" y="8731"/>
                  </a:lnTo>
                  <a:lnTo>
                    <a:pt x="4148" y="8790"/>
                  </a:lnTo>
                  <a:lnTo>
                    <a:pt x="4188" y="8810"/>
                  </a:lnTo>
                  <a:lnTo>
                    <a:pt x="4267" y="8790"/>
                  </a:lnTo>
                  <a:lnTo>
                    <a:pt x="4425" y="8691"/>
                  </a:lnTo>
                  <a:lnTo>
                    <a:pt x="4464" y="8750"/>
                  </a:lnTo>
                  <a:lnTo>
                    <a:pt x="4484" y="8711"/>
                  </a:lnTo>
                  <a:lnTo>
                    <a:pt x="4602" y="8711"/>
                  </a:lnTo>
                  <a:lnTo>
                    <a:pt x="4622" y="8750"/>
                  </a:lnTo>
                  <a:lnTo>
                    <a:pt x="4622" y="8790"/>
                  </a:lnTo>
                  <a:lnTo>
                    <a:pt x="4563" y="8810"/>
                  </a:lnTo>
                  <a:lnTo>
                    <a:pt x="4504" y="8810"/>
                  </a:lnTo>
                  <a:lnTo>
                    <a:pt x="4504" y="8869"/>
                  </a:lnTo>
                  <a:lnTo>
                    <a:pt x="4504" y="8889"/>
                  </a:lnTo>
                  <a:lnTo>
                    <a:pt x="4543" y="8928"/>
                  </a:lnTo>
                  <a:lnTo>
                    <a:pt x="4583" y="8928"/>
                  </a:lnTo>
                  <a:lnTo>
                    <a:pt x="4464" y="8968"/>
                  </a:lnTo>
                  <a:lnTo>
                    <a:pt x="4425" y="8968"/>
                  </a:lnTo>
                  <a:lnTo>
                    <a:pt x="4405" y="8948"/>
                  </a:lnTo>
                  <a:lnTo>
                    <a:pt x="4405" y="8928"/>
                  </a:lnTo>
                  <a:lnTo>
                    <a:pt x="4444" y="8908"/>
                  </a:lnTo>
                  <a:lnTo>
                    <a:pt x="4346" y="8869"/>
                  </a:lnTo>
                  <a:lnTo>
                    <a:pt x="4346" y="8869"/>
                  </a:lnTo>
                  <a:lnTo>
                    <a:pt x="4365" y="8889"/>
                  </a:lnTo>
                  <a:lnTo>
                    <a:pt x="4385" y="8908"/>
                  </a:lnTo>
                  <a:lnTo>
                    <a:pt x="4385" y="8948"/>
                  </a:lnTo>
                  <a:lnTo>
                    <a:pt x="4365" y="8968"/>
                  </a:lnTo>
                  <a:lnTo>
                    <a:pt x="4286" y="9047"/>
                  </a:lnTo>
                  <a:lnTo>
                    <a:pt x="4188" y="9106"/>
                  </a:lnTo>
                  <a:lnTo>
                    <a:pt x="4247" y="9106"/>
                  </a:lnTo>
                  <a:lnTo>
                    <a:pt x="4286" y="9066"/>
                  </a:lnTo>
                  <a:lnTo>
                    <a:pt x="4346" y="9027"/>
                  </a:lnTo>
                  <a:lnTo>
                    <a:pt x="4405" y="9027"/>
                  </a:lnTo>
                  <a:lnTo>
                    <a:pt x="4346" y="9126"/>
                  </a:lnTo>
                  <a:lnTo>
                    <a:pt x="4326" y="9205"/>
                  </a:lnTo>
                  <a:lnTo>
                    <a:pt x="6321" y="8019"/>
                  </a:lnTo>
                  <a:lnTo>
                    <a:pt x="6321" y="7940"/>
                  </a:lnTo>
                  <a:lnTo>
                    <a:pt x="6341" y="7881"/>
                  </a:lnTo>
                  <a:lnTo>
                    <a:pt x="6341" y="7861"/>
                  </a:lnTo>
                  <a:lnTo>
                    <a:pt x="6321" y="7842"/>
                  </a:lnTo>
                  <a:lnTo>
                    <a:pt x="6202" y="7842"/>
                  </a:lnTo>
                  <a:lnTo>
                    <a:pt x="6183" y="7881"/>
                  </a:lnTo>
                  <a:lnTo>
                    <a:pt x="6163" y="7901"/>
                  </a:lnTo>
                  <a:lnTo>
                    <a:pt x="6104" y="7940"/>
                  </a:lnTo>
                  <a:lnTo>
                    <a:pt x="6064" y="7960"/>
                  </a:lnTo>
                  <a:lnTo>
                    <a:pt x="6084" y="7921"/>
                  </a:lnTo>
                  <a:lnTo>
                    <a:pt x="6084" y="7881"/>
                  </a:lnTo>
                  <a:lnTo>
                    <a:pt x="6104" y="7861"/>
                  </a:lnTo>
                  <a:lnTo>
                    <a:pt x="6143" y="7822"/>
                  </a:lnTo>
                  <a:lnTo>
                    <a:pt x="6183" y="7842"/>
                  </a:lnTo>
                  <a:lnTo>
                    <a:pt x="6183" y="7743"/>
                  </a:lnTo>
                  <a:lnTo>
                    <a:pt x="6163" y="7723"/>
                  </a:lnTo>
                  <a:lnTo>
                    <a:pt x="6143" y="7723"/>
                  </a:lnTo>
                  <a:lnTo>
                    <a:pt x="6005" y="7763"/>
                  </a:lnTo>
                  <a:lnTo>
                    <a:pt x="5946" y="7782"/>
                  </a:lnTo>
                  <a:lnTo>
                    <a:pt x="5886" y="7782"/>
                  </a:lnTo>
                  <a:lnTo>
                    <a:pt x="5906" y="7743"/>
                  </a:lnTo>
                  <a:lnTo>
                    <a:pt x="5926" y="7723"/>
                  </a:lnTo>
                  <a:lnTo>
                    <a:pt x="6025" y="7684"/>
                  </a:lnTo>
                  <a:lnTo>
                    <a:pt x="6123" y="7664"/>
                  </a:lnTo>
                  <a:lnTo>
                    <a:pt x="6163" y="7644"/>
                  </a:lnTo>
                  <a:lnTo>
                    <a:pt x="6202" y="7605"/>
                  </a:lnTo>
                  <a:lnTo>
                    <a:pt x="6044" y="7565"/>
                  </a:lnTo>
                  <a:lnTo>
                    <a:pt x="6123" y="7506"/>
                  </a:lnTo>
                  <a:lnTo>
                    <a:pt x="6123" y="7427"/>
                  </a:lnTo>
                  <a:lnTo>
                    <a:pt x="6084" y="7387"/>
                  </a:lnTo>
                  <a:lnTo>
                    <a:pt x="6025" y="7368"/>
                  </a:lnTo>
                  <a:lnTo>
                    <a:pt x="5965" y="7328"/>
                  </a:lnTo>
                  <a:lnTo>
                    <a:pt x="5827" y="7289"/>
                  </a:lnTo>
                  <a:lnTo>
                    <a:pt x="5768" y="7249"/>
                  </a:lnTo>
                  <a:lnTo>
                    <a:pt x="5728" y="7190"/>
                  </a:lnTo>
                  <a:lnTo>
                    <a:pt x="5827" y="7170"/>
                  </a:lnTo>
                  <a:lnTo>
                    <a:pt x="5926" y="7170"/>
                  </a:lnTo>
                  <a:lnTo>
                    <a:pt x="5985" y="7210"/>
                  </a:lnTo>
                  <a:lnTo>
                    <a:pt x="6025" y="7229"/>
                  </a:lnTo>
                  <a:lnTo>
                    <a:pt x="6044" y="7190"/>
                  </a:lnTo>
                  <a:lnTo>
                    <a:pt x="6064" y="7170"/>
                  </a:lnTo>
                  <a:lnTo>
                    <a:pt x="6025" y="7131"/>
                  </a:lnTo>
                  <a:lnTo>
                    <a:pt x="5985" y="7091"/>
                  </a:lnTo>
                  <a:lnTo>
                    <a:pt x="5965" y="7071"/>
                  </a:lnTo>
                  <a:lnTo>
                    <a:pt x="5985" y="7032"/>
                  </a:lnTo>
                  <a:lnTo>
                    <a:pt x="5985" y="7012"/>
                  </a:lnTo>
                  <a:lnTo>
                    <a:pt x="5965" y="6992"/>
                  </a:lnTo>
                  <a:lnTo>
                    <a:pt x="5886" y="6992"/>
                  </a:lnTo>
                  <a:lnTo>
                    <a:pt x="5807" y="7012"/>
                  </a:lnTo>
                  <a:lnTo>
                    <a:pt x="5748" y="7032"/>
                  </a:lnTo>
                  <a:lnTo>
                    <a:pt x="5709" y="7012"/>
                  </a:lnTo>
                  <a:lnTo>
                    <a:pt x="5709" y="6992"/>
                  </a:lnTo>
                  <a:lnTo>
                    <a:pt x="5748" y="6973"/>
                  </a:lnTo>
                  <a:lnTo>
                    <a:pt x="5827" y="6913"/>
                  </a:lnTo>
                  <a:lnTo>
                    <a:pt x="5768" y="6933"/>
                  </a:lnTo>
                  <a:lnTo>
                    <a:pt x="5728" y="6933"/>
                  </a:lnTo>
                  <a:lnTo>
                    <a:pt x="5689" y="6913"/>
                  </a:lnTo>
                  <a:lnTo>
                    <a:pt x="5669" y="6913"/>
                  </a:lnTo>
                  <a:lnTo>
                    <a:pt x="5629" y="6854"/>
                  </a:lnTo>
                  <a:lnTo>
                    <a:pt x="5610" y="6815"/>
                  </a:lnTo>
                  <a:lnTo>
                    <a:pt x="5689" y="6775"/>
                  </a:lnTo>
                  <a:lnTo>
                    <a:pt x="5531" y="6736"/>
                  </a:lnTo>
                  <a:lnTo>
                    <a:pt x="5511" y="6755"/>
                  </a:lnTo>
                  <a:lnTo>
                    <a:pt x="5471" y="6775"/>
                  </a:lnTo>
                  <a:lnTo>
                    <a:pt x="5373" y="6815"/>
                  </a:lnTo>
                  <a:lnTo>
                    <a:pt x="5373" y="6795"/>
                  </a:lnTo>
                  <a:lnTo>
                    <a:pt x="5333" y="6854"/>
                  </a:lnTo>
                  <a:lnTo>
                    <a:pt x="5333" y="6894"/>
                  </a:lnTo>
                  <a:lnTo>
                    <a:pt x="5353" y="6933"/>
                  </a:lnTo>
                  <a:lnTo>
                    <a:pt x="5412" y="6953"/>
                  </a:lnTo>
                  <a:lnTo>
                    <a:pt x="5452" y="6973"/>
                  </a:lnTo>
                  <a:lnTo>
                    <a:pt x="5471" y="7012"/>
                  </a:lnTo>
                  <a:lnTo>
                    <a:pt x="5471" y="7052"/>
                  </a:lnTo>
                  <a:lnTo>
                    <a:pt x="5392" y="7131"/>
                  </a:lnTo>
                  <a:lnTo>
                    <a:pt x="5373" y="7131"/>
                  </a:lnTo>
                  <a:lnTo>
                    <a:pt x="5333" y="7150"/>
                  </a:lnTo>
                  <a:lnTo>
                    <a:pt x="5294" y="7170"/>
                  </a:lnTo>
                  <a:lnTo>
                    <a:pt x="5274" y="7170"/>
                  </a:lnTo>
                  <a:lnTo>
                    <a:pt x="5274" y="7131"/>
                  </a:lnTo>
                  <a:lnTo>
                    <a:pt x="5313" y="7111"/>
                  </a:lnTo>
                  <a:lnTo>
                    <a:pt x="5313" y="7111"/>
                  </a:lnTo>
                  <a:lnTo>
                    <a:pt x="5195" y="7131"/>
                  </a:lnTo>
                  <a:lnTo>
                    <a:pt x="5175" y="7150"/>
                  </a:lnTo>
                  <a:lnTo>
                    <a:pt x="5175" y="7170"/>
                  </a:lnTo>
                  <a:lnTo>
                    <a:pt x="5096" y="7210"/>
                  </a:lnTo>
                  <a:lnTo>
                    <a:pt x="5017" y="7210"/>
                  </a:lnTo>
                  <a:lnTo>
                    <a:pt x="4978" y="7190"/>
                  </a:lnTo>
                  <a:lnTo>
                    <a:pt x="4938" y="7150"/>
                  </a:lnTo>
                  <a:lnTo>
                    <a:pt x="4879" y="7111"/>
                  </a:lnTo>
                  <a:lnTo>
                    <a:pt x="4918" y="7091"/>
                  </a:lnTo>
                  <a:lnTo>
                    <a:pt x="4958" y="7071"/>
                  </a:lnTo>
                  <a:lnTo>
                    <a:pt x="5037" y="7052"/>
                  </a:lnTo>
                  <a:lnTo>
                    <a:pt x="5136" y="7052"/>
                  </a:lnTo>
                  <a:lnTo>
                    <a:pt x="5096" y="7032"/>
                  </a:lnTo>
                  <a:lnTo>
                    <a:pt x="5116" y="7012"/>
                  </a:lnTo>
                  <a:lnTo>
                    <a:pt x="5274" y="6933"/>
                  </a:lnTo>
                  <a:lnTo>
                    <a:pt x="5195" y="6933"/>
                  </a:lnTo>
                  <a:lnTo>
                    <a:pt x="5116" y="6953"/>
                  </a:lnTo>
                  <a:lnTo>
                    <a:pt x="5057" y="6992"/>
                  </a:lnTo>
                  <a:lnTo>
                    <a:pt x="4958" y="7032"/>
                  </a:lnTo>
                  <a:lnTo>
                    <a:pt x="4899" y="7052"/>
                  </a:lnTo>
                  <a:lnTo>
                    <a:pt x="4879" y="7052"/>
                  </a:lnTo>
                  <a:lnTo>
                    <a:pt x="4859" y="7032"/>
                  </a:lnTo>
                  <a:lnTo>
                    <a:pt x="4859" y="7012"/>
                  </a:lnTo>
                  <a:lnTo>
                    <a:pt x="4899" y="6953"/>
                  </a:lnTo>
                  <a:lnTo>
                    <a:pt x="4899" y="6913"/>
                  </a:lnTo>
                  <a:lnTo>
                    <a:pt x="4958" y="6933"/>
                  </a:lnTo>
                  <a:lnTo>
                    <a:pt x="4958" y="6894"/>
                  </a:lnTo>
                  <a:lnTo>
                    <a:pt x="4938" y="6874"/>
                  </a:lnTo>
                  <a:lnTo>
                    <a:pt x="4899" y="6874"/>
                  </a:lnTo>
                  <a:lnTo>
                    <a:pt x="4839" y="6854"/>
                  </a:lnTo>
                  <a:lnTo>
                    <a:pt x="4820" y="6834"/>
                  </a:lnTo>
                  <a:lnTo>
                    <a:pt x="4800" y="6815"/>
                  </a:lnTo>
                  <a:lnTo>
                    <a:pt x="4899" y="6736"/>
                  </a:lnTo>
                  <a:lnTo>
                    <a:pt x="4879" y="6775"/>
                  </a:lnTo>
                  <a:lnTo>
                    <a:pt x="4899" y="6795"/>
                  </a:lnTo>
                  <a:lnTo>
                    <a:pt x="5116" y="6795"/>
                  </a:lnTo>
                  <a:lnTo>
                    <a:pt x="5155" y="6755"/>
                  </a:lnTo>
                  <a:lnTo>
                    <a:pt x="5215" y="6716"/>
                  </a:lnTo>
                  <a:lnTo>
                    <a:pt x="5254" y="6696"/>
                  </a:lnTo>
                  <a:lnTo>
                    <a:pt x="5333" y="6676"/>
                  </a:lnTo>
                  <a:lnTo>
                    <a:pt x="5452" y="6676"/>
                  </a:lnTo>
                  <a:lnTo>
                    <a:pt x="5570" y="6657"/>
                  </a:lnTo>
                  <a:lnTo>
                    <a:pt x="5550" y="6637"/>
                  </a:lnTo>
                  <a:lnTo>
                    <a:pt x="5531" y="6597"/>
                  </a:lnTo>
                  <a:lnTo>
                    <a:pt x="5550" y="6558"/>
                  </a:lnTo>
                  <a:lnTo>
                    <a:pt x="5590" y="6499"/>
                  </a:lnTo>
                  <a:lnTo>
                    <a:pt x="5531" y="6499"/>
                  </a:lnTo>
                  <a:lnTo>
                    <a:pt x="5491" y="6479"/>
                  </a:lnTo>
                  <a:lnTo>
                    <a:pt x="5471" y="6459"/>
                  </a:lnTo>
                  <a:lnTo>
                    <a:pt x="5471" y="6420"/>
                  </a:lnTo>
                  <a:lnTo>
                    <a:pt x="5471" y="6400"/>
                  </a:lnTo>
                  <a:lnTo>
                    <a:pt x="5452" y="6360"/>
                  </a:lnTo>
                  <a:lnTo>
                    <a:pt x="5313" y="6360"/>
                  </a:lnTo>
                  <a:lnTo>
                    <a:pt x="5353" y="6341"/>
                  </a:lnTo>
                  <a:lnTo>
                    <a:pt x="5392" y="6321"/>
                  </a:lnTo>
                  <a:lnTo>
                    <a:pt x="5412" y="6321"/>
                  </a:lnTo>
                  <a:lnTo>
                    <a:pt x="5432" y="6301"/>
                  </a:lnTo>
                  <a:lnTo>
                    <a:pt x="5412" y="6242"/>
                  </a:lnTo>
                  <a:lnTo>
                    <a:pt x="5373" y="6183"/>
                  </a:lnTo>
                  <a:lnTo>
                    <a:pt x="5294" y="6143"/>
                  </a:lnTo>
                  <a:lnTo>
                    <a:pt x="5215" y="6104"/>
                  </a:lnTo>
                  <a:lnTo>
                    <a:pt x="5215" y="6084"/>
                  </a:lnTo>
                  <a:lnTo>
                    <a:pt x="5254" y="6044"/>
                  </a:lnTo>
                  <a:lnTo>
                    <a:pt x="5333" y="6005"/>
                  </a:lnTo>
                  <a:lnTo>
                    <a:pt x="5313" y="5926"/>
                  </a:lnTo>
                  <a:lnTo>
                    <a:pt x="5274" y="5867"/>
                  </a:lnTo>
                  <a:lnTo>
                    <a:pt x="5195" y="5827"/>
                  </a:lnTo>
                  <a:lnTo>
                    <a:pt x="5116" y="5787"/>
                  </a:lnTo>
                  <a:lnTo>
                    <a:pt x="5057" y="5768"/>
                  </a:lnTo>
                  <a:lnTo>
                    <a:pt x="4978" y="5728"/>
                  </a:lnTo>
                  <a:lnTo>
                    <a:pt x="4938" y="5669"/>
                  </a:lnTo>
                  <a:lnTo>
                    <a:pt x="4899" y="5590"/>
                  </a:lnTo>
                  <a:lnTo>
                    <a:pt x="4997" y="5570"/>
                  </a:lnTo>
                  <a:lnTo>
                    <a:pt x="4997" y="5531"/>
                  </a:lnTo>
                  <a:lnTo>
                    <a:pt x="4997" y="5511"/>
                  </a:lnTo>
                  <a:lnTo>
                    <a:pt x="4958" y="5491"/>
                  </a:lnTo>
                  <a:lnTo>
                    <a:pt x="4879" y="5511"/>
                  </a:lnTo>
                  <a:lnTo>
                    <a:pt x="4938" y="5452"/>
                  </a:lnTo>
                  <a:lnTo>
                    <a:pt x="4958" y="5412"/>
                  </a:lnTo>
                  <a:lnTo>
                    <a:pt x="4918" y="5373"/>
                  </a:lnTo>
                  <a:lnTo>
                    <a:pt x="4879" y="5353"/>
                  </a:lnTo>
                  <a:lnTo>
                    <a:pt x="4839" y="5333"/>
                  </a:lnTo>
                  <a:lnTo>
                    <a:pt x="4800" y="5294"/>
                  </a:lnTo>
                  <a:lnTo>
                    <a:pt x="4820" y="5234"/>
                  </a:lnTo>
                  <a:lnTo>
                    <a:pt x="4879" y="5175"/>
                  </a:lnTo>
                  <a:lnTo>
                    <a:pt x="4859" y="5136"/>
                  </a:lnTo>
                  <a:lnTo>
                    <a:pt x="4839" y="5116"/>
                  </a:lnTo>
                  <a:lnTo>
                    <a:pt x="4602" y="5116"/>
                  </a:lnTo>
                  <a:lnTo>
                    <a:pt x="4583" y="5096"/>
                  </a:lnTo>
                  <a:lnTo>
                    <a:pt x="4681" y="5057"/>
                  </a:lnTo>
                  <a:lnTo>
                    <a:pt x="4741" y="5037"/>
                  </a:lnTo>
                  <a:lnTo>
                    <a:pt x="4760" y="4997"/>
                  </a:lnTo>
                  <a:lnTo>
                    <a:pt x="4622" y="4839"/>
                  </a:lnTo>
                  <a:lnTo>
                    <a:pt x="4484" y="4681"/>
                  </a:lnTo>
                  <a:lnTo>
                    <a:pt x="4247" y="4326"/>
                  </a:lnTo>
                  <a:lnTo>
                    <a:pt x="4306" y="4326"/>
                  </a:lnTo>
                  <a:lnTo>
                    <a:pt x="4267" y="4267"/>
                  </a:lnTo>
                  <a:lnTo>
                    <a:pt x="4207" y="4207"/>
                  </a:lnTo>
                  <a:lnTo>
                    <a:pt x="4069" y="4109"/>
                  </a:lnTo>
                  <a:lnTo>
                    <a:pt x="3951" y="4030"/>
                  </a:lnTo>
                  <a:lnTo>
                    <a:pt x="3911" y="3970"/>
                  </a:lnTo>
                  <a:lnTo>
                    <a:pt x="3911" y="3911"/>
                  </a:lnTo>
                  <a:lnTo>
                    <a:pt x="3812" y="3872"/>
                  </a:lnTo>
                  <a:lnTo>
                    <a:pt x="3733" y="3872"/>
                  </a:lnTo>
                  <a:lnTo>
                    <a:pt x="3674" y="3911"/>
                  </a:lnTo>
                  <a:lnTo>
                    <a:pt x="3654" y="3951"/>
                  </a:lnTo>
                  <a:lnTo>
                    <a:pt x="3595" y="3990"/>
                  </a:lnTo>
                  <a:lnTo>
                    <a:pt x="3457" y="4069"/>
                  </a:lnTo>
                  <a:lnTo>
                    <a:pt x="3417" y="4030"/>
                  </a:lnTo>
                  <a:lnTo>
                    <a:pt x="3417" y="4010"/>
                  </a:lnTo>
                  <a:lnTo>
                    <a:pt x="3437" y="3990"/>
                  </a:lnTo>
                  <a:lnTo>
                    <a:pt x="3477" y="3951"/>
                  </a:lnTo>
                  <a:lnTo>
                    <a:pt x="3536" y="3891"/>
                  </a:lnTo>
                  <a:lnTo>
                    <a:pt x="3556" y="3872"/>
                  </a:lnTo>
                  <a:lnTo>
                    <a:pt x="3536" y="3832"/>
                  </a:lnTo>
                  <a:lnTo>
                    <a:pt x="3654" y="3773"/>
                  </a:lnTo>
                  <a:lnTo>
                    <a:pt x="3773" y="3773"/>
                  </a:lnTo>
                  <a:lnTo>
                    <a:pt x="3872" y="3733"/>
                  </a:lnTo>
                  <a:lnTo>
                    <a:pt x="3694" y="3674"/>
                  </a:lnTo>
                  <a:lnTo>
                    <a:pt x="3694" y="3635"/>
                  </a:lnTo>
                  <a:lnTo>
                    <a:pt x="3694" y="3615"/>
                  </a:lnTo>
                  <a:lnTo>
                    <a:pt x="3654" y="3575"/>
                  </a:lnTo>
                  <a:lnTo>
                    <a:pt x="3615" y="3516"/>
                  </a:lnTo>
                  <a:lnTo>
                    <a:pt x="3615" y="3496"/>
                  </a:lnTo>
                  <a:lnTo>
                    <a:pt x="3635" y="3457"/>
                  </a:lnTo>
                  <a:lnTo>
                    <a:pt x="3654" y="3457"/>
                  </a:lnTo>
                  <a:lnTo>
                    <a:pt x="3694" y="3437"/>
                  </a:lnTo>
                  <a:lnTo>
                    <a:pt x="3753" y="3437"/>
                  </a:lnTo>
                  <a:lnTo>
                    <a:pt x="3733" y="3477"/>
                  </a:lnTo>
                  <a:lnTo>
                    <a:pt x="3694" y="3477"/>
                  </a:lnTo>
                  <a:lnTo>
                    <a:pt x="3714" y="3516"/>
                  </a:lnTo>
                  <a:lnTo>
                    <a:pt x="3733" y="3536"/>
                  </a:lnTo>
                  <a:lnTo>
                    <a:pt x="3872" y="3536"/>
                  </a:lnTo>
                  <a:lnTo>
                    <a:pt x="3911" y="3556"/>
                  </a:lnTo>
                  <a:lnTo>
                    <a:pt x="3911" y="3556"/>
                  </a:lnTo>
                  <a:lnTo>
                    <a:pt x="3852" y="3516"/>
                  </a:lnTo>
                  <a:lnTo>
                    <a:pt x="3773" y="3457"/>
                  </a:lnTo>
                  <a:lnTo>
                    <a:pt x="3733" y="3378"/>
                  </a:lnTo>
                  <a:lnTo>
                    <a:pt x="3714" y="3318"/>
                  </a:lnTo>
                  <a:lnTo>
                    <a:pt x="3654" y="3358"/>
                  </a:lnTo>
                  <a:lnTo>
                    <a:pt x="3615" y="3338"/>
                  </a:lnTo>
                  <a:lnTo>
                    <a:pt x="3595" y="3318"/>
                  </a:lnTo>
                  <a:lnTo>
                    <a:pt x="3536" y="3318"/>
                  </a:lnTo>
                  <a:lnTo>
                    <a:pt x="3536" y="3299"/>
                  </a:lnTo>
                  <a:lnTo>
                    <a:pt x="3496" y="3318"/>
                  </a:lnTo>
                  <a:lnTo>
                    <a:pt x="3457" y="3318"/>
                  </a:lnTo>
                  <a:lnTo>
                    <a:pt x="3398" y="3299"/>
                  </a:lnTo>
                  <a:lnTo>
                    <a:pt x="3556" y="3200"/>
                  </a:lnTo>
                  <a:lnTo>
                    <a:pt x="3536" y="3200"/>
                  </a:lnTo>
                  <a:lnTo>
                    <a:pt x="3496" y="3220"/>
                  </a:lnTo>
                  <a:lnTo>
                    <a:pt x="3477" y="3239"/>
                  </a:lnTo>
                  <a:lnTo>
                    <a:pt x="3437" y="3220"/>
                  </a:lnTo>
                  <a:lnTo>
                    <a:pt x="3398" y="3180"/>
                  </a:lnTo>
                  <a:lnTo>
                    <a:pt x="3358" y="3121"/>
                  </a:lnTo>
                  <a:lnTo>
                    <a:pt x="3358" y="3081"/>
                  </a:lnTo>
                  <a:lnTo>
                    <a:pt x="3358" y="3042"/>
                  </a:lnTo>
                  <a:lnTo>
                    <a:pt x="3398" y="2983"/>
                  </a:lnTo>
                  <a:lnTo>
                    <a:pt x="3457" y="2943"/>
                  </a:lnTo>
                  <a:lnTo>
                    <a:pt x="3417" y="2923"/>
                  </a:lnTo>
                  <a:lnTo>
                    <a:pt x="3358" y="2923"/>
                  </a:lnTo>
                  <a:lnTo>
                    <a:pt x="3319" y="2904"/>
                  </a:lnTo>
                  <a:lnTo>
                    <a:pt x="3299" y="2864"/>
                  </a:lnTo>
                  <a:lnTo>
                    <a:pt x="3398" y="2844"/>
                  </a:lnTo>
                  <a:lnTo>
                    <a:pt x="3358" y="2746"/>
                  </a:lnTo>
                  <a:lnTo>
                    <a:pt x="3299" y="2647"/>
                  </a:lnTo>
                  <a:lnTo>
                    <a:pt x="3279" y="2548"/>
                  </a:lnTo>
                  <a:lnTo>
                    <a:pt x="3259" y="2489"/>
                  </a:lnTo>
                  <a:lnTo>
                    <a:pt x="3279" y="2430"/>
                  </a:lnTo>
                  <a:lnTo>
                    <a:pt x="3141" y="2331"/>
                  </a:lnTo>
                  <a:lnTo>
                    <a:pt x="3062" y="2291"/>
                  </a:lnTo>
                  <a:lnTo>
                    <a:pt x="2963" y="2291"/>
                  </a:lnTo>
                  <a:lnTo>
                    <a:pt x="2983" y="2311"/>
                  </a:lnTo>
                  <a:lnTo>
                    <a:pt x="2983" y="2351"/>
                  </a:lnTo>
                  <a:lnTo>
                    <a:pt x="2943" y="2390"/>
                  </a:lnTo>
                  <a:lnTo>
                    <a:pt x="2864" y="2410"/>
                  </a:lnTo>
                  <a:lnTo>
                    <a:pt x="2825" y="2410"/>
                  </a:lnTo>
                  <a:lnTo>
                    <a:pt x="2785" y="2390"/>
                  </a:lnTo>
                  <a:lnTo>
                    <a:pt x="2765" y="2370"/>
                  </a:lnTo>
                  <a:lnTo>
                    <a:pt x="2746" y="2351"/>
                  </a:lnTo>
                  <a:lnTo>
                    <a:pt x="2785" y="2311"/>
                  </a:lnTo>
                  <a:lnTo>
                    <a:pt x="2805" y="2272"/>
                  </a:lnTo>
                  <a:lnTo>
                    <a:pt x="2825" y="2232"/>
                  </a:lnTo>
                  <a:lnTo>
                    <a:pt x="2884" y="2252"/>
                  </a:lnTo>
                  <a:lnTo>
                    <a:pt x="2923" y="2212"/>
                  </a:lnTo>
                  <a:lnTo>
                    <a:pt x="2943" y="2173"/>
                  </a:lnTo>
                  <a:lnTo>
                    <a:pt x="2923" y="2133"/>
                  </a:lnTo>
                  <a:lnTo>
                    <a:pt x="2904" y="2114"/>
                  </a:lnTo>
                  <a:lnTo>
                    <a:pt x="2884" y="2094"/>
                  </a:lnTo>
                  <a:lnTo>
                    <a:pt x="2884" y="2054"/>
                  </a:lnTo>
                  <a:lnTo>
                    <a:pt x="2904" y="2035"/>
                  </a:lnTo>
                  <a:lnTo>
                    <a:pt x="2943" y="1995"/>
                  </a:lnTo>
                  <a:lnTo>
                    <a:pt x="2904" y="1995"/>
                  </a:lnTo>
                  <a:lnTo>
                    <a:pt x="2864" y="1956"/>
                  </a:lnTo>
                  <a:lnTo>
                    <a:pt x="2805" y="1916"/>
                  </a:lnTo>
                  <a:lnTo>
                    <a:pt x="2765" y="1896"/>
                  </a:lnTo>
                  <a:lnTo>
                    <a:pt x="2726" y="1896"/>
                  </a:lnTo>
                  <a:lnTo>
                    <a:pt x="2785" y="1877"/>
                  </a:lnTo>
                  <a:lnTo>
                    <a:pt x="2805" y="1896"/>
                  </a:lnTo>
                  <a:lnTo>
                    <a:pt x="2884" y="1896"/>
                  </a:lnTo>
                  <a:lnTo>
                    <a:pt x="2825" y="1857"/>
                  </a:lnTo>
                  <a:lnTo>
                    <a:pt x="2884" y="1837"/>
                  </a:lnTo>
                  <a:lnTo>
                    <a:pt x="2864" y="1798"/>
                  </a:lnTo>
                  <a:lnTo>
                    <a:pt x="2844" y="1778"/>
                  </a:lnTo>
                  <a:lnTo>
                    <a:pt x="2588" y="1778"/>
                  </a:lnTo>
                  <a:lnTo>
                    <a:pt x="2548" y="1738"/>
                  </a:lnTo>
                  <a:lnTo>
                    <a:pt x="2726" y="1719"/>
                  </a:lnTo>
                  <a:lnTo>
                    <a:pt x="2667" y="1679"/>
                  </a:lnTo>
                  <a:lnTo>
                    <a:pt x="2509" y="1679"/>
                  </a:lnTo>
                  <a:lnTo>
                    <a:pt x="2449" y="1659"/>
                  </a:lnTo>
                  <a:lnTo>
                    <a:pt x="2489" y="1620"/>
                  </a:lnTo>
                  <a:lnTo>
                    <a:pt x="2410" y="1600"/>
                  </a:lnTo>
                  <a:lnTo>
                    <a:pt x="2469" y="1580"/>
                  </a:lnTo>
                  <a:lnTo>
                    <a:pt x="2469" y="1580"/>
                  </a:lnTo>
                  <a:lnTo>
                    <a:pt x="2370" y="1600"/>
                  </a:lnTo>
                  <a:lnTo>
                    <a:pt x="2311" y="1561"/>
                  </a:lnTo>
                  <a:lnTo>
                    <a:pt x="2252" y="1541"/>
                  </a:lnTo>
                  <a:lnTo>
                    <a:pt x="2173" y="1541"/>
                  </a:lnTo>
                  <a:lnTo>
                    <a:pt x="2193" y="1501"/>
                  </a:lnTo>
                  <a:lnTo>
                    <a:pt x="2232" y="1442"/>
                  </a:lnTo>
                  <a:lnTo>
                    <a:pt x="2252" y="1403"/>
                  </a:lnTo>
                  <a:lnTo>
                    <a:pt x="2193" y="1403"/>
                  </a:lnTo>
                  <a:lnTo>
                    <a:pt x="2390" y="1324"/>
                  </a:lnTo>
                  <a:lnTo>
                    <a:pt x="2410" y="1343"/>
                  </a:lnTo>
                  <a:lnTo>
                    <a:pt x="2410" y="1363"/>
                  </a:lnTo>
                  <a:lnTo>
                    <a:pt x="2370" y="1403"/>
                  </a:lnTo>
                  <a:lnTo>
                    <a:pt x="2351" y="1442"/>
                  </a:lnTo>
                  <a:lnTo>
                    <a:pt x="2370" y="1462"/>
                  </a:lnTo>
                  <a:lnTo>
                    <a:pt x="2390" y="1482"/>
                  </a:lnTo>
                  <a:lnTo>
                    <a:pt x="2449" y="1403"/>
                  </a:lnTo>
                  <a:lnTo>
                    <a:pt x="2489" y="1343"/>
                  </a:lnTo>
                  <a:lnTo>
                    <a:pt x="2489" y="1264"/>
                  </a:lnTo>
                  <a:lnTo>
                    <a:pt x="2489" y="1205"/>
                  </a:lnTo>
                  <a:lnTo>
                    <a:pt x="2449" y="1086"/>
                  </a:lnTo>
                  <a:lnTo>
                    <a:pt x="2370" y="988"/>
                  </a:lnTo>
                  <a:lnTo>
                    <a:pt x="2331" y="948"/>
                  </a:lnTo>
                  <a:lnTo>
                    <a:pt x="2291" y="909"/>
                  </a:lnTo>
                  <a:lnTo>
                    <a:pt x="2232" y="810"/>
                  </a:lnTo>
                  <a:lnTo>
                    <a:pt x="2212" y="770"/>
                  </a:lnTo>
                  <a:lnTo>
                    <a:pt x="2173" y="751"/>
                  </a:lnTo>
                  <a:lnTo>
                    <a:pt x="2094" y="751"/>
                  </a:lnTo>
                  <a:lnTo>
                    <a:pt x="2015" y="770"/>
                  </a:lnTo>
                  <a:lnTo>
                    <a:pt x="2133" y="711"/>
                  </a:lnTo>
                  <a:lnTo>
                    <a:pt x="2133" y="494"/>
                  </a:lnTo>
                  <a:lnTo>
                    <a:pt x="2054" y="375"/>
                  </a:lnTo>
                  <a:lnTo>
                    <a:pt x="1995" y="277"/>
                  </a:lnTo>
                  <a:lnTo>
                    <a:pt x="1956" y="217"/>
                  </a:lnTo>
                  <a:lnTo>
                    <a:pt x="1916" y="178"/>
                  </a:lnTo>
                  <a:lnTo>
                    <a:pt x="1857" y="138"/>
                  </a:lnTo>
                  <a:lnTo>
                    <a:pt x="1778" y="119"/>
                  </a:lnTo>
                  <a:lnTo>
                    <a:pt x="1857" y="40"/>
                  </a:lnTo>
                  <a:lnTo>
                    <a:pt x="1738" y="40"/>
                  </a:lnTo>
                  <a:lnTo>
                    <a:pt x="16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
            <p:cNvSpPr/>
            <p:nvPr/>
          </p:nvSpPr>
          <p:spPr>
            <a:xfrm>
              <a:off x="-1574350" y="3412650"/>
              <a:ext cx="1000" cy="25"/>
            </a:xfrm>
            <a:custGeom>
              <a:rect b="b" l="l" r="r" t="t"/>
              <a:pathLst>
                <a:path extrusionOk="0" h="1" w="40">
                  <a:moveTo>
                    <a:pt x="40" y="1"/>
                  </a:moveTo>
                  <a:lnTo>
                    <a:pt x="40" y="1"/>
                  </a:lnTo>
                  <a:lnTo>
                    <a:pt x="0" y="1"/>
                  </a:lnTo>
                  <a:lnTo>
                    <a:pt x="0" y="1"/>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0" name="Google Shape;5310;p20"/>
            <p:cNvSpPr/>
            <p:nvPr/>
          </p:nvSpPr>
          <p:spPr>
            <a:xfrm>
              <a:off x="-1557075" y="3441800"/>
              <a:ext cx="1025" cy="525"/>
            </a:xfrm>
            <a:custGeom>
              <a:rect b="b" l="l" r="r" t="t"/>
              <a:pathLst>
                <a:path extrusionOk="0" h="21" w="41">
                  <a:moveTo>
                    <a:pt x="40" y="0"/>
                  </a:moveTo>
                  <a:lnTo>
                    <a:pt x="40" y="0"/>
                  </a:lnTo>
                  <a:lnTo>
                    <a:pt x="1" y="20"/>
                  </a:lnTo>
                  <a:lnTo>
                    <a:pt x="1" y="20"/>
                  </a:lnTo>
                  <a:lnTo>
                    <a:pt x="40" y="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
            <p:cNvSpPr/>
            <p:nvPr/>
          </p:nvSpPr>
          <p:spPr>
            <a:xfrm>
              <a:off x="-1245975" y="3259100"/>
              <a:ext cx="260250" cy="195075"/>
            </a:xfrm>
            <a:custGeom>
              <a:rect b="b" l="l" r="r" t="t"/>
              <a:pathLst>
                <a:path extrusionOk="0" h="7803" w="10410">
                  <a:moveTo>
                    <a:pt x="0" y="0"/>
                  </a:moveTo>
                  <a:lnTo>
                    <a:pt x="139" y="277"/>
                  </a:lnTo>
                  <a:lnTo>
                    <a:pt x="356" y="612"/>
                  </a:lnTo>
                  <a:lnTo>
                    <a:pt x="652" y="1047"/>
                  </a:lnTo>
                  <a:lnTo>
                    <a:pt x="1047" y="1560"/>
                  </a:lnTo>
                  <a:lnTo>
                    <a:pt x="1284" y="1837"/>
                  </a:lnTo>
                  <a:lnTo>
                    <a:pt x="1541" y="2133"/>
                  </a:lnTo>
                  <a:lnTo>
                    <a:pt x="1837" y="2430"/>
                  </a:lnTo>
                  <a:lnTo>
                    <a:pt x="2153" y="2746"/>
                  </a:lnTo>
                  <a:lnTo>
                    <a:pt x="2509" y="3062"/>
                  </a:lnTo>
                  <a:lnTo>
                    <a:pt x="2884" y="3378"/>
                  </a:lnTo>
                  <a:lnTo>
                    <a:pt x="3615" y="3950"/>
                  </a:lnTo>
                  <a:lnTo>
                    <a:pt x="4445" y="4583"/>
                  </a:lnTo>
                  <a:lnTo>
                    <a:pt x="5333" y="5215"/>
                  </a:lnTo>
                  <a:lnTo>
                    <a:pt x="6242" y="5866"/>
                  </a:lnTo>
                  <a:lnTo>
                    <a:pt x="7901" y="7012"/>
                  </a:lnTo>
                  <a:lnTo>
                    <a:pt x="9067" y="7802"/>
                  </a:lnTo>
                  <a:lnTo>
                    <a:pt x="10410" y="5491"/>
                  </a:lnTo>
                  <a:lnTo>
                    <a:pt x="8652" y="4365"/>
                  </a:lnTo>
                  <a:lnTo>
                    <a:pt x="7447" y="3615"/>
                  </a:lnTo>
                  <a:lnTo>
                    <a:pt x="6124" y="2805"/>
                  </a:lnTo>
                  <a:lnTo>
                    <a:pt x="4800" y="2035"/>
                  </a:lnTo>
                  <a:lnTo>
                    <a:pt x="3576" y="1343"/>
                  </a:lnTo>
                  <a:lnTo>
                    <a:pt x="3023" y="1047"/>
                  </a:lnTo>
                  <a:lnTo>
                    <a:pt x="2529" y="810"/>
                  </a:lnTo>
                  <a:lnTo>
                    <a:pt x="2114" y="632"/>
                  </a:lnTo>
                  <a:lnTo>
                    <a:pt x="1778" y="514"/>
                  </a:lnTo>
                  <a:lnTo>
                    <a:pt x="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
            <p:cNvSpPr/>
            <p:nvPr/>
          </p:nvSpPr>
          <p:spPr>
            <a:xfrm>
              <a:off x="-1722000" y="3272425"/>
              <a:ext cx="240000" cy="328900"/>
            </a:xfrm>
            <a:custGeom>
              <a:rect b="b" l="l" r="r" t="t"/>
              <a:pathLst>
                <a:path extrusionOk="0" h="13156" w="9600">
                  <a:moveTo>
                    <a:pt x="4267" y="0"/>
                  </a:moveTo>
                  <a:lnTo>
                    <a:pt x="3990" y="40"/>
                  </a:lnTo>
                  <a:lnTo>
                    <a:pt x="3694" y="139"/>
                  </a:lnTo>
                  <a:lnTo>
                    <a:pt x="3339" y="257"/>
                  </a:lnTo>
                  <a:lnTo>
                    <a:pt x="2983" y="395"/>
                  </a:lnTo>
                  <a:lnTo>
                    <a:pt x="2608" y="573"/>
                  </a:lnTo>
                  <a:lnTo>
                    <a:pt x="2232" y="751"/>
                  </a:lnTo>
                  <a:lnTo>
                    <a:pt x="1620" y="1067"/>
                  </a:lnTo>
                  <a:lnTo>
                    <a:pt x="1067" y="1383"/>
                  </a:lnTo>
                  <a:lnTo>
                    <a:pt x="968" y="1442"/>
                  </a:lnTo>
                  <a:lnTo>
                    <a:pt x="909" y="1482"/>
                  </a:lnTo>
                  <a:lnTo>
                    <a:pt x="870" y="1502"/>
                  </a:lnTo>
                  <a:lnTo>
                    <a:pt x="336" y="1837"/>
                  </a:lnTo>
                  <a:lnTo>
                    <a:pt x="198" y="1936"/>
                  </a:lnTo>
                  <a:lnTo>
                    <a:pt x="119" y="2055"/>
                  </a:lnTo>
                  <a:lnTo>
                    <a:pt x="60" y="2153"/>
                  </a:lnTo>
                  <a:lnTo>
                    <a:pt x="20" y="2272"/>
                  </a:lnTo>
                  <a:lnTo>
                    <a:pt x="0" y="2410"/>
                  </a:lnTo>
                  <a:lnTo>
                    <a:pt x="0" y="2529"/>
                  </a:lnTo>
                  <a:lnTo>
                    <a:pt x="40" y="2667"/>
                  </a:lnTo>
                  <a:lnTo>
                    <a:pt x="80" y="2825"/>
                  </a:lnTo>
                  <a:lnTo>
                    <a:pt x="218" y="3141"/>
                  </a:lnTo>
                  <a:lnTo>
                    <a:pt x="396" y="3516"/>
                  </a:lnTo>
                  <a:lnTo>
                    <a:pt x="593" y="3911"/>
                  </a:lnTo>
                  <a:lnTo>
                    <a:pt x="791" y="4366"/>
                  </a:lnTo>
                  <a:lnTo>
                    <a:pt x="1620" y="6222"/>
                  </a:lnTo>
                  <a:lnTo>
                    <a:pt x="2924" y="9106"/>
                  </a:lnTo>
                  <a:lnTo>
                    <a:pt x="3595" y="10548"/>
                  </a:lnTo>
                  <a:lnTo>
                    <a:pt x="4188" y="11812"/>
                  </a:lnTo>
                  <a:lnTo>
                    <a:pt x="4662" y="12721"/>
                  </a:lnTo>
                  <a:lnTo>
                    <a:pt x="4820" y="12997"/>
                  </a:lnTo>
                  <a:lnTo>
                    <a:pt x="4919" y="13116"/>
                  </a:lnTo>
                  <a:lnTo>
                    <a:pt x="4958" y="13136"/>
                  </a:lnTo>
                  <a:lnTo>
                    <a:pt x="5018" y="13155"/>
                  </a:lnTo>
                  <a:lnTo>
                    <a:pt x="5195" y="13116"/>
                  </a:lnTo>
                  <a:lnTo>
                    <a:pt x="5413" y="13037"/>
                  </a:lnTo>
                  <a:lnTo>
                    <a:pt x="5669" y="12938"/>
                  </a:lnTo>
                  <a:lnTo>
                    <a:pt x="5966" y="12780"/>
                  </a:lnTo>
                  <a:lnTo>
                    <a:pt x="6282" y="12602"/>
                  </a:lnTo>
                  <a:lnTo>
                    <a:pt x="6953" y="12187"/>
                  </a:lnTo>
                  <a:lnTo>
                    <a:pt x="7645" y="11753"/>
                  </a:lnTo>
                  <a:lnTo>
                    <a:pt x="8277" y="11358"/>
                  </a:lnTo>
                  <a:lnTo>
                    <a:pt x="9067" y="10805"/>
                  </a:lnTo>
                  <a:lnTo>
                    <a:pt x="9225" y="10686"/>
                  </a:lnTo>
                  <a:lnTo>
                    <a:pt x="9343" y="10568"/>
                  </a:lnTo>
                  <a:lnTo>
                    <a:pt x="9442" y="10449"/>
                  </a:lnTo>
                  <a:lnTo>
                    <a:pt x="9521" y="10350"/>
                  </a:lnTo>
                  <a:lnTo>
                    <a:pt x="9560" y="10232"/>
                  </a:lnTo>
                  <a:lnTo>
                    <a:pt x="9580" y="10153"/>
                  </a:lnTo>
                  <a:lnTo>
                    <a:pt x="9600" y="10054"/>
                  </a:lnTo>
                  <a:lnTo>
                    <a:pt x="9600" y="9955"/>
                  </a:lnTo>
                  <a:lnTo>
                    <a:pt x="9541" y="9797"/>
                  </a:lnTo>
                  <a:lnTo>
                    <a:pt x="9481" y="9639"/>
                  </a:lnTo>
                  <a:lnTo>
                    <a:pt x="9402" y="9501"/>
                  </a:lnTo>
                  <a:lnTo>
                    <a:pt x="9343" y="9363"/>
                  </a:lnTo>
                  <a:lnTo>
                    <a:pt x="9323" y="9343"/>
                  </a:lnTo>
                  <a:lnTo>
                    <a:pt x="9323" y="9323"/>
                  </a:lnTo>
                  <a:lnTo>
                    <a:pt x="9304" y="9304"/>
                  </a:lnTo>
                  <a:lnTo>
                    <a:pt x="9304" y="9284"/>
                  </a:lnTo>
                  <a:lnTo>
                    <a:pt x="9304" y="9264"/>
                  </a:lnTo>
                  <a:lnTo>
                    <a:pt x="9067" y="8652"/>
                  </a:lnTo>
                  <a:lnTo>
                    <a:pt x="8770" y="7980"/>
                  </a:lnTo>
                  <a:lnTo>
                    <a:pt x="8138" y="6538"/>
                  </a:lnTo>
                  <a:lnTo>
                    <a:pt x="7427" y="4998"/>
                  </a:lnTo>
                  <a:lnTo>
                    <a:pt x="6677" y="3477"/>
                  </a:lnTo>
                  <a:lnTo>
                    <a:pt x="5966" y="2114"/>
                  </a:lnTo>
                  <a:lnTo>
                    <a:pt x="5650" y="1521"/>
                  </a:lnTo>
                  <a:lnTo>
                    <a:pt x="5353" y="1008"/>
                  </a:lnTo>
                  <a:lnTo>
                    <a:pt x="5334" y="968"/>
                  </a:lnTo>
                  <a:lnTo>
                    <a:pt x="5294" y="929"/>
                  </a:lnTo>
                  <a:lnTo>
                    <a:pt x="5294" y="909"/>
                  </a:lnTo>
                  <a:lnTo>
                    <a:pt x="5274" y="889"/>
                  </a:lnTo>
                  <a:lnTo>
                    <a:pt x="5235" y="830"/>
                  </a:lnTo>
                  <a:lnTo>
                    <a:pt x="5057" y="553"/>
                  </a:lnTo>
                  <a:lnTo>
                    <a:pt x="4899" y="316"/>
                  </a:lnTo>
                  <a:lnTo>
                    <a:pt x="4761" y="158"/>
                  </a:lnTo>
                  <a:lnTo>
                    <a:pt x="4662" y="60"/>
                  </a:lnTo>
                  <a:lnTo>
                    <a:pt x="4583" y="20"/>
                  </a:lnTo>
                  <a:lnTo>
                    <a:pt x="450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3" name="Google Shape;5313;p20"/>
            <p:cNvSpPr/>
            <p:nvPr/>
          </p:nvSpPr>
          <p:spPr>
            <a:xfrm>
              <a:off x="-1415350" y="3197850"/>
              <a:ext cx="229650" cy="228650"/>
            </a:xfrm>
            <a:custGeom>
              <a:rect b="b" l="l" r="r" t="t"/>
              <a:pathLst>
                <a:path extrusionOk="0" h="9146" w="9186">
                  <a:moveTo>
                    <a:pt x="7566" y="1"/>
                  </a:moveTo>
                  <a:lnTo>
                    <a:pt x="7368" y="60"/>
                  </a:lnTo>
                  <a:lnTo>
                    <a:pt x="7190" y="119"/>
                  </a:lnTo>
                  <a:lnTo>
                    <a:pt x="7012" y="198"/>
                  </a:lnTo>
                  <a:lnTo>
                    <a:pt x="6854" y="277"/>
                  </a:lnTo>
                  <a:lnTo>
                    <a:pt x="6696" y="376"/>
                  </a:lnTo>
                  <a:lnTo>
                    <a:pt x="6558" y="495"/>
                  </a:lnTo>
                  <a:lnTo>
                    <a:pt x="6282" y="751"/>
                  </a:lnTo>
                  <a:lnTo>
                    <a:pt x="6025" y="1028"/>
                  </a:lnTo>
                  <a:lnTo>
                    <a:pt x="5788" y="1304"/>
                  </a:lnTo>
                  <a:lnTo>
                    <a:pt x="5551" y="1581"/>
                  </a:lnTo>
                  <a:lnTo>
                    <a:pt x="5294" y="1838"/>
                  </a:lnTo>
                  <a:lnTo>
                    <a:pt x="5057" y="2075"/>
                  </a:lnTo>
                  <a:lnTo>
                    <a:pt x="4800" y="2292"/>
                  </a:lnTo>
                  <a:lnTo>
                    <a:pt x="4543" y="2490"/>
                  </a:lnTo>
                  <a:lnTo>
                    <a:pt x="4287" y="2648"/>
                  </a:lnTo>
                  <a:lnTo>
                    <a:pt x="4010" y="2786"/>
                  </a:lnTo>
                  <a:lnTo>
                    <a:pt x="3734" y="2885"/>
                  </a:lnTo>
                  <a:lnTo>
                    <a:pt x="3457" y="2983"/>
                  </a:lnTo>
                  <a:lnTo>
                    <a:pt x="3161" y="3023"/>
                  </a:lnTo>
                  <a:lnTo>
                    <a:pt x="3003" y="3062"/>
                  </a:lnTo>
                  <a:lnTo>
                    <a:pt x="2805" y="3122"/>
                  </a:lnTo>
                  <a:lnTo>
                    <a:pt x="2588" y="3240"/>
                  </a:lnTo>
                  <a:lnTo>
                    <a:pt x="2351" y="3378"/>
                  </a:lnTo>
                  <a:lnTo>
                    <a:pt x="2114" y="3536"/>
                  </a:lnTo>
                  <a:lnTo>
                    <a:pt x="1857" y="3714"/>
                  </a:lnTo>
                  <a:lnTo>
                    <a:pt x="1600" y="3931"/>
                  </a:lnTo>
                  <a:lnTo>
                    <a:pt x="1344" y="4168"/>
                  </a:lnTo>
                  <a:lnTo>
                    <a:pt x="1087" y="4425"/>
                  </a:lnTo>
                  <a:lnTo>
                    <a:pt x="870" y="4682"/>
                  </a:lnTo>
                  <a:lnTo>
                    <a:pt x="652" y="4978"/>
                  </a:lnTo>
                  <a:lnTo>
                    <a:pt x="455" y="5255"/>
                  </a:lnTo>
                  <a:lnTo>
                    <a:pt x="297" y="5571"/>
                  </a:lnTo>
                  <a:lnTo>
                    <a:pt x="159" y="5867"/>
                  </a:lnTo>
                  <a:lnTo>
                    <a:pt x="60" y="6183"/>
                  </a:lnTo>
                  <a:lnTo>
                    <a:pt x="20" y="6499"/>
                  </a:lnTo>
                  <a:lnTo>
                    <a:pt x="0" y="6796"/>
                  </a:lnTo>
                  <a:lnTo>
                    <a:pt x="40" y="7072"/>
                  </a:lnTo>
                  <a:lnTo>
                    <a:pt x="119" y="7349"/>
                  </a:lnTo>
                  <a:lnTo>
                    <a:pt x="218" y="7586"/>
                  </a:lnTo>
                  <a:lnTo>
                    <a:pt x="356" y="7823"/>
                  </a:lnTo>
                  <a:lnTo>
                    <a:pt x="514" y="8020"/>
                  </a:lnTo>
                  <a:lnTo>
                    <a:pt x="672" y="8218"/>
                  </a:lnTo>
                  <a:lnTo>
                    <a:pt x="830" y="8376"/>
                  </a:lnTo>
                  <a:lnTo>
                    <a:pt x="1008" y="8534"/>
                  </a:lnTo>
                  <a:lnTo>
                    <a:pt x="1186" y="8672"/>
                  </a:lnTo>
                  <a:lnTo>
                    <a:pt x="1482" y="8869"/>
                  </a:lnTo>
                  <a:lnTo>
                    <a:pt x="1699" y="8988"/>
                  </a:lnTo>
                  <a:lnTo>
                    <a:pt x="1778" y="9027"/>
                  </a:lnTo>
                  <a:lnTo>
                    <a:pt x="2094" y="9087"/>
                  </a:lnTo>
                  <a:lnTo>
                    <a:pt x="2450" y="9126"/>
                  </a:lnTo>
                  <a:lnTo>
                    <a:pt x="2904" y="9146"/>
                  </a:lnTo>
                  <a:lnTo>
                    <a:pt x="3141" y="9126"/>
                  </a:lnTo>
                  <a:lnTo>
                    <a:pt x="3378" y="9107"/>
                  </a:lnTo>
                  <a:lnTo>
                    <a:pt x="3615" y="9067"/>
                  </a:lnTo>
                  <a:lnTo>
                    <a:pt x="3872" y="9008"/>
                  </a:lnTo>
                  <a:lnTo>
                    <a:pt x="4089" y="8909"/>
                  </a:lnTo>
                  <a:lnTo>
                    <a:pt x="4326" y="8810"/>
                  </a:lnTo>
                  <a:lnTo>
                    <a:pt x="4524" y="8672"/>
                  </a:lnTo>
                  <a:lnTo>
                    <a:pt x="4721" y="8494"/>
                  </a:lnTo>
                  <a:lnTo>
                    <a:pt x="5037" y="8119"/>
                  </a:lnTo>
                  <a:lnTo>
                    <a:pt x="5314" y="7744"/>
                  </a:lnTo>
                  <a:lnTo>
                    <a:pt x="5531" y="7368"/>
                  </a:lnTo>
                  <a:lnTo>
                    <a:pt x="5748" y="6993"/>
                  </a:lnTo>
                  <a:lnTo>
                    <a:pt x="6143" y="6242"/>
                  </a:lnTo>
                  <a:lnTo>
                    <a:pt x="6361" y="5887"/>
                  </a:lnTo>
                  <a:lnTo>
                    <a:pt x="6598" y="5531"/>
                  </a:lnTo>
                  <a:lnTo>
                    <a:pt x="6736" y="5354"/>
                  </a:lnTo>
                  <a:lnTo>
                    <a:pt x="6894" y="5176"/>
                  </a:lnTo>
                  <a:lnTo>
                    <a:pt x="7249" y="4820"/>
                  </a:lnTo>
                  <a:lnTo>
                    <a:pt x="7625" y="4445"/>
                  </a:lnTo>
                  <a:lnTo>
                    <a:pt x="8020" y="4050"/>
                  </a:lnTo>
                  <a:lnTo>
                    <a:pt x="8415" y="3615"/>
                  </a:lnTo>
                  <a:lnTo>
                    <a:pt x="8573" y="3398"/>
                  </a:lnTo>
                  <a:lnTo>
                    <a:pt x="8731" y="3181"/>
                  </a:lnTo>
                  <a:lnTo>
                    <a:pt x="8869" y="2944"/>
                  </a:lnTo>
                  <a:lnTo>
                    <a:pt x="8988" y="2687"/>
                  </a:lnTo>
                  <a:lnTo>
                    <a:pt x="9086" y="2430"/>
                  </a:lnTo>
                  <a:lnTo>
                    <a:pt x="9146" y="2174"/>
                  </a:lnTo>
                  <a:lnTo>
                    <a:pt x="9185" y="1897"/>
                  </a:lnTo>
                  <a:lnTo>
                    <a:pt x="9185" y="1660"/>
                  </a:lnTo>
                  <a:lnTo>
                    <a:pt x="9165" y="1423"/>
                  </a:lnTo>
                  <a:lnTo>
                    <a:pt x="9126" y="1206"/>
                  </a:lnTo>
                  <a:lnTo>
                    <a:pt x="9047" y="1008"/>
                  </a:lnTo>
                  <a:lnTo>
                    <a:pt x="8948" y="811"/>
                  </a:lnTo>
                  <a:lnTo>
                    <a:pt x="8849" y="653"/>
                  </a:lnTo>
                  <a:lnTo>
                    <a:pt x="8731" y="495"/>
                  </a:lnTo>
                  <a:lnTo>
                    <a:pt x="8593" y="376"/>
                  </a:lnTo>
                  <a:lnTo>
                    <a:pt x="8454" y="258"/>
                  </a:lnTo>
                  <a:lnTo>
                    <a:pt x="8296" y="159"/>
                  </a:lnTo>
                  <a:lnTo>
                    <a:pt x="8158" y="100"/>
                  </a:lnTo>
                  <a:lnTo>
                    <a:pt x="8000" y="40"/>
                  </a:lnTo>
                  <a:lnTo>
                    <a:pt x="7862"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4" name="Google Shape;5314;p20"/>
            <p:cNvSpPr/>
            <p:nvPr/>
          </p:nvSpPr>
          <p:spPr>
            <a:xfrm>
              <a:off x="-1467200" y="3098100"/>
              <a:ext cx="269150" cy="274600"/>
            </a:xfrm>
            <a:custGeom>
              <a:rect b="b" l="l" r="r" t="t"/>
              <a:pathLst>
                <a:path extrusionOk="0" h="10984" w="10766">
                  <a:moveTo>
                    <a:pt x="9659" y="1"/>
                  </a:moveTo>
                  <a:lnTo>
                    <a:pt x="9363" y="21"/>
                  </a:lnTo>
                  <a:lnTo>
                    <a:pt x="9086" y="60"/>
                  </a:lnTo>
                  <a:lnTo>
                    <a:pt x="8830" y="119"/>
                  </a:lnTo>
                  <a:lnTo>
                    <a:pt x="8612" y="198"/>
                  </a:lnTo>
                  <a:lnTo>
                    <a:pt x="8435" y="297"/>
                  </a:lnTo>
                  <a:lnTo>
                    <a:pt x="8316" y="376"/>
                  </a:lnTo>
                  <a:lnTo>
                    <a:pt x="8198" y="435"/>
                  </a:lnTo>
                  <a:lnTo>
                    <a:pt x="7842" y="376"/>
                  </a:lnTo>
                  <a:lnTo>
                    <a:pt x="7526" y="317"/>
                  </a:lnTo>
                  <a:lnTo>
                    <a:pt x="7210" y="277"/>
                  </a:lnTo>
                  <a:lnTo>
                    <a:pt x="6914" y="258"/>
                  </a:lnTo>
                  <a:lnTo>
                    <a:pt x="6380" y="258"/>
                  </a:lnTo>
                  <a:lnTo>
                    <a:pt x="5926" y="297"/>
                  </a:lnTo>
                  <a:lnTo>
                    <a:pt x="5571" y="337"/>
                  </a:lnTo>
                  <a:lnTo>
                    <a:pt x="5314" y="396"/>
                  </a:lnTo>
                  <a:lnTo>
                    <a:pt x="5097" y="475"/>
                  </a:lnTo>
                  <a:lnTo>
                    <a:pt x="4840" y="514"/>
                  </a:lnTo>
                  <a:lnTo>
                    <a:pt x="4603" y="554"/>
                  </a:lnTo>
                  <a:lnTo>
                    <a:pt x="4405" y="613"/>
                  </a:lnTo>
                  <a:lnTo>
                    <a:pt x="4227" y="672"/>
                  </a:lnTo>
                  <a:lnTo>
                    <a:pt x="3931" y="811"/>
                  </a:lnTo>
                  <a:lnTo>
                    <a:pt x="3714" y="949"/>
                  </a:lnTo>
                  <a:lnTo>
                    <a:pt x="3556" y="1067"/>
                  </a:lnTo>
                  <a:lnTo>
                    <a:pt x="3457" y="1186"/>
                  </a:lnTo>
                  <a:lnTo>
                    <a:pt x="3378" y="1245"/>
                  </a:lnTo>
                  <a:lnTo>
                    <a:pt x="3339" y="1285"/>
                  </a:lnTo>
                  <a:lnTo>
                    <a:pt x="3102" y="1364"/>
                  </a:lnTo>
                  <a:lnTo>
                    <a:pt x="2647" y="1581"/>
                  </a:lnTo>
                  <a:lnTo>
                    <a:pt x="2351" y="1739"/>
                  </a:lnTo>
                  <a:lnTo>
                    <a:pt x="2055" y="1937"/>
                  </a:lnTo>
                  <a:lnTo>
                    <a:pt x="1739" y="2154"/>
                  </a:lnTo>
                  <a:lnTo>
                    <a:pt x="1442" y="2391"/>
                  </a:lnTo>
                  <a:lnTo>
                    <a:pt x="1304" y="2529"/>
                  </a:lnTo>
                  <a:lnTo>
                    <a:pt x="1146" y="2707"/>
                  </a:lnTo>
                  <a:lnTo>
                    <a:pt x="1008" y="2924"/>
                  </a:lnTo>
                  <a:lnTo>
                    <a:pt x="889" y="3141"/>
                  </a:lnTo>
                  <a:lnTo>
                    <a:pt x="633" y="3635"/>
                  </a:lnTo>
                  <a:lnTo>
                    <a:pt x="415" y="4129"/>
                  </a:lnTo>
                  <a:lnTo>
                    <a:pt x="238" y="4583"/>
                  </a:lnTo>
                  <a:lnTo>
                    <a:pt x="119" y="4978"/>
                  </a:lnTo>
                  <a:lnTo>
                    <a:pt x="1" y="5354"/>
                  </a:lnTo>
                  <a:lnTo>
                    <a:pt x="317" y="6223"/>
                  </a:lnTo>
                  <a:lnTo>
                    <a:pt x="672" y="7131"/>
                  </a:lnTo>
                  <a:lnTo>
                    <a:pt x="1087" y="8158"/>
                  </a:lnTo>
                  <a:lnTo>
                    <a:pt x="1541" y="9205"/>
                  </a:lnTo>
                  <a:lnTo>
                    <a:pt x="1758" y="9679"/>
                  </a:lnTo>
                  <a:lnTo>
                    <a:pt x="1976" y="10114"/>
                  </a:lnTo>
                  <a:lnTo>
                    <a:pt x="2193" y="10469"/>
                  </a:lnTo>
                  <a:lnTo>
                    <a:pt x="2391" y="10746"/>
                  </a:lnTo>
                  <a:lnTo>
                    <a:pt x="2470" y="10845"/>
                  </a:lnTo>
                  <a:lnTo>
                    <a:pt x="2549" y="10924"/>
                  </a:lnTo>
                  <a:lnTo>
                    <a:pt x="2628" y="10983"/>
                  </a:lnTo>
                  <a:lnTo>
                    <a:pt x="2766" y="10983"/>
                  </a:lnTo>
                  <a:lnTo>
                    <a:pt x="2845" y="10963"/>
                  </a:lnTo>
                  <a:lnTo>
                    <a:pt x="3042" y="10865"/>
                  </a:lnTo>
                  <a:lnTo>
                    <a:pt x="3240" y="10707"/>
                  </a:lnTo>
                  <a:lnTo>
                    <a:pt x="3477" y="10509"/>
                  </a:lnTo>
                  <a:lnTo>
                    <a:pt x="3734" y="10272"/>
                  </a:lnTo>
                  <a:lnTo>
                    <a:pt x="3990" y="9995"/>
                  </a:lnTo>
                  <a:lnTo>
                    <a:pt x="4247" y="9699"/>
                  </a:lnTo>
                  <a:lnTo>
                    <a:pt x="4524" y="9383"/>
                  </a:lnTo>
                  <a:lnTo>
                    <a:pt x="5018" y="8751"/>
                  </a:lnTo>
                  <a:lnTo>
                    <a:pt x="5452" y="8119"/>
                  </a:lnTo>
                  <a:lnTo>
                    <a:pt x="5610" y="7842"/>
                  </a:lnTo>
                  <a:lnTo>
                    <a:pt x="5748" y="7605"/>
                  </a:lnTo>
                  <a:lnTo>
                    <a:pt x="5847" y="7388"/>
                  </a:lnTo>
                  <a:lnTo>
                    <a:pt x="5906" y="7210"/>
                  </a:lnTo>
                  <a:lnTo>
                    <a:pt x="5985" y="6894"/>
                  </a:lnTo>
                  <a:lnTo>
                    <a:pt x="6124" y="6499"/>
                  </a:lnTo>
                  <a:lnTo>
                    <a:pt x="6301" y="6065"/>
                  </a:lnTo>
                  <a:lnTo>
                    <a:pt x="6499" y="5630"/>
                  </a:lnTo>
                  <a:lnTo>
                    <a:pt x="6696" y="5196"/>
                  </a:lnTo>
                  <a:lnTo>
                    <a:pt x="6894" y="4820"/>
                  </a:lnTo>
                  <a:lnTo>
                    <a:pt x="7052" y="4524"/>
                  </a:lnTo>
                  <a:lnTo>
                    <a:pt x="7171" y="4346"/>
                  </a:lnTo>
                  <a:lnTo>
                    <a:pt x="7329" y="4188"/>
                  </a:lnTo>
                  <a:lnTo>
                    <a:pt x="7585" y="3991"/>
                  </a:lnTo>
                  <a:lnTo>
                    <a:pt x="8296" y="3497"/>
                  </a:lnTo>
                  <a:lnTo>
                    <a:pt x="9146" y="2944"/>
                  </a:lnTo>
                  <a:lnTo>
                    <a:pt x="9580" y="2648"/>
                  </a:lnTo>
                  <a:lnTo>
                    <a:pt x="9975" y="2371"/>
                  </a:lnTo>
                  <a:lnTo>
                    <a:pt x="10153" y="2233"/>
                  </a:lnTo>
                  <a:lnTo>
                    <a:pt x="10311" y="2075"/>
                  </a:lnTo>
                  <a:lnTo>
                    <a:pt x="10430" y="1917"/>
                  </a:lnTo>
                  <a:lnTo>
                    <a:pt x="10548" y="1759"/>
                  </a:lnTo>
                  <a:lnTo>
                    <a:pt x="10627" y="1581"/>
                  </a:lnTo>
                  <a:lnTo>
                    <a:pt x="10706" y="1403"/>
                  </a:lnTo>
                  <a:lnTo>
                    <a:pt x="10746" y="1225"/>
                  </a:lnTo>
                  <a:lnTo>
                    <a:pt x="10765" y="1048"/>
                  </a:lnTo>
                  <a:lnTo>
                    <a:pt x="10746" y="890"/>
                  </a:lnTo>
                  <a:lnTo>
                    <a:pt x="10726" y="732"/>
                  </a:lnTo>
                  <a:lnTo>
                    <a:pt x="10667" y="574"/>
                  </a:lnTo>
                  <a:lnTo>
                    <a:pt x="10588" y="435"/>
                  </a:lnTo>
                  <a:lnTo>
                    <a:pt x="10489" y="317"/>
                  </a:lnTo>
                  <a:lnTo>
                    <a:pt x="10370" y="218"/>
                  </a:lnTo>
                  <a:lnTo>
                    <a:pt x="10212" y="139"/>
                  </a:lnTo>
                  <a:lnTo>
                    <a:pt x="10035" y="80"/>
                  </a:lnTo>
                  <a:lnTo>
                    <a:pt x="9798" y="21"/>
                  </a:lnTo>
                  <a:lnTo>
                    <a:pt x="9659"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5" name="Google Shape;5315;p20"/>
            <p:cNvSpPr/>
            <p:nvPr/>
          </p:nvSpPr>
          <p:spPr>
            <a:xfrm>
              <a:off x="-1390175" y="3108975"/>
              <a:ext cx="127925" cy="124950"/>
            </a:xfrm>
            <a:custGeom>
              <a:rect b="b" l="l" r="r" t="t"/>
              <a:pathLst>
                <a:path extrusionOk="0" h="4998" w="5117">
                  <a:moveTo>
                    <a:pt x="5117" y="0"/>
                  </a:moveTo>
                  <a:lnTo>
                    <a:pt x="4781" y="40"/>
                  </a:lnTo>
                  <a:lnTo>
                    <a:pt x="4406" y="99"/>
                  </a:lnTo>
                  <a:lnTo>
                    <a:pt x="3932" y="198"/>
                  </a:lnTo>
                  <a:lnTo>
                    <a:pt x="3675" y="277"/>
                  </a:lnTo>
                  <a:lnTo>
                    <a:pt x="3398" y="376"/>
                  </a:lnTo>
                  <a:lnTo>
                    <a:pt x="3102" y="474"/>
                  </a:lnTo>
                  <a:lnTo>
                    <a:pt x="2825" y="613"/>
                  </a:lnTo>
                  <a:lnTo>
                    <a:pt x="2529" y="771"/>
                  </a:lnTo>
                  <a:lnTo>
                    <a:pt x="2253" y="949"/>
                  </a:lnTo>
                  <a:lnTo>
                    <a:pt x="1976" y="1166"/>
                  </a:lnTo>
                  <a:lnTo>
                    <a:pt x="1719" y="1383"/>
                  </a:lnTo>
                  <a:lnTo>
                    <a:pt x="1482" y="1660"/>
                  </a:lnTo>
                  <a:lnTo>
                    <a:pt x="1265" y="1936"/>
                  </a:lnTo>
                  <a:lnTo>
                    <a:pt x="1067" y="2213"/>
                  </a:lnTo>
                  <a:lnTo>
                    <a:pt x="890" y="2509"/>
                  </a:lnTo>
                  <a:lnTo>
                    <a:pt x="732" y="2825"/>
                  </a:lnTo>
                  <a:lnTo>
                    <a:pt x="593" y="3121"/>
                  </a:lnTo>
                  <a:lnTo>
                    <a:pt x="475" y="3418"/>
                  </a:lnTo>
                  <a:lnTo>
                    <a:pt x="356" y="3694"/>
                  </a:lnTo>
                  <a:lnTo>
                    <a:pt x="198" y="4208"/>
                  </a:lnTo>
                  <a:lnTo>
                    <a:pt x="80" y="4622"/>
                  </a:lnTo>
                  <a:lnTo>
                    <a:pt x="1" y="4998"/>
                  </a:lnTo>
                  <a:lnTo>
                    <a:pt x="139" y="4583"/>
                  </a:lnTo>
                  <a:lnTo>
                    <a:pt x="317" y="4109"/>
                  </a:lnTo>
                  <a:lnTo>
                    <a:pt x="534" y="3556"/>
                  </a:lnTo>
                  <a:lnTo>
                    <a:pt x="672" y="3260"/>
                  </a:lnTo>
                  <a:lnTo>
                    <a:pt x="830" y="2963"/>
                  </a:lnTo>
                  <a:lnTo>
                    <a:pt x="1008" y="2667"/>
                  </a:lnTo>
                  <a:lnTo>
                    <a:pt x="1186" y="2371"/>
                  </a:lnTo>
                  <a:lnTo>
                    <a:pt x="1383" y="2094"/>
                  </a:lnTo>
                  <a:lnTo>
                    <a:pt x="1581" y="1837"/>
                  </a:lnTo>
                  <a:lnTo>
                    <a:pt x="1798" y="1600"/>
                  </a:lnTo>
                  <a:lnTo>
                    <a:pt x="2035" y="1403"/>
                  </a:lnTo>
                  <a:lnTo>
                    <a:pt x="2272" y="1245"/>
                  </a:lnTo>
                  <a:lnTo>
                    <a:pt x="2529" y="1087"/>
                  </a:lnTo>
                  <a:lnTo>
                    <a:pt x="3062" y="790"/>
                  </a:lnTo>
                  <a:lnTo>
                    <a:pt x="3576" y="553"/>
                  </a:lnTo>
                  <a:lnTo>
                    <a:pt x="4050" y="356"/>
                  </a:lnTo>
                  <a:lnTo>
                    <a:pt x="4485" y="198"/>
                  </a:lnTo>
                  <a:lnTo>
                    <a:pt x="4820" y="99"/>
                  </a:lnTo>
                  <a:lnTo>
                    <a:pt x="5117"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
            <p:cNvSpPr/>
            <p:nvPr/>
          </p:nvSpPr>
          <p:spPr>
            <a:xfrm>
              <a:off x="-1421275" y="3109475"/>
              <a:ext cx="81500" cy="108150"/>
            </a:xfrm>
            <a:custGeom>
              <a:rect b="b" l="l" r="r" t="t"/>
              <a:pathLst>
                <a:path extrusionOk="0" h="4326" w="3260">
                  <a:moveTo>
                    <a:pt x="3260" y="0"/>
                  </a:moveTo>
                  <a:lnTo>
                    <a:pt x="3023" y="119"/>
                  </a:lnTo>
                  <a:lnTo>
                    <a:pt x="2746" y="257"/>
                  </a:lnTo>
                  <a:lnTo>
                    <a:pt x="2410" y="474"/>
                  </a:lnTo>
                  <a:lnTo>
                    <a:pt x="2055" y="731"/>
                  </a:lnTo>
                  <a:lnTo>
                    <a:pt x="1857" y="869"/>
                  </a:lnTo>
                  <a:lnTo>
                    <a:pt x="1679" y="1047"/>
                  </a:lnTo>
                  <a:lnTo>
                    <a:pt x="1502" y="1225"/>
                  </a:lnTo>
                  <a:lnTo>
                    <a:pt x="1324" y="1422"/>
                  </a:lnTo>
                  <a:lnTo>
                    <a:pt x="1146" y="1640"/>
                  </a:lnTo>
                  <a:lnTo>
                    <a:pt x="988" y="1877"/>
                  </a:lnTo>
                  <a:lnTo>
                    <a:pt x="731" y="2351"/>
                  </a:lnTo>
                  <a:lnTo>
                    <a:pt x="514" y="2785"/>
                  </a:lnTo>
                  <a:lnTo>
                    <a:pt x="336" y="3200"/>
                  </a:lnTo>
                  <a:lnTo>
                    <a:pt x="198" y="3575"/>
                  </a:lnTo>
                  <a:lnTo>
                    <a:pt x="99" y="3891"/>
                  </a:lnTo>
                  <a:lnTo>
                    <a:pt x="40" y="4128"/>
                  </a:lnTo>
                  <a:lnTo>
                    <a:pt x="0" y="4326"/>
                  </a:lnTo>
                  <a:lnTo>
                    <a:pt x="40" y="4188"/>
                  </a:lnTo>
                  <a:lnTo>
                    <a:pt x="198" y="3753"/>
                  </a:lnTo>
                  <a:lnTo>
                    <a:pt x="336" y="3437"/>
                  </a:lnTo>
                  <a:lnTo>
                    <a:pt x="514" y="3062"/>
                  </a:lnTo>
                  <a:lnTo>
                    <a:pt x="751" y="2627"/>
                  </a:lnTo>
                  <a:lnTo>
                    <a:pt x="1028" y="2114"/>
                  </a:lnTo>
                  <a:lnTo>
                    <a:pt x="1186" y="1857"/>
                  </a:lnTo>
                  <a:lnTo>
                    <a:pt x="1363" y="1620"/>
                  </a:lnTo>
                  <a:lnTo>
                    <a:pt x="1541" y="1403"/>
                  </a:lnTo>
                  <a:lnTo>
                    <a:pt x="1719" y="1185"/>
                  </a:lnTo>
                  <a:lnTo>
                    <a:pt x="1897" y="988"/>
                  </a:lnTo>
                  <a:lnTo>
                    <a:pt x="2094" y="830"/>
                  </a:lnTo>
                  <a:lnTo>
                    <a:pt x="2450" y="533"/>
                  </a:lnTo>
                  <a:lnTo>
                    <a:pt x="2766" y="296"/>
                  </a:lnTo>
                  <a:lnTo>
                    <a:pt x="3023" y="138"/>
                  </a:lnTo>
                  <a:lnTo>
                    <a:pt x="32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7" name="Google Shape;5317;p20"/>
            <p:cNvSpPr/>
            <p:nvPr/>
          </p:nvSpPr>
          <p:spPr>
            <a:xfrm>
              <a:off x="-1439550" y="3130200"/>
              <a:ext cx="55825" cy="79050"/>
            </a:xfrm>
            <a:custGeom>
              <a:rect b="b" l="l" r="r" t="t"/>
              <a:pathLst>
                <a:path extrusionOk="0" h="3162" w="2233">
                  <a:moveTo>
                    <a:pt x="2233" y="1"/>
                  </a:moveTo>
                  <a:lnTo>
                    <a:pt x="1857" y="80"/>
                  </a:lnTo>
                  <a:lnTo>
                    <a:pt x="1798" y="119"/>
                  </a:lnTo>
                  <a:lnTo>
                    <a:pt x="1660" y="238"/>
                  </a:lnTo>
                  <a:lnTo>
                    <a:pt x="1541" y="337"/>
                  </a:lnTo>
                  <a:lnTo>
                    <a:pt x="1423" y="475"/>
                  </a:lnTo>
                  <a:lnTo>
                    <a:pt x="1285" y="653"/>
                  </a:lnTo>
                  <a:lnTo>
                    <a:pt x="1127" y="850"/>
                  </a:lnTo>
                  <a:lnTo>
                    <a:pt x="949" y="1146"/>
                  </a:lnTo>
                  <a:lnTo>
                    <a:pt x="771" y="1482"/>
                  </a:lnTo>
                  <a:lnTo>
                    <a:pt x="396" y="2252"/>
                  </a:lnTo>
                  <a:lnTo>
                    <a:pt x="119" y="2904"/>
                  </a:lnTo>
                  <a:lnTo>
                    <a:pt x="1" y="3161"/>
                  </a:lnTo>
                  <a:lnTo>
                    <a:pt x="672" y="1877"/>
                  </a:lnTo>
                  <a:lnTo>
                    <a:pt x="929" y="1423"/>
                  </a:lnTo>
                  <a:lnTo>
                    <a:pt x="1186" y="1028"/>
                  </a:lnTo>
                  <a:lnTo>
                    <a:pt x="1462" y="712"/>
                  </a:lnTo>
                  <a:lnTo>
                    <a:pt x="1699" y="455"/>
                  </a:lnTo>
                  <a:lnTo>
                    <a:pt x="1917" y="258"/>
                  </a:lnTo>
                  <a:lnTo>
                    <a:pt x="2075" y="119"/>
                  </a:lnTo>
                  <a:lnTo>
                    <a:pt x="223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8" name="Google Shape;5318;p20"/>
            <p:cNvSpPr/>
            <p:nvPr/>
          </p:nvSpPr>
          <p:spPr>
            <a:xfrm>
              <a:off x="-1268200" y="3098100"/>
              <a:ext cx="50400" cy="39550"/>
            </a:xfrm>
            <a:custGeom>
              <a:rect b="b" l="l" r="r" t="t"/>
              <a:pathLst>
                <a:path extrusionOk="0" h="1582" w="2016">
                  <a:moveTo>
                    <a:pt x="1699" y="1"/>
                  </a:moveTo>
                  <a:lnTo>
                    <a:pt x="1719" y="297"/>
                  </a:lnTo>
                  <a:lnTo>
                    <a:pt x="1759" y="574"/>
                  </a:lnTo>
                  <a:lnTo>
                    <a:pt x="1818" y="830"/>
                  </a:lnTo>
                  <a:lnTo>
                    <a:pt x="1838" y="929"/>
                  </a:lnTo>
                  <a:lnTo>
                    <a:pt x="1541" y="1087"/>
                  </a:lnTo>
                  <a:lnTo>
                    <a:pt x="1265" y="1225"/>
                  </a:lnTo>
                  <a:lnTo>
                    <a:pt x="949" y="1344"/>
                  </a:lnTo>
                  <a:lnTo>
                    <a:pt x="692" y="1423"/>
                  </a:lnTo>
                  <a:lnTo>
                    <a:pt x="514" y="1463"/>
                  </a:lnTo>
                  <a:lnTo>
                    <a:pt x="376" y="1463"/>
                  </a:lnTo>
                  <a:lnTo>
                    <a:pt x="336" y="1423"/>
                  </a:lnTo>
                  <a:lnTo>
                    <a:pt x="277" y="1384"/>
                  </a:lnTo>
                  <a:lnTo>
                    <a:pt x="198" y="1285"/>
                  </a:lnTo>
                  <a:lnTo>
                    <a:pt x="139" y="1186"/>
                  </a:lnTo>
                  <a:lnTo>
                    <a:pt x="99" y="1048"/>
                  </a:lnTo>
                  <a:lnTo>
                    <a:pt x="80" y="929"/>
                  </a:lnTo>
                  <a:lnTo>
                    <a:pt x="80" y="613"/>
                  </a:lnTo>
                  <a:lnTo>
                    <a:pt x="80" y="455"/>
                  </a:lnTo>
                  <a:lnTo>
                    <a:pt x="1" y="475"/>
                  </a:lnTo>
                  <a:lnTo>
                    <a:pt x="1" y="613"/>
                  </a:lnTo>
                  <a:lnTo>
                    <a:pt x="1" y="751"/>
                  </a:lnTo>
                  <a:lnTo>
                    <a:pt x="1" y="890"/>
                  </a:lnTo>
                  <a:lnTo>
                    <a:pt x="1" y="1048"/>
                  </a:lnTo>
                  <a:lnTo>
                    <a:pt x="40" y="1225"/>
                  </a:lnTo>
                  <a:lnTo>
                    <a:pt x="99" y="1384"/>
                  </a:lnTo>
                  <a:lnTo>
                    <a:pt x="139" y="1443"/>
                  </a:lnTo>
                  <a:lnTo>
                    <a:pt x="198" y="1502"/>
                  </a:lnTo>
                  <a:lnTo>
                    <a:pt x="257" y="1542"/>
                  </a:lnTo>
                  <a:lnTo>
                    <a:pt x="336" y="1581"/>
                  </a:lnTo>
                  <a:lnTo>
                    <a:pt x="514" y="1581"/>
                  </a:lnTo>
                  <a:lnTo>
                    <a:pt x="771" y="1542"/>
                  </a:lnTo>
                  <a:lnTo>
                    <a:pt x="1047" y="1443"/>
                  </a:lnTo>
                  <a:lnTo>
                    <a:pt x="1324" y="1324"/>
                  </a:lnTo>
                  <a:lnTo>
                    <a:pt x="1798" y="1087"/>
                  </a:lnTo>
                  <a:lnTo>
                    <a:pt x="2015" y="988"/>
                  </a:lnTo>
                  <a:lnTo>
                    <a:pt x="1976" y="890"/>
                  </a:lnTo>
                  <a:lnTo>
                    <a:pt x="1897" y="653"/>
                  </a:lnTo>
                  <a:lnTo>
                    <a:pt x="1838" y="356"/>
                  </a:lnTo>
                  <a:lnTo>
                    <a:pt x="1838" y="179"/>
                  </a:lnTo>
                  <a:lnTo>
                    <a:pt x="1838" y="21"/>
                  </a:lnTo>
                  <a:lnTo>
                    <a:pt x="169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9" name="Google Shape;5319;p20"/>
            <p:cNvSpPr/>
            <p:nvPr/>
          </p:nvSpPr>
          <p:spPr>
            <a:xfrm>
              <a:off x="-1265225" y="3218100"/>
              <a:ext cx="72600" cy="76075"/>
            </a:xfrm>
            <a:custGeom>
              <a:rect b="b" l="l" r="r" t="t"/>
              <a:pathLst>
                <a:path extrusionOk="0" h="3043" w="2904">
                  <a:moveTo>
                    <a:pt x="1304" y="198"/>
                  </a:moveTo>
                  <a:lnTo>
                    <a:pt x="2667" y="1541"/>
                  </a:lnTo>
                  <a:lnTo>
                    <a:pt x="2548" y="1699"/>
                  </a:lnTo>
                  <a:lnTo>
                    <a:pt x="2252" y="2094"/>
                  </a:lnTo>
                  <a:lnTo>
                    <a:pt x="2054" y="2292"/>
                  </a:lnTo>
                  <a:lnTo>
                    <a:pt x="1877" y="2489"/>
                  </a:lnTo>
                  <a:lnTo>
                    <a:pt x="1699" y="2647"/>
                  </a:lnTo>
                  <a:lnTo>
                    <a:pt x="1561" y="2766"/>
                  </a:lnTo>
                  <a:lnTo>
                    <a:pt x="1403" y="2825"/>
                  </a:lnTo>
                  <a:lnTo>
                    <a:pt x="1264" y="2845"/>
                  </a:lnTo>
                  <a:lnTo>
                    <a:pt x="1106" y="2865"/>
                  </a:lnTo>
                  <a:lnTo>
                    <a:pt x="948" y="2845"/>
                  </a:lnTo>
                  <a:lnTo>
                    <a:pt x="790" y="2825"/>
                  </a:lnTo>
                  <a:lnTo>
                    <a:pt x="632" y="2766"/>
                  </a:lnTo>
                  <a:lnTo>
                    <a:pt x="494" y="2687"/>
                  </a:lnTo>
                  <a:lnTo>
                    <a:pt x="375" y="2588"/>
                  </a:lnTo>
                  <a:lnTo>
                    <a:pt x="277" y="2470"/>
                  </a:lnTo>
                  <a:lnTo>
                    <a:pt x="198" y="2331"/>
                  </a:lnTo>
                  <a:lnTo>
                    <a:pt x="178" y="2173"/>
                  </a:lnTo>
                  <a:lnTo>
                    <a:pt x="158" y="2015"/>
                  </a:lnTo>
                  <a:lnTo>
                    <a:pt x="158" y="1857"/>
                  </a:lnTo>
                  <a:lnTo>
                    <a:pt x="178" y="1719"/>
                  </a:lnTo>
                  <a:lnTo>
                    <a:pt x="217" y="1581"/>
                  </a:lnTo>
                  <a:lnTo>
                    <a:pt x="257" y="1482"/>
                  </a:lnTo>
                  <a:lnTo>
                    <a:pt x="336" y="1344"/>
                  </a:lnTo>
                  <a:lnTo>
                    <a:pt x="454" y="1166"/>
                  </a:lnTo>
                  <a:lnTo>
                    <a:pt x="810" y="731"/>
                  </a:lnTo>
                  <a:lnTo>
                    <a:pt x="1304" y="198"/>
                  </a:lnTo>
                  <a:close/>
                  <a:moveTo>
                    <a:pt x="1323" y="1"/>
                  </a:moveTo>
                  <a:lnTo>
                    <a:pt x="1185" y="119"/>
                  </a:lnTo>
                  <a:lnTo>
                    <a:pt x="869" y="415"/>
                  </a:lnTo>
                  <a:lnTo>
                    <a:pt x="514" y="810"/>
                  </a:lnTo>
                  <a:lnTo>
                    <a:pt x="336" y="1008"/>
                  </a:lnTo>
                  <a:lnTo>
                    <a:pt x="217" y="1225"/>
                  </a:lnTo>
                  <a:lnTo>
                    <a:pt x="119" y="1423"/>
                  </a:lnTo>
                  <a:lnTo>
                    <a:pt x="40" y="1620"/>
                  </a:lnTo>
                  <a:lnTo>
                    <a:pt x="0" y="1818"/>
                  </a:lnTo>
                  <a:lnTo>
                    <a:pt x="0" y="2015"/>
                  </a:lnTo>
                  <a:lnTo>
                    <a:pt x="0" y="2193"/>
                  </a:lnTo>
                  <a:lnTo>
                    <a:pt x="59" y="2371"/>
                  </a:lnTo>
                  <a:lnTo>
                    <a:pt x="119" y="2529"/>
                  </a:lnTo>
                  <a:lnTo>
                    <a:pt x="237" y="2667"/>
                  </a:lnTo>
                  <a:lnTo>
                    <a:pt x="356" y="2786"/>
                  </a:lnTo>
                  <a:lnTo>
                    <a:pt x="533" y="2904"/>
                  </a:lnTo>
                  <a:lnTo>
                    <a:pt x="731" y="2983"/>
                  </a:lnTo>
                  <a:lnTo>
                    <a:pt x="948" y="3023"/>
                  </a:lnTo>
                  <a:lnTo>
                    <a:pt x="1165" y="3042"/>
                  </a:lnTo>
                  <a:lnTo>
                    <a:pt x="1383" y="3023"/>
                  </a:lnTo>
                  <a:lnTo>
                    <a:pt x="1501" y="2983"/>
                  </a:lnTo>
                  <a:lnTo>
                    <a:pt x="1600" y="2944"/>
                  </a:lnTo>
                  <a:lnTo>
                    <a:pt x="1719" y="2884"/>
                  </a:lnTo>
                  <a:lnTo>
                    <a:pt x="1798" y="2805"/>
                  </a:lnTo>
                  <a:lnTo>
                    <a:pt x="1995" y="2628"/>
                  </a:lnTo>
                  <a:lnTo>
                    <a:pt x="2193" y="2430"/>
                  </a:lnTo>
                  <a:lnTo>
                    <a:pt x="2548" y="1996"/>
                  </a:lnTo>
                  <a:lnTo>
                    <a:pt x="2805" y="1660"/>
                  </a:lnTo>
                  <a:lnTo>
                    <a:pt x="2904" y="1522"/>
                  </a:lnTo>
                  <a:lnTo>
                    <a:pt x="2785" y="1423"/>
                  </a:lnTo>
                  <a:lnTo>
                    <a:pt x="2607" y="1265"/>
                  </a:lnTo>
                  <a:lnTo>
                    <a:pt x="2193" y="850"/>
                  </a:lnTo>
                  <a:lnTo>
                    <a:pt x="1640" y="277"/>
                  </a:lnTo>
                  <a:lnTo>
                    <a:pt x="132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0" name="Google Shape;5320;p20"/>
            <p:cNvSpPr/>
            <p:nvPr/>
          </p:nvSpPr>
          <p:spPr>
            <a:xfrm>
              <a:off x="-1000075" y="3266000"/>
              <a:ext cx="252375" cy="325450"/>
            </a:xfrm>
            <a:custGeom>
              <a:rect b="b" l="l" r="r" t="t"/>
              <a:pathLst>
                <a:path extrusionOk="0" h="13018" w="10095">
                  <a:moveTo>
                    <a:pt x="6539" y="1"/>
                  </a:moveTo>
                  <a:lnTo>
                    <a:pt x="6361" y="20"/>
                  </a:lnTo>
                  <a:lnTo>
                    <a:pt x="6183" y="40"/>
                  </a:lnTo>
                  <a:lnTo>
                    <a:pt x="6025" y="99"/>
                  </a:lnTo>
                  <a:lnTo>
                    <a:pt x="5867" y="178"/>
                  </a:lnTo>
                  <a:lnTo>
                    <a:pt x="5729" y="277"/>
                  </a:lnTo>
                  <a:lnTo>
                    <a:pt x="5591" y="376"/>
                  </a:lnTo>
                  <a:lnTo>
                    <a:pt x="5472" y="514"/>
                  </a:lnTo>
                  <a:lnTo>
                    <a:pt x="5215" y="791"/>
                  </a:lnTo>
                  <a:lnTo>
                    <a:pt x="4939" y="1126"/>
                  </a:lnTo>
                  <a:lnTo>
                    <a:pt x="4623" y="1600"/>
                  </a:lnTo>
                  <a:lnTo>
                    <a:pt x="4188" y="2272"/>
                  </a:lnTo>
                  <a:lnTo>
                    <a:pt x="3655" y="3141"/>
                  </a:lnTo>
                  <a:lnTo>
                    <a:pt x="3063" y="4149"/>
                  </a:lnTo>
                  <a:lnTo>
                    <a:pt x="1779" y="6400"/>
                  </a:lnTo>
                  <a:lnTo>
                    <a:pt x="495" y="8711"/>
                  </a:lnTo>
                  <a:lnTo>
                    <a:pt x="356" y="8988"/>
                  </a:lnTo>
                  <a:lnTo>
                    <a:pt x="238" y="9245"/>
                  </a:lnTo>
                  <a:lnTo>
                    <a:pt x="139" y="9501"/>
                  </a:lnTo>
                  <a:lnTo>
                    <a:pt x="80" y="9738"/>
                  </a:lnTo>
                  <a:lnTo>
                    <a:pt x="40" y="9956"/>
                  </a:lnTo>
                  <a:lnTo>
                    <a:pt x="1" y="10173"/>
                  </a:lnTo>
                  <a:lnTo>
                    <a:pt x="1" y="10390"/>
                  </a:lnTo>
                  <a:lnTo>
                    <a:pt x="1" y="10568"/>
                  </a:lnTo>
                  <a:lnTo>
                    <a:pt x="40" y="10765"/>
                  </a:lnTo>
                  <a:lnTo>
                    <a:pt x="80" y="10923"/>
                  </a:lnTo>
                  <a:lnTo>
                    <a:pt x="119" y="11101"/>
                  </a:lnTo>
                  <a:lnTo>
                    <a:pt x="198" y="11240"/>
                  </a:lnTo>
                  <a:lnTo>
                    <a:pt x="258" y="11378"/>
                  </a:lnTo>
                  <a:lnTo>
                    <a:pt x="356" y="11516"/>
                  </a:lnTo>
                  <a:lnTo>
                    <a:pt x="534" y="11753"/>
                  </a:lnTo>
                  <a:lnTo>
                    <a:pt x="752" y="11970"/>
                  </a:lnTo>
                  <a:lnTo>
                    <a:pt x="969" y="12128"/>
                  </a:lnTo>
                  <a:lnTo>
                    <a:pt x="1166" y="12267"/>
                  </a:lnTo>
                  <a:lnTo>
                    <a:pt x="1364" y="12385"/>
                  </a:lnTo>
                  <a:lnTo>
                    <a:pt x="1680" y="12523"/>
                  </a:lnTo>
                  <a:lnTo>
                    <a:pt x="1798" y="12563"/>
                  </a:lnTo>
                  <a:lnTo>
                    <a:pt x="2075" y="12662"/>
                  </a:lnTo>
                  <a:lnTo>
                    <a:pt x="2391" y="12760"/>
                  </a:lnTo>
                  <a:lnTo>
                    <a:pt x="2786" y="12859"/>
                  </a:lnTo>
                  <a:lnTo>
                    <a:pt x="3240" y="12938"/>
                  </a:lnTo>
                  <a:lnTo>
                    <a:pt x="3774" y="12997"/>
                  </a:lnTo>
                  <a:lnTo>
                    <a:pt x="4030" y="13017"/>
                  </a:lnTo>
                  <a:lnTo>
                    <a:pt x="4327" y="13017"/>
                  </a:lnTo>
                  <a:lnTo>
                    <a:pt x="4603" y="12997"/>
                  </a:lnTo>
                  <a:lnTo>
                    <a:pt x="4880" y="12958"/>
                  </a:lnTo>
                  <a:lnTo>
                    <a:pt x="5156" y="12899"/>
                  </a:lnTo>
                  <a:lnTo>
                    <a:pt x="5413" y="12820"/>
                  </a:lnTo>
                  <a:lnTo>
                    <a:pt x="5670" y="12721"/>
                  </a:lnTo>
                  <a:lnTo>
                    <a:pt x="5887" y="12583"/>
                  </a:lnTo>
                  <a:lnTo>
                    <a:pt x="6104" y="12425"/>
                  </a:lnTo>
                  <a:lnTo>
                    <a:pt x="6322" y="12247"/>
                  </a:lnTo>
                  <a:lnTo>
                    <a:pt x="6519" y="12049"/>
                  </a:lnTo>
                  <a:lnTo>
                    <a:pt x="6717" y="11832"/>
                  </a:lnTo>
                  <a:lnTo>
                    <a:pt x="6894" y="11595"/>
                  </a:lnTo>
                  <a:lnTo>
                    <a:pt x="7072" y="11338"/>
                  </a:lnTo>
                  <a:lnTo>
                    <a:pt x="7428" y="10805"/>
                  </a:lnTo>
                  <a:lnTo>
                    <a:pt x="7763" y="10212"/>
                  </a:lnTo>
                  <a:lnTo>
                    <a:pt x="8099" y="9600"/>
                  </a:lnTo>
                  <a:lnTo>
                    <a:pt x="8455" y="8948"/>
                  </a:lnTo>
                  <a:lnTo>
                    <a:pt x="8791" y="8277"/>
                  </a:lnTo>
                  <a:lnTo>
                    <a:pt x="9126" y="7566"/>
                  </a:lnTo>
                  <a:lnTo>
                    <a:pt x="9423" y="6835"/>
                  </a:lnTo>
                  <a:lnTo>
                    <a:pt x="9679" y="6124"/>
                  </a:lnTo>
                  <a:lnTo>
                    <a:pt x="9798" y="5748"/>
                  </a:lnTo>
                  <a:lnTo>
                    <a:pt x="9877" y="5393"/>
                  </a:lnTo>
                  <a:lnTo>
                    <a:pt x="9956" y="5037"/>
                  </a:lnTo>
                  <a:lnTo>
                    <a:pt x="10035" y="4682"/>
                  </a:lnTo>
                  <a:lnTo>
                    <a:pt x="10074" y="4346"/>
                  </a:lnTo>
                  <a:lnTo>
                    <a:pt x="10094" y="3991"/>
                  </a:lnTo>
                  <a:lnTo>
                    <a:pt x="10094" y="3674"/>
                  </a:lnTo>
                  <a:lnTo>
                    <a:pt x="10074" y="3358"/>
                  </a:lnTo>
                  <a:lnTo>
                    <a:pt x="10035" y="3062"/>
                  </a:lnTo>
                  <a:lnTo>
                    <a:pt x="9956" y="2766"/>
                  </a:lnTo>
                  <a:lnTo>
                    <a:pt x="9877" y="2509"/>
                  </a:lnTo>
                  <a:lnTo>
                    <a:pt x="9758" y="2252"/>
                  </a:lnTo>
                  <a:lnTo>
                    <a:pt x="9640" y="1996"/>
                  </a:lnTo>
                  <a:lnTo>
                    <a:pt x="9482" y="1759"/>
                  </a:lnTo>
                  <a:lnTo>
                    <a:pt x="9324" y="1541"/>
                  </a:lnTo>
                  <a:lnTo>
                    <a:pt x="9146" y="1344"/>
                  </a:lnTo>
                  <a:lnTo>
                    <a:pt x="8929" y="1146"/>
                  </a:lnTo>
                  <a:lnTo>
                    <a:pt x="8712" y="949"/>
                  </a:lnTo>
                  <a:lnTo>
                    <a:pt x="8494" y="791"/>
                  </a:lnTo>
                  <a:lnTo>
                    <a:pt x="8238" y="613"/>
                  </a:lnTo>
                  <a:lnTo>
                    <a:pt x="7981" y="475"/>
                  </a:lnTo>
                  <a:lnTo>
                    <a:pt x="7704" y="317"/>
                  </a:lnTo>
                  <a:lnTo>
                    <a:pt x="7428" y="198"/>
                  </a:lnTo>
                  <a:lnTo>
                    <a:pt x="7171" y="119"/>
                  </a:lnTo>
                  <a:lnTo>
                    <a:pt x="6954" y="40"/>
                  </a:lnTo>
                  <a:lnTo>
                    <a:pt x="67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1" name="Google Shape;5321;p20"/>
            <p:cNvSpPr/>
            <p:nvPr/>
          </p:nvSpPr>
          <p:spPr>
            <a:xfrm>
              <a:off x="-1423750" y="3975100"/>
              <a:ext cx="253850" cy="137300"/>
            </a:xfrm>
            <a:custGeom>
              <a:rect b="b" l="l" r="r" t="t"/>
              <a:pathLst>
                <a:path extrusionOk="0" h="5492" w="10154">
                  <a:moveTo>
                    <a:pt x="178" y="1"/>
                  </a:moveTo>
                  <a:lnTo>
                    <a:pt x="1" y="277"/>
                  </a:lnTo>
                  <a:lnTo>
                    <a:pt x="1285" y="1008"/>
                  </a:lnTo>
                  <a:lnTo>
                    <a:pt x="2509" y="1680"/>
                  </a:lnTo>
                  <a:lnTo>
                    <a:pt x="3754" y="2351"/>
                  </a:lnTo>
                  <a:lnTo>
                    <a:pt x="5373" y="3200"/>
                  </a:lnTo>
                  <a:lnTo>
                    <a:pt x="7427" y="4228"/>
                  </a:lnTo>
                  <a:lnTo>
                    <a:pt x="9975" y="5492"/>
                  </a:lnTo>
                  <a:lnTo>
                    <a:pt x="10153" y="5097"/>
                  </a:lnTo>
                  <a:lnTo>
                    <a:pt x="9936" y="4998"/>
                  </a:lnTo>
                  <a:lnTo>
                    <a:pt x="9264" y="4702"/>
                  </a:lnTo>
                  <a:lnTo>
                    <a:pt x="8257" y="4188"/>
                  </a:lnTo>
                  <a:lnTo>
                    <a:pt x="7625" y="3872"/>
                  </a:lnTo>
                  <a:lnTo>
                    <a:pt x="6934" y="3477"/>
                  </a:lnTo>
                  <a:lnTo>
                    <a:pt x="6084" y="3023"/>
                  </a:lnTo>
                  <a:lnTo>
                    <a:pt x="5077" y="2489"/>
                  </a:lnTo>
                  <a:lnTo>
                    <a:pt x="2825" y="1344"/>
                  </a:lnTo>
                  <a:lnTo>
                    <a:pt x="178"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2" name="Google Shape;5322;p20"/>
            <p:cNvSpPr/>
            <p:nvPr/>
          </p:nvSpPr>
          <p:spPr>
            <a:xfrm>
              <a:off x="-1731375" y="3345000"/>
              <a:ext cx="124950" cy="251375"/>
            </a:xfrm>
            <a:custGeom>
              <a:rect b="b" l="l" r="r" t="t"/>
              <a:pathLst>
                <a:path extrusionOk="0" h="10055" w="4998">
                  <a:moveTo>
                    <a:pt x="395" y="1"/>
                  </a:moveTo>
                  <a:lnTo>
                    <a:pt x="178" y="40"/>
                  </a:lnTo>
                  <a:lnTo>
                    <a:pt x="40" y="60"/>
                  </a:lnTo>
                  <a:lnTo>
                    <a:pt x="20" y="100"/>
                  </a:lnTo>
                  <a:lnTo>
                    <a:pt x="0" y="119"/>
                  </a:lnTo>
                  <a:lnTo>
                    <a:pt x="2331" y="5117"/>
                  </a:lnTo>
                  <a:lnTo>
                    <a:pt x="4622" y="10055"/>
                  </a:lnTo>
                  <a:lnTo>
                    <a:pt x="4997" y="9699"/>
                  </a:lnTo>
                  <a:lnTo>
                    <a:pt x="4089" y="7823"/>
                  </a:lnTo>
                  <a:lnTo>
                    <a:pt x="2528" y="4524"/>
                  </a:lnTo>
                  <a:lnTo>
                    <a:pt x="395" y="1"/>
                  </a:lnTo>
                  <a:close/>
                </a:path>
              </a:pathLst>
            </a:custGeom>
            <a:solidFill>
              <a:srgbClr val="98B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3" name="Google Shape;5323;p20"/>
            <p:cNvSpPr/>
            <p:nvPr/>
          </p:nvSpPr>
          <p:spPr>
            <a:xfrm>
              <a:off x="-1187225" y="3148475"/>
              <a:ext cx="262250" cy="196550"/>
            </a:xfrm>
            <a:custGeom>
              <a:rect b="b" l="l" r="r" t="t"/>
              <a:pathLst>
                <a:path extrusionOk="0" h="7862" w="10490">
                  <a:moveTo>
                    <a:pt x="119" y="1"/>
                  </a:moveTo>
                  <a:lnTo>
                    <a:pt x="60" y="20"/>
                  </a:lnTo>
                  <a:lnTo>
                    <a:pt x="40" y="40"/>
                  </a:lnTo>
                  <a:lnTo>
                    <a:pt x="21" y="60"/>
                  </a:lnTo>
                  <a:lnTo>
                    <a:pt x="1" y="99"/>
                  </a:lnTo>
                  <a:lnTo>
                    <a:pt x="21" y="159"/>
                  </a:lnTo>
                  <a:lnTo>
                    <a:pt x="60" y="297"/>
                  </a:lnTo>
                  <a:lnTo>
                    <a:pt x="139" y="494"/>
                  </a:lnTo>
                  <a:lnTo>
                    <a:pt x="258" y="712"/>
                  </a:lnTo>
                  <a:lnTo>
                    <a:pt x="435" y="949"/>
                  </a:lnTo>
                  <a:lnTo>
                    <a:pt x="633" y="1225"/>
                  </a:lnTo>
                  <a:lnTo>
                    <a:pt x="870" y="1541"/>
                  </a:lnTo>
                  <a:lnTo>
                    <a:pt x="1127" y="1838"/>
                  </a:lnTo>
                  <a:lnTo>
                    <a:pt x="1423" y="2173"/>
                  </a:lnTo>
                  <a:lnTo>
                    <a:pt x="1739" y="2509"/>
                  </a:lnTo>
                  <a:lnTo>
                    <a:pt x="2095" y="2845"/>
                  </a:lnTo>
                  <a:lnTo>
                    <a:pt x="2470" y="3181"/>
                  </a:lnTo>
                  <a:lnTo>
                    <a:pt x="2845" y="3516"/>
                  </a:lnTo>
                  <a:lnTo>
                    <a:pt x="3260" y="3813"/>
                  </a:lnTo>
                  <a:lnTo>
                    <a:pt x="3695" y="4129"/>
                  </a:lnTo>
                  <a:lnTo>
                    <a:pt x="6993" y="6321"/>
                  </a:lnTo>
                  <a:lnTo>
                    <a:pt x="9265" y="7862"/>
                  </a:lnTo>
                  <a:lnTo>
                    <a:pt x="10489" y="5788"/>
                  </a:lnTo>
                  <a:lnTo>
                    <a:pt x="9028" y="4860"/>
                  </a:lnTo>
                  <a:lnTo>
                    <a:pt x="6796" y="3477"/>
                  </a:lnTo>
                  <a:lnTo>
                    <a:pt x="5887" y="2944"/>
                  </a:lnTo>
                  <a:lnTo>
                    <a:pt x="4880" y="2351"/>
                  </a:lnTo>
                  <a:lnTo>
                    <a:pt x="3813" y="1759"/>
                  </a:lnTo>
                  <a:lnTo>
                    <a:pt x="2766" y="1205"/>
                  </a:lnTo>
                  <a:lnTo>
                    <a:pt x="1798" y="712"/>
                  </a:lnTo>
                  <a:lnTo>
                    <a:pt x="969" y="317"/>
                  </a:lnTo>
                  <a:lnTo>
                    <a:pt x="653" y="178"/>
                  </a:lnTo>
                  <a:lnTo>
                    <a:pt x="376" y="80"/>
                  </a:lnTo>
                  <a:lnTo>
                    <a:pt x="179" y="20"/>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4" name="Google Shape;5324;p20"/>
            <p:cNvSpPr/>
            <p:nvPr/>
          </p:nvSpPr>
          <p:spPr>
            <a:xfrm>
              <a:off x="-1768900" y="3553400"/>
              <a:ext cx="25" cy="25"/>
            </a:xfrm>
            <a:custGeom>
              <a:rect b="b" l="l" r="r" t="t"/>
              <a:pathLst>
                <a:path extrusionOk="0" h="1" w="1">
                  <a:moveTo>
                    <a:pt x="0" y="0"/>
                  </a:move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
            <p:cNvSpPr/>
            <p:nvPr/>
          </p:nvSpPr>
          <p:spPr>
            <a:xfrm>
              <a:off x="-1768425" y="3550925"/>
              <a:ext cx="25" cy="525"/>
            </a:xfrm>
            <a:custGeom>
              <a:rect b="b" l="l" r="r" t="t"/>
              <a:pathLst>
                <a:path extrusionOk="0" h="21" w="1">
                  <a:moveTo>
                    <a:pt x="1" y="1"/>
                  </a:moveTo>
                  <a:lnTo>
                    <a:pt x="1" y="1"/>
                  </a:lnTo>
                  <a:lnTo>
                    <a:pt x="1" y="1"/>
                  </a:lnTo>
                  <a:lnTo>
                    <a:pt x="1" y="1"/>
                  </a:lnTo>
                  <a:lnTo>
                    <a:pt x="1" y="20"/>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6" name="Google Shape;5326;p20"/>
            <p:cNvSpPr/>
            <p:nvPr/>
          </p:nvSpPr>
          <p:spPr>
            <a:xfrm>
              <a:off x="-1782750" y="3483275"/>
              <a:ext cx="58800" cy="75075"/>
            </a:xfrm>
            <a:custGeom>
              <a:rect b="b" l="l" r="r" t="t"/>
              <a:pathLst>
                <a:path extrusionOk="0" h="3003" w="2352">
                  <a:moveTo>
                    <a:pt x="1324" y="20"/>
                  </a:moveTo>
                  <a:lnTo>
                    <a:pt x="1364" y="40"/>
                  </a:lnTo>
                  <a:lnTo>
                    <a:pt x="1364" y="40"/>
                  </a:lnTo>
                  <a:lnTo>
                    <a:pt x="1344" y="20"/>
                  </a:lnTo>
                  <a:close/>
                  <a:moveTo>
                    <a:pt x="969" y="99"/>
                  </a:moveTo>
                  <a:lnTo>
                    <a:pt x="969" y="119"/>
                  </a:lnTo>
                  <a:lnTo>
                    <a:pt x="949" y="119"/>
                  </a:lnTo>
                  <a:lnTo>
                    <a:pt x="1008" y="139"/>
                  </a:lnTo>
                  <a:lnTo>
                    <a:pt x="1008" y="139"/>
                  </a:lnTo>
                  <a:lnTo>
                    <a:pt x="989" y="119"/>
                  </a:lnTo>
                  <a:lnTo>
                    <a:pt x="1008" y="129"/>
                  </a:lnTo>
                  <a:lnTo>
                    <a:pt x="969" y="99"/>
                  </a:lnTo>
                  <a:close/>
                  <a:moveTo>
                    <a:pt x="1008" y="129"/>
                  </a:moveTo>
                  <a:lnTo>
                    <a:pt x="1048" y="159"/>
                  </a:lnTo>
                  <a:lnTo>
                    <a:pt x="1048" y="159"/>
                  </a:lnTo>
                  <a:lnTo>
                    <a:pt x="1041" y="145"/>
                  </a:lnTo>
                  <a:lnTo>
                    <a:pt x="1041" y="145"/>
                  </a:lnTo>
                  <a:lnTo>
                    <a:pt x="1028" y="139"/>
                  </a:lnTo>
                  <a:lnTo>
                    <a:pt x="1008" y="129"/>
                  </a:lnTo>
                  <a:close/>
                  <a:moveTo>
                    <a:pt x="1028" y="119"/>
                  </a:moveTo>
                  <a:lnTo>
                    <a:pt x="1041" y="145"/>
                  </a:lnTo>
                  <a:lnTo>
                    <a:pt x="1041" y="145"/>
                  </a:lnTo>
                  <a:lnTo>
                    <a:pt x="1068" y="159"/>
                  </a:lnTo>
                  <a:lnTo>
                    <a:pt x="1028" y="119"/>
                  </a:lnTo>
                  <a:close/>
                  <a:moveTo>
                    <a:pt x="1048" y="159"/>
                  </a:moveTo>
                  <a:lnTo>
                    <a:pt x="1074" y="172"/>
                  </a:lnTo>
                  <a:lnTo>
                    <a:pt x="1074" y="172"/>
                  </a:lnTo>
                  <a:lnTo>
                    <a:pt x="1068" y="159"/>
                  </a:lnTo>
                  <a:close/>
                  <a:moveTo>
                    <a:pt x="1087" y="435"/>
                  </a:moveTo>
                  <a:lnTo>
                    <a:pt x="1107" y="455"/>
                  </a:lnTo>
                  <a:lnTo>
                    <a:pt x="1068" y="435"/>
                  </a:lnTo>
                  <a:close/>
                  <a:moveTo>
                    <a:pt x="811" y="494"/>
                  </a:moveTo>
                  <a:lnTo>
                    <a:pt x="850" y="534"/>
                  </a:lnTo>
                  <a:lnTo>
                    <a:pt x="850" y="554"/>
                  </a:lnTo>
                  <a:lnTo>
                    <a:pt x="811" y="494"/>
                  </a:lnTo>
                  <a:close/>
                  <a:moveTo>
                    <a:pt x="613" y="731"/>
                  </a:moveTo>
                  <a:lnTo>
                    <a:pt x="673" y="771"/>
                  </a:lnTo>
                  <a:lnTo>
                    <a:pt x="653" y="751"/>
                  </a:lnTo>
                  <a:lnTo>
                    <a:pt x="633" y="731"/>
                  </a:lnTo>
                  <a:close/>
                  <a:moveTo>
                    <a:pt x="594" y="652"/>
                  </a:moveTo>
                  <a:lnTo>
                    <a:pt x="594" y="672"/>
                  </a:lnTo>
                  <a:lnTo>
                    <a:pt x="574" y="692"/>
                  </a:lnTo>
                  <a:lnTo>
                    <a:pt x="534" y="672"/>
                  </a:lnTo>
                  <a:lnTo>
                    <a:pt x="534" y="672"/>
                  </a:lnTo>
                  <a:lnTo>
                    <a:pt x="594" y="771"/>
                  </a:lnTo>
                  <a:lnTo>
                    <a:pt x="653" y="791"/>
                  </a:lnTo>
                  <a:lnTo>
                    <a:pt x="712" y="830"/>
                  </a:lnTo>
                  <a:lnTo>
                    <a:pt x="712" y="830"/>
                  </a:lnTo>
                  <a:lnTo>
                    <a:pt x="633" y="771"/>
                  </a:lnTo>
                  <a:lnTo>
                    <a:pt x="574" y="712"/>
                  </a:lnTo>
                  <a:lnTo>
                    <a:pt x="594" y="712"/>
                  </a:lnTo>
                  <a:lnTo>
                    <a:pt x="633" y="731"/>
                  </a:lnTo>
                  <a:lnTo>
                    <a:pt x="633" y="712"/>
                  </a:lnTo>
                  <a:lnTo>
                    <a:pt x="653" y="712"/>
                  </a:lnTo>
                  <a:lnTo>
                    <a:pt x="613" y="652"/>
                  </a:lnTo>
                  <a:close/>
                  <a:moveTo>
                    <a:pt x="475" y="988"/>
                  </a:moveTo>
                  <a:lnTo>
                    <a:pt x="495" y="1008"/>
                  </a:lnTo>
                  <a:lnTo>
                    <a:pt x="455" y="1008"/>
                  </a:lnTo>
                  <a:lnTo>
                    <a:pt x="475" y="1028"/>
                  </a:lnTo>
                  <a:lnTo>
                    <a:pt x="515" y="1047"/>
                  </a:lnTo>
                  <a:lnTo>
                    <a:pt x="475" y="1047"/>
                  </a:lnTo>
                  <a:lnTo>
                    <a:pt x="574" y="1087"/>
                  </a:lnTo>
                  <a:lnTo>
                    <a:pt x="554" y="1067"/>
                  </a:lnTo>
                  <a:lnTo>
                    <a:pt x="574" y="1067"/>
                  </a:lnTo>
                  <a:lnTo>
                    <a:pt x="607" y="1100"/>
                  </a:lnTo>
                  <a:lnTo>
                    <a:pt x="594" y="1087"/>
                  </a:lnTo>
                  <a:lnTo>
                    <a:pt x="594" y="1067"/>
                  </a:lnTo>
                  <a:lnTo>
                    <a:pt x="554" y="1028"/>
                  </a:lnTo>
                  <a:lnTo>
                    <a:pt x="475" y="988"/>
                  </a:lnTo>
                  <a:close/>
                  <a:moveTo>
                    <a:pt x="613" y="1107"/>
                  </a:moveTo>
                  <a:lnTo>
                    <a:pt x="633" y="1126"/>
                  </a:lnTo>
                  <a:lnTo>
                    <a:pt x="653" y="1146"/>
                  </a:lnTo>
                  <a:lnTo>
                    <a:pt x="613" y="1107"/>
                  </a:lnTo>
                  <a:close/>
                  <a:moveTo>
                    <a:pt x="436" y="1205"/>
                  </a:moveTo>
                  <a:lnTo>
                    <a:pt x="436" y="1205"/>
                  </a:lnTo>
                  <a:lnTo>
                    <a:pt x="436" y="1205"/>
                  </a:lnTo>
                  <a:close/>
                  <a:moveTo>
                    <a:pt x="455" y="1304"/>
                  </a:moveTo>
                  <a:lnTo>
                    <a:pt x="436" y="1324"/>
                  </a:lnTo>
                  <a:lnTo>
                    <a:pt x="440" y="1339"/>
                  </a:lnTo>
                  <a:lnTo>
                    <a:pt x="440" y="1339"/>
                  </a:lnTo>
                  <a:lnTo>
                    <a:pt x="455" y="1324"/>
                  </a:lnTo>
                  <a:lnTo>
                    <a:pt x="455" y="1304"/>
                  </a:lnTo>
                  <a:close/>
                  <a:moveTo>
                    <a:pt x="440" y="1339"/>
                  </a:moveTo>
                  <a:lnTo>
                    <a:pt x="436" y="1344"/>
                  </a:lnTo>
                  <a:lnTo>
                    <a:pt x="445" y="1354"/>
                  </a:lnTo>
                  <a:lnTo>
                    <a:pt x="440" y="1339"/>
                  </a:lnTo>
                  <a:close/>
                  <a:moveTo>
                    <a:pt x="1680" y="1477"/>
                  </a:moveTo>
                  <a:lnTo>
                    <a:pt x="1680" y="1482"/>
                  </a:lnTo>
                  <a:lnTo>
                    <a:pt x="1739" y="1521"/>
                  </a:lnTo>
                  <a:lnTo>
                    <a:pt x="1680" y="1477"/>
                  </a:lnTo>
                  <a:close/>
                  <a:moveTo>
                    <a:pt x="324" y="1732"/>
                  </a:moveTo>
                  <a:lnTo>
                    <a:pt x="357" y="1758"/>
                  </a:lnTo>
                  <a:lnTo>
                    <a:pt x="337" y="1758"/>
                  </a:lnTo>
                  <a:lnTo>
                    <a:pt x="324" y="1732"/>
                  </a:lnTo>
                  <a:close/>
                  <a:moveTo>
                    <a:pt x="495" y="1739"/>
                  </a:moveTo>
                  <a:lnTo>
                    <a:pt x="495" y="1758"/>
                  </a:lnTo>
                  <a:lnTo>
                    <a:pt x="515" y="1778"/>
                  </a:lnTo>
                  <a:lnTo>
                    <a:pt x="495" y="1739"/>
                  </a:lnTo>
                  <a:close/>
                  <a:moveTo>
                    <a:pt x="1087" y="2055"/>
                  </a:moveTo>
                  <a:lnTo>
                    <a:pt x="1107" y="2074"/>
                  </a:lnTo>
                  <a:lnTo>
                    <a:pt x="1166" y="2134"/>
                  </a:lnTo>
                  <a:lnTo>
                    <a:pt x="1166" y="2134"/>
                  </a:lnTo>
                  <a:lnTo>
                    <a:pt x="1147" y="2094"/>
                  </a:lnTo>
                  <a:lnTo>
                    <a:pt x="1206" y="2153"/>
                  </a:lnTo>
                  <a:lnTo>
                    <a:pt x="1166" y="2094"/>
                  </a:lnTo>
                  <a:lnTo>
                    <a:pt x="1087" y="2055"/>
                  </a:lnTo>
                  <a:close/>
                  <a:moveTo>
                    <a:pt x="199" y="2134"/>
                  </a:moveTo>
                  <a:lnTo>
                    <a:pt x="218" y="2153"/>
                  </a:lnTo>
                  <a:lnTo>
                    <a:pt x="218" y="2134"/>
                  </a:lnTo>
                  <a:close/>
                  <a:moveTo>
                    <a:pt x="515" y="2193"/>
                  </a:moveTo>
                  <a:lnTo>
                    <a:pt x="534" y="2213"/>
                  </a:lnTo>
                  <a:lnTo>
                    <a:pt x="554" y="2213"/>
                  </a:lnTo>
                  <a:lnTo>
                    <a:pt x="515" y="2193"/>
                  </a:lnTo>
                  <a:close/>
                  <a:moveTo>
                    <a:pt x="1" y="2351"/>
                  </a:moveTo>
                  <a:lnTo>
                    <a:pt x="40" y="2371"/>
                  </a:lnTo>
                  <a:lnTo>
                    <a:pt x="21" y="2351"/>
                  </a:lnTo>
                  <a:close/>
                  <a:moveTo>
                    <a:pt x="278" y="2391"/>
                  </a:moveTo>
                  <a:lnTo>
                    <a:pt x="317" y="2430"/>
                  </a:lnTo>
                  <a:lnTo>
                    <a:pt x="297" y="2430"/>
                  </a:lnTo>
                  <a:lnTo>
                    <a:pt x="238" y="2391"/>
                  </a:lnTo>
                  <a:close/>
                  <a:moveTo>
                    <a:pt x="1226" y="2430"/>
                  </a:moveTo>
                  <a:lnTo>
                    <a:pt x="1245" y="2450"/>
                  </a:lnTo>
                  <a:lnTo>
                    <a:pt x="1265" y="2470"/>
                  </a:lnTo>
                  <a:lnTo>
                    <a:pt x="1265" y="2470"/>
                  </a:lnTo>
                  <a:lnTo>
                    <a:pt x="1186" y="2430"/>
                  </a:lnTo>
                  <a:close/>
                  <a:moveTo>
                    <a:pt x="1324" y="2470"/>
                  </a:moveTo>
                  <a:lnTo>
                    <a:pt x="1324" y="2470"/>
                  </a:lnTo>
                  <a:lnTo>
                    <a:pt x="1324" y="2470"/>
                  </a:lnTo>
                  <a:close/>
                  <a:moveTo>
                    <a:pt x="1166" y="2509"/>
                  </a:moveTo>
                  <a:lnTo>
                    <a:pt x="1186" y="2529"/>
                  </a:lnTo>
                  <a:lnTo>
                    <a:pt x="1206" y="2549"/>
                  </a:lnTo>
                  <a:lnTo>
                    <a:pt x="1166" y="2509"/>
                  </a:lnTo>
                  <a:close/>
                  <a:moveTo>
                    <a:pt x="297" y="2549"/>
                  </a:moveTo>
                  <a:lnTo>
                    <a:pt x="317" y="2568"/>
                  </a:lnTo>
                  <a:lnTo>
                    <a:pt x="337" y="2568"/>
                  </a:lnTo>
                  <a:lnTo>
                    <a:pt x="297" y="2549"/>
                  </a:lnTo>
                  <a:close/>
                  <a:moveTo>
                    <a:pt x="673" y="2568"/>
                  </a:moveTo>
                  <a:lnTo>
                    <a:pt x="673" y="2608"/>
                  </a:lnTo>
                  <a:lnTo>
                    <a:pt x="692" y="2588"/>
                  </a:lnTo>
                  <a:lnTo>
                    <a:pt x="673" y="2568"/>
                  </a:lnTo>
                  <a:close/>
                  <a:moveTo>
                    <a:pt x="1166" y="2588"/>
                  </a:moveTo>
                  <a:lnTo>
                    <a:pt x="1166" y="2608"/>
                  </a:lnTo>
                  <a:lnTo>
                    <a:pt x="1226" y="2647"/>
                  </a:lnTo>
                  <a:lnTo>
                    <a:pt x="1226" y="2647"/>
                  </a:lnTo>
                  <a:lnTo>
                    <a:pt x="1206" y="2628"/>
                  </a:lnTo>
                  <a:lnTo>
                    <a:pt x="1166" y="2588"/>
                  </a:lnTo>
                  <a:close/>
                  <a:moveTo>
                    <a:pt x="771" y="2647"/>
                  </a:moveTo>
                  <a:lnTo>
                    <a:pt x="831" y="2707"/>
                  </a:lnTo>
                  <a:lnTo>
                    <a:pt x="929" y="2805"/>
                  </a:lnTo>
                  <a:lnTo>
                    <a:pt x="910" y="2766"/>
                  </a:lnTo>
                  <a:lnTo>
                    <a:pt x="870" y="2726"/>
                  </a:lnTo>
                  <a:lnTo>
                    <a:pt x="771" y="2647"/>
                  </a:lnTo>
                  <a:close/>
                  <a:moveTo>
                    <a:pt x="732" y="2825"/>
                  </a:moveTo>
                  <a:lnTo>
                    <a:pt x="752" y="2845"/>
                  </a:lnTo>
                  <a:lnTo>
                    <a:pt x="771" y="2884"/>
                  </a:lnTo>
                  <a:lnTo>
                    <a:pt x="791" y="2884"/>
                  </a:lnTo>
                  <a:lnTo>
                    <a:pt x="771" y="2865"/>
                  </a:lnTo>
                  <a:lnTo>
                    <a:pt x="752" y="2845"/>
                  </a:lnTo>
                  <a:lnTo>
                    <a:pt x="752" y="2845"/>
                  </a:lnTo>
                  <a:lnTo>
                    <a:pt x="791" y="2865"/>
                  </a:lnTo>
                  <a:lnTo>
                    <a:pt x="732" y="2825"/>
                  </a:lnTo>
                  <a:close/>
                  <a:moveTo>
                    <a:pt x="1443" y="1"/>
                  </a:moveTo>
                  <a:lnTo>
                    <a:pt x="1443" y="20"/>
                  </a:lnTo>
                  <a:lnTo>
                    <a:pt x="1463" y="40"/>
                  </a:lnTo>
                  <a:lnTo>
                    <a:pt x="1482" y="60"/>
                  </a:lnTo>
                  <a:lnTo>
                    <a:pt x="1463" y="60"/>
                  </a:lnTo>
                  <a:lnTo>
                    <a:pt x="1443" y="40"/>
                  </a:lnTo>
                  <a:lnTo>
                    <a:pt x="1443" y="60"/>
                  </a:lnTo>
                  <a:lnTo>
                    <a:pt x="1423" y="60"/>
                  </a:lnTo>
                  <a:lnTo>
                    <a:pt x="1364" y="40"/>
                  </a:lnTo>
                  <a:lnTo>
                    <a:pt x="1344" y="40"/>
                  </a:lnTo>
                  <a:lnTo>
                    <a:pt x="1344" y="60"/>
                  </a:lnTo>
                  <a:lnTo>
                    <a:pt x="1384" y="80"/>
                  </a:lnTo>
                  <a:lnTo>
                    <a:pt x="1384" y="80"/>
                  </a:lnTo>
                  <a:lnTo>
                    <a:pt x="1324" y="60"/>
                  </a:lnTo>
                  <a:lnTo>
                    <a:pt x="1423" y="139"/>
                  </a:lnTo>
                  <a:lnTo>
                    <a:pt x="1463" y="159"/>
                  </a:lnTo>
                  <a:lnTo>
                    <a:pt x="1482" y="198"/>
                  </a:lnTo>
                  <a:lnTo>
                    <a:pt x="1423" y="178"/>
                  </a:lnTo>
                  <a:lnTo>
                    <a:pt x="1384" y="139"/>
                  </a:lnTo>
                  <a:lnTo>
                    <a:pt x="1324" y="99"/>
                  </a:lnTo>
                  <a:lnTo>
                    <a:pt x="1324" y="99"/>
                  </a:lnTo>
                  <a:lnTo>
                    <a:pt x="1285" y="80"/>
                  </a:lnTo>
                  <a:lnTo>
                    <a:pt x="1245" y="80"/>
                  </a:lnTo>
                  <a:lnTo>
                    <a:pt x="1206" y="40"/>
                  </a:lnTo>
                  <a:lnTo>
                    <a:pt x="1147" y="40"/>
                  </a:lnTo>
                  <a:lnTo>
                    <a:pt x="1186" y="80"/>
                  </a:lnTo>
                  <a:lnTo>
                    <a:pt x="1147" y="80"/>
                  </a:lnTo>
                  <a:lnTo>
                    <a:pt x="1107" y="60"/>
                  </a:lnTo>
                  <a:lnTo>
                    <a:pt x="1107" y="60"/>
                  </a:lnTo>
                  <a:lnTo>
                    <a:pt x="1127" y="80"/>
                  </a:lnTo>
                  <a:lnTo>
                    <a:pt x="1107" y="80"/>
                  </a:lnTo>
                  <a:lnTo>
                    <a:pt x="1107" y="99"/>
                  </a:lnTo>
                  <a:lnTo>
                    <a:pt x="1127" y="119"/>
                  </a:lnTo>
                  <a:lnTo>
                    <a:pt x="1107" y="139"/>
                  </a:lnTo>
                  <a:lnTo>
                    <a:pt x="1087" y="119"/>
                  </a:lnTo>
                  <a:lnTo>
                    <a:pt x="1048" y="99"/>
                  </a:lnTo>
                  <a:lnTo>
                    <a:pt x="1107" y="159"/>
                  </a:lnTo>
                  <a:lnTo>
                    <a:pt x="1186" y="218"/>
                  </a:lnTo>
                  <a:lnTo>
                    <a:pt x="1186" y="218"/>
                  </a:lnTo>
                  <a:lnTo>
                    <a:pt x="1127" y="198"/>
                  </a:lnTo>
                  <a:lnTo>
                    <a:pt x="1074" y="172"/>
                  </a:lnTo>
                  <a:lnTo>
                    <a:pt x="1074" y="172"/>
                  </a:lnTo>
                  <a:lnTo>
                    <a:pt x="1087" y="198"/>
                  </a:lnTo>
                  <a:lnTo>
                    <a:pt x="1107" y="238"/>
                  </a:lnTo>
                  <a:lnTo>
                    <a:pt x="1186" y="297"/>
                  </a:lnTo>
                  <a:lnTo>
                    <a:pt x="1127" y="297"/>
                  </a:lnTo>
                  <a:lnTo>
                    <a:pt x="1087" y="257"/>
                  </a:lnTo>
                  <a:lnTo>
                    <a:pt x="1048" y="218"/>
                  </a:lnTo>
                  <a:lnTo>
                    <a:pt x="1048" y="238"/>
                  </a:lnTo>
                  <a:lnTo>
                    <a:pt x="1028" y="238"/>
                  </a:lnTo>
                  <a:lnTo>
                    <a:pt x="969" y="218"/>
                  </a:lnTo>
                  <a:lnTo>
                    <a:pt x="969" y="218"/>
                  </a:lnTo>
                  <a:lnTo>
                    <a:pt x="1008" y="238"/>
                  </a:lnTo>
                  <a:lnTo>
                    <a:pt x="1048" y="277"/>
                  </a:lnTo>
                  <a:lnTo>
                    <a:pt x="1048" y="277"/>
                  </a:lnTo>
                  <a:lnTo>
                    <a:pt x="969" y="238"/>
                  </a:lnTo>
                  <a:lnTo>
                    <a:pt x="949" y="257"/>
                  </a:lnTo>
                  <a:lnTo>
                    <a:pt x="890" y="257"/>
                  </a:lnTo>
                  <a:lnTo>
                    <a:pt x="890" y="277"/>
                  </a:lnTo>
                  <a:lnTo>
                    <a:pt x="969" y="317"/>
                  </a:lnTo>
                  <a:lnTo>
                    <a:pt x="969" y="317"/>
                  </a:lnTo>
                  <a:lnTo>
                    <a:pt x="910" y="277"/>
                  </a:lnTo>
                  <a:lnTo>
                    <a:pt x="1008" y="336"/>
                  </a:lnTo>
                  <a:lnTo>
                    <a:pt x="1087" y="415"/>
                  </a:lnTo>
                  <a:lnTo>
                    <a:pt x="1068" y="415"/>
                  </a:lnTo>
                  <a:lnTo>
                    <a:pt x="1028" y="396"/>
                  </a:lnTo>
                  <a:lnTo>
                    <a:pt x="1028" y="396"/>
                  </a:lnTo>
                  <a:lnTo>
                    <a:pt x="1041" y="422"/>
                  </a:lnTo>
                  <a:lnTo>
                    <a:pt x="1041" y="422"/>
                  </a:lnTo>
                  <a:lnTo>
                    <a:pt x="1028" y="415"/>
                  </a:lnTo>
                  <a:lnTo>
                    <a:pt x="1028" y="435"/>
                  </a:lnTo>
                  <a:lnTo>
                    <a:pt x="969" y="376"/>
                  </a:lnTo>
                  <a:lnTo>
                    <a:pt x="929" y="376"/>
                  </a:lnTo>
                  <a:lnTo>
                    <a:pt x="890" y="336"/>
                  </a:lnTo>
                  <a:lnTo>
                    <a:pt x="890" y="356"/>
                  </a:lnTo>
                  <a:lnTo>
                    <a:pt x="831" y="297"/>
                  </a:lnTo>
                  <a:lnTo>
                    <a:pt x="811" y="297"/>
                  </a:lnTo>
                  <a:lnTo>
                    <a:pt x="831" y="317"/>
                  </a:lnTo>
                  <a:lnTo>
                    <a:pt x="831" y="336"/>
                  </a:lnTo>
                  <a:lnTo>
                    <a:pt x="791" y="317"/>
                  </a:lnTo>
                  <a:lnTo>
                    <a:pt x="850" y="356"/>
                  </a:lnTo>
                  <a:lnTo>
                    <a:pt x="771" y="356"/>
                  </a:lnTo>
                  <a:lnTo>
                    <a:pt x="811" y="396"/>
                  </a:lnTo>
                  <a:lnTo>
                    <a:pt x="831" y="415"/>
                  </a:lnTo>
                  <a:lnTo>
                    <a:pt x="791" y="396"/>
                  </a:lnTo>
                  <a:lnTo>
                    <a:pt x="752" y="396"/>
                  </a:lnTo>
                  <a:lnTo>
                    <a:pt x="771" y="435"/>
                  </a:lnTo>
                  <a:lnTo>
                    <a:pt x="850" y="494"/>
                  </a:lnTo>
                  <a:lnTo>
                    <a:pt x="850" y="514"/>
                  </a:lnTo>
                  <a:lnTo>
                    <a:pt x="831" y="494"/>
                  </a:lnTo>
                  <a:lnTo>
                    <a:pt x="791" y="475"/>
                  </a:lnTo>
                  <a:lnTo>
                    <a:pt x="811" y="494"/>
                  </a:lnTo>
                  <a:lnTo>
                    <a:pt x="771" y="475"/>
                  </a:lnTo>
                  <a:lnTo>
                    <a:pt x="752" y="494"/>
                  </a:lnTo>
                  <a:lnTo>
                    <a:pt x="732" y="494"/>
                  </a:lnTo>
                  <a:lnTo>
                    <a:pt x="890" y="652"/>
                  </a:lnTo>
                  <a:lnTo>
                    <a:pt x="969" y="731"/>
                  </a:lnTo>
                  <a:lnTo>
                    <a:pt x="1068" y="791"/>
                  </a:lnTo>
                  <a:lnTo>
                    <a:pt x="1068" y="791"/>
                  </a:lnTo>
                  <a:lnTo>
                    <a:pt x="1008" y="771"/>
                  </a:lnTo>
                  <a:lnTo>
                    <a:pt x="969" y="771"/>
                  </a:lnTo>
                  <a:lnTo>
                    <a:pt x="910" y="731"/>
                  </a:lnTo>
                  <a:lnTo>
                    <a:pt x="870" y="712"/>
                  </a:lnTo>
                  <a:lnTo>
                    <a:pt x="870" y="692"/>
                  </a:lnTo>
                  <a:lnTo>
                    <a:pt x="910" y="712"/>
                  </a:lnTo>
                  <a:lnTo>
                    <a:pt x="929" y="731"/>
                  </a:lnTo>
                  <a:lnTo>
                    <a:pt x="929" y="712"/>
                  </a:lnTo>
                  <a:lnTo>
                    <a:pt x="791" y="652"/>
                  </a:lnTo>
                  <a:lnTo>
                    <a:pt x="752" y="613"/>
                  </a:lnTo>
                  <a:lnTo>
                    <a:pt x="732" y="593"/>
                  </a:lnTo>
                  <a:lnTo>
                    <a:pt x="653" y="534"/>
                  </a:lnTo>
                  <a:lnTo>
                    <a:pt x="653" y="554"/>
                  </a:lnTo>
                  <a:lnTo>
                    <a:pt x="673" y="573"/>
                  </a:lnTo>
                  <a:lnTo>
                    <a:pt x="633" y="573"/>
                  </a:lnTo>
                  <a:lnTo>
                    <a:pt x="653" y="593"/>
                  </a:lnTo>
                  <a:lnTo>
                    <a:pt x="653" y="613"/>
                  </a:lnTo>
                  <a:lnTo>
                    <a:pt x="692" y="652"/>
                  </a:lnTo>
                  <a:lnTo>
                    <a:pt x="673" y="652"/>
                  </a:lnTo>
                  <a:lnTo>
                    <a:pt x="633" y="633"/>
                  </a:lnTo>
                  <a:lnTo>
                    <a:pt x="653" y="672"/>
                  </a:lnTo>
                  <a:lnTo>
                    <a:pt x="712" y="712"/>
                  </a:lnTo>
                  <a:lnTo>
                    <a:pt x="791" y="771"/>
                  </a:lnTo>
                  <a:lnTo>
                    <a:pt x="811" y="810"/>
                  </a:lnTo>
                  <a:lnTo>
                    <a:pt x="791" y="810"/>
                  </a:lnTo>
                  <a:lnTo>
                    <a:pt x="771" y="791"/>
                  </a:lnTo>
                  <a:lnTo>
                    <a:pt x="752" y="771"/>
                  </a:lnTo>
                  <a:lnTo>
                    <a:pt x="771" y="810"/>
                  </a:lnTo>
                  <a:lnTo>
                    <a:pt x="712" y="791"/>
                  </a:lnTo>
                  <a:lnTo>
                    <a:pt x="712" y="771"/>
                  </a:lnTo>
                  <a:lnTo>
                    <a:pt x="692" y="751"/>
                  </a:lnTo>
                  <a:lnTo>
                    <a:pt x="692" y="771"/>
                  </a:lnTo>
                  <a:lnTo>
                    <a:pt x="752" y="830"/>
                  </a:lnTo>
                  <a:lnTo>
                    <a:pt x="712" y="830"/>
                  </a:lnTo>
                  <a:lnTo>
                    <a:pt x="633" y="791"/>
                  </a:lnTo>
                  <a:lnTo>
                    <a:pt x="574" y="791"/>
                  </a:lnTo>
                  <a:lnTo>
                    <a:pt x="653" y="850"/>
                  </a:lnTo>
                  <a:lnTo>
                    <a:pt x="692" y="889"/>
                  </a:lnTo>
                  <a:lnTo>
                    <a:pt x="692" y="870"/>
                  </a:lnTo>
                  <a:lnTo>
                    <a:pt x="712" y="889"/>
                  </a:lnTo>
                  <a:lnTo>
                    <a:pt x="732" y="909"/>
                  </a:lnTo>
                  <a:lnTo>
                    <a:pt x="771" y="929"/>
                  </a:lnTo>
                  <a:lnTo>
                    <a:pt x="811" y="968"/>
                  </a:lnTo>
                  <a:lnTo>
                    <a:pt x="791" y="968"/>
                  </a:lnTo>
                  <a:lnTo>
                    <a:pt x="771" y="949"/>
                  </a:lnTo>
                  <a:lnTo>
                    <a:pt x="752" y="929"/>
                  </a:lnTo>
                  <a:lnTo>
                    <a:pt x="712" y="929"/>
                  </a:lnTo>
                  <a:lnTo>
                    <a:pt x="594" y="810"/>
                  </a:lnTo>
                  <a:lnTo>
                    <a:pt x="574" y="791"/>
                  </a:lnTo>
                  <a:lnTo>
                    <a:pt x="574" y="810"/>
                  </a:lnTo>
                  <a:lnTo>
                    <a:pt x="574" y="810"/>
                  </a:lnTo>
                  <a:lnTo>
                    <a:pt x="594" y="830"/>
                  </a:lnTo>
                  <a:lnTo>
                    <a:pt x="633" y="850"/>
                  </a:lnTo>
                  <a:lnTo>
                    <a:pt x="692" y="929"/>
                  </a:lnTo>
                  <a:lnTo>
                    <a:pt x="732" y="1008"/>
                  </a:lnTo>
                  <a:lnTo>
                    <a:pt x="732" y="1008"/>
                  </a:lnTo>
                  <a:lnTo>
                    <a:pt x="673" y="949"/>
                  </a:lnTo>
                  <a:lnTo>
                    <a:pt x="633" y="909"/>
                  </a:lnTo>
                  <a:lnTo>
                    <a:pt x="594" y="870"/>
                  </a:lnTo>
                  <a:lnTo>
                    <a:pt x="534" y="830"/>
                  </a:lnTo>
                  <a:lnTo>
                    <a:pt x="534" y="830"/>
                  </a:lnTo>
                  <a:lnTo>
                    <a:pt x="554" y="870"/>
                  </a:lnTo>
                  <a:lnTo>
                    <a:pt x="574" y="889"/>
                  </a:lnTo>
                  <a:lnTo>
                    <a:pt x="534" y="870"/>
                  </a:lnTo>
                  <a:lnTo>
                    <a:pt x="534" y="889"/>
                  </a:lnTo>
                  <a:lnTo>
                    <a:pt x="554" y="929"/>
                  </a:lnTo>
                  <a:lnTo>
                    <a:pt x="574" y="929"/>
                  </a:lnTo>
                  <a:lnTo>
                    <a:pt x="594" y="949"/>
                  </a:lnTo>
                  <a:lnTo>
                    <a:pt x="574" y="968"/>
                  </a:lnTo>
                  <a:lnTo>
                    <a:pt x="554" y="968"/>
                  </a:lnTo>
                  <a:lnTo>
                    <a:pt x="574" y="988"/>
                  </a:lnTo>
                  <a:lnTo>
                    <a:pt x="554" y="988"/>
                  </a:lnTo>
                  <a:lnTo>
                    <a:pt x="554" y="1008"/>
                  </a:lnTo>
                  <a:lnTo>
                    <a:pt x="574" y="1028"/>
                  </a:lnTo>
                  <a:lnTo>
                    <a:pt x="574" y="1008"/>
                  </a:lnTo>
                  <a:lnTo>
                    <a:pt x="613" y="1008"/>
                  </a:lnTo>
                  <a:lnTo>
                    <a:pt x="653" y="1047"/>
                  </a:lnTo>
                  <a:lnTo>
                    <a:pt x="653" y="1067"/>
                  </a:lnTo>
                  <a:lnTo>
                    <a:pt x="673" y="1087"/>
                  </a:lnTo>
                  <a:lnTo>
                    <a:pt x="692" y="1107"/>
                  </a:lnTo>
                  <a:lnTo>
                    <a:pt x="692" y="1126"/>
                  </a:lnTo>
                  <a:lnTo>
                    <a:pt x="712" y="1146"/>
                  </a:lnTo>
                  <a:lnTo>
                    <a:pt x="712" y="1166"/>
                  </a:lnTo>
                  <a:lnTo>
                    <a:pt x="712" y="1186"/>
                  </a:lnTo>
                  <a:lnTo>
                    <a:pt x="673" y="1166"/>
                  </a:lnTo>
                  <a:lnTo>
                    <a:pt x="653" y="1146"/>
                  </a:lnTo>
                  <a:lnTo>
                    <a:pt x="653" y="1166"/>
                  </a:lnTo>
                  <a:lnTo>
                    <a:pt x="613" y="1126"/>
                  </a:lnTo>
                  <a:lnTo>
                    <a:pt x="613" y="1146"/>
                  </a:lnTo>
                  <a:lnTo>
                    <a:pt x="633" y="1166"/>
                  </a:lnTo>
                  <a:lnTo>
                    <a:pt x="613" y="1166"/>
                  </a:lnTo>
                  <a:lnTo>
                    <a:pt x="594" y="1126"/>
                  </a:lnTo>
                  <a:lnTo>
                    <a:pt x="534" y="1087"/>
                  </a:lnTo>
                  <a:lnTo>
                    <a:pt x="594" y="1146"/>
                  </a:lnTo>
                  <a:lnTo>
                    <a:pt x="554" y="1126"/>
                  </a:lnTo>
                  <a:lnTo>
                    <a:pt x="574" y="1146"/>
                  </a:lnTo>
                  <a:lnTo>
                    <a:pt x="594" y="1166"/>
                  </a:lnTo>
                  <a:lnTo>
                    <a:pt x="554" y="1146"/>
                  </a:lnTo>
                  <a:lnTo>
                    <a:pt x="554" y="1166"/>
                  </a:lnTo>
                  <a:lnTo>
                    <a:pt x="594" y="1205"/>
                  </a:lnTo>
                  <a:lnTo>
                    <a:pt x="633" y="1225"/>
                  </a:lnTo>
                  <a:lnTo>
                    <a:pt x="692" y="1265"/>
                  </a:lnTo>
                  <a:lnTo>
                    <a:pt x="692" y="1284"/>
                  </a:lnTo>
                  <a:lnTo>
                    <a:pt x="692" y="1304"/>
                  </a:lnTo>
                  <a:lnTo>
                    <a:pt x="673" y="1304"/>
                  </a:lnTo>
                  <a:lnTo>
                    <a:pt x="633" y="1284"/>
                  </a:lnTo>
                  <a:lnTo>
                    <a:pt x="673" y="1324"/>
                  </a:lnTo>
                  <a:lnTo>
                    <a:pt x="673" y="1324"/>
                  </a:lnTo>
                  <a:lnTo>
                    <a:pt x="633" y="1304"/>
                  </a:lnTo>
                  <a:lnTo>
                    <a:pt x="594" y="1284"/>
                  </a:lnTo>
                  <a:lnTo>
                    <a:pt x="594" y="1265"/>
                  </a:lnTo>
                  <a:lnTo>
                    <a:pt x="534" y="1225"/>
                  </a:lnTo>
                  <a:lnTo>
                    <a:pt x="495" y="1205"/>
                  </a:lnTo>
                  <a:lnTo>
                    <a:pt x="495" y="1205"/>
                  </a:lnTo>
                  <a:lnTo>
                    <a:pt x="542" y="1241"/>
                  </a:lnTo>
                  <a:lnTo>
                    <a:pt x="542" y="1241"/>
                  </a:lnTo>
                  <a:lnTo>
                    <a:pt x="495" y="1225"/>
                  </a:lnTo>
                  <a:lnTo>
                    <a:pt x="515" y="1265"/>
                  </a:lnTo>
                  <a:lnTo>
                    <a:pt x="534" y="1284"/>
                  </a:lnTo>
                  <a:lnTo>
                    <a:pt x="534" y="1284"/>
                  </a:lnTo>
                  <a:lnTo>
                    <a:pt x="436" y="1205"/>
                  </a:lnTo>
                  <a:lnTo>
                    <a:pt x="455" y="1225"/>
                  </a:lnTo>
                  <a:lnTo>
                    <a:pt x="436" y="1225"/>
                  </a:lnTo>
                  <a:lnTo>
                    <a:pt x="455" y="1245"/>
                  </a:lnTo>
                  <a:lnTo>
                    <a:pt x="475" y="1245"/>
                  </a:lnTo>
                  <a:lnTo>
                    <a:pt x="495" y="1265"/>
                  </a:lnTo>
                  <a:lnTo>
                    <a:pt x="495" y="1284"/>
                  </a:lnTo>
                  <a:lnTo>
                    <a:pt x="455" y="1284"/>
                  </a:lnTo>
                  <a:lnTo>
                    <a:pt x="495" y="1324"/>
                  </a:lnTo>
                  <a:lnTo>
                    <a:pt x="495" y="1304"/>
                  </a:lnTo>
                  <a:lnTo>
                    <a:pt x="515" y="1324"/>
                  </a:lnTo>
                  <a:lnTo>
                    <a:pt x="534" y="1344"/>
                  </a:lnTo>
                  <a:lnTo>
                    <a:pt x="534" y="1363"/>
                  </a:lnTo>
                  <a:lnTo>
                    <a:pt x="534" y="1383"/>
                  </a:lnTo>
                  <a:lnTo>
                    <a:pt x="554" y="1423"/>
                  </a:lnTo>
                  <a:lnTo>
                    <a:pt x="495" y="1403"/>
                  </a:lnTo>
                  <a:lnTo>
                    <a:pt x="445" y="1354"/>
                  </a:lnTo>
                  <a:lnTo>
                    <a:pt x="455" y="1383"/>
                  </a:lnTo>
                  <a:lnTo>
                    <a:pt x="436" y="1383"/>
                  </a:lnTo>
                  <a:lnTo>
                    <a:pt x="376" y="1363"/>
                  </a:lnTo>
                  <a:lnTo>
                    <a:pt x="337" y="1344"/>
                  </a:lnTo>
                  <a:lnTo>
                    <a:pt x="317" y="1344"/>
                  </a:lnTo>
                  <a:lnTo>
                    <a:pt x="396" y="1383"/>
                  </a:lnTo>
                  <a:lnTo>
                    <a:pt x="396" y="1403"/>
                  </a:lnTo>
                  <a:lnTo>
                    <a:pt x="436" y="1423"/>
                  </a:lnTo>
                  <a:lnTo>
                    <a:pt x="455" y="1442"/>
                  </a:lnTo>
                  <a:lnTo>
                    <a:pt x="455" y="1442"/>
                  </a:lnTo>
                  <a:lnTo>
                    <a:pt x="396" y="1423"/>
                  </a:lnTo>
                  <a:lnTo>
                    <a:pt x="376" y="1423"/>
                  </a:lnTo>
                  <a:lnTo>
                    <a:pt x="436" y="1462"/>
                  </a:lnTo>
                  <a:lnTo>
                    <a:pt x="455" y="1521"/>
                  </a:lnTo>
                  <a:lnTo>
                    <a:pt x="436" y="1502"/>
                  </a:lnTo>
                  <a:lnTo>
                    <a:pt x="416" y="1482"/>
                  </a:lnTo>
                  <a:lnTo>
                    <a:pt x="396" y="1462"/>
                  </a:lnTo>
                  <a:lnTo>
                    <a:pt x="436" y="1521"/>
                  </a:lnTo>
                  <a:lnTo>
                    <a:pt x="455" y="1541"/>
                  </a:lnTo>
                  <a:lnTo>
                    <a:pt x="475" y="1561"/>
                  </a:lnTo>
                  <a:lnTo>
                    <a:pt x="416" y="1541"/>
                  </a:lnTo>
                  <a:lnTo>
                    <a:pt x="455" y="1581"/>
                  </a:lnTo>
                  <a:lnTo>
                    <a:pt x="455" y="1600"/>
                  </a:lnTo>
                  <a:lnTo>
                    <a:pt x="495" y="1620"/>
                  </a:lnTo>
                  <a:lnTo>
                    <a:pt x="534" y="1660"/>
                  </a:lnTo>
                  <a:lnTo>
                    <a:pt x="455" y="1640"/>
                  </a:lnTo>
                  <a:lnTo>
                    <a:pt x="455" y="1620"/>
                  </a:lnTo>
                  <a:lnTo>
                    <a:pt x="416" y="1600"/>
                  </a:lnTo>
                  <a:lnTo>
                    <a:pt x="376" y="1561"/>
                  </a:lnTo>
                  <a:lnTo>
                    <a:pt x="337" y="1521"/>
                  </a:lnTo>
                  <a:lnTo>
                    <a:pt x="317" y="1521"/>
                  </a:lnTo>
                  <a:lnTo>
                    <a:pt x="337" y="1541"/>
                  </a:lnTo>
                  <a:lnTo>
                    <a:pt x="357" y="1561"/>
                  </a:lnTo>
                  <a:lnTo>
                    <a:pt x="357" y="1581"/>
                  </a:lnTo>
                  <a:lnTo>
                    <a:pt x="337" y="1561"/>
                  </a:lnTo>
                  <a:lnTo>
                    <a:pt x="297" y="1541"/>
                  </a:lnTo>
                  <a:lnTo>
                    <a:pt x="317" y="1561"/>
                  </a:lnTo>
                  <a:lnTo>
                    <a:pt x="297" y="1561"/>
                  </a:lnTo>
                  <a:lnTo>
                    <a:pt x="357" y="1600"/>
                  </a:lnTo>
                  <a:lnTo>
                    <a:pt x="396" y="1640"/>
                  </a:lnTo>
                  <a:lnTo>
                    <a:pt x="396" y="1640"/>
                  </a:lnTo>
                  <a:lnTo>
                    <a:pt x="317" y="1600"/>
                  </a:lnTo>
                  <a:lnTo>
                    <a:pt x="357" y="1640"/>
                  </a:lnTo>
                  <a:lnTo>
                    <a:pt x="416" y="1679"/>
                  </a:lnTo>
                  <a:lnTo>
                    <a:pt x="455" y="1719"/>
                  </a:lnTo>
                  <a:lnTo>
                    <a:pt x="495" y="1739"/>
                  </a:lnTo>
                  <a:lnTo>
                    <a:pt x="534" y="1758"/>
                  </a:lnTo>
                  <a:lnTo>
                    <a:pt x="554" y="1798"/>
                  </a:lnTo>
                  <a:lnTo>
                    <a:pt x="515" y="1778"/>
                  </a:lnTo>
                  <a:lnTo>
                    <a:pt x="455" y="1758"/>
                  </a:lnTo>
                  <a:lnTo>
                    <a:pt x="357" y="1679"/>
                  </a:lnTo>
                  <a:lnTo>
                    <a:pt x="218" y="1581"/>
                  </a:lnTo>
                  <a:lnTo>
                    <a:pt x="238" y="1620"/>
                  </a:lnTo>
                  <a:lnTo>
                    <a:pt x="199" y="1620"/>
                  </a:lnTo>
                  <a:lnTo>
                    <a:pt x="258" y="1679"/>
                  </a:lnTo>
                  <a:lnTo>
                    <a:pt x="321" y="1730"/>
                  </a:lnTo>
                  <a:lnTo>
                    <a:pt x="321" y="1730"/>
                  </a:lnTo>
                  <a:lnTo>
                    <a:pt x="337" y="1778"/>
                  </a:lnTo>
                  <a:lnTo>
                    <a:pt x="337" y="1798"/>
                  </a:lnTo>
                  <a:lnTo>
                    <a:pt x="337" y="1818"/>
                  </a:lnTo>
                  <a:lnTo>
                    <a:pt x="376" y="1857"/>
                  </a:lnTo>
                  <a:lnTo>
                    <a:pt x="455" y="1897"/>
                  </a:lnTo>
                  <a:lnTo>
                    <a:pt x="455" y="1916"/>
                  </a:lnTo>
                  <a:lnTo>
                    <a:pt x="475" y="1936"/>
                  </a:lnTo>
                  <a:lnTo>
                    <a:pt x="515" y="1976"/>
                  </a:lnTo>
                  <a:lnTo>
                    <a:pt x="495" y="1976"/>
                  </a:lnTo>
                  <a:lnTo>
                    <a:pt x="455" y="1936"/>
                  </a:lnTo>
                  <a:lnTo>
                    <a:pt x="436" y="1936"/>
                  </a:lnTo>
                  <a:lnTo>
                    <a:pt x="455" y="1976"/>
                  </a:lnTo>
                  <a:lnTo>
                    <a:pt x="396" y="1936"/>
                  </a:lnTo>
                  <a:lnTo>
                    <a:pt x="376" y="1916"/>
                  </a:lnTo>
                  <a:lnTo>
                    <a:pt x="416" y="1916"/>
                  </a:lnTo>
                  <a:lnTo>
                    <a:pt x="376" y="1877"/>
                  </a:lnTo>
                  <a:lnTo>
                    <a:pt x="376" y="1897"/>
                  </a:lnTo>
                  <a:lnTo>
                    <a:pt x="357" y="1897"/>
                  </a:lnTo>
                  <a:lnTo>
                    <a:pt x="278" y="1837"/>
                  </a:lnTo>
                  <a:lnTo>
                    <a:pt x="297" y="1857"/>
                  </a:lnTo>
                  <a:lnTo>
                    <a:pt x="317" y="1877"/>
                  </a:lnTo>
                  <a:lnTo>
                    <a:pt x="337" y="1897"/>
                  </a:lnTo>
                  <a:lnTo>
                    <a:pt x="357" y="1916"/>
                  </a:lnTo>
                  <a:lnTo>
                    <a:pt x="297" y="1897"/>
                  </a:lnTo>
                  <a:lnTo>
                    <a:pt x="278" y="1897"/>
                  </a:lnTo>
                  <a:lnTo>
                    <a:pt x="278" y="1916"/>
                  </a:lnTo>
                  <a:lnTo>
                    <a:pt x="258" y="1916"/>
                  </a:lnTo>
                  <a:lnTo>
                    <a:pt x="179" y="1857"/>
                  </a:lnTo>
                  <a:lnTo>
                    <a:pt x="179" y="1857"/>
                  </a:lnTo>
                  <a:lnTo>
                    <a:pt x="218" y="1936"/>
                  </a:lnTo>
                  <a:lnTo>
                    <a:pt x="238" y="1976"/>
                  </a:lnTo>
                  <a:lnTo>
                    <a:pt x="278" y="2015"/>
                  </a:lnTo>
                  <a:lnTo>
                    <a:pt x="317" y="2055"/>
                  </a:lnTo>
                  <a:lnTo>
                    <a:pt x="357" y="2055"/>
                  </a:lnTo>
                  <a:lnTo>
                    <a:pt x="337" y="2015"/>
                  </a:lnTo>
                  <a:lnTo>
                    <a:pt x="317" y="1995"/>
                  </a:lnTo>
                  <a:lnTo>
                    <a:pt x="357" y="1995"/>
                  </a:lnTo>
                  <a:lnTo>
                    <a:pt x="258" y="1916"/>
                  </a:lnTo>
                  <a:lnTo>
                    <a:pt x="258" y="1916"/>
                  </a:lnTo>
                  <a:lnTo>
                    <a:pt x="297" y="1936"/>
                  </a:lnTo>
                  <a:lnTo>
                    <a:pt x="376" y="1995"/>
                  </a:lnTo>
                  <a:lnTo>
                    <a:pt x="416" y="2035"/>
                  </a:lnTo>
                  <a:lnTo>
                    <a:pt x="416" y="2055"/>
                  </a:lnTo>
                  <a:lnTo>
                    <a:pt x="455" y="2074"/>
                  </a:lnTo>
                  <a:lnTo>
                    <a:pt x="475" y="2055"/>
                  </a:lnTo>
                  <a:lnTo>
                    <a:pt x="554" y="2114"/>
                  </a:lnTo>
                  <a:lnTo>
                    <a:pt x="613" y="2173"/>
                  </a:lnTo>
                  <a:lnTo>
                    <a:pt x="613" y="2173"/>
                  </a:lnTo>
                  <a:lnTo>
                    <a:pt x="673" y="2252"/>
                  </a:lnTo>
                  <a:lnTo>
                    <a:pt x="554" y="2173"/>
                  </a:lnTo>
                  <a:lnTo>
                    <a:pt x="554" y="2193"/>
                  </a:lnTo>
                  <a:lnTo>
                    <a:pt x="554" y="2213"/>
                  </a:lnTo>
                  <a:lnTo>
                    <a:pt x="594" y="2232"/>
                  </a:lnTo>
                  <a:lnTo>
                    <a:pt x="594" y="2213"/>
                  </a:lnTo>
                  <a:lnTo>
                    <a:pt x="633" y="2252"/>
                  </a:lnTo>
                  <a:lnTo>
                    <a:pt x="613" y="2252"/>
                  </a:lnTo>
                  <a:lnTo>
                    <a:pt x="653" y="2292"/>
                  </a:lnTo>
                  <a:lnTo>
                    <a:pt x="712" y="2331"/>
                  </a:lnTo>
                  <a:lnTo>
                    <a:pt x="673" y="2331"/>
                  </a:lnTo>
                  <a:lnTo>
                    <a:pt x="633" y="2311"/>
                  </a:lnTo>
                  <a:lnTo>
                    <a:pt x="594" y="2292"/>
                  </a:lnTo>
                  <a:lnTo>
                    <a:pt x="495" y="2193"/>
                  </a:lnTo>
                  <a:lnTo>
                    <a:pt x="515" y="2232"/>
                  </a:lnTo>
                  <a:lnTo>
                    <a:pt x="337" y="2094"/>
                  </a:lnTo>
                  <a:lnTo>
                    <a:pt x="297" y="2094"/>
                  </a:lnTo>
                  <a:lnTo>
                    <a:pt x="297" y="2114"/>
                  </a:lnTo>
                  <a:lnTo>
                    <a:pt x="159" y="2035"/>
                  </a:lnTo>
                  <a:lnTo>
                    <a:pt x="179" y="2074"/>
                  </a:lnTo>
                  <a:lnTo>
                    <a:pt x="159" y="2074"/>
                  </a:lnTo>
                  <a:lnTo>
                    <a:pt x="100" y="2055"/>
                  </a:lnTo>
                  <a:lnTo>
                    <a:pt x="120" y="2074"/>
                  </a:lnTo>
                  <a:lnTo>
                    <a:pt x="159" y="2094"/>
                  </a:lnTo>
                  <a:lnTo>
                    <a:pt x="218" y="2134"/>
                  </a:lnTo>
                  <a:lnTo>
                    <a:pt x="238" y="2134"/>
                  </a:lnTo>
                  <a:lnTo>
                    <a:pt x="278" y="2153"/>
                  </a:lnTo>
                  <a:lnTo>
                    <a:pt x="297" y="2173"/>
                  </a:lnTo>
                  <a:lnTo>
                    <a:pt x="357" y="2213"/>
                  </a:lnTo>
                  <a:lnTo>
                    <a:pt x="376" y="2213"/>
                  </a:lnTo>
                  <a:lnTo>
                    <a:pt x="416" y="2232"/>
                  </a:lnTo>
                  <a:lnTo>
                    <a:pt x="396" y="2252"/>
                  </a:lnTo>
                  <a:lnTo>
                    <a:pt x="396" y="2272"/>
                  </a:lnTo>
                  <a:lnTo>
                    <a:pt x="278" y="2173"/>
                  </a:lnTo>
                  <a:lnTo>
                    <a:pt x="278" y="2193"/>
                  </a:lnTo>
                  <a:lnTo>
                    <a:pt x="238" y="2193"/>
                  </a:lnTo>
                  <a:lnTo>
                    <a:pt x="199" y="2173"/>
                  </a:lnTo>
                  <a:lnTo>
                    <a:pt x="179" y="2153"/>
                  </a:lnTo>
                  <a:lnTo>
                    <a:pt x="159" y="2134"/>
                  </a:lnTo>
                  <a:lnTo>
                    <a:pt x="139" y="2114"/>
                  </a:lnTo>
                  <a:lnTo>
                    <a:pt x="100" y="2134"/>
                  </a:lnTo>
                  <a:lnTo>
                    <a:pt x="80" y="2114"/>
                  </a:lnTo>
                  <a:lnTo>
                    <a:pt x="80" y="2094"/>
                  </a:lnTo>
                  <a:lnTo>
                    <a:pt x="60" y="2094"/>
                  </a:lnTo>
                  <a:lnTo>
                    <a:pt x="60" y="2114"/>
                  </a:lnTo>
                  <a:lnTo>
                    <a:pt x="139" y="2173"/>
                  </a:lnTo>
                  <a:lnTo>
                    <a:pt x="80" y="2173"/>
                  </a:lnTo>
                  <a:lnTo>
                    <a:pt x="80" y="2193"/>
                  </a:lnTo>
                  <a:lnTo>
                    <a:pt x="120" y="2213"/>
                  </a:lnTo>
                  <a:lnTo>
                    <a:pt x="159" y="2252"/>
                  </a:lnTo>
                  <a:lnTo>
                    <a:pt x="199" y="2292"/>
                  </a:lnTo>
                  <a:lnTo>
                    <a:pt x="218" y="2311"/>
                  </a:lnTo>
                  <a:lnTo>
                    <a:pt x="238" y="2331"/>
                  </a:lnTo>
                  <a:lnTo>
                    <a:pt x="60" y="2213"/>
                  </a:lnTo>
                  <a:lnTo>
                    <a:pt x="80" y="2232"/>
                  </a:lnTo>
                  <a:lnTo>
                    <a:pt x="60" y="2232"/>
                  </a:lnTo>
                  <a:lnTo>
                    <a:pt x="120" y="2272"/>
                  </a:lnTo>
                  <a:lnTo>
                    <a:pt x="159" y="2311"/>
                  </a:lnTo>
                  <a:lnTo>
                    <a:pt x="179" y="2331"/>
                  </a:lnTo>
                  <a:lnTo>
                    <a:pt x="159" y="2331"/>
                  </a:lnTo>
                  <a:lnTo>
                    <a:pt x="179" y="2371"/>
                  </a:lnTo>
                  <a:lnTo>
                    <a:pt x="218" y="2391"/>
                  </a:lnTo>
                  <a:lnTo>
                    <a:pt x="278" y="2430"/>
                  </a:lnTo>
                  <a:lnTo>
                    <a:pt x="218" y="2430"/>
                  </a:lnTo>
                  <a:lnTo>
                    <a:pt x="139" y="2371"/>
                  </a:lnTo>
                  <a:lnTo>
                    <a:pt x="159" y="2371"/>
                  </a:lnTo>
                  <a:lnTo>
                    <a:pt x="139" y="2351"/>
                  </a:lnTo>
                  <a:lnTo>
                    <a:pt x="120" y="2371"/>
                  </a:lnTo>
                  <a:lnTo>
                    <a:pt x="80" y="2351"/>
                  </a:lnTo>
                  <a:lnTo>
                    <a:pt x="21" y="2311"/>
                  </a:lnTo>
                  <a:lnTo>
                    <a:pt x="40" y="2351"/>
                  </a:lnTo>
                  <a:lnTo>
                    <a:pt x="80" y="2371"/>
                  </a:lnTo>
                  <a:lnTo>
                    <a:pt x="80" y="2391"/>
                  </a:lnTo>
                  <a:lnTo>
                    <a:pt x="179" y="2470"/>
                  </a:lnTo>
                  <a:lnTo>
                    <a:pt x="199" y="2470"/>
                  </a:lnTo>
                  <a:lnTo>
                    <a:pt x="159" y="2450"/>
                  </a:lnTo>
                  <a:lnTo>
                    <a:pt x="139" y="2430"/>
                  </a:lnTo>
                  <a:lnTo>
                    <a:pt x="120" y="2410"/>
                  </a:lnTo>
                  <a:lnTo>
                    <a:pt x="120" y="2410"/>
                  </a:lnTo>
                  <a:lnTo>
                    <a:pt x="199" y="2450"/>
                  </a:lnTo>
                  <a:lnTo>
                    <a:pt x="238" y="2489"/>
                  </a:lnTo>
                  <a:lnTo>
                    <a:pt x="238" y="2489"/>
                  </a:lnTo>
                  <a:lnTo>
                    <a:pt x="199" y="2430"/>
                  </a:lnTo>
                  <a:lnTo>
                    <a:pt x="258" y="2489"/>
                  </a:lnTo>
                  <a:lnTo>
                    <a:pt x="278" y="2470"/>
                  </a:lnTo>
                  <a:lnTo>
                    <a:pt x="297" y="2470"/>
                  </a:lnTo>
                  <a:lnTo>
                    <a:pt x="357" y="2489"/>
                  </a:lnTo>
                  <a:lnTo>
                    <a:pt x="297" y="2430"/>
                  </a:lnTo>
                  <a:lnTo>
                    <a:pt x="297" y="2430"/>
                  </a:lnTo>
                  <a:lnTo>
                    <a:pt x="376" y="2489"/>
                  </a:lnTo>
                  <a:lnTo>
                    <a:pt x="475" y="2568"/>
                  </a:lnTo>
                  <a:lnTo>
                    <a:pt x="515" y="2608"/>
                  </a:lnTo>
                  <a:lnTo>
                    <a:pt x="534" y="2647"/>
                  </a:lnTo>
                  <a:lnTo>
                    <a:pt x="574" y="2687"/>
                  </a:lnTo>
                  <a:lnTo>
                    <a:pt x="594" y="2707"/>
                  </a:lnTo>
                  <a:lnTo>
                    <a:pt x="574" y="2707"/>
                  </a:lnTo>
                  <a:lnTo>
                    <a:pt x="633" y="2746"/>
                  </a:lnTo>
                  <a:lnTo>
                    <a:pt x="594" y="2746"/>
                  </a:lnTo>
                  <a:lnTo>
                    <a:pt x="613" y="2766"/>
                  </a:lnTo>
                  <a:lnTo>
                    <a:pt x="613" y="2766"/>
                  </a:lnTo>
                  <a:lnTo>
                    <a:pt x="455" y="2667"/>
                  </a:lnTo>
                  <a:lnTo>
                    <a:pt x="337" y="2568"/>
                  </a:lnTo>
                  <a:lnTo>
                    <a:pt x="317" y="2588"/>
                  </a:lnTo>
                  <a:lnTo>
                    <a:pt x="337" y="2628"/>
                  </a:lnTo>
                  <a:lnTo>
                    <a:pt x="337" y="2628"/>
                  </a:lnTo>
                  <a:lnTo>
                    <a:pt x="258" y="2568"/>
                  </a:lnTo>
                  <a:lnTo>
                    <a:pt x="179" y="2509"/>
                  </a:lnTo>
                  <a:lnTo>
                    <a:pt x="199" y="2529"/>
                  </a:lnTo>
                  <a:lnTo>
                    <a:pt x="258" y="2588"/>
                  </a:lnTo>
                  <a:lnTo>
                    <a:pt x="218" y="2568"/>
                  </a:lnTo>
                  <a:lnTo>
                    <a:pt x="199" y="2568"/>
                  </a:lnTo>
                  <a:lnTo>
                    <a:pt x="238" y="2608"/>
                  </a:lnTo>
                  <a:lnTo>
                    <a:pt x="297" y="2667"/>
                  </a:lnTo>
                  <a:lnTo>
                    <a:pt x="330" y="2667"/>
                  </a:lnTo>
                  <a:lnTo>
                    <a:pt x="357" y="2707"/>
                  </a:lnTo>
                  <a:lnTo>
                    <a:pt x="416" y="2707"/>
                  </a:lnTo>
                  <a:lnTo>
                    <a:pt x="455" y="2733"/>
                  </a:lnTo>
                  <a:lnTo>
                    <a:pt x="455" y="2733"/>
                  </a:lnTo>
                  <a:lnTo>
                    <a:pt x="455" y="2746"/>
                  </a:lnTo>
                  <a:lnTo>
                    <a:pt x="475" y="2766"/>
                  </a:lnTo>
                  <a:lnTo>
                    <a:pt x="495" y="2766"/>
                  </a:lnTo>
                  <a:lnTo>
                    <a:pt x="475" y="2726"/>
                  </a:lnTo>
                  <a:lnTo>
                    <a:pt x="475" y="2726"/>
                  </a:lnTo>
                  <a:lnTo>
                    <a:pt x="515" y="2746"/>
                  </a:lnTo>
                  <a:lnTo>
                    <a:pt x="554" y="2746"/>
                  </a:lnTo>
                  <a:lnTo>
                    <a:pt x="633" y="2825"/>
                  </a:lnTo>
                  <a:lnTo>
                    <a:pt x="554" y="2786"/>
                  </a:lnTo>
                  <a:lnTo>
                    <a:pt x="554" y="2805"/>
                  </a:lnTo>
                  <a:lnTo>
                    <a:pt x="574" y="2825"/>
                  </a:lnTo>
                  <a:lnTo>
                    <a:pt x="613" y="2825"/>
                  </a:lnTo>
                  <a:lnTo>
                    <a:pt x="653" y="2884"/>
                  </a:lnTo>
                  <a:lnTo>
                    <a:pt x="653" y="2904"/>
                  </a:lnTo>
                  <a:lnTo>
                    <a:pt x="673" y="2904"/>
                  </a:lnTo>
                  <a:lnTo>
                    <a:pt x="732" y="2963"/>
                  </a:lnTo>
                  <a:lnTo>
                    <a:pt x="791" y="3003"/>
                  </a:lnTo>
                  <a:lnTo>
                    <a:pt x="791" y="3003"/>
                  </a:lnTo>
                  <a:lnTo>
                    <a:pt x="771" y="2983"/>
                  </a:lnTo>
                  <a:lnTo>
                    <a:pt x="732" y="2944"/>
                  </a:lnTo>
                  <a:lnTo>
                    <a:pt x="752" y="2944"/>
                  </a:lnTo>
                  <a:lnTo>
                    <a:pt x="811" y="2983"/>
                  </a:lnTo>
                  <a:lnTo>
                    <a:pt x="771" y="2924"/>
                  </a:lnTo>
                  <a:lnTo>
                    <a:pt x="791" y="2944"/>
                  </a:lnTo>
                  <a:lnTo>
                    <a:pt x="811" y="2944"/>
                  </a:lnTo>
                  <a:lnTo>
                    <a:pt x="791" y="2904"/>
                  </a:lnTo>
                  <a:lnTo>
                    <a:pt x="752" y="2884"/>
                  </a:lnTo>
                  <a:lnTo>
                    <a:pt x="732" y="2845"/>
                  </a:lnTo>
                  <a:lnTo>
                    <a:pt x="673" y="2786"/>
                  </a:lnTo>
                  <a:lnTo>
                    <a:pt x="732" y="2825"/>
                  </a:lnTo>
                  <a:lnTo>
                    <a:pt x="771" y="2845"/>
                  </a:lnTo>
                  <a:lnTo>
                    <a:pt x="692" y="2766"/>
                  </a:lnTo>
                  <a:lnTo>
                    <a:pt x="673" y="2746"/>
                  </a:lnTo>
                  <a:lnTo>
                    <a:pt x="653" y="2726"/>
                  </a:lnTo>
                  <a:lnTo>
                    <a:pt x="633" y="2726"/>
                  </a:lnTo>
                  <a:lnTo>
                    <a:pt x="653" y="2746"/>
                  </a:lnTo>
                  <a:lnTo>
                    <a:pt x="673" y="2766"/>
                  </a:lnTo>
                  <a:lnTo>
                    <a:pt x="673" y="2766"/>
                  </a:lnTo>
                  <a:lnTo>
                    <a:pt x="613" y="2726"/>
                  </a:lnTo>
                  <a:lnTo>
                    <a:pt x="574" y="2667"/>
                  </a:lnTo>
                  <a:lnTo>
                    <a:pt x="633" y="2707"/>
                  </a:lnTo>
                  <a:lnTo>
                    <a:pt x="673" y="2707"/>
                  </a:lnTo>
                  <a:lnTo>
                    <a:pt x="692" y="2726"/>
                  </a:lnTo>
                  <a:lnTo>
                    <a:pt x="712" y="2746"/>
                  </a:lnTo>
                  <a:lnTo>
                    <a:pt x="752" y="2786"/>
                  </a:lnTo>
                  <a:lnTo>
                    <a:pt x="791" y="2805"/>
                  </a:lnTo>
                  <a:lnTo>
                    <a:pt x="752" y="2766"/>
                  </a:lnTo>
                  <a:lnTo>
                    <a:pt x="732" y="2746"/>
                  </a:lnTo>
                  <a:lnTo>
                    <a:pt x="673" y="2687"/>
                  </a:lnTo>
                  <a:lnTo>
                    <a:pt x="692" y="2687"/>
                  </a:lnTo>
                  <a:lnTo>
                    <a:pt x="692" y="2667"/>
                  </a:lnTo>
                  <a:lnTo>
                    <a:pt x="673" y="2647"/>
                  </a:lnTo>
                  <a:lnTo>
                    <a:pt x="673" y="2628"/>
                  </a:lnTo>
                  <a:lnTo>
                    <a:pt x="712" y="2647"/>
                  </a:lnTo>
                  <a:lnTo>
                    <a:pt x="633" y="2588"/>
                  </a:lnTo>
                  <a:lnTo>
                    <a:pt x="633" y="2568"/>
                  </a:lnTo>
                  <a:lnTo>
                    <a:pt x="633" y="2549"/>
                  </a:lnTo>
                  <a:lnTo>
                    <a:pt x="673" y="2568"/>
                  </a:lnTo>
                  <a:lnTo>
                    <a:pt x="633" y="2489"/>
                  </a:lnTo>
                  <a:lnTo>
                    <a:pt x="534" y="2450"/>
                  </a:lnTo>
                  <a:lnTo>
                    <a:pt x="503" y="2419"/>
                  </a:lnTo>
                  <a:lnTo>
                    <a:pt x="515" y="2430"/>
                  </a:lnTo>
                  <a:lnTo>
                    <a:pt x="554" y="2450"/>
                  </a:lnTo>
                  <a:lnTo>
                    <a:pt x="574" y="2450"/>
                  </a:lnTo>
                  <a:lnTo>
                    <a:pt x="554" y="2430"/>
                  </a:lnTo>
                  <a:lnTo>
                    <a:pt x="692" y="2529"/>
                  </a:lnTo>
                  <a:lnTo>
                    <a:pt x="653" y="2489"/>
                  </a:lnTo>
                  <a:lnTo>
                    <a:pt x="633" y="2450"/>
                  </a:lnTo>
                  <a:lnTo>
                    <a:pt x="712" y="2509"/>
                  </a:lnTo>
                  <a:lnTo>
                    <a:pt x="752" y="2549"/>
                  </a:lnTo>
                  <a:lnTo>
                    <a:pt x="712" y="2549"/>
                  </a:lnTo>
                  <a:lnTo>
                    <a:pt x="732" y="2568"/>
                  </a:lnTo>
                  <a:lnTo>
                    <a:pt x="732" y="2588"/>
                  </a:lnTo>
                  <a:lnTo>
                    <a:pt x="712" y="2588"/>
                  </a:lnTo>
                  <a:lnTo>
                    <a:pt x="752" y="2608"/>
                  </a:lnTo>
                  <a:lnTo>
                    <a:pt x="771" y="2628"/>
                  </a:lnTo>
                  <a:lnTo>
                    <a:pt x="771" y="2647"/>
                  </a:lnTo>
                  <a:lnTo>
                    <a:pt x="791" y="2647"/>
                  </a:lnTo>
                  <a:lnTo>
                    <a:pt x="831" y="2667"/>
                  </a:lnTo>
                  <a:lnTo>
                    <a:pt x="870" y="2687"/>
                  </a:lnTo>
                  <a:lnTo>
                    <a:pt x="850" y="2667"/>
                  </a:lnTo>
                  <a:lnTo>
                    <a:pt x="910" y="2687"/>
                  </a:lnTo>
                  <a:lnTo>
                    <a:pt x="949" y="2726"/>
                  </a:lnTo>
                  <a:lnTo>
                    <a:pt x="949" y="2746"/>
                  </a:lnTo>
                  <a:lnTo>
                    <a:pt x="969" y="2766"/>
                  </a:lnTo>
                  <a:lnTo>
                    <a:pt x="989" y="2766"/>
                  </a:lnTo>
                  <a:lnTo>
                    <a:pt x="1008" y="2746"/>
                  </a:lnTo>
                  <a:lnTo>
                    <a:pt x="850" y="2608"/>
                  </a:lnTo>
                  <a:lnTo>
                    <a:pt x="831" y="2568"/>
                  </a:lnTo>
                  <a:lnTo>
                    <a:pt x="850" y="2568"/>
                  </a:lnTo>
                  <a:lnTo>
                    <a:pt x="890" y="2608"/>
                  </a:lnTo>
                  <a:lnTo>
                    <a:pt x="929" y="2647"/>
                  </a:lnTo>
                  <a:lnTo>
                    <a:pt x="969" y="2647"/>
                  </a:lnTo>
                  <a:lnTo>
                    <a:pt x="929" y="2628"/>
                  </a:lnTo>
                  <a:lnTo>
                    <a:pt x="949" y="2608"/>
                  </a:lnTo>
                  <a:lnTo>
                    <a:pt x="1028" y="2647"/>
                  </a:lnTo>
                  <a:lnTo>
                    <a:pt x="1028" y="2667"/>
                  </a:lnTo>
                  <a:lnTo>
                    <a:pt x="1008" y="2667"/>
                  </a:lnTo>
                  <a:lnTo>
                    <a:pt x="1008" y="2687"/>
                  </a:lnTo>
                  <a:lnTo>
                    <a:pt x="1048" y="2707"/>
                  </a:lnTo>
                  <a:lnTo>
                    <a:pt x="1028" y="2707"/>
                  </a:lnTo>
                  <a:lnTo>
                    <a:pt x="1087" y="2726"/>
                  </a:lnTo>
                  <a:lnTo>
                    <a:pt x="1107" y="2726"/>
                  </a:lnTo>
                  <a:lnTo>
                    <a:pt x="1068" y="2707"/>
                  </a:lnTo>
                  <a:lnTo>
                    <a:pt x="1087" y="2707"/>
                  </a:lnTo>
                  <a:lnTo>
                    <a:pt x="1147" y="2746"/>
                  </a:lnTo>
                  <a:lnTo>
                    <a:pt x="1186" y="2726"/>
                  </a:lnTo>
                  <a:lnTo>
                    <a:pt x="1206" y="2726"/>
                  </a:lnTo>
                  <a:lnTo>
                    <a:pt x="1206" y="2707"/>
                  </a:lnTo>
                  <a:lnTo>
                    <a:pt x="1166" y="2667"/>
                  </a:lnTo>
                  <a:lnTo>
                    <a:pt x="1087" y="2588"/>
                  </a:lnTo>
                  <a:lnTo>
                    <a:pt x="1087" y="2588"/>
                  </a:lnTo>
                  <a:lnTo>
                    <a:pt x="1186" y="2647"/>
                  </a:lnTo>
                  <a:lnTo>
                    <a:pt x="1245" y="2667"/>
                  </a:lnTo>
                  <a:lnTo>
                    <a:pt x="1186" y="2628"/>
                  </a:lnTo>
                  <a:lnTo>
                    <a:pt x="1147" y="2588"/>
                  </a:lnTo>
                  <a:lnTo>
                    <a:pt x="1087" y="2549"/>
                  </a:lnTo>
                  <a:lnTo>
                    <a:pt x="1087" y="2529"/>
                  </a:lnTo>
                  <a:lnTo>
                    <a:pt x="1147" y="2568"/>
                  </a:lnTo>
                  <a:lnTo>
                    <a:pt x="1166" y="2588"/>
                  </a:lnTo>
                  <a:lnTo>
                    <a:pt x="1206" y="2588"/>
                  </a:lnTo>
                  <a:lnTo>
                    <a:pt x="1265" y="2608"/>
                  </a:lnTo>
                  <a:lnTo>
                    <a:pt x="1226" y="2568"/>
                  </a:lnTo>
                  <a:lnTo>
                    <a:pt x="1206" y="2549"/>
                  </a:lnTo>
                  <a:lnTo>
                    <a:pt x="1186" y="2549"/>
                  </a:lnTo>
                  <a:lnTo>
                    <a:pt x="1127" y="2489"/>
                  </a:lnTo>
                  <a:lnTo>
                    <a:pt x="1166" y="2489"/>
                  </a:lnTo>
                  <a:lnTo>
                    <a:pt x="1206" y="2509"/>
                  </a:lnTo>
                  <a:lnTo>
                    <a:pt x="1226" y="2529"/>
                  </a:lnTo>
                  <a:lnTo>
                    <a:pt x="1245" y="2549"/>
                  </a:lnTo>
                  <a:lnTo>
                    <a:pt x="1265" y="2549"/>
                  </a:lnTo>
                  <a:lnTo>
                    <a:pt x="1245" y="2529"/>
                  </a:lnTo>
                  <a:lnTo>
                    <a:pt x="1265" y="2509"/>
                  </a:lnTo>
                  <a:lnTo>
                    <a:pt x="1285" y="2529"/>
                  </a:lnTo>
                  <a:lnTo>
                    <a:pt x="1305" y="2509"/>
                  </a:lnTo>
                  <a:lnTo>
                    <a:pt x="1265" y="2470"/>
                  </a:lnTo>
                  <a:lnTo>
                    <a:pt x="1285" y="2470"/>
                  </a:lnTo>
                  <a:lnTo>
                    <a:pt x="1285" y="2450"/>
                  </a:lnTo>
                  <a:lnTo>
                    <a:pt x="1219" y="2397"/>
                  </a:lnTo>
                  <a:lnTo>
                    <a:pt x="1219" y="2397"/>
                  </a:lnTo>
                  <a:lnTo>
                    <a:pt x="1245" y="2410"/>
                  </a:lnTo>
                  <a:lnTo>
                    <a:pt x="1324" y="2470"/>
                  </a:lnTo>
                  <a:lnTo>
                    <a:pt x="1285" y="2410"/>
                  </a:lnTo>
                  <a:lnTo>
                    <a:pt x="1344" y="2430"/>
                  </a:lnTo>
                  <a:lnTo>
                    <a:pt x="1324" y="2391"/>
                  </a:lnTo>
                  <a:lnTo>
                    <a:pt x="1305" y="2331"/>
                  </a:lnTo>
                  <a:lnTo>
                    <a:pt x="1285" y="2292"/>
                  </a:lnTo>
                  <a:lnTo>
                    <a:pt x="1364" y="2371"/>
                  </a:lnTo>
                  <a:lnTo>
                    <a:pt x="1384" y="2391"/>
                  </a:lnTo>
                  <a:lnTo>
                    <a:pt x="1403" y="2410"/>
                  </a:lnTo>
                  <a:lnTo>
                    <a:pt x="1403" y="2391"/>
                  </a:lnTo>
                  <a:lnTo>
                    <a:pt x="1423" y="2391"/>
                  </a:lnTo>
                  <a:lnTo>
                    <a:pt x="1423" y="2371"/>
                  </a:lnTo>
                  <a:lnTo>
                    <a:pt x="1403" y="2351"/>
                  </a:lnTo>
                  <a:lnTo>
                    <a:pt x="1344" y="2311"/>
                  </a:lnTo>
                  <a:lnTo>
                    <a:pt x="1344" y="2292"/>
                  </a:lnTo>
                  <a:lnTo>
                    <a:pt x="1364" y="2311"/>
                  </a:lnTo>
                  <a:lnTo>
                    <a:pt x="1403" y="2331"/>
                  </a:lnTo>
                  <a:lnTo>
                    <a:pt x="1403" y="2331"/>
                  </a:lnTo>
                  <a:lnTo>
                    <a:pt x="1364" y="2292"/>
                  </a:lnTo>
                  <a:lnTo>
                    <a:pt x="1364" y="2272"/>
                  </a:lnTo>
                  <a:lnTo>
                    <a:pt x="1364" y="2252"/>
                  </a:lnTo>
                  <a:lnTo>
                    <a:pt x="1403" y="2292"/>
                  </a:lnTo>
                  <a:lnTo>
                    <a:pt x="1403" y="2292"/>
                  </a:lnTo>
                  <a:lnTo>
                    <a:pt x="1364" y="2232"/>
                  </a:lnTo>
                  <a:lnTo>
                    <a:pt x="1285" y="2173"/>
                  </a:lnTo>
                  <a:lnTo>
                    <a:pt x="1245" y="2153"/>
                  </a:lnTo>
                  <a:lnTo>
                    <a:pt x="1245" y="2153"/>
                  </a:lnTo>
                  <a:lnTo>
                    <a:pt x="1265" y="2193"/>
                  </a:lnTo>
                  <a:lnTo>
                    <a:pt x="1265" y="2213"/>
                  </a:lnTo>
                  <a:lnTo>
                    <a:pt x="1206" y="2193"/>
                  </a:lnTo>
                  <a:lnTo>
                    <a:pt x="1147" y="2153"/>
                  </a:lnTo>
                  <a:lnTo>
                    <a:pt x="1147" y="2153"/>
                  </a:lnTo>
                  <a:lnTo>
                    <a:pt x="1186" y="2173"/>
                  </a:lnTo>
                  <a:lnTo>
                    <a:pt x="1147" y="2134"/>
                  </a:lnTo>
                  <a:lnTo>
                    <a:pt x="1127" y="2114"/>
                  </a:lnTo>
                  <a:lnTo>
                    <a:pt x="1048" y="2055"/>
                  </a:lnTo>
                  <a:lnTo>
                    <a:pt x="1048" y="2015"/>
                  </a:lnTo>
                  <a:lnTo>
                    <a:pt x="1087" y="2055"/>
                  </a:lnTo>
                  <a:lnTo>
                    <a:pt x="1087" y="2055"/>
                  </a:lnTo>
                  <a:lnTo>
                    <a:pt x="1068" y="2015"/>
                  </a:lnTo>
                  <a:lnTo>
                    <a:pt x="1107" y="2035"/>
                  </a:lnTo>
                  <a:lnTo>
                    <a:pt x="1127" y="2035"/>
                  </a:lnTo>
                  <a:lnTo>
                    <a:pt x="1127" y="2015"/>
                  </a:lnTo>
                  <a:lnTo>
                    <a:pt x="1107" y="1995"/>
                  </a:lnTo>
                  <a:lnTo>
                    <a:pt x="1166" y="2015"/>
                  </a:lnTo>
                  <a:lnTo>
                    <a:pt x="1147" y="2015"/>
                  </a:lnTo>
                  <a:lnTo>
                    <a:pt x="1166" y="2055"/>
                  </a:lnTo>
                  <a:lnTo>
                    <a:pt x="1206" y="2074"/>
                  </a:lnTo>
                  <a:lnTo>
                    <a:pt x="1206" y="2094"/>
                  </a:lnTo>
                  <a:lnTo>
                    <a:pt x="1265" y="2114"/>
                  </a:lnTo>
                  <a:lnTo>
                    <a:pt x="1305" y="2153"/>
                  </a:lnTo>
                  <a:lnTo>
                    <a:pt x="1384" y="2232"/>
                  </a:lnTo>
                  <a:lnTo>
                    <a:pt x="1403" y="2232"/>
                  </a:lnTo>
                  <a:lnTo>
                    <a:pt x="1443" y="2252"/>
                  </a:lnTo>
                  <a:lnTo>
                    <a:pt x="1423" y="2213"/>
                  </a:lnTo>
                  <a:lnTo>
                    <a:pt x="1423" y="2193"/>
                  </a:lnTo>
                  <a:lnTo>
                    <a:pt x="1403" y="2153"/>
                  </a:lnTo>
                  <a:lnTo>
                    <a:pt x="1423" y="2173"/>
                  </a:lnTo>
                  <a:lnTo>
                    <a:pt x="1443" y="2193"/>
                  </a:lnTo>
                  <a:lnTo>
                    <a:pt x="1463" y="2153"/>
                  </a:lnTo>
                  <a:lnTo>
                    <a:pt x="1423" y="2114"/>
                  </a:lnTo>
                  <a:lnTo>
                    <a:pt x="1463" y="2114"/>
                  </a:lnTo>
                  <a:lnTo>
                    <a:pt x="1502" y="2153"/>
                  </a:lnTo>
                  <a:lnTo>
                    <a:pt x="1522" y="2134"/>
                  </a:lnTo>
                  <a:lnTo>
                    <a:pt x="1522" y="2114"/>
                  </a:lnTo>
                  <a:lnTo>
                    <a:pt x="1482" y="2074"/>
                  </a:lnTo>
                  <a:lnTo>
                    <a:pt x="1463" y="2035"/>
                  </a:lnTo>
                  <a:lnTo>
                    <a:pt x="1463" y="2015"/>
                  </a:lnTo>
                  <a:lnTo>
                    <a:pt x="1482" y="1995"/>
                  </a:lnTo>
                  <a:lnTo>
                    <a:pt x="1522" y="2035"/>
                  </a:lnTo>
                  <a:lnTo>
                    <a:pt x="1502" y="1995"/>
                  </a:lnTo>
                  <a:lnTo>
                    <a:pt x="1542" y="2015"/>
                  </a:lnTo>
                  <a:lnTo>
                    <a:pt x="1542" y="1976"/>
                  </a:lnTo>
                  <a:lnTo>
                    <a:pt x="1542" y="1956"/>
                  </a:lnTo>
                  <a:lnTo>
                    <a:pt x="1581" y="1976"/>
                  </a:lnTo>
                  <a:lnTo>
                    <a:pt x="1561" y="1936"/>
                  </a:lnTo>
                  <a:lnTo>
                    <a:pt x="1502" y="1877"/>
                  </a:lnTo>
                  <a:lnTo>
                    <a:pt x="1561" y="1916"/>
                  </a:lnTo>
                  <a:lnTo>
                    <a:pt x="1601" y="1936"/>
                  </a:lnTo>
                  <a:lnTo>
                    <a:pt x="1601" y="1837"/>
                  </a:lnTo>
                  <a:lnTo>
                    <a:pt x="1621" y="1758"/>
                  </a:lnTo>
                  <a:lnTo>
                    <a:pt x="1640" y="1778"/>
                  </a:lnTo>
                  <a:lnTo>
                    <a:pt x="1640" y="1739"/>
                  </a:lnTo>
                  <a:lnTo>
                    <a:pt x="1640" y="1699"/>
                  </a:lnTo>
                  <a:lnTo>
                    <a:pt x="1621" y="1660"/>
                  </a:lnTo>
                  <a:lnTo>
                    <a:pt x="1621" y="1640"/>
                  </a:lnTo>
                  <a:lnTo>
                    <a:pt x="1640" y="1640"/>
                  </a:lnTo>
                  <a:lnTo>
                    <a:pt x="1621" y="1600"/>
                  </a:lnTo>
                  <a:lnTo>
                    <a:pt x="1561" y="1561"/>
                  </a:lnTo>
                  <a:lnTo>
                    <a:pt x="1463" y="1502"/>
                  </a:lnTo>
                  <a:lnTo>
                    <a:pt x="1443" y="1482"/>
                  </a:lnTo>
                  <a:lnTo>
                    <a:pt x="1463" y="1482"/>
                  </a:lnTo>
                  <a:lnTo>
                    <a:pt x="1482" y="1502"/>
                  </a:lnTo>
                  <a:lnTo>
                    <a:pt x="1522" y="1521"/>
                  </a:lnTo>
                  <a:lnTo>
                    <a:pt x="1542" y="1521"/>
                  </a:lnTo>
                  <a:lnTo>
                    <a:pt x="1621" y="1581"/>
                  </a:lnTo>
                  <a:lnTo>
                    <a:pt x="1680" y="1620"/>
                  </a:lnTo>
                  <a:lnTo>
                    <a:pt x="1680" y="1620"/>
                  </a:lnTo>
                  <a:lnTo>
                    <a:pt x="1640" y="1561"/>
                  </a:lnTo>
                  <a:lnTo>
                    <a:pt x="1660" y="1561"/>
                  </a:lnTo>
                  <a:lnTo>
                    <a:pt x="1660" y="1541"/>
                  </a:lnTo>
                  <a:lnTo>
                    <a:pt x="1680" y="1541"/>
                  </a:lnTo>
                  <a:lnTo>
                    <a:pt x="1700" y="1561"/>
                  </a:lnTo>
                  <a:lnTo>
                    <a:pt x="1719" y="1581"/>
                  </a:lnTo>
                  <a:lnTo>
                    <a:pt x="1700" y="1581"/>
                  </a:lnTo>
                  <a:lnTo>
                    <a:pt x="1700" y="1600"/>
                  </a:lnTo>
                  <a:lnTo>
                    <a:pt x="1739" y="1640"/>
                  </a:lnTo>
                  <a:lnTo>
                    <a:pt x="1719" y="1600"/>
                  </a:lnTo>
                  <a:lnTo>
                    <a:pt x="1739" y="1581"/>
                  </a:lnTo>
                  <a:lnTo>
                    <a:pt x="1739" y="1561"/>
                  </a:lnTo>
                  <a:lnTo>
                    <a:pt x="1700" y="1541"/>
                  </a:lnTo>
                  <a:lnTo>
                    <a:pt x="1700" y="1521"/>
                  </a:lnTo>
                  <a:lnTo>
                    <a:pt x="1660" y="1462"/>
                  </a:lnTo>
                  <a:lnTo>
                    <a:pt x="1680" y="1477"/>
                  </a:lnTo>
                  <a:lnTo>
                    <a:pt x="1680" y="1477"/>
                  </a:lnTo>
                  <a:lnTo>
                    <a:pt x="1680" y="1462"/>
                  </a:lnTo>
                  <a:lnTo>
                    <a:pt x="1700" y="1442"/>
                  </a:lnTo>
                  <a:lnTo>
                    <a:pt x="1719" y="1442"/>
                  </a:lnTo>
                  <a:lnTo>
                    <a:pt x="1779" y="1482"/>
                  </a:lnTo>
                  <a:lnTo>
                    <a:pt x="1759" y="1442"/>
                  </a:lnTo>
                  <a:lnTo>
                    <a:pt x="1779" y="1462"/>
                  </a:lnTo>
                  <a:lnTo>
                    <a:pt x="1818" y="1423"/>
                  </a:lnTo>
                  <a:lnTo>
                    <a:pt x="1838" y="1403"/>
                  </a:lnTo>
                  <a:lnTo>
                    <a:pt x="1858" y="1403"/>
                  </a:lnTo>
                  <a:lnTo>
                    <a:pt x="1858" y="1363"/>
                  </a:lnTo>
                  <a:lnTo>
                    <a:pt x="1798" y="1304"/>
                  </a:lnTo>
                  <a:lnTo>
                    <a:pt x="1739" y="1284"/>
                  </a:lnTo>
                  <a:lnTo>
                    <a:pt x="1719" y="1245"/>
                  </a:lnTo>
                  <a:lnTo>
                    <a:pt x="1719" y="1225"/>
                  </a:lnTo>
                  <a:lnTo>
                    <a:pt x="1759" y="1265"/>
                  </a:lnTo>
                  <a:lnTo>
                    <a:pt x="1798" y="1284"/>
                  </a:lnTo>
                  <a:lnTo>
                    <a:pt x="1838" y="1304"/>
                  </a:lnTo>
                  <a:lnTo>
                    <a:pt x="1838" y="1284"/>
                  </a:lnTo>
                  <a:lnTo>
                    <a:pt x="1877" y="1304"/>
                  </a:lnTo>
                  <a:lnTo>
                    <a:pt x="1877" y="1265"/>
                  </a:lnTo>
                  <a:lnTo>
                    <a:pt x="1838" y="1225"/>
                  </a:lnTo>
                  <a:lnTo>
                    <a:pt x="1838" y="1225"/>
                  </a:lnTo>
                  <a:lnTo>
                    <a:pt x="1877" y="1245"/>
                  </a:lnTo>
                  <a:lnTo>
                    <a:pt x="1897" y="1284"/>
                  </a:lnTo>
                  <a:lnTo>
                    <a:pt x="1897" y="1265"/>
                  </a:lnTo>
                  <a:lnTo>
                    <a:pt x="1917" y="1284"/>
                  </a:lnTo>
                  <a:lnTo>
                    <a:pt x="1917" y="1265"/>
                  </a:lnTo>
                  <a:lnTo>
                    <a:pt x="1897" y="1225"/>
                  </a:lnTo>
                  <a:lnTo>
                    <a:pt x="1858" y="1186"/>
                  </a:lnTo>
                  <a:lnTo>
                    <a:pt x="1838" y="1126"/>
                  </a:lnTo>
                  <a:lnTo>
                    <a:pt x="1858" y="1126"/>
                  </a:lnTo>
                  <a:lnTo>
                    <a:pt x="1818" y="1087"/>
                  </a:lnTo>
                  <a:lnTo>
                    <a:pt x="1779" y="1028"/>
                  </a:lnTo>
                  <a:lnTo>
                    <a:pt x="1818" y="1067"/>
                  </a:lnTo>
                  <a:lnTo>
                    <a:pt x="1838" y="1067"/>
                  </a:lnTo>
                  <a:lnTo>
                    <a:pt x="1818" y="1047"/>
                  </a:lnTo>
                  <a:lnTo>
                    <a:pt x="1917" y="1107"/>
                  </a:lnTo>
                  <a:lnTo>
                    <a:pt x="1877" y="1107"/>
                  </a:lnTo>
                  <a:lnTo>
                    <a:pt x="1858" y="1087"/>
                  </a:lnTo>
                  <a:lnTo>
                    <a:pt x="1858" y="1107"/>
                  </a:lnTo>
                  <a:lnTo>
                    <a:pt x="1937" y="1146"/>
                  </a:lnTo>
                  <a:lnTo>
                    <a:pt x="1976" y="1146"/>
                  </a:lnTo>
                  <a:lnTo>
                    <a:pt x="1996" y="1126"/>
                  </a:lnTo>
                  <a:lnTo>
                    <a:pt x="1996" y="1107"/>
                  </a:lnTo>
                  <a:lnTo>
                    <a:pt x="1996" y="1067"/>
                  </a:lnTo>
                  <a:lnTo>
                    <a:pt x="2016" y="1047"/>
                  </a:lnTo>
                  <a:lnTo>
                    <a:pt x="1996" y="1028"/>
                  </a:lnTo>
                  <a:lnTo>
                    <a:pt x="1956" y="968"/>
                  </a:lnTo>
                  <a:lnTo>
                    <a:pt x="1996" y="1008"/>
                  </a:lnTo>
                  <a:lnTo>
                    <a:pt x="2075" y="1008"/>
                  </a:lnTo>
                  <a:lnTo>
                    <a:pt x="2075" y="988"/>
                  </a:lnTo>
                  <a:lnTo>
                    <a:pt x="2095" y="968"/>
                  </a:lnTo>
                  <a:lnTo>
                    <a:pt x="2095" y="949"/>
                  </a:lnTo>
                  <a:lnTo>
                    <a:pt x="2075" y="909"/>
                  </a:lnTo>
                  <a:lnTo>
                    <a:pt x="2075" y="909"/>
                  </a:lnTo>
                  <a:lnTo>
                    <a:pt x="2114" y="929"/>
                  </a:lnTo>
                  <a:lnTo>
                    <a:pt x="2055" y="850"/>
                  </a:lnTo>
                  <a:lnTo>
                    <a:pt x="2055" y="810"/>
                  </a:lnTo>
                  <a:lnTo>
                    <a:pt x="2016" y="751"/>
                  </a:lnTo>
                  <a:lnTo>
                    <a:pt x="1937" y="672"/>
                  </a:lnTo>
                  <a:lnTo>
                    <a:pt x="1996" y="712"/>
                  </a:lnTo>
                  <a:lnTo>
                    <a:pt x="2035" y="751"/>
                  </a:lnTo>
                  <a:lnTo>
                    <a:pt x="2035" y="731"/>
                  </a:lnTo>
                  <a:lnTo>
                    <a:pt x="2016" y="712"/>
                  </a:lnTo>
                  <a:lnTo>
                    <a:pt x="2016" y="692"/>
                  </a:lnTo>
                  <a:lnTo>
                    <a:pt x="2035" y="692"/>
                  </a:lnTo>
                  <a:lnTo>
                    <a:pt x="2055" y="712"/>
                  </a:lnTo>
                  <a:lnTo>
                    <a:pt x="2075" y="731"/>
                  </a:lnTo>
                  <a:lnTo>
                    <a:pt x="2095" y="731"/>
                  </a:lnTo>
                  <a:lnTo>
                    <a:pt x="2075" y="712"/>
                  </a:lnTo>
                  <a:lnTo>
                    <a:pt x="2095" y="712"/>
                  </a:lnTo>
                  <a:lnTo>
                    <a:pt x="2016" y="652"/>
                  </a:lnTo>
                  <a:lnTo>
                    <a:pt x="1996" y="613"/>
                  </a:lnTo>
                  <a:lnTo>
                    <a:pt x="1976" y="613"/>
                  </a:lnTo>
                  <a:lnTo>
                    <a:pt x="1956" y="573"/>
                  </a:lnTo>
                  <a:lnTo>
                    <a:pt x="1956" y="514"/>
                  </a:lnTo>
                  <a:lnTo>
                    <a:pt x="1956" y="435"/>
                  </a:lnTo>
                  <a:lnTo>
                    <a:pt x="1996" y="396"/>
                  </a:lnTo>
                  <a:lnTo>
                    <a:pt x="2035" y="356"/>
                  </a:lnTo>
                  <a:lnTo>
                    <a:pt x="2075" y="396"/>
                  </a:lnTo>
                  <a:lnTo>
                    <a:pt x="2075" y="376"/>
                  </a:lnTo>
                  <a:lnTo>
                    <a:pt x="2134" y="376"/>
                  </a:lnTo>
                  <a:lnTo>
                    <a:pt x="2114" y="356"/>
                  </a:lnTo>
                  <a:lnTo>
                    <a:pt x="2095" y="336"/>
                  </a:lnTo>
                  <a:lnTo>
                    <a:pt x="2134" y="356"/>
                  </a:lnTo>
                  <a:lnTo>
                    <a:pt x="2134" y="376"/>
                  </a:lnTo>
                  <a:lnTo>
                    <a:pt x="2154" y="356"/>
                  </a:lnTo>
                  <a:lnTo>
                    <a:pt x="2193" y="376"/>
                  </a:lnTo>
                  <a:lnTo>
                    <a:pt x="2213" y="376"/>
                  </a:lnTo>
                  <a:lnTo>
                    <a:pt x="2213" y="336"/>
                  </a:lnTo>
                  <a:lnTo>
                    <a:pt x="2272" y="376"/>
                  </a:lnTo>
                  <a:lnTo>
                    <a:pt x="2351" y="396"/>
                  </a:lnTo>
                  <a:lnTo>
                    <a:pt x="2351" y="396"/>
                  </a:lnTo>
                  <a:lnTo>
                    <a:pt x="2312" y="376"/>
                  </a:lnTo>
                  <a:lnTo>
                    <a:pt x="2292" y="336"/>
                  </a:lnTo>
                  <a:lnTo>
                    <a:pt x="2272" y="336"/>
                  </a:lnTo>
                  <a:lnTo>
                    <a:pt x="2253" y="317"/>
                  </a:lnTo>
                  <a:lnTo>
                    <a:pt x="2233" y="277"/>
                  </a:lnTo>
                  <a:lnTo>
                    <a:pt x="2095" y="198"/>
                  </a:lnTo>
                  <a:lnTo>
                    <a:pt x="1956" y="119"/>
                  </a:lnTo>
                  <a:lnTo>
                    <a:pt x="1937" y="119"/>
                  </a:lnTo>
                  <a:lnTo>
                    <a:pt x="1897" y="99"/>
                  </a:lnTo>
                  <a:lnTo>
                    <a:pt x="1838" y="60"/>
                  </a:lnTo>
                  <a:lnTo>
                    <a:pt x="1818" y="60"/>
                  </a:lnTo>
                  <a:lnTo>
                    <a:pt x="1858" y="99"/>
                  </a:lnTo>
                  <a:lnTo>
                    <a:pt x="1818" y="99"/>
                  </a:lnTo>
                  <a:lnTo>
                    <a:pt x="1798" y="80"/>
                  </a:lnTo>
                  <a:lnTo>
                    <a:pt x="1818" y="119"/>
                  </a:lnTo>
                  <a:lnTo>
                    <a:pt x="1759" y="80"/>
                  </a:lnTo>
                  <a:lnTo>
                    <a:pt x="1700" y="40"/>
                  </a:lnTo>
                  <a:lnTo>
                    <a:pt x="1680" y="40"/>
                  </a:lnTo>
                  <a:lnTo>
                    <a:pt x="1680" y="60"/>
                  </a:lnTo>
                  <a:lnTo>
                    <a:pt x="1700" y="80"/>
                  </a:lnTo>
                  <a:lnTo>
                    <a:pt x="1660" y="80"/>
                  </a:lnTo>
                  <a:lnTo>
                    <a:pt x="1640" y="40"/>
                  </a:lnTo>
                  <a:lnTo>
                    <a:pt x="1640" y="60"/>
                  </a:lnTo>
                  <a:lnTo>
                    <a:pt x="1621" y="40"/>
                  </a:lnTo>
                  <a:lnTo>
                    <a:pt x="1561" y="20"/>
                  </a:lnTo>
                  <a:lnTo>
                    <a:pt x="1640" y="80"/>
                  </a:lnTo>
                  <a:lnTo>
                    <a:pt x="1621" y="80"/>
                  </a:lnTo>
                  <a:lnTo>
                    <a:pt x="1700" y="119"/>
                  </a:lnTo>
                  <a:lnTo>
                    <a:pt x="1719" y="159"/>
                  </a:lnTo>
                  <a:lnTo>
                    <a:pt x="1680" y="119"/>
                  </a:lnTo>
                  <a:lnTo>
                    <a:pt x="1660" y="119"/>
                  </a:lnTo>
                  <a:lnTo>
                    <a:pt x="1640" y="99"/>
                  </a:lnTo>
                  <a:lnTo>
                    <a:pt x="1581" y="40"/>
                  </a:lnTo>
                  <a:lnTo>
                    <a:pt x="1542" y="40"/>
                  </a:lnTo>
                  <a:lnTo>
                    <a:pt x="1542" y="60"/>
                  </a:lnTo>
                  <a:lnTo>
                    <a:pt x="1522" y="40"/>
                  </a:lnTo>
                  <a:lnTo>
                    <a:pt x="1502" y="20"/>
                  </a:lnTo>
                  <a:lnTo>
                    <a:pt x="14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7" name="Google Shape;5327;p20"/>
            <p:cNvSpPr/>
            <p:nvPr/>
          </p:nvSpPr>
          <p:spPr>
            <a:xfrm>
              <a:off x="-1768900" y="3550925"/>
              <a:ext cx="500" cy="25"/>
            </a:xfrm>
            <a:custGeom>
              <a:rect b="b" l="l" r="r" t="t"/>
              <a:pathLst>
                <a:path extrusionOk="0" h="1" w="20">
                  <a:moveTo>
                    <a:pt x="20" y="1"/>
                  </a:moveTo>
                  <a:lnTo>
                    <a:pt x="20" y="1"/>
                  </a:lnTo>
                  <a:lnTo>
                    <a:pt x="20" y="1"/>
                  </a:ln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
            <p:cNvSpPr/>
            <p:nvPr/>
          </p:nvSpPr>
          <p:spPr>
            <a:xfrm>
              <a:off x="-1769400" y="3506975"/>
              <a:ext cx="525" cy="525"/>
            </a:xfrm>
            <a:custGeom>
              <a:rect b="b" l="l" r="r" t="t"/>
              <a:pathLst>
                <a:path extrusionOk="0" h="21" w="21">
                  <a:moveTo>
                    <a:pt x="20" y="20"/>
                  </a:moveTo>
                  <a:lnTo>
                    <a:pt x="20" y="20"/>
                  </a:lnTo>
                  <a:lnTo>
                    <a:pt x="0" y="1"/>
                  </a:lnTo>
                  <a:lnTo>
                    <a:pt x="0" y="1"/>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9" name="Google Shape;5329;p20"/>
            <p:cNvSpPr/>
            <p:nvPr/>
          </p:nvSpPr>
          <p:spPr>
            <a:xfrm>
              <a:off x="-1780750" y="354302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0" name="Google Shape;5330;p20"/>
            <p:cNvSpPr/>
            <p:nvPr/>
          </p:nvSpPr>
          <p:spPr>
            <a:xfrm>
              <a:off x="-1780275" y="341217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
            <p:cNvSpPr/>
            <p:nvPr/>
          </p:nvSpPr>
          <p:spPr>
            <a:xfrm>
              <a:off x="-1780750" y="3410675"/>
              <a:ext cx="0" cy="25"/>
            </a:xfrm>
            <a:custGeom>
              <a:rect b="b" l="l" r="r" t="t"/>
              <a:pathLst>
                <a:path extrusionOk="0" h="1" w="0">
                  <a:moveTo>
                    <a:pt x="0" y="1"/>
                  </a:moveTo>
                  <a:lnTo>
                    <a:pt x="0" y="1"/>
                  </a:lnTo>
                  <a:lnTo>
                    <a:pt x="0" y="1"/>
                  </a:lnTo>
                  <a:lnTo>
                    <a:pt x="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
            <p:cNvSpPr/>
            <p:nvPr/>
          </p:nvSpPr>
          <p:spPr>
            <a:xfrm>
              <a:off x="-1791625" y="3408700"/>
              <a:ext cx="19275" cy="5475"/>
            </a:xfrm>
            <a:custGeom>
              <a:rect b="b" l="l" r="r" t="t"/>
              <a:pathLst>
                <a:path extrusionOk="0" h="219" w="771">
                  <a:moveTo>
                    <a:pt x="438" y="43"/>
                  </a:moveTo>
                  <a:lnTo>
                    <a:pt x="455" y="60"/>
                  </a:lnTo>
                  <a:lnTo>
                    <a:pt x="435" y="80"/>
                  </a:lnTo>
                  <a:lnTo>
                    <a:pt x="475" y="80"/>
                  </a:lnTo>
                  <a:lnTo>
                    <a:pt x="438" y="43"/>
                  </a:lnTo>
                  <a:close/>
                  <a:moveTo>
                    <a:pt x="494" y="60"/>
                  </a:moveTo>
                  <a:lnTo>
                    <a:pt x="514" y="80"/>
                  </a:lnTo>
                  <a:lnTo>
                    <a:pt x="554" y="100"/>
                  </a:lnTo>
                  <a:lnTo>
                    <a:pt x="672" y="139"/>
                  </a:lnTo>
                  <a:lnTo>
                    <a:pt x="712" y="159"/>
                  </a:lnTo>
                  <a:lnTo>
                    <a:pt x="692" y="139"/>
                  </a:lnTo>
                  <a:lnTo>
                    <a:pt x="633" y="119"/>
                  </a:lnTo>
                  <a:lnTo>
                    <a:pt x="672" y="119"/>
                  </a:lnTo>
                  <a:lnTo>
                    <a:pt x="573" y="80"/>
                  </a:lnTo>
                  <a:lnTo>
                    <a:pt x="514" y="60"/>
                  </a:lnTo>
                  <a:close/>
                  <a:moveTo>
                    <a:pt x="0" y="1"/>
                  </a:moveTo>
                  <a:lnTo>
                    <a:pt x="20" y="21"/>
                  </a:lnTo>
                  <a:lnTo>
                    <a:pt x="99" y="40"/>
                  </a:lnTo>
                  <a:lnTo>
                    <a:pt x="40" y="40"/>
                  </a:lnTo>
                  <a:lnTo>
                    <a:pt x="99" y="60"/>
                  </a:lnTo>
                  <a:lnTo>
                    <a:pt x="178" y="100"/>
                  </a:lnTo>
                  <a:lnTo>
                    <a:pt x="198" y="80"/>
                  </a:lnTo>
                  <a:lnTo>
                    <a:pt x="237" y="100"/>
                  </a:lnTo>
                  <a:lnTo>
                    <a:pt x="356" y="119"/>
                  </a:lnTo>
                  <a:lnTo>
                    <a:pt x="395" y="119"/>
                  </a:lnTo>
                  <a:lnTo>
                    <a:pt x="415" y="100"/>
                  </a:lnTo>
                  <a:lnTo>
                    <a:pt x="435" y="100"/>
                  </a:lnTo>
                  <a:lnTo>
                    <a:pt x="554" y="139"/>
                  </a:lnTo>
                  <a:lnTo>
                    <a:pt x="573" y="159"/>
                  </a:lnTo>
                  <a:lnTo>
                    <a:pt x="573" y="159"/>
                  </a:lnTo>
                  <a:lnTo>
                    <a:pt x="534" y="139"/>
                  </a:lnTo>
                  <a:lnTo>
                    <a:pt x="455" y="119"/>
                  </a:lnTo>
                  <a:lnTo>
                    <a:pt x="455" y="139"/>
                  </a:lnTo>
                  <a:lnTo>
                    <a:pt x="514" y="139"/>
                  </a:lnTo>
                  <a:lnTo>
                    <a:pt x="593" y="179"/>
                  </a:lnTo>
                  <a:lnTo>
                    <a:pt x="672" y="198"/>
                  </a:lnTo>
                  <a:lnTo>
                    <a:pt x="692" y="198"/>
                  </a:lnTo>
                  <a:lnTo>
                    <a:pt x="771" y="218"/>
                  </a:lnTo>
                  <a:lnTo>
                    <a:pt x="771" y="218"/>
                  </a:lnTo>
                  <a:lnTo>
                    <a:pt x="692" y="179"/>
                  </a:lnTo>
                  <a:lnTo>
                    <a:pt x="731" y="179"/>
                  </a:lnTo>
                  <a:lnTo>
                    <a:pt x="712" y="159"/>
                  </a:lnTo>
                  <a:lnTo>
                    <a:pt x="672" y="159"/>
                  </a:lnTo>
                  <a:lnTo>
                    <a:pt x="672" y="139"/>
                  </a:lnTo>
                  <a:lnTo>
                    <a:pt x="633" y="139"/>
                  </a:lnTo>
                  <a:lnTo>
                    <a:pt x="554" y="100"/>
                  </a:lnTo>
                  <a:lnTo>
                    <a:pt x="475" y="80"/>
                  </a:lnTo>
                  <a:lnTo>
                    <a:pt x="475" y="80"/>
                  </a:lnTo>
                  <a:lnTo>
                    <a:pt x="494" y="100"/>
                  </a:lnTo>
                  <a:lnTo>
                    <a:pt x="316" y="60"/>
                  </a:lnTo>
                  <a:lnTo>
                    <a:pt x="158" y="21"/>
                  </a:lnTo>
                  <a:lnTo>
                    <a:pt x="158" y="40"/>
                  </a:lnTo>
                  <a:lnTo>
                    <a:pt x="178" y="60"/>
                  </a:lnTo>
                  <a:lnTo>
                    <a:pt x="178" y="60"/>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3" name="Google Shape;5333;p20"/>
            <p:cNvSpPr/>
            <p:nvPr/>
          </p:nvSpPr>
          <p:spPr>
            <a:xfrm>
              <a:off x="-1774825" y="3409200"/>
              <a:ext cx="2975" cy="1025"/>
            </a:xfrm>
            <a:custGeom>
              <a:rect b="b" l="l" r="r" t="t"/>
              <a:pathLst>
                <a:path extrusionOk="0" h="41" w="119">
                  <a:moveTo>
                    <a:pt x="119" y="40"/>
                  </a:moveTo>
                  <a:lnTo>
                    <a:pt x="119" y="40"/>
                  </a:lnTo>
                  <a:lnTo>
                    <a:pt x="0" y="1"/>
                  </a:lnTo>
                  <a:lnTo>
                    <a:pt x="0" y="1"/>
                  </a:lnTo>
                  <a:lnTo>
                    <a:pt x="119" y="40"/>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
            <p:cNvSpPr/>
            <p:nvPr/>
          </p:nvSpPr>
          <p:spPr>
            <a:xfrm>
              <a:off x="-1777300" y="3408225"/>
              <a:ext cx="2500" cy="1000"/>
            </a:xfrm>
            <a:custGeom>
              <a:rect b="b" l="l" r="r" t="t"/>
              <a:pathLst>
                <a:path extrusionOk="0" h="40" w="100">
                  <a:moveTo>
                    <a:pt x="0" y="0"/>
                  </a:moveTo>
                  <a:lnTo>
                    <a:pt x="20" y="20"/>
                  </a:lnTo>
                  <a:lnTo>
                    <a:pt x="99" y="4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5" name="Google Shape;5335;p20"/>
            <p:cNvSpPr/>
            <p:nvPr/>
          </p:nvSpPr>
          <p:spPr>
            <a:xfrm>
              <a:off x="-1798550" y="3390450"/>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
            <p:cNvSpPr/>
            <p:nvPr/>
          </p:nvSpPr>
          <p:spPr>
            <a:xfrm>
              <a:off x="-1800025" y="3362775"/>
              <a:ext cx="39525" cy="47925"/>
            </a:xfrm>
            <a:custGeom>
              <a:rect b="b" l="l" r="r" t="t"/>
              <a:pathLst>
                <a:path extrusionOk="0" h="1917" w="1581">
                  <a:moveTo>
                    <a:pt x="1423" y="337"/>
                  </a:moveTo>
                  <a:lnTo>
                    <a:pt x="1423" y="342"/>
                  </a:lnTo>
                  <a:lnTo>
                    <a:pt x="1423" y="342"/>
                  </a:lnTo>
                  <a:lnTo>
                    <a:pt x="1443" y="357"/>
                  </a:lnTo>
                  <a:lnTo>
                    <a:pt x="1423" y="337"/>
                  </a:lnTo>
                  <a:close/>
                  <a:moveTo>
                    <a:pt x="139" y="692"/>
                  </a:moveTo>
                  <a:lnTo>
                    <a:pt x="139" y="699"/>
                  </a:lnTo>
                  <a:lnTo>
                    <a:pt x="139" y="699"/>
                  </a:lnTo>
                  <a:lnTo>
                    <a:pt x="149" y="702"/>
                  </a:lnTo>
                  <a:lnTo>
                    <a:pt x="139" y="692"/>
                  </a:lnTo>
                  <a:close/>
                  <a:moveTo>
                    <a:pt x="149" y="702"/>
                  </a:moveTo>
                  <a:lnTo>
                    <a:pt x="159" y="712"/>
                  </a:lnTo>
                  <a:lnTo>
                    <a:pt x="188" y="722"/>
                  </a:lnTo>
                  <a:lnTo>
                    <a:pt x="188" y="722"/>
                  </a:lnTo>
                  <a:lnTo>
                    <a:pt x="178" y="712"/>
                  </a:lnTo>
                  <a:lnTo>
                    <a:pt x="149" y="702"/>
                  </a:lnTo>
                  <a:close/>
                  <a:moveTo>
                    <a:pt x="40" y="653"/>
                  </a:moveTo>
                  <a:lnTo>
                    <a:pt x="60" y="673"/>
                  </a:lnTo>
                  <a:lnTo>
                    <a:pt x="80" y="692"/>
                  </a:lnTo>
                  <a:lnTo>
                    <a:pt x="60" y="692"/>
                  </a:lnTo>
                  <a:lnTo>
                    <a:pt x="159" y="732"/>
                  </a:lnTo>
                  <a:lnTo>
                    <a:pt x="139" y="712"/>
                  </a:lnTo>
                  <a:lnTo>
                    <a:pt x="139" y="699"/>
                  </a:lnTo>
                  <a:lnTo>
                    <a:pt x="139" y="699"/>
                  </a:lnTo>
                  <a:lnTo>
                    <a:pt x="119" y="692"/>
                  </a:lnTo>
                  <a:lnTo>
                    <a:pt x="40" y="653"/>
                  </a:lnTo>
                  <a:close/>
                  <a:moveTo>
                    <a:pt x="188" y="722"/>
                  </a:moveTo>
                  <a:lnTo>
                    <a:pt x="198" y="732"/>
                  </a:lnTo>
                  <a:lnTo>
                    <a:pt x="228" y="742"/>
                  </a:lnTo>
                  <a:lnTo>
                    <a:pt x="228" y="742"/>
                  </a:lnTo>
                  <a:lnTo>
                    <a:pt x="218" y="732"/>
                  </a:lnTo>
                  <a:lnTo>
                    <a:pt x="188" y="722"/>
                  </a:lnTo>
                  <a:close/>
                  <a:moveTo>
                    <a:pt x="119" y="890"/>
                  </a:moveTo>
                  <a:lnTo>
                    <a:pt x="149" y="900"/>
                  </a:lnTo>
                  <a:lnTo>
                    <a:pt x="139" y="890"/>
                  </a:lnTo>
                  <a:close/>
                  <a:moveTo>
                    <a:pt x="149" y="900"/>
                  </a:moveTo>
                  <a:lnTo>
                    <a:pt x="159" y="910"/>
                  </a:lnTo>
                  <a:lnTo>
                    <a:pt x="178" y="910"/>
                  </a:lnTo>
                  <a:lnTo>
                    <a:pt x="149" y="900"/>
                  </a:lnTo>
                  <a:close/>
                  <a:moveTo>
                    <a:pt x="119" y="910"/>
                  </a:moveTo>
                  <a:lnTo>
                    <a:pt x="119" y="929"/>
                  </a:lnTo>
                  <a:lnTo>
                    <a:pt x="139" y="929"/>
                  </a:lnTo>
                  <a:lnTo>
                    <a:pt x="119" y="910"/>
                  </a:lnTo>
                  <a:close/>
                  <a:moveTo>
                    <a:pt x="119" y="929"/>
                  </a:moveTo>
                  <a:lnTo>
                    <a:pt x="119" y="949"/>
                  </a:lnTo>
                  <a:lnTo>
                    <a:pt x="146" y="956"/>
                  </a:lnTo>
                  <a:lnTo>
                    <a:pt x="146" y="956"/>
                  </a:lnTo>
                  <a:lnTo>
                    <a:pt x="119" y="929"/>
                  </a:lnTo>
                  <a:close/>
                  <a:moveTo>
                    <a:pt x="119" y="1028"/>
                  </a:moveTo>
                  <a:lnTo>
                    <a:pt x="119" y="1048"/>
                  </a:lnTo>
                  <a:lnTo>
                    <a:pt x="178" y="1068"/>
                  </a:lnTo>
                  <a:lnTo>
                    <a:pt x="178" y="1068"/>
                  </a:lnTo>
                  <a:lnTo>
                    <a:pt x="139" y="1048"/>
                  </a:lnTo>
                  <a:lnTo>
                    <a:pt x="119" y="1028"/>
                  </a:lnTo>
                  <a:close/>
                  <a:moveTo>
                    <a:pt x="1285" y="1502"/>
                  </a:moveTo>
                  <a:lnTo>
                    <a:pt x="1304" y="1522"/>
                  </a:lnTo>
                  <a:lnTo>
                    <a:pt x="1364" y="1522"/>
                  </a:lnTo>
                  <a:lnTo>
                    <a:pt x="1285" y="1502"/>
                  </a:lnTo>
                  <a:close/>
                  <a:moveTo>
                    <a:pt x="40" y="1601"/>
                  </a:moveTo>
                  <a:lnTo>
                    <a:pt x="99" y="1621"/>
                  </a:lnTo>
                  <a:lnTo>
                    <a:pt x="119" y="1621"/>
                  </a:lnTo>
                  <a:lnTo>
                    <a:pt x="40" y="1601"/>
                  </a:lnTo>
                  <a:close/>
                  <a:moveTo>
                    <a:pt x="257" y="1680"/>
                  </a:moveTo>
                  <a:lnTo>
                    <a:pt x="266" y="1688"/>
                  </a:lnTo>
                  <a:lnTo>
                    <a:pt x="266" y="1688"/>
                  </a:lnTo>
                  <a:lnTo>
                    <a:pt x="228" y="1680"/>
                  </a:lnTo>
                  <a:close/>
                  <a:moveTo>
                    <a:pt x="1304" y="1690"/>
                  </a:moveTo>
                  <a:lnTo>
                    <a:pt x="1304" y="1700"/>
                  </a:lnTo>
                  <a:lnTo>
                    <a:pt x="1324" y="1700"/>
                  </a:lnTo>
                  <a:lnTo>
                    <a:pt x="1304" y="1690"/>
                  </a:lnTo>
                  <a:close/>
                  <a:moveTo>
                    <a:pt x="652" y="1719"/>
                  </a:moveTo>
                  <a:lnTo>
                    <a:pt x="722" y="1739"/>
                  </a:lnTo>
                  <a:lnTo>
                    <a:pt x="633" y="1739"/>
                  </a:lnTo>
                  <a:lnTo>
                    <a:pt x="593" y="1719"/>
                  </a:lnTo>
                  <a:close/>
                  <a:moveTo>
                    <a:pt x="1048" y="1798"/>
                  </a:moveTo>
                  <a:lnTo>
                    <a:pt x="1087" y="1818"/>
                  </a:lnTo>
                  <a:lnTo>
                    <a:pt x="1087" y="1818"/>
                  </a:lnTo>
                  <a:lnTo>
                    <a:pt x="1067" y="1798"/>
                  </a:lnTo>
                  <a:close/>
                  <a:moveTo>
                    <a:pt x="119" y="1739"/>
                  </a:moveTo>
                  <a:lnTo>
                    <a:pt x="139" y="1759"/>
                  </a:lnTo>
                  <a:lnTo>
                    <a:pt x="119" y="1759"/>
                  </a:lnTo>
                  <a:lnTo>
                    <a:pt x="178" y="1779"/>
                  </a:lnTo>
                  <a:lnTo>
                    <a:pt x="198" y="1779"/>
                  </a:lnTo>
                  <a:lnTo>
                    <a:pt x="317" y="1818"/>
                  </a:lnTo>
                  <a:lnTo>
                    <a:pt x="336" y="1818"/>
                  </a:lnTo>
                  <a:lnTo>
                    <a:pt x="297" y="1798"/>
                  </a:lnTo>
                  <a:lnTo>
                    <a:pt x="238" y="1779"/>
                  </a:lnTo>
                  <a:lnTo>
                    <a:pt x="376" y="1818"/>
                  </a:lnTo>
                  <a:lnTo>
                    <a:pt x="336" y="1779"/>
                  </a:lnTo>
                  <a:lnTo>
                    <a:pt x="238" y="1759"/>
                  </a:lnTo>
                  <a:lnTo>
                    <a:pt x="257" y="1759"/>
                  </a:lnTo>
                  <a:lnTo>
                    <a:pt x="218" y="1739"/>
                  </a:lnTo>
                  <a:lnTo>
                    <a:pt x="238" y="1759"/>
                  </a:lnTo>
                  <a:lnTo>
                    <a:pt x="238" y="1759"/>
                  </a:lnTo>
                  <a:lnTo>
                    <a:pt x="119" y="1739"/>
                  </a:lnTo>
                  <a:close/>
                  <a:moveTo>
                    <a:pt x="376" y="1818"/>
                  </a:moveTo>
                  <a:lnTo>
                    <a:pt x="494" y="1858"/>
                  </a:lnTo>
                  <a:lnTo>
                    <a:pt x="494" y="1858"/>
                  </a:lnTo>
                  <a:lnTo>
                    <a:pt x="455" y="1838"/>
                  </a:lnTo>
                  <a:lnTo>
                    <a:pt x="376" y="1818"/>
                  </a:lnTo>
                  <a:close/>
                  <a:moveTo>
                    <a:pt x="1403" y="1"/>
                  </a:moveTo>
                  <a:lnTo>
                    <a:pt x="435" y="396"/>
                  </a:lnTo>
                  <a:lnTo>
                    <a:pt x="514" y="436"/>
                  </a:lnTo>
                  <a:lnTo>
                    <a:pt x="435" y="436"/>
                  </a:lnTo>
                  <a:lnTo>
                    <a:pt x="396" y="416"/>
                  </a:lnTo>
                  <a:lnTo>
                    <a:pt x="277" y="455"/>
                  </a:lnTo>
                  <a:lnTo>
                    <a:pt x="297" y="475"/>
                  </a:lnTo>
                  <a:lnTo>
                    <a:pt x="218" y="475"/>
                  </a:lnTo>
                  <a:lnTo>
                    <a:pt x="238" y="495"/>
                  </a:lnTo>
                  <a:lnTo>
                    <a:pt x="178" y="495"/>
                  </a:lnTo>
                  <a:lnTo>
                    <a:pt x="139" y="515"/>
                  </a:lnTo>
                  <a:lnTo>
                    <a:pt x="218" y="554"/>
                  </a:lnTo>
                  <a:lnTo>
                    <a:pt x="218" y="554"/>
                  </a:lnTo>
                  <a:lnTo>
                    <a:pt x="198" y="534"/>
                  </a:lnTo>
                  <a:lnTo>
                    <a:pt x="218" y="534"/>
                  </a:lnTo>
                  <a:lnTo>
                    <a:pt x="257" y="554"/>
                  </a:lnTo>
                  <a:lnTo>
                    <a:pt x="297" y="574"/>
                  </a:lnTo>
                  <a:lnTo>
                    <a:pt x="336" y="594"/>
                  </a:lnTo>
                  <a:lnTo>
                    <a:pt x="297" y="594"/>
                  </a:lnTo>
                  <a:lnTo>
                    <a:pt x="238" y="574"/>
                  </a:lnTo>
                  <a:lnTo>
                    <a:pt x="119" y="515"/>
                  </a:lnTo>
                  <a:lnTo>
                    <a:pt x="139" y="534"/>
                  </a:lnTo>
                  <a:lnTo>
                    <a:pt x="218" y="594"/>
                  </a:lnTo>
                  <a:lnTo>
                    <a:pt x="277" y="633"/>
                  </a:lnTo>
                  <a:lnTo>
                    <a:pt x="178" y="594"/>
                  </a:lnTo>
                  <a:lnTo>
                    <a:pt x="80" y="534"/>
                  </a:lnTo>
                  <a:lnTo>
                    <a:pt x="60" y="534"/>
                  </a:lnTo>
                  <a:lnTo>
                    <a:pt x="99" y="554"/>
                  </a:lnTo>
                  <a:lnTo>
                    <a:pt x="60" y="554"/>
                  </a:lnTo>
                  <a:lnTo>
                    <a:pt x="80" y="594"/>
                  </a:lnTo>
                  <a:lnTo>
                    <a:pt x="119" y="594"/>
                  </a:lnTo>
                  <a:lnTo>
                    <a:pt x="139" y="613"/>
                  </a:lnTo>
                  <a:lnTo>
                    <a:pt x="99" y="613"/>
                  </a:lnTo>
                  <a:lnTo>
                    <a:pt x="119" y="633"/>
                  </a:lnTo>
                  <a:lnTo>
                    <a:pt x="119" y="653"/>
                  </a:lnTo>
                  <a:lnTo>
                    <a:pt x="119" y="673"/>
                  </a:lnTo>
                  <a:lnTo>
                    <a:pt x="139" y="673"/>
                  </a:lnTo>
                  <a:lnTo>
                    <a:pt x="139" y="653"/>
                  </a:lnTo>
                  <a:lnTo>
                    <a:pt x="159" y="653"/>
                  </a:lnTo>
                  <a:lnTo>
                    <a:pt x="218" y="673"/>
                  </a:lnTo>
                  <a:lnTo>
                    <a:pt x="257" y="712"/>
                  </a:lnTo>
                  <a:lnTo>
                    <a:pt x="277" y="732"/>
                  </a:lnTo>
                  <a:lnTo>
                    <a:pt x="297" y="752"/>
                  </a:lnTo>
                  <a:lnTo>
                    <a:pt x="317" y="771"/>
                  </a:lnTo>
                  <a:lnTo>
                    <a:pt x="317" y="771"/>
                  </a:lnTo>
                  <a:lnTo>
                    <a:pt x="257" y="752"/>
                  </a:lnTo>
                  <a:lnTo>
                    <a:pt x="228" y="742"/>
                  </a:lnTo>
                  <a:lnTo>
                    <a:pt x="228" y="742"/>
                  </a:lnTo>
                  <a:lnTo>
                    <a:pt x="257" y="771"/>
                  </a:lnTo>
                  <a:lnTo>
                    <a:pt x="218" y="752"/>
                  </a:lnTo>
                  <a:lnTo>
                    <a:pt x="218" y="765"/>
                  </a:lnTo>
                  <a:lnTo>
                    <a:pt x="218" y="765"/>
                  </a:lnTo>
                  <a:lnTo>
                    <a:pt x="178" y="752"/>
                  </a:lnTo>
                  <a:lnTo>
                    <a:pt x="119" y="732"/>
                  </a:lnTo>
                  <a:lnTo>
                    <a:pt x="198" y="771"/>
                  </a:lnTo>
                  <a:lnTo>
                    <a:pt x="198" y="771"/>
                  </a:lnTo>
                  <a:lnTo>
                    <a:pt x="139" y="752"/>
                  </a:lnTo>
                  <a:lnTo>
                    <a:pt x="178" y="771"/>
                  </a:lnTo>
                  <a:lnTo>
                    <a:pt x="198" y="791"/>
                  </a:lnTo>
                  <a:lnTo>
                    <a:pt x="159" y="771"/>
                  </a:lnTo>
                  <a:lnTo>
                    <a:pt x="159" y="771"/>
                  </a:lnTo>
                  <a:lnTo>
                    <a:pt x="198" y="811"/>
                  </a:lnTo>
                  <a:lnTo>
                    <a:pt x="257" y="811"/>
                  </a:lnTo>
                  <a:lnTo>
                    <a:pt x="336" y="850"/>
                  </a:lnTo>
                  <a:lnTo>
                    <a:pt x="336" y="870"/>
                  </a:lnTo>
                  <a:lnTo>
                    <a:pt x="277" y="870"/>
                  </a:lnTo>
                  <a:lnTo>
                    <a:pt x="277" y="890"/>
                  </a:lnTo>
                  <a:lnTo>
                    <a:pt x="257" y="870"/>
                  </a:lnTo>
                  <a:lnTo>
                    <a:pt x="238" y="870"/>
                  </a:lnTo>
                  <a:lnTo>
                    <a:pt x="218" y="850"/>
                  </a:lnTo>
                  <a:lnTo>
                    <a:pt x="198" y="850"/>
                  </a:lnTo>
                  <a:lnTo>
                    <a:pt x="139" y="831"/>
                  </a:lnTo>
                  <a:lnTo>
                    <a:pt x="139" y="831"/>
                  </a:lnTo>
                  <a:lnTo>
                    <a:pt x="218" y="850"/>
                  </a:lnTo>
                  <a:lnTo>
                    <a:pt x="159" y="831"/>
                  </a:lnTo>
                  <a:lnTo>
                    <a:pt x="139" y="811"/>
                  </a:lnTo>
                  <a:lnTo>
                    <a:pt x="80" y="791"/>
                  </a:lnTo>
                  <a:lnTo>
                    <a:pt x="80" y="791"/>
                  </a:lnTo>
                  <a:lnTo>
                    <a:pt x="139" y="831"/>
                  </a:lnTo>
                  <a:lnTo>
                    <a:pt x="159" y="850"/>
                  </a:lnTo>
                  <a:lnTo>
                    <a:pt x="198" y="870"/>
                  </a:lnTo>
                  <a:lnTo>
                    <a:pt x="99" y="831"/>
                  </a:lnTo>
                  <a:lnTo>
                    <a:pt x="80" y="850"/>
                  </a:lnTo>
                  <a:lnTo>
                    <a:pt x="119" y="850"/>
                  </a:lnTo>
                  <a:lnTo>
                    <a:pt x="139" y="870"/>
                  </a:lnTo>
                  <a:lnTo>
                    <a:pt x="159" y="890"/>
                  </a:lnTo>
                  <a:lnTo>
                    <a:pt x="139" y="890"/>
                  </a:lnTo>
                  <a:lnTo>
                    <a:pt x="198" y="910"/>
                  </a:lnTo>
                  <a:lnTo>
                    <a:pt x="218" y="929"/>
                  </a:lnTo>
                  <a:lnTo>
                    <a:pt x="218" y="949"/>
                  </a:lnTo>
                  <a:lnTo>
                    <a:pt x="257" y="989"/>
                  </a:lnTo>
                  <a:lnTo>
                    <a:pt x="257" y="989"/>
                  </a:lnTo>
                  <a:lnTo>
                    <a:pt x="198" y="969"/>
                  </a:lnTo>
                  <a:lnTo>
                    <a:pt x="146" y="956"/>
                  </a:lnTo>
                  <a:lnTo>
                    <a:pt x="146" y="956"/>
                  </a:lnTo>
                  <a:lnTo>
                    <a:pt x="159" y="969"/>
                  </a:lnTo>
                  <a:lnTo>
                    <a:pt x="119" y="969"/>
                  </a:lnTo>
                  <a:lnTo>
                    <a:pt x="80" y="949"/>
                  </a:lnTo>
                  <a:lnTo>
                    <a:pt x="20" y="949"/>
                  </a:lnTo>
                  <a:lnTo>
                    <a:pt x="99" y="969"/>
                  </a:lnTo>
                  <a:lnTo>
                    <a:pt x="119" y="989"/>
                  </a:lnTo>
                  <a:lnTo>
                    <a:pt x="99" y="989"/>
                  </a:lnTo>
                  <a:lnTo>
                    <a:pt x="178" y="1008"/>
                  </a:lnTo>
                  <a:lnTo>
                    <a:pt x="99" y="1008"/>
                  </a:lnTo>
                  <a:lnTo>
                    <a:pt x="198" y="1068"/>
                  </a:lnTo>
                  <a:lnTo>
                    <a:pt x="178" y="1068"/>
                  </a:lnTo>
                  <a:lnTo>
                    <a:pt x="257" y="1107"/>
                  </a:lnTo>
                  <a:lnTo>
                    <a:pt x="238" y="1107"/>
                  </a:lnTo>
                  <a:lnTo>
                    <a:pt x="178" y="1087"/>
                  </a:lnTo>
                  <a:lnTo>
                    <a:pt x="218" y="1127"/>
                  </a:lnTo>
                  <a:lnTo>
                    <a:pt x="238" y="1127"/>
                  </a:lnTo>
                  <a:lnTo>
                    <a:pt x="277" y="1147"/>
                  </a:lnTo>
                  <a:lnTo>
                    <a:pt x="317" y="1166"/>
                  </a:lnTo>
                  <a:lnTo>
                    <a:pt x="238" y="1147"/>
                  </a:lnTo>
                  <a:lnTo>
                    <a:pt x="198" y="1127"/>
                  </a:lnTo>
                  <a:lnTo>
                    <a:pt x="139" y="1127"/>
                  </a:lnTo>
                  <a:lnTo>
                    <a:pt x="99" y="1087"/>
                  </a:lnTo>
                  <a:lnTo>
                    <a:pt x="80" y="1087"/>
                  </a:lnTo>
                  <a:lnTo>
                    <a:pt x="99" y="1107"/>
                  </a:lnTo>
                  <a:lnTo>
                    <a:pt x="119" y="1127"/>
                  </a:lnTo>
                  <a:lnTo>
                    <a:pt x="119" y="1127"/>
                  </a:lnTo>
                  <a:lnTo>
                    <a:pt x="60" y="1107"/>
                  </a:lnTo>
                  <a:lnTo>
                    <a:pt x="80" y="1127"/>
                  </a:lnTo>
                  <a:lnTo>
                    <a:pt x="139" y="1147"/>
                  </a:lnTo>
                  <a:lnTo>
                    <a:pt x="178" y="1166"/>
                  </a:lnTo>
                  <a:lnTo>
                    <a:pt x="99" y="1147"/>
                  </a:lnTo>
                  <a:lnTo>
                    <a:pt x="99" y="1147"/>
                  </a:lnTo>
                  <a:lnTo>
                    <a:pt x="119" y="1166"/>
                  </a:lnTo>
                  <a:lnTo>
                    <a:pt x="139" y="1166"/>
                  </a:lnTo>
                  <a:lnTo>
                    <a:pt x="218" y="1206"/>
                  </a:lnTo>
                  <a:lnTo>
                    <a:pt x="277" y="1206"/>
                  </a:lnTo>
                  <a:lnTo>
                    <a:pt x="317" y="1226"/>
                  </a:lnTo>
                  <a:lnTo>
                    <a:pt x="376" y="1245"/>
                  </a:lnTo>
                  <a:lnTo>
                    <a:pt x="396" y="1265"/>
                  </a:lnTo>
                  <a:lnTo>
                    <a:pt x="297" y="1245"/>
                  </a:lnTo>
                  <a:lnTo>
                    <a:pt x="159" y="1206"/>
                  </a:lnTo>
                  <a:lnTo>
                    <a:pt x="1" y="1147"/>
                  </a:lnTo>
                  <a:lnTo>
                    <a:pt x="20" y="1186"/>
                  </a:lnTo>
                  <a:lnTo>
                    <a:pt x="1" y="1186"/>
                  </a:lnTo>
                  <a:lnTo>
                    <a:pt x="80" y="1226"/>
                  </a:lnTo>
                  <a:lnTo>
                    <a:pt x="198" y="1265"/>
                  </a:lnTo>
                  <a:lnTo>
                    <a:pt x="178" y="1265"/>
                  </a:lnTo>
                  <a:lnTo>
                    <a:pt x="139" y="1245"/>
                  </a:lnTo>
                  <a:lnTo>
                    <a:pt x="139" y="1245"/>
                  </a:lnTo>
                  <a:lnTo>
                    <a:pt x="178" y="1285"/>
                  </a:lnTo>
                  <a:lnTo>
                    <a:pt x="198" y="1305"/>
                  </a:lnTo>
                  <a:lnTo>
                    <a:pt x="257" y="1344"/>
                  </a:lnTo>
                  <a:lnTo>
                    <a:pt x="336" y="1364"/>
                  </a:lnTo>
                  <a:lnTo>
                    <a:pt x="356" y="1364"/>
                  </a:lnTo>
                  <a:lnTo>
                    <a:pt x="376" y="1384"/>
                  </a:lnTo>
                  <a:lnTo>
                    <a:pt x="415" y="1403"/>
                  </a:lnTo>
                  <a:lnTo>
                    <a:pt x="356" y="1384"/>
                  </a:lnTo>
                  <a:lnTo>
                    <a:pt x="336" y="1384"/>
                  </a:lnTo>
                  <a:lnTo>
                    <a:pt x="356" y="1403"/>
                  </a:lnTo>
                  <a:lnTo>
                    <a:pt x="297" y="1384"/>
                  </a:lnTo>
                  <a:lnTo>
                    <a:pt x="277" y="1364"/>
                  </a:lnTo>
                  <a:lnTo>
                    <a:pt x="238" y="1364"/>
                  </a:lnTo>
                  <a:lnTo>
                    <a:pt x="139" y="1344"/>
                  </a:lnTo>
                  <a:lnTo>
                    <a:pt x="198" y="1364"/>
                  </a:lnTo>
                  <a:lnTo>
                    <a:pt x="257" y="1384"/>
                  </a:lnTo>
                  <a:lnTo>
                    <a:pt x="178" y="1384"/>
                  </a:lnTo>
                  <a:lnTo>
                    <a:pt x="159" y="1403"/>
                  </a:lnTo>
                  <a:lnTo>
                    <a:pt x="60" y="1384"/>
                  </a:lnTo>
                  <a:lnTo>
                    <a:pt x="60" y="1384"/>
                  </a:lnTo>
                  <a:lnTo>
                    <a:pt x="139" y="1423"/>
                  </a:lnTo>
                  <a:lnTo>
                    <a:pt x="178" y="1443"/>
                  </a:lnTo>
                  <a:lnTo>
                    <a:pt x="277" y="1482"/>
                  </a:lnTo>
                  <a:lnTo>
                    <a:pt x="297" y="1482"/>
                  </a:lnTo>
                  <a:lnTo>
                    <a:pt x="277" y="1463"/>
                  </a:lnTo>
                  <a:lnTo>
                    <a:pt x="238" y="1443"/>
                  </a:lnTo>
                  <a:lnTo>
                    <a:pt x="277" y="1443"/>
                  </a:lnTo>
                  <a:lnTo>
                    <a:pt x="178" y="1403"/>
                  </a:lnTo>
                  <a:lnTo>
                    <a:pt x="218" y="1403"/>
                  </a:lnTo>
                  <a:lnTo>
                    <a:pt x="297" y="1443"/>
                  </a:lnTo>
                  <a:lnTo>
                    <a:pt x="356" y="1463"/>
                  </a:lnTo>
                  <a:lnTo>
                    <a:pt x="415" y="1482"/>
                  </a:lnTo>
                  <a:lnTo>
                    <a:pt x="415" y="1463"/>
                  </a:lnTo>
                  <a:lnTo>
                    <a:pt x="514" y="1482"/>
                  </a:lnTo>
                  <a:lnTo>
                    <a:pt x="652" y="1542"/>
                  </a:lnTo>
                  <a:lnTo>
                    <a:pt x="573" y="1522"/>
                  </a:lnTo>
                  <a:lnTo>
                    <a:pt x="573" y="1522"/>
                  </a:lnTo>
                  <a:lnTo>
                    <a:pt x="672" y="1561"/>
                  </a:lnTo>
                  <a:lnTo>
                    <a:pt x="672" y="1561"/>
                  </a:lnTo>
                  <a:lnTo>
                    <a:pt x="534" y="1542"/>
                  </a:lnTo>
                  <a:lnTo>
                    <a:pt x="534" y="1542"/>
                  </a:lnTo>
                  <a:lnTo>
                    <a:pt x="554" y="1561"/>
                  </a:lnTo>
                  <a:lnTo>
                    <a:pt x="593" y="1581"/>
                  </a:lnTo>
                  <a:lnTo>
                    <a:pt x="593" y="1561"/>
                  </a:lnTo>
                  <a:lnTo>
                    <a:pt x="633" y="1581"/>
                  </a:lnTo>
                  <a:lnTo>
                    <a:pt x="672" y="1601"/>
                  </a:lnTo>
                  <a:lnTo>
                    <a:pt x="731" y="1621"/>
                  </a:lnTo>
                  <a:lnTo>
                    <a:pt x="633" y="1621"/>
                  </a:lnTo>
                  <a:lnTo>
                    <a:pt x="494" y="1561"/>
                  </a:lnTo>
                  <a:lnTo>
                    <a:pt x="514" y="1581"/>
                  </a:lnTo>
                  <a:lnTo>
                    <a:pt x="514" y="1581"/>
                  </a:lnTo>
                  <a:lnTo>
                    <a:pt x="317" y="1522"/>
                  </a:lnTo>
                  <a:lnTo>
                    <a:pt x="277" y="1522"/>
                  </a:lnTo>
                  <a:lnTo>
                    <a:pt x="277" y="1542"/>
                  </a:lnTo>
                  <a:lnTo>
                    <a:pt x="139" y="1502"/>
                  </a:lnTo>
                  <a:lnTo>
                    <a:pt x="159" y="1522"/>
                  </a:lnTo>
                  <a:lnTo>
                    <a:pt x="80" y="1522"/>
                  </a:lnTo>
                  <a:lnTo>
                    <a:pt x="139" y="1542"/>
                  </a:lnTo>
                  <a:lnTo>
                    <a:pt x="218" y="1561"/>
                  </a:lnTo>
                  <a:lnTo>
                    <a:pt x="198" y="1561"/>
                  </a:lnTo>
                  <a:lnTo>
                    <a:pt x="218" y="1581"/>
                  </a:lnTo>
                  <a:lnTo>
                    <a:pt x="277" y="1561"/>
                  </a:lnTo>
                  <a:lnTo>
                    <a:pt x="376" y="1601"/>
                  </a:lnTo>
                  <a:lnTo>
                    <a:pt x="396" y="1601"/>
                  </a:lnTo>
                  <a:lnTo>
                    <a:pt x="435" y="1621"/>
                  </a:lnTo>
                  <a:lnTo>
                    <a:pt x="435" y="1621"/>
                  </a:lnTo>
                  <a:lnTo>
                    <a:pt x="277" y="1581"/>
                  </a:lnTo>
                  <a:lnTo>
                    <a:pt x="297" y="1601"/>
                  </a:lnTo>
                  <a:lnTo>
                    <a:pt x="218" y="1601"/>
                  </a:lnTo>
                  <a:lnTo>
                    <a:pt x="198" y="1581"/>
                  </a:lnTo>
                  <a:lnTo>
                    <a:pt x="139" y="1581"/>
                  </a:lnTo>
                  <a:lnTo>
                    <a:pt x="139" y="1561"/>
                  </a:lnTo>
                  <a:lnTo>
                    <a:pt x="99" y="1581"/>
                  </a:lnTo>
                  <a:lnTo>
                    <a:pt x="60" y="1581"/>
                  </a:lnTo>
                  <a:lnTo>
                    <a:pt x="159" y="1621"/>
                  </a:lnTo>
                  <a:lnTo>
                    <a:pt x="119" y="1621"/>
                  </a:lnTo>
                  <a:lnTo>
                    <a:pt x="119" y="1640"/>
                  </a:lnTo>
                  <a:lnTo>
                    <a:pt x="159" y="1640"/>
                  </a:lnTo>
                  <a:lnTo>
                    <a:pt x="190" y="1671"/>
                  </a:lnTo>
                  <a:lnTo>
                    <a:pt x="139" y="1660"/>
                  </a:lnTo>
                  <a:lnTo>
                    <a:pt x="139" y="1680"/>
                  </a:lnTo>
                  <a:lnTo>
                    <a:pt x="119" y="1680"/>
                  </a:lnTo>
                  <a:lnTo>
                    <a:pt x="178" y="1700"/>
                  </a:lnTo>
                  <a:lnTo>
                    <a:pt x="238" y="1700"/>
                  </a:lnTo>
                  <a:lnTo>
                    <a:pt x="257" y="1719"/>
                  </a:lnTo>
                  <a:lnTo>
                    <a:pt x="238" y="1719"/>
                  </a:lnTo>
                  <a:lnTo>
                    <a:pt x="277" y="1739"/>
                  </a:lnTo>
                  <a:lnTo>
                    <a:pt x="376" y="1779"/>
                  </a:lnTo>
                  <a:lnTo>
                    <a:pt x="336" y="1779"/>
                  </a:lnTo>
                  <a:lnTo>
                    <a:pt x="396" y="1818"/>
                  </a:lnTo>
                  <a:lnTo>
                    <a:pt x="415" y="1798"/>
                  </a:lnTo>
                  <a:lnTo>
                    <a:pt x="435" y="1798"/>
                  </a:lnTo>
                  <a:lnTo>
                    <a:pt x="475" y="1779"/>
                  </a:lnTo>
                  <a:lnTo>
                    <a:pt x="415" y="1779"/>
                  </a:lnTo>
                  <a:lnTo>
                    <a:pt x="336" y="1739"/>
                  </a:lnTo>
                  <a:lnTo>
                    <a:pt x="376" y="1739"/>
                  </a:lnTo>
                  <a:lnTo>
                    <a:pt x="415" y="1759"/>
                  </a:lnTo>
                  <a:lnTo>
                    <a:pt x="494" y="1779"/>
                  </a:lnTo>
                  <a:lnTo>
                    <a:pt x="633" y="1838"/>
                  </a:lnTo>
                  <a:lnTo>
                    <a:pt x="712" y="1858"/>
                  </a:lnTo>
                  <a:lnTo>
                    <a:pt x="751" y="1877"/>
                  </a:lnTo>
                  <a:lnTo>
                    <a:pt x="830" y="1897"/>
                  </a:lnTo>
                  <a:lnTo>
                    <a:pt x="850" y="1897"/>
                  </a:lnTo>
                  <a:lnTo>
                    <a:pt x="850" y="1877"/>
                  </a:lnTo>
                  <a:lnTo>
                    <a:pt x="890" y="1897"/>
                  </a:lnTo>
                  <a:lnTo>
                    <a:pt x="909" y="1917"/>
                  </a:lnTo>
                  <a:lnTo>
                    <a:pt x="949" y="1917"/>
                  </a:lnTo>
                  <a:lnTo>
                    <a:pt x="929" y="1897"/>
                  </a:lnTo>
                  <a:lnTo>
                    <a:pt x="949" y="1897"/>
                  </a:lnTo>
                  <a:lnTo>
                    <a:pt x="850" y="1877"/>
                  </a:lnTo>
                  <a:lnTo>
                    <a:pt x="870" y="1877"/>
                  </a:lnTo>
                  <a:lnTo>
                    <a:pt x="870" y="1858"/>
                  </a:lnTo>
                  <a:lnTo>
                    <a:pt x="830" y="1838"/>
                  </a:lnTo>
                  <a:lnTo>
                    <a:pt x="870" y="1838"/>
                  </a:lnTo>
                  <a:lnTo>
                    <a:pt x="771" y="1818"/>
                  </a:lnTo>
                  <a:lnTo>
                    <a:pt x="751" y="1779"/>
                  </a:lnTo>
                  <a:lnTo>
                    <a:pt x="830" y="1818"/>
                  </a:lnTo>
                  <a:lnTo>
                    <a:pt x="830" y="1798"/>
                  </a:lnTo>
                  <a:lnTo>
                    <a:pt x="811" y="1779"/>
                  </a:lnTo>
                  <a:lnTo>
                    <a:pt x="745" y="1746"/>
                  </a:lnTo>
                  <a:lnTo>
                    <a:pt x="745" y="1746"/>
                  </a:lnTo>
                  <a:lnTo>
                    <a:pt x="791" y="1759"/>
                  </a:lnTo>
                  <a:lnTo>
                    <a:pt x="712" y="1719"/>
                  </a:lnTo>
                  <a:lnTo>
                    <a:pt x="811" y="1739"/>
                  </a:lnTo>
                  <a:lnTo>
                    <a:pt x="870" y="1779"/>
                  </a:lnTo>
                  <a:lnTo>
                    <a:pt x="850" y="1779"/>
                  </a:lnTo>
                  <a:lnTo>
                    <a:pt x="870" y="1798"/>
                  </a:lnTo>
                  <a:lnTo>
                    <a:pt x="890" y="1798"/>
                  </a:lnTo>
                  <a:lnTo>
                    <a:pt x="909" y="1818"/>
                  </a:lnTo>
                  <a:lnTo>
                    <a:pt x="988" y="1838"/>
                  </a:lnTo>
                  <a:lnTo>
                    <a:pt x="1028" y="1838"/>
                  </a:lnTo>
                  <a:lnTo>
                    <a:pt x="1008" y="1818"/>
                  </a:lnTo>
                  <a:lnTo>
                    <a:pt x="1127" y="1858"/>
                  </a:lnTo>
                  <a:lnTo>
                    <a:pt x="1146" y="1877"/>
                  </a:lnTo>
                  <a:lnTo>
                    <a:pt x="1166" y="1877"/>
                  </a:lnTo>
                  <a:lnTo>
                    <a:pt x="1166" y="1858"/>
                  </a:lnTo>
                  <a:lnTo>
                    <a:pt x="969" y="1798"/>
                  </a:lnTo>
                  <a:lnTo>
                    <a:pt x="949" y="1779"/>
                  </a:lnTo>
                  <a:lnTo>
                    <a:pt x="969" y="1759"/>
                  </a:lnTo>
                  <a:lnTo>
                    <a:pt x="1008" y="1779"/>
                  </a:lnTo>
                  <a:lnTo>
                    <a:pt x="1048" y="1798"/>
                  </a:lnTo>
                  <a:lnTo>
                    <a:pt x="1048" y="1798"/>
                  </a:lnTo>
                  <a:lnTo>
                    <a:pt x="1067" y="1779"/>
                  </a:lnTo>
                  <a:lnTo>
                    <a:pt x="1146" y="1798"/>
                  </a:lnTo>
                  <a:lnTo>
                    <a:pt x="1146" y="1818"/>
                  </a:lnTo>
                  <a:lnTo>
                    <a:pt x="1186" y="1818"/>
                  </a:lnTo>
                  <a:lnTo>
                    <a:pt x="1186" y="1838"/>
                  </a:lnTo>
                  <a:lnTo>
                    <a:pt x="1245" y="1838"/>
                  </a:lnTo>
                  <a:lnTo>
                    <a:pt x="1225" y="1818"/>
                  </a:lnTo>
                  <a:lnTo>
                    <a:pt x="1225" y="1818"/>
                  </a:lnTo>
                  <a:lnTo>
                    <a:pt x="1304" y="1838"/>
                  </a:lnTo>
                  <a:lnTo>
                    <a:pt x="1324" y="1818"/>
                  </a:lnTo>
                  <a:lnTo>
                    <a:pt x="1344" y="1818"/>
                  </a:lnTo>
                  <a:lnTo>
                    <a:pt x="1265" y="1779"/>
                  </a:lnTo>
                  <a:lnTo>
                    <a:pt x="1166" y="1739"/>
                  </a:lnTo>
                  <a:lnTo>
                    <a:pt x="1285" y="1779"/>
                  </a:lnTo>
                  <a:lnTo>
                    <a:pt x="1285" y="1759"/>
                  </a:lnTo>
                  <a:lnTo>
                    <a:pt x="1225" y="1739"/>
                  </a:lnTo>
                  <a:lnTo>
                    <a:pt x="1146" y="1719"/>
                  </a:lnTo>
                  <a:lnTo>
                    <a:pt x="1146" y="1700"/>
                  </a:lnTo>
                  <a:lnTo>
                    <a:pt x="1166" y="1700"/>
                  </a:lnTo>
                  <a:lnTo>
                    <a:pt x="1245" y="1739"/>
                  </a:lnTo>
                  <a:lnTo>
                    <a:pt x="1285" y="1719"/>
                  </a:lnTo>
                  <a:lnTo>
                    <a:pt x="1344" y="1739"/>
                  </a:lnTo>
                  <a:lnTo>
                    <a:pt x="1344" y="1739"/>
                  </a:lnTo>
                  <a:lnTo>
                    <a:pt x="1285" y="1700"/>
                  </a:lnTo>
                  <a:lnTo>
                    <a:pt x="1206" y="1680"/>
                  </a:lnTo>
                  <a:lnTo>
                    <a:pt x="1206" y="1680"/>
                  </a:lnTo>
                  <a:lnTo>
                    <a:pt x="1166" y="1660"/>
                  </a:lnTo>
                  <a:lnTo>
                    <a:pt x="1245" y="1660"/>
                  </a:lnTo>
                  <a:lnTo>
                    <a:pt x="1285" y="1680"/>
                  </a:lnTo>
                  <a:lnTo>
                    <a:pt x="1304" y="1690"/>
                  </a:lnTo>
                  <a:lnTo>
                    <a:pt x="1304" y="1690"/>
                  </a:lnTo>
                  <a:lnTo>
                    <a:pt x="1304" y="1680"/>
                  </a:lnTo>
                  <a:lnTo>
                    <a:pt x="1304" y="1660"/>
                  </a:lnTo>
                  <a:lnTo>
                    <a:pt x="1344" y="1660"/>
                  </a:lnTo>
                  <a:lnTo>
                    <a:pt x="1285" y="1640"/>
                  </a:lnTo>
                  <a:lnTo>
                    <a:pt x="1206" y="1621"/>
                  </a:lnTo>
                  <a:lnTo>
                    <a:pt x="1265" y="1621"/>
                  </a:lnTo>
                  <a:lnTo>
                    <a:pt x="1285" y="1640"/>
                  </a:lnTo>
                  <a:lnTo>
                    <a:pt x="1304" y="1640"/>
                  </a:lnTo>
                  <a:lnTo>
                    <a:pt x="1285" y="1621"/>
                  </a:lnTo>
                  <a:lnTo>
                    <a:pt x="1166" y="1581"/>
                  </a:lnTo>
                  <a:lnTo>
                    <a:pt x="1166" y="1581"/>
                  </a:lnTo>
                  <a:lnTo>
                    <a:pt x="1245" y="1601"/>
                  </a:lnTo>
                  <a:lnTo>
                    <a:pt x="1344" y="1621"/>
                  </a:lnTo>
                  <a:lnTo>
                    <a:pt x="1285" y="1601"/>
                  </a:lnTo>
                  <a:lnTo>
                    <a:pt x="1344" y="1601"/>
                  </a:lnTo>
                  <a:lnTo>
                    <a:pt x="1304" y="1581"/>
                  </a:lnTo>
                  <a:lnTo>
                    <a:pt x="1265" y="1542"/>
                  </a:lnTo>
                  <a:lnTo>
                    <a:pt x="1245" y="1522"/>
                  </a:lnTo>
                  <a:lnTo>
                    <a:pt x="1324" y="1561"/>
                  </a:lnTo>
                  <a:lnTo>
                    <a:pt x="1364" y="1581"/>
                  </a:lnTo>
                  <a:lnTo>
                    <a:pt x="1383" y="1581"/>
                  </a:lnTo>
                  <a:lnTo>
                    <a:pt x="1383" y="1561"/>
                  </a:lnTo>
                  <a:lnTo>
                    <a:pt x="1364" y="1542"/>
                  </a:lnTo>
                  <a:lnTo>
                    <a:pt x="1285" y="1522"/>
                  </a:lnTo>
                  <a:lnTo>
                    <a:pt x="1285" y="1502"/>
                  </a:lnTo>
                  <a:lnTo>
                    <a:pt x="1285" y="1482"/>
                  </a:lnTo>
                  <a:lnTo>
                    <a:pt x="1344" y="1502"/>
                  </a:lnTo>
                  <a:lnTo>
                    <a:pt x="1285" y="1463"/>
                  </a:lnTo>
                  <a:lnTo>
                    <a:pt x="1186" y="1443"/>
                  </a:lnTo>
                  <a:lnTo>
                    <a:pt x="1206" y="1443"/>
                  </a:lnTo>
                  <a:lnTo>
                    <a:pt x="1146" y="1423"/>
                  </a:lnTo>
                  <a:lnTo>
                    <a:pt x="1166" y="1443"/>
                  </a:lnTo>
                  <a:lnTo>
                    <a:pt x="1186" y="1463"/>
                  </a:lnTo>
                  <a:lnTo>
                    <a:pt x="1127" y="1463"/>
                  </a:lnTo>
                  <a:lnTo>
                    <a:pt x="1067" y="1443"/>
                  </a:lnTo>
                  <a:lnTo>
                    <a:pt x="1087" y="1443"/>
                  </a:lnTo>
                  <a:lnTo>
                    <a:pt x="1028" y="1423"/>
                  </a:lnTo>
                  <a:lnTo>
                    <a:pt x="929" y="1384"/>
                  </a:lnTo>
                  <a:lnTo>
                    <a:pt x="909" y="1364"/>
                  </a:lnTo>
                  <a:lnTo>
                    <a:pt x="909" y="1364"/>
                  </a:lnTo>
                  <a:lnTo>
                    <a:pt x="988" y="1384"/>
                  </a:lnTo>
                  <a:lnTo>
                    <a:pt x="1028" y="1403"/>
                  </a:lnTo>
                  <a:lnTo>
                    <a:pt x="1107" y="1423"/>
                  </a:lnTo>
                  <a:lnTo>
                    <a:pt x="1048" y="1403"/>
                  </a:lnTo>
                  <a:lnTo>
                    <a:pt x="969" y="1364"/>
                  </a:lnTo>
                  <a:lnTo>
                    <a:pt x="929" y="1344"/>
                  </a:lnTo>
                  <a:lnTo>
                    <a:pt x="969" y="1344"/>
                  </a:lnTo>
                  <a:lnTo>
                    <a:pt x="988" y="1364"/>
                  </a:lnTo>
                  <a:lnTo>
                    <a:pt x="1008" y="1364"/>
                  </a:lnTo>
                  <a:lnTo>
                    <a:pt x="988" y="1344"/>
                  </a:lnTo>
                  <a:lnTo>
                    <a:pt x="949" y="1324"/>
                  </a:lnTo>
                  <a:lnTo>
                    <a:pt x="1028" y="1344"/>
                  </a:lnTo>
                  <a:lnTo>
                    <a:pt x="1008" y="1344"/>
                  </a:lnTo>
                  <a:lnTo>
                    <a:pt x="1028" y="1364"/>
                  </a:lnTo>
                  <a:lnTo>
                    <a:pt x="1087" y="1384"/>
                  </a:lnTo>
                  <a:lnTo>
                    <a:pt x="1206" y="1423"/>
                  </a:lnTo>
                  <a:lnTo>
                    <a:pt x="1304" y="1463"/>
                  </a:lnTo>
                  <a:lnTo>
                    <a:pt x="1364" y="1463"/>
                  </a:lnTo>
                  <a:lnTo>
                    <a:pt x="1324" y="1443"/>
                  </a:lnTo>
                  <a:lnTo>
                    <a:pt x="1324" y="1423"/>
                  </a:lnTo>
                  <a:lnTo>
                    <a:pt x="1285" y="1403"/>
                  </a:lnTo>
                  <a:lnTo>
                    <a:pt x="1344" y="1423"/>
                  </a:lnTo>
                  <a:lnTo>
                    <a:pt x="1344" y="1403"/>
                  </a:lnTo>
                  <a:lnTo>
                    <a:pt x="1304" y="1384"/>
                  </a:lnTo>
                  <a:lnTo>
                    <a:pt x="1304" y="1384"/>
                  </a:lnTo>
                  <a:lnTo>
                    <a:pt x="1364" y="1403"/>
                  </a:lnTo>
                  <a:lnTo>
                    <a:pt x="1383" y="1384"/>
                  </a:lnTo>
                  <a:lnTo>
                    <a:pt x="1344" y="1344"/>
                  </a:lnTo>
                  <a:lnTo>
                    <a:pt x="1285" y="1324"/>
                  </a:lnTo>
                  <a:lnTo>
                    <a:pt x="1285" y="1305"/>
                  </a:lnTo>
                  <a:lnTo>
                    <a:pt x="1344" y="1305"/>
                  </a:lnTo>
                  <a:lnTo>
                    <a:pt x="1304" y="1285"/>
                  </a:lnTo>
                  <a:lnTo>
                    <a:pt x="1364" y="1305"/>
                  </a:lnTo>
                  <a:lnTo>
                    <a:pt x="1344" y="1285"/>
                  </a:lnTo>
                  <a:lnTo>
                    <a:pt x="1324" y="1265"/>
                  </a:lnTo>
                  <a:lnTo>
                    <a:pt x="1383" y="1265"/>
                  </a:lnTo>
                  <a:lnTo>
                    <a:pt x="1344" y="1245"/>
                  </a:lnTo>
                  <a:lnTo>
                    <a:pt x="1285" y="1206"/>
                  </a:lnTo>
                  <a:lnTo>
                    <a:pt x="1383" y="1245"/>
                  </a:lnTo>
                  <a:lnTo>
                    <a:pt x="1344" y="1186"/>
                  </a:lnTo>
                  <a:lnTo>
                    <a:pt x="1344" y="1107"/>
                  </a:lnTo>
                  <a:lnTo>
                    <a:pt x="1364" y="1127"/>
                  </a:lnTo>
                  <a:lnTo>
                    <a:pt x="1364" y="1107"/>
                  </a:lnTo>
                  <a:lnTo>
                    <a:pt x="1324" y="1068"/>
                  </a:lnTo>
                  <a:lnTo>
                    <a:pt x="1304" y="1048"/>
                  </a:lnTo>
                  <a:lnTo>
                    <a:pt x="1304" y="1028"/>
                  </a:lnTo>
                  <a:lnTo>
                    <a:pt x="1324" y="1028"/>
                  </a:lnTo>
                  <a:lnTo>
                    <a:pt x="1285" y="1008"/>
                  </a:lnTo>
                  <a:lnTo>
                    <a:pt x="1225" y="989"/>
                  </a:lnTo>
                  <a:lnTo>
                    <a:pt x="1107" y="949"/>
                  </a:lnTo>
                  <a:lnTo>
                    <a:pt x="1087" y="929"/>
                  </a:lnTo>
                  <a:lnTo>
                    <a:pt x="1127" y="929"/>
                  </a:lnTo>
                  <a:lnTo>
                    <a:pt x="1186" y="949"/>
                  </a:lnTo>
                  <a:lnTo>
                    <a:pt x="1265" y="989"/>
                  </a:lnTo>
                  <a:lnTo>
                    <a:pt x="1344" y="1028"/>
                  </a:lnTo>
                  <a:lnTo>
                    <a:pt x="1344" y="1028"/>
                  </a:lnTo>
                  <a:lnTo>
                    <a:pt x="1285" y="989"/>
                  </a:lnTo>
                  <a:lnTo>
                    <a:pt x="1304" y="969"/>
                  </a:lnTo>
                  <a:lnTo>
                    <a:pt x="1304" y="949"/>
                  </a:lnTo>
                  <a:lnTo>
                    <a:pt x="1324" y="969"/>
                  </a:lnTo>
                  <a:lnTo>
                    <a:pt x="1344" y="969"/>
                  </a:lnTo>
                  <a:lnTo>
                    <a:pt x="1344" y="989"/>
                  </a:lnTo>
                  <a:lnTo>
                    <a:pt x="1364" y="989"/>
                  </a:lnTo>
                  <a:lnTo>
                    <a:pt x="1403" y="1028"/>
                  </a:lnTo>
                  <a:lnTo>
                    <a:pt x="1383" y="989"/>
                  </a:lnTo>
                  <a:lnTo>
                    <a:pt x="1383" y="969"/>
                  </a:lnTo>
                  <a:lnTo>
                    <a:pt x="1344" y="949"/>
                  </a:lnTo>
                  <a:lnTo>
                    <a:pt x="1324" y="929"/>
                  </a:lnTo>
                  <a:lnTo>
                    <a:pt x="1265" y="910"/>
                  </a:lnTo>
                  <a:lnTo>
                    <a:pt x="1364" y="929"/>
                  </a:lnTo>
                  <a:lnTo>
                    <a:pt x="1304" y="910"/>
                  </a:lnTo>
                  <a:lnTo>
                    <a:pt x="1285" y="910"/>
                  </a:lnTo>
                  <a:lnTo>
                    <a:pt x="1285" y="890"/>
                  </a:lnTo>
                  <a:lnTo>
                    <a:pt x="1324" y="890"/>
                  </a:lnTo>
                  <a:lnTo>
                    <a:pt x="1383" y="910"/>
                  </a:lnTo>
                  <a:lnTo>
                    <a:pt x="1383" y="910"/>
                  </a:lnTo>
                  <a:lnTo>
                    <a:pt x="1344" y="890"/>
                  </a:lnTo>
                  <a:lnTo>
                    <a:pt x="1344" y="870"/>
                  </a:lnTo>
                  <a:lnTo>
                    <a:pt x="1383" y="890"/>
                  </a:lnTo>
                  <a:lnTo>
                    <a:pt x="1403" y="870"/>
                  </a:lnTo>
                  <a:lnTo>
                    <a:pt x="1403" y="850"/>
                  </a:lnTo>
                  <a:lnTo>
                    <a:pt x="1443" y="850"/>
                  </a:lnTo>
                  <a:lnTo>
                    <a:pt x="1403" y="831"/>
                  </a:lnTo>
                  <a:lnTo>
                    <a:pt x="1364" y="791"/>
                  </a:lnTo>
                  <a:lnTo>
                    <a:pt x="1344" y="791"/>
                  </a:lnTo>
                  <a:lnTo>
                    <a:pt x="1285" y="771"/>
                  </a:lnTo>
                  <a:lnTo>
                    <a:pt x="1265" y="752"/>
                  </a:lnTo>
                  <a:lnTo>
                    <a:pt x="1245" y="732"/>
                  </a:lnTo>
                  <a:lnTo>
                    <a:pt x="1304" y="752"/>
                  </a:lnTo>
                  <a:lnTo>
                    <a:pt x="1324" y="771"/>
                  </a:lnTo>
                  <a:lnTo>
                    <a:pt x="1423" y="771"/>
                  </a:lnTo>
                  <a:lnTo>
                    <a:pt x="1403" y="752"/>
                  </a:lnTo>
                  <a:lnTo>
                    <a:pt x="1364" y="732"/>
                  </a:lnTo>
                  <a:lnTo>
                    <a:pt x="1423" y="752"/>
                  </a:lnTo>
                  <a:lnTo>
                    <a:pt x="1443" y="752"/>
                  </a:lnTo>
                  <a:lnTo>
                    <a:pt x="1403" y="732"/>
                  </a:lnTo>
                  <a:lnTo>
                    <a:pt x="1324" y="692"/>
                  </a:lnTo>
                  <a:lnTo>
                    <a:pt x="1344" y="692"/>
                  </a:lnTo>
                  <a:lnTo>
                    <a:pt x="1324" y="673"/>
                  </a:lnTo>
                  <a:lnTo>
                    <a:pt x="1403" y="712"/>
                  </a:lnTo>
                  <a:lnTo>
                    <a:pt x="1403" y="712"/>
                  </a:lnTo>
                  <a:lnTo>
                    <a:pt x="1324" y="653"/>
                  </a:lnTo>
                  <a:lnTo>
                    <a:pt x="1285" y="613"/>
                  </a:lnTo>
                  <a:lnTo>
                    <a:pt x="1245" y="594"/>
                  </a:lnTo>
                  <a:lnTo>
                    <a:pt x="1304" y="613"/>
                  </a:lnTo>
                  <a:lnTo>
                    <a:pt x="1383" y="633"/>
                  </a:lnTo>
                  <a:lnTo>
                    <a:pt x="1344" y="633"/>
                  </a:lnTo>
                  <a:lnTo>
                    <a:pt x="1423" y="653"/>
                  </a:lnTo>
                  <a:lnTo>
                    <a:pt x="1462" y="653"/>
                  </a:lnTo>
                  <a:lnTo>
                    <a:pt x="1462" y="633"/>
                  </a:lnTo>
                  <a:lnTo>
                    <a:pt x="1443" y="613"/>
                  </a:lnTo>
                  <a:lnTo>
                    <a:pt x="1462" y="594"/>
                  </a:lnTo>
                  <a:lnTo>
                    <a:pt x="1443" y="574"/>
                  </a:lnTo>
                  <a:lnTo>
                    <a:pt x="1502" y="574"/>
                  </a:lnTo>
                  <a:lnTo>
                    <a:pt x="1502" y="554"/>
                  </a:lnTo>
                  <a:lnTo>
                    <a:pt x="1502" y="534"/>
                  </a:lnTo>
                  <a:lnTo>
                    <a:pt x="1502" y="515"/>
                  </a:lnTo>
                  <a:lnTo>
                    <a:pt x="1462" y="475"/>
                  </a:lnTo>
                  <a:lnTo>
                    <a:pt x="1522" y="495"/>
                  </a:lnTo>
                  <a:lnTo>
                    <a:pt x="1522" y="495"/>
                  </a:lnTo>
                  <a:lnTo>
                    <a:pt x="1443" y="455"/>
                  </a:lnTo>
                  <a:lnTo>
                    <a:pt x="1423" y="416"/>
                  </a:lnTo>
                  <a:lnTo>
                    <a:pt x="1383" y="376"/>
                  </a:lnTo>
                  <a:lnTo>
                    <a:pt x="1285" y="317"/>
                  </a:lnTo>
                  <a:lnTo>
                    <a:pt x="1344" y="337"/>
                  </a:lnTo>
                  <a:lnTo>
                    <a:pt x="1403" y="376"/>
                  </a:lnTo>
                  <a:lnTo>
                    <a:pt x="1364" y="337"/>
                  </a:lnTo>
                  <a:lnTo>
                    <a:pt x="1344" y="317"/>
                  </a:lnTo>
                  <a:lnTo>
                    <a:pt x="1344" y="317"/>
                  </a:lnTo>
                  <a:lnTo>
                    <a:pt x="1383" y="337"/>
                  </a:lnTo>
                  <a:lnTo>
                    <a:pt x="1423" y="357"/>
                  </a:lnTo>
                  <a:lnTo>
                    <a:pt x="1423" y="342"/>
                  </a:lnTo>
                  <a:lnTo>
                    <a:pt x="1423" y="342"/>
                  </a:lnTo>
                  <a:lnTo>
                    <a:pt x="1364" y="297"/>
                  </a:lnTo>
                  <a:lnTo>
                    <a:pt x="1304" y="258"/>
                  </a:lnTo>
                  <a:lnTo>
                    <a:pt x="1265" y="238"/>
                  </a:lnTo>
                  <a:lnTo>
                    <a:pt x="1285" y="238"/>
                  </a:lnTo>
                  <a:lnTo>
                    <a:pt x="1245" y="179"/>
                  </a:lnTo>
                  <a:lnTo>
                    <a:pt x="1245" y="139"/>
                  </a:lnTo>
                  <a:lnTo>
                    <a:pt x="1245" y="100"/>
                  </a:lnTo>
                  <a:lnTo>
                    <a:pt x="1304" y="80"/>
                  </a:lnTo>
                  <a:lnTo>
                    <a:pt x="1324" y="100"/>
                  </a:lnTo>
                  <a:lnTo>
                    <a:pt x="1324" y="80"/>
                  </a:lnTo>
                  <a:lnTo>
                    <a:pt x="1344" y="80"/>
                  </a:lnTo>
                  <a:lnTo>
                    <a:pt x="1344" y="100"/>
                  </a:lnTo>
                  <a:lnTo>
                    <a:pt x="1383" y="100"/>
                  </a:lnTo>
                  <a:lnTo>
                    <a:pt x="1364" y="80"/>
                  </a:lnTo>
                  <a:lnTo>
                    <a:pt x="1344" y="60"/>
                  </a:lnTo>
                  <a:lnTo>
                    <a:pt x="1344" y="60"/>
                  </a:lnTo>
                  <a:lnTo>
                    <a:pt x="1383" y="80"/>
                  </a:lnTo>
                  <a:lnTo>
                    <a:pt x="1462" y="80"/>
                  </a:lnTo>
                  <a:lnTo>
                    <a:pt x="1443" y="60"/>
                  </a:lnTo>
                  <a:lnTo>
                    <a:pt x="1443" y="60"/>
                  </a:lnTo>
                  <a:lnTo>
                    <a:pt x="1581" y="120"/>
                  </a:lnTo>
                  <a:lnTo>
                    <a:pt x="1522" y="60"/>
                  </a:lnTo>
                  <a:lnTo>
                    <a:pt x="1502" y="60"/>
                  </a:lnTo>
                  <a:lnTo>
                    <a:pt x="1462" y="40"/>
                  </a:lnTo>
                  <a:lnTo>
                    <a:pt x="1443" y="21"/>
                  </a:lnTo>
                  <a:lnTo>
                    <a:pt x="140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7" name="Google Shape;5337;p20"/>
            <p:cNvSpPr/>
            <p:nvPr/>
          </p:nvSpPr>
          <p:spPr>
            <a:xfrm>
              <a:off x="-1781250" y="3410200"/>
              <a:ext cx="500" cy="500"/>
            </a:xfrm>
            <a:custGeom>
              <a:rect b="b" l="l" r="r" t="t"/>
              <a:pathLst>
                <a:path extrusionOk="0" h="20" w="20">
                  <a:moveTo>
                    <a:pt x="20" y="20"/>
                  </a:moveTo>
                  <a:lnTo>
                    <a:pt x="20" y="20"/>
                  </a:lnTo>
                  <a:lnTo>
                    <a:pt x="20" y="20"/>
                  </a:lnTo>
                  <a:lnTo>
                    <a:pt x="0" y="0"/>
                  </a:lnTo>
                  <a:lnTo>
                    <a:pt x="0" y="0"/>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8" name="Google Shape;5338;p20"/>
            <p:cNvSpPr/>
            <p:nvPr/>
          </p:nvSpPr>
          <p:spPr>
            <a:xfrm>
              <a:off x="-1798050" y="3378100"/>
              <a:ext cx="525" cy="25"/>
            </a:xfrm>
            <a:custGeom>
              <a:rect b="b" l="l" r="r" t="t"/>
              <a:pathLst>
                <a:path extrusionOk="0" h="1" w="21">
                  <a:moveTo>
                    <a:pt x="20" y="0"/>
                  </a:moveTo>
                  <a:lnTo>
                    <a:pt x="20" y="0"/>
                  </a:lnTo>
                  <a:lnTo>
                    <a:pt x="1" y="0"/>
                  </a:lnTo>
                  <a:lnTo>
                    <a:pt x="1"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
            <p:cNvSpPr/>
            <p:nvPr/>
          </p:nvSpPr>
          <p:spPr>
            <a:xfrm>
              <a:off x="-1795075" y="3407225"/>
              <a:ext cx="500" cy="25"/>
            </a:xfrm>
            <a:custGeom>
              <a:rect b="b" l="l" r="r" t="t"/>
              <a:pathLst>
                <a:path extrusionOk="0" h="1" w="20">
                  <a:moveTo>
                    <a:pt x="0" y="1"/>
                  </a:moveTo>
                  <a:lnTo>
                    <a:pt x="0" y="1"/>
                  </a:lnTo>
                  <a:lnTo>
                    <a:pt x="2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0" name="Google Shape;5340;p20"/>
            <p:cNvSpPr/>
            <p:nvPr/>
          </p:nvSpPr>
          <p:spPr>
            <a:xfrm>
              <a:off x="-1709150" y="3594375"/>
              <a:ext cx="52850" cy="55325"/>
            </a:xfrm>
            <a:custGeom>
              <a:rect b="b" l="l" r="r" t="t"/>
              <a:pathLst>
                <a:path extrusionOk="0" h="2213" w="2114">
                  <a:moveTo>
                    <a:pt x="178" y="574"/>
                  </a:moveTo>
                  <a:lnTo>
                    <a:pt x="158" y="593"/>
                  </a:lnTo>
                  <a:lnTo>
                    <a:pt x="178" y="574"/>
                  </a:lnTo>
                  <a:lnTo>
                    <a:pt x="178" y="574"/>
                  </a:lnTo>
                  <a:close/>
                  <a:moveTo>
                    <a:pt x="158" y="593"/>
                  </a:moveTo>
                  <a:lnTo>
                    <a:pt x="138" y="613"/>
                  </a:lnTo>
                  <a:lnTo>
                    <a:pt x="158" y="593"/>
                  </a:lnTo>
                  <a:close/>
                  <a:moveTo>
                    <a:pt x="1363" y="692"/>
                  </a:moveTo>
                  <a:lnTo>
                    <a:pt x="1323" y="712"/>
                  </a:lnTo>
                  <a:lnTo>
                    <a:pt x="1323" y="712"/>
                  </a:lnTo>
                  <a:lnTo>
                    <a:pt x="1323" y="712"/>
                  </a:lnTo>
                  <a:lnTo>
                    <a:pt x="1363" y="692"/>
                  </a:lnTo>
                  <a:close/>
                  <a:moveTo>
                    <a:pt x="79" y="811"/>
                  </a:moveTo>
                  <a:lnTo>
                    <a:pt x="40" y="830"/>
                  </a:lnTo>
                  <a:lnTo>
                    <a:pt x="59" y="830"/>
                  </a:lnTo>
                  <a:lnTo>
                    <a:pt x="79" y="811"/>
                  </a:lnTo>
                  <a:close/>
                  <a:moveTo>
                    <a:pt x="99" y="1127"/>
                  </a:moveTo>
                  <a:lnTo>
                    <a:pt x="79" y="1146"/>
                  </a:lnTo>
                  <a:lnTo>
                    <a:pt x="79" y="1146"/>
                  </a:lnTo>
                  <a:lnTo>
                    <a:pt x="105" y="1127"/>
                  </a:lnTo>
                  <a:close/>
                  <a:moveTo>
                    <a:pt x="79" y="1127"/>
                  </a:moveTo>
                  <a:lnTo>
                    <a:pt x="0" y="1186"/>
                  </a:lnTo>
                  <a:lnTo>
                    <a:pt x="20" y="1206"/>
                  </a:lnTo>
                  <a:lnTo>
                    <a:pt x="59" y="1186"/>
                  </a:lnTo>
                  <a:lnTo>
                    <a:pt x="99" y="1146"/>
                  </a:lnTo>
                  <a:lnTo>
                    <a:pt x="40" y="1186"/>
                  </a:lnTo>
                  <a:lnTo>
                    <a:pt x="59" y="1166"/>
                  </a:lnTo>
                  <a:lnTo>
                    <a:pt x="79" y="1146"/>
                  </a:lnTo>
                  <a:lnTo>
                    <a:pt x="79" y="1127"/>
                  </a:lnTo>
                  <a:close/>
                  <a:moveTo>
                    <a:pt x="573" y="1443"/>
                  </a:moveTo>
                  <a:lnTo>
                    <a:pt x="553" y="1462"/>
                  </a:lnTo>
                  <a:lnTo>
                    <a:pt x="514" y="1502"/>
                  </a:lnTo>
                  <a:lnTo>
                    <a:pt x="514" y="1502"/>
                  </a:lnTo>
                  <a:lnTo>
                    <a:pt x="514" y="1502"/>
                  </a:lnTo>
                  <a:lnTo>
                    <a:pt x="573" y="1443"/>
                  </a:lnTo>
                  <a:close/>
                  <a:moveTo>
                    <a:pt x="869" y="1838"/>
                  </a:moveTo>
                  <a:lnTo>
                    <a:pt x="834" y="1861"/>
                  </a:lnTo>
                  <a:lnTo>
                    <a:pt x="834" y="1861"/>
                  </a:lnTo>
                  <a:lnTo>
                    <a:pt x="849" y="1857"/>
                  </a:lnTo>
                  <a:lnTo>
                    <a:pt x="869" y="1838"/>
                  </a:lnTo>
                  <a:close/>
                  <a:moveTo>
                    <a:pt x="834" y="1861"/>
                  </a:moveTo>
                  <a:lnTo>
                    <a:pt x="770" y="1877"/>
                  </a:lnTo>
                  <a:lnTo>
                    <a:pt x="770" y="1887"/>
                  </a:lnTo>
                  <a:lnTo>
                    <a:pt x="770" y="1887"/>
                  </a:lnTo>
                  <a:lnTo>
                    <a:pt x="790" y="1877"/>
                  </a:lnTo>
                  <a:lnTo>
                    <a:pt x="810" y="1877"/>
                  </a:lnTo>
                  <a:lnTo>
                    <a:pt x="834" y="1861"/>
                  </a:lnTo>
                  <a:close/>
                  <a:moveTo>
                    <a:pt x="770" y="1887"/>
                  </a:moveTo>
                  <a:lnTo>
                    <a:pt x="751" y="1897"/>
                  </a:lnTo>
                  <a:lnTo>
                    <a:pt x="672" y="1956"/>
                  </a:lnTo>
                  <a:lnTo>
                    <a:pt x="691" y="1956"/>
                  </a:lnTo>
                  <a:lnTo>
                    <a:pt x="672" y="1996"/>
                  </a:lnTo>
                  <a:lnTo>
                    <a:pt x="672" y="1996"/>
                  </a:lnTo>
                  <a:lnTo>
                    <a:pt x="711" y="1956"/>
                  </a:lnTo>
                  <a:lnTo>
                    <a:pt x="731" y="1936"/>
                  </a:lnTo>
                  <a:lnTo>
                    <a:pt x="731" y="1956"/>
                  </a:lnTo>
                  <a:lnTo>
                    <a:pt x="810" y="1897"/>
                  </a:lnTo>
                  <a:lnTo>
                    <a:pt x="770" y="1897"/>
                  </a:lnTo>
                  <a:lnTo>
                    <a:pt x="770" y="1887"/>
                  </a:lnTo>
                  <a:close/>
                  <a:moveTo>
                    <a:pt x="968" y="2075"/>
                  </a:moveTo>
                  <a:lnTo>
                    <a:pt x="968" y="2094"/>
                  </a:lnTo>
                  <a:lnTo>
                    <a:pt x="988" y="2114"/>
                  </a:lnTo>
                  <a:lnTo>
                    <a:pt x="988" y="2094"/>
                  </a:lnTo>
                  <a:lnTo>
                    <a:pt x="988" y="2075"/>
                  </a:lnTo>
                  <a:close/>
                  <a:moveTo>
                    <a:pt x="751" y="1"/>
                  </a:moveTo>
                  <a:lnTo>
                    <a:pt x="711" y="20"/>
                  </a:lnTo>
                  <a:lnTo>
                    <a:pt x="672" y="40"/>
                  </a:lnTo>
                  <a:lnTo>
                    <a:pt x="632" y="80"/>
                  </a:lnTo>
                  <a:lnTo>
                    <a:pt x="612" y="80"/>
                  </a:lnTo>
                  <a:lnTo>
                    <a:pt x="474" y="178"/>
                  </a:lnTo>
                  <a:lnTo>
                    <a:pt x="356" y="277"/>
                  </a:lnTo>
                  <a:lnTo>
                    <a:pt x="356" y="297"/>
                  </a:lnTo>
                  <a:lnTo>
                    <a:pt x="316" y="337"/>
                  </a:lnTo>
                  <a:lnTo>
                    <a:pt x="277" y="356"/>
                  </a:lnTo>
                  <a:lnTo>
                    <a:pt x="257" y="376"/>
                  </a:lnTo>
                  <a:lnTo>
                    <a:pt x="296" y="376"/>
                  </a:lnTo>
                  <a:lnTo>
                    <a:pt x="277" y="396"/>
                  </a:lnTo>
                  <a:lnTo>
                    <a:pt x="277" y="416"/>
                  </a:lnTo>
                  <a:lnTo>
                    <a:pt x="296" y="416"/>
                  </a:lnTo>
                  <a:lnTo>
                    <a:pt x="257" y="455"/>
                  </a:lnTo>
                  <a:lnTo>
                    <a:pt x="198" y="495"/>
                  </a:lnTo>
                  <a:lnTo>
                    <a:pt x="178" y="514"/>
                  </a:lnTo>
                  <a:lnTo>
                    <a:pt x="217" y="514"/>
                  </a:lnTo>
                  <a:lnTo>
                    <a:pt x="217" y="534"/>
                  </a:lnTo>
                  <a:lnTo>
                    <a:pt x="178" y="554"/>
                  </a:lnTo>
                  <a:lnTo>
                    <a:pt x="178" y="574"/>
                  </a:lnTo>
                  <a:lnTo>
                    <a:pt x="198" y="554"/>
                  </a:lnTo>
                  <a:lnTo>
                    <a:pt x="217" y="554"/>
                  </a:lnTo>
                  <a:lnTo>
                    <a:pt x="198" y="574"/>
                  </a:lnTo>
                  <a:lnTo>
                    <a:pt x="198" y="574"/>
                  </a:lnTo>
                  <a:lnTo>
                    <a:pt x="257" y="534"/>
                  </a:lnTo>
                  <a:lnTo>
                    <a:pt x="257" y="554"/>
                  </a:lnTo>
                  <a:lnTo>
                    <a:pt x="237" y="574"/>
                  </a:lnTo>
                  <a:lnTo>
                    <a:pt x="158" y="613"/>
                  </a:lnTo>
                  <a:lnTo>
                    <a:pt x="138" y="633"/>
                  </a:lnTo>
                  <a:lnTo>
                    <a:pt x="79" y="672"/>
                  </a:lnTo>
                  <a:lnTo>
                    <a:pt x="138" y="653"/>
                  </a:lnTo>
                  <a:lnTo>
                    <a:pt x="158" y="653"/>
                  </a:lnTo>
                  <a:lnTo>
                    <a:pt x="138" y="672"/>
                  </a:lnTo>
                  <a:lnTo>
                    <a:pt x="119" y="672"/>
                  </a:lnTo>
                  <a:lnTo>
                    <a:pt x="59" y="732"/>
                  </a:lnTo>
                  <a:lnTo>
                    <a:pt x="79" y="732"/>
                  </a:lnTo>
                  <a:lnTo>
                    <a:pt x="119" y="712"/>
                  </a:lnTo>
                  <a:lnTo>
                    <a:pt x="138" y="712"/>
                  </a:lnTo>
                  <a:lnTo>
                    <a:pt x="119" y="732"/>
                  </a:lnTo>
                  <a:lnTo>
                    <a:pt x="119" y="751"/>
                  </a:lnTo>
                  <a:lnTo>
                    <a:pt x="79" y="811"/>
                  </a:lnTo>
                  <a:lnTo>
                    <a:pt x="79" y="830"/>
                  </a:lnTo>
                  <a:lnTo>
                    <a:pt x="99" y="830"/>
                  </a:lnTo>
                  <a:lnTo>
                    <a:pt x="138" y="811"/>
                  </a:lnTo>
                  <a:lnTo>
                    <a:pt x="138" y="811"/>
                  </a:lnTo>
                  <a:lnTo>
                    <a:pt x="79" y="850"/>
                  </a:lnTo>
                  <a:lnTo>
                    <a:pt x="178" y="791"/>
                  </a:lnTo>
                  <a:lnTo>
                    <a:pt x="237" y="751"/>
                  </a:lnTo>
                  <a:lnTo>
                    <a:pt x="257" y="751"/>
                  </a:lnTo>
                  <a:lnTo>
                    <a:pt x="217" y="791"/>
                  </a:lnTo>
                  <a:lnTo>
                    <a:pt x="178" y="830"/>
                  </a:lnTo>
                  <a:lnTo>
                    <a:pt x="119" y="870"/>
                  </a:lnTo>
                  <a:lnTo>
                    <a:pt x="79" y="909"/>
                  </a:lnTo>
                  <a:lnTo>
                    <a:pt x="99" y="909"/>
                  </a:lnTo>
                  <a:lnTo>
                    <a:pt x="59" y="929"/>
                  </a:lnTo>
                  <a:lnTo>
                    <a:pt x="20" y="949"/>
                  </a:lnTo>
                  <a:lnTo>
                    <a:pt x="20" y="969"/>
                  </a:lnTo>
                  <a:lnTo>
                    <a:pt x="0" y="1008"/>
                  </a:lnTo>
                  <a:lnTo>
                    <a:pt x="0" y="1028"/>
                  </a:lnTo>
                  <a:lnTo>
                    <a:pt x="59" y="988"/>
                  </a:lnTo>
                  <a:lnTo>
                    <a:pt x="40" y="1008"/>
                  </a:lnTo>
                  <a:lnTo>
                    <a:pt x="20" y="1048"/>
                  </a:lnTo>
                  <a:lnTo>
                    <a:pt x="40" y="1048"/>
                  </a:lnTo>
                  <a:lnTo>
                    <a:pt x="40" y="1067"/>
                  </a:lnTo>
                  <a:lnTo>
                    <a:pt x="20" y="1087"/>
                  </a:lnTo>
                  <a:lnTo>
                    <a:pt x="0" y="1107"/>
                  </a:lnTo>
                  <a:lnTo>
                    <a:pt x="20" y="1107"/>
                  </a:lnTo>
                  <a:lnTo>
                    <a:pt x="59" y="1067"/>
                  </a:lnTo>
                  <a:lnTo>
                    <a:pt x="99" y="1048"/>
                  </a:lnTo>
                  <a:lnTo>
                    <a:pt x="99" y="1048"/>
                  </a:lnTo>
                  <a:lnTo>
                    <a:pt x="79" y="1067"/>
                  </a:lnTo>
                  <a:lnTo>
                    <a:pt x="79" y="1087"/>
                  </a:lnTo>
                  <a:lnTo>
                    <a:pt x="59" y="1107"/>
                  </a:lnTo>
                  <a:lnTo>
                    <a:pt x="40" y="1127"/>
                  </a:lnTo>
                  <a:lnTo>
                    <a:pt x="99" y="1087"/>
                  </a:lnTo>
                  <a:lnTo>
                    <a:pt x="178" y="1028"/>
                  </a:lnTo>
                  <a:lnTo>
                    <a:pt x="158" y="1087"/>
                  </a:lnTo>
                  <a:lnTo>
                    <a:pt x="105" y="1127"/>
                  </a:lnTo>
                  <a:lnTo>
                    <a:pt x="138" y="1127"/>
                  </a:lnTo>
                  <a:lnTo>
                    <a:pt x="178" y="1107"/>
                  </a:lnTo>
                  <a:lnTo>
                    <a:pt x="277" y="1067"/>
                  </a:lnTo>
                  <a:lnTo>
                    <a:pt x="237" y="1107"/>
                  </a:lnTo>
                  <a:lnTo>
                    <a:pt x="138" y="1166"/>
                  </a:lnTo>
                  <a:lnTo>
                    <a:pt x="158" y="1166"/>
                  </a:lnTo>
                  <a:lnTo>
                    <a:pt x="119" y="1225"/>
                  </a:lnTo>
                  <a:lnTo>
                    <a:pt x="119" y="1225"/>
                  </a:lnTo>
                  <a:lnTo>
                    <a:pt x="198" y="1186"/>
                  </a:lnTo>
                  <a:lnTo>
                    <a:pt x="138" y="1245"/>
                  </a:lnTo>
                  <a:lnTo>
                    <a:pt x="138" y="1265"/>
                  </a:lnTo>
                  <a:lnTo>
                    <a:pt x="138" y="1304"/>
                  </a:lnTo>
                  <a:lnTo>
                    <a:pt x="119" y="1324"/>
                  </a:lnTo>
                  <a:lnTo>
                    <a:pt x="158" y="1344"/>
                  </a:lnTo>
                  <a:lnTo>
                    <a:pt x="217" y="1265"/>
                  </a:lnTo>
                  <a:lnTo>
                    <a:pt x="138" y="1324"/>
                  </a:lnTo>
                  <a:lnTo>
                    <a:pt x="138" y="1324"/>
                  </a:lnTo>
                  <a:lnTo>
                    <a:pt x="237" y="1245"/>
                  </a:lnTo>
                  <a:lnTo>
                    <a:pt x="336" y="1186"/>
                  </a:lnTo>
                  <a:lnTo>
                    <a:pt x="336" y="1206"/>
                  </a:lnTo>
                  <a:lnTo>
                    <a:pt x="296" y="1225"/>
                  </a:lnTo>
                  <a:lnTo>
                    <a:pt x="336" y="1225"/>
                  </a:lnTo>
                  <a:lnTo>
                    <a:pt x="356" y="1206"/>
                  </a:lnTo>
                  <a:lnTo>
                    <a:pt x="375" y="1186"/>
                  </a:lnTo>
                  <a:lnTo>
                    <a:pt x="356" y="1225"/>
                  </a:lnTo>
                  <a:lnTo>
                    <a:pt x="316" y="1245"/>
                  </a:lnTo>
                  <a:lnTo>
                    <a:pt x="336" y="1245"/>
                  </a:lnTo>
                  <a:lnTo>
                    <a:pt x="395" y="1225"/>
                  </a:lnTo>
                  <a:lnTo>
                    <a:pt x="336" y="1265"/>
                  </a:lnTo>
                  <a:lnTo>
                    <a:pt x="277" y="1285"/>
                  </a:lnTo>
                  <a:lnTo>
                    <a:pt x="237" y="1324"/>
                  </a:lnTo>
                  <a:lnTo>
                    <a:pt x="198" y="1364"/>
                  </a:lnTo>
                  <a:lnTo>
                    <a:pt x="217" y="1364"/>
                  </a:lnTo>
                  <a:lnTo>
                    <a:pt x="138" y="1403"/>
                  </a:lnTo>
                  <a:lnTo>
                    <a:pt x="178" y="1403"/>
                  </a:lnTo>
                  <a:lnTo>
                    <a:pt x="158" y="1423"/>
                  </a:lnTo>
                  <a:lnTo>
                    <a:pt x="158" y="1423"/>
                  </a:lnTo>
                  <a:lnTo>
                    <a:pt x="217" y="1383"/>
                  </a:lnTo>
                  <a:lnTo>
                    <a:pt x="178" y="1443"/>
                  </a:lnTo>
                  <a:lnTo>
                    <a:pt x="178" y="1482"/>
                  </a:lnTo>
                  <a:lnTo>
                    <a:pt x="217" y="1443"/>
                  </a:lnTo>
                  <a:lnTo>
                    <a:pt x="257" y="1443"/>
                  </a:lnTo>
                  <a:lnTo>
                    <a:pt x="237" y="1462"/>
                  </a:lnTo>
                  <a:lnTo>
                    <a:pt x="198" y="1482"/>
                  </a:lnTo>
                  <a:lnTo>
                    <a:pt x="198" y="1502"/>
                  </a:lnTo>
                  <a:lnTo>
                    <a:pt x="257" y="1502"/>
                  </a:lnTo>
                  <a:lnTo>
                    <a:pt x="336" y="1443"/>
                  </a:lnTo>
                  <a:lnTo>
                    <a:pt x="336" y="1462"/>
                  </a:lnTo>
                  <a:lnTo>
                    <a:pt x="296" y="1482"/>
                  </a:lnTo>
                  <a:lnTo>
                    <a:pt x="375" y="1462"/>
                  </a:lnTo>
                  <a:lnTo>
                    <a:pt x="375" y="1462"/>
                  </a:lnTo>
                  <a:lnTo>
                    <a:pt x="316" y="1482"/>
                  </a:lnTo>
                  <a:lnTo>
                    <a:pt x="296" y="1502"/>
                  </a:lnTo>
                  <a:lnTo>
                    <a:pt x="296" y="1522"/>
                  </a:lnTo>
                  <a:lnTo>
                    <a:pt x="296" y="1541"/>
                  </a:lnTo>
                  <a:lnTo>
                    <a:pt x="494" y="1462"/>
                  </a:lnTo>
                  <a:lnTo>
                    <a:pt x="593" y="1403"/>
                  </a:lnTo>
                  <a:lnTo>
                    <a:pt x="691" y="1344"/>
                  </a:lnTo>
                  <a:lnTo>
                    <a:pt x="652" y="1383"/>
                  </a:lnTo>
                  <a:lnTo>
                    <a:pt x="632" y="1423"/>
                  </a:lnTo>
                  <a:lnTo>
                    <a:pt x="573" y="1462"/>
                  </a:lnTo>
                  <a:lnTo>
                    <a:pt x="553" y="1482"/>
                  </a:lnTo>
                  <a:lnTo>
                    <a:pt x="514" y="1502"/>
                  </a:lnTo>
                  <a:lnTo>
                    <a:pt x="514" y="1502"/>
                  </a:lnTo>
                  <a:lnTo>
                    <a:pt x="454" y="1561"/>
                  </a:lnTo>
                  <a:lnTo>
                    <a:pt x="395" y="1581"/>
                  </a:lnTo>
                  <a:lnTo>
                    <a:pt x="454" y="1541"/>
                  </a:lnTo>
                  <a:lnTo>
                    <a:pt x="454" y="1541"/>
                  </a:lnTo>
                  <a:lnTo>
                    <a:pt x="415" y="1561"/>
                  </a:lnTo>
                  <a:lnTo>
                    <a:pt x="375" y="1581"/>
                  </a:lnTo>
                  <a:lnTo>
                    <a:pt x="296" y="1640"/>
                  </a:lnTo>
                  <a:lnTo>
                    <a:pt x="336" y="1640"/>
                  </a:lnTo>
                  <a:lnTo>
                    <a:pt x="336" y="1660"/>
                  </a:lnTo>
                  <a:lnTo>
                    <a:pt x="375" y="1660"/>
                  </a:lnTo>
                  <a:lnTo>
                    <a:pt x="356" y="1680"/>
                  </a:lnTo>
                  <a:lnTo>
                    <a:pt x="395" y="1660"/>
                  </a:lnTo>
                  <a:lnTo>
                    <a:pt x="435" y="1640"/>
                  </a:lnTo>
                  <a:lnTo>
                    <a:pt x="435" y="1640"/>
                  </a:lnTo>
                  <a:lnTo>
                    <a:pt x="415" y="1660"/>
                  </a:lnTo>
                  <a:lnTo>
                    <a:pt x="375" y="1699"/>
                  </a:lnTo>
                  <a:lnTo>
                    <a:pt x="415" y="1680"/>
                  </a:lnTo>
                  <a:lnTo>
                    <a:pt x="435" y="1680"/>
                  </a:lnTo>
                  <a:lnTo>
                    <a:pt x="494" y="1640"/>
                  </a:lnTo>
                  <a:lnTo>
                    <a:pt x="573" y="1581"/>
                  </a:lnTo>
                  <a:lnTo>
                    <a:pt x="612" y="1581"/>
                  </a:lnTo>
                  <a:lnTo>
                    <a:pt x="612" y="1601"/>
                  </a:lnTo>
                  <a:lnTo>
                    <a:pt x="593" y="1620"/>
                  </a:lnTo>
                  <a:lnTo>
                    <a:pt x="612" y="1620"/>
                  </a:lnTo>
                  <a:lnTo>
                    <a:pt x="553" y="1660"/>
                  </a:lnTo>
                  <a:lnTo>
                    <a:pt x="533" y="1660"/>
                  </a:lnTo>
                  <a:lnTo>
                    <a:pt x="533" y="1680"/>
                  </a:lnTo>
                  <a:lnTo>
                    <a:pt x="612" y="1640"/>
                  </a:lnTo>
                  <a:lnTo>
                    <a:pt x="612" y="1660"/>
                  </a:lnTo>
                  <a:lnTo>
                    <a:pt x="593" y="1680"/>
                  </a:lnTo>
                  <a:lnTo>
                    <a:pt x="514" y="1719"/>
                  </a:lnTo>
                  <a:lnTo>
                    <a:pt x="533" y="1699"/>
                  </a:lnTo>
                  <a:lnTo>
                    <a:pt x="533" y="1699"/>
                  </a:lnTo>
                  <a:lnTo>
                    <a:pt x="474" y="1739"/>
                  </a:lnTo>
                  <a:lnTo>
                    <a:pt x="514" y="1719"/>
                  </a:lnTo>
                  <a:lnTo>
                    <a:pt x="514" y="1719"/>
                  </a:lnTo>
                  <a:lnTo>
                    <a:pt x="454" y="1759"/>
                  </a:lnTo>
                  <a:lnTo>
                    <a:pt x="474" y="1739"/>
                  </a:lnTo>
                  <a:lnTo>
                    <a:pt x="474" y="1719"/>
                  </a:lnTo>
                  <a:lnTo>
                    <a:pt x="474" y="1699"/>
                  </a:lnTo>
                  <a:lnTo>
                    <a:pt x="415" y="1699"/>
                  </a:lnTo>
                  <a:lnTo>
                    <a:pt x="395" y="1739"/>
                  </a:lnTo>
                  <a:lnTo>
                    <a:pt x="415" y="1739"/>
                  </a:lnTo>
                  <a:lnTo>
                    <a:pt x="415" y="1759"/>
                  </a:lnTo>
                  <a:lnTo>
                    <a:pt x="395" y="1798"/>
                  </a:lnTo>
                  <a:lnTo>
                    <a:pt x="494" y="1759"/>
                  </a:lnTo>
                  <a:lnTo>
                    <a:pt x="553" y="1719"/>
                  </a:lnTo>
                  <a:lnTo>
                    <a:pt x="612" y="1680"/>
                  </a:lnTo>
                  <a:lnTo>
                    <a:pt x="533" y="1739"/>
                  </a:lnTo>
                  <a:lnTo>
                    <a:pt x="514" y="1778"/>
                  </a:lnTo>
                  <a:lnTo>
                    <a:pt x="593" y="1739"/>
                  </a:lnTo>
                  <a:lnTo>
                    <a:pt x="652" y="1719"/>
                  </a:lnTo>
                  <a:lnTo>
                    <a:pt x="632" y="1719"/>
                  </a:lnTo>
                  <a:lnTo>
                    <a:pt x="652" y="1699"/>
                  </a:lnTo>
                  <a:lnTo>
                    <a:pt x="672" y="1680"/>
                  </a:lnTo>
                  <a:lnTo>
                    <a:pt x="711" y="1660"/>
                  </a:lnTo>
                  <a:lnTo>
                    <a:pt x="751" y="1640"/>
                  </a:lnTo>
                  <a:lnTo>
                    <a:pt x="751" y="1660"/>
                  </a:lnTo>
                  <a:lnTo>
                    <a:pt x="731" y="1680"/>
                  </a:lnTo>
                  <a:lnTo>
                    <a:pt x="711" y="1680"/>
                  </a:lnTo>
                  <a:lnTo>
                    <a:pt x="691" y="1719"/>
                  </a:lnTo>
                  <a:lnTo>
                    <a:pt x="533" y="1778"/>
                  </a:lnTo>
                  <a:lnTo>
                    <a:pt x="533" y="1798"/>
                  </a:lnTo>
                  <a:lnTo>
                    <a:pt x="514" y="1818"/>
                  </a:lnTo>
                  <a:lnTo>
                    <a:pt x="514" y="1818"/>
                  </a:lnTo>
                  <a:lnTo>
                    <a:pt x="573" y="1778"/>
                  </a:lnTo>
                  <a:lnTo>
                    <a:pt x="612" y="1759"/>
                  </a:lnTo>
                  <a:lnTo>
                    <a:pt x="691" y="1739"/>
                  </a:lnTo>
                  <a:lnTo>
                    <a:pt x="770" y="1719"/>
                  </a:lnTo>
                  <a:lnTo>
                    <a:pt x="770" y="1719"/>
                  </a:lnTo>
                  <a:lnTo>
                    <a:pt x="711" y="1759"/>
                  </a:lnTo>
                  <a:lnTo>
                    <a:pt x="652" y="1778"/>
                  </a:lnTo>
                  <a:lnTo>
                    <a:pt x="612" y="1798"/>
                  </a:lnTo>
                  <a:lnTo>
                    <a:pt x="533" y="1857"/>
                  </a:lnTo>
                  <a:lnTo>
                    <a:pt x="573" y="1838"/>
                  </a:lnTo>
                  <a:lnTo>
                    <a:pt x="612" y="1818"/>
                  </a:lnTo>
                  <a:lnTo>
                    <a:pt x="593" y="1857"/>
                  </a:lnTo>
                  <a:lnTo>
                    <a:pt x="632" y="1857"/>
                  </a:lnTo>
                  <a:lnTo>
                    <a:pt x="652" y="1838"/>
                  </a:lnTo>
                  <a:lnTo>
                    <a:pt x="672" y="1838"/>
                  </a:lnTo>
                  <a:lnTo>
                    <a:pt x="672" y="1857"/>
                  </a:lnTo>
                  <a:lnTo>
                    <a:pt x="652" y="1877"/>
                  </a:lnTo>
                  <a:lnTo>
                    <a:pt x="691" y="1857"/>
                  </a:lnTo>
                  <a:lnTo>
                    <a:pt x="691" y="1877"/>
                  </a:lnTo>
                  <a:lnTo>
                    <a:pt x="711" y="1877"/>
                  </a:lnTo>
                  <a:lnTo>
                    <a:pt x="711" y="1897"/>
                  </a:lnTo>
                  <a:lnTo>
                    <a:pt x="751" y="1877"/>
                  </a:lnTo>
                  <a:lnTo>
                    <a:pt x="731" y="1857"/>
                  </a:lnTo>
                  <a:lnTo>
                    <a:pt x="711" y="1857"/>
                  </a:lnTo>
                  <a:lnTo>
                    <a:pt x="731" y="1838"/>
                  </a:lnTo>
                  <a:lnTo>
                    <a:pt x="790" y="1798"/>
                  </a:lnTo>
                  <a:lnTo>
                    <a:pt x="889" y="1798"/>
                  </a:lnTo>
                  <a:lnTo>
                    <a:pt x="928" y="1778"/>
                  </a:lnTo>
                  <a:lnTo>
                    <a:pt x="928" y="1798"/>
                  </a:lnTo>
                  <a:lnTo>
                    <a:pt x="909" y="1818"/>
                  </a:lnTo>
                  <a:lnTo>
                    <a:pt x="869" y="1838"/>
                  </a:lnTo>
                  <a:lnTo>
                    <a:pt x="889" y="1857"/>
                  </a:lnTo>
                  <a:lnTo>
                    <a:pt x="869" y="1857"/>
                  </a:lnTo>
                  <a:lnTo>
                    <a:pt x="849" y="1877"/>
                  </a:lnTo>
                  <a:lnTo>
                    <a:pt x="889" y="1877"/>
                  </a:lnTo>
                  <a:lnTo>
                    <a:pt x="849" y="1897"/>
                  </a:lnTo>
                  <a:lnTo>
                    <a:pt x="830" y="1936"/>
                  </a:lnTo>
                  <a:lnTo>
                    <a:pt x="849" y="1917"/>
                  </a:lnTo>
                  <a:lnTo>
                    <a:pt x="869" y="1897"/>
                  </a:lnTo>
                  <a:lnTo>
                    <a:pt x="869" y="1917"/>
                  </a:lnTo>
                  <a:lnTo>
                    <a:pt x="830" y="1936"/>
                  </a:lnTo>
                  <a:lnTo>
                    <a:pt x="849" y="1936"/>
                  </a:lnTo>
                  <a:lnTo>
                    <a:pt x="909" y="1917"/>
                  </a:lnTo>
                  <a:lnTo>
                    <a:pt x="948" y="1877"/>
                  </a:lnTo>
                  <a:lnTo>
                    <a:pt x="1007" y="1838"/>
                  </a:lnTo>
                  <a:lnTo>
                    <a:pt x="1027" y="1857"/>
                  </a:lnTo>
                  <a:lnTo>
                    <a:pt x="1027" y="1877"/>
                  </a:lnTo>
                  <a:lnTo>
                    <a:pt x="1007" y="1917"/>
                  </a:lnTo>
                  <a:lnTo>
                    <a:pt x="1027" y="1917"/>
                  </a:lnTo>
                  <a:lnTo>
                    <a:pt x="988" y="1936"/>
                  </a:lnTo>
                  <a:lnTo>
                    <a:pt x="968" y="1936"/>
                  </a:lnTo>
                  <a:lnTo>
                    <a:pt x="909" y="1976"/>
                  </a:lnTo>
                  <a:lnTo>
                    <a:pt x="869" y="1996"/>
                  </a:lnTo>
                  <a:lnTo>
                    <a:pt x="830" y="2035"/>
                  </a:lnTo>
                  <a:lnTo>
                    <a:pt x="830" y="2035"/>
                  </a:lnTo>
                  <a:lnTo>
                    <a:pt x="889" y="1996"/>
                  </a:lnTo>
                  <a:lnTo>
                    <a:pt x="968" y="1956"/>
                  </a:lnTo>
                  <a:lnTo>
                    <a:pt x="948" y="1976"/>
                  </a:lnTo>
                  <a:lnTo>
                    <a:pt x="928" y="1996"/>
                  </a:lnTo>
                  <a:lnTo>
                    <a:pt x="968" y="1996"/>
                  </a:lnTo>
                  <a:lnTo>
                    <a:pt x="869" y="2055"/>
                  </a:lnTo>
                  <a:lnTo>
                    <a:pt x="869" y="2075"/>
                  </a:lnTo>
                  <a:lnTo>
                    <a:pt x="909" y="2055"/>
                  </a:lnTo>
                  <a:lnTo>
                    <a:pt x="909" y="2035"/>
                  </a:lnTo>
                  <a:lnTo>
                    <a:pt x="948" y="2035"/>
                  </a:lnTo>
                  <a:lnTo>
                    <a:pt x="928" y="2055"/>
                  </a:lnTo>
                  <a:lnTo>
                    <a:pt x="948" y="2055"/>
                  </a:lnTo>
                  <a:lnTo>
                    <a:pt x="948" y="2075"/>
                  </a:lnTo>
                  <a:lnTo>
                    <a:pt x="968" y="2055"/>
                  </a:lnTo>
                  <a:lnTo>
                    <a:pt x="988" y="2015"/>
                  </a:lnTo>
                  <a:lnTo>
                    <a:pt x="1047" y="2015"/>
                  </a:lnTo>
                  <a:lnTo>
                    <a:pt x="1067" y="2035"/>
                  </a:lnTo>
                  <a:lnTo>
                    <a:pt x="1106" y="2035"/>
                  </a:lnTo>
                  <a:lnTo>
                    <a:pt x="1067" y="2075"/>
                  </a:lnTo>
                  <a:lnTo>
                    <a:pt x="1027" y="2094"/>
                  </a:lnTo>
                  <a:lnTo>
                    <a:pt x="1027" y="2094"/>
                  </a:lnTo>
                  <a:lnTo>
                    <a:pt x="1027" y="2134"/>
                  </a:lnTo>
                  <a:lnTo>
                    <a:pt x="988" y="2173"/>
                  </a:lnTo>
                  <a:lnTo>
                    <a:pt x="948" y="2193"/>
                  </a:lnTo>
                  <a:lnTo>
                    <a:pt x="948" y="2213"/>
                  </a:lnTo>
                  <a:lnTo>
                    <a:pt x="1027" y="2154"/>
                  </a:lnTo>
                  <a:lnTo>
                    <a:pt x="1027" y="2173"/>
                  </a:lnTo>
                  <a:lnTo>
                    <a:pt x="1067" y="2154"/>
                  </a:lnTo>
                  <a:lnTo>
                    <a:pt x="1047" y="2173"/>
                  </a:lnTo>
                  <a:lnTo>
                    <a:pt x="1027" y="2193"/>
                  </a:lnTo>
                  <a:lnTo>
                    <a:pt x="1007" y="2213"/>
                  </a:lnTo>
                  <a:lnTo>
                    <a:pt x="1047" y="2213"/>
                  </a:lnTo>
                  <a:lnTo>
                    <a:pt x="1047" y="2193"/>
                  </a:lnTo>
                  <a:lnTo>
                    <a:pt x="1106" y="2154"/>
                  </a:lnTo>
                  <a:lnTo>
                    <a:pt x="1165" y="2134"/>
                  </a:lnTo>
                  <a:lnTo>
                    <a:pt x="1146" y="2154"/>
                  </a:lnTo>
                  <a:lnTo>
                    <a:pt x="1106" y="2173"/>
                  </a:lnTo>
                  <a:lnTo>
                    <a:pt x="1086" y="2193"/>
                  </a:lnTo>
                  <a:lnTo>
                    <a:pt x="1165" y="2173"/>
                  </a:lnTo>
                  <a:lnTo>
                    <a:pt x="1146" y="2173"/>
                  </a:lnTo>
                  <a:lnTo>
                    <a:pt x="1185" y="2154"/>
                  </a:lnTo>
                  <a:lnTo>
                    <a:pt x="1225" y="2114"/>
                  </a:lnTo>
                  <a:lnTo>
                    <a:pt x="1225" y="2154"/>
                  </a:lnTo>
                  <a:lnTo>
                    <a:pt x="2074" y="1462"/>
                  </a:lnTo>
                  <a:lnTo>
                    <a:pt x="2114" y="1443"/>
                  </a:lnTo>
                  <a:lnTo>
                    <a:pt x="2094" y="1423"/>
                  </a:lnTo>
                  <a:lnTo>
                    <a:pt x="2054" y="1423"/>
                  </a:lnTo>
                  <a:lnTo>
                    <a:pt x="2074" y="1403"/>
                  </a:lnTo>
                  <a:lnTo>
                    <a:pt x="2114" y="1383"/>
                  </a:lnTo>
                  <a:lnTo>
                    <a:pt x="2094" y="1364"/>
                  </a:lnTo>
                  <a:lnTo>
                    <a:pt x="2094" y="1344"/>
                  </a:lnTo>
                  <a:lnTo>
                    <a:pt x="2035" y="1364"/>
                  </a:lnTo>
                  <a:lnTo>
                    <a:pt x="1955" y="1364"/>
                  </a:lnTo>
                  <a:lnTo>
                    <a:pt x="1955" y="1344"/>
                  </a:lnTo>
                  <a:lnTo>
                    <a:pt x="1995" y="1324"/>
                  </a:lnTo>
                  <a:lnTo>
                    <a:pt x="1995" y="1304"/>
                  </a:lnTo>
                  <a:lnTo>
                    <a:pt x="1955" y="1324"/>
                  </a:lnTo>
                  <a:lnTo>
                    <a:pt x="1995" y="1285"/>
                  </a:lnTo>
                  <a:lnTo>
                    <a:pt x="1936" y="1285"/>
                  </a:lnTo>
                  <a:lnTo>
                    <a:pt x="1975" y="1245"/>
                  </a:lnTo>
                  <a:lnTo>
                    <a:pt x="1975" y="1225"/>
                  </a:lnTo>
                  <a:lnTo>
                    <a:pt x="1936" y="1245"/>
                  </a:lnTo>
                  <a:lnTo>
                    <a:pt x="1857" y="1285"/>
                  </a:lnTo>
                  <a:lnTo>
                    <a:pt x="1916" y="1245"/>
                  </a:lnTo>
                  <a:lnTo>
                    <a:pt x="1936" y="1206"/>
                  </a:lnTo>
                  <a:lnTo>
                    <a:pt x="1857" y="1186"/>
                  </a:lnTo>
                  <a:lnTo>
                    <a:pt x="1778" y="1127"/>
                  </a:lnTo>
                  <a:lnTo>
                    <a:pt x="1797" y="1127"/>
                  </a:lnTo>
                  <a:lnTo>
                    <a:pt x="1778" y="1107"/>
                  </a:lnTo>
                  <a:lnTo>
                    <a:pt x="1679" y="1107"/>
                  </a:lnTo>
                  <a:lnTo>
                    <a:pt x="1679" y="1087"/>
                  </a:lnTo>
                  <a:lnTo>
                    <a:pt x="1639" y="1087"/>
                  </a:lnTo>
                  <a:lnTo>
                    <a:pt x="1580" y="1127"/>
                  </a:lnTo>
                  <a:lnTo>
                    <a:pt x="1481" y="1206"/>
                  </a:lnTo>
                  <a:lnTo>
                    <a:pt x="1462" y="1206"/>
                  </a:lnTo>
                  <a:lnTo>
                    <a:pt x="1481" y="1166"/>
                  </a:lnTo>
                  <a:lnTo>
                    <a:pt x="1521" y="1146"/>
                  </a:lnTo>
                  <a:lnTo>
                    <a:pt x="1521" y="1127"/>
                  </a:lnTo>
                  <a:lnTo>
                    <a:pt x="1600" y="1087"/>
                  </a:lnTo>
                  <a:lnTo>
                    <a:pt x="1679" y="1028"/>
                  </a:lnTo>
                  <a:lnTo>
                    <a:pt x="1679" y="1028"/>
                  </a:lnTo>
                  <a:lnTo>
                    <a:pt x="1600" y="1048"/>
                  </a:lnTo>
                  <a:lnTo>
                    <a:pt x="1600" y="1028"/>
                  </a:lnTo>
                  <a:lnTo>
                    <a:pt x="1580" y="1028"/>
                  </a:lnTo>
                  <a:lnTo>
                    <a:pt x="1600" y="1008"/>
                  </a:lnTo>
                  <a:lnTo>
                    <a:pt x="1620" y="988"/>
                  </a:lnTo>
                  <a:lnTo>
                    <a:pt x="1639" y="988"/>
                  </a:lnTo>
                  <a:lnTo>
                    <a:pt x="1620" y="1008"/>
                  </a:lnTo>
                  <a:lnTo>
                    <a:pt x="1659" y="1008"/>
                  </a:lnTo>
                  <a:lnTo>
                    <a:pt x="1699" y="988"/>
                  </a:lnTo>
                  <a:lnTo>
                    <a:pt x="1659" y="969"/>
                  </a:lnTo>
                  <a:lnTo>
                    <a:pt x="1639" y="969"/>
                  </a:lnTo>
                  <a:lnTo>
                    <a:pt x="1639" y="949"/>
                  </a:lnTo>
                  <a:lnTo>
                    <a:pt x="1600" y="969"/>
                  </a:lnTo>
                  <a:lnTo>
                    <a:pt x="1580" y="988"/>
                  </a:lnTo>
                  <a:lnTo>
                    <a:pt x="1521" y="1008"/>
                  </a:lnTo>
                  <a:lnTo>
                    <a:pt x="1521" y="1008"/>
                  </a:lnTo>
                  <a:lnTo>
                    <a:pt x="1600" y="949"/>
                  </a:lnTo>
                  <a:lnTo>
                    <a:pt x="1541" y="988"/>
                  </a:lnTo>
                  <a:lnTo>
                    <a:pt x="1521" y="988"/>
                  </a:lnTo>
                  <a:lnTo>
                    <a:pt x="1521" y="969"/>
                  </a:lnTo>
                  <a:lnTo>
                    <a:pt x="1521" y="949"/>
                  </a:lnTo>
                  <a:lnTo>
                    <a:pt x="1560" y="909"/>
                  </a:lnTo>
                  <a:lnTo>
                    <a:pt x="1501" y="909"/>
                  </a:lnTo>
                  <a:lnTo>
                    <a:pt x="1541" y="890"/>
                  </a:lnTo>
                  <a:lnTo>
                    <a:pt x="1541" y="850"/>
                  </a:lnTo>
                  <a:lnTo>
                    <a:pt x="1521" y="830"/>
                  </a:lnTo>
                  <a:lnTo>
                    <a:pt x="1541" y="791"/>
                  </a:lnTo>
                  <a:lnTo>
                    <a:pt x="1481" y="791"/>
                  </a:lnTo>
                  <a:lnTo>
                    <a:pt x="1422" y="811"/>
                  </a:lnTo>
                  <a:lnTo>
                    <a:pt x="1422" y="830"/>
                  </a:lnTo>
                  <a:lnTo>
                    <a:pt x="1363" y="850"/>
                  </a:lnTo>
                  <a:lnTo>
                    <a:pt x="1343" y="870"/>
                  </a:lnTo>
                  <a:lnTo>
                    <a:pt x="1323" y="870"/>
                  </a:lnTo>
                  <a:lnTo>
                    <a:pt x="1363" y="830"/>
                  </a:lnTo>
                  <a:lnTo>
                    <a:pt x="1383" y="811"/>
                  </a:lnTo>
                  <a:lnTo>
                    <a:pt x="1422" y="791"/>
                  </a:lnTo>
                  <a:lnTo>
                    <a:pt x="1402" y="771"/>
                  </a:lnTo>
                  <a:lnTo>
                    <a:pt x="1442" y="732"/>
                  </a:lnTo>
                  <a:lnTo>
                    <a:pt x="1402" y="732"/>
                  </a:lnTo>
                  <a:lnTo>
                    <a:pt x="1363" y="751"/>
                  </a:lnTo>
                  <a:lnTo>
                    <a:pt x="1383" y="732"/>
                  </a:lnTo>
                  <a:lnTo>
                    <a:pt x="1422" y="712"/>
                  </a:lnTo>
                  <a:lnTo>
                    <a:pt x="1402" y="712"/>
                  </a:lnTo>
                  <a:lnTo>
                    <a:pt x="1422" y="692"/>
                  </a:lnTo>
                  <a:lnTo>
                    <a:pt x="1383" y="712"/>
                  </a:lnTo>
                  <a:lnTo>
                    <a:pt x="1304" y="751"/>
                  </a:lnTo>
                  <a:lnTo>
                    <a:pt x="1304" y="732"/>
                  </a:lnTo>
                  <a:lnTo>
                    <a:pt x="1284" y="732"/>
                  </a:lnTo>
                  <a:lnTo>
                    <a:pt x="1323" y="712"/>
                  </a:lnTo>
                  <a:lnTo>
                    <a:pt x="1323" y="712"/>
                  </a:lnTo>
                  <a:lnTo>
                    <a:pt x="1264" y="732"/>
                  </a:lnTo>
                  <a:lnTo>
                    <a:pt x="1284" y="712"/>
                  </a:lnTo>
                  <a:lnTo>
                    <a:pt x="1205" y="732"/>
                  </a:lnTo>
                  <a:lnTo>
                    <a:pt x="1146" y="751"/>
                  </a:lnTo>
                  <a:lnTo>
                    <a:pt x="1146" y="751"/>
                  </a:lnTo>
                  <a:lnTo>
                    <a:pt x="1185" y="712"/>
                  </a:lnTo>
                  <a:lnTo>
                    <a:pt x="1264" y="653"/>
                  </a:lnTo>
                  <a:lnTo>
                    <a:pt x="1244" y="672"/>
                  </a:lnTo>
                  <a:lnTo>
                    <a:pt x="1244" y="692"/>
                  </a:lnTo>
                  <a:lnTo>
                    <a:pt x="1304" y="633"/>
                  </a:lnTo>
                  <a:lnTo>
                    <a:pt x="1323" y="593"/>
                  </a:lnTo>
                  <a:lnTo>
                    <a:pt x="1304" y="574"/>
                  </a:lnTo>
                  <a:lnTo>
                    <a:pt x="1284" y="554"/>
                  </a:lnTo>
                  <a:lnTo>
                    <a:pt x="1264" y="554"/>
                  </a:lnTo>
                  <a:lnTo>
                    <a:pt x="1244" y="534"/>
                  </a:lnTo>
                  <a:lnTo>
                    <a:pt x="1225" y="534"/>
                  </a:lnTo>
                  <a:lnTo>
                    <a:pt x="1165" y="574"/>
                  </a:lnTo>
                  <a:lnTo>
                    <a:pt x="1165" y="574"/>
                  </a:lnTo>
                  <a:lnTo>
                    <a:pt x="1205" y="534"/>
                  </a:lnTo>
                  <a:lnTo>
                    <a:pt x="1225" y="475"/>
                  </a:lnTo>
                  <a:lnTo>
                    <a:pt x="1205" y="455"/>
                  </a:lnTo>
                  <a:lnTo>
                    <a:pt x="1205" y="435"/>
                  </a:lnTo>
                  <a:lnTo>
                    <a:pt x="1165" y="416"/>
                  </a:lnTo>
                  <a:lnTo>
                    <a:pt x="1126" y="435"/>
                  </a:lnTo>
                  <a:lnTo>
                    <a:pt x="1165" y="396"/>
                  </a:lnTo>
                  <a:lnTo>
                    <a:pt x="1086" y="416"/>
                  </a:lnTo>
                  <a:lnTo>
                    <a:pt x="968" y="416"/>
                  </a:lnTo>
                  <a:lnTo>
                    <a:pt x="869" y="475"/>
                  </a:lnTo>
                  <a:lnTo>
                    <a:pt x="928" y="435"/>
                  </a:lnTo>
                  <a:lnTo>
                    <a:pt x="968" y="396"/>
                  </a:lnTo>
                  <a:lnTo>
                    <a:pt x="948" y="396"/>
                  </a:lnTo>
                  <a:lnTo>
                    <a:pt x="928" y="416"/>
                  </a:lnTo>
                  <a:lnTo>
                    <a:pt x="909" y="416"/>
                  </a:lnTo>
                  <a:lnTo>
                    <a:pt x="928" y="396"/>
                  </a:lnTo>
                  <a:lnTo>
                    <a:pt x="948" y="376"/>
                  </a:lnTo>
                  <a:lnTo>
                    <a:pt x="968" y="356"/>
                  </a:lnTo>
                  <a:lnTo>
                    <a:pt x="948" y="356"/>
                  </a:lnTo>
                  <a:lnTo>
                    <a:pt x="968" y="337"/>
                  </a:lnTo>
                  <a:lnTo>
                    <a:pt x="889" y="396"/>
                  </a:lnTo>
                  <a:lnTo>
                    <a:pt x="830" y="416"/>
                  </a:lnTo>
                  <a:lnTo>
                    <a:pt x="790" y="435"/>
                  </a:lnTo>
                  <a:lnTo>
                    <a:pt x="770" y="435"/>
                  </a:lnTo>
                  <a:lnTo>
                    <a:pt x="790" y="416"/>
                  </a:lnTo>
                  <a:lnTo>
                    <a:pt x="711" y="416"/>
                  </a:lnTo>
                  <a:lnTo>
                    <a:pt x="652" y="376"/>
                  </a:lnTo>
                  <a:lnTo>
                    <a:pt x="632" y="337"/>
                  </a:lnTo>
                  <a:lnTo>
                    <a:pt x="612" y="277"/>
                  </a:lnTo>
                  <a:lnTo>
                    <a:pt x="652" y="258"/>
                  </a:lnTo>
                  <a:lnTo>
                    <a:pt x="632" y="258"/>
                  </a:lnTo>
                  <a:lnTo>
                    <a:pt x="652" y="238"/>
                  </a:lnTo>
                  <a:lnTo>
                    <a:pt x="672" y="198"/>
                  </a:lnTo>
                  <a:lnTo>
                    <a:pt x="632" y="218"/>
                  </a:lnTo>
                  <a:lnTo>
                    <a:pt x="612" y="218"/>
                  </a:lnTo>
                  <a:lnTo>
                    <a:pt x="632" y="198"/>
                  </a:lnTo>
                  <a:lnTo>
                    <a:pt x="652" y="178"/>
                  </a:lnTo>
                  <a:lnTo>
                    <a:pt x="652" y="159"/>
                  </a:lnTo>
                  <a:lnTo>
                    <a:pt x="672" y="139"/>
                  </a:lnTo>
                  <a:lnTo>
                    <a:pt x="672" y="119"/>
                  </a:lnTo>
                  <a:lnTo>
                    <a:pt x="652" y="119"/>
                  </a:lnTo>
                  <a:lnTo>
                    <a:pt x="691" y="60"/>
                  </a:lnTo>
                  <a:lnTo>
                    <a:pt x="7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1" name="Google Shape;5341;p20"/>
            <p:cNvSpPr/>
            <p:nvPr/>
          </p:nvSpPr>
          <p:spPr>
            <a:xfrm>
              <a:off x="-1692875" y="3641300"/>
              <a:ext cx="525" cy="25"/>
            </a:xfrm>
            <a:custGeom>
              <a:rect b="b" l="l" r="r" t="t"/>
              <a:pathLst>
                <a:path extrusionOk="0" h="1" w="21">
                  <a:moveTo>
                    <a:pt x="21" y="0"/>
                  </a:moveTo>
                  <a:lnTo>
                    <a:pt x="21" y="0"/>
                  </a:lnTo>
                  <a:lnTo>
                    <a:pt x="1" y="0"/>
                  </a:lnTo>
                  <a:lnTo>
                    <a:pt x="1" y="0"/>
                  </a:lnTo>
                  <a:lnTo>
                    <a:pt x="21" y="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
            <p:cNvSpPr/>
            <p:nvPr/>
          </p:nvSpPr>
          <p:spPr>
            <a:xfrm>
              <a:off x="-1600025" y="3561300"/>
              <a:ext cx="25" cy="525"/>
            </a:xfrm>
            <a:custGeom>
              <a:rect b="b" l="l" r="r" t="t"/>
              <a:pathLst>
                <a:path extrusionOk="0" h="21" w="1">
                  <a:moveTo>
                    <a:pt x="0" y="20"/>
                  </a:move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4" name="Google Shape;5344;p20"/>
            <p:cNvSpPr/>
            <p:nvPr/>
          </p:nvSpPr>
          <p:spPr>
            <a:xfrm>
              <a:off x="-1619775" y="3485250"/>
              <a:ext cx="41500" cy="78050"/>
            </a:xfrm>
            <a:custGeom>
              <a:rect b="b" l="l" r="r" t="t"/>
              <a:pathLst>
                <a:path extrusionOk="0" h="3122" w="1660">
                  <a:moveTo>
                    <a:pt x="454" y="159"/>
                  </a:moveTo>
                  <a:lnTo>
                    <a:pt x="469" y="163"/>
                  </a:lnTo>
                  <a:lnTo>
                    <a:pt x="469" y="163"/>
                  </a:lnTo>
                  <a:lnTo>
                    <a:pt x="474" y="159"/>
                  </a:lnTo>
                  <a:close/>
                  <a:moveTo>
                    <a:pt x="1422" y="238"/>
                  </a:moveTo>
                  <a:lnTo>
                    <a:pt x="1422" y="257"/>
                  </a:lnTo>
                  <a:lnTo>
                    <a:pt x="1462" y="257"/>
                  </a:lnTo>
                  <a:lnTo>
                    <a:pt x="1422" y="238"/>
                  </a:lnTo>
                  <a:close/>
                  <a:moveTo>
                    <a:pt x="119" y="1057"/>
                  </a:moveTo>
                  <a:lnTo>
                    <a:pt x="138" y="1067"/>
                  </a:lnTo>
                  <a:lnTo>
                    <a:pt x="158" y="1067"/>
                  </a:lnTo>
                  <a:lnTo>
                    <a:pt x="119" y="1057"/>
                  </a:lnTo>
                  <a:close/>
                  <a:moveTo>
                    <a:pt x="40" y="988"/>
                  </a:moveTo>
                  <a:lnTo>
                    <a:pt x="40" y="1008"/>
                  </a:lnTo>
                  <a:lnTo>
                    <a:pt x="40" y="1028"/>
                  </a:lnTo>
                  <a:lnTo>
                    <a:pt x="0" y="1028"/>
                  </a:lnTo>
                  <a:lnTo>
                    <a:pt x="79" y="1087"/>
                  </a:lnTo>
                  <a:lnTo>
                    <a:pt x="138" y="1107"/>
                  </a:lnTo>
                  <a:lnTo>
                    <a:pt x="217" y="1126"/>
                  </a:lnTo>
                  <a:lnTo>
                    <a:pt x="217" y="1126"/>
                  </a:lnTo>
                  <a:lnTo>
                    <a:pt x="119" y="1087"/>
                  </a:lnTo>
                  <a:lnTo>
                    <a:pt x="40" y="1047"/>
                  </a:lnTo>
                  <a:lnTo>
                    <a:pt x="79" y="1047"/>
                  </a:lnTo>
                  <a:lnTo>
                    <a:pt x="119" y="1057"/>
                  </a:lnTo>
                  <a:lnTo>
                    <a:pt x="119" y="1057"/>
                  </a:lnTo>
                  <a:lnTo>
                    <a:pt x="99" y="1047"/>
                  </a:lnTo>
                  <a:lnTo>
                    <a:pt x="99" y="1028"/>
                  </a:lnTo>
                  <a:lnTo>
                    <a:pt x="119" y="1028"/>
                  </a:lnTo>
                  <a:lnTo>
                    <a:pt x="119" y="1008"/>
                  </a:lnTo>
                  <a:lnTo>
                    <a:pt x="79" y="988"/>
                  </a:lnTo>
                  <a:close/>
                  <a:moveTo>
                    <a:pt x="158" y="1146"/>
                  </a:moveTo>
                  <a:lnTo>
                    <a:pt x="178" y="1166"/>
                  </a:lnTo>
                  <a:lnTo>
                    <a:pt x="217" y="1185"/>
                  </a:lnTo>
                  <a:lnTo>
                    <a:pt x="138" y="1146"/>
                  </a:lnTo>
                  <a:close/>
                  <a:moveTo>
                    <a:pt x="217" y="1166"/>
                  </a:moveTo>
                  <a:lnTo>
                    <a:pt x="257" y="1186"/>
                  </a:lnTo>
                  <a:lnTo>
                    <a:pt x="296" y="1205"/>
                  </a:lnTo>
                  <a:lnTo>
                    <a:pt x="336" y="1205"/>
                  </a:lnTo>
                  <a:lnTo>
                    <a:pt x="316" y="1225"/>
                  </a:lnTo>
                  <a:lnTo>
                    <a:pt x="296" y="1225"/>
                  </a:lnTo>
                  <a:lnTo>
                    <a:pt x="277" y="1205"/>
                  </a:lnTo>
                  <a:lnTo>
                    <a:pt x="257" y="1205"/>
                  </a:lnTo>
                  <a:lnTo>
                    <a:pt x="217" y="1186"/>
                  </a:lnTo>
                  <a:lnTo>
                    <a:pt x="198" y="1166"/>
                  </a:lnTo>
                  <a:close/>
                  <a:moveTo>
                    <a:pt x="119" y="1699"/>
                  </a:moveTo>
                  <a:lnTo>
                    <a:pt x="119" y="1719"/>
                  </a:lnTo>
                  <a:lnTo>
                    <a:pt x="138" y="1719"/>
                  </a:lnTo>
                  <a:lnTo>
                    <a:pt x="138" y="1699"/>
                  </a:lnTo>
                  <a:close/>
                  <a:moveTo>
                    <a:pt x="119" y="1857"/>
                  </a:moveTo>
                  <a:lnTo>
                    <a:pt x="119" y="1877"/>
                  </a:lnTo>
                  <a:lnTo>
                    <a:pt x="178" y="1897"/>
                  </a:lnTo>
                  <a:lnTo>
                    <a:pt x="138" y="1877"/>
                  </a:lnTo>
                  <a:lnTo>
                    <a:pt x="138" y="1857"/>
                  </a:lnTo>
                  <a:close/>
                  <a:moveTo>
                    <a:pt x="79" y="1936"/>
                  </a:moveTo>
                  <a:lnTo>
                    <a:pt x="99" y="1956"/>
                  </a:lnTo>
                  <a:lnTo>
                    <a:pt x="119" y="1936"/>
                  </a:lnTo>
                  <a:close/>
                  <a:moveTo>
                    <a:pt x="277" y="2272"/>
                  </a:moveTo>
                  <a:lnTo>
                    <a:pt x="277" y="2292"/>
                  </a:lnTo>
                  <a:lnTo>
                    <a:pt x="316" y="2292"/>
                  </a:lnTo>
                  <a:lnTo>
                    <a:pt x="277" y="2272"/>
                  </a:lnTo>
                  <a:close/>
                  <a:moveTo>
                    <a:pt x="1245" y="2529"/>
                  </a:moveTo>
                  <a:lnTo>
                    <a:pt x="1264" y="2549"/>
                  </a:lnTo>
                  <a:lnTo>
                    <a:pt x="1284" y="2549"/>
                  </a:lnTo>
                  <a:lnTo>
                    <a:pt x="1245" y="2529"/>
                  </a:lnTo>
                  <a:close/>
                  <a:moveTo>
                    <a:pt x="40" y="2647"/>
                  </a:moveTo>
                  <a:lnTo>
                    <a:pt x="99" y="2667"/>
                  </a:lnTo>
                  <a:lnTo>
                    <a:pt x="107" y="2664"/>
                  </a:lnTo>
                  <a:lnTo>
                    <a:pt x="107" y="2664"/>
                  </a:lnTo>
                  <a:lnTo>
                    <a:pt x="40" y="2647"/>
                  </a:lnTo>
                  <a:close/>
                  <a:moveTo>
                    <a:pt x="119" y="2726"/>
                  </a:moveTo>
                  <a:lnTo>
                    <a:pt x="137" y="2728"/>
                  </a:lnTo>
                  <a:lnTo>
                    <a:pt x="137" y="2728"/>
                  </a:lnTo>
                  <a:lnTo>
                    <a:pt x="138" y="2726"/>
                  </a:lnTo>
                  <a:close/>
                  <a:moveTo>
                    <a:pt x="810" y="2786"/>
                  </a:moveTo>
                  <a:lnTo>
                    <a:pt x="830" y="2805"/>
                  </a:lnTo>
                  <a:lnTo>
                    <a:pt x="830" y="2786"/>
                  </a:lnTo>
                  <a:close/>
                  <a:moveTo>
                    <a:pt x="1136" y="2805"/>
                  </a:moveTo>
                  <a:lnTo>
                    <a:pt x="1146" y="2809"/>
                  </a:lnTo>
                  <a:lnTo>
                    <a:pt x="1146" y="2809"/>
                  </a:lnTo>
                  <a:lnTo>
                    <a:pt x="1146" y="2805"/>
                  </a:lnTo>
                  <a:close/>
                  <a:moveTo>
                    <a:pt x="237" y="2805"/>
                  </a:moveTo>
                  <a:lnTo>
                    <a:pt x="237" y="2825"/>
                  </a:lnTo>
                  <a:lnTo>
                    <a:pt x="257" y="2825"/>
                  </a:lnTo>
                  <a:lnTo>
                    <a:pt x="237" y="2805"/>
                  </a:lnTo>
                  <a:close/>
                  <a:moveTo>
                    <a:pt x="1146" y="2809"/>
                  </a:moveTo>
                  <a:lnTo>
                    <a:pt x="1146" y="2825"/>
                  </a:lnTo>
                  <a:lnTo>
                    <a:pt x="1126" y="2825"/>
                  </a:lnTo>
                  <a:lnTo>
                    <a:pt x="1166" y="2845"/>
                  </a:lnTo>
                  <a:lnTo>
                    <a:pt x="1185" y="2825"/>
                  </a:lnTo>
                  <a:lnTo>
                    <a:pt x="1146" y="2809"/>
                  </a:lnTo>
                  <a:close/>
                  <a:moveTo>
                    <a:pt x="929" y="2805"/>
                  </a:moveTo>
                  <a:lnTo>
                    <a:pt x="948" y="2825"/>
                  </a:lnTo>
                  <a:lnTo>
                    <a:pt x="929" y="2825"/>
                  </a:lnTo>
                  <a:lnTo>
                    <a:pt x="1027" y="2845"/>
                  </a:lnTo>
                  <a:lnTo>
                    <a:pt x="1146" y="2884"/>
                  </a:lnTo>
                  <a:lnTo>
                    <a:pt x="1126" y="2865"/>
                  </a:lnTo>
                  <a:lnTo>
                    <a:pt x="1067" y="2845"/>
                  </a:lnTo>
                  <a:lnTo>
                    <a:pt x="929" y="2805"/>
                  </a:lnTo>
                  <a:close/>
                  <a:moveTo>
                    <a:pt x="257" y="2884"/>
                  </a:moveTo>
                  <a:lnTo>
                    <a:pt x="316" y="2904"/>
                  </a:lnTo>
                  <a:lnTo>
                    <a:pt x="336" y="2904"/>
                  </a:lnTo>
                  <a:lnTo>
                    <a:pt x="296" y="2884"/>
                  </a:lnTo>
                  <a:close/>
                  <a:moveTo>
                    <a:pt x="1077" y="3062"/>
                  </a:moveTo>
                  <a:lnTo>
                    <a:pt x="1087" y="3082"/>
                  </a:lnTo>
                  <a:lnTo>
                    <a:pt x="1087" y="3062"/>
                  </a:lnTo>
                  <a:close/>
                  <a:moveTo>
                    <a:pt x="948" y="3082"/>
                  </a:moveTo>
                  <a:lnTo>
                    <a:pt x="929" y="3102"/>
                  </a:lnTo>
                  <a:lnTo>
                    <a:pt x="948" y="3102"/>
                  </a:lnTo>
                  <a:lnTo>
                    <a:pt x="948" y="3082"/>
                  </a:lnTo>
                  <a:close/>
                  <a:moveTo>
                    <a:pt x="1106" y="1"/>
                  </a:moveTo>
                  <a:lnTo>
                    <a:pt x="1087" y="20"/>
                  </a:lnTo>
                  <a:lnTo>
                    <a:pt x="1106" y="40"/>
                  </a:lnTo>
                  <a:lnTo>
                    <a:pt x="1047" y="40"/>
                  </a:lnTo>
                  <a:lnTo>
                    <a:pt x="1087" y="60"/>
                  </a:lnTo>
                  <a:lnTo>
                    <a:pt x="1027" y="40"/>
                  </a:lnTo>
                  <a:lnTo>
                    <a:pt x="948" y="20"/>
                  </a:lnTo>
                  <a:lnTo>
                    <a:pt x="929" y="20"/>
                  </a:lnTo>
                  <a:lnTo>
                    <a:pt x="948" y="40"/>
                  </a:lnTo>
                  <a:lnTo>
                    <a:pt x="948" y="60"/>
                  </a:lnTo>
                  <a:lnTo>
                    <a:pt x="929" y="60"/>
                  </a:lnTo>
                  <a:lnTo>
                    <a:pt x="889" y="40"/>
                  </a:lnTo>
                  <a:lnTo>
                    <a:pt x="889" y="60"/>
                  </a:lnTo>
                  <a:lnTo>
                    <a:pt x="869" y="40"/>
                  </a:lnTo>
                  <a:lnTo>
                    <a:pt x="810" y="40"/>
                  </a:lnTo>
                  <a:lnTo>
                    <a:pt x="909" y="80"/>
                  </a:lnTo>
                  <a:lnTo>
                    <a:pt x="889" y="80"/>
                  </a:lnTo>
                  <a:lnTo>
                    <a:pt x="968" y="99"/>
                  </a:lnTo>
                  <a:lnTo>
                    <a:pt x="1008" y="139"/>
                  </a:lnTo>
                  <a:lnTo>
                    <a:pt x="1008" y="139"/>
                  </a:lnTo>
                  <a:lnTo>
                    <a:pt x="948" y="99"/>
                  </a:lnTo>
                  <a:lnTo>
                    <a:pt x="909" y="99"/>
                  </a:lnTo>
                  <a:lnTo>
                    <a:pt x="830" y="60"/>
                  </a:lnTo>
                  <a:lnTo>
                    <a:pt x="810" y="60"/>
                  </a:lnTo>
                  <a:lnTo>
                    <a:pt x="731" y="40"/>
                  </a:lnTo>
                  <a:lnTo>
                    <a:pt x="790" y="60"/>
                  </a:lnTo>
                  <a:lnTo>
                    <a:pt x="790" y="80"/>
                  </a:lnTo>
                  <a:lnTo>
                    <a:pt x="770" y="80"/>
                  </a:lnTo>
                  <a:lnTo>
                    <a:pt x="751" y="60"/>
                  </a:lnTo>
                  <a:lnTo>
                    <a:pt x="691" y="40"/>
                  </a:lnTo>
                  <a:lnTo>
                    <a:pt x="691" y="60"/>
                  </a:lnTo>
                  <a:lnTo>
                    <a:pt x="731" y="99"/>
                  </a:lnTo>
                  <a:lnTo>
                    <a:pt x="731" y="119"/>
                  </a:lnTo>
                  <a:lnTo>
                    <a:pt x="711" y="99"/>
                  </a:lnTo>
                  <a:lnTo>
                    <a:pt x="672" y="99"/>
                  </a:lnTo>
                  <a:lnTo>
                    <a:pt x="691" y="119"/>
                  </a:lnTo>
                  <a:lnTo>
                    <a:pt x="691" y="119"/>
                  </a:lnTo>
                  <a:lnTo>
                    <a:pt x="632" y="99"/>
                  </a:lnTo>
                  <a:lnTo>
                    <a:pt x="573" y="99"/>
                  </a:lnTo>
                  <a:lnTo>
                    <a:pt x="612" y="119"/>
                  </a:lnTo>
                  <a:lnTo>
                    <a:pt x="612" y="139"/>
                  </a:lnTo>
                  <a:lnTo>
                    <a:pt x="652" y="159"/>
                  </a:lnTo>
                  <a:lnTo>
                    <a:pt x="593" y="139"/>
                  </a:lnTo>
                  <a:lnTo>
                    <a:pt x="593" y="139"/>
                  </a:lnTo>
                  <a:lnTo>
                    <a:pt x="691" y="198"/>
                  </a:lnTo>
                  <a:lnTo>
                    <a:pt x="751" y="218"/>
                  </a:lnTo>
                  <a:lnTo>
                    <a:pt x="770" y="238"/>
                  </a:lnTo>
                  <a:lnTo>
                    <a:pt x="770" y="238"/>
                  </a:lnTo>
                  <a:lnTo>
                    <a:pt x="711" y="218"/>
                  </a:lnTo>
                  <a:lnTo>
                    <a:pt x="652" y="198"/>
                  </a:lnTo>
                  <a:lnTo>
                    <a:pt x="593" y="178"/>
                  </a:lnTo>
                  <a:lnTo>
                    <a:pt x="553" y="178"/>
                  </a:lnTo>
                  <a:lnTo>
                    <a:pt x="553" y="198"/>
                  </a:lnTo>
                  <a:lnTo>
                    <a:pt x="514" y="178"/>
                  </a:lnTo>
                  <a:lnTo>
                    <a:pt x="469" y="163"/>
                  </a:lnTo>
                  <a:lnTo>
                    <a:pt x="469" y="163"/>
                  </a:lnTo>
                  <a:lnTo>
                    <a:pt x="454" y="178"/>
                  </a:lnTo>
                  <a:lnTo>
                    <a:pt x="395" y="178"/>
                  </a:lnTo>
                  <a:lnTo>
                    <a:pt x="454" y="218"/>
                  </a:lnTo>
                  <a:lnTo>
                    <a:pt x="435" y="218"/>
                  </a:lnTo>
                  <a:lnTo>
                    <a:pt x="375" y="198"/>
                  </a:lnTo>
                  <a:lnTo>
                    <a:pt x="395" y="218"/>
                  </a:lnTo>
                  <a:lnTo>
                    <a:pt x="375" y="238"/>
                  </a:lnTo>
                  <a:lnTo>
                    <a:pt x="336" y="238"/>
                  </a:lnTo>
                  <a:lnTo>
                    <a:pt x="375" y="257"/>
                  </a:lnTo>
                  <a:lnTo>
                    <a:pt x="435" y="277"/>
                  </a:lnTo>
                  <a:lnTo>
                    <a:pt x="336" y="277"/>
                  </a:lnTo>
                  <a:lnTo>
                    <a:pt x="395" y="317"/>
                  </a:lnTo>
                  <a:lnTo>
                    <a:pt x="494" y="336"/>
                  </a:lnTo>
                  <a:lnTo>
                    <a:pt x="435" y="336"/>
                  </a:lnTo>
                  <a:lnTo>
                    <a:pt x="356" y="317"/>
                  </a:lnTo>
                  <a:lnTo>
                    <a:pt x="257" y="297"/>
                  </a:lnTo>
                  <a:lnTo>
                    <a:pt x="257" y="317"/>
                  </a:lnTo>
                  <a:lnTo>
                    <a:pt x="237" y="317"/>
                  </a:lnTo>
                  <a:lnTo>
                    <a:pt x="296" y="336"/>
                  </a:lnTo>
                  <a:lnTo>
                    <a:pt x="356" y="356"/>
                  </a:lnTo>
                  <a:lnTo>
                    <a:pt x="277" y="317"/>
                  </a:lnTo>
                  <a:lnTo>
                    <a:pt x="316" y="317"/>
                  </a:lnTo>
                  <a:lnTo>
                    <a:pt x="375" y="336"/>
                  </a:lnTo>
                  <a:lnTo>
                    <a:pt x="395" y="356"/>
                  </a:lnTo>
                  <a:lnTo>
                    <a:pt x="435" y="376"/>
                  </a:lnTo>
                  <a:lnTo>
                    <a:pt x="514" y="435"/>
                  </a:lnTo>
                  <a:lnTo>
                    <a:pt x="454" y="435"/>
                  </a:lnTo>
                  <a:lnTo>
                    <a:pt x="415" y="415"/>
                  </a:lnTo>
                  <a:lnTo>
                    <a:pt x="356" y="396"/>
                  </a:lnTo>
                  <a:lnTo>
                    <a:pt x="375" y="415"/>
                  </a:lnTo>
                  <a:lnTo>
                    <a:pt x="336" y="415"/>
                  </a:lnTo>
                  <a:lnTo>
                    <a:pt x="375" y="435"/>
                  </a:lnTo>
                  <a:lnTo>
                    <a:pt x="395" y="455"/>
                  </a:lnTo>
                  <a:lnTo>
                    <a:pt x="375" y="455"/>
                  </a:lnTo>
                  <a:lnTo>
                    <a:pt x="296" y="435"/>
                  </a:lnTo>
                  <a:lnTo>
                    <a:pt x="277" y="455"/>
                  </a:lnTo>
                  <a:lnTo>
                    <a:pt x="237" y="475"/>
                  </a:lnTo>
                  <a:lnTo>
                    <a:pt x="217" y="475"/>
                  </a:lnTo>
                  <a:lnTo>
                    <a:pt x="217" y="514"/>
                  </a:lnTo>
                  <a:lnTo>
                    <a:pt x="296" y="514"/>
                  </a:lnTo>
                  <a:lnTo>
                    <a:pt x="356" y="534"/>
                  </a:lnTo>
                  <a:lnTo>
                    <a:pt x="454" y="573"/>
                  </a:lnTo>
                  <a:lnTo>
                    <a:pt x="395" y="573"/>
                  </a:lnTo>
                  <a:lnTo>
                    <a:pt x="415" y="593"/>
                  </a:lnTo>
                  <a:lnTo>
                    <a:pt x="454" y="593"/>
                  </a:lnTo>
                  <a:lnTo>
                    <a:pt x="474" y="613"/>
                  </a:lnTo>
                  <a:lnTo>
                    <a:pt x="435" y="613"/>
                  </a:lnTo>
                  <a:lnTo>
                    <a:pt x="395" y="593"/>
                  </a:lnTo>
                  <a:lnTo>
                    <a:pt x="395" y="613"/>
                  </a:lnTo>
                  <a:lnTo>
                    <a:pt x="336" y="593"/>
                  </a:lnTo>
                  <a:lnTo>
                    <a:pt x="277" y="573"/>
                  </a:lnTo>
                  <a:lnTo>
                    <a:pt x="237" y="554"/>
                  </a:lnTo>
                  <a:lnTo>
                    <a:pt x="237" y="573"/>
                  </a:lnTo>
                  <a:lnTo>
                    <a:pt x="158" y="554"/>
                  </a:lnTo>
                  <a:lnTo>
                    <a:pt x="158" y="573"/>
                  </a:lnTo>
                  <a:lnTo>
                    <a:pt x="138" y="573"/>
                  </a:lnTo>
                  <a:lnTo>
                    <a:pt x="217" y="593"/>
                  </a:lnTo>
                  <a:lnTo>
                    <a:pt x="158" y="613"/>
                  </a:lnTo>
                  <a:lnTo>
                    <a:pt x="119" y="633"/>
                  </a:lnTo>
                  <a:lnTo>
                    <a:pt x="178" y="633"/>
                  </a:lnTo>
                  <a:lnTo>
                    <a:pt x="198" y="652"/>
                  </a:lnTo>
                  <a:lnTo>
                    <a:pt x="119" y="652"/>
                  </a:lnTo>
                  <a:lnTo>
                    <a:pt x="119" y="672"/>
                  </a:lnTo>
                  <a:lnTo>
                    <a:pt x="158" y="712"/>
                  </a:lnTo>
                  <a:lnTo>
                    <a:pt x="237" y="731"/>
                  </a:lnTo>
                  <a:lnTo>
                    <a:pt x="237" y="751"/>
                  </a:lnTo>
                  <a:lnTo>
                    <a:pt x="198" y="731"/>
                  </a:lnTo>
                  <a:lnTo>
                    <a:pt x="257" y="771"/>
                  </a:lnTo>
                  <a:lnTo>
                    <a:pt x="277" y="791"/>
                  </a:lnTo>
                  <a:lnTo>
                    <a:pt x="257" y="791"/>
                  </a:lnTo>
                  <a:lnTo>
                    <a:pt x="198" y="751"/>
                  </a:lnTo>
                  <a:lnTo>
                    <a:pt x="158" y="751"/>
                  </a:lnTo>
                  <a:lnTo>
                    <a:pt x="158" y="771"/>
                  </a:lnTo>
                  <a:lnTo>
                    <a:pt x="138" y="771"/>
                  </a:lnTo>
                  <a:lnTo>
                    <a:pt x="316" y="889"/>
                  </a:lnTo>
                  <a:lnTo>
                    <a:pt x="435" y="909"/>
                  </a:lnTo>
                  <a:lnTo>
                    <a:pt x="533" y="968"/>
                  </a:lnTo>
                  <a:lnTo>
                    <a:pt x="454" y="968"/>
                  </a:lnTo>
                  <a:lnTo>
                    <a:pt x="375" y="949"/>
                  </a:lnTo>
                  <a:lnTo>
                    <a:pt x="336" y="949"/>
                  </a:lnTo>
                  <a:lnTo>
                    <a:pt x="316" y="929"/>
                  </a:lnTo>
                  <a:lnTo>
                    <a:pt x="375" y="929"/>
                  </a:lnTo>
                  <a:lnTo>
                    <a:pt x="237" y="909"/>
                  </a:lnTo>
                  <a:lnTo>
                    <a:pt x="198" y="870"/>
                  </a:lnTo>
                  <a:lnTo>
                    <a:pt x="158" y="870"/>
                  </a:lnTo>
                  <a:lnTo>
                    <a:pt x="59" y="850"/>
                  </a:lnTo>
                  <a:lnTo>
                    <a:pt x="59" y="850"/>
                  </a:lnTo>
                  <a:lnTo>
                    <a:pt x="79" y="870"/>
                  </a:lnTo>
                  <a:lnTo>
                    <a:pt x="99" y="889"/>
                  </a:lnTo>
                  <a:lnTo>
                    <a:pt x="59" y="870"/>
                  </a:lnTo>
                  <a:lnTo>
                    <a:pt x="59" y="870"/>
                  </a:lnTo>
                  <a:lnTo>
                    <a:pt x="79" y="889"/>
                  </a:lnTo>
                  <a:lnTo>
                    <a:pt x="99" y="909"/>
                  </a:lnTo>
                  <a:lnTo>
                    <a:pt x="59" y="929"/>
                  </a:lnTo>
                  <a:lnTo>
                    <a:pt x="99" y="929"/>
                  </a:lnTo>
                  <a:lnTo>
                    <a:pt x="138" y="949"/>
                  </a:lnTo>
                  <a:lnTo>
                    <a:pt x="59" y="949"/>
                  </a:lnTo>
                  <a:lnTo>
                    <a:pt x="99" y="968"/>
                  </a:lnTo>
                  <a:lnTo>
                    <a:pt x="99" y="988"/>
                  </a:lnTo>
                  <a:lnTo>
                    <a:pt x="178" y="1008"/>
                  </a:lnTo>
                  <a:lnTo>
                    <a:pt x="277" y="1028"/>
                  </a:lnTo>
                  <a:lnTo>
                    <a:pt x="296" y="1047"/>
                  </a:lnTo>
                  <a:lnTo>
                    <a:pt x="296" y="1067"/>
                  </a:lnTo>
                  <a:lnTo>
                    <a:pt x="257" y="1067"/>
                  </a:lnTo>
                  <a:lnTo>
                    <a:pt x="237" y="1047"/>
                  </a:lnTo>
                  <a:lnTo>
                    <a:pt x="257" y="1087"/>
                  </a:lnTo>
                  <a:lnTo>
                    <a:pt x="257" y="1087"/>
                  </a:lnTo>
                  <a:lnTo>
                    <a:pt x="198" y="1067"/>
                  </a:lnTo>
                  <a:lnTo>
                    <a:pt x="198" y="1047"/>
                  </a:lnTo>
                  <a:lnTo>
                    <a:pt x="178" y="1047"/>
                  </a:lnTo>
                  <a:lnTo>
                    <a:pt x="178" y="1067"/>
                  </a:lnTo>
                  <a:lnTo>
                    <a:pt x="237" y="1107"/>
                  </a:lnTo>
                  <a:lnTo>
                    <a:pt x="217" y="1126"/>
                  </a:lnTo>
                  <a:lnTo>
                    <a:pt x="119" y="1107"/>
                  </a:lnTo>
                  <a:lnTo>
                    <a:pt x="79" y="1126"/>
                  </a:lnTo>
                  <a:lnTo>
                    <a:pt x="79" y="1146"/>
                  </a:lnTo>
                  <a:lnTo>
                    <a:pt x="40" y="1146"/>
                  </a:lnTo>
                  <a:lnTo>
                    <a:pt x="119" y="1166"/>
                  </a:lnTo>
                  <a:lnTo>
                    <a:pt x="158" y="1166"/>
                  </a:lnTo>
                  <a:lnTo>
                    <a:pt x="217" y="1225"/>
                  </a:lnTo>
                  <a:lnTo>
                    <a:pt x="277" y="1284"/>
                  </a:lnTo>
                  <a:lnTo>
                    <a:pt x="217" y="1265"/>
                  </a:lnTo>
                  <a:lnTo>
                    <a:pt x="158" y="1225"/>
                  </a:lnTo>
                  <a:lnTo>
                    <a:pt x="119" y="1205"/>
                  </a:lnTo>
                  <a:lnTo>
                    <a:pt x="40" y="1186"/>
                  </a:lnTo>
                  <a:lnTo>
                    <a:pt x="79" y="1205"/>
                  </a:lnTo>
                  <a:lnTo>
                    <a:pt x="99" y="1225"/>
                  </a:lnTo>
                  <a:lnTo>
                    <a:pt x="59" y="1225"/>
                  </a:lnTo>
                  <a:lnTo>
                    <a:pt x="79" y="1265"/>
                  </a:lnTo>
                  <a:lnTo>
                    <a:pt x="119" y="1265"/>
                  </a:lnTo>
                  <a:lnTo>
                    <a:pt x="138" y="1284"/>
                  </a:lnTo>
                  <a:lnTo>
                    <a:pt x="119" y="1304"/>
                  </a:lnTo>
                  <a:lnTo>
                    <a:pt x="119" y="1324"/>
                  </a:lnTo>
                  <a:lnTo>
                    <a:pt x="119" y="1344"/>
                  </a:lnTo>
                  <a:lnTo>
                    <a:pt x="119" y="1363"/>
                  </a:lnTo>
                  <a:lnTo>
                    <a:pt x="158" y="1363"/>
                  </a:lnTo>
                  <a:lnTo>
                    <a:pt x="138" y="1344"/>
                  </a:lnTo>
                  <a:lnTo>
                    <a:pt x="217" y="1344"/>
                  </a:lnTo>
                  <a:lnTo>
                    <a:pt x="237" y="1363"/>
                  </a:lnTo>
                  <a:lnTo>
                    <a:pt x="257" y="1383"/>
                  </a:lnTo>
                  <a:lnTo>
                    <a:pt x="277" y="1403"/>
                  </a:lnTo>
                  <a:lnTo>
                    <a:pt x="277" y="1423"/>
                  </a:lnTo>
                  <a:lnTo>
                    <a:pt x="296" y="1423"/>
                  </a:lnTo>
                  <a:lnTo>
                    <a:pt x="336" y="1442"/>
                  </a:lnTo>
                  <a:lnTo>
                    <a:pt x="316" y="1462"/>
                  </a:lnTo>
                  <a:lnTo>
                    <a:pt x="296" y="1462"/>
                  </a:lnTo>
                  <a:lnTo>
                    <a:pt x="257" y="1442"/>
                  </a:lnTo>
                  <a:lnTo>
                    <a:pt x="198" y="1423"/>
                  </a:lnTo>
                  <a:lnTo>
                    <a:pt x="178" y="1403"/>
                  </a:lnTo>
                  <a:lnTo>
                    <a:pt x="138" y="1383"/>
                  </a:lnTo>
                  <a:lnTo>
                    <a:pt x="40" y="1363"/>
                  </a:lnTo>
                  <a:lnTo>
                    <a:pt x="40" y="1363"/>
                  </a:lnTo>
                  <a:lnTo>
                    <a:pt x="59" y="1383"/>
                  </a:lnTo>
                  <a:lnTo>
                    <a:pt x="20" y="1383"/>
                  </a:lnTo>
                  <a:lnTo>
                    <a:pt x="59" y="1403"/>
                  </a:lnTo>
                  <a:lnTo>
                    <a:pt x="158" y="1423"/>
                  </a:lnTo>
                  <a:lnTo>
                    <a:pt x="138" y="1403"/>
                  </a:lnTo>
                  <a:lnTo>
                    <a:pt x="158" y="1403"/>
                  </a:lnTo>
                  <a:lnTo>
                    <a:pt x="217" y="1442"/>
                  </a:lnTo>
                  <a:lnTo>
                    <a:pt x="257" y="1462"/>
                  </a:lnTo>
                  <a:lnTo>
                    <a:pt x="237" y="1462"/>
                  </a:lnTo>
                  <a:lnTo>
                    <a:pt x="237" y="1482"/>
                  </a:lnTo>
                  <a:lnTo>
                    <a:pt x="198" y="1462"/>
                  </a:lnTo>
                  <a:lnTo>
                    <a:pt x="119" y="1442"/>
                  </a:lnTo>
                  <a:lnTo>
                    <a:pt x="158" y="1462"/>
                  </a:lnTo>
                  <a:lnTo>
                    <a:pt x="158" y="1462"/>
                  </a:lnTo>
                  <a:lnTo>
                    <a:pt x="178" y="1482"/>
                  </a:lnTo>
                  <a:lnTo>
                    <a:pt x="198" y="1482"/>
                  </a:lnTo>
                  <a:lnTo>
                    <a:pt x="198" y="1502"/>
                  </a:lnTo>
                  <a:lnTo>
                    <a:pt x="158" y="1482"/>
                  </a:lnTo>
                  <a:lnTo>
                    <a:pt x="158" y="1482"/>
                  </a:lnTo>
                  <a:lnTo>
                    <a:pt x="178" y="1502"/>
                  </a:lnTo>
                  <a:lnTo>
                    <a:pt x="217" y="1521"/>
                  </a:lnTo>
                  <a:lnTo>
                    <a:pt x="277" y="1541"/>
                  </a:lnTo>
                  <a:lnTo>
                    <a:pt x="336" y="1561"/>
                  </a:lnTo>
                  <a:lnTo>
                    <a:pt x="336" y="1581"/>
                  </a:lnTo>
                  <a:lnTo>
                    <a:pt x="336" y="1600"/>
                  </a:lnTo>
                  <a:lnTo>
                    <a:pt x="277" y="1600"/>
                  </a:lnTo>
                  <a:lnTo>
                    <a:pt x="336" y="1620"/>
                  </a:lnTo>
                  <a:lnTo>
                    <a:pt x="257" y="1620"/>
                  </a:lnTo>
                  <a:lnTo>
                    <a:pt x="257" y="1600"/>
                  </a:lnTo>
                  <a:lnTo>
                    <a:pt x="237" y="1581"/>
                  </a:lnTo>
                  <a:lnTo>
                    <a:pt x="178" y="1561"/>
                  </a:lnTo>
                  <a:lnTo>
                    <a:pt x="138" y="1561"/>
                  </a:lnTo>
                  <a:lnTo>
                    <a:pt x="217" y="1600"/>
                  </a:lnTo>
                  <a:lnTo>
                    <a:pt x="198" y="1600"/>
                  </a:lnTo>
                  <a:lnTo>
                    <a:pt x="138" y="1581"/>
                  </a:lnTo>
                  <a:lnTo>
                    <a:pt x="178" y="1600"/>
                  </a:lnTo>
                  <a:lnTo>
                    <a:pt x="198" y="1620"/>
                  </a:lnTo>
                  <a:lnTo>
                    <a:pt x="79" y="1600"/>
                  </a:lnTo>
                  <a:lnTo>
                    <a:pt x="119" y="1620"/>
                  </a:lnTo>
                  <a:lnTo>
                    <a:pt x="138" y="1620"/>
                  </a:lnTo>
                  <a:lnTo>
                    <a:pt x="138" y="1640"/>
                  </a:lnTo>
                  <a:lnTo>
                    <a:pt x="119" y="1660"/>
                  </a:lnTo>
                  <a:lnTo>
                    <a:pt x="119" y="1679"/>
                  </a:lnTo>
                  <a:lnTo>
                    <a:pt x="158" y="1679"/>
                  </a:lnTo>
                  <a:lnTo>
                    <a:pt x="138" y="1660"/>
                  </a:lnTo>
                  <a:lnTo>
                    <a:pt x="198" y="1660"/>
                  </a:lnTo>
                  <a:lnTo>
                    <a:pt x="217" y="1679"/>
                  </a:lnTo>
                  <a:lnTo>
                    <a:pt x="217" y="1699"/>
                  </a:lnTo>
                  <a:lnTo>
                    <a:pt x="217" y="1739"/>
                  </a:lnTo>
                  <a:lnTo>
                    <a:pt x="257" y="1758"/>
                  </a:lnTo>
                  <a:lnTo>
                    <a:pt x="198" y="1758"/>
                  </a:lnTo>
                  <a:lnTo>
                    <a:pt x="138" y="1739"/>
                  </a:lnTo>
                  <a:lnTo>
                    <a:pt x="158" y="1758"/>
                  </a:lnTo>
                  <a:lnTo>
                    <a:pt x="20" y="1758"/>
                  </a:lnTo>
                  <a:lnTo>
                    <a:pt x="20" y="1778"/>
                  </a:lnTo>
                  <a:lnTo>
                    <a:pt x="99" y="1778"/>
                  </a:lnTo>
                  <a:lnTo>
                    <a:pt x="119" y="1798"/>
                  </a:lnTo>
                  <a:lnTo>
                    <a:pt x="99" y="1798"/>
                  </a:lnTo>
                  <a:lnTo>
                    <a:pt x="138" y="1818"/>
                  </a:lnTo>
                  <a:lnTo>
                    <a:pt x="40" y="1818"/>
                  </a:lnTo>
                  <a:lnTo>
                    <a:pt x="79" y="1837"/>
                  </a:lnTo>
                  <a:lnTo>
                    <a:pt x="99" y="1837"/>
                  </a:lnTo>
                  <a:lnTo>
                    <a:pt x="158" y="1857"/>
                  </a:lnTo>
                  <a:lnTo>
                    <a:pt x="198" y="1877"/>
                  </a:lnTo>
                  <a:lnTo>
                    <a:pt x="178" y="1877"/>
                  </a:lnTo>
                  <a:lnTo>
                    <a:pt x="178" y="1897"/>
                  </a:lnTo>
                  <a:lnTo>
                    <a:pt x="217" y="1897"/>
                  </a:lnTo>
                  <a:lnTo>
                    <a:pt x="257" y="1916"/>
                  </a:lnTo>
                  <a:lnTo>
                    <a:pt x="237" y="1936"/>
                  </a:lnTo>
                  <a:lnTo>
                    <a:pt x="158" y="1916"/>
                  </a:lnTo>
                  <a:lnTo>
                    <a:pt x="158" y="1916"/>
                  </a:lnTo>
                  <a:lnTo>
                    <a:pt x="217" y="1956"/>
                  </a:lnTo>
                  <a:lnTo>
                    <a:pt x="237" y="1976"/>
                  </a:lnTo>
                  <a:lnTo>
                    <a:pt x="277" y="1976"/>
                  </a:lnTo>
                  <a:lnTo>
                    <a:pt x="316" y="1995"/>
                  </a:lnTo>
                  <a:lnTo>
                    <a:pt x="237" y="1995"/>
                  </a:lnTo>
                  <a:lnTo>
                    <a:pt x="237" y="1976"/>
                  </a:lnTo>
                  <a:lnTo>
                    <a:pt x="138" y="1976"/>
                  </a:lnTo>
                  <a:lnTo>
                    <a:pt x="99" y="1956"/>
                  </a:lnTo>
                  <a:lnTo>
                    <a:pt x="99" y="1956"/>
                  </a:lnTo>
                  <a:lnTo>
                    <a:pt x="119" y="1976"/>
                  </a:lnTo>
                  <a:lnTo>
                    <a:pt x="79" y="1976"/>
                  </a:lnTo>
                  <a:lnTo>
                    <a:pt x="79" y="1995"/>
                  </a:lnTo>
                  <a:lnTo>
                    <a:pt x="138" y="1995"/>
                  </a:lnTo>
                  <a:lnTo>
                    <a:pt x="198" y="2015"/>
                  </a:lnTo>
                  <a:lnTo>
                    <a:pt x="99" y="2015"/>
                  </a:lnTo>
                  <a:lnTo>
                    <a:pt x="119" y="2035"/>
                  </a:lnTo>
                  <a:lnTo>
                    <a:pt x="138" y="2035"/>
                  </a:lnTo>
                  <a:lnTo>
                    <a:pt x="217" y="2074"/>
                  </a:lnTo>
                  <a:lnTo>
                    <a:pt x="316" y="2074"/>
                  </a:lnTo>
                  <a:lnTo>
                    <a:pt x="375" y="2094"/>
                  </a:lnTo>
                  <a:lnTo>
                    <a:pt x="395" y="2114"/>
                  </a:lnTo>
                  <a:lnTo>
                    <a:pt x="356" y="2114"/>
                  </a:lnTo>
                  <a:lnTo>
                    <a:pt x="336" y="2094"/>
                  </a:lnTo>
                  <a:lnTo>
                    <a:pt x="316" y="2074"/>
                  </a:lnTo>
                  <a:lnTo>
                    <a:pt x="316" y="2094"/>
                  </a:lnTo>
                  <a:lnTo>
                    <a:pt x="356" y="2114"/>
                  </a:lnTo>
                  <a:lnTo>
                    <a:pt x="296" y="2114"/>
                  </a:lnTo>
                  <a:lnTo>
                    <a:pt x="158" y="2074"/>
                  </a:lnTo>
                  <a:lnTo>
                    <a:pt x="0" y="2035"/>
                  </a:lnTo>
                  <a:lnTo>
                    <a:pt x="20" y="2074"/>
                  </a:lnTo>
                  <a:lnTo>
                    <a:pt x="20" y="2094"/>
                  </a:lnTo>
                  <a:lnTo>
                    <a:pt x="0" y="2094"/>
                  </a:lnTo>
                  <a:lnTo>
                    <a:pt x="79" y="2134"/>
                  </a:lnTo>
                  <a:lnTo>
                    <a:pt x="198" y="2153"/>
                  </a:lnTo>
                  <a:lnTo>
                    <a:pt x="198" y="2173"/>
                  </a:lnTo>
                  <a:lnTo>
                    <a:pt x="178" y="2173"/>
                  </a:lnTo>
                  <a:lnTo>
                    <a:pt x="138" y="2153"/>
                  </a:lnTo>
                  <a:lnTo>
                    <a:pt x="138" y="2153"/>
                  </a:lnTo>
                  <a:lnTo>
                    <a:pt x="198" y="2193"/>
                  </a:lnTo>
                  <a:lnTo>
                    <a:pt x="198" y="2213"/>
                  </a:lnTo>
                  <a:lnTo>
                    <a:pt x="198" y="2232"/>
                  </a:lnTo>
                  <a:lnTo>
                    <a:pt x="257" y="2252"/>
                  </a:lnTo>
                  <a:lnTo>
                    <a:pt x="356" y="2252"/>
                  </a:lnTo>
                  <a:lnTo>
                    <a:pt x="356" y="2272"/>
                  </a:lnTo>
                  <a:lnTo>
                    <a:pt x="375" y="2272"/>
                  </a:lnTo>
                  <a:lnTo>
                    <a:pt x="415" y="2292"/>
                  </a:lnTo>
                  <a:lnTo>
                    <a:pt x="415" y="2312"/>
                  </a:lnTo>
                  <a:lnTo>
                    <a:pt x="356" y="2292"/>
                  </a:lnTo>
                  <a:lnTo>
                    <a:pt x="336" y="2312"/>
                  </a:lnTo>
                  <a:lnTo>
                    <a:pt x="356" y="2331"/>
                  </a:lnTo>
                  <a:lnTo>
                    <a:pt x="356" y="2331"/>
                  </a:lnTo>
                  <a:lnTo>
                    <a:pt x="296" y="2312"/>
                  </a:lnTo>
                  <a:lnTo>
                    <a:pt x="277" y="2292"/>
                  </a:lnTo>
                  <a:lnTo>
                    <a:pt x="257" y="2292"/>
                  </a:lnTo>
                  <a:lnTo>
                    <a:pt x="138" y="2272"/>
                  </a:lnTo>
                  <a:lnTo>
                    <a:pt x="178" y="2292"/>
                  </a:lnTo>
                  <a:lnTo>
                    <a:pt x="237" y="2292"/>
                  </a:lnTo>
                  <a:lnTo>
                    <a:pt x="257" y="2312"/>
                  </a:lnTo>
                  <a:lnTo>
                    <a:pt x="198" y="2312"/>
                  </a:lnTo>
                  <a:lnTo>
                    <a:pt x="178" y="2331"/>
                  </a:lnTo>
                  <a:lnTo>
                    <a:pt x="158" y="2351"/>
                  </a:lnTo>
                  <a:lnTo>
                    <a:pt x="59" y="2331"/>
                  </a:lnTo>
                  <a:lnTo>
                    <a:pt x="138" y="2371"/>
                  </a:lnTo>
                  <a:lnTo>
                    <a:pt x="178" y="2391"/>
                  </a:lnTo>
                  <a:lnTo>
                    <a:pt x="178" y="2410"/>
                  </a:lnTo>
                  <a:lnTo>
                    <a:pt x="217" y="2430"/>
                  </a:lnTo>
                  <a:lnTo>
                    <a:pt x="277" y="2450"/>
                  </a:lnTo>
                  <a:lnTo>
                    <a:pt x="296" y="2450"/>
                  </a:lnTo>
                  <a:lnTo>
                    <a:pt x="277" y="2410"/>
                  </a:lnTo>
                  <a:lnTo>
                    <a:pt x="257" y="2410"/>
                  </a:lnTo>
                  <a:lnTo>
                    <a:pt x="296" y="2391"/>
                  </a:lnTo>
                  <a:lnTo>
                    <a:pt x="178" y="2371"/>
                  </a:lnTo>
                  <a:lnTo>
                    <a:pt x="178" y="2351"/>
                  </a:lnTo>
                  <a:lnTo>
                    <a:pt x="217" y="2351"/>
                  </a:lnTo>
                  <a:lnTo>
                    <a:pt x="316" y="2391"/>
                  </a:lnTo>
                  <a:lnTo>
                    <a:pt x="356" y="2391"/>
                  </a:lnTo>
                  <a:lnTo>
                    <a:pt x="375" y="2410"/>
                  </a:lnTo>
                  <a:lnTo>
                    <a:pt x="415" y="2410"/>
                  </a:lnTo>
                  <a:lnTo>
                    <a:pt x="435" y="2391"/>
                  </a:lnTo>
                  <a:lnTo>
                    <a:pt x="514" y="2410"/>
                  </a:lnTo>
                  <a:lnTo>
                    <a:pt x="652" y="2470"/>
                  </a:lnTo>
                  <a:lnTo>
                    <a:pt x="652" y="2470"/>
                  </a:lnTo>
                  <a:lnTo>
                    <a:pt x="593" y="2450"/>
                  </a:lnTo>
                  <a:lnTo>
                    <a:pt x="593" y="2450"/>
                  </a:lnTo>
                  <a:lnTo>
                    <a:pt x="672" y="2489"/>
                  </a:lnTo>
                  <a:lnTo>
                    <a:pt x="553" y="2470"/>
                  </a:lnTo>
                  <a:lnTo>
                    <a:pt x="553" y="2489"/>
                  </a:lnTo>
                  <a:lnTo>
                    <a:pt x="553" y="2509"/>
                  </a:lnTo>
                  <a:lnTo>
                    <a:pt x="612" y="2509"/>
                  </a:lnTo>
                  <a:lnTo>
                    <a:pt x="593" y="2489"/>
                  </a:lnTo>
                  <a:lnTo>
                    <a:pt x="652" y="2509"/>
                  </a:lnTo>
                  <a:lnTo>
                    <a:pt x="632" y="2509"/>
                  </a:lnTo>
                  <a:lnTo>
                    <a:pt x="632" y="2529"/>
                  </a:lnTo>
                  <a:lnTo>
                    <a:pt x="672" y="2529"/>
                  </a:lnTo>
                  <a:lnTo>
                    <a:pt x="751" y="2568"/>
                  </a:lnTo>
                  <a:lnTo>
                    <a:pt x="632" y="2568"/>
                  </a:lnTo>
                  <a:lnTo>
                    <a:pt x="494" y="2529"/>
                  </a:lnTo>
                  <a:lnTo>
                    <a:pt x="514" y="2549"/>
                  </a:lnTo>
                  <a:lnTo>
                    <a:pt x="316" y="2489"/>
                  </a:lnTo>
                  <a:lnTo>
                    <a:pt x="277" y="2509"/>
                  </a:lnTo>
                  <a:lnTo>
                    <a:pt x="277" y="2529"/>
                  </a:lnTo>
                  <a:lnTo>
                    <a:pt x="138" y="2509"/>
                  </a:lnTo>
                  <a:lnTo>
                    <a:pt x="158" y="2529"/>
                  </a:lnTo>
                  <a:lnTo>
                    <a:pt x="138" y="2529"/>
                  </a:lnTo>
                  <a:lnTo>
                    <a:pt x="79" y="2549"/>
                  </a:lnTo>
                  <a:lnTo>
                    <a:pt x="178" y="2549"/>
                  </a:lnTo>
                  <a:lnTo>
                    <a:pt x="217" y="2568"/>
                  </a:lnTo>
                  <a:lnTo>
                    <a:pt x="198" y="2568"/>
                  </a:lnTo>
                  <a:lnTo>
                    <a:pt x="217" y="2588"/>
                  </a:lnTo>
                  <a:lnTo>
                    <a:pt x="237" y="2568"/>
                  </a:lnTo>
                  <a:lnTo>
                    <a:pt x="277" y="2568"/>
                  </a:lnTo>
                  <a:lnTo>
                    <a:pt x="316" y="2588"/>
                  </a:lnTo>
                  <a:lnTo>
                    <a:pt x="435" y="2588"/>
                  </a:lnTo>
                  <a:lnTo>
                    <a:pt x="435" y="2608"/>
                  </a:lnTo>
                  <a:lnTo>
                    <a:pt x="435" y="2628"/>
                  </a:lnTo>
                  <a:lnTo>
                    <a:pt x="277" y="2588"/>
                  </a:lnTo>
                  <a:lnTo>
                    <a:pt x="296" y="2608"/>
                  </a:lnTo>
                  <a:lnTo>
                    <a:pt x="257" y="2628"/>
                  </a:lnTo>
                  <a:lnTo>
                    <a:pt x="217" y="2608"/>
                  </a:lnTo>
                  <a:lnTo>
                    <a:pt x="138" y="2608"/>
                  </a:lnTo>
                  <a:lnTo>
                    <a:pt x="138" y="2588"/>
                  </a:lnTo>
                  <a:lnTo>
                    <a:pt x="99" y="2628"/>
                  </a:lnTo>
                  <a:lnTo>
                    <a:pt x="79" y="2608"/>
                  </a:lnTo>
                  <a:lnTo>
                    <a:pt x="59" y="2608"/>
                  </a:lnTo>
                  <a:lnTo>
                    <a:pt x="59" y="2628"/>
                  </a:lnTo>
                  <a:lnTo>
                    <a:pt x="158" y="2647"/>
                  </a:lnTo>
                  <a:lnTo>
                    <a:pt x="107" y="2664"/>
                  </a:lnTo>
                  <a:lnTo>
                    <a:pt x="107" y="2664"/>
                  </a:lnTo>
                  <a:lnTo>
                    <a:pt x="119" y="2667"/>
                  </a:lnTo>
                  <a:lnTo>
                    <a:pt x="119" y="2687"/>
                  </a:lnTo>
                  <a:lnTo>
                    <a:pt x="158" y="2707"/>
                  </a:lnTo>
                  <a:lnTo>
                    <a:pt x="217" y="2726"/>
                  </a:lnTo>
                  <a:lnTo>
                    <a:pt x="257" y="2726"/>
                  </a:lnTo>
                  <a:lnTo>
                    <a:pt x="292" y="2744"/>
                  </a:lnTo>
                  <a:lnTo>
                    <a:pt x="292" y="2744"/>
                  </a:lnTo>
                  <a:lnTo>
                    <a:pt x="137" y="2728"/>
                  </a:lnTo>
                  <a:lnTo>
                    <a:pt x="137" y="2728"/>
                  </a:lnTo>
                  <a:lnTo>
                    <a:pt x="119" y="2746"/>
                  </a:lnTo>
                  <a:lnTo>
                    <a:pt x="178" y="2746"/>
                  </a:lnTo>
                  <a:lnTo>
                    <a:pt x="237" y="2766"/>
                  </a:lnTo>
                  <a:lnTo>
                    <a:pt x="257" y="2786"/>
                  </a:lnTo>
                  <a:lnTo>
                    <a:pt x="237" y="2786"/>
                  </a:lnTo>
                  <a:lnTo>
                    <a:pt x="277" y="2805"/>
                  </a:lnTo>
                  <a:lnTo>
                    <a:pt x="316" y="2825"/>
                  </a:lnTo>
                  <a:lnTo>
                    <a:pt x="395" y="2825"/>
                  </a:lnTo>
                  <a:lnTo>
                    <a:pt x="336" y="2845"/>
                  </a:lnTo>
                  <a:lnTo>
                    <a:pt x="237" y="2825"/>
                  </a:lnTo>
                  <a:lnTo>
                    <a:pt x="237" y="2845"/>
                  </a:lnTo>
                  <a:lnTo>
                    <a:pt x="138" y="2845"/>
                  </a:lnTo>
                  <a:lnTo>
                    <a:pt x="119" y="2865"/>
                  </a:lnTo>
                  <a:lnTo>
                    <a:pt x="198" y="2865"/>
                  </a:lnTo>
                  <a:lnTo>
                    <a:pt x="257" y="2884"/>
                  </a:lnTo>
                  <a:lnTo>
                    <a:pt x="237" y="2865"/>
                  </a:lnTo>
                  <a:lnTo>
                    <a:pt x="237" y="2865"/>
                  </a:lnTo>
                  <a:lnTo>
                    <a:pt x="316" y="2884"/>
                  </a:lnTo>
                  <a:lnTo>
                    <a:pt x="395" y="2904"/>
                  </a:lnTo>
                  <a:lnTo>
                    <a:pt x="435" y="2924"/>
                  </a:lnTo>
                  <a:lnTo>
                    <a:pt x="474" y="2924"/>
                  </a:lnTo>
                  <a:lnTo>
                    <a:pt x="375" y="2884"/>
                  </a:lnTo>
                  <a:lnTo>
                    <a:pt x="336" y="2865"/>
                  </a:lnTo>
                  <a:lnTo>
                    <a:pt x="395" y="2884"/>
                  </a:lnTo>
                  <a:lnTo>
                    <a:pt x="415" y="2865"/>
                  </a:lnTo>
                  <a:lnTo>
                    <a:pt x="435" y="2865"/>
                  </a:lnTo>
                  <a:lnTo>
                    <a:pt x="494" y="2845"/>
                  </a:lnTo>
                  <a:lnTo>
                    <a:pt x="415" y="2825"/>
                  </a:lnTo>
                  <a:lnTo>
                    <a:pt x="336" y="2805"/>
                  </a:lnTo>
                  <a:lnTo>
                    <a:pt x="395" y="2786"/>
                  </a:lnTo>
                  <a:lnTo>
                    <a:pt x="435" y="2805"/>
                  </a:lnTo>
                  <a:lnTo>
                    <a:pt x="415" y="2825"/>
                  </a:lnTo>
                  <a:lnTo>
                    <a:pt x="514" y="2825"/>
                  </a:lnTo>
                  <a:lnTo>
                    <a:pt x="632" y="2865"/>
                  </a:lnTo>
                  <a:lnTo>
                    <a:pt x="691" y="2884"/>
                  </a:lnTo>
                  <a:lnTo>
                    <a:pt x="711" y="2904"/>
                  </a:lnTo>
                  <a:lnTo>
                    <a:pt x="770" y="2944"/>
                  </a:lnTo>
                  <a:lnTo>
                    <a:pt x="790" y="2944"/>
                  </a:lnTo>
                  <a:lnTo>
                    <a:pt x="790" y="2963"/>
                  </a:lnTo>
                  <a:lnTo>
                    <a:pt x="810" y="2963"/>
                  </a:lnTo>
                  <a:lnTo>
                    <a:pt x="849" y="2983"/>
                  </a:lnTo>
                  <a:lnTo>
                    <a:pt x="849" y="2983"/>
                  </a:lnTo>
                  <a:lnTo>
                    <a:pt x="652" y="2963"/>
                  </a:lnTo>
                  <a:lnTo>
                    <a:pt x="494" y="2944"/>
                  </a:lnTo>
                  <a:lnTo>
                    <a:pt x="494" y="2963"/>
                  </a:lnTo>
                  <a:lnTo>
                    <a:pt x="533" y="2983"/>
                  </a:lnTo>
                  <a:lnTo>
                    <a:pt x="435" y="2963"/>
                  </a:lnTo>
                  <a:lnTo>
                    <a:pt x="336" y="2944"/>
                  </a:lnTo>
                  <a:lnTo>
                    <a:pt x="375" y="2963"/>
                  </a:lnTo>
                  <a:lnTo>
                    <a:pt x="435" y="2983"/>
                  </a:lnTo>
                  <a:lnTo>
                    <a:pt x="395" y="2983"/>
                  </a:lnTo>
                  <a:lnTo>
                    <a:pt x="435" y="3003"/>
                  </a:lnTo>
                  <a:lnTo>
                    <a:pt x="514" y="3042"/>
                  </a:lnTo>
                  <a:lnTo>
                    <a:pt x="514" y="3023"/>
                  </a:lnTo>
                  <a:lnTo>
                    <a:pt x="533" y="3023"/>
                  </a:lnTo>
                  <a:lnTo>
                    <a:pt x="593" y="3042"/>
                  </a:lnTo>
                  <a:lnTo>
                    <a:pt x="632" y="3023"/>
                  </a:lnTo>
                  <a:lnTo>
                    <a:pt x="672" y="3023"/>
                  </a:lnTo>
                  <a:lnTo>
                    <a:pt x="691" y="3042"/>
                  </a:lnTo>
                  <a:lnTo>
                    <a:pt x="731" y="3042"/>
                  </a:lnTo>
                  <a:lnTo>
                    <a:pt x="711" y="3023"/>
                  </a:lnTo>
                  <a:lnTo>
                    <a:pt x="751" y="3023"/>
                  </a:lnTo>
                  <a:lnTo>
                    <a:pt x="751" y="3003"/>
                  </a:lnTo>
                  <a:lnTo>
                    <a:pt x="790" y="3023"/>
                  </a:lnTo>
                  <a:lnTo>
                    <a:pt x="770" y="3003"/>
                  </a:lnTo>
                  <a:lnTo>
                    <a:pt x="790" y="3003"/>
                  </a:lnTo>
                  <a:lnTo>
                    <a:pt x="909" y="3042"/>
                  </a:lnTo>
                  <a:lnTo>
                    <a:pt x="869" y="3042"/>
                  </a:lnTo>
                  <a:lnTo>
                    <a:pt x="790" y="3023"/>
                  </a:lnTo>
                  <a:lnTo>
                    <a:pt x="790" y="3042"/>
                  </a:lnTo>
                  <a:lnTo>
                    <a:pt x="830" y="3062"/>
                  </a:lnTo>
                  <a:lnTo>
                    <a:pt x="869" y="3062"/>
                  </a:lnTo>
                  <a:lnTo>
                    <a:pt x="929" y="3082"/>
                  </a:lnTo>
                  <a:lnTo>
                    <a:pt x="948" y="3082"/>
                  </a:lnTo>
                  <a:lnTo>
                    <a:pt x="1027" y="3102"/>
                  </a:lnTo>
                  <a:lnTo>
                    <a:pt x="1047" y="3082"/>
                  </a:lnTo>
                  <a:lnTo>
                    <a:pt x="1106" y="3102"/>
                  </a:lnTo>
                  <a:lnTo>
                    <a:pt x="1106" y="3102"/>
                  </a:lnTo>
                  <a:lnTo>
                    <a:pt x="1047" y="3062"/>
                  </a:lnTo>
                  <a:lnTo>
                    <a:pt x="1077" y="3062"/>
                  </a:lnTo>
                  <a:lnTo>
                    <a:pt x="1067" y="3042"/>
                  </a:lnTo>
                  <a:lnTo>
                    <a:pt x="1027" y="3042"/>
                  </a:lnTo>
                  <a:lnTo>
                    <a:pt x="1008" y="3023"/>
                  </a:lnTo>
                  <a:lnTo>
                    <a:pt x="988" y="3023"/>
                  </a:lnTo>
                  <a:lnTo>
                    <a:pt x="889" y="2983"/>
                  </a:lnTo>
                  <a:lnTo>
                    <a:pt x="968" y="3003"/>
                  </a:lnTo>
                  <a:lnTo>
                    <a:pt x="1027" y="3023"/>
                  </a:lnTo>
                  <a:lnTo>
                    <a:pt x="1008" y="3003"/>
                  </a:lnTo>
                  <a:lnTo>
                    <a:pt x="1047" y="3003"/>
                  </a:lnTo>
                  <a:lnTo>
                    <a:pt x="968" y="2983"/>
                  </a:lnTo>
                  <a:lnTo>
                    <a:pt x="1008" y="2983"/>
                  </a:lnTo>
                  <a:lnTo>
                    <a:pt x="909" y="2963"/>
                  </a:lnTo>
                  <a:lnTo>
                    <a:pt x="889" y="2944"/>
                  </a:lnTo>
                  <a:lnTo>
                    <a:pt x="869" y="2924"/>
                  </a:lnTo>
                  <a:lnTo>
                    <a:pt x="849" y="2944"/>
                  </a:lnTo>
                  <a:lnTo>
                    <a:pt x="869" y="2944"/>
                  </a:lnTo>
                  <a:lnTo>
                    <a:pt x="909" y="2963"/>
                  </a:lnTo>
                  <a:lnTo>
                    <a:pt x="909" y="2963"/>
                  </a:lnTo>
                  <a:lnTo>
                    <a:pt x="830" y="2944"/>
                  </a:lnTo>
                  <a:lnTo>
                    <a:pt x="770" y="2924"/>
                  </a:lnTo>
                  <a:lnTo>
                    <a:pt x="869" y="2924"/>
                  </a:lnTo>
                  <a:lnTo>
                    <a:pt x="849" y="2904"/>
                  </a:lnTo>
                  <a:lnTo>
                    <a:pt x="909" y="2924"/>
                  </a:lnTo>
                  <a:lnTo>
                    <a:pt x="929" y="2944"/>
                  </a:lnTo>
                  <a:lnTo>
                    <a:pt x="968" y="2944"/>
                  </a:lnTo>
                  <a:lnTo>
                    <a:pt x="929" y="2924"/>
                  </a:lnTo>
                  <a:lnTo>
                    <a:pt x="948" y="2924"/>
                  </a:lnTo>
                  <a:lnTo>
                    <a:pt x="869" y="2884"/>
                  </a:lnTo>
                  <a:lnTo>
                    <a:pt x="849" y="2865"/>
                  </a:lnTo>
                  <a:lnTo>
                    <a:pt x="830" y="2845"/>
                  </a:lnTo>
                  <a:lnTo>
                    <a:pt x="869" y="2825"/>
                  </a:lnTo>
                  <a:lnTo>
                    <a:pt x="790" y="2825"/>
                  </a:lnTo>
                  <a:lnTo>
                    <a:pt x="770" y="2805"/>
                  </a:lnTo>
                  <a:lnTo>
                    <a:pt x="770" y="2786"/>
                  </a:lnTo>
                  <a:lnTo>
                    <a:pt x="810" y="2786"/>
                  </a:lnTo>
                  <a:lnTo>
                    <a:pt x="731" y="2726"/>
                  </a:lnTo>
                  <a:lnTo>
                    <a:pt x="632" y="2746"/>
                  </a:lnTo>
                  <a:lnTo>
                    <a:pt x="593" y="2726"/>
                  </a:lnTo>
                  <a:lnTo>
                    <a:pt x="652" y="2726"/>
                  </a:lnTo>
                  <a:lnTo>
                    <a:pt x="668" y="2710"/>
                  </a:lnTo>
                  <a:lnTo>
                    <a:pt x="668" y="2710"/>
                  </a:lnTo>
                  <a:lnTo>
                    <a:pt x="810" y="2746"/>
                  </a:lnTo>
                  <a:lnTo>
                    <a:pt x="810" y="2746"/>
                  </a:lnTo>
                  <a:lnTo>
                    <a:pt x="751" y="2707"/>
                  </a:lnTo>
                  <a:lnTo>
                    <a:pt x="711" y="2687"/>
                  </a:lnTo>
                  <a:lnTo>
                    <a:pt x="830" y="2707"/>
                  </a:lnTo>
                  <a:lnTo>
                    <a:pt x="869" y="2746"/>
                  </a:lnTo>
                  <a:lnTo>
                    <a:pt x="849" y="2746"/>
                  </a:lnTo>
                  <a:lnTo>
                    <a:pt x="869" y="2766"/>
                  </a:lnTo>
                  <a:lnTo>
                    <a:pt x="869" y="2786"/>
                  </a:lnTo>
                  <a:lnTo>
                    <a:pt x="909" y="2786"/>
                  </a:lnTo>
                  <a:lnTo>
                    <a:pt x="929" y="2805"/>
                  </a:lnTo>
                  <a:lnTo>
                    <a:pt x="1027" y="2805"/>
                  </a:lnTo>
                  <a:lnTo>
                    <a:pt x="1008" y="2786"/>
                  </a:lnTo>
                  <a:lnTo>
                    <a:pt x="1087" y="2805"/>
                  </a:lnTo>
                  <a:lnTo>
                    <a:pt x="1136" y="2805"/>
                  </a:lnTo>
                  <a:lnTo>
                    <a:pt x="988" y="2746"/>
                  </a:lnTo>
                  <a:lnTo>
                    <a:pt x="948" y="2726"/>
                  </a:lnTo>
                  <a:lnTo>
                    <a:pt x="968" y="2707"/>
                  </a:lnTo>
                  <a:lnTo>
                    <a:pt x="1027" y="2746"/>
                  </a:lnTo>
                  <a:lnTo>
                    <a:pt x="1106" y="2766"/>
                  </a:lnTo>
                  <a:lnTo>
                    <a:pt x="1087" y="2746"/>
                  </a:lnTo>
                  <a:lnTo>
                    <a:pt x="1106" y="2746"/>
                  </a:lnTo>
                  <a:lnTo>
                    <a:pt x="1067" y="2726"/>
                  </a:lnTo>
                  <a:lnTo>
                    <a:pt x="1087" y="2707"/>
                  </a:lnTo>
                  <a:lnTo>
                    <a:pt x="1166" y="2707"/>
                  </a:lnTo>
                  <a:lnTo>
                    <a:pt x="1185" y="2726"/>
                  </a:lnTo>
                  <a:lnTo>
                    <a:pt x="1166" y="2726"/>
                  </a:lnTo>
                  <a:lnTo>
                    <a:pt x="1166" y="2746"/>
                  </a:lnTo>
                  <a:lnTo>
                    <a:pt x="1205" y="2746"/>
                  </a:lnTo>
                  <a:lnTo>
                    <a:pt x="1205" y="2766"/>
                  </a:lnTo>
                  <a:lnTo>
                    <a:pt x="1264" y="2766"/>
                  </a:lnTo>
                  <a:lnTo>
                    <a:pt x="1264" y="2746"/>
                  </a:lnTo>
                  <a:lnTo>
                    <a:pt x="1324" y="2746"/>
                  </a:lnTo>
                  <a:lnTo>
                    <a:pt x="1343" y="2726"/>
                  </a:lnTo>
                  <a:lnTo>
                    <a:pt x="1363" y="2726"/>
                  </a:lnTo>
                  <a:lnTo>
                    <a:pt x="1343" y="2707"/>
                  </a:lnTo>
                  <a:lnTo>
                    <a:pt x="1363" y="2707"/>
                  </a:lnTo>
                  <a:lnTo>
                    <a:pt x="1343" y="2687"/>
                  </a:lnTo>
                  <a:lnTo>
                    <a:pt x="1284" y="2667"/>
                  </a:lnTo>
                  <a:lnTo>
                    <a:pt x="1205" y="2628"/>
                  </a:lnTo>
                  <a:lnTo>
                    <a:pt x="1304" y="2667"/>
                  </a:lnTo>
                  <a:lnTo>
                    <a:pt x="1304" y="2647"/>
                  </a:lnTo>
                  <a:lnTo>
                    <a:pt x="1245" y="2628"/>
                  </a:lnTo>
                  <a:lnTo>
                    <a:pt x="1185" y="2608"/>
                  </a:lnTo>
                  <a:lnTo>
                    <a:pt x="1166" y="2588"/>
                  </a:lnTo>
                  <a:lnTo>
                    <a:pt x="1225" y="2588"/>
                  </a:lnTo>
                  <a:lnTo>
                    <a:pt x="1264" y="2608"/>
                  </a:lnTo>
                  <a:lnTo>
                    <a:pt x="1284" y="2628"/>
                  </a:lnTo>
                  <a:lnTo>
                    <a:pt x="1324" y="2628"/>
                  </a:lnTo>
                  <a:lnTo>
                    <a:pt x="1284" y="2608"/>
                  </a:lnTo>
                  <a:lnTo>
                    <a:pt x="1304" y="2608"/>
                  </a:lnTo>
                  <a:lnTo>
                    <a:pt x="1383" y="2588"/>
                  </a:lnTo>
                  <a:lnTo>
                    <a:pt x="1324" y="2568"/>
                  </a:lnTo>
                  <a:lnTo>
                    <a:pt x="1284" y="2549"/>
                  </a:lnTo>
                  <a:lnTo>
                    <a:pt x="1264" y="2568"/>
                  </a:lnTo>
                  <a:lnTo>
                    <a:pt x="1205" y="2529"/>
                  </a:lnTo>
                  <a:lnTo>
                    <a:pt x="1225" y="2529"/>
                  </a:lnTo>
                  <a:lnTo>
                    <a:pt x="1284" y="2509"/>
                  </a:lnTo>
                  <a:lnTo>
                    <a:pt x="1304" y="2529"/>
                  </a:lnTo>
                  <a:lnTo>
                    <a:pt x="1324" y="2549"/>
                  </a:lnTo>
                  <a:lnTo>
                    <a:pt x="1363" y="2568"/>
                  </a:lnTo>
                  <a:lnTo>
                    <a:pt x="1343" y="2549"/>
                  </a:lnTo>
                  <a:lnTo>
                    <a:pt x="1343" y="2529"/>
                  </a:lnTo>
                  <a:lnTo>
                    <a:pt x="1324" y="2529"/>
                  </a:lnTo>
                  <a:lnTo>
                    <a:pt x="1324" y="2509"/>
                  </a:lnTo>
                  <a:lnTo>
                    <a:pt x="1363" y="2509"/>
                  </a:lnTo>
                  <a:lnTo>
                    <a:pt x="1363" y="2489"/>
                  </a:lnTo>
                  <a:lnTo>
                    <a:pt x="1304" y="2470"/>
                  </a:lnTo>
                  <a:lnTo>
                    <a:pt x="1225" y="2450"/>
                  </a:lnTo>
                  <a:lnTo>
                    <a:pt x="1304" y="2450"/>
                  </a:lnTo>
                  <a:lnTo>
                    <a:pt x="1304" y="2470"/>
                  </a:lnTo>
                  <a:lnTo>
                    <a:pt x="1324" y="2450"/>
                  </a:lnTo>
                  <a:lnTo>
                    <a:pt x="1185" y="2410"/>
                  </a:lnTo>
                  <a:lnTo>
                    <a:pt x="1284" y="2410"/>
                  </a:lnTo>
                  <a:lnTo>
                    <a:pt x="1363" y="2430"/>
                  </a:lnTo>
                  <a:lnTo>
                    <a:pt x="1363" y="2430"/>
                  </a:lnTo>
                  <a:lnTo>
                    <a:pt x="1324" y="2410"/>
                  </a:lnTo>
                  <a:lnTo>
                    <a:pt x="1383" y="2410"/>
                  </a:lnTo>
                  <a:lnTo>
                    <a:pt x="1383" y="2391"/>
                  </a:lnTo>
                  <a:lnTo>
                    <a:pt x="1343" y="2371"/>
                  </a:lnTo>
                  <a:lnTo>
                    <a:pt x="1284" y="2331"/>
                  </a:lnTo>
                  <a:lnTo>
                    <a:pt x="1264" y="2312"/>
                  </a:lnTo>
                  <a:lnTo>
                    <a:pt x="1363" y="2331"/>
                  </a:lnTo>
                  <a:lnTo>
                    <a:pt x="1383" y="2351"/>
                  </a:lnTo>
                  <a:lnTo>
                    <a:pt x="1422" y="2351"/>
                  </a:lnTo>
                  <a:lnTo>
                    <a:pt x="1403" y="2331"/>
                  </a:lnTo>
                  <a:lnTo>
                    <a:pt x="1422" y="2331"/>
                  </a:lnTo>
                  <a:lnTo>
                    <a:pt x="1422" y="2312"/>
                  </a:lnTo>
                  <a:lnTo>
                    <a:pt x="1383" y="2312"/>
                  </a:lnTo>
                  <a:lnTo>
                    <a:pt x="1324" y="2292"/>
                  </a:lnTo>
                  <a:lnTo>
                    <a:pt x="1304" y="2272"/>
                  </a:lnTo>
                  <a:lnTo>
                    <a:pt x="1343" y="2272"/>
                  </a:lnTo>
                  <a:lnTo>
                    <a:pt x="1324" y="2252"/>
                  </a:lnTo>
                  <a:lnTo>
                    <a:pt x="1304" y="2232"/>
                  </a:lnTo>
                  <a:lnTo>
                    <a:pt x="1363" y="2252"/>
                  </a:lnTo>
                  <a:lnTo>
                    <a:pt x="1304" y="2213"/>
                  </a:lnTo>
                  <a:lnTo>
                    <a:pt x="1225" y="2193"/>
                  </a:lnTo>
                  <a:lnTo>
                    <a:pt x="1185" y="2193"/>
                  </a:lnTo>
                  <a:lnTo>
                    <a:pt x="1205" y="2213"/>
                  </a:lnTo>
                  <a:lnTo>
                    <a:pt x="1205" y="2232"/>
                  </a:lnTo>
                  <a:lnTo>
                    <a:pt x="1146" y="2232"/>
                  </a:lnTo>
                  <a:lnTo>
                    <a:pt x="1087" y="2213"/>
                  </a:lnTo>
                  <a:lnTo>
                    <a:pt x="1126" y="2213"/>
                  </a:lnTo>
                  <a:lnTo>
                    <a:pt x="1067" y="2193"/>
                  </a:lnTo>
                  <a:lnTo>
                    <a:pt x="1047" y="2193"/>
                  </a:lnTo>
                  <a:lnTo>
                    <a:pt x="948" y="2173"/>
                  </a:lnTo>
                  <a:lnTo>
                    <a:pt x="929" y="2134"/>
                  </a:lnTo>
                  <a:lnTo>
                    <a:pt x="1008" y="2153"/>
                  </a:lnTo>
                  <a:lnTo>
                    <a:pt x="1087" y="2193"/>
                  </a:lnTo>
                  <a:lnTo>
                    <a:pt x="1067" y="2173"/>
                  </a:lnTo>
                  <a:lnTo>
                    <a:pt x="1146" y="2193"/>
                  </a:lnTo>
                  <a:lnTo>
                    <a:pt x="1087" y="2153"/>
                  </a:lnTo>
                  <a:lnTo>
                    <a:pt x="988" y="2134"/>
                  </a:lnTo>
                  <a:lnTo>
                    <a:pt x="948" y="2134"/>
                  </a:lnTo>
                  <a:lnTo>
                    <a:pt x="948" y="2114"/>
                  </a:lnTo>
                  <a:lnTo>
                    <a:pt x="988" y="2114"/>
                  </a:lnTo>
                  <a:lnTo>
                    <a:pt x="1008" y="2134"/>
                  </a:lnTo>
                  <a:lnTo>
                    <a:pt x="1027" y="2114"/>
                  </a:lnTo>
                  <a:lnTo>
                    <a:pt x="1008" y="2114"/>
                  </a:lnTo>
                  <a:lnTo>
                    <a:pt x="988" y="2094"/>
                  </a:lnTo>
                  <a:lnTo>
                    <a:pt x="1027" y="2094"/>
                  </a:lnTo>
                  <a:lnTo>
                    <a:pt x="1067" y="2114"/>
                  </a:lnTo>
                  <a:lnTo>
                    <a:pt x="1106" y="2134"/>
                  </a:lnTo>
                  <a:lnTo>
                    <a:pt x="1106" y="2153"/>
                  </a:lnTo>
                  <a:lnTo>
                    <a:pt x="1166" y="2153"/>
                  </a:lnTo>
                  <a:lnTo>
                    <a:pt x="1225" y="2173"/>
                  </a:lnTo>
                  <a:lnTo>
                    <a:pt x="1343" y="2213"/>
                  </a:lnTo>
                  <a:lnTo>
                    <a:pt x="1343" y="2193"/>
                  </a:lnTo>
                  <a:lnTo>
                    <a:pt x="1383" y="2193"/>
                  </a:lnTo>
                  <a:lnTo>
                    <a:pt x="1343" y="2173"/>
                  </a:lnTo>
                  <a:lnTo>
                    <a:pt x="1363" y="2173"/>
                  </a:lnTo>
                  <a:lnTo>
                    <a:pt x="1363" y="2153"/>
                  </a:lnTo>
                  <a:lnTo>
                    <a:pt x="1304" y="2134"/>
                  </a:lnTo>
                  <a:lnTo>
                    <a:pt x="1363" y="2134"/>
                  </a:lnTo>
                  <a:lnTo>
                    <a:pt x="1363" y="2114"/>
                  </a:lnTo>
                  <a:lnTo>
                    <a:pt x="1324" y="2074"/>
                  </a:lnTo>
                  <a:lnTo>
                    <a:pt x="1363" y="2074"/>
                  </a:lnTo>
                  <a:lnTo>
                    <a:pt x="1403" y="2094"/>
                  </a:lnTo>
                  <a:lnTo>
                    <a:pt x="1422" y="2074"/>
                  </a:lnTo>
                  <a:lnTo>
                    <a:pt x="1403" y="2055"/>
                  </a:lnTo>
                  <a:lnTo>
                    <a:pt x="1363" y="2035"/>
                  </a:lnTo>
                  <a:lnTo>
                    <a:pt x="1324" y="1995"/>
                  </a:lnTo>
                  <a:lnTo>
                    <a:pt x="1324" y="1976"/>
                  </a:lnTo>
                  <a:lnTo>
                    <a:pt x="1324" y="1956"/>
                  </a:lnTo>
                  <a:lnTo>
                    <a:pt x="1383" y="1976"/>
                  </a:lnTo>
                  <a:lnTo>
                    <a:pt x="1343" y="1956"/>
                  </a:lnTo>
                  <a:lnTo>
                    <a:pt x="1403" y="1956"/>
                  </a:lnTo>
                  <a:lnTo>
                    <a:pt x="1383" y="1936"/>
                  </a:lnTo>
                  <a:lnTo>
                    <a:pt x="1363" y="1916"/>
                  </a:lnTo>
                  <a:lnTo>
                    <a:pt x="1422" y="1916"/>
                  </a:lnTo>
                  <a:lnTo>
                    <a:pt x="1422" y="1897"/>
                  </a:lnTo>
                  <a:lnTo>
                    <a:pt x="1383" y="1877"/>
                  </a:lnTo>
                  <a:lnTo>
                    <a:pt x="1324" y="1837"/>
                  </a:lnTo>
                  <a:lnTo>
                    <a:pt x="1422" y="1877"/>
                  </a:lnTo>
                  <a:lnTo>
                    <a:pt x="1383" y="1778"/>
                  </a:lnTo>
                  <a:lnTo>
                    <a:pt x="1383" y="1699"/>
                  </a:lnTo>
                  <a:lnTo>
                    <a:pt x="1403" y="1699"/>
                  </a:lnTo>
                  <a:lnTo>
                    <a:pt x="1403" y="1679"/>
                  </a:lnTo>
                  <a:lnTo>
                    <a:pt x="1363" y="1640"/>
                  </a:lnTo>
                  <a:lnTo>
                    <a:pt x="1343" y="1600"/>
                  </a:lnTo>
                  <a:lnTo>
                    <a:pt x="1343" y="1581"/>
                  </a:lnTo>
                  <a:lnTo>
                    <a:pt x="1363" y="1581"/>
                  </a:lnTo>
                  <a:lnTo>
                    <a:pt x="1324" y="1561"/>
                  </a:lnTo>
                  <a:lnTo>
                    <a:pt x="1264" y="1541"/>
                  </a:lnTo>
                  <a:lnTo>
                    <a:pt x="1126" y="1502"/>
                  </a:lnTo>
                  <a:lnTo>
                    <a:pt x="1126" y="1482"/>
                  </a:lnTo>
                  <a:lnTo>
                    <a:pt x="1166" y="1502"/>
                  </a:lnTo>
                  <a:lnTo>
                    <a:pt x="1225" y="1502"/>
                  </a:lnTo>
                  <a:lnTo>
                    <a:pt x="1304" y="1521"/>
                  </a:lnTo>
                  <a:lnTo>
                    <a:pt x="1383" y="1561"/>
                  </a:lnTo>
                  <a:lnTo>
                    <a:pt x="1324" y="1502"/>
                  </a:lnTo>
                  <a:lnTo>
                    <a:pt x="1343" y="1502"/>
                  </a:lnTo>
                  <a:lnTo>
                    <a:pt x="1343" y="1482"/>
                  </a:lnTo>
                  <a:lnTo>
                    <a:pt x="1383" y="1482"/>
                  </a:lnTo>
                  <a:lnTo>
                    <a:pt x="1383" y="1502"/>
                  </a:lnTo>
                  <a:lnTo>
                    <a:pt x="1403" y="1521"/>
                  </a:lnTo>
                  <a:lnTo>
                    <a:pt x="1442" y="1541"/>
                  </a:lnTo>
                  <a:lnTo>
                    <a:pt x="1422" y="1502"/>
                  </a:lnTo>
                  <a:lnTo>
                    <a:pt x="1422" y="1482"/>
                  </a:lnTo>
                  <a:lnTo>
                    <a:pt x="1442" y="1482"/>
                  </a:lnTo>
                  <a:lnTo>
                    <a:pt x="1383" y="1462"/>
                  </a:lnTo>
                  <a:lnTo>
                    <a:pt x="1363" y="1442"/>
                  </a:lnTo>
                  <a:lnTo>
                    <a:pt x="1304" y="1403"/>
                  </a:lnTo>
                  <a:lnTo>
                    <a:pt x="1304" y="1403"/>
                  </a:lnTo>
                  <a:lnTo>
                    <a:pt x="1403" y="1442"/>
                  </a:lnTo>
                  <a:lnTo>
                    <a:pt x="1343" y="1403"/>
                  </a:lnTo>
                  <a:lnTo>
                    <a:pt x="1343" y="1383"/>
                  </a:lnTo>
                  <a:lnTo>
                    <a:pt x="1422" y="1383"/>
                  </a:lnTo>
                  <a:lnTo>
                    <a:pt x="1403" y="1363"/>
                  </a:lnTo>
                  <a:lnTo>
                    <a:pt x="1383" y="1344"/>
                  </a:lnTo>
                  <a:lnTo>
                    <a:pt x="1422" y="1363"/>
                  </a:lnTo>
                  <a:lnTo>
                    <a:pt x="1442" y="1324"/>
                  </a:lnTo>
                  <a:lnTo>
                    <a:pt x="1462" y="1304"/>
                  </a:lnTo>
                  <a:lnTo>
                    <a:pt x="1501" y="1304"/>
                  </a:lnTo>
                  <a:lnTo>
                    <a:pt x="1462" y="1265"/>
                  </a:lnTo>
                  <a:lnTo>
                    <a:pt x="1403" y="1225"/>
                  </a:lnTo>
                  <a:lnTo>
                    <a:pt x="1383" y="1225"/>
                  </a:lnTo>
                  <a:lnTo>
                    <a:pt x="1343" y="1205"/>
                  </a:lnTo>
                  <a:lnTo>
                    <a:pt x="1304" y="1186"/>
                  </a:lnTo>
                  <a:lnTo>
                    <a:pt x="1304" y="1166"/>
                  </a:lnTo>
                  <a:lnTo>
                    <a:pt x="1343" y="1186"/>
                  </a:lnTo>
                  <a:lnTo>
                    <a:pt x="1383" y="1186"/>
                  </a:lnTo>
                  <a:lnTo>
                    <a:pt x="1422" y="1205"/>
                  </a:lnTo>
                  <a:lnTo>
                    <a:pt x="1422" y="1186"/>
                  </a:lnTo>
                  <a:lnTo>
                    <a:pt x="1482" y="1186"/>
                  </a:lnTo>
                  <a:lnTo>
                    <a:pt x="1462" y="1166"/>
                  </a:lnTo>
                  <a:lnTo>
                    <a:pt x="1422" y="1126"/>
                  </a:lnTo>
                  <a:lnTo>
                    <a:pt x="1422" y="1126"/>
                  </a:lnTo>
                  <a:lnTo>
                    <a:pt x="1462" y="1146"/>
                  </a:lnTo>
                  <a:lnTo>
                    <a:pt x="1501" y="1146"/>
                  </a:lnTo>
                  <a:lnTo>
                    <a:pt x="1462" y="1126"/>
                  </a:lnTo>
                  <a:lnTo>
                    <a:pt x="1383" y="1087"/>
                  </a:lnTo>
                  <a:lnTo>
                    <a:pt x="1403" y="1087"/>
                  </a:lnTo>
                  <a:lnTo>
                    <a:pt x="1383" y="1067"/>
                  </a:lnTo>
                  <a:lnTo>
                    <a:pt x="1383" y="1067"/>
                  </a:lnTo>
                  <a:lnTo>
                    <a:pt x="1462" y="1107"/>
                  </a:lnTo>
                  <a:lnTo>
                    <a:pt x="1422" y="1067"/>
                  </a:lnTo>
                  <a:lnTo>
                    <a:pt x="1363" y="1047"/>
                  </a:lnTo>
                  <a:lnTo>
                    <a:pt x="1403" y="1047"/>
                  </a:lnTo>
                  <a:lnTo>
                    <a:pt x="1343" y="1008"/>
                  </a:lnTo>
                  <a:lnTo>
                    <a:pt x="1284" y="968"/>
                  </a:lnTo>
                  <a:lnTo>
                    <a:pt x="1343" y="968"/>
                  </a:lnTo>
                  <a:lnTo>
                    <a:pt x="1442" y="988"/>
                  </a:lnTo>
                  <a:lnTo>
                    <a:pt x="1422" y="1008"/>
                  </a:lnTo>
                  <a:lnTo>
                    <a:pt x="1403" y="1008"/>
                  </a:lnTo>
                  <a:lnTo>
                    <a:pt x="1482" y="1028"/>
                  </a:lnTo>
                  <a:lnTo>
                    <a:pt x="1521" y="1008"/>
                  </a:lnTo>
                  <a:lnTo>
                    <a:pt x="1521" y="988"/>
                  </a:lnTo>
                  <a:lnTo>
                    <a:pt x="1521" y="968"/>
                  </a:lnTo>
                  <a:lnTo>
                    <a:pt x="1501" y="929"/>
                  </a:lnTo>
                  <a:lnTo>
                    <a:pt x="1521" y="909"/>
                  </a:lnTo>
                  <a:lnTo>
                    <a:pt x="1501" y="889"/>
                  </a:lnTo>
                  <a:lnTo>
                    <a:pt x="1561" y="870"/>
                  </a:lnTo>
                  <a:lnTo>
                    <a:pt x="1561" y="830"/>
                  </a:lnTo>
                  <a:lnTo>
                    <a:pt x="1580" y="810"/>
                  </a:lnTo>
                  <a:lnTo>
                    <a:pt x="1561" y="791"/>
                  </a:lnTo>
                  <a:lnTo>
                    <a:pt x="1541" y="751"/>
                  </a:lnTo>
                  <a:lnTo>
                    <a:pt x="1541" y="751"/>
                  </a:lnTo>
                  <a:lnTo>
                    <a:pt x="1580" y="771"/>
                  </a:lnTo>
                  <a:lnTo>
                    <a:pt x="1580" y="771"/>
                  </a:lnTo>
                  <a:lnTo>
                    <a:pt x="1501" y="712"/>
                  </a:lnTo>
                  <a:lnTo>
                    <a:pt x="1482" y="672"/>
                  </a:lnTo>
                  <a:lnTo>
                    <a:pt x="1442" y="633"/>
                  </a:lnTo>
                  <a:lnTo>
                    <a:pt x="1343" y="573"/>
                  </a:lnTo>
                  <a:lnTo>
                    <a:pt x="1403" y="593"/>
                  </a:lnTo>
                  <a:lnTo>
                    <a:pt x="1462" y="613"/>
                  </a:lnTo>
                  <a:lnTo>
                    <a:pt x="1422" y="573"/>
                  </a:lnTo>
                  <a:lnTo>
                    <a:pt x="1442" y="573"/>
                  </a:lnTo>
                  <a:lnTo>
                    <a:pt x="1482" y="593"/>
                  </a:lnTo>
                  <a:lnTo>
                    <a:pt x="1501" y="593"/>
                  </a:lnTo>
                  <a:lnTo>
                    <a:pt x="1482" y="573"/>
                  </a:lnTo>
                  <a:lnTo>
                    <a:pt x="1501" y="573"/>
                  </a:lnTo>
                  <a:lnTo>
                    <a:pt x="1422" y="534"/>
                  </a:lnTo>
                  <a:lnTo>
                    <a:pt x="1383" y="494"/>
                  </a:lnTo>
                  <a:lnTo>
                    <a:pt x="1363" y="494"/>
                  </a:lnTo>
                  <a:lnTo>
                    <a:pt x="1324" y="475"/>
                  </a:lnTo>
                  <a:lnTo>
                    <a:pt x="1343" y="475"/>
                  </a:lnTo>
                  <a:lnTo>
                    <a:pt x="1304" y="415"/>
                  </a:lnTo>
                  <a:lnTo>
                    <a:pt x="1304" y="356"/>
                  </a:lnTo>
                  <a:lnTo>
                    <a:pt x="1324" y="297"/>
                  </a:lnTo>
                  <a:lnTo>
                    <a:pt x="1363" y="257"/>
                  </a:lnTo>
                  <a:lnTo>
                    <a:pt x="1403" y="277"/>
                  </a:lnTo>
                  <a:lnTo>
                    <a:pt x="1383" y="257"/>
                  </a:lnTo>
                  <a:lnTo>
                    <a:pt x="1403" y="257"/>
                  </a:lnTo>
                  <a:lnTo>
                    <a:pt x="1422" y="238"/>
                  </a:lnTo>
                  <a:lnTo>
                    <a:pt x="1422" y="218"/>
                  </a:lnTo>
                  <a:lnTo>
                    <a:pt x="1521" y="218"/>
                  </a:lnTo>
                  <a:lnTo>
                    <a:pt x="1541" y="198"/>
                  </a:lnTo>
                  <a:lnTo>
                    <a:pt x="1521" y="178"/>
                  </a:lnTo>
                  <a:lnTo>
                    <a:pt x="1521" y="178"/>
                  </a:lnTo>
                  <a:lnTo>
                    <a:pt x="1600" y="198"/>
                  </a:lnTo>
                  <a:lnTo>
                    <a:pt x="1659" y="218"/>
                  </a:lnTo>
                  <a:lnTo>
                    <a:pt x="1640" y="178"/>
                  </a:lnTo>
                  <a:lnTo>
                    <a:pt x="1600" y="159"/>
                  </a:lnTo>
                  <a:lnTo>
                    <a:pt x="1580" y="178"/>
                  </a:lnTo>
                  <a:lnTo>
                    <a:pt x="1541" y="139"/>
                  </a:lnTo>
                  <a:lnTo>
                    <a:pt x="1521" y="119"/>
                  </a:lnTo>
                  <a:lnTo>
                    <a:pt x="1383" y="80"/>
                  </a:lnTo>
                  <a:lnTo>
                    <a:pt x="1205" y="20"/>
                  </a:lnTo>
                  <a:lnTo>
                    <a:pt x="1205" y="40"/>
                  </a:lnTo>
                  <a:lnTo>
                    <a:pt x="1146" y="20"/>
                  </a:lnTo>
                  <a:lnTo>
                    <a:pt x="1106" y="1"/>
                  </a:lnTo>
                  <a:close/>
                  <a:moveTo>
                    <a:pt x="1027" y="3102"/>
                  </a:moveTo>
                  <a:lnTo>
                    <a:pt x="1106" y="3121"/>
                  </a:lnTo>
                  <a:lnTo>
                    <a:pt x="1067" y="3102"/>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5" name="Google Shape;5345;p20"/>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6" name="Google Shape;5346;p20"/>
            <p:cNvSpPr/>
            <p:nvPr/>
          </p:nvSpPr>
          <p:spPr>
            <a:xfrm>
              <a:off x="-1617800" y="3517850"/>
              <a:ext cx="1000" cy="25"/>
            </a:xfrm>
            <a:custGeom>
              <a:rect b="b" l="l" r="r" t="t"/>
              <a:pathLst>
                <a:path extrusionOk="0" h="1" w="40">
                  <a:moveTo>
                    <a:pt x="40" y="0"/>
                  </a:moveTo>
                  <a:lnTo>
                    <a:pt x="40" y="0"/>
                  </a:lnTo>
                  <a:lnTo>
                    <a:pt x="0" y="0"/>
                  </a:lnTo>
                  <a:lnTo>
                    <a:pt x="0" y="0"/>
                  </a:lnTo>
                  <a:lnTo>
                    <a:pt x="40" y="0"/>
                  </a:lnTo>
                  <a:lnTo>
                    <a:pt x="4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7" name="Google Shape;5347;p20"/>
            <p:cNvSpPr/>
            <p:nvPr/>
          </p:nvSpPr>
          <p:spPr>
            <a:xfrm>
              <a:off x="-1614850" y="3556850"/>
              <a:ext cx="525" cy="525"/>
            </a:xfrm>
            <a:custGeom>
              <a:rect b="b" l="l" r="r" t="t"/>
              <a:pathLst>
                <a:path extrusionOk="0" h="21" w="21">
                  <a:moveTo>
                    <a:pt x="1" y="1"/>
                  </a:moveTo>
                  <a:lnTo>
                    <a:pt x="1" y="1"/>
                  </a:lnTo>
                  <a:lnTo>
                    <a:pt x="20" y="20"/>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8" name="Google Shape;5348;p20"/>
            <p:cNvSpPr/>
            <p:nvPr/>
          </p:nvSpPr>
          <p:spPr>
            <a:xfrm>
              <a:off x="-1530900" y="3470425"/>
              <a:ext cx="42000" cy="38550"/>
            </a:xfrm>
            <a:custGeom>
              <a:rect b="b" l="l" r="r" t="t"/>
              <a:pathLst>
                <a:path extrusionOk="0" h="1542" w="1680">
                  <a:moveTo>
                    <a:pt x="218" y="1245"/>
                  </a:moveTo>
                  <a:lnTo>
                    <a:pt x="218" y="1245"/>
                  </a:lnTo>
                  <a:lnTo>
                    <a:pt x="218" y="1245"/>
                  </a:lnTo>
                  <a:close/>
                  <a:moveTo>
                    <a:pt x="1344" y="1265"/>
                  </a:moveTo>
                  <a:lnTo>
                    <a:pt x="1344" y="1285"/>
                  </a:lnTo>
                  <a:lnTo>
                    <a:pt x="1354" y="1265"/>
                  </a:lnTo>
                  <a:close/>
                  <a:moveTo>
                    <a:pt x="310" y="1265"/>
                  </a:moveTo>
                  <a:lnTo>
                    <a:pt x="300" y="1296"/>
                  </a:lnTo>
                  <a:lnTo>
                    <a:pt x="310" y="1265"/>
                  </a:lnTo>
                  <a:close/>
                  <a:moveTo>
                    <a:pt x="1304" y="1314"/>
                  </a:moveTo>
                  <a:lnTo>
                    <a:pt x="1284" y="1344"/>
                  </a:lnTo>
                  <a:lnTo>
                    <a:pt x="1304" y="1324"/>
                  </a:lnTo>
                  <a:lnTo>
                    <a:pt x="1304" y="1314"/>
                  </a:lnTo>
                  <a:close/>
                  <a:moveTo>
                    <a:pt x="1284" y="1344"/>
                  </a:moveTo>
                  <a:lnTo>
                    <a:pt x="1284" y="1344"/>
                  </a:lnTo>
                  <a:lnTo>
                    <a:pt x="1284" y="1344"/>
                  </a:lnTo>
                  <a:close/>
                  <a:moveTo>
                    <a:pt x="1585" y="1348"/>
                  </a:moveTo>
                  <a:lnTo>
                    <a:pt x="1574" y="1364"/>
                  </a:lnTo>
                  <a:lnTo>
                    <a:pt x="1581" y="1364"/>
                  </a:lnTo>
                  <a:lnTo>
                    <a:pt x="1585" y="1348"/>
                  </a:lnTo>
                  <a:close/>
                  <a:moveTo>
                    <a:pt x="376" y="1265"/>
                  </a:moveTo>
                  <a:lnTo>
                    <a:pt x="336" y="1344"/>
                  </a:lnTo>
                  <a:lnTo>
                    <a:pt x="336" y="1364"/>
                  </a:lnTo>
                  <a:lnTo>
                    <a:pt x="336" y="1384"/>
                  </a:lnTo>
                  <a:lnTo>
                    <a:pt x="356" y="1324"/>
                  </a:lnTo>
                  <a:lnTo>
                    <a:pt x="376" y="1265"/>
                  </a:lnTo>
                  <a:close/>
                  <a:moveTo>
                    <a:pt x="1561" y="1344"/>
                  </a:moveTo>
                  <a:lnTo>
                    <a:pt x="1541" y="1364"/>
                  </a:lnTo>
                  <a:lnTo>
                    <a:pt x="1561" y="1384"/>
                  </a:lnTo>
                  <a:lnTo>
                    <a:pt x="1574" y="1364"/>
                  </a:lnTo>
                  <a:lnTo>
                    <a:pt x="1561" y="1364"/>
                  </a:lnTo>
                  <a:lnTo>
                    <a:pt x="1561" y="1344"/>
                  </a:lnTo>
                  <a:close/>
                  <a:moveTo>
                    <a:pt x="1092" y="1377"/>
                  </a:moveTo>
                  <a:lnTo>
                    <a:pt x="1087" y="1384"/>
                  </a:lnTo>
                  <a:lnTo>
                    <a:pt x="1084" y="1398"/>
                  </a:lnTo>
                  <a:lnTo>
                    <a:pt x="1092" y="1377"/>
                  </a:lnTo>
                  <a:close/>
                  <a:moveTo>
                    <a:pt x="1660" y="1384"/>
                  </a:moveTo>
                  <a:lnTo>
                    <a:pt x="1660" y="1423"/>
                  </a:lnTo>
                  <a:lnTo>
                    <a:pt x="1660" y="1443"/>
                  </a:lnTo>
                  <a:lnTo>
                    <a:pt x="1679" y="1423"/>
                  </a:lnTo>
                  <a:lnTo>
                    <a:pt x="1679" y="1403"/>
                  </a:lnTo>
                  <a:lnTo>
                    <a:pt x="1660" y="1384"/>
                  </a:lnTo>
                  <a:close/>
                  <a:moveTo>
                    <a:pt x="1304" y="1344"/>
                  </a:moveTo>
                  <a:lnTo>
                    <a:pt x="1304" y="1364"/>
                  </a:lnTo>
                  <a:lnTo>
                    <a:pt x="1284" y="1364"/>
                  </a:lnTo>
                  <a:lnTo>
                    <a:pt x="1284" y="1344"/>
                  </a:lnTo>
                  <a:lnTo>
                    <a:pt x="1265" y="1384"/>
                  </a:lnTo>
                  <a:lnTo>
                    <a:pt x="1265" y="1463"/>
                  </a:lnTo>
                  <a:lnTo>
                    <a:pt x="1284" y="1463"/>
                  </a:lnTo>
                  <a:lnTo>
                    <a:pt x="1284" y="1443"/>
                  </a:lnTo>
                  <a:lnTo>
                    <a:pt x="1304" y="1423"/>
                  </a:lnTo>
                  <a:lnTo>
                    <a:pt x="1304" y="1443"/>
                  </a:lnTo>
                  <a:lnTo>
                    <a:pt x="1324" y="1344"/>
                  </a:lnTo>
                  <a:close/>
                  <a:moveTo>
                    <a:pt x="1084" y="1398"/>
                  </a:moveTo>
                  <a:lnTo>
                    <a:pt x="1067" y="1443"/>
                  </a:lnTo>
                  <a:lnTo>
                    <a:pt x="1067" y="1463"/>
                  </a:lnTo>
                  <a:lnTo>
                    <a:pt x="1067" y="1482"/>
                  </a:lnTo>
                  <a:lnTo>
                    <a:pt x="1084" y="1398"/>
                  </a:lnTo>
                  <a:close/>
                  <a:moveTo>
                    <a:pt x="119" y="1"/>
                  </a:moveTo>
                  <a:lnTo>
                    <a:pt x="99" y="40"/>
                  </a:lnTo>
                  <a:lnTo>
                    <a:pt x="99" y="80"/>
                  </a:lnTo>
                  <a:lnTo>
                    <a:pt x="80" y="119"/>
                  </a:lnTo>
                  <a:lnTo>
                    <a:pt x="60" y="139"/>
                  </a:lnTo>
                  <a:lnTo>
                    <a:pt x="40" y="297"/>
                  </a:lnTo>
                  <a:lnTo>
                    <a:pt x="20" y="475"/>
                  </a:lnTo>
                  <a:lnTo>
                    <a:pt x="20" y="534"/>
                  </a:lnTo>
                  <a:lnTo>
                    <a:pt x="1" y="594"/>
                  </a:lnTo>
                  <a:lnTo>
                    <a:pt x="20" y="613"/>
                  </a:lnTo>
                  <a:lnTo>
                    <a:pt x="20" y="574"/>
                  </a:lnTo>
                  <a:lnTo>
                    <a:pt x="40" y="594"/>
                  </a:lnTo>
                  <a:lnTo>
                    <a:pt x="40" y="633"/>
                  </a:lnTo>
                  <a:lnTo>
                    <a:pt x="60" y="594"/>
                  </a:lnTo>
                  <a:lnTo>
                    <a:pt x="40" y="653"/>
                  </a:lnTo>
                  <a:lnTo>
                    <a:pt x="20" y="732"/>
                  </a:lnTo>
                  <a:lnTo>
                    <a:pt x="40" y="752"/>
                  </a:lnTo>
                  <a:lnTo>
                    <a:pt x="40" y="732"/>
                  </a:lnTo>
                  <a:lnTo>
                    <a:pt x="60" y="712"/>
                  </a:lnTo>
                  <a:lnTo>
                    <a:pt x="60" y="752"/>
                  </a:lnTo>
                  <a:lnTo>
                    <a:pt x="60" y="791"/>
                  </a:lnTo>
                  <a:lnTo>
                    <a:pt x="60" y="811"/>
                  </a:lnTo>
                  <a:lnTo>
                    <a:pt x="60" y="850"/>
                  </a:lnTo>
                  <a:lnTo>
                    <a:pt x="80" y="771"/>
                  </a:lnTo>
                  <a:lnTo>
                    <a:pt x="80" y="791"/>
                  </a:lnTo>
                  <a:lnTo>
                    <a:pt x="99" y="712"/>
                  </a:lnTo>
                  <a:lnTo>
                    <a:pt x="119" y="732"/>
                  </a:lnTo>
                  <a:lnTo>
                    <a:pt x="119" y="771"/>
                  </a:lnTo>
                  <a:lnTo>
                    <a:pt x="80" y="831"/>
                  </a:lnTo>
                  <a:lnTo>
                    <a:pt x="80" y="870"/>
                  </a:lnTo>
                  <a:lnTo>
                    <a:pt x="99" y="870"/>
                  </a:lnTo>
                  <a:lnTo>
                    <a:pt x="99" y="890"/>
                  </a:lnTo>
                  <a:lnTo>
                    <a:pt x="80" y="910"/>
                  </a:lnTo>
                  <a:lnTo>
                    <a:pt x="80" y="989"/>
                  </a:lnTo>
                  <a:lnTo>
                    <a:pt x="99" y="969"/>
                  </a:lnTo>
                  <a:lnTo>
                    <a:pt x="119" y="929"/>
                  </a:lnTo>
                  <a:lnTo>
                    <a:pt x="139" y="929"/>
                  </a:lnTo>
                  <a:lnTo>
                    <a:pt x="119" y="969"/>
                  </a:lnTo>
                  <a:lnTo>
                    <a:pt x="139" y="949"/>
                  </a:lnTo>
                  <a:lnTo>
                    <a:pt x="139" y="969"/>
                  </a:lnTo>
                  <a:lnTo>
                    <a:pt x="139" y="1028"/>
                  </a:lnTo>
                  <a:lnTo>
                    <a:pt x="139" y="1048"/>
                  </a:lnTo>
                  <a:lnTo>
                    <a:pt x="159" y="1048"/>
                  </a:lnTo>
                  <a:lnTo>
                    <a:pt x="178" y="1008"/>
                  </a:lnTo>
                  <a:lnTo>
                    <a:pt x="178" y="1068"/>
                  </a:lnTo>
                  <a:lnTo>
                    <a:pt x="198" y="949"/>
                  </a:lnTo>
                  <a:lnTo>
                    <a:pt x="218" y="910"/>
                  </a:lnTo>
                  <a:lnTo>
                    <a:pt x="238" y="870"/>
                  </a:lnTo>
                  <a:lnTo>
                    <a:pt x="238" y="929"/>
                  </a:lnTo>
                  <a:lnTo>
                    <a:pt x="218" y="989"/>
                  </a:lnTo>
                  <a:lnTo>
                    <a:pt x="198" y="1107"/>
                  </a:lnTo>
                  <a:lnTo>
                    <a:pt x="218" y="1107"/>
                  </a:lnTo>
                  <a:lnTo>
                    <a:pt x="218" y="1147"/>
                  </a:lnTo>
                  <a:lnTo>
                    <a:pt x="198" y="1186"/>
                  </a:lnTo>
                  <a:lnTo>
                    <a:pt x="218" y="1226"/>
                  </a:lnTo>
                  <a:lnTo>
                    <a:pt x="218" y="1245"/>
                  </a:lnTo>
                  <a:lnTo>
                    <a:pt x="238" y="1186"/>
                  </a:lnTo>
                  <a:lnTo>
                    <a:pt x="238" y="1206"/>
                  </a:lnTo>
                  <a:lnTo>
                    <a:pt x="238" y="1265"/>
                  </a:lnTo>
                  <a:lnTo>
                    <a:pt x="257" y="1245"/>
                  </a:lnTo>
                  <a:lnTo>
                    <a:pt x="257" y="1265"/>
                  </a:lnTo>
                  <a:lnTo>
                    <a:pt x="277" y="1245"/>
                  </a:lnTo>
                  <a:lnTo>
                    <a:pt x="297" y="1206"/>
                  </a:lnTo>
                  <a:lnTo>
                    <a:pt x="317" y="1245"/>
                  </a:lnTo>
                  <a:lnTo>
                    <a:pt x="310" y="1265"/>
                  </a:lnTo>
                  <a:lnTo>
                    <a:pt x="356" y="1127"/>
                  </a:lnTo>
                  <a:lnTo>
                    <a:pt x="356" y="1186"/>
                  </a:lnTo>
                  <a:lnTo>
                    <a:pt x="336" y="1285"/>
                  </a:lnTo>
                  <a:lnTo>
                    <a:pt x="336" y="1265"/>
                  </a:lnTo>
                  <a:lnTo>
                    <a:pt x="317" y="1305"/>
                  </a:lnTo>
                  <a:lnTo>
                    <a:pt x="317" y="1324"/>
                  </a:lnTo>
                  <a:lnTo>
                    <a:pt x="336" y="1305"/>
                  </a:lnTo>
                  <a:lnTo>
                    <a:pt x="356" y="1265"/>
                  </a:lnTo>
                  <a:lnTo>
                    <a:pt x="376" y="1226"/>
                  </a:lnTo>
                  <a:lnTo>
                    <a:pt x="396" y="1186"/>
                  </a:lnTo>
                  <a:lnTo>
                    <a:pt x="435" y="1087"/>
                  </a:lnTo>
                  <a:lnTo>
                    <a:pt x="435" y="1147"/>
                  </a:lnTo>
                  <a:lnTo>
                    <a:pt x="415" y="1265"/>
                  </a:lnTo>
                  <a:lnTo>
                    <a:pt x="415" y="1344"/>
                  </a:lnTo>
                  <a:lnTo>
                    <a:pt x="435" y="1285"/>
                  </a:lnTo>
                  <a:lnTo>
                    <a:pt x="455" y="1226"/>
                  </a:lnTo>
                  <a:lnTo>
                    <a:pt x="455" y="1305"/>
                  </a:lnTo>
                  <a:lnTo>
                    <a:pt x="475" y="1324"/>
                  </a:lnTo>
                  <a:lnTo>
                    <a:pt x="475" y="1364"/>
                  </a:lnTo>
                  <a:lnTo>
                    <a:pt x="494" y="1384"/>
                  </a:lnTo>
                  <a:lnTo>
                    <a:pt x="514" y="1384"/>
                  </a:lnTo>
                  <a:lnTo>
                    <a:pt x="514" y="1285"/>
                  </a:lnTo>
                  <a:lnTo>
                    <a:pt x="494" y="1364"/>
                  </a:lnTo>
                  <a:lnTo>
                    <a:pt x="514" y="1245"/>
                  </a:lnTo>
                  <a:lnTo>
                    <a:pt x="554" y="1147"/>
                  </a:lnTo>
                  <a:lnTo>
                    <a:pt x="554" y="1166"/>
                  </a:lnTo>
                  <a:lnTo>
                    <a:pt x="554" y="1206"/>
                  </a:lnTo>
                  <a:lnTo>
                    <a:pt x="573" y="1166"/>
                  </a:lnTo>
                  <a:lnTo>
                    <a:pt x="573" y="1127"/>
                  </a:lnTo>
                  <a:lnTo>
                    <a:pt x="593" y="1107"/>
                  </a:lnTo>
                  <a:lnTo>
                    <a:pt x="593" y="1147"/>
                  </a:lnTo>
                  <a:lnTo>
                    <a:pt x="573" y="1206"/>
                  </a:lnTo>
                  <a:lnTo>
                    <a:pt x="593" y="1186"/>
                  </a:lnTo>
                  <a:lnTo>
                    <a:pt x="573" y="1265"/>
                  </a:lnTo>
                  <a:lnTo>
                    <a:pt x="573" y="1305"/>
                  </a:lnTo>
                  <a:lnTo>
                    <a:pt x="554" y="1364"/>
                  </a:lnTo>
                  <a:lnTo>
                    <a:pt x="573" y="1344"/>
                  </a:lnTo>
                  <a:lnTo>
                    <a:pt x="573" y="1344"/>
                  </a:lnTo>
                  <a:lnTo>
                    <a:pt x="554" y="1423"/>
                  </a:lnTo>
                  <a:lnTo>
                    <a:pt x="554" y="1443"/>
                  </a:lnTo>
                  <a:lnTo>
                    <a:pt x="573" y="1423"/>
                  </a:lnTo>
                  <a:lnTo>
                    <a:pt x="573" y="1443"/>
                  </a:lnTo>
                  <a:lnTo>
                    <a:pt x="593" y="1384"/>
                  </a:lnTo>
                  <a:lnTo>
                    <a:pt x="613" y="1443"/>
                  </a:lnTo>
                  <a:lnTo>
                    <a:pt x="633" y="1463"/>
                  </a:lnTo>
                  <a:lnTo>
                    <a:pt x="633" y="1403"/>
                  </a:lnTo>
                  <a:lnTo>
                    <a:pt x="652" y="1384"/>
                  </a:lnTo>
                  <a:lnTo>
                    <a:pt x="652" y="1403"/>
                  </a:lnTo>
                  <a:lnTo>
                    <a:pt x="652" y="1443"/>
                  </a:lnTo>
                  <a:lnTo>
                    <a:pt x="652" y="1463"/>
                  </a:lnTo>
                  <a:lnTo>
                    <a:pt x="692" y="1423"/>
                  </a:lnTo>
                  <a:lnTo>
                    <a:pt x="712" y="1324"/>
                  </a:lnTo>
                  <a:lnTo>
                    <a:pt x="712" y="1344"/>
                  </a:lnTo>
                  <a:lnTo>
                    <a:pt x="712" y="1384"/>
                  </a:lnTo>
                  <a:lnTo>
                    <a:pt x="751" y="1305"/>
                  </a:lnTo>
                  <a:lnTo>
                    <a:pt x="731" y="1364"/>
                  </a:lnTo>
                  <a:lnTo>
                    <a:pt x="731" y="1403"/>
                  </a:lnTo>
                  <a:lnTo>
                    <a:pt x="751" y="1403"/>
                  </a:lnTo>
                  <a:lnTo>
                    <a:pt x="751" y="1423"/>
                  </a:lnTo>
                  <a:lnTo>
                    <a:pt x="830" y="1226"/>
                  </a:lnTo>
                  <a:lnTo>
                    <a:pt x="870" y="1127"/>
                  </a:lnTo>
                  <a:lnTo>
                    <a:pt x="889" y="1008"/>
                  </a:lnTo>
                  <a:lnTo>
                    <a:pt x="889" y="1068"/>
                  </a:lnTo>
                  <a:lnTo>
                    <a:pt x="909" y="1107"/>
                  </a:lnTo>
                  <a:lnTo>
                    <a:pt x="889" y="1186"/>
                  </a:lnTo>
                  <a:lnTo>
                    <a:pt x="889" y="1206"/>
                  </a:lnTo>
                  <a:lnTo>
                    <a:pt x="870" y="1245"/>
                  </a:lnTo>
                  <a:lnTo>
                    <a:pt x="870" y="1324"/>
                  </a:lnTo>
                  <a:lnTo>
                    <a:pt x="850" y="1384"/>
                  </a:lnTo>
                  <a:lnTo>
                    <a:pt x="850" y="1324"/>
                  </a:lnTo>
                  <a:lnTo>
                    <a:pt x="830" y="1364"/>
                  </a:lnTo>
                  <a:lnTo>
                    <a:pt x="830" y="1403"/>
                  </a:lnTo>
                  <a:lnTo>
                    <a:pt x="810" y="1502"/>
                  </a:lnTo>
                  <a:lnTo>
                    <a:pt x="830" y="1482"/>
                  </a:lnTo>
                  <a:lnTo>
                    <a:pt x="830" y="1463"/>
                  </a:lnTo>
                  <a:lnTo>
                    <a:pt x="850" y="1502"/>
                  </a:lnTo>
                  <a:lnTo>
                    <a:pt x="850" y="1482"/>
                  </a:lnTo>
                  <a:lnTo>
                    <a:pt x="870" y="1463"/>
                  </a:lnTo>
                  <a:lnTo>
                    <a:pt x="870" y="1482"/>
                  </a:lnTo>
                  <a:lnTo>
                    <a:pt x="889" y="1403"/>
                  </a:lnTo>
                  <a:lnTo>
                    <a:pt x="909" y="1403"/>
                  </a:lnTo>
                  <a:lnTo>
                    <a:pt x="909" y="1423"/>
                  </a:lnTo>
                  <a:lnTo>
                    <a:pt x="889" y="1482"/>
                  </a:lnTo>
                  <a:lnTo>
                    <a:pt x="909" y="1443"/>
                  </a:lnTo>
                  <a:lnTo>
                    <a:pt x="929" y="1443"/>
                  </a:lnTo>
                  <a:lnTo>
                    <a:pt x="949" y="1364"/>
                  </a:lnTo>
                  <a:lnTo>
                    <a:pt x="968" y="1265"/>
                  </a:lnTo>
                  <a:lnTo>
                    <a:pt x="988" y="1245"/>
                  </a:lnTo>
                  <a:lnTo>
                    <a:pt x="1008" y="1245"/>
                  </a:lnTo>
                  <a:lnTo>
                    <a:pt x="988" y="1285"/>
                  </a:lnTo>
                  <a:lnTo>
                    <a:pt x="968" y="1305"/>
                  </a:lnTo>
                  <a:lnTo>
                    <a:pt x="1008" y="1285"/>
                  </a:lnTo>
                  <a:lnTo>
                    <a:pt x="1008" y="1324"/>
                  </a:lnTo>
                  <a:lnTo>
                    <a:pt x="988" y="1344"/>
                  </a:lnTo>
                  <a:lnTo>
                    <a:pt x="988" y="1364"/>
                  </a:lnTo>
                  <a:lnTo>
                    <a:pt x="1008" y="1364"/>
                  </a:lnTo>
                  <a:lnTo>
                    <a:pt x="1028" y="1285"/>
                  </a:lnTo>
                  <a:lnTo>
                    <a:pt x="1047" y="1305"/>
                  </a:lnTo>
                  <a:lnTo>
                    <a:pt x="1047" y="1324"/>
                  </a:lnTo>
                  <a:lnTo>
                    <a:pt x="1047" y="1403"/>
                  </a:lnTo>
                  <a:lnTo>
                    <a:pt x="1047" y="1463"/>
                  </a:lnTo>
                  <a:lnTo>
                    <a:pt x="1067" y="1384"/>
                  </a:lnTo>
                  <a:lnTo>
                    <a:pt x="1107" y="1305"/>
                  </a:lnTo>
                  <a:lnTo>
                    <a:pt x="1087" y="1324"/>
                  </a:lnTo>
                  <a:lnTo>
                    <a:pt x="1087" y="1305"/>
                  </a:lnTo>
                  <a:lnTo>
                    <a:pt x="1087" y="1265"/>
                  </a:lnTo>
                  <a:lnTo>
                    <a:pt x="1107" y="1226"/>
                  </a:lnTo>
                  <a:lnTo>
                    <a:pt x="1126" y="1186"/>
                  </a:lnTo>
                  <a:lnTo>
                    <a:pt x="1126" y="1206"/>
                  </a:lnTo>
                  <a:lnTo>
                    <a:pt x="1126" y="1226"/>
                  </a:lnTo>
                  <a:lnTo>
                    <a:pt x="1126" y="1285"/>
                  </a:lnTo>
                  <a:lnTo>
                    <a:pt x="1092" y="1377"/>
                  </a:lnTo>
                  <a:lnTo>
                    <a:pt x="1146" y="1305"/>
                  </a:lnTo>
                  <a:lnTo>
                    <a:pt x="1186" y="1245"/>
                  </a:lnTo>
                  <a:lnTo>
                    <a:pt x="1166" y="1305"/>
                  </a:lnTo>
                  <a:lnTo>
                    <a:pt x="1146" y="1364"/>
                  </a:lnTo>
                  <a:lnTo>
                    <a:pt x="1126" y="1403"/>
                  </a:lnTo>
                  <a:lnTo>
                    <a:pt x="1107" y="1482"/>
                  </a:lnTo>
                  <a:lnTo>
                    <a:pt x="1126" y="1443"/>
                  </a:lnTo>
                  <a:lnTo>
                    <a:pt x="1146" y="1423"/>
                  </a:lnTo>
                  <a:lnTo>
                    <a:pt x="1146" y="1463"/>
                  </a:lnTo>
                  <a:lnTo>
                    <a:pt x="1186" y="1443"/>
                  </a:lnTo>
                  <a:lnTo>
                    <a:pt x="1186" y="1403"/>
                  </a:lnTo>
                  <a:lnTo>
                    <a:pt x="1186" y="1384"/>
                  </a:lnTo>
                  <a:lnTo>
                    <a:pt x="1205" y="1403"/>
                  </a:lnTo>
                  <a:lnTo>
                    <a:pt x="1225" y="1384"/>
                  </a:lnTo>
                  <a:lnTo>
                    <a:pt x="1245" y="1403"/>
                  </a:lnTo>
                  <a:lnTo>
                    <a:pt x="1245" y="1384"/>
                  </a:lnTo>
                  <a:lnTo>
                    <a:pt x="1265" y="1364"/>
                  </a:lnTo>
                  <a:lnTo>
                    <a:pt x="1245" y="1364"/>
                  </a:lnTo>
                  <a:lnTo>
                    <a:pt x="1245" y="1344"/>
                  </a:lnTo>
                  <a:lnTo>
                    <a:pt x="1245" y="1285"/>
                  </a:lnTo>
                  <a:lnTo>
                    <a:pt x="1284" y="1245"/>
                  </a:lnTo>
                  <a:lnTo>
                    <a:pt x="1304" y="1226"/>
                  </a:lnTo>
                  <a:lnTo>
                    <a:pt x="1304" y="1206"/>
                  </a:lnTo>
                  <a:lnTo>
                    <a:pt x="1324" y="1186"/>
                  </a:lnTo>
                  <a:lnTo>
                    <a:pt x="1344" y="1186"/>
                  </a:lnTo>
                  <a:lnTo>
                    <a:pt x="1344" y="1226"/>
                  </a:lnTo>
                  <a:lnTo>
                    <a:pt x="1324" y="1245"/>
                  </a:lnTo>
                  <a:lnTo>
                    <a:pt x="1304" y="1305"/>
                  </a:lnTo>
                  <a:lnTo>
                    <a:pt x="1304" y="1314"/>
                  </a:lnTo>
                  <a:lnTo>
                    <a:pt x="1324" y="1285"/>
                  </a:lnTo>
                  <a:lnTo>
                    <a:pt x="1344" y="1245"/>
                  </a:lnTo>
                  <a:lnTo>
                    <a:pt x="1363" y="1245"/>
                  </a:lnTo>
                  <a:lnTo>
                    <a:pt x="1354" y="1265"/>
                  </a:lnTo>
                  <a:lnTo>
                    <a:pt x="1363" y="1265"/>
                  </a:lnTo>
                  <a:lnTo>
                    <a:pt x="1344" y="1305"/>
                  </a:lnTo>
                  <a:lnTo>
                    <a:pt x="1324" y="1384"/>
                  </a:lnTo>
                  <a:lnTo>
                    <a:pt x="1363" y="1305"/>
                  </a:lnTo>
                  <a:lnTo>
                    <a:pt x="1344" y="1364"/>
                  </a:lnTo>
                  <a:lnTo>
                    <a:pt x="1363" y="1324"/>
                  </a:lnTo>
                  <a:lnTo>
                    <a:pt x="1383" y="1305"/>
                  </a:lnTo>
                  <a:lnTo>
                    <a:pt x="1383" y="1305"/>
                  </a:lnTo>
                  <a:lnTo>
                    <a:pt x="1363" y="1344"/>
                  </a:lnTo>
                  <a:lnTo>
                    <a:pt x="1383" y="1344"/>
                  </a:lnTo>
                  <a:lnTo>
                    <a:pt x="1403" y="1285"/>
                  </a:lnTo>
                  <a:lnTo>
                    <a:pt x="1403" y="1226"/>
                  </a:lnTo>
                  <a:lnTo>
                    <a:pt x="1423" y="1166"/>
                  </a:lnTo>
                  <a:lnTo>
                    <a:pt x="1462" y="1166"/>
                  </a:lnTo>
                  <a:lnTo>
                    <a:pt x="1462" y="1226"/>
                  </a:lnTo>
                  <a:lnTo>
                    <a:pt x="1482" y="1166"/>
                  </a:lnTo>
                  <a:lnTo>
                    <a:pt x="1482" y="1206"/>
                  </a:lnTo>
                  <a:lnTo>
                    <a:pt x="1482" y="1245"/>
                  </a:lnTo>
                  <a:lnTo>
                    <a:pt x="1462" y="1245"/>
                  </a:lnTo>
                  <a:lnTo>
                    <a:pt x="1462" y="1265"/>
                  </a:lnTo>
                  <a:lnTo>
                    <a:pt x="1442" y="1324"/>
                  </a:lnTo>
                  <a:lnTo>
                    <a:pt x="1442" y="1364"/>
                  </a:lnTo>
                  <a:lnTo>
                    <a:pt x="1462" y="1285"/>
                  </a:lnTo>
                  <a:lnTo>
                    <a:pt x="1462" y="1305"/>
                  </a:lnTo>
                  <a:lnTo>
                    <a:pt x="1462" y="1364"/>
                  </a:lnTo>
                  <a:lnTo>
                    <a:pt x="1475" y="1338"/>
                  </a:lnTo>
                  <a:lnTo>
                    <a:pt x="1475" y="1338"/>
                  </a:lnTo>
                  <a:lnTo>
                    <a:pt x="1462" y="1403"/>
                  </a:lnTo>
                  <a:lnTo>
                    <a:pt x="1482" y="1423"/>
                  </a:lnTo>
                  <a:lnTo>
                    <a:pt x="1482" y="1384"/>
                  </a:lnTo>
                  <a:lnTo>
                    <a:pt x="1482" y="1344"/>
                  </a:lnTo>
                  <a:lnTo>
                    <a:pt x="1502" y="1344"/>
                  </a:lnTo>
                  <a:lnTo>
                    <a:pt x="1502" y="1364"/>
                  </a:lnTo>
                  <a:lnTo>
                    <a:pt x="1521" y="1364"/>
                  </a:lnTo>
                  <a:lnTo>
                    <a:pt x="1521" y="1384"/>
                  </a:lnTo>
                  <a:lnTo>
                    <a:pt x="1541" y="1324"/>
                  </a:lnTo>
                  <a:lnTo>
                    <a:pt x="1521" y="1324"/>
                  </a:lnTo>
                  <a:lnTo>
                    <a:pt x="1521" y="1305"/>
                  </a:lnTo>
                  <a:lnTo>
                    <a:pt x="1541" y="1285"/>
                  </a:lnTo>
                  <a:lnTo>
                    <a:pt x="1561" y="1265"/>
                  </a:lnTo>
                  <a:lnTo>
                    <a:pt x="1581" y="1265"/>
                  </a:lnTo>
                  <a:lnTo>
                    <a:pt x="1600" y="1226"/>
                  </a:lnTo>
                  <a:lnTo>
                    <a:pt x="1600" y="1285"/>
                  </a:lnTo>
                  <a:lnTo>
                    <a:pt x="1585" y="1348"/>
                  </a:lnTo>
                  <a:lnTo>
                    <a:pt x="1600" y="1324"/>
                  </a:lnTo>
                  <a:lnTo>
                    <a:pt x="1620" y="1364"/>
                  </a:lnTo>
                  <a:lnTo>
                    <a:pt x="1600" y="1423"/>
                  </a:lnTo>
                  <a:lnTo>
                    <a:pt x="1600" y="1463"/>
                  </a:lnTo>
                  <a:lnTo>
                    <a:pt x="1600" y="1482"/>
                  </a:lnTo>
                  <a:lnTo>
                    <a:pt x="1620" y="1463"/>
                  </a:lnTo>
                  <a:lnTo>
                    <a:pt x="1620" y="1384"/>
                  </a:lnTo>
                  <a:lnTo>
                    <a:pt x="1640" y="1384"/>
                  </a:lnTo>
                  <a:lnTo>
                    <a:pt x="1660" y="1344"/>
                  </a:lnTo>
                  <a:lnTo>
                    <a:pt x="1423" y="732"/>
                  </a:lnTo>
                  <a:lnTo>
                    <a:pt x="1126" y="60"/>
                  </a:lnTo>
                  <a:lnTo>
                    <a:pt x="1087" y="119"/>
                  </a:lnTo>
                  <a:lnTo>
                    <a:pt x="1087" y="139"/>
                  </a:lnTo>
                  <a:lnTo>
                    <a:pt x="1087" y="198"/>
                  </a:lnTo>
                  <a:lnTo>
                    <a:pt x="1067" y="218"/>
                  </a:lnTo>
                  <a:lnTo>
                    <a:pt x="1047" y="238"/>
                  </a:lnTo>
                  <a:lnTo>
                    <a:pt x="1047" y="198"/>
                  </a:lnTo>
                  <a:lnTo>
                    <a:pt x="1067" y="159"/>
                  </a:lnTo>
                  <a:lnTo>
                    <a:pt x="1067" y="100"/>
                  </a:lnTo>
                  <a:lnTo>
                    <a:pt x="1047" y="100"/>
                  </a:lnTo>
                  <a:lnTo>
                    <a:pt x="1047" y="60"/>
                  </a:lnTo>
                  <a:lnTo>
                    <a:pt x="1028" y="80"/>
                  </a:lnTo>
                  <a:lnTo>
                    <a:pt x="1008" y="119"/>
                  </a:lnTo>
                  <a:lnTo>
                    <a:pt x="1008" y="80"/>
                  </a:lnTo>
                  <a:lnTo>
                    <a:pt x="1028" y="40"/>
                  </a:lnTo>
                  <a:lnTo>
                    <a:pt x="1008" y="40"/>
                  </a:lnTo>
                  <a:lnTo>
                    <a:pt x="988" y="80"/>
                  </a:lnTo>
                  <a:lnTo>
                    <a:pt x="988" y="80"/>
                  </a:lnTo>
                  <a:lnTo>
                    <a:pt x="968" y="159"/>
                  </a:lnTo>
                  <a:lnTo>
                    <a:pt x="968" y="139"/>
                  </a:lnTo>
                  <a:lnTo>
                    <a:pt x="949" y="159"/>
                  </a:lnTo>
                  <a:lnTo>
                    <a:pt x="988" y="80"/>
                  </a:lnTo>
                  <a:lnTo>
                    <a:pt x="929" y="179"/>
                  </a:lnTo>
                  <a:lnTo>
                    <a:pt x="929" y="159"/>
                  </a:lnTo>
                  <a:lnTo>
                    <a:pt x="889" y="218"/>
                  </a:lnTo>
                  <a:lnTo>
                    <a:pt x="870" y="258"/>
                  </a:lnTo>
                  <a:lnTo>
                    <a:pt x="870" y="218"/>
                  </a:lnTo>
                  <a:lnTo>
                    <a:pt x="870" y="198"/>
                  </a:lnTo>
                  <a:lnTo>
                    <a:pt x="850" y="218"/>
                  </a:lnTo>
                  <a:lnTo>
                    <a:pt x="870" y="119"/>
                  </a:lnTo>
                  <a:lnTo>
                    <a:pt x="889" y="119"/>
                  </a:lnTo>
                  <a:lnTo>
                    <a:pt x="889" y="80"/>
                  </a:lnTo>
                  <a:lnTo>
                    <a:pt x="889" y="40"/>
                  </a:lnTo>
                  <a:lnTo>
                    <a:pt x="850" y="40"/>
                  </a:lnTo>
                  <a:lnTo>
                    <a:pt x="810" y="60"/>
                  </a:lnTo>
                  <a:lnTo>
                    <a:pt x="791" y="40"/>
                  </a:lnTo>
                  <a:lnTo>
                    <a:pt x="771" y="60"/>
                  </a:lnTo>
                  <a:lnTo>
                    <a:pt x="751" y="1"/>
                  </a:lnTo>
                  <a:lnTo>
                    <a:pt x="692" y="1"/>
                  </a:lnTo>
                  <a:lnTo>
                    <a:pt x="672" y="21"/>
                  </a:lnTo>
                  <a:lnTo>
                    <a:pt x="652" y="40"/>
                  </a:lnTo>
                  <a:lnTo>
                    <a:pt x="652" y="1"/>
                  </a:lnTo>
                  <a:lnTo>
                    <a:pt x="613" y="80"/>
                  </a:lnTo>
                  <a:lnTo>
                    <a:pt x="573" y="119"/>
                  </a:lnTo>
                  <a:lnTo>
                    <a:pt x="534" y="159"/>
                  </a:lnTo>
                  <a:lnTo>
                    <a:pt x="494" y="258"/>
                  </a:lnTo>
                  <a:lnTo>
                    <a:pt x="494" y="198"/>
                  </a:lnTo>
                  <a:lnTo>
                    <a:pt x="514" y="139"/>
                  </a:lnTo>
                  <a:lnTo>
                    <a:pt x="494" y="179"/>
                  </a:lnTo>
                  <a:lnTo>
                    <a:pt x="475" y="198"/>
                  </a:lnTo>
                  <a:lnTo>
                    <a:pt x="475" y="159"/>
                  </a:lnTo>
                  <a:lnTo>
                    <a:pt x="494" y="119"/>
                  </a:lnTo>
                  <a:lnTo>
                    <a:pt x="494" y="100"/>
                  </a:lnTo>
                  <a:lnTo>
                    <a:pt x="475" y="119"/>
                  </a:lnTo>
                  <a:lnTo>
                    <a:pt x="475" y="100"/>
                  </a:lnTo>
                  <a:lnTo>
                    <a:pt x="455" y="179"/>
                  </a:lnTo>
                  <a:lnTo>
                    <a:pt x="415" y="238"/>
                  </a:lnTo>
                  <a:lnTo>
                    <a:pt x="415" y="277"/>
                  </a:lnTo>
                  <a:lnTo>
                    <a:pt x="356" y="317"/>
                  </a:lnTo>
                  <a:lnTo>
                    <a:pt x="297" y="337"/>
                  </a:lnTo>
                  <a:lnTo>
                    <a:pt x="238" y="317"/>
                  </a:lnTo>
                  <a:lnTo>
                    <a:pt x="198" y="277"/>
                  </a:lnTo>
                  <a:lnTo>
                    <a:pt x="218" y="238"/>
                  </a:lnTo>
                  <a:lnTo>
                    <a:pt x="198" y="258"/>
                  </a:lnTo>
                  <a:lnTo>
                    <a:pt x="178" y="238"/>
                  </a:lnTo>
                  <a:lnTo>
                    <a:pt x="198" y="238"/>
                  </a:lnTo>
                  <a:lnTo>
                    <a:pt x="178" y="198"/>
                  </a:lnTo>
                  <a:lnTo>
                    <a:pt x="178" y="218"/>
                  </a:lnTo>
                  <a:lnTo>
                    <a:pt x="159" y="238"/>
                  </a:lnTo>
                  <a:lnTo>
                    <a:pt x="159" y="198"/>
                  </a:lnTo>
                  <a:lnTo>
                    <a:pt x="159" y="179"/>
                  </a:lnTo>
                  <a:lnTo>
                    <a:pt x="139" y="139"/>
                  </a:lnTo>
                  <a:lnTo>
                    <a:pt x="139" y="119"/>
                  </a:lnTo>
                  <a:lnTo>
                    <a:pt x="119" y="139"/>
                  </a:lnTo>
                  <a:lnTo>
                    <a:pt x="119" y="80"/>
                  </a:lnTo>
                  <a:lnTo>
                    <a:pt x="119" y="1"/>
                  </a:lnTo>
                  <a:close/>
                  <a:moveTo>
                    <a:pt x="1047" y="1324"/>
                  </a:moveTo>
                  <a:lnTo>
                    <a:pt x="1008" y="1403"/>
                  </a:lnTo>
                  <a:lnTo>
                    <a:pt x="988" y="1482"/>
                  </a:lnTo>
                  <a:lnTo>
                    <a:pt x="988" y="1463"/>
                  </a:lnTo>
                  <a:lnTo>
                    <a:pt x="988" y="1443"/>
                  </a:lnTo>
                  <a:lnTo>
                    <a:pt x="968" y="1443"/>
                  </a:lnTo>
                  <a:lnTo>
                    <a:pt x="968" y="1423"/>
                  </a:lnTo>
                  <a:lnTo>
                    <a:pt x="949" y="1423"/>
                  </a:lnTo>
                  <a:lnTo>
                    <a:pt x="929" y="1463"/>
                  </a:lnTo>
                  <a:lnTo>
                    <a:pt x="929" y="1502"/>
                  </a:lnTo>
                  <a:lnTo>
                    <a:pt x="968" y="1502"/>
                  </a:lnTo>
                  <a:lnTo>
                    <a:pt x="968" y="1542"/>
                  </a:lnTo>
                  <a:lnTo>
                    <a:pt x="1028" y="1443"/>
                  </a:lnTo>
                  <a:lnTo>
                    <a:pt x="1028" y="1384"/>
                  </a:lnTo>
                  <a:lnTo>
                    <a:pt x="1047" y="1324"/>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9" name="Google Shape;5349;p20"/>
            <p:cNvSpPr/>
            <p:nvPr/>
          </p:nvSpPr>
          <p:spPr>
            <a:xfrm>
              <a:off x="-1500775" y="350550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0" name="Google Shape;5350;p20"/>
            <p:cNvSpPr/>
            <p:nvPr/>
          </p:nvSpPr>
          <p:spPr>
            <a:xfrm>
              <a:off x="-1570900" y="340822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1" name="Google Shape;5351;p20"/>
            <p:cNvSpPr/>
            <p:nvPr/>
          </p:nvSpPr>
          <p:spPr>
            <a:xfrm>
              <a:off x="-1572875" y="3408225"/>
              <a:ext cx="525" cy="500"/>
            </a:xfrm>
            <a:custGeom>
              <a:rect b="b" l="l" r="r" t="t"/>
              <a:pathLst>
                <a:path extrusionOk="0" h="20" w="21">
                  <a:moveTo>
                    <a:pt x="1" y="20"/>
                  </a:moveTo>
                  <a:lnTo>
                    <a:pt x="1" y="20"/>
                  </a:lnTo>
                  <a:lnTo>
                    <a:pt x="1" y="20"/>
                  </a:lnTo>
                  <a:lnTo>
                    <a:pt x="1" y="20"/>
                  </a:lnTo>
                  <a:lnTo>
                    <a:pt x="20"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2" name="Google Shape;5352;p20"/>
            <p:cNvSpPr/>
            <p:nvPr/>
          </p:nvSpPr>
          <p:spPr>
            <a:xfrm>
              <a:off x="-1629175" y="3384025"/>
              <a:ext cx="61750" cy="41500"/>
            </a:xfrm>
            <a:custGeom>
              <a:rect b="b" l="l" r="r" t="t"/>
              <a:pathLst>
                <a:path extrusionOk="0" h="1660" w="2470">
                  <a:moveTo>
                    <a:pt x="850" y="237"/>
                  </a:moveTo>
                  <a:lnTo>
                    <a:pt x="850" y="237"/>
                  </a:lnTo>
                  <a:lnTo>
                    <a:pt x="850" y="237"/>
                  </a:lnTo>
                  <a:close/>
                  <a:moveTo>
                    <a:pt x="1186" y="257"/>
                  </a:moveTo>
                  <a:lnTo>
                    <a:pt x="1186" y="257"/>
                  </a:lnTo>
                  <a:lnTo>
                    <a:pt x="1186" y="257"/>
                  </a:lnTo>
                  <a:close/>
                  <a:moveTo>
                    <a:pt x="1285" y="198"/>
                  </a:moveTo>
                  <a:lnTo>
                    <a:pt x="1245" y="237"/>
                  </a:lnTo>
                  <a:lnTo>
                    <a:pt x="1245" y="257"/>
                  </a:lnTo>
                  <a:lnTo>
                    <a:pt x="1225" y="277"/>
                  </a:lnTo>
                  <a:lnTo>
                    <a:pt x="1245" y="277"/>
                  </a:lnTo>
                  <a:lnTo>
                    <a:pt x="1265" y="257"/>
                  </a:lnTo>
                  <a:lnTo>
                    <a:pt x="1285" y="198"/>
                  </a:lnTo>
                  <a:close/>
                  <a:moveTo>
                    <a:pt x="2055" y="435"/>
                  </a:moveTo>
                  <a:lnTo>
                    <a:pt x="2055" y="435"/>
                  </a:lnTo>
                  <a:lnTo>
                    <a:pt x="2055" y="435"/>
                  </a:lnTo>
                  <a:close/>
                  <a:moveTo>
                    <a:pt x="1660" y="652"/>
                  </a:moveTo>
                  <a:lnTo>
                    <a:pt x="1660" y="672"/>
                  </a:lnTo>
                  <a:lnTo>
                    <a:pt x="1680" y="672"/>
                  </a:lnTo>
                  <a:lnTo>
                    <a:pt x="1660" y="652"/>
                  </a:lnTo>
                  <a:close/>
                  <a:moveTo>
                    <a:pt x="2253" y="692"/>
                  </a:moveTo>
                  <a:lnTo>
                    <a:pt x="2253" y="692"/>
                  </a:lnTo>
                  <a:lnTo>
                    <a:pt x="2253" y="692"/>
                  </a:lnTo>
                  <a:close/>
                  <a:moveTo>
                    <a:pt x="2470" y="692"/>
                  </a:moveTo>
                  <a:lnTo>
                    <a:pt x="2470" y="692"/>
                  </a:lnTo>
                  <a:lnTo>
                    <a:pt x="2470" y="692"/>
                  </a:lnTo>
                  <a:close/>
                  <a:moveTo>
                    <a:pt x="2253" y="692"/>
                  </a:moveTo>
                  <a:lnTo>
                    <a:pt x="2243" y="711"/>
                  </a:lnTo>
                  <a:lnTo>
                    <a:pt x="2253" y="692"/>
                  </a:lnTo>
                  <a:close/>
                  <a:moveTo>
                    <a:pt x="2243" y="711"/>
                  </a:moveTo>
                  <a:lnTo>
                    <a:pt x="2230" y="737"/>
                  </a:lnTo>
                  <a:lnTo>
                    <a:pt x="2233" y="731"/>
                  </a:lnTo>
                  <a:lnTo>
                    <a:pt x="2243" y="711"/>
                  </a:lnTo>
                  <a:close/>
                  <a:moveTo>
                    <a:pt x="2230" y="737"/>
                  </a:moveTo>
                  <a:lnTo>
                    <a:pt x="2218" y="761"/>
                  </a:lnTo>
                  <a:lnTo>
                    <a:pt x="2230" y="737"/>
                  </a:lnTo>
                  <a:close/>
                  <a:moveTo>
                    <a:pt x="2218" y="761"/>
                  </a:moveTo>
                  <a:lnTo>
                    <a:pt x="2213" y="771"/>
                  </a:lnTo>
                  <a:lnTo>
                    <a:pt x="2218" y="761"/>
                  </a:lnTo>
                  <a:close/>
                  <a:moveTo>
                    <a:pt x="2213" y="771"/>
                  </a:moveTo>
                  <a:lnTo>
                    <a:pt x="2204" y="789"/>
                  </a:lnTo>
                  <a:lnTo>
                    <a:pt x="2213" y="771"/>
                  </a:lnTo>
                  <a:close/>
                  <a:moveTo>
                    <a:pt x="2371" y="731"/>
                  </a:moveTo>
                  <a:lnTo>
                    <a:pt x="2332" y="790"/>
                  </a:lnTo>
                  <a:lnTo>
                    <a:pt x="2371" y="751"/>
                  </a:lnTo>
                  <a:lnTo>
                    <a:pt x="2391" y="731"/>
                  </a:lnTo>
                  <a:close/>
                  <a:moveTo>
                    <a:pt x="2401" y="850"/>
                  </a:moveTo>
                  <a:lnTo>
                    <a:pt x="2391" y="869"/>
                  </a:lnTo>
                  <a:lnTo>
                    <a:pt x="2391" y="869"/>
                  </a:lnTo>
                  <a:lnTo>
                    <a:pt x="2411" y="850"/>
                  </a:lnTo>
                  <a:close/>
                  <a:moveTo>
                    <a:pt x="2272" y="929"/>
                  </a:moveTo>
                  <a:lnTo>
                    <a:pt x="2246" y="968"/>
                  </a:lnTo>
                  <a:lnTo>
                    <a:pt x="2253" y="968"/>
                  </a:lnTo>
                  <a:lnTo>
                    <a:pt x="2272" y="929"/>
                  </a:lnTo>
                  <a:close/>
                  <a:moveTo>
                    <a:pt x="2238" y="968"/>
                  </a:moveTo>
                  <a:lnTo>
                    <a:pt x="2233" y="988"/>
                  </a:lnTo>
                  <a:lnTo>
                    <a:pt x="2246" y="968"/>
                  </a:lnTo>
                  <a:close/>
                  <a:moveTo>
                    <a:pt x="80" y="988"/>
                  </a:moveTo>
                  <a:lnTo>
                    <a:pt x="80" y="988"/>
                  </a:lnTo>
                  <a:lnTo>
                    <a:pt x="80" y="988"/>
                  </a:lnTo>
                  <a:lnTo>
                    <a:pt x="67" y="1027"/>
                  </a:lnTo>
                  <a:lnTo>
                    <a:pt x="80" y="988"/>
                  </a:lnTo>
                  <a:close/>
                  <a:moveTo>
                    <a:pt x="67" y="1027"/>
                  </a:moveTo>
                  <a:lnTo>
                    <a:pt x="62" y="1043"/>
                  </a:lnTo>
                  <a:lnTo>
                    <a:pt x="67" y="1027"/>
                  </a:lnTo>
                  <a:close/>
                  <a:moveTo>
                    <a:pt x="2312" y="1027"/>
                  </a:moveTo>
                  <a:lnTo>
                    <a:pt x="2292" y="1067"/>
                  </a:lnTo>
                  <a:lnTo>
                    <a:pt x="2312" y="1047"/>
                  </a:lnTo>
                  <a:lnTo>
                    <a:pt x="2312" y="1027"/>
                  </a:lnTo>
                  <a:close/>
                  <a:moveTo>
                    <a:pt x="1858" y="1087"/>
                  </a:moveTo>
                  <a:lnTo>
                    <a:pt x="1838" y="1146"/>
                  </a:lnTo>
                  <a:lnTo>
                    <a:pt x="1858" y="1126"/>
                  </a:lnTo>
                  <a:lnTo>
                    <a:pt x="1858" y="1146"/>
                  </a:lnTo>
                  <a:lnTo>
                    <a:pt x="1877" y="1106"/>
                  </a:lnTo>
                  <a:lnTo>
                    <a:pt x="1877" y="1087"/>
                  </a:lnTo>
                  <a:close/>
                  <a:moveTo>
                    <a:pt x="179" y="1264"/>
                  </a:moveTo>
                  <a:lnTo>
                    <a:pt x="179" y="1264"/>
                  </a:lnTo>
                  <a:lnTo>
                    <a:pt x="179" y="1264"/>
                  </a:lnTo>
                  <a:close/>
                  <a:moveTo>
                    <a:pt x="100" y="1284"/>
                  </a:moveTo>
                  <a:lnTo>
                    <a:pt x="100" y="1284"/>
                  </a:lnTo>
                  <a:lnTo>
                    <a:pt x="100" y="1284"/>
                  </a:lnTo>
                  <a:close/>
                  <a:moveTo>
                    <a:pt x="2154" y="1245"/>
                  </a:moveTo>
                  <a:lnTo>
                    <a:pt x="2154" y="1264"/>
                  </a:lnTo>
                  <a:lnTo>
                    <a:pt x="2138" y="1304"/>
                  </a:lnTo>
                  <a:lnTo>
                    <a:pt x="2174" y="1245"/>
                  </a:lnTo>
                  <a:close/>
                  <a:moveTo>
                    <a:pt x="2138" y="1304"/>
                  </a:moveTo>
                  <a:lnTo>
                    <a:pt x="2138" y="1304"/>
                  </a:lnTo>
                  <a:lnTo>
                    <a:pt x="2138" y="1304"/>
                  </a:lnTo>
                  <a:close/>
                  <a:moveTo>
                    <a:pt x="2174" y="1304"/>
                  </a:moveTo>
                  <a:lnTo>
                    <a:pt x="2174" y="1304"/>
                  </a:lnTo>
                  <a:lnTo>
                    <a:pt x="2174" y="1304"/>
                  </a:lnTo>
                  <a:close/>
                  <a:moveTo>
                    <a:pt x="2174" y="1304"/>
                  </a:moveTo>
                  <a:lnTo>
                    <a:pt x="2174" y="1304"/>
                  </a:lnTo>
                  <a:lnTo>
                    <a:pt x="2174" y="1304"/>
                  </a:lnTo>
                  <a:close/>
                  <a:moveTo>
                    <a:pt x="2174" y="1304"/>
                  </a:moveTo>
                  <a:lnTo>
                    <a:pt x="2168" y="1327"/>
                  </a:lnTo>
                  <a:lnTo>
                    <a:pt x="2174" y="1314"/>
                  </a:lnTo>
                  <a:lnTo>
                    <a:pt x="2174" y="1304"/>
                  </a:lnTo>
                  <a:close/>
                  <a:moveTo>
                    <a:pt x="2450" y="672"/>
                  </a:moveTo>
                  <a:lnTo>
                    <a:pt x="2411" y="731"/>
                  </a:lnTo>
                  <a:lnTo>
                    <a:pt x="2411" y="711"/>
                  </a:lnTo>
                  <a:lnTo>
                    <a:pt x="2430" y="692"/>
                  </a:lnTo>
                  <a:lnTo>
                    <a:pt x="2430" y="692"/>
                  </a:lnTo>
                  <a:lnTo>
                    <a:pt x="2391" y="711"/>
                  </a:lnTo>
                  <a:lnTo>
                    <a:pt x="2391" y="751"/>
                  </a:lnTo>
                  <a:lnTo>
                    <a:pt x="2371" y="771"/>
                  </a:lnTo>
                  <a:lnTo>
                    <a:pt x="2351" y="790"/>
                  </a:lnTo>
                  <a:lnTo>
                    <a:pt x="2312" y="869"/>
                  </a:lnTo>
                  <a:lnTo>
                    <a:pt x="2312" y="869"/>
                  </a:lnTo>
                  <a:lnTo>
                    <a:pt x="2332" y="790"/>
                  </a:lnTo>
                  <a:lnTo>
                    <a:pt x="2332" y="771"/>
                  </a:lnTo>
                  <a:lnTo>
                    <a:pt x="2292" y="850"/>
                  </a:lnTo>
                  <a:lnTo>
                    <a:pt x="2253" y="889"/>
                  </a:lnTo>
                  <a:lnTo>
                    <a:pt x="2272" y="909"/>
                  </a:lnTo>
                  <a:lnTo>
                    <a:pt x="2272" y="889"/>
                  </a:lnTo>
                  <a:lnTo>
                    <a:pt x="2292" y="869"/>
                  </a:lnTo>
                  <a:lnTo>
                    <a:pt x="2272" y="929"/>
                  </a:lnTo>
                  <a:lnTo>
                    <a:pt x="2292" y="889"/>
                  </a:lnTo>
                  <a:lnTo>
                    <a:pt x="2292" y="909"/>
                  </a:lnTo>
                  <a:lnTo>
                    <a:pt x="2272" y="948"/>
                  </a:lnTo>
                  <a:lnTo>
                    <a:pt x="2272" y="948"/>
                  </a:lnTo>
                  <a:lnTo>
                    <a:pt x="2292" y="929"/>
                  </a:lnTo>
                  <a:lnTo>
                    <a:pt x="2292" y="929"/>
                  </a:lnTo>
                  <a:lnTo>
                    <a:pt x="2233" y="1087"/>
                  </a:lnTo>
                  <a:lnTo>
                    <a:pt x="2174" y="1245"/>
                  </a:lnTo>
                  <a:lnTo>
                    <a:pt x="2193" y="1245"/>
                  </a:lnTo>
                  <a:lnTo>
                    <a:pt x="2213" y="1225"/>
                  </a:lnTo>
                  <a:lnTo>
                    <a:pt x="2174" y="1314"/>
                  </a:lnTo>
                  <a:lnTo>
                    <a:pt x="2174" y="1343"/>
                  </a:lnTo>
                  <a:lnTo>
                    <a:pt x="2174" y="1363"/>
                  </a:lnTo>
                  <a:lnTo>
                    <a:pt x="2213" y="1324"/>
                  </a:lnTo>
                  <a:lnTo>
                    <a:pt x="2193" y="1324"/>
                  </a:lnTo>
                  <a:lnTo>
                    <a:pt x="2253" y="1245"/>
                  </a:lnTo>
                  <a:lnTo>
                    <a:pt x="2253" y="1225"/>
                  </a:lnTo>
                  <a:lnTo>
                    <a:pt x="2233" y="1225"/>
                  </a:lnTo>
                  <a:lnTo>
                    <a:pt x="2272" y="1166"/>
                  </a:lnTo>
                  <a:lnTo>
                    <a:pt x="2292" y="1067"/>
                  </a:lnTo>
                  <a:lnTo>
                    <a:pt x="2292" y="1027"/>
                  </a:lnTo>
                  <a:lnTo>
                    <a:pt x="2292" y="1008"/>
                  </a:lnTo>
                  <a:lnTo>
                    <a:pt x="2312" y="968"/>
                  </a:lnTo>
                  <a:lnTo>
                    <a:pt x="2292" y="988"/>
                  </a:lnTo>
                  <a:lnTo>
                    <a:pt x="2292" y="988"/>
                  </a:lnTo>
                  <a:lnTo>
                    <a:pt x="2351" y="869"/>
                  </a:lnTo>
                  <a:lnTo>
                    <a:pt x="2371" y="869"/>
                  </a:lnTo>
                  <a:lnTo>
                    <a:pt x="2351" y="889"/>
                  </a:lnTo>
                  <a:lnTo>
                    <a:pt x="2312" y="968"/>
                  </a:lnTo>
                  <a:lnTo>
                    <a:pt x="2332" y="968"/>
                  </a:lnTo>
                  <a:lnTo>
                    <a:pt x="2351" y="929"/>
                  </a:lnTo>
                  <a:lnTo>
                    <a:pt x="2351" y="909"/>
                  </a:lnTo>
                  <a:lnTo>
                    <a:pt x="2391" y="850"/>
                  </a:lnTo>
                  <a:lnTo>
                    <a:pt x="2401" y="850"/>
                  </a:lnTo>
                  <a:lnTo>
                    <a:pt x="2411" y="830"/>
                  </a:lnTo>
                  <a:lnTo>
                    <a:pt x="2450" y="751"/>
                  </a:lnTo>
                  <a:lnTo>
                    <a:pt x="2470" y="692"/>
                  </a:lnTo>
                  <a:lnTo>
                    <a:pt x="2430" y="771"/>
                  </a:lnTo>
                  <a:lnTo>
                    <a:pt x="2430" y="751"/>
                  </a:lnTo>
                  <a:lnTo>
                    <a:pt x="2450" y="672"/>
                  </a:lnTo>
                  <a:close/>
                  <a:moveTo>
                    <a:pt x="1717" y="1387"/>
                  </a:moveTo>
                  <a:lnTo>
                    <a:pt x="1709" y="1403"/>
                  </a:lnTo>
                  <a:lnTo>
                    <a:pt x="1717" y="1387"/>
                  </a:lnTo>
                  <a:close/>
                  <a:moveTo>
                    <a:pt x="1917" y="1264"/>
                  </a:moveTo>
                  <a:lnTo>
                    <a:pt x="1838" y="1403"/>
                  </a:lnTo>
                  <a:lnTo>
                    <a:pt x="1877" y="1324"/>
                  </a:lnTo>
                  <a:lnTo>
                    <a:pt x="1877" y="1304"/>
                  </a:lnTo>
                  <a:lnTo>
                    <a:pt x="1897" y="1264"/>
                  </a:lnTo>
                  <a:close/>
                  <a:moveTo>
                    <a:pt x="1709" y="1403"/>
                  </a:moveTo>
                  <a:lnTo>
                    <a:pt x="1709" y="1403"/>
                  </a:lnTo>
                  <a:lnTo>
                    <a:pt x="1709" y="1403"/>
                  </a:lnTo>
                  <a:close/>
                  <a:moveTo>
                    <a:pt x="2138" y="1304"/>
                  </a:moveTo>
                  <a:lnTo>
                    <a:pt x="2114" y="1343"/>
                  </a:lnTo>
                  <a:lnTo>
                    <a:pt x="2075" y="1403"/>
                  </a:lnTo>
                  <a:lnTo>
                    <a:pt x="2114" y="1363"/>
                  </a:lnTo>
                  <a:lnTo>
                    <a:pt x="2138" y="1304"/>
                  </a:lnTo>
                  <a:close/>
                  <a:moveTo>
                    <a:pt x="2168" y="1327"/>
                  </a:moveTo>
                  <a:lnTo>
                    <a:pt x="2134" y="1403"/>
                  </a:lnTo>
                  <a:lnTo>
                    <a:pt x="2154" y="1383"/>
                  </a:lnTo>
                  <a:lnTo>
                    <a:pt x="2168" y="1327"/>
                  </a:lnTo>
                  <a:close/>
                  <a:moveTo>
                    <a:pt x="692" y="1442"/>
                  </a:moveTo>
                  <a:lnTo>
                    <a:pt x="692" y="1442"/>
                  </a:lnTo>
                  <a:lnTo>
                    <a:pt x="692" y="1442"/>
                  </a:lnTo>
                  <a:close/>
                  <a:moveTo>
                    <a:pt x="988" y="1363"/>
                  </a:moveTo>
                  <a:lnTo>
                    <a:pt x="969" y="1383"/>
                  </a:lnTo>
                  <a:lnTo>
                    <a:pt x="929" y="1442"/>
                  </a:lnTo>
                  <a:lnTo>
                    <a:pt x="929" y="1452"/>
                  </a:lnTo>
                  <a:lnTo>
                    <a:pt x="949" y="1422"/>
                  </a:lnTo>
                  <a:lnTo>
                    <a:pt x="969" y="1403"/>
                  </a:lnTo>
                  <a:lnTo>
                    <a:pt x="988" y="1363"/>
                  </a:lnTo>
                  <a:close/>
                  <a:moveTo>
                    <a:pt x="1146" y="1442"/>
                  </a:moveTo>
                  <a:lnTo>
                    <a:pt x="1140" y="1462"/>
                  </a:lnTo>
                  <a:lnTo>
                    <a:pt x="1146" y="1462"/>
                  </a:lnTo>
                  <a:lnTo>
                    <a:pt x="1146" y="1442"/>
                  </a:lnTo>
                  <a:close/>
                  <a:moveTo>
                    <a:pt x="1087" y="1383"/>
                  </a:moveTo>
                  <a:lnTo>
                    <a:pt x="1048" y="1482"/>
                  </a:lnTo>
                  <a:lnTo>
                    <a:pt x="1067" y="1442"/>
                  </a:lnTo>
                  <a:lnTo>
                    <a:pt x="1087" y="1383"/>
                  </a:lnTo>
                  <a:close/>
                  <a:moveTo>
                    <a:pt x="2095" y="1403"/>
                  </a:moveTo>
                  <a:lnTo>
                    <a:pt x="2075" y="1422"/>
                  </a:lnTo>
                  <a:lnTo>
                    <a:pt x="2055" y="1482"/>
                  </a:lnTo>
                  <a:lnTo>
                    <a:pt x="2055" y="1482"/>
                  </a:lnTo>
                  <a:lnTo>
                    <a:pt x="2095" y="1403"/>
                  </a:lnTo>
                  <a:close/>
                  <a:moveTo>
                    <a:pt x="1048" y="1482"/>
                  </a:moveTo>
                  <a:lnTo>
                    <a:pt x="1048" y="1482"/>
                  </a:lnTo>
                  <a:lnTo>
                    <a:pt x="1048" y="1482"/>
                  </a:lnTo>
                  <a:close/>
                  <a:moveTo>
                    <a:pt x="1067" y="1482"/>
                  </a:moveTo>
                  <a:lnTo>
                    <a:pt x="1067" y="1482"/>
                  </a:lnTo>
                  <a:lnTo>
                    <a:pt x="1067" y="1482"/>
                  </a:lnTo>
                  <a:close/>
                  <a:moveTo>
                    <a:pt x="969" y="1482"/>
                  </a:moveTo>
                  <a:lnTo>
                    <a:pt x="969" y="1482"/>
                  </a:lnTo>
                  <a:lnTo>
                    <a:pt x="969" y="1482"/>
                  </a:lnTo>
                  <a:close/>
                  <a:moveTo>
                    <a:pt x="1522" y="1475"/>
                  </a:moveTo>
                  <a:lnTo>
                    <a:pt x="1488" y="1498"/>
                  </a:lnTo>
                  <a:lnTo>
                    <a:pt x="1488" y="1498"/>
                  </a:lnTo>
                  <a:lnTo>
                    <a:pt x="1487" y="1499"/>
                  </a:lnTo>
                  <a:lnTo>
                    <a:pt x="1487" y="1499"/>
                  </a:lnTo>
                  <a:lnTo>
                    <a:pt x="1522" y="1482"/>
                  </a:lnTo>
                  <a:lnTo>
                    <a:pt x="1522" y="1475"/>
                  </a:lnTo>
                  <a:close/>
                  <a:moveTo>
                    <a:pt x="1305" y="1422"/>
                  </a:moveTo>
                  <a:lnTo>
                    <a:pt x="1305" y="1442"/>
                  </a:lnTo>
                  <a:lnTo>
                    <a:pt x="1285" y="1482"/>
                  </a:lnTo>
                  <a:lnTo>
                    <a:pt x="1265" y="1501"/>
                  </a:lnTo>
                  <a:lnTo>
                    <a:pt x="1305" y="1422"/>
                  </a:lnTo>
                  <a:close/>
                  <a:moveTo>
                    <a:pt x="1146" y="1482"/>
                  </a:moveTo>
                  <a:lnTo>
                    <a:pt x="1146" y="1501"/>
                  </a:lnTo>
                  <a:lnTo>
                    <a:pt x="1166" y="1501"/>
                  </a:lnTo>
                  <a:lnTo>
                    <a:pt x="1166" y="1482"/>
                  </a:lnTo>
                  <a:close/>
                  <a:moveTo>
                    <a:pt x="521" y="1508"/>
                  </a:moveTo>
                  <a:lnTo>
                    <a:pt x="514" y="1521"/>
                  </a:lnTo>
                  <a:lnTo>
                    <a:pt x="514" y="1541"/>
                  </a:lnTo>
                  <a:lnTo>
                    <a:pt x="521" y="1508"/>
                  </a:lnTo>
                  <a:close/>
                  <a:moveTo>
                    <a:pt x="761" y="1541"/>
                  </a:moveTo>
                  <a:lnTo>
                    <a:pt x="760" y="1543"/>
                  </a:lnTo>
                  <a:lnTo>
                    <a:pt x="760" y="1543"/>
                  </a:lnTo>
                  <a:lnTo>
                    <a:pt x="761" y="1541"/>
                  </a:lnTo>
                  <a:close/>
                  <a:moveTo>
                    <a:pt x="969" y="1442"/>
                  </a:moveTo>
                  <a:lnTo>
                    <a:pt x="949" y="1462"/>
                  </a:lnTo>
                  <a:lnTo>
                    <a:pt x="929" y="1462"/>
                  </a:lnTo>
                  <a:lnTo>
                    <a:pt x="929" y="1452"/>
                  </a:lnTo>
                  <a:lnTo>
                    <a:pt x="909" y="1482"/>
                  </a:lnTo>
                  <a:lnTo>
                    <a:pt x="890" y="1561"/>
                  </a:lnTo>
                  <a:lnTo>
                    <a:pt x="909" y="1541"/>
                  </a:lnTo>
                  <a:lnTo>
                    <a:pt x="929" y="1521"/>
                  </a:lnTo>
                  <a:lnTo>
                    <a:pt x="929" y="1541"/>
                  </a:lnTo>
                  <a:lnTo>
                    <a:pt x="969" y="1442"/>
                  </a:lnTo>
                  <a:close/>
                  <a:moveTo>
                    <a:pt x="1364" y="1501"/>
                  </a:moveTo>
                  <a:lnTo>
                    <a:pt x="1324" y="1541"/>
                  </a:lnTo>
                  <a:lnTo>
                    <a:pt x="1324" y="1561"/>
                  </a:lnTo>
                  <a:lnTo>
                    <a:pt x="1344" y="1541"/>
                  </a:lnTo>
                  <a:lnTo>
                    <a:pt x="1364" y="1501"/>
                  </a:lnTo>
                  <a:close/>
                  <a:moveTo>
                    <a:pt x="1818" y="1541"/>
                  </a:moveTo>
                  <a:lnTo>
                    <a:pt x="1818" y="1561"/>
                  </a:lnTo>
                  <a:lnTo>
                    <a:pt x="1825" y="1554"/>
                  </a:lnTo>
                  <a:lnTo>
                    <a:pt x="1825" y="1554"/>
                  </a:lnTo>
                  <a:lnTo>
                    <a:pt x="1818" y="1541"/>
                  </a:lnTo>
                  <a:close/>
                  <a:moveTo>
                    <a:pt x="1739" y="1383"/>
                  </a:moveTo>
                  <a:lnTo>
                    <a:pt x="1719" y="1403"/>
                  </a:lnTo>
                  <a:lnTo>
                    <a:pt x="1700" y="1422"/>
                  </a:lnTo>
                  <a:lnTo>
                    <a:pt x="1709" y="1403"/>
                  </a:lnTo>
                  <a:lnTo>
                    <a:pt x="1660" y="1501"/>
                  </a:lnTo>
                  <a:lnTo>
                    <a:pt x="1640" y="1482"/>
                  </a:lnTo>
                  <a:lnTo>
                    <a:pt x="1640" y="1501"/>
                  </a:lnTo>
                  <a:lnTo>
                    <a:pt x="1621" y="1600"/>
                  </a:lnTo>
                  <a:lnTo>
                    <a:pt x="1660" y="1521"/>
                  </a:lnTo>
                  <a:lnTo>
                    <a:pt x="1700" y="1501"/>
                  </a:lnTo>
                  <a:lnTo>
                    <a:pt x="1719" y="1442"/>
                  </a:lnTo>
                  <a:lnTo>
                    <a:pt x="1759" y="1403"/>
                  </a:lnTo>
                  <a:lnTo>
                    <a:pt x="1759" y="1383"/>
                  </a:lnTo>
                  <a:close/>
                  <a:moveTo>
                    <a:pt x="238" y="0"/>
                  </a:moveTo>
                  <a:lnTo>
                    <a:pt x="198" y="60"/>
                  </a:lnTo>
                  <a:lnTo>
                    <a:pt x="198" y="79"/>
                  </a:lnTo>
                  <a:lnTo>
                    <a:pt x="179" y="119"/>
                  </a:lnTo>
                  <a:lnTo>
                    <a:pt x="159" y="139"/>
                  </a:lnTo>
                  <a:lnTo>
                    <a:pt x="100" y="297"/>
                  </a:lnTo>
                  <a:lnTo>
                    <a:pt x="40" y="455"/>
                  </a:lnTo>
                  <a:lnTo>
                    <a:pt x="60" y="455"/>
                  </a:lnTo>
                  <a:lnTo>
                    <a:pt x="40" y="514"/>
                  </a:lnTo>
                  <a:lnTo>
                    <a:pt x="21" y="553"/>
                  </a:lnTo>
                  <a:lnTo>
                    <a:pt x="21" y="573"/>
                  </a:lnTo>
                  <a:lnTo>
                    <a:pt x="40" y="553"/>
                  </a:lnTo>
                  <a:lnTo>
                    <a:pt x="40" y="573"/>
                  </a:lnTo>
                  <a:lnTo>
                    <a:pt x="40" y="593"/>
                  </a:lnTo>
                  <a:lnTo>
                    <a:pt x="60" y="573"/>
                  </a:lnTo>
                  <a:lnTo>
                    <a:pt x="60" y="573"/>
                  </a:lnTo>
                  <a:lnTo>
                    <a:pt x="40" y="632"/>
                  </a:lnTo>
                  <a:lnTo>
                    <a:pt x="1" y="692"/>
                  </a:lnTo>
                  <a:lnTo>
                    <a:pt x="1" y="711"/>
                  </a:lnTo>
                  <a:lnTo>
                    <a:pt x="21" y="711"/>
                  </a:lnTo>
                  <a:lnTo>
                    <a:pt x="40" y="692"/>
                  </a:lnTo>
                  <a:lnTo>
                    <a:pt x="40" y="731"/>
                  </a:lnTo>
                  <a:lnTo>
                    <a:pt x="21" y="771"/>
                  </a:lnTo>
                  <a:lnTo>
                    <a:pt x="1" y="830"/>
                  </a:lnTo>
                  <a:lnTo>
                    <a:pt x="40" y="751"/>
                  </a:lnTo>
                  <a:lnTo>
                    <a:pt x="40" y="771"/>
                  </a:lnTo>
                  <a:lnTo>
                    <a:pt x="80" y="692"/>
                  </a:lnTo>
                  <a:lnTo>
                    <a:pt x="80" y="711"/>
                  </a:lnTo>
                  <a:lnTo>
                    <a:pt x="60" y="751"/>
                  </a:lnTo>
                  <a:lnTo>
                    <a:pt x="21" y="810"/>
                  </a:lnTo>
                  <a:lnTo>
                    <a:pt x="21" y="850"/>
                  </a:lnTo>
                  <a:lnTo>
                    <a:pt x="40" y="850"/>
                  </a:lnTo>
                  <a:lnTo>
                    <a:pt x="21" y="889"/>
                  </a:lnTo>
                  <a:lnTo>
                    <a:pt x="1" y="948"/>
                  </a:lnTo>
                  <a:lnTo>
                    <a:pt x="21" y="948"/>
                  </a:lnTo>
                  <a:lnTo>
                    <a:pt x="40" y="909"/>
                  </a:lnTo>
                  <a:lnTo>
                    <a:pt x="60" y="909"/>
                  </a:lnTo>
                  <a:lnTo>
                    <a:pt x="40" y="929"/>
                  </a:lnTo>
                  <a:lnTo>
                    <a:pt x="40" y="948"/>
                  </a:lnTo>
                  <a:lnTo>
                    <a:pt x="40" y="968"/>
                  </a:lnTo>
                  <a:lnTo>
                    <a:pt x="60" y="948"/>
                  </a:lnTo>
                  <a:lnTo>
                    <a:pt x="60" y="948"/>
                  </a:lnTo>
                  <a:lnTo>
                    <a:pt x="40" y="1008"/>
                  </a:lnTo>
                  <a:lnTo>
                    <a:pt x="21" y="1067"/>
                  </a:lnTo>
                  <a:lnTo>
                    <a:pt x="40" y="1027"/>
                  </a:lnTo>
                  <a:lnTo>
                    <a:pt x="60" y="1027"/>
                  </a:lnTo>
                  <a:lnTo>
                    <a:pt x="80" y="988"/>
                  </a:lnTo>
                  <a:lnTo>
                    <a:pt x="80" y="988"/>
                  </a:lnTo>
                  <a:lnTo>
                    <a:pt x="100" y="929"/>
                  </a:lnTo>
                  <a:lnTo>
                    <a:pt x="139" y="889"/>
                  </a:lnTo>
                  <a:lnTo>
                    <a:pt x="159" y="869"/>
                  </a:lnTo>
                  <a:lnTo>
                    <a:pt x="119" y="968"/>
                  </a:lnTo>
                  <a:lnTo>
                    <a:pt x="60" y="1087"/>
                  </a:lnTo>
                  <a:lnTo>
                    <a:pt x="100" y="1047"/>
                  </a:lnTo>
                  <a:lnTo>
                    <a:pt x="80" y="1087"/>
                  </a:lnTo>
                  <a:lnTo>
                    <a:pt x="80" y="1126"/>
                  </a:lnTo>
                  <a:lnTo>
                    <a:pt x="60" y="1166"/>
                  </a:lnTo>
                  <a:lnTo>
                    <a:pt x="60" y="1205"/>
                  </a:lnTo>
                  <a:lnTo>
                    <a:pt x="60" y="1225"/>
                  </a:lnTo>
                  <a:lnTo>
                    <a:pt x="100" y="1166"/>
                  </a:lnTo>
                  <a:lnTo>
                    <a:pt x="100" y="1166"/>
                  </a:lnTo>
                  <a:lnTo>
                    <a:pt x="80" y="1205"/>
                  </a:lnTo>
                  <a:lnTo>
                    <a:pt x="80" y="1225"/>
                  </a:lnTo>
                  <a:lnTo>
                    <a:pt x="100" y="1225"/>
                  </a:lnTo>
                  <a:lnTo>
                    <a:pt x="100" y="1264"/>
                  </a:lnTo>
                  <a:lnTo>
                    <a:pt x="100" y="1284"/>
                  </a:lnTo>
                  <a:lnTo>
                    <a:pt x="139" y="1185"/>
                  </a:lnTo>
                  <a:lnTo>
                    <a:pt x="139" y="1225"/>
                  </a:lnTo>
                  <a:lnTo>
                    <a:pt x="119" y="1284"/>
                  </a:lnTo>
                  <a:lnTo>
                    <a:pt x="198" y="1126"/>
                  </a:lnTo>
                  <a:lnTo>
                    <a:pt x="179" y="1185"/>
                  </a:lnTo>
                  <a:lnTo>
                    <a:pt x="159" y="1264"/>
                  </a:lnTo>
                  <a:lnTo>
                    <a:pt x="159" y="1245"/>
                  </a:lnTo>
                  <a:lnTo>
                    <a:pt x="139" y="1304"/>
                  </a:lnTo>
                  <a:lnTo>
                    <a:pt x="119" y="1343"/>
                  </a:lnTo>
                  <a:lnTo>
                    <a:pt x="139" y="1343"/>
                  </a:lnTo>
                  <a:lnTo>
                    <a:pt x="139" y="1363"/>
                  </a:lnTo>
                  <a:lnTo>
                    <a:pt x="159" y="1304"/>
                  </a:lnTo>
                  <a:lnTo>
                    <a:pt x="179" y="1264"/>
                  </a:lnTo>
                  <a:lnTo>
                    <a:pt x="165" y="1284"/>
                  </a:lnTo>
                  <a:lnTo>
                    <a:pt x="179" y="1245"/>
                  </a:lnTo>
                  <a:lnTo>
                    <a:pt x="218" y="1185"/>
                  </a:lnTo>
                  <a:lnTo>
                    <a:pt x="277" y="1106"/>
                  </a:lnTo>
                  <a:lnTo>
                    <a:pt x="258" y="1146"/>
                  </a:lnTo>
                  <a:lnTo>
                    <a:pt x="218" y="1264"/>
                  </a:lnTo>
                  <a:lnTo>
                    <a:pt x="238" y="1245"/>
                  </a:lnTo>
                  <a:lnTo>
                    <a:pt x="238" y="1264"/>
                  </a:lnTo>
                  <a:lnTo>
                    <a:pt x="218" y="1324"/>
                  </a:lnTo>
                  <a:lnTo>
                    <a:pt x="258" y="1225"/>
                  </a:lnTo>
                  <a:lnTo>
                    <a:pt x="277" y="1225"/>
                  </a:lnTo>
                  <a:lnTo>
                    <a:pt x="258" y="1245"/>
                  </a:lnTo>
                  <a:lnTo>
                    <a:pt x="238" y="1304"/>
                  </a:lnTo>
                  <a:lnTo>
                    <a:pt x="258" y="1324"/>
                  </a:lnTo>
                  <a:lnTo>
                    <a:pt x="258" y="1363"/>
                  </a:lnTo>
                  <a:lnTo>
                    <a:pt x="258" y="1383"/>
                  </a:lnTo>
                  <a:lnTo>
                    <a:pt x="277" y="1383"/>
                  </a:lnTo>
                  <a:lnTo>
                    <a:pt x="291" y="1330"/>
                  </a:lnTo>
                  <a:lnTo>
                    <a:pt x="317" y="1264"/>
                  </a:lnTo>
                  <a:lnTo>
                    <a:pt x="356" y="1199"/>
                  </a:lnTo>
                  <a:lnTo>
                    <a:pt x="356" y="1205"/>
                  </a:lnTo>
                  <a:lnTo>
                    <a:pt x="376" y="1185"/>
                  </a:lnTo>
                  <a:lnTo>
                    <a:pt x="376" y="1166"/>
                  </a:lnTo>
                  <a:lnTo>
                    <a:pt x="396" y="1126"/>
                  </a:lnTo>
                  <a:lnTo>
                    <a:pt x="396" y="1166"/>
                  </a:lnTo>
                  <a:lnTo>
                    <a:pt x="376" y="1225"/>
                  </a:lnTo>
                  <a:lnTo>
                    <a:pt x="396" y="1205"/>
                  </a:lnTo>
                  <a:lnTo>
                    <a:pt x="396" y="1205"/>
                  </a:lnTo>
                  <a:lnTo>
                    <a:pt x="356" y="1284"/>
                  </a:lnTo>
                  <a:lnTo>
                    <a:pt x="337" y="1324"/>
                  </a:lnTo>
                  <a:lnTo>
                    <a:pt x="317" y="1383"/>
                  </a:lnTo>
                  <a:lnTo>
                    <a:pt x="337" y="1363"/>
                  </a:lnTo>
                  <a:lnTo>
                    <a:pt x="297" y="1442"/>
                  </a:lnTo>
                  <a:lnTo>
                    <a:pt x="317" y="1442"/>
                  </a:lnTo>
                  <a:lnTo>
                    <a:pt x="317" y="1462"/>
                  </a:lnTo>
                  <a:lnTo>
                    <a:pt x="337" y="1383"/>
                  </a:lnTo>
                  <a:lnTo>
                    <a:pt x="337" y="1442"/>
                  </a:lnTo>
                  <a:lnTo>
                    <a:pt x="356" y="1482"/>
                  </a:lnTo>
                  <a:lnTo>
                    <a:pt x="376" y="1422"/>
                  </a:lnTo>
                  <a:lnTo>
                    <a:pt x="396" y="1403"/>
                  </a:lnTo>
                  <a:lnTo>
                    <a:pt x="396" y="1403"/>
                  </a:lnTo>
                  <a:lnTo>
                    <a:pt x="376" y="1442"/>
                  </a:lnTo>
                  <a:lnTo>
                    <a:pt x="376" y="1482"/>
                  </a:lnTo>
                  <a:lnTo>
                    <a:pt x="416" y="1442"/>
                  </a:lnTo>
                  <a:lnTo>
                    <a:pt x="455" y="1363"/>
                  </a:lnTo>
                  <a:lnTo>
                    <a:pt x="455" y="1403"/>
                  </a:lnTo>
                  <a:lnTo>
                    <a:pt x="455" y="1442"/>
                  </a:lnTo>
                  <a:lnTo>
                    <a:pt x="475" y="1462"/>
                  </a:lnTo>
                  <a:lnTo>
                    <a:pt x="574" y="1284"/>
                  </a:lnTo>
                  <a:lnTo>
                    <a:pt x="633" y="1166"/>
                  </a:lnTo>
                  <a:lnTo>
                    <a:pt x="672" y="1067"/>
                  </a:lnTo>
                  <a:lnTo>
                    <a:pt x="672" y="1126"/>
                  </a:lnTo>
                  <a:lnTo>
                    <a:pt x="653" y="1166"/>
                  </a:lnTo>
                  <a:lnTo>
                    <a:pt x="633" y="1245"/>
                  </a:lnTo>
                  <a:lnTo>
                    <a:pt x="633" y="1225"/>
                  </a:lnTo>
                  <a:lnTo>
                    <a:pt x="593" y="1383"/>
                  </a:lnTo>
                  <a:lnTo>
                    <a:pt x="554" y="1422"/>
                  </a:lnTo>
                  <a:lnTo>
                    <a:pt x="574" y="1363"/>
                  </a:lnTo>
                  <a:lnTo>
                    <a:pt x="534" y="1442"/>
                  </a:lnTo>
                  <a:lnTo>
                    <a:pt x="521" y="1508"/>
                  </a:lnTo>
                  <a:lnTo>
                    <a:pt x="534" y="1482"/>
                  </a:lnTo>
                  <a:lnTo>
                    <a:pt x="534" y="1541"/>
                  </a:lnTo>
                  <a:lnTo>
                    <a:pt x="554" y="1521"/>
                  </a:lnTo>
                  <a:lnTo>
                    <a:pt x="554" y="1541"/>
                  </a:lnTo>
                  <a:lnTo>
                    <a:pt x="593" y="1462"/>
                  </a:lnTo>
                  <a:lnTo>
                    <a:pt x="593" y="1482"/>
                  </a:lnTo>
                  <a:lnTo>
                    <a:pt x="574" y="1521"/>
                  </a:lnTo>
                  <a:lnTo>
                    <a:pt x="613" y="1501"/>
                  </a:lnTo>
                  <a:lnTo>
                    <a:pt x="653" y="1422"/>
                  </a:lnTo>
                  <a:lnTo>
                    <a:pt x="686" y="1357"/>
                  </a:lnTo>
                  <a:lnTo>
                    <a:pt x="686" y="1357"/>
                  </a:lnTo>
                  <a:lnTo>
                    <a:pt x="712" y="1343"/>
                  </a:lnTo>
                  <a:lnTo>
                    <a:pt x="692" y="1403"/>
                  </a:lnTo>
                  <a:lnTo>
                    <a:pt x="672" y="1403"/>
                  </a:lnTo>
                  <a:lnTo>
                    <a:pt x="672" y="1422"/>
                  </a:lnTo>
                  <a:lnTo>
                    <a:pt x="692" y="1422"/>
                  </a:lnTo>
                  <a:lnTo>
                    <a:pt x="732" y="1363"/>
                  </a:lnTo>
                  <a:lnTo>
                    <a:pt x="732" y="1383"/>
                  </a:lnTo>
                  <a:lnTo>
                    <a:pt x="672" y="1501"/>
                  </a:lnTo>
                  <a:lnTo>
                    <a:pt x="692" y="1442"/>
                  </a:lnTo>
                  <a:lnTo>
                    <a:pt x="653" y="1501"/>
                  </a:lnTo>
                  <a:lnTo>
                    <a:pt x="633" y="1521"/>
                  </a:lnTo>
                  <a:lnTo>
                    <a:pt x="653" y="1482"/>
                  </a:lnTo>
                  <a:lnTo>
                    <a:pt x="633" y="1482"/>
                  </a:lnTo>
                  <a:lnTo>
                    <a:pt x="613" y="1521"/>
                  </a:lnTo>
                  <a:lnTo>
                    <a:pt x="613" y="1541"/>
                  </a:lnTo>
                  <a:lnTo>
                    <a:pt x="633" y="1561"/>
                  </a:lnTo>
                  <a:lnTo>
                    <a:pt x="633" y="1580"/>
                  </a:lnTo>
                  <a:lnTo>
                    <a:pt x="692" y="1501"/>
                  </a:lnTo>
                  <a:lnTo>
                    <a:pt x="712" y="1442"/>
                  </a:lnTo>
                  <a:lnTo>
                    <a:pt x="751" y="1383"/>
                  </a:lnTo>
                  <a:lnTo>
                    <a:pt x="712" y="1482"/>
                  </a:lnTo>
                  <a:lnTo>
                    <a:pt x="712" y="1521"/>
                  </a:lnTo>
                  <a:lnTo>
                    <a:pt x="751" y="1442"/>
                  </a:lnTo>
                  <a:lnTo>
                    <a:pt x="791" y="1383"/>
                  </a:lnTo>
                  <a:lnTo>
                    <a:pt x="771" y="1403"/>
                  </a:lnTo>
                  <a:lnTo>
                    <a:pt x="771" y="1383"/>
                  </a:lnTo>
                  <a:lnTo>
                    <a:pt x="791" y="1343"/>
                  </a:lnTo>
                  <a:lnTo>
                    <a:pt x="811" y="1304"/>
                  </a:lnTo>
                  <a:lnTo>
                    <a:pt x="830" y="1264"/>
                  </a:lnTo>
                  <a:lnTo>
                    <a:pt x="830" y="1304"/>
                  </a:lnTo>
                  <a:lnTo>
                    <a:pt x="811" y="1363"/>
                  </a:lnTo>
                  <a:lnTo>
                    <a:pt x="732" y="1501"/>
                  </a:lnTo>
                  <a:lnTo>
                    <a:pt x="732" y="1521"/>
                  </a:lnTo>
                  <a:lnTo>
                    <a:pt x="732" y="1541"/>
                  </a:lnTo>
                  <a:lnTo>
                    <a:pt x="771" y="1442"/>
                  </a:lnTo>
                  <a:lnTo>
                    <a:pt x="811" y="1383"/>
                  </a:lnTo>
                  <a:lnTo>
                    <a:pt x="870" y="1324"/>
                  </a:lnTo>
                  <a:lnTo>
                    <a:pt x="811" y="1442"/>
                  </a:lnTo>
                  <a:lnTo>
                    <a:pt x="791" y="1482"/>
                  </a:lnTo>
                  <a:lnTo>
                    <a:pt x="761" y="1541"/>
                  </a:lnTo>
                  <a:lnTo>
                    <a:pt x="771" y="1521"/>
                  </a:lnTo>
                  <a:lnTo>
                    <a:pt x="791" y="1501"/>
                  </a:lnTo>
                  <a:lnTo>
                    <a:pt x="791" y="1541"/>
                  </a:lnTo>
                  <a:lnTo>
                    <a:pt x="830" y="1521"/>
                  </a:lnTo>
                  <a:lnTo>
                    <a:pt x="830" y="1482"/>
                  </a:lnTo>
                  <a:lnTo>
                    <a:pt x="850" y="1462"/>
                  </a:lnTo>
                  <a:lnTo>
                    <a:pt x="850" y="1482"/>
                  </a:lnTo>
                  <a:lnTo>
                    <a:pt x="850" y="1501"/>
                  </a:lnTo>
                  <a:lnTo>
                    <a:pt x="870" y="1482"/>
                  </a:lnTo>
                  <a:lnTo>
                    <a:pt x="890" y="1482"/>
                  </a:lnTo>
                  <a:lnTo>
                    <a:pt x="909" y="1462"/>
                  </a:lnTo>
                  <a:lnTo>
                    <a:pt x="890" y="1462"/>
                  </a:lnTo>
                  <a:lnTo>
                    <a:pt x="890" y="1442"/>
                  </a:lnTo>
                  <a:lnTo>
                    <a:pt x="909" y="1383"/>
                  </a:lnTo>
                  <a:lnTo>
                    <a:pt x="949" y="1343"/>
                  </a:lnTo>
                  <a:lnTo>
                    <a:pt x="969" y="1324"/>
                  </a:lnTo>
                  <a:lnTo>
                    <a:pt x="988" y="1324"/>
                  </a:lnTo>
                  <a:lnTo>
                    <a:pt x="988" y="1304"/>
                  </a:lnTo>
                  <a:lnTo>
                    <a:pt x="1008" y="1284"/>
                  </a:lnTo>
                  <a:lnTo>
                    <a:pt x="988" y="1363"/>
                  </a:lnTo>
                  <a:lnTo>
                    <a:pt x="1008" y="1343"/>
                  </a:lnTo>
                  <a:lnTo>
                    <a:pt x="988" y="1383"/>
                  </a:lnTo>
                  <a:lnTo>
                    <a:pt x="988" y="1403"/>
                  </a:lnTo>
                  <a:lnTo>
                    <a:pt x="1008" y="1383"/>
                  </a:lnTo>
                  <a:lnTo>
                    <a:pt x="1008" y="1383"/>
                  </a:lnTo>
                  <a:lnTo>
                    <a:pt x="988" y="1422"/>
                  </a:lnTo>
                  <a:lnTo>
                    <a:pt x="969" y="1482"/>
                  </a:lnTo>
                  <a:lnTo>
                    <a:pt x="1008" y="1422"/>
                  </a:lnTo>
                  <a:lnTo>
                    <a:pt x="1008" y="1442"/>
                  </a:lnTo>
                  <a:lnTo>
                    <a:pt x="1048" y="1403"/>
                  </a:lnTo>
                  <a:lnTo>
                    <a:pt x="1067" y="1343"/>
                  </a:lnTo>
                  <a:lnTo>
                    <a:pt x="1087" y="1284"/>
                  </a:lnTo>
                  <a:lnTo>
                    <a:pt x="1127" y="1284"/>
                  </a:lnTo>
                  <a:lnTo>
                    <a:pt x="1127" y="1324"/>
                  </a:lnTo>
                  <a:lnTo>
                    <a:pt x="1107" y="1363"/>
                  </a:lnTo>
                  <a:lnTo>
                    <a:pt x="1087" y="1383"/>
                  </a:lnTo>
                  <a:lnTo>
                    <a:pt x="1087" y="1422"/>
                  </a:lnTo>
                  <a:lnTo>
                    <a:pt x="1067" y="1482"/>
                  </a:lnTo>
                  <a:lnTo>
                    <a:pt x="1087" y="1442"/>
                  </a:lnTo>
                  <a:lnTo>
                    <a:pt x="1107" y="1422"/>
                  </a:lnTo>
                  <a:lnTo>
                    <a:pt x="1107" y="1422"/>
                  </a:lnTo>
                  <a:lnTo>
                    <a:pt x="1067" y="1521"/>
                  </a:lnTo>
                  <a:lnTo>
                    <a:pt x="1067" y="1541"/>
                  </a:lnTo>
                  <a:lnTo>
                    <a:pt x="1087" y="1501"/>
                  </a:lnTo>
                  <a:lnTo>
                    <a:pt x="1107" y="1462"/>
                  </a:lnTo>
                  <a:lnTo>
                    <a:pt x="1127" y="1442"/>
                  </a:lnTo>
                  <a:lnTo>
                    <a:pt x="1107" y="1482"/>
                  </a:lnTo>
                  <a:lnTo>
                    <a:pt x="1127" y="1482"/>
                  </a:lnTo>
                  <a:lnTo>
                    <a:pt x="1127" y="1501"/>
                  </a:lnTo>
                  <a:lnTo>
                    <a:pt x="1140" y="1462"/>
                  </a:lnTo>
                  <a:lnTo>
                    <a:pt x="1127" y="1462"/>
                  </a:lnTo>
                  <a:lnTo>
                    <a:pt x="1146" y="1422"/>
                  </a:lnTo>
                  <a:lnTo>
                    <a:pt x="1166" y="1403"/>
                  </a:lnTo>
                  <a:lnTo>
                    <a:pt x="1206" y="1403"/>
                  </a:lnTo>
                  <a:lnTo>
                    <a:pt x="1225" y="1363"/>
                  </a:lnTo>
                  <a:lnTo>
                    <a:pt x="1206" y="1422"/>
                  </a:lnTo>
                  <a:lnTo>
                    <a:pt x="1186" y="1482"/>
                  </a:lnTo>
                  <a:lnTo>
                    <a:pt x="1206" y="1462"/>
                  </a:lnTo>
                  <a:lnTo>
                    <a:pt x="1186" y="1541"/>
                  </a:lnTo>
                  <a:lnTo>
                    <a:pt x="1166" y="1600"/>
                  </a:lnTo>
                  <a:lnTo>
                    <a:pt x="1186" y="1600"/>
                  </a:lnTo>
                  <a:lnTo>
                    <a:pt x="1206" y="1521"/>
                  </a:lnTo>
                  <a:lnTo>
                    <a:pt x="1225" y="1501"/>
                  </a:lnTo>
                  <a:lnTo>
                    <a:pt x="1225" y="1521"/>
                  </a:lnTo>
                  <a:lnTo>
                    <a:pt x="1245" y="1442"/>
                  </a:lnTo>
                  <a:lnTo>
                    <a:pt x="1245" y="1501"/>
                  </a:lnTo>
                  <a:lnTo>
                    <a:pt x="1225" y="1541"/>
                  </a:lnTo>
                  <a:lnTo>
                    <a:pt x="1225" y="1580"/>
                  </a:lnTo>
                  <a:lnTo>
                    <a:pt x="1245" y="1541"/>
                  </a:lnTo>
                  <a:lnTo>
                    <a:pt x="1265" y="1501"/>
                  </a:lnTo>
                  <a:lnTo>
                    <a:pt x="1265" y="1501"/>
                  </a:lnTo>
                  <a:lnTo>
                    <a:pt x="1285" y="1521"/>
                  </a:lnTo>
                  <a:lnTo>
                    <a:pt x="1285" y="1501"/>
                  </a:lnTo>
                  <a:lnTo>
                    <a:pt x="1324" y="1442"/>
                  </a:lnTo>
                  <a:lnTo>
                    <a:pt x="1324" y="1422"/>
                  </a:lnTo>
                  <a:lnTo>
                    <a:pt x="1344" y="1363"/>
                  </a:lnTo>
                  <a:lnTo>
                    <a:pt x="1344" y="1403"/>
                  </a:lnTo>
                  <a:lnTo>
                    <a:pt x="1324" y="1462"/>
                  </a:lnTo>
                  <a:lnTo>
                    <a:pt x="1364" y="1422"/>
                  </a:lnTo>
                  <a:lnTo>
                    <a:pt x="1384" y="1403"/>
                  </a:lnTo>
                  <a:lnTo>
                    <a:pt x="1403" y="1363"/>
                  </a:lnTo>
                  <a:lnTo>
                    <a:pt x="1423" y="1324"/>
                  </a:lnTo>
                  <a:lnTo>
                    <a:pt x="1403" y="1403"/>
                  </a:lnTo>
                  <a:lnTo>
                    <a:pt x="1384" y="1442"/>
                  </a:lnTo>
                  <a:lnTo>
                    <a:pt x="1364" y="1501"/>
                  </a:lnTo>
                  <a:lnTo>
                    <a:pt x="1364" y="1521"/>
                  </a:lnTo>
                  <a:lnTo>
                    <a:pt x="1324" y="1580"/>
                  </a:lnTo>
                  <a:lnTo>
                    <a:pt x="1344" y="1561"/>
                  </a:lnTo>
                  <a:lnTo>
                    <a:pt x="1364" y="1541"/>
                  </a:lnTo>
                  <a:lnTo>
                    <a:pt x="1364" y="1561"/>
                  </a:lnTo>
                  <a:lnTo>
                    <a:pt x="1384" y="1501"/>
                  </a:lnTo>
                  <a:lnTo>
                    <a:pt x="1403" y="1442"/>
                  </a:lnTo>
                  <a:lnTo>
                    <a:pt x="1403" y="1442"/>
                  </a:lnTo>
                  <a:lnTo>
                    <a:pt x="1384" y="1521"/>
                  </a:lnTo>
                  <a:lnTo>
                    <a:pt x="1403" y="1521"/>
                  </a:lnTo>
                  <a:lnTo>
                    <a:pt x="1403" y="1501"/>
                  </a:lnTo>
                  <a:lnTo>
                    <a:pt x="1443" y="1422"/>
                  </a:lnTo>
                  <a:lnTo>
                    <a:pt x="1463" y="1363"/>
                  </a:lnTo>
                  <a:lnTo>
                    <a:pt x="1482" y="1343"/>
                  </a:lnTo>
                  <a:lnTo>
                    <a:pt x="1502" y="1304"/>
                  </a:lnTo>
                  <a:lnTo>
                    <a:pt x="1482" y="1324"/>
                  </a:lnTo>
                  <a:lnTo>
                    <a:pt x="1482" y="1324"/>
                  </a:lnTo>
                  <a:lnTo>
                    <a:pt x="1502" y="1284"/>
                  </a:lnTo>
                  <a:lnTo>
                    <a:pt x="1522" y="1264"/>
                  </a:lnTo>
                  <a:lnTo>
                    <a:pt x="1502" y="1363"/>
                  </a:lnTo>
                  <a:lnTo>
                    <a:pt x="1443" y="1482"/>
                  </a:lnTo>
                  <a:lnTo>
                    <a:pt x="1384" y="1620"/>
                  </a:lnTo>
                  <a:lnTo>
                    <a:pt x="1384" y="1620"/>
                  </a:lnTo>
                  <a:lnTo>
                    <a:pt x="1403" y="1600"/>
                  </a:lnTo>
                  <a:lnTo>
                    <a:pt x="1423" y="1620"/>
                  </a:lnTo>
                  <a:lnTo>
                    <a:pt x="1423" y="1640"/>
                  </a:lnTo>
                  <a:lnTo>
                    <a:pt x="1463" y="1561"/>
                  </a:lnTo>
                  <a:lnTo>
                    <a:pt x="1487" y="1499"/>
                  </a:lnTo>
                  <a:lnTo>
                    <a:pt x="1487" y="1499"/>
                  </a:lnTo>
                  <a:lnTo>
                    <a:pt x="1482" y="1501"/>
                  </a:lnTo>
                  <a:lnTo>
                    <a:pt x="1488" y="1498"/>
                  </a:lnTo>
                  <a:lnTo>
                    <a:pt x="1488" y="1498"/>
                  </a:lnTo>
                  <a:lnTo>
                    <a:pt x="1502" y="1462"/>
                  </a:lnTo>
                  <a:lnTo>
                    <a:pt x="1522" y="1462"/>
                  </a:lnTo>
                  <a:lnTo>
                    <a:pt x="1522" y="1475"/>
                  </a:lnTo>
                  <a:lnTo>
                    <a:pt x="1542" y="1462"/>
                  </a:lnTo>
                  <a:lnTo>
                    <a:pt x="1561" y="1442"/>
                  </a:lnTo>
                  <a:lnTo>
                    <a:pt x="1581" y="1403"/>
                  </a:lnTo>
                  <a:lnTo>
                    <a:pt x="1621" y="1324"/>
                  </a:lnTo>
                  <a:lnTo>
                    <a:pt x="1640" y="1304"/>
                  </a:lnTo>
                  <a:lnTo>
                    <a:pt x="1660" y="1245"/>
                  </a:lnTo>
                  <a:lnTo>
                    <a:pt x="1680" y="1264"/>
                  </a:lnTo>
                  <a:lnTo>
                    <a:pt x="1640" y="1304"/>
                  </a:lnTo>
                  <a:lnTo>
                    <a:pt x="1660" y="1324"/>
                  </a:lnTo>
                  <a:lnTo>
                    <a:pt x="1680" y="1304"/>
                  </a:lnTo>
                  <a:lnTo>
                    <a:pt x="1640" y="1363"/>
                  </a:lnTo>
                  <a:lnTo>
                    <a:pt x="1621" y="1383"/>
                  </a:lnTo>
                  <a:lnTo>
                    <a:pt x="1621" y="1403"/>
                  </a:lnTo>
                  <a:lnTo>
                    <a:pt x="1581" y="1501"/>
                  </a:lnTo>
                  <a:lnTo>
                    <a:pt x="1601" y="1462"/>
                  </a:lnTo>
                  <a:lnTo>
                    <a:pt x="1640" y="1403"/>
                  </a:lnTo>
                  <a:lnTo>
                    <a:pt x="1621" y="1482"/>
                  </a:lnTo>
                  <a:lnTo>
                    <a:pt x="1640" y="1482"/>
                  </a:lnTo>
                  <a:lnTo>
                    <a:pt x="1660" y="1442"/>
                  </a:lnTo>
                  <a:lnTo>
                    <a:pt x="1700" y="1363"/>
                  </a:lnTo>
                  <a:lnTo>
                    <a:pt x="1719" y="1324"/>
                  </a:lnTo>
                  <a:lnTo>
                    <a:pt x="1739" y="1304"/>
                  </a:lnTo>
                  <a:lnTo>
                    <a:pt x="1759" y="1264"/>
                  </a:lnTo>
                  <a:lnTo>
                    <a:pt x="1739" y="1245"/>
                  </a:lnTo>
                  <a:lnTo>
                    <a:pt x="1779" y="1166"/>
                  </a:lnTo>
                  <a:lnTo>
                    <a:pt x="1818" y="1106"/>
                  </a:lnTo>
                  <a:lnTo>
                    <a:pt x="1877" y="1027"/>
                  </a:lnTo>
                  <a:lnTo>
                    <a:pt x="1858" y="1087"/>
                  </a:lnTo>
                  <a:lnTo>
                    <a:pt x="1877" y="1047"/>
                  </a:lnTo>
                  <a:lnTo>
                    <a:pt x="1877" y="1067"/>
                  </a:lnTo>
                  <a:lnTo>
                    <a:pt x="1897" y="1067"/>
                  </a:lnTo>
                  <a:lnTo>
                    <a:pt x="1917" y="1027"/>
                  </a:lnTo>
                  <a:lnTo>
                    <a:pt x="1937" y="948"/>
                  </a:lnTo>
                  <a:lnTo>
                    <a:pt x="1937" y="988"/>
                  </a:lnTo>
                  <a:lnTo>
                    <a:pt x="1917" y="1047"/>
                  </a:lnTo>
                  <a:lnTo>
                    <a:pt x="1917" y="1067"/>
                  </a:lnTo>
                  <a:lnTo>
                    <a:pt x="1858" y="1205"/>
                  </a:lnTo>
                  <a:lnTo>
                    <a:pt x="1877" y="1185"/>
                  </a:lnTo>
                  <a:lnTo>
                    <a:pt x="1779" y="1363"/>
                  </a:lnTo>
                  <a:lnTo>
                    <a:pt x="1798" y="1403"/>
                  </a:lnTo>
                  <a:lnTo>
                    <a:pt x="1798" y="1422"/>
                  </a:lnTo>
                  <a:lnTo>
                    <a:pt x="1818" y="1403"/>
                  </a:lnTo>
                  <a:lnTo>
                    <a:pt x="1759" y="1541"/>
                  </a:lnTo>
                  <a:lnTo>
                    <a:pt x="1779" y="1521"/>
                  </a:lnTo>
                  <a:lnTo>
                    <a:pt x="1779" y="1541"/>
                  </a:lnTo>
                  <a:lnTo>
                    <a:pt x="1759" y="1600"/>
                  </a:lnTo>
                  <a:lnTo>
                    <a:pt x="1798" y="1541"/>
                  </a:lnTo>
                  <a:lnTo>
                    <a:pt x="1818" y="1462"/>
                  </a:lnTo>
                  <a:lnTo>
                    <a:pt x="1818" y="1482"/>
                  </a:lnTo>
                  <a:lnTo>
                    <a:pt x="1838" y="1462"/>
                  </a:lnTo>
                  <a:lnTo>
                    <a:pt x="1838" y="1403"/>
                  </a:lnTo>
                  <a:lnTo>
                    <a:pt x="1877" y="1403"/>
                  </a:lnTo>
                  <a:lnTo>
                    <a:pt x="1877" y="1442"/>
                  </a:lnTo>
                  <a:lnTo>
                    <a:pt x="1858" y="1482"/>
                  </a:lnTo>
                  <a:lnTo>
                    <a:pt x="1838" y="1501"/>
                  </a:lnTo>
                  <a:lnTo>
                    <a:pt x="1838" y="1541"/>
                  </a:lnTo>
                  <a:lnTo>
                    <a:pt x="1825" y="1554"/>
                  </a:lnTo>
                  <a:lnTo>
                    <a:pt x="1825" y="1554"/>
                  </a:lnTo>
                  <a:lnTo>
                    <a:pt x="1838" y="1580"/>
                  </a:lnTo>
                  <a:lnTo>
                    <a:pt x="1818" y="1620"/>
                  </a:lnTo>
                  <a:lnTo>
                    <a:pt x="1877" y="1541"/>
                  </a:lnTo>
                  <a:lnTo>
                    <a:pt x="1858" y="1600"/>
                  </a:lnTo>
                  <a:lnTo>
                    <a:pt x="1838" y="1660"/>
                  </a:lnTo>
                  <a:lnTo>
                    <a:pt x="1877" y="1580"/>
                  </a:lnTo>
                  <a:lnTo>
                    <a:pt x="1897" y="1541"/>
                  </a:lnTo>
                  <a:lnTo>
                    <a:pt x="1937" y="1501"/>
                  </a:lnTo>
                  <a:lnTo>
                    <a:pt x="1956" y="1442"/>
                  </a:lnTo>
                  <a:lnTo>
                    <a:pt x="1956" y="1462"/>
                  </a:lnTo>
                  <a:lnTo>
                    <a:pt x="1976" y="1422"/>
                  </a:lnTo>
                  <a:lnTo>
                    <a:pt x="1976" y="1383"/>
                  </a:lnTo>
                  <a:lnTo>
                    <a:pt x="1996" y="1383"/>
                  </a:lnTo>
                  <a:lnTo>
                    <a:pt x="1996" y="1403"/>
                  </a:lnTo>
                  <a:lnTo>
                    <a:pt x="1917" y="1580"/>
                  </a:lnTo>
                  <a:lnTo>
                    <a:pt x="1956" y="1521"/>
                  </a:lnTo>
                  <a:lnTo>
                    <a:pt x="1976" y="1482"/>
                  </a:lnTo>
                  <a:lnTo>
                    <a:pt x="1996" y="1462"/>
                  </a:lnTo>
                  <a:lnTo>
                    <a:pt x="2016" y="1442"/>
                  </a:lnTo>
                  <a:lnTo>
                    <a:pt x="2055" y="1343"/>
                  </a:lnTo>
                  <a:lnTo>
                    <a:pt x="2055" y="1383"/>
                  </a:lnTo>
                  <a:lnTo>
                    <a:pt x="2016" y="1482"/>
                  </a:lnTo>
                  <a:lnTo>
                    <a:pt x="2035" y="1482"/>
                  </a:lnTo>
                  <a:lnTo>
                    <a:pt x="1996" y="1600"/>
                  </a:lnTo>
                  <a:lnTo>
                    <a:pt x="2016" y="1580"/>
                  </a:lnTo>
                  <a:lnTo>
                    <a:pt x="2035" y="1541"/>
                  </a:lnTo>
                  <a:lnTo>
                    <a:pt x="2035" y="1521"/>
                  </a:lnTo>
                  <a:lnTo>
                    <a:pt x="2055" y="1482"/>
                  </a:lnTo>
                  <a:lnTo>
                    <a:pt x="2075" y="1403"/>
                  </a:lnTo>
                  <a:lnTo>
                    <a:pt x="2095" y="1324"/>
                  </a:lnTo>
                  <a:lnTo>
                    <a:pt x="2095" y="1284"/>
                  </a:lnTo>
                  <a:lnTo>
                    <a:pt x="2095" y="1245"/>
                  </a:lnTo>
                  <a:lnTo>
                    <a:pt x="2055" y="1324"/>
                  </a:lnTo>
                  <a:lnTo>
                    <a:pt x="2035" y="1383"/>
                  </a:lnTo>
                  <a:lnTo>
                    <a:pt x="2016" y="1383"/>
                  </a:lnTo>
                  <a:lnTo>
                    <a:pt x="2035" y="1343"/>
                  </a:lnTo>
                  <a:lnTo>
                    <a:pt x="2055" y="1304"/>
                  </a:lnTo>
                  <a:lnTo>
                    <a:pt x="2095" y="1225"/>
                  </a:lnTo>
                  <a:lnTo>
                    <a:pt x="2154" y="1106"/>
                  </a:lnTo>
                  <a:lnTo>
                    <a:pt x="2213" y="1027"/>
                  </a:lnTo>
                  <a:lnTo>
                    <a:pt x="2233" y="968"/>
                  </a:lnTo>
                  <a:lnTo>
                    <a:pt x="2238" y="968"/>
                  </a:lnTo>
                  <a:lnTo>
                    <a:pt x="2253" y="909"/>
                  </a:lnTo>
                  <a:lnTo>
                    <a:pt x="2253" y="889"/>
                  </a:lnTo>
                  <a:lnTo>
                    <a:pt x="2233" y="909"/>
                  </a:lnTo>
                  <a:lnTo>
                    <a:pt x="2272" y="850"/>
                  </a:lnTo>
                  <a:lnTo>
                    <a:pt x="2272" y="830"/>
                  </a:lnTo>
                  <a:lnTo>
                    <a:pt x="2272" y="810"/>
                  </a:lnTo>
                  <a:lnTo>
                    <a:pt x="2233" y="889"/>
                  </a:lnTo>
                  <a:lnTo>
                    <a:pt x="2233" y="869"/>
                  </a:lnTo>
                  <a:lnTo>
                    <a:pt x="2213" y="869"/>
                  </a:lnTo>
                  <a:lnTo>
                    <a:pt x="2193" y="889"/>
                  </a:lnTo>
                  <a:lnTo>
                    <a:pt x="2174" y="909"/>
                  </a:lnTo>
                  <a:lnTo>
                    <a:pt x="2154" y="948"/>
                  </a:lnTo>
                  <a:lnTo>
                    <a:pt x="2134" y="968"/>
                  </a:lnTo>
                  <a:lnTo>
                    <a:pt x="2114" y="968"/>
                  </a:lnTo>
                  <a:lnTo>
                    <a:pt x="2134" y="929"/>
                  </a:lnTo>
                  <a:lnTo>
                    <a:pt x="2075" y="988"/>
                  </a:lnTo>
                  <a:lnTo>
                    <a:pt x="2055" y="1087"/>
                  </a:lnTo>
                  <a:lnTo>
                    <a:pt x="2035" y="1126"/>
                  </a:lnTo>
                  <a:lnTo>
                    <a:pt x="2035" y="1106"/>
                  </a:lnTo>
                  <a:lnTo>
                    <a:pt x="2035" y="1067"/>
                  </a:lnTo>
                  <a:lnTo>
                    <a:pt x="2095" y="929"/>
                  </a:lnTo>
                  <a:lnTo>
                    <a:pt x="2035" y="1008"/>
                  </a:lnTo>
                  <a:lnTo>
                    <a:pt x="2075" y="909"/>
                  </a:lnTo>
                  <a:lnTo>
                    <a:pt x="2114" y="869"/>
                  </a:lnTo>
                  <a:lnTo>
                    <a:pt x="2114" y="889"/>
                  </a:lnTo>
                  <a:lnTo>
                    <a:pt x="2134" y="869"/>
                  </a:lnTo>
                  <a:lnTo>
                    <a:pt x="2134" y="889"/>
                  </a:lnTo>
                  <a:lnTo>
                    <a:pt x="2154" y="830"/>
                  </a:lnTo>
                  <a:lnTo>
                    <a:pt x="2174" y="830"/>
                  </a:lnTo>
                  <a:lnTo>
                    <a:pt x="2193" y="790"/>
                  </a:lnTo>
                  <a:lnTo>
                    <a:pt x="2193" y="751"/>
                  </a:lnTo>
                  <a:lnTo>
                    <a:pt x="2213" y="711"/>
                  </a:lnTo>
                  <a:lnTo>
                    <a:pt x="2193" y="731"/>
                  </a:lnTo>
                  <a:lnTo>
                    <a:pt x="2233" y="613"/>
                  </a:lnTo>
                  <a:lnTo>
                    <a:pt x="2253" y="613"/>
                  </a:lnTo>
                  <a:lnTo>
                    <a:pt x="2253" y="593"/>
                  </a:lnTo>
                  <a:lnTo>
                    <a:pt x="2253" y="573"/>
                  </a:lnTo>
                  <a:lnTo>
                    <a:pt x="2154" y="751"/>
                  </a:lnTo>
                  <a:lnTo>
                    <a:pt x="2134" y="771"/>
                  </a:lnTo>
                  <a:lnTo>
                    <a:pt x="2114" y="751"/>
                  </a:lnTo>
                  <a:lnTo>
                    <a:pt x="2154" y="711"/>
                  </a:lnTo>
                  <a:lnTo>
                    <a:pt x="2193" y="632"/>
                  </a:lnTo>
                  <a:lnTo>
                    <a:pt x="2174" y="652"/>
                  </a:lnTo>
                  <a:lnTo>
                    <a:pt x="2174" y="632"/>
                  </a:lnTo>
                  <a:lnTo>
                    <a:pt x="2154" y="672"/>
                  </a:lnTo>
                  <a:lnTo>
                    <a:pt x="2154" y="652"/>
                  </a:lnTo>
                  <a:lnTo>
                    <a:pt x="2174" y="573"/>
                  </a:lnTo>
                  <a:lnTo>
                    <a:pt x="2193" y="593"/>
                  </a:lnTo>
                  <a:lnTo>
                    <a:pt x="2213" y="534"/>
                  </a:lnTo>
                  <a:lnTo>
                    <a:pt x="2213" y="553"/>
                  </a:lnTo>
                  <a:lnTo>
                    <a:pt x="2233" y="494"/>
                  </a:lnTo>
                  <a:lnTo>
                    <a:pt x="2213" y="494"/>
                  </a:lnTo>
                  <a:lnTo>
                    <a:pt x="2213" y="514"/>
                  </a:lnTo>
                  <a:lnTo>
                    <a:pt x="2193" y="514"/>
                  </a:lnTo>
                  <a:lnTo>
                    <a:pt x="2233" y="435"/>
                  </a:lnTo>
                  <a:lnTo>
                    <a:pt x="2233" y="415"/>
                  </a:lnTo>
                  <a:lnTo>
                    <a:pt x="2213" y="395"/>
                  </a:lnTo>
                  <a:lnTo>
                    <a:pt x="2193" y="395"/>
                  </a:lnTo>
                  <a:lnTo>
                    <a:pt x="2174" y="455"/>
                  </a:lnTo>
                  <a:lnTo>
                    <a:pt x="2114" y="534"/>
                  </a:lnTo>
                  <a:lnTo>
                    <a:pt x="2154" y="435"/>
                  </a:lnTo>
                  <a:lnTo>
                    <a:pt x="2154" y="376"/>
                  </a:lnTo>
                  <a:lnTo>
                    <a:pt x="2144" y="405"/>
                  </a:lnTo>
                  <a:lnTo>
                    <a:pt x="2144" y="405"/>
                  </a:lnTo>
                  <a:lnTo>
                    <a:pt x="2134" y="415"/>
                  </a:lnTo>
                  <a:lnTo>
                    <a:pt x="2114" y="455"/>
                  </a:lnTo>
                  <a:lnTo>
                    <a:pt x="2114" y="455"/>
                  </a:lnTo>
                  <a:lnTo>
                    <a:pt x="2141" y="415"/>
                  </a:lnTo>
                  <a:lnTo>
                    <a:pt x="2141" y="415"/>
                  </a:lnTo>
                  <a:lnTo>
                    <a:pt x="2134" y="435"/>
                  </a:lnTo>
                  <a:lnTo>
                    <a:pt x="2114" y="494"/>
                  </a:lnTo>
                  <a:lnTo>
                    <a:pt x="2075" y="553"/>
                  </a:lnTo>
                  <a:lnTo>
                    <a:pt x="2055" y="553"/>
                  </a:lnTo>
                  <a:lnTo>
                    <a:pt x="2095" y="494"/>
                  </a:lnTo>
                  <a:lnTo>
                    <a:pt x="2114" y="474"/>
                  </a:lnTo>
                  <a:lnTo>
                    <a:pt x="2114" y="455"/>
                  </a:lnTo>
                  <a:lnTo>
                    <a:pt x="2114" y="435"/>
                  </a:lnTo>
                  <a:lnTo>
                    <a:pt x="2114" y="356"/>
                  </a:lnTo>
                  <a:lnTo>
                    <a:pt x="2075" y="415"/>
                  </a:lnTo>
                  <a:lnTo>
                    <a:pt x="2055" y="455"/>
                  </a:lnTo>
                  <a:lnTo>
                    <a:pt x="2075" y="435"/>
                  </a:lnTo>
                  <a:lnTo>
                    <a:pt x="2075" y="455"/>
                  </a:lnTo>
                  <a:lnTo>
                    <a:pt x="2035" y="534"/>
                  </a:lnTo>
                  <a:lnTo>
                    <a:pt x="2035" y="494"/>
                  </a:lnTo>
                  <a:lnTo>
                    <a:pt x="2035" y="455"/>
                  </a:lnTo>
                  <a:lnTo>
                    <a:pt x="2055" y="415"/>
                  </a:lnTo>
                  <a:lnTo>
                    <a:pt x="2055" y="435"/>
                  </a:lnTo>
                  <a:lnTo>
                    <a:pt x="2075" y="395"/>
                  </a:lnTo>
                  <a:lnTo>
                    <a:pt x="2035" y="395"/>
                  </a:lnTo>
                  <a:lnTo>
                    <a:pt x="2035" y="376"/>
                  </a:lnTo>
                  <a:lnTo>
                    <a:pt x="2035" y="356"/>
                  </a:lnTo>
                  <a:lnTo>
                    <a:pt x="1996" y="415"/>
                  </a:lnTo>
                  <a:lnTo>
                    <a:pt x="1976" y="494"/>
                  </a:lnTo>
                  <a:lnTo>
                    <a:pt x="1976" y="455"/>
                  </a:lnTo>
                  <a:lnTo>
                    <a:pt x="1996" y="415"/>
                  </a:lnTo>
                  <a:lnTo>
                    <a:pt x="1996" y="395"/>
                  </a:lnTo>
                  <a:lnTo>
                    <a:pt x="1976" y="395"/>
                  </a:lnTo>
                  <a:lnTo>
                    <a:pt x="1996" y="356"/>
                  </a:lnTo>
                  <a:lnTo>
                    <a:pt x="1956" y="395"/>
                  </a:lnTo>
                  <a:lnTo>
                    <a:pt x="1976" y="356"/>
                  </a:lnTo>
                  <a:lnTo>
                    <a:pt x="1976" y="336"/>
                  </a:lnTo>
                  <a:lnTo>
                    <a:pt x="1956" y="336"/>
                  </a:lnTo>
                  <a:lnTo>
                    <a:pt x="1917" y="376"/>
                  </a:lnTo>
                  <a:lnTo>
                    <a:pt x="1897" y="415"/>
                  </a:lnTo>
                  <a:lnTo>
                    <a:pt x="1858" y="435"/>
                  </a:lnTo>
                  <a:lnTo>
                    <a:pt x="1858" y="435"/>
                  </a:lnTo>
                  <a:lnTo>
                    <a:pt x="1917" y="356"/>
                  </a:lnTo>
                  <a:lnTo>
                    <a:pt x="1937" y="316"/>
                  </a:lnTo>
                  <a:lnTo>
                    <a:pt x="1937" y="297"/>
                  </a:lnTo>
                  <a:lnTo>
                    <a:pt x="1917" y="297"/>
                  </a:lnTo>
                  <a:lnTo>
                    <a:pt x="1897" y="316"/>
                  </a:lnTo>
                  <a:lnTo>
                    <a:pt x="1858" y="376"/>
                  </a:lnTo>
                  <a:lnTo>
                    <a:pt x="1858" y="376"/>
                  </a:lnTo>
                  <a:lnTo>
                    <a:pt x="1877" y="316"/>
                  </a:lnTo>
                  <a:lnTo>
                    <a:pt x="1838" y="376"/>
                  </a:lnTo>
                  <a:lnTo>
                    <a:pt x="1818" y="376"/>
                  </a:lnTo>
                  <a:lnTo>
                    <a:pt x="1838" y="336"/>
                  </a:lnTo>
                  <a:lnTo>
                    <a:pt x="1798" y="395"/>
                  </a:lnTo>
                  <a:lnTo>
                    <a:pt x="1759" y="474"/>
                  </a:lnTo>
                  <a:lnTo>
                    <a:pt x="1759" y="514"/>
                  </a:lnTo>
                  <a:lnTo>
                    <a:pt x="1779" y="494"/>
                  </a:lnTo>
                  <a:lnTo>
                    <a:pt x="1798" y="474"/>
                  </a:lnTo>
                  <a:lnTo>
                    <a:pt x="1798" y="474"/>
                  </a:lnTo>
                  <a:lnTo>
                    <a:pt x="1779" y="534"/>
                  </a:lnTo>
                  <a:lnTo>
                    <a:pt x="1759" y="613"/>
                  </a:lnTo>
                  <a:lnTo>
                    <a:pt x="1759" y="573"/>
                  </a:lnTo>
                  <a:lnTo>
                    <a:pt x="1739" y="613"/>
                  </a:lnTo>
                  <a:lnTo>
                    <a:pt x="1739" y="652"/>
                  </a:lnTo>
                  <a:lnTo>
                    <a:pt x="1680" y="711"/>
                  </a:lnTo>
                  <a:lnTo>
                    <a:pt x="1700" y="672"/>
                  </a:lnTo>
                  <a:lnTo>
                    <a:pt x="1719" y="632"/>
                  </a:lnTo>
                  <a:lnTo>
                    <a:pt x="1739" y="553"/>
                  </a:lnTo>
                  <a:lnTo>
                    <a:pt x="1719" y="593"/>
                  </a:lnTo>
                  <a:lnTo>
                    <a:pt x="1680" y="692"/>
                  </a:lnTo>
                  <a:lnTo>
                    <a:pt x="1660" y="731"/>
                  </a:lnTo>
                  <a:lnTo>
                    <a:pt x="1660" y="711"/>
                  </a:lnTo>
                  <a:lnTo>
                    <a:pt x="1660" y="672"/>
                  </a:lnTo>
                  <a:lnTo>
                    <a:pt x="1621" y="692"/>
                  </a:lnTo>
                  <a:lnTo>
                    <a:pt x="1660" y="632"/>
                  </a:lnTo>
                  <a:lnTo>
                    <a:pt x="1660" y="652"/>
                  </a:lnTo>
                  <a:lnTo>
                    <a:pt x="1680" y="613"/>
                  </a:lnTo>
                  <a:lnTo>
                    <a:pt x="1700" y="573"/>
                  </a:lnTo>
                  <a:lnTo>
                    <a:pt x="1719" y="514"/>
                  </a:lnTo>
                  <a:lnTo>
                    <a:pt x="1739" y="455"/>
                  </a:lnTo>
                  <a:lnTo>
                    <a:pt x="1798" y="356"/>
                  </a:lnTo>
                  <a:lnTo>
                    <a:pt x="1798" y="316"/>
                  </a:lnTo>
                  <a:lnTo>
                    <a:pt x="1779" y="336"/>
                  </a:lnTo>
                  <a:lnTo>
                    <a:pt x="1759" y="336"/>
                  </a:lnTo>
                  <a:lnTo>
                    <a:pt x="1739" y="376"/>
                  </a:lnTo>
                  <a:lnTo>
                    <a:pt x="1759" y="316"/>
                  </a:lnTo>
                  <a:lnTo>
                    <a:pt x="1739" y="316"/>
                  </a:lnTo>
                  <a:lnTo>
                    <a:pt x="1700" y="356"/>
                  </a:lnTo>
                  <a:lnTo>
                    <a:pt x="1700" y="356"/>
                  </a:lnTo>
                  <a:lnTo>
                    <a:pt x="1719" y="277"/>
                  </a:lnTo>
                  <a:lnTo>
                    <a:pt x="1700" y="277"/>
                  </a:lnTo>
                  <a:lnTo>
                    <a:pt x="1660" y="316"/>
                  </a:lnTo>
                  <a:lnTo>
                    <a:pt x="1621" y="356"/>
                  </a:lnTo>
                  <a:lnTo>
                    <a:pt x="1601" y="336"/>
                  </a:lnTo>
                  <a:lnTo>
                    <a:pt x="1601" y="277"/>
                  </a:lnTo>
                  <a:lnTo>
                    <a:pt x="1581" y="297"/>
                  </a:lnTo>
                  <a:lnTo>
                    <a:pt x="1561" y="297"/>
                  </a:lnTo>
                  <a:lnTo>
                    <a:pt x="1581" y="257"/>
                  </a:lnTo>
                  <a:lnTo>
                    <a:pt x="1581" y="237"/>
                  </a:lnTo>
                  <a:lnTo>
                    <a:pt x="1561" y="257"/>
                  </a:lnTo>
                  <a:lnTo>
                    <a:pt x="1542" y="277"/>
                  </a:lnTo>
                  <a:lnTo>
                    <a:pt x="1502" y="356"/>
                  </a:lnTo>
                  <a:lnTo>
                    <a:pt x="1542" y="257"/>
                  </a:lnTo>
                  <a:lnTo>
                    <a:pt x="1542" y="257"/>
                  </a:lnTo>
                  <a:lnTo>
                    <a:pt x="1463" y="277"/>
                  </a:lnTo>
                  <a:lnTo>
                    <a:pt x="1403" y="277"/>
                  </a:lnTo>
                  <a:lnTo>
                    <a:pt x="1403" y="257"/>
                  </a:lnTo>
                  <a:lnTo>
                    <a:pt x="1384" y="257"/>
                  </a:lnTo>
                  <a:lnTo>
                    <a:pt x="1344" y="297"/>
                  </a:lnTo>
                  <a:lnTo>
                    <a:pt x="1324" y="316"/>
                  </a:lnTo>
                  <a:lnTo>
                    <a:pt x="1305" y="316"/>
                  </a:lnTo>
                  <a:lnTo>
                    <a:pt x="1305" y="297"/>
                  </a:lnTo>
                  <a:lnTo>
                    <a:pt x="1285" y="336"/>
                  </a:lnTo>
                  <a:lnTo>
                    <a:pt x="1245" y="395"/>
                  </a:lnTo>
                  <a:lnTo>
                    <a:pt x="1206" y="514"/>
                  </a:lnTo>
                  <a:lnTo>
                    <a:pt x="1186" y="514"/>
                  </a:lnTo>
                  <a:lnTo>
                    <a:pt x="1206" y="474"/>
                  </a:lnTo>
                  <a:lnTo>
                    <a:pt x="1206" y="435"/>
                  </a:lnTo>
                  <a:lnTo>
                    <a:pt x="1206" y="415"/>
                  </a:lnTo>
                  <a:lnTo>
                    <a:pt x="1245" y="336"/>
                  </a:lnTo>
                  <a:lnTo>
                    <a:pt x="1285" y="257"/>
                  </a:lnTo>
                  <a:lnTo>
                    <a:pt x="1285" y="257"/>
                  </a:lnTo>
                  <a:lnTo>
                    <a:pt x="1245" y="316"/>
                  </a:lnTo>
                  <a:lnTo>
                    <a:pt x="1225" y="316"/>
                  </a:lnTo>
                  <a:lnTo>
                    <a:pt x="1225" y="277"/>
                  </a:lnTo>
                  <a:lnTo>
                    <a:pt x="1225" y="257"/>
                  </a:lnTo>
                  <a:lnTo>
                    <a:pt x="1245" y="237"/>
                  </a:lnTo>
                  <a:lnTo>
                    <a:pt x="1225" y="218"/>
                  </a:lnTo>
                  <a:lnTo>
                    <a:pt x="1206" y="257"/>
                  </a:lnTo>
                  <a:lnTo>
                    <a:pt x="1186" y="297"/>
                  </a:lnTo>
                  <a:lnTo>
                    <a:pt x="1186" y="277"/>
                  </a:lnTo>
                  <a:lnTo>
                    <a:pt x="1166" y="336"/>
                  </a:lnTo>
                  <a:lnTo>
                    <a:pt x="1186" y="257"/>
                  </a:lnTo>
                  <a:lnTo>
                    <a:pt x="1166" y="297"/>
                  </a:lnTo>
                  <a:lnTo>
                    <a:pt x="1146" y="316"/>
                  </a:lnTo>
                  <a:lnTo>
                    <a:pt x="1146" y="297"/>
                  </a:lnTo>
                  <a:lnTo>
                    <a:pt x="1146" y="277"/>
                  </a:lnTo>
                  <a:lnTo>
                    <a:pt x="1166" y="218"/>
                  </a:lnTo>
                  <a:lnTo>
                    <a:pt x="1127" y="257"/>
                  </a:lnTo>
                  <a:lnTo>
                    <a:pt x="1146" y="218"/>
                  </a:lnTo>
                  <a:lnTo>
                    <a:pt x="1107" y="198"/>
                  </a:lnTo>
                  <a:lnTo>
                    <a:pt x="1107" y="178"/>
                  </a:lnTo>
                  <a:lnTo>
                    <a:pt x="1087" y="158"/>
                  </a:lnTo>
                  <a:lnTo>
                    <a:pt x="1067" y="178"/>
                  </a:lnTo>
                  <a:lnTo>
                    <a:pt x="1028" y="237"/>
                  </a:lnTo>
                  <a:lnTo>
                    <a:pt x="1028" y="257"/>
                  </a:lnTo>
                  <a:lnTo>
                    <a:pt x="1008" y="297"/>
                  </a:lnTo>
                  <a:lnTo>
                    <a:pt x="988" y="336"/>
                  </a:lnTo>
                  <a:lnTo>
                    <a:pt x="969" y="336"/>
                  </a:lnTo>
                  <a:lnTo>
                    <a:pt x="988" y="297"/>
                  </a:lnTo>
                  <a:lnTo>
                    <a:pt x="988" y="257"/>
                  </a:lnTo>
                  <a:lnTo>
                    <a:pt x="1008" y="218"/>
                  </a:lnTo>
                  <a:lnTo>
                    <a:pt x="988" y="218"/>
                  </a:lnTo>
                  <a:lnTo>
                    <a:pt x="1008" y="178"/>
                  </a:lnTo>
                  <a:lnTo>
                    <a:pt x="988" y="198"/>
                  </a:lnTo>
                  <a:lnTo>
                    <a:pt x="949" y="218"/>
                  </a:lnTo>
                  <a:lnTo>
                    <a:pt x="969" y="198"/>
                  </a:lnTo>
                  <a:lnTo>
                    <a:pt x="988" y="158"/>
                  </a:lnTo>
                  <a:lnTo>
                    <a:pt x="969" y="178"/>
                  </a:lnTo>
                  <a:lnTo>
                    <a:pt x="988" y="139"/>
                  </a:lnTo>
                  <a:lnTo>
                    <a:pt x="969" y="158"/>
                  </a:lnTo>
                  <a:lnTo>
                    <a:pt x="949" y="178"/>
                  </a:lnTo>
                  <a:lnTo>
                    <a:pt x="909" y="257"/>
                  </a:lnTo>
                  <a:lnTo>
                    <a:pt x="909" y="237"/>
                  </a:lnTo>
                  <a:lnTo>
                    <a:pt x="890" y="257"/>
                  </a:lnTo>
                  <a:lnTo>
                    <a:pt x="949" y="178"/>
                  </a:lnTo>
                  <a:lnTo>
                    <a:pt x="870" y="277"/>
                  </a:lnTo>
                  <a:lnTo>
                    <a:pt x="890" y="237"/>
                  </a:lnTo>
                  <a:lnTo>
                    <a:pt x="870" y="257"/>
                  </a:lnTo>
                  <a:lnTo>
                    <a:pt x="870" y="237"/>
                  </a:lnTo>
                  <a:lnTo>
                    <a:pt x="830" y="297"/>
                  </a:lnTo>
                  <a:lnTo>
                    <a:pt x="811" y="336"/>
                  </a:lnTo>
                  <a:lnTo>
                    <a:pt x="811" y="297"/>
                  </a:lnTo>
                  <a:lnTo>
                    <a:pt x="850" y="198"/>
                  </a:lnTo>
                  <a:lnTo>
                    <a:pt x="850" y="218"/>
                  </a:lnTo>
                  <a:lnTo>
                    <a:pt x="850" y="237"/>
                  </a:lnTo>
                  <a:lnTo>
                    <a:pt x="870" y="178"/>
                  </a:lnTo>
                  <a:lnTo>
                    <a:pt x="870" y="139"/>
                  </a:lnTo>
                  <a:lnTo>
                    <a:pt x="850" y="119"/>
                  </a:lnTo>
                  <a:lnTo>
                    <a:pt x="830" y="119"/>
                  </a:lnTo>
                  <a:lnTo>
                    <a:pt x="811" y="139"/>
                  </a:lnTo>
                  <a:lnTo>
                    <a:pt x="791" y="119"/>
                  </a:lnTo>
                  <a:lnTo>
                    <a:pt x="771" y="139"/>
                  </a:lnTo>
                  <a:lnTo>
                    <a:pt x="751" y="79"/>
                  </a:lnTo>
                  <a:lnTo>
                    <a:pt x="692" y="79"/>
                  </a:lnTo>
                  <a:lnTo>
                    <a:pt x="672" y="119"/>
                  </a:lnTo>
                  <a:lnTo>
                    <a:pt x="672" y="60"/>
                  </a:lnTo>
                  <a:lnTo>
                    <a:pt x="633" y="139"/>
                  </a:lnTo>
                  <a:lnTo>
                    <a:pt x="593" y="158"/>
                  </a:lnTo>
                  <a:lnTo>
                    <a:pt x="554" y="198"/>
                  </a:lnTo>
                  <a:lnTo>
                    <a:pt x="495" y="297"/>
                  </a:lnTo>
                  <a:lnTo>
                    <a:pt x="514" y="237"/>
                  </a:lnTo>
                  <a:lnTo>
                    <a:pt x="554" y="178"/>
                  </a:lnTo>
                  <a:lnTo>
                    <a:pt x="514" y="218"/>
                  </a:lnTo>
                  <a:lnTo>
                    <a:pt x="495" y="237"/>
                  </a:lnTo>
                  <a:lnTo>
                    <a:pt x="495" y="237"/>
                  </a:lnTo>
                  <a:lnTo>
                    <a:pt x="514" y="198"/>
                  </a:lnTo>
                  <a:lnTo>
                    <a:pt x="514" y="178"/>
                  </a:lnTo>
                  <a:lnTo>
                    <a:pt x="534" y="158"/>
                  </a:lnTo>
                  <a:lnTo>
                    <a:pt x="534" y="139"/>
                  </a:lnTo>
                  <a:lnTo>
                    <a:pt x="514" y="158"/>
                  </a:lnTo>
                  <a:lnTo>
                    <a:pt x="514" y="139"/>
                  </a:lnTo>
                  <a:lnTo>
                    <a:pt x="475" y="218"/>
                  </a:lnTo>
                  <a:lnTo>
                    <a:pt x="435" y="277"/>
                  </a:lnTo>
                  <a:lnTo>
                    <a:pt x="416" y="316"/>
                  </a:lnTo>
                  <a:lnTo>
                    <a:pt x="416" y="297"/>
                  </a:lnTo>
                  <a:lnTo>
                    <a:pt x="356" y="336"/>
                  </a:lnTo>
                  <a:lnTo>
                    <a:pt x="277" y="336"/>
                  </a:lnTo>
                  <a:lnTo>
                    <a:pt x="238" y="297"/>
                  </a:lnTo>
                  <a:lnTo>
                    <a:pt x="258" y="257"/>
                  </a:lnTo>
                  <a:lnTo>
                    <a:pt x="238" y="257"/>
                  </a:lnTo>
                  <a:lnTo>
                    <a:pt x="238" y="237"/>
                  </a:lnTo>
                  <a:lnTo>
                    <a:pt x="258" y="198"/>
                  </a:lnTo>
                  <a:lnTo>
                    <a:pt x="238" y="218"/>
                  </a:lnTo>
                  <a:lnTo>
                    <a:pt x="218" y="237"/>
                  </a:lnTo>
                  <a:lnTo>
                    <a:pt x="218" y="198"/>
                  </a:lnTo>
                  <a:lnTo>
                    <a:pt x="238" y="198"/>
                  </a:lnTo>
                  <a:lnTo>
                    <a:pt x="218" y="178"/>
                  </a:lnTo>
                  <a:lnTo>
                    <a:pt x="218" y="158"/>
                  </a:lnTo>
                  <a:lnTo>
                    <a:pt x="218" y="119"/>
                  </a:lnTo>
                  <a:lnTo>
                    <a:pt x="198" y="139"/>
                  </a:lnTo>
                  <a:lnTo>
                    <a:pt x="2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3" name="Google Shape;5353;p20"/>
            <p:cNvSpPr/>
            <p:nvPr/>
          </p:nvSpPr>
          <p:spPr>
            <a:xfrm>
              <a:off x="-1572875" y="3408225"/>
              <a:ext cx="25" cy="500"/>
            </a:xfrm>
            <a:custGeom>
              <a:rect b="b" l="l" r="r" t="t"/>
              <a:pathLst>
                <a:path extrusionOk="0" h="20" w="1">
                  <a:moveTo>
                    <a:pt x="1" y="20"/>
                  </a:moveTo>
                  <a:lnTo>
                    <a:pt x="1" y="20"/>
                  </a:lnTo>
                  <a:lnTo>
                    <a:pt x="1" y="0"/>
                  </a:lnTo>
                  <a:lnTo>
                    <a:pt x="1" y="20"/>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4" name="Google Shape;5354;p20"/>
            <p:cNvSpPr/>
            <p:nvPr/>
          </p:nvSpPr>
          <p:spPr>
            <a:xfrm>
              <a:off x="-1607925" y="342155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5" name="Google Shape;5355;p20"/>
            <p:cNvSpPr/>
            <p:nvPr/>
          </p:nvSpPr>
          <p:spPr>
            <a:xfrm>
              <a:off x="-1578300" y="3422050"/>
              <a:ext cx="525" cy="25"/>
            </a:xfrm>
            <a:custGeom>
              <a:rect b="b" l="l" r="r" t="t"/>
              <a:pathLst>
                <a:path extrusionOk="0" h="1" w="21">
                  <a:moveTo>
                    <a:pt x="0" y="0"/>
                  </a:moveTo>
                  <a:lnTo>
                    <a:pt x="0" y="0"/>
                  </a:lnTo>
                  <a:lnTo>
                    <a:pt x="2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6" name="Google Shape;5356;p20"/>
            <p:cNvSpPr/>
            <p:nvPr/>
          </p:nvSpPr>
          <p:spPr>
            <a:xfrm>
              <a:off x="-1684975" y="3350450"/>
              <a:ext cx="25" cy="500"/>
            </a:xfrm>
            <a:custGeom>
              <a:rect b="b" l="l" r="r" t="t"/>
              <a:pathLst>
                <a:path extrusionOk="0" h="20" w="1">
                  <a:moveTo>
                    <a:pt x="1" y="20"/>
                  </a:move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7" name="Google Shape;5357;p20"/>
            <p:cNvSpPr/>
            <p:nvPr/>
          </p:nvSpPr>
          <p:spPr>
            <a:xfrm>
              <a:off x="-1685450" y="3348475"/>
              <a:ext cx="500" cy="25"/>
            </a:xfrm>
            <a:custGeom>
              <a:rect b="b" l="l" r="r" t="t"/>
              <a:pathLst>
                <a:path extrusionOk="0" h="1" w="20">
                  <a:moveTo>
                    <a:pt x="0" y="0"/>
                  </a:moveTo>
                  <a:lnTo>
                    <a:pt x="0" y="0"/>
                  </a:lnTo>
                  <a:lnTo>
                    <a:pt x="0" y="0"/>
                  </a:lnTo>
                  <a:lnTo>
                    <a:pt x="0" y="0"/>
                  </a:lnTo>
                  <a:lnTo>
                    <a:pt x="2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8" name="Google Shape;5358;p20"/>
            <p:cNvSpPr/>
            <p:nvPr/>
          </p:nvSpPr>
          <p:spPr>
            <a:xfrm>
              <a:off x="-1696325" y="3346500"/>
              <a:ext cx="18800" cy="6925"/>
            </a:xfrm>
            <a:custGeom>
              <a:rect b="b" l="l" r="r" t="t"/>
              <a:pathLst>
                <a:path extrusionOk="0" h="277" w="752">
                  <a:moveTo>
                    <a:pt x="435" y="40"/>
                  </a:moveTo>
                  <a:lnTo>
                    <a:pt x="455" y="59"/>
                  </a:lnTo>
                  <a:lnTo>
                    <a:pt x="455" y="79"/>
                  </a:lnTo>
                  <a:lnTo>
                    <a:pt x="494" y="79"/>
                  </a:lnTo>
                  <a:lnTo>
                    <a:pt x="435" y="40"/>
                  </a:lnTo>
                  <a:close/>
                  <a:moveTo>
                    <a:pt x="494" y="79"/>
                  </a:moveTo>
                  <a:lnTo>
                    <a:pt x="521" y="86"/>
                  </a:lnTo>
                  <a:lnTo>
                    <a:pt x="521" y="86"/>
                  </a:lnTo>
                  <a:lnTo>
                    <a:pt x="514" y="79"/>
                  </a:lnTo>
                  <a:close/>
                  <a:moveTo>
                    <a:pt x="652" y="158"/>
                  </a:moveTo>
                  <a:lnTo>
                    <a:pt x="672" y="178"/>
                  </a:lnTo>
                  <a:lnTo>
                    <a:pt x="712" y="178"/>
                  </a:lnTo>
                  <a:lnTo>
                    <a:pt x="692" y="158"/>
                  </a:lnTo>
                  <a:close/>
                  <a:moveTo>
                    <a:pt x="1" y="0"/>
                  </a:moveTo>
                  <a:lnTo>
                    <a:pt x="40" y="40"/>
                  </a:lnTo>
                  <a:lnTo>
                    <a:pt x="99" y="59"/>
                  </a:lnTo>
                  <a:lnTo>
                    <a:pt x="60" y="59"/>
                  </a:lnTo>
                  <a:lnTo>
                    <a:pt x="99" y="79"/>
                  </a:lnTo>
                  <a:lnTo>
                    <a:pt x="178" y="119"/>
                  </a:lnTo>
                  <a:lnTo>
                    <a:pt x="198" y="119"/>
                  </a:lnTo>
                  <a:lnTo>
                    <a:pt x="178" y="99"/>
                  </a:lnTo>
                  <a:lnTo>
                    <a:pt x="178" y="99"/>
                  </a:lnTo>
                  <a:lnTo>
                    <a:pt x="238" y="119"/>
                  </a:lnTo>
                  <a:lnTo>
                    <a:pt x="356" y="138"/>
                  </a:lnTo>
                  <a:lnTo>
                    <a:pt x="336" y="138"/>
                  </a:lnTo>
                  <a:lnTo>
                    <a:pt x="376" y="158"/>
                  </a:lnTo>
                  <a:lnTo>
                    <a:pt x="396" y="158"/>
                  </a:lnTo>
                  <a:lnTo>
                    <a:pt x="356" y="119"/>
                  </a:lnTo>
                  <a:lnTo>
                    <a:pt x="356" y="119"/>
                  </a:lnTo>
                  <a:lnTo>
                    <a:pt x="396" y="138"/>
                  </a:lnTo>
                  <a:lnTo>
                    <a:pt x="415" y="138"/>
                  </a:lnTo>
                  <a:lnTo>
                    <a:pt x="415" y="119"/>
                  </a:lnTo>
                  <a:lnTo>
                    <a:pt x="435" y="119"/>
                  </a:lnTo>
                  <a:lnTo>
                    <a:pt x="554" y="178"/>
                  </a:lnTo>
                  <a:lnTo>
                    <a:pt x="534" y="178"/>
                  </a:lnTo>
                  <a:lnTo>
                    <a:pt x="455" y="138"/>
                  </a:lnTo>
                  <a:lnTo>
                    <a:pt x="455" y="158"/>
                  </a:lnTo>
                  <a:lnTo>
                    <a:pt x="494" y="178"/>
                  </a:lnTo>
                  <a:lnTo>
                    <a:pt x="514" y="178"/>
                  </a:lnTo>
                  <a:lnTo>
                    <a:pt x="593" y="217"/>
                  </a:lnTo>
                  <a:lnTo>
                    <a:pt x="573" y="237"/>
                  </a:lnTo>
                  <a:lnTo>
                    <a:pt x="593" y="237"/>
                  </a:lnTo>
                  <a:lnTo>
                    <a:pt x="672" y="257"/>
                  </a:lnTo>
                  <a:lnTo>
                    <a:pt x="692" y="237"/>
                  </a:lnTo>
                  <a:lnTo>
                    <a:pt x="751" y="257"/>
                  </a:lnTo>
                  <a:lnTo>
                    <a:pt x="692" y="198"/>
                  </a:lnTo>
                  <a:lnTo>
                    <a:pt x="731" y="217"/>
                  </a:lnTo>
                  <a:lnTo>
                    <a:pt x="712" y="198"/>
                  </a:lnTo>
                  <a:lnTo>
                    <a:pt x="672" y="178"/>
                  </a:lnTo>
                  <a:lnTo>
                    <a:pt x="633" y="158"/>
                  </a:lnTo>
                  <a:lnTo>
                    <a:pt x="554" y="119"/>
                  </a:lnTo>
                  <a:lnTo>
                    <a:pt x="633" y="138"/>
                  </a:lnTo>
                  <a:lnTo>
                    <a:pt x="652" y="158"/>
                  </a:lnTo>
                  <a:lnTo>
                    <a:pt x="652" y="138"/>
                  </a:lnTo>
                  <a:lnTo>
                    <a:pt x="712" y="158"/>
                  </a:lnTo>
                  <a:lnTo>
                    <a:pt x="633" y="119"/>
                  </a:lnTo>
                  <a:lnTo>
                    <a:pt x="652" y="119"/>
                  </a:lnTo>
                  <a:lnTo>
                    <a:pt x="573" y="99"/>
                  </a:lnTo>
                  <a:lnTo>
                    <a:pt x="534" y="59"/>
                  </a:lnTo>
                  <a:lnTo>
                    <a:pt x="514" y="59"/>
                  </a:lnTo>
                  <a:lnTo>
                    <a:pt x="534" y="79"/>
                  </a:lnTo>
                  <a:lnTo>
                    <a:pt x="573" y="99"/>
                  </a:lnTo>
                  <a:lnTo>
                    <a:pt x="573" y="99"/>
                  </a:lnTo>
                  <a:lnTo>
                    <a:pt x="521" y="86"/>
                  </a:lnTo>
                  <a:lnTo>
                    <a:pt x="521" y="86"/>
                  </a:lnTo>
                  <a:lnTo>
                    <a:pt x="534" y="99"/>
                  </a:lnTo>
                  <a:lnTo>
                    <a:pt x="475" y="99"/>
                  </a:lnTo>
                  <a:lnTo>
                    <a:pt x="494" y="119"/>
                  </a:lnTo>
                  <a:lnTo>
                    <a:pt x="317" y="79"/>
                  </a:lnTo>
                  <a:lnTo>
                    <a:pt x="178" y="20"/>
                  </a:lnTo>
                  <a:lnTo>
                    <a:pt x="159" y="40"/>
                  </a:lnTo>
                  <a:lnTo>
                    <a:pt x="178" y="40"/>
                  </a:lnTo>
                  <a:lnTo>
                    <a:pt x="198" y="59"/>
                  </a:lnTo>
                  <a:lnTo>
                    <a:pt x="99" y="40"/>
                  </a:lnTo>
                  <a:lnTo>
                    <a:pt x="1" y="0"/>
                  </a:lnTo>
                  <a:close/>
                  <a:moveTo>
                    <a:pt x="672" y="257"/>
                  </a:moveTo>
                  <a:lnTo>
                    <a:pt x="751" y="277"/>
                  </a:lnTo>
                  <a:lnTo>
                    <a:pt x="712" y="257"/>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9" name="Google Shape;5359;p20"/>
            <p:cNvSpPr/>
            <p:nvPr/>
          </p:nvSpPr>
          <p:spPr>
            <a:xfrm>
              <a:off x="-1679050" y="3346000"/>
              <a:ext cx="3000" cy="1500"/>
            </a:xfrm>
            <a:custGeom>
              <a:rect b="b" l="l" r="r" t="t"/>
              <a:pathLst>
                <a:path extrusionOk="0" h="60" w="120">
                  <a:moveTo>
                    <a:pt x="119" y="60"/>
                  </a:moveTo>
                  <a:lnTo>
                    <a:pt x="119" y="60"/>
                  </a:lnTo>
                  <a:lnTo>
                    <a:pt x="1" y="0"/>
                  </a:lnTo>
                  <a:lnTo>
                    <a:pt x="1" y="0"/>
                  </a:lnTo>
                  <a:lnTo>
                    <a:pt x="80" y="40"/>
                  </a:lnTo>
                  <a:lnTo>
                    <a:pt x="119" y="60"/>
                  </a:lnTo>
                  <a:lnTo>
                    <a:pt x="119" y="6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0" name="Google Shape;5360;p20"/>
            <p:cNvSpPr/>
            <p:nvPr/>
          </p:nvSpPr>
          <p:spPr>
            <a:xfrm>
              <a:off x="-1681025" y="3345500"/>
              <a:ext cx="2000" cy="1025"/>
            </a:xfrm>
            <a:custGeom>
              <a:rect b="b" l="l" r="r" t="t"/>
              <a:pathLst>
                <a:path extrusionOk="0" h="41" w="80">
                  <a:moveTo>
                    <a:pt x="1" y="1"/>
                  </a:moveTo>
                  <a:lnTo>
                    <a:pt x="33" y="9"/>
                  </a:lnTo>
                  <a:lnTo>
                    <a:pt x="33" y="9"/>
                  </a:lnTo>
                  <a:lnTo>
                    <a:pt x="21" y="1"/>
                  </a:lnTo>
                  <a:close/>
                  <a:moveTo>
                    <a:pt x="33" y="9"/>
                  </a:moveTo>
                  <a:lnTo>
                    <a:pt x="80" y="40"/>
                  </a:lnTo>
                  <a:lnTo>
                    <a:pt x="80" y="20"/>
                  </a:lnTo>
                  <a:lnTo>
                    <a:pt x="33" y="9"/>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
            <p:cNvSpPr/>
            <p:nvPr/>
          </p:nvSpPr>
          <p:spPr>
            <a:xfrm>
              <a:off x="-1702750" y="3291175"/>
              <a:ext cx="39525" cy="57325"/>
            </a:xfrm>
            <a:custGeom>
              <a:rect b="b" l="l" r="r" t="t"/>
              <a:pathLst>
                <a:path extrusionOk="0" h="2293" w="1581">
                  <a:moveTo>
                    <a:pt x="1403" y="356"/>
                  </a:moveTo>
                  <a:lnTo>
                    <a:pt x="1403" y="376"/>
                  </a:lnTo>
                  <a:lnTo>
                    <a:pt x="1423" y="376"/>
                  </a:lnTo>
                  <a:lnTo>
                    <a:pt x="1403" y="356"/>
                  </a:lnTo>
                  <a:close/>
                  <a:moveTo>
                    <a:pt x="179" y="752"/>
                  </a:moveTo>
                  <a:lnTo>
                    <a:pt x="208" y="761"/>
                  </a:lnTo>
                  <a:lnTo>
                    <a:pt x="198" y="752"/>
                  </a:lnTo>
                  <a:close/>
                  <a:moveTo>
                    <a:pt x="139" y="732"/>
                  </a:moveTo>
                  <a:lnTo>
                    <a:pt x="100" y="752"/>
                  </a:lnTo>
                  <a:lnTo>
                    <a:pt x="179" y="771"/>
                  </a:lnTo>
                  <a:lnTo>
                    <a:pt x="159" y="752"/>
                  </a:lnTo>
                  <a:lnTo>
                    <a:pt x="179" y="752"/>
                  </a:lnTo>
                  <a:lnTo>
                    <a:pt x="139" y="732"/>
                  </a:lnTo>
                  <a:close/>
                  <a:moveTo>
                    <a:pt x="208" y="761"/>
                  </a:moveTo>
                  <a:lnTo>
                    <a:pt x="218" y="771"/>
                  </a:lnTo>
                  <a:lnTo>
                    <a:pt x="248" y="781"/>
                  </a:lnTo>
                  <a:lnTo>
                    <a:pt x="248" y="781"/>
                  </a:lnTo>
                  <a:lnTo>
                    <a:pt x="238" y="771"/>
                  </a:lnTo>
                  <a:lnTo>
                    <a:pt x="208" y="761"/>
                  </a:lnTo>
                  <a:close/>
                  <a:moveTo>
                    <a:pt x="1403" y="870"/>
                  </a:moveTo>
                  <a:lnTo>
                    <a:pt x="1443" y="910"/>
                  </a:lnTo>
                  <a:lnTo>
                    <a:pt x="1443" y="910"/>
                  </a:lnTo>
                  <a:lnTo>
                    <a:pt x="1423" y="870"/>
                  </a:lnTo>
                  <a:close/>
                  <a:moveTo>
                    <a:pt x="139" y="890"/>
                  </a:moveTo>
                  <a:lnTo>
                    <a:pt x="238" y="929"/>
                  </a:lnTo>
                  <a:lnTo>
                    <a:pt x="179" y="890"/>
                  </a:lnTo>
                  <a:close/>
                  <a:moveTo>
                    <a:pt x="1033" y="1537"/>
                  </a:moveTo>
                  <a:lnTo>
                    <a:pt x="1028" y="1542"/>
                  </a:lnTo>
                  <a:lnTo>
                    <a:pt x="1048" y="1542"/>
                  </a:lnTo>
                  <a:lnTo>
                    <a:pt x="1033" y="1537"/>
                  </a:lnTo>
                  <a:close/>
                  <a:moveTo>
                    <a:pt x="139" y="1561"/>
                  </a:moveTo>
                  <a:lnTo>
                    <a:pt x="159" y="1581"/>
                  </a:lnTo>
                  <a:lnTo>
                    <a:pt x="218" y="1581"/>
                  </a:lnTo>
                  <a:lnTo>
                    <a:pt x="139" y="1561"/>
                  </a:lnTo>
                  <a:close/>
                  <a:moveTo>
                    <a:pt x="40" y="1621"/>
                  </a:moveTo>
                  <a:lnTo>
                    <a:pt x="119" y="1660"/>
                  </a:lnTo>
                  <a:lnTo>
                    <a:pt x="139" y="1680"/>
                  </a:lnTo>
                  <a:lnTo>
                    <a:pt x="159" y="1700"/>
                  </a:lnTo>
                  <a:lnTo>
                    <a:pt x="198" y="1719"/>
                  </a:lnTo>
                  <a:lnTo>
                    <a:pt x="258" y="1739"/>
                  </a:lnTo>
                  <a:lnTo>
                    <a:pt x="277" y="1739"/>
                  </a:lnTo>
                  <a:lnTo>
                    <a:pt x="238" y="1719"/>
                  </a:lnTo>
                  <a:lnTo>
                    <a:pt x="218" y="1700"/>
                  </a:lnTo>
                  <a:lnTo>
                    <a:pt x="258" y="1700"/>
                  </a:lnTo>
                  <a:lnTo>
                    <a:pt x="139" y="1660"/>
                  </a:lnTo>
                  <a:lnTo>
                    <a:pt x="159" y="1640"/>
                  </a:lnTo>
                  <a:lnTo>
                    <a:pt x="139" y="1640"/>
                  </a:lnTo>
                  <a:lnTo>
                    <a:pt x="40" y="1621"/>
                  </a:lnTo>
                  <a:close/>
                  <a:moveTo>
                    <a:pt x="475" y="1818"/>
                  </a:moveTo>
                  <a:lnTo>
                    <a:pt x="495" y="1838"/>
                  </a:lnTo>
                  <a:lnTo>
                    <a:pt x="514" y="1838"/>
                  </a:lnTo>
                  <a:lnTo>
                    <a:pt x="475" y="1818"/>
                  </a:lnTo>
                  <a:close/>
                  <a:moveTo>
                    <a:pt x="1245" y="1996"/>
                  </a:moveTo>
                  <a:lnTo>
                    <a:pt x="1304" y="2016"/>
                  </a:lnTo>
                  <a:lnTo>
                    <a:pt x="1304" y="2016"/>
                  </a:lnTo>
                  <a:lnTo>
                    <a:pt x="1285" y="1996"/>
                  </a:lnTo>
                  <a:close/>
                  <a:moveTo>
                    <a:pt x="159" y="2095"/>
                  </a:moveTo>
                  <a:lnTo>
                    <a:pt x="179" y="2114"/>
                  </a:lnTo>
                  <a:lnTo>
                    <a:pt x="198" y="2095"/>
                  </a:lnTo>
                  <a:close/>
                  <a:moveTo>
                    <a:pt x="1462" y="1"/>
                  </a:moveTo>
                  <a:lnTo>
                    <a:pt x="850" y="317"/>
                  </a:lnTo>
                  <a:lnTo>
                    <a:pt x="297" y="633"/>
                  </a:lnTo>
                  <a:lnTo>
                    <a:pt x="198" y="692"/>
                  </a:lnTo>
                  <a:lnTo>
                    <a:pt x="238" y="692"/>
                  </a:lnTo>
                  <a:lnTo>
                    <a:pt x="238" y="712"/>
                  </a:lnTo>
                  <a:lnTo>
                    <a:pt x="277" y="732"/>
                  </a:lnTo>
                  <a:lnTo>
                    <a:pt x="297" y="752"/>
                  </a:lnTo>
                  <a:lnTo>
                    <a:pt x="297" y="771"/>
                  </a:lnTo>
                  <a:lnTo>
                    <a:pt x="317" y="771"/>
                  </a:lnTo>
                  <a:lnTo>
                    <a:pt x="337" y="791"/>
                  </a:lnTo>
                  <a:lnTo>
                    <a:pt x="337" y="811"/>
                  </a:lnTo>
                  <a:lnTo>
                    <a:pt x="297" y="791"/>
                  </a:lnTo>
                  <a:lnTo>
                    <a:pt x="277" y="791"/>
                  </a:lnTo>
                  <a:lnTo>
                    <a:pt x="248" y="781"/>
                  </a:lnTo>
                  <a:lnTo>
                    <a:pt x="248" y="781"/>
                  </a:lnTo>
                  <a:lnTo>
                    <a:pt x="258" y="791"/>
                  </a:lnTo>
                  <a:lnTo>
                    <a:pt x="277" y="811"/>
                  </a:lnTo>
                  <a:lnTo>
                    <a:pt x="258" y="811"/>
                  </a:lnTo>
                  <a:lnTo>
                    <a:pt x="238" y="791"/>
                  </a:lnTo>
                  <a:lnTo>
                    <a:pt x="238" y="811"/>
                  </a:lnTo>
                  <a:lnTo>
                    <a:pt x="258" y="831"/>
                  </a:lnTo>
                  <a:lnTo>
                    <a:pt x="198" y="811"/>
                  </a:lnTo>
                  <a:lnTo>
                    <a:pt x="218" y="831"/>
                  </a:lnTo>
                  <a:lnTo>
                    <a:pt x="159" y="831"/>
                  </a:lnTo>
                  <a:lnTo>
                    <a:pt x="179" y="850"/>
                  </a:lnTo>
                  <a:lnTo>
                    <a:pt x="218" y="870"/>
                  </a:lnTo>
                  <a:lnTo>
                    <a:pt x="277" y="870"/>
                  </a:lnTo>
                  <a:lnTo>
                    <a:pt x="356" y="910"/>
                  </a:lnTo>
                  <a:lnTo>
                    <a:pt x="356" y="929"/>
                  </a:lnTo>
                  <a:lnTo>
                    <a:pt x="297" y="929"/>
                  </a:lnTo>
                  <a:lnTo>
                    <a:pt x="337" y="949"/>
                  </a:lnTo>
                  <a:lnTo>
                    <a:pt x="297" y="949"/>
                  </a:lnTo>
                  <a:lnTo>
                    <a:pt x="297" y="969"/>
                  </a:lnTo>
                  <a:lnTo>
                    <a:pt x="258" y="949"/>
                  </a:lnTo>
                  <a:lnTo>
                    <a:pt x="258" y="929"/>
                  </a:lnTo>
                  <a:lnTo>
                    <a:pt x="198" y="929"/>
                  </a:lnTo>
                  <a:lnTo>
                    <a:pt x="159" y="910"/>
                  </a:lnTo>
                  <a:lnTo>
                    <a:pt x="176" y="945"/>
                  </a:lnTo>
                  <a:lnTo>
                    <a:pt x="176" y="945"/>
                  </a:lnTo>
                  <a:lnTo>
                    <a:pt x="100" y="929"/>
                  </a:lnTo>
                  <a:lnTo>
                    <a:pt x="80" y="929"/>
                  </a:lnTo>
                  <a:lnTo>
                    <a:pt x="119" y="949"/>
                  </a:lnTo>
                  <a:lnTo>
                    <a:pt x="159" y="949"/>
                  </a:lnTo>
                  <a:lnTo>
                    <a:pt x="159" y="969"/>
                  </a:lnTo>
                  <a:lnTo>
                    <a:pt x="139" y="969"/>
                  </a:lnTo>
                  <a:lnTo>
                    <a:pt x="139" y="989"/>
                  </a:lnTo>
                  <a:lnTo>
                    <a:pt x="119" y="989"/>
                  </a:lnTo>
                  <a:lnTo>
                    <a:pt x="179" y="1008"/>
                  </a:lnTo>
                  <a:lnTo>
                    <a:pt x="179" y="1008"/>
                  </a:lnTo>
                  <a:lnTo>
                    <a:pt x="159" y="989"/>
                  </a:lnTo>
                  <a:lnTo>
                    <a:pt x="198" y="989"/>
                  </a:lnTo>
                  <a:lnTo>
                    <a:pt x="218" y="1008"/>
                  </a:lnTo>
                  <a:lnTo>
                    <a:pt x="218" y="1028"/>
                  </a:lnTo>
                  <a:lnTo>
                    <a:pt x="238" y="1048"/>
                  </a:lnTo>
                  <a:lnTo>
                    <a:pt x="258" y="1087"/>
                  </a:lnTo>
                  <a:lnTo>
                    <a:pt x="198" y="1087"/>
                  </a:lnTo>
                  <a:lnTo>
                    <a:pt x="139" y="1048"/>
                  </a:lnTo>
                  <a:lnTo>
                    <a:pt x="139" y="1028"/>
                  </a:lnTo>
                  <a:lnTo>
                    <a:pt x="139" y="1008"/>
                  </a:lnTo>
                  <a:lnTo>
                    <a:pt x="119" y="1028"/>
                  </a:lnTo>
                  <a:lnTo>
                    <a:pt x="119" y="1048"/>
                  </a:lnTo>
                  <a:lnTo>
                    <a:pt x="159" y="1087"/>
                  </a:lnTo>
                  <a:lnTo>
                    <a:pt x="139" y="1087"/>
                  </a:lnTo>
                  <a:lnTo>
                    <a:pt x="80" y="1068"/>
                  </a:lnTo>
                  <a:lnTo>
                    <a:pt x="21" y="1068"/>
                  </a:lnTo>
                  <a:lnTo>
                    <a:pt x="21" y="1087"/>
                  </a:lnTo>
                  <a:lnTo>
                    <a:pt x="119" y="1107"/>
                  </a:lnTo>
                  <a:lnTo>
                    <a:pt x="100" y="1127"/>
                  </a:lnTo>
                  <a:lnTo>
                    <a:pt x="139" y="1127"/>
                  </a:lnTo>
                  <a:lnTo>
                    <a:pt x="179" y="1147"/>
                  </a:lnTo>
                  <a:lnTo>
                    <a:pt x="159" y="1147"/>
                  </a:lnTo>
                  <a:lnTo>
                    <a:pt x="119" y="1127"/>
                  </a:lnTo>
                  <a:lnTo>
                    <a:pt x="119" y="1147"/>
                  </a:lnTo>
                  <a:lnTo>
                    <a:pt x="100" y="1147"/>
                  </a:lnTo>
                  <a:lnTo>
                    <a:pt x="159" y="1166"/>
                  </a:lnTo>
                  <a:lnTo>
                    <a:pt x="198" y="1206"/>
                  </a:lnTo>
                  <a:lnTo>
                    <a:pt x="179" y="1206"/>
                  </a:lnTo>
                  <a:lnTo>
                    <a:pt x="159" y="1186"/>
                  </a:lnTo>
                  <a:lnTo>
                    <a:pt x="139" y="1186"/>
                  </a:lnTo>
                  <a:lnTo>
                    <a:pt x="139" y="1166"/>
                  </a:lnTo>
                  <a:lnTo>
                    <a:pt x="119" y="1186"/>
                  </a:lnTo>
                  <a:lnTo>
                    <a:pt x="179" y="1226"/>
                  </a:lnTo>
                  <a:lnTo>
                    <a:pt x="218" y="1226"/>
                  </a:lnTo>
                  <a:lnTo>
                    <a:pt x="258" y="1245"/>
                  </a:lnTo>
                  <a:lnTo>
                    <a:pt x="159" y="1245"/>
                  </a:lnTo>
                  <a:lnTo>
                    <a:pt x="218" y="1265"/>
                  </a:lnTo>
                  <a:lnTo>
                    <a:pt x="238" y="1285"/>
                  </a:lnTo>
                  <a:lnTo>
                    <a:pt x="277" y="1305"/>
                  </a:lnTo>
                  <a:lnTo>
                    <a:pt x="218" y="1305"/>
                  </a:lnTo>
                  <a:lnTo>
                    <a:pt x="198" y="1285"/>
                  </a:lnTo>
                  <a:lnTo>
                    <a:pt x="139" y="1285"/>
                  </a:lnTo>
                  <a:lnTo>
                    <a:pt x="100" y="1245"/>
                  </a:lnTo>
                  <a:lnTo>
                    <a:pt x="80" y="1245"/>
                  </a:lnTo>
                  <a:lnTo>
                    <a:pt x="100" y="1265"/>
                  </a:lnTo>
                  <a:lnTo>
                    <a:pt x="119" y="1285"/>
                  </a:lnTo>
                  <a:lnTo>
                    <a:pt x="80" y="1285"/>
                  </a:lnTo>
                  <a:lnTo>
                    <a:pt x="80" y="1305"/>
                  </a:lnTo>
                  <a:lnTo>
                    <a:pt x="119" y="1305"/>
                  </a:lnTo>
                  <a:lnTo>
                    <a:pt x="179" y="1324"/>
                  </a:lnTo>
                  <a:lnTo>
                    <a:pt x="100" y="1324"/>
                  </a:lnTo>
                  <a:lnTo>
                    <a:pt x="139" y="1344"/>
                  </a:lnTo>
                  <a:lnTo>
                    <a:pt x="218" y="1384"/>
                  </a:lnTo>
                  <a:lnTo>
                    <a:pt x="277" y="1384"/>
                  </a:lnTo>
                  <a:lnTo>
                    <a:pt x="297" y="1403"/>
                  </a:lnTo>
                  <a:lnTo>
                    <a:pt x="317" y="1403"/>
                  </a:lnTo>
                  <a:lnTo>
                    <a:pt x="356" y="1423"/>
                  </a:lnTo>
                  <a:lnTo>
                    <a:pt x="396" y="1423"/>
                  </a:lnTo>
                  <a:lnTo>
                    <a:pt x="356" y="1443"/>
                  </a:lnTo>
                  <a:lnTo>
                    <a:pt x="297" y="1443"/>
                  </a:lnTo>
                  <a:lnTo>
                    <a:pt x="159" y="1384"/>
                  </a:lnTo>
                  <a:lnTo>
                    <a:pt x="1" y="1324"/>
                  </a:lnTo>
                  <a:lnTo>
                    <a:pt x="21" y="1364"/>
                  </a:lnTo>
                  <a:lnTo>
                    <a:pt x="21" y="1384"/>
                  </a:lnTo>
                  <a:lnTo>
                    <a:pt x="1" y="1384"/>
                  </a:lnTo>
                  <a:lnTo>
                    <a:pt x="80" y="1423"/>
                  </a:lnTo>
                  <a:lnTo>
                    <a:pt x="179" y="1463"/>
                  </a:lnTo>
                  <a:lnTo>
                    <a:pt x="159" y="1463"/>
                  </a:lnTo>
                  <a:lnTo>
                    <a:pt x="179" y="1482"/>
                  </a:lnTo>
                  <a:lnTo>
                    <a:pt x="198" y="1502"/>
                  </a:lnTo>
                  <a:lnTo>
                    <a:pt x="198" y="1522"/>
                  </a:lnTo>
                  <a:lnTo>
                    <a:pt x="238" y="1542"/>
                  </a:lnTo>
                  <a:lnTo>
                    <a:pt x="337" y="1561"/>
                  </a:lnTo>
                  <a:lnTo>
                    <a:pt x="337" y="1581"/>
                  </a:lnTo>
                  <a:lnTo>
                    <a:pt x="356" y="1581"/>
                  </a:lnTo>
                  <a:lnTo>
                    <a:pt x="396" y="1621"/>
                  </a:lnTo>
                  <a:lnTo>
                    <a:pt x="337" y="1601"/>
                  </a:lnTo>
                  <a:lnTo>
                    <a:pt x="317" y="1621"/>
                  </a:lnTo>
                  <a:lnTo>
                    <a:pt x="337" y="1640"/>
                  </a:lnTo>
                  <a:lnTo>
                    <a:pt x="277" y="1601"/>
                  </a:lnTo>
                  <a:lnTo>
                    <a:pt x="297" y="1601"/>
                  </a:lnTo>
                  <a:lnTo>
                    <a:pt x="258" y="1581"/>
                  </a:lnTo>
                  <a:lnTo>
                    <a:pt x="218" y="1581"/>
                  </a:lnTo>
                  <a:lnTo>
                    <a:pt x="238" y="1601"/>
                  </a:lnTo>
                  <a:lnTo>
                    <a:pt x="179" y="1601"/>
                  </a:lnTo>
                  <a:lnTo>
                    <a:pt x="159" y="1621"/>
                  </a:lnTo>
                  <a:lnTo>
                    <a:pt x="159" y="1640"/>
                  </a:lnTo>
                  <a:lnTo>
                    <a:pt x="198" y="1640"/>
                  </a:lnTo>
                  <a:lnTo>
                    <a:pt x="277" y="1680"/>
                  </a:lnTo>
                  <a:lnTo>
                    <a:pt x="317" y="1700"/>
                  </a:lnTo>
                  <a:lnTo>
                    <a:pt x="337" y="1719"/>
                  </a:lnTo>
                  <a:lnTo>
                    <a:pt x="376" y="1719"/>
                  </a:lnTo>
                  <a:lnTo>
                    <a:pt x="396" y="1700"/>
                  </a:lnTo>
                  <a:lnTo>
                    <a:pt x="495" y="1719"/>
                  </a:lnTo>
                  <a:lnTo>
                    <a:pt x="613" y="1798"/>
                  </a:lnTo>
                  <a:lnTo>
                    <a:pt x="554" y="1779"/>
                  </a:lnTo>
                  <a:lnTo>
                    <a:pt x="633" y="1818"/>
                  </a:lnTo>
                  <a:lnTo>
                    <a:pt x="514" y="1798"/>
                  </a:lnTo>
                  <a:lnTo>
                    <a:pt x="534" y="1818"/>
                  </a:lnTo>
                  <a:lnTo>
                    <a:pt x="514" y="1838"/>
                  </a:lnTo>
                  <a:lnTo>
                    <a:pt x="574" y="1838"/>
                  </a:lnTo>
                  <a:lnTo>
                    <a:pt x="574" y="1818"/>
                  </a:lnTo>
                  <a:lnTo>
                    <a:pt x="613" y="1838"/>
                  </a:lnTo>
                  <a:lnTo>
                    <a:pt x="593" y="1858"/>
                  </a:lnTo>
                  <a:lnTo>
                    <a:pt x="633" y="1877"/>
                  </a:lnTo>
                  <a:lnTo>
                    <a:pt x="712" y="1897"/>
                  </a:lnTo>
                  <a:lnTo>
                    <a:pt x="593" y="1897"/>
                  </a:lnTo>
                  <a:lnTo>
                    <a:pt x="455" y="1838"/>
                  </a:lnTo>
                  <a:lnTo>
                    <a:pt x="475" y="1858"/>
                  </a:lnTo>
                  <a:lnTo>
                    <a:pt x="475" y="1858"/>
                  </a:lnTo>
                  <a:lnTo>
                    <a:pt x="277" y="1779"/>
                  </a:lnTo>
                  <a:lnTo>
                    <a:pt x="258" y="1798"/>
                  </a:lnTo>
                  <a:lnTo>
                    <a:pt x="238" y="1818"/>
                  </a:lnTo>
                  <a:lnTo>
                    <a:pt x="100" y="1779"/>
                  </a:lnTo>
                  <a:lnTo>
                    <a:pt x="119" y="1818"/>
                  </a:lnTo>
                  <a:lnTo>
                    <a:pt x="40" y="1818"/>
                  </a:lnTo>
                  <a:lnTo>
                    <a:pt x="80" y="1838"/>
                  </a:lnTo>
                  <a:lnTo>
                    <a:pt x="100" y="1838"/>
                  </a:lnTo>
                  <a:lnTo>
                    <a:pt x="179" y="1858"/>
                  </a:lnTo>
                  <a:lnTo>
                    <a:pt x="159" y="1858"/>
                  </a:lnTo>
                  <a:lnTo>
                    <a:pt x="179" y="1877"/>
                  </a:lnTo>
                  <a:lnTo>
                    <a:pt x="198" y="1858"/>
                  </a:lnTo>
                  <a:lnTo>
                    <a:pt x="238" y="1858"/>
                  </a:lnTo>
                  <a:lnTo>
                    <a:pt x="277" y="1877"/>
                  </a:lnTo>
                  <a:lnTo>
                    <a:pt x="337" y="1897"/>
                  </a:lnTo>
                  <a:lnTo>
                    <a:pt x="356" y="1877"/>
                  </a:lnTo>
                  <a:lnTo>
                    <a:pt x="396" y="1897"/>
                  </a:lnTo>
                  <a:lnTo>
                    <a:pt x="380" y="1913"/>
                  </a:lnTo>
                  <a:lnTo>
                    <a:pt x="380" y="1913"/>
                  </a:lnTo>
                  <a:lnTo>
                    <a:pt x="238" y="1877"/>
                  </a:lnTo>
                  <a:lnTo>
                    <a:pt x="258" y="1897"/>
                  </a:lnTo>
                  <a:lnTo>
                    <a:pt x="179" y="1897"/>
                  </a:lnTo>
                  <a:lnTo>
                    <a:pt x="159" y="1877"/>
                  </a:lnTo>
                  <a:lnTo>
                    <a:pt x="139" y="1877"/>
                  </a:lnTo>
                  <a:lnTo>
                    <a:pt x="139" y="1897"/>
                  </a:lnTo>
                  <a:lnTo>
                    <a:pt x="119" y="1877"/>
                  </a:lnTo>
                  <a:lnTo>
                    <a:pt x="100" y="1877"/>
                  </a:lnTo>
                  <a:lnTo>
                    <a:pt x="100" y="1858"/>
                  </a:lnTo>
                  <a:lnTo>
                    <a:pt x="60" y="1897"/>
                  </a:lnTo>
                  <a:lnTo>
                    <a:pt x="40" y="1877"/>
                  </a:lnTo>
                  <a:lnTo>
                    <a:pt x="21" y="1877"/>
                  </a:lnTo>
                  <a:lnTo>
                    <a:pt x="119" y="1937"/>
                  </a:lnTo>
                  <a:lnTo>
                    <a:pt x="60" y="1937"/>
                  </a:lnTo>
                  <a:lnTo>
                    <a:pt x="80" y="1956"/>
                  </a:lnTo>
                  <a:lnTo>
                    <a:pt x="100" y="1976"/>
                  </a:lnTo>
                  <a:lnTo>
                    <a:pt x="159" y="1996"/>
                  </a:lnTo>
                  <a:lnTo>
                    <a:pt x="218" y="2016"/>
                  </a:lnTo>
                  <a:lnTo>
                    <a:pt x="238" y="2016"/>
                  </a:lnTo>
                  <a:lnTo>
                    <a:pt x="258" y="2035"/>
                  </a:lnTo>
                  <a:lnTo>
                    <a:pt x="80" y="1996"/>
                  </a:lnTo>
                  <a:lnTo>
                    <a:pt x="60" y="1996"/>
                  </a:lnTo>
                  <a:lnTo>
                    <a:pt x="119" y="2035"/>
                  </a:lnTo>
                  <a:lnTo>
                    <a:pt x="179" y="2035"/>
                  </a:lnTo>
                  <a:lnTo>
                    <a:pt x="198" y="2055"/>
                  </a:lnTo>
                  <a:lnTo>
                    <a:pt x="179" y="2075"/>
                  </a:lnTo>
                  <a:lnTo>
                    <a:pt x="218" y="2095"/>
                  </a:lnTo>
                  <a:lnTo>
                    <a:pt x="258" y="2095"/>
                  </a:lnTo>
                  <a:lnTo>
                    <a:pt x="317" y="2134"/>
                  </a:lnTo>
                  <a:lnTo>
                    <a:pt x="277" y="2134"/>
                  </a:lnTo>
                  <a:lnTo>
                    <a:pt x="179" y="2114"/>
                  </a:lnTo>
                  <a:lnTo>
                    <a:pt x="119" y="2114"/>
                  </a:lnTo>
                  <a:lnTo>
                    <a:pt x="60" y="2095"/>
                  </a:lnTo>
                  <a:lnTo>
                    <a:pt x="80" y="2114"/>
                  </a:lnTo>
                  <a:lnTo>
                    <a:pt x="40" y="2114"/>
                  </a:lnTo>
                  <a:lnTo>
                    <a:pt x="80" y="2134"/>
                  </a:lnTo>
                  <a:lnTo>
                    <a:pt x="139" y="2134"/>
                  </a:lnTo>
                  <a:lnTo>
                    <a:pt x="258" y="2193"/>
                  </a:lnTo>
                  <a:lnTo>
                    <a:pt x="258" y="2174"/>
                  </a:lnTo>
                  <a:lnTo>
                    <a:pt x="238" y="2174"/>
                  </a:lnTo>
                  <a:lnTo>
                    <a:pt x="198" y="2154"/>
                  </a:lnTo>
                  <a:lnTo>
                    <a:pt x="179" y="2134"/>
                  </a:lnTo>
                  <a:lnTo>
                    <a:pt x="179" y="2134"/>
                  </a:lnTo>
                  <a:lnTo>
                    <a:pt x="258" y="2174"/>
                  </a:lnTo>
                  <a:lnTo>
                    <a:pt x="317" y="2193"/>
                  </a:lnTo>
                  <a:lnTo>
                    <a:pt x="376" y="2213"/>
                  </a:lnTo>
                  <a:lnTo>
                    <a:pt x="416" y="2233"/>
                  </a:lnTo>
                  <a:lnTo>
                    <a:pt x="396" y="2213"/>
                  </a:lnTo>
                  <a:lnTo>
                    <a:pt x="317" y="2174"/>
                  </a:lnTo>
                  <a:lnTo>
                    <a:pt x="297" y="2174"/>
                  </a:lnTo>
                  <a:lnTo>
                    <a:pt x="258" y="2154"/>
                  </a:lnTo>
                  <a:lnTo>
                    <a:pt x="337" y="2174"/>
                  </a:lnTo>
                  <a:lnTo>
                    <a:pt x="356" y="2154"/>
                  </a:lnTo>
                  <a:lnTo>
                    <a:pt x="376" y="2154"/>
                  </a:lnTo>
                  <a:lnTo>
                    <a:pt x="416" y="2134"/>
                  </a:lnTo>
                  <a:lnTo>
                    <a:pt x="356" y="2114"/>
                  </a:lnTo>
                  <a:lnTo>
                    <a:pt x="277" y="2095"/>
                  </a:lnTo>
                  <a:lnTo>
                    <a:pt x="277" y="2075"/>
                  </a:lnTo>
                  <a:lnTo>
                    <a:pt x="337" y="2095"/>
                  </a:lnTo>
                  <a:lnTo>
                    <a:pt x="356" y="2114"/>
                  </a:lnTo>
                  <a:lnTo>
                    <a:pt x="435" y="2134"/>
                  </a:lnTo>
                  <a:lnTo>
                    <a:pt x="574" y="2193"/>
                  </a:lnTo>
                  <a:lnTo>
                    <a:pt x="613" y="2213"/>
                  </a:lnTo>
                  <a:lnTo>
                    <a:pt x="633" y="2233"/>
                  </a:lnTo>
                  <a:lnTo>
                    <a:pt x="692" y="2253"/>
                  </a:lnTo>
                  <a:lnTo>
                    <a:pt x="751" y="2253"/>
                  </a:lnTo>
                  <a:lnTo>
                    <a:pt x="791" y="2272"/>
                  </a:lnTo>
                  <a:lnTo>
                    <a:pt x="791" y="2253"/>
                  </a:lnTo>
                  <a:lnTo>
                    <a:pt x="830" y="2272"/>
                  </a:lnTo>
                  <a:lnTo>
                    <a:pt x="850" y="2292"/>
                  </a:lnTo>
                  <a:lnTo>
                    <a:pt x="890" y="2292"/>
                  </a:lnTo>
                  <a:lnTo>
                    <a:pt x="870" y="2272"/>
                  </a:lnTo>
                  <a:lnTo>
                    <a:pt x="791" y="2233"/>
                  </a:lnTo>
                  <a:lnTo>
                    <a:pt x="811" y="2233"/>
                  </a:lnTo>
                  <a:lnTo>
                    <a:pt x="811" y="2213"/>
                  </a:lnTo>
                  <a:lnTo>
                    <a:pt x="771" y="2193"/>
                  </a:lnTo>
                  <a:lnTo>
                    <a:pt x="771" y="2174"/>
                  </a:lnTo>
                  <a:lnTo>
                    <a:pt x="811" y="2174"/>
                  </a:lnTo>
                  <a:lnTo>
                    <a:pt x="712" y="2154"/>
                  </a:lnTo>
                  <a:lnTo>
                    <a:pt x="712" y="2134"/>
                  </a:lnTo>
                  <a:lnTo>
                    <a:pt x="712" y="2114"/>
                  </a:lnTo>
                  <a:lnTo>
                    <a:pt x="751" y="2134"/>
                  </a:lnTo>
                  <a:lnTo>
                    <a:pt x="771" y="2154"/>
                  </a:lnTo>
                  <a:lnTo>
                    <a:pt x="771" y="2134"/>
                  </a:lnTo>
                  <a:lnTo>
                    <a:pt x="751" y="2114"/>
                  </a:lnTo>
                  <a:lnTo>
                    <a:pt x="672" y="2075"/>
                  </a:lnTo>
                  <a:lnTo>
                    <a:pt x="574" y="2055"/>
                  </a:lnTo>
                  <a:lnTo>
                    <a:pt x="534" y="2035"/>
                  </a:lnTo>
                  <a:lnTo>
                    <a:pt x="593" y="2035"/>
                  </a:lnTo>
                  <a:lnTo>
                    <a:pt x="751" y="2075"/>
                  </a:lnTo>
                  <a:lnTo>
                    <a:pt x="751" y="2075"/>
                  </a:lnTo>
                  <a:lnTo>
                    <a:pt x="712" y="2055"/>
                  </a:lnTo>
                  <a:lnTo>
                    <a:pt x="672" y="2016"/>
                  </a:lnTo>
                  <a:lnTo>
                    <a:pt x="771" y="2055"/>
                  </a:lnTo>
                  <a:lnTo>
                    <a:pt x="811" y="2095"/>
                  </a:lnTo>
                  <a:lnTo>
                    <a:pt x="791" y="2095"/>
                  </a:lnTo>
                  <a:lnTo>
                    <a:pt x="791" y="2114"/>
                  </a:lnTo>
                  <a:lnTo>
                    <a:pt x="850" y="2134"/>
                  </a:lnTo>
                  <a:lnTo>
                    <a:pt x="870" y="2174"/>
                  </a:lnTo>
                  <a:lnTo>
                    <a:pt x="929" y="2154"/>
                  </a:lnTo>
                  <a:lnTo>
                    <a:pt x="969" y="2174"/>
                  </a:lnTo>
                  <a:lnTo>
                    <a:pt x="949" y="2154"/>
                  </a:lnTo>
                  <a:lnTo>
                    <a:pt x="1008" y="2174"/>
                  </a:lnTo>
                  <a:lnTo>
                    <a:pt x="1067" y="2174"/>
                  </a:lnTo>
                  <a:lnTo>
                    <a:pt x="1067" y="2193"/>
                  </a:lnTo>
                  <a:lnTo>
                    <a:pt x="1087" y="2213"/>
                  </a:lnTo>
                  <a:lnTo>
                    <a:pt x="1107" y="2213"/>
                  </a:lnTo>
                  <a:lnTo>
                    <a:pt x="1127" y="2193"/>
                  </a:lnTo>
                  <a:lnTo>
                    <a:pt x="929" y="2114"/>
                  </a:lnTo>
                  <a:lnTo>
                    <a:pt x="909" y="2075"/>
                  </a:lnTo>
                  <a:lnTo>
                    <a:pt x="929" y="2075"/>
                  </a:lnTo>
                  <a:lnTo>
                    <a:pt x="969" y="2095"/>
                  </a:lnTo>
                  <a:lnTo>
                    <a:pt x="1048" y="2134"/>
                  </a:lnTo>
                  <a:lnTo>
                    <a:pt x="1048" y="2134"/>
                  </a:lnTo>
                  <a:lnTo>
                    <a:pt x="1028" y="2114"/>
                  </a:lnTo>
                  <a:lnTo>
                    <a:pt x="1048" y="2114"/>
                  </a:lnTo>
                  <a:lnTo>
                    <a:pt x="1008" y="2095"/>
                  </a:lnTo>
                  <a:lnTo>
                    <a:pt x="1028" y="2075"/>
                  </a:lnTo>
                  <a:lnTo>
                    <a:pt x="1107" y="2095"/>
                  </a:lnTo>
                  <a:lnTo>
                    <a:pt x="1127" y="2095"/>
                  </a:lnTo>
                  <a:lnTo>
                    <a:pt x="1107" y="2114"/>
                  </a:lnTo>
                  <a:lnTo>
                    <a:pt x="1146" y="2134"/>
                  </a:lnTo>
                  <a:lnTo>
                    <a:pt x="1127" y="2134"/>
                  </a:lnTo>
                  <a:lnTo>
                    <a:pt x="1186" y="2154"/>
                  </a:lnTo>
                  <a:lnTo>
                    <a:pt x="1206" y="2154"/>
                  </a:lnTo>
                  <a:lnTo>
                    <a:pt x="1206" y="2134"/>
                  </a:lnTo>
                  <a:lnTo>
                    <a:pt x="1186" y="2134"/>
                  </a:lnTo>
                  <a:lnTo>
                    <a:pt x="1186" y="2114"/>
                  </a:lnTo>
                  <a:lnTo>
                    <a:pt x="1265" y="2134"/>
                  </a:lnTo>
                  <a:lnTo>
                    <a:pt x="1285" y="2114"/>
                  </a:lnTo>
                  <a:lnTo>
                    <a:pt x="1304" y="2114"/>
                  </a:lnTo>
                  <a:lnTo>
                    <a:pt x="1285" y="2095"/>
                  </a:lnTo>
                  <a:lnTo>
                    <a:pt x="1304" y="2095"/>
                  </a:lnTo>
                  <a:lnTo>
                    <a:pt x="1285" y="2075"/>
                  </a:lnTo>
                  <a:lnTo>
                    <a:pt x="1245" y="2055"/>
                  </a:lnTo>
                  <a:lnTo>
                    <a:pt x="1146" y="2016"/>
                  </a:lnTo>
                  <a:lnTo>
                    <a:pt x="1146" y="2016"/>
                  </a:lnTo>
                  <a:lnTo>
                    <a:pt x="1265" y="2055"/>
                  </a:lnTo>
                  <a:lnTo>
                    <a:pt x="1245" y="2035"/>
                  </a:lnTo>
                  <a:lnTo>
                    <a:pt x="1304" y="2035"/>
                  </a:lnTo>
                  <a:lnTo>
                    <a:pt x="1245" y="2016"/>
                  </a:lnTo>
                  <a:lnTo>
                    <a:pt x="1206" y="1996"/>
                  </a:lnTo>
                  <a:lnTo>
                    <a:pt x="1127" y="1976"/>
                  </a:lnTo>
                  <a:lnTo>
                    <a:pt x="1127" y="1956"/>
                  </a:lnTo>
                  <a:lnTo>
                    <a:pt x="1186" y="1976"/>
                  </a:lnTo>
                  <a:lnTo>
                    <a:pt x="1206" y="1996"/>
                  </a:lnTo>
                  <a:lnTo>
                    <a:pt x="1225" y="1996"/>
                  </a:lnTo>
                  <a:lnTo>
                    <a:pt x="1265" y="1976"/>
                  </a:lnTo>
                  <a:lnTo>
                    <a:pt x="1324" y="1976"/>
                  </a:lnTo>
                  <a:lnTo>
                    <a:pt x="1265" y="1956"/>
                  </a:lnTo>
                  <a:lnTo>
                    <a:pt x="1206" y="1917"/>
                  </a:lnTo>
                  <a:lnTo>
                    <a:pt x="1225" y="1937"/>
                  </a:lnTo>
                  <a:lnTo>
                    <a:pt x="1225" y="1937"/>
                  </a:lnTo>
                  <a:lnTo>
                    <a:pt x="1146" y="1897"/>
                  </a:lnTo>
                  <a:lnTo>
                    <a:pt x="1245" y="1897"/>
                  </a:lnTo>
                  <a:lnTo>
                    <a:pt x="1265" y="1917"/>
                  </a:lnTo>
                  <a:lnTo>
                    <a:pt x="1285" y="1937"/>
                  </a:lnTo>
                  <a:lnTo>
                    <a:pt x="1304" y="1937"/>
                  </a:lnTo>
                  <a:lnTo>
                    <a:pt x="1304" y="1917"/>
                  </a:lnTo>
                  <a:lnTo>
                    <a:pt x="1285" y="1897"/>
                  </a:lnTo>
                  <a:lnTo>
                    <a:pt x="1324" y="1877"/>
                  </a:lnTo>
                  <a:lnTo>
                    <a:pt x="1285" y="1838"/>
                  </a:lnTo>
                  <a:lnTo>
                    <a:pt x="1285" y="1818"/>
                  </a:lnTo>
                  <a:lnTo>
                    <a:pt x="1166" y="1779"/>
                  </a:lnTo>
                  <a:lnTo>
                    <a:pt x="1206" y="1779"/>
                  </a:lnTo>
                  <a:lnTo>
                    <a:pt x="1245" y="1798"/>
                  </a:lnTo>
                  <a:lnTo>
                    <a:pt x="1344" y="1818"/>
                  </a:lnTo>
                  <a:lnTo>
                    <a:pt x="1285" y="1779"/>
                  </a:lnTo>
                  <a:lnTo>
                    <a:pt x="1344" y="1798"/>
                  </a:lnTo>
                  <a:lnTo>
                    <a:pt x="1344" y="1779"/>
                  </a:lnTo>
                  <a:lnTo>
                    <a:pt x="1304" y="1739"/>
                  </a:lnTo>
                  <a:lnTo>
                    <a:pt x="1265" y="1700"/>
                  </a:lnTo>
                  <a:lnTo>
                    <a:pt x="1245" y="1680"/>
                  </a:lnTo>
                  <a:lnTo>
                    <a:pt x="1344" y="1719"/>
                  </a:lnTo>
                  <a:lnTo>
                    <a:pt x="1364" y="1739"/>
                  </a:lnTo>
                  <a:lnTo>
                    <a:pt x="1383" y="1739"/>
                  </a:lnTo>
                  <a:lnTo>
                    <a:pt x="1383" y="1719"/>
                  </a:lnTo>
                  <a:lnTo>
                    <a:pt x="1403" y="1719"/>
                  </a:lnTo>
                  <a:lnTo>
                    <a:pt x="1403" y="1700"/>
                  </a:lnTo>
                  <a:lnTo>
                    <a:pt x="1364" y="1680"/>
                  </a:lnTo>
                  <a:lnTo>
                    <a:pt x="1304" y="1660"/>
                  </a:lnTo>
                  <a:lnTo>
                    <a:pt x="1364" y="1660"/>
                  </a:lnTo>
                  <a:lnTo>
                    <a:pt x="1324" y="1640"/>
                  </a:lnTo>
                  <a:lnTo>
                    <a:pt x="1304" y="1640"/>
                  </a:lnTo>
                  <a:lnTo>
                    <a:pt x="1285" y="1601"/>
                  </a:lnTo>
                  <a:lnTo>
                    <a:pt x="1344" y="1621"/>
                  </a:lnTo>
                  <a:lnTo>
                    <a:pt x="1285" y="1581"/>
                  </a:lnTo>
                  <a:lnTo>
                    <a:pt x="1206" y="1561"/>
                  </a:lnTo>
                  <a:lnTo>
                    <a:pt x="1166" y="1561"/>
                  </a:lnTo>
                  <a:lnTo>
                    <a:pt x="1186" y="1581"/>
                  </a:lnTo>
                  <a:lnTo>
                    <a:pt x="1186" y="1601"/>
                  </a:lnTo>
                  <a:lnTo>
                    <a:pt x="1127" y="1601"/>
                  </a:lnTo>
                  <a:lnTo>
                    <a:pt x="1067" y="1581"/>
                  </a:lnTo>
                  <a:lnTo>
                    <a:pt x="1107" y="1581"/>
                  </a:lnTo>
                  <a:lnTo>
                    <a:pt x="1048" y="1561"/>
                  </a:lnTo>
                  <a:lnTo>
                    <a:pt x="1028" y="1561"/>
                  </a:lnTo>
                  <a:lnTo>
                    <a:pt x="949" y="1522"/>
                  </a:lnTo>
                  <a:lnTo>
                    <a:pt x="909" y="1482"/>
                  </a:lnTo>
                  <a:lnTo>
                    <a:pt x="909" y="1482"/>
                  </a:lnTo>
                  <a:lnTo>
                    <a:pt x="988" y="1522"/>
                  </a:lnTo>
                  <a:lnTo>
                    <a:pt x="1033" y="1537"/>
                  </a:lnTo>
                  <a:lnTo>
                    <a:pt x="1033" y="1537"/>
                  </a:lnTo>
                  <a:lnTo>
                    <a:pt x="1048" y="1522"/>
                  </a:lnTo>
                  <a:lnTo>
                    <a:pt x="1127" y="1561"/>
                  </a:lnTo>
                  <a:lnTo>
                    <a:pt x="1067" y="1522"/>
                  </a:lnTo>
                  <a:lnTo>
                    <a:pt x="988" y="1502"/>
                  </a:lnTo>
                  <a:lnTo>
                    <a:pt x="929" y="1482"/>
                  </a:lnTo>
                  <a:lnTo>
                    <a:pt x="1008" y="1482"/>
                  </a:lnTo>
                  <a:lnTo>
                    <a:pt x="988" y="1463"/>
                  </a:lnTo>
                  <a:lnTo>
                    <a:pt x="969" y="1443"/>
                  </a:lnTo>
                  <a:lnTo>
                    <a:pt x="969" y="1443"/>
                  </a:lnTo>
                  <a:lnTo>
                    <a:pt x="1028" y="1463"/>
                  </a:lnTo>
                  <a:lnTo>
                    <a:pt x="1008" y="1463"/>
                  </a:lnTo>
                  <a:lnTo>
                    <a:pt x="1048" y="1482"/>
                  </a:lnTo>
                  <a:lnTo>
                    <a:pt x="1087" y="1502"/>
                  </a:lnTo>
                  <a:lnTo>
                    <a:pt x="1146" y="1522"/>
                  </a:lnTo>
                  <a:lnTo>
                    <a:pt x="1206" y="1542"/>
                  </a:lnTo>
                  <a:lnTo>
                    <a:pt x="1324" y="1581"/>
                  </a:lnTo>
                  <a:lnTo>
                    <a:pt x="1364" y="1581"/>
                  </a:lnTo>
                  <a:lnTo>
                    <a:pt x="1324" y="1542"/>
                  </a:lnTo>
                  <a:lnTo>
                    <a:pt x="1344" y="1542"/>
                  </a:lnTo>
                  <a:lnTo>
                    <a:pt x="1344" y="1522"/>
                  </a:lnTo>
                  <a:lnTo>
                    <a:pt x="1364" y="1522"/>
                  </a:lnTo>
                  <a:lnTo>
                    <a:pt x="1364" y="1502"/>
                  </a:lnTo>
                  <a:lnTo>
                    <a:pt x="1324" y="1463"/>
                  </a:lnTo>
                  <a:lnTo>
                    <a:pt x="1403" y="1463"/>
                  </a:lnTo>
                  <a:lnTo>
                    <a:pt x="1403" y="1443"/>
                  </a:lnTo>
                  <a:lnTo>
                    <a:pt x="1364" y="1403"/>
                  </a:lnTo>
                  <a:lnTo>
                    <a:pt x="1324" y="1364"/>
                  </a:lnTo>
                  <a:lnTo>
                    <a:pt x="1324" y="1344"/>
                  </a:lnTo>
                  <a:lnTo>
                    <a:pt x="1383" y="1344"/>
                  </a:lnTo>
                  <a:lnTo>
                    <a:pt x="1344" y="1324"/>
                  </a:lnTo>
                  <a:lnTo>
                    <a:pt x="1403" y="1324"/>
                  </a:lnTo>
                  <a:lnTo>
                    <a:pt x="1383" y="1305"/>
                  </a:lnTo>
                  <a:lnTo>
                    <a:pt x="1364" y="1285"/>
                  </a:lnTo>
                  <a:lnTo>
                    <a:pt x="1423" y="1285"/>
                  </a:lnTo>
                  <a:lnTo>
                    <a:pt x="1423" y="1265"/>
                  </a:lnTo>
                  <a:lnTo>
                    <a:pt x="1383" y="1245"/>
                  </a:lnTo>
                  <a:lnTo>
                    <a:pt x="1324" y="1206"/>
                  </a:lnTo>
                  <a:lnTo>
                    <a:pt x="1324" y="1206"/>
                  </a:lnTo>
                  <a:lnTo>
                    <a:pt x="1423" y="1245"/>
                  </a:lnTo>
                  <a:lnTo>
                    <a:pt x="1423" y="1245"/>
                  </a:lnTo>
                  <a:lnTo>
                    <a:pt x="1403" y="1147"/>
                  </a:lnTo>
                  <a:lnTo>
                    <a:pt x="1383" y="1068"/>
                  </a:lnTo>
                  <a:lnTo>
                    <a:pt x="1403" y="1068"/>
                  </a:lnTo>
                  <a:lnTo>
                    <a:pt x="1403" y="1048"/>
                  </a:lnTo>
                  <a:lnTo>
                    <a:pt x="1383" y="1008"/>
                  </a:lnTo>
                  <a:lnTo>
                    <a:pt x="1344" y="969"/>
                  </a:lnTo>
                  <a:lnTo>
                    <a:pt x="1344" y="949"/>
                  </a:lnTo>
                  <a:lnTo>
                    <a:pt x="1364" y="949"/>
                  </a:lnTo>
                  <a:lnTo>
                    <a:pt x="1324" y="929"/>
                  </a:lnTo>
                  <a:lnTo>
                    <a:pt x="1265" y="890"/>
                  </a:lnTo>
                  <a:lnTo>
                    <a:pt x="1146" y="870"/>
                  </a:lnTo>
                  <a:lnTo>
                    <a:pt x="1127" y="850"/>
                  </a:lnTo>
                  <a:lnTo>
                    <a:pt x="1166" y="850"/>
                  </a:lnTo>
                  <a:lnTo>
                    <a:pt x="1225" y="870"/>
                  </a:lnTo>
                  <a:lnTo>
                    <a:pt x="1324" y="890"/>
                  </a:lnTo>
                  <a:lnTo>
                    <a:pt x="1403" y="929"/>
                  </a:lnTo>
                  <a:lnTo>
                    <a:pt x="1344" y="870"/>
                  </a:lnTo>
                  <a:lnTo>
                    <a:pt x="1344" y="850"/>
                  </a:lnTo>
                  <a:lnTo>
                    <a:pt x="1383" y="850"/>
                  </a:lnTo>
                  <a:lnTo>
                    <a:pt x="1383" y="870"/>
                  </a:lnTo>
                  <a:lnTo>
                    <a:pt x="1403" y="870"/>
                  </a:lnTo>
                  <a:lnTo>
                    <a:pt x="1383" y="850"/>
                  </a:lnTo>
                  <a:lnTo>
                    <a:pt x="1403" y="850"/>
                  </a:lnTo>
                  <a:lnTo>
                    <a:pt x="1423" y="870"/>
                  </a:lnTo>
                  <a:lnTo>
                    <a:pt x="1423" y="850"/>
                  </a:lnTo>
                  <a:lnTo>
                    <a:pt x="1443" y="850"/>
                  </a:lnTo>
                  <a:lnTo>
                    <a:pt x="1403" y="831"/>
                  </a:lnTo>
                  <a:lnTo>
                    <a:pt x="1364" y="811"/>
                  </a:lnTo>
                  <a:lnTo>
                    <a:pt x="1383" y="811"/>
                  </a:lnTo>
                  <a:lnTo>
                    <a:pt x="1324" y="771"/>
                  </a:lnTo>
                  <a:lnTo>
                    <a:pt x="1403" y="791"/>
                  </a:lnTo>
                  <a:lnTo>
                    <a:pt x="1403" y="791"/>
                  </a:lnTo>
                  <a:lnTo>
                    <a:pt x="1344" y="771"/>
                  </a:lnTo>
                  <a:lnTo>
                    <a:pt x="1344" y="752"/>
                  </a:lnTo>
                  <a:lnTo>
                    <a:pt x="1423" y="752"/>
                  </a:lnTo>
                  <a:lnTo>
                    <a:pt x="1403" y="732"/>
                  </a:lnTo>
                  <a:lnTo>
                    <a:pt x="1383" y="712"/>
                  </a:lnTo>
                  <a:lnTo>
                    <a:pt x="1383" y="712"/>
                  </a:lnTo>
                  <a:lnTo>
                    <a:pt x="1443" y="732"/>
                  </a:lnTo>
                  <a:lnTo>
                    <a:pt x="1462" y="692"/>
                  </a:lnTo>
                  <a:lnTo>
                    <a:pt x="1462" y="673"/>
                  </a:lnTo>
                  <a:lnTo>
                    <a:pt x="1502" y="653"/>
                  </a:lnTo>
                  <a:lnTo>
                    <a:pt x="1482" y="633"/>
                  </a:lnTo>
                  <a:lnTo>
                    <a:pt x="1423" y="593"/>
                  </a:lnTo>
                  <a:lnTo>
                    <a:pt x="1403" y="593"/>
                  </a:lnTo>
                  <a:lnTo>
                    <a:pt x="1344" y="574"/>
                  </a:lnTo>
                  <a:lnTo>
                    <a:pt x="1324" y="554"/>
                  </a:lnTo>
                  <a:lnTo>
                    <a:pt x="1304" y="534"/>
                  </a:lnTo>
                  <a:lnTo>
                    <a:pt x="1304" y="534"/>
                  </a:lnTo>
                  <a:lnTo>
                    <a:pt x="1364" y="554"/>
                  </a:lnTo>
                  <a:lnTo>
                    <a:pt x="1383" y="554"/>
                  </a:lnTo>
                  <a:lnTo>
                    <a:pt x="1443" y="574"/>
                  </a:lnTo>
                  <a:lnTo>
                    <a:pt x="1443" y="554"/>
                  </a:lnTo>
                  <a:lnTo>
                    <a:pt x="1443" y="534"/>
                  </a:lnTo>
                  <a:lnTo>
                    <a:pt x="1482" y="554"/>
                  </a:lnTo>
                  <a:lnTo>
                    <a:pt x="1482" y="554"/>
                  </a:lnTo>
                  <a:lnTo>
                    <a:pt x="1462" y="534"/>
                  </a:lnTo>
                  <a:lnTo>
                    <a:pt x="1423" y="495"/>
                  </a:lnTo>
                  <a:lnTo>
                    <a:pt x="1462" y="514"/>
                  </a:lnTo>
                  <a:lnTo>
                    <a:pt x="1502" y="514"/>
                  </a:lnTo>
                  <a:lnTo>
                    <a:pt x="1502" y="495"/>
                  </a:lnTo>
                  <a:lnTo>
                    <a:pt x="1462" y="475"/>
                  </a:lnTo>
                  <a:lnTo>
                    <a:pt x="1383" y="455"/>
                  </a:lnTo>
                  <a:lnTo>
                    <a:pt x="1403" y="455"/>
                  </a:lnTo>
                  <a:lnTo>
                    <a:pt x="1383" y="435"/>
                  </a:lnTo>
                  <a:lnTo>
                    <a:pt x="1383" y="435"/>
                  </a:lnTo>
                  <a:lnTo>
                    <a:pt x="1482" y="475"/>
                  </a:lnTo>
                  <a:lnTo>
                    <a:pt x="1423" y="435"/>
                  </a:lnTo>
                  <a:lnTo>
                    <a:pt x="1383" y="416"/>
                  </a:lnTo>
                  <a:lnTo>
                    <a:pt x="1403" y="416"/>
                  </a:lnTo>
                  <a:lnTo>
                    <a:pt x="1383" y="396"/>
                  </a:lnTo>
                  <a:lnTo>
                    <a:pt x="1403" y="396"/>
                  </a:lnTo>
                  <a:lnTo>
                    <a:pt x="1344" y="376"/>
                  </a:lnTo>
                  <a:lnTo>
                    <a:pt x="1304" y="337"/>
                  </a:lnTo>
                  <a:lnTo>
                    <a:pt x="1364" y="337"/>
                  </a:lnTo>
                  <a:lnTo>
                    <a:pt x="1443" y="356"/>
                  </a:lnTo>
                  <a:lnTo>
                    <a:pt x="1443" y="376"/>
                  </a:lnTo>
                  <a:lnTo>
                    <a:pt x="1522" y="376"/>
                  </a:lnTo>
                  <a:lnTo>
                    <a:pt x="1541" y="356"/>
                  </a:lnTo>
                  <a:lnTo>
                    <a:pt x="1541" y="317"/>
                  </a:lnTo>
                  <a:lnTo>
                    <a:pt x="1522" y="297"/>
                  </a:lnTo>
                  <a:lnTo>
                    <a:pt x="1522" y="277"/>
                  </a:lnTo>
                  <a:lnTo>
                    <a:pt x="1502" y="258"/>
                  </a:lnTo>
                  <a:lnTo>
                    <a:pt x="1443" y="218"/>
                  </a:lnTo>
                  <a:lnTo>
                    <a:pt x="1502" y="238"/>
                  </a:lnTo>
                  <a:lnTo>
                    <a:pt x="1561" y="218"/>
                  </a:lnTo>
                  <a:lnTo>
                    <a:pt x="1561" y="198"/>
                  </a:lnTo>
                  <a:lnTo>
                    <a:pt x="1581" y="179"/>
                  </a:lnTo>
                  <a:lnTo>
                    <a:pt x="1561" y="139"/>
                  </a:lnTo>
                  <a:lnTo>
                    <a:pt x="1541" y="119"/>
                  </a:lnTo>
                  <a:lnTo>
                    <a:pt x="1581" y="119"/>
                  </a:lnTo>
                  <a:lnTo>
                    <a:pt x="1522" y="80"/>
                  </a:lnTo>
                  <a:lnTo>
                    <a:pt x="1502" y="60"/>
                  </a:lnTo>
                  <a:lnTo>
                    <a:pt x="146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2" name="Google Shape;5362;p20"/>
            <p:cNvSpPr/>
            <p:nvPr/>
          </p:nvSpPr>
          <p:spPr>
            <a:xfrm>
              <a:off x="-1685450" y="3348475"/>
              <a:ext cx="500" cy="25"/>
            </a:xfrm>
            <a:custGeom>
              <a:rect b="b" l="l" r="r" t="t"/>
              <a:pathLst>
                <a:path extrusionOk="0" h="1" w="20">
                  <a:moveTo>
                    <a:pt x="0" y="0"/>
                  </a:moveTo>
                  <a:lnTo>
                    <a:pt x="0" y="0"/>
                  </a:lnTo>
                  <a:lnTo>
                    <a:pt x="2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3" name="Google Shape;5363;p20"/>
            <p:cNvSpPr/>
            <p:nvPr/>
          </p:nvSpPr>
          <p:spPr>
            <a:xfrm>
              <a:off x="-1699275" y="3344525"/>
              <a:ext cx="25" cy="500"/>
            </a:xfrm>
            <a:custGeom>
              <a:rect b="b" l="l" r="r" t="t"/>
              <a:pathLst>
                <a:path extrusionOk="0" h="20" w="1">
                  <a:moveTo>
                    <a:pt x="0" y="0"/>
                  </a:moveTo>
                  <a:lnTo>
                    <a:pt x="0" y="0"/>
                  </a:lnTo>
                  <a:lnTo>
                    <a:pt x="0" y="2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
            <p:cNvSpPr/>
            <p:nvPr/>
          </p:nvSpPr>
          <p:spPr>
            <a:xfrm>
              <a:off x="-1610900" y="331490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
            <p:cNvSpPr/>
            <p:nvPr/>
          </p:nvSpPr>
          <p:spPr>
            <a:xfrm>
              <a:off x="-1608925" y="3313900"/>
              <a:ext cx="25" cy="525"/>
            </a:xfrm>
            <a:custGeom>
              <a:rect b="b" l="l" r="r" t="t"/>
              <a:pathLst>
                <a:path extrusionOk="0" h="21" w="1">
                  <a:moveTo>
                    <a:pt x="1" y="20"/>
                  </a:moveTo>
                  <a:lnTo>
                    <a:pt x="1" y="20"/>
                  </a:lnTo>
                  <a:lnTo>
                    <a:pt x="1" y="1"/>
                  </a:lnTo>
                  <a:lnTo>
                    <a:pt x="1" y="1"/>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6" name="Google Shape;5366;p20"/>
            <p:cNvSpPr/>
            <p:nvPr/>
          </p:nvSpPr>
          <p:spPr>
            <a:xfrm>
              <a:off x="-1607450" y="3317850"/>
              <a:ext cx="1525" cy="5450"/>
            </a:xfrm>
            <a:custGeom>
              <a:rect b="b" l="l" r="r" t="t"/>
              <a:pathLst>
                <a:path extrusionOk="0" h="218" w="61">
                  <a:moveTo>
                    <a:pt x="60" y="1"/>
                  </a:moveTo>
                  <a:lnTo>
                    <a:pt x="40" y="20"/>
                  </a:lnTo>
                  <a:lnTo>
                    <a:pt x="40" y="80"/>
                  </a:lnTo>
                  <a:lnTo>
                    <a:pt x="1" y="218"/>
                  </a:lnTo>
                  <a:lnTo>
                    <a:pt x="40" y="119"/>
                  </a:lnTo>
                  <a:lnTo>
                    <a:pt x="6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7" name="Google Shape;5367;p20"/>
            <p:cNvSpPr/>
            <p:nvPr/>
          </p:nvSpPr>
          <p:spPr>
            <a:xfrm>
              <a:off x="-1602000" y="3297600"/>
              <a:ext cx="500" cy="25"/>
            </a:xfrm>
            <a:custGeom>
              <a:rect b="b" l="l" r="r" t="t"/>
              <a:pathLst>
                <a:path extrusionOk="0" h="1" w="20">
                  <a:moveTo>
                    <a:pt x="0" y="1"/>
                  </a:moveTo>
                  <a:lnTo>
                    <a:pt x="20" y="1"/>
                  </a:lnTo>
                  <a:lnTo>
                    <a:pt x="20" y="1"/>
                  </a:lnTo>
                  <a:lnTo>
                    <a:pt x="2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8" name="Google Shape;5368;p20"/>
            <p:cNvSpPr/>
            <p:nvPr/>
          </p:nvSpPr>
          <p:spPr>
            <a:xfrm>
              <a:off x="-1612375" y="3293150"/>
              <a:ext cx="39525" cy="35600"/>
            </a:xfrm>
            <a:custGeom>
              <a:rect b="b" l="l" r="r" t="t"/>
              <a:pathLst>
                <a:path extrusionOk="0" h="1424" w="1581">
                  <a:moveTo>
                    <a:pt x="929" y="60"/>
                  </a:moveTo>
                  <a:lnTo>
                    <a:pt x="909" y="100"/>
                  </a:lnTo>
                  <a:lnTo>
                    <a:pt x="929" y="80"/>
                  </a:lnTo>
                  <a:lnTo>
                    <a:pt x="929" y="60"/>
                  </a:lnTo>
                  <a:close/>
                  <a:moveTo>
                    <a:pt x="376" y="100"/>
                  </a:moveTo>
                  <a:lnTo>
                    <a:pt x="376" y="100"/>
                  </a:lnTo>
                  <a:lnTo>
                    <a:pt x="376" y="100"/>
                  </a:lnTo>
                  <a:close/>
                  <a:moveTo>
                    <a:pt x="870" y="100"/>
                  </a:moveTo>
                  <a:lnTo>
                    <a:pt x="870" y="100"/>
                  </a:lnTo>
                  <a:lnTo>
                    <a:pt x="870" y="100"/>
                  </a:lnTo>
                  <a:close/>
                  <a:moveTo>
                    <a:pt x="474" y="119"/>
                  </a:moveTo>
                  <a:lnTo>
                    <a:pt x="474" y="119"/>
                  </a:lnTo>
                  <a:lnTo>
                    <a:pt x="474" y="119"/>
                  </a:lnTo>
                  <a:close/>
                  <a:moveTo>
                    <a:pt x="415" y="119"/>
                  </a:moveTo>
                  <a:lnTo>
                    <a:pt x="395" y="159"/>
                  </a:lnTo>
                  <a:lnTo>
                    <a:pt x="398" y="162"/>
                  </a:lnTo>
                  <a:lnTo>
                    <a:pt x="398" y="162"/>
                  </a:lnTo>
                  <a:lnTo>
                    <a:pt x="415" y="119"/>
                  </a:lnTo>
                  <a:close/>
                  <a:moveTo>
                    <a:pt x="771" y="139"/>
                  </a:moveTo>
                  <a:lnTo>
                    <a:pt x="751" y="179"/>
                  </a:lnTo>
                  <a:lnTo>
                    <a:pt x="756" y="184"/>
                  </a:lnTo>
                  <a:lnTo>
                    <a:pt x="771" y="139"/>
                  </a:lnTo>
                  <a:close/>
                  <a:moveTo>
                    <a:pt x="633" y="100"/>
                  </a:moveTo>
                  <a:lnTo>
                    <a:pt x="593" y="159"/>
                  </a:lnTo>
                  <a:lnTo>
                    <a:pt x="573" y="218"/>
                  </a:lnTo>
                  <a:lnTo>
                    <a:pt x="534" y="317"/>
                  </a:lnTo>
                  <a:lnTo>
                    <a:pt x="534" y="337"/>
                  </a:lnTo>
                  <a:lnTo>
                    <a:pt x="553" y="337"/>
                  </a:lnTo>
                  <a:lnTo>
                    <a:pt x="573" y="297"/>
                  </a:lnTo>
                  <a:lnTo>
                    <a:pt x="573" y="317"/>
                  </a:lnTo>
                  <a:lnTo>
                    <a:pt x="613" y="198"/>
                  </a:lnTo>
                  <a:lnTo>
                    <a:pt x="633" y="100"/>
                  </a:lnTo>
                  <a:close/>
                  <a:moveTo>
                    <a:pt x="672" y="297"/>
                  </a:moveTo>
                  <a:lnTo>
                    <a:pt x="672" y="337"/>
                  </a:lnTo>
                  <a:lnTo>
                    <a:pt x="692" y="297"/>
                  </a:lnTo>
                  <a:close/>
                  <a:moveTo>
                    <a:pt x="316" y="277"/>
                  </a:moveTo>
                  <a:lnTo>
                    <a:pt x="316" y="317"/>
                  </a:lnTo>
                  <a:lnTo>
                    <a:pt x="316" y="337"/>
                  </a:lnTo>
                  <a:lnTo>
                    <a:pt x="297" y="376"/>
                  </a:lnTo>
                  <a:lnTo>
                    <a:pt x="316" y="277"/>
                  </a:lnTo>
                  <a:close/>
                  <a:moveTo>
                    <a:pt x="158" y="831"/>
                  </a:moveTo>
                  <a:lnTo>
                    <a:pt x="152" y="850"/>
                  </a:lnTo>
                  <a:lnTo>
                    <a:pt x="158" y="850"/>
                  </a:lnTo>
                  <a:lnTo>
                    <a:pt x="158" y="831"/>
                  </a:lnTo>
                  <a:close/>
                  <a:moveTo>
                    <a:pt x="139" y="850"/>
                  </a:moveTo>
                  <a:lnTo>
                    <a:pt x="139" y="890"/>
                  </a:lnTo>
                  <a:lnTo>
                    <a:pt x="152" y="850"/>
                  </a:lnTo>
                  <a:close/>
                  <a:moveTo>
                    <a:pt x="277" y="870"/>
                  </a:moveTo>
                  <a:lnTo>
                    <a:pt x="257" y="890"/>
                  </a:lnTo>
                  <a:lnTo>
                    <a:pt x="277" y="890"/>
                  </a:lnTo>
                  <a:lnTo>
                    <a:pt x="277" y="870"/>
                  </a:lnTo>
                  <a:close/>
                  <a:moveTo>
                    <a:pt x="139" y="890"/>
                  </a:moveTo>
                  <a:lnTo>
                    <a:pt x="132" y="916"/>
                  </a:lnTo>
                  <a:lnTo>
                    <a:pt x="132" y="916"/>
                  </a:lnTo>
                  <a:lnTo>
                    <a:pt x="139" y="910"/>
                  </a:lnTo>
                  <a:lnTo>
                    <a:pt x="139" y="890"/>
                  </a:lnTo>
                  <a:close/>
                  <a:moveTo>
                    <a:pt x="830" y="989"/>
                  </a:moveTo>
                  <a:lnTo>
                    <a:pt x="810" y="1008"/>
                  </a:lnTo>
                  <a:lnTo>
                    <a:pt x="830" y="1008"/>
                  </a:lnTo>
                  <a:lnTo>
                    <a:pt x="830" y="989"/>
                  </a:lnTo>
                  <a:close/>
                  <a:moveTo>
                    <a:pt x="744" y="1324"/>
                  </a:moveTo>
                  <a:lnTo>
                    <a:pt x="731" y="1364"/>
                  </a:lnTo>
                  <a:lnTo>
                    <a:pt x="751" y="1324"/>
                  </a:lnTo>
                  <a:close/>
                  <a:moveTo>
                    <a:pt x="771" y="1384"/>
                  </a:moveTo>
                  <a:lnTo>
                    <a:pt x="771" y="1384"/>
                  </a:lnTo>
                  <a:lnTo>
                    <a:pt x="771" y="1384"/>
                  </a:lnTo>
                  <a:close/>
                  <a:moveTo>
                    <a:pt x="1028" y="1384"/>
                  </a:moveTo>
                  <a:lnTo>
                    <a:pt x="1028" y="1384"/>
                  </a:lnTo>
                  <a:lnTo>
                    <a:pt x="1028" y="1384"/>
                  </a:lnTo>
                  <a:close/>
                  <a:moveTo>
                    <a:pt x="810" y="1"/>
                  </a:moveTo>
                  <a:lnTo>
                    <a:pt x="791" y="100"/>
                  </a:lnTo>
                  <a:lnTo>
                    <a:pt x="771" y="198"/>
                  </a:lnTo>
                  <a:lnTo>
                    <a:pt x="756" y="184"/>
                  </a:lnTo>
                  <a:lnTo>
                    <a:pt x="751" y="198"/>
                  </a:lnTo>
                  <a:lnTo>
                    <a:pt x="712" y="218"/>
                  </a:lnTo>
                  <a:lnTo>
                    <a:pt x="692" y="277"/>
                  </a:lnTo>
                  <a:lnTo>
                    <a:pt x="692" y="356"/>
                  </a:lnTo>
                  <a:lnTo>
                    <a:pt x="672" y="376"/>
                  </a:lnTo>
                  <a:lnTo>
                    <a:pt x="672" y="396"/>
                  </a:lnTo>
                  <a:lnTo>
                    <a:pt x="672" y="435"/>
                  </a:lnTo>
                  <a:lnTo>
                    <a:pt x="652" y="435"/>
                  </a:lnTo>
                  <a:lnTo>
                    <a:pt x="672" y="376"/>
                  </a:lnTo>
                  <a:lnTo>
                    <a:pt x="652" y="356"/>
                  </a:lnTo>
                  <a:lnTo>
                    <a:pt x="633" y="376"/>
                  </a:lnTo>
                  <a:lnTo>
                    <a:pt x="652" y="317"/>
                  </a:lnTo>
                  <a:lnTo>
                    <a:pt x="652" y="297"/>
                  </a:lnTo>
                  <a:lnTo>
                    <a:pt x="672" y="297"/>
                  </a:lnTo>
                  <a:lnTo>
                    <a:pt x="672" y="277"/>
                  </a:lnTo>
                  <a:lnTo>
                    <a:pt x="672" y="218"/>
                  </a:lnTo>
                  <a:lnTo>
                    <a:pt x="652" y="277"/>
                  </a:lnTo>
                  <a:lnTo>
                    <a:pt x="652" y="218"/>
                  </a:lnTo>
                  <a:lnTo>
                    <a:pt x="633" y="198"/>
                  </a:lnTo>
                  <a:lnTo>
                    <a:pt x="613" y="198"/>
                  </a:lnTo>
                  <a:lnTo>
                    <a:pt x="613" y="238"/>
                  </a:lnTo>
                  <a:lnTo>
                    <a:pt x="593" y="337"/>
                  </a:lnTo>
                  <a:lnTo>
                    <a:pt x="573" y="376"/>
                  </a:lnTo>
                  <a:lnTo>
                    <a:pt x="573" y="396"/>
                  </a:lnTo>
                  <a:lnTo>
                    <a:pt x="573" y="435"/>
                  </a:lnTo>
                  <a:lnTo>
                    <a:pt x="593" y="455"/>
                  </a:lnTo>
                  <a:lnTo>
                    <a:pt x="573" y="534"/>
                  </a:lnTo>
                  <a:lnTo>
                    <a:pt x="553" y="613"/>
                  </a:lnTo>
                  <a:lnTo>
                    <a:pt x="514" y="712"/>
                  </a:lnTo>
                  <a:lnTo>
                    <a:pt x="514" y="712"/>
                  </a:lnTo>
                  <a:lnTo>
                    <a:pt x="534" y="594"/>
                  </a:lnTo>
                  <a:lnTo>
                    <a:pt x="514" y="574"/>
                  </a:lnTo>
                  <a:lnTo>
                    <a:pt x="494" y="594"/>
                  </a:lnTo>
                  <a:lnTo>
                    <a:pt x="494" y="633"/>
                  </a:lnTo>
                  <a:lnTo>
                    <a:pt x="514" y="633"/>
                  </a:lnTo>
                  <a:lnTo>
                    <a:pt x="494" y="673"/>
                  </a:lnTo>
                  <a:lnTo>
                    <a:pt x="474" y="712"/>
                  </a:lnTo>
                  <a:lnTo>
                    <a:pt x="455" y="791"/>
                  </a:lnTo>
                  <a:lnTo>
                    <a:pt x="455" y="752"/>
                  </a:lnTo>
                  <a:lnTo>
                    <a:pt x="455" y="692"/>
                  </a:lnTo>
                  <a:lnTo>
                    <a:pt x="455" y="673"/>
                  </a:lnTo>
                  <a:lnTo>
                    <a:pt x="474" y="534"/>
                  </a:lnTo>
                  <a:lnTo>
                    <a:pt x="474" y="554"/>
                  </a:lnTo>
                  <a:lnTo>
                    <a:pt x="514" y="337"/>
                  </a:lnTo>
                  <a:lnTo>
                    <a:pt x="494" y="317"/>
                  </a:lnTo>
                  <a:lnTo>
                    <a:pt x="474" y="317"/>
                  </a:lnTo>
                  <a:lnTo>
                    <a:pt x="494" y="179"/>
                  </a:lnTo>
                  <a:lnTo>
                    <a:pt x="474" y="198"/>
                  </a:lnTo>
                  <a:lnTo>
                    <a:pt x="474" y="179"/>
                  </a:lnTo>
                  <a:lnTo>
                    <a:pt x="474" y="119"/>
                  </a:lnTo>
                  <a:lnTo>
                    <a:pt x="455" y="179"/>
                  </a:lnTo>
                  <a:lnTo>
                    <a:pt x="455" y="258"/>
                  </a:lnTo>
                  <a:lnTo>
                    <a:pt x="435" y="238"/>
                  </a:lnTo>
                  <a:lnTo>
                    <a:pt x="435" y="258"/>
                  </a:lnTo>
                  <a:lnTo>
                    <a:pt x="435" y="277"/>
                  </a:lnTo>
                  <a:lnTo>
                    <a:pt x="455" y="317"/>
                  </a:lnTo>
                  <a:lnTo>
                    <a:pt x="435" y="416"/>
                  </a:lnTo>
                  <a:lnTo>
                    <a:pt x="435" y="435"/>
                  </a:lnTo>
                  <a:lnTo>
                    <a:pt x="435" y="475"/>
                  </a:lnTo>
                  <a:lnTo>
                    <a:pt x="417" y="475"/>
                  </a:lnTo>
                  <a:lnTo>
                    <a:pt x="435" y="317"/>
                  </a:lnTo>
                  <a:lnTo>
                    <a:pt x="415" y="337"/>
                  </a:lnTo>
                  <a:lnTo>
                    <a:pt x="415" y="297"/>
                  </a:lnTo>
                  <a:lnTo>
                    <a:pt x="415" y="258"/>
                  </a:lnTo>
                  <a:lnTo>
                    <a:pt x="415" y="238"/>
                  </a:lnTo>
                  <a:lnTo>
                    <a:pt x="415" y="198"/>
                  </a:lnTo>
                  <a:lnTo>
                    <a:pt x="415" y="179"/>
                  </a:lnTo>
                  <a:lnTo>
                    <a:pt x="398" y="162"/>
                  </a:lnTo>
                  <a:lnTo>
                    <a:pt x="398" y="162"/>
                  </a:lnTo>
                  <a:lnTo>
                    <a:pt x="376" y="218"/>
                  </a:lnTo>
                  <a:lnTo>
                    <a:pt x="376" y="159"/>
                  </a:lnTo>
                  <a:lnTo>
                    <a:pt x="376" y="100"/>
                  </a:lnTo>
                  <a:lnTo>
                    <a:pt x="356" y="159"/>
                  </a:lnTo>
                  <a:lnTo>
                    <a:pt x="356" y="179"/>
                  </a:lnTo>
                  <a:lnTo>
                    <a:pt x="336" y="198"/>
                  </a:lnTo>
                  <a:lnTo>
                    <a:pt x="326" y="228"/>
                  </a:lnTo>
                  <a:lnTo>
                    <a:pt x="336" y="179"/>
                  </a:lnTo>
                  <a:lnTo>
                    <a:pt x="316" y="198"/>
                  </a:lnTo>
                  <a:lnTo>
                    <a:pt x="316" y="179"/>
                  </a:lnTo>
                  <a:lnTo>
                    <a:pt x="297" y="238"/>
                  </a:lnTo>
                  <a:lnTo>
                    <a:pt x="297" y="297"/>
                  </a:lnTo>
                  <a:lnTo>
                    <a:pt x="277" y="317"/>
                  </a:lnTo>
                  <a:lnTo>
                    <a:pt x="277" y="297"/>
                  </a:lnTo>
                  <a:lnTo>
                    <a:pt x="257" y="337"/>
                  </a:lnTo>
                  <a:lnTo>
                    <a:pt x="257" y="376"/>
                  </a:lnTo>
                  <a:lnTo>
                    <a:pt x="237" y="455"/>
                  </a:lnTo>
                  <a:lnTo>
                    <a:pt x="237" y="396"/>
                  </a:lnTo>
                  <a:lnTo>
                    <a:pt x="237" y="317"/>
                  </a:lnTo>
                  <a:lnTo>
                    <a:pt x="257" y="297"/>
                  </a:lnTo>
                  <a:lnTo>
                    <a:pt x="237" y="297"/>
                  </a:lnTo>
                  <a:lnTo>
                    <a:pt x="237" y="179"/>
                  </a:lnTo>
                  <a:lnTo>
                    <a:pt x="218" y="198"/>
                  </a:lnTo>
                  <a:lnTo>
                    <a:pt x="218" y="218"/>
                  </a:lnTo>
                  <a:lnTo>
                    <a:pt x="218" y="238"/>
                  </a:lnTo>
                  <a:lnTo>
                    <a:pt x="218" y="258"/>
                  </a:lnTo>
                  <a:lnTo>
                    <a:pt x="178" y="396"/>
                  </a:lnTo>
                  <a:lnTo>
                    <a:pt x="198" y="376"/>
                  </a:lnTo>
                  <a:lnTo>
                    <a:pt x="218" y="317"/>
                  </a:lnTo>
                  <a:lnTo>
                    <a:pt x="198" y="396"/>
                  </a:lnTo>
                  <a:lnTo>
                    <a:pt x="178" y="455"/>
                  </a:lnTo>
                  <a:lnTo>
                    <a:pt x="158" y="514"/>
                  </a:lnTo>
                  <a:lnTo>
                    <a:pt x="158" y="554"/>
                  </a:lnTo>
                  <a:lnTo>
                    <a:pt x="178" y="534"/>
                  </a:lnTo>
                  <a:lnTo>
                    <a:pt x="198" y="435"/>
                  </a:lnTo>
                  <a:lnTo>
                    <a:pt x="218" y="396"/>
                  </a:lnTo>
                  <a:lnTo>
                    <a:pt x="198" y="455"/>
                  </a:lnTo>
                  <a:lnTo>
                    <a:pt x="218" y="475"/>
                  </a:lnTo>
                  <a:lnTo>
                    <a:pt x="218" y="495"/>
                  </a:lnTo>
                  <a:lnTo>
                    <a:pt x="237" y="554"/>
                  </a:lnTo>
                  <a:lnTo>
                    <a:pt x="237" y="475"/>
                  </a:lnTo>
                  <a:lnTo>
                    <a:pt x="257" y="396"/>
                  </a:lnTo>
                  <a:lnTo>
                    <a:pt x="277" y="376"/>
                  </a:lnTo>
                  <a:lnTo>
                    <a:pt x="277" y="396"/>
                  </a:lnTo>
                  <a:lnTo>
                    <a:pt x="277" y="435"/>
                  </a:lnTo>
                  <a:lnTo>
                    <a:pt x="257" y="475"/>
                  </a:lnTo>
                  <a:lnTo>
                    <a:pt x="237" y="574"/>
                  </a:lnTo>
                  <a:lnTo>
                    <a:pt x="198" y="692"/>
                  </a:lnTo>
                  <a:lnTo>
                    <a:pt x="178" y="771"/>
                  </a:lnTo>
                  <a:lnTo>
                    <a:pt x="158" y="850"/>
                  </a:lnTo>
                  <a:lnTo>
                    <a:pt x="158" y="890"/>
                  </a:lnTo>
                  <a:lnTo>
                    <a:pt x="158" y="910"/>
                  </a:lnTo>
                  <a:lnTo>
                    <a:pt x="139" y="929"/>
                  </a:lnTo>
                  <a:lnTo>
                    <a:pt x="119" y="969"/>
                  </a:lnTo>
                  <a:lnTo>
                    <a:pt x="132" y="916"/>
                  </a:lnTo>
                  <a:lnTo>
                    <a:pt x="132" y="916"/>
                  </a:lnTo>
                  <a:lnTo>
                    <a:pt x="119" y="929"/>
                  </a:lnTo>
                  <a:lnTo>
                    <a:pt x="119" y="910"/>
                  </a:lnTo>
                  <a:lnTo>
                    <a:pt x="139" y="732"/>
                  </a:lnTo>
                  <a:lnTo>
                    <a:pt x="158" y="574"/>
                  </a:lnTo>
                  <a:lnTo>
                    <a:pt x="139" y="554"/>
                  </a:lnTo>
                  <a:lnTo>
                    <a:pt x="139" y="574"/>
                  </a:lnTo>
                  <a:lnTo>
                    <a:pt x="119" y="594"/>
                  </a:lnTo>
                  <a:lnTo>
                    <a:pt x="119" y="594"/>
                  </a:lnTo>
                  <a:lnTo>
                    <a:pt x="158" y="396"/>
                  </a:lnTo>
                  <a:lnTo>
                    <a:pt x="139" y="435"/>
                  </a:lnTo>
                  <a:lnTo>
                    <a:pt x="119" y="495"/>
                  </a:lnTo>
                  <a:lnTo>
                    <a:pt x="119" y="455"/>
                  </a:lnTo>
                  <a:lnTo>
                    <a:pt x="99" y="514"/>
                  </a:lnTo>
                  <a:lnTo>
                    <a:pt x="99" y="495"/>
                  </a:lnTo>
                  <a:lnTo>
                    <a:pt x="79" y="594"/>
                  </a:lnTo>
                  <a:lnTo>
                    <a:pt x="79" y="613"/>
                  </a:lnTo>
                  <a:lnTo>
                    <a:pt x="99" y="594"/>
                  </a:lnTo>
                  <a:lnTo>
                    <a:pt x="79" y="653"/>
                  </a:lnTo>
                  <a:lnTo>
                    <a:pt x="79" y="752"/>
                  </a:lnTo>
                  <a:lnTo>
                    <a:pt x="79" y="771"/>
                  </a:lnTo>
                  <a:lnTo>
                    <a:pt x="60" y="791"/>
                  </a:lnTo>
                  <a:lnTo>
                    <a:pt x="79" y="791"/>
                  </a:lnTo>
                  <a:lnTo>
                    <a:pt x="79" y="811"/>
                  </a:lnTo>
                  <a:lnTo>
                    <a:pt x="99" y="811"/>
                  </a:lnTo>
                  <a:lnTo>
                    <a:pt x="99" y="850"/>
                  </a:lnTo>
                  <a:lnTo>
                    <a:pt x="79" y="969"/>
                  </a:lnTo>
                  <a:lnTo>
                    <a:pt x="60" y="989"/>
                  </a:lnTo>
                  <a:lnTo>
                    <a:pt x="60" y="949"/>
                  </a:lnTo>
                  <a:lnTo>
                    <a:pt x="79" y="870"/>
                  </a:lnTo>
                  <a:lnTo>
                    <a:pt x="60" y="870"/>
                  </a:lnTo>
                  <a:lnTo>
                    <a:pt x="60" y="910"/>
                  </a:lnTo>
                  <a:lnTo>
                    <a:pt x="60" y="929"/>
                  </a:lnTo>
                  <a:lnTo>
                    <a:pt x="40" y="1008"/>
                  </a:lnTo>
                  <a:lnTo>
                    <a:pt x="20" y="1008"/>
                  </a:lnTo>
                  <a:lnTo>
                    <a:pt x="20" y="1028"/>
                  </a:lnTo>
                  <a:lnTo>
                    <a:pt x="0" y="1107"/>
                  </a:lnTo>
                  <a:lnTo>
                    <a:pt x="0" y="1186"/>
                  </a:lnTo>
                  <a:lnTo>
                    <a:pt x="20" y="1087"/>
                  </a:lnTo>
                  <a:lnTo>
                    <a:pt x="20" y="1107"/>
                  </a:lnTo>
                  <a:lnTo>
                    <a:pt x="20" y="1186"/>
                  </a:lnTo>
                  <a:lnTo>
                    <a:pt x="40" y="1147"/>
                  </a:lnTo>
                  <a:lnTo>
                    <a:pt x="40" y="1166"/>
                  </a:lnTo>
                  <a:lnTo>
                    <a:pt x="60" y="1127"/>
                  </a:lnTo>
                  <a:lnTo>
                    <a:pt x="60" y="1087"/>
                  </a:lnTo>
                  <a:lnTo>
                    <a:pt x="79" y="1087"/>
                  </a:lnTo>
                  <a:lnTo>
                    <a:pt x="79" y="1107"/>
                  </a:lnTo>
                  <a:lnTo>
                    <a:pt x="99" y="1068"/>
                  </a:lnTo>
                  <a:lnTo>
                    <a:pt x="99" y="1107"/>
                  </a:lnTo>
                  <a:lnTo>
                    <a:pt x="119" y="1048"/>
                  </a:lnTo>
                  <a:lnTo>
                    <a:pt x="119" y="1068"/>
                  </a:lnTo>
                  <a:lnTo>
                    <a:pt x="139" y="969"/>
                  </a:lnTo>
                  <a:lnTo>
                    <a:pt x="158" y="929"/>
                  </a:lnTo>
                  <a:lnTo>
                    <a:pt x="178" y="929"/>
                  </a:lnTo>
                  <a:lnTo>
                    <a:pt x="158" y="969"/>
                  </a:lnTo>
                  <a:lnTo>
                    <a:pt x="158" y="989"/>
                  </a:lnTo>
                  <a:lnTo>
                    <a:pt x="139" y="1028"/>
                  </a:lnTo>
                  <a:lnTo>
                    <a:pt x="139" y="1068"/>
                  </a:lnTo>
                  <a:lnTo>
                    <a:pt x="158" y="1028"/>
                  </a:lnTo>
                  <a:lnTo>
                    <a:pt x="158" y="1008"/>
                  </a:lnTo>
                  <a:lnTo>
                    <a:pt x="198" y="929"/>
                  </a:lnTo>
                  <a:lnTo>
                    <a:pt x="218" y="910"/>
                  </a:lnTo>
                  <a:lnTo>
                    <a:pt x="237" y="890"/>
                  </a:lnTo>
                  <a:lnTo>
                    <a:pt x="237" y="929"/>
                  </a:lnTo>
                  <a:lnTo>
                    <a:pt x="257" y="831"/>
                  </a:lnTo>
                  <a:lnTo>
                    <a:pt x="277" y="811"/>
                  </a:lnTo>
                  <a:lnTo>
                    <a:pt x="277" y="870"/>
                  </a:lnTo>
                  <a:lnTo>
                    <a:pt x="316" y="791"/>
                  </a:lnTo>
                  <a:lnTo>
                    <a:pt x="316" y="692"/>
                  </a:lnTo>
                  <a:lnTo>
                    <a:pt x="336" y="653"/>
                  </a:lnTo>
                  <a:lnTo>
                    <a:pt x="336" y="673"/>
                  </a:lnTo>
                  <a:lnTo>
                    <a:pt x="336" y="712"/>
                  </a:lnTo>
                  <a:lnTo>
                    <a:pt x="316" y="850"/>
                  </a:lnTo>
                  <a:lnTo>
                    <a:pt x="356" y="771"/>
                  </a:lnTo>
                  <a:lnTo>
                    <a:pt x="336" y="870"/>
                  </a:lnTo>
                  <a:lnTo>
                    <a:pt x="316" y="929"/>
                  </a:lnTo>
                  <a:lnTo>
                    <a:pt x="316" y="890"/>
                  </a:lnTo>
                  <a:lnTo>
                    <a:pt x="297" y="910"/>
                  </a:lnTo>
                  <a:lnTo>
                    <a:pt x="297" y="929"/>
                  </a:lnTo>
                  <a:lnTo>
                    <a:pt x="277" y="929"/>
                  </a:lnTo>
                  <a:lnTo>
                    <a:pt x="277" y="949"/>
                  </a:lnTo>
                  <a:lnTo>
                    <a:pt x="257" y="989"/>
                  </a:lnTo>
                  <a:lnTo>
                    <a:pt x="257" y="1048"/>
                  </a:lnTo>
                  <a:lnTo>
                    <a:pt x="257" y="1087"/>
                  </a:lnTo>
                  <a:lnTo>
                    <a:pt x="277" y="1068"/>
                  </a:lnTo>
                  <a:lnTo>
                    <a:pt x="277" y="1127"/>
                  </a:lnTo>
                  <a:lnTo>
                    <a:pt x="257" y="1186"/>
                  </a:lnTo>
                  <a:lnTo>
                    <a:pt x="237" y="1186"/>
                  </a:lnTo>
                  <a:lnTo>
                    <a:pt x="237" y="1226"/>
                  </a:lnTo>
                  <a:lnTo>
                    <a:pt x="237" y="1245"/>
                  </a:lnTo>
                  <a:lnTo>
                    <a:pt x="257" y="1245"/>
                  </a:lnTo>
                  <a:lnTo>
                    <a:pt x="297" y="1028"/>
                  </a:lnTo>
                  <a:lnTo>
                    <a:pt x="316" y="1008"/>
                  </a:lnTo>
                  <a:lnTo>
                    <a:pt x="336" y="1028"/>
                  </a:lnTo>
                  <a:lnTo>
                    <a:pt x="316" y="1068"/>
                  </a:lnTo>
                  <a:lnTo>
                    <a:pt x="297" y="1166"/>
                  </a:lnTo>
                  <a:lnTo>
                    <a:pt x="316" y="1127"/>
                  </a:lnTo>
                  <a:lnTo>
                    <a:pt x="316" y="1107"/>
                  </a:lnTo>
                  <a:lnTo>
                    <a:pt x="336" y="1127"/>
                  </a:lnTo>
                  <a:lnTo>
                    <a:pt x="336" y="1226"/>
                  </a:lnTo>
                  <a:lnTo>
                    <a:pt x="316" y="1226"/>
                  </a:lnTo>
                  <a:lnTo>
                    <a:pt x="316" y="1265"/>
                  </a:lnTo>
                  <a:lnTo>
                    <a:pt x="297" y="1245"/>
                  </a:lnTo>
                  <a:lnTo>
                    <a:pt x="297" y="1305"/>
                  </a:lnTo>
                  <a:lnTo>
                    <a:pt x="316" y="1305"/>
                  </a:lnTo>
                  <a:lnTo>
                    <a:pt x="316" y="1384"/>
                  </a:lnTo>
                  <a:lnTo>
                    <a:pt x="336" y="1403"/>
                  </a:lnTo>
                  <a:lnTo>
                    <a:pt x="356" y="1384"/>
                  </a:lnTo>
                  <a:lnTo>
                    <a:pt x="376" y="1324"/>
                  </a:lnTo>
                  <a:lnTo>
                    <a:pt x="395" y="1245"/>
                  </a:lnTo>
                  <a:lnTo>
                    <a:pt x="376" y="1344"/>
                  </a:lnTo>
                  <a:lnTo>
                    <a:pt x="395" y="1344"/>
                  </a:lnTo>
                  <a:lnTo>
                    <a:pt x="395" y="1403"/>
                  </a:lnTo>
                  <a:lnTo>
                    <a:pt x="415" y="1344"/>
                  </a:lnTo>
                  <a:lnTo>
                    <a:pt x="415" y="1364"/>
                  </a:lnTo>
                  <a:lnTo>
                    <a:pt x="435" y="1305"/>
                  </a:lnTo>
                  <a:lnTo>
                    <a:pt x="415" y="1324"/>
                  </a:lnTo>
                  <a:lnTo>
                    <a:pt x="415" y="1285"/>
                  </a:lnTo>
                  <a:lnTo>
                    <a:pt x="435" y="1206"/>
                  </a:lnTo>
                  <a:lnTo>
                    <a:pt x="455" y="1206"/>
                  </a:lnTo>
                  <a:lnTo>
                    <a:pt x="435" y="1265"/>
                  </a:lnTo>
                  <a:lnTo>
                    <a:pt x="435" y="1305"/>
                  </a:lnTo>
                  <a:lnTo>
                    <a:pt x="435" y="1344"/>
                  </a:lnTo>
                  <a:lnTo>
                    <a:pt x="435" y="1403"/>
                  </a:lnTo>
                  <a:lnTo>
                    <a:pt x="474" y="1344"/>
                  </a:lnTo>
                  <a:lnTo>
                    <a:pt x="494" y="1265"/>
                  </a:lnTo>
                  <a:lnTo>
                    <a:pt x="474" y="1305"/>
                  </a:lnTo>
                  <a:lnTo>
                    <a:pt x="494" y="1226"/>
                  </a:lnTo>
                  <a:lnTo>
                    <a:pt x="494" y="1265"/>
                  </a:lnTo>
                  <a:lnTo>
                    <a:pt x="514" y="1305"/>
                  </a:lnTo>
                  <a:lnTo>
                    <a:pt x="494" y="1344"/>
                  </a:lnTo>
                  <a:lnTo>
                    <a:pt x="494" y="1324"/>
                  </a:lnTo>
                  <a:lnTo>
                    <a:pt x="474" y="1364"/>
                  </a:lnTo>
                  <a:lnTo>
                    <a:pt x="474" y="1403"/>
                  </a:lnTo>
                  <a:lnTo>
                    <a:pt x="494" y="1364"/>
                  </a:lnTo>
                  <a:lnTo>
                    <a:pt x="514" y="1344"/>
                  </a:lnTo>
                  <a:lnTo>
                    <a:pt x="514" y="1364"/>
                  </a:lnTo>
                  <a:lnTo>
                    <a:pt x="514" y="1384"/>
                  </a:lnTo>
                  <a:lnTo>
                    <a:pt x="534" y="1403"/>
                  </a:lnTo>
                  <a:lnTo>
                    <a:pt x="553" y="1344"/>
                  </a:lnTo>
                  <a:lnTo>
                    <a:pt x="573" y="1344"/>
                  </a:lnTo>
                  <a:lnTo>
                    <a:pt x="593" y="1206"/>
                  </a:lnTo>
                  <a:lnTo>
                    <a:pt x="593" y="1305"/>
                  </a:lnTo>
                  <a:lnTo>
                    <a:pt x="573" y="1384"/>
                  </a:lnTo>
                  <a:lnTo>
                    <a:pt x="593" y="1344"/>
                  </a:lnTo>
                  <a:lnTo>
                    <a:pt x="593" y="1384"/>
                  </a:lnTo>
                  <a:lnTo>
                    <a:pt x="613" y="1403"/>
                  </a:lnTo>
                  <a:lnTo>
                    <a:pt x="613" y="1384"/>
                  </a:lnTo>
                  <a:lnTo>
                    <a:pt x="633" y="1344"/>
                  </a:lnTo>
                  <a:lnTo>
                    <a:pt x="652" y="1305"/>
                  </a:lnTo>
                  <a:lnTo>
                    <a:pt x="692" y="1285"/>
                  </a:lnTo>
                  <a:lnTo>
                    <a:pt x="652" y="1364"/>
                  </a:lnTo>
                  <a:lnTo>
                    <a:pt x="633" y="1403"/>
                  </a:lnTo>
                  <a:lnTo>
                    <a:pt x="652" y="1423"/>
                  </a:lnTo>
                  <a:lnTo>
                    <a:pt x="672" y="1423"/>
                  </a:lnTo>
                  <a:lnTo>
                    <a:pt x="692" y="1403"/>
                  </a:lnTo>
                  <a:lnTo>
                    <a:pt x="692" y="1324"/>
                  </a:lnTo>
                  <a:lnTo>
                    <a:pt x="712" y="1324"/>
                  </a:lnTo>
                  <a:lnTo>
                    <a:pt x="712" y="1344"/>
                  </a:lnTo>
                  <a:lnTo>
                    <a:pt x="692" y="1384"/>
                  </a:lnTo>
                  <a:lnTo>
                    <a:pt x="692" y="1384"/>
                  </a:lnTo>
                  <a:lnTo>
                    <a:pt x="731" y="1324"/>
                  </a:lnTo>
                  <a:lnTo>
                    <a:pt x="744" y="1324"/>
                  </a:lnTo>
                  <a:lnTo>
                    <a:pt x="751" y="1305"/>
                  </a:lnTo>
                  <a:lnTo>
                    <a:pt x="771" y="1226"/>
                  </a:lnTo>
                  <a:lnTo>
                    <a:pt x="771" y="1166"/>
                  </a:lnTo>
                  <a:lnTo>
                    <a:pt x="751" y="1206"/>
                  </a:lnTo>
                  <a:lnTo>
                    <a:pt x="731" y="1206"/>
                  </a:lnTo>
                  <a:lnTo>
                    <a:pt x="731" y="1147"/>
                  </a:lnTo>
                  <a:lnTo>
                    <a:pt x="751" y="1087"/>
                  </a:lnTo>
                  <a:lnTo>
                    <a:pt x="751" y="1048"/>
                  </a:lnTo>
                  <a:lnTo>
                    <a:pt x="791" y="949"/>
                  </a:lnTo>
                  <a:lnTo>
                    <a:pt x="810" y="929"/>
                  </a:lnTo>
                  <a:lnTo>
                    <a:pt x="791" y="1008"/>
                  </a:lnTo>
                  <a:lnTo>
                    <a:pt x="771" y="1068"/>
                  </a:lnTo>
                  <a:lnTo>
                    <a:pt x="791" y="1048"/>
                  </a:lnTo>
                  <a:lnTo>
                    <a:pt x="771" y="1147"/>
                  </a:lnTo>
                  <a:lnTo>
                    <a:pt x="791" y="1068"/>
                  </a:lnTo>
                  <a:lnTo>
                    <a:pt x="810" y="989"/>
                  </a:lnTo>
                  <a:lnTo>
                    <a:pt x="810" y="949"/>
                  </a:lnTo>
                  <a:lnTo>
                    <a:pt x="830" y="989"/>
                  </a:lnTo>
                  <a:lnTo>
                    <a:pt x="850" y="969"/>
                  </a:lnTo>
                  <a:lnTo>
                    <a:pt x="850" y="1028"/>
                  </a:lnTo>
                  <a:lnTo>
                    <a:pt x="830" y="1008"/>
                  </a:lnTo>
                  <a:lnTo>
                    <a:pt x="830" y="1048"/>
                  </a:lnTo>
                  <a:lnTo>
                    <a:pt x="810" y="1107"/>
                  </a:lnTo>
                  <a:lnTo>
                    <a:pt x="810" y="1166"/>
                  </a:lnTo>
                  <a:lnTo>
                    <a:pt x="791" y="1226"/>
                  </a:lnTo>
                  <a:lnTo>
                    <a:pt x="771" y="1344"/>
                  </a:lnTo>
                  <a:lnTo>
                    <a:pt x="771" y="1384"/>
                  </a:lnTo>
                  <a:lnTo>
                    <a:pt x="791" y="1344"/>
                  </a:lnTo>
                  <a:lnTo>
                    <a:pt x="810" y="1344"/>
                  </a:lnTo>
                  <a:lnTo>
                    <a:pt x="830" y="1305"/>
                  </a:lnTo>
                  <a:lnTo>
                    <a:pt x="830" y="1364"/>
                  </a:lnTo>
                  <a:lnTo>
                    <a:pt x="850" y="1364"/>
                  </a:lnTo>
                  <a:lnTo>
                    <a:pt x="870" y="1324"/>
                  </a:lnTo>
                  <a:lnTo>
                    <a:pt x="870" y="1384"/>
                  </a:lnTo>
                  <a:lnTo>
                    <a:pt x="870" y="1403"/>
                  </a:lnTo>
                  <a:lnTo>
                    <a:pt x="889" y="1384"/>
                  </a:lnTo>
                  <a:lnTo>
                    <a:pt x="909" y="1344"/>
                  </a:lnTo>
                  <a:lnTo>
                    <a:pt x="949" y="1305"/>
                  </a:lnTo>
                  <a:lnTo>
                    <a:pt x="949" y="1285"/>
                  </a:lnTo>
                  <a:lnTo>
                    <a:pt x="968" y="1305"/>
                  </a:lnTo>
                  <a:lnTo>
                    <a:pt x="949" y="1344"/>
                  </a:lnTo>
                  <a:lnTo>
                    <a:pt x="968" y="1364"/>
                  </a:lnTo>
                  <a:lnTo>
                    <a:pt x="988" y="1305"/>
                  </a:lnTo>
                  <a:lnTo>
                    <a:pt x="988" y="1364"/>
                  </a:lnTo>
                  <a:lnTo>
                    <a:pt x="1008" y="1344"/>
                  </a:lnTo>
                  <a:lnTo>
                    <a:pt x="1008" y="1324"/>
                  </a:lnTo>
                  <a:lnTo>
                    <a:pt x="1028" y="1384"/>
                  </a:lnTo>
                  <a:lnTo>
                    <a:pt x="1047" y="1344"/>
                  </a:lnTo>
                  <a:lnTo>
                    <a:pt x="1067" y="1265"/>
                  </a:lnTo>
                  <a:lnTo>
                    <a:pt x="1047" y="1384"/>
                  </a:lnTo>
                  <a:lnTo>
                    <a:pt x="1126" y="1344"/>
                  </a:lnTo>
                  <a:lnTo>
                    <a:pt x="1205" y="1305"/>
                  </a:lnTo>
                  <a:lnTo>
                    <a:pt x="1186" y="1344"/>
                  </a:lnTo>
                  <a:lnTo>
                    <a:pt x="1205" y="1324"/>
                  </a:lnTo>
                  <a:lnTo>
                    <a:pt x="1245" y="1305"/>
                  </a:lnTo>
                  <a:lnTo>
                    <a:pt x="1265" y="1265"/>
                  </a:lnTo>
                  <a:lnTo>
                    <a:pt x="1284" y="1265"/>
                  </a:lnTo>
                  <a:lnTo>
                    <a:pt x="1304" y="1245"/>
                  </a:lnTo>
                  <a:lnTo>
                    <a:pt x="1324" y="1166"/>
                  </a:lnTo>
                  <a:lnTo>
                    <a:pt x="1324" y="1048"/>
                  </a:lnTo>
                  <a:lnTo>
                    <a:pt x="1344" y="1028"/>
                  </a:lnTo>
                  <a:lnTo>
                    <a:pt x="1344" y="1068"/>
                  </a:lnTo>
                  <a:lnTo>
                    <a:pt x="1344" y="1107"/>
                  </a:lnTo>
                  <a:lnTo>
                    <a:pt x="1344" y="1127"/>
                  </a:lnTo>
                  <a:lnTo>
                    <a:pt x="1324" y="1226"/>
                  </a:lnTo>
                  <a:lnTo>
                    <a:pt x="1304" y="1305"/>
                  </a:lnTo>
                  <a:lnTo>
                    <a:pt x="1344" y="1226"/>
                  </a:lnTo>
                  <a:lnTo>
                    <a:pt x="1344" y="1245"/>
                  </a:lnTo>
                  <a:lnTo>
                    <a:pt x="1363" y="1245"/>
                  </a:lnTo>
                  <a:lnTo>
                    <a:pt x="1383" y="1265"/>
                  </a:lnTo>
                  <a:lnTo>
                    <a:pt x="1363" y="1305"/>
                  </a:lnTo>
                  <a:lnTo>
                    <a:pt x="1363" y="1285"/>
                  </a:lnTo>
                  <a:lnTo>
                    <a:pt x="1344" y="1285"/>
                  </a:lnTo>
                  <a:lnTo>
                    <a:pt x="1344" y="1305"/>
                  </a:lnTo>
                  <a:lnTo>
                    <a:pt x="1324" y="1344"/>
                  </a:lnTo>
                  <a:lnTo>
                    <a:pt x="1363" y="1324"/>
                  </a:lnTo>
                  <a:lnTo>
                    <a:pt x="1383" y="1324"/>
                  </a:lnTo>
                  <a:lnTo>
                    <a:pt x="1383" y="1285"/>
                  </a:lnTo>
                  <a:lnTo>
                    <a:pt x="1403" y="1245"/>
                  </a:lnTo>
                  <a:lnTo>
                    <a:pt x="1403" y="1265"/>
                  </a:lnTo>
                  <a:lnTo>
                    <a:pt x="1423" y="1206"/>
                  </a:lnTo>
                  <a:lnTo>
                    <a:pt x="1403" y="1285"/>
                  </a:lnTo>
                  <a:lnTo>
                    <a:pt x="1423" y="1226"/>
                  </a:lnTo>
                  <a:lnTo>
                    <a:pt x="1442" y="1226"/>
                  </a:lnTo>
                  <a:lnTo>
                    <a:pt x="1462" y="1245"/>
                  </a:lnTo>
                  <a:lnTo>
                    <a:pt x="1462" y="1285"/>
                  </a:lnTo>
                  <a:lnTo>
                    <a:pt x="1482" y="1265"/>
                  </a:lnTo>
                  <a:lnTo>
                    <a:pt x="1482" y="1305"/>
                  </a:lnTo>
                  <a:lnTo>
                    <a:pt x="1502" y="1324"/>
                  </a:lnTo>
                  <a:lnTo>
                    <a:pt x="1521" y="1324"/>
                  </a:lnTo>
                  <a:lnTo>
                    <a:pt x="1541" y="1364"/>
                  </a:lnTo>
                  <a:lnTo>
                    <a:pt x="1561" y="1324"/>
                  </a:lnTo>
                  <a:lnTo>
                    <a:pt x="1581" y="1285"/>
                  </a:lnTo>
                  <a:lnTo>
                    <a:pt x="1265" y="692"/>
                  </a:lnTo>
                  <a:lnTo>
                    <a:pt x="968" y="179"/>
                  </a:lnTo>
                  <a:lnTo>
                    <a:pt x="949" y="238"/>
                  </a:lnTo>
                  <a:lnTo>
                    <a:pt x="949" y="218"/>
                  </a:lnTo>
                  <a:lnTo>
                    <a:pt x="949" y="159"/>
                  </a:lnTo>
                  <a:lnTo>
                    <a:pt x="929" y="198"/>
                  </a:lnTo>
                  <a:lnTo>
                    <a:pt x="909" y="218"/>
                  </a:lnTo>
                  <a:lnTo>
                    <a:pt x="909" y="258"/>
                  </a:lnTo>
                  <a:lnTo>
                    <a:pt x="889" y="297"/>
                  </a:lnTo>
                  <a:lnTo>
                    <a:pt x="889" y="238"/>
                  </a:lnTo>
                  <a:lnTo>
                    <a:pt x="909" y="198"/>
                  </a:lnTo>
                  <a:lnTo>
                    <a:pt x="909" y="119"/>
                  </a:lnTo>
                  <a:lnTo>
                    <a:pt x="909" y="100"/>
                  </a:lnTo>
                  <a:lnTo>
                    <a:pt x="909" y="80"/>
                  </a:lnTo>
                  <a:lnTo>
                    <a:pt x="909" y="40"/>
                  </a:lnTo>
                  <a:lnTo>
                    <a:pt x="889" y="60"/>
                  </a:lnTo>
                  <a:lnTo>
                    <a:pt x="889" y="119"/>
                  </a:lnTo>
                  <a:lnTo>
                    <a:pt x="870" y="179"/>
                  </a:lnTo>
                  <a:lnTo>
                    <a:pt x="870" y="100"/>
                  </a:lnTo>
                  <a:lnTo>
                    <a:pt x="850" y="139"/>
                  </a:lnTo>
                  <a:lnTo>
                    <a:pt x="830" y="218"/>
                  </a:lnTo>
                  <a:lnTo>
                    <a:pt x="830" y="277"/>
                  </a:lnTo>
                  <a:lnTo>
                    <a:pt x="830" y="317"/>
                  </a:lnTo>
                  <a:lnTo>
                    <a:pt x="830" y="376"/>
                  </a:lnTo>
                  <a:lnTo>
                    <a:pt x="810" y="396"/>
                  </a:lnTo>
                  <a:lnTo>
                    <a:pt x="791" y="297"/>
                  </a:lnTo>
                  <a:lnTo>
                    <a:pt x="830" y="159"/>
                  </a:lnTo>
                  <a:lnTo>
                    <a:pt x="850" y="1"/>
                  </a:lnTo>
                  <a:lnTo>
                    <a:pt x="830" y="21"/>
                  </a:lnTo>
                  <a:lnTo>
                    <a:pt x="810" y="21"/>
                  </a:lnTo>
                  <a:lnTo>
                    <a:pt x="81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20"/>
            <p:cNvSpPr/>
            <p:nvPr/>
          </p:nvSpPr>
          <p:spPr>
            <a:xfrm>
              <a:off x="-1608925" y="3313900"/>
              <a:ext cx="25" cy="525"/>
            </a:xfrm>
            <a:custGeom>
              <a:rect b="b" l="l" r="r" t="t"/>
              <a:pathLst>
                <a:path extrusionOk="0" h="21" w="1">
                  <a:moveTo>
                    <a:pt x="1" y="20"/>
                  </a:moveTo>
                  <a:lnTo>
                    <a:pt x="1" y="20"/>
                  </a:lnTo>
                  <a:lnTo>
                    <a:pt x="1" y="20"/>
                  </a:lnTo>
                  <a:lnTo>
                    <a:pt x="1" y="1"/>
                  </a:lnTo>
                  <a:lnTo>
                    <a:pt x="1"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0" name="Google Shape;5370;p20"/>
            <p:cNvSpPr/>
            <p:nvPr/>
          </p:nvSpPr>
          <p:spPr>
            <a:xfrm>
              <a:off x="-1607450" y="3299575"/>
              <a:ext cx="525" cy="525"/>
            </a:xfrm>
            <a:custGeom>
              <a:rect b="b" l="l" r="r" t="t"/>
              <a:pathLst>
                <a:path extrusionOk="0" h="21" w="21">
                  <a:moveTo>
                    <a:pt x="21" y="1"/>
                  </a:moveTo>
                  <a:lnTo>
                    <a:pt x="21" y="1"/>
                  </a:lnTo>
                  <a:lnTo>
                    <a:pt x="1" y="20"/>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1" name="Google Shape;5371;p20"/>
            <p:cNvSpPr/>
            <p:nvPr/>
          </p:nvSpPr>
          <p:spPr>
            <a:xfrm>
              <a:off x="-1360550" y="390845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
            <p:cNvSpPr/>
            <p:nvPr/>
          </p:nvSpPr>
          <p:spPr>
            <a:xfrm>
              <a:off x="-1362025" y="3906950"/>
              <a:ext cx="525" cy="525"/>
            </a:xfrm>
            <a:custGeom>
              <a:rect b="b" l="l" r="r" t="t"/>
              <a:pathLst>
                <a:path extrusionOk="0" h="21" w="21">
                  <a:moveTo>
                    <a:pt x="20" y="1"/>
                  </a:moveTo>
                  <a:lnTo>
                    <a:pt x="20" y="1"/>
                  </a:lnTo>
                  <a:lnTo>
                    <a:pt x="1" y="21"/>
                  </a:lnTo>
                  <a:lnTo>
                    <a:pt x="1" y="21"/>
                  </a:lnTo>
                  <a:lnTo>
                    <a:pt x="2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
            <p:cNvSpPr/>
            <p:nvPr/>
          </p:nvSpPr>
          <p:spPr>
            <a:xfrm>
              <a:off x="-1371900" y="3904975"/>
              <a:ext cx="19275" cy="6950"/>
            </a:xfrm>
            <a:custGeom>
              <a:rect b="b" l="l" r="r" t="t"/>
              <a:pathLst>
                <a:path extrusionOk="0" h="278" w="771">
                  <a:moveTo>
                    <a:pt x="672" y="1"/>
                  </a:moveTo>
                  <a:lnTo>
                    <a:pt x="593" y="21"/>
                  </a:lnTo>
                  <a:lnTo>
                    <a:pt x="613" y="21"/>
                  </a:lnTo>
                  <a:lnTo>
                    <a:pt x="672" y="1"/>
                  </a:lnTo>
                  <a:close/>
                  <a:moveTo>
                    <a:pt x="712" y="21"/>
                  </a:moveTo>
                  <a:lnTo>
                    <a:pt x="705" y="27"/>
                  </a:lnTo>
                  <a:lnTo>
                    <a:pt x="705" y="27"/>
                  </a:lnTo>
                  <a:lnTo>
                    <a:pt x="732" y="40"/>
                  </a:lnTo>
                  <a:lnTo>
                    <a:pt x="732" y="40"/>
                  </a:lnTo>
                  <a:lnTo>
                    <a:pt x="712" y="21"/>
                  </a:lnTo>
                  <a:close/>
                  <a:moveTo>
                    <a:pt x="613" y="1"/>
                  </a:moveTo>
                  <a:lnTo>
                    <a:pt x="514" y="21"/>
                  </a:lnTo>
                  <a:lnTo>
                    <a:pt x="475" y="40"/>
                  </a:lnTo>
                  <a:lnTo>
                    <a:pt x="514" y="40"/>
                  </a:lnTo>
                  <a:lnTo>
                    <a:pt x="593" y="21"/>
                  </a:lnTo>
                  <a:lnTo>
                    <a:pt x="613" y="1"/>
                  </a:lnTo>
                  <a:close/>
                  <a:moveTo>
                    <a:pt x="396" y="60"/>
                  </a:moveTo>
                  <a:lnTo>
                    <a:pt x="415" y="80"/>
                  </a:lnTo>
                  <a:lnTo>
                    <a:pt x="455" y="60"/>
                  </a:lnTo>
                  <a:close/>
                  <a:moveTo>
                    <a:pt x="613" y="100"/>
                  </a:moveTo>
                  <a:lnTo>
                    <a:pt x="593" y="119"/>
                  </a:lnTo>
                  <a:lnTo>
                    <a:pt x="613" y="119"/>
                  </a:lnTo>
                  <a:lnTo>
                    <a:pt x="613" y="100"/>
                  </a:lnTo>
                  <a:close/>
                  <a:moveTo>
                    <a:pt x="99" y="238"/>
                  </a:moveTo>
                  <a:lnTo>
                    <a:pt x="1" y="277"/>
                  </a:lnTo>
                  <a:lnTo>
                    <a:pt x="40" y="277"/>
                  </a:lnTo>
                  <a:lnTo>
                    <a:pt x="99" y="238"/>
                  </a:lnTo>
                  <a:close/>
                  <a:moveTo>
                    <a:pt x="692" y="21"/>
                  </a:moveTo>
                  <a:lnTo>
                    <a:pt x="652" y="40"/>
                  </a:lnTo>
                  <a:lnTo>
                    <a:pt x="514" y="40"/>
                  </a:lnTo>
                  <a:lnTo>
                    <a:pt x="455" y="60"/>
                  </a:lnTo>
                  <a:lnTo>
                    <a:pt x="494" y="60"/>
                  </a:lnTo>
                  <a:lnTo>
                    <a:pt x="455" y="80"/>
                  </a:lnTo>
                  <a:lnTo>
                    <a:pt x="475" y="80"/>
                  </a:lnTo>
                  <a:lnTo>
                    <a:pt x="297" y="139"/>
                  </a:lnTo>
                  <a:lnTo>
                    <a:pt x="159" y="198"/>
                  </a:lnTo>
                  <a:lnTo>
                    <a:pt x="198" y="218"/>
                  </a:lnTo>
                  <a:lnTo>
                    <a:pt x="99" y="238"/>
                  </a:lnTo>
                  <a:lnTo>
                    <a:pt x="80" y="277"/>
                  </a:lnTo>
                  <a:lnTo>
                    <a:pt x="99" y="277"/>
                  </a:lnTo>
                  <a:lnTo>
                    <a:pt x="119" y="258"/>
                  </a:lnTo>
                  <a:lnTo>
                    <a:pt x="198" y="258"/>
                  </a:lnTo>
                  <a:lnTo>
                    <a:pt x="218" y="238"/>
                  </a:lnTo>
                  <a:lnTo>
                    <a:pt x="198" y="238"/>
                  </a:lnTo>
                  <a:lnTo>
                    <a:pt x="257" y="218"/>
                  </a:lnTo>
                  <a:lnTo>
                    <a:pt x="356" y="179"/>
                  </a:lnTo>
                  <a:lnTo>
                    <a:pt x="396" y="179"/>
                  </a:lnTo>
                  <a:lnTo>
                    <a:pt x="396" y="159"/>
                  </a:lnTo>
                  <a:lnTo>
                    <a:pt x="356" y="159"/>
                  </a:lnTo>
                  <a:lnTo>
                    <a:pt x="396" y="139"/>
                  </a:lnTo>
                  <a:lnTo>
                    <a:pt x="415" y="119"/>
                  </a:lnTo>
                  <a:lnTo>
                    <a:pt x="435" y="119"/>
                  </a:lnTo>
                  <a:lnTo>
                    <a:pt x="554" y="80"/>
                  </a:lnTo>
                  <a:lnTo>
                    <a:pt x="554" y="100"/>
                  </a:lnTo>
                  <a:lnTo>
                    <a:pt x="534" y="100"/>
                  </a:lnTo>
                  <a:lnTo>
                    <a:pt x="455" y="119"/>
                  </a:lnTo>
                  <a:lnTo>
                    <a:pt x="455" y="139"/>
                  </a:lnTo>
                  <a:lnTo>
                    <a:pt x="494" y="119"/>
                  </a:lnTo>
                  <a:lnTo>
                    <a:pt x="514" y="119"/>
                  </a:lnTo>
                  <a:lnTo>
                    <a:pt x="593" y="100"/>
                  </a:lnTo>
                  <a:lnTo>
                    <a:pt x="613" y="100"/>
                  </a:lnTo>
                  <a:lnTo>
                    <a:pt x="692" y="80"/>
                  </a:lnTo>
                  <a:lnTo>
                    <a:pt x="692" y="60"/>
                  </a:lnTo>
                  <a:lnTo>
                    <a:pt x="771" y="40"/>
                  </a:lnTo>
                  <a:lnTo>
                    <a:pt x="692" y="40"/>
                  </a:lnTo>
                  <a:lnTo>
                    <a:pt x="705" y="27"/>
                  </a:lnTo>
                  <a:lnTo>
                    <a:pt x="705" y="27"/>
                  </a:lnTo>
                  <a:lnTo>
                    <a:pt x="692"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4" name="Google Shape;5374;p20"/>
            <p:cNvSpPr/>
            <p:nvPr/>
          </p:nvSpPr>
          <p:spPr>
            <a:xfrm>
              <a:off x="-1388675" y="3898575"/>
              <a:ext cx="500" cy="500"/>
            </a:xfrm>
            <a:custGeom>
              <a:rect b="b" l="l" r="r" t="t"/>
              <a:pathLst>
                <a:path extrusionOk="0" h="20" w="20">
                  <a:moveTo>
                    <a:pt x="20" y="0"/>
                  </a:moveTo>
                  <a:lnTo>
                    <a:pt x="0" y="20"/>
                  </a:lnTo>
                  <a:lnTo>
                    <a:pt x="2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5" name="Google Shape;5375;p20"/>
            <p:cNvSpPr/>
            <p:nvPr/>
          </p:nvSpPr>
          <p:spPr>
            <a:xfrm>
              <a:off x="-1360050" y="3902525"/>
              <a:ext cx="2500" cy="500"/>
            </a:xfrm>
            <a:custGeom>
              <a:rect b="b" l="l" r="r" t="t"/>
              <a:pathLst>
                <a:path extrusionOk="0" h="20" w="100">
                  <a:moveTo>
                    <a:pt x="99" y="0"/>
                  </a:moveTo>
                  <a:lnTo>
                    <a:pt x="1" y="20"/>
                  </a:lnTo>
                  <a:lnTo>
                    <a:pt x="20" y="20"/>
                  </a:lnTo>
                  <a:lnTo>
                    <a:pt x="99"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6" name="Google Shape;5376;p20"/>
            <p:cNvSpPr/>
            <p:nvPr/>
          </p:nvSpPr>
          <p:spPr>
            <a:xfrm>
              <a:off x="-1356600" y="3901525"/>
              <a:ext cx="2000" cy="525"/>
            </a:xfrm>
            <a:custGeom>
              <a:rect b="b" l="l" r="r" t="t"/>
              <a:pathLst>
                <a:path extrusionOk="0" h="21" w="80">
                  <a:moveTo>
                    <a:pt x="1" y="20"/>
                  </a:moveTo>
                  <a:lnTo>
                    <a:pt x="1" y="20"/>
                  </a:lnTo>
                  <a:lnTo>
                    <a:pt x="80" y="1"/>
                  </a:lnTo>
                  <a:lnTo>
                    <a:pt x="80"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20"/>
            <p:cNvSpPr/>
            <p:nvPr/>
          </p:nvSpPr>
          <p:spPr>
            <a:xfrm>
              <a:off x="-1395600" y="3860050"/>
              <a:ext cx="43975" cy="52850"/>
            </a:xfrm>
            <a:custGeom>
              <a:rect b="b" l="l" r="r" t="t"/>
              <a:pathLst>
                <a:path extrusionOk="0" h="2114" w="1759">
                  <a:moveTo>
                    <a:pt x="1225" y="573"/>
                  </a:moveTo>
                  <a:lnTo>
                    <a:pt x="1225" y="593"/>
                  </a:lnTo>
                  <a:lnTo>
                    <a:pt x="1284" y="593"/>
                  </a:lnTo>
                  <a:lnTo>
                    <a:pt x="1245" y="573"/>
                  </a:lnTo>
                  <a:close/>
                  <a:moveTo>
                    <a:pt x="60" y="1126"/>
                  </a:moveTo>
                  <a:lnTo>
                    <a:pt x="60" y="1146"/>
                  </a:lnTo>
                  <a:lnTo>
                    <a:pt x="80" y="1126"/>
                  </a:lnTo>
                  <a:close/>
                  <a:moveTo>
                    <a:pt x="80" y="1146"/>
                  </a:moveTo>
                  <a:lnTo>
                    <a:pt x="1" y="1185"/>
                  </a:lnTo>
                  <a:lnTo>
                    <a:pt x="20" y="1185"/>
                  </a:lnTo>
                  <a:lnTo>
                    <a:pt x="1" y="1205"/>
                  </a:lnTo>
                  <a:lnTo>
                    <a:pt x="1" y="1225"/>
                  </a:lnTo>
                  <a:lnTo>
                    <a:pt x="20" y="1205"/>
                  </a:lnTo>
                  <a:lnTo>
                    <a:pt x="60" y="1185"/>
                  </a:lnTo>
                  <a:lnTo>
                    <a:pt x="60" y="1185"/>
                  </a:lnTo>
                  <a:lnTo>
                    <a:pt x="40" y="1205"/>
                  </a:lnTo>
                  <a:lnTo>
                    <a:pt x="139" y="1166"/>
                  </a:lnTo>
                  <a:lnTo>
                    <a:pt x="99" y="1166"/>
                  </a:lnTo>
                  <a:lnTo>
                    <a:pt x="119" y="1146"/>
                  </a:lnTo>
                  <a:close/>
                  <a:moveTo>
                    <a:pt x="1284" y="1205"/>
                  </a:moveTo>
                  <a:lnTo>
                    <a:pt x="1253" y="1213"/>
                  </a:lnTo>
                  <a:lnTo>
                    <a:pt x="1253" y="1213"/>
                  </a:lnTo>
                  <a:lnTo>
                    <a:pt x="1265" y="1225"/>
                  </a:lnTo>
                  <a:lnTo>
                    <a:pt x="1284" y="1205"/>
                  </a:lnTo>
                  <a:close/>
                  <a:moveTo>
                    <a:pt x="218" y="1264"/>
                  </a:moveTo>
                  <a:lnTo>
                    <a:pt x="198" y="1284"/>
                  </a:lnTo>
                  <a:lnTo>
                    <a:pt x="238" y="1264"/>
                  </a:lnTo>
                  <a:close/>
                  <a:moveTo>
                    <a:pt x="1620" y="1363"/>
                  </a:moveTo>
                  <a:lnTo>
                    <a:pt x="1581" y="1383"/>
                  </a:lnTo>
                  <a:lnTo>
                    <a:pt x="1633" y="1370"/>
                  </a:lnTo>
                  <a:lnTo>
                    <a:pt x="1633" y="1370"/>
                  </a:lnTo>
                  <a:lnTo>
                    <a:pt x="1640" y="1363"/>
                  </a:lnTo>
                  <a:close/>
                  <a:moveTo>
                    <a:pt x="1699" y="1403"/>
                  </a:moveTo>
                  <a:lnTo>
                    <a:pt x="1640" y="1423"/>
                  </a:lnTo>
                  <a:lnTo>
                    <a:pt x="1660" y="1423"/>
                  </a:lnTo>
                  <a:lnTo>
                    <a:pt x="1719" y="1403"/>
                  </a:lnTo>
                  <a:close/>
                  <a:moveTo>
                    <a:pt x="376" y="1423"/>
                  </a:moveTo>
                  <a:lnTo>
                    <a:pt x="356" y="1442"/>
                  </a:lnTo>
                  <a:lnTo>
                    <a:pt x="336" y="1442"/>
                  </a:lnTo>
                  <a:lnTo>
                    <a:pt x="376" y="1423"/>
                  </a:lnTo>
                  <a:close/>
                  <a:moveTo>
                    <a:pt x="336" y="1502"/>
                  </a:moveTo>
                  <a:lnTo>
                    <a:pt x="297" y="1521"/>
                  </a:lnTo>
                  <a:lnTo>
                    <a:pt x="317" y="1521"/>
                  </a:lnTo>
                  <a:lnTo>
                    <a:pt x="336" y="1502"/>
                  </a:lnTo>
                  <a:close/>
                  <a:moveTo>
                    <a:pt x="1541" y="1581"/>
                  </a:moveTo>
                  <a:lnTo>
                    <a:pt x="1541" y="1590"/>
                  </a:lnTo>
                  <a:lnTo>
                    <a:pt x="1541" y="1590"/>
                  </a:lnTo>
                  <a:lnTo>
                    <a:pt x="1561" y="1581"/>
                  </a:lnTo>
                  <a:close/>
                  <a:moveTo>
                    <a:pt x="613" y="1640"/>
                  </a:moveTo>
                  <a:lnTo>
                    <a:pt x="633" y="1660"/>
                  </a:lnTo>
                  <a:lnTo>
                    <a:pt x="652" y="1640"/>
                  </a:lnTo>
                  <a:close/>
                  <a:moveTo>
                    <a:pt x="1008" y="1640"/>
                  </a:moveTo>
                  <a:lnTo>
                    <a:pt x="949" y="1660"/>
                  </a:lnTo>
                  <a:lnTo>
                    <a:pt x="968" y="1660"/>
                  </a:lnTo>
                  <a:lnTo>
                    <a:pt x="968" y="1679"/>
                  </a:lnTo>
                  <a:lnTo>
                    <a:pt x="1008" y="1660"/>
                  </a:lnTo>
                  <a:lnTo>
                    <a:pt x="1008" y="1640"/>
                  </a:lnTo>
                  <a:close/>
                  <a:moveTo>
                    <a:pt x="1034" y="1923"/>
                  </a:moveTo>
                  <a:lnTo>
                    <a:pt x="968" y="1956"/>
                  </a:lnTo>
                  <a:lnTo>
                    <a:pt x="889" y="1976"/>
                  </a:lnTo>
                  <a:lnTo>
                    <a:pt x="909" y="1956"/>
                  </a:lnTo>
                  <a:lnTo>
                    <a:pt x="929" y="1936"/>
                  </a:lnTo>
                  <a:lnTo>
                    <a:pt x="968" y="1936"/>
                  </a:lnTo>
                  <a:lnTo>
                    <a:pt x="1034" y="1923"/>
                  </a:lnTo>
                  <a:close/>
                  <a:moveTo>
                    <a:pt x="830" y="2015"/>
                  </a:moveTo>
                  <a:lnTo>
                    <a:pt x="810" y="2035"/>
                  </a:lnTo>
                  <a:lnTo>
                    <a:pt x="830" y="2035"/>
                  </a:lnTo>
                  <a:lnTo>
                    <a:pt x="830" y="2015"/>
                  </a:lnTo>
                  <a:close/>
                  <a:moveTo>
                    <a:pt x="791" y="0"/>
                  </a:moveTo>
                  <a:lnTo>
                    <a:pt x="633" y="198"/>
                  </a:lnTo>
                  <a:lnTo>
                    <a:pt x="475" y="415"/>
                  </a:lnTo>
                  <a:lnTo>
                    <a:pt x="297" y="672"/>
                  </a:lnTo>
                  <a:lnTo>
                    <a:pt x="139" y="968"/>
                  </a:lnTo>
                  <a:lnTo>
                    <a:pt x="178" y="948"/>
                  </a:lnTo>
                  <a:lnTo>
                    <a:pt x="159" y="968"/>
                  </a:lnTo>
                  <a:lnTo>
                    <a:pt x="119" y="968"/>
                  </a:lnTo>
                  <a:lnTo>
                    <a:pt x="99" y="1008"/>
                  </a:lnTo>
                  <a:lnTo>
                    <a:pt x="159" y="1027"/>
                  </a:lnTo>
                  <a:lnTo>
                    <a:pt x="99" y="1047"/>
                  </a:lnTo>
                  <a:lnTo>
                    <a:pt x="40" y="1106"/>
                  </a:lnTo>
                  <a:lnTo>
                    <a:pt x="60" y="1126"/>
                  </a:lnTo>
                  <a:lnTo>
                    <a:pt x="99" y="1106"/>
                  </a:lnTo>
                  <a:lnTo>
                    <a:pt x="159" y="1087"/>
                  </a:lnTo>
                  <a:lnTo>
                    <a:pt x="198" y="1087"/>
                  </a:lnTo>
                  <a:lnTo>
                    <a:pt x="218" y="1106"/>
                  </a:lnTo>
                  <a:lnTo>
                    <a:pt x="238" y="1106"/>
                  </a:lnTo>
                  <a:lnTo>
                    <a:pt x="257" y="1087"/>
                  </a:lnTo>
                  <a:lnTo>
                    <a:pt x="277" y="1087"/>
                  </a:lnTo>
                  <a:lnTo>
                    <a:pt x="277" y="1106"/>
                  </a:lnTo>
                  <a:lnTo>
                    <a:pt x="218" y="1126"/>
                  </a:lnTo>
                  <a:lnTo>
                    <a:pt x="159" y="1146"/>
                  </a:lnTo>
                  <a:lnTo>
                    <a:pt x="198" y="1146"/>
                  </a:lnTo>
                  <a:lnTo>
                    <a:pt x="198" y="1166"/>
                  </a:lnTo>
                  <a:lnTo>
                    <a:pt x="178" y="1166"/>
                  </a:lnTo>
                  <a:lnTo>
                    <a:pt x="99" y="1205"/>
                  </a:lnTo>
                  <a:lnTo>
                    <a:pt x="178" y="1185"/>
                  </a:lnTo>
                  <a:lnTo>
                    <a:pt x="198" y="1185"/>
                  </a:lnTo>
                  <a:lnTo>
                    <a:pt x="159" y="1205"/>
                  </a:lnTo>
                  <a:lnTo>
                    <a:pt x="218" y="1205"/>
                  </a:lnTo>
                  <a:lnTo>
                    <a:pt x="277" y="1185"/>
                  </a:lnTo>
                  <a:lnTo>
                    <a:pt x="356" y="1166"/>
                  </a:lnTo>
                  <a:lnTo>
                    <a:pt x="356" y="1185"/>
                  </a:lnTo>
                  <a:lnTo>
                    <a:pt x="317" y="1205"/>
                  </a:lnTo>
                  <a:lnTo>
                    <a:pt x="356" y="1205"/>
                  </a:lnTo>
                  <a:lnTo>
                    <a:pt x="336" y="1225"/>
                  </a:lnTo>
                  <a:lnTo>
                    <a:pt x="297" y="1245"/>
                  </a:lnTo>
                  <a:lnTo>
                    <a:pt x="297" y="1225"/>
                  </a:lnTo>
                  <a:lnTo>
                    <a:pt x="257" y="1225"/>
                  </a:lnTo>
                  <a:lnTo>
                    <a:pt x="198" y="1245"/>
                  </a:lnTo>
                  <a:lnTo>
                    <a:pt x="178" y="1264"/>
                  </a:lnTo>
                  <a:lnTo>
                    <a:pt x="257" y="1245"/>
                  </a:lnTo>
                  <a:lnTo>
                    <a:pt x="238" y="1264"/>
                  </a:lnTo>
                  <a:lnTo>
                    <a:pt x="257" y="1264"/>
                  </a:lnTo>
                  <a:lnTo>
                    <a:pt x="139" y="1304"/>
                  </a:lnTo>
                  <a:lnTo>
                    <a:pt x="159" y="1304"/>
                  </a:lnTo>
                  <a:lnTo>
                    <a:pt x="139" y="1324"/>
                  </a:lnTo>
                  <a:lnTo>
                    <a:pt x="178" y="1304"/>
                  </a:lnTo>
                  <a:lnTo>
                    <a:pt x="238" y="1304"/>
                  </a:lnTo>
                  <a:lnTo>
                    <a:pt x="218" y="1324"/>
                  </a:lnTo>
                  <a:lnTo>
                    <a:pt x="198" y="1343"/>
                  </a:lnTo>
                  <a:lnTo>
                    <a:pt x="277" y="1324"/>
                  </a:lnTo>
                  <a:lnTo>
                    <a:pt x="238" y="1324"/>
                  </a:lnTo>
                  <a:lnTo>
                    <a:pt x="277" y="1304"/>
                  </a:lnTo>
                  <a:lnTo>
                    <a:pt x="317" y="1304"/>
                  </a:lnTo>
                  <a:lnTo>
                    <a:pt x="336" y="1324"/>
                  </a:lnTo>
                  <a:lnTo>
                    <a:pt x="376" y="1324"/>
                  </a:lnTo>
                  <a:lnTo>
                    <a:pt x="317" y="1343"/>
                  </a:lnTo>
                  <a:lnTo>
                    <a:pt x="238" y="1363"/>
                  </a:lnTo>
                  <a:lnTo>
                    <a:pt x="238" y="1343"/>
                  </a:lnTo>
                  <a:lnTo>
                    <a:pt x="218" y="1363"/>
                  </a:lnTo>
                  <a:lnTo>
                    <a:pt x="277" y="1383"/>
                  </a:lnTo>
                  <a:lnTo>
                    <a:pt x="257" y="1383"/>
                  </a:lnTo>
                  <a:lnTo>
                    <a:pt x="218" y="1423"/>
                  </a:lnTo>
                  <a:lnTo>
                    <a:pt x="257" y="1403"/>
                  </a:lnTo>
                  <a:lnTo>
                    <a:pt x="257" y="1423"/>
                  </a:lnTo>
                  <a:lnTo>
                    <a:pt x="336" y="1403"/>
                  </a:lnTo>
                  <a:lnTo>
                    <a:pt x="336" y="1403"/>
                  </a:lnTo>
                  <a:lnTo>
                    <a:pt x="277" y="1423"/>
                  </a:lnTo>
                  <a:lnTo>
                    <a:pt x="277" y="1442"/>
                  </a:lnTo>
                  <a:lnTo>
                    <a:pt x="238" y="1462"/>
                  </a:lnTo>
                  <a:lnTo>
                    <a:pt x="257" y="1462"/>
                  </a:lnTo>
                  <a:lnTo>
                    <a:pt x="297" y="1452"/>
                  </a:lnTo>
                  <a:lnTo>
                    <a:pt x="297" y="1452"/>
                  </a:lnTo>
                  <a:lnTo>
                    <a:pt x="297" y="1462"/>
                  </a:lnTo>
                  <a:lnTo>
                    <a:pt x="376" y="1462"/>
                  </a:lnTo>
                  <a:lnTo>
                    <a:pt x="396" y="1442"/>
                  </a:lnTo>
                  <a:lnTo>
                    <a:pt x="455" y="1423"/>
                  </a:lnTo>
                  <a:lnTo>
                    <a:pt x="435" y="1442"/>
                  </a:lnTo>
                  <a:lnTo>
                    <a:pt x="396" y="1462"/>
                  </a:lnTo>
                  <a:lnTo>
                    <a:pt x="494" y="1462"/>
                  </a:lnTo>
                  <a:lnTo>
                    <a:pt x="534" y="1442"/>
                  </a:lnTo>
                  <a:lnTo>
                    <a:pt x="475" y="1482"/>
                  </a:lnTo>
                  <a:lnTo>
                    <a:pt x="415" y="1482"/>
                  </a:lnTo>
                  <a:lnTo>
                    <a:pt x="356" y="1521"/>
                  </a:lnTo>
                  <a:lnTo>
                    <a:pt x="356" y="1541"/>
                  </a:lnTo>
                  <a:lnTo>
                    <a:pt x="317" y="1541"/>
                  </a:lnTo>
                  <a:lnTo>
                    <a:pt x="317" y="1561"/>
                  </a:lnTo>
                  <a:lnTo>
                    <a:pt x="435" y="1521"/>
                  </a:lnTo>
                  <a:lnTo>
                    <a:pt x="356" y="1561"/>
                  </a:lnTo>
                  <a:lnTo>
                    <a:pt x="396" y="1561"/>
                  </a:lnTo>
                  <a:lnTo>
                    <a:pt x="475" y="1541"/>
                  </a:lnTo>
                  <a:lnTo>
                    <a:pt x="534" y="1521"/>
                  </a:lnTo>
                  <a:lnTo>
                    <a:pt x="573" y="1521"/>
                  </a:lnTo>
                  <a:lnTo>
                    <a:pt x="613" y="1502"/>
                  </a:lnTo>
                  <a:lnTo>
                    <a:pt x="573" y="1502"/>
                  </a:lnTo>
                  <a:lnTo>
                    <a:pt x="633" y="1482"/>
                  </a:lnTo>
                  <a:lnTo>
                    <a:pt x="652" y="1482"/>
                  </a:lnTo>
                  <a:lnTo>
                    <a:pt x="613" y="1521"/>
                  </a:lnTo>
                  <a:lnTo>
                    <a:pt x="573" y="1541"/>
                  </a:lnTo>
                  <a:lnTo>
                    <a:pt x="435" y="1581"/>
                  </a:lnTo>
                  <a:lnTo>
                    <a:pt x="277" y="1620"/>
                  </a:lnTo>
                  <a:lnTo>
                    <a:pt x="317" y="1640"/>
                  </a:lnTo>
                  <a:lnTo>
                    <a:pt x="297" y="1660"/>
                  </a:lnTo>
                  <a:lnTo>
                    <a:pt x="396" y="1640"/>
                  </a:lnTo>
                  <a:lnTo>
                    <a:pt x="494" y="1600"/>
                  </a:lnTo>
                  <a:lnTo>
                    <a:pt x="494" y="1620"/>
                  </a:lnTo>
                  <a:lnTo>
                    <a:pt x="455" y="1620"/>
                  </a:lnTo>
                  <a:lnTo>
                    <a:pt x="514" y="1640"/>
                  </a:lnTo>
                  <a:lnTo>
                    <a:pt x="593" y="1640"/>
                  </a:lnTo>
                  <a:lnTo>
                    <a:pt x="672" y="1600"/>
                  </a:lnTo>
                  <a:lnTo>
                    <a:pt x="692" y="1620"/>
                  </a:lnTo>
                  <a:lnTo>
                    <a:pt x="712" y="1600"/>
                  </a:lnTo>
                  <a:lnTo>
                    <a:pt x="751" y="1600"/>
                  </a:lnTo>
                  <a:lnTo>
                    <a:pt x="692" y="1620"/>
                  </a:lnTo>
                  <a:lnTo>
                    <a:pt x="692" y="1640"/>
                  </a:lnTo>
                  <a:lnTo>
                    <a:pt x="712" y="1640"/>
                  </a:lnTo>
                  <a:lnTo>
                    <a:pt x="652" y="1660"/>
                  </a:lnTo>
                  <a:lnTo>
                    <a:pt x="613" y="1660"/>
                  </a:lnTo>
                  <a:lnTo>
                    <a:pt x="514" y="1699"/>
                  </a:lnTo>
                  <a:lnTo>
                    <a:pt x="554" y="1699"/>
                  </a:lnTo>
                  <a:lnTo>
                    <a:pt x="613" y="1679"/>
                  </a:lnTo>
                  <a:lnTo>
                    <a:pt x="554" y="1719"/>
                  </a:lnTo>
                  <a:lnTo>
                    <a:pt x="554" y="1739"/>
                  </a:lnTo>
                  <a:lnTo>
                    <a:pt x="455" y="1778"/>
                  </a:lnTo>
                  <a:lnTo>
                    <a:pt x="652" y="1778"/>
                  </a:lnTo>
                  <a:lnTo>
                    <a:pt x="692" y="1758"/>
                  </a:lnTo>
                  <a:lnTo>
                    <a:pt x="712" y="1758"/>
                  </a:lnTo>
                  <a:lnTo>
                    <a:pt x="712" y="1739"/>
                  </a:lnTo>
                  <a:lnTo>
                    <a:pt x="652" y="1739"/>
                  </a:lnTo>
                  <a:lnTo>
                    <a:pt x="692" y="1719"/>
                  </a:lnTo>
                  <a:lnTo>
                    <a:pt x="554" y="1758"/>
                  </a:lnTo>
                  <a:lnTo>
                    <a:pt x="573" y="1739"/>
                  </a:lnTo>
                  <a:lnTo>
                    <a:pt x="593" y="1719"/>
                  </a:lnTo>
                  <a:lnTo>
                    <a:pt x="692" y="1699"/>
                  </a:lnTo>
                  <a:lnTo>
                    <a:pt x="771" y="1699"/>
                  </a:lnTo>
                  <a:lnTo>
                    <a:pt x="791" y="1679"/>
                  </a:lnTo>
                  <a:lnTo>
                    <a:pt x="810" y="1660"/>
                  </a:lnTo>
                  <a:lnTo>
                    <a:pt x="889" y="1620"/>
                  </a:lnTo>
                  <a:lnTo>
                    <a:pt x="1028" y="1600"/>
                  </a:lnTo>
                  <a:lnTo>
                    <a:pt x="968" y="1620"/>
                  </a:lnTo>
                  <a:lnTo>
                    <a:pt x="1067" y="1620"/>
                  </a:lnTo>
                  <a:lnTo>
                    <a:pt x="1008" y="1640"/>
                  </a:lnTo>
                  <a:lnTo>
                    <a:pt x="1087" y="1640"/>
                  </a:lnTo>
                  <a:lnTo>
                    <a:pt x="1166" y="1620"/>
                  </a:lnTo>
                  <a:lnTo>
                    <a:pt x="1146" y="1640"/>
                  </a:lnTo>
                  <a:lnTo>
                    <a:pt x="1067" y="1679"/>
                  </a:lnTo>
                  <a:lnTo>
                    <a:pt x="909" y="1719"/>
                  </a:lnTo>
                  <a:lnTo>
                    <a:pt x="949" y="1719"/>
                  </a:lnTo>
                  <a:lnTo>
                    <a:pt x="731" y="1778"/>
                  </a:lnTo>
                  <a:lnTo>
                    <a:pt x="731" y="1798"/>
                  </a:lnTo>
                  <a:lnTo>
                    <a:pt x="731" y="1818"/>
                  </a:lnTo>
                  <a:lnTo>
                    <a:pt x="593" y="1877"/>
                  </a:lnTo>
                  <a:lnTo>
                    <a:pt x="613" y="1877"/>
                  </a:lnTo>
                  <a:lnTo>
                    <a:pt x="554" y="1916"/>
                  </a:lnTo>
                  <a:lnTo>
                    <a:pt x="613" y="1897"/>
                  </a:lnTo>
                  <a:lnTo>
                    <a:pt x="692" y="1857"/>
                  </a:lnTo>
                  <a:lnTo>
                    <a:pt x="672" y="1877"/>
                  </a:lnTo>
                  <a:lnTo>
                    <a:pt x="692" y="1877"/>
                  </a:lnTo>
                  <a:lnTo>
                    <a:pt x="712" y="1857"/>
                  </a:lnTo>
                  <a:lnTo>
                    <a:pt x="751" y="1837"/>
                  </a:lnTo>
                  <a:lnTo>
                    <a:pt x="850" y="1818"/>
                  </a:lnTo>
                  <a:lnTo>
                    <a:pt x="850" y="1798"/>
                  </a:lnTo>
                  <a:lnTo>
                    <a:pt x="889" y="1778"/>
                  </a:lnTo>
                  <a:lnTo>
                    <a:pt x="889" y="1798"/>
                  </a:lnTo>
                  <a:lnTo>
                    <a:pt x="909" y="1798"/>
                  </a:lnTo>
                  <a:lnTo>
                    <a:pt x="751" y="1857"/>
                  </a:lnTo>
                  <a:lnTo>
                    <a:pt x="791" y="1857"/>
                  </a:lnTo>
                  <a:lnTo>
                    <a:pt x="751" y="1877"/>
                  </a:lnTo>
                  <a:lnTo>
                    <a:pt x="712" y="1897"/>
                  </a:lnTo>
                  <a:lnTo>
                    <a:pt x="692" y="1897"/>
                  </a:lnTo>
                  <a:lnTo>
                    <a:pt x="672" y="1916"/>
                  </a:lnTo>
                  <a:lnTo>
                    <a:pt x="633" y="1916"/>
                  </a:lnTo>
                  <a:lnTo>
                    <a:pt x="613" y="1956"/>
                  </a:lnTo>
                  <a:lnTo>
                    <a:pt x="573" y="1956"/>
                  </a:lnTo>
                  <a:lnTo>
                    <a:pt x="573" y="1976"/>
                  </a:lnTo>
                  <a:lnTo>
                    <a:pt x="672" y="1956"/>
                  </a:lnTo>
                  <a:lnTo>
                    <a:pt x="672" y="1956"/>
                  </a:lnTo>
                  <a:lnTo>
                    <a:pt x="633" y="1976"/>
                  </a:lnTo>
                  <a:lnTo>
                    <a:pt x="573" y="2015"/>
                  </a:lnTo>
                  <a:lnTo>
                    <a:pt x="652" y="1976"/>
                  </a:lnTo>
                  <a:lnTo>
                    <a:pt x="652" y="1995"/>
                  </a:lnTo>
                  <a:lnTo>
                    <a:pt x="692" y="1976"/>
                  </a:lnTo>
                  <a:lnTo>
                    <a:pt x="751" y="1976"/>
                  </a:lnTo>
                  <a:lnTo>
                    <a:pt x="791" y="1956"/>
                  </a:lnTo>
                  <a:lnTo>
                    <a:pt x="850" y="1936"/>
                  </a:lnTo>
                  <a:lnTo>
                    <a:pt x="870" y="1936"/>
                  </a:lnTo>
                  <a:lnTo>
                    <a:pt x="870" y="1956"/>
                  </a:lnTo>
                  <a:lnTo>
                    <a:pt x="672" y="2015"/>
                  </a:lnTo>
                  <a:lnTo>
                    <a:pt x="692" y="2015"/>
                  </a:lnTo>
                  <a:lnTo>
                    <a:pt x="672" y="2035"/>
                  </a:lnTo>
                  <a:lnTo>
                    <a:pt x="731" y="2015"/>
                  </a:lnTo>
                  <a:lnTo>
                    <a:pt x="791" y="1995"/>
                  </a:lnTo>
                  <a:lnTo>
                    <a:pt x="810" y="1995"/>
                  </a:lnTo>
                  <a:lnTo>
                    <a:pt x="810" y="2015"/>
                  </a:lnTo>
                  <a:lnTo>
                    <a:pt x="850" y="1995"/>
                  </a:lnTo>
                  <a:lnTo>
                    <a:pt x="949" y="1976"/>
                  </a:lnTo>
                  <a:lnTo>
                    <a:pt x="909" y="1995"/>
                  </a:lnTo>
                  <a:lnTo>
                    <a:pt x="830" y="2035"/>
                  </a:lnTo>
                  <a:lnTo>
                    <a:pt x="712" y="2094"/>
                  </a:lnTo>
                  <a:lnTo>
                    <a:pt x="731" y="2094"/>
                  </a:lnTo>
                  <a:lnTo>
                    <a:pt x="731" y="2114"/>
                  </a:lnTo>
                  <a:lnTo>
                    <a:pt x="751" y="2094"/>
                  </a:lnTo>
                  <a:lnTo>
                    <a:pt x="791" y="2074"/>
                  </a:lnTo>
                  <a:lnTo>
                    <a:pt x="810" y="2074"/>
                  </a:lnTo>
                  <a:lnTo>
                    <a:pt x="929" y="2055"/>
                  </a:lnTo>
                  <a:lnTo>
                    <a:pt x="929" y="2035"/>
                  </a:lnTo>
                  <a:lnTo>
                    <a:pt x="909" y="2055"/>
                  </a:lnTo>
                  <a:lnTo>
                    <a:pt x="850" y="2055"/>
                  </a:lnTo>
                  <a:lnTo>
                    <a:pt x="909" y="2035"/>
                  </a:lnTo>
                  <a:lnTo>
                    <a:pt x="988" y="2015"/>
                  </a:lnTo>
                  <a:lnTo>
                    <a:pt x="1087" y="1995"/>
                  </a:lnTo>
                  <a:lnTo>
                    <a:pt x="1087" y="1976"/>
                  </a:lnTo>
                  <a:lnTo>
                    <a:pt x="1067" y="1995"/>
                  </a:lnTo>
                  <a:lnTo>
                    <a:pt x="968" y="2015"/>
                  </a:lnTo>
                  <a:lnTo>
                    <a:pt x="909" y="2015"/>
                  </a:lnTo>
                  <a:lnTo>
                    <a:pt x="988" y="1995"/>
                  </a:lnTo>
                  <a:lnTo>
                    <a:pt x="988" y="1976"/>
                  </a:lnTo>
                  <a:lnTo>
                    <a:pt x="1008" y="1956"/>
                  </a:lnTo>
                  <a:lnTo>
                    <a:pt x="1042" y="1921"/>
                  </a:lnTo>
                  <a:lnTo>
                    <a:pt x="1042" y="1921"/>
                  </a:lnTo>
                  <a:lnTo>
                    <a:pt x="1067" y="1916"/>
                  </a:lnTo>
                  <a:lnTo>
                    <a:pt x="1186" y="1877"/>
                  </a:lnTo>
                  <a:lnTo>
                    <a:pt x="1284" y="1877"/>
                  </a:lnTo>
                  <a:lnTo>
                    <a:pt x="1324" y="1857"/>
                  </a:lnTo>
                  <a:lnTo>
                    <a:pt x="1383" y="1837"/>
                  </a:lnTo>
                  <a:lnTo>
                    <a:pt x="1423" y="1818"/>
                  </a:lnTo>
                  <a:lnTo>
                    <a:pt x="1403" y="1818"/>
                  </a:lnTo>
                  <a:lnTo>
                    <a:pt x="1462" y="1798"/>
                  </a:lnTo>
                  <a:lnTo>
                    <a:pt x="1521" y="1798"/>
                  </a:lnTo>
                  <a:lnTo>
                    <a:pt x="1541" y="1778"/>
                  </a:lnTo>
                  <a:lnTo>
                    <a:pt x="1502" y="1778"/>
                  </a:lnTo>
                  <a:lnTo>
                    <a:pt x="1403" y="1798"/>
                  </a:lnTo>
                  <a:lnTo>
                    <a:pt x="1403" y="1778"/>
                  </a:lnTo>
                  <a:lnTo>
                    <a:pt x="1363" y="1778"/>
                  </a:lnTo>
                  <a:lnTo>
                    <a:pt x="1363" y="1758"/>
                  </a:lnTo>
                  <a:lnTo>
                    <a:pt x="1304" y="1778"/>
                  </a:lnTo>
                  <a:lnTo>
                    <a:pt x="1265" y="1758"/>
                  </a:lnTo>
                  <a:lnTo>
                    <a:pt x="1344" y="1758"/>
                  </a:lnTo>
                  <a:lnTo>
                    <a:pt x="1344" y="1739"/>
                  </a:lnTo>
                  <a:lnTo>
                    <a:pt x="1304" y="1739"/>
                  </a:lnTo>
                  <a:lnTo>
                    <a:pt x="1225" y="1758"/>
                  </a:lnTo>
                  <a:lnTo>
                    <a:pt x="1126" y="1798"/>
                  </a:lnTo>
                  <a:lnTo>
                    <a:pt x="1107" y="1798"/>
                  </a:lnTo>
                  <a:lnTo>
                    <a:pt x="1146" y="1778"/>
                  </a:lnTo>
                  <a:lnTo>
                    <a:pt x="1146" y="1758"/>
                  </a:lnTo>
                  <a:lnTo>
                    <a:pt x="1126" y="1758"/>
                  </a:lnTo>
                  <a:lnTo>
                    <a:pt x="1284" y="1719"/>
                  </a:lnTo>
                  <a:lnTo>
                    <a:pt x="1186" y="1719"/>
                  </a:lnTo>
                  <a:lnTo>
                    <a:pt x="1284" y="1699"/>
                  </a:lnTo>
                  <a:lnTo>
                    <a:pt x="1324" y="1699"/>
                  </a:lnTo>
                  <a:lnTo>
                    <a:pt x="1344" y="1719"/>
                  </a:lnTo>
                  <a:lnTo>
                    <a:pt x="1363" y="1719"/>
                  </a:lnTo>
                  <a:lnTo>
                    <a:pt x="1383" y="1699"/>
                  </a:lnTo>
                  <a:lnTo>
                    <a:pt x="1423" y="1719"/>
                  </a:lnTo>
                  <a:lnTo>
                    <a:pt x="1482" y="1679"/>
                  </a:lnTo>
                  <a:lnTo>
                    <a:pt x="1521" y="1660"/>
                  </a:lnTo>
                  <a:lnTo>
                    <a:pt x="1502" y="1660"/>
                  </a:lnTo>
                  <a:lnTo>
                    <a:pt x="1600" y="1620"/>
                  </a:lnTo>
                  <a:lnTo>
                    <a:pt x="1620" y="1620"/>
                  </a:lnTo>
                  <a:lnTo>
                    <a:pt x="1620" y="1640"/>
                  </a:lnTo>
                  <a:lnTo>
                    <a:pt x="1640" y="1620"/>
                  </a:lnTo>
                  <a:lnTo>
                    <a:pt x="1660" y="1620"/>
                  </a:lnTo>
                  <a:lnTo>
                    <a:pt x="1660" y="1600"/>
                  </a:lnTo>
                  <a:lnTo>
                    <a:pt x="1442" y="1640"/>
                  </a:lnTo>
                  <a:lnTo>
                    <a:pt x="1423" y="1640"/>
                  </a:lnTo>
                  <a:lnTo>
                    <a:pt x="1423" y="1620"/>
                  </a:lnTo>
                  <a:lnTo>
                    <a:pt x="1482" y="1620"/>
                  </a:lnTo>
                  <a:lnTo>
                    <a:pt x="1561" y="1600"/>
                  </a:lnTo>
                  <a:lnTo>
                    <a:pt x="1541" y="1600"/>
                  </a:lnTo>
                  <a:lnTo>
                    <a:pt x="1541" y="1590"/>
                  </a:lnTo>
                  <a:lnTo>
                    <a:pt x="1541" y="1590"/>
                  </a:lnTo>
                  <a:lnTo>
                    <a:pt x="1521" y="1600"/>
                  </a:lnTo>
                  <a:lnTo>
                    <a:pt x="1521" y="1581"/>
                  </a:lnTo>
                  <a:lnTo>
                    <a:pt x="1600" y="1541"/>
                  </a:lnTo>
                  <a:lnTo>
                    <a:pt x="1600" y="1561"/>
                  </a:lnTo>
                  <a:lnTo>
                    <a:pt x="1640" y="1541"/>
                  </a:lnTo>
                  <a:lnTo>
                    <a:pt x="1640" y="1561"/>
                  </a:lnTo>
                  <a:lnTo>
                    <a:pt x="1699" y="1541"/>
                  </a:lnTo>
                  <a:lnTo>
                    <a:pt x="1699" y="1521"/>
                  </a:lnTo>
                  <a:lnTo>
                    <a:pt x="1680" y="1521"/>
                  </a:lnTo>
                  <a:lnTo>
                    <a:pt x="1759" y="1502"/>
                  </a:lnTo>
                  <a:lnTo>
                    <a:pt x="1739" y="1482"/>
                  </a:lnTo>
                  <a:lnTo>
                    <a:pt x="1759" y="1462"/>
                  </a:lnTo>
                  <a:lnTo>
                    <a:pt x="1739" y="1442"/>
                  </a:lnTo>
                  <a:lnTo>
                    <a:pt x="1680" y="1462"/>
                  </a:lnTo>
                  <a:lnTo>
                    <a:pt x="1581" y="1462"/>
                  </a:lnTo>
                  <a:lnTo>
                    <a:pt x="1699" y="1442"/>
                  </a:lnTo>
                  <a:lnTo>
                    <a:pt x="1680" y="1442"/>
                  </a:lnTo>
                  <a:lnTo>
                    <a:pt x="1699" y="1423"/>
                  </a:lnTo>
                  <a:lnTo>
                    <a:pt x="1739" y="1403"/>
                  </a:lnTo>
                  <a:lnTo>
                    <a:pt x="1680" y="1423"/>
                  </a:lnTo>
                  <a:lnTo>
                    <a:pt x="1620" y="1442"/>
                  </a:lnTo>
                  <a:lnTo>
                    <a:pt x="1561" y="1462"/>
                  </a:lnTo>
                  <a:lnTo>
                    <a:pt x="1541" y="1442"/>
                  </a:lnTo>
                  <a:lnTo>
                    <a:pt x="1600" y="1423"/>
                  </a:lnTo>
                  <a:lnTo>
                    <a:pt x="1640" y="1423"/>
                  </a:lnTo>
                  <a:lnTo>
                    <a:pt x="1660" y="1383"/>
                  </a:lnTo>
                  <a:lnTo>
                    <a:pt x="1719" y="1363"/>
                  </a:lnTo>
                  <a:lnTo>
                    <a:pt x="1660" y="1363"/>
                  </a:lnTo>
                  <a:lnTo>
                    <a:pt x="1633" y="1370"/>
                  </a:lnTo>
                  <a:lnTo>
                    <a:pt x="1633" y="1370"/>
                  </a:lnTo>
                  <a:lnTo>
                    <a:pt x="1620" y="1383"/>
                  </a:lnTo>
                  <a:lnTo>
                    <a:pt x="1541" y="1403"/>
                  </a:lnTo>
                  <a:lnTo>
                    <a:pt x="1561" y="1363"/>
                  </a:lnTo>
                  <a:lnTo>
                    <a:pt x="1600" y="1343"/>
                  </a:lnTo>
                  <a:lnTo>
                    <a:pt x="1660" y="1343"/>
                  </a:lnTo>
                  <a:lnTo>
                    <a:pt x="1660" y="1324"/>
                  </a:lnTo>
                  <a:lnTo>
                    <a:pt x="1640" y="1324"/>
                  </a:lnTo>
                  <a:lnTo>
                    <a:pt x="1660" y="1304"/>
                  </a:lnTo>
                  <a:lnTo>
                    <a:pt x="1680" y="1284"/>
                  </a:lnTo>
                  <a:lnTo>
                    <a:pt x="1600" y="1304"/>
                  </a:lnTo>
                  <a:lnTo>
                    <a:pt x="1521" y="1324"/>
                  </a:lnTo>
                  <a:lnTo>
                    <a:pt x="1561" y="1304"/>
                  </a:lnTo>
                  <a:lnTo>
                    <a:pt x="1600" y="1304"/>
                  </a:lnTo>
                  <a:lnTo>
                    <a:pt x="1600" y="1284"/>
                  </a:lnTo>
                  <a:lnTo>
                    <a:pt x="1620" y="1284"/>
                  </a:lnTo>
                  <a:lnTo>
                    <a:pt x="1600" y="1264"/>
                  </a:lnTo>
                  <a:lnTo>
                    <a:pt x="1600" y="1264"/>
                  </a:lnTo>
                  <a:lnTo>
                    <a:pt x="1640" y="1245"/>
                  </a:lnTo>
                  <a:lnTo>
                    <a:pt x="1581" y="1245"/>
                  </a:lnTo>
                  <a:lnTo>
                    <a:pt x="1640" y="1225"/>
                  </a:lnTo>
                  <a:lnTo>
                    <a:pt x="1640" y="1205"/>
                  </a:lnTo>
                  <a:lnTo>
                    <a:pt x="1502" y="1205"/>
                  </a:lnTo>
                  <a:lnTo>
                    <a:pt x="1600" y="1185"/>
                  </a:lnTo>
                  <a:lnTo>
                    <a:pt x="1620" y="1185"/>
                  </a:lnTo>
                  <a:lnTo>
                    <a:pt x="1660" y="1166"/>
                  </a:lnTo>
                  <a:lnTo>
                    <a:pt x="1640" y="1166"/>
                  </a:lnTo>
                  <a:lnTo>
                    <a:pt x="1640" y="1146"/>
                  </a:lnTo>
                  <a:lnTo>
                    <a:pt x="1600" y="1146"/>
                  </a:lnTo>
                  <a:lnTo>
                    <a:pt x="1541" y="1166"/>
                  </a:lnTo>
                  <a:lnTo>
                    <a:pt x="1521" y="1166"/>
                  </a:lnTo>
                  <a:lnTo>
                    <a:pt x="1541" y="1146"/>
                  </a:lnTo>
                  <a:lnTo>
                    <a:pt x="1521" y="1146"/>
                  </a:lnTo>
                  <a:lnTo>
                    <a:pt x="1502" y="1126"/>
                  </a:lnTo>
                  <a:lnTo>
                    <a:pt x="1561" y="1106"/>
                  </a:lnTo>
                  <a:lnTo>
                    <a:pt x="1482" y="1126"/>
                  </a:lnTo>
                  <a:lnTo>
                    <a:pt x="1403" y="1146"/>
                  </a:lnTo>
                  <a:lnTo>
                    <a:pt x="1363" y="1166"/>
                  </a:lnTo>
                  <a:lnTo>
                    <a:pt x="1403" y="1185"/>
                  </a:lnTo>
                  <a:lnTo>
                    <a:pt x="1423" y="1185"/>
                  </a:lnTo>
                  <a:lnTo>
                    <a:pt x="1363" y="1205"/>
                  </a:lnTo>
                  <a:lnTo>
                    <a:pt x="1304" y="1225"/>
                  </a:lnTo>
                  <a:lnTo>
                    <a:pt x="1265" y="1225"/>
                  </a:lnTo>
                  <a:lnTo>
                    <a:pt x="1245" y="1245"/>
                  </a:lnTo>
                  <a:lnTo>
                    <a:pt x="1166" y="1264"/>
                  </a:lnTo>
                  <a:lnTo>
                    <a:pt x="1126" y="1245"/>
                  </a:lnTo>
                  <a:lnTo>
                    <a:pt x="1205" y="1225"/>
                  </a:lnTo>
                  <a:lnTo>
                    <a:pt x="1253" y="1213"/>
                  </a:lnTo>
                  <a:lnTo>
                    <a:pt x="1253" y="1213"/>
                  </a:lnTo>
                  <a:lnTo>
                    <a:pt x="1245" y="1205"/>
                  </a:lnTo>
                  <a:lnTo>
                    <a:pt x="1324" y="1185"/>
                  </a:lnTo>
                  <a:lnTo>
                    <a:pt x="1265" y="1185"/>
                  </a:lnTo>
                  <a:lnTo>
                    <a:pt x="1186" y="1225"/>
                  </a:lnTo>
                  <a:lnTo>
                    <a:pt x="1146" y="1225"/>
                  </a:lnTo>
                  <a:lnTo>
                    <a:pt x="1166" y="1205"/>
                  </a:lnTo>
                  <a:lnTo>
                    <a:pt x="1186" y="1205"/>
                  </a:lnTo>
                  <a:lnTo>
                    <a:pt x="1146" y="1185"/>
                  </a:lnTo>
                  <a:lnTo>
                    <a:pt x="1205" y="1166"/>
                  </a:lnTo>
                  <a:lnTo>
                    <a:pt x="1205" y="1166"/>
                  </a:lnTo>
                  <a:lnTo>
                    <a:pt x="1186" y="1185"/>
                  </a:lnTo>
                  <a:lnTo>
                    <a:pt x="1225" y="1185"/>
                  </a:lnTo>
                  <a:lnTo>
                    <a:pt x="1284" y="1166"/>
                  </a:lnTo>
                  <a:lnTo>
                    <a:pt x="1344" y="1146"/>
                  </a:lnTo>
                  <a:lnTo>
                    <a:pt x="1403" y="1126"/>
                  </a:lnTo>
                  <a:lnTo>
                    <a:pt x="1521" y="1106"/>
                  </a:lnTo>
                  <a:lnTo>
                    <a:pt x="1521" y="1087"/>
                  </a:lnTo>
                  <a:lnTo>
                    <a:pt x="1541" y="1067"/>
                  </a:lnTo>
                  <a:lnTo>
                    <a:pt x="1502" y="1067"/>
                  </a:lnTo>
                  <a:lnTo>
                    <a:pt x="1502" y="1047"/>
                  </a:lnTo>
                  <a:lnTo>
                    <a:pt x="1502" y="1027"/>
                  </a:lnTo>
                  <a:lnTo>
                    <a:pt x="1442" y="1027"/>
                  </a:lnTo>
                  <a:lnTo>
                    <a:pt x="1521" y="988"/>
                  </a:lnTo>
                  <a:lnTo>
                    <a:pt x="1521" y="968"/>
                  </a:lnTo>
                  <a:lnTo>
                    <a:pt x="1462" y="968"/>
                  </a:lnTo>
                  <a:lnTo>
                    <a:pt x="1403" y="948"/>
                  </a:lnTo>
                  <a:lnTo>
                    <a:pt x="1383" y="948"/>
                  </a:lnTo>
                  <a:lnTo>
                    <a:pt x="1383" y="929"/>
                  </a:lnTo>
                  <a:lnTo>
                    <a:pt x="1442" y="929"/>
                  </a:lnTo>
                  <a:lnTo>
                    <a:pt x="1442" y="909"/>
                  </a:lnTo>
                  <a:lnTo>
                    <a:pt x="1403" y="929"/>
                  </a:lnTo>
                  <a:lnTo>
                    <a:pt x="1403" y="929"/>
                  </a:lnTo>
                  <a:lnTo>
                    <a:pt x="1442" y="889"/>
                  </a:lnTo>
                  <a:lnTo>
                    <a:pt x="1403" y="889"/>
                  </a:lnTo>
                  <a:lnTo>
                    <a:pt x="1442" y="850"/>
                  </a:lnTo>
                  <a:lnTo>
                    <a:pt x="1403" y="850"/>
                  </a:lnTo>
                  <a:lnTo>
                    <a:pt x="1324" y="869"/>
                  </a:lnTo>
                  <a:lnTo>
                    <a:pt x="1423" y="830"/>
                  </a:lnTo>
                  <a:lnTo>
                    <a:pt x="1344" y="790"/>
                  </a:lnTo>
                  <a:lnTo>
                    <a:pt x="1304" y="731"/>
                  </a:lnTo>
                  <a:lnTo>
                    <a:pt x="1324" y="731"/>
                  </a:lnTo>
                  <a:lnTo>
                    <a:pt x="1304" y="711"/>
                  </a:lnTo>
                  <a:lnTo>
                    <a:pt x="1265" y="692"/>
                  </a:lnTo>
                  <a:lnTo>
                    <a:pt x="1225" y="692"/>
                  </a:lnTo>
                  <a:lnTo>
                    <a:pt x="1225" y="672"/>
                  </a:lnTo>
                  <a:lnTo>
                    <a:pt x="1186" y="672"/>
                  </a:lnTo>
                  <a:lnTo>
                    <a:pt x="1107" y="692"/>
                  </a:lnTo>
                  <a:lnTo>
                    <a:pt x="1008" y="731"/>
                  </a:lnTo>
                  <a:lnTo>
                    <a:pt x="988" y="731"/>
                  </a:lnTo>
                  <a:lnTo>
                    <a:pt x="1028" y="711"/>
                  </a:lnTo>
                  <a:lnTo>
                    <a:pt x="1067" y="692"/>
                  </a:lnTo>
                  <a:lnTo>
                    <a:pt x="1067" y="672"/>
                  </a:lnTo>
                  <a:lnTo>
                    <a:pt x="1166" y="652"/>
                  </a:lnTo>
                  <a:lnTo>
                    <a:pt x="1245" y="632"/>
                  </a:lnTo>
                  <a:lnTo>
                    <a:pt x="1166" y="632"/>
                  </a:lnTo>
                  <a:lnTo>
                    <a:pt x="1166" y="613"/>
                  </a:lnTo>
                  <a:lnTo>
                    <a:pt x="1166" y="593"/>
                  </a:lnTo>
                  <a:lnTo>
                    <a:pt x="1205" y="593"/>
                  </a:lnTo>
                  <a:lnTo>
                    <a:pt x="1225" y="573"/>
                  </a:lnTo>
                  <a:lnTo>
                    <a:pt x="1245" y="553"/>
                  </a:lnTo>
                  <a:lnTo>
                    <a:pt x="1245" y="553"/>
                  </a:lnTo>
                  <a:lnTo>
                    <a:pt x="1186" y="573"/>
                  </a:lnTo>
                  <a:lnTo>
                    <a:pt x="1107" y="573"/>
                  </a:lnTo>
                  <a:lnTo>
                    <a:pt x="1186" y="553"/>
                  </a:lnTo>
                  <a:lnTo>
                    <a:pt x="1107" y="553"/>
                  </a:lnTo>
                  <a:lnTo>
                    <a:pt x="1126" y="534"/>
                  </a:lnTo>
                  <a:lnTo>
                    <a:pt x="1186" y="494"/>
                  </a:lnTo>
                  <a:lnTo>
                    <a:pt x="1166" y="494"/>
                  </a:lnTo>
                  <a:lnTo>
                    <a:pt x="1166" y="455"/>
                  </a:lnTo>
                  <a:lnTo>
                    <a:pt x="1166" y="435"/>
                  </a:lnTo>
                  <a:lnTo>
                    <a:pt x="1186" y="415"/>
                  </a:lnTo>
                  <a:lnTo>
                    <a:pt x="1146" y="395"/>
                  </a:lnTo>
                  <a:lnTo>
                    <a:pt x="1087" y="395"/>
                  </a:lnTo>
                  <a:lnTo>
                    <a:pt x="1067" y="415"/>
                  </a:lnTo>
                  <a:lnTo>
                    <a:pt x="1008" y="435"/>
                  </a:lnTo>
                  <a:lnTo>
                    <a:pt x="968" y="435"/>
                  </a:lnTo>
                  <a:lnTo>
                    <a:pt x="1008" y="415"/>
                  </a:lnTo>
                  <a:lnTo>
                    <a:pt x="1047" y="395"/>
                  </a:lnTo>
                  <a:lnTo>
                    <a:pt x="1087" y="376"/>
                  </a:lnTo>
                  <a:lnTo>
                    <a:pt x="1087" y="356"/>
                  </a:lnTo>
                  <a:lnTo>
                    <a:pt x="1126" y="336"/>
                  </a:lnTo>
                  <a:lnTo>
                    <a:pt x="1107" y="336"/>
                  </a:lnTo>
                  <a:lnTo>
                    <a:pt x="1087" y="316"/>
                  </a:lnTo>
                  <a:lnTo>
                    <a:pt x="1126" y="316"/>
                  </a:lnTo>
                  <a:lnTo>
                    <a:pt x="1107" y="297"/>
                  </a:lnTo>
                  <a:lnTo>
                    <a:pt x="1067" y="316"/>
                  </a:lnTo>
                  <a:lnTo>
                    <a:pt x="988" y="316"/>
                  </a:lnTo>
                  <a:lnTo>
                    <a:pt x="1067" y="297"/>
                  </a:lnTo>
                  <a:lnTo>
                    <a:pt x="1008" y="297"/>
                  </a:lnTo>
                  <a:lnTo>
                    <a:pt x="968" y="316"/>
                  </a:lnTo>
                  <a:lnTo>
                    <a:pt x="988" y="297"/>
                  </a:lnTo>
                  <a:lnTo>
                    <a:pt x="850" y="297"/>
                  </a:lnTo>
                  <a:lnTo>
                    <a:pt x="909" y="277"/>
                  </a:lnTo>
                  <a:lnTo>
                    <a:pt x="889" y="277"/>
                  </a:lnTo>
                  <a:lnTo>
                    <a:pt x="988" y="237"/>
                  </a:lnTo>
                  <a:lnTo>
                    <a:pt x="988" y="257"/>
                  </a:lnTo>
                  <a:lnTo>
                    <a:pt x="968" y="257"/>
                  </a:lnTo>
                  <a:lnTo>
                    <a:pt x="949" y="277"/>
                  </a:lnTo>
                  <a:lnTo>
                    <a:pt x="968" y="277"/>
                  </a:lnTo>
                  <a:lnTo>
                    <a:pt x="1028" y="237"/>
                  </a:lnTo>
                  <a:lnTo>
                    <a:pt x="1067" y="218"/>
                  </a:lnTo>
                  <a:lnTo>
                    <a:pt x="1067" y="198"/>
                  </a:lnTo>
                  <a:lnTo>
                    <a:pt x="1047" y="178"/>
                  </a:lnTo>
                  <a:lnTo>
                    <a:pt x="1008" y="158"/>
                  </a:lnTo>
                  <a:lnTo>
                    <a:pt x="988" y="139"/>
                  </a:lnTo>
                  <a:lnTo>
                    <a:pt x="1028" y="99"/>
                  </a:lnTo>
                  <a:lnTo>
                    <a:pt x="1008" y="79"/>
                  </a:lnTo>
                  <a:lnTo>
                    <a:pt x="1008" y="60"/>
                  </a:lnTo>
                  <a:lnTo>
                    <a:pt x="988" y="40"/>
                  </a:lnTo>
                  <a:lnTo>
                    <a:pt x="929" y="40"/>
                  </a:lnTo>
                  <a:lnTo>
                    <a:pt x="988" y="20"/>
                  </a:lnTo>
                  <a:lnTo>
                    <a:pt x="870" y="20"/>
                  </a:lnTo>
                  <a:lnTo>
                    <a:pt x="83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8" name="Google Shape;5378;p20"/>
            <p:cNvSpPr/>
            <p:nvPr/>
          </p:nvSpPr>
          <p:spPr>
            <a:xfrm>
              <a:off x="-1362025" y="3906950"/>
              <a:ext cx="525" cy="525"/>
            </a:xfrm>
            <a:custGeom>
              <a:rect b="b" l="l" r="r" t="t"/>
              <a:pathLst>
                <a:path extrusionOk="0" h="21" w="21">
                  <a:moveTo>
                    <a:pt x="20" y="1"/>
                  </a:moveTo>
                  <a:lnTo>
                    <a:pt x="20" y="1"/>
                  </a:lnTo>
                  <a:lnTo>
                    <a:pt x="20" y="1"/>
                  </a:lnTo>
                  <a:lnTo>
                    <a:pt x="1" y="21"/>
                  </a:lnTo>
                  <a:lnTo>
                    <a:pt x="1" y="2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9" name="Google Shape;5379;p20"/>
            <p:cNvSpPr/>
            <p:nvPr/>
          </p:nvSpPr>
          <p:spPr>
            <a:xfrm>
              <a:off x="-1375850" y="3911900"/>
              <a:ext cx="525" cy="25"/>
            </a:xfrm>
            <a:custGeom>
              <a:rect b="b" l="l" r="r" t="t"/>
              <a:pathLst>
                <a:path extrusionOk="0" h="1"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
            <p:cNvSpPr/>
            <p:nvPr/>
          </p:nvSpPr>
          <p:spPr>
            <a:xfrm>
              <a:off x="-1318575" y="400077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
            <p:cNvSpPr/>
            <p:nvPr/>
          </p:nvSpPr>
          <p:spPr>
            <a:xfrm>
              <a:off x="-1317575" y="3999800"/>
              <a:ext cx="25" cy="25"/>
            </a:xfrm>
            <a:custGeom>
              <a:rect b="b" l="l" r="r" t="t"/>
              <a:pathLst>
                <a:path extrusionOk="0" h="1" w="1">
                  <a:moveTo>
                    <a:pt x="0" y="0"/>
                  </a:moveTo>
                  <a:lnTo>
                    <a:pt x="0" y="0"/>
                  </a:ln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2" name="Google Shape;5382;p20"/>
            <p:cNvSpPr/>
            <p:nvPr/>
          </p:nvSpPr>
          <p:spPr>
            <a:xfrm>
              <a:off x="-1323500" y="3961275"/>
              <a:ext cx="57300" cy="48900"/>
            </a:xfrm>
            <a:custGeom>
              <a:rect b="b" l="l" r="r" t="t"/>
              <a:pathLst>
                <a:path extrusionOk="0" h="1956" w="2292">
                  <a:moveTo>
                    <a:pt x="1699" y="60"/>
                  </a:moveTo>
                  <a:lnTo>
                    <a:pt x="1699" y="60"/>
                  </a:lnTo>
                  <a:lnTo>
                    <a:pt x="1699" y="60"/>
                  </a:lnTo>
                  <a:close/>
                  <a:moveTo>
                    <a:pt x="1758" y="1"/>
                  </a:moveTo>
                  <a:lnTo>
                    <a:pt x="1758" y="40"/>
                  </a:lnTo>
                  <a:lnTo>
                    <a:pt x="1778" y="60"/>
                  </a:lnTo>
                  <a:lnTo>
                    <a:pt x="1778" y="99"/>
                  </a:lnTo>
                  <a:lnTo>
                    <a:pt x="1798" y="99"/>
                  </a:lnTo>
                  <a:lnTo>
                    <a:pt x="1798" y="60"/>
                  </a:lnTo>
                  <a:lnTo>
                    <a:pt x="1778" y="40"/>
                  </a:lnTo>
                  <a:lnTo>
                    <a:pt x="1778" y="1"/>
                  </a:lnTo>
                  <a:close/>
                  <a:moveTo>
                    <a:pt x="929" y="218"/>
                  </a:moveTo>
                  <a:lnTo>
                    <a:pt x="948" y="257"/>
                  </a:lnTo>
                  <a:lnTo>
                    <a:pt x="948" y="297"/>
                  </a:lnTo>
                  <a:lnTo>
                    <a:pt x="929" y="277"/>
                  </a:lnTo>
                  <a:lnTo>
                    <a:pt x="968" y="376"/>
                  </a:lnTo>
                  <a:lnTo>
                    <a:pt x="968" y="336"/>
                  </a:lnTo>
                  <a:lnTo>
                    <a:pt x="988" y="356"/>
                  </a:lnTo>
                  <a:lnTo>
                    <a:pt x="988" y="317"/>
                  </a:lnTo>
                  <a:lnTo>
                    <a:pt x="948" y="238"/>
                  </a:lnTo>
                  <a:lnTo>
                    <a:pt x="929" y="218"/>
                  </a:lnTo>
                  <a:close/>
                  <a:moveTo>
                    <a:pt x="652" y="415"/>
                  </a:moveTo>
                  <a:lnTo>
                    <a:pt x="652" y="455"/>
                  </a:lnTo>
                  <a:lnTo>
                    <a:pt x="672" y="475"/>
                  </a:lnTo>
                  <a:lnTo>
                    <a:pt x="672" y="455"/>
                  </a:lnTo>
                  <a:lnTo>
                    <a:pt x="652" y="415"/>
                  </a:lnTo>
                  <a:close/>
                  <a:moveTo>
                    <a:pt x="593" y="494"/>
                  </a:moveTo>
                  <a:lnTo>
                    <a:pt x="593" y="514"/>
                  </a:lnTo>
                  <a:lnTo>
                    <a:pt x="613" y="534"/>
                  </a:lnTo>
                  <a:lnTo>
                    <a:pt x="613" y="534"/>
                  </a:lnTo>
                  <a:lnTo>
                    <a:pt x="593" y="494"/>
                  </a:lnTo>
                  <a:close/>
                  <a:moveTo>
                    <a:pt x="652" y="494"/>
                  </a:moveTo>
                  <a:lnTo>
                    <a:pt x="652" y="514"/>
                  </a:lnTo>
                  <a:lnTo>
                    <a:pt x="652" y="534"/>
                  </a:lnTo>
                  <a:lnTo>
                    <a:pt x="672" y="514"/>
                  </a:lnTo>
                  <a:lnTo>
                    <a:pt x="652" y="494"/>
                  </a:lnTo>
                  <a:close/>
                  <a:moveTo>
                    <a:pt x="139" y="751"/>
                  </a:moveTo>
                  <a:lnTo>
                    <a:pt x="139" y="771"/>
                  </a:lnTo>
                  <a:lnTo>
                    <a:pt x="158" y="771"/>
                  </a:lnTo>
                  <a:lnTo>
                    <a:pt x="139" y="751"/>
                  </a:lnTo>
                  <a:close/>
                  <a:moveTo>
                    <a:pt x="79" y="988"/>
                  </a:moveTo>
                  <a:lnTo>
                    <a:pt x="79" y="1008"/>
                  </a:lnTo>
                  <a:lnTo>
                    <a:pt x="99" y="1028"/>
                  </a:lnTo>
                  <a:lnTo>
                    <a:pt x="79" y="988"/>
                  </a:lnTo>
                  <a:close/>
                  <a:moveTo>
                    <a:pt x="2173" y="1047"/>
                  </a:moveTo>
                  <a:lnTo>
                    <a:pt x="2193" y="1087"/>
                  </a:lnTo>
                  <a:lnTo>
                    <a:pt x="2193" y="1047"/>
                  </a:lnTo>
                  <a:close/>
                  <a:moveTo>
                    <a:pt x="415" y="1146"/>
                  </a:moveTo>
                  <a:lnTo>
                    <a:pt x="415" y="1166"/>
                  </a:lnTo>
                  <a:lnTo>
                    <a:pt x="422" y="1166"/>
                  </a:lnTo>
                  <a:lnTo>
                    <a:pt x="415" y="1146"/>
                  </a:lnTo>
                  <a:close/>
                  <a:moveTo>
                    <a:pt x="435" y="1146"/>
                  </a:moveTo>
                  <a:lnTo>
                    <a:pt x="435" y="1166"/>
                  </a:lnTo>
                  <a:lnTo>
                    <a:pt x="422" y="1166"/>
                  </a:lnTo>
                  <a:lnTo>
                    <a:pt x="435" y="1205"/>
                  </a:lnTo>
                  <a:lnTo>
                    <a:pt x="450" y="1191"/>
                  </a:lnTo>
                  <a:lnTo>
                    <a:pt x="435" y="1146"/>
                  </a:lnTo>
                  <a:close/>
                  <a:moveTo>
                    <a:pt x="455" y="1186"/>
                  </a:moveTo>
                  <a:lnTo>
                    <a:pt x="450" y="1191"/>
                  </a:lnTo>
                  <a:lnTo>
                    <a:pt x="455" y="1205"/>
                  </a:lnTo>
                  <a:lnTo>
                    <a:pt x="455" y="1186"/>
                  </a:lnTo>
                  <a:close/>
                  <a:moveTo>
                    <a:pt x="455" y="1205"/>
                  </a:moveTo>
                  <a:lnTo>
                    <a:pt x="455" y="1205"/>
                  </a:lnTo>
                  <a:lnTo>
                    <a:pt x="455" y="1205"/>
                  </a:lnTo>
                  <a:close/>
                  <a:moveTo>
                    <a:pt x="107" y="1186"/>
                  </a:moveTo>
                  <a:lnTo>
                    <a:pt x="119" y="1245"/>
                  </a:lnTo>
                  <a:lnTo>
                    <a:pt x="139" y="1265"/>
                  </a:lnTo>
                  <a:lnTo>
                    <a:pt x="107" y="1186"/>
                  </a:lnTo>
                  <a:close/>
                  <a:moveTo>
                    <a:pt x="1660" y="1344"/>
                  </a:moveTo>
                  <a:lnTo>
                    <a:pt x="1660" y="1344"/>
                  </a:lnTo>
                  <a:lnTo>
                    <a:pt x="1660" y="1344"/>
                  </a:lnTo>
                  <a:close/>
                  <a:moveTo>
                    <a:pt x="845" y="1462"/>
                  </a:moveTo>
                  <a:lnTo>
                    <a:pt x="850" y="1482"/>
                  </a:lnTo>
                  <a:lnTo>
                    <a:pt x="869" y="1561"/>
                  </a:lnTo>
                  <a:lnTo>
                    <a:pt x="869" y="1561"/>
                  </a:lnTo>
                  <a:lnTo>
                    <a:pt x="850" y="1462"/>
                  </a:lnTo>
                  <a:close/>
                  <a:moveTo>
                    <a:pt x="198" y="1581"/>
                  </a:moveTo>
                  <a:lnTo>
                    <a:pt x="208" y="1600"/>
                  </a:lnTo>
                  <a:lnTo>
                    <a:pt x="198" y="1581"/>
                  </a:lnTo>
                  <a:close/>
                  <a:moveTo>
                    <a:pt x="208" y="1600"/>
                  </a:moveTo>
                  <a:lnTo>
                    <a:pt x="208" y="1600"/>
                  </a:lnTo>
                  <a:lnTo>
                    <a:pt x="208" y="1600"/>
                  </a:lnTo>
                  <a:close/>
                  <a:moveTo>
                    <a:pt x="208" y="1600"/>
                  </a:moveTo>
                  <a:lnTo>
                    <a:pt x="218" y="1620"/>
                  </a:lnTo>
                  <a:lnTo>
                    <a:pt x="208" y="1600"/>
                  </a:lnTo>
                  <a:close/>
                  <a:moveTo>
                    <a:pt x="316" y="1719"/>
                  </a:moveTo>
                  <a:lnTo>
                    <a:pt x="316" y="1739"/>
                  </a:lnTo>
                  <a:lnTo>
                    <a:pt x="336" y="1798"/>
                  </a:lnTo>
                  <a:lnTo>
                    <a:pt x="316" y="1719"/>
                  </a:lnTo>
                  <a:close/>
                  <a:moveTo>
                    <a:pt x="395" y="1600"/>
                  </a:moveTo>
                  <a:lnTo>
                    <a:pt x="395" y="1620"/>
                  </a:lnTo>
                  <a:lnTo>
                    <a:pt x="415" y="1699"/>
                  </a:lnTo>
                  <a:lnTo>
                    <a:pt x="435" y="1837"/>
                  </a:lnTo>
                  <a:lnTo>
                    <a:pt x="435" y="1739"/>
                  </a:lnTo>
                  <a:lnTo>
                    <a:pt x="395" y="1600"/>
                  </a:lnTo>
                  <a:close/>
                  <a:moveTo>
                    <a:pt x="711" y="1837"/>
                  </a:moveTo>
                  <a:lnTo>
                    <a:pt x="731" y="1857"/>
                  </a:lnTo>
                  <a:lnTo>
                    <a:pt x="731" y="1837"/>
                  </a:lnTo>
                  <a:close/>
                  <a:moveTo>
                    <a:pt x="60" y="1126"/>
                  </a:moveTo>
                  <a:lnTo>
                    <a:pt x="60" y="1166"/>
                  </a:lnTo>
                  <a:lnTo>
                    <a:pt x="79" y="1245"/>
                  </a:lnTo>
                  <a:lnTo>
                    <a:pt x="60" y="1205"/>
                  </a:lnTo>
                  <a:lnTo>
                    <a:pt x="60" y="1186"/>
                  </a:lnTo>
                  <a:lnTo>
                    <a:pt x="40" y="1186"/>
                  </a:lnTo>
                  <a:lnTo>
                    <a:pt x="40" y="1205"/>
                  </a:lnTo>
                  <a:lnTo>
                    <a:pt x="60" y="1245"/>
                  </a:lnTo>
                  <a:lnTo>
                    <a:pt x="79" y="1344"/>
                  </a:lnTo>
                  <a:lnTo>
                    <a:pt x="99" y="1344"/>
                  </a:lnTo>
                  <a:lnTo>
                    <a:pt x="99" y="1383"/>
                  </a:lnTo>
                  <a:lnTo>
                    <a:pt x="158" y="1482"/>
                  </a:lnTo>
                  <a:lnTo>
                    <a:pt x="158" y="1521"/>
                  </a:lnTo>
                  <a:lnTo>
                    <a:pt x="178" y="1521"/>
                  </a:lnTo>
                  <a:lnTo>
                    <a:pt x="178" y="1482"/>
                  </a:lnTo>
                  <a:lnTo>
                    <a:pt x="198" y="1541"/>
                  </a:lnTo>
                  <a:lnTo>
                    <a:pt x="198" y="1521"/>
                  </a:lnTo>
                  <a:lnTo>
                    <a:pt x="218" y="1581"/>
                  </a:lnTo>
                  <a:lnTo>
                    <a:pt x="218" y="1561"/>
                  </a:lnTo>
                  <a:lnTo>
                    <a:pt x="257" y="1679"/>
                  </a:lnTo>
                  <a:lnTo>
                    <a:pt x="237" y="1679"/>
                  </a:lnTo>
                  <a:lnTo>
                    <a:pt x="237" y="1660"/>
                  </a:lnTo>
                  <a:lnTo>
                    <a:pt x="218" y="1620"/>
                  </a:lnTo>
                  <a:lnTo>
                    <a:pt x="218" y="1620"/>
                  </a:lnTo>
                  <a:lnTo>
                    <a:pt x="218" y="1640"/>
                  </a:lnTo>
                  <a:lnTo>
                    <a:pt x="237" y="1719"/>
                  </a:lnTo>
                  <a:lnTo>
                    <a:pt x="237" y="1739"/>
                  </a:lnTo>
                  <a:lnTo>
                    <a:pt x="257" y="1818"/>
                  </a:lnTo>
                  <a:lnTo>
                    <a:pt x="297" y="1897"/>
                  </a:lnTo>
                  <a:lnTo>
                    <a:pt x="257" y="1798"/>
                  </a:lnTo>
                  <a:lnTo>
                    <a:pt x="257" y="1798"/>
                  </a:lnTo>
                  <a:lnTo>
                    <a:pt x="277" y="1818"/>
                  </a:lnTo>
                  <a:lnTo>
                    <a:pt x="297" y="1897"/>
                  </a:lnTo>
                  <a:lnTo>
                    <a:pt x="297" y="1818"/>
                  </a:lnTo>
                  <a:lnTo>
                    <a:pt x="316" y="1837"/>
                  </a:lnTo>
                  <a:lnTo>
                    <a:pt x="316" y="1818"/>
                  </a:lnTo>
                  <a:lnTo>
                    <a:pt x="297" y="1778"/>
                  </a:lnTo>
                  <a:lnTo>
                    <a:pt x="297" y="1739"/>
                  </a:lnTo>
                  <a:lnTo>
                    <a:pt x="277" y="1640"/>
                  </a:lnTo>
                  <a:lnTo>
                    <a:pt x="297" y="1719"/>
                  </a:lnTo>
                  <a:lnTo>
                    <a:pt x="316" y="1778"/>
                  </a:lnTo>
                  <a:lnTo>
                    <a:pt x="316" y="1758"/>
                  </a:lnTo>
                  <a:lnTo>
                    <a:pt x="297" y="1660"/>
                  </a:lnTo>
                  <a:lnTo>
                    <a:pt x="297" y="1600"/>
                  </a:lnTo>
                  <a:lnTo>
                    <a:pt x="277" y="1581"/>
                  </a:lnTo>
                  <a:lnTo>
                    <a:pt x="277" y="1620"/>
                  </a:lnTo>
                  <a:lnTo>
                    <a:pt x="277" y="1620"/>
                  </a:lnTo>
                  <a:lnTo>
                    <a:pt x="257" y="1581"/>
                  </a:lnTo>
                  <a:lnTo>
                    <a:pt x="257" y="1541"/>
                  </a:lnTo>
                  <a:lnTo>
                    <a:pt x="237" y="1541"/>
                  </a:lnTo>
                  <a:lnTo>
                    <a:pt x="257" y="1600"/>
                  </a:lnTo>
                  <a:lnTo>
                    <a:pt x="257" y="1600"/>
                  </a:lnTo>
                  <a:lnTo>
                    <a:pt x="178" y="1442"/>
                  </a:lnTo>
                  <a:lnTo>
                    <a:pt x="139" y="1284"/>
                  </a:lnTo>
                  <a:lnTo>
                    <a:pt x="119" y="1284"/>
                  </a:lnTo>
                  <a:lnTo>
                    <a:pt x="119" y="1324"/>
                  </a:lnTo>
                  <a:lnTo>
                    <a:pt x="60" y="1126"/>
                  </a:lnTo>
                  <a:close/>
                  <a:moveTo>
                    <a:pt x="297" y="1897"/>
                  </a:moveTo>
                  <a:lnTo>
                    <a:pt x="297" y="1897"/>
                  </a:lnTo>
                  <a:lnTo>
                    <a:pt x="297" y="1897"/>
                  </a:lnTo>
                  <a:close/>
                  <a:moveTo>
                    <a:pt x="652" y="1837"/>
                  </a:moveTo>
                  <a:lnTo>
                    <a:pt x="672" y="1916"/>
                  </a:lnTo>
                  <a:lnTo>
                    <a:pt x="657" y="1840"/>
                  </a:lnTo>
                  <a:lnTo>
                    <a:pt x="652" y="1837"/>
                  </a:lnTo>
                  <a:close/>
                  <a:moveTo>
                    <a:pt x="711" y="1916"/>
                  </a:moveTo>
                  <a:lnTo>
                    <a:pt x="711" y="1916"/>
                  </a:lnTo>
                  <a:lnTo>
                    <a:pt x="711" y="1916"/>
                  </a:lnTo>
                  <a:close/>
                  <a:moveTo>
                    <a:pt x="1482" y="1"/>
                  </a:moveTo>
                  <a:lnTo>
                    <a:pt x="1502" y="60"/>
                  </a:lnTo>
                  <a:lnTo>
                    <a:pt x="1502" y="80"/>
                  </a:lnTo>
                  <a:lnTo>
                    <a:pt x="1482" y="60"/>
                  </a:lnTo>
                  <a:lnTo>
                    <a:pt x="1482" y="20"/>
                  </a:lnTo>
                  <a:lnTo>
                    <a:pt x="1462" y="20"/>
                  </a:lnTo>
                  <a:lnTo>
                    <a:pt x="1442" y="80"/>
                  </a:lnTo>
                  <a:lnTo>
                    <a:pt x="1462" y="159"/>
                  </a:lnTo>
                  <a:lnTo>
                    <a:pt x="1462" y="178"/>
                  </a:lnTo>
                  <a:lnTo>
                    <a:pt x="1442" y="159"/>
                  </a:lnTo>
                  <a:lnTo>
                    <a:pt x="1442" y="198"/>
                  </a:lnTo>
                  <a:lnTo>
                    <a:pt x="1442" y="218"/>
                  </a:lnTo>
                  <a:lnTo>
                    <a:pt x="1423" y="198"/>
                  </a:lnTo>
                  <a:lnTo>
                    <a:pt x="1442" y="139"/>
                  </a:lnTo>
                  <a:lnTo>
                    <a:pt x="1423" y="99"/>
                  </a:lnTo>
                  <a:lnTo>
                    <a:pt x="1403" y="99"/>
                  </a:lnTo>
                  <a:lnTo>
                    <a:pt x="1403" y="80"/>
                  </a:lnTo>
                  <a:lnTo>
                    <a:pt x="1383" y="297"/>
                  </a:lnTo>
                  <a:lnTo>
                    <a:pt x="1403" y="415"/>
                  </a:lnTo>
                  <a:lnTo>
                    <a:pt x="1423" y="514"/>
                  </a:lnTo>
                  <a:lnTo>
                    <a:pt x="1403" y="475"/>
                  </a:lnTo>
                  <a:lnTo>
                    <a:pt x="1383" y="435"/>
                  </a:lnTo>
                  <a:lnTo>
                    <a:pt x="1363" y="356"/>
                  </a:lnTo>
                  <a:lnTo>
                    <a:pt x="1383" y="376"/>
                  </a:lnTo>
                  <a:lnTo>
                    <a:pt x="1344" y="218"/>
                  </a:lnTo>
                  <a:lnTo>
                    <a:pt x="1344" y="139"/>
                  </a:lnTo>
                  <a:lnTo>
                    <a:pt x="1324" y="40"/>
                  </a:lnTo>
                  <a:lnTo>
                    <a:pt x="1304" y="60"/>
                  </a:lnTo>
                  <a:lnTo>
                    <a:pt x="1284" y="80"/>
                  </a:lnTo>
                  <a:lnTo>
                    <a:pt x="1284" y="99"/>
                  </a:lnTo>
                  <a:lnTo>
                    <a:pt x="1265" y="80"/>
                  </a:lnTo>
                  <a:lnTo>
                    <a:pt x="1284" y="159"/>
                  </a:lnTo>
                  <a:lnTo>
                    <a:pt x="1284" y="159"/>
                  </a:lnTo>
                  <a:lnTo>
                    <a:pt x="1265" y="139"/>
                  </a:lnTo>
                  <a:lnTo>
                    <a:pt x="1245" y="80"/>
                  </a:lnTo>
                  <a:lnTo>
                    <a:pt x="1245" y="139"/>
                  </a:lnTo>
                  <a:lnTo>
                    <a:pt x="1245" y="218"/>
                  </a:lnTo>
                  <a:lnTo>
                    <a:pt x="1265" y="297"/>
                  </a:lnTo>
                  <a:lnTo>
                    <a:pt x="1265" y="336"/>
                  </a:lnTo>
                  <a:lnTo>
                    <a:pt x="1245" y="336"/>
                  </a:lnTo>
                  <a:lnTo>
                    <a:pt x="1245" y="297"/>
                  </a:lnTo>
                  <a:lnTo>
                    <a:pt x="1245" y="277"/>
                  </a:lnTo>
                  <a:lnTo>
                    <a:pt x="1225" y="317"/>
                  </a:lnTo>
                  <a:lnTo>
                    <a:pt x="1225" y="257"/>
                  </a:lnTo>
                  <a:lnTo>
                    <a:pt x="1225" y="238"/>
                  </a:lnTo>
                  <a:lnTo>
                    <a:pt x="1225" y="218"/>
                  </a:lnTo>
                  <a:lnTo>
                    <a:pt x="1205" y="238"/>
                  </a:lnTo>
                  <a:lnTo>
                    <a:pt x="1205" y="297"/>
                  </a:lnTo>
                  <a:lnTo>
                    <a:pt x="1185" y="297"/>
                  </a:lnTo>
                  <a:lnTo>
                    <a:pt x="1185" y="198"/>
                  </a:lnTo>
                  <a:lnTo>
                    <a:pt x="1185" y="159"/>
                  </a:lnTo>
                  <a:lnTo>
                    <a:pt x="1205" y="218"/>
                  </a:lnTo>
                  <a:lnTo>
                    <a:pt x="1185" y="139"/>
                  </a:lnTo>
                  <a:lnTo>
                    <a:pt x="1205" y="159"/>
                  </a:lnTo>
                  <a:lnTo>
                    <a:pt x="1225" y="159"/>
                  </a:lnTo>
                  <a:lnTo>
                    <a:pt x="1225" y="99"/>
                  </a:lnTo>
                  <a:lnTo>
                    <a:pt x="1225" y="80"/>
                  </a:lnTo>
                  <a:lnTo>
                    <a:pt x="1205" y="80"/>
                  </a:lnTo>
                  <a:lnTo>
                    <a:pt x="1185" y="99"/>
                  </a:lnTo>
                  <a:lnTo>
                    <a:pt x="1166" y="60"/>
                  </a:lnTo>
                  <a:lnTo>
                    <a:pt x="1166" y="159"/>
                  </a:lnTo>
                  <a:lnTo>
                    <a:pt x="1166" y="198"/>
                  </a:lnTo>
                  <a:lnTo>
                    <a:pt x="1146" y="159"/>
                  </a:lnTo>
                  <a:lnTo>
                    <a:pt x="1146" y="257"/>
                  </a:lnTo>
                  <a:lnTo>
                    <a:pt x="1146" y="297"/>
                  </a:lnTo>
                  <a:lnTo>
                    <a:pt x="1166" y="317"/>
                  </a:lnTo>
                  <a:lnTo>
                    <a:pt x="1166" y="356"/>
                  </a:lnTo>
                  <a:lnTo>
                    <a:pt x="1166" y="396"/>
                  </a:lnTo>
                  <a:lnTo>
                    <a:pt x="1146" y="356"/>
                  </a:lnTo>
                  <a:lnTo>
                    <a:pt x="1126" y="178"/>
                  </a:lnTo>
                  <a:lnTo>
                    <a:pt x="1126" y="159"/>
                  </a:lnTo>
                  <a:lnTo>
                    <a:pt x="1106" y="139"/>
                  </a:lnTo>
                  <a:lnTo>
                    <a:pt x="1106" y="139"/>
                  </a:lnTo>
                  <a:lnTo>
                    <a:pt x="1126" y="257"/>
                  </a:lnTo>
                  <a:lnTo>
                    <a:pt x="1126" y="336"/>
                  </a:lnTo>
                  <a:lnTo>
                    <a:pt x="1106" y="415"/>
                  </a:lnTo>
                  <a:lnTo>
                    <a:pt x="1087" y="336"/>
                  </a:lnTo>
                  <a:lnTo>
                    <a:pt x="1106" y="297"/>
                  </a:lnTo>
                  <a:lnTo>
                    <a:pt x="1106" y="238"/>
                  </a:lnTo>
                  <a:lnTo>
                    <a:pt x="1087" y="159"/>
                  </a:lnTo>
                  <a:lnTo>
                    <a:pt x="1087" y="198"/>
                  </a:lnTo>
                  <a:lnTo>
                    <a:pt x="1087" y="238"/>
                  </a:lnTo>
                  <a:lnTo>
                    <a:pt x="1067" y="198"/>
                  </a:lnTo>
                  <a:lnTo>
                    <a:pt x="1047" y="198"/>
                  </a:lnTo>
                  <a:lnTo>
                    <a:pt x="1047" y="238"/>
                  </a:lnTo>
                  <a:lnTo>
                    <a:pt x="1047" y="277"/>
                  </a:lnTo>
                  <a:lnTo>
                    <a:pt x="1027" y="277"/>
                  </a:lnTo>
                  <a:lnTo>
                    <a:pt x="1027" y="297"/>
                  </a:lnTo>
                  <a:lnTo>
                    <a:pt x="988" y="297"/>
                  </a:lnTo>
                  <a:lnTo>
                    <a:pt x="1008" y="336"/>
                  </a:lnTo>
                  <a:lnTo>
                    <a:pt x="1008" y="317"/>
                  </a:lnTo>
                  <a:lnTo>
                    <a:pt x="1027" y="336"/>
                  </a:lnTo>
                  <a:lnTo>
                    <a:pt x="1047" y="396"/>
                  </a:lnTo>
                  <a:lnTo>
                    <a:pt x="1027" y="435"/>
                  </a:lnTo>
                  <a:lnTo>
                    <a:pt x="1027" y="455"/>
                  </a:lnTo>
                  <a:lnTo>
                    <a:pt x="1008" y="475"/>
                  </a:lnTo>
                  <a:lnTo>
                    <a:pt x="1027" y="494"/>
                  </a:lnTo>
                  <a:lnTo>
                    <a:pt x="1008" y="534"/>
                  </a:lnTo>
                  <a:lnTo>
                    <a:pt x="988" y="455"/>
                  </a:lnTo>
                  <a:lnTo>
                    <a:pt x="968" y="475"/>
                  </a:lnTo>
                  <a:lnTo>
                    <a:pt x="968" y="455"/>
                  </a:lnTo>
                  <a:lnTo>
                    <a:pt x="948" y="455"/>
                  </a:lnTo>
                  <a:lnTo>
                    <a:pt x="948" y="415"/>
                  </a:lnTo>
                  <a:lnTo>
                    <a:pt x="929" y="376"/>
                  </a:lnTo>
                  <a:lnTo>
                    <a:pt x="909" y="396"/>
                  </a:lnTo>
                  <a:lnTo>
                    <a:pt x="909" y="455"/>
                  </a:lnTo>
                  <a:lnTo>
                    <a:pt x="929" y="514"/>
                  </a:lnTo>
                  <a:lnTo>
                    <a:pt x="948" y="573"/>
                  </a:lnTo>
                  <a:lnTo>
                    <a:pt x="929" y="573"/>
                  </a:lnTo>
                  <a:lnTo>
                    <a:pt x="929" y="593"/>
                  </a:lnTo>
                  <a:lnTo>
                    <a:pt x="909" y="593"/>
                  </a:lnTo>
                  <a:lnTo>
                    <a:pt x="889" y="554"/>
                  </a:lnTo>
                  <a:lnTo>
                    <a:pt x="869" y="534"/>
                  </a:lnTo>
                  <a:lnTo>
                    <a:pt x="889" y="514"/>
                  </a:lnTo>
                  <a:lnTo>
                    <a:pt x="889" y="494"/>
                  </a:lnTo>
                  <a:lnTo>
                    <a:pt x="869" y="435"/>
                  </a:lnTo>
                  <a:lnTo>
                    <a:pt x="869" y="455"/>
                  </a:lnTo>
                  <a:lnTo>
                    <a:pt x="850" y="415"/>
                  </a:lnTo>
                  <a:lnTo>
                    <a:pt x="850" y="455"/>
                  </a:lnTo>
                  <a:lnTo>
                    <a:pt x="850" y="475"/>
                  </a:lnTo>
                  <a:lnTo>
                    <a:pt x="830" y="356"/>
                  </a:lnTo>
                  <a:lnTo>
                    <a:pt x="830" y="376"/>
                  </a:lnTo>
                  <a:lnTo>
                    <a:pt x="810" y="376"/>
                  </a:lnTo>
                  <a:lnTo>
                    <a:pt x="810" y="396"/>
                  </a:lnTo>
                  <a:lnTo>
                    <a:pt x="810" y="415"/>
                  </a:lnTo>
                  <a:lnTo>
                    <a:pt x="830" y="396"/>
                  </a:lnTo>
                  <a:lnTo>
                    <a:pt x="830" y="435"/>
                  </a:lnTo>
                  <a:lnTo>
                    <a:pt x="810" y="435"/>
                  </a:lnTo>
                  <a:lnTo>
                    <a:pt x="790" y="415"/>
                  </a:lnTo>
                  <a:lnTo>
                    <a:pt x="790" y="475"/>
                  </a:lnTo>
                  <a:lnTo>
                    <a:pt x="810" y="455"/>
                  </a:lnTo>
                  <a:lnTo>
                    <a:pt x="810" y="494"/>
                  </a:lnTo>
                  <a:lnTo>
                    <a:pt x="810" y="514"/>
                  </a:lnTo>
                  <a:lnTo>
                    <a:pt x="790" y="534"/>
                  </a:lnTo>
                  <a:lnTo>
                    <a:pt x="790" y="554"/>
                  </a:lnTo>
                  <a:lnTo>
                    <a:pt x="771" y="593"/>
                  </a:lnTo>
                  <a:lnTo>
                    <a:pt x="771" y="534"/>
                  </a:lnTo>
                  <a:lnTo>
                    <a:pt x="751" y="455"/>
                  </a:lnTo>
                  <a:lnTo>
                    <a:pt x="771" y="455"/>
                  </a:lnTo>
                  <a:lnTo>
                    <a:pt x="771" y="435"/>
                  </a:lnTo>
                  <a:lnTo>
                    <a:pt x="751" y="435"/>
                  </a:lnTo>
                  <a:lnTo>
                    <a:pt x="731" y="494"/>
                  </a:lnTo>
                  <a:lnTo>
                    <a:pt x="731" y="475"/>
                  </a:lnTo>
                  <a:lnTo>
                    <a:pt x="711" y="415"/>
                  </a:lnTo>
                  <a:lnTo>
                    <a:pt x="692" y="376"/>
                  </a:lnTo>
                  <a:lnTo>
                    <a:pt x="672" y="376"/>
                  </a:lnTo>
                  <a:lnTo>
                    <a:pt x="711" y="455"/>
                  </a:lnTo>
                  <a:lnTo>
                    <a:pt x="692" y="475"/>
                  </a:lnTo>
                  <a:lnTo>
                    <a:pt x="711" y="534"/>
                  </a:lnTo>
                  <a:lnTo>
                    <a:pt x="692" y="494"/>
                  </a:lnTo>
                  <a:lnTo>
                    <a:pt x="672" y="475"/>
                  </a:lnTo>
                  <a:lnTo>
                    <a:pt x="672" y="573"/>
                  </a:lnTo>
                  <a:lnTo>
                    <a:pt x="652" y="534"/>
                  </a:lnTo>
                  <a:lnTo>
                    <a:pt x="652" y="573"/>
                  </a:lnTo>
                  <a:lnTo>
                    <a:pt x="672" y="613"/>
                  </a:lnTo>
                  <a:lnTo>
                    <a:pt x="672" y="652"/>
                  </a:lnTo>
                  <a:lnTo>
                    <a:pt x="652" y="633"/>
                  </a:lnTo>
                  <a:lnTo>
                    <a:pt x="632" y="573"/>
                  </a:lnTo>
                  <a:lnTo>
                    <a:pt x="632" y="633"/>
                  </a:lnTo>
                  <a:lnTo>
                    <a:pt x="632" y="652"/>
                  </a:lnTo>
                  <a:lnTo>
                    <a:pt x="652" y="692"/>
                  </a:lnTo>
                  <a:lnTo>
                    <a:pt x="652" y="731"/>
                  </a:lnTo>
                  <a:lnTo>
                    <a:pt x="613" y="672"/>
                  </a:lnTo>
                  <a:lnTo>
                    <a:pt x="613" y="633"/>
                  </a:lnTo>
                  <a:lnTo>
                    <a:pt x="593" y="573"/>
                  </a:lnTo>
                  <a:lnTo>
                    <a:pt x="593" y="554"/>
                  </a:lnTo>
                  <a:lnTo>
                    <a:pt x="573" y="554"/>
                  </a:lnTo>
                  <a:lnTo>
                    <a:pt x="573" y="494"/>
                  </a:lnTo>
                  <a:lnTo>
                    <a:pt x="553" y="514"/>
                  </a:lnTo>
                  <a:lnTo>
                    <a:pt x="573" y="573"/>
                  </a:lnTo>
                  <a:lnTo>
                    <a:pt x="573" y="633"/>
                  </a:lnTo>
                  <a:lnTo>
                    <a:pt x="553" y="554"/>
                  </a:lnTo>
                  <a:lnTo>
                    <a:pt x="534" y="573"/>
                  </a:lnTo>
                  <a:lnTo>
                    <a:pt x="553" y="593"/>
                  </a:lnTo>
                  <a:lnTo>
                    <a:pt x="573" y="672"/>
                  </a:lnTo>
                  <a:lnTo>
                    <a:pt x="593" y="731"/>
                  </a:lnTo>
                  <a:lnTo>
                    <a:pt x="593" y="771"/>
                  </a:lnTo>
                  <a:lnTo>
                    <a:pt x="613" y="830"/>
                  </a:lnTo>
                  <a:lnTo>
                    <a:pt x="613" y="850"/>
                  </a:lnTo>
                  <a:lnTo>
                    <a:pt x="553" y="771"/>
                  </a:lnTo>
                  <a:lnTo>
                    <a:pt x="534" y="633"/>
                  </a:lnTo>
                  <a:lnTo>
                    <a:pt x="494" y="475"/>
                  </a:lnTo>
                  <a:lnTo>
                    <a:pt x="474" y="514"/>
                  </a:lnTo>
                  <a:lnTo>
                    <a:pt x="455" y="494"/>
                  </a:lnTo>
                  <a:lnTo>
                    <a:pt x="474" y="593"/>
                  </a:lnTo>
                  <a:lnTo>
                    <a:pt x="494" y="692"/>
                  </a:lnTo>
                  <a:lnTo>
                    <a:pt x="474" y="672"/>
                  </a:lnTo>
                  <a:lnTo>
                    <a:pt x="474" y="692"/>
                  </a:lnTo>
                  <a:lnTo>
                    <a:pt x="455" y="731"/>
                  </a:lnTo>
                  <a:lnTo>
                    <a:pt x="474" y="791"/>
                  </a:lnTo>
                  <a:lnTo>
                    <a:pt x="494" y="870"/>
                  </a:lnTo>
                  <a:lnTo>
                    <a:pt x="494" y="889"/>
                  </a:lnTo>
                  <a:lnTo>
                    <a:pt x="494" y="949"/>
                  </a:lnTo>
                  <a:lnTo>
                    <a:pt x="474" y="889"/>
                  </a:lnTo>
                  <a:lnTo>
                    <a:pt x="455" y="870"/>
                  </a:lnTo>
                  <a:lnTo>
                    <a:pt x="455" y="909"/>
                  </a:lnTo>
                  <a:lnTo>
                    <a:pt x="435" y="850"/>
                  </a:lnTo>
                  <a:lnTo>
                    <a:pt x="455" y="830"/>
                  </a:lnTo>
                  <a:lnTo>
                    <a:pt x="455" y="810"/>
                  </a:lnTo>
                  <a:lnTo>
                    <a:pt x="435" y="791"/>
                  </a:lnTo>
                  <a:lnTo>
                    <a:pt x="395" y="692"/>
                  </a:lnTo>
                  <a:lnTo>
                    <a:pt x="415" y="751"/>
                  </a:lnTo>
                  <a:lnTo>
                    <a:pt x="415" y="810"/>
                  </a:lnTo>
                  <a:lnTo>
                    <a:pt x="395" y="751"/>
                  </a:lnTo>
                  <a:lnTo>
                    <a:pt x="356" y="751"/>
                  </a:lnTo>
                  <a:lnTo>
                    <a:pt x="316" y="652"/>
                  </a:lnTo>
                  <a:lnTo>
                    <a:pt x="316" y="731"/>
                  </a:lnTo>
                  <a:lnTo>
                    <a:pt x="316" y="791"/>
                  </a:lnTo>
                  <a:lnTo>
                    <a:pt x="336" y="830"/>
                  </a:lnTo>
                  <a:lnTo>
                    <a:pt x="336" y="889"/>
                  </a:lnTo>
                  <a:lnTo>
                    <a:pt x="356" y="909"/>
                  </a:lnTo>
                  <a:lnTo>
                    <a:pt x="356" y="870"/>
                  </a:lnTo>
                  <a:lnTo>
                    <a:pt x="356" y="830"/>
                  </a:lnTo>
                  <a:lnTo>
                    <a:pt x="376" y="870"/>
                  </a:lnTo>
                  <a:lnTo>
                    <a:pt x="356" y="751"/>
                  </a:lnTo>
                  <a:lnTo>
                    <a:pt x="376" y="791"/>
                  </a:lnTo>
                  <a:lnTo>
                    <a:pt x="395" y="889"/>
                  </a:lnTo>
                  <a:lnTo>
                    <a:pt x="395" y="929"/>
                  </a:lnTo>
                  <a:lnTo>
                    <a:pt x="395" y="949"/>
                  </a:lnTo>
                  <a:lnTo>
                    <a:pt x="415" y="988"/>
                  </a:lnTo>
                  <a:lnTo>
                    <a:pt x="435" y="988"/>
                  </a:lnTo>
                  <a:lnTo>
                    <a:pt x="474" y="1087"/>
                  </a:lnTo>
                  <a:lnTo>
                    <a:pt x="494" y="1225"/>
                  </a:lnTo>
                  <a:lnTo>
                    <a:pt x="474" y="1166"/>
                  </a:lnTo>
                  <a:lnTo>
                    <a:pt x="474" y="1265"/>
                  </a:lnTo>
                  <a:lnTo>
                    <a:pt x="455" y="1205"/>
                  </a:lnTo>
                  <a:lnTo>
                    <a:pt x="455" y="1245"/>
                  </a:lnTo>
                  <a:lnTo>
                    <a:pt x="455" y="1284"/>
                  </a:lnTo>
                  <a:lnTo>
                    <a:pt x="474" y="1344"/>
                  </a:lnTo>
                  <a:lnTo>
                    <a:pt x="474" y="1344"/>
                  </a:lnTo>
                  <a:lnTo>
                    <a:pt x="455" y="1324"/>
                  </a:lnTo>
                  <a:lnTo>
                    <a:pt x="435" y="1265"/>
                  </a:lnTo>
                  <a:lnTo>
                    <a:pt x="415" y="1245"/>
                  </a:lnTo>
                  <a:lnTo>
                    <a:pt x="376" y="1107"/>
                  </a:lnTo>
                  <a:lnTo>
                    <a:pt x="376" y="1146"/>
                  </a:lnTo>
                  <a:lnTo>
                    <a:pt x="336" y="929"/>
                  </a:lnTo>
                  <a:lnTo>
                    <a:pt x="297" y="909"/>
                  </a:lnTo>
                  <a:lnTo>
                    <a:pt x="277" y="929"/>
                  </a:lnTo>
                  <a:lnTo>
                    <a:pt x="297" y="1028"/>
                  </a:lnTo>
                  <a:lnTo>
                    <a:pt x="297" y="1047"/>
                  </a:lnTo>
                  <a:lnTo>
                    <a:pt x="316" y="1087"/>
                  </a:lnTo>
                  <a:lnTo>
                    <a:pt x="297" y="1087"/>
                  </a:lnTo>
                  <a:lnTo>
                    <a:pt x="297" y="1107"/>
                  </a:lnTo>
                  <a:lnTo>
                    <a:pt x="257" y="949"/>
                  </a:lnTo>
                  <a:lnTo>
                    <a:pt x="257" y="968"/>
                  </a:lnTo>
                  <a:lnTo>
                    <a:pt x="218" y="929"/>
                  </a:lnTo>
                  <a:lnTo>
                    <a:pt x="218" y="889"/>
                  </a:lnTo>
                  <a:lnTo>
                    <a:pt x="237" y="889"/>
                  </a:lnTo>
                  <a:lnTo>
                    <a:pt x="277" y="929"/>
                  </a:lnTo>
                  <a:lnTo>
                    <a:pt x="277" y="929"/>
                  </a:lnTo>
                  <a:lnTo>
                    <a:pt x="237" y="771"/>
                  </a:lnTo>
                  <a:lnTo>
                    <a:pt x="237" y="810"/>
                  </a:lnTo>
                  <a:lnTo>
                    <a:pt x="218" y="791"/>
                  </a:lnTo>
                  <a:lnTo>
                    <a:pt x="198" y="731"/>
                  </a:lnTo>
                  <a:lnTo>
                    <a:pt x="218" y="810"/>
                  </a:lnTo>
                  <a:lnTo>
                    <a:pt x="237" y="889"/>
                  </a:lnTo>
                  <a:lnTo>
                    <a:pt x="237" y="889"/>
                  </a:lnTo>
                  <a:lnTo>
                    <a:pt x="218" y="870"/>
                  </a:lnTo>
                  <a:lnTo>
                    <a:pt x="198" y="850"/>
                  </a:lnTo>
                  <a:lnTo>
                    <a:pt x="178" y="830"/>
                  </a:lnTo>
                  <a:lnTo>
                    <a:pt x="178" y="810"/>
                  </a:lnTo>
                  <a:lnTo>
                    <a:pt x="158" y="810"/>
                  </a:lnTo>
                  <a:lnTo>
                    <a:pt x="139" y="771"/>
                  </a:lnTo>
                  <a:lnTo>
                    <a:pt x="158" y="870"/>
                  </a:lnTo>
                  <a:lnTo>
                    <a:pt x="119" y="810"/>
                  </a:lnTo>
                  <a:lnTo>
                    <a:pt x="99" y="751"/>
                  </a:lnTo>
                  <a:lnTo>
                    <a:pt x="119" y="830"/>
                  </a:lnTo>
                  <a:lnTo>
                    <a:pt x="119" y="870"/>
                  </a:lnTo>
                  <a:lnTo>
                    <a:pt x="139" y="929"/>
                  </a:lnTo>
                  <a:lnTo>
                    <a:pt x="158" y="988"/>
                  </a:lnTo>
                  <a:lnTo>
                    <a:pt x="158" y="1008"/>
                  </a:lnTo>
                  <a:lnTo>
                    <a:pt x="178" y="1047"/>
                  </a:lnTo>
                  <a:lnTo>
                    <a:pt x="158" y="1047"/>
                  </a:lnTo>
                  <a:lnTo>
                    <a:pt x="99" y="850"/>
                  </a:lnTo>
                  <a:lnTo>
                    <a:pt x="99" y="870"/>
                  </a:lnTo>
                  <a:lnTo>
                    <a:pt x="79" y="870"/>
                  </a:lnTo>
                  <a:lnTo>
                    <a:pt x="99" y="929"/>
                  </a:lnTo>
                  <a:lnTo>
                    <a:pt x="119" y="968"/>
                  </a:lnTo>
                  <a:lnTo>
                    <a:pt x="119" y="988"/>
                  </a:lnTo>
                  <a:lnTo>
                    <a:pt x="99" y="988"/>
                  </a:lnTo>
                  <a:lnTo>
                    <a:pt x="119" y="1028"/>
                  </a:lnTo>
                  <a:lnTo>
                    <a:pt x="139" y="1146"/>
                  </a:lnTo>
                  <a:lnTo>
                    <a:pt x="119" y="1107"/>
                  </a:lnTo>
                  <a:lnTo>
                    <a:pt x="79" y="1008"/>
                  </a:lnTo>
                  <a:lnTo>
                    <a:pt x="20" y="889"/>
                  </a:lnTo>
                  <a:lnTo>
                    <a:pt x="20" y="909"/>
                  </a:lnTo>
                  <a:lnTo>
                    <a:pt x="0" y="909"/>
                  </a:lnTo>
                  <a:lnTo>
                    <a:pt x="20" y="929"/>
                  </a:lnTo>
                  <a:lnTo>
                    <a:pt x="40" y="968"/>
                  </a:lnTo>
                  <a:lnTo>
                    <a:pt x="40" y="988"/>
                  </a:lnTo>
                  <a:lnTo>
                    <a:pt x="79" y="1107"/>
                  </a:lnTo>
                  <a:lnTo>
                    <a:pt x="79" y="1097"/>
                  </a:lnTo>
                  <a:lnTo>
                    <a:pt x="99" y="1166"/>
                  </a:lnTo>
                  <a:lnTo>
                    <a:pt x="107" y="1186"/>
                  </a:lnTo>
                  <a:lnTo>
                    <a:pt x="107" y="1186"/>
                  </a:lnTo>
                  <a:lnTo>
                    <a:pt x="99" y="1146"/>
                  </a:lnTo>
                  <a:lnTo>
                    <a:pt x="99" y="1107"/>
                  </a:lnTo>
                  <a:lnTo>
                    <a:pt x="119" y="1166"/>
                  </a:lnTo>
                  <a:lnTo>
                    <a:pt x="139" y="1166"/>
                  </a:lnTo>
                  <a:lnTo>
                    <a:pt x="158" y="1186"/>
                  </a:lnTo>
                  <a:lnTo>
                    <a:pt x="178" y="1225"/>
                  </a:lnTo>
                  <a:lnTo>
                    <a:pt x="158" y="1146"/>
                  </a:lnTo>
                  <a:lnTo>
                    <a:pt x="139" y="1067"/>
                  </a:lnTo>
                  <a:lnTo>
                    <a:pt x="158" y="1087"/>
                  </a:lnTo>
                  <a:lnTo>
                    <a:pt x="178" y="1126"/>
                  </a:lnTo>
                  <a:lnTo>
                    <a:pt x="178" y="1166"/>
                  </a:lnTo>
                  <a:lnTo>
                    <a:pt x="198" y="1245"/>
                  </a:lnTo>
                  <a:lnTo>
                    <a:pt x="237" y="1383"/>
                  </a:lnTo>
                  <a:lnTo>
                    <a:pt x="237" y="1462"/>
                  </a:lnTo>
                  <a:lnTo>
                    <a:pt x="257" y="1521"/>
                  </a:lnTo>
                  <a:lnTo>
                    <a:pt x="257" y="1502"/>
                  </a:lnTo>
                  <a:lnTo>
                    <a:pt x="297" y="1581"/>
                  </a:lnTo>
                  <a:lnTo>
                    <a:pt x="316" y="1620"/>
                  </a:lnTo>
                  <a:lnTo>
                    <a:pt x="316" y="1660"/>
                  </a:lnTo>
                  <a:lnTo>
                    <a:pt x="336" y="1699"/>
                  </a:lnTo>
                  <a:lnTo>
                    <a:pt x="336" y="1679"/>
                  </a:lnTo>
                  <a:lnTo>
                    <a:pt x="316" y="1581"/>
                  </a:lnTo>
                  <a:lnTo>
                    <a:pt x="336" y="1581"/>
                  </a:lnTo>
                  <a:lnTo>
                    <a:pt x="336" y="1561"/>
                  </a:lnTo>
                  <a:lnTo>
                    <a:pt x="336" y="1541"/>
                  </a:lnTo>
                  <a:lnTo>
                    <a:pt x="356" y="1561"/>
                  </a:lnTo>
                  <a:lnTo>
                    <a:pt x="336" y="1482"/>
                  </a:lnTo>
                  <a:lnTo>
                    <a:pt x="336" y="1462"/>
                  </a:lnTo>
                  <a:lnTo>
                    <a:pt x="336" y="1442"/>
                  </a:lnTo>
                  <a:lnTo>
                    <a:pt x="356" y="1521"/>
                  </a:lnTo>
                  <a:lnTo>
                    <a:pt x="376" y="1502"/>
                  </a:lnTo>
                  <a:lnTo>
                    <a:pt x="356" y="1403"/>
                  </a:lnTo>
                  <a:lnTo>
                    <a:pt x="316" y="1324"/>
                  </a:lnTo>
                  <a:lnTo>
                    <a:pt x="297" y="1265"/>
                  </a:lnTo>
                  <a:lnTo>
                    <a:pt x="316" y="1304"/>
                  </a:lnTo>
                  <a:lnTo>
                    <a:pt x="336" y="1324"/>
                  </a:lnTo>
                  <a:lnTo>
                    <a:pt x="395" y="1462"/>
                  </a:lnTo>
                  <a:lnTo>
                    <a:pt x="376" y="1363"/>
                  </a:lnTo>
                  <a:lnTo>
                    <a:pt x="415" y="1482"/>
                  </a:lnTo>
                  <a:lnTo>
                    <a:pt x="415" y="1541"/>
                  </a:lnTo>
                  <a:lnTo>
                    <a:pt x="395" y="1521"/>
                  </a:lnTo>
                  <a:lnTo>
                    <a:pt x="395" y="1541"/>
                  </a:lnTo>
                  <a:lnTo>
                    <a:pt x="376" y="1521"/>
                  </a:lnTo>
                  <a:lnTo>
                    <a:pt x="376" y="1521"/>
                  </a:lnTo>
                  <a:lnTo>
                    <a:pt x="395" y="1581"/>
                  </a:lnTo>
                  <a:lnTo>
                    <a:pt x="395" y="1600"/>
                  </a:lnTo>
                  <a:lnTo>
                    <a:pt x="435" y="1679"/>
                  </a:lnTo>
                  <a:lnTo>
                    <a:pt x="474" y="1798"/>
                  </a:lnTo>
                  <a:lnTo>
                    <a:pt x="474" y="1818"/>
                  </a:lnTo>
                  <a:lnTo>
                    <a:pt x="494" y="1837"/>
                  </a:lnTo>
                  <a:lnTo>
                    <a:pt x="455" y="1640"/>
                  </a:lnTo>
                  <a:lnTo>
                    <a:pt x="455" y="1600"/>
                  </a:lnTo>
                  <a:lnTo>
                    <a:pt x="474" y="1620"/>
                  </a:lnTo>
                  <a:lnTo>
                    <a:pt x="474" y="1660"/>
                  </a:lnTo>
                  <a:lnTo>
                    <a:pt x="494" y="1739"/>
                  </a:lnTo>
                  <a:lnTo>
                    <a:pt x="494" y="1719"/>
                  </a:lnTo>
                  <a:lnTo>
                    <a:pt x="514" y="1739"/>
                  </a:lnTo>
                  <a:lnTo>
                    <a:pt x="494" y="1699"/>
                  </a:lnTo>
                  <a:lnTo>
                    <a:pt x="514" y="1719"/>
                  </a:lnTo>
                  <a:lnTo>
                    <a:pt x="553" y="1778"/>
                  </a:lnTo>
                  <a:lnTo>
                    <a:pt x="553" y="1798"/>
                  </a:lnTo>
                  <a:lnTo>
                    <a:pt x="534" y="1778"/>
                  </a:lnTo>
                  <a:lnTo>
                    <a:pt x="534" y="1798"/>
                  </a:lnTo>
                  <a:lnTo>
                    <a:pt x="553" y="1837"/>
                  </a:lnTo>
                  <a:lnTo>
                    <a:pt x="534" y="1837"/>
                  </a:lnTo>
                  <a:lnTo>
                    <a:pt x="553" y="1877"/>
                  </a:lnTo>
                  <a:lnTo>
                    <a:pt x="573" y="1897"/>
                  </a:lnTo>
                  <a:lnTo>
                    <a:pt x="573" y="1857"/>
                  </a:lnTo>
                  <a:lnTo>
                    <a:pt x="593" y="1936"/>
                  </a:lnTo>
                  <a:lnTo>
                    <a:pt x="613" y="1936"/>
                  </a:lnTo>
                  <a:lnTo>
                    <a:pt x="613" y="1956"/>
                  </a:lnTo>
                  <a:lnTo>
                    <a:pt x="632" y="1956"/>
                  </a:lnTo>
                  <a:lnTo>
                    <a:pt x="632" y="1877"/>
                  </a:lnTo>
                  <a:lnTo>
                    <a:pt x="613" y="1778"/>
                  </a:lnTo>
                  <a:lnTo>
                    <a:pt x="652" y="1897"/>
                  </a:lnTo>
                  <a:lnTo>
                    <a:pt x="672" y="1936"/>
                  </a:lnTo>
                  <a:lnTo>
                    <a:pt x="632" y="1818"/>
                  </a:lnTo>
                  <a:lnTo>
                    <a:pt x="632" y="1739"/>
                  </a:lnTo>
                  <a:lnTo>
                    <a:pt x="652" y="1818"/>
                  </a:lnTo>
                  <a:lnTo>
                    <a:pt x="657" y="1840"/>
                  </a:lnTo>
                  <a:lnTo>
                    <a:pt x="692" y="1857"/>
                  </a:lnTo>
                  <a:lnTo>
                    <a:pt x="711" y="1916"/>
                  </a:lnTo>
                  <a:lnTo>
                    <a:pt x="711" y="1857"/>
                  </a:lnTo>
                  <a:lnTo>
                    <a:pt x="692" y="1778"/>
                  </a:lnTo>
                  <a:lnTo>
                    <a:pt x="692" y="1818"/>
                  </a:lnTo>
                  <a:lnTo>
                    <a:pt x="672" y="1739"/>
                  </a:lnTo>
                  <a:lnTo>
                    <a:pt x="672" y="1739"/>
                  </a:lnTo>
                  <a:lnTo>
                    <a:pt x="692" y="1758"/>
                  </a:lnTo>
                  <a:lnTo>
                    <a:pt x="711" y="1798"/>
                  </a:lnTo>
                  <a:lnTo>
                    <a:pt x="731" y="1837"/>
                  </a:lnTo>
                  <a:lnTo>
                    <a:pt x="751" y="1837"/>
                  </a:lnTo>
                  <a:lnTo>
                    <a:pt x="771" y="1877"/>
                  </a:lnTo>
                  <a:lnTo>
                    <a:pt x="771" y="1818"/>
                  </a:lnTo>
                  <a:lnTo>
                    <a:pt x="731" y="1739"/>
                  </a:lnTo>
                  <a:lnTo>
                    <a:pt x="731" y="1739"/>
                  </a:lnTo>
                  <a:lnTo>
                    <a:pt x="751" y="1758"/>
                  </a:lnTo>
                  <a:lnTo>
                    <a:pt x="771" y="1798"/>
                  </a:lnTo>
                  <a:lnTo>
                    <a:pt x="771" y="1818"/>
                  </a:lnTo>
                  <a:lnTo>
                    <a:pt x="790" y="1818"/>
                  </a:lnTo>
                  <a:lnTo>
                    <a:pt x="781" y="1783"/>
                  </a:lnTo>
                  <a:lnTo>
                    <a:pt x="781" y="1783"/>
                  </a:lnTo>
                  <a:lnTo>
                    <a:pt x="810" y="1857"/>
                  </a:lnTo>
                  <a:lnTo>
                    <a:pt x="810" y="1837"/>
                  </a:lnTo>
                  <a:lnTo>
                    <a:pt x="830" y="1857"/>
                  </a:lnTo>
                  <a:lnTo>
                    <a:pt x="830" y="1837"/>
                  </a:lnTo>
                  <a:lnTo>
                    <a:pt x="830" y="1798"/>
                  </a:lnTo>
                  <a:lnTo>
                    <a:pt x="830" y="1739"/>
                  </a:lnTo>
                  <a:lnTo>
                    <a:pt x="850" y="1719"/>
                  </a:lnTo>
                  <a:lnTo>
                    <a:pt x="869" y="1818"/>
                  </a:lnTo>
                  <a:lnTo>
                    <a:pt x="850" y="1837"/>
                  </a:lnTo>
                  <a:lnTo>
                    <a:pt x="869" y="1877"/>
                  </a:lnTo>
                  <a:lnTo>
                    <a:pt x="869" y="1857"/>
                  </a:lnTo>
                  <a:lnTo>
                    <a:pt x="889" y="1857"/>
                  </a:lnTo>
                  <a:lnTo>
                    <a:pt x="889" y="1837"/>
                  </a:lnTo>
                  <a:lnTo>
                    <a:pt x="869" y="1758"/>
                  </a:lnTo>
                  <a:lnTo>
                    <a:pt x="869" y="1739"/>
                  </a:lnTo>
                  <a:lnTo>
                    <a:pt x="889" y="1758"/>
                  </a:lnTo>
                  <a:lnTo>
                    <a:pt x="889" y="1739"/>
                  </a:lnTo>
                  <a:lnTo>
                    <a:pt x="909" y="1719"/>
                  </a:lnTo>
                  <a:lnTo>
                    <a:pt x="889" y="1620"/>
                  </a:lnTo>
                  <a:lnTo>
                    <a:pt x="889" y="1640"/>
                  </a:lnTo>
                  <a:lnTo>
                    <a:pt x="869" y="1581"/>
                  </a:lnTo>
                  <a:lnTo>
                    <a:pt x="869" y="1620"/>
                  </a:lnTo>
                  <a:lnTo>
                    <a:pt x="869" y="1640"/>
                  </a:lnTo>
                  <a:lnTo>
                    <a:pt x="830" y="1581"/>
                  </a:lnTo>
                  <a:lnTo>
                    <a:pt x="830" y="1541"/>
                  </a:lnTo>
                  <a:lnTo>
                    <a:pt x="810" y="1462"/>
                  </a:lnTo>
                  <a:lnTo>
                    <a:pt x="810" y="1383"/>
                  </a:lnTo>
                  <a:lnTo>
                    <a:pt x="810" y="1344"/>
                  </a:lnTo>
                  <a:lnTo>
                    <a:pt x="830" y="1423"/>
                  </a:lnTo>
                  <a:lnTo>
                    <a:pt x="830" y="1462"/>
                  </a:lnTo>
                  <a:lnTo>
                    <a:pt x="845" y="1462"/>
                  </a:lnTo>
                  <a:lnTo>
                    <a:pt x="830" y="1403"/>
                  </a:lnTo>
                  <a:lnTo>
                    <a:pt x="830" y="1363"/>
                  </a:lnTo>
                  <a:lnTo>
                    <a:pt x="850" y="1403"/>
                  </a:lnTo>
                  <a:lnTo>
                    <a:pt x="850" y="1363"/>
                  </a:lnTo>
                  <a:lnTo>
                    <a:pt x="869" y="1423"/>
                  </a:lnTo>
                  <a:lnTo>
                    <a:pt x="869" y="1462"/>
                  </a:lnTo>
                  <a:lnTo>
                    <a:pt x="869" y="1502"/>
                  </a:lnTo>
                  <a:lnTo>
                    <a:pt x="909" y="1620"/>
                  </a:lnTo>
                  <a:lnTo>
                    <a:pt x="929" y="1739"/>
                  </a:lnTo>
                  <a:lnTo>
                    <a:pt x="948" y="1778"/>
                  </a:lnTo>
                  <a:lnTo>
                    <a:pt x="948" y="1739"/>
                  </a:lnTo>
                  <a:lnTo>
                    <a:pt x="968" y="1739"/>
                  </a:lnTo>
                  <a:lnTo>
                    <a:pt x="968" y="1679"/>
                  </a:lnTo>
                  <a:lnTo>
                    <a:pt x="988" y="1739"/>
                  </a:lnTo>
                  <a:lnTo>
                    <a:pt x="1008" y="1679"/>
                  </a:lnTo>
                  <a:lnTo>
                    <a:pt x="1027" y="1758"/>
                  </a:lnTo>
                  <a:lnTo>
                    <a:pt x="1047" y="1758"/>
                  </a:lnTo>
                  <a:lnTo>
                    <a:pt x="1047" y="1699"/>
                  </a:lnTo>
                  <a:lnTo>
                    <a:pt x="1047" y="1640"/>
                  </a:lnTo>
                  <a:lnTo>
                    <a:pt x="1067" y="1640"/>
                  </a:lnTo>
                  <a:lnTo>
                    <a:pt x="1087" y="1679"/>
                  </a:lnTo>
                  <a:lnTo>
                    <a:pt x="1087" y="1640"/>
                  </a:lnTo>
                  <a:lnTo>
                    <a:pt x="1106" y="1699"/>
                  </a:lnTo>
                  <a:lnTo>
                    <a:pt x="1106" y="1679"/>
                  </a:lnTo>
                  <a:lnTo>
                    <a:pt x="1126" y="1640"/>
                  </a:lnTo>
                  <a:lnTo>
                    <a:pt x="1146" y="1699"/>
                  </a:lnTo>
                  <a:lnTo>
                    <a:pt x="1146" y="1660"/>
                  </a:lnTo>
                  <a:lnTo>
                    <a:pt x="1146" y="1581"/>
                  </a:lnTo>
                  <a:lnTo>
                    <a:pt x="1166" y="1679"/>
                  </a:lnTo>
                  <a:lnTo>
                    <a:pt x="1205" y="1620"/>
                  </a:lnTo>
                  <a:lnTo>
                    <a:pt x="1265" y="1581"/>
                  </a:lnTo>
                  <a:lnTo>
                    <a:pt x="1265" y="1600"/>
                  </a:lnTo>
                  <a:lnTo>
                    <a:pt x="1284" y="1581"/>
                  </a:lnTo>
                  <a:lnTo>
                    <a:pt x="1284" y="1541"/>
                  </a:lnTo>
                  <a:lnTo>
                    <a:pt x="1304" y="1502"/>
                  </a:lnTo>
                  <a:lnTo>
                    <a:pt x="1324" y="1502"/>
                  </a:lnTo>
                  <a:lnTo>
                    <a:pt x="1324" y="1462"/>
                  </a:lnTo>
                  <a:lnTo>
                    <a:pt x="1304" y="1403"/>
                  </a:lnTo>
                  <a:lnTo>
                    <a:pt x="1284" y="1284"/>
                  </a:lnTo>
                  <a:lnTo>
                    <a:pt x="1284" y="1265"/>
                  </a:lnTo>
                  <a:lnTo>
                    <a:pt x="1304" y="1304"/>
                  </a:lnTo>
                  <a:lnTo>
                    <a:pt x="1304" y="1344"/>
                  </a:lnTo>
                  <a:lnTo>
                    <a:pt x="1324" y="1363"/>
                  </a:lnTo>
                  <a:lnTo>
                    <a:pt x="1344" y="1442"/>
                  </a:lnTo>
                  <a:lnTo>
                    <a:pt x="1344" y="1462"/>
                  </a:lnTo>
                  <a:lnTo>
                    <a:pt x="1363" y="1462"/>
                  </a:lnTo>
                  <a:lnTo>
                    <a:pt x="1383" y="1482"/>
                  </a:lnTo>
                  <a:lnTo>
                    <a:pt x="1383" y="1502"/>
                  </a:lnTo>
                  <a:lnTo>
                    <a:pt x="1383" y="1521"/>
                  </a:lnTo>
                  <a:lnTo>
                    <a:pt x="1363" y="1581"/>
                  </a:lnTo>
                  <a:lnTo>
                    <a:pt x="1383" y="1541"/>
                  </a:lnTo>
                  <a:lnTo>
                    <a:pt x="1403" y="1541"/>
                  </a:lnTo>
                  <a:lnTo>
                    <a:pt x="1403" y="1482"/>
                  </a:lnTo>
                  <a:lnTo>
                    <a:pt x="1403" y="1462"/>
                  </a:lnTo>
                  <a:lnTo>
                    <a:pt x="1403" y="1403"/>
                  </a:lnTo>
                  <a:lnTo>
                    <a:pt x="1423" y="1502"/>
                  </a:lnTo>
                  <a:lnTo>
                    <a:pt x="1423" y="1442"/>
                  </a:lnTo>
                  <a:lnTo>
                    <a:pt x="1423" y="1423"/>
                  </a:lnTo>
                  <a:lnTo>
                    <a:pt x="1442" y="1423"/>
                  </a:lnTo>
                  <a:lnTo>
                    <a:pt x="1442" y="1442"/>
                  </a:lnTo>
                  <a:lnTo>
                    <a:pt x="1462" y="1502"/>
                  </a:lnTo>
                  <a:lnTo>
                    <a:pt x="1462" y="1462"/>
                  </a:lnTo>
                  <a:lnTo>
                    <a:pt x="1462" y="1442"/>
                  </a:lnTo>
                  <a:lnTo>
                    <a:pt x="1482" y="1482"/>
                  </a:lnTo>
                  <a:lnTo>
                    <a:pt x="1502" y="1502"/>
                  </a:lnTo>
                  <a:lnTo>
                    <a:pt x="1521" y="1502"/>
                  </a:lnTo>
                  <a:lnTo>
                    <a:pt x="1541" y="1521"/>
                  </a:lnTo>
                  <a:lnTo>
                    <a:pt x="1561" y="1482"/>
                  </a:lnTo>
                  <a:lnTo>
                    <a:pt x="1561" y="1423"/>
                  </a:lnTo>
                  <a:lnTo>
                    <a:pt x="1541" y="1403"/>
                  </a:lnTo>
                  <a:lnTo>
                    <a:pt x="1541" y="1344"/>
                  </a:lnTo>
                  <a:lnTo>
                    <a:pt x="1541" y="1324"/>
                  </a:lnTo>
                  <a:lnTo>
                    <a:pt x="1541" y="1304"/>
                  </a:lnTo>
                  <a:lnTo>
                    <a:pt x="1561" y="1344"/>
                  </a:lnTo>
                  <a:lnTo>
                    <a:pt x="1561" y="1383"/>
                  </a:lnTo>
                  <a:lnTo>
                    <a:pt x="1581" y="1423"/>
                  </a:lnTo>
                  <a:lnTo>
                    <a:pt x="1600" y="1423"/>
                  </a:lnTo>
                  <a:lnTo>
                    <a:pt x="1600" y="1462"/>
                  </a:lnTo>
                  <a:lnTo>
                    <a:pt x="1620" y="1442"/>
                  </a:lnTo>
                  <a:lnTo>
                    <a:pt x="1620" y="1482"/>
                  </a:lnTo>
                  <a:lnTo>
                    <a:pt x="1640" y="1462"/>
                  </a:lnTo>
                  <a:lnTo>
                    <a:pt x="1640" y="1423"/>
                  </a:lnTo>
                  <a:lnTo>
                    <a:pt x="1660" y="1324"/>
                  </a:lnTo>
                  <a:lnTo>
                    <a:pt x="1660" y="1344"/>
                  </a:lnTo>
                  <a:lnTo>
                    <a:pt x="1679" y="1265"/>
                  </a:lnTo>
                  <a:lnTo>
                    <a:pt x="1679" y="1205"/>
                  </a:lnTo>
                  <a:lnTo>
                    <a:pt x="1699" y="1265"/>
                  </a:lnTo>
                  <a:lnTo>
                    <a:pt x="1699" y="1324"/>
                  </a:lnTo>
                  <a:lnTo>
                    <a:pt x="1679" y="1324"/>
                  </a:lnTo>
                  <a:lnTo>
                    <a:pt x="1699" y="1403"/>
                  </a:lnTo>
                  <a:lnTo>
                    <a:pt x="1719" y="1423"/>
                  </a:lnTo>
                  <a:lnTo>
                    <a:pt x="1739" y="1442"/>
                  </a:lnTo>
                  <a:lnTo>
                    <a:pt x="1758" y="1423"/>
                  </a:lnTo>
                  <a:lnTo>
                    <a:pt x="1778" y="1403"/>
                  </a:lnTo>
                  <a:lnTo>
                    <a:pt x="1798" y="1383"/>
                  </a:lnTo>
                  <a:lnTo>
                    <a:pt x="1798" y="1363"/>
                  </a:lnTo>
                  <a:lnTo>
                    <a:pt x="1837" y="1423"/>
                  </a:lnTo>
                  <a:lnTo>
                    <a:pt x="1857" y="1403"/>
                  </a:lnTo>
                  <a:lnTo>
                    <a:pt x="1877" y="1403"/>
                  </a:lnTo>
                  <a:lnTo>
                    <a:pt x="1897" y="1344"/>
                  </a:lnTo>
                  <a:lnTo>
                    <a:pt x="1897" y="1403"/>
                  </a:lnTo>
                  <a:lnTo>
                    <a:pt x="1916" y="1304"/>
                  </a:lnTo>
                  <a:lnTo>
                    <a:pt x="1936" y="1265"/>
                  </a:lnTo>
                  <a:lnTo>
                    <a:pt x="1956" y="1225"/>
                  </a:lnTo>
                  <a:lnTo>
                    <a:pt x="1976" y="1186"/>
                  </a:lnTo>
                  <a:lnTo>
                    <a:pt x="1976" y="1205"/>
                  </a:lnTo>
                  <a:lnTo>
                    <a:pt x="1976" y="1245"/>
                  </a:lnTo>
                  <a:lnTo>
                    <a:pt x="1995" y="1265"/>
                  </a:lnTo>
                  <a:lnTo>
                    <a:pt x="1995" y="1166"/>
                  </a:lnTo>
                  <a:lnTo>
                    <a:pt x="1995" y="1107"/>
                  </a:lnTo>
                  <a:lnTo>
                    <a:pt x="1995" y="1067"/>
                  </a:lnTo>
                  <a:lnTo>
                    <a:pt x="2015" y="1047"/>
                  </a:lnTo>
                  <a:lnTo>
                    <a:pt x="2015" y="1067"/>
                  </a:lnTo>
                  <a:lnTo>
                    <a:pt x="2035" y="1008"/>
                  </a:lnTo>
                  <a:lnTo>
                    <a:pt x="2074" y="988"/>
                  </a:lnTo>
                  <a:lnTo>
                    <a:pt x="2114" y="968"/>
                  </a:lnTo>
                  <a:lnTo>
                    <a:pt x="2173" y="988"/>
                  </a:lnTo>
                  <a:lnTo>
                    <a:pt x="2153" y="1047"/>
                  </a:lnTo>
                  <a:lnTo>
                    <a:pt x="2173" y="1028"/>
                  </a:lnTo>
                  <a:lnTo>
                    <a:pt x="2193" y="1047"/>
                  </a:lnTo>
                  <a:lnTo>
                    <a:pt x="2193" y="1028"/>
                  </a:lnTo>
                  <a:lnTo>
                    <a:pt x="2213" y="1067"/>
                  </a:lnTo>
                  <a:lnTo>
                    <a:pt x="2213" y="1087"/>
                  </a:lnTo>
                  <a:lnTo>
                    <a:pt x="2232" y="1126"/>
                  </a:lnTo>
                  <a:lnTo>
                    <a:pt x="2252" y="1146"/>
                  </a:lnTo>
                  <a:lnTo>
                    <a:pt x="2252" y="1126"/>
                  </a:lnTo>
                  <a:lnTo>
                    <a:pt x="2292" y="1265"/>
                  </a:lnTo>
                  <a:lnTo>
                    <a:pt x="2292" y="1186"/>
                  </a:lnTo>
                  <a:lnTo>
                    <a:pt x="2292" y="1166"/>
                  </a:lnTo>
                  <a:lnTo>
                    <a:pt x="2292" y="1126"/>
                  </a:lnTo>
                  <a:lnTo>
                    <a:pt x="2292" y="1107"/>
                  </a:lnTo>
                  <a:lnTo>
                    <a:pt x="2292" y="929"/>
                  </a:lnTo>
                  <a:lnTo>
                    <a:pt x="2272" y="771"/>
                  </a:lnTo>
                  <a:lnTo>
                    <a:pt x="2252" y="771"/>
                  </a:lnTo>
                  <a:lnTo>
                    <a:pt x="2252" y="712"/>
                  </a:lnTo>
                  <a:lnTo>
                    <a:pt x="2252" y="652"/>
                  </a:lnTo>
                  <a:lnTo>
                    <a:pt x="2232" y="652"/>
                  </a:lnTo>
                  <a:lnTo>
                    <a:pt x="2232" y="672"/>
                  </a:lnTo>
                  <a:lnTo>
                    <a:pt x="2213" y="652"/>
                  </a:lnTo>
                  <a:lnTo>
                    <a:pt x="2193" y="593"/>
                  </a:lnTo>
                  <a:lnTo>
                    <a:pt x="2193" y="534"/>
                  </a:lnTo>
                  <a:lnTo>
                    <a:pt x="2193" y="514"/>
                  </a:lnTo>
                  <a:lnTo>
                    <a:pt x="2173" y="534"/>
                  </a:lnTo>
                  <a:lnTo>
                    <a:pt x="2173" y="554"/>
                  </a:lnTo>
                  <a:lnTo>
                    <a:pt x="2153" y="514"/>
                  </a:lnTo>
                  <a:lnTo>
                    <a:pt x="2153" y="475"/>
                  </a:lnTo>
                  <a:lnTo>
                    <a:pt x="2153" y="455"/>
                  </a:lnTo>
                  <a:lnTo>
                    <a:pt x="2134" y="415"/>
                  </a:lnTo>
                  <a:lnTo>
                    <a:pt x="2134" y="494"/>
                  </a:lnTo>
                  <a:lnTo>
                    <a:pt x="2134" y="554"/>
                  </a:lnTo>
                  <a:lnTo>
                    <a:pt x="2114" y="514"/>
                  </a:lnTo>
                  <a:lnTo>
                    <a:pt x="2134" y="435"/>
                  </a:lnTo>
                  <a:lnTo>
                    <a:pt x="2114" y="396"/>
                  </a:lnTo>
                  <a:lnTo>
                    <a:pt x="2094" y="396"/>
                  </a:lnTo>
                  <a:lnTo>
                    <a:pt x="2094" y="356"/>
                  </a:lnTo>
                  <a:lnTo>
                    <a:pt x="2074" y="297"/>
                  </a:lnTo>
                  <a:lnTo>
                    <a:pt x="2074" y="317"/>
                  </a:lnTo>
                  <a:lnTo>
                    <a:pt x="2074" y="356"/>
                  </a:lnTo>
                  <a:lnTo>
                    <a:pt x="2055" y="356"/>
                  </a:lnTo>
                  <a:lnTo>
                    <a:pt x="2055" y="336"/>
                  </a:lnTo>
                  <a:lnTo>
                    <a:pt x="2055" y="317"/>
                  </a:lnTo>
                  <a:lnTo>
                    <a:pt x="2035" y="297"/>
                  </a:lnTo>
                  <a:lnTo>
                    <a:pt x="2035" y="257"/>
                  </a:lnTo>
                  <a:lnTo>
                    <a:pt x="2015" y="218"/>
                  </a:lnTo>
                  <a:lnTo>
                    <a:pt x="2015" y="257"/>
                  </a:lnTo>
                  <a:lnTo>
                    <a:pt x="1995" y="257"/>
                  </a:lnTo>
                  <a:lnTo>
                    <a:pt x="1995" y="356"/>
                  </a:lnTo>
                  <a:lnTo>
                    <a:pt x="1995" y="415"/>
                  </a:lnTo>
                  <a:lnTo>
                    <a:pt x="1995" y="435"/>
                  </a:lnTo>
                  <a:lnTo>
                    <a:pt x="1976" y="336"/>
                  </a:lnTo>
                  <a:lnTo>
                    <a:pt x="1956" y="198"/>
                  </a:lnTo>
                  <a:lnTo>
                    <a:pt x="1956" y="218"/>
                  </a:lnTo>
                  <a:lnTo>
                    <a:pt x="1936" y="218"/>
                  </a:lnTo>
                  <a:lnTo>
                    <a:pt x="1936" y="178"/>
                  </a:lnTo>
                  <a:lnTo>
                    <a:pt x="1936" y="139"/>
                  </a:lnTo>
                  <a:lnTo>
                    <a:pt x="1916" y="99"/>
                  </a:lnTo>
                  <a:lnTo>
                    <a:pt x="1897" y="80"/>
                  </a:lnTo>
                  <a:lnTo>
                    <a:pt x="1897" y="159"/>
                  </a:lnTo>
                  <a:lnTo>
                    <a:pt x="1877" y="119"/>
                  </a:lnTo>
                  <a:lnTo>
                    <a:pt x="1877" y="99"/>
                  </a:lnTo>
                  <a:lnTo>
                    <a:pt x="1857" y="99"/>
                  </a:lnTo>
                  <a:lnTo>
                    <a:pt x="1837" y="60"/>
                  </a:lnTo>
                  <a:lnTo>
                    <a:pt x="1837" y="159"/>
                  </a:lnTo>
                  <a:lnTo>
                    <a:pt x="1818" y="119"/>
                  </a:lnTo>
                  <a:lnTo>
                    <a:pt x="1818" y="238"/>
                  </a:lnTo>
                  <a:lnTo>
                    <a:pt x="1798" y="178"/>
                  </a:lnTo>
                  <a:lnTo>
                    <a:pt x="1778" y="99"/>
                  </a:lnTo>
                  <a:lnTo>
                    <a:pt x="1778" y="119"/>
                  </a:lnTo>
                  <a:lnTo>
                    <a:pt x="1778" y="198"/>
                  </a:lnTo>
                  <a:lnTo>
                    <a:pt x="1758" y="297"/>
                  </a:lnTo>
                  <a:lnTo>
                    <a:pt x="1739" y="238"/>
                  </a:lnTo>
                  <a:lnTo>
                    <a:pt x="1739" y="159"/>
                  </a:lnTo>
                  <a:lnTo>
                    <a:pt x="1719" y="139"/>
                  </a:lnTo>
                  <a:lnTo>
                    <a:pt x="1699" y="60"/>
                  </a:lnTo>
                  <a:lnTo>
                    <a:pt x="1719" y="178"/>
                  </a:lnTo>
                  <a:lnTo>
                    <a:pt x="1699" y="178"/>
                  </a:lnTo>
                  <a:lnTo>
                    <a:pt x="1699" y="159"/>
                  </a:lnTo>
                  <a:lnTo>
                    <a:pt x="1679" y="99"/>
                  </a:lnTo>
                  <a:lnTo>
                    <a:pt x="1660" y="80"/>
                  </a:lnTo>
                  <a:lnTo>
                    <a:pt x="1640" y="60"/>
                  </a:lnTo>
                  <a:lnTo>
                    <a:pt x="1620" y="40"/>
                  </a:lnTo>
                  <a:lnTo>
                    <a:pt x="1620" y="60"/>
                  </a:lnTo>
                  <a:lnTo>
                    <a:pt x="1640" y="178"/>
                  </a:lnTo>
                  <a:lnTo>
                    <a:pt x="1640" y="238"/>
                  </a:lnTo>
                  <a:lnTo>
                    <a:pt x="1620" y="277"/>
                  </a:lnTo>
                  <a:lnTo>
                    <a:pt x="1640" y="297"/>
                  </a:lnTo>
                  <a:lnTo>
                    <a:pt x="1640" y="336"/>
                  </a:lnTo>
                  <a:lnTo>
                    <a:pt x="1620" y="297"/>
                  </a:lnTo>
                  <a:lnTo>
                    <a:pt x="1620" y="238"/>
                  </a:lnTo>
                  <a:lnTo>
                    <a:pt x="1600" y="257"/>
                  </a:lnTo>
                  <a:lnTo>
                    <a:pt x="1600" y="178"/>
                  </a:lnTo>
                  <a:lnTo>
                    <a:pt x="1581" y="139"/>
                  </a:lnTo>
                  <a:lnTo>
                    <a:pt x="1581" y="80"/>
                  </a:lnTo>
                  <a:lnTo>
                    <a:pt x="1561" y="99"/>
                  </a:lnTo>
                  <a:lnTo>
                    <a:pt x="1561" y="20"/>
                  </a:lnTo>
                  <a:lnTo>
                    <a:pt x="1541" y="40"/>
                  </a:lnTo>
                  <a:lnTo>
                    <a:pt x="1541" y="80"/>
                  </a:lnTo>
                  <a:lnTo>
                    <a:pt x="1521" y="2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3" name="Google Shape;5383;p20"/>
            <p:cNvSpPr/>
            <p:nvPr/>
          </p:nvSpPr>
          <p:spPr>
            <a:xfrm>
              <a:off x="-1317575" y="3999300"/>
              <a:ext cx="25" cy="525"/>
            </a:xfrm>
            <a:custGeom>
              <a:rect b="b" l="l" r="r" t="t"/>
              <a:pathLst>
                <a:path extrusionOk="0" h="21" w="1">
                  <a:moveTo>
                    <a:pt x="0" y="20"/>
                  </a:moveTo>
                  <a:lnTo>
                    <a:pt x="0" y="20"/>
                  </a:ln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4" name="Google Shape;5384;p20"/>
            <p:cNvSpPr/>
            <p:nvPr/>
          </p:nvSpPr>
          <p:spPr>
            <a:xfrm>
              <a:off x="-1297825" y="3967200"/>
              <a:ext cx="25" cy="1025"/>
            </a:xfrm>
            <a:custGeom>
              <a:rect b="b" l="l" r="r" t="t"/>
              <a:pathLst>
                <a:path extrusionOk="0" h="41" w="1">
                  <a:moveTo>
                    <a:pt x="0" y="40"/>
                  </a:moveTo>
                  <a:lnTo>
                    <a:pt x="0" y="40"/>
                  </a:lnTo>
                  <a:lnTo>
                    <a:pt x="0" y="1"/>
                  </a:lnTo>
                  <a:lnTo>
                    <a:pt x="0" y="1"/>
                  </a:lnTo>
                  <a:lnTo>
                    <a:pt x="0" y="40"/>
                  </a:lnTo>
                  <a:lnTo>
                    <a:pt x="0"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20"/>
            <p:cNvSpPr/>
            <p:nvPr/>
          </p:nvSpPr>
          <p:spPr>
            <a:xfrm>
              <a:off x="-1322525" y="3985975"/>
              <a:ext cx="25" cy="500"/>
            </a:xfrm>
            <a:custGeom>
              <a:rect b="b" l="l" r="r" t="t"/>
              <a:pathLst>
                <a:path extrusionOk="0" h="20" w="1">
                  <a:moveTo>
                    <a:pt x="1" y="0"/>
                  </a:moveTo>
                  <a:lnTo>
                    <a:pt x="1" y="0"/>
                  </a:lnTo>
                  <a:lnTo>
                    <a:pt x="1" y="2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6" name="Google Shape;5386;p20"/>
            <p:cNvSpPr/>
            <p:nvPr/>
          </p:nvSpPr>
          <p:spPr>
            <a:xfrm>
              <a:off x="-1189200" y="3983500"/>
              <a:ext cx="25" cy="525"/>
            </a:xfrm>
            <a:custGeom>
              <a:rect b="b" l="l" r="r" t="t"/>
              <a:pathLst>
                <a:path extrusionOk="0" h="21" w="1">
                  <a:moveTo>
                    <a:pt x="1" y="20"/>
                  </a:moveTo>
                  <a:lnTo>
                    <a:pt x="1" y="20"/>
                  </a:lnTo>
                  <a:lnTo>
                    <a:pt x="1" y="0"/>
                  </a:lnTo>
                  <a:lnTo>
                    <a:pt x="1" y="0"/>
                  </a:ln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7" name="Google Shape;5387;p20"/>
            <p:cNvSpPr/>
            <p:nvPr/>
          </p:nvSpPr>
          <p:spPr>
            <a:xfrm>
              <a:off x="-1161050" y="3983000"/>
              <a:ext cx="1025" cy="2500"/>
            </a:xfrm>
            <a:custGeom>
              <a:rect b="b" l="l" r="r" t="t"/>
              <a:pathLst>
                <a:path extrusionOk="0" h="100" w="41">
                  <a:moveTo>
                    <a:pt x="1" y="1"/>
                  </a:moveTo>
                  <a:lnTo>
                    <a:pt x="1" y="80"/>
                  </a:lnTo>
                  <a:lnTo>
                    <a:pt x="21" y="80"/>
                  </a:lnTo>
                  <a:lnTo>
                    <a:pt x="40" y="99"/>
                  </a:lnTo>
                  <a:lnTo>
                    <a:pt x="40" y="99"/>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
            <p:cNvSpPr/>
            <p:nvPr/>
          </p:nvSpPr>
          <p:spPr>
            <a:xfrm>
              <a:off x="-1146725" y="3974600"/>
              <a:ext cx="25" cy="25"/>
            </a:xfrm>
            <a:custGeom>
              <a:rect b="b" l="l" r="r" t="t"/>
              <a:pathLst>
                <a:path extrusionOk="0" h="1" w="1">
                  <a:moveTo>
                    <a:pt x="1" y="1"/>
                  </a:moveTo>
                  <a:lnTo>
                    <a:pt x="1" y="1"/>
                  </a:lnTo>
                  <a:lnTo>
                    <a:pt x="1" y="1"/>
                  </a:lnTo>
                  <a:lnTo>
                    <a:pt x="1" y="1"/>
                  </a:ln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
            <p:cNvSpPr/>
            <p:nvPr/>
          </p:nvSpPr>
          <p:spPr>
            <a:xfrm>
              <a:off x="-1145250" y="3963750"/>
              <a:ext cx="525" cy="525"/>
            </a:xfrm>
            <a:custGeom>
              <a:rect b="b" l="l" r="r" t="t"/>
              <a:pathLst>
                <a:path extrusionOk="0" h="21" w="21">
                  <a:moveTo>
                    <a:pt x="1" y="0"/>
                  </a:moveTo>
                  <a:lnTo>
                    <a:pt x="1" y="20"/>
                  </a:lnTo>
                  <a:lnTo>
                    <a:pt x="21" y="2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0" name="Google Shape;5390;p20"/>
            <p:cNvSpPr/>
            <p:nvPr/>
          </p:nvSpPr>
          <p:spPr>
            <a:xfrm>
              <a:off x="-1144750" y="3964250"/>
              <a:ext cx="4475" cy="5450"/>
            </a:xfrm>
            <a:custGeom>
              <a:rect b="b" l="l" r="r" t="t"/>
              <a:pathLst>
                <a:path extrusionOk="0" h="218" w="179">
                  <a:moveTo>
                    <a:pt x="40" y="79"/>
                  </a:moveTo>
                  <a:lnTo>
                    <a:pt x="40" y="99"/>
                  </a:lnTo>
                  <a:lnTo>
                    <a:pt x="53" y="112"/>
                  </a:lnTo>
                  <a:lnTo>
                    <a:pt x="40" y="79"/>
                  </a:lnTo>
                  <a:close/>
                  <a:moveTo>
                    <a:pt x="1" y="0"/>
                  </a:moveTo>
                  <a:lnTo>
                    <a:pt x="20" y="40"/>
                  </a:lnTo>
                  <a:lnTo>
                    <a:pt x="20" y="59"/>
                  </a:lnTo>
                  <a:lnTo>
                    <a:pt x="40" y="79"/>
                  </a:lnTo>
                  <a:lnTo>
                    <a:pt x="80" y="119"/>
                  </a:lnTo>
                  <a:lnTo>
                    <a:pt x="119" y="119"/>
                  </a:lnTo>
                  <a:lnTo>
                    <a:pt x="99" y="79"/>
                  </a:lnTo>
                  <a:lnTo>
                    <a:pt x="80" y="40"/>
                  </a:lnTo>
                  <a:lnTo>
                    <a:pt x="1" y="0"/>
                  </a:lnTo>
                  <a:close/>
                  <a:moveTo>
                    <a:pt x="53" y="112"/>
                  </a:moveTo>
                  <a:lnTo>
                    <a:pt x="80" y="178"/>
                  </a:lnTo>
                  <a:lnTo>
                    <a:pt x="80" y="138"/>
                  </a:lnTo>
                  <a:lnTo>
                    <a:pt x="60" y="119"/>
                  </a:lnTo>
                  <a:lnTo>
                    <a:pt x="53" y="112"/>
                  </a:lnTo>
                  <a:close/>
                  <a:moveTo>
                    <a:pt x="99" y="40"/>
                  </a:moveTo>
                  <a:lnTo>
                    <a:pt x="119" y="119"/>
                  </a:lnTo>
                  <a:lnTo>
                    <a:pt x="178" y="217"/>
                  </a:lnTo>
                  <a:lnTo>
                    <a:pt x="159" y="119"/>
                  </a:lnTo>
                  <a:lnTo>
                    <a:pt x="159" y="79"/>
                  </a:lnTo>
                  <a:lnTo>
                    <a:pt x="9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1" name="Google Shape;5391;p20"/>
            <p:cNvSpPr/>
            <p:nvPr/>
          </p:nvSpPr>
          <p:spPr>
            <a:xfrm>
              <a:off x="-1198075" y="3951400"/>
              <a:ext cx="54350" cy="41500"/>
            </a:xfrm>
            <a:custGeom>
              <a:rect b="b" l="l" r="r" t="t"/>
              <a:pathLst>
                <a:path extrusionOk="0" h="1660" w="2174">
                  <a:moveTo>
                    <a:pt x="1008" y="0"/>
                  </a:moveTo>
                  <a:lnTo>
                    <a:pt x="988" y="40"/>
                  </a:lnTo>
                  <a:lnTo>
                    <a:pt x="988" y="60"/>
                  </a:lnTo>
                  <a:lnTo>
                    <a:pt x="1008" y="79"/>
                  </a:lnTo>
                  <a:lnTo>
                    <a:pt x="1008" y="60"/>
                  </a:lnTo>
                  <a:lnTo>
                    <a:pt x="1008" y="0"/>
                  </a:lnTo>
                  <a:close/>
                  <a:moveTo>
                    <a:pt x="2035" y="850"/>
                  </a:moveTo>
                  <a:lnTo>
                    <a:pt x="2035" y="870"/>
                  </a:lnTo>
                  <a:lnTo>
                    <a:pt x="2055" y="909"/>
                  </a:lnTo>
                  <a:lnTo>
                    <a:pt x="2055" y="889"/>
                  </a:lnTo>
                  <a:lnTo>
                    <a:pt x="2074" y="889"/>
                  </a:lnTo>
                  <a:lnTo>
                    <a:pt x="2035" y="850"/>
                  </a:lnTo>
                  <a:close/>
                  <a:moveTo>
                    <a:pt x="2015" y="870"/>
                  </a:moveTo>
                  <a:lnTo>
                    <a:pt x="2015" y="889"/>
                  </a:lnTo>
                  <a:lnTo>
                    <a:pt x="1995" y="889"/>
                  </a:lnTo>
                  <a:lnTo>
                    <a:pt x="2035" y="929"/>
                  </a:lnTo>
                  <a:lnTo>
                    <a:pt x="2035" y="889"/>
                  </a:lnTo>
                  <a:lnTo>
                    <a:pt x="2015" y="870"/>
                  </a:lnTo>
                  <a:close/>
                  <a:moveTo>
                    <a:pt x="1837" y="988"/>
                  </a:moveTo>
                  <a:lnTo>
                    <a:pt x="1837" y="1008"/>
                  </a:lnTo>
                  <a:lnTo>
                    <a:pt x="1857" y="1008"/>
                  </a:lnTo>
                  <a:lnTo>
                    <a:pt x="1837" y="988"/>
                  </a:lnTo>
                  <a:close/>
                  <a:moveTo>
                    <a:pt x="1600" y="1028"/>
                  </a:moveTo>
                  <a:lnTo>
                    <a:pt x="1620" y="1087"/>
                  </a:lnTo>
                  <a:lnTo>
                    <a:pt x="1620" y="1067"/>
                  </a:lnTo>
                  <a:lnTo>
                    <a:pt x="1600" y="1028"/>
                  </a:lnTo>
                  <a:close/>
                  <a:moveTo>
                    <a:pt x="1640" y="1107"/>
                  </a:moveTo>
                  <a:lnTo>
                    <a:pt x="1640" y="1126"/>
                  </a:lnTo>
                  <a:lnTo>
                    <a:pt x="1640" y="1146"/>
                  </a:lnTo>
                  <a:lnTo>
                    <a:pt x="1620" y="1146"/>
                  </a:lnTo>
                  <a:lnTo>
                    <a:pt x="1620" y="1166"/>
                  </a:lnTo>
                  <a:lnTo>
                    <a:pt x="1660" y="1245"/>
                  </a:lnTo>
                  <a:lnTo>
                    <a:pt x="1660" y="1225"/>
                  </a:lnTo>
                  <a:lnTo>
                    <a:pt x="1679" y="1245"/>
                  </a:lnTo>
                  <a:lnTo>
                    <a:pt x="1699" y="1265"/>
                  </a:lnTo>
                  <a:lnTo>
                    <a:pt x="1699" y="1265"/>
                  </a:lnTo>
                  <a:lnTo>
                    <a:pt x="1679" y="1225"/>
                  </a:lnTo>
                  <a:lnTo>
                    <a:pt x="1679" y="1205"/>
                  </a:lnTo>
                  <a:lnTo>
                    <a:pt x="1640" y="1107"/>
                  </a:lnTo>
                  <a:close/>
                  <a:moveTo>
                    <a:pt x="1344" y="1265"/>
                  </a:moveTo>
                  <a:lnTo>
                    <a:pt x="1344" y="1265"/>
                  </a:lnTo>
                  <a:lnTo>
                    <a:pt x="1344" y="1265"/>
                  </a:lnTo>
                  <a:close/>
                  <a:moveTo>
                    <a:pt x="1482" y="1265"/>
                  </a:moveTo>
                  <a:lnTo>
                    <a:pt x="1482" y="1265"/>
                  </a:lnTo>
                  <a:lnTo>
                    <a:pt x="1482" y="1265"/>
                  </a:lnTo>
                  <a:close/>
                  <a:moveTo>
                    <a:pt x="1541" y="1363"/>
                  </a:moveTo>
                  <a:lnTo>
                    <a:pt x="1541" y="1363"/>
                  </a:lnTo>
                  <a:lnTo>
                    <a:pt x="1541" y="1363"/>
                  </a:lnTo>
                  <a:close/>
                  <a:moveTo>
                    <a:pt x="1383" y="1383"/>
                  </a:moveTo>
                  <a:lnTo>
                    <a:pt x="1403" y="1442"/>
                  </a:lnTo>
                  <a:lnTo>
                    <a:pt x="1442" y="1442"/>
                  </a:lnTo>
                  <a:lnTo>
                    <a:pt x="1462" y="1462"/>
                  </a:lnTo>
                  <a:lnTo>
                    <a:pt x="1462" y="1423"/>
                  </a:lnTo>
                  <a:lnTo>
                    <a:pt x="1442" y="1403"/>
                  </a:lnTo>
                  <a:lnTo>
                    <a:pt x="1423" y="1383"/>
                  </a:lnTo>
                  <a:lnTo>
                    <a:pt x="1423" y="1403"/>
                  </a:lnTo>
                  <a:lnTo>
                    <a:pt x="1403" y="1383"/>
                  </a:lnTo>
                  <a:close/>
                  <a:moveTo>
                    <a:pt x="1223" y="1482"/>
                  </a:moveTo>
                  <a:lnTo>
                    <a:pt x="1225" y="1502"/>
                  </a:lnTo>
                  <a:lnTo>
                    <a:pt x="1225" y="1482"/>
                  </a:lnTo>
                  <a:close/>
                  <a:moveTo>
                    <a:pt x="1080" y="1581"/>
                  </a:moveTo>
                  <a:lnTo>
                    <a:pt x="1087" y="1600"/>
                  </a:lnTo>
                  <a:lnTo>
                    <a:pt x="1087" y="1581"/>
                  </a:lnTo>
                  <a:close/>
                  <a:moveTo>
                    <a:pt x="1107" y="0"/>
                  </a:moveTo>
                  <a:lnTo>
                    <a:pt x="1107" y="40"/>
                  </a:lnTo>
                  <a:lnTo>
                    <a:pt x="1087" y="60"/>
                  </a:lnTo>
                  <a:lnTo>
                    <a:pt x="1087" y="99"/>
                  </a:lnTo>
                  <a:lnTo>
                    <a:pt x="1107" y="159"/>
                  </a:lnTo>
                  <a:lnTo>
                    <a:pt x="1146" y="277"/>
                  </a:lnTo>
                  <a:lnTo>
                    <a:pt x="1146" y="297"/>
                  </a:lnTo>
                  <a:lnTo>
                    <a:pt x="1126" y="257"/>
                  </a:lnTo>
                  <a:lnTo>
                    <a:pt x="1107" y="218"/>
                  </a:lnTo>
                  <a:lnTo>
                    <a:pt x="1087" y="218"/>
                  </a:lnTo>
                  <a:lnTo>
                    <a:pt x="1067" y="119"/>
                  </a:lnTo>
                  <a:lnTo>
                    <a:pt x="1047" y="40"/>
                  </a:lnTo>
                  <a:lnTo>
                    <a:pt x="1047" y="119"/>
                  </a:lnTo>
                  <a:lnTo>
                    <a:pt x="1027" y="119"/>
                  </a:lnTo>
                  <a:lnTo>
                    <a:pt x="1027" y="139"/>
                  </a:lnTo>
                  <a:lnTo>
                    <a:pt x="1008" y="119"/>
                  </a:lnTo>
                  <a:lnTo>
                    <a:pt x="988" y="79"/>
                  </a:lnTo>
                  <a:lnTo>
                    <a:pt x="988" y="60"/>
                  </a:lnTo>
                  <a:lnTo>
                    <a:pt x="968" y="60"/>
                  </a:lnTo>
                  <a:lnTo>
                    <a:pt x="988" y="99"/>
                  </a:lnTo>
                  <a:lnTo>
                    <a:pt x="988" y="139"/>
                  </a:lnTo>
                  <a:lnTo>
                    <a:pt x="988" y="198"/>
                  </a:lnTo>
                  <a:lnTo>
                    <a:pt x="948" y="99"/>
                  </a:lnTo>
                  <a:lnTo>
                    <a:pt x="968" y="159"/>
                  </a:lnTo>
                  <a:lnTo>
                    <a:pt x="968" y="178"/>
                  </a:lnTo>
                  <a:lnTo>
                    <a:pt x="948" y="178"/>
                  </a:lnTo>
                  <a:lnTo>
                    <a:pt x="929" y="159"/>
                  </a:lnTo>
                  <a:lnTo>
                    <a:pt x="909" y="119"/>
                  </a:lnTo>
                  <a:lnTo>
                    <a:pt x="909" y="139"/>
                  </a:lnTo>
                  <a:lnTo>
                    <a:pt x="909" y="178"/>
                  </a:lnTo>
                  <a:lnTo>
                    <a:pt x="889" y="119"/>
                  </a:lnTo>
                  <a:lnTo>
                    <a:pt x="830" y="119"/>
                  </a:lnTo>
                  <a:lnTo>
                    <a:pt x="810" y="99"/>
                  </a:lnTo>
                  <a:lnTo>
                    <a:pt x="810" y="159"/>
                  </a:lnTo>
                  <a:lnTo>
                    <a:pt x="810" y="218"/>
                  </a:lnTo>
                  <a:lnTo>
                    <a:pt x="810" y="238"/>
                  </a:lnTo>
                  <a:lnTo>
                    <a:pt x="850" y="277"/>
                  </a:lnTo>
                  <a:lnTo>
                    <a:pt x="850" y="317"/>
                  </a:lnTo>
                  <a:lnTo>
                    <a:pt x="830" y="336"/>
                  </a:lnTo>
                  <a:lnTo>
                    <a:pt x="810" y="297"/>
                  </a:lnTo>
                  <a:lnTo>
                    <a:pt x="810" y="257"/>
                  </a:lnTo>
                  <a:lnTo>
                    <a:pt x="790" y="218"/>
                  </a:lnTo>
                  <a:lnTo>
                    <a:pt x="771" y="218"/>
                  </a:lnTo>
                  <a:lnTo>
                    <a:pt x="751" y="178"/>
                  </a:lnTo>
                  <a:lnTo>
                    <a:pt x="731" y="218"/>
                  </a:lnTo>
                  <a:lnTo>
                    <a:pt x="711" y="178"/>
                  </a:lnTo>
                  <a:lnTo>
                    <a:pt x="711" y="198"/>
                  </a:lnTo>
                  <a:lnTo>
                    <a:pt x="711" y="238"/>
                  </a:lnTo>
                  <a:lnTo>
                    <a:pt x="731" y="317"/>
                  </a:lnTo>
                  <a:lnTo>
                    <a:pt x="692" y="238"/>
                  </a:lnTo>
                  <a:lnTo>
                    <a:pt x="711" y="336"/>
                  </a:lnTo>
                  <a:lnTo>
                    <a:pt x="692" y="317"/>
                  </a:lnTo>
                  <a:lnTo>
                    <a:pt x="692" y="356"/>
                  </a:lnTo>
                  <a:lnTo>
                    <a:pt x="692" y="396"/>
                  </a:lnTo>
                  <a:lnTo>
                    <a:pt x="711" y="455"/>
                  </a:lnTo>
                  <a:lnTo>
                    <a:pt x="692" y="415"/>
                  </a:lnTo>
                  <a:lnTo>
                    <a:pt x="672" y="396"/>
                  </a:lnTo>
                  <a:lnTo>
                    <a:pt x="632" y="317"/>
                  </a:lnTo>
                  <a:lnTo>
                    <a:pt x="652" y="317"/>
                  </a:lnTo>
                  <a:lnTo>
                    <a:pt x="652" y="336"/>
                  </a:lnTo>
                  <a:lnTo>
                    <a:pt x="672" y="356"/>
                  </a:lnTo>
                  <a:lnTo>
                    <a:pt x="672" y="336"/>
                  </a:lnTo>
                  <a:lnTo>
                    <a:pt x="632" y="277"/>
                  </a:lnTo>
                  <a:lnTo>
                    <a:pt x="613" y="257"/>
                  </a:lnTo>
                  <a:lnTo>
                    <a:pt x="573" y="257"/>
                  </a:lnTo>
                  <a:lnTo>
                    <a:pt x="553" y="297"/>
                  </a:lnTo>
                  <a:lnTo>
                    <a:pt x="534" y="317"/>
                  </a:lnTo>
                  <a:lnTo>
                    <a:pt x="553" y="396"/>
                  </a:lnTo>
                  <a:lnTo>
                    <a:pt x="553" y="396"/>
                  </a:lnTo>
                  <a:lnTo>
                    <a:pt x="534" y="336"/>
                  </a:lnTo>
                  <a:lnTo>
                    <a:pt x="474" y="297"/>
                  </a:lnTo>
                  <a:lnTo>
                    <a:pt x="455" y="297"/>
                  </a:lnTo>
                  <a:lnTo>
                    <a:pt x="435" y="317"/>
                  </a:lnTo>
                  <a:lnTo>
                    <a:pt x="435" y="336"/>
                  </a:lnTo>
                  <a:lnTo>
                    <a:pt x="435" y="376"/>
                  </a:lnTo>
                  <a:lnTo>
                    <a:pt x="395" y="336"/>
                  </a:lnTo>
                  <a:lnTo>
                    <a:pt x="395" y="336"/>
                  </a:lnTo>
                  <a:lnTo>
                    <a:pt x="415" y="415"/>
                  </a:lnTo>
                  <a:lnTo>
                    <a:pt x="395" y="475"/>
                  </a:lnTo>
                  <a:lnTo>
                    <a:pt x="395" y="514"/>
                  </a:lnTo>
                  <a:lnTo>
                    <a:pt x="415" y="633"/>
                  </a:lnTo>
                  <a:lnTo>
                    <a:pt x="395" y="573"/>
                  </a:lnTo>
                  <a:lnTo>
                    <a:pt x="376" y="514"/>
                  </a:lnTo>
                  <a:lnTo>
                    <a:pt x="376" y="554"/>
                  </a:lnTo>
                  <a:lnTo>
                    <a:pt x="376" y="573"/>
                  </a:lnTo>
                  <a:lnTo>
                    <a:pt x="356" y="554"/>
                  </a:lnTo>
                  <a:lnTo>
                    <a:pt x="356" y="514"/>
                  </a:lnTo>
                  <a:lnTo>
                    <a:pt x="336" y="494"/>
                  </a:lnTo>
                  <a:lnTo>
                    <a:pt x="336" y="514"/>
                  </a:lnTo>
                  <a:lnTo>
                    <a:pt x="316" y="494"/>
                  </a:lnTo>
                  <a:lnTo>
                    <a:pt x="356" y="593"/>
                  </a:lnTo>
                  <a:lnTo>
                    <a:pt x="356" y="652"/>
                  </a:lnTo>
                  <a:lnTo>
                    <a:pt x="356" y="692"/>
                  </a:lnTo>
                  <a:lnTo>
                    <a:pt x="336" y="751"/>
                  </a:lnTo>
                  <a:lnTo>
                    <a:pt x="297" y="791"/>
                  </a:lnTo>
                  <a:lnTo>
                    <a:pt x="237" y="810"/>
                  </a:lnTo>
                  <a:lnTo>
                    <a:pt x="198" y="810"/>
                  </a:lnTo>
                  <a:lnTo>
                    <a:pt x="198" y="751"/>
                  </a:lnTo>
                  <a:lnTo>
                    <a:pt x="178" y="771"/>
                  </a:lnTo>
                  <a:lnTo>
                    <a:pt x="158" y="771"/>
                  </a:lnTo>
                  <a:lnTo>
                    <a:pt x="158" y="751"/>
                  </a:lnTo>
                  <a:lnTo>
                    <a:pt x="139" y="731"/>
                  </a:lnTo>
                  <a:lnTo>
                    <a:pt x="139" y="771"/>
                  </a:lnTo>
                  <a:lnTo>
                    <a:pt x="139" y="791"/>
                  </a:lnTo>
                  <a:lnTo>
                    <a:pt x="119" y="751"/>
                  </a:lnTo>
                  <a:lnTo>
                    <a:pt x="99" y="731"/>
                  </a:lnTo>
                  <a:lnTo>
                    <a:pt x="79" y="712"/>
                  </a:lnTo>
                  <a:lnTo>
                    <a:pt x="60" y="692"/>
                  </a:lnTo>
                  <a:lnTo>
                    <a:pt x="60" y="712"/>
                  </a:lnTo>
                  <a:lnTo>
                    <a:pt x="20" y="652"/>
                  </a:lnTo>
                  <a:lnTo>
                    <a:pt x="0" y="593"/>
                  </a:lnTo>
                  <a:lnTo>
                    <a:pt x="0" y="672"/>
                  </a:lnTo>
                  <a:lnTo>
                    <a:pt x="20" y="672"/>
                  </a:lnTo>
                  <a:lnTo>
                    <a:pt x="20" y="712"/>
                  </a:lnTo>
                  <a:lnTo>
                    <a:pt x="20" y="751"/>
                  </a:lnTo>
                  <a:lnTo>
                    <a:pt x="79" y="909"/>
                  </a:lnTo>
                  <a:lnTo>
                    <a:pt x="139" y="1047"/>
                  </a:lnTo>
                  <a:lnTo>
                    <a:pt x="139" y="1067"/>
                  </a:lnTo>
                  <a:lnTo>
                    <a:pt x="158" y="1107"/>
                  </a:lnTo>
                  <a:lnTo>
                    <a:pt x="198" y="1146"/>
                  </a:lnTo>
                  <a:lnTo>
                    <a:pt x="198" y="1126"/>
                  </a:lnTo>
                  <a:lnTo>
                    <a:pt x="218" y="1146"/>
                  </a:lnTo>
                  <a:lnTo>
                    <a:pt x="237" y="1166"/>
                  </a:lnTo>
                  <a:lnTo>
                    <a:pt x="237" y="1146"/>
                  </a:lnTo>
                  <a:lnTo>
                    <a:pt x="257" y="1205"/>
                  </a:lnTo>
                  <a:lnTo>
                    <a:pt x="277" y="1265"/>
                  </a:lnTo>
                  <a:lnTo>
                    <a:pt x="297" y="1284"/>
                  </a:lnTo>
                  <a:lnTo>
                    <a:pt x="297" y="1265"/>
                  </a:lnTo>
                  <a:lnTo>
                    <a:pt x="297" y="1245"/>
                  </a:lnTo>
                  <a:lnTo>
                    <a:pt x="316" y="1265"/>
                  </a:lnTo>
                  <a:lnTo>
                    <a:pt x="336" y="1304"/>
                  </a:lnTo>
                  <a:lnTo>
                    <a:pt x="356" y="1324"/>
                  </a:lnTo>
                  <a:lnTo>
                    <a:pt x="336" y="1284"/>
                  </a:lnTo>
                  <a:lnTo>
                    <a:pt x="336" y="1265"/>
                  </a:lnTo>
                  <a:lnTo>
                    <a:pt x="356" y="1284"/>
                  </a:lnTo>
                  <a:lnTo>
                    <a:pt x="316" y="1205"/>
                  </a:lnTo>
                  <a:lnTo>
                    <a:pt x="316" y="1166"/>
                  </a:lnTo>
                  <a:lnTo>
                    <a:pt x="336" y="1225"/>
                  </a:lnTo>
                  <a:lnTo>
                    <a:pt x="356" y="1265"/>
                  </a:lnTo>
                  <a:lnTo>
                    <a:pt x="376" y="1344"/>
                  </a:lnTo>
                  <a:lnTo>
                    <a:pt x="395" y="1363"/>
                  </a:lnTo>
                  <a:lnTo>
                    <a:pt x="415" y="1363"/>
                  </a:lnTo>
                  <a:lnTo>
                    <a:pt x="415" y="1383"/>
                  </a:lnTo>
                  <a:lnTo>
                    <a:pt x="415" y="1403"/>
                  </a:lnTo>
                  <a:lnTo>
                    <a:pt x="455" y="1462"/>
                  </a:lnTo>
                  <a:lnTo>
                    <a:pt x="455" y="1442"/>
                  </a:lnTo>
                  <a:lnTo>
                    <a:pt x="455" y="1403"/>
                  </a:lnTo>
                  <a:lnTo>
                    <a:pt x="455" y="1383"/>
                  </a:lnTo>
                  <a:lnTo>
                    <a:pt x="474" y="1383"/>
                  </a:lnTo>
                  <a:lnTo>
                    <a:pt x="474" y="1423"/>
                  </a:lnTo>
                  <a:lnTo>
                    <a:pt x="494" y="1423"/>
                  </a:lnTo>
                  <a:lnTo>
                    <a:pt x="514" y="1482"/>
                  </a:lnTo>
                  <a:lnTo>
                    <a:pt x="553" y="1521"/>
                  </a:lnTo>
                  <a:lnTo>
                    <a:pt x="534" y="1482"/>
                  </a:lnTo>
                  <a:lnTo>
                    <a:pt x="553" y="1482"/>
                  </a:lnTo>
                  <a:lnTo>
                    <a:pt x="534" y="1423"/>
                  </a:lnTo>
                  <a:lnTo>
                    <a:pt x="573" y="1482"/>
                  </a:lnTo>
                  <a:lnTo>
                    <a:pt x="573" y="1482"/>
                  </a:lnTo>
                  <a:lnTo>
                    <a:pt x="534" y="1363"/>
                  </a:lnTo>
                  <a:lnTo>
                    <a:pt x="514" y="1324"/>
                  </a:lnTo>
                  <a:lnTo>
                    <a:pt x="514" y="1284"/>
                  </a:lnTo>
                  <a:lnTo>
                    <a:pt x="573" y="1403"/>
                  </a:lnTo>
                  <a:lnTo>
                    <a:pt x="593" y="1462"/>
                  </a:lnTo>
                  <a:lnTo>
                    <a:pt x="613" y="1502"/>
                  </a:lnTo>
                  <a:lnTo>
                    <a:pt x="632" y="1502"/>
                  </a:lnTo>
                  <a:lnTo>
                    <a:pt x="632" y="1521"/>
                  </a:lnTo>
                  <a:lnTo>
                    <a:pt x="652" y="1581"/>
                  </a:lnTo>
                  <a:lnTo>
                    <a:pt x="672" y="1600"/>
                  </a:lnTo>
                  <a:lnTo>
                    <a:pt x="692" y="1620"/>
                  </a:lnTo>
                  <a:lnTo>
                    <a:pt x="692" y="1541"/>
                  </a:lnTo>
                  <a:lnTo>
                    <a:pt x="711" y="1600"/>
                  </a:lnTo>
                  <a:lnTo>
                    <a:pt x="751" y="1600"/>
                  </a:lnTo>
                  <a:lnTo>
                    <a:pt x="751" y="1581"/>
                  </a:lnTo>
                  <a:lnTo>
                    <a:pt x="751" y="1541"/>
                  </a:lnTo>
                  <a:lnTo>
                    <a:pt x="771" y="1561"/>
                  </a:lnTo>
                  <a:lnTo>
                    <a:pt x="790" y="1620"/>
                  </a:lnTo>
                  <a:lnTo>
                    <a:pt x="771" y="1541"/>
                  </a:lnTo>
                  <a:lnTo>
                    <a:pt x="751" y="1442"/>
                  </a:lnTo>
                  <a:lnTo>
                    <a:pt x="790" y="1502"/>
                  </a:lnTo>
                  <a:lnTo>
                    <a:pt x="810" y="1581"/>
                  </a:lnTo>
                  <a:lnTo>
                    <a:pt x="810" y="1620"/>
                  </a:lnTo>
                  <a:lnTo>
                    <a:pt x="830" y="1620"/>
                  </a:lnTo>
                  <a:lnTo>
                    <a:pt x="814" y="1589"/>
                  </a:lnTo>
                  <a:lnTo>
                    <a:pt x="850" y="1660"/>
                  </a:lnTo>
                  <a:lnTo>
                    <a:pt x="869" y="1660"/>
                  </a:lnTo>
                  <a:lnTo>
                    <a:pt x="850" y="1600"/>
                  </a:lnTo>
                  <a:lnTo>
                    <a:pt x="830" y="1561"/>
                  </a:lnTo>
                  <a:lnTo>
                    <a:pt x="850" y="1640"/>
                  </a:lnTo>
                  <a:lnTo>
                    <a:pt x="850" y="1640"/>
                  </a:lnTo>
                  <a:lnTo>
                    <a:pt x="830" y="1600"/>
                  </a:lnTo>
                  <a:lnTo>
                    <a:pt x="810" y="1561"/>
                  </a:lnTo>
                  <a:lnTo>
                    <a:pt x="810" y="1521"/>
                  </a:lnTo>
                  <a:lnTo>
                    <a:pt x="810" y="1482"/>
                  </a:lnTo>
                  <a:lnTo>
                    <a:pt x="790" y="1383"/>
                  </a:lnTo>
                  <a:lnTo>
                    <a:pt x="830" y="1423"/>
                  </a:lnTo>
                  <a:lnTo>
                    <a:pt x="869" y="1541"/>
                  </a:lnTo>
                  <a:lnTo>
                    <a:pt x="869" y="1521"/>
                  </a:lnTo>
                  <a:lnTo>
                    <a:pt x="909" y="1561"/>
                  </a:lnTo>
                  <a:lnTo>
                    <a:pt x="869" y="1482"/>
                  </a:lnTo>
                  <a:lnTo>
                    <a:pt x="889" y="1462"/>
                  </a:lnTo>
                  <a:lnTo>
                    <a:pt x="889" y="1482"/>
                  </a:lnTo>
                  <a:lnTo>
                    <a:pt x="929" y="1561"/>
                  </a:lnTo>
                  <a:lnTo>
                    <a:pt x="948" y="1561"/>
                  </a:lnTo>
                  <a:lnTo>
                    <a:pt x="968" y="1581"/>
                  </a:lnTo>
                  <a:lnTo>
                    <a:pt x="988" y="1600"/>
                  </a:lnTo>
                  <a:lnTo>
                    <a:pt x="1008" y="1581"/>
                  </a:lnTo>
                  <a:lnTo>
                    <a:pt x="968" y="1502"/>
                  </a:lnTo>
                  <a:lnTo>
                    <a:pt x="988" y="1581"/>
                  </a:lnTo>
                  <a:lnTo>
                    <a:pt x="948" y="1462"/>
                  </a:lnTo>
                  <a:lnTo>
                    <a:pt x="934" y="1373"/>
                  </a:lnTo>
                  <a:lnTo>
                    <a:pt x="948" y="1403"/>
                  </a:lnTo>
                  <a:lnTo>
                    <a:pt x="948" y="1363"/>
                  </a:lnTo>
                  <a:lnTo>
                    <a:pt x="929" y="1344"/>
                  </a:lnTo>
                  <a:lnTo>
                    <a:pt x="929" y="1344"/>
                  </a:lnTo>
                  <a:lnTo>
                    <a:pt x="929" y="1344"/>
                  </a:lnTo>
                  <a:lnTo>
                    <a:pt x="929" y="1304"/>
                  </a:lnTo>
                  <a:lnTo>
                    <a:pt x="948" y="1344"/>
                  </a:lnTo>
                  <a:lnTo>
                    <a:pt x="968" y="1383"/>
                  </a:lnTo>
                  <a:lnTo>
                    <a:pt x="968" y="1363"/>
                  </a:lnTo>
                  <a:lnTo>
                    <a:pt x="968" y="1324"/>
                  </a:lnTo>
                  <a:lnTo>
                    <a:pt x="988" y="1363"/>
                  </a:lnTo>
                  <a:lnTo>
                    <a:pt x="1008" y="1442"/>
                  </a:lnTo>
                  <a:lnTo>
                    <a:pt x="1027" y="1482"/>
                  </a:lnTo>
                  <a:lnTo>
                    <a:pt x="1027" y="1541"/>
                  </a:lnTo>
                  <a:lnTo>
                    <a:pt x="1047" y="1521"/>
                  </a:lnTo>
                  <a:lnTo>
                    <a:pt x="1067" y="1600"/>
                  </a:lnTo>
                  <a:lnTo>
                    <a:pt x="1067" y="1581"/>
                  </a:lnTo>
                  <a:lnTo>
                    <a:pt x="1080" y="1581"/>
                  </a:lnTo>
                  <a:lnTo>
                    <a:pt x="1067" y="1541"/>
                  </a:lnTo>
                  <a:lnTo>
                    <a:pt x="1107" y="1581"/>
                  </a:lnTo>
                  <a:lnTo>
                    <a:pt x="1146" y="1581"/>
                  </a:lnTo>
                  <a:lnTo>
                    <a:pt x="1126" y="1541"/>
                  </a:lnTo>
                  <a:lnTo>
                    <a:pt x="1126" y="1521"/>
                  </a:lnTo>
                  <a:lnTo>
                    <a:pt x="1146" y="1541"/>
                  </a:lnTo>
                  <a:lnTo>
                    <a:pt x="1166" y="1561"/>
                  </a:lnTo>
                  <a:lnTo>
                    <a:pt x="1166" y="1521"/>
                  </a:lnTo>
                  <a:lnTo>
                    <a:pt x="1146" y="1442"/>
                  </a:lnTo>
                  <a:lnTo>
                    <a:pt x="1186" y="1482"/>
                  </a:lnTo>
                  <a:lnTo>
                    <a:pt x="1166" y="1403"/>
                  </a:lnTo>
                  <a:lnTo>
                    <a:pt x="1166" y="1383"/>
                  </a:lnTo>
                  <a:lnTo>
                    <a:pt x="1186" y="1383"/>
                  </a:lnTo>
                  <a:lnTo>
                    <a:pt x="1186" y="1462"/>
                  </a:lnTo>
                  <a:lnTo>
                    <a:pt x="1205" y="1482"/>
                  </a:lnTo>
                  <a:lnTo>
                    <a:pt x="1223" y="1482"/>
                  </a:lnTo>
                  <a:lnTo>
                    <a:pt x="1205" y="1284"/>
                  </a:lnTo>
                  <a:lnTo>
                    <a:pt x="1166" y="1186"/>
                  </a:lnTo>
                  <a:lnTo>
                    <a:pt x="1126" y="1067"/>
                  </a:lnTo>
                  <a:lnTo>
                    <a:pt x="1146" y="1107"/>
                  </a:lnTo>
                  <a:lnTo>
                    <a:pt x="1186" y="1146"/>
                  </a:lnTo>
                  <a:lnTo>
                    <a:pt x="1205" y="1205"/>
                  </a:lnTo>
                  <a:lnTo>
                    <a:pt x="1225" y="1265"/>
                  </a:lnTo>
                  <a:lnTo>
                    <a:pt x="1205" y="1225"/>
                  </a:lnTo>
                  <a:lnTo>
                    <a:pt x="1186" y="1205"/>
                  </a:lnTo>
                  <a:lnTo>
                    <a:pt x="1265" y="1344"/>
                  </a:lnTo>
                  <a:lnTo>
                    <a:pt x="1265" y="1403"/>
                  </a:lnTo>
                  <a:lnTo>
                    <a:pt x="1284" y="1442"/>
                  </a:lnTo>
                  <a:lnTo>
                    <a:pt x="1324" y="1521"/>
                  </a:lnTo>
                  <a:lnTo>
                    <a:pt x="1324" y="1502"/>
                  </a:lnTo>
                  <a:lnTo>
                    <a:pt x="1324" y="1482"/>
                  </a:lnTo>
                  <a:lnTo>
                    <a:pt x="1344" y="1502"/>
                  </a:lnTo>
                  <a:lnTo>
                    <a:pt x="1344" y="1482"/>
                  </a:lnTo>
                  <a:lnTo>
                    <a:pt x="1344" y="1462"/>
                  </a:lnTo>
                  <a:lnTo>
                    <a:pt x="1363" y="1462"/>
                  </a:lnTo>
                  <a:lnTo>
                    <a:pt x="1344" y="1403"/>
                  </a:lnTo>
                  <a:lnTo>
                    <a:pt x="1344" y="1403"/>
                  </a:lnTo>
                  <a:lnTo>
                    <a:pt x="1363" y="1423"/>
                  </a:lnTo>
                  <a:lnTo>
                    <a:pt x="1383" y="1462"/>
                  </a:lnTo>
                  <a:lnTo>
                    <a:pt x="1383" y="1423"/>
                  </a:lnTo>
                  <a:lnTo>
                    <a:pt x="1383" y="1403"/>
                  </a:lnTo>
                  <a:lnTo>
                    <a:pt x="1363" y="1344"/>
                  </a:lnTo>
                  <a:lnTo>
                    <a:pt x="1324" y="1245"/>
                  </a:lnTo>
                  <a:lnTo>
                    <a:pt x="1324" y="1205"/>
                  </a:lnTo>
                  <a:lnTo>
                    <a:pt x="1344" y="1205"/>
                  </a:lnTo>
                  <a:lnTo>
                    <a:pt x="1344" y="1245"/>
                  </a:lnTo>
                  <a:lnTo>
                    <a:pt x="1344" y="1265"/>
                  </a:lnTo>
                  <a:lnTo>
                    <a:pt x="1363" y="1225"/>
                  </a:lnTo>
                  <a:lnTo>
                    <a:pt x="1383" y="1284"/>
                  </a:lnTo>
                  <a:lnTo>
                    <a:pt x="1383" y="1304"/>
                  </a:lnTo>
                  <a:lnTo>
                    <a:pt x="1383" y="1324"/>
                  </a:lnTo>
                  <a:lnTo>
                    <a:pt x="1403" y="1304"/>
                  </a:lnTo>
                  <a:lnTo>
                    <a:pt x="1383" y="1225"/>
                  </a:lnTo>
                  <a:lnTo>
                    <a:pt x="1403" y="1225"/>
                  </a:lnTo>
                  <a:lnTo>
                    <a:pt x="1403" y="1245"/>
                  </a:lnTo>
                  <a:lnTo>
                    <a:pt x="1442" y="1344"/>
                  </a:lnTo>
                  <a:lnTo>
                    <a:pt x="1462" y="1423"/>
                  </a:lnTo>
                  <a:lnTo>
                    <a:pt x="1462" y="1363"/>
                  </a:lnTo>
                  <a:lnTo>
                    <a:pt x="1442" y="1304"/>
                  </a:lnTo>
                  <a:lnTo>
                    <a:pt x="1423" y="1245"/>
                  </a:lnTo>
                  <a:lnTo>
                    <a:pt x="1462" y="1324"/>
                  </a:lnTo>
                  <a:lnTo>
                    <a:pt x="1482" y="1363"/>
                  </a:lnTo>
                  <a:lnTo>
                    <a:pt x="1482" y="1363"/>
                  </a:lnTo>
                  <a:lnTo>
                    <a:pt x="1462" y="1284"/>
                  </a:lnTo>
                  <a:lnTo>
                    <a:pt x="1442" y="1205"/>
                  </a:lnTo>
                  <a:lnTo>
                    <a:pt x="1423" y="1166"/>
                  </a:lnTo>
                  <a:lnTo>
                    <a:pt x="1423" y="1126"/>
                  </a:lnTo>
                  <a:lnTo>
                    <a:pt x="1403" y="1087"/>
                  </a:lnTo>
                  <a:lnTo>
                    <a:pt x="1423" y="1107"/>
                  </a:lnTo>
                  <a:lnTo>
                    <a:pt x="1423" y="1126"/>
                  </a:lnTo>
                  <a:lnTo>
                    <a:pt x="1462" y="1166"/>
                  </a:lnTo>
                  <a:lnTo>
                    <a:pt x="1482" y="1265"/>
                  </a:lnTo>
                  <a:lnTo>
                    <a:pt x="1482" y="1186"/>
                  </a:lnTo>
                  <a:lnTo>
                    <a:pt x="1482" y="1107"/>
                  </a:lnTo>
                  <a:lnTo>
                    <a:pt x="1502" y="1166"/>
                  </a:lnTo>
                  <a:lnTo>
                    <a:pt x="1502" y="1225"/>
                  </a:lnTo>
                  <a:lnTo>
                    <a:pt x="1521" y="1265"/>
                  </a:lnTo>
                  <a:lnTo>
                    <a:pt x="1541" y="1363"/>
                  </a:lnTo>
                  <a:lnTo>
                    <a:pt x="1541" y="1304"/>
                  </a:lnTo>
                  <a:lnTo>
                    <a:pt x="1541" y="1284"/>
                  </a:lnTo>
                  <a:lnTo>
                    <a:pt x="1561" y="1304"/>
                  </a:lnTo>
                  <a:lnTo>
                    <a:pt x="1581" y="1265"/>
                  </a:lnTo>
                  <a:lnTo>
                    <a:pt x="1561" y="1245"/>
                  </a:lnTo>
                  <a:lnTo>
                    <a:pt x="1561" y="1225"/>
                  </a:lnTo>
                  <a:lnTo>
                    <a:pt x="1581" y="1225"/>
                  </a:lnTo>
                  <a:lnTo>
                    <a:pt x="1581" y="1205"/>
                  </a:lnTo>
                  <a:lnTo>
                    <a:pt x="1620" y="1205"/>
                  </a:lnTo>
                  <a:lnTo>
                    <a:pt x="1620" y="1186"/>
                  </a:lnTo>
                  <a:lnTo>
                    <a:pt x="1600" y="1166"/>
                  </a:lnTo>
                  <a:lnTo>
                    <a:pt x="1600" y="1186"/>
                  </a:lnTo>
                  <a:lnTo>
                    <a:pt x="1581" y="1166"/>
                  </a:lnTo>
                  <a:lnTo>
                    <a:pt x="1561" y="1107"/>
                  </a:lnTo>
                  <a:lnTo>
                    <a:pt x="1561" y="1067"/>
                  </a:lnTo>
                  <a:lnTo>
                    <a:pt x="1561" y="1028"/>
                  </a:lnTo>
                  <a:lnTo>
                    <a:pt x="1581" y="1028"/>
                  </a:lnTo>
                  <a:lnTo>
                    <a:pt x="1561" y="1008"/>
                  </a:lnTo>
                  <a:lnTo>
                    <a:pt x="1561" y="968"/>
                  </a:lnTo>
                  <a:lnTo>
                    <a:pt x="1581" y="968"/>
                  </a:lnTo>
                  <a:lnTo>
                    <a:pt x="1600" y="1028"/>
                  </a:lnTo>
                  <a:lnTo>
                    <a:pt x="1620" y="1008"/>
                  </a:lnTo>
                  <a:lnTo>
                    <a:pt x="1620" y="1047"/>
                  </a:lnTo>
                  <a:lnTo>
                    <a:pt x="1640" y="1067"/>
                  </a:lnTo>
                  <a:lnTo>
                    <a:pt x="1640" y="1047"/>
                  </a:lnTo>
                  <a:lnTo>
                    <a:pt x="1640" y="1028"/>
                  </a:lnTo>
                  <a:lnTo>
                    <a:pt x="1660" y="1067"/>
                  </a:lnTo>
                  <a:lnTo>
                    <a:pt x="1660" y="1047"/>
                  </a:lnTo>
                  <a:lnTo>
                    <a:pt x="1679" y="1087"/>
                  </a:lnTo>
                  <a:lnTo>
                    <a:pt x="1679" y="1067"/>
                  </a:lnTo>
                  <a:lnTo>
                    <a:pt x="1679" y="1028"/>
                  </a:lnTo>
                  <a:lnTo>
                    <a:pt x="1660" y="968"/>
                  </a:lnTo>
                  <a:lnTo>
                    <a:pt x="1640" y="909"/>
                  </a:lnTo>
                  <a:lnTo>
                    <a:pt x="1640" y="889"/>
                  </a:lnTo>
                  <a:lnTo>
                    <a:pt x="1660" y="889"/>
                  </a:lnTo>
                  <a:lnTo>
                    <a:pt x="1679" y="929"/>
                  </a:lnTo>
                  <a:lnTo>
                    <a:pt x="1679" y="889"/>
                  </a:lnTo>
                  <a:lnTo>
                    <a:pt x="1699" y="929"/>
                  </a:lnTo>
                  <a:lnTo>
                    <a:pt x="1699" y="909"/>
                  </a:lnTo>
                  <a:lnTo>
                    <a:pt x="1719" y="949"/>
                  </a:lnTo>
                  <a:lnTo>
                    <a:pt x="1699" y="968"/>
                  </a:lnTo>
                  <a:lnTo>
                    <a:pt x="1699" y="988"/>
                  </a:lnTo>
                  <a:lnTo>
                    <a:pt x="1719" y="1047"/>
                  </a:lnTo>
                  <a:lnTo>
                    <a:pt x="1739" y="1067"/>
                  </a:lnTo>
                  <a:lnTo>
                    <a:pt x="1719" y="988"/>
                  </a:lnTo>
                  <a:lnTo>
                    <a:pt x="1719" y="988"/>
                  </a:lnTo>
                  <a:lnTo>
                    <a:pt x="1739" y="1008"/>
                  </a:lnTo>
                  <a:lnTo>
                    <a:pt x="1758" y="1047"/>
                  </a:lnTo>
                  <a:lnTo>
                    <a:pt x="1758" y="1008"/>
                  </a:lnTo>
                  <a:lnTo>
                    <a:pt x="1758" y="988"/>
                  </a:lnTo>
                  <a:lnTo>
                    <a:pt x="1798" y="1087"/>
                  </a:lnTo>
                  <a:lnTo>
                    <a:pt x="1798" y="1067"/>
                  </a:lnTo>
                  <a:lnTo>
                    <a:pt x="1778" y="1028"/>
                  </a:lnTo>
                  <a:lnTo>
                    <a:pt x="1837" y="1028"/>
                  </a:lnTo>
                  <a:lnTo>
                    <a:pt x="1798" y="968"/>
                  </a:lnTo>
                  <a:lnTo>
                    <a:pt x="1798" y="988"/>
                  </a:lnTo>
                  <a:lnTo>
                    <a:pt x="1798" y="1008"/>
                  </a:lnTo>
                  <a:lnTo>
                    <a:pt x="1778" y="968"/>
                  </a:lnTo>
                  <a:lnTo>
                    <a:pt x="1778" y="929"/>
                  </a:lnTo>
                  <a:lnTo>
                    <a:pt x="1798" y="929"/>
                  </a:lnTo>
                  <a:lnTo>
                    <a:pt x="1818" y="909"/>
                  </a:lnTo>
                  <a:lnTo>
                    <a:pt x="1818" y="870"/>
                  </a:lnTo>
                  <a:lnTo>
                    <a:pt x="1837" y="909"/>
                  </a:lnTo>
                  <a:lnTo>
                    <a:pt x="1857" y="988"/>
                  </a:lnTo>
                  <a:lnTo>
                    <a:pt x="1857" y="949"/>
                  </a:lnTo>
                  <a:lnTo>
                    <a:pt x="1877" y="968"/>
                  </a:lnTo>
                  <a:lnTo>
                    <a:pt x="1916" y="1008"/>
                  </a:lnTo>
                  <a:lnTo>
                    <a:pt x="1936" y="1047"/>
                  </a:lnTo>
                  <a:lnTo>
                    <a:pt x="1936" y="1067"/>
                  </a:lnTo>
                  <a:lnTo>
                    <a:pt x="1956" y="1047"/>
                  </a:lnTo>
                  <a:lnTo>
                    <a:pt x="1916" y="968"/>
                  </a:lnTo>
                  <a:lnTo>
                    <a:pt x="1916" y="949"/>
                  </a:lnTo>
                  <a:lnTo>
                    <a:pt x="1936" y="949"/>
                  </a:lnTo>
                  <a:lnTo>
                    <a:pt x="1956" y="988"/>
                  </a:lnTo>
                  <a:lnTo>
                    <a:pt x="1976" y="1008"/>
                  </a:lnTo>
                  <a:lnTo>
                    <a:pt x="1976" y="1008"/>
                  </a:lnTo>
                  <a:lnTo>
                    <a:pt x="1956" y="968"/>
                  </a:lnTo>
                  <a:lnTo>
                    <a:pt x="1946" y="929"/>
                  </a:lnTo>
                  <a:lnTo>
                    <a:pt x="1956" y="929"/>
                  </a:lnTo>
                  <a:lnTo>
                    <a:pt x="1956" y="909"/>
                  </a:lnTo>
                  <a:lnTo>
                    <a:pt x="1956" y="889"/>
                  </a:lnTo>
                  <a:lnTo>
                    <a:pt x="1943" y="916"/>
                  </a:lnTo>
                  <a:lnTo>
                    <a:pt x="1936" y="889"/>
                  </a:lnTo>
                  <a:lnTo>
                    <a:pt x="1916" y="850"/>
                  </a:lnTo>
                  <a:lnTo>
                    <a:pt x="1916" y="850"/>
                  </a:lnTo>
                  <a:lnTo>
                    <a:pt x="1936" y="870"/>
                  </a:lnTo>
                  <a:lnTo>
                    <a:pt x="1936" y="850"/>
                  </a:lnTo>
                  <a:lnTo>
                    <a:pt x="1956" y="889"/>
                  </a:lnTo>
                  <a:lnTo>
                    <a:pt x="1956" y="850"/>
                  </a:lnTo>
                  <a:lnTo>
                    <a:pt x="1936" y="830"/>
                  </a:lnTo>
                  <a:lnTo>
                    <a:pt x="1916" y="771"/>
                  </a:lnTo>
                  <a:lnTo>
                    <a:pt x="1936" y="791"/>
                  </a:lnTo>
                  <a:lnTo>
                    <a:pt x="1956" y="830"/>
                  </a:lnTo>
                  <a:lnTo>
                    <a:pt x="1956" y="791"/>
                  </a:lnTo>
                  <a:lnTo>
                    <a:pt x="1956" y="771"/>
                  </a:lnTo>
                  <a:lnTo>
                    <a:pt x="1936" y="731"/>
                  </a:lnTo>
                  <a:lnTo>
                    <a:pt x="1936" y="692"/>
                  </a:lnTo>
                  <a:lnTo>
                    <a:pt x="1976" y="751"/>
                  </a:lnTo>
                  <a:lnTo>
                    <a:pt x="1995" y="791"/>
                  </a:lnTo>
                  <a:lnTo>
                    <a:pt x="2015" y="850"/>
                  </a:lnTo>
                  <a:lnTo>
                    <a:pt x="2015" y="870"/>
                  </a:lnTo>
                  <a:lnTo>
                    <a:pt x="2035" y="850"/>
                  </a:lnTo>
                  <a:lnTo>
                    <a:pt x="2015" y="791"/>
                  </a:lnTo>
                  <a:lnTo>
                    <a:pt x="2074" y="850"/>
                  </a:lnTo>
                  <a:lnTo>
                    <a:pt x="2055" y="810"/>
                  </a:lnTo>
                  <a:lnTo>
                    <a:pt x="2035" y="731"/>
                  </a:lnTo>
                  <a:lnTo>
                    <a:pt x="2015" y="692"/>
                  </a:lnTo>
                  <a:lnTo>
                    <a:pt x="1995" y="652"/>
                  </a:lnTo>
                  <a:lnTo>
                    <a:pt x="1976" y="593"/>
                  </a:lnTo>
                  <a:lnTo>
                    <a:pt x="1976" y="573"/>
                  </a:lnTo>
                  <a:lnTo>
                    <a:pt x="2035" y="652"/>
                  </a:lnTo>
                  <a:lnTo>
                    <a:pt x="2074" y="771"/>
                  </a:lnTo>
                  <a:lnTo>
                    <a:pt x="2134" y="929"/>
                  </a:lnTo>
                  <a:lnTo>
                    <a:pt x="2153" y="889"/>
                  </a:lnTo>
                  <a:lnTo>
                    <a:pt x="2173" y="889"/>
                  </a:lnTo>
                  <a:lnTo>
                    <a:pt x="2153" y="810"/>
                  </a:lnTo>
                  <a:lnTo>
                    <a:pt x="2114" y="712"/>
                  </a:lnTo>
                  <a:lnTo>
                    <a:pt x="2134" y="712"/>
                  </a:lnTo>
                  <a:lnTo>
                    <a:pt x="2134" y="692"/>
                  </a:lnTo>
                  <a:lnTo>
                    <a:pt x="2134" y="672"/>
                  </a:lnTo>
                  <a:lnTo>
                    <a:pt x="2153" y="672"/>
                  </a:lnTo>
                  <a:lnTo>
                    <a:pt x="2134" y="613"/>
                  </a:lnTo>
                  <a:lnTo>
                    <a:pt x="2094" y="534"/>
                  </a:lnTo>
                  <a:lnTo>
                    <a:pt x="2094" y="514"/>
                  </a:lnTo>
                  <a:lnTo>
                    <a:pt x="2094" y="494"/>
                  </a:lnTo>
                  <a:lnTo>
                    <a:pt x="2094" y="475"/>
                  </a:lnTo>
                  <a:lnTo>
                    <a:pt x="11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2" name="Google Shape;5392;p20"/>
            <p:cNvSpPr/>
            <p:nvPr/>
          </p:nvSpPr>
          <p:spPr>
            <a:xfrm>
              <a:off x="-1158575" y="3982025"/>
              <a:ext cx="525" cy="1000"/>
            </a:xfrm>
            <a:custGeom>
              <a:rect b="b" l="l" r="r" t="t"/>
              <a:pathLst>
                <a:path extrusionOk="0" h="40" w="21">
                  <a:moveTo>
                    <a:pt x="1" y="0"/>
                  </a:moveTo>
                  <a:lnTo>
                    <a:pt x="1" y="0"/>
                  </a:lnTo>
                  <a:lnTo>
                    <a:pt x="20" y="40"/>
                  </a:lnTo>
                  <a:lnTo>
                    <a:pt x="20" y="4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20"/>
            <p:cNvSpPr/>
            <p:nvPr/>
          </p:nvSpPr>
          <p:spPr>
            <a:xfrm>
              <a:off x="-1159550" y="4098050"/>
              <a:ext cx="500" cy="525"/>
            </a:xfrm>
            <a:custGeom>
              <a:rect b="b" l="l" r="r" t="t"/>
              <a:pathLst>
                <a:path extrusionOk="0" h="21" w="20">
                  <a:moveTo>
                    <a:pt x="0" y="21"/>
                  </a:moveTo>
                  <a:lnTo>
                    <a:pt x="0" y="21"/>
                  </a:lnTo>
                  <a:lnTo>
                    <a:pt x="20" y="1"/>
                  </a:lnTo>
                  <a:lnTo>
                    <a:pt x="20" y="1"/>
                  </a:lnTo>
                  <a:lnTo>
                    <a:pt x="0" y="21"/>
                  </a:lnTo>
                  <a:lnTo>
                    <a:pt x="0" y="21"/>
                  </a:lnTo>
                  <a:lnTo>
                    <a:pt x="0" y="21"/>
                  </a:lnTo>
                  <a:lnTo>
                    <a:pt x="0"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4" name="Google Shape;5394;p20"/>
            <p:cNvSpPr/>
            <p:nvPr/>
          </p:nvSpPr>
          <p:spPr>
            <a:xfrm>
              <a:off x="-1161050" y="4097075"/>
              <a:ext cx="2500" cy="1000"/>
            </a:xfrm>
            <a:custGeom>
              <a:rect b="b" l="l" r="r" t="t"/>
              <a:pathLst>
                <a:path extrusionOk="0" h="40" w="100">
                  <a:moveTo>
                    <a:pt x="100" y="0"/>
                  </a:moveTo>
                  <a:lnTo>
                    <a:pt x="60" y="20"/>
                  </a:lnTo>
                  <a:lnTo>
                    <a:pt x="1" y="40"/>
                  </a:lnTo>
                  <a:lnTo>
                    <a:pt x="1" y="40"/>
                  </a:lnTo>
                  <a:lnTo>
                    <a:pt x="80" y="20"/>
                  </a:lnTo>
                  <a:lnTo>
                    <a:pt x="10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5" name="Google Shape;5395;p20"/>
            <p:cNvSpPr/>
            <p:nvPr/>
          </p:nvSpPr>
          <p:spPr>
            <a:xfrm>
              <a:off x="-1159075" y="4096575"/>
              <a:ext cx="1025" cy="525"/>
            </a:xfrm>
            <a:custGeom>
              <a:rect b="b" l="l" r="r" t="t"/>
              <a:pathLst>
                <a:path extrusionOk="0" h="21" w="41">
                  <a:moveTo>
                    <a:pt x="1" y="1"/>
                  </a:moveTo>
                  <a:lnTo>
                    <a:pt x="1" y="20"/>
                  </a:lnTo>
                  <a:lnTo>
                    <a:pt x="40" y="20"/>
                  </a:lnTo>
                  <a:lnTo>
                    <a:pt x="4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
            <p:cNvSpPr/>
            <p:nvPr/>
          </p:nvSpPr>
          <p:spPr>
            <a:xfrm>
              <a:off x="-1164000" y="4095600"/>
              <a:ext cx="6450" cy="3475"/>
            </a:xfrm>
            <a:custGeom>
              <a:rect b="b" l="l" r="r" t="t"/>
              <a:pathLst>
                <a:path extrusionOk="0" h="139" w="258">
                  <a:moveTo>
                    <a:pt x="257" y="0"/>
                  </a:moveTo>
                  <a:lnTo>
                    <a:pt x="198" y="20"/>
                  </a:lnTo>
                  <a:lnTo>
                    <a:pt x="158" y="40"/>
                  </a:lnTo>
                  <a:lnTo>
                    <a:pt x="237" y="40"/>
                  </a:lnTo>
                  <a:lnTo>
                    <a:pt x="257" y="0"/>
                  </a:lnTo>
                  <a:close/>
                  <a:moveTo>
                    <a:pt x="79" y="40"/>
                  </a:moveTo>
                  <a:lnTo>
                    <a:pt x="0" y="99"/>
                  </a:lnTo>
                  <a:lnTo>
                    <a:pt x="20" y="99"/>
                  </a:lnTo>
                  <a:lnTo>
                    <a:pt x="0" y="138"/>
                  </a:lnTo>
                  <a:lnTo>
                    <a:pt x="40" y="99"/>
                  </a:lnTo>
                  <a:lnTo>
                    <a:pt x="79" y="99"/>
                  </a:lnTo>
                  <a:lnTo>
                    <a:pt x="60" y="119"/>
                  </a:lnTo>
                  <a:lnTo>
                    <a:pt x="139" y="59"/>
                  </a:lnTo>
                  <a:lnTo>
                    <a:pt x="99" y="59"/>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
            <p:cNvSpPr/>
            <p:nvPr/>
          </p:nvSpPr>
          <p:spPr>
            <a:xfrm>
              <a:off x="-1174375" y="4056575"/>
              <a:ext cx="31625" cy="40025"/>
            </a:xfrm>
            <a:custGeom>
              <a:rect b="b" l="l" r="r" t="t"/>
              <a:pathLst>
                <a:path extrusionOk="0" h="1601" w="1265">
                  <a:moveTo>
                    <a:pt x="1028" y="149"/>
                  </a:moveTo>
                  <a:lnTo>
                    <a:pt x="1028" y="159"/>
                  </a:lnTo>
                  <a:lnTo>
                    <a:pt x="1047" y="159"/>
                  </a:lnTo>
                  <a:lnTo>
                    <a:pt x="1028" y="149"/>
                  </a:lnTo>
                  <a:close/>
                  <a:moveTo>
                    <a:pt x="60" y="573"/>
                  </a:moveTo>
                  <a:lnTo>
                    <a:pt x="40" y="593"/>
                  </a:lnTo>
                  <a:lnTo>
                    <a:pt x="60" y="593"/>
                  </a:lnTo>
                  <a:lnTo>
                    <a:pt x="50" y="603"/>
                  </a:lnTo>
                  <a:lnTo>
                    <a:pt x="50" y="603"/>
                  </a:lnTo>
                  <a:lnTo>
                    <a:pt x="99" y="593"/>
                  </a:lnTo>
                  <a:lnTo>
                    <a:pt x="99" y="573"/>
                  </a:lnTo>
                  <a:close/>
                  <a:moveTo>
                    <a:pt x="50" y="603"/>
                  </a:moveTo>
                  <a:lnTo>
                    <a:pt x="0" y="613"/>
                  </a:lnTo>
                  <a:lnTo>
                    <a:pt x="20" y="613"/>
                  </a:lnTo>
                  <a:lnTo>
                    <a:pt x="0" y="633"/>
                  </a:lnTo>
                  <a:lnTo>
                    <a:pt x="60" y="613"/>
                  </a:lnTo>
                  <a:lnTo>
                    <a:pt x="40" y="613"/>
                  </a:lnTo>
                  <a:lnTo>
                    <a:pt x="50" y="603"/>
                  </a:lnTo>
                  <a:close/>
                  <a:moveTo>
                    <a:pt x="336" y="1344"/>
                  </a:moveTo>
                  <a:lnTo>
                    <a:pt x="257" y="1383"/>
                  </a:lnTo>
                  <a:lnTo>
                    <a:pt x="277" y="1383"/>
                  </a:lnTo>
                  <a:lnTo>
                    <a:pt x="317" y="1364"/>
                  </a:lnTo>
                  <a:lnTo>
                    <a:pt x="336" y="1344"/>
                  </a:lnTo>
                  <a:close/>
                  <a:moveTo>
                    <a:pt x="791" y="1"/>
                  </a:moveTo>
                  <a:lnTo>
                    <a:pt x="791" y="20"/>
                  </a:lnTo>
                  <a:lnTo>
                    <a:pt x="652" y="20"/>
                  </a:lnTo>
                  <a:lnTo>
                    <a:pt x="692" y="40"/>
                  </a:lnTo>
                  <a:lnTo>
                    <a:pt x="672" y="40"/>
                  </a:lnTo>
                  <a:lnTo>
                    <a:pt x="652" y="60"/>
                  </a:lnTo>
                  <a:lnTo>
                    <a:pt x="534" y="60"/>
                  </a:lnTo>
                  <a:lnTo>
                    <a:pt x="514" y="80"/>
                  </a:lnTo>
                  <a:lnTo>
                    <a:pt x="534" y="80"/>
                  </a:lnTo>
                  <a:lnTo>
                    <a:pt x="554" y="99"/>
                  </a:lnTo>
                  <a:lnTo>
                    <a:pt x="534" y="119"/>
                  </a:lnTo>
                  <a:lnTo>
                    <a:pt x="475" y="99"/>
                  </a:lnTo>
                  <a:lnTo>
                    <a:pt x="494" y="119"/>
                  </a:lnTo>
                  <a:lnTo>
                    <a:pt x="415" y="119"/>
                  </a:lnTo>
                  <a:lnTo>
                    <a:pt x="514" y="139"/>
                  </a:lnTo>
                  <a:lnTo>
                    <a:pt x="573" y="139"/>
                  </a:lnTo>
                  <a:lnTo>
                    <a:pt x="554" y="159"/>
                  </a:lnTo>
                  <a:lnTo>
                    <a:pt x="514" y="159"/>
                  </a:lnTo>
                  <a:lnTo>
                    <a:pt x="435" y="139"/>
                  </a:lnTo>
                  <a:lnTo>
                    <a:pt x="415" y="159"/>
                  </a:lnTo>
                  <a:lnTo>
                    <a:pt x="396" y="178"/>
                  </a:lnTo>
                  <a:lnTo>
                    <a:pt x="297" y="178"/>
                  </a:lnTo>
                  <a:lnTo>
                    <a:pt x="317" y="198"/>
                  </a:lnTo>
                  <a:lnTo>
                    <a:pt x="356" y="218"/>
                  </a:lnTo>
                  <a:lnTo>
                    <a:pt x="336" y="218"/>
                  </a:lnTo>
                  <a:lnTo>
                    <a:pt x="336" y="238"/>
                  </a:lnTo>
                  <a:lnTo>
                    <a:pt x="297" y="238"/>
                  </a:lnTo>
                  <a:lnTo>
                    <a:pt x="317" y="257"/>
                  </a:lnTo>
                  <a:lnTo>
                    <a:pt x="238" y="257"/>
                  </a:lnTo>
                  <a:lnTo>
                    <a:pt x="218" y="277"/>
                  </a:lnTo>
                  <a:lnTo>
                    <a:pt x="257" y="277"/>
                  </a:lnTo>
                  <a:lnTo>
                    <a:pt x="257" y="297"/>
                  </a:lnTo>
                  <a:lnTo>
                    <a:pt x="317" y="297"/>
                  </a:lnTo>
                  <a:lnTo>
                    <a:pt x="238" y="317"/>
                  </a:lnTo>
                  <a:lnTo>
                    <a:pt x="435" y="317"/>
                  </a:lnTo>
                  <a:lnTo>
                    <a:pt x="396" y="336"/>
                  </a:lnTo>
                  <a:lnTo>
                    <a:pt x="198" y="336"/>
                  </a:lnTo>
                  <a:lnTo>
                    <a:pt x="257" y="356"/>
                  </a:lnTo>
                  <a:lnTo>
                    <a:pt x="218" y="356"/>
                  </a:lnTo>
                  <a:lnTo>
                    <a:pt x="218" y="376"/>
                  </a:lnTo>
                  <a:lnTo>
                    <a:pt x="139" y="376"/>
                  </a:lnTo>
                  <a:lnTo>
                    <a:pt x="139" y="396"/>
                  </a:lnTo>
                  <a:lnTo>
                    <a:pt x="99" y="415"/>
                  </a:lnTo>
                  <a:lnTo>
                    <a:pt x="79" y="415"/>
                  </a:lnTo>
                  <a:lnTo>
                    <a:pt x="159" y="435"/>
                  </a:lnTo>
                  <a:lnTo>
                    <a:pt x="119" y="455"/>
                  </a:lnTo>
                  <a:lnTo>
                    <a:pt x="99" y="455"/>
                  </a:lnTo>
                  <a:lnTo>
                    <a:pt x="99" y="475"/>
                  </a:lnTo>
                  <a:lnTo>
                    <a:pt x="79" y="494"/>
                  </a:lnTo>
                  <a:lnTo>
                    <a:pt x="99" y="494"/>
                  </a:lnTo>
                  <a:lnTo>
                    <a:pt x="60" y="514"/>
                  </a:lnTo>
                  <a:lnTo>
                    <a:pt x="119" y="514"/>
                  </a:lnTo>
                  <a:lnTo>
                    <a:pt x="119" y="534"/>
                  </a:lnTo>
                  <a:lnTo>
                    <a:pt x="99" y="534"/>
                  </a:lnTo>
                  <a:lnTo>
                    <a:pt x="60" y="554"/>
                  </a:lnTo>
                  <a:lnTo>
                    <a:pt x="238" y="554"/>
                  </a:lnTo>
                  <a:lnTo>
                    <a:pt x="178" y="573"/>
                  </a:lnTo>
                  <a:lnTo>
                    <a:pt x="99" y="593"/>
                  </a:lnTo>
                  <a:lnTo>
                    <a:pt x="119" y="593"/>
                  </a:lnTo>
                  <a:lnTo>
                    <a:pt x="159" y="613"/>
                  </a:lnTo>
                  <a:lnTo>
                    <a:pt x="297" y="613"/>
                  </a:lnTo>
                  <a:lnTo>
                    <a:pt x="257" y="633"/>
                  </a:lnTo>
                  <a:lnTo>
                    <a:pt x="198" y="653"/>
                  </a:lnTo>
                  <a:lnTo>
                    <a:pt x="139" y="653"/>
                  </a:lnTo>
                  <a:lnTo>
                    <a:pt x="159" y="672"/>
                  </a:lnTo>
                  <a:lnTo>
                    <a:pt x="79" y="712"/>
                  </a:lnTo>
                  <a:lnTo>
                    <a:pt x="178" y="692"/>
                  </a:lnTo>
                  <a:lnTo>
                    <a:pt x="198" y="692"/>
                  </a:lnTo>
                  <a:lnTo>
                    <a:pt x="178" y="712"/>
                  </a:lnTo>
                  <a:lnTo>
                    <a:pt x="99" y="732"/>
                  </a:lnTo>
                  <a:lnTo>
                    <a:pt x="99" y="751"/>
                  </a:lnTo>
                  <a:lnTo>
                    <a:pt x="79" y="791"/>
                  </a:lnTo>
                  <a:lnTo>
                    <a:pt x="60" y="811"/>
                  </a:lnTo>
                  <a:lnTo>
                    <a:pt x="79" y="830"/>
                  </a:lnTo>
                  <a:lnTo>
                    <a:pt x="139" y="801"/>
                  </a:lnTo>
                  <a:lnTo>
                    <a:pt x="139" y="801"/>
                  </a:lnTo>
                  <a:lnTo>
                    <a:pt x="198" y="791"/>
                  </a:lnTo>
                  <a:lnTo>
                    <a:pt x="317" y="771"/>
                  </a:lnTo>
                  <a:lnTo>
                    <a:pt x="297" y="791"/>
                  </a:lnTo>
                  <a:lnTo>
                    <a:pt x="257" y="791"/>
                  </a:lnTo>
                  <a:lnTo>
                    <a:pt x="297" y="811"/>
                  </a:lnTo>
                  <a:lnTo>
                    <a:pt x="317" y="791"/>
                  </a:lnTo>
                  <a:lnTo>
                    <a:pt x="356" y="791"/>
                  </a:lnTo>
                  <a:lnTo>
                    <a:pt x="317" y="811"/>
                  </a:lnTo>
                  <a:lnTo>
                    <a:pt x="257" y="830"/>
                  </a:lnTo>
                  <a:lnTo>
                    <a:pt x="336" y="830"/>
                  </a:lnTo>
                  <a:lnTo>
                    <a:pt x="297" y="850"/>
                  </a:lnTo>
                  <a:lnTo>
                    <a:pt x="198" y="850"/>
                  </a:lnTo>
                  <a:lnTo>
                    <a:pt x="159" y="870"/>
                  </a:lnTo>
                  <a:lnTo>
                    <a:pt x="119" y="870"/>
                  </a:lnTo>
                  <a:lnTo>
                    <a:pt x="119" y="890"/>
                  </a:lnTo>
                  <a:lnTo>
                    <a:pt x="40" y="909"/>
                  </a:lnTo>
                  <a:lnTo>
                    <a:pt x="60" y="909"/>
                  </a:lnTo>
                  <a:lnTo>
                    <a:pt x="60" y="929"/>
                  </a:lnTo>
                  <a:lnTo>
                    <a:pt x="119" y="929"/>
                  </a:lnTo>
                  <a:lnTo>
                    <a:pt x="60" y="969"/>
                  </a:lnTo>
                  <a:lnTo>
                    <a:pt x="60" y="1008"/>
                  </a:lnTo>
                  <a:lnTo>
                    <a:pt x="99" y="988"/>
                  </a:lnTo>
                  <a:lnTo>
                    <a:pt x="139" y="988"/>
                  </a:lnTo>
                  <a:lnTo>
                    <a:pt x="99" y="1008"/>
                  </a:lnTo>
                  <a:lnTo>
                    <a:pt x="79" y="1028"/>
                  </a:lnTo>
                  <a:lnTo>
                    <a:pt x="60" y="1028"/>
                  </a:lnTo>
                  <a:lnTo>
                    <a:pt x="79" y="1048"/>
                  </a:lnTo>
                  <a:lnTo>
                    <a:pt x="119" y="1048"/>
                  </a:lnTo>
                  <a:lnTo>
                    <a:pt x="218" y="1028"/>
                  </a:lnTo>
                  <a:lnTo>
                    <a:pt x="218" y="1048"/>
                  </a:lnTo>
                  <a:lnTo>
                    <a:pt x="178" y="1067"/>
                  </a:lnTo>
                  <a:lnTo>
                    <a:pt x="238" y="1048"/>
                  </a:lnTo>
                  <a:lnTo>
                    <a:pt x="277" y="1067"/>
                  </a:lnTo>
                  <a:lnTo>
                    <a:pt x="198" y="1067"/>
                  </a:lnTo>
                  <a:lnTo>
                    <a:pt x="159" y="1087"/>
                  </a:lnTo>
                  <a:lnTo>
                    <a:pt x="159" y="1107"/>
                  </a:lnTo>
                  <a:lnTo>
                    <a:pt x="159" y="1127"/>
                  </a:lnTo>
                  <a:lnTo>
                    <a:pt x="356" y="1107"/>
                  </a:lnTo>
                  <a:lnTo>
                    <a:pt x="475" y="1067"/>
                  </a:lnTo>
                  <a:lnTo>
                    <a:pt x="593" y="1048"/>
                  </a:lnTo>
                  <a:lnTo>
                    <a:pt x="593" y="1048"/>
                  </a:lnTo>
                  <a:lnTo>
                    <a:pt x="534" y="1087"/>
                  </a:lnTo>
                  <a:lnTo>
                    <a:pt x="514" y="1107"/>
                  </a:lnTo>
                  <a:lnTo>
                    <a:pt x="435" y="1127"/>
                  </a:lnTo>
                  <a:lnTo>
                    <a:pt x="396" y="1146"/>
                  </a:lnTo>
                  <a:lnTo>
                    <a:pt x="376" y="1146"/>
                  </a:lnTo>
                  <a:lnTo>
                    <a:pt x="435" y="1127"/>
                  </a:lnTo>
                  <a:lnTo>
                    <a:pt x="435" y="1107"/>
                  </a:lnTo>
                  <a:lnTo>
                    <a:pt x="297" y="1186"/>
                  </a:lnTo>
                  <a:lnTo>
                    <a:pt x="257" y="1186"/>
                  </a:lnTo>
                  <a:lnTo>
                    <a:pt x="297" y="1166"/>
                  </a:lnTo>
                  <a:lnTo>
                    <a:pt x="297" y="1166"/>
                  </a:lnTo>
                  <a:lnTo>
                    <a:pt x="238" y="1186"/>
                  </a:lnTo>
                  <a:lnTo>
                    <a:pt x="218" y="1186"/>
                  </a:lnTo>
                  <a:lnTo>
                    <a:pt x="119" y="1225"/>
                  </a:lnTo>
                  <a:lnTo>
                    <a:pt x="139" y="1245"/>
                  </a:lnTo>
                  <a:lnTo>
                    <a:pt x="159" y="1245"/>
                  </a:lnTo>
                  <a:lnTo>
                    <a:pt x="139" y="1265"/>
                  </a:lnTo>
                  <a:lnTo>
                    <a:pt x="198" y="1265"/>
                  </a:lnTo>
                  <a:lnTo>
                    <a:pt x="178" y="1285"/>
                  </a:lnTo>
                  <a:lnTo>
                    <a:pt x="257" y="1265"/>
                  </a:lnTo>
                  <a:lnTo>
                    <a:pt x="238" y="1285"/>
                  </a:lnTo>
                  <a:lnTo>
                    <a:pt x="198" y="1304"/>
                  </a:lnTo>
                  <a:lnTo>
                    <a:pt x="238" y="1304"/>
                  </a:lnTo>
                  <a:lnTo>
                    <a:pt x="238" y="1324"/>
                  </a:lnTo>
                  <a:lnTo>
                    <a:pt x="317" y="1285"/>
                  </a:lnTo>
                  <a:lnTo>
                    <a:pt x="415" y="1265"/>
                  </a:lnTo>
                  <a:lnTo>
                    <a:pt x="435" y="1265"/>
                  </a:lnTo>
                  <a:lnTo>
                    <a:pt x="455" y="1285"/>
                  </a:lnTo>
                  <a:lnTo>
                    <a:pt x="376" y="1285"/>
                  </a:lnTo>
                  <a:lnTo>
                    <a:pt x="435" y="1304"/>
                  </a:lnTo>
                  <a:lnTo>
                    <a:pt x="376" y="1324"/>
                  </a:lnTo>
                  <a:lnTo>
                    <a:pt x="356" y="1324"/>
                  </a:lnTo>
                  <a:lnTo>
                    <a:pt x="336" y="1344"/>
                  </a:lnTo>
                  <a:lnTo>
                    <a:pt x="356" y="1344"/>
                  </a:lnTo>
                  <a:lnTo>
                    <a:pt x="435" y="1324"/>
                  </a:lnTo>
                  <a:lnTo>
                    <a:pt x="415" y="1344"/>
                  </a:lnTo>
                  <a:lnTo>
                    <a:pt x="415" y="1364"/>
                  </a:lnTo>
                  <a:lnTo>
                    <a:pt x="415" y="1364"/>
                  </a:lnTo>
                  <a:lnTo>
                    <a:pt x="415" y="1364"/>
                  </a:lnTo>
                  <a:lnTo>
                    <a:pt x="317" y="1383"/>
                  </a:lnTo>
                  <a:lnTo>
                    <a:pt x="238" y="1403"/>
                  </a:lnTo>
                  <a:lnTo>
                    <a:pt x="257" y="1383"/>
                  </a:lnTo>
                  <a:lnTo>
                    <a:pt x="277" y="1364"/>
                  </a:lnTo>
                  <a:lnTo>
                    <a:pt x="238" y="1364"/>
                  </a:lnTo>
                  <a:lnTo>
                    <a:pt x="277" y="1344"/>
                  </a:lnTo>
                  <a:lnTo>
                    <a:pt x="277" y="1324"/>
                  </a:lnTo>
                  <a:lnTo>
                    <a:pt x="218" y="1324"/>
                  </a:lnTo>
                  <a:lnTo>
                    <a:pt x="198" y="1364"/>
                  </a:lnTo>
                  <a:lnTo>
                    <a:pt x="218" y="1383"/>
                  </a:lnTo>
                  <a:lnTo>
                    <a:pt x="178" y="1403"/>
                  </a:lnTo>
                  <a:lnTo>
                    <a:pt x="297" y="1423"/>
                  </a:lnTo>
                  <a:lnTo>
                    <a:pt x="356" y="1383"/>
                  </a:lnTo>
                  <a:lnTo>
                    <a:pt x="415" y="1364"/>
                  </a:lnTo>
                  <a:lnTo>
                    <a:pt x="415" y="1364"/>
                  </a:lnTo>
                  <a:lnTo>
                    <a:pt x="336" y="1403"/>
                  </a:lnTo>
                  <a:lnTo>
                    <a:pt x="297" y="1443"/>
                  </a:lnTo>
                  <a:lnTo>
                    <a:pt x="376" y="1423"/>
                  </a:lnTo>
                  <a:lnTo>
                    <a:pt x="455" y="1403"/>
                  </a:lnTo>
                  <a:lnTo>
                    <a:pt x="475" y="1383"/>
                  </a:lnTo>
                  <a:lnTo>
                    <a:pt x="534" y="1364"/>
                  </a:lnTo>
                  <a:lnTo>
                    <a:pt x="573" y="1364"/>
                  </a:lnTo>
                  <a:lnTo>
                    <a:pt x="554" y="1383"/>
                  </a:lnTo>
                  <a:lnTo>
                    <a:pt x="534" y="1383"/>
                  </a:lnTo>
                  <a:lnTo>
                    <a:pt x="514" y="1403"/>
                  </a:lnTo>
                  <a:lnTo>
                    <a:pt x="494" y="1423"/>
                  </a:lnTo>
                  <a:lnTo>
                    <a:pt x="317" y="1443"/>
                  </a:lnTo>
                  <a:lnTo>
                    <a:pt x="297" y="1462"/>
                  </a:lnTo>
                  <a:lnTo>
                    <a:pt x="317" y="1462"/>
                  </a:lnTo>
                  <a:lnTo>
                    <a:pt x="297" y="1482"/>
                  </a:lnTo>
                  <a:lnTo>
                    <a:pt x="297" y="1482"/>
                  </a:lnTo>
                  <a:lnTo>
                    <a:pt x="356" y="1462"/>
                  </a:lnTo>
                  <a:lnTo>
                    <a:pt x="396" y="1443"/>
                  </a:lnTo>
                  <a:lnTo>
                    <a:pt x="554" y="1443"/>
                  </a:lnTo>
                  <a:lnTo>
                    <a:pt x="494" y="1462"/>
                  </a:lnTo>
                  <a:lnTo>
                    <a:pt x="435" y="1482"/>
                  </a:lnTo>
                  <a:lnTo>
                    <a:pt x="396" y="1482"/>
                  </a:lnTo>
                  <a:lnTo>
                    <a:pt x="297" y="1522"/>
                  </a:lnTo>
                  <a:lnTo>
                    <a:pt x="356" y="1502"/>
                  </a:lnTo>
                  <a:lnTo>
                    <a:pt x="376" y="1502"/>
                  </a:lnTo>
                  <a:lnTo>
                    <a:pt x="356" y="1522"/>
                  </a:lnTo>
                  <a:lnTo>
                    <a:pt x="356" y="1541"/>
                  </a:lnTo>
                  <a:lnTo>
                    <a:pt x="396" y="1561"/>
                  </a:lnTo>
                  <a:lnTo>
                    <a:pt x="435" y="1541"/>
                  </a:lnTo>
                  <a:lnTo>
                    <a:pt x="455" y="1541"/>
                  </a:lnTo>
                  <a:lnTo>
                    <a:pt x="435" y="1561"/>
                  </a:lnTo>
                  <a:lnTo>
                    <a:pt x="455" y="1561"/>
                  </a:lnTo>
                  <a:lnTo>
                    <a:pt x="455" y="1581"/>
                  </a:lnTo>
                  <a:lnTo>
                    <a:pt x="475" y="1581"/>
                  </a:lnTo>
                  <a:lnTo>
                    <a:pt x="514" y="1561"/>
                  </a:lnTo>
                  <a:lnTo>
                    <a:pt x="554" y="1522"/>
                  </a:lnTo>
                  <a:lnTo>
                    <a:pt x="613" y="1541"/>
                  </a:lnTo>
                  <a:lnTo>
                    <a:pt x="692" y="1541"/>
                  </a:lnTo>
                  <a:lnTo>
                    <a:pt x="830" y="1304"/>
                  </a:lnTo>
                  <a:lnTo>
                    <a:pt x="968" y="1048"/>
                  </a:lnTo>
                  <a:lnTo>
                    <a:pt x="1245" y="396"/>
                  </a:lnTo>
                  <a:lnTo>
                    <a:pt x="1107" y="396"/>
                  </a:lnTo>
                  <a:lnTo>
                    <a:pt x="1166" y="376"/>
                  </a:lnTo>
                  <a:lnTo>
                    <a:pt x="1186" y="376"/>
                  </a:lnTo>
                  <a:lnTo>
                    <a:pt x="1166" y="356"/>
                  </a:lnTo>
                  <a:lnTo>
                    <a:pt x="1245" y="356"/>
                  </a:lnTo>
                  <a:lnTo>
                    <a:pt x="1245" y="336"/>
                  </a:lnTo>
                  <a:lnTo>
                    <a:pt x="1067" y="336"/>
                  </a:lnTo>
                  <a:lnTo>
                    <a:pt x="1047" y="317"/>
                  </a:lnTo>
                  <a:lnTo>
                    <a:pt x="1067" y="317"/>
                  </a:lnTo>
                  <a:lnTo>
                    <a:pt x="1008" y="277"/>
                  </a:lnTo>
                  <a:lnTo>
                    <a:pt x="988" y="238"/>
                  </a:lnTo>
                  <a:lnTo>
                    <a:pt x="968" y="198"/>
                  </a:lnTo>
                  <a:lnTo>
                    <a:pt x="1008" y="139"/>
                  </a:lnTo>
                  <a:lnTo>
                    <a:pt x="1028" y="149"/>
                  </a:lnTo>
                  <a:lnTo>
                    <a:pt x="1028" y="149"/>
                  </a:lnTo>
                  <a:lnTo>
                    <a:pt x="1028" y="139"/>
                  </a:lnTo>
                  <a:lnTo>
                    <a:pt x="1067" y="139"/>
                  </a:lnTo>
                  <a:lnTo>
                    <a:pt x="1087" y="119"/>
                  </a:lnTo>
                  <a:lnTo>
                    <a:pt x="1047" y="119"/>
                  </a:lnTo>
                  <a:lnTo>
                    <a:pt x="1087" y="99"/>
                  </a:lnTo>
                  <a:lnTo>
                    <a:pt x="1087" y="119"/>
                  </a:lnTo>
                  <a:lnTo>
                    <a:pt x="1107" y="99"/>
                  </a:lnTo>
                  <a:lnTo>
                    <a:pt x="1126" y="80"/>
                  </a:lnTo>
                  <a:lnTo>
                    <a:pt x="1146" y="80"/>
                  </a:lnTo>
                  <a:lnTo>
                    <a:pt x="1146" y="60"/>
                  </a:lnTo>
                  <a:lnTo>
                    <a:pt x="1265" y="60"/>
                  </a:lnTo>
                  <a:lnTo>
                    <a:pt x="1205" y="40"/>
                  </a:lnTo>
                  <a:lnTo>
                    <a:pt x="1146" y="40"/>
                  </a:lnTo>
                  <a:lnTo>
                    <a:pt x="1126" y="20"/>
                  </a:lnTo>
                  <a:lnTo>
                    <a:pt x="968" y="1"/>
                  </a:lnTo>
                  <a:close/>
                  <a:moveTo>
                    <a:pt x="475" y="1581"/>
                  </a:moveTo>
                  <a:lnTo>
                    <a:pt x="475" y="1601"/>
                  </a:lnTo>
                  <a:lnTo>
                    <a:pt x="514" y="158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8" name="Google Shape;5398;p20"/>
            <p:cNvSpPr/>
            <p:nvPr/>
          </p:nvSpPr>
          <p:spPr>
            <a:xfrm>
              <a:off x="-1164000" y="4095600"/>
              <a:ext cx="525" cy="500"/>
            </a:xfrm>
            <a:custGeom>
              <a:rect b="b" l="l" r="r" t="t"/>
              <a:pathLst>
                <a:path extrusionOk="0" h="20" w="21">
                  <a:moveTo>
                    <a:pt x="20" y="0"/>
                  </a:moveTo>
                  <a:lnTo>
                    <a:pt x="20" y="0"/>
                  </a:lnTo>
                  <a:lnTo>
                    <a:pt x="0" y="20"/>
                  </a:lnTo>
                  <a:lnTo>
                    <a:pt x="0" y="2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9" name="Google Shape;5399;p20"/>
            <p:cNvSpPr/>
            <p:nvPr/>
          </p:nvSpPr>
          <p:spPr>
            <a:xfrm>
              <a:off x="-1395600" y="410002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0" name="Google Shape;5400;p20"/>
            <p:cNvSpPr/>
            <p:nvPr/>
          </p:nvSpPr>
          <p:spPr>
            <a:xfrm>
              <a:off x="-1397075" y="4099050"/>
              <a:ext cx="25" cy="25"/>
            </a:xfrm>
            <a:custGeom>
              <a:rect b="b" l="l" r="r" t="t"/>
              <a:pathLst>
                <a:path extrusionOk="0" h="1" w="1">
                  <a:moveTo>
                    <a:pt x="0" y="0"/>
                  </a:move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20"/>
            <p:cNvSpPr/>
            <p:nvPr/>
          </p:nvSpPr>
          <p:spPr>
            <a:xfrm>
              <a:off x="-1435600" y="4052125"/>
              <a:ext cx="48425" cy="55350"/>
            </a:xfrm>
            <a:custGeom>
              <a:rect b="b" l="l" r="r" t="t"/>
              <a:pathLst>
                <a:path extrusionOk="0" h="2214" w="1937">
                  <a:moveTo>
                    <a:pt x="652" y="80"/>
                  </a:moveTo>
                  <a:lnTo>
                    <a:pt x="692" y="100"/>
                  </a:lnTo>
                  <a:lnTo>
                    <a:pt x="633" y="80"/>
                  </a:lnTo>
                  <a:close/>
                  <a:moveTo>
                    <a:pt x="1403" y="712"/>
                  </a:moveTo>
                  <a:lnTo>
                    <a:pt x="1403" y="732"/>
                  </a:lnTo>
                  <a:lnTo>
                    <a:pt x="1304" y="732"/>
                  </a:lnTo>
                  <a:lnTo>
                    <a:pt x="1344" y="712"/>
                  </a:lnTo>
                  <a:close/>
                  <a:moveTo>
                    <a:pt x="336" y="831"/>
                  </a:moveTo>
                  <a:lnTo>
                    <a:pt x="277" y="850"/>
                  </a:lnTo>
                  <a:lnTo>
                    <a:pt x="356" y="831"/>
                  </a:lnTo>
                  <a:close/>
                  <a:moveTo>
                    <a:pt x="218" y="969"/>
                  </a:moveTo>
                  <a:lnTo>
                    <a:pt x="198" y="989"/>
                  </a:lnTo>
                  <a:lnTo>
                    <a:pt x="238" y="989"/>
                  </a:lnTo>
                  <a:lnTo>
                    <a:pt x="218" y="969"/>
                  </a:lnTo>
                  <a:close/>
                  <a:moveTo>
                    <a:pt x="80" y="969"/>
                  </a:moveTo>
                  <a:lnTo>
                    <a:pt x="60" y="989"/>
                  </a:lnTo>
                  <a:lnTo>
                    <a:pt x="60" y="1008"/>
                  </a:lnTo>
                  <a:lnTo>
                    <a:pt x="40" y="1028"/>
                  </a:lnTo>
                  <a:lnTo>
                    <a:pt x="139" y="1048"/>
                  </a:lnTo>
                  <a:lnTo>
                    <a:pt x="198" y="1028"/>
                  </a:lnTo>
                  <a:lnTo>
                    <a:pt x="80" y="1028"/>
                  </a:lnTo>
                  <a:lnTo>
                    <a:pt x="99" y="1008"/>
                  </a:lnTo>
                  <a:lnTo>
                    <a:pt x="119" y="1008"/>
                  </a:lnTo>
                  <a:lnTo>
                    <a:pt x="99" y="989"/>
                  </a:lnTo>
                  <a:lnTo>
                    <a:pt x="139" y="989"/>
                  </a:lnTo>
                  <a:lnTo>
                    <a:pt x="139" y="969"/>
                  </a:lnTo>
                  <a:close/>
                  <a:moveTo>
                    <a:pt x="1778" y="1265"/>
                  </a:moveTo>
                  <a:lnTo>
                    <a:pt x="1719" y="1285"/>
                  </a:lnTo>
                  <a:lnTo>
                    <a:pt x="1739" y="1285"/>
                  </a:lnTo>
                  <a:lnTo>
                    <a:pt x="1778" y="1265"/>
                  </a:lnTo>
                  <a:close/>
                  <a:moveTo>
                    <a:pt x="376" y="1285"/>
                  </a:moveTo>
                  <a:lnTo>
                    <a:pt x="317" y="1305"/>
                  </a:lnTo>
                  <a:lnTo>
                    <a:pt x="317" y="1305"/>
                  </a:lnTo>
                  <a:lnTo>
                    <a:pt x="396" y="1285"/>
                  </a:lnTo>
                  <a:close/>
                  <a:moveTo>
                    <a:pt x="297" y="1245"/>
                  </a:moveTo>
                  <a:lnTo>
                    <a:pt x="198" y="1265"/>
                  </a:lnTo>
                  <a:lnTo>
                    <a:pt x="218" y="1265"/>
                  </a:lnTo>
                  <a:lnTo>
                    <a:pt x="218" y="1285"/>
                  </a:lnTo>
                  <a:lnTo>
                    <a:pt x="198" y="1305"/>
                  </a:lnTo>
                  <a:lnTo>
                    <a:pt x="198" y="1305"/>
                  </a:lnTo>
                  <a:lnTo>
                    <a:pt x="238" y="1285"/>
                  </a:lnTo>
                  <a:lnTo>
                    <a:pt x="336" y="1265"/>
                  </a:lnTo>
                  <a:lnTo>
                    <a:pt x="317" y="1265"/>
                  </a:lnTo>
                  <a:lnTo>
                    <a:pt x="336" y="1245"/>
                  </a:lnTo>
                  <a:close/>
                  <a:moveTo>
                    <a:pt x="1522" y="1324"/>
                  </a:moveTo>
                  <a:lnTo>
                    <a:pt x="1443" y="1344"/>
                  </a:lnTo>
                  <a:lnTo>
                    <a:pt x="1443" y="1349"/>
                  </a:lnTo>
                  <a:lnTo>
                    <a:pt x="1443" y="1349"/>
                  </a:lnTo>
                  <a:lnTo>
                    <a:pt x="1462" y="1344"/>
                  </a:lnTo>
                  <a:lnTo>
                    <a:pt x="1522" y="1324"/>
                  </a:lnTo>
                  <a:close/>
                  <a:moveTo>
                    <a:pt x="1482" y="1344"/>
                  </a:moveTo>
                  <a:lnTo>
                    <a:pt x="1443" y="1354"/>
                  </a:lnTo>
                  <a:lnTo>
                    <a:pt x="1443" y="1354"/>
                  </a:lnTo>
                  <a:lnTo>
                    <a:pt x="1443" y="1364"/>
                  </a:lnTo>
                  <a:lnTo>
                    <a:pt x="1482" y="1344"/>
                  </a:lnTo>
                  <a:close/>
                  <a:moveTo>
                    <a:pt x="1443" y="1349"/>
                  </a:moveTo>
                  <a:lnTo>
                    <a:pt x="1383" y="1364"/>
                  </a:lnTo>
                  <a:lnTo>
                    <a:pt x="1324" y="1384"/>
                  </a:lnTo>
                  <a:lnTo>
                    <a:pt x="1324" y="1384"/>
                  </a:lnTo>
                  <a:lnTo>
                    <a:pt x="1403" y="1364"/>
                  </a:lnTo>
                  <a:lnTo>
                    <a:pt x="1443" y="1354"/>
                  </a:lnTo>
                  <a:lnTo>
                    <a:pt x="1443" y="1354"/>
                  </a:lnTo>
                  <a:lnTo>
                    <a:pt x="1443" y="1349"/>
                  </a:lnTo>
                  <a:close/>
                  <a:moveTo>
                    <a:pt x="1798" y="1423"/>
                  </a:moveTo>
                  <a:lnTo>
                    <a:pt x="1786" y="1435"/>
                  </a:lnTo>
                  <a:lnTo>
                    <a:pt x="1786" y="1435"/>
                  </a:lnTo>
                  <a:lnTo>
                    <a:pt x="1798" y="1432"/>
                  </a:lnTo>
                  <a:lnTo>
                    <a:pt x="1798" y="1432"/>
                  </a:lnTo>
                  <a:lnTo>
                    <a:pt x="1798" y="1423"/>
                  </a:lnTo>
                  <a:close/>
                  <a:moveTo>
                    <a:pt x="1786" y="1435"/>
                  </a:moveTo>
                  <a:lnTo>
                    <a:pt x="1759" y="1443"/>
                  </a:lnTo>
                  <a:lnTo>
                    <a:pt x="1778" y="1443"/>
                  </a:lnTo>
                  <a:lnTo>
                    <a:pt x="1786" y="1435"/>
                  </a:lnTo>
                  <a:close/>
                  <a:moveTo>
                    <a:pt x="415" y="1443"/>
                  </a:moveTo>
                  <a:lnTo>
                    <a:pt x="396" y="1463"/>
                  </a:lnTo>
                  <a:lnTo>
                    <a:pt x="396" y="1463"/>
                  </a:lnTo>
                  <a:lnTo>
                    <a:pt x="455" y="1443"/>
                  </a:lnTo>
                  <a:close/>
                  <a:moveTo>
                    <a:pt x="1877" y="1443"/>
                  </a:moveTo>
                  <a:lnTo>
                    <a:pt x="1824" y="1456"/>
                  </a:lnTo>
                  <a:lnTo>
                    <a:pt x="1824" y="1456"/>
                  </a:lnTo>
                  <a:lnTo>
                    <a:pt x="1818" y="1463"/>
                  </a:lnTo>
                  <a:lnTo>
                    <a:pt x="1818" y="1463"/>
                  </a:lnTo>
                  <a:lnTo>
                    <a:pt x="1877" y="1443"/>
                  </a:lnTo>
                  <a:close/>
                  <a:moveTo>
                    <a:pt x="415" y="1463"/>
                  </a:moveTo>
                  <a:lnTo>
                    <a:pt x="415" y="1482"/>
                  </a:lnTo>
                  <a:lnTo>
                    <a:pt x="435" y="1489"/>
                  </a:lnTo>
                  <a:lnTo>
                    <a:pt x="435" y="1489"/>
                  </a:lnTo>
                  <a:lnTo>
                    <a:pt x="435" y="1482"/>
                  </a:lnTo>
                  <a:lnTo>
                    <a:pt x="435" y="1463"/>
                  </a:lnTo>
                  <a:close/>
                  <a:moveTo>
                    <a:pt x="435" y="1489"/>
                  </a:moveTo>
                  <a:lnTo>
                    <a:pt x="435" y="1502"/>
                  </a:lnTo>
                  <a:lnTo>
                    <a:pt x="458" y="1496"/>
                  </a:lnTo>
                  <a:lnTo>
                    <a:pt x="458" y="1496"/>
                  </a:lnTo>
                  <a:lnTo>
                    <a:pt x="435" y="1489"/>
                  </a:lnTo>
                  <a:close/>
                  <a:moveTo>
                    <a:pt x="514" y="1640"/>
                  </a:moveTo>
                  <a:lnTo>
                    <a:pt x="475" y="1660"/>
                  </a:lnTo>
                  <a:lnTo>
                    <a:pt x="514" y="1660"/>
                  </a:lnTo>
                  <a:lnTo>
                    <a:pt x="514" y="1640"/>
                  </a:lnTo>
                  <a:close/>
                  <a:moveTo>
                    <a:pt x="1818" y="1640"/>
                  </a:moveTo>
                  <a:lnTo>
                    <a:pt x="1778" y="1660"/>
                  </a:lnTo>
                  <a:lnTo>
                    <a:pt x="1818" y="1640"/>
                  </a:lnTo>
                  <a:close/>
                  <a:moveTo>
                    <a:pt x="1620" y="1719"/>
                  </a:moveTo>
                  <a:lnTo>
                    <a:pt x="1601" y="1739"/>
                  </a:lnTo>
                  <a:lnTo>
                    <a:pt x="1601" y="1739"/>
                  </a:lnTo>
                  <a:lnTo>
                    <a:pt x="1620" y="1731"/>
                  </a:lnTo>
                  <a:lnTo>
                    <a:pt x="1620" y="1731"/>
                  </a:lnTo>
                  <a:lnTo>
                    <a:pt x="1620" y="1719"/>
                  </a:lnTo>
                  <a:close/>
                  <a:moveTo>
                    <a:pt x="1778" y="1660"/>
                  </a:moveTo>
                  <a:lnTo>
                    <a:pt x="1739" y="1680"/>
                  </a:lnTo>
                  <a:lnTo>
                    <a:pt x="1620" y="1731"/>
                  </a:lnTo>
                  <a:lnTo>
                    <a:pt x="1620" y="1731"/>
                  </a:lnTo>
                  <a:lnTo>
                    <a:pt x="1620" y="1739"/>
                  </a:lnTo>
                  <a:lnTo>
                    <a:pt x="1699" y="1700"/>
                  </a:lnTo>
                  <a:lnTo>
                    <a:pt x="1778" y="1660"/>
                  </a:lnTo>
                  <a:close/>
                  <a:moveTo>
                    <a:pt x="850" y="1846"/>
                  </a:moveTo>
                  <a:lnTo>
                    <a:pt x="771" y="1877"/>
                  </a:lnTo>
                  <a:lnTo>
                    <a:pt x="791" y="1858"/>
                  </a:lnTo>
                  <a:lnTo>
                    <a:pt x="850" y="1846"/>
                  </a:lnTo>
                  <a:close/>
                  <a:moveTo>
                    <a:pt x="1581" y="1897"/>
                  </a:moveTo>
                  <a:lnTo>
                    <a:pt x="1561" y="1907"/>
                  </a:lnTo>
                  <a:lnTo>
                    <a:pt x="1561" y="1907"/>
                  </a:lnTo>
                  <a:lnTo>
                    <a:pt x="1561" y="1917"/>
                  </a:lnTo>
                  <a:lnTo>
                    <a:pt x="1581" y="1897"/>
                  </a:lnTo>
                  <a:close/>
                  <a:moveTo>
                    <a:pt x="1660" y="1858"/>
                  </a:moveTo>
                  <a:lnTo>
                    <a:pt x="1581" y="1897"/>
                  </a:lnTo>
                  <a:lnTo>
                    <a:pt x="1601" y="1917"/>
                  </a:lnTo>
                  <a:lnTo>
                    <a:pt x="1640" y="1897"/>
                  </a:lnTo>
                  <a:lnTo>
                    <a:pt x="1660" y="1877"/>
                  </a:lnTo>
                  <a:lnTo>
                    <a:pt x="1699" y="1858"/>
                  </a:lnTo>
                  <a:close/>
                  <a:moveTo>
                    <a:pt x="1522" y="1956"/>
                  </a:moveTo>
                  <a:lnTo>
                    <a:pt x="1502" y="1976"/>
                  </a:lnTo>
                  <a:lnTo>
                    <a:pt x="1522" y="1976"/>
                  </a:lnTo>
                  <a:lnTo>
                    <a:pt x="1541" y="1956"/>
                  </a:lnTo>
                  <a:close/>
                  <a:moveTo>
                    <a:pt x="731" y="1"/>
                  </a:moveTo>
                  <a:lnTo>
                    <a:pt x="771" y="21"/>
                  </a:lnTo>
                  <a:lnTo>
                    <a:pt x="731" y="21"/>
                  </a:lnTo>
                  <a:lnTo>
                    <a:pt x="751" y="40"/>
                  </a:lnTo>
                  <a:lnTo>
                    <a:pt x="692" y="21"/>
                  </a:lnTo>
                  <a:lnTo>
                    <a:pt x="593" y="21"/>
                  </a:lnTo>
                  <a:lnTo>
                    <a:pt x="613" y="40"/>
                  </a:lnTo>
                  <a:lnTo>
                    <a:pt x="633" y="40"/>
                  </a:lnTo>
                  <a:lnTo>
                    <a:pt x="613" y="60"/>
                  </a:lnTo>
                  <a:lnTo>
                    <a:pt x="554" y="40"/>
                  </a:lnTo>
                  <a:lnTo>
                    <a:pt x="573" y="60"/>
                  </a:lnTo>
                  <a:lnTo>
                    <a:pt x="562" y="72"/>
                  </a:lnTo>
                  <a:lnTo>
                    <a:pt x="562" y="72"/>
                  </a:lnTo>
                  <a:lnTo>
                    <a:pt x="514" y="60"/>
                  </a:lnTo>
                  <a:lnTo>
                    <a:pt x="475" y="80"/>
                  </a:lnTo>
                  <a:lnTo>
                    <a:pt x="475" y="100"/>
                  </a:lnTo>
                  <a:lnTo>
                    <a:pt x="455" y="80"/>
                  </a:lnTo>
                  <a:lnTo>
                    <a:pt x="376" y="80"/>
                  </a:lnTo>
                  <a:lnTo>
                    <a:pt x="376" y="100"/>
                  </a:lnTo>
                  <a:lnTo>
                    <a:pt x="415" y="100"/>
                  </a:lnTo>
                  <a:lnTo>
                    <a:pt x="435" y="119"/>
                  </a:lnTo>
                  <a:lnTo>
                    <a:pt x="376" y="119"/>
                  </a:lnTo>
                  <a:lnTo>
                    <a:pt x="376" y="139"/>
                  </a:lnTo>
                  <a:lnTo>
                    <a:pt x="317" y="139"/>
                  </a:lnTo>
                  <a:lnTo>
                    <a:pt x="317" y="159"/>
                  </a:lnTo>
                  <a:lnTo>
                    <a:pt x="376" y="179"/>
                  </a:lnTo>
                  <a:lnTo>
                    <a:pt x="297" y="179"/>
                  </a:lnTo>
                  <a:lnTo>
                    <a:pt x="415" y="198"/>
                  </a:lnTo>
                  <a:lnTo>
                    <a:pt x="317" y="198"/>
                  </a:lnTo>
                  <a:lnTo>
                    <a:pt x="277" y="218"/>
                  </a:lnTo>
                  <a:lnTo>
                    <a:pt x="178" y="218"/>
                  </a:lnTo>
                  <a:lnTo>
                    <a:pt x="159" y="238"/>
                  </a:lnTo>
                  <a:lnTo>
                    <a:pt x="139" y="238"/>
                  </a:lnTo>
                  <a:lnTo>
                    <a:pt x="198" y="258"/>
                  </a:lnTo>
                  <a:lnTo>
                    <a:pt x="119" y="258"/>
                  </a:lnTo>
                  <a:lnTo>
                    <a:pt x="139" y="277"/>
                  </a:lnTo>
                  <a:lnTo>
                    <a:pt x="119" y="297"/>
                  </a:lnTo>
                  <a:lnTo>
                    <a:pt x="139" y="297"/>
                  </a:lnTo>
                  <a:lnTo>
                    <a:pt x="178" y="317"/>
                  </a:lnTo>
                  <a:lnTo>
                    <a:pt x="159" y="317"/>
                  </a:lnTo>
                  <a:lnTo>
                    <a:pt x="80" y="337"/>
                  </a:lnTo>
                  <a:lnTo>
                    <a:pt x="257" y="356"/>
                  </a:lnTo>
                  <a:lnTo>
                    <a:pt x="218" y="356"/>
                  </a:lnTo>
                  <a:lnTo>
                    <a:pt x="119" y="376"/>
                  </a:lnTo>
                  <a:lnTo>
                    <a:pt x="119" y="376"/>
                  </a:lnTo>
                  <a:lnTo>
                    <a:pt x="139" y="356"/>
                  </a:lnTo>
                  <a:lnTo>
                    <a:pt x="119" y="356"/>
                  </a:lnTo>
                  <a:lnTo>
                    <a:pt x="20" y="376"/>
                  </a:lnTo>
                  <a:lnTo>
                    <a:pt x="40" y="376"/>
                  </a:lnTo>
                  <a:lnTo>
                    <a:pt x="20" y="396"/>
                  </a:lnTo>
                  <a:lnTo>
                    <a:pt x="139" y="396"/>
                  </a:lnTo>
                  <a:lnTo>
                    <a:pt x="60" y="376"/>
                  </a:lnTo>
                  <a:lnTo>
                    <a:pt x="178" y="376"/>
                  </a:lnTo>
                  <a:lnTo>
                    <a:pt x="218" y="396"/>
                  </a:lnTo>
                  <a:lnTo>
                    <a:pt x="317" y="416"/>
                  </a:lnTo>
                  <a:lnTo>
                    <a:pt x="257" y="435"/>
                  </a:lnTo>
                  <a:lnTo>
                    <a:pt x="139" y="416"/>
                  </a:lnTo>
                  <a:lnTo>
                    <a:pt x="178" y="435"/>
                  </a:lnTo>
                  <a:lnTo>
                    <a:pt x="159" y="435"/>
                  </a:lnTo>
                  <a:lnTo>
                    <a:pt x="80" y="455"/>
                  </a:lnTo>
                  <a:lnTo>
                    <a:pt x="198" y="455"/>
                  </a:lnTo>
                  <a:lnTo>
                    <a:pt x="178" y="475"/>
                  </a:lnTo>
                  <a:lnTo>
                    <a:pt x="99" y="475"/>
                  </a:lnTo>
                  <a:lnTo>
                    <a:pt x="99" y="495"/>
                  </a:lnTo>
                  <a:lnTo>
                    <a:pt x="60" y="514"/>
                  </a:lnTo>
                  <a:lnTo>
                    <a:pt x="40" y="534"/>
                  </a:lnTo>
                  <a:lnTo>
                    <a:pt x="60" y="554"/>
                  </a:lnTo>
                  <a:lnTo>
                    <a:pt x="139" y="534"/>
                  </a:lnTo>
                  <a:lnTo>
                    <a:pt x="297" y="534"/>
                  </a:lnTo>
                  <a:lnTo>
                    <a:pt x="277" y="554"/>
                  </a:lnTo>
                  <a:lnTo>
                    <a:pt x="336" y="554"/>
                  </a:lnTo>
                  <a:lnTo>
                    <a:pt x="297" y="574"/>
                  </a:lnTo>
                  <a:lnTo>
                    <a:pt x="257" y="574"/>
                  </a:lnTo>
                  <a:lnTo>
                    <a:pt x="317" y="593"/>
                  </a:lnTo>
                  <a:lnTo>
                    <a:pt x="257" y="593"/>
                  </a:lnTo>
                  <a:lnTo>
                    <a:pt x="178" y="574"/>
                  </a:lnTo>
                  <a:lnTo>
                    <a:pt x="139" y="593"/>
                  </a:lnTo>
                  <a:lnTo>
                    <a:pt x="20" y="593"/>
                  </a:lnTo>
                  <a:lnTo>
                    <a:pt x="20" y="613"/>
                  </a:lnTo>
                  <a:lnTo>
                    <a:pt x="1" y="613"/>
                  </a:lnTo>
                  <a:lnTo>
                    <a:pt x="80" y="633"/>
                  </a:lnTo>
                  <a:lnTo>
                    <a:pt x="20" y="653"/>
                  </a:lnTo>
                  <a:lnTo>
                    <a:pt x="1" y="672"/>
                  </a:lnTo>
                  <a:lnTo>
                    <a:pt x="80" y="672"/>
                  </a:lnTo>
                  <a:lnTo>
                    <a:pt x="60" y="692"/>
                  </a:lnTo>
                  <a:lnTo>
                    <a:pt x="1" y="692"/>
                  </a:lnTo>
                  <a:lnTo>
                    <a:pt x="20" y="712"/>
                  </a:lnTo>
                  <a:lnTo>
                    <a:pt x="60" y="732"/>
                  </a:lnTo>
                  <a:lnTo>
                    <a:pt x="99" y="732"/>
                  </a:lnTo>
                  <a:lnTo>
                    <a:pt x="178" y="751"/>
                  </a:lnTo>
                  <a:lnTo>
                    <a:pt x="198" y="751"/>
                  </a:lnTo>
                  <a:lnTo>
                    <a:pt x="178" y="771"/>
                  </a:lnTo>
                  <a:lnTo>
                    <a:pt x="119" y="751"/>
                  </a:lnTo>
                  <a:lnTo>
                    <a:pt x="80" y="751"/>
                  </a:lnTo>
                  <a:lnTo>
                    <a:pt x="80" y="771"/>
                  </a:lnTo>
                  <a:lnTo>
                    <a:pt x="80" y="791"/>
                  </a:lnTo>
                  <a:lnTo>
                    <a:pt x="277" y="811"/>
                  </a:lnTo>
                  <a:lnTo>
                    <a:pt x="455" y="811"/>
                  </a:lnTo>
                  <a:lnTo>
                    <a:pt x="415" y="831"/>
                  </a:lnTo>
                  <a:lnTo>
                    <a:pt x="336" y="850"/>
                  </a:lnTo>
                  <a:lnTo>
                    <a:pt x="277" y="850"/>
                  </a:lnTo>
                  <a:lnTo>
                    <a:pt x="198" y="870"/>
                  </a:lnTo>
                  <a:lnTo>
                    <a:pt x="139" y="850"/>
                  </a:lnTo>
                  <a:lnTo>
                    <a:pt x="119" y="850"/>
                  </a:lnTo>
                  <a:lnTo>
                    <a:pt x="20" y="870"/>
                  </a:lnTo>
                  <a:lnTo>
                    <a:pt x="80" y="870"/>
                  </a:lnTo>
                  <a:lnTo>
                    <a:pt x="40" y="890"/>
                  </a:lnTo>
                  <a:lnTo>
                    <a:pt x="60" y="910"/>
                  </a:lnTo>
                  <a:lnTo>
                    <a:pt x="80" y="910"/>
                  </a:lnTo>
                  <a:lnTo>
                    <a:pt x="60" y="929"/>
                  </a:lnTo>
                  <a:lnTo>
                    <a:pt x="139" y="910"/>
                  </a:lnTo>
                  <a:lnTo>
                    <a:pt x="139" y="929"/>
                  </a:lnTo>
                  <a:lnTo>
                    <a:pt x="119" y="929"/>
                  </a:lnTo>
                  <a:lnTo>
                    <a:pt x="60" y="949"/>
                  </a:lnTo>
                  <a:lnTo>
                    <a:pt x="317" y="949"/>
                  </a:lnTo>
                  <a:lnTo>
                    <a:pt x="317" y="969"/>
                  </a:lnTo>
                  <a:lnTo>
                    <a:pt x="277" y="969"/>
                  </a:lnTo>
                  <a:lnTo>
                    <a:pt x="297" y="989"/>
                  </a:lnTo>
                  <a:lnTo>
                    <a:pt x="277" y="1008"/>
                  </a:lnTo>
                  <a:lnTo>
                    <a:pt x="257" y="1028"/>
                  </a:lnTo>
                  <a:lnTo>
                    <a:pt x="277" y="1028"/>
                  </a:lnTo>
                  <a:lnTo>
                    <a:pt x="178" y="1048"/>
                  </a:lnTo>
                  <a:lnTo>
                    <a:pt x="139" y="1068"/>
                  </a:lnTo>
                  <a:lnTo>
                    <a:pt x="297" y="1068"/>
                  </a:lnTo>
                  <a:lnTo>
                    <a:pt x="336" y="1048"/>
                  </a:lnTo>
                  <a:lnTo>
                    <a:pt x="396" y="1048"/>
                  </a:lnTo>
                  <a:lnTo>
                    <a:pt x="376" y="1068"/>
                  </a:lnTo>
                  <a:lnTo>
                    <a:pt x="336" y="1087"/>
                  </a:lnTo>
                  <a:lnTo>
                    <a:pt x="159" y="1068"/>
                  </a:lnTo>
                  <a:lnTo>
                    <a:pt x="139" y="1087"/>
                  </a:lnTo>
                  <a:lnTo>
                    <a:pt x="119" y="1107"/>
                  </a:lnTo>
                  <a:lnTo>
                    <a:pt x="218" y="1087"/>
                  </a:lnTo>
                  <a:lnTo>
                    <a:pt x="317" y="1107"/>
                  </a:lnTo>
                  <a:lnTo>
                    <a:pt x="396" y="1127"/>
                  </a:lnTo>
                  <a:lnTo>
                    <a:pt x="178" y="1127"/>
                  </a:lnTo>
                  <a:lnTo>
                    <a:pt x="198" y="1147"/>
                  </a:lnTo>
                  <a:lnTo>
                    <a:pt x="178" y="1147"/>
                  </a:lnTo>
                  <a:lnTo>
                    <a:pt x="178" y="1166"/>
                  </a:lnTo>
                  <a:lnTo>
                    <a:pt x="198" y="1186"/>
                  </a:lnTo>
                  <a:lnTo>
                    <a:pt x="238" y="1166"/>
                  </a:lnTo>
                  <a:lnTo>
                    <a:pt x="257" y="1166"/>
                  </a:lnTo>
                  <a:lnTo>
                    <a:pt x="238" y="1186"/>
                  </a:lnTo>
                  <a:lnTo>
                    <a:pt x="257" y="1186"/>
                  </a:lnTo>
                  <a:lnTo>
                    <a:pt x="238" y="1206"/>
                  </a:lnTo>
                  <a:lnTo>
                    <a:pt x="257" y="1206"/>
                  </a:lnTo>
                  <a:lnTo>
                    <a:pt x="257" y="1226"/>
                  </a:lnTo>
                  <a:lnTo>
                    <a:pt x="297" y="1226"/>
                  </a:lnTo>
                  <a:lnTo>
                    <a:pt x="277" y="1206"/>
                  </a:lnTo>
                  <a:lnTo>
                    <a:pt x="317" y="1206"/>
                  </a:lnTo>
                  <a:lnTo>
                    <a:pt x="356" y="1186"/>
                  </a:lnTo>
                  <a:lnTo>
                    <a:pt x="415" y="1206"/>
                  </a:lnTo>
                  <a:lnTo>
                    <a:pt x="435" y="1206"/>
                  </a:lnTo>
                  <a:lnTo>
                    <a:pt x="455" y="1226"/>
                  </a:lnTo>
                  <a:lnTo>
                    <a:pt x="475" y="1206"/>
                  </a:lnTo>
                  <a:lnTo>
                    <a:pt x="494" y="1206"/>
                  </a:lnTo>
                  <a:lnTo>
                    <a:pt x="494" y="1226"/>
                  </a:lnTo>
                  <a:lnTo>
                    <a:pt x="435" y="1245"/>
                  </a:lnTo>
                  <a:lnTo>
                    <a:pt x="455" y="1265"/>
                  </a:lnTo>
                  <a:lnTo>
                    <a:pt x="435" y="1265"/>
                  </a:lnTo>
                  <a:lnTo>
                    <a:pt x="435" y="1285"/>
                  </a:lnTo>
                  <a:lnTo>
                    <a:pt x="396" y="1285"/>
                  </a:lnTo>
                  <a:lnTo>
                    <a:pt x="336" y="1305"/>
                  </a:lnTo>
                  <a:lnTo>
                    <a:pt x="356" y="1305"/>
                  </a:lnTo>
                  <a:lnTo>
                    <a:pt x="376" y="1324"/>
                  </a:lnTo>
                  <a:lnTo>
                    <a:pt x="415" y="1324"/>
                  </a:lnTo>
                  <a:lnTo>
                    <a:pt x="475" y="1305"/>
                  </a:lnTo>
                  <a:lnTo>
                    <a:pt x="554" y="1285"/>
                  </a:lnTo>
                  <a:lnTo>
                    <a:pt x="554" y="1305"/>
                  </a:lnTo>
                  <a:lnTo>
                    <a:pt x="573" y="1305"/>
                  </a:lnTo>
                  <a:lnTo>
                    <a:pt x="554" y="1324"/>
                  </a:lnTo>
                  <a:lnTo>
                    <a:pt x="573" y="1324"/>
                  </a:lnTo>
                  <a:lnTo>
                    <a:pt x="534" y="1344"/>
                  </a:lnTo>
                  <a:lnTo>
                    <a:pt x="494" y="1364"/>
                  </a:lnTo>
                  <a:lnTo>
                    <a:pt x="494" y="1344"/>
                  </a:lnTo>
                  <a:lnTo>
                    <a:pt x="475" y="1344"/>
                  </a:lnTo>
                  <a:lnTo>
                    <a:pt x="396" y="1364"/>
                  </a:lnTo>
                  <a:lnTo>
                    <a:pt x="376" y="1364"/>
                  </a:lnTo>
                  <a:lnTo>
                    <a:pt x="317" y="1384"/>
                  </a:lnTo>
                  <a:lnTo>
                    <a:pt x="376" y="1384"/>
                  </a:lnTo>
                  <a:lnTo>
                    <a:pt x="415" y="1374"/>
                  </a:lnTo>
                  <a:lnTo>
                    <a:pt x="396" y="1384"/>
                  </a:lnTo>
                  <a:lnTo>
                    <a:pt x="455" y="1384"/>
                  </a:lnTo>
                  <a:lnTo>
                    <a:pt x="336" y="1423"/>
                  </a:lnTo>
                  <a:lnTo>
                    <a:pt x="376" y="1423"/>
                  </a:lnTo>
                  <a:lnTo>
                    <a:pt x="415" y="1403"/>
                  </a:lnTo>
                  <a:lnTo>
                    <a:pt x="415" y="1423"/>
                  </a:lnTo>
                  <a:lnTo>
                    <a:pt x="396" y="1423"/>
                  </a:lnTo>
                  <a:lnTo>
                    <a:pt x="396" y="1443"/>
                  </a:lnTo>
                  <a:lnTo>
                    <a:pt x="415" y="1443"/>
                  </a:lnTo>
                  <a:lnTo>
                    <a:pt x="475" y="1423"/>
                  </a:lnTo>
                  <a:lnTo>
                    <a:pt x="494" y="1423"/>
                  </a:lnTo>
                  <a:lnTo>
                    <a:pt x="514" y="1443"/>
                  </a:lnTo>
                  <a:lnTo>
                    <a:pt x="554" y="1463"/>
                  </a:lnTo>
                  <a:lnTo>
                    <a:pt x="514" y="1482"/>
                  </a:lnTo>
                  <a:lnTo>
                    <a:pt x="458" y="1496"/>
                  </a:lnTo>
                  <a:lnTo>
                    <a:pt x="458" y="1496"/>
                  </a:lnTo>
                  <a:lnTo>
                    <a:pt x="475" y="1502"/>
                  </a:lnTo>
                  <a:lnTo>
                    <a:pt x="455" y="1522"/>
                  </a:lnTo>
                  <a:lnTo>
                    <a:pt x="396" y="1542"/>
                  </a:lnTo>
                  <a:lnTo>
                    <a:pt x="356" y="1561"/>
                  </a:lnTo>
                  <a:lnTo>
                    <a:pt x="435" y="1542"/>
                  </a:lnTo>
                  <a:lnTo>
                    <a:pt x="455" y="1542"/>
                  </a:lnTo>
                  <a:lnTo>
                    <a:pt x="455" y="1561"/>
                  </a:lnTo>
                  <a:lnTo>
                    <a:pt x="475" y="1542"/>
                  </a:lnTo>
                  <a:lnTo>
                    <a:pt x="514" y="1542"/>
                  </a:lnTo>
                  <a:lnTo>
                    <a:pt x="475" y="1561"/>
                  </a:lnTo>
                  <a:lnTo>
                    <a:pt x="435" y="1581"/>
                  </a:lnTo>
                  <a:lnTo>
                    <a:pt x="415" y="1601"/>
                  </a:lnTo>
                  <a:lnTo>
                    <a:pt x="435" y="1601"/>
                  </a:lnTo>
                  <a:lnTo>
                    <a:pt x="455" y="1581"/>
                  </a:lnTo>
                  <a:lnTo>
                    <a:pt x="554" y="1565"/>
                  </a:lnTo>
                  <a:lnTo>
                    <a:pt x="554" y="1581"/>
                  </a:lnTo>
                  <a:lnTo>
                    <a:pt x="593" y="1581"/>
                  </a:lnTo>
                  <a:lnTo>
                    <a:pt x="633" y="1561"/>
                  </a:lnTo>
                  <a:lnTo>
                    <a:pt x="613" y="1581"/>
                  </a:lnTo>
                  <a:lnTo>
                    <a:pt x="554" y="1601"/>
                  </a:lnTo>
                  <a:lnTo>
                    <a:pt x="633" y="1601"/>
                  </a:lnTo>
                  <a:lnTo>
                    <a:pt x="672" y="1581"/>
                  </a:lnTo>
                  <a:lnTo>
                    <a:pt x="731" y="1581"/>
                  </a:lnTo>
                  <a:lnTo>
                    <a:pt x="652" y="1621"/>
                  </a:lnTo>
                  <a:lnTo>
                    <a:pt x="613" y="1621"/>
                  </a:lnTo>
                  <a:lnTo>
                    <a:pt x="554" y="1660"/>
                  </a:lnTo>
                  <a:lnTo>
                    <a:pt x="534" y="1660"/>
                  </a:lnTo>
                  <a:lnTo>
                    <a:pt x="475" y="1680"/>
                  </a:lnTo>
                  <a:lnTo>
                    <a:pt x="514" y="1680"/>
                  </a:lnTo>
                  <a:lnTo>
                    <a:pt x="514" y="1700"/>
                  </a:lnTo>
                  <a:lnTo>
                    <a:pt x="554" y="1680"/>
                  </a:lnTo>
                  <a:lnTo>
                    <a:pt x="613" y="1660"/>
                  </a:lnTo>
                  <a:lnTo>
                    <a:pt x="554" y="1700"/>
                  </a:lnTo>
                  <a:lnTo>
                    <a:pt x="593" y="1700"/>
                  </a:lnTo>
                  <a:lnTo>
                    <a:pt x="672" y="1680"/>
                  </a:lnTo>
                  <a:lnTo>
                    <a:pt x="712" y="1640"/>
                  </a:lnTo>
                  <a:lnTo>
                    <a:pt x="771" y="1640"/>
                  </a:lnTo>
                  <a:lnTo>
                    <a:pt x="810" y="1621"/>
                  </a:lnTo>
                  <a:lnTo>
                    <a:pt x="850" y="1621"/>
                  </a:lnTo>
                  <a:lnTo>
                    <a:pt x="751" y="1680"/>
                  </a:lnTo>
                  <a:lnTo>
                    <a:pt x="633" y="1719"/>
                  </a:lnTo>
                  <a:lnTo>
                    <a:pt x="475" y="1759"/>
                  </a:lnTo>
                  <a:lnTo>
                    <a:pt x="514" y="1779"/>
                  </a:lnTo>
                  <a:lnTo>
                    <a:pt x="494" y="1798"/>
                  </a:lnTo>
                  <a:lnTo>
                    <a:pt x="573" y="1779"/>
                  </a:lnTo>
                  <a:lnTo>
                    <a:pt x="692" y="1739"/>
                  </a:lnTo>
                  <a:lnTo>
                    <a:pt x="672" y="1759"/>
                  </a:lnTo>
                  <a:lnTo>
                    <a:pt x="633" y="1759"/>
                  </a:lnTo>
                  <a:lnTo>
                    <a:pt x="692" y="1779"/>
                  </a:lnTo>
                  <a:lnTo>
                    <a:pt x="731" y="1779"/>
                  </a:lnTo>
                  <a:lnTo>
                    <a:pt x="791" y="1759"/>
                  </a:lnTo>
                  <a:lnTo>
                    <a:pt x="870" y="1739"/>
                  </a:lnTo>
                  <a:lnTo>
                    <a:pt x="890" y="1739"/>
                  </a:lnTo>
                  <a:lnTo>
                    <a:pt x="949" y="1719"/>
                  </a:lnTo>
                  <a:lnTo>
                    <a:pt x="949" y="1739"/>
                  </a:lnTo>
                  <a:lnTo>
                    <a:pt x="890" y="1759"/>
                  </a:lnTo>
                  <a:lnTo>
                    <a:pt x="909" y="1759"/>
                  </a:lnTo>
                  <a:lnTo>
                    <a:pt x="850" y="1779"/>
                  </a:lnTo>
                  <a:lnTo>
                    <a:pt x="810" y="1779"/>
                  </a:lnTo>
                  <a:lnTo>
                    <a:pt x="791" y="1798"/>
                  </a:lnTo>
                  <a:lnTo>
                    <a:pt x="751" y="1818"/>
                  </a:lnTo>
                  <a:lnTo>
                    <a:pt x="751" y="1818"/>
                  </a:lnTo>
                  <a:lnTo>
                    <a:pt x="810" y="1798"/>
                  </a:lnTo>
                  <a:lnTo>
                    <a:pt x="810" y="1798"/>
                  </a:lnTo>
                  <a:lnTo>
                    <a:pt x="751" y="1838"/>
                  </a:lnTo>
                  <a:lnTo>
                    <a:pt x="751" y="1858"/>
                  </a:lnTo>
                  <a:lnTo>
                    <a:pt x="751" y="1877"/>
                  </a:lnTo>
                  <a:lnTo>
                    <a:pt x="672" y="1937"/>
                  </a:lnTo>
                  <a:lnTo>
                    <a:pt x="672" y="1937"/>
                  </a:lnTo>
                  <a:lnTo>
                    <a:pt x="751" y="1917"/>
                  </a:lnTo>
                  <a:lnTo>
                    <a:pt x="791" y="1917"/>
                  </a:lnTo>
                  <a:lnTo>
                    <a:pt x="850" y="1897"/>
                  </a:lnTo>
                  <a:lnTo>
                    <a:pt x="909" y="1877"/>
                  </a:lnTo>
                  <a:lnTo>
                    <a:pt x="909" y="1858"/>
                  </a:lnTo>
                  <a:lnTo>
                    <a:pt x="870" y="1877"/>
                  </a:lnTo>
                  <a:lnTo>
                    <a:pt x="850" y="1877"/>
                  </a:lnTo>
                  <a:lnTo>
                    <a:pt x="868" y="1842"/>
                  </a:lnTo>
                  <a:lnTo>
                    <a:pt x="868" y="1842"/>
                  </a:lnTo>
                  <a:lnTo>
                    <a:pt x="890" y="1838"/>
                  </a:lnTo>
                  <a:lnTo>
                    <a:pt x="929" y="1818"/>
                  </a:lnTo>
                  <a:lnTo>
                    <a:pt x="949" y="1818"/>
                  </a:lnTo>
                  <a:lnTo>
                    <a:pt x="988" y="1798"/>
                  </a:lnTo>
                  <a:lnTo>
                    <a:pt x="988" y="1779"/>
                  </a:lnTo>
                  <a:lnTo>
                    <a:pt x="1087" y="1739"/>
                  </a:lnTo>
                  <a:lnTo>
                    <a:pt x="1225" y="1700"/>
                  </a:lnTo>
                  <a:lnTo>
                    <a:pt x="1225" y="1700"/>
                  </a:lnTo>
                  <a:lnTo>
                    <a:pt x="1166" y="1719"/>
                  </a:lnTo>
                  <a:lnTo>
                    <a:pt x="1245" y="1700"/>
                  </a:lnTo>
                  <a:lnTo>
                    <a:pt x="1146" y="1759"/>
                  </a:lnTo>
                  <a:lnTo>
                    <a:pt x="1166" y="1759"/>
                  </a:lnTo>
                  <a:lnTo>
                    <a:pt x="1166" y="1779"/>
                  </a:lnTo>
                  <a:lnTo>
                    <a:pt x="1206" y="1759"/>
                  </a:lnTo>
                  <a:lnTo>
                    <a:pt x="1186" y="1739"/>
                  </a:lnTo>
                  <a:lnTo>
                    <a:pt x="1225" y="1719"/>
                  </a:lnTo>
                  <a:lnTo>
                    <a:pt x="1225" y="1739"/>
                  </a:lnTo>
                  <a:lnTo>
                    <a:pt x="1265" y="1719"/>
                  </a:lnTo>
                  <a:lnTo>
                    <a:pt x="1344" y="1700"/>
                  </a:lnTo>
                  <a:lnTo>
                    <a:pt x="1344" y="1700"/>
                  </a:lnTo>
                  <a:lnTo>
                    <a:pt x="1324" y="1719"/>
                  </a:lnTo>
                  <a:lnTo>
                    <a:pt x="1245" y="1759"/>
                  </a:lnTo>
                  <a:lnTo>
                    <a:pt x="1107" y="1818"/>
                  </a:lnTo>
                  <a:lnTo>
                    <a:pt x="1146" y="1818"/>
                  </a:lnTo>
                  <a:lnTo>
                    <a:pt x="949" y="1877"/>
                  </a:lnTo>
                  <a:lnTo>
                    <a:pt x="929" y="1917"/>
                  </a:lnTo>
                  <a:lnTo>
                    <a:pt x="929" y="1937"/>
                  </a:lnTo>
                  <a:lnTo>
                    <a:pt x="810" y="1996"/>
                  </a:lnTo>
                  <a:lnTo>
                    <a:pt x="830" y="1996"/>
                  </a:lnTo>
                  <a:lnTo>
                    <a:pt x="830" y="2016"/>
                  </a:lnTo>
                  <a:lnTo>
                    <a:pt x="909" y="1996"/>
                  </a:lnTo>
                  <a:lnTo>
                    <a:pt x="909" y="1976"/>
                  </a:lnTo>
                  <a:lnTo>
                    <a:pt x="949" y="1956"/>
                  </a:lnTo>
                  <a:lnTo>
                    <a:pt x="1048" y="1917"/>
                  </a:lnTo>
                  <a:lnTo>
                    <a:pt x="1048" y="1897"/>
                  </a:lnTo>
                  <a:lnTo>
                    <a:pt x="1107" y="1897"/>
                  </a:lnTo>
                  <a:lnTo>
                    <a:pt x="969" y="1956"/>
                  </a:lnTo>
                  <a:lnTo>
                    <a:pt x="988" y="1956"/>
                  </a:lnTo>
                  <a:lnTo>
                    <a:pt x="969" y="1996"/>
                  </a:lnTo>
                  <a:lnTo>
                    <a:pt x="929" y="2016"/>
                  </a:lnTo>
                  <a:lnTo>
                    <a:pt x="890" y="2016"/>
                  </a:lnTo>
                  <a:lnTo>
                    <a:pt x="890" y="2035"/>
                  </a:lnTo>
                  <a:lnTo>
                    <a:pt x="870" y="2035"/>
                  </a:lnTo>
                  <a:lnTo>
                    <a:pt x="850" y="2055"/>
                  </a:lnTo>
                  <a:lnTo>
                    <a:pt x="850" y="2075"/>
                  </a:lnTo>
                  <a:lnTo>
                    <a:pt x="810" y="2095"/>
                  </a:lnTo>
                  <a:lnTo>
                    <a:pt x="909" y="2075"/>
                  </a:lnTo>
                  <a:lnTo>
                    <a:pt x="850" y="2114"/>
                  </a:lnTo>
                  <a:lnTo>
                    <a:pt x="791" y="2154"/>
                  </a:lnTo>
                  <a:lnTo>
                    <a:pt x="791" y="2154"/>
                  </a:lnTo>
                  <a:lnTo>
                    <a:pt x="870" y="2114"/>
                  </a:lnTo>
                  <a:lnTo>
                    <a:pt x="890" y="2114"/>
                  </a:lnTo>
                  <a:lnTo>
                    <a:pt x="909" y="2095"/>
                  </a:lnTo>
                  <a:lnTo>
                    <a:pt x="969" y="2075"/>
                  </a:lnTo>
                  <a:lnTo>
                    <a:pt x="1028" y="2055"/>
                  </a:lnTo>
                  <a:lnTo>
                    <a:pt x="1048" y="2055"/>
                  </a:lnTo>
                  <a:lnTo>
                    <a:pt x="890" y="2134"/>
                  </a:lnTo>
                  <a:lnTo>
                    <a:pt x="929" y="2134"/>
                  </a:lnTo>
                  <a:lnTo>
                    <a:pt x="909" y="2154"/>
                  </a:lnTo>
                  <a:lnTo>
                    <a:pt x="909" y="2154"/>
                  </a:lnTo>
                  <a:lnTo>
                    <a:pt x="969" y="2114"/>
                  </a:lnTo>
                  <a:lnTo>
                    <a:pt x="1028" y="2095"/>
                  </a:lnTo>
                  <a:lnTo>
                    <a:pt x="1067" y="2095"/>
                  </a:lnTo>
                  <a:lnTo>
                    <a:pt x="1166" y="2035"/>
                  </a:lnTo>
                  <a:lnTo>
                    <a:pt x="1146" y="2075"/>
                  </a:lnTo>
                  <a:lnTo>
                    <a:pt x="1048" y="2114"/>
                  </a:lnTo>
                  <a:lnTo>
                    <a:pt x="1067" y="2114"/>
                  </a:lnTo>
                  <a:lnTo>
                    <a:pt x="1028" y="2134"/>
                  </a:lnTo>
                  <a:lnTo>
                    <a:pt x="1048" y="2134"/>
                  </a:lnTo>
                  <a:lnTo>
                    <a:pt x="949" y="2213"/>
                  </a:lnTo>
                  <a:lnTo>
                    <a:pt x="988" y="2193"/>
                  </a:lnTo>
                  <a:lnTo>
                    <a:pt x="969" y="2213"/>
                  </a:lnTo>
                  <a:lnTo>
                    <a:pt x="988" y="2213"/>
                  </a:lnTo>
                  <a:lnTo>
                    <a:pt x="1028" y="2174"/>
                  </a:lnTo>
                  <a:lnTo>
                    <a:pt x="1048" y="2174"/>
                  </a:lnTo>
                  <a:lnTo>
                    <a:pt x="1097" y="2144"/>
                  </a:lnTo>
                  <a:lnTo>
                    <a:pt x="1097" y="2144"/>
                  </a:lnTo>
                  <a:lnTo>
                    <a:pt x="1087" y="2154"/>
                  </a:lnTo>
                  <a:lnTo>
                    <a:pt x="1206" y="2075"/>
                  </a:lnTo>
                  <a:lnTo>
                    <a:pt x="1304" y="2035"/>
                  </a:lnTo>
                  <a:lnTo>
                    <a:pt x="1285" y="2035"/>
                  </a:lnTo>
                  <a:lnTo>
                    <a:pt x="1186" y="2075"/>
                  </a:lnTo>
                  <a:lnTo>
                    <a:pt x="1146" y="2095"/>
                  </a:lnTo>
                  <a:lnTo>
                    <a:pt x="1206" y="2055"/>
                  </a:lnTo>
                  <a:lnTo>
                    <a:pt x="1225" y="2035"/>
                  </a:lnTo>
                  <a:lnTo>
                    <a:pt x="1265" y="1996"/>
                  </a:lnTo>
                  <a:lnTo>
                    <a:pt x="1186" y="2016"/>
                  </a:lnTo>
                  <a:lnTo>
                    <a:pt x="1133" y="2042"/>
                  </a:lnTo>
                  <a:lnTo>
                    <a:pt x="1133" y="2042"/>
                  </a:lnTo>
                  <a:lnTo>
                    <a:pt x="1146" y="2016"/>
                  </a:lnTo>
                  <a:lnTo>
                    <a:pt x="1186" y="2016"/>
                  </a:lnTo>
                  <a:lnTo>
                    <a:pt x="1265" y="1976"/>
                  </a:lnTo>
                  <a:lnTo>
                    <a:pt x="1383" y="1917"/>
                  </a:lnTo>
                  <a:lnTo>
                    <a:pt x="1482" y="1897"/>
                  </a:lnTo>
                  <a:lnTo>
                    <a:pt x="1541" y="1877"/>
                  </a:lnTo>
                  <a:lnTo>
                    <a:pt x="1561" y="1877"/>
                  </a:lnTo>
                  <a:lnTo>
                    <a:pt x="1601" y="1858"/>
                  </a:lnTo>
                  <a:lnTo>
                    <a:pt x="1640" y="1838"/>
                  </a:lnTo>
                  <a:lnTo>
                    <a:pt x="1640" y="1838"/>
                  </a:lnTo>
                  <a:lnTo>
                    <a:pt x="1620" y="1858"/>
                  </a:lnTo>
                  <a:lnTo>
                    <a:pt x="1601" y="1858"/>
                  </a:lnTo>
                  <a:lnTo>
                    <a:pt x="1462" y="1956"/>
                  </a:lnTo>
                  <a:lnTo>
                    <a:pt x="1324" y="2035"/>
                  </a:lnTo>
                  <a:lnTo>
                    <a:pt x="1364" y="2035"/>
                  </a:lnTo>
                  <a:lnTo>
                    <a:pt x="1186" y="2134"/>
                  </a:lnTo>
                  <a:lnTo>
                    <a:pt x="1225" y="2114"/>
                  </a:lnTo>
                  <a:lnTo>
                    <a:pt x="1285" y="2095"/>
                  </a:lnTo>
                  <a:lnTo>
                    <a:pt x="1245" y="2114"/>
                  </a:lnTo>
                  <a:lnTo>
                    <a:pt x="1225" y="2114"/>
                  </a:lnTo>
                  <a:lnTo>
                    <a:pt x="1225" y="2134"/>
                  </a:lnTo>
                  <a:lnTo>
                    <a:pt x="1245" y="2134"/>
                  </a:lnTo>
                  <a:lnTo>
                    <a:pt x="1304" y="2114"/>
                  </a:lnTo>
                  <a:lnTo>
                    <a:pt x="1285" y="2114"/>
                  </a:lnTo>
                  <a:lnTo>
                    <a:pt x="1383" y="2075"/>
                  </a:lnTo>
                  <a:lnTo>
                    <a:pt x="1364" y="2075"/>
                  </a:lnTo>
                  <a:lnTo>
                    <a:pt x="1383" y="2055"/>
                  </a:lnTo>
                  <a:lnTo>
                    <a:pt x="1364" y="2055"/>
                  </a:lnTo>
                  <a:lnTo>
                    <a:pt x="1423" y="2035"/>
                  </a:lnTo>
                  <a:lnTo>
                    <a:pt x="1522" y="1956"/>
                  </a:lnTo>
                  <a:lnTo>
                    <a:pt x="1561" y="1937"/>
                  </a:lnTo>
                  <a:lnTo>
                    <a:pt x="1541" y="1917"/>
                  </a:lnTo>
                  <a:lnTo>
                    <a:pt x="1561" y="1907"/>
                  </a:lnTo>
                  <a:lnTo>
                    <a:pt x="1561" y="1907"/>
                  </a:lnTo>
                  <a:lnTo>
                    <a:pt x="1561" y="1897"/>
                  </a:lnTo>
                  <a:lnTo>
                    <a:pt x="1680" y="1838"/>
                  </a:lnTo>
                  <a:lnTo>
                    <a:pt x="1699" y="1858"/>
                  </a:lnTo>
                  <a:lnTo>
                    <a:pt x="1739" y="1838"/>
                  </a:lnTo>
                  <a:lnTo>
                    <a:pt x="1818" y="1798"/>
                  </a:lnTo>
                  <a:lnTo>
                    <a:pt x="1877" y="1759"/>
                  </a:lnTo>
                  <a:lnTo>
                    <a:pt x="1818" y="1779"/>
                  </a:lnTo>
                  <a:lnTo>
                    <a:pt x="1857" y="1759"/>
                  </a:lnTo>
                  <a:lnTo>
                    <a:pt x="1818" y="1759"/>
                  </a:lnTo>
                  <a:lnTo>
                    <a:pt x="1778" y="1779"/>
                  </a:lnTo>
                  <a:lnTo>
                    <a:pt x="1739" y="1798"/>
                  </a:lnTo>
                  <a:lnTo>
                    <a:pt x="1640" y="1818"/>
                  </a:lnTo>
                  <a:lnTo>
                    <a:pt x="1640" y="1818"/>
                  </a:lnTo>
                  <a:lnTo>
                    <a:pt x="1778" y="1779"/>
                  </a:lnTo>
                  <a:lnTo>
                    <a:pt x="1798" y="1759"/>
                  </a:lnTo>
                  <a:lnTo>
                    <a:pt x="1778" y="1759"/>
                  </a:lnTo>
                  <a:lnTo>
                    <a:pt x="1719" y="1779"/>
                  </a:lnTo>
                  <a:lnTo>
                    <a:pt x="1739" y="1759"/>
                  </a:lnTo>
                  <a:lnTo>
                    <a:pt x="1660" y="1798"/>
                  </a:lnTo>
                  <a:lnTo>
                    <a:pt x="1601" y="1818"/>
                  </a:lnTo>
                  <a:lnTo>
                    <a:pt x="1601" y="1838"/>
                  </a:lnTo>
                  <a:lnTo>
                    <a:pt x="1620" y="1818"/>
                  </a:lnTo>
                  <a:lnTo>
                    <a:pt x="1660" y="1818"/>
                  </a:lnTo>
                  <a:lnTo>
                    <a:pt x="1581" y="1858"/>
                  </a:lnTo>
                  <a:lnTo>
                    <a:pt x="1522" y="1877"/>
                  </a:lnTo>
                  <a:lnTo>
                    <a:pt x="1581" y="1838"/>
                  </a:lnTo>
                  <a:lnTo>
                    <a:pt x="1601" y="1818"/>
                  </a:lnTo>
                  <a:lnTo>
                    <a:pt x="1581" y="1818"/>
                  </a:lnTo>
                  <a:lnTo>
                    <a:pt x="1640" y="1798"/>
                  </a:lnTo>
                  <a:lnTo>
                    <a:pt x="1660" y="1798"/>
                  </a:lnTo>
                  <a:lnTo>
                    <a:pt x="1739" y="1739"/>
                  </a:lnTo>
                  <a:lnTo>
                    <a:pt x="1680" y="1759"/>
                  </a:lnTo>
                  <a:lnTo>
                    <a:pt x="1660" y="1779"/>
                  </a:lnTo>
                  <a:lnTo>
                    <a:pt x="1680" y="1779"/>
                  </a:lnTo>
                  <a:lnTo>
                    <a:pt x="1581" y="1798"/>
                  </a:lnTo>
                  <a:lnTo>
                    <a:pt x="1541" y="1798"/>
                  </a:lnTo>
                  <a:lnTo>
                    <a:pt x="1561" y="1779"/>
                  </a:lnTo>
                  <a:lnTo>
                    <a:pt x="1482" y="1818"/>
                  </a:lnTo>
                  <a:lnTo>
                    <a:pt x="1462" y="1798"/>
                  </a:lnTo>
                  <a:lnTo>
                    <a:pt x="1522" y="1779"/>
                  </a:lnTo>
                  <a:lnTo>
                    <a:pt x="1502" y="1779"/>
                  </a:lnTo>
                  <a:lnTo>
                    <a:pt x="1403" y="1798"/>
                  </a:lnTo>
                  <a:lnTo>
                    <a:pt x="1324" y="1858"/>
                  </a:lnTo>
                  <a:lnTo>
                    <a:pt x="1285" y="1877"/>
                  </a:lnTo>
                  <a:lnTo>
                    <a:pt x="1285" y="1877"/>
                  </a:lnTo>
                  <a:lnTo>
                    <a:pt x="1304" y="1858"/>
                  </a:lnTo>
                  <a:lnTo>
                    <a:pt x="1344" y="1838"/>
                  </a:lnTo>
                  <a:lnTo>
                    <a:pt x="1344" y="1818"/>
                  </a:lnTo>
                  <a:lnTo>
                    <a:pt x="1324" y="1818"/>
                  </a:lnTo>
                  <a:lnTo>
                    <a:pt x="1462" y="1759"/>
                  </a:lnTo>
                  <a:lnTo>
                    <a:pt x="1383" y="1779"/>
                  </a:lnTo>
                  <a:lnTo>
                    <a:pt x="1383" y="1779"/>
                  </a:lnTo>
                  <a:lnTo>
                    <a:pt x="1482" y="1739"/>
                  </a:lnTo>
                  <a:lnTo>
                    <a:pt x="1522" y="1719"/>
                  </a:lnTo>
                  <a:lnTo>
                    <a:pt x="1502" y="1739"/>
                  </a:lnTo>
                  <a:lnTo>
                    <a:pt x="1541" y="1739"/>
                  </a:lnTo>
                  <a:lnTo>
                    <a:pt x="1522" y="1759"/>
                  </a:lnTo>
                  <a:lnTo>
                    <a:pt x="1581" y="1739"/>
                  </a:lnTo>
                  <a:lnTo>
                    <a:pt x="1601" y="1739"/>
                  </a:lnTo>
                  <a:lnTo>
                    <a:pt x="1660" y="1680"/>
                  </a:lnTo>
                  <a:lnTo>
                    <a:pt x="1778" y="1621"/>
                  </a:lnTo>
                  <a:lnTo>
                    <a:pt x="1818" y="1621"/>
                  </a:lnTo>
                  <a:lnTo>
                    <a:pt x="1818" y="1601"/>
                  </a:lnTo>
                  <a:lnTo>
                    <a:pt x="1620" y="1680"/>
                  </a:lnTo>
                  <a:lnTo>
                    <a:pt x="1601" y="1680"/>
                  </a:lnTo>
                  <a:lnTo>
                    <a:pt x="1601" y="1660"/>
                  </a:lnTo>
                  <a:lnTo>
                    <a:pt x="1739" y="1621"/>
                  </a:lnTo>
                  <a:lnTo>
                    <a:pt x="1699" y="1621"/>
                  </a:lnTo>
                  <a:lnTo>
                    <a:pt x="1719" y="1601"/>
                  </a:lnTo>
                  <a:lnTo>
                    <a:pt x="1719" y="1601"/>
                  </a:lnTo>
                  <a:lnTo>
                    <a:pt x="1680" y="1621"/>
                  </a:lnTo>
                  <a:lnTo>
                    <a:pt x="1699" y="1601"/>
                  </a:lnTo>
                  <a:lnTo>
                    <a:pt x="1759" y="1561"/>
                  </a:lnTo>
                  <a:lnTo>
                    <a:pt x="1778" y="1561"/>
                  </a:lnTo>
                  <a:lnTo>
                    <a:pt x="1759" y="1581"/>
                  </a:lnTo>
                  <a:lnTo>
                    <a:pt x="1778" y="1581"/>
                  </a:lnTo>
                  <a:lnTo>
                    <a:pt x="1818" y="1561"/>
                  </a:lnTo>
                  <a:lnTo>
                    <a:pt x="1857" y="1542"/>
                  </a:lnTo>
                  <a:lnTo>
                    <a:pt x="1857" y="1532"/>
                  </a:lnTo>
                  <a:lnTo>
                    <a:pt x="1857" y="1532"/>
                  </a:lnTo>
                  <a:lnTo>
                    <a:pt x="1917" y="1502"/>
                  </a:lnTo>
                  <a:lnTo>
                    <a:pt x="1897" y="1502"/>
                  </a:lnTo>
                  <a:lnTo>
                    <a:pt x="1917" y="1482"/>
                  </a:lnTo>
                  <a:lnTo>
                    <a:pt x="1936" y="1463"/>
                  </a:lnTo>
                  <a:lnTo>
                    <a:pt x="1917" y="1463"/>
                  </a:lnTo>
                  <a:lnTo>
                    <a:pt x="1857" y="1482"/>
                  </a:lnTo>
                  <a:lnTo>
                    <a:pt x="1759" y="1502"/>
                  </a:lnTo>
                  <a:lnTo>
                    <a:pt x="1857" y="1463"/>
                  </a:lnTo>
                  <a:lnTo>
                    <a:pt x="1897" y="1443"/>
                  </a:lnTo>
                  <a:lnTo>
                    <a:pt x="1798" y="1482"/>
                  </a:lnTo>
                  <a:lnTo>
                    <a:pt x="1719" y="1502"/>
                  </a:lnTo>
                  <a:lnTo>
                    <a:pt x="1719" y="1502"/>
                  </a:lnTo>
                  <a:lnTo>
                    <a:pt x="1798" y="1463"/>
                  </a:lnTo>
                  <a:lnTo>
                    <a:pt x="1824" y="1456"/>
                  </a:lnTo>
                  <a:lnTo>
                    <a:pt x="1824" y="1456"/>
                  </a:lnTo>
                  <a:lnTo>
                    <a:pt x="1838" y="1443"/>
                  </a:lnTo>
                  <a:lnTo>
                    <a:pt x="1897" y="1403"/>
                  </a:lnTo>
                  <a:lnTo>
                    <a:pt x="1897" y="1403"/>
                  </a:lnTo>
                  <a:lnTo>
                    <a:pt x="1798" y="1432"/>
                  </a:lnTo>
                  <a:lnTo>
                    <a:pt x="1798" y="1432"/>
                  </a:lnTo>
                  <a:lnTo>
                    <a:pt x="1798" y="1443"/>
                  </a:lnTo>
                  <a:lnTo>
                    <a:pt x="1719" y="1463"/>
                  </a:lnTo>
                  <a:lnTo>
                    <a:pt x="1739" y="1443"/>
                  </a:lnTo>
                  <a:lnTo>
                    <a:pt x="1778" y="1423"/>
                  </a:lnTo>
                  <a:lnTo>
                    <a:pt x="1818" y="1403"/>
                  </a:lnTo>
                  <a:lnTo>
                    <a:pt x="1818" y="1403"/>
                  </a:lnTo>
                  <a:lnTo>
                    <a:pt x="1798" y="1423"/>
                  </a:lnTo>
                  <a:lnTo>
                    <a:pt x="1877" y="1403"/>
                  </a:lnTo>
                  <a:lnTo>
                    <a:pt x="1818" y="1403"/>
                  </a:lnTo>
                  <a:lnTo>
                    <a:pt x="1818" y="1384"/>
                  </a:lnTo>
                  <a:lnTo>
                    <a:pt x="1838" y="1384"/>
                  </a:lnTo>
                  <a:lnTo>
                    <a:pt x="1838" y="1364"/>
                  </a:lnTo>
                  <a:lnTo>
                    <a:pt x="1778" y="1384"/>
                  </a:lnTo>
                  <a:lnTo>
                    <a:pt x="1699" y="1423"/>
                  </a:lnTo>
                  <a:lnTo>
                    <a:pt x="1759" y="1384"/>
                  </a:lnTo>
                  <a:lnTo>
                    <a:pt x="1778" y="1384"/>
                  </a:lnTo>
                  <a:lnTo>
                    <a:pt x="1798" y="1364"/>
                  </a:lnTo>
                  <a:lnTo>
                    <a:pt x="1778" y="1364"/>
                  </a:lnTo>
                  <a:lnTo>
                    <a:pt x="1818" y="1344"/>
                  </a:lnTo>
                  <a:lnTo>
                    <a:pt x="1759" y="1344"/>
                  </a:lnTo>
                  <a:lnTo>
                    <a:pt x="1818" y="1324"/>
                  </a:lnTo>
                  <a:lnTo>
                    <a:pt x="1680" y="1324"/>
                  </a:lnTo>
                  <a:lnTo>
                    <a:pt x="1778" y="1305"/>
                  </a:lnTo>
                  <a:lnTo>
                    <a:pt x="1818" y="1305"/>
                  </a:lnTo>
                  <a:lnTo>
                    <a:pt x="1838" y="1285"/>
                  </a:lnTo>
                  <a:lnTo>
                    <a:pt x="1818" y="1285"/>
                  </a:lnTo>
                  <a:lnTo>
                    <a:pt x="1838" y="1265"/>
                  </a:lnTo>
                  <a:lnTo>
                    <a:pt x="1719" y="1305"/>
                  </a:lnTo>
                  <a:lnTo>
                    <a:pt x="1719" y="1285"/>
                  </a:lnTo>
                  <a:lnTo>
                    <a:pt x="1699" y="1285"/>
                  </a:lnTo>
                  <a:lnTo>
                    <a:pt x="1739" y="1265"/>
                  </a:lnTo>
                  <a:lnTo>
                    <a:pt x="1680" y="1265"/>
                  </a:lnTo>
                  <a:lnTo>
                    <a:pt x="1601" y="1305"/>
                  </a:lnTo>
                  <a:lnTo>
                    <a:pt x="1601" y="1285"/>
                  </a:lnTo>
                  <a:lnTo>
                    <a:pt x="1561" y="1305"/>
                  </a:lnTo>
                  <a:lnTo>
                    <a:pt x="1581" y="1324"/>
                  </a:lnTo>
                  <a:lnTo>
                    <a:pt x="1601" y="1324"/>
                  </a:lnTo>
                  <a:lnTo>
                    <a:pt x="1561" y="1344"/>
                  </a:lnTo>
                  <a:lnTo>
                    <a:pt x="1482" y="1364"/>
                  </a:lnTo>
                  <a:lnTo>
                    <a:pt x="1443" y="1384"/>
                  </a:lnTo>
                  <a:lnTo>
                    <a:pt x="1364" y="1403"/>
                  </a:lnTo>
                  <a:lnTo>
                    <a:pt x="1324" y="1384"/>
                  </a:lnTo>
                  <a:lnTo>
                    <a:pt x="1344" y="1364"/>
                  </a:lnTo>
                  <a:lnTo>
                    <a:pt x="1364" y="1344"/>
                  </a:lnTo>
                  <a:lnTo>
                    <a:pt x="1344" y="1344"/>
                  </a:lnTo>
                  <a:lnTo>
                    <a:pt x="1403" y="1324"/>
                  </a:lnTo>
                  <a:lnTo>
                    <a:pt x="1482" y="1324"/>
                  </a:lnTo>
                  <a:lnTo>
                    <a:pt x="1601" y="1285"/>
                  </a:lnTo>
                  <a:lnTo>
                    <a:pt x="1719" y="1245"/>
                  </a:lnTo>
                  <a:lnTo>
                    <a:pt x="1699" y="1245"/>
                  </a:lnTo>
                  <a:lnTo>
                    <a:pt x="1739" y="1226"/>
                  </a:lnTo>
                  <a:lnTo>
                    <a:pt x="1660" y="1226"/>
                  </a:lnTo>
                  <a:lnTo>
                    <a:pt x="1719" y="1206"/>
                  </a:lnTo>
                  <a:lnTo>
                    <a:pt x="1699" y="1186"/>
                  </a:lnTo>
                  <a:lnTo>
                    <a:pt x="1660" y="1186"/>
                  </a:lnTo>
                  <a:lnTo>
                    <a:pt x="1719" y="1166"/>
                  </a:lnTo>
                  <a:lnTo>
                    <a:pt x="1719" y="1147"/>
                  </a:lnTo>
                  <a:lnTo>
                    <a:pt x="1601" y="1147"/>
                  </a:lnTo>
                  <a:lnTo>
                    <a:pt x="1601" y="1127"/>
                  </a:lnTo>
                  <a:lnTo>
                    <a:pt x="1620" y="1127"/>
                  </a:lnTo>
                  <a:lnTo>
                    <a:pt x="1660" y="1107"/>
                  </a:lnTo>
                  <a:lnTo>
                    <a:pt x="1620" y="1107"/>
                  </a:lnTo>
                  <a:lnTo>
                    <a:pt x="1680" y="1068"/>
                  </a:lnTo>
                  <a:lnTo>
                    <a:pt x="1620" y="1068"/>
                  </a:lnTo>
                  <a:lnTo>
                    <a:pt x="1541" y="1087"/>
                  </a:lnTo>
                  <a:lnTo>
                    <a:pt x="1541" y="1087"/>
                  </a:lnTo>
                  <a:lnTo>
                    <a:pt x="1660" y="1048"/>
                  </a:lnTo>
                  <a:lnTo>
                    <a:pt x="1601" y="1028"/>
                  </a:lnTo>
                  <a:lnTo>
                    <a:pt x="1561" y="989"/>
                  </a:lnTo>
                  <a:lnTo>
                    <a:pt x="1581" y="989"/>
                  </a:lnTo>
                  <a:lnTo>
                    <a:pt x="1561" y="969"/>
                  </a:lnTo>
                  <a:lnTo>
                    <a:pt x="1522" y="949"/>
                  </a:lnTo>
                  <a:lnTo>
                    <a:pt x="1482" y="949"/>
                  </a:lnTo>
                  <a:lnTo>
                    <a:pt x="1482" y="929"/>
                  </a:lnTo>
                  <a:lnTo>
                    <a:pt x="1383" y="929"/>
                  </a:lnTo>
                  <a:lnTo>
                    <a:pt x="1265" y="969"/>
                  </a:lnTo>
                  <a:lnTo>
                    <a:pt x="1245" y="949"/>
                  </a:lnTo>
                  <a:lnTo>
                    <a:pt x="1285" y="949"/>
                  </a:lnTo>
                  <a:lnTo>
                    <a:pt x="1344" y="929"/>
                  </a:lnTo>
                  <a:lnTo>
                    <a:pt x="1423" y="910"/>
                  </a:lnTo>
                  <a:lnTo>
                    <a:pt x="1443" y="910"/>
                  </a:lnTo>
                  <a:lnTo>
                    <a:pt x="1443" y="890"/>
                  </a:lnTo>
                  <a:lnTo>
                    <a:pt x="1462" y="870"/>
                  </a:lnTo>
                  <a:lnTo>
                    <a:pt x="1482" y="870"/>
                  </a:lnTo>
                  <a:lnTo>
                    <a:pt x="1482" y="890"/>
                  </a:lnTo>
                  <a:lnTo>
                    <a:pt x="1561" y="890"/>
                  </a:lnTo>
                  <a:lnTo>
                    <a:pt x="1522" y="870"/>
                  </a:lnTo>
                  <a:lnTo>
                    <a:pt x="1522" y="850"/>
                  </a:lnTo>
                  <a:lnTo>
                    <a:pt x="1423" y="850"/>
                  </a:lnTo>
                  <a:lnTo>
                    <a:pt x="1403" y="831"/>
                  </a:lnTo>
                  <a:lnTo>
                    <a:pt x="1482" y="811"/>
                  </a:lnTo>
                  <a:lnTo>
                    <a:pt x="1443" y="811"/>
                  </a:lnTo>
                  <a:lnTo>
                    <a:pt x="1423" y="791"/>
                  </a:lnTo>
                  <a:lnTo>
                    <a:pt x="1482" y="791"/>
                  </a:lnTo>
                  <a:lnTo>
                    <a:pt x="1482" y="771"/>
                  </a:lnTo>
                  <a:lnTo>
                    <a:pt x="1482" y="751"/>
                  </a:lnTo>
                  <a:lnTo>
                    <a:pt x="1522" y="751"/>
                  </a:lnTo>
                  <a:lnTo>
                    <a:pt x="1482" y="732"/>
                  </a:lnTo>
                  <a:lnTo>
                    <a:pt x="1403" y="712"/>
                  </a:lnTo>
                  <a:lnTo>
                    <a:pt x="1423" y="712"/>
                  </a:lnTo>
                  <a:lnTo>
                    <a:pt x="1423" y="692"/>
                  </a:lnTo>
                  <a:lnTo>
                    <a:pt x="1462" y="692"/>
                  </a:lnTo>
                  <a:lnTo>
                    <a:pt x="1443" y="672"/>
                  </a:lnTo>
                  <a:lnTo>
                    <a:pt x="1482" y="672"/>
                  </a:lnTo>
                  <a:lnTo>
                    <a:pt x="1462" y="653"/>
                  </a:lnTo>
                  <a:lnTo>
                    <a:pt x="1423" y="653"/>
                  </a:lnTo>
                  <a:lnTo>
                    <a:pt x="1324" y="633"/>
                  </a:lnTo>
                  <a:lnTo>
                    <a:pt x="1344" y="633"/>
                  </a:lnTo>
                  <a:lnTo>
                    <a:pt x="1324" y="613"/>
                  </a:lnTo>
                  <a:lnTo>
                    <a:pt x="1225" y="613"/>
                  </a:lnTo>
                  <a:lnTo>
                    <a:pt x="1265" y="593"/>
                  </a:lnTo>
                  <a:lnTo>
                    <a:pt x="1324" y="593"/>
                  </a:lnTo>
                  <a:lnTo>
                    <a:pt x="1324" y="613"/>
                  </a:lnTo>
                  <a:lnTo>
                    <a:pt x="1403" y="593"/>
                  </a:lnTo>
                  <a:lnTo>
                    <a:pt x="1443" y="574"/>
                  </a:lnTo>
                  <a:lnTo>
                    <a:pt x="1443" y="554"/>
                  </a:lnTo>
                  <a:lnTo>
                    <a:pt x="1423" y="534"/>
                  </a:lnTo>
                  <a:lnTo>
                    <a:pt x="1403" y="514"/>
                  </a:lnTo>
                  <a:lnTo>
                    <a:pt x="1383" y="514"/>
                  </a:lnTo>
                  <a:lnTo>
                    <a:pt x="1443" y="495"/>
                  </a:lnTo>
                  <a:lnTo>
                    <a:pt x="1443" y="475"/>
                  </a:lnTo>
                  <a:lnTo>
                    <a:pt x="1443" y="455"/>
                  </a:lnTo>
                  <a:lnTo>
                    <a:pt x="1423" y="435"/>
                  </a:lnTo>
                  <a:lnTo>
                    <a:pt x="1383" y="435"/>
                  </a:lnTo>
                  <a:lnTo>
                    <a:pt x="1443" y="416"/>
                  </a:lnTo>
                  <a:lnTo>
                    <a:pt x="1344" y="416"/>
                  </a:lnTo>
                  <a:lnTo>
                    <a:pt x="1304" y="376"/>
                  </a:lnTo>
                  <a:lnTo>
                    <a:pt x="1265" y="356"/>
                  </a:lnTo>
                  <a:lnTo>
                    <a:pt x="1146" y="337"/>
                  </a:lnTo>
                  <a:lnTo>
                    <a:pt x="1206" y="337"/>
                  </a:lnTo>
                  <a:lnTo>
                    <a:pt x="1265" y="356"/>
                  </a:lnTo>
                  <a:lnTo>
                    <a:pt x="1225" y="337"/>
                  </a:lnTo>
                  <a:lnTo>
                    <a:pt x="1285" y="337"/>
                  </a:lnTo>
                  <a:lnTo>
                    <a:pt x="1304" y="317"/>
                  </a:lnTo>
                  <a:lnTo>
                    <a:pt x="1206" y="317"/>
                  </a:lnTo>
                  <a:lnTo>
                    <a:pt x="1146" y="297"/>
                  </a:lnTo>
                  <a:lnTo>
                    <a:pt x="1107" y="297"/>
                  </a:lnTo>
                  <a:lnTo>
                    <a:pt x="1107" y="277"/>
                  </a:lnTo>
                  <a:lnTo>
                    <a:pt x="1107" y="277"/>
                  </a:lnTo>
                  <a:lnTo>
                    <a:pt x="1067" y="238"/>
                  </a:lnTo>
                  <a:lnTo>
                    <a:pt x="1048" y="198"/>
                  </a:lnTo>
                  <a:lnTo>
                    <a:pt x="1048" y="159"/>
                  </a:lnTo>
                  <a:lnTo>
                    <a:pt x="1067" y="139"/>
                  </a:lnTo>
                  <a:lnTo>
                    <a:pt x="1107" y="139"/>
                  </a:lnTo>
                  <a:lnTo>
                    <a:pt x="1127" y="119"/>
                  </a:lnTo>
                  <a:lnTo>
                    <a:pt x="1107" y="100"/>
                  </a:lnTo>
                  <a:lnTo>
                    <a:pt x="1206" y="100"/>
                  </a:lnTo>
                  <a:lnTo>
                    <a:pt x="1225" y="80"/>
                  </a:lnTo>
                  <a:lnTo>
                    <a:pt x="1344" y="80"/>
                  </a:lnTo>
                  <a:lnTo>
                    <a:pt x="1265" y="60"/>
                  </a:lnTo>
                  <a:lnTo>
                    <a:pt x="1225" y="40"/>
                  </a:lnTo>
                  <a:lnTo>
                    <a:pt x="1206" y="40"/>
                  </a:lnTo>
                  <a:lnTo>
                    <a:pt x="10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2" name="Google Shape;5402;p20"/>
            <p:cNvSpPr/>
            <p:nvPr/>
          </p:nvSpPr>
          <p:spPr>
            <a:xfrm>
              <a:off x="-1397075" y="4099050"/>
              <a:ext cx="525" cy="525"/>
            </a:xfrm>
            <a:custGeom>
              <a:rect b="b" l="l" r="r" t="t"/>
              <a:pathLst>
                <a:path extrusionOk="0" h="21" w="21">
                  <a:moveTo>
                    <a:pt x="0" y="0"/>
                  </a:moveTo>
                  <a:lnTo>
                    <a:pt x="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3" name="Google Shape;5403;p20"/>
            <p:cNvSpPr/>
            <p:nvPr/>
          </p:nvSpPr>
          <p:spPr>
            <a:xfrm>
              <a:off x="-1430175" y="4082250"/>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
            <p:cNvSpPr/>
            <p:nvPr/>
          </p:nvSpPr>
          <p:spPr>
            <a:xfrm>
              <a:off x="-1409425" y="4106450"/>
              <a:ext cx="25" cy="25"/>
            </a:xfrm>
            <a:custGeom>
              <a:rect b="b" l="l" r="r" t="t"/>
              <a:pathLst>
                <a:path extrusionOk="0" h="1" w="1">
                  <a:moveTo>
                    <a:pt x="1" y="1"/>
                  </a:move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
            <p:cNvSpPr/>
            <p:nvPr/>
          </p:nvSpPr>
          <p:spPr>
            <a:xfrm>
              <a:off x="-1243500" y="413657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6" name="Google Shape;5406;p20"/>
            <p:cNvSpPr/>
            <p:nvPr/>
          </p:nvSpPr>
          <p:spPr>
            <a:xfrm>
              <a:off x="-1245000" y="4137075"/>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7" name="Google Shape;5407;p20"/>
            <p:cNvSpPr/>
            <p:nvPr/>
          </p:nvSpPr>
          <p:spPr>
            <a:xfrm>
              <a:off x="-1295850" y="4123725"/>
              <a:ext cx="53850" cy="43975"/>
            </a:xfrm>
            <a:custGeom>
              <a:rect b="b" l="l" r="r" t="t"/>
              <a:pathLst>
                <a:path extrusionOk="0" h="1759" w="2154">
                  <a:moveTo>
                    <a:pt x="1699" y="100"/>
                  </a:moveTo>
                  <a:lnTo>
                    <a:pt x="1699" y="139"/>
                  </a:lnTo>
                  <a:lnTo>
                    <a:pt x="1709" y="100"/>
                  </a:lnTo>
                  <a:close/>
                  <a:moveTo>
                    <a:pt x="1976" y="179"/>
                  </a:moveTo>
                  <a:lnTo>
                    <a:pt x="1956" y="278"/>
                  </a:lnTo>
                  <a:lnTo>
                    <a:pt x="1943" y="370"/>
                  </a:lnTo>
                  <a:lnTo>
                    <a:pt x="1956" y="317"/>
                  </a:lnTo>
                  <a:lnTo>
                    <a:pt x="1976" y="179"/>
                  </a:lnTo>
                  <a:close/>
                  <a:moveTo>
                    <a:pt x="1943" y="370"/>
                  </a:moveTo>
                  <a:lnTo>
                    <a:pt x="1936" y="396"/>
                  </a:lnTo>
                  <a:lnTo>
                    <a:pt x="1936" y="416"/>
                  </a:lnTo>
                  <a:lnTo>
                    <a:pt x="1943" y="370"/>
                  </a:lnTo>
                  <a:close/>
                  <a:moveTo>
                    <a:pt x="2045" y="455"/>
                  </a:moveTo>
                  <a:lnTo>
                    <a:pt x="2035" y="475"/>
                  </a:lnTo>
                  <a:lnTo>
                    <a:pt x="2035" y="495"/>
                  </a:lnTo>
                  <a:lnTo>
                    <a:pt x="2045" y="455"/>
                  </a:lnTo>
                  <a:close/>
                  <a:moveTo>
                    <a:pt x="2035" y="495"/>
                  </a:moveTo>
                  <a:lnTo>
                    <a:pt x="2022" y="534"/>
                  </a:lnTo>
                  <a:lnTo>
                    <a:pt x="2035" y="534"/>
                  </a:lnTo>
                  <a:lnTo>
                    <a:pt x="2035" y="495"/>
                  </a:lnTo>
                  <a:close/>
                  <a:moveTo>
                    <a:pt x="2134" y="198"/>
                  </a:moveTo>
                  <a:lnTo>
                    <a:pt x="2114" y="258"/>
                  </a:lnTo>
                  <a:lnTo>
                    <a:pt x="2114" y="238"/>
                  </a:lnTo>
                  <a:lnTo>
                    <a:pt x="2114" y="218"/>
                  </a:lnTo>
                  <a:lnTo>
                    <a:pt x="2094" y="258"/>
                  </a:lnTo>
                  <a:lnTo>
                    <a:pt x="2094" y="297"/>
                  </a:lnTo>
                  <a:lnTo>
                    <a:pt x="2074" y="337"/>
                  </a:lnTo>
                  <a:lnTo>
                    <a:pt x="2074" y="297"/>
                  </a:lnTo>
                  <a:lnTo>
                    <a:pt x="2074" y="278"/>
                  </a:lnTo>
                  <a:lnTo>
                    <a:pt x="2055" y="337"/>
                  </a:lnTo>
                  <a:lnTo>
                    <a:pt x="2055" y="317"/>
                  </a:lnTo>
                  <a:lnTo>
                    <a:pt x="2035" y="396"/>
                  </a:lnTo>
                  <a:lnTo>
                    <a:pt x="2015" y="455"/>
                  </a:lnTo>
                  <a:lnTo>
                    <a:pt x="2035" y="475"/>
                  </a:lnTo>
                  <a:lnTo>
                    <a:pt x="2035" y="455"/>
                  </a:lnTo>
                  <a:lnTo>
                    <a:pt x="2055" y="416"/>
                  </a:lnTo>
                  <a:lnTo>
                    <a:pt x="2045" y="455"/>
                  </a:lnTo>
                  <a:lnTo>
                    <a:pt x="2055" y="436"/>
                  </a:lnTo>
                  <a:lnTo>
                    <a:pt x="2055" y="475"/>
                  </a:lnTo>
                  <a:lnTo>
                    <a:pt x="2055" y="653"/>
                  </a:lnTo>
                  <a:lnTo>
                    <a:pt x="2035" y="811"/>
                  </a:lnTo>
                  <a:lnTo>
                    <a:pt x="2055" y="791"/>
                  </a:lnTo>
                  <a:lnTo>
                    <a:pt x="2042" y="923"/>
                  </a:lnTo>
                  <a:lnTo>
                    <a:pt x="2042" y="923"/>
                  </a:lnTo>
                  <a:lnTo>
                    <a:pt x="2055" y="870"/>
                  </a:lnTo>
                  <a:lnTo>
                    <a:pt x="2055" y="910"/>
                  </a:lnTo>
                  <a:lnTo>
                    <a:pt x="2055" y="929"/>
                  </a:lnTo>
                  <a:lnTo>
                    <a:pt x="2074" y="870"/>
                  </a:lnTo>
                  <a:lnTo>
                    <a:pt x="2074" y="890"/>
                  </a:lnTo>
                  <a:lnTo>
                    <a:pt x="2094" y="791"/>
                  </a:lnTo>
                  <a:lnTo>
                    <a:pt x="2094" y="771"/>
                  </a:lnTo>
                  <a:lnTo>
                    <a:pt x="2074" y="791"/>
                  </a:lnTo>
                  <a:lnTo>
                    <a:pt x="2094" y="732"/>
                  </a:lnTo>
                  <a:lnTo>
                    <a:pt x="2094" y="613"/>
                  </a:lnTo>
                  <a:lnTo>
                    <a:pt x="2094" y="594"/>
                  </a:lnTo>
                  <a:lnTo>
                    <a:pt x="2094" y="574"/>
                  </a:lnTo>
                  <a:lnTo>
                    <a:pt x="2074" y="613"/>
                  </a:lnTo>
                  <a:lnTo>
                    <a:pt x="2074" y="574"/>
                  </a:lnTo>
                  <a:lnTo>
                    <a:pt x="2074" y="554"/>
                  </a:lnTo>
                  <a:lnTo>
                    <a:pt x="2074" y="534"/>
                  </a:lnTo>
                  <a:lnTo>
                    <a:pt x="2094" y="416"/>
                  </a:lnTo>
                  <a:lnTo>
                    <a:pt x="2114" y="396"/>
                  </a:lnTo>
                  <a:lnTo>
                    <a:pt x="2094" y="436"/>
                  </a:lnTo>
                  <a:lnTo>
                    <a:pt x="2094" y="515"/>
                  </a:lnTo>
                  <a:lnTo>
                    <a:pt x="2114" y="475"/>
                  </a:lnTo>
                  <a:lnTo>
                    <a:pt x="2114" y="455"/>
                  </a:lnTo>
                  <a:lnTo>
                    <a:pt x="2134" y="376"/>
                  </a:lnTo>
                  <a:lnTo>
                    <a:pt x="2134" y="357"/>
                  </a:lnTo>
                  <a:lnTo>
                    <a:pt x="2153" y="278"/>
                  </a:lnTo>
                  <a:lnTo>
                    <a:pt x="2153" y="198"/>
                  </a:lnTo>
                  <a:lnTo>
                    <a:pt x="2134" y="278"/>
                  </a:lnTo>
                  <a:lnTo>
                    <a:pt x="2134" y="258"/>
                  </a:lnTo>
                  <a:lnTo>
                    <a:pt x="2134" y="198"/>
                  </a:lnTo>
                  <a:close/>
                  <a:moveTo>
                    <a:pt x="1815" y="935"/>
                  </a:moveTo>
                  <a:lnTo>
                    <a:pt x="1810" y="981"/>
                  </a:lnTo>
                  <a:lnTo>
                    <a:pt x="1798" y="969"/>
                  </a:lnTo>
                  <a:lnTo>
                    <a:pt x="1815" y="935"/>
                  </a:lnTo>
                  <a:close/>
                  <a:moveTo>
                    <a:pt x="2042" y="923"/>
                  </a:moveTo>
                  <a:lnTo>
                    <a:pt x="2035" y="949"/>
                  </a:lnTo>
                  <a:lnTo>
                    <a:pt x="2035" y="989"/>
                  </a:lnTo>
                  <a:lnTo>
                    <a:pt x="2042" y="923"/>
                  </a:lnTo>
                  <a:close/>
                  <a:moveTo>
                    <a:pt x="1947" y="898"/>
                  </a:moveTo>
                  <a:lnTo>
                    <a:pt x="1936" y="989"/>
                  </a:lnTo>
                  <a:lnTo>
                    <a:pt x="1936" y="949"/>
                  </a:lnTo>
                  <a:lnTo>
                    <a:pt x="1936" y="910"/>
                  </a:lnTo>
                  <a:lnTo>
                    <a:pt x="1947" y="898"/>
                  </a:lnTo>
                  <a:close/>
                  <a:moveTo>
                    <a:pt x="2035" y="989"/>
                  </a:moveTo>
                  <a:lnTo>
                    <a:pt x="2035" y="989"/>
                  </a:lnTo>
                  <a:lnTo>
                    <a:pt x="2035" y="989"/>
                  </a:lnTo>
                  <a:close/>
                  <a:moveTo>
                    <a:pt x="1995" y="989"/>
                  </a:moveTo>
                  <a:lnTo>
                    <a:pt x="1988" y="1044"/>
                  </a:lnTo>
                  <a:lnTo>
                    <a:pt x="1995" y="1028"/>
                  </a:lnTo>
                  <a:lnTo>
                    <a:pt x="1995" y="989"/>
                  </a:lnTo>
                  <a:close/>
                  <a:moveTo>
                    <a:pt x="1620" y="1127"/>
                  </a:moveTo>
                  <a:lnTo>
                    <a:pt x="1620" y="1147"/>
                  </a:lnTo>
                  <a:lnTo>
                    <a:pt x="1625" y="1132"/>
                  </a:lnTo>
                  <a:lnTo>
                    <a:pt x="1625" y="1132"/>
                  </a:lnTo>
                  <a:lnTo>
                    <a:pt x="1620" y="1127"/>
                  </a:lnTo>
                  <a:close/>
                  <a:moveTo>
                    <a:pt x="1818" y="1127"/>
                  </a:moveTo>
                  <a:lnTo>
                    <a:pt x="1808" y="1137"/>
                  </a:lnTo>
                  <a:lnTo>
                    <a:pt x="1818" y="1147"/>
                  </a:lnTo>
                  <a:lnTo>
                    <a:pt x="1818" y="1127"/>
                  </a:lnTo>
                  <a:close/>
                  <a:moveTo>
                    <a:pt x="1995" y="1166"/>
                  </a:moveTo>
                  <a:lnTo>
                    <a:pt x="1976" y="1186"/>
                  </a:lnTo>
                  <a:lnTo>
                    <a:pt x="1976" y="1206"/>
                  </a:lnTo>
                  <a:lnTo>
                    <a:pt x="1995" y="1166"/>
                  </a:lnTo>
                  <a:close/>
                  <a:moveTo>
                    <a:pt x="1857" y="1226"/>
                  </a:moveTo>
                  <a:lnTo>
                    <a:pt x="1857" y="1226"/>
                  </a:lnTo>
                  <a:lnTo>
                    <a:pt x="1857" y="1226"/>
                  </a:lnTo>
                  <a:close/>
                  <a:moveTo>
                    <a:pt x="1719" y="1087"/>
                  </a:moveTo>
                  <a:lnTo>
                    <a:pt x="1699" y="1107"/>
                  </a:lnTo>
                  <a:lnTo>
                    <a:pt x="1679" y="1226"/>
                  </a:lnTo>
                  <a:lnTo>
                    <a:pt x="1679" y="1324"/>
                  </a:lnTo>
                  <a:lnTo>
                    <a:pt x="1699" y="1245"/>
                  </a:lnTo>
                  <a:lnTo>
                    <a:pt x="1719" y="1206"/>
                  </a:lnTo>
                  <a:lnTo>
                    <a:pt x="1719" y="1087"/>
                  </a:lnTo>
                  <a:close/>
                  <a:moveTo>
                    <a:pt x="1482" y="1344"/>
                  </a:moveTo>
                  <a:lnTo>
                    <a:pt x="1482" y="1344"/>
                  </a:lnTo>
                  <a:lnTo>
                    <a:pt x="1482" y="1344"/>
                  </a:lnTo>
                  <a:close/>
                  <a:moveTo>
                    <a:pt x="277" y="1285"/>
                  </a:moveTo>
                  <a:lnTo>
                    <a:pt x="277" y="1305"/>
                  </a:lnTo>
                  <a:lnTo>
                    <a:pt x="277" y="1324"/>
                  </a:lnTo>
                  <a:lnTo>
                    <a:pt x="297" y="1384"/>
                  </a:lnTo>
                  <a:lnTo>
                    <a:pt x="277" y="1285"/>
                  </a:lnTo>
                  <a:close/>
                  <a:moveTo>
                    <a:pt x="1344" y="1364"/>
                  </a:moveTo>
                  <a:lnTo>
                    <a:pt x="1330" y="1403"/>
                  </a:lnTo>
                  <a:lnTo>
                    <a:pt x="1344" y="1403"/>
                  </a:lnTo>
                  <a:lnTo>
                    <a:pt x="1344" y="1364"/>
                  </a:lnTo>
                  <a:close/>
                  <a:moveTo>
                    <a:pt x="1442" y="1364"/>
                  </a:moveTo>
                  <a:lnTo>
                    <a:pt x="1462" y="1403"/>
                  </a:lnTo>
                  <a:lnTo>
                    <a:pt x="1462" y="1384"/>
                  </a:lnTo>
                  <a:lnTo>
                    <a:pt x="1442" y="1364"/>
                  </a:lnTo>
                  <a:close/>
                  <a:moveTo>
                    <a:pt x="1304" y="1403"/>
                  </a:moveTo>
                  <a:lnTo>
                    <a:pt x="1324" y="1423"/>
                  </a:lnTo>
                  <a:lnTo>
                    <a:pt x="1330" y="1403"/>
                  </a:lnTo>
                  <a:close/>
                  <a:moveTo>
                    <a:pt x="1482" y="1344"/>
                  </a:moveTo>
                  <a:lnTo>
                    <a:pt x="1462" y="1423"/>
                  </a:lnTo>
                  <a:lnTo>
                    <a:pt x="1482" y="1403"/>
                  </a:lnTo>
                  <a:lnTo>
                    <a:pt x="1482" y="1384"/>
                  </a:lnTo>
                  <a:lnTo>
                    <a:pt x="1482" y="1344"/>
                  </a:lnTo>
                  <a:close/>
                  <a:moveTo>
                    <a:pt x="1265" y="1443"/>
                  </a:moveTo>
                  <a:lnTo>
                    <a:pt x="1265" y="1463"/>
                  </a:lnTo>
                  <a:lnTo>
                    <a:pt x="1284" y="1482"/>
                  </a:lnTo>
                  <a:lnTo>
                    <a:pt x="1265" y="1443"/>
                  </a:lnTo>
                  <a:close/>
                  <a:moveTo>
                    <a:pt x="988" y="1522"/>
                  </a:moveTo>
                  <a:lnTo>
                    <a:pt x="968" y="1542"/>
                  </a:lnTo>
                  <a:lnTo>
                    <a:pt x="988" y="1561"/>
                  </a:lnTo>
                  <a:lnTo>
                    <a:pt x="988" y="1542"/>
                  </a:lnTo>
                  <a:lnTo>
                    <a:pt x="988" y="1522"/>
                  </a:lnTo>
                  <a:close/>
                  <a:moveTo>
                    <a:pt x="1166" y="1423"/>
                  </a:moveTo>
                  <a:lnTo>
                    <a:pt x="1146" y="1443"/>
                  </a:lnTo>
                  <a:lnTo>
                    <a:pt x="1146" y="1482"/>
                  </a:lnTo>
                  <a:lnTo>
                    <a:pt x="1166" y="1581"/>
                  </a:lnTo>
                  <a:lnTo>
                    <a:pt x="1186" y="1601"/>
                  </a:lnTo>
                  <a:lnTo>
                    <a:pt x="1186" y="1601"/>
                  </a:lnTo>
                  <a:lnTo>
                    <a:pt x="1166" y="1561"/>
                  </a:lnTo>
                  <a:lnTo>
                    <a:pt x="1166" y="1522"/>
                  </a:lnTo>
                  <a:lnTo>
                    <a:pt x="1186" y="1542"/>
                  </a:lnTo>
                  <a:lnTo>
                    <a:pt x="1166" y="1443"/>
                  </a:lnTo>
                  <a:lnTo>
                    <a:pt x="1166" y="1423"/>
                  </a:lnTo>
                  <a:close/>
                  <a:moveTo>
                    <a:pt x="949" y="1423"/>
                  </a:moveTo>
                  <a:lnTo>
                    <a:pt x="968" y="1443"/>
                  </a:lnTo>
                  <a:lnTo>
                    <a:pt x="968" y="1463"/>
                  </a:lnTo>
                  <a:lnTo>
                    <a:pt x="988" y="1522"/>
                  </a:lnTo>
                  <a:lnTo>
                    <a:pt x="988" y="1463"/>
                  </a:lnTo>
                  <a:lnTo>
                    <a:pt x="1008" y="1502"/>
                  </a:lnTo>
                  <a:lnTo>
                    <a:pt x="1008" y="1621"/>
                  </a:lnTo>
                  <a:lnTo>
                    <a:pt x="988" y="1561"/>
                  </a:lnTo>
                  <a:lnTo>
                    <a:pt x="988" y="1561"/>
                  </a:lnTo>
                  <a:lnTo>
                    <a:pt x="1008" y="1640"/>
                  </a:lnTo>
                  <a:lnTo>
                    <a:pt x="988" y="1621"/>
                  </a:lnTo>
                  <a:lnTo>
                    <a:pt x="968" y="1621"/>
                  </a:lnTo>
                  <a:lnTo>
                    <a:pt x="968" y="1640"/>
                  </a:lnTo>
                  <a:lnTo>
                    <a:pt x="949" y="1463"/>
                  </a:lnTo>
                  <a:lnTo>
                    <a:pt x="949" y="1423"/>
                  </a:lnTo>
                  <a:close/>
                  <a:moveTo>
                    <a:pt x="534" y="1700"/>
                  </a:moveTo>
                  <a:lnTo>
                    <a:pt x="534" y="1700"/>
                  </a:lnTo>
                  <a:lnTo>
                    <a:pt x="534" y="1700"/>
                  </a:lnTo>
                  <a:close/>
                  <a:moveTo>
                    <a:pt x="652" y="1700"/>
                  </a:moveTo>
                  <a:lnTo>
                    <a:pt x="652" y="1700"/>
                  </a:lnTo>
                  <a:lnTo>
                    <a:pt x="652" y="1700"/>
                  </a:lnTo>
                  <a:close/>
                  <a:moveTo>
                    <a:pt x="534" y="1700"/>
                  </a:moveTo>
                  <a:lnTo>
                    <a:pt x="534" y="1700"/>
                  </a:lnTo>
                  <a:lnTo>
                    <a:pt x="534" y="1700"/>
                  </a:lnTo>
                  <a:close/>
                  <a:moveTo>
                    <a:pt x="652" y="1700"/>
                  </a:moveTo>
                  <a:lnTo>
                    <a:pt x="652" y="1700"/>
                  </a:lnTo>
                  <a:lnTo>
                    <a:pt x="652" y="1700"/>
                  </a:lnTo>
                  <a:close/>
                  <a:moveTo>
                    <a:pt x="1521" y="1"/>
                  </a:moveTo>
                  <a:lnTo>
                    <a:pt x="1502" y="40"/>
                  </a:lnTo>
                  <a:lnTo>
                    <a:pt x="1482" y="119"/>
                  </a:lnTo>
                  <a:lnTo>
                    <a:pt x="1462" y="119"/>
                  </a:lnTo>
                  <a:lnTo>
                    <a:pt x="1462" y="80"/>
                  </a:lnTo>
                  <a:lnTo>
                    <a:pt x="1442" y="139"/>
                  </a:lnTo>
                  <a:lnTo>
                    <a:pt x="1442" y="218"/>
                  </a:lnTo>
                  <a:lnTo>
                    <a:pt x="1462" y="278"/>
                  </a:lnTo>
                  <a:lnTo>
                    <a:pt x="1462" y="238"/>
                  </a:lnTo>
                  <a:lnTo>
                    <a:pt x="1482" y="218"/>
                  </a:lnTo>
                  <a:lnTo>
                    <a:pt x="1482" y="278"/>
                  </a:lnTo>
                  <a:lnTo>
                    <a:pt x="1482" y="357"/>
                  </a:lnTo>
                  <a:lnTo>
                    <a:pt x="1482" y="396"/>
                  </a:lnTo>
                  <a:lnTo>
                    <a:pt x="1482" y="495"/>
                  </a:lnTo>
                  <a:lnTo>
                    <a:pt x="1462" y="515"/>
                  </a:lnTo>
                  <a:lnTo>
                    <a:pt x="1462" y="436"/>
                  </a:lnTo>
                  <a:lnTo>
                    <a:pt x="1462" y="396"/>
                  </a:lnTo>
                  <a:lnTo>
                    <a:pt x="1462" y="297"/>
                  </a:lnTo>
                  <a:lnTo>
                    <a:pt x="1442" y="376"/>
                  </a:lnTo>
                  <a:lnTo>
                    <a:pt x="1442" y="436"/>
                  </a:lnTo>
                  <a:lnTo>
                    <a:pt x="1423" y="436"/>
                  </a:lnTo>
                  <a:lnTo>
                    <a:pt x="1423" y="455"/>
                  </a:lnTo>
                  <a:lnTo>
                    <a:pt x="1423" y="495"/>
                  </a:lnTo>
                  <a:lnTo>
                    <a:pt x="1403" y="416"/>
                  </a:lnTo>
                  <a:lnTo>
                    <a:pt x="1423" y="436"/>
                  </a:lnTo>
                  <a:lnTo>
                    <a:pt x="1423" y="396"/>
                  </a:lnTo>
                  <a:lnTo>
                    <a:pt x="1423" y="357"/>
                  </a:lnTo>
                  <a:lnTo>
                    <a:pt x="1423" y="297"/>
                  </a:lnTo>
                  <a:lnTo>
                    <a:pt x="1423" y="218"/>
                  </a:lnTo>
                  <a:lnTo>
                    <a:pt x="1442" y="100"/>
                  </a:lnTo>
                  <a:lnTo>
                    <a:pt x="1423" y="100"/>
                  </a:lnTo>
                  <a:lnTo>
                    <a:pt x="1423" y="60"/>
                  </a:lnTo>
                  <a:lnTo>
                    <a:pt x="1403" y="100"/>
                  </a:lnTo>
                  <a:lnTo>
                    <a:pt x="1383" y="159"/>
                  </a:lnTo>
                  <a:lnTo>
                    <a:pt x="1383" y="100"/>
                  </a:lnTo>
                  <a:lnTo>
                    <a:pt x="1363" y="100"/>
                  </a:lnTo>
                  <a:lnTo>
                    <a:pt x="1344" y="139"/>
                  </a:lnTo>
                  <a:lnTo>
                    <a:pt x="1344" y="80"/>
                  </a:lnTo>
                  <a:lnTo>
                    <a:pt x="1324" y="60"/>
                  </a:lnTo>
                  <a:lnTo>
                    <a:pt x="1324" y="80"/>
                  </a:lnTo>
                  <a:lnTo>
                    <a:pt x="1304" y="119"/>
                  </a:lnTo>
                  <a:lnTo>
                    <a:pt x="1284" y="179"/>
                  </a:lnTo>
                  <a:lnTo>
                    <a:pt x="1265" y="179"/>
                  </a:lnTo>
                  <a:lnTo>
                    <a:pt x="1265" y="139"/>
                  </a:lnTo>
                  <a:lnTo>
                    <a:pt x="1245" y="119"/>
                  </a:lnTo>
                  <a:lnTo>
                    <a:pt x="1245" y="159"/>
                  </a:lnTo>
                  <a:lnTo>
                    <a:pt x="1225" y="119"/>
                  </a:lnTo>
                  <a:lnTo>
                    <a:pt x="1225" y="139"/>
                  </a:lnTo>
                  <a:lnTo>
                    <a:pt x="1205" y="159"/>
                  </a:lnTo>
                  <a:lnTo>
                    <a:pt x="1205" y="100"/>
                  </a:lnTo>
                  <a:lnTo>
                    <a:pt x="1186" y="100"/>
                  </a:lnTo>
                  <a:lnTo>
                    <a:pt x="1186" y="139"/>
                  </a:lnTo>
                  <a:lnTo>
                    <a:pt x="1166" y="218"/>
                  </a:lnTo>
                  <a:lnTo>
                    <a:pt x="1166" y="119"/>
                  </a:lnTo>
                  <a:lnTo>
                    <a:pt x="1107" y="179"/>
                  </a:lnTo>
                  <a:lnTo>
                    <a:pt x="1047" y="218"/>
                  </a:lnTo>
                  <a:lnTo>
                    <a:pt x="1047" y="179"/>
                  </a:lnTo>
                  <a:lnTo>
                    <a:pt x="1028" y="198"/>
                  </a:lnTo>
                  <a:lnTo>
                    <a:pt x="1008" y="238"/>
                  </a:lnTo>
                  <a:lnTo>
                    <a:pt x="988" y="278"/>
                  </a:lnTo>
                  <a:lnTo>
                    <a:pt x="968" y="317"/>
                  </a:lnTo>
                  <a:lnTo>
                    <a:pt x="968" y="376"/>
                  </a:lnTo>
                  <a:lnTo>
                    <a:pt x="988" y="495"/>
                  </a:lnTo>
                  <a:lnTo>
                    <a:pt x="988" y="515"/>
                  </a:lnTo>
                  <a:lnTo>
                    <a:pt x="968" y="475"/>
                  </a:lnTo>
                  <a:lnTo>
                    <a:pt x="968" y="436"/>
                  </a:lnTo>
                  <a:lnTo>
                    <a:pt x="968" y="416"/>
                  </a:lnTo>
                  <a:lnTo>
                    <a:pt x="949" y="317"/>
                  </a:lnTo>
                  <a:lnTo>
                    <a:pt x="929" y="297"/>
                  </a:lnTo>
                  <a:lnTo>
                    <a:pt x="929" y="317"/>
                  </a:lnTo>
                  <a:lnTo>
                    <a:pt x="909" y="317"/>
                  </a:lnTo>
                  <a:lnTo>
                    <a:pt x="909" y="297"/>
                  </a:lnTo>
                  <a:lnTo>
                    <a:pt x="909" y="258"/>
                  </a:lnTo>
                  <a:lnTo>
                    <a:pt x="929" y="238"/>
                  </a:lnTo>
                  <a:lnTo>
                    <a:pt x="929" y="198"/>
                  </a:lnTo>
                  <a:lnTo>
                    <a:pt x="909" y="238"/>
                  </a:lnTo>
                  <a:lnTo>
                    <a:pt x="889" y="238"/>
                  </a:lnTo>
                  <a:lnTo>
                    <a:pt x="889" y="278"/>
                  </a:lnTo>
                  <a:lnTo>
                    <a:pt x="889" y="297"/>
                  </a:lnTo>
                  <a:lnTo>
                    <a:pt x="870" y="376"/>
                  </a:lnTo>
                  <a:lnTo>
                    <a:pt x="870" y="357"/>
                  </a:lnTo>
                  <a:lnTo>
                    <a:pt x="850" y="357"/>
                  </a:lnTo>
                  <a:lnTo>
                    <a:pt x="830" y="337"/>
                  </a:lnTo>
                  <a:lnTo>
                    <a:pt x="830" y="278"/>
                  </a:lnTo>
                  <a:lnTo>
                    <a:pt x="810" y="297"/>
                  </a:lnTo>
                  <a:lnTo>
                    <a:pt x="810" y="278"/>
                  </a:lnTo>
                  <a:lnTo>
                    <a:pt x="771" y="278"/>
                  </a:lnTo>
                  <a:lnTo>
                    <a:pt x="751" y="258"/>
                  </a:lnTo>
                  <a:lnTo>
                    <a:pt x="751" y="238"/>
                  </a:lnTo>
                  <a:lnTo>
                    <a:pt x="731" y="278"/>
                  </a:lnTo>
                  <a:lnTo>
                    <a:pt x="712" y="357"/>
                  </a:lnTo>
                  <a:lnTo>
                    <a:pt x="731" y="357"/>
                  </a:lnTo>
                  <a:lnTo>
                    <a:pt x="731" y="416"/>
                  </a:lnTo>
                  <a:lnTo>
                    <a:pt x="731" y="455"/>
                  </a:lnTo>
                  <a:lnTo>
                    <a:pt x="712" y="416"/>
                  </a:lnTo>
                  <a:lnTo>
                    <a:pt x="712" y="376"/>
                  </a:lnTo>
                  <a:lnTo>
                    <a:pt x="692" y="337"/>
                  </a:lnTo>
                  <a:lnTo>
                    <a:pt x="672" y="297"/>
                  </a:lnTo>
                  <a:lnTo>
                    <a:pt x="672" y="317"/>
                  </a:lnTo>
                  <a:lnTo>
                    <a:pt x="652" y="376"/>
                  </a:lnTo>
                  <a:lnTo>
                    <a:pt x="652" y="337"/>
                  </a:lnTo>
                  <a:lnTo>
                    <a:pt x="652" y="297"/>
                  </a:lnTo>
                  <a:lnTo>
                    <a:pt x="633" y="278"/>
                  </a:lnTo>
                  <a:lnTo>
                    <a:pt x="633" y="297"/>
                  </a:lnTo>
                  <a:lnTo>
                    <a:pt x="633" y="337"/>
                  </a:lnTo>
                  <a:lnTo>
                    <a:pt x="613" y="455"/>
                  </a:lnTo>
                  <a:lnTo>
                    <a:pt x="613" y="495"/>
                  </a:lnTo>
                  <a:lnTo>
                    <a:pt x="593" y="554"/>
                  </a:lnTo>
                  <a:lnTo>
                    <a:pt x="593" y="495"/>
                  </a:lnTo>
                  <a:lnTo>
                    <a:pt x="573" y="475"/>
                  </a:lnTo>
                  <a:lnTo>
                    <a:pt x="573" y="436"/>
                  </a:lnTo>
                  <a:lnTo>
                    <a:pt x="593" y="455"/>
                  </a:lnTo>
                  <a:lnTo>
                    <a:pt x="593" y="436"/>
                  </a:lnTo>
                  <a:lnTo>
                    <a:pt x="573" y="357"/>
                  </a:lnTo>
                  <a:lnTo>
                    <a:pt x="554" y="337"/>
                  </a:lnTo>
                  <a:lnTo>
                    <a:pt x="514" y="337"/>
                  </a:lnTo>
                  <a:lnTo>
                    <a:pt x="494" y="376"/>
                  </a:lnTo>
                  <a:lnTo>
                    <a:pt x="475" y="376"/>
                  </a:lnTo>
                  <a:lnTo>
                    <a:pt x="475" y="396"/>
                  </a:lnTo>
                  <a:lnTo>
                    <a:pt x="435" y="357"/>
                  </a:lnTo>
                  <a:lnTo>
                    <a:pt x="396" y="357"/>
                  </a:lnTo>
                  <a:lnTo>
                    <a:pt x="376" y="376"/>
                  </a:lnTo>
                  <a:lnTo>
                    <a:pt x="376" y="416"/>
                  </a:lnTo>
                  <a:lnTo>
                    <a:pt x="356" y="376"/>
                  </a:lnTo>
                  <a:lnTo>
                    <a:pt x="356" y="455"/>
                  </a:lnTo>
                  <a:lnTo>
                    <a:pt x="336" y="515"/>
                  </a:lnTo>
                  <a:lnTo>
                    <a:pt x="336" y="554"/>
                  </a:lnTo>
                  <a:lnTo>
                    <a:pt x="336" y="673"/>
                  </a:lnTo>
                  <a:lnTo>
                    <a:pt x="317" y="613"/>
                  </a:lnTo>
                  <a:lnTo>
                    <a:pt x="297" y="594"/>
                  </a:lnTo>
                  <a:lnTo>
                    <a:pt x="297" y="534"/>
                  </a:lnTo>
                  <a:lnTo>
                    <a:pt x="277" y="515"/>
                  </a:lnTo>
                  <a:lnTo>
                    <a:pt x="277" y="534"/>
                  </a:lnTo>
                  <a:lnTo>
                    <a:pt x="297" y="613"/>
                  </a:lnTo>
                  <a:lnTo>
                    <a:pt x="297" y="673"/>
                  </a:lnTo>
                  <a:lnTo>
                    <a:pt x="297" y="692"/>
                  </a:lnTo>
                  <a:lnTo>
                    <a:pt x="297" y="712"/>
                  </a:lnTo>
                  <a:lnTo>
                    <a:pt x="257" y="771"/>
                  </a:lnTo>
                  <a:lnTo>
                    <a:pt x="238" y="811"/>
                  </a:lnTo>
                  <a:lnTo>
                    <a:pt x="198" y="831"/>
                  </a:lnTo>
                  <a:lnTo>
                    <a:pt x="159" y="811"/>
                  </a:lnTo>
                  <a:lnTo>
                    <a:pt x="159" y="791"/>
                  </a:lnTo>
                  <a:lnTo>
                    <a:pt x="139" y="791"/>
                  </a:lnTo>
                  <a:lnTo>
                    <a:pt x="139" y="771"/>
                  </a:lnTo>
                  <a:lnTo>
                    <a:pt x="119" y="732"/>
                  </a:lnTo>
                  <a:lnTo>
                    <a:pt x="119" y="771"/>
                  </a:lnTo>
                  <a:lnTo>
                    <a:pt x="119" y="791"/>
                  </a:lnTo>
                  <a:lnTo>
                    <a:pt x="99" y="752"/>
                  </a:lnTo>
                  <a:lnTo>
                    <a:pt x="99" y="732"/>
                  </a:lnTo>
                  <a:lnTo>
                    <a:pt x="79" y="732"/>
                  </a:lnTo>
                  <a:lnTo>
                    <a:pt x="60" y="712"/>
                  </a:lnTo>
                  <a:lnTo>
                    <a:pt x="60" y="692"/>
                  </a:lnTo>
                  <a:lnTo>
                    <a:pt x="40" y="712"/>
                  </a:lnTo>
                  <a:lnTo>
                    <a:pt x="0" y="574"/>
                  </a:lnTo>
                  <a:lnTo>
                    <a:pt x="0" y="653"/>
                  </a:lnTo>
                  <a:lnTo>
                    <a:pt x="20" y="712"/>
                  </a:lnTo>
                  <a:lnTo>
                    <a:pt x="20" y="732"/>
                  </a:lnTo>
                  <a:lnTo>
                    <a:pt x="60" y="890"/>
                  </a:lnTo>
                  <a:lnTo>
                    <a:pt x="119" y="1048"/>
                  </a:lnTo>
                  <a:lnTo>
                    <a:pt x="139" y="1107"/>
                  </a:lnTo>
                  <a:lnTo>
                    <a:pt x="178" y="1166"/>
                  </a:lnTo>
                  <a:lnTo>
                    <a:pt x="159" y="1127"/>
                  </a:lnTo>
                  <a:lnTo>
                    <a:pt x="159" y="1127"/>
                  </a:lnTo>
                  <a:lnTo>
                    <a:pt x="178" y="1147"/>
                  </a:lnTo>
                  <a:lnTo>
                    <a:pt x="198" y="1186"/>
                  </a:lnTo>
                  <a:lnTo>
                    <a:pt x="198" y="1147"/>
                  </a:lnTo>
                  <a:lnTo>
                    <a:pt x="218" y="1206"/>
                  </a:lnTo>
                  <a:lnTo>
                    <a:pt x="238" y="1285"/>
                  </a:lnTo>
                  <a:lnTo>
                    <a:pt x="238" y="1265"/>
                  </a:lnTo>
                  <a:lnTo>
                    <a:pt x="238" y="1245"/>
                  </a:lnTo>
                  <a:lnTo>
                    <a:pt x="257" y="1285"/>
                  </a:lnTo>
                  <a:lnTo>
                    <a:pt x="257" y="1324"/>
                  </a:lnTo>
                  <a:lnTo>
                    <a:pt x="277" y="1305"/>
                  </a:lnTo>
                  <a:lnTo>
                    <a:pt x="257" y="1226"/>
                  </a:lnTo>
                  <a:lnTo>
                    <a:pt x="257" y="1186"/>
                  </a:lnTo>
                  <a:lnTo>
                    <a:pt x="277" y="1226"/>
                  </a:lnTo>
                  <a:lnTo>
                    <a:pt x="297" y="1285"/>
                  </a:lnTo>
                  <a:lnTo>
                    <a:pt x="297" y="1364"/>
                  </a:lnTo>
                  <a:lnTo>
                    <a:pt x="317" y="1384"/>
                  </a:lnTo>
                  <a:lnTo>
                    <a:pt x="336" y="1384"/>
                  </a:lnTo>
                  <a:lnTo>
                    <a:pt x="336" y="1423"/>
                  </a:lnTo>
                  <a:lnTo>
                    <a:pt x="356" y="1482"/>
                  </a:lnTo>
                  <a:lnTo>
                    <a:pt x="356" y="1443"/>
                  </a:lnTo>
                  <a:lnTo>
                    <a:pt x="356" y="1423"/>
                  </a:lnTo>
                  <a:lnTo>
                    <a:pt x="376" y="1443"/>
                  </a:lnTo>
                  <a:lnTo>
                    <a:pt x="376" y="1463"/>
                  </a:lnTo>
                  <a:lnTo>
                    <a:pt x="396" y="1522"/>
                  </a:lnTo>
                  <a:lnTo>
                    <a:pt x="415" y="1561"/>
                  </a:lnTo>
                  <a:lnTo>
                    <a:pt x="415" y="1522"/>
                  </a:lnTo>
                  <a:lnTo>
                    <a:pt x="415" y="1463"/>
                  </a:lnTo>
                  <a:lnTo>
                    <a:pt x="435" y="1522"/>
                  </a:lnTo>
                  <a:lnTo>
                    <a:pt x="415" y="1423"/>
                  </a:lnTo>
                  <a:lnTo>
                    <a:pt x="396" y="1344"/>
                  </a:lnTo>
                  <a:lnTo>
                    <a:pt x="435" y="1443"/>
                  </a:lnTo>
                  <a:lnTo>
                    <a:pt x="455" y="1561"/>
                  </a:lnTo>
                  <a:lnTo>
                    <a:pt x="455" y="1502"/>
                  </a:lnTo>
                  <a:lnTo>
                    <a:pt x="475" y="1542"/>
                  </a:lnTo>
                  <a:lnTo>
                    <a:pt x="475" y="1581"/>
                  </a:lnTo>
                  <a:lnTo>
                    <a:pt x="494" y="1640"/>
                  </a:lnTo>
                  <a:lnTo>
                    <a:pt x="494" y="1621"/>
                  </a:lnTo>
                  <a:lnTo>
                    <a:pt x="514" y="1660"/>
                  </a:lnTo>
                  <a:lnTo>
                    <a:pt x="514" y="1621"/>
                  </a:lnTo>
                  <a:lnTo>
                    <a:pt x="534" y="1700"/>
                  </a:lnTo>
                  <a:lnTo>
                    <a:pt x="534" y="1660"/>
                  </a:lnTo>
                  <a:lnTo>
                    <a:pt x="554" y="1680"/>
                  </a:lnTo>
                  <a:lnTo>
                    <a:pt x="554" y="1660"/>
                  </a:lnTo>
                  <a:lnTo>
                    <a:pt x="573" y="1700"/>
                  </a:lnTo>
                  <a:lnTo>
                    <a:pt x="573" y="1700"/>
                  </a:lnTo>
                  <a:lnTo>
                    <a:pt x="554" y="1621"/>
                  </a:lnTo>
                  <a:lnTo>
                    <a:pt x="573" y="1640"/>
                  </a:lnTo>
                  <a:lnTo>
                    <a:pt x="593" y="1700"/>
                  </a:lnTo>
                  <a:lnTo>
                    <a:pt x="554" y="1522"/>
                  </a:lnTo>
                  <a:lnTo>
                    <a:pt x="573" y="1581"/>
                  </a:lnTo>
                  <a:lnTo>
                    <a:pt x="593" y="1660"/>
                  </a:lnTo>
                  <a:lnTo>
                    <a:pt x="613" y="1759"/>
                  </a:lnTo>
                  <a:lnTo>
                    <a:pt x="613" y="1739"/>
                  </a:lnTo>
                  <a:lnTo>
                    <a:pt x="633" y="1759"/>
                  </a:lnTo>
                  <a:lnTo>
                    <a:pt x="633" y="1759"/>
                  </a:lnTo>
                  <a:lnTo>
                    <a:pt x="613" y="1660"/>
                  </a:lnTo>
                  <a:lnTo>
                    <a:pt x="613" y="1700"/>
                  </a:lnTo>
                  <a:lnTo>
                    <a:pt x="593" y="1640"/>
                  </a:lnTo>
                  <a:lnTo>
                    <a:pt x="593" y="1561"/>
                  </a:lnTo>
                  <a:lnTo>
                    <a:pt x="593" y="1463"/>
                  </a:lnTo>
                  <a:lnTo>
                    <a:pt x="613" y="1522"/>
                  </a:lnTo>
                  <a:lnTo>
                    <a:pt x="633" y="1640"/>
                  </a:lnTo>
                  <a:lnTo>
                    <a:pt x="633" y="1621"/>
                  </a:lnTo>
                  <a:lnTo>
                    <a:pt x="652" y="1700"/>
                  </a:lnTo>
                  <a:lnTo>
                    <a:pt x="633" y="1601"/>
                  </a:lnTo>
                  <a:lnTo>
                    <a:pt x="652" y="1581"/>
                  </a:lnTo>
                  <a:lnTo>
                    <a:pt x="652" y="1601"/>
                  </a:lnTo>
                  <a:lnTo>
                    <a:pt x="672" y="1660"/>
                  </a:lnTo>
                  <a:lnTo>
                    <a:pt x="672" y="1680"/>
                  </a:lnTo>
                  <a:lnTo>
                    <a:pt x="692" y="1700"/>
                  </a:lnTo>
                  <a:lnTo>
                    <a:pt x="712" y="1719"/>
                  </a:lnTo>
                  <a:lnTo>
                    <a:pt x="712" y="1700"/>
                  </a:lnTo>
                  <a:lnTo>
                    <a:pt x="672" y="1463"/>
                  </a:lnTo>
                  <a:lnTo>
                    <a:pt x="692" y="1482"/>
                  </a:lnTo>
                  <a:lnTo>
                    <a:pt x="692" y="1463"/>
                  </a:lnTo>
                  <a:lnTo>
                    <a:pt x="712" y="1522"/>
                  </a:lnTo>
                  <a:lnTo>
                    <a:pt x="712" y="1581"/>
                  </a:lnTo>
                  <a:lnTo>
                    <a:pt x="731" y="1680"/>
                  </a:lnTo>
                  <a:lnTo>
                    <a:pt x="751" y="1660"/>
                  </a:lnTo>
                  <a:lnTo>
                    <a:pt x="751" y="1739"/>
                  </a:lnTo>
                  <a:lnTo>
                    <a:pt x="771" y="1739"/>
                  </a:lnTo>
                  <a:lnTo>
                    <a:pt x="771" y="1680"/>
                  </a:lnTo>
                  <a:lnTo>
                    <a:pt x="791" y="1739"/>
                  </a:lnTo>
                  <a:lnTo>
                    <a:pt x="810" y="1759"/>
                  </a:lnTo>
                  <a:lnTo>
                    <a:pt x="810" y="1759"/>
                  </a:lnTo>
                  <a:lnTo>
                    <a:pt x="791" y="1700"/>
                  </a:lnTo>
                  <a:lnTo>
                    <a:pt x="791" y="1680"/>
                  </a:lnTo>
                  <a:lnTo>
                    <a:pt x="810" y="1700"/>
                  </a:lnTo>
                  <a:lnTo>
                    <a:pt x="810" y="1739"/>
                  </a:lnTo>
                  <a:lnTo>
                    <a:pt x="830" y="1739"/>
                  </a:lnTo>
                  <a:lnTo>
                    <a:pt x="830" y="1700"/>
                  </a:lnTo>
                  <a:lnTo>
                    <a:pt x="810" y="1601"/>
                  </a:lnTo>
                  <a:lnTo>
                    <a:pt x="830" y="1601"/>
                  </a:lnTo>
                  <a:lnTo>
                    <a:pt x="830" y="1621"/>
                  </a:lnTo>
                  <a:lnTo>
                    <a:pt x="850" y="1680"/>
                  </a:lnTo>
                  <a:lnTo>
                    <a:pt x="850" y="1660"/>
                  </a:lnTo>
                  <a:lnTo>
                    <a:pt x="870" y="1680"/>
                  </a:lnTo>
                  <a:lnTo>
                    <a:pt x="870" y="1463"/>
                  </a:lnTo>
                  <a:lnTo>
                    <a:pt x="830" y="1245"/>
                  </a:lnTo>
                  <a:lnTo>
                    <a:pt x="850" y="1285"/>
                  </a:lnTo>
                  <a:lnTo>
                    <a:pt x="870" y="1324"/>
                  </a:lnTo>
                  <a:lnTo>
                    <a:pt x="889" y="1403"/>
                  </a:lnTo>
                  <a:lnTo>
                    <a:pt x="889" y="1463"/>
                  </a:lnTo>
                  <a:lnTo>
                    <a:pt x="870" y="1403"/>
                  </a:lnTo>
                  <a:lnTo>
                    <a:pt x="909" y="1542"/>
                  </a:lnTo>
                  <a:lnTo>
                    <a:pt x="909" y="1601"/>
                  </a:lnTo>
                  <a:lnTo>
                    <a:pt x="889" y="1561"/>
                  </a:lnTo>
                  <a:lnTo>
                    <a:pt x="909" y="1640"/>
                  </a:lnTo>
                  <a:lnTo>
                    <a:pt x="909" y="1719"/>
                  </a:lnTo>
                  <a:lnTo>
                    <a:pt x="929" y="1719"/>
                  </a:lnTo>
                  <a:lnTo>
                    <a:pt x="929" y="1700"/>
                  </a:lnTo>
                  <a:lnTo>
                    <a:pt x="949" y="1680"/>
                  </a:lnTo>
                  <a:lnTo>
                    <a:pt x="949" y="1640"/>
                  </a:lnTo>
                  <a:lnTo>
                    <a:pt x="968" y="1680"/>
                  </a:lnTo>
                  <a:lnTo>
                    <a:pt x="988" y="1700"/>
                  </a:lnTo>
                  <a:lnTo>
                    <a:pt x="1008" y="1700"/>
                  </a:lnTo>
                  <a:lnTo>
                    <a:pt x="1008" y="1719"/>
                  </a:lnTo>
                  <a:lnTo>
                    <a:pt x="1028" y="1621"/>
                  </a:lnTo>
                  <a:lnTo>
                    <a:pt x="1008" y="1482"/>
                  </a:lnTo>
                  <a:lnTo>
                    <a:pt x="1028" y="1581"/>
                  </a:lnTo>
                  <a:lnTo>
                    <a:pt x="1047" y="1621"/>
                  </a:lnTo>
                  <a:lnTo>
                    <a:pt x="1028" y="1542"/>
                  </a:lnTo>
                  <a:lnTo>
                    <a:pt x="1028" y="1463"/>
                  </a:lnTo>
                  <a:lnTo>
                    <a:pt x="1028" y="1423"/>
                  </a:lnTo>
                  <a:lnTo>
                    <a:pt x="1028" y="1384"/>
                  </a:lnTo>
                  <a:lnTo>
                    <a:pt x="1047" y="1423"/>
                  </a:lnTo>
                  <a:lnTo>
                    <a:pt x="1047" y="1443"/>
                  </a:lnTo>
                  <a:lnTo>
                    <a:pt x="1067" y="1384"/>
                  </a:lnTo>
                  <a:lnTo>
                    <a:pt x="1067" y="1502"/>
                  </a:lnTo>
                  <a:lnTo>
                    <a:pt x="1067" y="1640"/>
                  </a:lnTo>
                  <a:lnTo>
                    <a:pt x="1087" y="1561"/>
                  </a:lnTo>
                  <a:lnTo>
                    <a:pt x="1087" y="1601"/>
                  </a:lnTo>
                  <a:lnTo>
                    <a:pt x="1107" y="1581"/>
                  </a:lnTo>
                  <a:lnTo>
                    <a:pt x="1107" y="1542"/>
                  </a:lnTo>
                  <a:lnTo>
                    <a:pt x="1126" y="1522"/>
                  </a:lnTo>
                  <a:lnTo>
                    <a:pt x="1146" y="1502"/>
                  </a:lnTo>
                  <a:lnTo>
                    <a:pt x="1126" y="1482"/>
                  </a:lnTo>
                  <a:lnTo>
                    <a:pt x="1126" y="1403"/>
                  </a:lnTo>
                  <a:lnTo>
                    <a:pt x="1126" y="1364"/>
                  </a:lnTo>
                  <a:lnTo>
                    <a:pt x="1146" y="1324"/>
                  </a:lnTo>
                  <a:lnTo>
                    <a:pt x="1146" y="1305"/>
                  </a:lnTo>
                  <a:lnTo>
                    <a:pt x="1146" y="1285"/>
                  </a:lnTo>
                  <a:lnTo>
                    <a:pt x="1166" y="1344"/>
                  </a:lnTo>
                  <a:lnTo>
                    <a:pt x="1166" y="1384"/>
                  </a:lnTo>
                  <a:lnTo>
                    <a:pt x="1186" y="1364"/>
                  </a:lnTo>
                  <a:lnTo>
                    <a:pt x="1186" y="1403"/>
                  </a:lnTo>
                  <a:lnTo>
                    <a:pt x="1186" y="1423"/>
                  </a:lnTo>
                  <a:lnTo>
                    <a:pt x="1205" y="1384"/>
                  </a:lnTo>
                  <a:lnTo>
                    <a:pt x="1205" y="1364"/>
                  </a:lnTo>
                  <a:lnTo>
                    <a:pt x="1205" y="1305"/>
                  </a:lnTo>
                  <a:lnTo>
                    <a:pt x="1205" y="1245"/>
                  </a:lnTo>
                  <a:lnTo>
                    <a:pt x="1225" y="1226"/>
                  </a:lnTo>
                  <a:lnTo>
                    <a:pt x="1245" y="1285"/>
                  </a:lnTo>
                  <a:lnTo>
                    <a:pt x="1245" y="1324"/>
                  </a:lnTo>
                  <a:lnTo>
                    <a:pt x="1245" y="1364"/>
                  </a:lnTo>
                  <a:lnTo>
                    <a:pt x="1265" y="1423"/>
                  </a:lnTo>
                  <a:lnTo>
                    <a:pt x="1265" y="1443"/>
                  </a:lnTo>
                  <a:lnTo>
                    <a:pt x="1284" y="1403"/>
                  </a:lnTo>
                  <a:lnTo>
                    <a:pt x="1284" y="1423"/>
                  </a:lnTo>
                  <a:lnTo>
                    <a:pt x="1304" y="1423"/>
                  </a:lnTo>
                  <a:lnTo>
                    <a:pt x="1304" y="1403"/>
                  </a:lnTo>
                  <a:lnTo>
                    <a:pt x="1284" y="1344"/>
                  </a:lnTo>
                  <a:lnTo>
                    <a:pt x="1304" y="1324"/>
                  </a:lnTo>
                  <a:lnTo>
                    <a:pt x="1324" y="1305"/>
                  </a:lnTo>
                  <a:lnTo>
                    <a:pt x="1324" y="1265"/>
                  </a:lnTo>
                  <a:lnTo>
                    <a:pt x="1344" y="1324"/>
                  </a:lnTo>
                  <a:lnTo>
                    <a:pt x="1344" y="1364"/>
                  </a:lnTo>
                  <a:lnTo>
                    <a:pt x="1363" y="1443"/>
                  </a:lnTo>
                  <a:lnTo>
                    <a:pt x="1363" y="1403"/>
                  </a:lnTo>
                  <a:lnTo>
                    <a:pt x="1383" y="1403"/>
                  </a:lnTo>
                  <a:lnTo>
                    <a:pt x="1383" y="1423"/>
                  </a:lnTo>
                  <a:lnTo>
                    <a:pt x="1403" y="1463"/>
                  </a:lnTo>
                  <a:lnTo>
                    <a:pt x="1403" y="1423"/>
                  </a:lnTo>
                  <a:lnTo>
                    <a:pt x="1403" y="1403"/>
                  </a:lnTo>
                  <a:lnTo>
                    <a:pt x="1403" y="1364"/>
                  </a:lnTo>
                  <a:lnTo>
                    <a:pt x="1423" y="1305"/>
                  </a:lnTo>
                  <a:lnTo>
                    <a:pt x="1403" y="1344"/>
                  </a:lnTo>
                  <a:lnTo>
                    <a:pt x="1403" y="1305"/>
                  </a:lnTo>
                  <a:lnTo>
                    <a:pt x="1423" y="1305"/>
                  </a:lnTo>
                  <a:lnTo>
                    <a:pt x="1423" y="1245"/>
                  </a:lnTo>
                  <a:lnTo>
                    <a:pt x="1442" y="1324"/>
                  </a:lnTo>
                  <a:lnTo>
                    <a:pt x="1442" y="1245"/>
                  </a:lnTo>
                  <a:lnTo>
                    <a:pt x="1442" y="1226"/>
                  </a:lnTo>
                  <a:lnTo>
                    <a:pt x="1462" y="1147"/>
                  </a:lnTo>
                  <a:lnTo>
                    <a:pt x="1462" y="1226"/>
                  </a:lnTo>
                  <a:lnTo>
                    <a:pt x="1462" y="1265"/>
                  </a:lnTo>
                  <a:lnTo>
                    <a:pt x="1462" y="1324"/>
                  </a:lnTo>
                  <a:lnTo>
                    <a:pt x="1462" y="1344"/>
                  </a:lnTo>
                  <a:lnTo>
                    <a:pt x="1482" y="1344"/>
                  </a:lnTo>
                  <a:lnTo>
                    <a:pt x="1482" y="1265"/>
                  </a:lnTo>
                  <a:lnTo>
                    <a:pt x="1502" y="1344"/>
                  </a:lnTo>
                  <a:lnTo>
                    <a:pt x="1502" y="1305"/>
                  </a:lnTo>
                  <a:lnTo>
                    <a:pt x="1502" y="1226"/>
                  </a:lnTo>
                  <a:lnTo>
                    <a:pt x="1502" y="1166"/>
                  </a:lnTo>
                  <a:lnTo>
                    <a:pt x="1502" y="1127"/>
                  </a:lnTo>
                  <a:lnTo>
                    <a:pt x="1502" y="1068"/>
                  </a:lnTo>
                  <a:lnTo>
                    <a:pt x="1521" y="1048"/>
                  </a:lnTo>
                  <a:lnTo>
                    <a:pt x="1521" y="1147"/>
                  </a:lnTo>
                  <a:lnTo>
                    <a:pt x="1521" y="1285"/>
                  </a:lnTo>
                  <a:lnTo>
                    <a:pt x="1521" y="1443"/>
                  </a:lnTo>
                  <a:lnTo>
                    <a:pt x="1541" y="1423"/>
                  </a:lnTo>
                  <a:lnTo>
                    <a:pt x="1541" y="1443"/>
                  </a:lnTo>
                  <a:lnTo>
                    <a:pt x="1561" y="1344"/>
                  </a:lnTo>
                  <a:lnTo>
                    <a:pt x="1561" y="1285"/>
                  </a:lnTo>
                  <a:lnTo>
                    <a:pt x="1581" y="1245"/>
                  </a:lnTo>
                  <a:lnTo>
                    <a:pt x="1600" y="1206"/>
                  </a:lnTo>
                  <a:lnTo>
                    <a:pt x="1600" y="1068"/>
                  </a:lnTo>
                  <a:lnTo>
                    <a:pt x="1620" y="1048"/>
                  </a:lnTo>
                  <a:lnTo>
                    <a:pt x="1620" y="989"/>
                  </a:lnTo>
                  <a:lnTo>
                    <a:pt x="1640" y="989"/>
                  </a:lnTo>
                  <a:lnTo>
                    <a:pt x="1620" y="1048"/>
                  </a:lnTo>
                  <a:lnTo>
                    <a:pt x="1640" y="1068"/>
                  </a:lnTo>
                  <a:lnTo>
                    <a:pt x="1640" y="1087"/>
                  </a:lnTo>
                  <a:lnTo>
                    <a:pt x="1625" y="1132"/>
                  </a:lnTo>
                  <a:lnTo>
                    <a:pt x="1625" y="1132"/>
                  </a:lnTo>
                  <a:lnTo>
                    <a:pt x="1640" y="1147"/>
                  </a:lnTo>
                  <a:lnTo>
                    <a:pt x="1660" y="1206"/>
                  </a:lnTo>
                  <a:lnTo>
                    <a:pt x="1679" y="1226"/>
                  </a:lnTo>
                  <a:lnTo>
                    <a:pt x="1679" y="1186"/>
                  </a:lnTo>
                  <a:lnTo>
                    <a:pt x="1679" y="1087"/>
                  </a:lnTo>
                  <a:lnTo>
                    <a:pt x="1699" y="1008"/>
                  </a:lnTo>
                  <a:lnTo>
                    <a:pt x="1699" y="969"/>
                  </a:lnTo>
                  <a:lnTo>
                    <a:pt x="1679" y="969"/>
                  </a:lnTo>
                  <a:lnTo>
                    <a:pt x="1679" y="870"/>
                  </a:lnTo>
                  <a:lnTo>
                    <a:pt x="1699" y="732"/>
                  </a:lnTo>
                  <a:lnTo>
                    <a:pt x="1699" y="791"/>
                  </a:lnTo>
                  <a:lnTo>
                    <a:pt x="1719" y="712"/>
                  </a:lnTo>
                  <a:lnTo>
                    <a:pt x="1719" y="831"/>
                  </a:lnTo>
                  <a:lnTo>
                    <a:pt x="1739" y="831"/>
                  </a:lnTo>
                  <a:lnTo>
                    <a:pt x="1739" y="850"/>
                  </a:lnTo>
                  <a:lnTo>
                    <a:pt x="1758" y="831"/>
                  </a:lnTo>
                  <a:lnTo>
                    <a:pt x="1739" y="771"/>
                  </a:lnTo>
                  <a:lnTo>
                    <a:pt x="1739" y="732"/>
                  </a:lnTo>
                  <a:lnTo>
                    <a:pt x="1758" y="732"/>
                  </a:lnTo>
                  <a:lnTo>
                    <a:pt x="1758" y="692"/>
                  </a:lnTo>
                  <a:lnTo>
                    <a:pt x="1758" y="613"/>
                  </a:lnTo>
                  <a:lnTo>
                    <a:pt x="1778" y="653"/>
                  </a:lnTo>
                  <a:lnTo>
                    <a:pt x="1778" y="732"/>
                  </a:lnTo>
                  <a:lnTo>
                    <a:pt x="1758" y="870"/>
                  </a:lnTo>
                  <a:lnTo>
                    <a:pt x="1758" y="870"/>
                  </a:lnTo>
                  <a:lnTo>
                    <a:pt x="1778" y="850"/>
                  </a:lnTo>
                  <a:lnTo>
                    <a:pt x="1778" y="850"/>
                  </a:lnTo>
                  <a:lnTo>
                    <a:pt x="1739" y="1068"/>
                  </a:lnTo>
                  <a:lnTo>
                    <a:pt x="1758" y="1087"/>
                  </a:lnTo>
                  <a:lnTo>
                    <a:pt x="1778" y="1087"/>
                  </a:lnTo>
                  <a:lnTo>
                    <a:pt x="1778" y="1226"/>
                  </a:lnTo>
                  <a:lnTo>
                    <a:pt x="1798" y="1285"/>
                  </a:lnTo>
                  <a:lnTo>
                    <a:pt x="1798" y="1226"/>
                  </a:lnTo>
                  <a:lnTo>
                    <a:pt x="1798" y="1147"/>
                  </a:lnTo>
                  <a:lnTo>
                    <a:pt x="1808" y="1137"/>
                  </a:lnTo>
                  <a:lnTo>
                    <a:pt x="1798" y="1127"/>
                  </a:lnTo>
                  <a:lnTo>
                    <a:pt x="1798" y="1087"/>
                  </a:lnTo>
                  <a:lnTo>
                    <a:pt x="1818" y="1048"/>
                  </a:lnTo>
                  <a:lnTo>
                    <a:pt x="1837" y="1107"/>
                  </a:lnTo>
                  <a:lnTo>
                    <a:pt x="1818" y="1166"/>
                  </a:lnTo>
                  <a:lnTo>
                    <a:pt x="1818" y="1206"/>
                  </a:lnTo>
                  <a:lnTo>
                    <a:pt x="1818" y="1226"/>
                  </a:lnTo>
                  <a:lnTo>
                    <a:pt x="1837" y="1245"/>
                  </a:lnTo>
                  <a:lnTo>
                    <a:pt x="1837" y="1285"/>
                  </a:lnTo>
                  <a:lnTo>
                    <a:pt x="1857" y="1186"/>
                  </a:lnTo>
                  <a:lnTo>
                    <a:pt x="1857" y="1226"/>
                  </a:lnTo>
                  <a:lnTo>
                    <a:pt x="1877" y="1186"/>
                  </a:lnTo>
                  <a:lnTo>
                    <a:pt x="1897" y="1127"/>
                  </a:lnTo>
                  <a:lnTo>
                    <a:pt x="1897" y="1087"/>
                  </a:lnTo>
                  <a:lnTo>
                    <a:pt x="1897" y="1048"/>
                  </a:lnTo>
                  <a:lnTo>
                    <a:pt x="1916" y="1008"/>
                  </a:lnTo>
                  <a:lnTo>
                    <a:pt x="1897" y="1226"/>
                  </a:lnTo>
                  <a:lnTo>
                    <a:pt x="1916" y="1087"/>
                  </a:lnTo>
                  <a:lnTo>
                    <a:pt x="1936" y="1087"/>
                  </a:lnTo>
                  <a:lnTo>
                    <a:pt x="1936" y="1048"/>
                  </a:lnTo>
                  <a:lnTo>
                    <a:pt x="1956" y="949"/>
                  </a:lnTo>
                  <a:lnTo>
                    <a:pt x="1976" y="989"/>
                  </a:lnTo>
                  <a:lnTo>
                    <a:pt x="1956" y="1087"/>
                  </a:lnTo>
                  <a:lnTo>
                    <a:pt x="1956" y="1107"/>
                  </a:lnTo>
                  <a:lnTo>
                    <a:pt x="1976" y="1087"/>
                  </a:lnTo>
                  <a:lnTo>
                    <a:pt x="1956" y="1206"/>
                  </a:lnTo>
                  <a:lnTo>
                    <a:pt x="1976" y="1186"/>
                  </a:lnTo>
                  <a:lnTo>
                    <a:pt x="1976" y="1147"/>
                  </a:lnTo>
                  <a:lnTo>
                    <a:pt x="1976" y="1127"/>
                  </a:lnTo>
                  <a:lnTo>
                    <a:pt x="1988" y="1044"/>
                  </a:lnTo>
                  <a:lnTo>
                    <a:pt x="1976" y="1068"/>
                  </a:lnTo>
                  <a:lnTo>
                    <a:pt x="1991" y="957"/>
                  </a:lnTo>
                  <a:lnTo>
                    <a:pt x="1991" y="957"/>
                  </a:lnTo>
                  <a:lnTo>
                    <a:pt x="1976" y="989"/>
                  </a:lnTo>
                  <a:lnTo>
                    <a:pt x="1976" y="989"/>
                  </a:lnTo>
                  <a:lnTo>
                    <a:pt x="1995" y="929"/>
                  </a:lnTo>
                  <a:lnTo>
                    <a:pt x="1991" y="957"/>
                  </a:lnTo>
                  <a:lnTo>
                    <a:pt x="1991" y="957"/>
                  </a:lnTo>
                  <a:lnTo>
                    <a:pt x="1995" y="949"/>
                  </a:lnTo>
                  <a:lnTo>
                    <a:pt x="2015" y="850"/>
                  </a:lnTo>
                  <a:lnTo>
                    <a:pt x="2015" y="831"/>
                  </a:lnTo>
                  <a:lnTo>
                    <a:pt x="1995" y="929"/>
                  </a:lnTo>
                  <a:lnTo>
                    <a:pt x="1976" y="890"/>
                  </a:lnTo>
                  <a:lnTo>
                    <a:pt x="1956" y="831"/>
                  </a:lnTo>
                  <a:lnTo>
                    <a:pt x="1976" y="692"/>
                  </a:lnTo>
                  <a:lnTo>
                    <a:pt x="2015" y="613"/>
                  </a:lnTo>
                  <a:lnTo>
                    <a:pt x="2015" y="554"/>
                  </a:lnTo>
                  <a:lnTo>
                    <a:pt x="2022" y="534"/>
                  </a:lnTo>
                  <a:lnTo>
                    <a:pt x="2015" y="534"/>
                  </a:lnTo>
                  <a:lnTo>
                    <a:pt x="2015" y="475"/>
                  </a:lnTo>
                  <a:lnTo>
                    <a:pt x="2015" y="455"/>
                  </a:lnTo>
                  <a:lnTo>
                    <a:pt x="1995" y="475"/>
                  </a:lnTo>
                  <a:lnTo>
                    <a:pt x="2015" y="416"/>
                  </a:lnTo>
                  <a:lnTo>
                    <a:pt x="2015" y="396"/>
                  </a:lnTo>
                  <a:lnTo>
                    <a:pt x="2035" y="357"/>
                  </a:lnTo>
                  <a:lnTo>
                    <a:pt x="2035" y="317"/>
                  </a:lnTo>
                  <a:lnTo>
                    <a:pt x="2015" y="357"/>
                  </a:lnTo>
                  <a:lnTo>
                    <a:pt x="2015" y="376"/>
                  </a:lnTo>
                  <a:lnTo>
                    <a:pt x="1995" y="455"/>
                  </a:lnTo>
                  <a:lnTo>
                    <a:pt x="1976" y="455"/>
                  </a:lnTo>
                  <a:lnTo>
                    <a:pt x="1956" y="475"/>
                  </a:lnTo>
                  <a:lnTo>
                    <a:pt x="1956" y="455"/>
                  </a:lnTo>
                  <a:lnTo>
                    <a:pt x="1936" y="554"/>
                  </a:lnTo>
                  <a:lnTo>
                    <a:pt x="1916" y="574"/>
                  </a:lnTo>
                  <a:lnTo>
                    <a:pt x="1936" y="495"/>
                  </a:lnTo>
                  <a:lnTo>
                    <a:pt x="1916" y="495"/>
                  </a:lnTo>
                  <a:lnTo>
                    <a:pt x="1916" y="515"/>
                  </a:lnTo>
                  <a:lnTo>
                    <a:pt x="1877" y="613"/>
                  </a:lnTo>
                  <a:lnTo>
                    <a:pt x="1897" y="712"/>
                  </a:lnTo>
                  <a:lnTo>
                    <a:pt x="1877" y="752"/>
                  </a:lnTo>
                  <a:lnTo>
                    <a:pt x="1877" y="732"/>
                  </a:lnTo>
                  <a:lnTo>
                    <a:pt x="1877" y="692"/>
                  </a:lnTo>
                  <a:lnTo>
                    <a:pt x="1877" y="534"/>
                  </a:lnTo>
                  <a:lnTo>
                    <a:pt x="1857" y="633"/>
                  </a:lnTo>
                  <a:lnTo>
                    <a:pt x="1857" y="515"/>
                  </a:lnTo>
                  <a:lnTo>
                    <a:pt x="1877" y="475"/>
                  </a:lnTo>
                  <a:lnTo>
                    <a:pt x="1897" y="495"/>
                  </a:lnTo>
                  <a:lnTo>
                    <a:pt x="1897" y="475"/>
                  </a:lnTo>
                  <a:lnTo>
                    <a:pt x="1916" y="475"/>
                  </a:lnTo>
                  <a:lnTo>
                    <a:pt x="1916" y="436"/>
                  </a:lnTo>
                  <a:lnTo>
                    <a:pt x="1936" y="416"/>
                  </a:lnTo>
                  <a:lnTo>
                    <a:pt x="1916" y="337"/>
                  </a:lnTo>
                  <a:lnTo>
                    <a:pt x="1916" y="317"/>
                  </a:lnTo>
                  <a:lnTo>
                    <a:pt x="1916" y="198"/>
                  </a:lnTo>
                  <a:lnTo>
                    <a:pt x="1936" y="198"/>
                  </a:lnTo>
                  <a:lnTo>
                    <a:pt x="1936" y="179"/>
                  </a:lnTo>
                  <a:lnTo>
                    <a:pt x="1936" y="159"/>
                  </a:lnTo>
                  <a:lnTo>
                    <a:pt x="1916" y="159"/>
                  </a:lnTo>
                  <a:lnTo>
                    <a:pt x="1877" y="357"/>
                  </a:lnTo>
                  <a:lnTo>
                    <a:pt x="1877" y="396"/>
                  </a:lnTo>
                  <a:lnTo>
                    <a:pt x="1857" y="376"/>
                  </a:lnTo>
                  <a:lnTo>
                    <a:pt x="1877" y="317"/>
                  </a:lnTo>
                  <a:lnTo>
                    <a:pt x="1877" y="238"/>
                  </a:lnTo>
                  <a:lnTo>
                    <a:pt x="1857" y="278"/>
                  </a:lnTo>
                  <a:lnTo>
                    <a:pt x="1857" y="258"/>
                  </a:lnTo>
                  <a:lnTo>
                    <a:pt x="1837" y="179"/>
                  </a:lnTo>
                  <a:lnTo>
                    <a:pt x="1877" y="179"/>
                  </a:lnTo>
                  <a:lnTo>
                    <a:pt x="1877" y="139"/>
                  </a:lnTo>
                  <a:lnTo>
                    <a:pt x="1877" y="100"/>
                  </a:lnTo>
                  <a:lnTo>
                    <a:pt x="1857" y="100"/>
                  </a:lnTo>
                  <a:lnTo>
                    <a:pt x="1857" y="21"/>
                  </a:lnTo>
                  <a:lnTo>
                    <a:pt x="1837" y="1"/>
                  </a:lnTo>
                  <a:lnTo>
                    <a:pt x="1818" y="21"/>
                  </a:lnTo>
                  <a:lnTo>
                    <a:pt x="1798" y="60"/>
                  </a:lnTo>
                  <a:lnTo>
                    <a:pt x="1778" y="60"/>
                  </a:lnTo>
                  <a:lnTo>
                    <a:pt x="1778" y="119"/>
                  </a:lnTo>
                  <a:lnTo>
                    <a:pt x="1758" y="198"/>
                  </a:lnTo>
                  <a:lnTo>
                    <a:pt x="1739" y="198"/>
                  </a:lnTo>
                  <a:lnTo>
                    <a:pt x="1758" y="100"/>
                  </a:lnTo>
                  <a:lnTo>
                    <a:pt x="1739" y="60"/>
                  </a:lnTo>
                  <a:lnTo>
                    <a:pt x="1739" y="1"/>
                  </a:lnTo>
                  <a:lnTo>
                    <a:pt x="1719" y="60"/>
                  </a:lnTo>
                  <a:lnTo>
                    <a:pt x="1709" y="100"/>
                  </a:lnTo>
                  <a:lnTo>
                    <a:pt x="1719" y="100"/>
                  </a:lnTo>
                  <a:lnTo>
                    <a:pt x="1699" y="179"/>
                  </a:lnTo>
                  <a:lnTo>
                    <a:pt x="1699" y="159"/>
                  </a:lnTo>
                  <a:lnTo>
                    <a:pt x="1679" y="100"/>
                  </a:lnTo>
                  <a:lnTo>
                    <a:pt x="1699" y="80"/>
                  </a:lnTo>
                  <a:lnTo>
                    <a:pt x="1699" y="60"/>
                  </a:lnTo>
                  <a:lnTo>
                    <a:pt x="1699" y="40"/>
                  </a:lnTo>
                  <a:lnTo>
                    <a:pt x="1679" y="40"/>
                  </a:lnTo>
                  <a:lnTo>
                    <a:pt x="1679" y="60"/>
                  </a:lnTo>
                  <a:lnTo>
                    <a:pt x="1660" y="60"/>
                  </a:lnTo>
                  <a:lnTo>
                    <a:pt x="1660" y="40"/>
                  </a:lnTo>
                  <a:lnTo>
                    <a:pt x="1660" y="21"/>
                  </a:lnTo>
                  <a:lnTo>
                    <a:pt x="1640" y="80"/>
                  </a:lnTo>
                  <a:lnTo>
                    <a:pt x="1620" y="80"/>
                  </a:lnTo>
                  <a:lnTo>
                    <a:pt x="1600" y="218"/>
                  </a:lnTo>
                  <a:lnTo>
                    <a:pt x="1600" y="119"/>
                  </a:lnTo>
                  <a:lnTo>
                    <a:pt x="1600" y="80"/>
                  </a:lnTo>
                  <a:lnTo>
                    <a:pt x="1581" y="40"/>
                  </a:lnTo>
                  <a:lnTo>
                    <a:pt x="1561" y="80"/>
                  </a:lnTo>
                  <a:lnTo>
                    <a:pt x="1541" y="119"/>
                  </a:lnTo>
                  <a:lnTo>
                    <a:pt x="1521" y="159"/>
                  </a:lnTo>
                  <a:lnTo>
                    <a:pt x="1541" y="60"/>
                  </a:lnTo>
                  <a:lnTo>
                    <a:pt x="1541" y="21"/>
                  </a:lnTo>
                  <a:lnTo>
                    <a:pt x="1541" y="1"/>
                  </a:lnTo>
                  <a:lnTo>
                    <a:pt x="1521" y="21"/>
                  </a:lnTo>
                  <a:lnTo>
                    <a:pt x="1521" y="1"/>
                  </a:lnTo>
                  <a:close/>
                  <a:moveTo>
                    <a:pt x="613" y="1759"/>
                  </a:moveTo>
                  <a:lnTo>
                    <a:pt x="613" y="1759"/>
                  </a:lnTo>
                  <a:lnTo>
                    <a:pt x="613" y="1759"/>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8" name="Google Shape;5408;p20"/>
            <p:cNvSpPr/>
            <p:nvPr/>
          </p:nvSpPr>
          <p:spPr>
            <a:xfrm>
              <a:off x="-1245000" y="4137075"/>
              <a:ext cx="25" cy="525"/>
            </a:xfrm>
            <a:custGeom>
              <a:rect b="b" l="l" r="r" t="t"/>
              <a:pathLst>
                <a:path extrusionOk="0" h="21" w="1">
                  <a:moveTo>
                    <a:pt x="1" y="0"/>
                  </a:moveTo>
                  <a:lnTo>
                    <a:pt x="1" y="0"/>
                  </a:lnTo>
                  <a:lnTo>
                    <a:pt x="1" y="0"/>
                  </a:lnTo>
                  <a:lnTo>
                    <a:pt x="1" y="20"/>
                  </a:lnTo>
                  <a:lnTo>
                    <a:pt x="1" y="2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20"/>
            <p:cNvSpPr/>
            <p:nvPr/>
          </p:nvSpPr>
          <p:spPr>
            <a:xfrm>
              <a:off x="-1267700" y="4162250"/>
              <a:ext cx="25" cy="525"/>
            </a:xfrm>
            <a:custGeom>
              <a:rect b="b" l="l" r="r" t="t"/>
              <a:pathLst>
                <a:path extrusionOk="0" h="21" w="1">
                  <a:moveTo>
                    <a:pt x="0" y="1"/>
                  </a:moveTo>
                  <a:lnTo>
                    <a:pt x="0" y="1"/>
                  </a:lnTo>
                  <a:lnTo>
                    <a:pt x="0" y="20"/>
                  </a:lnTo>
                  <a:lnTo>
                    <a:pt x="0" y="20"/>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0" name="Google Shape;5410;p20"/>
            <p:cNvSpPr/>
            <p:nvPr/>
          </p:nvSpPr>
          <p:spPr>
            <a:xfrm>
              <a:off x="-1246475" y="4151400"/>
              <a:ext cx="525" cy="500"/>
            </a:xfrm>
            <a:custGeom>
              <a:rect b="b" l="l" r="r" t="t"/>
              <a:pathLst>
                <a:path extrusionOk="0" h="20" w="21">
                  <a:moveTo>
                    <a:pt x="1" y="20"/>
                  </a:moveTo>
                  <a:lnTo>
                    <a:pt x="1" y="20"/>
                  </a:lnTo>
                  <a:lnTo>
                    <a:pt x="20" y="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1" name="Google Shape;5411;p20"/>
            <p:cNvSpPr/>
            <p:nvPr/>
          </p:nvSpPr>
          <p:spPr>
            <a:xfrm>
              <a:off x="-1245000" y="4279275"/>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2" name="Google Shape;5412;p20"/>
            <p:cNvSpPr/>
            <p:nvPr/>
          </p:nvSpPr>
          <p:spPr>
            <a:xfrm>
              <a:off x="-1226225" y="4308925"/>
              <a:ext cx="525" cy="0"/>
            </a:xfrm>
            <a:custGeom>
              <a:rect b="b" l="l" r="r" t="t"/>
              <a:pathLst>
                <a:path extrusionOk="0" h="0"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413" name="Google Shape;5413;p20"/>
          <p:cNvGrpSpPr/>
          <p:nvPr/>
        </p:nvGrpSpPr>
        <p:grpSpPr>
          <a:xfrm>
            <a:off x="8430775" y="1189730"/>
            <a:ext cx="679382" cy="871990"/>
            <a:chOff x="8619938" y="2813305"/>
            <a:chExt cx="679382" cy="871990"/>
          </a:xfrm>
        </p:grpSpPr>
        <p:sp>
          <p:nvSpPr>
            <p:cNvPr id="5414" name="Google Shape;5414;p20"/>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5" name="Google Shape;5415;p20"/>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6" name="Google Shape;5416;p20"/>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7" name="Google Shape;5417;p20"/>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8" name="Google Shape;5418;p20"/>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9" name="Google Shape;5419;p20"/>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1" name="Google Shape;5421;p20"/>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2" name="Google Shape;5422;p20"/>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4" name="Google Shape;5424;p20"/>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6" name="Google Shape;5426;p20"/>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8" name="Google Shape;5428;p20"/>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9" name="Google Shape;5429;p20"/>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1" name="Google Shape;5431;p20"/>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2" name="Google Shape;5432;p20"/>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3" name="Google Shape;5433;p20"/>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4" name="Google Shape;5434;p20"/>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5" name="Google Shape;5435;p20"/>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6" name="Google Shape;5436;p20"/>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7" name="Google Shape;5437;p20"/>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8" name="Google Shape;5438;p20"/>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9" name="Google Shape;5439;p20"/>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0" name="Google Shape;5440;p20"/>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442" name="Google Shape;5442;p20"/>
            <p:cNvGrpSpPr/>
            <p:nvPr/>
          </p:nvGrpSpPr>
          <p:grpSpPr>
            <a:xfrm>
              <a:off x="8619938" y="2813305"/>
              <a:ext cx="679382" cy="871990"/>
              <a:chOff x="8619938" y="2813305"/>
              <a:chExt cx="679382" cy="871990"/>
            </a:xfrm>
          </p:grpSpPr>
          <p:sp>
            <p:nvSpPr>
              <p:cNvPr id="5443" name="Google Shape;5443;p20"/>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1_1">
    <p:spTree>
      <p:nvGrpSpPr>
        <p:cNvPr id="5445" name="Shape 5445"/>
        <p:cNvGrpSpPr/>
        <p:nvPr/>
      </p:nvGrpSpPr>
      <p:grpSpPr>
        <a:xfrm>
          <a:off x="0" y="0"/>
          <a:ext cx="0" cy="0"/>
          <a:chOff x="0" y="0"/>
          <a:chExt cx="0" cy="0"/>
        </a:xfrm>
      </p:grpSpPr>
      <p:grpSp>
        <p:nvGrpSpPr>
          <p:cNvPr id="5446" name="Google Shape;5446;p21"/>
          <p:cNvGrpSpPr/>
          <p:nvPr/>
        </p:nvGrpSpPr>
        <p:grpSpPr>
          <a:xfrm flipH="1">
            <a:off x="28" y="16530"/>
            <a:ext cx="9143944" cy="4940153"/>
            <a:chOff x="0" y="0"/>
            <a:chExt cx="2940175" cy="3566125"/>
          </a:xfrm>
        </p:grpSpPr>
        <p:sp>
          <p:nvSpPr>
            <p:cNvPr id="5447" name="Google Shape;5447;p21"/>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1"/>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9" name="Google Shape;5449;p21"/>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0" name="Google Shape;5450;p21"/>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1"/>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2" name="Google Shape;5452;p21"/>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3" name="Google Shape;5453;p21"/>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1"/>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5" name="Google Shape;5455;p21"/>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6" name="Google Shape;5456;p21"/>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7" name="Google Shape;5457;p21"/>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8" name="Google Shape;5458;p21"/>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9" name="Google Shape;5459;p21"/>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0" name="Google Shape;5460;p21"/>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1" name="Google Shape;5461;p21"/>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2" name="Google Shape;5462;p21"/>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3" name="Google Shape;5463;p21"/>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4" name="Google Shape;5464;p21"/>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6" name="Google Shape;5466;p21"/>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7" name="Google Shape;5467;p21"/>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9" name="Google Shape;5469;p21"/>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1" name="Google Shape;5471;p21"/>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3" name="Google Shape;5473;p21"/>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6" name="Google Shape;5476;p21"/>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7" name="Google Shape;5477;p21"/>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0" name="Google Shape;5480;p21"/>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1" name="Google Shape;5481;p21"/>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4" name="Google Shape;5484;p21"/>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5" name="Google Shape;5485;p21"/>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8" name="Google Shape;5488;p21"/>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9" name="Google Shape;5489;p21"/>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1" name="Google Shape;5491;p21"/>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2" name="Google Shape;5492;p21"/>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3" name="Google Shape;5493;p21"/>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4" name="Google Shape;5494;p21"/>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5" name="Google Shape;5495;p21"/>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6" name="Google Shape;5496;p21"/>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7" name="Google Shape;5497;p21"/>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8" name="Google Shape;5498;p21"/>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0" name="Google Shape;5500;p21"/>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1" name="Google Shape;5501;p21"/>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3" name="Google Shape;5503;p21"/>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5" name="Google Shape;5505;p21"/>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8" name="Google Shape;5508;p21"/>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9" name="Google Shape;5509;p21"/>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0" name="Google Shape;5510;p21"/>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3" name="Google Shape;5513;p21"/>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4" name="Google Shape;5514;p21"/>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7" name="Google Shape;5517;p21"/>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8" name="Google Shape;5518;p21"/>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1" name="Google Shape;5521;p21"/>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2" name="Google Shape;5522;p21"/>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4" name="Google Shape;5524;p21"/>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5" name="Google Shape;5525;p21"/>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6" name="Google Shape;5526;p21"/>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7" name="Google Shape;5527;p21"/>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8" name="Google Shape;5528;p21"/>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9" name="Google Shape;5529;p21"/>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0" name="Google Shape;5530;p21"/>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1" name="Google Shape;5531;p21"/>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3" name="Google Shape;5533;p21"/>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4" name="Google Shape;5534;p21"/>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6" name="Google Shape;5536;p21"/>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7" name="Google Shape;5537;p21"/>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9" name="Google Shape;5539;p21"/>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0" name="Google Shape;5540;p21"/>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2" name="Google Shape;5542;p21"/>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4" name="Google Shape;5544;p21"/>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5" name="Google Shape;5545;p21"/>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6" name="Google Shape;5546;p21"/>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7" name="Google Shape;5547;p21"/>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8" name="Google Shape;5548;p21"/>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9" name="Google Shape;5549;p21"/>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0" name="Google Shape;5550;p21"/>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1" name="Google Shape;5551;p21"/>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2" name="Google Shape;5552;p21"/>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3" name="Google Shape;5553;p21"/>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4" name="Google Shape;5554;p21"/>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5" name="Google Shape;5555;p21"/>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8" name="Google Shape;5558;p21"/>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9" name="Google Shape;5559;p21"/>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0" name="Google Shape;5560;p21"/>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1" name="Google Shape;5561;p21"/>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3" name="Google Shape;5563;p21"/>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564" name="Google Shape;5564;p21"/>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
          <p:cNvSpPr txBox="1"/>
          <p:nvPr>
            <p:ph type="title"/>
          </p:nvPr>
        </p:nvSpPr>
        <p:spPr>
          <a:xfrm>
            <a:off x="788914" y="1437174"/>
            <a:ext cx="4427700" cy="1445700"/>
          </a:xfrm>
          <a:prstGeom prst="rect">
            <a:avLst/>
          </a:prstGeom>
          <a:noFill/>
        </p:spPr>
        <p:txBody>
          <a:bodyPr anchorCtr="0" anchor="t" bIns="91425" lIns="91425" spcFirstLastPara="1" rIns="91425" wrap="square" tIns="91425">
            <a:noAutofit/>
          </a:bodyPr>
          <a:lstStyle>
            <a:lvl1pPr lvl="0" rtl="0" algn="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5566" name="Google Shape;5566;p21"/>
          <p:cNvSpPr txBox="1"/>
          <p:nvPr>
            <p:ph idx="1" type="subTitle"/>
          </p:nvPr>
        </p:nvSpPr>
        <p:spPr>
          <a:xfrm>
            <a:off x="789823" y="2974926"/>
            <a:ext cx="4425900" cy="731400"/>
          </a:xfrm>
          <a:prstGeom prst="rect">
            <a:avLst/>
          </a:prstGeom>
        </p:spPr>
        <p:txBody>
          <a:bodyPr anchorCtr="0" anchor="t" bIns="91425" lIns="91425" spcFirstLastPara="1" rIns="91425" wrap="square" tIns="91425">
            <a:noAutofit/>
          </a:bodyPr>
          <a:lstStyle>
            <a:lvl1pPr lvl="0" rtl="0" algn="r">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5567" name="Google Shape;5567;p21"/>
          <p:cNvSpPr/>
          <p:nvPr>
            <p:ph idx="2" type="pic"/>
          </p:nvPr>
        </p:nvSpPr>
        <p:spPr>
          <a:xfrm>
            <a:off x="5528486" y="1158450"/>
            <a:ext cx="2826600" cy="2826600"/>
          </a:xfrm>
          <a:prstGeom prst="roundRect">
            <a:avLst>
              <a:gd fmla="val 16667" name="adj"/>
            </a:avLst>
          </a:prstGeom>
          <a:noFill/>
          <a:ln cap="flat" cmpd="sng" w="76200">
            <a:solidFill>
              <a:schemeClr val="lt2"/>
            </a:solidFill>
            <a:prstDash val="solid"/>
            <a:round/>
            <a:headEnd len="sm" w="sm" type="none"/>
            <a:tailEnd len="sm" w="sm" type="none"/>
          </a:ln>
          <a:effectLst>
            <a:outerShdw rotWithShape="0" algn="bl" dir="5400000" dist="95250">
              <a:srgbClr val="000000">
                <a:alpha val="20000"/>
              </a:srgbClr>
            </a:outerShdw>
          </a:effectLst>
        </p:spPr>
      </p:sp>
      <p:grpSp>
        <p:nvGrpSpPr>
          <p:cNvPr id="5568" name="Google Shape;5568;p21"/>
          <p:cNvGrpSpPr/>
          <p:nvPr/>
        </p:nvGrpSpPr>
        <p:grpSpPr>
          <a:xfrm rot="-10481891">
            <a:off x="-118671" y="4294507"/>
            <a:ext cx="898145" cy="766754"/>
            <a:chOff x="-252625" y="2918525"/>
            <a:chExt cx="898165" cy="766770"/>
          </a:xfrm>
        </p:grpSpPr>
        <p:sp>
          <p:nvSpPr>
            <p:cNvPr id="5569" name="Google Shape;5569;p21"/>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0" name="Google Shape;5570;p21"/>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2" name="Google Shape;5572;p21"/>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3" name="Google Shape;5573;p21"/>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5" name="Google Shape;5575;p21"/>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6" name="Google Shape;5576;p21"/>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7" name="Google Shape;5577;p21"/>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8" name="Google Shape;5578;p21"/>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9" name="Google Shape;5579;p21"/>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0" name="Google Shape;5580;p21"/>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1" name="Google Shape;5581;p21"/>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2" name="Google Shape;5582;p21"/>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3" name="Google Shape;5583;p21"/>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5" name="Google Shape;5585;p21"/>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6" name="Google Shape;5586;p21"/>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7" name="Google Shape;5587;p21"/>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0" name="Google Shape;5590;p21"/>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1" name="Google Shape;5591;p21"/>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4" name="Google Shape;5594;p21"/>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5" name="Google Shape;5595;p21"/>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6" name="Google Shape;5596;p21"/>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7" name="Google Shape;5597;p21"/>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8" name="Google Shape;5598;p21"/>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9" name="Google Shape;5599;p21"/>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0" name="Google Shape;5600;p21"/>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1" name="Google Shape;5601;p21"/>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2" name="Google Shape;5602;p21"/>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4" name="Google Shape;5604;p21"/>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05" name="Google Shape;5605;p21"/>
          <p:cNvGrpSpPr/>
          <p:nvPr/>
        </p:nvGrpSpPr>
        <p:grpSpPr>
          <a:xfrm>
            <a:off x="6962250" y="4541913"/>
            <a:ext cx="925639" cy="688028"/>
            <a:chOff x="8588925" y="2091476"/>
            <a:chExt cx="925639" cy="688028"/>
          </a:xfrm>
        </p:grpSpPr>
        <p:sp>
          <p:nvSpPr>
            <p:cNvPr id="5606" name="Google Shape;5606;p21"/>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7" name="Google Shape;5607;p21"/>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9" name="Google Shape;5609;p21"/>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0" name="Google Shape;5610;p21"/>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2" name="Google Shape;5612;p21"/>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4" name="Google Shape;5614;p21"/>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5" name="Google Shape;5615;p21"/>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7" name="Google Shape;5617;p21"/>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8" name="Google Shape;5618;p21"/>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9" name="Google Shape;5619;p21"/>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20" name="Google Shape;5620;p21"/>
          <p:cNvGrpSpPr/>
          <p:nvPr/>
        </p:nvGrpSpPr>
        <p:grpSpPr>
          <a:xfrm>
            <a:off x="8009088" y="-269659"/>
            <a:ext cx="1363145" cy="1433258"/>
            <a:chOff x="8529150" y="-173700"/>
            <a:chExt cx="1669089" cy="1754724"/>
          </a:xfrm>
        </p:grpSpPr>
        <p:sp>
          <p:nvSpPr>
            <p:cNvPr id="5621" name="Google Shape;5621;p21"/>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2" name="Google Shape;5622;p21"/>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3" name="Google Shape;5623;p21"/>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4" name="Google Shape;5624;p21"/>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6" name="Google Shape;5626;p21"/>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7" name="Google Shape;5627;p21"/>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9" name="Google Shape;5629;p21"/>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1" name="Google Shape;5631;p21"/>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3" name="Google Shape;5633;p21"/>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4" name="Google Shape;5634;p21"/>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5" name="Google Shape;5635;p21"/>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6" name="Google Shape;5636;p21"/>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7" name="Google Shape;5637;p21"/>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8" name="Google Shape;5638;p21"/>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9" name="Google Shape;5639;p21"/>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0" name="Google Shape;5640;p21"/>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1" name="Google Shape;5641;p21"/>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3" name="Google Shape;5643;p21"/>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4" name="Google Shape;5644;p21"/>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9" name="Google Shape;5649;p21"/>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1" name="Google Shape;5651;p21"/>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3" name="Google Shape;5653;p21"/>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4" name="Google Shape;5654;p21"/>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5" name="Google Shape;5655;p21"/>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6" name="Google Shape;5656;p21"/>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7" name="Google Shape;5657;p21"/>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8" name="Google Shape;5658;p21"/>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9" name="Google Shape;5659;p21"/>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0" name="Google Shape;5660;p21"/>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1" name="Google Shape;5661;p21"/>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63" name="Google Shape;5663;p21"/>
          <p:cNvGrpSpPr/>
          <p:nvPr/>
        </p:nvGrpSpPr>
        <p:grpSpPr>
          <a:xfrm>
            <a:off x="-314833" y="-441745"/>
            <a:ext cx="1646313" cy="1753805"/>
            <a:chOff x="-2092800" y="-1252032"/>
            <a:chExt cx="1956171" cy="2083646"/>
          </a:xfrm>
        </p:grpSpPr>
        <p:sp>
          <p:nvSpPr>
            <p:cNvPr id="5664" name="Google Shape;5664;p21"/>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9" name="Google Shape;5669;p21"/>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1" name="Google Shape;5671;p21"/>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3" name="Google Shape;5673;p21"/>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4" name="Google Shape;5674;p21"/>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5" name="Google Shape;5675;p21"/>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6" name="Google Shape;5676;p21"/>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7" name="Google Shape;5677;p21"/>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8" name="Google Shape;5678;p21"/>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9" name="Google Shape;5679;p21"/>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0" name="Google Shape;5680;p21"/>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1" name="Google Shape;5681;p21"/>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3" name="Google Shape;5683;p21"/>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4" name="Google Shape;5684;p21"/>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9" name="Google Shape;5689;p21"/>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1" name="Google Shape;5691;p21"/>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2" name="Google Shape;5692;p21"/>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3" name="Google Shape;5693;p21"/>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4" name="Google Shape;5694;p21"/>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5" name="Google Shape;5695;p21"/>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6" name="Google Shape;5696;p21"/>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7" name="Google Shape;5697;p21"/>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8" name="Google Shape;5698;p21"/>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9" name="Google Shape;5699;p21"/>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0" name="Google Shape;5700;p21"/>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1" name="Google Shape;5701;p21"/>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1"/>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3" name="Google Shape;5703;p21"/>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4" name="Google Shape;5704;p21"/>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1"/>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1"/>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1"/>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1"/>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9" name="Google Shape;5709;p21"/>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1"/>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1" name="Google Shape;5711;p21"/>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2" name="Google Shape;5712;p21"/>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13" name="Google Shape;5713;p21"/>
          <p:cNvGrpSpPr/>
          <p:nvPr/>
        </p:nvGrpSpPr>
        <p:grpSpPr>
          <a:xfrm>
            <a:off x="8042790" y="3923975"/>
            <a:ext cx="1294621" cy="1350901"/>
            <a:chOff x="8465725" y="2863051"/>
            <a:chExt cx="1956212" cy="2041561"/>
          </a:xfrm>
        </p:grpSpPr>
        <p:sp>
          <p:nvSpPr>
            <p:cNvPr id="5714" name="Google Shape;5714;p21"/>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5" name="Google Shape;5715;p21"/>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6" name="Google Shape;5716;p21"/>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7" name="Google Shape;5717;p21"/>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8" name="Google Shape;5718;p21"/>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1"/>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0" name="Google Shape;5720;p21"/>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1" name="Google Shape;5721;p21"/>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1"/>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1"/>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4" name="Google Shape;5724;p21"/>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5" name="Google Shape;5725;p21"/>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6" name="Google Shape;5726;p21"/>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1"/>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8" name="Google Shape;5728;p21"/>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9" name="Google Shape;5729;p21"/>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0" name="Google Shape;5730;p21"/>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1" name="Google Shape;5731;p21"/>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2" name="Google Shape;5732;p21"/>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3" name="Google Shape;5733;p21"/>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4" name="Google Shape;5734;p21"/>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5" name="Google Shape;5735;p21"/>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1"/>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7" name="Google Shape;5737;p21"/>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8" name="Google Shape;5738;p21"/>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1"/>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0" name="Google Shape;5740;p21"/>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1" name="Google Shape;5741;p21"/>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1"/>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1"/>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4" name="Google Shape;5744;p21"/>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1"/>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6" name="Google Shape;5746;p21"/>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1"/>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8" name="Google Shape;5748;p21"/>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9" name="Google Shape;5749;p21"/>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1"/>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1" name="Google Shape;5751;p21"/>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2" name="Google Shape;5752;p21"/>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1"/>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1"/>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5" name="Google Shape;5755;p21"/>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6" name="Google Shape;5756;p21"/>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7" name="Google Shape;5757;p21"/>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14_2">
    <p:spTree>
      <p:nvGrpSpPr>
        <p:cNvPr id="5758" name="Shape 5758"/>
        <p:cNvGrpSpPr/>
        <p:nvPr/>
      </p:nvGrpSpPr>
      <p:grpSpPr>
        <a:xfrm>
          <a:off x="0" y="0"/>
          <a:ext cx="0" cy="0"/>
          <a:chOff x="0" y="0"/>
          <a:chExt cx="0" cy="0"/>
        </a:xfrm>
      </p:grpSpPr>
      <p:grpSp>
        <p:nvGrpSpPr>
          <p:cNvPr id="5759" name="Google Shape;5759;p22"/>
          <p:cNvGrpSpPr/>
          <p:nvPr/>
        </p:nvGrpSpPr>
        <p:grpSpPr>
          <a:xfrm flipH="1">
            <a:off x="28" y="16530"/>
            <a:ext cx="9143944" cy="4940153"/>
            <a:chOff x="0" y="0"/>
            <a:chExt cx="2940175" cy="3566125"/>
          </a:xfrm>
        </p:grpSpPr>
        <p:sp>
          <p:nvSpPr>
            <p:cNvPr id="5760" name="Google Shape;5760;p22"/>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1" name="Google Shape;5761;p22"/>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2" name="Google Shape;5762;p22"/>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3" name="Google Shape;5763;p22"/>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4" name="Google Shape;5764;p22"/>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5" name="Google Shape;5765;p22"/>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6" name="Google Shape;5766;p22"/>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7" name="Google Shape;5767;p22"/>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8" name="Google Shape;5768;p22"/>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9" name="Google Shape;5769;p22"/>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0" name="Google Shape;5770;p22"/>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1" name="Google Shape;5771;p22"/>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3" name="Google Shape;5773;p22"/>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4" name="Google Shape;5774;p22"/>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7" name="Google Shape;5777;p22"/>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8" name="Google Shape;5778;p22"/>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9" name="Google Shape;5779;p22"/>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22"/>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1" name="Google Shape;5781;p22"/>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2" name="Google Shape;5782;p22"/>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5" name="Google Shape;5785;p22"/>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6" name="Google Shape;5786;p22"/>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7" name="Google Shape;5787;p22"/>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22"/>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9" name="Google Shape;5789;p22"/>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0" name="Google Shape;5790;p22"/>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3" name="Google Shape;5793;p22"/>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4" name="Google Shape;5794;p22"/>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5" name="Google Shape;5795;p22"/>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22"/>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7" name="Google Shape;5797;p22"/>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8" name="Google Shape;5798;p22"/>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1" name="Google Shape;5801;p22"/>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2" name="Google Shape;5802;p22"/>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3" name="Google Shape;5803;p22"/>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22"/>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5" name="Google Shape;5805;p22"/>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6" name="Google Shape;5806;p22"/>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9" name="Google Shape;5809;p22"/>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0" name="Google Shape;5810;p22"/>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1" name="Google Shape;5811;p22"/>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22"/>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3" name="Google Shape;5813;p22"/>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4" name="Google Shape;5814;p22"/>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7" name="Google Shape;5817;p22"/>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8" name="Google Shape;5818;p22"/>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9" name="Google Shape;5819;p22"/>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22"/>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1" name="Google Shape;5821;p22"/>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2" name="Google Shape;5822;p22"/>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3" name="Google Shape;5823;p22"/>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4" name="Google Shape;5824;p22"/>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5" name="Google Shape;5825;p22"/>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6" name="Google Shape;5826;p22"/>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7" name="Google Shape;5827;p22"/>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8" name="Google Shape;5828;p22"/>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9" name="Google Shape;5829;p22"/>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0" name="Google Shape;5830;p22"/>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2" name="Google Shape;5832;p22"/>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3" name="Google Shape;5833;p22"/>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5" name="Google Shape;5835;p22"/>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7" name="Google Shape;5837;p22"/>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9" name="Google Shape;5839;p22"/>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0" name="Google Shape;5840;p22"/>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2" name="Google Shape;5842;p22"/>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3" name="Google Shape;5843;p22"/>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4" name="Google Shape;5844;p22"/>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5" name="Google Shape;5845;p22"/>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6" name="Google Shape;5846;p22"/>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7" name="Google Shape;5847;p22"/>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8" name="Google Shape;5848;p22"/>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9" name="Google Shape;5849;p22"/>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0" name="Google Shape;5850;p22"/>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1" name="Google Shape;5851;p22"/>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3" name="Google Shape;5853;p22"/>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4" name="Google Shape;5854;p22"/>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6" name="Google Shape;5856;p22"/>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8" name="Google Shape;5858;p22"/>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0" name="Google Shape;5860;p22"/>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1" name="Google Shape;5861;p22"/>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3" name="Google Shape;5863;p22"/>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4" name="Google Shape;5864;p22"/>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6" name="Google Shape;5866;p22"/>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7" name="Google Shape;5867;p22"/>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8" name="Google Shape;5868;p22"/>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9" name="Google Shape;5869;p22"/>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0" name="Google Shape;5870;p22"/>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1" name="Google Shape;5871;p22"/>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2" name="Google Shape;5872;p22"/>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3" name="Google Shape;5873;p22"/>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4" name="Google Shape;5874;p22"/>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5" name="Google Shape;5875;p22"/>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877" name="Google Shape;5877;p22"/>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8" name="Google Shape;5878;p22"/>
          <p:cNvSpPr txBox="1"/>
          <p:nvPr>
            <p:ph idx="1" type="subTitle"/>
          </p:nvPr>
        </p:nvSpPr>
        <p:spPr>
          <a:xfrm>
            <a:off x="4641399" y="1439850"/>
            <a:ext cx="3571200" cy="2436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879" name="Google Shape;5879;p22"/>
          <p:cNvSpPr txBox="1"/>
          <p:nvPr>
            <p:ph idx="2" type="subTitle"/>
          </p:nvPr>
        </p:nvSpPr>
        <p:spPr>
          <a:xfrm>
            <a:off x="931401" y="1439850"/>
            <a:ext cx="3571800" cy="2436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880" name="Google Shape;5880;p22"/>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5881" name="Google Shape;5881;p22"/>
          <p:cNvGrpSpPr/>
          <p:nvPr/>
        </p:nvGrpSpPr>
        <p:grpSpPr>
          <a:xfrm>
            <a:off x="-184950" y="749275"/>
            <a:ext cx="898165" cy="766770"/>
            <a:chOff x="-252625" y="2918525"/>
            <a:chExt cx="898165" cy="766770"/>
          </a:xfrm>
        </p:grpSpPr>
        <p:sp>
          <p:nvSpPr>
            <p:cNvPr id="5882" name="Google Shape;5882;p22"/>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4" name="Google Shape;5884;p22"/>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7" name="Google Shape;5887;p22"/>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8" name="Google Shape;5888;p22"/>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1" name="Google Shape;5891;p22"/>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2" name="Google Shape;5892;p22"/>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5" name="Google Shape;5895;p22"/>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6" name="Google Shape;5896;p22"/>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9" name="Google Shape;5899;p22"/>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0" name="Google Shape;5900;p22"/>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2" name="Google Shape;5902;p22"/>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3" name="Google Shape;5903;p22"/>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4" name="Google Shape;5904;p22"/>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5" name="Google Shape;5905;p22"/>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6" name="Google Shape;5906;p22"/>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7" name="Google Shape;5907;p22"/>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8" name="Google Shape;5908;p22"/>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9" name="Google Shape;5909;p22"/>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1" name="Google Shape;5911;p22"/>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2" name="Google Shape;5912;p22"/>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4" name="Google Shape;5914;p22"/>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6" name="Google Shape;5916;p22"/>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18" name="Google Shape;5918;p22"/>
          <p:cNvGrpSpPr/>
          <p:nvPr/>
        </p:nvGrpSpPr>
        <p:grpSpPr>
          <a:xfrm>
            <a:off x="4082300" y="4599413"/>
            <a:ext cx="925639" cy="688028"/>
            <a:chOff x="8588925" y="2091476"/>
            <a:chExt cx="925639" cy="688028"/>
          </a:xfrm>
        </p:grpSpPr>
        <p:sp>
          <p:nvSpPr>
            <p:cNvPr id="5919" name="Google Shape;5919;p22"/>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0" name="Google Shape;5920;p22"/>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3" name="Google Shape;5923;p22"/>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4" name="Google Shape;5924;p22"/>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5" name="Google Shape;5925;p22"/>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8" name="Google Shape;5928;p22"/>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9" name="Google Shape;5929;p22"/>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2" name="Google Shape;5932;p22"/>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33" name="Google Shape;5933;p22"/>
          <p:cNvGrpSpPr/>
          <p:nvPr/>
        </p:nvGrpSpPr>
        <p:grpSpPr>
          <a:xfrm rot="2099625">
            <a:off x="8529932" y="2530048"/>
            <a:ext cx="1363242" cy="1433141"/>
            <a:chOff x="8529150" y="-173700"/>
            <a:chExt cx="1669089" cy="1754724"/>
          </a:xfrm>
        </p:grpSpPr>
        <p:sp>
          <p:nvSpPr>
            <p:cNvPr id="5934" name="Google Shape;5934;p22"/>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5" name="Google Shape;5935;p22"/>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6" name="Google Shape;5936;p22"/>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7" name="Google Shape;5937;p22"/>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8" name="Google Shape;5938;p22"/>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9" name="Google Shape;5939;p22"/>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0" name="Google Shape;5940;p22"/>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1" name="Google Shape;5941;p22"/>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2" name="Google Shape;5942;p22"/>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4" name="Google Shape;5944;p22"/>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5" name="Google Shape;5945;p22"/>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7" name="Google Shape;5947;p22"/>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8" name="Google Shape;5948;p22"/>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0" name="Google Shape;5950;p22"/>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1" name="Google Shape;5951;p22"/>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3" name="Google Shape;5953;p22"/>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5" name="Google Shape;5955;p22"/>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6" name="Google Shape;5956;p22"/>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7" name="Google Shape;5957;p22"/>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8" name="Google Shape;5958;p22"/>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9" name="Google Shape;5959;p22"/>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0" name="Google Shape;5960;p22"/>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1" name="Google Shape;5961;p22"/>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2" name="Google Shape;5962;p22"/>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3" name="Google Shape;5963;p22"/>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4" name="Google Shape;5964;p22"/>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5" name="Google Shape;5965;p22"/>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6" name="Google Shape;5966;p22"/>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9" name="Google Shape;5969;p22"/>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0" name="Google Shape;5970;p22"/>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1" name="Google Shape;5971;p22"/>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2" name="Google Shape;5972;p22"/>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3" name="Google Shape;5973;p22"/>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4" name="Google Shape;5974;p22"/>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5" name="Google Shape;5975;p22"/>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26">
    <p:spTree>
      <p:nvGrpSpPr>
        <p:cNvPr id="5976" name="Shape 5976"/>
        <p:cNvGrpSpPr/>
        <p:nvPr/>
      </p:nvGrpSpPr>
      <p:grpSpPr>
        <a:xfrm>
          <a:off x="0" y="0"/>
          <a:ext cx="0" cy="0"/>
          <a:chOff x="0" y="0"/>
          <a:chExt cx="0" cy="0"/>
        </a:xfrm>
      </p:grpSpPr>
      <p:grpSp>
        <p:nvGrpSpPr>
          <p:cNvPr id="5977" name="Google Shape;5977;p23"/>
          <p:cNvGrpSpPr/>
          <p:nvPr/>
        </p:nvGrpSpPr>
        <p:grpSpPr>
          <a:xfrm flipH="1">
            <a:off x="28" y="16530"/>
            <a:ext cx="9143944" cy="4940153"/>
            <a:chOff x="0" y="0"/>
            <a:chExt cx="2940175" cy="3566125"/>
          </a:xfrm>
        </p:grpSpPr>
        <p:sp>
          <p:nvSpPr>
            <p:cNvPr id="5978" name="Google Shape;5978;p23"/>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9" name="Google Shape;5979;p23"/>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0" name="Google Shape;5980;p23"/>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1" name="Google Shape;5981;p23"/>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2" name="Google Shape;5982;p23"/>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3" name="Google Shape;5983;p23"/>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4" name="Google Shape;5984;p23"/>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5" name="Google Shape;5985;p23"/>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6" name="Google Shape;5986;p23"/>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7" name="Google Shape;5987;p23"/>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8" name="Google Shape;5988;p23"/>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9" name="Google Shape;5989;p23"/>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0" name="Google Shape;5990;p23"/>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1" name="Google Shape;5991;p23"/>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2" name="Google Shape;5992;p23"/>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3" name="Google Shape;5993;p23"/>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4" name="Google Shape;5994;p23"/>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5" name="Google Shape;5995;p23"/>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6" name="Google Shape;5996;p23"/>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7" name="Google Shape;5997;p23"/>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8" name="Google Shape;5998;p23"/>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9" name="Google Shape;5999;p23"/>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0" name="Google Shape;6000;p23"/>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1" name="Google Shape;6001;p23"/>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2" name="Google Shape;6002;p23"/>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3" name="Google Shape;6003;p23"/>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4" name="Google Shape;6004;p23"/>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5" name="Google Shape;6005;p23"/>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6" name="Google Shape;6006;p23"/>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7" name="Google Shape;6007;p23"/>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8" name="Google Shape;6008;p23"/>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9" name="Google Shape;6009;p23"/>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0" name="Google Shape;6010;p23"/>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1" name="Google Shape;6011;p23"/>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2" name="Google Shape;6012;p23"/>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3" name="Google Shape;6013;p23"/>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4" name="Google Shape;6014;p23"/>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5" name="Google Shape;6015;p23"/>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6" name="Google Shape;6016;p23"/>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7" name="Google Shape;6017;p23"/>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8" name="Google Shape;6018;p23"/>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9" name="Google Shape;6019;p23"/>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0" name="Google Shape;6020;p23"/>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1" name="Google Shape;6021;p23"/>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2" name="Google Shape;6022;p23"/>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3" name="Google Shape;6023;p23"/>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4" name="Google Shape;6024;p23"/>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5" name="Google Shape;6025;p23"/>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6" name="Google Shape;6026;p23"/>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7" name="Google Shape;6027;p23"/>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8" name="Google Shape;6028;p23"/>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9" name="Google Shape;6029;p23"/>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0" name="Google Shape;6030;p23"/>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1" name="Google Shape;6031;p23"/>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2" name="Google Shape;6032;p23"/>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3" name="Google Shape;6033;p23"/>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4" name="Google Shape;6034;p23"/>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5" name="Google Shape;6035;p23"/>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6" name="Google Shape;6036;p23"/>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7" name="Google Shape;6037;p23"/>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8" name="Google Shape;6038;p23"/>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9" name="Google Shape;6039;p23"/>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0" name="Google Shape;6040;p23"/>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1" name="Google Shape;6041;p23"/>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2" name="Google Shape;6042;p23"/>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3" name="Google Shape;6043;p23"/>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4" name="Google Shape;6044;p23"/>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5" name="Google Shape;6045;p23"/>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6" name="Google Shape;6046;p23"/>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7" name="Google Shape;6047;p23"/>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8" name="Google Shape;6048;p23"/>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9" name="Google Shape;6049;p23"/>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0" name="Google Shape;6050;p23"/>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1" name="Google Shape;6051;p23"/>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2" name="Google Shape;6052;p23"/>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3" name="Google Shape;6053;p23"/>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4" name="Google Shape;6054;p23"/>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5" name="Google Shape;6055;p23"/>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6" name="Google Shape;6056;p23"/>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7" name="Google Shape;6057;p23"/>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8" name="Google Shape;6058;p23"/>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9" name="Google Shape;6059;p23"/>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0" name="Google Shape;6060;p23"/>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1" name="Google Shape;6061;p23"/>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2" name="Google Shape;6062;p23"/>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3" name="Google Shape;6063;p23"/>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4" name="Google Shape;6064;p23"/>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5" name="Google Shape;6065;p23"/>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6" name="Google Shape;6066;p23"/>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7" name="Google Shape;6067;p23"/>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8" name="Google Shape;6068;p23"/>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9" name="Google Shape;6069;p23"/>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0" name="Google Shape;6070;p23"/>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1" name="Google Shape;6071;p23"/>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2" name="Google Shape;6072;p23"/>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3" name="Google Shape;6073;p23"/>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4" name="Google Shape;6074;p23"/>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5" name="Google Shape;6075;p23"/>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6" name="Google Shape;6076;p23"/>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7" name="Google Shape;6077;p23"/>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8" name="Google Shape;6078;p23"/>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9" name="Google Shape;6079;p23"/>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0" name="Google Shape;6080;p23"/>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1" name="Google Shape;6081;p23"/>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2" name="Google Shape;6082;p23"/>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3" name="Google Shape;6083;p23"/>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4" name="Google Shape;6084;p23"/>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5" name="Google Shape;6085;p23"/>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6" name="Google Shape;6086;p23"/>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7" name="Google Shape;6087;p23"/>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8" name="Google Shape;6088;p23"/>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9" name="Google Shape;6089;p23"/>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0" name="Google Shape;6090;p23"/>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1" name="Google Shape;6091;p23"/>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2" name="Google Shape;6092;p23"/>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3" name="Google Shape;6093;p23"/>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4" name="Google Shape;6094;p23"/>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95" name="Google Shape;6095;p23"/>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6" name="Google Shape;6096;p23"/>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6097" name="Google Shape;6097;p23"/>
          <p:cNvSpPr txBox="1"/>
          <p:nvPr>
            <p:ph idx="1" type="subTitle"/>
          </p:nvPr>
        </p:nvSpPr>
        <p:spPr>
          <a:xfrm>
            <a:off x="4608562" y="982650"/>
            <a:ext cx="3815400" cy="3616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accent3"/>
              </a:buClr>
              <a:buSzPts val="1400"/>
              <a:buChar char="●"/>
              <a:defRPr b="0"/>
            </a:lvl1pPr>
            <a:lvl2pPr lvl="1" rtl="0" algn="ctr">
              <a:lnSpc>
                <a:spcPct val="100000"/>
              </a:lnSpc>
              <a:spcBef>
                <a:spcPts val="0"/>
              </a:spcBef>
              <a:spcAft>
                <a:spcPts val="0"/>
              </a:spcAft>
              <a:buSzPts val="2800"/>
              <a:buChar char="○"/>
              <a:defRPr sz="2800"/>
            </a:lvl2pPr>
            <a:lvl3pPr lvl="2" rtl="0" algn="ctr">
              <a:lnSpc>
                <a:spcPct val="100000"/>
              </a:lnSpc>
              <a:spcBef>
                <a:spcPts val="0"/>
              </a:spcBef>
              <a:spcAft>
                <a:spcPts val="0"/>
              </a:spcAft>
              <a:buSzPts val="2800"/>
              <a:buChar char="■"/>
              <a:defRPr sz="2800"/>
            </a:lvl3pPr>
            <a:lvl4pPr lvl="3" rtl="0" algn="ctr">
              <a:lnSpc>
                <a:spcPct val="100000"/>
              </a:lnSpc>
              <a:spcBef>
                <a:spcPts val="0"/>
              </a:spcBef>
              <a:spcAft>
                <a:spcPts val="0"/>
              </a:spcAft>
              <a:buSzPts val="2800"/>
              <a:buChar char="●"/>
              <a:defRPr sz="2800"/>
            </a:lvl4pPr>
            <a:lvl5pPr lvl="4" rtl="0" algn="ctr">
              <a:lnSpc>
                <a:spcPct val="100000"/>
              </a:lnSpc>
              <a:spcBef>
                <a:spcPts val="0"/>
              </a:spcBef>
              <a:spcAft>
                <a:spcPts val="0"/>
              </a:spcAft>
              <a:buSzPts val="2800"/>
              <a:buChar char="○"/>
              <a:defRPr sz="2800"/>
            </a:lvl5pPr>
            <a:lvl6pPr lvl="5" rtl="0" algn="ctr">
              <a:lnSpc>
                <a:spcPct val="100000"/>
              </a:lnSpc>
              <a:spcBef>
                <a:spcPts val="0"/>
              </a:spcBef>
              <a:spcAft>
                <a:spcPts val="0"/>
              </a:spcAft>
              <a:buSzPts val="2800"/>
              <a:buChar char="■"/>
              <a:defRPr sz="2800"/>
            </a:lvl6pPr>
            <a:lvl7pPr lvl="6" rtl="0" algn="ctr">
              <a:lnSpc>
                <a:spcPct val="100000"/>
              </a:lnSpc>
              <a:spcBef>
                <a:spcPts val="0"/>
              </a:spcBef>
              <a:spcAft>
                <a:spcPts val="0"/>
              </a:spcAft>
              <a:buSzPts val="2800"/>
              <a:buChar char="●"/>
              <a:defRPr sz="2800"/>
            </a:lvl7pPr>
            <a:lvl8pPr lvl="7" rtl="0" algn="ctr">
              <a:lnSpc>
                <a:spcPct val="100000"/>
              </a:lnSpc>
              <a:spcBef>
                <a:spcPts val="0"/>
              </a:spcBef>
              <a:spcAft>
                <a:spcPts val="0"/>
              </a:spcAft>
              <a:buSzPts val="2800"/>
              <a:buChar char="○"/>
              <a:defRPr sz="2800"/>
            </a:lvl8pPr>
            <a:lvl9pPr lvl="8" rtl="0" algn="ctr">
              <a:lnSpc>
                <a:spcPct val="100000"/>
              </a:lnSpc>
              <a:spcBef>
                <a:spcPts val="0"/>
              </a:spcBef>
              <a:spcAft>
                <a:spcPts val="0"/>
              </a:spcAft>
              <a:buSzPts val="2800"/>
              <a:buChar char="■"/>
              <a:defRPr sz="2800"/>
            </a:lvl9pPr>
          </a:lstStyle>
          <a:p/>
        </p:txBody>
      </p:sp>
      <p:sp>
        <p:nvSpPr>
          <p:cNvPr id="6098" name="Google Shape;6098;p23"/>
          <p:cNvSpPr txBox="1"/>
          <p:nvPr>
            <p:ph idx="2" type="subTitle"/>
          </p:nvPr>
        </p:nvSpPr>
        <p:spPr>
          <a:xfrm>
            <a:off x="720038" y="982650"/>
            <a:ext cx="3816000" cy="3616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accent3"/>
              </a:buClr>
              <a:buSzPts val="1400"/>
              <a:buChar char="●"/>
              <a:defRPr b="0"/>
            </a:lvl1pPr>
            <a:lvl2pPr lvl="1" rtl="0" algn="ctr">
              <a:lnSpc>
                <a:spcPct val="100000"/>
              </a:lnSpc>
              <a:spcBef>
                <a:spcPts val="0"/>
              </a:spcBef>
              <a:spcAft>
                <a:spcPts val="0"/>
              </a:spcAft>
              <a:buSzPts val="2800"/>
              <a:buChar char="○"/>
              <a:defRPr sz="2800"/>
            </a:lvl2pPr>
            <a:lvl3pPr lvl="2" rtl="0" algn="ctr">
              <a:lnSpc>
                <a:spcPct val="100000"/>
              </a:lnSpc>
              <a:spcBef>
                <a:spcPts val="0"/>
              </a:spcBef>
              <a:spcAft>
                <a:spcPts val="0"/>
              </a:spcAft>
              <a:buSzPts val="2800"/>
              <a:buChar char="■"/>
              <a:defRPr sz="2800"/>
            </a:lvl3pPr>
            <a:lvl4pPr lvl="3" rtl="0" algn="ctr">
              <a:lnSpc>
                <a:spcPct val="100000"/>
              </a:lnSpc>
              <a:spcBef>
                <a:spcPts val="0"/>
              </a:spcBef>
              <a:spcAft>
                <a:spcPts val="0"/>
              </a:spcAft>
              <a:buSzPts val="2800"/>
              <a:buChar char="●"/>
              <a:defRPr sz="2800"/>
            </a:lvl4pPr>
            <a:lvl5pPr lvl="4" rtl="0" algn="ctr">
              <a:lnSpc>
                <a:spcPct val="100000"/>
              </a:lnSpc>
              <a:spcBef>
                <a:spcPts val="0"/>
              </a:spcBef>
              <a:spcAft>
                <a:spcPts val="0"/>
              </a:spcAft>
              <a:buSzPts val="2800"/>
              <a:buChar char="○"/>
              <a:defRPr sz="2800"/>
            </a:lvl5pPr>
            <a:lvl6pPr lvl="5" rtl="0" algn="ctr">
              <a:lnSpc>
                <a:spcPct val="100000"/>
              </a:lnSpc>
              <a:spcBef>
                <a:spcPts val="0"/>
              </a:spcBef>
              <a:spcAft>
                <a:spcPts val="0"/>
              </a:spcAft>
              <a:buSzPts val="2800"/>
              <a:buChar char="■"/>
              <a:defRPr sz="2800"/>
            </a:lvl6pPr>
            <a:lvl7pPr lvl="6" rtl="0" algn="ctr">
              <a:lnSpc>
                <a:spcPct val="100000"/>
              </a:lnSpc>
              <a:spcBef>
                <a:spcPts val="0"/>
              </a:spcBef>
              <a:spcAft>
                <a:spcPts val="0"/>
              </a:spcAft>
              <a:buSzPts val="2800"/>
              <a:buChar char="●"/>
              <a:defRPr sz="2800"/>
            </a:lvl7pPr>
            <a:lvl8pPr lvl="7" rtl="0" algn="ctr">
              <a:lnSpc>
                <a:spcPct val="100000"/>
              </a:lnSpc>
              <a:spcBef>
                <a:spcPts val="0"/>
              </a:spcBef>
              <a:spcAft>
                <a:spcPts val="0"/>
              </a:spcAft>
              <a:buSzPts val="2800"/>
              <a:buChar char="○"/>
              <a:defRPr sz="2800"/>
            </a:lvl8pPr>
            <a:lvl9pPr lvl="8" rtl="0" algn="ctr">
              <a:lnSpc>
                <a:spcPct val="100000"/>
              </a:lnSpc>
              <a:spcBef>
                <a:spcPts val="0"/>
              </a:spcBef>
              <a:spcAft>
                <a:spcPts val="0"/>
              </a:spcAft>
              <a:buSzPts val="2800"/>
              <a:buChar char="■"/>
              <a:defRPr sz="2800"/>
            </a:lvl9pPr>
          </a:lstStyle>
          <a:p/>
        </p:txBody>
      </p:sp>
      <p:grpSp>
        <p:nvGrpSpPr>
          <p:cNvPr id="6099" name="Google Shape;6099;p23"/>
          <p:cNvGrpSpPr/>
          <p:nvPr/>
        </p:nvGrpSpPr>
        <p:grpSpPr>
          <a:xfrm>
            <a:off x="1795825" y="4599425"/>
            <a:ext cx="898165" cy="766770"/>
            <a:chOff x="-252625" y="2918525"/>
            <a:chExt cx="898165" cy="766770"/>
          </a:xfrm>
        </p:grpSpPr>
        <p:sp>
          <p:nvSpPr>
            <p:cNvPr id="6100" name="Google Shape;6100;p23"/>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1" name="Google Shape;6101;p23"/>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2" name="Google Shape;6102;p23"/>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3" name="Google Shape;6103;p23"/>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4" name="Google Shape;6104;p23"/>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5" name="Google Shape;6105;p23"/>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6" name="Google Shape;6106;p23"/>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7" name="Google Shape;6107;p23"/>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8" name="Google Shape;6108;p23"/>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9" name="Google Shape;6109;p23"/>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0" name="Google Shape;6110;p23"/>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1" name="Google Shape;6111;p23"/>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2" name="Google Shape;6112;p23"/>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3" name="Google Shape;6113;p23"/>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4" name="Google Shape;6114;p23"/>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5" name="Google Shape;6115;p23"/>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6" name="Google Shape;6116;p23"/>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7" name="Google Shape;6117;p23"/>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8" name="Google Shape;6118;p23"/>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9" name="Google Shape;6119;p23"/>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0" name="Google Shape;6120;p23"/>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1" name="Google Shape;6121;p23"/>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2" name="Google Shape;6122;p23"/>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3" name="Google Shape;6123;p23"/>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4" name="Google Shape;6124;p23"/>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5" name="Google Shape;6125;p23"/>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6" name="Google Shape;6126;p23"/>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7" name="Google Shape;6127;p23"/>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8" name="Google Shape;6128;p23"/>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9" name="Google Shape;6129;p23"/>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0" name="Google Shape;6130;p23"/>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1" name="Google Shape;6131;p23"/>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2" name="Google Shape;6132;p23"/>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3" name="Google Shape;6133;p23"/>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4" name="Google Shape;6134;p23"/>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5" name="Google Shape;6135;p23"/>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36" name="Google Shape;6136;p23"/>
          <p:cNvGrpSpPr/>
          <p:nvPr/>
        </p:nvGrpSpPr>
        <p:grpSpPr>
          <a:xfrm rot="6417267">
            <a:off x="-212396" y="1479732"/>
            <a:ext cx="925603" cy="688001"/>
            <a:chOff x="8588925" y="2091476"/>
            <a:chExt cx="925639" cy="688028"/>
          </a:xfrm>
        </p:grpSpPr>
        <p:sp>
          <p:nvSpPr>
            <p:cNvPr id="6137" name="Google Shape;6137;p23"/>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8" name="Google Shape;6138;p23"/>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9" name="Google Shape;6139;p23"/>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0" name="Google Shape;6140;p23"/>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1" name="Google Shape;6141;p23"/>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2" name="Google Shape;6142;p23"/>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3" name="Google Shape;6143;p23"/>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4" name="Google Shape;6144;p23"/>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5" name="Google Shape;6145;p23"/>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6" name="Google Shape;6146;p23"/>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7" name="Google Shape;6147;p23"/>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8" name="Google Shape;6148;p23"/>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9" name="Google Shape;6149;p23"/>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0" name="Google Shape;6150;p23"/>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51" name="Google Shape;6151;p23"/>
          <p:cNvGrpSpPr/>
          <p:nvPr/>
        </p:nvGrpSpPr>
        <p:grpSpPr>
          <a:xfrm rot="6417267">
            <a:off x="8330079" y="4013532"/>
            <a:ext cx="925603" cy="688001"/>
            <a:chOff x="8588925" y="2091476"/>
            <a:chExt cx="925639" cy="688028"/>
          </a:xfrm>
        </p:grpSpPr>
        <p:sp>
          <p:nvSpPr>
            <p:cNvPr id="6152" name="Google Shape;6152;p23"/>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3" name="Google Shape;6153;p23"/>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4" name="Google Shape;6154;p23"/>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5" name="Google Shape;6155;p23"/>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6" name="Google Shape;6156;p23"/>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7" name="Google Shape;6157;p23"/>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8" name="Google Shape;6158;p23"/>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9" name="Google Shape;6159;p23"/>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0" name="Google Shape;6160;p23"/>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1" name="Google Shape;6161;p23"/>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2" name="Google Shape;6162;p23"/>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3" name="Google Shape;6163;p23"/>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4" name="Google Shape;6164;p23"/>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5" name="Google Shape;6165;p23"/>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66" name="Google Shape;6166;p23"/>
          <p:cNvGrpSpPr/>
          <p:nvPr/>
        </p:nvGrpSpPr>
        <p:grpSpPr>
          <a:xfrm rot="6127006">
            <a:off x="8317854" y="49716"/>
            <a:ext cx="1047234" cy="979578"/>
            <a:chOff x="-252624" y="1601574"/>
            <a:chExt cx="1047258" cy="979600"/>
          </a:xfrm>
        </p:grpSpPr>
        <p:sp>
          <p:nvSpPr>
            <p:cNvPr id="6167" name="Google Shape;6167;p23"/>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8" name="Google Shape;6168;p23"/>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9" name="Google Shape;6169;p23"/>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0" name="Google Shape;6170;p23"/>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1" name="Google Shape;6171;p23"/>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2" name="Google Shape;6172;p23"/>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3" name="Google Shape;6173;p23"/>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4" name="Google Shape;6174;p23"/>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5" name="Google Shape;6175;p23"/>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6" name="Google Shape;6176;p23"/>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7" name="Google Shape;6177;p23"/>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8" name="Google Shape;6178;p23"/>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9" name="Google Shape;6179;p23"/>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14_1">
    <p:spTree>
      <p:nvGrpSpPr>
        <p:cNvPr id="6180" name="Shape 6180"/>
        <p:cNvGrpSpPr/>
        <p:nvPr/>
      </p:nvGrpSpPr>
      <p:grpSpPr>
        <a:xfrm>
          <a:off x="0" y="0"/>
          <a:ext cx="0" cy="0"/>
          <a:chOff x="0" y="0"/>
          <a:chExt cx="0" cy="0"/>
        </a:xfrm>
      </p:grpSpPr>
      <p:grpSp>
        <p:nvGrpSpPr>
          <p:cNvPr id="6181" name="Google Shape;6181;p24"/>
          <p:cNvGrpSpPr/>
          <p:nvPr/>
        </p:nvGrpSpPr>
        <p:grpSpPr>
          <a:xfrm flipH="1">
            <a:off x="28" y="16530"/>
            <a:ext cx="9143944" cy="4940153"/>
            <a:chOff x="0" y="0"/>
            <a:chExt cx="2940175" cy="3566125"/>
          </a:xfrm>
        </p:grpSpPr>
        <p:sp>
          <p:nvSpPr>
            <p:cNvPr id="6182" name="Google Shape;6182;p24"/>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3" name="Google Shape;6183;p24"/>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4" name="Google Shape;6184;p24"/>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5" name="Google Shape;6185;p24"/>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6" name="Google Shape;6186;p24"/>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7" name="Google Shape;6187;p24"/>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8" name="Google Shape;6188;p24"/>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9" name="Google Shape;6189;p24"/>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0" name="Google Shape;6190;p24"/>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1" name="Google Shape;6191;p24"/>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2" name="Google Shape;6192;p24"/>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3" name="Google Shape;6193;p24"/>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4" name="Google Shape;6194;p24"/>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5" name="Google Shape;6195;p24"/>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6" name="Google Shape;6196;p24"/>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7" name="Google Shape;6197;p24"/>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8" name="Google Shape;6198;p24"/>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9" name="Google Shape;6199;p24"/>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0" name="Google Shape;6200;p24"/>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1" name="Google Shape;6201;p24"/>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2" name="Google Shape;6202;p24"/>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3" name="Google Shape;6203;p24"/>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4" name="Google Shape;6204;p24"/>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5" name="Google Shape;6205;p24"/>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6" name="Google Shape;6206;p24"/>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7" name="Google Shape;6207;p24"/>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8" name="Google Shape;6208;p24"/>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9" name="Google Shape;6209;p24"/>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0" name="Google Shape;6210;p24"/>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1" name="Google Shape;6211;p24"/>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2" name="Google Shape;6212;p24"/>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3" name="Google Shape;6213;p24"/>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4" name="Google Shape;6214;p24"/>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5" name="Google Shape;6215;p24"/>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6" name="Google Shape;6216;p24"/>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7" name="Google Shape;6217;p24"/>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8" name="Google Shape;6218;p24"/>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9" name="Google Shape;6219;p24"/>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0" name="Google Shape;6220;p24"/>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1" name="Google Shape;6221;p24"/>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2" name="Google Shape;6222;p24"/>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3" name="Google Shape;6223;p24"/>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4" name="Google Shape;6224;p24"/>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5" name="Google Shape;6225;p24"/>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6" name="Google Shape;6226;p24"/>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7" name="Google Shape;6227;p24"/>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8" name="Google Shape;6228;p24"/>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9" name="Google Shape;6229;p24"/>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0" name="Google Shape;6230;p24"/>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1" name="Google Shape;6231;p24"/>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2" name="Google Shape;6232;p24"/>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3" name="Google Shape;6233;p24"/>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4" name="Google Shape;6234;p24"/>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5" name="Google Shape;6235;p24"/>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6" name="Google Shape;6236;p24"/>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7" name="Google Shape;6237;p24"/>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8" name="Google Shape;6238;p24"/>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9" name="Google Shape;6239;p24"/>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0" name="Google Shape;6240;p24"/>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1" name="Google Shape;6241;p24"/>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2" name="Google Shape;6242;p24"/>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3" name="Google Shape;6243;p24"/>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4" name="Google Shape;6244;p24"/>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5" name="Google Shape;6245;p24"/>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6" name="Google Shape;6246;p24"/>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7" name="Google Shape;6247;p24"/>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8" name="Google Shape;6248;p24"/>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9" name="Google Shape;6249;p24"/>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0" name="Google Shape;6250;p24"/>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1" name="Google Shape;6251;p24"/>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2" name="Google Shape;6252;p24"/>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3" name="Google Shape;6253;p24"/>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4" name="Google Shape;6254;p24"/>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5" name="Google Shape;6255;p24"/>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6" name="Google Shape;6256;p24"/>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7" name="Google Shape;6257;p24"/>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8" name="Google Shape;6258;p24"/>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9" name="Google Shape;6259;p24"/>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0" name="Google Shape;6260;p24"/>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1" name="Google Shape;6261;p24"/>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2" name="Google Shape;6262;p24"/>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3" name="Google Shape;6263;p24"/>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4" name="Google Shape;6264;p24"/>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5" name="Google Shape;6265;p24"/>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6" name="Google Shape;6266;p24"/>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7" name="Google Shape;6267;p24"/>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8" name="Google Shape;6268;p24"/>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9" name="Google Shape;6269;p24"/>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0" name="Google Shape;6270;p24"/>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1" name="Google Shape;6271;p24"/>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2" name="Google Shape;6272;p24"/>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3" name="Google Shape;6273;p24"/>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4" name="Google Shape;6274;p24"/>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5" name="Google Shape;6275;p24"/>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6" name="Google Shape;6276;p24"/>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7" name="Google Shape;6277;p24"/>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8" name="Google Shape;6278;p24"/>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9" name="Google Shape;6279;p24"/>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0" name="Google Shape;6280;p24"/>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1" name="Google Shape;6281;p24"/>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2" name="Google Shape;6282;p24"/>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3" name="Google Shape;6283;p24"/>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4" name="Google Shape;6284;p24"/>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5" name="Google Shape;6285;p24"/>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6" name="Google Shape;6286;p24"/>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7" name="Google Shape;6287;p24"/>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8" name="Google Shape;6288;p24"/>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9" name="Google Shape;6289;p24"/>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0" name="Google Shape;6290;p24"/>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1" name="Google Shape;6291;p24"/>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2" name="Google Shape;6292;p24"/>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3" name="Google Shape;6293;p24"/>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4" name="Google Shape;6294;p24"/>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5" name="Google Shape;6295;p24"/>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6" name="Google Shape;6296;p24"/>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7" name="Google Shape;6297;p24"/>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8" name="Google Shape;6298;p24"/>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299" name="Google Shape;6299;p24"/>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0" name="Google Shape;6300;p24"/>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6301" name="Google Shape;6301;p24"/>
          <p:cNvSpPr txBox="1"/>
          <p:nvPr>
            <p:ph idx="1" type="subTitle"/>
          </p:nvPr>
        </p:nvSpPr>
        <p:spPr>
          <a:xfrm>
            <a:off x="720004" y="2822700"/>
            <a:ext cx="25017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302" name="Google Shape;6302;p24"/>
          <p:cNvSpPr txBox="1"/>
          <p:nvPr>
            <p:ph idx="2" type="subTitle"/>
          </p:nvPr>
        </p:nvSpPr>
        <p:spPr>
          <a:xfrm>
            <a:off x="3319275" y="2822700"/>
            <a:ext cx="25017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303" name="Google Shape;6303;p24"/>
          <p:cNvSpPr txBox="1"/>
          <p:nvPr>
            <p:ph idx="3" type="subTitle"/>
          </p:nvPr>
        </p:nvSpPr>
        <p:spPr>
          <a:xfrm>
            <a:off x="5920421" y="2822700"/>
            <a:ext cx="25017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304" name="Google Shape;6304;p24"/>
          <p:cNvSpPr txBox="1"/>
          <p:nvPr>
            <p:ph idx="4" type="title"/>
          </p:nvPr>
        </p:nvSpPr>
        <p:spPr>
          <a:xfrm>
            <a:off x="719929" y="2603244"/>
            <a:ext cx="2505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6305" name="Google Shape;6305;p24"/>
          <p:cNvSpPr txBox="1"/>
          <p:nvPr>
            <p:ph idx="5" type="title"/>
          </p:nvPr>
        </p:nvSpPr>
        <p:spPr>
          <a:xfrm>
            <a:off x="3319200" y="2603244"/>
            <a:ext cx="2505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6306" name="Google Shape;6306;p24"/>
          <p:cNvSpPr txBox="1"/>
          <p:nvPr>
            <p:ph idx="6" type="title"/>
          </p:nvPr>
        </p:nvSpPr>
        <p:spPr>
          <a:xfrm>
            <a:off x="5918471" y="2603244"/>
            <a:ext cx="25056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6307" name="Google Shape;6307;p24"/>
          <p:cNvGrpSpPr/>
          <p:nvPr/>
        </p:nvGrpSpPr>
        <p:grpSpPr>
          <a:xfrm rot="941329">
            <a:off x="8365223" y="4250258"/>
            <a:ext cx="1047209" cy="979555"/>
            <a:chOff x="-252624" y="1601574"/>
            <a:chExt cx="1047258" cy="979600"/>
          </a:xfrm>
        </p:grpSpPr>
        <p:sp>
          <p:nvSpPr>
            <p:cNvPr id="6308" name="Google Shape;6308;p24"/>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9" name="Google Shape;6309;p24"/>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0" name="Google Shape;6310;p24"/>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1" name="Google Shape;6311;p24"/>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2" name="Google Shape;6312;p24"/>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3" name="Google Shape;6313;p24"/>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4" name="Google Shape;6314;p24"/>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5" name="Google Shape;6315;p24"/>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6" name="Google Shape;6316;p24"/>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7" name="Google Shape;6317;p24"/>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8" name="Google Shape;6318;p24"/>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9" name="Google Shape;6319;p24"/>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0" name="Google Shape;6320;p24"/>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321" name="Google Shape;6321;p24"/>
          <p:cNvGrpSpPr/>
          <p:nvPr/>
        </p:nvGrpSpPr>
        <p:grpSpPr>
          <a:xfrm>
            <a:off x="8426050" y="765563"/>
            <a:ext cx="925639" cy="688028"/>
            <a:chOff x="8588925" y="2091476"/>
            <a:chExt cx="925639" cy="688028"/>
          </a:xfrm>
        </p:grpSpPr>
        <p:sp>
          <p:nvSpPr>
            <p:cNvPr id="6322" name="Google Shape;6322;p24"/>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3" name="Google Shape;6323;p24"/>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4" name="Google Shape;6324;p24"/>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5" name="Google Shape;6325;p24"/>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6" name="Google Shape;6326;p24"/>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7" name="Google Shape;6327;p24"/>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8" name="Google Shape;6328;p24"/>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9" name="Google Shape;6329;p24"/>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0" name="Google Shape;6330;p24"/>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1" name="Google Shape;6331;p24"/>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2" name="Google Shape;6332;p24"/>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3" name="Google Shape;6333;p24"/>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4" name="Google Shape;6334;p24"/>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5" name="Google Shape;6335;p24"/>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336" name="Google Shape;6336;p24"/>
          <p:cNvGrpSpPr/>
          <p:nvPr/>
        </p:nvGrpSpPr>
        <p:grpSpPr>
          <a:xfrm>
            <a:off x="0" y="4101055"/>
            <a:ext cx="679382" cy="871990"/>
            <a:chOff x="8619938" y="2813305"/>
            <a:chExt cx="679382" cy="871990"/>
          </a:xfrm>
        </p:grpSpPr>
        <p:sp>
          <p:nvSpPr>
            <p:cNvPr id="6337" name="Google Shape;6337;p24"/>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8" name="Google Shape;6338;p24"/>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9" name="Google Shape;6339;p24"/>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0" name="Google Shape;6340;p24"/>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1" name="Google Shape;6341;p24"/>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2" name="Google Shape;6342;p24"/>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3" name="Google Shape;6343;p24"/>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4" name="Google Shape;6344;p24"/>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5" name="Google Shape;6345;p24"/>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6" name="Google Shape;6346;p24"/>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7" name="Google Shape;6347;p24"/>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8" name="Google Shape;6348;p24"/>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9" name="Google Shape;6349;p24"/>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0" name="Google Shape;6350;p24"/>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1" name="Google Shape;6351;p24"/>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2" name="Google Shape;6352;p24"/>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3" name="Google Shape;6353;p24"/>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4" name="Google Shape;6354;p24"/>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5" name="Google Shape;6355;p24"/>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6" name="Google Shape;6356;p24"/>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7" name="Google Shape;6357;p24"/>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8" name="Google Shape;6358;p24"/>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9" name="Google Shape;6359;p24"/>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0" name="Google Shape;6360;p24"/>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1" name="Google Shape;6361;p24"/>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2" name="Google Shape;6362;p24"/>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3" name="Google Shape;6363;p24"/>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4" name="Google Shape;6364;p24"/>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65" name="Google Shape;6365;p24"/>
            <p:cNvGrpSpPr/>
            <p:nvPr/>
          </p:nvGrpSpPr>
          <p:grpSpPr>
            <a:xfrm>
              <a:off x="8619938" y="2813305"/>
              <a:ext cx="679382" cy="871990"/>
              <a:chOff x="8619938" y="2813305"/>
              <a:chExt cx="679382" cy="871990"/>
            </a:xfrm>
          </p:grpSpPr>
          <p:sp>
            <p:nvSpPr>
              <p:cNvPr id="6366" name="Google Shape;6366;p24"/>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7" name="Google Shape;6367;p24"/>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6368" name="Shape 6368"/>
        <p:cNvGrpSpPr/>
        <p:nvPr/>
      </p:nvGrpSpPr>
      <p:grpSpPr>
        <a:xfrm>
          <a:off x="0" y="0"/>
          <a:ext cx="0" cy="0"/>
          <a:chOff x="0" y="0"/>
          <a:chExt cx="0" cy="0"/>
        </a:xfrm>
      </p:grpSpPr>
      <p:grpSp>
        <p:nvGrpSpPr>
          <p:cNvPr id="6369" name="Google Shape;6369;p25"/>
          <p:cNvGrpSpPr/>
          <p:nvPr/>
        </p:nvGrpSpPr>
        <p:grpSpPr>
          <a:xfrm flipH="1">
            <a:off x="28" y="16530"/>
            <a:ext cx="9143944" cy="4940153"/>
            <a:chOff x="0" y="0"/>
            <a:chExt cx="2940175" cy="3566125"/>
          </a:xfrm>
        </p:grpSpPr>
        <p:sp>
          <p:nvSpPr>
            <p:cNvPr id="6370" name="Google Shape;6370;p25"/>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1" name="Google Shape;6371;p25"/>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2" name="Google Shape;6372;p25"/>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3" name="Google Shape;6373;p25"/>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4" name="Google Shape;6374;p25"/>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5" name="Google Shape;6375;p25"/>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6" name="Google Shape;6376;p25"/>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7" name="Google Shape;6377;p25"/>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8" name="Google Shape;6378;p25"/>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9" name="Google Shape;6379;p25"/>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0" name="Google Shape;6380;p25"/>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1" name="Google Shape;6381;p25"/>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2" name="Google Shape;6382;p25"/>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3" name="Google Shape;6383;p25"/>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4" name="Google Shape;6384;p25"/>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5" name="Google Shape;6385;p25"/>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6" name="Google Shape;6386;p25"/>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7" name="Google Shape;6387;p25"/>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8" name="Google Shape;6388;p25"/>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9" name="Google Shape;6389;p25"/>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0" name="Google Shape;6390;p25"/>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1" name="Google Shape;6391;p25"/>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2" name="Google Shape;6392;p25"/>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3" name="Google Shape;6393;p25"/>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4" name="Google Shape;6394;p25"/>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5" name="Google Shape;6395;p25"/>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6" name="Google Shape;6396;p25"/>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7" name="Google Shape;6397;p25"/>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8" name="Google Shape;6398;p25"/>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9" name="Google Shape;6399;p25"/>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0" name="Google Shape;6400;p25"/>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1" name="Google Shape;6401;p25"/>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2" name="Google Shape;6402;p25"/>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3" name="Google Shape;6403;p25"/>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4" name="Google Shape;6404;p25"/>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5" name="Google Shape;6405;p25"/>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6" name="Google Shape;6406;p25"/>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7" name="Google Shape;6407;p25"/>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8" name="Google Shape;6408;p25"/>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9" name="Google Shape;6409;p25"/>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0" name="Google Shape;6410;p25"/>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1" name="Google Shape;6411;p25"/>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2" name="Google Shape;6412;p25"/>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3" name="Google Shape;6413;p25"/>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4" name="Google Shape;6414;p25"/>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5" name="Google Shape;6415;p25"/>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6" name="Google Shape;6416;p25"/>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7" name="Google Shape;6417;p25"/>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8" name="Google Shape;6418;p25"/>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9" name="Google Shape;6419;p25"/>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0" name="Google Shape;6420;p25"/>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1" name="Google Shape;6421;p25"/>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2" name="Google Shape;6422;p25"/>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3" name="Google Shape;6423;p25"/>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4" name="Google Shape;6424;p25"/>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5" name="Google Shape;6425;p25"/>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6" name="Google Shape;6426;p25"/>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7" name="Google Shape;6427;p25"/>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8" name="Google Shape;6428;p25"/>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9" name="Google Shape;6429;p25"/>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0" name="Google Shape;6430;p25"/>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1" name="Google Shape;6431;p25"/>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2" name="Google Shape;6432;p25"/>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3" name="Google Shape;6433;p25"/>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4" name="Google Shape;6434;p25"/>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5" name="Google Shape;6435;p25"/>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6" name="Google Shape;6436;p25"/>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7" name="Google Shape;6437;p25"/>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8" name="Google Shape;6438;p25"/>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9" name="Google Shape;6439;p25"/>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0" name="Google Shape;6440;p25"/>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1" name="Google Shape;6441;p25"/>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2" name="Google Shape;6442;p25"/>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3" name="Google Shape;6443;p25"/>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4" name="Google Shape;6444;p25"/>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5" name="Google Shape;6445;p25"/>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6" name="Google Shape;6446;p25"/>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7" name="Google Shape;6447;p25"/>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8" name="Google Shape;6448;p25"/>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9" name="Google Shape;6449;p25"/>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0" name="Google Shape;6450;p25"/>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1" name="Google Shape;6451;p25"/>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2" name="Google Shape;6452;p25"/>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3" name="Google Shape;6453;p25"/>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4" name="Google Shape;6454;p25"/>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5" name="Google Shape;6455;p25"/>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6" name="Google Shape;6456;p25"/>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7" name="Google Shape;6457;p25"/>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8" name="Google Shape;6458;p25"/>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9" name="Google Shape;6459;p25"/>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0" name="Google Shape;6460;p25"/>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1" name="Google Shape;6461;p25"/>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2" name="Google Shape;6462;p25"/>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3" name="Google Shape;6463;p25"/>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4" name="Google Shape;6464;p25"/>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5" name="Google Shape;6465;p25"/>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6" name="Google Shape;6466;p25"/>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7" name="Google Shape;6467;p25"/>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8" name="Google Shape;6468;p25"/>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9" name="Google Shape;6469;p25"/>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0" name="Google Shape;6470;p25"/>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1" name="Google Shape;6471;p25"/>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2" name="Google Shape;6472;p25"/>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3" name="Google Shape;6473;p25"/>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4" name="Google Shape;6474;p25"/>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5" name="Google Shape;6475;p25"/>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6" name="Google Shape;6476;p25"/>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7" name="Google Shape;6477;p25"/>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8" name="Google Shape;6478;p25"/>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9" name="Google Shape;6479;p25"/>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0" name="Google Shape;6480;p25"/>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1" name="Google Shape;6481;p25"/>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2" name="Google Shape;6482;p25"/>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3" name="Google Shape;6483;p25"/>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4" name="Google Shape;6484;p25"/>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5" name="Google Shape;6485;p25"/>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6" name="Google Shape;6486;p25"/>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487" name="Google Shape;6487;p25"/>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8" name="Google Shape;6488;p25"/>
          <p:cNvSpPr txBox="1"/>
          <p:nvPr>
            <p:ph type="title"/>
          </p:nvPr>
        </p:nvSpPr>
        <p:spPr>
          <a:xfrm>
            <a:off x="2365778" y="1552266"/>
            <a:ext cx="1978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489" name="Google Shape;6489;p25"/>
          <p:cNvSpPr txBox="1"/>
          <p:nvPr>
            <p:ph idx="1" type="subTitle"/>
          </p:nvPr>
        </p:nvSpPr>
        <p:spPr>
          <a:xfrm>
            <a:off x="2365778" y="1763686"/>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490" name="Google Shape;6490;p25"/>
          <p:cNvSpPr txBox="1"/>
          <p:nvPr>
            <p:ph idx="2" type="title"/>
          </p:nvPr>
        </p:nvSpPr>
        <p:spPr>
          <a:xfrm>
            <a:off x="5721659" y="1552266"/>
            <a:ext cx="1978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491" name="Google Shape;6491;p25"/>
          <p:cNvSpPr txBox="1"/>
          <p:nvPr>
            <p:ph idx="3" type="subTitle"/>
          </p:nvPr>
        </p:nvSpPr>
        <p:spPr>
          <a:xfrm>
            <a:off x="5721659" y="1763686"/>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492" name="Google Shape;6492;p25"/>
          <p:cNvSpPr txBox="1"/>
          <p:nvPr>
            <p:ph idx="4" type="title"/>
          </p:nvPr>
        </p:nvSpPr>
        <p:spPr>
          <a:xfrm>
            <a:off x="2365778" y="3077506"/>
            <a:ext cx="1975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493" name="Google Shape;6493;p25"/>
          <p:cNvSpPr txBox="1"/>
          <p:nvPr>
            <p:ph idx="5" type="subTitle"/>
          </p:nvPr>
        </p:nvSpPr>
        <p:spPr>
          <a:xfrm>
            <a:off x="2365778" y="3288925"/>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494" name="Google Shape;6494;p25"/>
          <p:cNvSpPr txBox="1"/>
          <p:nvPr>
            <p:ph idx="6" type="title"/>
          </p:nvPr>
        </p:nvSpPr>
        <p:spPr>
          <a:xfrm>
            <a:off x="5721659" y="3077506"/>
            <a:ext cx="19782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495" name="Google Shape;6495;p25"/>
          <p:cNvSpPr txBox="1"/>
          <p:nvPr>
            <p:ph idx="7" type="subTitle"/>
          </p:nvPr>
        </p:nvSpPr>
        <p:spPr>
          <a:xfrm>
            <a:off x="5721659" y="3288925"/>
            <a:ext cx="19782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496" name="Google Shape;6496;p25"/>
          <p:cNvSpPr txBox="1"/>
          <p:nvPr>
            <p:ph idx="8"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6497" name="Google Shape;6497;p25"/>
          <p:cNvGrpSpPr/>
          <p:nvPr/>
        </p:nvGrpSpPr>
        <p:grpSpPr>
          <a:xfrm>
            <a:off x="8497450" y="713375"/>
            <a:ext cx="898165" cy="766770"/>
            <a:chOff x="-252625" y="2918525"/>
            <a:chExt cx="898165" cy="766770"/>
          </a:xfrm>
        </p:grpSpPr>
        <p:sp>
          <p:nvSpPr>
            <p:cNvPr id="6498" name="Google Shape;6498;p25"/>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9" name="Google Shape;6499;p25"/>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0" name="Google Shape;6500;p25"/>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1" name="Google Shape;6501;p25"/>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2" name="Google Shape;6502;p25"/>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3" name="Google Shape;6503;p25"/>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4" name="Google Shape;6504;p25"/>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5" name="Google Shape;6505;p25"/>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6" name="Google Shape;6506;p25"/>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7" name="Google Shape;6507;p25"/>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8" name="Google Shape;6508;p25"/>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9" name="Google Shape;6509;p25"/>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0" name="Google Shape;6510;p25"/>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1" name="Google Shape;6511;p25"/>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2" name="Google Shape;6512;p25"/>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3" name="Google Shape;6513;p25"/>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4" name="Google Shape;6514;p25"/>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5" name="Google Shape;6515;p25"/>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6" name="Google Shape;6516;p25"/>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7" name="Google Shape;6517;p25"/>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8" name="Google Shape;6518;p25"/>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9" name="Google Shape;6519;p25"/>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0" name="Google Shape;6520;p25"/>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1" name="Google Shape;6521;p25"/>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2" name="Google Shape;6522;p25"/>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3" name="Google Shape;6523;p25"/>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4" name="Google Shape;6524;p25"/>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5" name="Google Shape;6525;p25"/>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6" name="Google Shape;6526;p25"/>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7" name="Google Shape;6527;p25"/>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8" name="Google Shape;6528;p25"/>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9" name="Google Shape;6529;p25"/>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0" name="Google Shape;6530;p25"/>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1" name="Google Shape;6531;p25"/>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2" name="Google Shape;6532;p25"/>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3" name="Google Shape;6533;p25"/>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34" name="Google Shape;6534;p25"/>
          <p:cNvGrpSpPr/>
          <p:nvPr/>
        </p:nvGrpSpPr>
        <p:grpSpPr>
          <a:xfrm flipH="1" rot="-1282427">
            <a:off x="-345303" y="4000189"/>
            <a:ext cx="1294657" cy="1350951"/>
            <a:chOff x="8465725" y="2863051"/>
            <a:chExt cx="1956212" cy="2041561"/>
          </a:xfrm>
        </p:grpSpPr>
        <p:sp>
          <p:nvSpPr>
            <p:cNvPr id="6535" name="Google Shape;6535;p25"/>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6" name="Google Shape;6536;p25"/>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7" name="Google Shape;6537;p25"/>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8" name="Google Shape;6538;p25"/>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9" name="Google Shape;6539;p25"/>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0" name="Google Shape;6540;p25"/>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1" name="Google Shape;6541;p25"/>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2" name="Google Shape;6542;p25"/>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3" name="Google Shape;6543;p25"/>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4" name="Google Shape;6544;p25"/>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5" name="Google Shape;6545;p25"/>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6" name="Google Shape;6546;p25"/>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7" name="Google Shape;6547;p25"/>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8" name="Google Shape;6548;p25"/>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9" name="Google Shape;6549;p25"/>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0" name="Google Shape;6550;p25"/>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1" name="Google Shape;6551;p25"/>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2" name="Google Shape;6552;p25"/>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3" name="Google Shape;6553;p25"/>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4" name="Google Shape;6554;p25"/>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5" name="Google Shape;6555;p25"/>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6" name="Google Shape;6556;p25"/>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7" name="Google Shape;6557;p25"/>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8" name="Google Shape;6558;p25"/>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9" name="Google Shape;6559;p25"/>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0" name="Google Shape;6560;p25"/>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1" name="Google Shape;6561;p25"/>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2" name="Google Shape;6562;p25"/>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3" name="Google Shape;6563;p25"/>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4" name="Google Shape;6564;p25"/>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5" name="Google Shape;6565;p25"/>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6" name="Google Shape;6566;p25"/>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7" name="Google Shape;6567;p25"/>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8" name="Google Shape;6568;p25"/>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9" name="Google Shape;6569;p25"/>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0" name="Google Shape;6570;p25"/>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1" name="Google Shape;6571;p25"/>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2" name="Google Shape;6572;p25"/>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3" name="Google Shape;6573;p25"/>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4" name="Google Shape;6574;p25"/>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5" name="Google Shape;6575;p25"/>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6" name="Google Shape;6576;p25"/>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7" name="Google Shape;6577;p25"/>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8" name="Google Shape;6578;p25"/>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79" name="Google Shape;6579;p25"/>
          <p:cNvGrpSpPr/>
          <p:nvPr/>
        </p:nvGrpSpPr>
        <p:grpSpPr>
          <a:xfrm>
            <a:off x="-314825" y="1642175"/>
            <a:ext cx="898165" cy="766770"/>
            <a:chOff x="-252625" y="2918525"/>
            <a:chExt cx="898165" cy="766770"/>
          </a:xfrm>
        </p:grpSpPr>
        <p:sp>
          <p:nvSpPr>
            <p:cNvPr id="6580" name="Google Shape;6580;p25"/>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1" name="Google Shape;6581;p25"/>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2" name="Google Shape;6582;p25"/>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3" name="Google Shape;6583;p25"/>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4" name="Google Shape;6584;p25"/>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5" name="Google Shape;6585;p25"/>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6" name="Google Shape;6586;p25"/>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7" name="Google Shape;6587;p25"/>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8" name="Google Shape;6588;p25"/>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9" name="Google Shape;6589;p25"/>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0" name="Google Shape;6590;p25"/>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1" name="Google Shape;6591;p25"/>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2" name="Google Shape;6592;p25"/>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3" name="Google Shape;6593;p25"/>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4" name="Google Shape;6594;p25"/>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5" name="Google Shape;6595;p25"/>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6" name="Google Shape;6596;p25"/>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7" name="Google Shape;6597;p25"/>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8" name="Google Shape;6598;p25"/>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9" name="Google Shape;6599;p25"/>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0" name="Google Shape;6600;p25"/>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1" name="Google Shape;6601;p25"/>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2" name="Google Shape;6602;p25"/>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3" name="Google Shape;6603;p25"/>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4" name="Google Shape;6604;p25"/>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5" name="Google Shape;6605;p25"/>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6" name="Google Shape;6606;p25"/>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7" name="Google Shape;6607;p25"/>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8" name="Google Shape;6608;p25"/>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9" name="Google Shape;6609;p25"/>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0" name="Google Shape;6610;p25"/>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1" name="Google Shape;6611;p25"/>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2" name="Google Shape;6612;p25"/>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3" name="Google Shape;6613;p25"/>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4" name="Google Shape;6614;p25"/>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5" name="Google Shape;6615;p25"/>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16" name="Google Shape;6616;p25"/>
          <p:cNvGrpSpPr/>
          <p:nvPr/>
        </p:nvGrpSpPr>
        <p:grpSpPr>
          <a:xfrm>
            <a:off x="8178000" y="4356788"/>
            <a:ext cx="925639" cy="688028"/>
            <a:chOff x="8588925" y="2091476"/>
            <a:chExt cx="925639" cy="688028"/>
          </a:xfrm>
        </p:grpSpPr>
        <p:sp>
          <p:nvSpPr>
            <p:cNvPr id="6617" name="Google Shape;6617;p25"/>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8" name="Google Shape;6618;p25"/>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9" name="Google Shape;6619;p25"/>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0" name="Google Shape;6620;p25"/>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1" name="Google Shape;6621;p25"/>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2" name="Google Shape;6622;p25"/>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3" name="Google Shape;6623;p25"/>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4" name="Google Shape;6624;p25"/>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5" name="Google Shape;6625;p25"/>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6" name="Google Shape;6626;p25"/>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7" name="Google Shape;6627;p25"/>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8" name="Google Shape;6628;p25"/>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9" name="Google Shape;6629;p25"/>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0" name="Google Shape;6630;p25"/>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ive columns">
  <p:cSld name="CUSTOM_5_1">
    <p:spTree>
      <p:nvGrpSpPr>
        <p:cNvPr id="6631" name="Shape 6631"/>
        <p:cNvGrpSpPr/>
        <p:nvPr/>
      </p:nvGrpSpPr>
      <p:grpSpPr>
        <a:xfrm>
          <a:off x="0" y="0"/>
          <a:ext cx="0" cy="0"/>
          <a:chOff x="0" y="0"/>
          <a:chExt cx="0" cy="0"/>
        </a:xfrm>
      </p:grpSpPr>
      <p:grpSp>
        <p:nvGrpSpPr>
          <p:cNvPr id="6632" name="Google Shape;6632;p26"/>
          <p:cNvGrpSpPr/>
          <p:nvPr/>
        </p:nvGrpSpPr>
        <p:grpSpPr>
          <a:xfrm flipH="1">
            <a:off x="28" y="16530"/>
            <a:ext cx="9143944" cy="4940153"/>
            <a:chOff x="0" y="0"/>
            <a:chExt cx="2940175" cy="3566125"/>
          </a:xfrm>
        </p:grpSpPr>
        <p:sp>
          <p:nvSpPr>
            <p:cNvPr id="6633" name="Google Shape;6633;p26"/>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4" name="Google Shape;6634;p26"/>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5" name="Google Shape;6635;p26"/>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6" name="Google Shape;6636;p26"/>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7" name="Google Shape;6637;p26"/>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8" name="Google Shape;6638;p26"/>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9" name="Google Shape;6639;p26"/>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0" name="Google Shape;6640;p26"/>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1" name="Google Shape;6641;p26"/>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2" name="Google Shape;6642;p26"/>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3" name="Google Shape;6643;p26"/>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4" name="Google Shape;6644;p26"/>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5" name="Google Shape;6645;p26"/>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6" name="Google Shape;6646;p26"/>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7" name="Google Shape;6647;p26"/>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8" name="Google Shape;6648;p26"/>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9" name="Google Shape;6649;p26"/>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0" name="Google Shape;6650;p26"/>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1" name="Google Shape;6651;p26"/>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2" name="Google Shape;6652;p26"/>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3" name="Google Shape;6653;p26"/>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4" name="Google Shape;6654;p26"/>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5" name="Google Shape;6655;p26"/>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6" name="Google Shape;6656;p26"/>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7" name="Google Shape;6657;p26"/>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8" name="Google Shape;6658;p26"/>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9" name="Google Shape;6659;p26"/>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0" name="Google Shape;6660;p26"/>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1" name="Google Shape;6661;p26"/>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2" name="Google Shape;6662;p26"/>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3" name="Google Shape;6663;p26"/>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4" name="Google Shape;6664;p26"/>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5" name="Google Shape;6665;p26"/>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6" name="Google Shape;6666;p26"/>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7" name="Google Shape;6667;p26"/>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8" name="Google Shape;6668;p26"/>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9" name="Google Shape;6669;p26"/>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0" name="Google Shape;6670;p26"/>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1" name="Google Shape;6671;p26"/>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2" name="Google Shape;6672;p26"/>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3" name="Google Shape;6673;p26"/>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4" name="Google Shape;6674;p26"/>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5" name="Google Shape;6675;p26"/>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6" name="Google Shape;6676;p26"/>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7" name="Google Shape;6677;p26"/>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8" name="Google Shape;6678;p26"/>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9" name="Google Shape;6679;p26"/>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0" name="Google Shape;6680;p26"/>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1" name="Google Shape;6681;p26"/>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2" name="Google Shape;6682;p26"/>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3" name="Google Shape;6683;p26"/>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4" name="Google Shape;6684;p26"/>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5" name="Google Shape;6685;p26"/>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6" name="Google Shape;6686;p26"/>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7" name="Google Shape;6687;p26"/>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8" name="Google Shape;6688;p26"/>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9" name="Google Shape;6689;p26"/>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0" name="Google Shape;6690;p26"/>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1" name="Google Shape;6691;p26"/>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2" name="Google Shape;6692;p26"/>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3" name="Google Shape;6693;p26"/>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4" name="Google Shape;6694;p26"/>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5" name="Google Shape;6695;p26"/>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6" name="Google Shape;6696;p26"/>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7" name="Google Shape;6697;p26"/>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8" name="Google Shape;6698;p26"/>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9" name="Google Shape;6699;p26"/>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0" name="Google Shape;6700;p26"/>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1" name="Google Shape;6701;p26"/>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2" name="Google Shape;6702;p26"/>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3" name="Google Shape;6703;p26"/>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4" name="Google Shape;6704;p26"/>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5" name="Google Shape;6705;p26"/>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6" name="Google Shape;6706;p26"/>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7" name="Google Shape;6707;p26"/>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8" name="Google Shape;6708;p26"/>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9" name="Google Shape;6709;p26"/>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0" name="Google Shape;6710;p26"/>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1" name="Google Shape;6711;p26"/>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2" name="Google Shape;6712;p26"/>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3" name="Google Shape;6713;p26"/>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4" name="Google Shape;6714;p26"/>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5" name="Google Shape;6715;p26"/>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6" name="Google Shape;6716;p26"/>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7" name="Google Shape;6717;p26"/>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8" name="Google Shape;6718;p26"/>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9" name="Google Shape;6719;p26"/>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0" name="Google Shape;6720;p26"/>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1" name="Google Shape;6721;p26"/>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2" name="Google Shape;6722;p26"/>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3" name="Google Shape;6723;p26"/>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4" name="Google Shape;6724;p26"/>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5" name="Google Shape;6725;p26"/>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6" name="Google Shape;6726;p26"/>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7" name="Google Shape;6727;p26"/>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8" name="Google Shape;6728;p26"/>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9" name="Google Shape;6729;p26"/>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0" name="Google Shape;6730;p26"/>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1" name="Google Shape;6731;p26"/>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2" name="Google Shape;6732;p26"/>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3" name="Google Shape;6733;p26"/>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4" name="Google Shape;6734;p26"/>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5" name="Google Shape;6735;p26"/>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6" name="Google Shape;6736;p26"/>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7" name="Google Shape;6737;p26"/>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8" name="Google Shape;6738;p26"/>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9" name="Google Shape;6739;p26"/>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0" name="Google Shape;6740;p26"/>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1" name="Google Shape;6741;p26"/>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2" name="Google Shape;6742;p26"/>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3" name="Google Shape;6743;p26"/>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4" name="Google Shape;6744;p26"/>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5" name="Google Shape;6745;p26"/>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6" name="Google Shape;6746;p26"/>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7" name="Google Shape;6747;p26"/>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8" name="Google Shape;6748;p26"/>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9" name="Google Shape;6749;p26"/>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750" name="Google Shape;6750;p26"/>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1" name="Google Shape;6751;p26"/>
          <p:cNvSpPr txBox="1"/>
          <p:nvPr>
            <p:ph type="title"/>
          </p:nvPr>
        </p:nvSpPr>
        <p:spPr>
          <a:xfrm>
            <a:off x="2119715" y="1971872"/>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752" name="Google Shape;6752;p26"/>
          <p:cNvSpPr txBox="1"/>
          <p:nvPr>
            <p:ph idx="1" type="subTitle"/>
          </p:nvPr>
        </p:nvSpPr>
        <p:spPr>
          <a:xfrm>
            <a:off x="2119715" y="2201880"/>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753" name="Google Shape;6753;p26"/>
          <p:cNvSpPr txBox="1"/>
          <p:nvPr>
            <p:ph idx="2" type="title"/>
          </p:nvPr>
        </p:nvSpPr>
        <p:spPr>
          <a:xfrm>
            <a:off x="4920385" y="1971872"/>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754" name="Google Shape;6754;p26"/>
          <p:cNvSpPr txBox="1"/>
          <p:nvPr>
            <p:ph idx="3" type="subTitle"/>
          </p:nvPr>
        </p:nvSpPr>
        <p:spPr>
          <a:xfrm>
            <a:off x="4920385" y="2201880"/>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755" name="Google Shape;6755;p26"/>
          <p:cNvSpPr txBox="1"/>
          <p:nvPr>
            <p:ph idx="4" type="title"/>
          </p:nvPr>
        </p:nvSpPr>
        <p:spPr>
          <a:xfrm>
            <a:off x="721491" y="3801918"/>
            <a:ext cx="2100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756" name="Google Shape;6756;p26"/>
          <p:cNvSpPr txBox="1"/>
          <p:nvPr>
            <p:ph idx="5" type="subTitle"/>
          </p:nvPr>
        </p:nvSpPr>
        <p:spPr>
          <a:xfrm>
            <a:off x="719991" y="4031926"/>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757" name="Google Shape;6757;p26"/>
          <p:cNvSpPr txBox="1"/>
          <p:nvPr>
            <p:ph idx="6" type="title"/>
          </p:nvPr>
        </p:nvSpPr>
        <p:spPr>
          <a:xfrm>
            <a:off x="3519569" y="3801918"/>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758" name="Google Shape;6758;p26"/>
          <p:cNvSpPr txBox="1"/>
          <p:nvPr>
            <p:ph idx="7" type="subTitle"/>
          </p:nvPr>
        </p:nvSpPr>
        <p:spPr>
          <a:xfrm>
            <a:off x="3519569" y="4031926"/>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759" name="Google Shape;6759;p26"/>
          <p:cNvSpPr txBox="1"/>
          <p:nvPr>
            <p:ph idx="8"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6760" name="Google Shape;6760;p26"/>
          <p:cNvSpPr txBox="1"/>
          <p:nvPr>
            <p:ph idx="9" type="title"/>
          </p:nvPr>
        </p:nvSpPr>
        <p:spPr>
          <a:xfrm>
            <a:off x="6320109" y="3801918"/>
            <a:ext cx="21039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6761" name="Google Shape;6761;p26"/>
          <p:cNvSpPr txBox="1"/>
          <p:nvPr>
            <p:ph idx="13" type="subTitle"/>
          </p:nvPr>
        </p:nvSpPr>
        <p:spPr>
          <a:xfrm>
            <a:off x="6320109" y="4031926"/>
            <a:ext cx="21039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6762" name="Google Shape;6762;p26"/>
          <p:cNvGrpSpPr/>
          <p:nvPr/>
        </p:nvGrpSpPr>
        <p:grpSpPr>
          <a:xfrm rot="5575744">
            <a:off x="8379998" y="2747748"/>
            <a:ext cx="925645" cy="688032"/>
            <a:chOff x="8588925" y="2091476"/>
            <a:chExt cx="925639" cy="688028"/>
          </a:xfrm>
        </p:grpSpPr>
        <p:sp>
          <p:nvSpPr>
            <p:cNvPr id="6763" name="Google Shape;6763;p26"/>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4" name="Google Shape;6764;p26"/>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5" name="Google Shape;6765;p26"/>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6" name="Google Shape;6766;p26"/>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7" name="Google Shape;6767;p26"/>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8" name="Google Shape;6768;p26"/>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9" name="Google Shape;6769;p26"/>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0" name="Google Shape;6770;p26"/>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1" name="Google Shape;6771;p26"/>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2" name="Google Shape;6772;p26"/>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3" name="Google Shape;6773;p26"/>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4" name="Google Shape;6774;p26"/>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5" name="Google Shape;6775;p26"/>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6" name="Google Shape;6776;p26"/>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777" name="Google Shape;6777;p26"/>
          <p:cNvGrpSpPr/>
          <p:nvPr/>
        </p:nvGrpSpPr>
        <p:grpSpPr>
          <a:xfrm rot="-3856990">
            <a:off x="-261341" y="1401919"/>
            <a:ext cx="1047200" cy="979546"/>
            <a:chOff x="-252624" y="1601574"/>
            <a:chExt cx="1047258" cy="979600"/>
          </a:xfrm>
        </p:grpSpPr>
        <p:sp>
          <p:nvSpPr>
            <p:cNvPr id="6778" name="Google Shape;6778;p26"/>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9" name="Google Shape;6779;p26"/>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0" name="Google Shape;6780;p26"/>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1" name="Google Shape;6781;p26"/>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2" name="Google Shape;6782;p26"/>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3" name="Google Shape;6783;p26"/>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4" name="Google Shape;6784;p26"/>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5" name="Google Shape;6785;p26"/>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6" name="Google Shape;6786;p26"/>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7" name="Google Shape;6787;p26"/>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8" name="Google Shape;6788;p26"/>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9" name="Google Shape;6789;p26"/>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0" name="Google Shape;6790;p26"/>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6791" name="Shape 6791"/>
        <p:cNvGrpSpPr/>
        <p:nvPr/>
      </p:nvGrpSpPr>
      <p:grpSpPr>
        <a:xfrm>
          <a:off x="0" y="0"/>
          <a:ext cx="0" cy="0"/>
          <a:chOff x="0" y="0"/>
          <a:chExt cx="0" cy="0"/>
        </a:xfrm>
      </p:grpSpPr>
      <p:grpSp>
        <p:nvGrpSpPr>
          <p:cNvPr id="6792" name="Google Shape;6792;p27"/>
          <p:cNvGrpSpPr/>
          <p:nvPr/>
        </p:nvGrpSpPr>
        <p:grpSpPr>
          <a:xfrm flipH="1">
            <a:off x="28" y="16530"/>
            <a:ext cx="9143944" cy="4940153"/>
            <a:chOff x="0" y="0"/>
            <a:chExt cx="2940175" cy="3566125"/>
          </a:xfrm>
        </p:grpSpPr>
        <p:sp>
          <p:nvSpPr>
            <p:cNvPr id="6793" name="Google Shape;6793;p27"/>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4" name="Google Shape;6794;p27"/>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5" name="Google Shape;6795;p27"/>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6" name="Google Shape;6796;p27"/>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7" name="Google Shape;6797;p27"/>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8" name="Google Shape;6798;p27"/>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9" name="Google Shape;6799;p27"/>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0" name="Google Shape;6800;p27"/>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1" name="Google Shape;6801;p27"/>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2" name="Google Shape;6802;p27"/>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3" name="Google Shape;6803;p27"/>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4" name="Google Shape;6804;p27"/>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5" name="Google Shape;6805;p27"/>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6" name="Google Shape;6806;p27"/>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7" name="Google Shape;6807;p27"/>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8" name="Google Shape;6808;p27"/>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9" name="Google Shape;6809;p27"/>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0" name="Google Shape;6810;p27"/>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1" name="Google Shape;6811;p27"/>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2" name="Google Shape;6812;p27"/>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3" name="Google Shape;6813;p27"/>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4" name="Google Shape;6814;p27"/>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5" name="Google Shape;6815;p27"/>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6" name="Google Shape;6816;p27"/>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7" name="Google Shape;6817;p27"/>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8" name="Google Shape;6818;p27"/>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9" name="Google Shape;6819;p27"/>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0" name="Google Shape;6820;p27"/>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1" name="Google Shape;6821;p27"/>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2" name="Google Shape;6822;p27"/>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3" name="Google Shape;6823;p27"/>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4" name="Google Shape;6824;p27"/>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5" name="Google Shape;6825;p27"/>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6" name="Google Shape;6826;p27"/>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7" name="Google Shape;6827;p27"/>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8" name="Google Shape;6828;p27"/>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9" name="Google Shape;6829;p27"/>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0" name="Google Shape;6830;p27"/>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1" name="Google Shape;6831;p27"/>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2" name="Google Shape;6832;p27"/>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3" name="Google Shape;6833;p27"/>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4" name="Google Shape;6834;p27"/>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5" name="Google Shape;6835;p27"/>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6" name="Google Shape;6836;p27"/>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7" name="Google Shape;6837;p27"/>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8" name="Google Shape;6838;p27"/>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9" name="Google Shape;6839;p27"/>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0" name="Google Shape;6840;p27"/>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1" name="Google Shape;6841;p27"/>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2" name="Google Shape;6842;p27"/>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3" name="Google Shape;6843;p27"/>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4" name="Google Shape;6844;p27"/>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5" name="Google Shape;6845;p27"/>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6" name="Google Shape;6846;p27"/>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7" name="Google Shape;6847;p27"/>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8" name="Google Shape;6848;p27"/>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9" name="Google Shape;6849;p27"/>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0" name="Google Shape;6850;p27"/>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1" name="Google Shape;6851;p27"/>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2" name="Google Shape;6852;p27"/>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3" name="Google Shape;6853;p27"/>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4" name="Google Shape;6854;p27"/>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5" name="Google Shape;6855;p27"/>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6" name="Google Shape;6856;p27"/>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7" name="Google Shape;6857;p27"/>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8" name="Google Shape;6858;p27"/>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9" name="Google Shape;6859;p27"/>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0" name="Google Shape;6860;p27"/>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1" name="Google Shape;6861;p27"/>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2" name="Google Shape;6862;p27"/>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3" name="Google Shape;6863;p27"/>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4" name="Google Shape;6864;p27"/>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5" name="Google Shape;6865;p27"/>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6" name="Google Shape;6866;p27"/>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7" name="Google Shape;6867;p27"/>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8" name="Google Shape;6868;p27"/>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9" name="Google Shape;6869;p27"/>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0" name="Google Shape;6870;p27"/>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1" name="Google Shape;6871;p27"/>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2" name="Google Shape;6872;p27"/>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3" name="Google Shape;6873;p27"/>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4" name="Google Shape;6874;p27"/>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5" name="Google Shape;6875;p27"/>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6" name="Google Shape;6876;p27"/>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7" name="Google Shape;6877;p27"/>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8" name="Google Shape;6878;p27"/>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9" name="Google Shape;6879;p27"/>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0" name="Google Shape;6880;p27"/>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1" name="Google Shape;6881;p27"/>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2" name="Google Shape;6882;p27"/>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3" name="Google Shape;6883;p27"/>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4" name="Google Shape;6884;p27"/>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5" name="Google Shape;6885;p27"/>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6" name="Google Shape;6886;p27"/>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7" name="Google Shape;6887;p27"/>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8" name="Google Shape;6888;p27"/>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9" name="Google Shape;6889;p27"/>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0" name="Google Shape;6890;p27"/>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1" name="Google Shape;6891;p27"/>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2" name="Google Shape;6892;p27"/>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3" name="Google Shape;6893;p27"/>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4" name="Google Shape;6894;p27"/>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5" name="Google Shape;6895;p27"/>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6" name="Google Shape;6896;p27"/>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7" name="Google Shape;6897;p27"/>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8" name="Google Shape;6898;p27"/>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9" name="Google Shape;6899;p27"/>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0" name="Google Shape;6900;p27"/>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1" name="Google Shape;6901;p27"/>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2" name="Google Shape;6902;p27"/>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3" name="Google Shape;6903;p27"/>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4" name="Google Shape;6904;p27"/>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5" name="Google Shape;6905;p27"/>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6" name="Google Shape;6906;p27"/>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7" name="Google Shape;6907;p27"/>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8" name="Google Shape;6908;p27"/>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9" name="Google Shape;6909;p27"/>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910" name="Google Shape;6910;p27"/>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1" name="Google Shape;6911;p27"/>
          <p:cNvSpPr txBox="1"/>
          <p:nvPr>
            <p:ph type="title"/>
          </p:nvPr>
        </p:nvSpPr>
        <p:spPr>
          <a:xfrm>
            <a:off x="2259472" y="129898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b="1" sz="2500"/>
            </a:lvl2pPr>
            <a:lvl3pPr lvl="2" rtl="0" algn="ctr">
              <a:spcBef>
                <a:spcPts val="0"/>
              </a:spcBef>
              <a:spcAft>
                <a:spcPts val="0"/>
              </a:spcAft>
              <a:buSzPts val="2500"/>
              <a:buNone/>
              <a:defRPr b="1" sz="2500"/>
            </a:lvl3pPr>
            <a:lvl4pPr lvl="3" rtl="0" algn="ctr">
              <a:spcBef>
                <a:spcPts val="0"/>
              </a:spcBef>
              <a:spcAft>
                <a:spcPts val="0"/>
              </a:spcAft>
              <a:buSzPts val="2500"/>
              <a:buNone/>
              <a:defRPr b="1" sz="2500"/>
            </a:lvl4pPr>
            <a:lvl5pPr lvl="4" rtl="0" algn="ctr">
              <a:spcBef>
                <a:spcPts val="0"/>
              </a:spcBef>
              <a:spcAft>
                <a:spcPts val="0"/>
              </a:spcAft>
              <a:buSzPts val="2500"/>
              <a:buNone/>
              <a:defRPr b="1" sz="2500"/>
            </a:lvl5pPr>
            <a:lvl6pPr lvl="5" rtl="0" algn="ctr">
              <a:spcBef>
                <a:spcPts val="0"/>
              </a:spcBef>
              <a:spcAft>
                <a:spcPts val="0"/>
              </a:spcAft>
              <a:buSzPts val="2500"/>
              <a:buNone/>
              <a:defRPr b="1" sz="2500"/>
            </a:lvl6pPr>
            <a:lvl7pPr lvl="6" rtl="0" algn="ctr">
              <a:spcBef>
                <a:spcPts val="0"/>
              </a:spcBef>
              <a:spcAft>
                <a:spcPts val="0"/>
              </a:spcAft>
              <a:buSzPts val="2500"/>
              <a:buNone/>
              <a:defRPr b="1" sz="2500"/>
            </a:lvl7pPr>
            <a:lvl8pPr lvl="7" rtl="0" algn="ctr">
              <a:spcBef>
                <a:spcPts val="0"/>
              </a:spcBef>
              <a:spcAft>
                <a:spcPts val="0"/>
              </a:spcAft>
              <a:buSzPts val="2500"/>
              <a:buNone/>
              <a:defRPr b="1" sz="2500"/>
            </a:lvl8pPr>
            <a:lvl9pPr lvl="8" rtl="0" algn="ctr">
              <a:spcBef>
                <a:spcPts val="0"/>
              </a:spcBef>
              <a:spcAft>
                <a:spcPts val="0"/>
              </a:spcAft>
              <a:buSzPts val="2500"/>
              <a:buNone/>
              <a:defRPr b="1" sz="2500"/>
            </a:lvl9pPr>
          </a:lstStyle>
          <a:p/>
        </p:txBody>
      </p:sp>
      <p:sp>
        <p:nvSpPr>
          <p:cNvPr id="6912" name="Google Shape;6912;p27"/>
          <p:cNvSpPr txBox="1"/>
          <p:nvPr>
            <p:ph idx="1" type="subTitle"/>
          </p:nvPr>
        </p:nvSpPr>
        <p:spPr>
          <a:xfrm>
            <a:off x="2259472" y="1508019"/>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913" name="Google Shape;6913;p27"/>
          <p:cNvSpPr txBox="1"/>
          <p:nvPr>
            <p:ph idx="2" type="title"/>
          </p:nvPr>
        </p:nvSpPr>
        <p:spPr>
          <a:xfrm>
            <a:off x="5811147" y="129898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b="1" sz="2500"/>
            </a:lvl2pPr>
            <a:lvl3pPr lvl="2" rtl="0" algn="ctr">
              <a:spcBef>
                <a:spcPts val="0"/>
              </a:spcBef>
              <a:spcAft>
                <a:spcPts val="0"/>
              </a:spcAft>
              <a:buSzPts val="2500"/>
              <a:buNone/>
              <a:defRPr b="1" sz="2500"/>
            </a:lvl3pPr>
            <a:lvl4pPr lvl="3" rtl="0" algn="ctr">
              <a:spcBef>
                <a:spcPts val="0"/>
              </a:spcBef>
              <a:spcAft>
                <a:spcPts val="0"/>
              </a:spcAft>
              <a:buSzPts val="2500"/>
              <a:buNone/>
              <a:defRPr b="1" sz="2500"/>
            </a:lvl4pPr>
            <a:lvl5pPr lvl="4" rtl="0" algn="ctr">
              <a:spcBef>
                <a:spcPts val="0"/>
              </a:spcBef>
              <a:spcAft>
                <a:spcPts val="0"/>
              </a:spcAft>
              <a:buSzPts val="2500"/>
              <a:buNone/>
              <a:defRPr b="1" sz="2500"/>
            </a:lvl5pPr>
            <a:lvl6pPr lvl="5" rtl="0" algn="ctr">
              <a:spcBef>
                <a:spcPts val="0"/>
              </a:spcBef>
              <a:spcAft>
                <a:spcPts val="0"/>
              </a:spcAft>
              <a:buSzPts val="2500"/>
              <a:buNone/>
              <a:defRPr b="1" sz="2500"/>
            </a:lvl6pPr>
            <a:lvl7pPr lvl="6" rtl="0" algn="ctr">
              <a:spcBef>
                <a:spcPts val="0"/>
              </a:spcBef>
              <a:spcAft>
                <a:spcPts val="0"/>
              </a:spcAft>
              <a:buSzPts val="2500"/>
              <a:buNone/>
              <a:defRPr b="1" sz="2500"/>
            </a:lvl7pPr>
            <a:lvl8pPr lvl="7" rtl="0" algn="ctr">
              <a:spcBef>
                <a:spcPts val="0"/>
              </a:spcBef>
              <a:spcAft>
                <a:spcPts val="0"/>
              </a:spcAft>
              <a:buSzPts val="2500"/>
              <a:buNone/>
              <a:defRPr b="1" sz="2500"/>
            </a:lvl8pPr>
            <a:lvl9pPr lvl="8" rtl="0" algn="ctr">
              <a:spcBef>
                <a:spcPts val="0"/>
              </a:spcBef>
              <a:spcAft>
                <a:spcPts val="0"/>
              </a:spcAft>
              <a:buSzPts val="2500"/>
              <a:buNone/>
              <a:defRPr b="1" sz="2500"/>
            </a:lvl9pPr>
          </a:lstStyle>
          <a:p/>
        </p:txBody>
      </p:sp>
      <p:sp>
        <p:nvSpPr>
          <p:cNvPr id="6914" name="Google Shape;6914;p27"/>
          <p:cNvSpPr txBox="1"/>
          <p:nvPr>
            <p:ph idx="3" type="subTitle"/>
          </p:nvPr>
        </p:nvSpPr>
        <p:spPr>
          <a:xfrm>
            <a:off x="5811147" y="1508019"/>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915" name="Google Shape;6915;p27"/>
          <p:cNvSpPr txBox="1"/>
          <p:nvPr>
            <p:ph idx="4" type="title"/>
          </p:nvPr>
        </p:nvSpPr>
        <p:spPr>
          <a:xfrm>
            <a:off x="2259472" y="247131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b="1" sz="2500"/>
            </a:lvl2pPr>
            <a:lvl3pPr lvl="2" rtl="0" algn="ctr">
              <a:spcBef>
                <a:spcPts val="0"/>
              </a:spcBef>
              <a:spcAft>
                <a:spcPts val="0"/>
              </a:spcAft>
              <a:buSzPts val="2500"/>
              <a:buNone/>
              <a:defRPr b="1" sz="2500"/>
            </a:lvl3pPr>
            <a:lvl4pPr lvl="3" rtl="0" algn="ctr">
              <a:spcBef>
                <a:spcPts val="0"/>
              </a:spcBef>
              <a:spcAft>
                <a:spcPts val="0"/>
              </a:spcAft>
              <a:buSzPts val="2500"/>
              <a:buNone/>
              <a:defRPr b="1" sz="2500"/>
            </a:lvl4pPr>
            <a:lvl5pPr lvl="4" rtl="0" algn="ctr">
              <a:spcBef>
                <a:spcPts val="0"/>
              </a:spcBef>
              <a:spcAft>
                <a:spcPts val="0"/>
              </a:spcAft>
              <a:buSzPts val="2500"/>
              <a:buNone/>
              <a:defRPr b="1" sz="2500"/>
            </a:lvl5pPr>
            <a:lvl6pPr lvl="5" rtl="0" algn="ctr">
              <a:spcBef>
                <a:spcPts val="0"/>
              </a:spcBef>
              <a:spcAft>
                <a:spcPts val="0"/>
              </a:spcAft>
              <a:buSzPts val="2500"/>
              <a:buNone/>
              <a:defRPr b="1" sz="2500"/>
            </a:lvl6pPr>
            <a:lvl7pPr lvl="6" rtl="0" algn="ctr">
              <a:spcBef>
                <a:spcPts val="0"/>
              </a:spcBef>
              <a:spcAft>
                <a:spcPts val="0"/>
              </a:spcAft>
              <a:buSzPts val="2500"/>
              <a:buNone/>
              <a:defRPr b="1" sz="2500"/>
            </a:lvl7pPr>
            <a:lvl8pPr lvl="7" rtl="0" algn="ctr">
              <a:spcBef>
                <a:spcPts val="0"/>
              </a:spcBef>
              <a:spcAft>
                <a:spcPts val="0"/>
              </a:spcAft>
              <a:buSzPts val="2500"/>
              <a:buNone/>
              <a:defRPr b="1" sz="2500"/>
            </a:lvl8pPr>
            <a:lvl9pPr lvl="8" rtl="0" algn="ctr">
              <a:spcBef>
                <a:spcPts val="0"/>
              </a:spcBef>
              <a:spcAft>
                <a:spcPts val="0"/>
              </a:spcAft>
              <a:buSzPts val="2500"/>
              <a:buNone/>
              <a:defRPr b="1" sz="2500"/>
            </a:lvl9pPr>
          </a:lstStyle>
          <a:p/>
        </p:txBody>
      </p:sp>
      <p:sp>
        <p:nvSpPr>
          <p:cNvPr id="6916" name="Google Shape;6916;p27"/>
          <p:cNvSpPr txBox="1"/>
          <p:nvPr>
            <p:ph idx="5" type="subTitle"/>
          </p:nvPr>
        </p:nvSpPr>
        <p:spPr>
          <a:xfrm>
            <a:off x="2259472" y="2680348"/>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917" name="Google Shape;6917;p27"/>
          <p:cNvSpPr txBox="1"/>
          <p:nvPr>
            <p:ph idx="6" type="title"/>
          </p:nvPr>
        </p:nvSpPr>
        <p:spPr>
          <a:xfrm>
            <a:off x="5811147" y="2471310"/>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b="1" sz="2500"/>
            </a:lvl2pPr>
            <a:lvl3pPr lvl="2" rtl="0" algn="ctr">
              <a:spcBef>
                <a:spcPts val="0"/>
              </a:spcBef>
              <a:spcAft>
                <a:spcPts val="0"/>
              </a:spcAft>
              <a:buSzPts val="2500"/>
              <a:buNone/>
              <a:defRPr b="1" sz="2500"/>
            </a:lvl3pPr>
            <a:lvl4pPr lvl="3" rtl="0" algn="ctr">
              <a:spcBef>
                <a:spcPts val="0"/>
              </a:spcBef>
              <a:spcAft>
                <a:spcPts val="0"/>
              </a:spcAft>
              <a:buSzPts val="2500"/>
              <a:buNone/>
              <a:defRPr b="1" sz="2500"/>
            </a:lvl4pPr>
            <a:lvl5pPr lvl="4" rtl="0" algn="ctr">
              <a:spcBef>
                <a:spcPts val="0"/>
              </a:spcBef>
              <a:spcAft>
                <a:spcPts val="0"/>
              </a:spcAft>
              <a:buSzPts val="2500"/>
              <a:buNone/>
              <a:defRPr b="1" sz="2500"/>
            </a:lvl5pPr>
            <a:lvl6pPr lvl="5" rtl="0" algn="ctr">
              <a:spcBef>
                <a:spcPts val="0"/>
              </a:spcBef>
              <a:spcAft>
                <a:spcPts val="0"/>
              </a:spcAft>
              <a:buSzPts val="2500"/>
              <a:buNone/>
              <a:defRPr b="1" sz="2500"/>
            </a:lvl6pPr>
            <a:lvl7pPr lvl="6" rtl="0" algn="ctr">
              <a:spcBef>
                <a:spcPts val="0"/>
              </a:spcBef>
              <a:spcAft>
                <a:spcPts val="0"/>
              </a:spcAft>
              <a:buSzPts val="2500"/>
              <a:buNone/>
              <a:defRPr b="1" sz="2500"/>
            </a:lvl7pPr>
            <a:lvl8pPr lvl="7" rtl="0" algn="ctr">
              <a:spcBef>
                <a:spcPts val="0"/>
              </a:spcBef>
              <a:spcAft>
                <a:spcPts val="0"/>
              </a:spcAft>
              <a:buSzPts val="2500"/>
              <a:buNone/>
              <a:defRPr b="1" sz="2500"/>
            </a:lvl8pPr>
            <a:lvl9pPr lvl="8" rtl="0" algn="ctr">
              <a:spcBef>
                <a:spcPts val="0"/>
              </a:spcBef>
              <a:spcAft>
                <a:spcPts val="0"/>
              </a:spcAft>
              <a:buSzPts val="2500"/>
              <a:buNone/>
              <a:defRPr b="1" sz="2500"/>
            </a:lvl9pPr>
          </a:lstStyle>
          <a:p/>
        </p:txBody>
      </p:sp>
      <p:sp>
        <p:nvSpPr>
          <p:cNvPr id="6918" name="Google Shape;6918;p27"/>
          <p:cNvSpPr txBox="1"/>
          <p:nvPr>
            <p:ph idx="7" type="subTitle"/>
          </p:nvPr>
        </p:nvSpPr>
        <p:spPr>
          <a:xfrm>
            <a:off x="5811147" y="2680348"/>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919" name="Google Shape;6919;p27"/>
          <p:cNvSpPr txBox="1"/>
          <p:nvPr>
            <p:ph idx="8" type="title"/>
          </p:nvPr>
        </p:nvSpPr>
        <p:spPr>
          <a:xfrm>
            <a:off x="5811147" y="3650884"/>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b="1" sz="2500"/>
            </a:lvl2pPr>
            <a:lvl3pPr lvl="2" rtl="0" algn="ctr">
              <a:spcBef>
                <a:spcPts val="0"/>
              </a:spcBef>
              <a:spcAft>
                <a:spcPts val="0"/>
              </a:spcAft>
              <a:buSzPts val="2500"/>
              <a:buNone/>
              <a:defRPr b="1" sz="2500"/>
            </a:lvl3pPr>
            <a:lvl4pPr lvl="3" rtl="0" algn="ctr">
              <a:spcBef>
                <a:spcPts val="0"/>
              </a:spcBef>
              <a:spcAft>
                <a:spcPts val="0"/>
              </a:spcAft>
              <a:buSzPts val="2500"/>
              <a:buNone/>
              <a:defRPr b="1" sz="2500"/>
            </a:lvl4pPr>
            <a:lvl5pPr lvl="4" rtl="0" algn="ctr">
              <a:spcBef>
                <a:spcPts val="0"/>
              </a:spcBef>
              <a:spcAft>
                <a:spcPts val="0"/>
              </a:spcAft>
              <a:buSzPts val="2500"/>
              <a:buNone/>
              <a:defRPr b="1" sz="2500"/>
            </a:lvl5pPr>
            <a:lvl6pPr lvl="5" rtl="0" algn="ctr">
              <a:spcBef>
                <a:spcPts val="0"/>
              </a:spcBef>
              <a:spcAft>
                <a:spcPts val="0"/>
              </a:spcAft>
              <a:buSzPts val="2500"/>
              <a:buNone/>
              <a:defRPr b="1" sz="2500"/>
            </a:lvl6pPr>
            <a:lvl7pPr lvl="6" rtl="0" algn="ctr">
              <a:spcBef>
                <a:spcPts val="0"/>
              </a:spcBef>
              <a:spcAft>
                <a:spcPts val="0"/>
              </a:spcAft>
              <a:buSzPts val="2500"/>
              <a:buNone/>
              <a:defRPr b="1" sz="2500"/>
            </a:lvl7pPr>
            <a:lvl8pPr lvl="7" rtl="0" algn="ctr">
              <a:spcBef>
                <a:spcPts val="0"/>
              </a:spcBef>
              <a:spcAft>
                <a:spcPts val="0"/>
              </a:spcAft>
              <a:buSzPts val="2500"/>
              <a:buNone/>
              <a:defRPr b="1" sz="2500"/>
            </a:lvl8pPr>
            <a:lvl9pPr lvl="8" rtl="0" algn="ctr">
              <a:spcBef>
                <a:spcPts val="0"/>
              </a:spcBef>
              <a:spcAft>
                <a:spcPts val="0"/>
              </a:spcAft>
              <a:buSzPts val="2500"/>
              <a:buNone/>
              <a:defRPr b="1" sz="2500"/>
            </a:lvl9pPr>
          </a:lstStyle>
          <a:p/>
        </p:txBody>
      </p:sp>
      <p:sp>
        <p:nvSpPr>
          <p:cNvPr id="6920" name="Google Shape;6920;p27"/>
          <p:cNvSpPr txBox="1"/>
          <p:nvPr>
            <p:ph idx="9" type="subTitle"/>
          </p:nvPr>
        </p:nvSpPr>
        <p:spPr>
          <a:xfrm>
            <a:off x="5811147" y="3859922"/>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921" name="Google Shape;6921;p27"/>
          <p:cNvSpPr txBox="1"/>
          <p:nvPr>
            <p:ph idx="13" type="title"/>
          </p:nvPr>
        </p:nvSpPr>
        <p:spPr>
          <a:xfrm>
            <a:off x="2259472" y="3650884"/>
            <a:ext cx="1986000" cy="365700"/>
          </a:xfrm>
          <a:prstGeom prst="rect">
            <a:avLst/>
          </a:prstGeom>
        </p:spPr>
        <p:txBody>
          <a:bodyPr anchorCtr="0" anchor="b" bIns="91425" lIns="91425" spcFirstLastPara="1" rIns="91425" wrap="square" tIns="91425">
            <a:noAutofit/>
          </a:bodyPr>
          <a:lstStyle>
            <a:lvl1pPr lvl="0" rtl="0" algn="l">
              <a:spcBef>
                <a:spcPts val="0"/>
              </a:spcBef>
              <a:spcAft>
                <a:spcPts val="0"/>
              </a:spcAft>
              <a:buSzPts val="2500"/>
              <a:buNone/>
              <a:defRPr sz="2000">
                <a:solidFill>
                  <a:schemeClr val="dk1"/>
                </a:solidFill>
              </a:defRPr>
            </a:lvl1pPr>
            <a:lvl2pPr lvl="1" rtl="0" algn="ctr">
              <a:spcBef>
                <a:spcPts val="0"/>
              </a:spcBef>
              <a:spcAft>
                <a:spcPts val="0"/>
              </a:spcAft>
              <a:buSzPts val="2500"/>
              <a:buNone/>
              <a:defRPr b="1" sz="2500"/>
            </a:lvl2pPr>
            <a:lvl3pPr lvl="2" rtl="0" algn="ctr">
              <a:spcBef>
                <a:spcPts val="0"/>
              </a:spcBef>
              <a:spcAft>
                <a:spcPts val="0"/>
              </a:spcAft>
              <a:buSzPts val="2500"/>
              <a:buNone/>
              <a:defRPr b="1" sz="2500"/>
            </a:lvl3pPr>
            <a:lvl4pPr lvl="3" rtl="0" algn="ctr">
              <a:spcBef>
                <a:spcPts val="0"/>
              </a:spcBef>
              <a:spcAft>
                <a:spcPts val="0"/>
              </a:spcAft>
              <a:buSzPts val="2500"/>
              <a:buNone/>
              <a:defRPr b="1" sz="2500"/>
            </a:lvl4pPr>
            <a:lvl5pPr lvl="4" rtl="0" algn="ctr">
              <a:spcBef>
                <a:spcPts val="0"/>
              </a:spcBef>
              <a:spcAft>
                <a:spcPts val="0"/>
              </a:spcAft>
              <a:buSzPts val="2500"/>
              <a:buNone/>
              <a:defRPr b="1" sz="2500"/>
            </a:lvl5pPr>
            <a:lvl6pPr lvl="5" rtl="0" algn="ctr">
              <a:spcBef>
                <a:spcPts val="0"/>
              </a:spcBef>
              <a:spcAft>
                <a:spcPts val="0"/>
              </a:spcAft>
              <a:buSzPts val="2500"/>
              <a:buNone/>
              <a:defRPr b="1" sz="2500"/>
            </a:lvl6pPr>
            <a:lvl7pPr lvl="6" rtl="0" algn="ctr">
              <a:spcBef>
                <a:spcPts val="0"/>
              </a:spcBef>
              <a:spcAft>
                <a:spcPts val="0"/>
              </a:spcAft>
              <a:buSzPts val="2500"/>
              <a:buNone/>
              <a:defRPr b="1" sz="2500"/>
            </a:lvl7pPr>
            <a:lvl8pPr lvl="7" rtl="0" algn="ctr">
              <a:spcBef>
                <a:spcPts val="0"/>
              </a:spcBef>
              <a:spcAft>
                <a:spcPts val="0"/>
              </a:spcAft>
              <a:buSzPts val="2500"/>
              <a:buNone/>
              <a:defRPr b="1" sz="2500"/>
            </a:lvl8pPr>
            <a:lvl9pPr lvl="8" rtl="0" algn="ctr">
              <a:spcBef>
                <a:spcPts val="0"/>
              </a:spcBef>
              <a:spcAft>
                <a:spcPts val="0"/>
              </a:spcAft>
              <a:buSzPts val="2500"/>
              <a:buNone/>
              <a:defRPr b="1" sz="2500"/>
            </a:lvl9pPr>
          </a:lstStyle>
          <a:p/>
        </p:txBody>
      </p:sp>
      <p:sp>
        <p:nvSpPr>
          <p:cNvPr id="6922" name="Google Shape;6922;p27"/>
          <p:cNvSpPr txBox="1"/>
          <p:nvPr>
            <p:ph idx="14" type="subTitle"/>
          </p:nvPr>
        </p:nvSpPr>
        <p:spPr>
          <a:xfrm>
            <a:off x="2259472" y="3859922"/>
            <a:ext cx="1986000" cy="54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923" name="Google Shape;6923;p27"/>
          <p:cNvSpPr txBox="1"/>
          <p:nvPr>
            <p:ph idx="15"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6924" name="Google Shape;6924;p27"/>
          <p:cNvGrpSpPr/>
          <p:nvPr/>
        </p:nvGrpSpPr>
        <p:grpSpPr>
          <a:xfrm rot="-1727288">
            <a:off x="-697552" y="3798756"/>
            <a:ext cx="1646350" cy="1753736"/>
            <a:chOff x="-2092800" y="-1252032"/>
            <a:chExt cx="1956171" cy="2083646"/>
          </a:xfrm>
        </p:grpSpPr>
        <p:sp>
          <p:nvSpPr>
            <p:cNvPr id="6925" name="Google Shape;6925;p27"/>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6" name="Google Shape;6926;p27"/>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7" name="Google Shape;6927;p27"/>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8" name="Google Shape;6928;p27"/>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9" name="Google Shape;6929;p27"/>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0" name="Google Shape;6930;p27"/>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1" name="Google Shape;6931;p27"/>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2" name="Google Shape;6932;p27"/>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3" name="Google Shape;6933;p27"/>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4" name="Google Shape;6934;p27"/>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5" name="Google Shape;6935;p27"/>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6" name="Google Shape;6936;p27"/>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7" name="Google Shape;6937;p27"/>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8" name="Google Shape;6938;p27"/>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9" name="Google Shape;6939;p27"/>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0" name="Google Shape;6940;p27"/>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1" name="Google Shape;6941;p27"/>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2" name="Google Shape;6942;p27"/>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3" name="Google Shape;6943;p27"/>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4" name="Google Shape;6944;p27"/>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5" name="Google Shape;6945;p27"/>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6" name="Google Shape;6946;p27"/>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7" name="Google Shape;6947;p27"/>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8" name="Google Shape;6948;p27"/>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9" name="Google Shape;6949;p27"/>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0" name="Google Shape;6950;p27"/>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1" name="Google Shape;6951;p27"/>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2" name="Google Shape;6952;p27"/>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3" name="Google Shape;6953;p27"/>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4" name="Google Shape;6954;p27"/>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5" name="Google Shape;6955;p27"/>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6" name="Google Shape;6956;p27"/>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7" name="Google Shape;6957;p27"/>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8" name="Google Shape;6958;p27"/>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9" name="Google Shape;6959;p27"/>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0" name="Google Shape;6960;p27"/>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1" name="Google Shape;6961;p27"/>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2" name="Google Shape;6962;p27"/>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3" name="Google Shape;6963;p27"/>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4" name="Google Shape;6964;p27"/>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5" name="Google Shape;6965;p27"/>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6" name="Google Shape;6966;p27"/>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7" name="Google Shape;6967;p27"/>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8" name="Google Shape;6968;p27"/>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9" name="Google Shape;6969;p27"/>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0" name="Google Shape;6970;p27"/>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1" name="Google Shape;6971;p27"/>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2" name="Google Shape;6972;p27"/>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3" name="Google Shape;6973;p27"/>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74" name="Google Shape;6974;p27"/>
          <p:cNvGrpSpPr/>
          <p:nvPr/>
        </p:nvGrpSpPr>
        <p:grpSpPr>
          <a:xfrm rot="5180166">
            <a:off x="8422634" y="-17248"/>
            <a:ext cx="1047199" cy="979545"/>
            <a:chOff x="-252624" y="1601574"/>
            <a:chExt cx="1047258" cy="979600"/>
          </a:xfrm>
        </p:grpSpPr>
        <p:sp>
          <p:nvSpPr>
            <p:cNvPr id="6975" name="Google Shape;6975;p27"/>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6" name="Google Shape;6976;p27"/>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7" name="Google Shape;6977;p27"/>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8" name="Google Shape;6978;p27"/>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9" name="Google Shape;6979;p27"/>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0" name="Google Shape;6980;p27"/>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1" name="Google Shape;6981;p27"/>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2" name="Google Shape;6982;p27"/>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3" name="Google Shape;6983;p27"/>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4" name="Google Shape;6984;p27"/>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5" name="Google Shape;6985;p27"/>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6" name="Google Shape;6986;p27"/>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7" name="Google Shape;6987;p27"/>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1">
  <p:cSld name="CUSTOM_7_1">
    <p:spTree>
      <p:nvGrpSpPr>
        <p:cNvPr id="6988" name="Shape 6988"/>
        <p:cNvGrpSpPr/>
        <p:nvPr/>
      </p:nvGrpSpPr>
      <p:grpSpPr>
        <a:xfrm>
          <a:off x="0" y="0"/>
          <a:ext cx="0" cy="0"/>
          <a:chOff x="0" y="0"/>
          <a:chExt cx="0" cy="0"/>
        </a:xfrm>
      </p:grpSpPr>
      <p:grpSp>
        <p:nvGrpSpPr>
          <p:cNvPr id="6989" name="Google Shape;6989;p28"/>
          <p:cNvGrpSpPr/>
          <p:nvPr/>
        </p:nvGrpSpPr>
        <p:grpSpPr>
          <a:xfrm flipH="1">
            <a:off x="28" y="16530"/>
            <a:ext cx="9143944" cy="4940153"/>
            <a:chOff x="0" y="0"/>
            <a:chExt cx="2940175" cy="3566125"/>
          </a:xfrm>
        </p:grpSpPr>
        <p:sp>
          <p:nvSpPr>
            <p:cNvPr id="6990" name="Google Shape;6990;p28"/>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1" name="Google Shape;6991;p28"/>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2" name="Google Shape;6992;p28"/>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3" name="Google Shape;6993;p28"/>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4" name="Google Shape;6994;p28"/>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5" name="Google Shape;6995;p28"/>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6" name="Google Shape;6996;p28"/>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7" name="Google Shape;6997;p28"/>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8" name="Google Shape;6998;p28"/>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9" name="Google Shape;6999;p28"/>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0" name="Google Shape;7000;p28"/>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1" name="Google Shape;7001;p28"/>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2" name="Google Shape;7002;p28"/>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3" name="Google Shape;7003;p28"/>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4" name="Google Shape;7004;p28"/>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5" name="Google Shape;7005;p28"/>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6" name="Google Shape;7006;p28"/>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7" name="Google Shape;7007;p28"/>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8" name="Google Shape;7008;p28"/>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9" name="Google Shape;7009;p28"/>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0" name="Google Shape;7010;p28"/>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1" name="Google Shape;7011;p28"/>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2" name="Google Shape;7012;p28"/>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3" name="Google Shape;7013;p28"/>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4" name="Google Shape;7014;p28"/>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5" name="Google Shape;7015;p28"/>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6" name="Google Shape;7016;p28"/>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7" name="Google Shape;7017;p28"/>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8" name="Google Shape;7018;p28"/>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9" name="Google Shape;7019;p28"/>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0" name="Google Shape;7020;p28"/>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1" name="Google Shape;7021;p28"/>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2" name="Google Shape;7022;p28"/>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3" name="Google Shape;7023;p28"/>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4" name="Google Shape;7024;p28"/>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5" name="Google Shape;7025;p28"/>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6" name="Google Shape;7026;p28"/>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7" name="Google Shape;7027;p28"/>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8" name="Google Shape;7028;p28"/>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9" name="Google Shape;7029;p28"/>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0" name="Google Shape;7030;p28"/>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1" name="Google Shape;7031;p28"/>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2" name="Google Shape;7032;p28"/>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3" name="Google Shape;7033;p28"/>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4" name="Google Shape;7034;p28"/>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5" name="Google Shape;7035;p28"/>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6" name="Google Shape;7036;p28"/>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7" name="Google Shape;7037;p28"/>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8" name="Google Shape;7038;p28"/>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9" name="Google Shape;7039;p28"/>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0" name="Google Shape;7040;p28"/>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1" name="Google Shape;7041;p28"/>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2" name="Google Shape;7042;p28"/>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3" name="Google Shape;7043;p28"/>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4" name="Google Shape;7044;p28"/>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5" name="Google Shape;7045;p28"/>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6" name="Google Shape;7046;p28"/>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7" name="Google Shape;7047;p28"/>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8" name="Google Shape;7048;p28"/>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9" name="Google Shape;7049;p28"/>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0" name="Google Shape;7050;p28"/>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1" name="Google Shape;7051;p28"/>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2" name="Google Shape;7052;p28"/>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3" name="Google Shape;7053;p28"/>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4" name="Google Shape;7054;p28"/>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5" name="Google Shape;7055;p28"/>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6" name="Google Shape;7056;p28"/>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7" name="Google Shape;7057;p28"/>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8" name="Google Shape;7058;p28"/>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9" name="Google Shape;7059;p28"/>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0" name="Google Shape;7060;p28"/>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1" name="Google Shape;7061;p28"/>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2" name="Google Shape;7062;p28"/>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3" name="Google Shape;7063;p28"/>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4" name="Google Shape;7064;p28"/>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5" name="Google Shape;7065;p28"/>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6" name="Google Shape;7066;p28"/>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7" name="Google Shape;7067;p28"/>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8" name="Google Shape;7068;p28"/>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9" name="Google Shape;7069;p28"/>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0" name="Google Shape;7070;p28"/>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1" name="Google Shape;7071;p28"/>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2" name="Google Shape;7072;p28"/>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3" name="Google Shape;7073;p28"/>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4" name="Google Shape;7074;p28"/>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5" name="Google Shape;7075;p28"/>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6" name="Google Shape;7076;p28"/>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7" name="Google Shape;7077;p28"/>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8" name="Google Shape;7078;p28"/>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9" name="Google Shape;7079;p28"/>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0" name="Google Shape;7080;p28"/>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1" name="Google Shape;7081;p28"/>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2" name="Google Shape;7082;p28"/>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3" name="Google Shape;7083;p28"/>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4" name="Google Shape;7084;p28"/>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5" name="Google Shape;7085;p28"/>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6" name="Google Shape;7086;p28"/>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7" name="Google Shape;7087;p28"/>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8" name="Google Shape;7088;p28"/>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9" name="Google Shape;7089;p28"/>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0" name="Google Shape;7090;p28"/>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1" name="Google Shape;7091;p28"/>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2" name="Google Shape;7092;p28"/>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3" name="Google Shape;7093;p28"/>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4" name="Google Shape;7094;p28"/>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5" name="Google Shape;7095;p28"/>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6" name="Google Shape;7096;p28"/>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7" name="Google Shape;7097;p28"/>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8" name="Google Shape;7098;p28"/>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9" name="Google Shape;7099;p28"/>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0" name="Google Shape;7100;p28"/>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1" name="Google Shape;7101;p28"/>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2" name="Google Shape;7102;p28"/>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3" name="Google Shape;7103;p28"/>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4" name="Google Shape;7104;p28"/>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5" name="Google Shape;7105;p28"/>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6" name="Google Shape;7106;p28"/>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107" name="Google Shape;7107;p28"/>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8" name="Google Shape;7108;p28"/>
          <p:cNvSpPr txBox="1"/>
          <p:nvPr>
            <p:ph type="title"/>
          </p:nvPr>
        </p:nvSpPr>
        <p:spPr>
          <a:xfrm>
            <a:off x="1023437" y="2006021"/>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7109" name="Google Shape;7109;p28"/>
          <p:cNvSpPr txBox="1"/>
          <p:nvPr>
            <p:ph idx="1" type="subTitle"/>
          </p:nvPr>
        </p:nvSpPr>
        <p:spPr>
          <a:xfrm>
            <a:off x="1023437" y="2235730"/>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110" name="Google Shape;7110;p28"/>
          <p:cNvSpPr txBox="1"/>
          <p:nvPr>
            <p:ph idx="2" type="title"/>
          </p:nvPr>
        </p:nvSpPr>
        <p:spPr>
          <a:xfrm>
            <a:off x="3579000" y="2006021"/>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7111" name="Google Shape;7111;p28"/>
          <p:cNvSpPr txBox="1"/>
          <p:nvPr>
            <p:ph idx="3" type="subTitle"/>
          </p:nvPr>
        </p:nvSpPr>
        <p:spPr>
          <a:xfrm>
            <a:off x="3579000" y="2235730"/>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112" name="Google Shape;7112;p28"/>
          <p:cNvSpPr txBox="1"/>
          <p:nvPr>
            <p:ph idx="4" type="title"/>
          </p:nvPr>
        </p:nvSpPr>
        <p:spPr>
          <a:xfrm>
            <a:off x="1023437" y="3790939"/>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7113" name="Google Shape;7113;p28"/>
          <p:cNvSpPr txBox="1"/>
          <p:nvPr>
            <p:ph idx="5" type="subTitle"/>
          </p:nvPr>
        </p:nvSpPr>
        <p:spPr>
          <a:xfrm>
            <a:off x="1023437" y="4021375"/>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114" name="Google Shape;7114;p28"/>
          <p:cNvSpPr txBox="1"/>
          <p:nvPr>
            <p:ph idx="6" type="title"/>
          </p:nvPr>
        </p:nvSpPr>
        <p:spPr>
          <a:xfrm>
            <a:off x="3579000" y="3790939"/>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7115" name="Google Shape;7115;p28"/>
          <p:cNvSpPr txBox="1"/>
          <p:nvPr>
            <p:ph idx="7" type="subTitle"/>
          </p:nvPr>
        </p:nvSpPr>
        <p:spPr>
          <a:xfrm>
            <a:off x="3579000" y="4021375"/>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116" name="Google Shape;7116;p28"/>
          <p:cNvSpPr txBox="1"/>
          <p:nvPr>
            <p:ph idx="8" type="title"/>
          </p:nvPr>
        </p:nvSpPr>
        <p:spPr>
          <a:xfrm>
            <a:off x="6134563" y="2006021"/>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7117" name="Google Shape;7117;p28"/>
          <p:cNvSpPr txBox="1"/>
          <p:nvPr>
            <p:ph idx="9" type="subTitle"/>
          </p:nvPr>
        </p:nvSpPr>
        <p:spPr>
          <a:xfrm>
            <a:off x="6134563" y="2235730"/>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118" name="Google Shape;7118;p28"/>
          <p:cNvSpPr txBox="1"/>
          <p:nvPr>
            <p:ph idx="13" type="title"/>
          </p:nvPr>
        </p:nvSpPr>
        <p:spPr>
          <a:xfrm>
            <a:off x="6134563" y="3790939"/>
            <a:ext cx="19860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7119" name="Google Shape;7119;p28"/>
          <p:cNvSpPr txBox="1"/>
          <p:nvPr>
            <p:ph idx="14" type="subTitle"/>
          </p:nvPr>
        </p:nvSpPr>
        <p:spPr>
          <a:xfrm>
            <a:off x="6134563" y="4021375"/>
            <a:ext cx="1986000" cy="548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120" name="Google Shape;7120;p28"/>
          <p:cNvSpPr txBox="1"/>
          <p:nvPr>
            <p:ph idx="15" type="title"/>
          </p:nvPr>
        </p:nvSpPr>
        <p:spPr>
          <a:xfrm>
            <a:off x="720000" y="365760"/>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grpSp>
        <p:nvGrpSpPr>
          <p:cNvPr id="7121" name="Google Shape;7121;p28"/>
          <p:cNvGrpSpPr/>
          <p:nvPr/>
        </p:nvGrpSpPr>
        <p:grpSpPr>
          <a:xfrm>
            <a:off x="8582675" y="3119675"/>
            <a:ext cx="898165" cy="766770"/>
            <a:chOff x="-252625" y="2918525"/>
            <a:chExt cx="898165" cy="766770"/>
          </a:xfrm>
        </p:grpSpPr>
        <p:sp>
          <p:nvSpPr>
            <p:cNvPr id="7122" name="Google Shape;7122;p28"/>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3" name="Google Shape;7123;p28"/>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4" name="Google Shape;7124;p28"/>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5" name="Google Shape;7125;p28"/>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6" name="Google Shape;7126;p28"/>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7" name="Google Shape;7127;p28"/>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8" name="Google Shape;7128;p28"/>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9" name="Google Shape;7129;p28"/>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0" name="Google Shape;7130;p28"/>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1" name="Google Shape;7131;p28"/>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2" name="Google Shape;7132;p28"/>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3" name="Google Shape;7133;p28"/>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4" name="Google Shape;7134;p28"/>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5" name="Google Shape;7135;p28"/>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6" name="Google Shape;7136;p28"/>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7" name="Google Shape;7137;p28"/>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8" name="Google Shape;7138;p28"/>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9" name="Google Shape;7139;p28"/>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0" name="Google Shape;7140;p28"/>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1" name="Google Shape;7141;p28"/>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2" name="Google Shape;7142;p28"/>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3" name="Google Shape;7143;p28"/>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4" name="Google Shape;7144;p28"/>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5" name="Google Shape;7145;p28"/>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6" name="Google Shape;7146;p28"/>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7" name="Google Shape;7147;p28"/>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8" name="Google Shape;7148;p28"/>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9" name="Google Shape;7149;p28"/>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0" name="Google Shape;7150;p28"/>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1" name="Google Shape;7151;p28"/>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2" name="Google Shape;7152;p28"/>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3" name="Google Shape;7153;p28"/>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4" name="Google Shape;7154;p28"/>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5" name="Google Shape;7155;p28"/>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6" name="Google Shape;7156;p28"/>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7" name="Google Shape;7157;p28"/>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58" name="Google Shape;7158;p28"/>
          <p:cNvGrpSpPr/>
          <p:nvPr/>
        </p:nvGrpSpPr>
        <p:grpSpPr>
          <a:xfrm>
            <a:off x="8582675" y="1937605"/>
            <a:ext cx="679382" cy="871990"/>
            <a:chOff x="8619938" y="2813305"/>
            <a:chExt cx="679382" cy="871990"/>
          </a:xfrm>
        </p:grpSpPr>
        <p:sp>
          <p:nvSpPr>
            <p:cNvPr id="7159" name="Google Shape;7159;p28"/>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0" name="Google Shape;7160;p28"/>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1" name="Google Shape;7161;p28"/>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2" name="Google Shape;7162;p28"/>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3" name="Google Shape;7163;p28"/>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4" name="Google Shape;7164;p28"/>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5" name="Google Shape;7165;p28"/>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6" name="Google Shape;7166;p28"/>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7" name="Google Shape;7167;p28"/>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8" name="Google Shape;7168;p28"/>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9" name="Google Shape;7169;p28"/>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0" name="Google Shape;7170;p28"/>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1" name="Google Shape;7171;p28"/>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2" name="Google Shape;7172;p28"/>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3" name="Google Shape;7173;p28"/>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4" name="Google Shape;7174;p28"/>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5" name="Google Shape;7175;p28"/>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6" name="Google Shape;7176;p28"/>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7" name="Google Shape;7177;p28"/>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8" name="Google Shape;7178;p28"/>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9" name="Google Shape;7179;p28"/>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0" name="Google Shape;7180;p28"/>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1" name="Google Shape;7181;p28"/>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2" name="Google Shape;7182;p28"/>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3" name="Google Shape;7183;p28"/>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4" name="Google Shape;7184;p28"/>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5" name="Google Shape;7185;p28"/>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6" name="Google Shape;7186;p28"/>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187" name="Google Shape;7187;p28"/>
            <p:cNvGrpSpPr/>
            <p:nvPr/>
          </p:nvGrpSpPr>
          <p:grpSpPr>
            <a:xfrm>
              <a:off x="8619938" y="2813305"/>
              <a:ext cx="679382" cy="871990"/>
              <a:chOff x="8619938" y="2813305"/>
              <a:chExt cx="679382" cy="871990"/>
            </a:xfrm>
          </p:grpSpPr>
          <p:sp>
            <p:nvSpPr>
              <p:cNvPr id="7188" name="Google Shape;7188;p28"/>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9" name="Google Shape;7189;p28"/>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190" name="Google Shape;7190;p28"/>
          <p:cNvGrpSpPr/>
          <p:nvPr/>
        </p:nvGrpSpPr>
        <p:grpSpPr>
          <a:xfrm>
            <a:off x="-281375" y="3159051"/>
            <a:ext cx="925639" cy="688028"/>
            <a:chOff x="8588925" y="2091476"/>
            <a:chExt cx="925639" cy="688028"/>
          </a:xfrm>
        </p:grpSpPr>
        <p:sp>
          <p:nvSpPr>
            <p:cNvPr id="7191" name="Google Shape;7191;p28"/>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2" name="Google Shape;7192;p28"/>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3" name="Google Shape;7193;p28"/>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4" name="Google Shape;7194;p28"/>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5" name="Google Shape;7195;p28"/>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6" name="Google Shape;7196;p28"/>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7" name="Google Shape;7197;p28"/>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8" name="Google Shape;7198;p28"/>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9" name="Google Shape;7199;p28"/>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0" name="Google Shape;7200;p28"/>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1" name="Google Shape;7201;p28"/>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2" name="Google Shape;7202;p28"/>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3" name="Google Shape;7203;p28"/>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4" name="Google Shape;7204;p28"/>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05" name="Google Shape;7205;p28"/>
          <p:cNvGrpSpPr/>
          <p:nvPr/>
        </p:nvGrpSpPr>
        <p:grpSpPr>
          <a:xfrm>
            <a:off x="-350587" y="4150200"/>
            <a:ext cx="898165" cy="766770"/>
            <a:chOff x="-252625" y="2918525"/>
            <a:chExt cx="898165" cy="766770"/>
          </a:xfrm>
        </p:grpSpPr>
        <p:sp>
          <p:nvSpPr>
            <p:cNvPr id="7206" name="Google Shape;7206;p28"/>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7" name="Google Shape;7207;p28"/>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8" name="Google Shape;7208;p28"/>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9" name="Google Shape;7209;p28"/>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0" name="Google Shape;7210;p28"/>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1" name="Google Shape;7211;p28"/>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2" name="Google Shape;7212;p28"/>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3" name="Google Shape;7213;p28"/>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4" name="Google Shape;7214;p28"/>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5" name="Google Shape;7215;p28"/>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6" name="Google Shape;7216;p28"/>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7" name="Google Shape;7217;p28"/>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8" name="Google Shape;7218;p28"/>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9" name="Google Shape;7219;p28"/>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0" name="Google Shape;7220;p28"/>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1" name="Google Shape;7221;p28"/>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2" name="Google Shape;7222;p28"/>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3" name="Google Shape;7223;p28"/>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4" name="Google Shape;7224;p28"/>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5" name="Google Shape;7225;p28"/>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6" name="Google Shape;7226;p28"/>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7" name="Google Shape;7227;p28"/>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8" name="Google Shape;7228;p28"/>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9" name="Google Shape;7229;p28"/>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0" name="Google Shape;7230;p28"/>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1" name="Google Shape;7231;p28"/>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2" name="Google Shape;7232;p28"/>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3" name="Google Shape;7233;p28"/>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4" name="Google Shape;7234;p28"/>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5" name="Google Shape;7235;p28"/>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6" name="Google Shape;7236;p28"/>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7" name="Google Shape;7237;p28"/>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8" name="Google Shape;7238;p28"/>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9" name="Google Shape;7239;p28"/>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0" name="Google Shape;7240;p28"/>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1" name="Google Shape;7241;p28"/>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7242" name="Shape 7242"/>
        <p:cNvGrpSpPr/>
        <p:nvPr/>
      </p:nvGrpSpPr>
      <p:grpSpPr>
        <a:xfrm>
          <a:off x="0" y="0"/>
          <a:ext cx="0" cy="0"/>
          <a:chOff x="0" y="0"/>
          <a:chExt cx="0" cy="0"/>
        </a:xfrm>
      </p:grpSpPr>
      <p:grpSp>
        <p:nvGrpSpPr>
          <p:cNvPr id="7243" name="Google Shape;7243;p29"/>
          <p:cNvGrpSpPr/>
          <p:nvPr/>
        </p:nvGrpSpPr>
        <p:grpSpPr>
          <a:xfrm flipH="1">
            <a:off x="28" y="16530"/>
            <a:ext cx="9143944" cy="4940153"/>
            <a:chOff x="0" y="0"/>
            <a:chExt cx="2940175" cy="3566125"/>
          </a:xfrm>
        </p:grpSpPr>
        <p:sp>
          <p:nvSpPr>
            <p:cNvPr id="7244" name="Google Shape;7244;p29"/>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5" name="Google Shape;7245;p29"/>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6" name="Google Shape;7246;p29"/>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7" name="Google Shape;7247;p29"/>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8" name="Google Shape;7248;p29"/>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9" name="Google Shape;7249;p29"/>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0" name="Google Shape;7250;p29"/>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1" name="Google Shape;7251;p29"/>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2" name="Google Shape;7252;p29"/>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3" name="Google Shape;7253;p29"/>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4" name="Google Shape;7254;p29"/>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5" name="Google Shape;7255;p29"/>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6" name="Google Shape;7256;p29"/>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7" name="Google Shape;7257;p29"/>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8" name="Google Shape;7258;p29"/>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9" name="Google Shape;7259;p29"/>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0" name="Google Shape;7260;p29"/>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1" name="Google Shape;7261;p29"/>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2" name="Google Shape;7262;p29"/>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3" name="Google Shape;7263;p29"/>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4" name="Google Shape;7264;p29"/>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5" name="Google Shape;7265;p29"/>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6" name="Google Shape;7266;p29"/>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7" name="Google Shape;7267;p29"/>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8" name="Google Shape;7268;p29"/>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9" name="Google Shape;7269;p29"/>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0" name="Google Shape;7270;p29"/>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1" name="Google Shape;7271;p29"/>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2" name="Google Shape;7272;p29"/>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3" name="Google Shape;7273;p29"/>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4" name="Google Shape;7274;p29"/>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5" name="Google Shape;7275;p29"/>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6" name="Google Shape;7276;p29"/>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7" name="Google Shape;7277;p29"/>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8" name="Google Shape;7278;p29"/>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9" name="Google Shape;7279;p29"/>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0" name="Google Shape;7280;p29"/>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1" name="Google Shape;7281;p29"/>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2" name="Google Shape;7282;p29"/>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3" name="Google Shape;7283;p29"/>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4" name="Google Shape;7284;p29"/>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5" name="Google Shape;7285;p29"/>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6" name="Google Shape;7286;p29"/>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7" name="Google Shape;7287;p29"/>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8" name="Google Shape;7288;p29"/>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9" name="Google Shape;7289;p29"/>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0" name="Google Shape;7290;p29"/>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1" name="Google Shape;7291;p29"/>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2" name="Google Shape;7292;p29"/>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3" name="Google Shape;7293;p29"/>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4" name="Google Shape;7294;p29"/>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5" name="Google Shape;7295;p29"/>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6" name="Google Shape;7296;p29"/>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7" name="Google Shape;7297;p29"/>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8" name="Google Shape;7298;p29"/>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9" name="Google Shape;7299;p29"/>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0" name="Google Shape;7300;p29"/>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1" name="Google Shape;7301;p29"/>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2" name="Google Shape;7302;p29"/>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3" name="Google Shape;7303;p29"/>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4" name="Google Shape;7304;p29"/>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5" name="Google Shape;7305;p29"/>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6" name="Google Shape;7306;p29"/>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7" name="Google Shape;7307;p29"/>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8" name="Google Shape;7308;p29"/>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9" name="Google Shape;7309;p29"/>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0" name="Google Shape;7310;p29"/>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1" name="Google Shape;7311;p29"/>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2" name="Google Shape;7312;p29"/>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3" name="Google Shape;7313;p29"/>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4" name="Google Shape;7314;p29"/>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5" name="Google Shape;7315;p29"/>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6" name="Google Shape;7316;p29"/>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7" name="Google Shape;7317;p29"/>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8" name="Google Shape;7318;p29"/>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9" name="Google Shape;7319;p29"/>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0" name="Google Shape;7320;p29"/>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1" name="Google Shape;7321;p29"/>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2" name="Google Shape;7322;p29"/>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3" name="Google Shape;7323;p29"/>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4" name="Google Shape;7324;p29"/>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5" name="Google Shape;7325;p29"/>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6" name="Google Shape;7326;p29"/>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7" name="Google Shape;7327;p29"/>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8" name="Google Shape;7328;p29"/>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9" name="Google Shape;7329;p29"/>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0" name="Google Shape;7330;p29"/>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1" name="Google Shape;7331;p29"/>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2" name="Google Shape;7332;p29"/>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3" name="Google Shape;7333;p29"/>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4" name="Google Shape;7334;p29"/>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5" name="Google Shape;7335;p29"/>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6" name="Google Shape;7336;p29"/>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7" name="Google Shape;7337;p29"/>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8" name="Google Shape;7338;p29"/>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9" name="Google Shape;7339;p29"/>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0" name="Google Shape;7340;p29"/>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1" name="Google Shape;7341;p29"/>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2" name="Google Shape;7342;p29"/>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3" name="Google Shape;7343;p29"/>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4" name="Google Shape;7344;p29"/>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5" name="Google Shape;7345;p29"/>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6" name="Google Shape;7346;p29"/>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7" name="Google Shape;7347;p29"/>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8" name="Google Shape;7348;p29"/>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9" name="Google Shape;7349;p29"/>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0" name="Google Shape;7350;p29"/>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1" name="Google Shape;7351;p29"/>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2" name="Google Shape;7352;p29"/>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3" name="Google Shape;7353;p29"/>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4" name="Google Shape;7354;p29"/>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5" name="Google Shape;7355;p29"/>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6" name="Google Shape;7356;p29"/>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7" name="Google Shape;7357;p29"/>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8" name="Google Shape;7358;p29"/>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9" name="Google Shape;7359;p29"/>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0" name="Google Shape;7360;p29"/>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361" name="Google Shape;7361;p29"/>
          <p:cNvSpPr txBox="1"/>
          <p:nvPr>
            <p:ph idx="1" type="subTitle"/>
          </p:nvPr>
        </p:nvSpPr>
        <p:spPr>
          <a:xfrm>
            <a:off x="2472600" y="1379255"/>
            <a:ext cx="41988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sz="16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7362" name="Google Shape;7362;p29"/>
          <p:cNvSpPr txBox="1"/>
          <p:nvPr>
            <p:ph idx="2" type="subTitle"/>
          </p:nvPr>
        </p:nvSpPr>
        <p:spPr>
          <a:xfrm>
            <a:off x="2472600" y="2751025"/>
            <a:ext cx="41988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sz="16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7363" name="Google Shape;7363;p29"/>
          <p:cNvSpPr txBox="1"/>
          <p:nvPr>
            <p:ph idx="3" type="subTitle"/>
          </p:nvPr>
        </p:nvSpPr>
        <p:spPr>
          <a:xfrm>
            <a:off x="2472600" y="4117074"/>
            <a:ext cx="4198800" cy="3657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sz="16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7364" name="Google Shape;7364;p29"/>
          <p:cNvSpPr txBox="1"/>
          <p:nvPr>
            <p:ph hasCustomPrompt="1" type="title"/>
          </p:nvPr>
        </p:nvSpPr>
        <p:spPr>
          <a:xfrm>
            <a:off x="2472600" y="660726"/>
            <a:ext cx="4198800" cy="6402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6000"/>
              <a:buNone/>
              <a:defRPr sz="4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7365" name="Google Shape;7365;p29"/>
          <p:cNvSpPr txBox="1"/>
          <p:nvPr>
            <p:ph hasCustomPrompt="1" idx="4" type="title"/>
          </p:nvPr>
        </p:nvSpPr>
        <p:spPr>
          <a:xfrm>
            <a:off x="2472600" y="2031549"/>
            <a:ext cx="4198800" cy="6402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6000"/>
              <a:buNone/>
              <a:defRPr sz="4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7366" name="Google Shape;7366;p29"/>
          <p:cNvSpPr txBox="1"/>
          <p:nvPr>
            <p:ph hasCustomPrompt="1" idx="5" type="title"/>
          </p:nvPr>
        </p:nvSpPr>
        <p:spPr>
          <a:xfrm>
            <a:off x="2472600" y="3397598"/>
            <a:ext cx="4198800" cy="6402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6000"/>
              <a:buNone/>
              <a:defRPr sz="4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grpSp>
        <p:nvGrpSpPr>
          <p:cNvPr id="7367" name="Google Shape;7367;p29"/>
          <p:cNvGrpSpPr/>
          <p:nvPr/>
        </p:nvGrpSpPr>
        <p:grpSpPr>
          <a:xfrm flipH="1">
            <a:off x="-262192" y="-269659"/>
            <a:ext cx="1363145" cy="1433258"/>
            <a:chOff x="8529150" y="-173700"/>
            <a:chExt cx="1669089" cy="1754724"/>
          </a:xfrm>
        </p:grpSpPr>
        <p:sp>
          <p:nvSpPr>
            <p:cNvPr id="7368" name="Google Shape;7368;p29"/>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9" name="Google Shape;7369;p29"/>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0" name="Google Shape;7370;p29"/>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1" name="Google Shape;7371;p29"/>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2" name="Google Shape;7372;p29"/>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3" name="Google Shape;7373;p29"/>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4" name="Google Shape;7374;p29"/>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5" name="Google Shape;7375;p29"/>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6" name="Google Shape;7376;p29"/>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7" name="Google Shape;7377;p29"/>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8" name="Google Shape;7378;p29"/>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9" name="Google Shape;7379;p29"/>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0" name="Google Shape;7380;p29"/>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1" name="Google Shape;7381;p29"/>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2" name="Google Shape;7382;p29"/>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3" name="Google Shape;7383;p29"/>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4" name="Google Shape;7384;p29"/>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5" name="Google Shape;7385;p29"/>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6" name="Google Shape;7386;p29"/>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7" name="Google Shape;7387;p29"/>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8" name="Google Shape;7388;p29"/>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9" name="Google Shape;7389;p29"/>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0" name="Google Shape;7390;p29"/>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1" name="Google Shape;7391;p29"/>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2" name="Google Shape;7392;p29"/>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3" name="Google Shape;7393;p29"/>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4" name="Google Shape;7394;p29"/>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5" name="Google Shape;7395;p29"/>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6" name="Google Shape;7396;p29"/>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7" name="Google Shape;7397;p29"/>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8" name="Google Shape;7398;p29"/>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9" name="Google Shape;7399;p29"/>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0" name="Google Shape;7400;p29"/>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1" name="Google Shape;7401;p29"/>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2" name="Google Shape;7402;p29"/>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3" name="Google Shape;7403;p29"/>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4" name="Google Shape;7404;p29"/>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5" name="Google Shape;7405;p29"/>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6" name="Google Shape;7406;p29"/>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7" name="Google Shape;7407;p29"/>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8" name="Google Shape;7408;p29"/>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9" name="Google Shape;7409;p29"/>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10" name="Google Shape;7410;p29"/>
          <p:cNvGrpSpPr/>
          <p:nvPr/>
        </p:nvGrpSpPr>
        <p:grpSpPr>
          <a:xfrm flipH="1">
            <a:off x="-340873" y="3413813"/>
            <a:ext cx="925639" cy="688028"/>
            <a:chOff x="8588925" y="2091476"/>
            <a:chExt cx="925639" cy="688028"/>
          </a:xfrm>
        </p:grpSpPr>
        <p:sp>
          <p:nvSpPr>
            <p:cNvPr id="7411" name="Google Shape;7411;p29"/>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2" name="Google Shape;7412;p29"/>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3" name="Google Shape;7413;p29"/>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4" name="Google Shape;7414;p29"/>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5" name="Google Shape;7415;p29"/>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6" name="Google Shape;7416;p29"/>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7" name="Google Shape;7417;p29"/>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8" name="Google Shape;7418;p29"/>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9" name="Google Shape;7419;p29"/>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0" name="Google Shape;7420;p29"/>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1" name="Google Shape;7421;p29"/>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2" name="Google Shape;7422;p29"/>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3" name="Google Shape;7423;p29"/>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4" name="Google Shape;7424;p29"/>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25" name="Google Shape;7425;p29"/>
          <p:cNvGrpSpPr/>
          <p:nvPr/>
        </p:nvGrpSpPr>
        <p:grpSpPr>
          <a:xfrm flipH="1">
            <a:off x="8526702" y="1642175"/>
            <a:ext cx="898165" cy="766770"/>
            <a:chOff x="-252625" y="2918525"/>
            <a:chExt cx="898165" cy="766770"/>
          </a:xfrm>
        </p:grpSpPr>
        <p:sp>
          <p:nvSpPr>
            <p:cNvPr id="7426" name="Google Shape;7426;p29"/>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7" name="Google Shape;7427;p29"/>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8" name="Google Shape;7428;p29"/>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9" name="Google Shape;7429;p29"/>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0" name="Google Shape;7430;p29"/>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1" name="Google Shape;7431;p29"/>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2" name="Google Shape;7432;p29"/>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3" name="Google Shape;7433;p29"/>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4" name="Google Shape;7434;p29"/>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5" name="Google Shape;7435;p29"/>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6" name="Google Shape;7436;p29"/>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7" name="Google Shape;7437;p29"/>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8" name="Google Shape;7438;p29"/>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9" name="Google Shape;7439;p29"/>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0" name="Google Shape;7440;p29"/>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1" name="Google Shape;7441;p29"/>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2" name="Google Shape;7442;p29"/>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3" name="Google Shape;7443;p29"/>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4" name="Google Shape;7444;p29"/>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5" name="Google Shape;7445;p29"/>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6" name="Google Shape;7446;p29"/>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7" name="Google Shape;7447;p29"/>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8" name="Google Shape;7448;p29"/>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9" name="Google Shape;7449;p29"/>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0" name="Google Shape;7450;p29"/>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1" name="Google Shape;7451;p29"/>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2" name="Google Shape;7452;p29"/>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3" name="Google Shape;7453;p29"/>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4" name="Google Shape;7454;p29"/>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5" name="Google Shape;7455;p29"/>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6" name="Google Shape;7456;p29"/>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7" name="Google Shape;7457;p29"/>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8" name="Google Shape;7458;p29"/>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9" name="Google Shape;7459;p29"/>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0" name="Google Shape;7460;p29"/>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1" name="Google Shape;7461;p29"/>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62" name="Google Shape;7462;p29"/>
          <p:cNvGrpSpPr/>
          <p:nvPr/>
        </p:nvGrpSpPr>
        <p:grpSpPr>
          <a:xfrm flipH="1">
            <a:off x="-227370" y="3923975"/>
            <a:ext cx="1294621" cy="1350901"/>
            <a:chOff x="8465725" y="2863051"/>
            <a:chExt cx="1956212" cy="2041561"/>
          </a:xfrm>
        </p:grpSpPr>
        <p:sp>
          <p:nvSpPr>
            <p:cNvPr id="7463" name="Google Shape;7463;p29"/>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4" name="Google Shape;7464;p29"/>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5" name="Google Shape;7465;p29"/>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6" name="Google Shape;7466;p29"/>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7" name="Google Shape;7467;p29"/>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8" name="Google Shape;7468;p29"/>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9" name="Google Shape;7469;p29"/>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0" name="Google Shape;7470;p29"/>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1" name="Google Shape;7471;p29"/>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2" name="Google Shape;7472;p29"/>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3" name="Google Shape;7473;p29"/>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4" name="Google Shape;7474;p29"/>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5" name="Google Shape;7475;p29"/>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6" name="Google Shape;7476;p29"/>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7" name="Google Shape;7477;p29"/>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8" name="Google Shape;7478;p29"/>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9" name="Google Shape;7479;p29"/>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0" name="Google Shape;7480;p29"/>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1" name="Google Shape;7481;p29"/>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2" name="Google Shape;7482;p29"/>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3" name="Google Shape;7483;p29"/>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4" name="Google Shape;7484;p29"/>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5" name="Google Shape;7485;p29"/>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6" name="Google Shape;7486;p29"/>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7" name="Google Shape;7487;p29"/>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8" name="Google Shape;7488;p29"/>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9" name="Google Shape;7489;p29"/>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0" name="Google Shape;7490;p29"/>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1" name="Google Shape;7491;p29"/>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2" name="Google Shape;7492;p29"/>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3" name="Google Shape;7493;p29"/>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4" name="Google Shape;7494;p29"/>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5" name="Google Shape;7495;p29"/>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6" name="Google Shape;7496;p29"/>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7" name="Google Shape;7497;p29"/>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8" name="Google Shape;7498;p29"/>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9" name="Google Shape;7499;p29"/>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0" name="Google Shape;7500;p29"/>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1" name="Google Shape;7501;p29"/>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2" name="Google Shape;7502;p29"/>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3" name="Google Shape;7503;p29"/>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4" name="Google Shape;7504;p29"/>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5" name="Google Shape;7505;p29"/>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6" name="Google Shape;7506;p29"/>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07" name="Google Shape;7507;p29"/>
          <p:cNvGrpSpPr/>
          <p:nvPr/>
        </p:nvGrpSpPr>
        <p:grpSpPr>
          <a:xfrm flipH="1">
            <a:off x="7778562" y="-441745"/>
            <a:ext cx="1646313" cy="1753805"/>
            <a:chOff x="-2092800" y="-1252032"/>
            <a:chExt cx="1956171" cy="2083646"/>
          </a:xfrm>
        </p:grpSpPr>
        <p:sp>
          <p:nvSpPr>
            <p:cNvPr id="7508" name="Google Shape;7508;p29"/>
            <p:cNvSpPr/>
            <p:nvPr/>
          </p:nvSpPr>
          <p:spPr>
            <a:xfrm>
              <a:off x="-979900" y="-401409"/>
              <a:ext cx="460048" cy="405319"/>
            </a:xfrm>
            <a:custGeom>
              <a:rect b="b" l="l" r="r" t="t"/>
              <a:pathLst>
                <a:path extrusionOk="0" h="9798" w="11121">
                  <a:moveTo>
                    <a:pt x="6736" y="0"/>
                  </a:moveTo>
                  <a:lnTo>
                    <a:pt x="3812" y="1402"/>
                  </a:lnTo>
                  <a:lnTo>
                    <a:pt x="1659" y="2469"/>
                  </a:lnTo>
                  <a:lnTo>
                    <a:pt x="869" y="2864"/>
                  </a:lnTo>
                  <a:lnTo>
                    <a:pt x="593" y="3022"/>
                  </a:lnTo>
                  <a:lnTo>
                    <a:pt x="415" y="3141"/>
                  </a:lnTo>
                  <a:lnTo>
                    <a:pt x="297" y="3239"/>
                  </a:lnTo>
                  <a:lnTo>
                    <a:pt x="218" y="3378"/>
                  </a:lnTo>
                  <a:lnTo>
                    <a:pt x="139" y="3536"/>
                  </a:lnTo>
                  <a:lnTo>
                    <a:pt x="79" y="3733"/>
                  </a:lnTo>
                  <a:lnTo>
                    <a:pt x="40" y="3951"/>
                  </a:lnTo>
                  <a:lnTo>
                    <a:pt x="20" y="4188"/>
                  </a:lnTo>
                  <a:lnTo>
                    <a:pt x="0" y="4444"/>
                  </a:lnTo>
                  <a:lnTo>
                    <a:pt x="0" y="4701"/>
                  </a:lnTo>
                  <a:lnTo>
                    <a:pt x="40" y="5215"/>
                  </a:lnTo>
                  <a:lnTo>
                    <a:pt x="99" y="5708"/>
                  </a:lnTo>
                  <a:lnTo>
                    <a:pt x="198" y="6123"/>
                  </a:lnTo>
                  <a:lnTo>
                    <a:pt x="257" y="6301"/>
                  </a:lnTo>
                  <a:lnTo>
                    <a:pt x="316" y="6439"/>
                  </a:lnTo>
                  <a:lnTo>
                    <a:pt x="435" y="6676"/>
                  </a:lnTo>
                  <a:lnTo>
                    <a:pt x="553" y="6854"/>
                  </a:lnTo>
                  <a:lnTo>
                    <a:pt x="692" y="6992"/>
                  </a:lnTo>
                  <a:lnTo>
                    <a:pt x="810" y="7091"/>
                  </a:lnTo>
                  <a:lnTo>
                    <a:pt x="909" y="7170"/>
                  </a:lnTo>
                  <a:lnTo>
                    <a:pt x="988" y="7210"/>
                  </a:lnTo>
                  <a:lnTo>
                    <a:pt x="1067" y="7229"/>
                  </a:lnTo>
                  <a:lnTo>
                    <a:pt x="10508" y="9797"/>
                  </a:lnTo>
                  <a:lnTo>
                    <a:pt x="10607" y="9501"/>
                  </a:lnTo>
                  <a:lnTo>
                    <a:pt x="10805" y="8810"/>
                  </a:lnTo>
                  <a:lnTo>
                    <a:pt x="10903" y="8395"/>
                  </a:lnTo>
                  <a:lnTo>
                    <a:pt x="11002" y="7940"/>
                  </a:lnTo>
                  <a:lnTo>
                    <a:pt x="11081" y="7526"/>
                  </a:lnTo>
                  <a:lnTo>
                    <a:pt x="11121" y="7150"/>
                  </a:lnTo>
                  <a:lnTo>
                    <a:pt x="11121" y="6953"/>
                  </a:lnTo>
                  <a:lnTo>
                    <a:pt x="11081" y="6696"/>
                  </a:lnTo>
                  <a:lnTo>
                    <a:pt x="11042" y="6420"/>
                  </a:lnTo>
                  <a:lnTo>
                    <a:pt x="10963" y="6103"/>
                  </a:lnTo>
                  <a:lnTo>
                    <a:pt x="10785" y="5392"/>
                  </a:lnTo>
                  <a:lnTo>
                    <a:pt x="10548" y="4642"/>
                  </a:lnTo>
                  <a:lnTo>
                    <a:pt x="10271" y="3891"/>
                  </a:lnTo>
                  <a:lnTo>
                    <a:pt x="9995" y="3200"/>
                  </a:lnTo>
                  <a:lnTo>
                    <a:pt x="9738" y="2607"/>
                  </a:lnTo>
                  <a:lnTo>
                    <a:pt x="9619" y="2370"/>
                  </a:lnTo>
                  <a:lnTo>
                    <a:pt x="9501" y="2173"/>
                  </a:lnTo>
                  <a:lnTo>
                    <a:pt x="9382" y="1995"/>
                  </a:lnTo>
                  <a:lnTo>
                    <a:pt x="9224" y="1817"/>
                  </a:lnTo>
                  <a:lnTo>
                    <a:pt x="9047" y="1640"/>
                  </a:lnTo>
                  <a:lnTo>
                    <a:pt x="8849" y="1462"/>
                  </a:lnTo>
                  <a:lnTo>
                    <a:pt x="8395" y="1086"/>
                  </a:lnTo>
                  <a:lnTo>
                    <a:pt x="7921" y="751"/>
                  </a:lnTo>
                  <a:lnTo>
                    <a:pt x="7467" y="454"/>
                  </a:lnTo>
                  <a:lnTo>
                    <a:pt x="7091" y="217"/>
                  </a:lnTo>
                  <a:lnTo>
                    <a:pt x="673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9" name="Google Shape;7509;p29"/>
            <p:cNvSpPr/>
            <p:nvPr/>
          </p:nvSpPr>
          <p:spPr>
            <a:xfrm>
              <a:off x="-1183351" y="-181618"/>
              <a:ext cx="1046722" cy="986284"/>
            </a:xfrm>
            <a:custGeom>
              <a:rect b="b" l="l" r="r" t="t"/>
              <a:pathLst>
                <a:path extrusionOk="0" h="23842" w="25303">
                  <a:moveTo>
                    <a:pt x="8197" y="0"/>
                  </a:moveTo>
                  <a:lnTo>
                    <a:pt x="7960" y="20"/>
                  </a:lnTo>
                  <a:lnTo>
                    <a:pt x="7723" y="60"/>
                  </a:lnTo>
                  <a:lnTo>
                    <a:pt x="7506" y="119"/>
                  </a:lnTo>
                  <a:lnTo>
                    <a:pt x="7308" y="198"/>
                  </a:lnTo>
                  <a:lnTo>
                    <a:pt x="7111" y="297"/>
                  </a:lnTo>
                  <a:lnTo>
                    <a:pt x="6953" y="415"/>
                  </a:lnTo>
                  <a:lnTo>
                    <a:pt x="6735" y="632"/>
                  </a:lnTo>
                  <a:lnTo>
                    <a:pt x="6459" y="1008"/>
                  </a:lnTo>
                  <a:lnTo>
                    <a:pt x="6084" y="1482"/>
                  </a:lnTo>
                  <a:lnTo>
                    <a:pt x="5669" y="2074"/>
                  </a:lnTo>
                  <a:lnTo>
                    <a:pt x="4701" y="3516"/>
                  </a:lnTo>
                  <a:lnTo>
                    <a:pt x="3634" y="5156"/>
                  </a:lnTo>
                  <a:lnTo>
                    <a:pt x="2588" y="6815"/>
                  </a:lnTo>
                  <a:lnTo>
                    <a:pt x="1620" y="8356"/>
                  </a:lnTo>
                  <a:lnTo>
                    <a:pt x="849" y="9620"/>
                  </a:lnTo>
                  <a:lnTo>
                    <a:pt x="395" y="10449"/>
                  </a:lnTo>
                  <a:lnTo>
                    <a:pt x="257" y="10726"/>
                  </a:lnTo>
                  <a:lnTo>
                    <a:pt x="158" y="10983"/>
                  </a:lnTo>
                  <a:lnTo>
                    <a:pt x="79" y="11239"/>
                  </a:lnTo>
                  <a:lnTo>
                    <a:pt x="20" y="11476"/>
                  </a:lnTo>
                  <a:lnTo>
                    <a:pt x="0" y="11713"/>
                  </a:lnTo>
                  <a:lnTo>
                    <a:pt x="20" y="11950"/>
                  </a:lnTo>
                  <a:lnTo>
                    <a:pt x="40" y="12168"/>
                  </a:lnTo>
                  <a:lnTo>
                    <a:pt x="99" y="12385"/>
                  </a:lnTo>
                  <a:lnTo>
                    <a:pt x="178" y="12602"/>
                  </a:lnTo>
                  <a:lnTo>
                    <a:pt x="296" y="12800"/>
                  </a:lnTo>
                  <a:lnTo>
                    <a:pt x="415" y="12997"/>
                  </a:lnTo>
                  <a:lnTo>
                    <a:pt x="573" y="13195"/>
                  </a:lnTo>
                  <a:lnTo>
                    <a:pt x="731" y="13392"/>
                  </a:lnTo>
                  <a:lnTo>
                    <a:pt x="928" y="13570"/>
                  </a:lnTo>
                  <a:lnTo>
                    <a:pt x="1146" y="13748"/>
                  </a:lnTo>
                  <a:lnTo>
                    <a:pt x="1363" y="13926"/>
                  </a:lnTo>
                  <a:lnTo>
                    <a:pt x="2350" y="14617"/>
                  </a:lnTo>
                  <a:lnTo>
                    <a:pt x="4148" y="15861"/>
                  </a:lnTo>
                  <a:lnTo>
                    <a:pt x="8987" y="19140"/>
                  </a:lnTo>
                  <a:lnTo>
                    <a:pt x="15624" y="23624"/>
                  </a:lnTo>
                  <a:lnTo>
                    <a:pt x="15979" y="23742"/>
                  </a:lnTo>
                  <a:lnTo>
                    <a:pt x="16295" y="23821"/>
                  </a:lnTo>
                  <a:lnTo>
                    <a:pt x="16453" y="23821"/>
                  </a:lnTo>
                  <a:lnTo>
                    <a:pt x="16611" y="23841"/>
                  </a:lnTo>
                  <a:lnTo>
                    <a:pt x="16769" y="23821"/>
                  </a:lnTo>
                  <a:lnTo>
                    <a:pt x="16927" y="23802"/>
                  </a:lnTo>
                  <a:lnTo>
                    <a:pt x="17086" y="23762"/>
                  </a:lnTo>
                  <a:lnTo>
                    <a:pt x="17244" y="23703"/>
                  </a:lnTo>
                  <a:lnTo>
                    <a:pt x="17402" y="23644"/>
                  </a:lnTo>
                  <a:lnTo>
                    <a:pt x="17560" y="23565"/>
                  </a:lnTo>
                  <a:lnTo>
                    <a:pt x="17895" y="23367"/>
                  </a:lnTo>
                  <a:lnTo>
                    <a:pt x="18231" y="23110"/>
                  </a:lnTo>
                  <a:lnTo>
                    <a:pt x="18448" y="22893"/>
                  </a:lnTo>
                  <a:lnTo>
                    <a:pt x="18745" y="22538"/>
                  </a:lnTo>
                  <a:lnTo>
                    <a:pt x="19120" y="22083"/>
                  </a:lnTo>
                  <a:lnTo>
                    <a:pt x="19535" y="21550"/>
                  </a:lnTo>
                  <a:lnTo>
                    <a:pt x="20522" y="20227"/>
                  </a:lnTo>
                  <a:lnTo>
                    <a:pt x="21569" y="18745"/>
                  </a:lnTo>
                  <a:lnTo>
                    <a:pt x="22636" y="17224"/>
                  </a:lnTo>
                  <a:lnTo>
                    <a:pt x="23584" y="15802"/>
                  </a:lnTo>
                  <a:lnTo>
                    <a:pt x="24334" y="14637"/>
                  </a:lnTo>
                  <a:lnTo>
                    <a:pt x="24611" y="14182"/>
                  </a:lnTo>
                  <a:lnTo>
                    <a:pt x="24789" y="13847"/>
                  </a:lnTo>
                  <a:lnTo>
                    <a:pt x="25026" y="13313"/>
                  </a:lnTo>
                  <a:lnTo>
                    <a:pt x="25125" y="13057"/>
                  </a:lnTo>
                  <a:lnTo>
                    <a:pt x="25204" y="12839"/>
                  </a:lnTo>
                  <a:lnTo>
                    <a:pt x="25263" y="12622"/>
                  </a:lnTo>
                  <a:lnTo>
                    <a:pt x="25283" y="12405"/>
                  </a:lnTo>
                  <a:lnTo>
                    <a:pt x="25302" y="12207"/>
                  </a:lnTo>
                  <a:lnTo>
                    <a:pt x="25302" y="12010"/>
                  </a:lnTo>
                  <a:lnTo>
                    <a:pt x="25283" y="11832"/>
                  </a:lnTo>
                  <a:lnTo>
                    <a:pt x="25243" y="11654"/>
                  </a:lnTo>
                  <a:lnTo>
                    <a:pt x="25184" y="11476"/>
                  </a:lnTo>
                  <a:lnTo>
                    <a:pt x="25105" y="11299"/>
                  </a:lnTo>
                  <a:lnTo>
                    <a:pt x="25006" y="11121"/>
                  </a:lnTo>
                  <a:lnTo>
                    <a:pt x="24907" y="10943"/>
                  </a:lnTo>
                  <a:lnTo>
                    <a:pt x="24769" y="10746"/>
                  </a:lnTo>
                  <a:lnTo>
                    <a:pt x="24611" y="10568"/>
                  </a:lnTo>
                  <a:lnTo>
                    <a:pt x="24512" y="10449"/>
                  </a:lnTo>
                  <a:lnTo>
                    <a:pt x="24354" y="10311"/>
                  </a:lnTo>
                  <a:lnTo>
                    <a:pt x="23860" y="9916"/>
                  </a:lnTo>
                  <a:lnTo>
                    <a:pt x="23209" y="9442"/>
                  </a:lnTo>
                  <a:lnTo>
                    <a:pt x="22399" y="8849"/>
                  </a:lnTo>
                  <a:lnTo>
                    <a:pt x="20443" y="7486"/>
                  </a:lnTo>
                  <a:lnTo>
                    <a:pt x="18231" y="5966"/>
                  </a:lnTo>
                  <a:lnTo>
                    <a:pt x="13886" y="3042"/>
                  </a:lnTo>
                  <a:lnTo>
                    <a:pt x="12227" y="1897"/>
                  </a:lnTo>
                  <a:lnTo>
                    <a:pt x="11180" y="1166"/>
                  </a:lnTo>
                  <a:lnTo>
                    <a:pt x="10864" y="929"/>
                  </a:lnTo>
                  <a:lnTo>
                    <a:pt x="10528" y="731"/>
                  </a:lnTo>
                  <a:lnTo>
                    <a:pt x="10212" y="553"/>
                  </a:lnTo>
                  <a:lnTo>
                    <a:pt x="9916" y="395"/>
                  </a:lnTo>
                  <a:lnTo>
                    <a:pt x="9599" y="277"/>
                  </a:lnTo>
                  <a:lnTo>
                    <a:pt x="9303" y="158"/>
                  </a:lnTo>
                  <a:lnTo>
                    <a:pt x="9007" y="99"/>
                  </a:lnTo>
                  <a:lnTo>
                    <a:pt x="8730" y="40"/>
                  </a:lnTo>
                  <a:lnTo>
                    <a:pt x="8474" y="0"/>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0" name="Google Shape;7510;p29"/>
            <p:cNvSpPr/>
            <p:nvPr/>
          </p:nvSpPr>
          <p:spPr>
            <a:xfrm>
              <a:off x="-1111453" y="-131768"/>
              <a:ext cx="916787" cy="874343"/>
            </a:xfrm>
            <a:custGeom>
              <a:rect b="b" l="l" r="r" t="t"/>
              <a:pathLst>
                <a:path extrusionOk="0" h="21136" w="22162">
                  <a:moveTo>
                    <a:pt x="7229" y="0"/>
                  </a:moveTo>
                  <a:lnTo>
                    <a:pt x="7071" y="20"/>
                  </a:lnTo>
                  <a:lnTo>
                    <a:pt x="6913" y="79"/>
                  </a:lnTo>
                  <a:lnTo>
                    <a:pt x="6775" y="139"/>
                  </a:lnTo>
                  <a:lnTo>
                    <a:pt x="6637" y="218"/>
                  </a:lnTo>
                  <a:lnTo>
                    <a:pt x="6499" y="297"/>
                  </a:lnTo>
                  <a:lnTo>
                    <a:pt x="5965" y="731"/>
                  </a:lnTo>
                  <a:lnTo>
                    <a:pt x="5788" y="889"/>
                  </a:lnTo>
                  <a:lnTo>
                    <a:pt x="5551" y="1166"/>
                  </a:lnTo>
                  <a:lnTo>
                    <a:pt x="5254" y="1561"/>
                  </a:lnTo>
                  <a:lnTo>
                    <a:pt x="4899" y="2035"/>
                  </a:lnTo>
                  <a:lnTo>
                    <a:pt x="4069" y="3200"/>
                  </a:lnTo>
                  <a:lnTo>
                    <a:pt x="3180" y="4524"/>
                  </a:lnTo>
                  <a:lnTo>
                    <a:pt x="2272" y="5906"/>
                  </a:lnTo>
                  <a:lnTo>
                    <a:pt x="1462" y="7190"/>
                  </a:lnTo>
                  <a:lnTo>
                    <a:pt x="810" y="8257"/>
                  </a:lnTo>
                  <a:lnTo>
                    <a:pt x="573" y="8691"/>
                  </a:lnTo>
                  <a:lnTo>
                    <a:pt x="415" y="9007"/>
                  </a:lnTo>
                  <a:lnTo>
                    <a:pt x="217" y="9501"/>
                  </a:lnTo>
                  <a:lnTo>
                    <a:pt x="138" y="9718"/>
                  </a:lnTo>
                  <a:lnTo>
                    <a:pt x="79" y="9936"/>
                  </a:lnTo>
                  <a:lnTo>
                    <a:pt x="40" y="10133"/>
                  </a:lnTo>
                  <a:lnTo>
                    <a:pt x="20" y="10311"/>
                  </a:lnTo>
                  <a:lnTo>
                    <a:pt x="0" y="10489"/>
                  </a:lnTo>
                  <a:lnTo>
                    <a:pt x="20" y="10647"/>
                  </a:lnTo>
                  <a:lnTo>
                    <a:pt x="40" y="10805"/>
                  </a:lnTo>
                  <a:lnTo>
                    <a:pt x="79" y="10943"/>
                  </a:lnTo>
                  <a:lnTo>
                    <a:pt x="138" y="11081"/>
                  </a:lnTo>
                  <a:lnTo>
                    <a:pt x="198" y="11219"/>
                  </a:lnTo>
                  <a:lnTo>
                    <a:pt x="277" y="11338"/>
                  </a:lnTo>
                  <a:lnTo>
                    <a:pt x="375" y="11476"/>
                  </a:lnTo>
                  <a:lnTo>
                    <a:pt x="612" y="11694"/>
                  </a:lnTo>
                  <a:lnTo>
                    <a:pt x="850" y="11891"/>
                  </a:lnTo>
                  <a:lnTo>
                    <a:pt x="1304" y="12227"/>
                  </a:lnTo>
                  <a:lnTo>
                    <a:pt x="2667" y="13214"/>
                  </a:lnTo>
                  <a:lnTo>
                    <a:pt x="6637" y="16039"/>
                  </a:lnTo>
                  <a:lnTo>
                    <a:pt x="10726" y="18903"/>
                  </a:lnTo>
                  <a:lnTo>
                    <a:pt x="12266" y="19970"/>
                  </a:lnTo>
                  <a:lnTo>
                    <a:pt x="13155" y="20562"/>
                  </a:lnTo>
                  <a:lnTo>
                    <a:pt x="13392" y="20720"/>
                  </a:lnTo>
                  <a:lnTo>
                    <a:pt x="13609" y="20839"/>
                  </a:lnTo>
                  <a:lnTo>
                    <a:pt x="13827" y="20938"/>
                  </a:lnTo>
                  <a:lnTo>
                    <a:pt x="14024" y="21017"/>
                  </a:lnTo>
                  <a:lnTo>
                    <a:pt x="14202" y="21076"/>
                  </a:lnTo>
                  <a:lnTo>
                    <a:pt x="14380" y="21115"/>
                  </a:lnTo>
                  <a:lnTo>
                    <a:pt x="14538" y="21135"/>
                  </a:lnTo>
                  <a:lnTo>
                    <a:pt x="14715" y="21135"/>
                  </a:lnTo>
                  <a:lnTo>
                    <a:pt x="14854" y="21115"/>
                  </a:lnTo>
                  <a:lnTo>
                    <a:pt x="15012" y="21076"/>
                  </a:lnTo>
                  <a:lnTo>
                    <a:pt x="15170" y="21017"/>
                  </a:lnTo>
                  <a:lnTo>
                    <a:pt x="15308" y="20957"/>
                  </a:lnTo>
                  <a:lnTo>
                    <a:pt x="15624" y="20779"/>
                  </a:lnTo>
                  <a:lnTo>
                    <a:pt x="15940" y="20542"/>
                  </a:lnTo>
                  <a:lnTo>
                    <a:pt x="16157" y="20345"/>
                  </a:lnTo>
                  <a:lnTo>
                    <a:pt x="16473" y="19989"/>
                  </a:lnTo>
                  <a:lnTo>
                    <a:pt x="16849" y="19515"/>
                  </a:lnTo>
                  <a:lnTo>
                    <a:pt x="17283" y="18943"/>
                  </a:lnTo>
                  <a:lnTo>
                    <a:pt x="17777" y="18271"/>
                  </a:lnTo>
                  <a:lnTo>
                    <a:pt x="18291" y="17540"/>
                  </a:lnTo>
                  <a:lnTo>
                    <a:pt x="19377" y="15940"/>
                  </a:lnTo>
                  <a:lnTo>
                    <a:pt x="19910" y="15130"/>
                  </a:lnTo>
                  <a:lnTo>
                    <a:pt x="20424" y="14321"/>
                  </a:lnTo>
                  <a:lnTo>
                    <a:pt x="20898" y="13570"/>
                  </a:lnTo>
                  <a:lnTo>
                    <a:pt x="21313" y="12839"/>
                  </a:lnTo>
                  <a:lnTo>
                    <a:pt x="21668" y="12207"/>
                  </a:lnTo>
                  <a:lnTo>
                    <a:pt x="21925" y="11654"/>
                  </a:lnTo>
                  <a:lnTo>
                    <a:pt x="22024" y="11417"/>
                  </a:lnTo>
                  <a:lnTo>
                    <a:pt x="22103" y="11219"/>
                  </a:lnTo>
                  <a:lnTo>
                    <a:pt x="22142" y="11042"/>
                  </a:lnTo>
                  <a:lnTo>
                    <a:pt x="22162" y="10903"/>
                  </a:lnTo>
                  <a:lnTo>
                    <a:pt x="22162" y="10686"/>
                  </a:lnTo>
                  <a:lnTo>
                    <a:pt x="22142" y="10469"/>
                  </a:lnTo>
                  <a:lnTo>
                    <a:pt x="22103" y="10291"/>
                  </a:lnTo>
                  <a:lnTo>
                    <a:pt x="22043" y="10113"/>
                  </a:lnTo>
                  <a:lnTo>
                    <a:pt x="21964" y="9955"/>
                  </a:lnTo>
                  <a:lnTo>
                    <a:pt x="21866" y="9817"/>
                  </a:lnTo>
                  <a:lnTo>
                    <a:pt x="21767" y="9679"/>
                  </a:lnTo>
                  <a:lnTo>
                    <a:pt x="21629" y="9541"/>
                  </a:lnTo>
                  <a:lnTo>
                    <a:pt x="21332" y="9264"/>
                  </a:lnTo>
                  <a:lnTo>
                    <a:pt x="20957" y="8987"/>
                  </a:lnTo>
                  <a:lnTo>
                    <a:pt x="20029" y="8336"/>
                  </a:lnTo>
                  <a:lnTo>
                    <a:pt x="18231" y="7072"/>
                  </a:lnTo>
                  <a:lnTo>
                    <a:pt x="15703" y="5333"/>
                  </a:lnTo>
                  <a:lnTo>
                    <a:pt x="12444" y="3101"/>
                  </a:lnTo>
                  <a:lnTo>
                    <a:pt x="11279" y="2252"/>
                  </a:lnTo>
                  <a:lnTo>
                    <a:pt x="10113" y="1422"/>
                  </a:lnTo>
                  <a:lnTo>
                    <a:pt x="9481" y="988"/>
                  </a:lnTo>
                  <a:lnTo>
                    <a:pt x="8829" y="573"/>
                  </a:lnTo>
                  <a:lnTo>
                    <a:pt x="8533" y="395"/>
                  </a:lnTo>
                  <a:lnTo>
                    <a:pt x="8276" y="237"/>
                  </a:lnTo>
                  <a:lnTo>
                    <a:pt x="8020" y="139"/>
                  </a:lnTo>
                  <a:lnTo>
                    <a:pt x="7802" y="60"/>
                  </a:lnTo>
                  <a:lnTo>
                    <a:pt x="7585" y="20"/>
                  </a:lnTo>
                  <a:lnTo>
                    <a:pt x="74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1" name="Google Shape;7511;p29"/>
            <p:cNvSpPr/>
            <p:nvPr/>
          </p:nvSpPr>
          <p:spPr>
            <a:xfrm>
              <a:off x="-1095939" y="527648"/>
              <a:ext cx="134858" cy="51503"/>
            </a:xfrm>
            <a:custGeom>
              <a:rect b="b" l="l" r="r" t="t"/>
              <a:pathLst>
                <a:path extrusionOk="0" h="1245" w="3260">
                  <a:moveTo>
                    <a:pt x="2568" y="0"/>
                  </a:moveTo>
                  <a:lnTo>
                    <a:pt x="2410" y="20"/>
                  </a:lnTo>
                  <a:lnTo>
                    <a:pt x="2232" y="79"/>
                  </a:lnTo>
                  <a:lnTo>
                    <a:pt x="2055" y="178"/>
                  </a:lnTo>
                  <a:lnTo>
                    <a:pt x="1857" y="277"/>
                  </a:lnTo>
                  <a:lnTo>
                    <a:pt x="1403" y="553"/>
                  </a:lnTo>
                  <a:lnTo>
                    <a:pt x="909" y="850"/>
                  </a:lnTo>
                  <a:lnTo>
                    <a:pt x="633" y="988"/>
                  </a:lnTo>
                  <a:lnTo>
                    <a:pt x="376" y="1106"/>
                  </a:lnTo>
                  <a:lnTo>
                    <a:pt x="119" y="1185"/>
                  </a:lnTo>
                  <a:lnTo>
                    <a:pt x="0" y="1205"/>
                  </a:lnTo>
                  <a:lnTo>
                    <a:pt x="139" y="1205"/>
                  </a:lnTo>
                  <a:lnTo>
                    <a:pt x="1304" y="1225"/>
                  </a:lnTo>
                  <a:lnTo>
                    <a:pt x="3220" y="1245"/>
                  </a:lnTo>
                  <a:lnTo>
                    <a:pt x="3240" y="1146"/>
                  </a:lnTo>
                  <a:lnTo>
                    <a:pt x="3260" y="909"/>
                  </a:lnTo>
                  <a:lnTo>
                    <a:pt x="3260" y="751"/>
                  </a:lnTo>
                  <a:lnTo>
                    <a:pt x="3220" y="573"/>
                  </a:lnTo>
                  <a:lnTo>
                    <a:pt x="3181" y="395"/>
                  </a:lnTo>
                  <a:lnTo>
                    <a:pt x="3102" y="257"/>
                  </a:lnTo>
                  <a:lnTo>
                    <a:pt x="3003" y="119"/>
                  </a:lnTo>
                  <a:lnTo>
                    <a:pt x="2865" y="40"/>
                  </a:lnTo>
                  <a:lnTo>
                    <a:pt x="2726"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2" name="Google Shape;7512;p29"/>
            <p:cNvSpPr/>
            <p:nvPr/>
          </p:nvSpPr>
          <p:spPr>
            <a:xfrm>
              <a:off x="-1207883" y="385464"/>
              <a:ext cx="646367" cy="215732"/>
            </a:xfrm>
            <a:custGeom>
              <a:rect b="b" l="l" r="r" t="t"/>
              <a:pathLst>
                <a:path extrusionOk="0" h="5215" w="15625">
                  <a:moveTo>
                    <a:pt x="14321" y="0"/>
                  </a:moveTo>
                  <a:lnTo>
                    <a:pt x="14143" y="20"/>
                  </a:lnTo>
                  <a:lnTo>
                    <a:pt x="13906" y="40"/>
                  </a:lnTo>
                  <a:lnTo>
                    <a:pt x="13649" y="99"/>
                  </a:lnTo>
                  <a:lnTo>
                    <a:pt x="13373" y="198"/>
                  </a:lnTo>
                  <a:lnTo>
                    <a:pt x="13057" y="336"/>
                  </a:lnTo>
                  <a:lnTo>
                    <a:pt x="12899" y="415"/>
                  </a:lnTo>
                  <a:lnTo>
                    <a:pt x="12760" y="534"/>
                  </a:lnTo>
                  <a:lnTo>
                    <a:pt x="12622" y="652"/>
                  </a:lnTo>
                  <a:lnTo>
                    <a:pt x="12464" y="790"/>
                  </a:lnTo>
                  <a:lnTo>
                    <a:pt x="12207" y="1106"/>
                  </a:lnTo>
                  <a:lnTo>
                    <a:pt x="11970" y="1423"/>
                  </a:lnTo>
                  <a:lnTo>
                    <a:pt x="11773" y="1739"/>
                  </a:lnTo>
                  <a:lnTo>
                    <a:pt x="11615" y="1995"/>
                  </a:lnTo>
                  <a:lnTo>
                    <a:pt x="11496" y="2193"/>
                  </a:lnTo>
                  <a:lnTo>
                    <a:pt x="11417" y="2292"/>
                  </a:lnTo>
                  <a:lnTo>
                    <a:pt x="9718" y="2371"/>
                  </a:lnTo>
                  <a:lnTo>
                    <a:pt x="5926" y="2548"/>
                  </a:lnTo>
                  <a:lnTo>
                    <a:pt x="3892" y="2667"/>
                  </a:lnTo>
                  <a:lnTo>
                    <a:pt x="2074" y="2766"/>
                  </a:lnTo>
                  <a:lnTo>
                    <a:pt x="751" y="2864"/>
                  </a:lnTo>
                  <a:lnTo>
                    <a:pt x="356" y="2904"/>
                  </a:lnTo>
                  <a:lnTo>
                    <a:pt x="178" y="2924"/>
                  </a:lnTo>
                  <a:lnTo>
                    <a:pt x="119" y="2983"/>
                  </a:lnTo>
                  <a:lnTo>
                    <a:pt x="79" y="3062"/>
                  </a:lnTo>
                  <a:lnTo>
                    <a:pt x="40" y="3161"/>
                  </a:lnTo>
                  <a:lnTo>
                    <a:pt x="20" y="3299"/>
                  </a:lnTo>
                  <a:lnTo>
                    <a:pt x="0" y="3437"/>
                  </a:lnTo>
                  <a:lnTo>
                    <a:pt x="0" y="3595"/>
                  </a:lnTo>
                  <a:lnTo>
                    <a:pt x="20" y="3773"/>
                  </a:lnTo>
                  <a:lnTo>
                    <a:pt x="40" y="3931"/>
                  </a:lnTo>
                  <a:lnTo>
                    <a:pt x="99" y="4109"/>
                  </a:lnTo>
                  <a:lnTo>
                    <a:pt x="158" y="4267"/>
                  </a:lnTo>
                  <a:lnTo>
                    <a:pt x="237" y="4425"/>
                  </a:lnTo>
                  <a:lnTo>
                    <a:pt x="336" y="4563"/>
                  </a:lnTo>
                  <a:lnTo>
                    <a:pt x="455" y="4682"/>
                  </a:lnTo>
                  <a:lnTo>
                    <a:pt x="593" y="4780"/>
                  </a:lnTo>
                  <a:lnTo>
                    <a:pt x="751" y="4840"/>
                  </a:lnTo>
                  <a:lnTo>
                    <a:pt x="929" y="4859"/>
                  </a:lnTo>
                  <a:lnTo>
                    <a:pt x="4129" y="4346"/>
                  </a:lnTo>
                  <a:lnTo>
                    <a:pt x="6598" y="3951"/>
                  </a:lnTo>
                  <a:lnTo>
                    <a:pt x="7605" y="3813"/>
                  </a:lnTo>
                  <a:lnTo>
                    <a:pt x="8296" y="3734"/>
                  </a:lnTo>
                  <a:lnTo>
                    <a:pt x="9323" y="3615"/>
                  </a:lnTo>
                  <a:lnTo>
                    <a:pt x="10331" y="3496"/>
                  </a:lnTo>
                  <a:lnTo>
                    <a:pt x="11378" y="3338"/>
                  </a:lnTo>
                  <a:lnTo>
                    <a:pt x="11496" y="3575"/>
                  </a:lnTo>
                  <a:lnTo>
                    <a:pt x="11674" y="3832"/>
                  </a:lnTo>
                  <a:lnTo>
                    <a:pt x="11891" y="4109"/>
                  </a:lnTo>
                  <a:lnTo>
                    <a:pt x="12029" y="4267"/>
                  </a:lnTo>
                  <a:lnTo>
                    <a:pt x="12187" y="4425"/>
                  </a:lnTo>
                  <a:lnTo>
                    <a:pt x="12365" y="4563"/>
                  </a:lnTo>
                  <a:lnTo>
                    <a:pt x="12563" y="4701"/>
                  </a:lnTo>
                  <a:lnTo>
                    <a:pt x="12760" y="4840"/>
                  </a:lnTo>
                  <a:lnTo>
                    <a:pt x="12997" y="4938"/>
                  </a:lnTo>
                  <a:lnTo>
                    <a:pt x="13234" y="5037"/>
                  </a:lnTo>
                  <a:lnTo>
                    <a:pt x="13511" y="5096"/>
                  </a:lnTo>
                  <a:lnTo>
                    <a:pt x="14024" y="5175"/>
                  </a:lnTo>
                  <a:lnTo>
                    <a:pt x="14459" y="5215"/>
                  </a:lnTo>
                  <a:lnTo>
                    <a:pt x="14814" y="5195"/>
                  </a:lnTo>
                  <a:lnTo>
                    <a:pt x="15111" y="5175"/>
                  </a:lnTo>
                  <a:lnTo>
                    <a:pt x="15328" y="5136"/>
                  </a:lnTo>
                  <a:lnTo>
                    <a:pt x="15486" y="5096"/>
                  </a:lnTo>
                  <a:lnTo>
                    <a:pt x="15624" y="5057"/>
                  </a:lnTo>
                  <a:lnTo>
                    <a:pt x="15624" y="4859"/>
                  </a:lnTo>
                  <a:lnTo>
                    <a:pt x="15605" y="4405"/>
                  </a:lnTo>
                  <a:lnTo>
                    <a:pt x="15585" y="4109"/>
                  </a:lnTo>
                  <a:lnTo>
                    <a:pt x="15565" y="3813"/>
                  </a:lnTo>
                  <a:lnTo>
                    <a:pt x="15506" y="3496"/>
                  </a:lnTo>
                  <a:lnTo>
                    <a:pt x="15427" y="3220"/>
                  </a:lnTo>
                  <a:lnTo>
                    <a:pt x="15249" y="2667"/>
                  </a:lnTo>
                  <a:lnTo>
                    <a:pt x="15091" y="2153"/>
                  </a:lnTo>
                  <a:lnTo>
                    <a:pt x="14972" y="1679"/>
                  </a:lnTo>
                  <a:lnTo>
                    <a:pt x="14933" y="1502"/>
                  </a:lnTo>
                  <a:lnTo>
                    <a:pt x="14913" y="1324"/>
                  </a:lnTo>
                  <a:lnTo>
                    <a:pt x="14893" y="1166"/>
                  </a:lnTo>
                  <a:lnTo>
                    <a:pt x="14854" y="968"/>
                  </a:lnTo>
                  <a:lnTo>
                    <a:pt x="14735" y="534"/>
                  </a:lnTo>
                  <a:lnTo>
                    <a:pt x="14597" y="20"/>
                  </a:lnTo>
                  <a:lnTo>
                    <a:pt x="1445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3" name="Google Shape;7513;p29"/>
            <p:cNvSpPr/>
            <p:nvPr/>
          </p:nvSpPr>
          <p:spPr>
            <a:xfrm>
              <a:off x="-1082867" y="-597538"/>
              <a:ext cx="415123" cy="357126"/>
            </a:xfrm>
            <a:custGeom>
              <a:rect b="b" l="l" r="r" t="t"/>
              <a:pathLst>
                <a:path extrusionOk="0" h="8633" w="10035">
                  <a:moveTo>
                    <a:pt x="7072" y="1"/>
                  </a:moveTo>
                  <a:lnTo>
                    <a:pt x="6973" y="60"/>
                  </a:lnTo>
                  <a:lnTo>
                    <a:pt x="6933" y="60"/>
                  </a:lnTo>
                  <a:lnTo>
                    <a:pt x="6835" y="119"/>
                  </a:lnTo>
                  <a:lnTo>
                    <a:pt x="6795" y="139"/>
                  </a:lnTo>
                  <a:lnTo>
                    <a:pt x="6459" y="317"/>
                  </a:lnTo>
                  <a:lnTo>
                    <a:pt x="6321" y="376"/>
                  </a:lnTo>
                  <a:lnTo>
                    <a:pt x="6183" y="455"/>
                  </a:lnTo>
                  <a:lnTo>
                    <a:pt x="6143" y="475"/>
                  </a:lnTo>
                  <a:lnTo>
                    <a:pt x="6084" y="494"/>
                  </a:lnTo>
                  <a:lnTo>
                    <a:pt x="5985" y="554"/>
                  </a:lnTo>
                  <a:lnTo>
                    <a:pt x="5946" y="573"/>
                  </a:lnTo>
                  <a:lnTo>
                    <a:pt x="5867" y="613"/>
                  </a:lnTo>
                  <a:lnTo>
                    <a:pt x="5827" y="633"/>
                  </a:lnTo>
                  <a:lnTo>
                    <a:pt x="5808" y="652"/>
                  </a:lnTo>
                  <a:lnTo>
                    <a:pt x="5571" y="771"/>
                  </a:lnTo>
                  <a:lnTo>
                    <a:pt x="5551" y="771"/>
                  </a:lnTo>
                  <a:lnTo>
                    <a:pt x="5393" y="850"/>
                  </a:lnTo>
                  <a:lnTo>
                    <a:pt x="5294" y="909"/>
                  </a:lnTo>
                  <a:lnTo>
                    <a:pt x="5077" y="1008"/>
                  </a:lnTo>
                  <a:lnTo>
                    <a:pt x="4524" y="1304"/>
                  </a:lnTo>
                  <a:lnTo>
                    <a:pt x="4484" y="1324"/>
                  </a:lnTo>
                  <a:lnTo>
                    <a:pt x="1482" y="2884"/>
                  </a:lnTo>
                  <a:lnTo>
                    <a:pt x="415" y="3457"/>
                  </a:lnTo>
                  <a:lnTo>
                    <a:pt x="119" y="3615"/>
                  </a:lnTo>
                  <a:lnTo>
                    <a:pt x="1" y="3694"/>
                  </a:lnTo>
                  <a:lnTo>
                    <a:pt x="178" y="3931"/>
                  </a:lnTo>
                  <a:lnTo>
                    <a:pt x="1087" y="5334"/>
                  </a:lnTo>
                  <a:lnTo>
                    <a:pt x="3240" y="8632"/>
                  </a:lnTo>
                  <a:lnTo>
                    <a:pt x="10035" y="5472"/>
                  </a:lnTo>
                  <a:lnTo>
                    <a:pt x="7743" y="1225"/>
                  </a:lnTo>
                  <a:lnTo>
                    <a:pt x="7704" y="1166"/>
                  </a:lnTo>
                  <a:lnTo>
                    <a:pt x="7664" y="1107"/>
                  </a:lnTo>
                  <a:lnTo>
                    <a:pt x="707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4" name="Google Shape;7514;p29"/>
            <p:cNvSpPr/>
            <p:nvPr/>
          </p:nvSpPr>
          <p:spPr>
            <a:xfrm>
              <a:off x="-652260" y="-246194"/>
              <a:ext cx="53985" cy="205141"/>
            </a:xfrm>
            <a:custGeom>
              <a:rect b="b" l="l" r="r" t="t"/>
              <a:pathLst>
                <a:path extrusionOk="0" h="4959" w="1305">
                  <a:moveTo>
                    <a:pt x="1" y="1"/>
                  </a:moveTo>
                  <a:lnTo>
                    <a:pt x="1265" y="4959"/>
                  </a:lnTo>
                  <a:lnTo>
                    <a:pt x="1285" y="4761"/>
                  </a:lnTo>
                  <a:lnTo>
                    <a:pt x="1304" y="4287"/>
                  </a:lnTo>
                  <a:lnTo>
                    <a:pt x="1304" y="3655"/>
                  </a:lnTo>
                  <a:lnTo>
                    <a:pt x="1285" y="3319"/>
                  </a:lnTo>
                  <a:lnTo>
                    <a:pt x="1265" y="3003"/>
                  </a:lnTo>
                  <a:lnTo>
                    <a:pt x="1186" y="2332"/>
                  </a:lnTo>
                  <a:lnTo>
                    <a:pt x="1127" y="1996"/>
                  </a:lnTo>
                  <a:lnTo>
                    <a:pt x="1067" y="1640"/>
                  </a:lnTo>
                  <a:lnTo>
                    <a:pt x="988" y="1324"/>
                  </a:lnTo>
                  <a:lnTo>
                    <a:pt x="890" y="1028"/>
                  </a:lnTo>
                  <a:lnTo>
                    <a:pt x="791" y="771"/>
                  </a:lnTo>
                  <a:lnTo>
                    <a:pt x="672" y="594"/>
                  </a:lnTo>
                  <a:lnTo>
                    <a:pt x="554" y="436"/>
                  </a:lnTo>
                  <a:lnTo>
                    <a:pt x="435" y="317"/>
                  </a:lnTo>
                  <a:lnTo>
                    <a:pt x="218" y="139"/>
                  </a:lnTo>
                  <a:lnTo>
                    <a:pt x="60" y="40"/>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5" name="Google Shape;7515;p29"/>
            <p:cNvSpPr/>
            <p:nvPr/>
          </p:nvSpPr>
          <p:spPr>
            <a:xfrm>
              <a:off x="-849175" y="-322147"/>
              <a:ext cx="260698" cy="405319"/>
            </a:xfrm>
            <a:custGeom>
              <a:rect b="b" l="l" r="r" t="t"/>
              <a:pathLst>
                <a:path extrusionOk="0" h="9798" w="6302">
                  <a:moveTo>
                    <a:pt x="2252" y="0"/>
                  </a:moveTo>
                  <a:lnTo>
                    <a:pt x="1996" y="40"/>
                  </a:lnTo>
                  <a:lnTo>
                    <a:pt x="1759" y="119"/>
                  </a:lnTo>
                  <a:lnTo>
                    <a:pt x="1521" y="237"/>
                  </a:lnTo>
                  <a:lnTo>
                    <a:pt x="1284" y="375"/>
                  </a:lnTo>
                  <a:lnTo>
                    <a:pt x="1067" y="533"/>
                  </a:lnTo>
                  <a:lnTo>
                    <a:pt x="870" y="691"/>
                  </a:lnTo>
                  <a:lnTo>
                    <a:pt x="692" y="869"/>
                  </a:lnTo>
                  <a:lnTo>
                    <a:pt x="514" y="1047"/>
                  </a:lnTo>
                  <a:lnTo>
                    <a:pt x="238" y="1363"/>
                  </a:lnTo>
                  <a:lnTo>
                    <a:pt x="60" y="1600"/>
                  </a:lnTo>
                  <a:lnTo>
                    <a:pt x="1" y="1679"/>
                  </a:lnTo>
                  <a:lnTo>
                    <a:pt x="20" y="1837"/>
                  </a:lnTo>
                  <a:lnTo>
                    <a:pt x="40" y="2015"/>
                  </a:lnTo>
                  <a:lnTo>
                    <a:pt x="99" y="2252"/>
                  </a:lnTo>
                  <a:lnTo>
                    <a:pt x="218" y="2548"/>
                  </a:lnTo>
                  <a:lnTo>
                    <a:pt x="396" y="2884"/>
                  </a:lnTo>
                  <a:lnTo>
                    <a:pt x="534" y="3081"/>
                  </a:lnTo>
                  <a:lnTo>
                    <a:pt x="672" y="3279"/>
                  </a:lnTo>
                  <a:lnTo>
                    <a:pt x="830" y="3476"/>
                  </a:lnTo>
                  <a:lnTo>
                    <a:pt x="1028" y="3713"/>
                  </a:lnTo>
                  <a:lnTo>
                    <a:pt x="1403" y="4089"/>
                  </a:lnTo>
                  <a:lnTo>
                    <a:pt x="1699" y="4346"/>
                  </a:lnTo>
                  <a:lnTo>
                    <a:pt x="1936" y="4543"/>
                  </a:lnTo>
                  <a:lnTo>
                    <a:pt x="2134" y="4681"/>
                  </a:lnTo>
                  <a:lnTo>
                    <a:pt x="2312" y="4820"/>
                  </a:lnTo>
                  <a:lnTo>
                    <a:pt x="2450" y="4978"/>
                  </a:lnTo>
                  <a:lnTo>
                    <a:pt x="2509" y="5076"/>
                  </a:lnTo>
                  <a:lnTo>
                    <a:pt x="2568" y="5215"/>
                  </a:lnTo>
                  <a:lnTo>
                    <a:pt x="2687" y="5531"/>
                  </a:lnTo>
                  <a:lnTo>
                    <a:pt x="2825" y="5965"/>
                  </a:lnTo>
                  <a:lnTo>
                    <a:pt x="2924" y="6419"/>
                  </a:lnTo>
                  <a:lnTo>
                    <a:pt x="3023" y="6894"/>
                  </a:lnTo>
                  <a:lnTo>
                    <a:pt x="3141" y="7387"/>
                  </a:lnTo>
                  <a:lnTo>
                    <a:pt x="3279" y="7861"/>
                  </a:lnTo>
                  <a:lnTo>
                    <a:pt x="3358" y="8098"/>
                  </a:lnTo>
                  <a:lnTo>
                    <a:pt x="3457" y="8335"/>
                  </a:lnTo>
                  <a:lnTo>
                    <a:pt x="3556" y="8572"/>
                  </a:lnTo>
                  <a:lnTo>
                    <a:pt x="3674" y="8790"/>
                  </a:lnTo>
                  <a:lnTo>
                    <a:pt x="3813" y="8987"/>
                  </a:lnTo>
                  <a:lnTo>
                    <a:pt x="3971" y="9185"/>
                  </a:lnTo>
                  <a:lnTo>
                    <a:pt x="4129" y="9363"/>
                  </a:lnTo>
                  <a:lnTo>
                    <a:pt x="4287" y="9501"/>
                  </a:lnTo>
                  <a:lnTo>
                    <a:pt x="4445" y="9600"/>
                  </a:lnTo>
                  <a:lnTo>
                    <a:pt x="4603" y="9698"/>
                  </a:lnTo>
                  <a:lnTo>
                    <a:pt x="4761" y="9758"/>
                  </a:lnTo>
                  <a:lnTo>
                    <a:pt x="4919" y="9777"/>
                  </a:lnTo>
                  <a:lnTo>
                    <a:pt x="5077" y="9797"/>
                  </a:lnTo>
                  <a:lnTo>
                    <a:pt x="5215" y="9777"/>
                  </a:lnTo>
                  <a:lnTo>
                    <a:pt x="5353" y="9758"/>
                  </a:lnTo>
                  <a:lnTo>
                    <a:pt x="5492" y="9698"/>
                  </a:lnTo>
                  <a:lnTo>
                    <a:pt x="5630" y="9639"/>
                  </a:lnTo>
                  <a:lnTo>
                    <a:pt x="5748" y="9580"/>
                  </a:lnTo>
                  <a:lnTo>
                    <a:pt x="5867" y="9481"/>
                  </a:lnTo>
                  <a:lnTo>
                    <a:pt x="5966" y="9382"/>
                  </a:lnTo>
                  <a:lnTo>
                    <a:pt x="6064" y="9284"/>
                  </a:lnTo>
                  <a:lnTo>
                    <a:pt x="6143" y="9185"/>
                  </a:lnTo>
                  <a:lnTo>
                    <a:pt x="6222" y="9047"/>
                  </a:lnTo>
                  <a:lnTo>
                    <a:pt x="6262" y="8908"/>
                  </a:lnTo>
                  <a:lnTo>
                    <a:pt x="6301" y="8750"/>
                  </a:lnTo>
                  <a:lnTo>
                    <a:pt x="6301" y="8572"/>
                  </a:lnTo>
                  <a:lnTo>
                    <a:pt x="6301" y="8375"/>
                  </a:lnTo>
                  <a:lnTo>
                    <a:pt x="6282" y="8158"/>
                  </a:lnTo>
                  <a:lnTo>
                    <a:pt x="6222" y="7743"/>
                  </a:lnTo>
                  <a:lnTo>
                    <a:pt x="6064" y="6874"/>
                  </a:lnTo>
                  <a:lnTo>
                    <a:pt x="6005" y="6498"/>
                  </a:lnTo>
                  <a:lnTo>
                    <a:pt x="5966" y="6202"/>
                  </a:lnTo>
                  <a:lnTo>
                    <a:pt x="5946" y="5866"/>
                  </a:lnTo>
                  <a:lnTo>
                    <a:pt x="5887" y="5452"/>
                  </a:lnTo>
                  <a:lnTo>
                    <a:pt x="5729" y="4444"/>
                  </a:lnTo>
                  <a:lnTo>
                    <a:pt x="5531" y="3437"/>
                  </a:lnTo>
                  <a:lnTo>
                    <a:pt x="5432" y="3002"/>
                  </a:lnTo>
                  <a:lnTo>
                    <a:pt x="5334" y="2647"/>
                  </a:lnTo>
                  <a:lnTo>
                    <a:pt x="5215" y="2331"/>
                  </a:lnTo>
                  <a:lnTo>
                    <a:pt x="5018" y="1975"/>
                  </a:lnTo>
                  <a:lnTo>
                    <a:pt x="4781" y="1600"/>
                  </a:lnTo>
                  <a:lnTo>
                    <a:pt x="4642" y="1402"/>
                  </a:lnTo>
                  <a:lnTo>
                    <a:pt x="4484" y="1225"/>
                  </a:lnTo>
                  <a:lnTo>
                    <a:pt x="4307" y="1047"/>
                  </a:lnTo>
                  <a:lnTo>
                    <a:pt x="4129" y="869"/>
                  </a:lnTo>
                  <a:lnTo>
                    <a:pt x="3931" y="691"/>
                  </a:lnTo>
                  <a:lnTo>
                    <a:pt x="3714" y="553"/>
                  </a:lnTo>
                  <a:lnTo>
                    <a:pt x="3497" y="395"/>
                  </a:lnTo>
                  <a:lnTo>
                    <a:pt x="3260" y="277"/>
                  </a:lnTo>
                  <a:lnTo>
                    <a:pt x="3023" y="158"/>
                  </a:lnTo>
                  <a:lnTo>
                    <a:pt x="2766" y="59"/>
                  </a:lnTo>
                  <a:lnTo>
                    <a:pt x="2647" y="20"/>
                  </a:lnTo>
                  <a:lnTo>
                    <a:pt x="2509" y="0"/>
                  </a:lnTo>
                  <a:close/>
                </a:path>
              </a:pathLst>
            </a:custGeom>
            <a:solidFill>
              <a:srgbClr val="C3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6" name="Google Shape;7516;p29"/>
            <p:cNvSpPr/>
            <p:nvPr/>
          </p:nvSpPr>
          <p:spPr>
            <a:xfrm>
              <a:off x="-682501" y="-34552"/>
              <a:ext cx="85838" cy="102178"/>
            </a:xfrm>
            <a:custGeom>
              <a:rect b="b" l="l" r="r" t="t"/>
              <a:pathLst>
                <a:path extrusionOk="0" h="2470" w="2075">
                  <a:moveTo>
                    <a:pt x="1226" y="139"/>
                  </a:moveTo>
                  <a:lnTo>
                    <a:pt x="1364" y="179"/>
                  </a:lnTo>
                  <a:lnTo>
                    <a:pt x="1502" y="238"/>
                  </a:lnTo>
                  <a:lnTo>
                    <a:pt x="1601" y="317"/>
                  </a:lnTo>
                  <a:lnTo>
                    <a:pt x="1680" y="416"/>
                  </a:lnTo>
                  <a:lnTo>
                    <a:pt x="1719" y="514"/>
                  </a:lnTo>
                  <a:lnTo>
                    <a:pt x="1798" y="830"/>
                  </a:lnTo>
                  <a:lnTo>
                    <a:pt x="1877" y="1225"/>
                  </a:lnTo>
                  <a:lnTo>
                    <a:pt x="1956" y="1739"/>
                  </a:lnTo>
                  <a:lnTo>
                    <a:pt x="515" y="2332"/>
                  </a:lnTo>
                  <a:lnTo>
                    <a:pt x="455" y="2193"/>
                  </a:lnTo>
                  <a:lnTo>
                    <a:pt x="317" y="1877"/>
                  </a:lnTo>
                  <a:lnTo>
                    <a:pt x="179" y="1482"/>
                  </a:lnTo>
                  <a:lnTo>
                    <a:pt x="139" y="1285"/>
                  </a:lnTo>
                  <a:lnTo>
                    <a:pt x="120" y="1127"/>
                  </a:lnTo>
                  <a:lnTo>
                    <a:pt x="139" y="988"/>
                  </a:lnTo>
                  <a:lnTo>
                    <a:pt x="159" y="870"/>
                  </a:lnTo>
                  <a:lnTo>
                    <a:pt x="199" y="751"/>
                  </a:lnTo>
                  <a:lnTo>
                    <a:pt x="258" y="653"/>
                  </a:lnTo>
                  <a:lnTo>
                    <a:pt x="357" y="554"/>
                  </a:lnTo>
                  <a:lnTo>
                    <a:pt x="455" y="455"/>
                  </a:lnTo>
                  <a:lnTo>
                    <a:pt x="594" y="356"/>
                  </a:lnTo>
                  <a:lnTo>
                    <a:pt x="732" y="258"/>
                  </a:lnTo>
                  <a:lnTo>
                    <a:pt x="910" y="179"/>
                  </a:lnTo>
                  <a:lnTo>
                    <a:pt x="1068" y="139"/>
                  </a:lnTo>
                  <a:close/>
                  <a:moveTo>
                    <a:pt x="1068" y="1"/>
                  </a:moveTo>
                  <a:lnTo>
                    <a:pt x="890" y="40"/>
                  </a:lnTo>
                  <a:lnTo>
                    <a:pt x="791" y="80"/>
                  </a:lnTo>
                  <a:lnTo>
                    <a:pt x="692" y="139"/>
                  </a:lnTo>
                  <a:lnTo>
                    <a:pt x="515" y="238"/>
                  </a:lnTo>
                  <a:lnTo>
                    <a:pt x="376" y="356"/>
                  </a:lnTo>
                  <a:lnTo>
                    <a:pt x="258" y="455"/>
                  </a:lnTo>
                  <a:lnTo>
                    <a:pt x="159" y="574"/>
                  </a:lnTo>
                  <a:lnTo>
                    <a:pt x="100" y="692"/>
                  </a:lnTo>
                  <a:lnTo>
                    <a:pt x="40" y="830"/>
                  </a:lnTo>
                  <a:lnTo>
                    <a:pt x="21" y="969"/>
                  </a:lnTo>
                  <a:lnTo>
                    <a:pt x="1" y="1127"/>
                  </a:lnTo>
                  <a:lnTo>
                    <a:pt x="21" y="1304"/>
                  </a:lnTo>
                  <a:lnTo>
                    <a:pt x="80" y="1522"/>
                  </a:lnTo>
                  <a:lnTo>
                    <a:pt x="139" y="1739"/>
                  </a:lnTo>
                  <a:lnTo>
                    <a:pt x="218" y="1956"/>
                  </a:lnTo>
                  <a:lnTo>
                    <a:pt x="376" y="2332"/>
                  </a:lnTo>
                  <a:lnTo>
                    <a:pt x="436" y="2470"/>
                  </a:lnTo>
                  <a:lnTo>
                    <a:pt x="2075" y="1798"/>
                  </a:lnTo>
                  <a:lnTo>
                    <a:pt x="1976" y="1225"/>
                  </a:lnTo>
                  <a:lnTo>
                    <a:pt x="1897" y="771"/>
                  </a:lnTo>
                  <a:lnTo>
                    <a:pt x="1818" y="416"/>
                  </a:lnTo>
                  <a:lnTo>
                    <a:pt x="1759" y="317"/>
                  </a:lnTo>
                  <a:lnTo>
                    <a:pt x="1660" y="198"/>
                  </a:lnTo>
                  <a:lnTo>
                    <a:pt x="1542" y="119"/>
                  </a:lnTo>
                  <a:lnTo>
                    <a:pt x="1403" y="40"/>
                  </a:lnTo>
                  <a:lnTo>
                    <a:pt x="1245"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7" name="Google Shape;7517;p29"/>
            <p:cNvSpPr/>
            <p:nvPr/>
          </p:nvSpPr>
          <p:spPr>
            <a:xfrm>
              <a:off x="-962732" y="-412869"/>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8" name="Google Shape;7518;p29"/>
            <p:cNvSpPr/>
            <p:nvPr/>
          </p:nvSpPr>
          <p:spPr>
            <a:xfrm>
              <a:off x="-768258" y="-550130"/>
              <a:ext cx="5750" cy="3309"/>
            </a:xfrm>
            <a:custGeom>
              <a:rect b="b" l="l" r="r" t="t"/>
              <a:pathLst>
                <a:path extrusionOk="0" h="80" w="139">
                  <a:moveTo>
                    <a:pt x="59" y="0"/>
                  </a:moveTo>
                  <a:lnTo>
                    <a:pt x="0" y="79"/>
                  </a:lnTo>
                  <a:lnTo>
                    <a:pt x="0" y="79"/>
                  </a:lnTo>
                  <a:lnTo>
                    <a:pt x="40" y="59"/>
                  </a:lnTo>
                  <a:lnTo>
                    <a:pt x="99" y="59"/>
                  </a:lnTo>
                  <a:lnTo>
                    <a:pt x="138" y="79"/>
                  </a:lnTo>
                  <a:lnTo>
                    <a:pt x="99" y="20"/>
                  </a:lnTo>
                  <a:lnTo>
                    <a:pt x="79" y="40"/>
                  </a:lnTo>
                  <a:lnTo>
                    <a:pt x="59"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9" name="Google Shape;7519;p29"/>
            <p:cNvSpPr/>
            <p:nvPr/>
          </p:nvSpPr>
          <p:spPr>
            <a:xfrm>
              <a:off x="-1075503" y="-597538"/>
              <a:ext cx="309718" cy="221482"/>
            </a:xfrm>
            <a:custGeom>
              <a:rect b="b" l="l" r="r" t="t"/>
              <a:pathLst>
                <a:path extrusionOk="0" h="5354" w="7487">
                  <a:moveTo>
                    <a:pt x="6736" y="1502"/>
                  </a:moveTo>
                  <a:lnTo>
                    <a:pt x="6716" y="1521"/>
                  </a:lnTo>
                  <a:lnTo>
                    <a:pt x="6696" y="1541"/>
                  </a:lnTo>
                  <a:lnTo>
                    <a:pt x="6696" y="1581"/>
                  </a:lnTo>
                  <a:lnTo>
                    <a:pt x="6716" y="1561"/>
                  </a:lnTo>
                  <a:lnTo>
                    <a:pt x="6736" y="1541"/>
                  </a:lnTo>
                  <a:lnTo>
                    <a:pt x="6736" y="1502"/>
                  </a:lnTo>
                  <a:close/>
                  <a:moveTo>
                    <a:pt x="6637" y="1976"/>
                  </a:moveTo>
                  <a:lnTo>
                    <a:pt x="6617" y="1996"/>
                  </a:lnTo>
                  <a:lnTo>
                    <a:pt x="6617" y="2015"/>
                  </a:lnTo>
                  <a:lnTo>
                    <a:pt x="6637" y="1996"/>
                  </a:lnTo>
                  <a:lnTo>
                    <a:pt x="6637" y="1976"/>
                  </a:lnTo>
                  <a:close/>
                  <a:moveTo>
                    <a:pt x="6894" y="1"/>
                  </a:moveTo>
                  <a:lnTo>
                    <a:pt x="6795" y="60"/>
                  </a:lnTo>
                  <a:lnTo>
                    <a:pt x="6834" y="80"/>
                  </a:lnTo>
                  <a:lnTo>
                    <a:pt x="6874" y="139"/>
                  </a:lnTo>
                  <a:lnTo>
                    <a:pt x="6874" y="139"/>
                  </a:lnTo>
                  <a:lnTo>
                    <a:pt x="6834" y="119"/>
                  </a:lnTo>
                  <a:lnTo>
                    <a:pt x="6775" y="119"/>
                  </a:lnTo>
                  <a:lnTo>
                    <a:pt x="6755" y="80"/>
                  </a:lnTo>
                  <a:lnTo>
                    <a:pt x="6755" y="60"/>
                  </a:lnTo>
                  <a:lnTo>
                    <a:pt x="6696" y="80"/>
                  </a:lnTo>
                  <a:lnTo>
                    <a:pt x="6657" y="99"/>
                  </a:lnTo>
                  <a:lnTo>
                    <a:pt x="6657" y="119"/>
                  </a:lnTo>
                  <a:lnTo>
                    <a:pt x="6676" y="198"/>
                  </a:lnTo>
                  <a:lnTo>
                    <a:pt x="6696" y="238"/>
                  </a:lnTo>
                  <a:lnTo>
                    <a:pt x="6676" y="277"/>
                  </a:lnTo>
                  <a:lnTo>
                    <a:pt x="6637" y="257"/>
                  </a:lnTo>
                  <a:lnTo>
                    <a:pt x="6617" y="238"/>
                  </a:lnTo>
                  <a:lnTo>
                    <a:pt x="6617" y="139"/>
                  </a:lnTo>
                  <a:lnTo>
                    <a:pt x="6597" y="99"/>
                  </a:lnTo>
                  <a:lnTo>
                    <a:pt x="6558" y="80"/>
                  </a:lnTo>
                  <a:lnTo>
                    <a:pt x="6499" y="178"/>
                  </a:lnTo>
                  <a:lnTo>
                    <a:pt x="6459" y="139"/>
                  </a:lnTo>
                  <a:lnTo>
                    <a:pt x="6400" y="159"/>
                  </a:lnTo>
                  <a:lnTo>
                    <a:pt x="6341" y="198"/>
                  </a:lnTo>
                  <a:lnTo>
                    <a:pt x="6281" y="317"/>
                  </a:lnTo>
                  <a:lnTo>
                    <a:pt x="6222" y="396"/>
                  </a:lnTo>
                  <a:lnTo>
                    <a:pt x="6163" y="455"/>
                  </a:lnTo>
                  <a:lnTo>
                    <a:pt x="6143" y="376"/>
                  </a:lnTo>
                  <a:lnTo>
                    <a:pt x="6143" y="336"/>
                  </a:lnTo>
                  <a:lnTo>
                    <a:pt x="6163" y="297"/>
                  </a:lnTo>
                  <a:lnTo>
                    <a:pt x="6222" y="238"/>
                  </a:lnTo>
                  <a:lnTo>
                    <a:pt x="6183" y="218"/>
                  </a:lnTo>
                  <a:lnTo>
                    <a:pt x="6163" y="218"/>
                  </a:lnTo>
                  <a:lnTo>
                    <a:pt x="6123" y="257"/>
                  </a:lnTo>
                  <a:lnTo>
                    <a:pt x="6084" y="277"/>
                  </a:lnTo>
                  <a:lnTo>
                    <a:pt x="6064" y="297"/>
                  </a:lnTo>
                  <a:lnTo>
                    <a:pt x="6044" y="277"/>
                  </a:lnTo>
                  <a:lnTo>
                    <a:pt x="6005" y="317"/>
                  </a:lnTo>
                  <a:lnTo>
                    <a:pt x="5985" y="356"/>
                  </a:lnTo>
                  <a:lnTo>
                    <a:pt x="6005" y="396"/>
                  </a:lnTo>
                  <a:lnTo>
                    <a:pt x="6005" y="455"/>
                  </a:lnTo>
                  <a:lnTo>
                    <a:pt x="6025" y="455"/>
                  </a:lnTo>
                  <a:lnTo>
                    <a:pt x="5985" y="475"/>
                  </a:lnTo>
                  <a:lnTo>
                    <a:pt x="5965" y="475"/>
                  </a:lnTo>
                  <a:lnTo>
                    <a:pt x="5926" y="415"/>
                  </a:lnTo>
                  <a:lnTo>
                    <a:pt x="5926" y="455"/>
                  </a:lnTo>
                  <a:lnTo>
                    <a:pt x="5906" y="494"/>
                  </a:lnTo>
                  <a:lnTo>
                    <a:pt x="5867" y="534"/>
                  </a:lnTo>
                  <a:lnTo>
                    <a:pt x="5807" y="573"/>
                  </a:lnTo>
                  <a:lnTo>
                    <a:pt x="5807" y="554"/>
                  </a:lnTo>
                  <a:lnTo>
                    <a:pt x="5788" y="514"/>
                  </a:lnTo>
                  <a:lnTo>
                    <a:pt x="5768" y="573"/>
                  </a:lnTo>
                  <a:lnTo>
                    <a:pt x="5728" y="633"/>
                  </a:lnTo>
                  <a:lnTo>
                    <a:pt x="5748" y="652"/>
                  </a:lnTo>
                  <a:lnTo>
                    <a:pt x="5768" y="672"/>
                  </a:lnTo>
                  <a:lnTo>
                    <a:pt x="5788" y="731"/>
                  </a:lnTo>
                  <a:lnTo>
                    <a:pt x="5768" y="731"/>
                  </a:lnTo>
                  <a:lnTo>
                    <a:pt x="5807" y="771"/>
                  </a:lnTo>
                  <a:lnTo>
                    <a:pt x="5847" y="751"/>
                  </a:lnTo>
                  <a:lnTo>
                    <a:pt x="5886" y="731"/>
                  </a:lnTo>
                  <a:lnTo>
                    <a:pt x="5906" y="692"/>
                  </a:lnTo>
                  <a:lnTo>
                    <a:pt x="5926" y="672"/>
                  </a:lnTo>
                  <a:lnTo>
                    <a:pt x="5965" y="652"/>
                  </a:lnTo>
                  <a:lnTo>
                    <a:pt x="6005" y="652"/>
                  </a:lnTo>
                  <a:lnTo>
                    <a:pt x="6064" y="672"/>
                  </a:lnTo>
                  <a:lnTo>
                    <a:pt x="6064" y="712"/>
                  </a:lnTo>
                  <a:lnTo>
                    <a:pt x="6064" y="731"/>
                  </a:lnTo>
                  <a:lnTo>
                    <a:pt x="6084" y="751"/>
                  </a:lnTo>
                  <a:lnTo>
                    <a:pt x="6084" y="771"/>
                  </a:lnTo>
                  <a:lnTo>
                    <a:pt x="6064" y="771"/>
                  </a:lnTo>
                  <a:lnTo>
                    <a:pt x="6044" y="751"/>
                  </a:lnTo>
                  <a:lnTo>
                    <a:pt x="6044" y="810"/>
                  </a:lnTo>
                  <a:lnTo>
                    <a:pt x="6064" y="830"/>
                  </a:lnTo>
                  <a:lnTo>
                    <a:pt x="6084" y="830"/>
                  </a:lnTo>
                  <a:lnTo>
                    <a:pt x="6104" y="909"/>
                  </a:lnTo>
                  <a:lnTo>
                    <a:pt x="6084" y="968"/>
                  </a:lnTo>
                  <a:lnTo>
                    <a:pt x="6044" y="1008"/>
                  </a:lnTo>
                  <a:lnTo>
                    <a:pt x="6005" y="1047"/>
                  </a:lnTo>
                  <a:lnTo>
                    <a:pt x="5965" y="1028"/>
                  </a:lnTo>
                  <a:lnTo>
                    <a:pt x="5965" y="988"/>
                  </a:lnTo>
                  <a:lnTo>
                    <a:pt x="5965" y="949"/>
                  </a:lnTo>
                  <a:lnTo>
                    <a:pt x="5985" y="889"/>
                  </a:lnTo>
                  <a:lnTo>
                    <a:pt x="5985" y="830"/>
                  </a:lnTo>
                  <a:lnTo>
                    <a:pt x="5965" y="870"/>
                  </a:lnTo>
                  <a:lnTo>
                    <a:pt x="5946" y="889"/>
                  </a:lnTo>
                  <a:lnTo>
                    <a:pt x="5926" y="889"/>
                  </a:lnTo>
                  <a:lnTo>
                    <a:pt x="5886" y="791"/>
                  </a:lnTo>
                  <a:lnTo>
                    <a:pt x="5867" y="850"/>
                  </a:lnTo>
                  <a:lnTo>
                    <a:pt x="5886" y="889"/>
                  </a:lnTo>
                  <a:lnTo>
                    <a:pt x="5906" y="929"/>
                  </a:lnTo>
                  <a:lnTo>
                    <a:pt x="5926" y="988"/>
                  </a:lnTo>
                  <a:lnTo>
                    <a:pt x="5926" y="1047"/>
                  </a:lnTo>
                  <a:lnTo>
                    <a:pt x="5926" y="1067"/>
                  </a:lnTo>
                  <a:lnTo>
                    <a:pt x="5906" y="1067"/>
                  </a:lnTo>
                  <a:lnTo>
                    <a:pt x="5867" y="1047"/>
                  </a:lnTo>
                  <a:lnTo>
                    <a:pt x="5827" y="1047"/>
                  </a:lnTo>
                  <a:lnTo>
                    <a:pt x="5847" y="1008"/>
                  </a:lnTo>
                  <a:lnTo>
                    <a:pt x="5847" y="1008"/>
                  </a:lnTo>
                  <a:lnTo>
                    <a:pt x="5807" y="1028"/>
                  </a:lnTo>
                  <a:lnTo>
                    <a:pt x="5788" y="1067"/>
                  </a:lnTo>
                  <a:lnTo>
                    <a:pt x="5768" y="1107"/>
                  </a:lnTo>
                  <a:lnTo>
                    <a:pt x="5748" y="1126"/>
                  </a:lnTo>
                  <a:lnTo>
                    <a:pt x="5669" y="1067"/>
                  </a:lnTo>
                  <a:lnTo>
                    <a:pt x="5709" y="1087"/>
                  </a:lnTo>
                  <a:lnTo>
                    <a:pt x="5728" y="1067"/>
                  </a:lnTo>
                  <a:lnTo>
                    <a:pt x="5748" y="1008"/>
                  </a:lnTo>
                  <a:lnTo>
                    <a:pt x="5728" y="949"/>
                  </a:lnTo>
                  <a:lnTo>
                    <a:pt x="5748" y="929"/>
                  </a:lnTo>
                  <a:lnTo>
                    <a:pt x="5748" y="909"/>
                  </a:lnTo>
                  <a:lnTo>
                    <a:pt x="5709" y="889"/>
                  </a:lnTo>
                  <a:lnTo>
                    <a:pt x="5689" y="870"/>
                  </a:lnTo>
                  <a:lnTo>
                    <a:pt x="5669" y="791"/>
                  </a:lnTo>
                  <a:lnTo>
                    <a:pt x="5689" y="613"/>
                  </a:lnTo>
                  <a:lnTo>
                    <a:pt x="5649" y="633"/>
                  </a:lnTo>
                  <a:lnTo>
                    <a:pt x="5630" y="652"/>
                  </a:lnTo>
                  <a:lnTo>
                    <a:pt x="5590" y="652"/>
                  </a:lnTo>
                  <a:lnTo>
                    <a:pt x="5551" y="633"/>
                  </a:lnTo>
                  <a:lnTo>
                    <a:pt x="5531" y="672"/>
                  </a:lnTo>
                  <a:lnTo>
                    <a:pt x="5531" y="692"/>
                  </a:lnTo>
                  <a:lnTo>
                    <a:pt x="5472" y="712"/>
                  </a:lnTo>
                  <a:lnTo>
                    <a:pt x="5432" y="731"/>
                  </a:lnTo>
                  <a:lnTo>
                    <a:pt x="5412" y="751"/>
                  </a:lnTo>
                  <a:lnTo>
                    <a:pt x="5393" y="771"/>
                  </a:lnTo>
                  <a:lnTo>
                    <a:pt x="5393" y="830"/>
                  </a:lnTo>
                  <a:lnTo>
                    <a:pt x="5373" y="830"/>
                  </a:lnTo>
                  <a:lnTo>
                    <a:pt x="5373" y="810"/>
                  </a:lnTo>
                  <a:lnTo>
                    <a:pt x="5373" y="771"/>
                  </a:lnTo>
                  <a:lnTo>
                    <a:pt x="5353" y="771"/>
                  </a:lnTo>
                  <a:lnTo>
                    <a:pt x="5274" y="791"/>
                  </a:lnTo>
                  <a:lnTo>
                    <a:pt x="5215" y="850"/>
                  </a:lnTo>
                  <a:lnTo>
                    <a:pt x="5175" y="929"/>
                  </a:lnTo>
                  <a:lnTo>
                    <a:pt x="5136" y="929"/>
                  </a:lnTo>
                  <a:lnTo>
                    <a:pt x="5116" y="909"/>
                  </a:lnTo>
                  <a:lnTo>
                    <a:pt x="5077" y="870"/>
                  </a:lnTo>
                  <a:lnTo>
                    <a:pt x="5017" y="889"/>
                  </a:lnTo>
                  <a:lnTo>
                    <a:pt x="4978" y="929"/>
                  </a:lnTo>
                  <a:lnTo>
                    <a:pt x="4899" y="1008"/>
                  </a:lnTo>
                  <a:lnTo>
                    <a:pt x="4840" y="1146"/>
                  </a:lnTo>
                  <a:lnTo>
                    <a:pt x="4780" y="1186"/>
                  </a:lnTo>
                  <a:lnTo>
                    <a:pt x="4701" y="1225"/>
                  </a:lnTo>
                  <a:lnTo>
                    <a:pt x="4701" y="1146"/>
                  </a:lnTo>
                  <a:lnTo>
                    <a:pt x="4642" y="1166"/>
                  </a:lnTo>
                  <a:lnTo>
                    <a:pt x="4622" y="1205"/>
                  </a:lnTo>
                  <a:lnTo>
                    <a:pt x="4622" y="1245"/>
                  </a:lnTo>
                  <a:lnTo>
                    <a:pt x="4583" y="1205"/>
                  </a:lnTo>
                  <a:lnTo>
                    <a:pt x="4543" y="1225"/>
                  </a:lnTo>
                  <a:lnTo>
                    <a:pt x="4523" y="1245"/>
                  </a:lnTo>
                  <a:lnTo>
                    <a:pt x="4504" y="1265"/>
                  </a:lnTo>
                  <a:lnTo>
                    <a:pt x="4464" y="1304"/>
                  </a:lnTo>
                  <a:lnTo>
                    <a:pt x="4444" y="1324"/>
                  </a:lnTo>
                  <a:lnTo>
                    <a:pt x="4405" y="1324"/>
                  </a:lnTo>
                  <a:lnTo>
                    <a:pt x="4346" y="1304"/>
                  </a:lnTo>
                  <a:lnTo>
                    <a:pt x="4326" y="1304"/>
                  </a:lnTo>
                  <a:lnTo>
                    <a:pt x="4306" y="1324"/>
                  </a:lnTo>
                  <a:lnTo>
                    <a:pt x="4286" y="1363"/>
                  </a:lnTo>
                  <a:lnTo>
                    <a:pt x="4286" y="1423"/>
                  </a:lnTo>
                  <a:lnTo>
                    <a:pt x="4286" y="1482"/>
                  </a:lnTo>
                  <a:lnTo>
                    <a:pt x="4267" y="1521"/>
                  </a:lnTo>
                  <a:lnTo>
                    <a:pt x="4227" y="1442"/>
                  </a:lnTo>
                  <a:lnTo>
                    <a:pt x="4207" y="1423"/>
                  </a:lnTo>
                  <a:lnTo>
                    <a:pt x="4188" y="1403"/>
                  </a:lnTo>
                  <a:lnTo>
                    <a:pt x="4049" y="1521"/>
                  </a:lnTo>
                  <a:lnTo>
                    <a:pt x="3891" y="1640"/>
                  </a:lnTo>
                  <a:lnTo>
                    <a:pt x="3595" y="1857"/>
                  </a:lnTo>
                  <a:lnTo>
                    <a:pt x="3595" y="1818"/>
                  </a:lnTo>
                  <a:lnTo>
                    <a:pt x="3536" y="1838"/>
                  </a:lnTo>
                  <a:lnTo>
                    <a:pt x="3477" y="1897"/>
                  </a:lnTo>
                  <a:lnTo>
                    <a:pt x="3398" y="1996"/>
                  </a:lnTo>
                  <a:lnTo>
                    <a:pt x="3319" y="2094"/>
                  </a:lnTo>
                  <a:lnTo>
                    <a:pt x="3259" y="2114"/>
                  </a:lnTo>
                  <a:lnTo>
                    <a:pt x="3200" y="2134"/>
                  </a:lnTo>
                  <a:lnTo>
                    <a:pt x="3180" y="2213"/>
                  </a:lnTo>
                  <a:lnTo>
                    <a:pt x="3180" y="2252"/>
                  </a:lnTo>
                  <a:lnTo>
                    <a:pt x="3200" y="2292"/>
                  </a:lnTo>
                  <a:lnTo>
                    <a:pt x="3220" y="2312"/>
                  </a:lnTo>
                  <a:lnTo>
                    <a:pt x="3259" y="2331"/>
                  </a:lnTo>
                  <a:lnTo>
                    <a:pt x="3299" y="2430"/>
                  </a:lnTo>
                  <a:lnTo>
                    <a:pt x="3279" y="2450"/>
                  </a:lnTo>
                  <a:lnTo>
                    <a:pt x="3259" y="2470"/>
                  </a:lnTo>
                  <a:lnTo>
                    <a:pt x="3240" y="2450"/>
                  </a:lnTo>
                  <a:lnTo>
                    <a:pt x="3200" y="2430"/>
                  </a:lnTo>
                  <a:lnTo>
                    <a:pt x="3161" y="2391"/>
                  </a:lnTo>
                  <a:lnTo>
                    <a:pt x="3121" y="2391"/>
                  </a:lnTo>
                  <a:lnTo>
                    <a:pt x="3082" y="2331"/>
                  </a:lnTo>
                  <a:lnTo>
                    <a:pt x="3082" y="2292"/>
                  </a:lnTo>
                  <a:lnTo>
                    <a:pt x="3082" y="2233"/>
                  </a:lnTo>
                  <a:lnTo>
                    <a:pt x="3062" y="2173"/>
                  </a:lnTo>
                  <a:lnTo>
                    <a:pt x="3003" y="2312"/>
                  </a:lnTo>
                  <a:lnTo>
                    <a:pt x="2943" y="2331"/>
                  </a:lnTo>
                  <a:lnTo>
                    <a:pt x="2904" y="2351"/>
                  </a:lnTo>
                  <a:lnTo>
                    <a:pt x="2864" y="2391"/>
                  </a:lnTo>
                  <a:lnTo>
                    <a:pt x="2805" y="2371"/>
                  </a:lnTo>
                  <a:lnTo>
                    <a:pt x="2825" y="2371"/>
                  </a:lnTo>
                  <a:lnTo>
                    <a:pt x="2805" y="2331"/>
                  </a:lnTo>
                  <a:lnTo>
                    <a:pt x="2805" y="2312"/>
                  </a:lnTo>
                  <a:lnTo>
                    <a:pt x="2825" y="2312"/>
                  </a:lnTo>
                  <a:lnTo>
                    <a:pt x="2825" y="2331"/>
                  </a:lnTo>
                  <a:lnTo>
                    <a:pt x="2884" y="2312"/>
                  </a:lnTo>
                  <a:lnTo>
                    <a:pt x="2884" y="2272"/>
                  </a:lnTo>
                  <a:lnTo>
                    <a:pt x="2884" y="2233"/>
                  </a:lnTo>
                  <a:lnTo>
                    <a:pt x="2904" y="2193"/>
                  </a:lnTo>
                  <a:lnTo>
                    <a:pt x="2805" y="2292"/>
                  </a:lnTo>
                  <a:lnTo>
                    <a:pt x="2766" y="2312"/>
                  </a:lnTo>
                  <a:lnTo>
                    <a:pt x="2706" y="2331"/>
                  </a:lnTo>
                  <a:lnTo>
                    <a:pt x="2726" y="2371"/>
                  </a:lnTo>
                  <a:lnTo>
                    <a:pt x="2706" y="2410"/>
                  </a:lnTo>
                  <a:lnTo>
                    <a:pt x="2687" y="2430"/>
                  </a:lnTo>
                  <a:lnTo>
                    <a:pt x="2687" y="2470"/>
                  </a:lnTo>
                  <a:lnTo>
                    <a:pt x="2667" y="2450"/>
                  </a:lnTo>
                  <a:lnTo>
                    <a:pt x="2687" y="2489"/>
                  </a:lnTo>
                  <a:lnTo>
                    <a:pt x="2687" y="2509"/>
                  </a:lnTo>
                  <a:lnTo>
                    <a:pt x="2667" y="2568"/>
                  </a:lnTo>
                  <a:lnTo>
                    <a:pt x="2588" y="2450"/>
                  </a:lnTo>
                  <a:lnTo>
                    <a:pt x="2588" y="2470"/>
                  </a:lnTo>
                  <a:lnTo>
                    <a:pt x="2608" y="2489"/>
                  </a:lnTo>
                  <a:lnTo>
                    <a:pt x="2608" y="2509"/>
                  </a:lnTo>
                  <a:lnTo>
                    <a:pt x="2608" y="2529"/>
                  </a:lnTo>
                  <a:lnTo>
                    <a:pt x="2568" y="2568"/>
                  </a:lnTo>
                  <a:lnTo>
                    <a:pt x="2509" y="2608"/>
                  </a:lnTo>
                  <a:lnTo>
                    <a:pt x="2430" y="2608"/>
                  </a:lnTo>
                  <a:lnTo>
                    <a:pt x="2410" y="2588"/>
                  </a:lnTo>
                  <a:lnTo>
                    <a:pt x="2371" y="2549"/>
                  </a:lnTo>
                  <a:lnTo>
                    <a:pt x="2351" y="2588"/>
                  </a:lnTo>
                  <a:lnTo>
                    <a:pt x="2331" y="2628"/>
                  </a:lnTo>
                  <a:lnTo>
                    <a:pt x="2331" y="2647"/>
                  </a:lnTo>
                  <a:lnTo>
                    <a:pt x="2292" y="2667"/>
                  </a:lnTo>
                  <a:lnTo>
                    <a:pt x="2292" y="2608"/>
                  </a:lnTo>
                  <a:lnTo>
                    <a:pt x="2193" y="2647"/>
                  </a:lnTo>
                  <a:lnTo>
                    <a:pt x="2114" y="2687"/>
                  </a:lnTo>
                  <a:lnTo>
                    <a:pt x="2015" y="2726"/>
                  </a:lnTo>
                  <a:lnTo>
                    <a:pt x="1916" y="2726"/>
                  </a:lnTo>
                  <a:lnTo>
                    <a:pt x="1837" y="2825"/>
                  </a:lnTo>
                  <a:lnTo>
                    <a:pt x="1798" y="2884"/>
                  </a:lnTo>
                  <a:lnTo>
                    <a:pt x="1778" y="2944"/>
                  </a:lnTo>
                  <a:lnTo>
                    <a:pt x="1837" y="2944"/>
                  </a:lnTo>
                  <a:lnTo>
                    <a:pt x="1857" y="2963"/>
                  </a:lnTo>
                  <a:lnTo>
                    <a:pt x="1857" y="3003"/>
                  </a:lnTo>
                  <a:lnTo>
                    <a:pt x="1857" y="3042"/>
                  </a:lnTo>
                  <a:lnTo>
                    <a:pt x="1837" y="3062"/>
                  </a:lnTo>
                  <a:lnTo>
                    <a:pt x="1798" y="3102"/>
                  </a:lnTo>
                  <a:lnTo>
                    <a:pt x="1778" y="3062"/>
                  </a:lnTo>
                  <a:lnTo>
                    <a:pt x="1738" y="3062"/>
                  </a:lnTo>
                  <a:lnTo>
                    <a:pt x="1719" y="3042"/>
                  </a:lnTo>
                  <a:lnTo>
                    <a:pt x="1738" y="3003"/>
                  </a:lnTo>
                  <a:lnTo>
                    <a:pt x="1699" y="2983"/>
                  </a:lnTo>
                  <a:lnTo>
                    <a:pt x="1679" y="2983"/>
                  </a:lnTo>
                  <a:lnTo>
                    <a:pt x="1640" y="3003"/>
                  </a:lnTo>
                  <a:lnTo>
                    <a:pt x="1580" y="3023"/>
                  </a:lnTo>
                  <a:lnTo>
                    <a:pt x="1541" y="3023"/>
                  </a:lnTo>
                  <a:lnTo>
                    <a:pt x="1521" y="2983"/>
                  </a:lnTo>
                  <a:lnTo>
                    <a:pt x="1501" y="3023"/>
                  </a:lnTo>
                  <a:lnTo>
                    <a:pt x="1442" y="3062"/>
                  </a:lnTo>
                  <a:lnTo>
                    <a:pt x="1403" y="3121"/>
                  </a:lnTo>
                  <a:lnTo>
                    <a:pt x="1383" y="3181"/>
                  </a:lnTo>
                  <a:lnTo>
                    <a:pt x="1383" y="3141"/>
                  </a:lnTo>
                  <a:lnTo>
                    <a:pt x="1383" y="3121"/>
                  </a:lnTo>
                  <a:lnTo>
                    <a:pt x="1403" y="3082"/>
                  </a:lnTo>
                  <a:lnTo>
                    <a:pt x="1403" y="3062"/>
                  </a:lnTo>
                  <a:lnTo>
                    <a:pt x="1363" y="3102"/>
                  </a:lnTo>
                  <a:lnTo>
                    <a:pt x="1343" y="3062"/>
                  </a:lnTo>
                  <a:lnTo>
                    <a:pt x="1324" y="3082"/>
                  </a:lnTo>
                  <a:lnTo>
                    <a:pt x="1304" y="3102"/>
                  </a:lnTo>
                  <a:lnTo>
                    <a:pt x="1284" y="3181"/>
                  </a:lnTo>
                  <a:lnTo>
                    <a:pt x="1284" y="3240"/>
                  </a:lnTo>
                  <a:lnTo>
                    <a:pt x="1264" y="3299"/>
                  </a:lnTo>
                  <a:lnTo>
                    <a:pt x="1264" y="3279"/>
                  </a:lnTo>
                  <a:lnTo>
                    <a:pt x="1245" y="3319"/>
                  </a:lnTo>
                  <a:lnTo>
                    <a:pt x="1225" y="3200"/>
                  </a:lnTo>
                  <a:lnTo>
                    <a:pt x="1205" y="3240"/>
                  </a:lnTo>
                  <a:lnTo>
                    <a:pt x="1185" y="3299"/>
                  </a:lnTo>
                  <a:lnTo>
                    <a:pt x="1185" y="3358"/>
                  </a:lnTo>
                  <a:lnTo>
                    <a:pt x="1146" y="3418"/>
                  </a:lnTo>
                  <a:lnTo>
                    <a:pt x="1126" y="3378"/>
                  </a:lnTo>
                  <a:lnTo>
                    <a:pt x="1106" y="3437"/>
                  </a:lnTo>
                  <a:lnTo>
                    <a:pt x="1106" y="3398"/>
                  </a:lnTo>
                  <a:lnTo>
                    <a:pt x="1087" y="3477"/>
                  </a:lnTo>
                  <a:lnTo>
                    <a:pt x="1067" y="3516"/>
                  </a:lnTo>
                  <a:lnTo>
                    <a:pt x="1047" y="3556"/>
                  </a:lnTo>
                  <a:lnTo>
                    <a:pt x="1027" y="3615"/>
                  </a:lnTo>
                  <a:lnTo>
                    <a:pt x="968" y="3576"/>
                  </a:lnTo>
                  <a:lnTo>
                    <a:pt x="929" y="3576"/>
                  </a:lnTo>
                  <a:lnTo>
                    <a:pt x="929" y="3615"/>
                  </a:lnTo>
                  <a:lnTo>
                    <a:pt x="869" y="3497"/>
                  </a:lnTo>
                  <a:lnTo>
                    <a:pt x="909" y="3477"/>
                  </a:lnTo>
                  <a:lnTo>
                    <a:pt x="948" y="3497"/>
                  </a:lnTo>
                  <a:lnTo>
                    <a:pt x="968" y="3516"/>
                  </a:lnTo>
                  <a:lnTo>
                    <a:pt x="1008" y="3477"/>
                  </a:lnTo>
                  <a:lnTo>
                    <a:pt x="948" y="3437"/>
                  </a:lnTo>
                  <a:lnTo>
                    <a:pt x="771" y="3437"/>
                  </a:lnTo>
                  <a:lnTo>
                    <a:pt x="672" y="3497"/>
                  </a:lnTo>
                  <a:lnTo>
                    <a:pt x="593" y="3556"/>
                  </a:lnTo>
                  <a:lnTo>
                    <a:pt x="553" y="3595"/>
                  </a:lnTo>
                  <a:lnTo>
                    <a:pt x="514" y="3635"/>
                  </a:lnTo>
                  <a:lnTo>
                    <a:pt x="435" y="3694"/>
                  </a:lnTo>
                  <a:lnTo>
                    <a:pt x="395" y="3714"/>
                  </a:lnTo>
                  <a:lnTo>
                    <a:pt x="376" y="3753"/>
                  </a:lnTo>
                  <a:lnTo>
                    <a:pt x="356" y="3793"/>
                  </a:lnTo>
                  <a:lnTo>
                    <a:pt x="376" y="3852"/>
                  </a:lnTo>
                  <a:lnTo>
                    <a:pt x="376" y="3852"/>
                  </a:lnTo>
                  <a:lnTo>
                    <a:pt x="336" y="3773"/>
                  </a:lnTo>
                  <a:lnTo>
                    <a:pt x="158" y="3813"/>
                  </a:lnTo>
                  <a:lnTo>
                    <a:pt x="79" y="3872"/>
                  </a:lnTo>
                  <a:lnTo>
                    <a:pt x="0" y="3931"/>
                  </a:lnTo>
                  <a:lnTo>
                    <a:pt x="909" y="5334"/>
                  </a:lnTo>
                  <a:lnTo>
                    <a:pt x="968" y="5353"/>
                  </a:lnTo>
                  <a:lnTo>
                    <a:pt x="968" y="5353"/>
                  </a:lnTo>
                  <a:lnTo>
                    <a:pt x="948" y="5334"/>
                  </a:lnTo>
                  <a:lnTo>
                    <a:pt x="909" y="5314"/>
                  </a:lnTo>
                  <a:lnTo>
                    <a:pt x="909" y="5235"/>
                  </a:lnTo>
                  <a:lnTo>
                    <a:pt x="929" y="5195"/>
                  </a:lnTo>
                  <a:lnTo>
                    <a:pt x="948" y="5195"/>
                  </a:lnTo>
                  <a:lnTo>
                    <a:pt x="988" y="5235"/>
                  </a:lnTo>
                  <a:lnTo>
                    <a:pt x="1027" y="5274"/>
                  </a:lnTo>
                  <a:lnTo>
                    <a:pt x="1087" y="5255"/>
                  </a:lnTo>
                  <a:lnTo>
                    <a:pt x="1126" y="5235"/>
                  </a:lnTo>
                  <a:lnTo>
                    <a:pt x="1225" y="5215"/>
                  </a:lnTo>
                  <a:lnTo>
                    <a:pt x="1324" y="5195"/>
                  </a:lnTo>
                  <a:lnTo>
                    <a:pt x="1363" y="5176"/>
                  </a:lnTo>
                  <a:lnTo>
                    <a:pt x="1403" y="5116"/>
                  </a:lnTo>
                  <a:lnTo>
                    <a:pt x="1284" y="5057"/>
                  </a:lnTo>
                  <a:lnTo>
                    <a:pt x="1324" y="5156"/>
                  </a:lnTo>
                  <a:lnTo>
                    <a:pt x="1264" y="5116"/>
                  </a:lnTo>
                  <a:lnTo>
                    <a:pt x="1225" y="5037"/>
                  </a:lnTo>
                  <a:lnTo>
                    <a:pt x="1205" y="4879"/>
                  </a:lnTo>
                  <a:lnTo>
                    <a:pt x="1205" y="4879"/>
                  </a:lnTo>
                  <a:lnTo>
                    <a:pt x="1225" y="4899"/>
                  </a:lnTo>
                  <a:lnTo>
                    <a:pt x="1264" y="4899"/>
                  </a:lnTo>
                  <a:lnTo>
                    <a:pt x="1284" y="4919"/>
                  </a:lnTo>
                  <a:lnTo>
                    <a:pt x="1324" y="4840"/>
                  </a:lnTo>
                  <a:lnTo>
                    <a:pt x="1304" y="4840"/>
                  </a:lnTo>
                  <a:lnTo>
                    <a:pt x="1284" y="4820"/>
                  </a:lnTo>
                  <a:lnTo>
                    <a:pt x="1264" y="4820"/>
                  </a:lnTo>
                  <a:lnTo>
                    <a:pt x="1264" y="4800"/>
                  </a:lnTo>
                  <a:lnTo>
                    <a:pt x="1343" y="4800"/>
                  </a:lnTo>
                  <a:lnTo>
                    <a:pt x="1363" y="4820"/>
                  </a:lnTo>
                  <a:lnTo>
                    <a:pt x="1363" y="4860"/>
                  </a:lnTo>
                  <a:lnTo>
                    <a:pt x="1403" y="4840"/>
                  </a:lnTo>
                  <a:lnTo>
                    <a:pt x="1403" y="4820"/>
                  </a:lnTo>
                  <a:lnTo>
                    <a:pt x="1403" y="4781"/>
                  </a:lnTo>
                  <a:lnTo>
                    <a:pt x="1403" y="4741"/>
                  </a:lnTo>
                  <a:lnTo>
                    <a:pt x="1422" y="4741"/>
                  </a:lnTo>
                  <a:lnTo>
                    <a:pt x="1442" y="4800"/>
                  </a:lnTo>
                  <a:lnTo>
                    <a:pt x="1462" y="4919"/>
                  </a:lnTo>
                  <a:lnTo>
                    <a:pt x="1482" y="4919"/>
                  </a:lnTo>
                  <a:lnTo>
                    <a:pt x="1521" y="4939"/>
                  </a:lnTo>
                  <a:lnTo>
                    <a:pt x="1541" y="4998"/>
                  </a:lnTo>
                  <a:lnTo>
                    <a:pt x="1600" y="4958"/>
                  </a:lnTo>
                  <a:lnTo>
                    <a:pt x="1620" y="5057"/>
                  </a:lnTo>
                  <a:lnTo>
                    <a:pt x="1659" y="5037"/>
                  </a:lnTo>
                  <a:lnTo>
                    <a:pt x="1679" y="5018"/>
                  </a:lnTo>
                  <a:lnTo>
                    <a:pt x="1699" y="4998"/>
                  </a:lnTo>
                  <a:lnTo>
                    <a:pt x="1738" y="4998"/>
                  </a:lnTo>
                  <a:lnTo>
                    <a:pt x="1699" y="4919"/>
                  </a:lnTo>
                  <a:lnTo>
                    <a:pt x="1837" y="4919"/>
                  </a:lnTo>
                  <a:lnTo>
                    <a:pt x="1956" y="4879"/>
                  </a:lnTo>
                  <a:lnTo>
                    <a:pt x="1896" y="4840"/>
                  </a:lnTo>
                  <a:lnTo>
                    <a:pt x="1916" y="4800"/>
                  </a:lnTo>
                  <a:lnTo>
                    <a:pt x="1936" y="4781"/>
                  </a:lnTo>
                  <a:lnTo>
                    <a:pt x="1975" y="4800"/>
                  </a:lnTo>
                  <a:lnTo>
                    <a:pt x="2035" y="4820"/>
                  </a:lnTo>
                  <a:lnTo>
                    <a:pt x="2054" y="4820"/>
                  </a:lnTo>
                  <a:lnTo>
                    <a:pt x="2094" y="4781"/>
                  </a:lnTo>
                  <a:lnTo>
                    <a:pt x="2114" y="4741"/>
                  </a:lnTo>
                  <a:lnTo>
                    <a:pt x="2133" y="4702"/>
                  </a:lnTo>
                  <a:lnTo>
                    <a:pt x="2133" y="4642"/>
                  </a:lnTo>
                  <a:lnTo>
                    <a:pt x="2094" y="4583"/>
                  </a:lnTo>
                  <a:lnTo>
                    <a:pt x="2114" y="4563"/>
                  </a:lnTo>
                  <a:lnTo>
                    <a:pt x="2133" y="4563"/>
                  </a:lnTo>
                  <a:lnTo>
                    <a:pt x="2173" y="4603"/>
                  </a:lnTo>
                  <a:lnTo>
                    <a:pt x="2193" y="4504"/>
                  </a:lnTo>
                  <a:lnTo>
                    <a:pt x="2212" y="4465"/>
                  </a:lnTo>
                  <a:lnTo>
                    <a:pt x="2232" y="4445"/>
                  </a:lnTo>
                  <a:lnTo>
                    <a:pt x="2252" y="4465"/>
                  </a:lnTo>
                  <a:lnTo>
                    <a:pt x="2232" y="4504"/>
                  </a:lnTo>
                  <a:lnTo>
                    <a:pt x="2212" y="4563"/>
                  </a:lnTo>
                  <a:lnTo>
                    <a:pt x="2252" y="4603"/>
                  </a:lnTo>
                  <a:lnTo>
                    <a:pt x="2292" y="4583"/>
                  </a:lnTo>
                  <a:lnTo>
                    <a:pt x="2311" y="4563"/>
                  </a:lnTo>
                  <a:lnTo>
                    <a:pt x="2351" y="4563"/>
                  </a:lnTo>
                  <a:lnTo>
                    <a:pt x="2351" y="4504"/>
                  </a:lnTo>
                  <a:lnTo>
                    <a:pt x="2371" y="4425"/>
                  </a:lnTo>
                  <a:lnTo>
                    <a:pt x="2430" y="4228"/>
                  </a:lnTo>
                  <a:lnTo>
                    <a:pt x="2371" y="4188"/>
                  </a:lnTo>
                  <a:lnTo>
                    <a:pt x="2351" y="4109"/>
                  </a:lnTo>
                  <a:lnTo>
                    <a:pt x="2331" y="4030"/>
                  </a:lnTo>
                  <a:lnTo>
                    <a:pt x="2331" y="3951"/>
                  </a:lnTo>
                  <a:lnTo>
                    <a:pt x="2351" y="3991"/>
                  </a:lnTo>
                  <a:lnTo>
                    <a:pt x="2450" y="3991"/>
                  </a:lnTo>
                  <a:lnTo>
                    <a:pt x="2489" y="4010"/>
                  </a:lnTo>
                  <a:lnTo>
                    <a:pt x="2509" y="4050"/>
                  </a:lnTo>
                  <a:lnTo>
                    <a:pt x="2568" y="4089"/>
                  </a:lnTo>
                  <a:lnTo>
                    <a:pt x="2588" y="4109"/>
                  </a:lnTo>
                  <a:lnTo>
                    <a:pt x="2588" y="4129"/>
                  </a:lnTo>
                  <a:lnTo>
                    <a:pt x="2568" y="4149"/>
                  </a:lnTo>
                  <a:lnTo>
                    <a:pt x="2509" y="4109"/>
                  </a:lnTo>
                  <a:lnTo>
                    <a:pt x="2489" y="4089"/>
                  </a:lnTo>
                  <a:lnTo>
                    <a:pt x="2469" y="4109"/>
                  </a:lnTo>
                  <a:lnTo>
                    <a:pt x="2568" y="4168"/>
                  </a:lnTo>
                  <a:lnTo>
                    <a:pt x="2687" y="4228"/>
                  </a:lnTo>
                  <a:lnTo>
                    <a:pt x="2687" y="4287"/>
                  </a:lnTo>
                  <a:lnTo>
                    <a:pt x="2667" y="4307"/>
                  </a:lnTo>
                  <a:lnTo>
                    <a:pt x="2647" y="4326"/>
                  </a:lnTo>
                  <a:lnTo>
                    <a:pt x="2647" y="4287"/>
                  </a:lnTo>
                  <a:lnTo>
                    <a:pt x="2627" y="4247"/>
                  </a:lnTo>
                  <a:lnTo>
                    <a:pt x="2608" y="4287"/>
                  </a:lnTo>
                  <a:lnTo>
                    <a:pt x="2608" y="4326"/>
                  </a:lnTo>
                  <a:lnTo>
                    <a:pt x="2647" y="4366"/>
                  </a:lnTo>
                  <a:lnTo>
                    <a:pt x="2706" y="4405"/>
                  </a:lnTo>
                  <a:lnTo>
                    <a:pt x="2726" y="4465"/>
                  </a:lnTo>
                  <a:lnTo>
                    <a:pt x="2766" y="4425"/>
                  </a:lnTo>
                  <a:lnTo>
                    <a:pt x="2785" y="4405"/>
                  </a:lnTo>
                  <a:lnTo>
                    <a:pt x="2766" y="4386"/>
                  </a:lnTo>
                  <a:lnTo>
                    <a:pt x="2805" y="4405"/>
                  </a:lnTo>
                  <a:lnTo>
                    <a:pt x="2845" y="4386"/>
                  </a:lnTo>
                  <a:lnTo>
                    <a:pt x="2884" y="4346"/>
                  </a:lnTo>
                  <a:lnTo>
                    <a:pt x="2924" y="4287"/>
                  </a:lnTo>
                  <a:lnTo>
                    <a:pt x="2943" y="4287"/>
                  </a:lnTo>
                  <a:lnTo>
                    <a:pt x="2983" y="4307"/>
                  </a:lnTo>
                  <a:lnTo>
                    <a:pt x="2983" y="4307"/>
                  </a:lnTo>
                  <a:lnTo>
                    <a:pt x="2963" y="4267"/>
                  </a:lnTo>
                  <a:lnTo>
                    <a:pt x="2943" y="4228"/>
                  </a:lnTo>
                  <a:lnTo>
                    <a:pt x="2943" y="4208"/>
                  </a:lnTo>
                  <a:lnTo>
                    <a:pt x="2983" y="4188"/>
                  </a:lnTo>
                  <a:lnTo>
                    <a:pt x="3003" y="4208"/>
                  </a:lnTo>
                  <a:lnTo>
                    <a:pt x="3062" y="4247"/>
                  </a:lnTo>
                  <a:lnTo>
                    <a:pt x="3062" y="4208"/>
                  </a:lnTo>
                  <a:lnTo>
                    <a:pt x="3082" y="4168"/>
                  </a:lnTo>
                  <a:lnTo>
                    <a:pt x="3121" y="4149"/>
                  </a:lnTo>
                  <a:lnTo>
                    <a:pt x="3121" y="4089"/>
                  </a:lnTo>
                  <a:lnTo>
                    <a:pt x="3082" y="4050"/>
                  </a:lnTo>
                  <a:lnTo>
                    <a:pt x="3042" y="3991"/>
                  </a:lnTo>
                  <a:lnTo>
                    <a:pt x="3042" y="3931"/>
                  </a:lnTo>
                  <a:lnTo>
                    <a:pt x="3042" y="3892"/>
                  </a:lnTo>
                  <a:lnTo>
                    <a:pt x="3082" y="3872"/>
                  </a:lnTo>
                  <a:lnTo>
                    <a:pt x="3121" y="3852"/>
                  </a:lnTo>
                  <a:lnTo>
                    <a:pt x="3141" y="3832"/>
                  </a:lnTo>
                  <a:lnTo>
                    <a:pt x="3180" y="3872"/>
                  </a:lnTo>
                  <a:lnTo>
                    <a:pt x="3161" y="3892"/>
                  </a:lnTo>
                  <a:lnTo>
                    <a:pt x="3141" y="3912"/>
                  </a:lnTo>
                  <a:lnTo>
                    <a:pt x="3121" y="3951"/>
                  </a:lnTo>
                  <a:lnTo>
                    <a:pt x="3121" y="3951"/>
                  </a:lnTo>
                  <a:lnTo>
                    <a:pt x="3240" y="3832"/>
                  </a:lnTo>
                  <a:lnTo>
                    <a:pt x="3259" y="3872"/>
                  </a:lnTo>
                  <a:lnTo>
                    <a:pt x="3259" y="3892"/>
                  </a:lnTo>
                  <a:lnTo>
                    <a:pt x="3240" y="3931"/>
                  </a:lnTo>
                  <a:lnTo>
                    <a:pt x="3220" y="3951"/>
                  </a:lnTo>
                  <a:lnTo>
                    <a:pt x="3279" y="3951"/>
                  </a:lnTo>
                  <a:lnTo>
                    <a:pt x="3319" y="3912"/>
                  </a:lnTo>
                  <a:lnTo>
                    <a:pt x="3319" y="3872"/>
                  </a:lnTo>
                  <a:lnTo>
                    <a:pt x="3319" y="3793"/>
                  </a:lnTo>
                  <a:lnTo>
                    <a:pt x="3417" y="3793"/>
                  </a:lnTo>
                  <a:lnTo>
                    <a:pt x="3437" y="3852"/>
                  </a:lnTo>
                  <a:lnTo>
                    <a:pt x="3437" y="3912"/>
                  </a:lnTo>
                  <a:lnTo>
                    <a:pt x="3457" y="3971"/>
                  </a:lnTo>
                  <a:lnTo>
                    <a:pt x="3437" y="4030"/>
                  </a:lnTo>
                  <a:lnTo>
                    <a:pt x="3398" y="4030"/>
                  </a:lnTo>
                  <a:lnTo>
                    <a:pt x="3398" y="3991"/>
                  </a:lnTo>
                  <a:lnTo>
                    <a:pt x="3378" y="3951"/>
                  </a:lnTo>
                  <a:lnTo>
                    <a:pt x="3358" y="3931"/>
                  </a:lnTo>
                  <a:lnTo>
                    <a:pt x="3338" y="3931"/>
                  </a:lnTo>
                  <a:lnTo>
                    <a:pt x="3378" y="4010"/>
                  </a:lnTo>
                  <a:lnTo>
                    <a:pt x="3338" y="4010"/>
                  </a:lnTo>
                  <a:lnTo>
                    <a:pt x="3319" y="4030"/>
                  </a:lnTo>
                  <a:lnTo>
                    <a:pt x="3299" y="4070"/>
                  </a:lnTo>
                  <a:lnTo>
                    <a:pt x="3279" y="4070"/>
                  </a:lnTo>
                  <a:lnTo>
                    <a:pt x="3279" y="4050"/>
                  </a:lnTo>
                  <a:lnTo>
                    <a:pt x="3299" y="4030"/>
                  </a:lnTo>
                  <a:lnTo>
                    <a:pt x="3200" y="4070"/>
                  </a:lnTo>
                  <a:lnTo>
                    <a:pt x="3180" y="4089"/>
                  </a:lnTo>
                  <a:lnTo>
                    <a:pt x="3161" y="4168"/>
                  </a:lnTo>
                  <a:lnTo>
                    <a:pt x="3220" y="4168"/>
                  </a:lnTo>
                  <a:lnTo>
                    <a:pt x="3240" y="4149"/>
                  </a:lnTo>
                  <a:lnTo>
                    <a:pt x="3319" y="4129"/>
                  </a:lnTo>
                  <a:lnTo>
                    <a:pt x="3378" y="4089"/>
                  </a:lnTo>
                  <a:lnTo>
                    <a:pt x="3417" y="4089"/>
                  </a:lnTo>
                  <a:lnTo>
                    <a:pt x="3437" y="4109"/>
                  </a:lnTo>
                  <a:lnTo>
                    <a:pt x="3536" y="3912"/>
                  </a:lnTo>
                  <a:lnTo>
                    <a:pt x="3477" y="3852"/>
                  </a:lnTo>
                  <a:lnTo>
                    <a:pt x="3457" y="3813"/>
                  </a:lnTo>
                  <a:lnTo>
                    <a:pt x="3457" y="3773"/>
                  </a:lnTo>
                  <a:lnTo>
                    <a:pt x="3496" y="3813"/>
                  </a:lnTo>
                  <a:lnTo>
                    <a:pt x="3556" y="3852"/>
                  </a:lnTo>
                  <a:lnTo>
                    <a:pt x="3654" y="3852"/>
                  </a:lnTo>
                  <a:lnTo>
                    <a:pt x="3635" y="3813"/>
                  </a:lnTo>
                  <a:lnTo>
                    <a:pt x="3635" y="3793"/>
                  </a:lnTo>
                  <a:lnTo>
                    <a:pt x="3654" y="3734"/>
                  </a:lnTo>
                  <a:lnTo>
                    <a:pt x="3654" y="3694"/>
                  </a:lnTo>
                  <a:lnTo>
                    <a:pt x="3654" y="3655"/>
                  </a:lnTo>
                  <a:lnTo>
                    <a:pt x="3635" y="3635"/>
                  </a:lnTo>
                  <a:lnTo>
                    <a:pt x="3635" y="3674"/>
                  </a:lnTo>
                  <a:lnTo>
                    <a:pt x="3615" y="3655"/>
                  </a:lnTo>
                  <a:lnTo>
                    <a:pt x="3575" y="3615"/>
                  </a:lnTo>
                  <a:lnTo>
                    <a:pt x="3575" y="3595"/>
                  </a:lnTo>
                  <a:lnTo>
                    <a:pt x="3575" y="3556"/>
                  </a:lnTo>
                  <a:lnTo>
                    <a:pt x="3556" y="3516"/>
                  </a:lnTo>
                  <a:lnTo>
                    <a:pt x="3556" y="3497"/>
                  </a:lnTo>
                  <a:lnTo>
                    <a:pt x="3615" y="3497"/>
                  </a:lnTo>
                  <a:lnTo>
                    <a:pt x="3635" y="3516"/>
                  </a:lnTo>
                  <a:lnTo>
                    <a:pt x="3654" y="3536"/>
                  </a:lnTo>
                  <a:lnTo>
                    <a:pt x="3714" y="3556"/>
                  </a:lnTo>
                  <a:lnTo>
                    <a:pt x="3714" y="3674"/>
                  </a:lnTo>
                  <a:lnTo>
                    <a:pt x="3694" y="3753"/>
                  </a:lnTo>
                  <a:lnTo>
                    <a:pt x="3674" y="3813"/>
                  </a:lnTo>
                  <a:lnTo>
                    <a:pt x="3694" y="3832"/>
                  </a:lnTo>
                  <a:lnTo>
                    <a:pt x="3714" y="3813"/>
                  </a:lnTo>
                  <a:lnTo>
                    <a:pt x="3773" y="3813"/>
                  </a:lnTo>
                  <a:lnTo>
                    <a:pt x="3753" y="3773"/>
                  </a:lnTo>
                  <a:lnTo>
                    <a:pt x="3733" y="3753"/>
                  </a:lnTo>
                  <a:lnTo>
                    <a:pt x="3733" y="3714"/>
                  </a:lnTo>
                  <a:lnTo>
                    <a:pt x="3714" y="3694"/>
                  </a:lnTo>
                  <a:lnTo>
                    <a:pt x="3812" y="3536"/>
                  </a:lnTo>
                  <a:lnTo>
                    <a:pt x="3852" y="3437"/>
                  </a:lnTo>
                  <a:lnTo>
                    <a:pt x="3911" y="3378"/>
                  </a:lnTo>
                  <a:lnTo>
                    <a:pt x="3931" y="3418"/>
                  </a:lnTo>
                  <a:lnTo>
                    <a:pt x="3931" y="3477"/>
                  </a:lnTo>
                  <a:lnTo>
                    <a:pt x="3891" y="3556"/>
                  </a:lnTo>
                  <a:lnTo>
                    <a:pt x="3891" y="3595"/>
                  </a:lnTo>
                  <a:lnTo>
                    <a:pt x="3872" y="3635"/>
                  </a:lnTo>
                  <a:lnTo>
                    <a:pt x="3891" y="3694"/>
                  </a:lnTo>
                  <a:lnTo>
                    <a:pt x="3931" y="3734"/>
                  </a:lnTo>
                  <a:lnTo>
                    <a:pt x="3951" y="3694"/>
                  </a:lnTo>
                  <a:lnTo>
                    <a:pt x="3951" y="3655"/>
                  </a:lnTo>
                  <a:lnTo>
                    <a:pt x="3951" y="3615"/>
                  </a:lnTo>
                  <a:lnTo>
                    <a:pt x="4010" y="3615"/>
                  </a:lnTo>
                  <a:lnTo>
                    <a:pt x="4030" y="3635"/>
                  </a:lnTo>
                  <a:lnTo>
                    <a:pt x="4069" y="3595"/>
                  </a:lnTo>
                  <a:lnTo>
                    <a:pt x="4128" y="3556"/>
                  </a:lnTo>
                  <a:lnTo>
                    <a:pt x="4168" y="3516"/>
                  </a:lnTo>
                  <a:lnTo>
                    <a:pt x="4109" y="3477"/>
                  </a:lnTo>
                  <a:lnTo>
                    <a:pt x="4128" y="3457"/>
                  </a:lnTo>
                  <a:lnTo>
                    <a:pt x="4148" y="3437"/>
                  </a:lnTo>
                  <a:lnTo>
                    <a:pt x="4227" y="3418"/>
                  </a:lnTo>
                  <a:lnTo>
                    <a:pt x="4227" y="3398"/>
                  </a:lnTo>
                  <a:lnTo>
                    <a:pt x="4247" y="3418"/>
                  </a:lnTo>
                  <a:lnTo>
                    <a:pt x="4267" y="3378"/>
                  </a:lnTo>
                  <a:lnTo>
                    <a:pt x="4306" y="3358"/>
                  </a:lnTo>
                  <a:lnTo>
                    <a:pt x="4365" y="3319"/>
                  </a:lnTo>
                  <a:lnTo>
                    <a:pt x="4405" y="3299"/>
                  </a:lnTo>
                  <a:lnTo>
                    <a:pt x="4385" y="3260"/>
                  </a:lnTo>
                  <a:lnTo>
                    <a:pt x="4365" y="3279"/>
                  </a:lnTo>
                  <a:lnTo>
                    <a:pt x="4346" y="3319"/>
                  </a:lnTo>
                  <a:lnTo>
                    <a:pt x="4306" y="3339"/>
                  </a:lnTo>
                  <a:lnTo>
                    <a:pt x="4267" y="3319"/>
                  </a:lnTo>
                  <a:lnTo>
                    <a:pt x="4227" y="3299"/>
                  </a:lnTo>
                  <a:lnTo>
                    <a:pt x="4227" y="3260"/>
                  </a:lnTo>
                  <a:lnTo>
                    <a:pt x="4267" y="3200"/>
                  </a:lnTo>
                  <a:lnTo>
                    <a:pt x="4306" y="3141"/>
                  </a:lnTo>
                  <a:lnTo>
                    <a:pt x="4346" y="3082"/>
                  </a:lnTo>
                  <a:lnTo>
                    <a:pt x="4405" y="3042"/>
                  </a:lnTo>
                  <a:lnTo>
                    <a:pt x="4365" y="3042"/>
                  </a:lnTo>
                  <a:lnTo>
                    <a:pt x="4365" y="3003"/>
                  </a:lnTo>
                  <a:lnTo>
                    <a:pt x="4385" y="2983"/>
                  </a:lnTo>
                  <a:lnTo>
                    <a:pt x="4444" y="2944"/>
                  </a:lnTo>
                  <a:lnTo>
                    <a:pt x="4484" y="2963"/>
                  </a:lnTo>
                  <a:lnTo>
                    <a:pt x="4484" y="2983"/>
                  </a:lnTo>
                  <a:lnTo>
                    <a:pt x="4504" y="3023"/>
                  </a:lnTo>
                  <a:lnTo>
                    <a:pt x="4484" y="3082"/>
                  </a:lnTo>
                  <a:lnTo>
                    <a:pt x="4504" y="3082"/>
                  </a:lnTo>
                  <a:lnTo>
                    <a:pt x="4523" y="3102"/>
                  </a:lnTo>
                  <a:lnTo>
                    <a:pt x="4504" y="3141"/>
                  </a:lnTo>
                  <a:lnTo>
                    <a:pt x="4484" y="3161"/>
                  </a:lnTo>
                  <a:lnTo>
                    <a:pt x="4464" y="3181"/>
                  </a:lnTo>
                  <a:lnTo>
                    <a:pt x="4464" y="3240"/>
                  </a:lnTo>
                  <a:lnTo>
                    <a:pt x="4583" y="3319"/>
                  </a:lnTo>
                  <a:lnTo>
                    <a:pt x="4602" y="3279"/>
                  </a:lnTo>
                  <a:lnTo>
                    <a:pt x="4642" y="3260"/>
                  </a:lnTo>
                  <a:lnTo>
                    <a:pt x="4682" y="3279"/>
                  </a:lnTo>
                  <a:lnTo>
                    <a:pt x="4701" y="3260"/>
                  </a:lnTo>
                  <a:lnTo>
                    <a:pt x="4642" y="3240"/>
                  </a:lnTo>
                  <a:lnTo>
                    <a:pt x="4642" y="3200"/>
                  </a:lnTo>
                  <a:lnTo>
                    <a:pt x="4642" y="3181"/>
                  </a:lnTo>
                  <a:lnTo>
                    <a:pt x="4682" y="3200"/>
                  </a:lnTo>
                  <a:lnTo>
                    <a:pt x="4682" y="3200"/>
                  </a:lnTo>
                  <a:lnTo>
                    <a:pt x="4602" y="3102"/>
                  </a:lnTo>
                  <a:lnTo>
                    <a:pt x="4583" y="3121"/>
                  </a:lnTo>
                  <a:lnTo>
                    <a:pt x="4563" y="3161"/>
                  </a:lnTo>
                  <a:lnTo>
                    <a:pt x="4543" y="3181"/>
                  </a:lnTo>
                  <a:lnTo>
                    <a:pt x="4504" y="3181"/>
                  </a:lnTo>
                  <a:lnTo>
                    <a:pt x="4523" y="3121"/>
                  </a:lnTo>
                  <a:lnTo>
                    <a:pt x="4543" y="3062"/>
                  </a:lnTo>
                  <a:lnTo>
                    <a:pt x="4543" y="3003"/>
                  </a:lnTo>
                  <a:lnTo>
                    <a:pt x="4583" y="2963"/>
                  </a:lnTo>
                  <a:lnTo>
                    <a:pt x="4602" y="2983"/>
                  </a:lnTo>
                  <a:lnTo>
                    <a:pt x="4583" y="3003"/>
                  </a:lnTo>
                  <a:lnTo>
                    <a:pt x="4583" y="3023"/>
                  </a:lnTo>
                  <a:lnTo>
                    <a:pt x="4622" y="3003"/>
                  </a:lnTo>
                  <a:lnTo>
                    <a:pt x="4622" y="2983"/>
                  </a:lnTo>
                  <a:lnTo>
                    <a:pt x="4642" y="2944"/>
                  </a:lnTo>
                  <a:lnTo>
                    <a:pt x="4682" y="2924"/>
                  </a:lnTo>
                  <a:lnTo>
                    <a:pt x="4682" y="3003"/>
                  </a:lnTo>
                  <a:lnTo>
                    <a:pt x="4682" y="3042"/>
                  </a:lnTo>
                  <a:lnTo>
                    <a:pt x="4721" y="3082"/>
                  </a:lnTo>
                  <a:lnTo>
                    <a:pt x="4721" y="3082"/>
                  </a:lnTo>
                  <a:lnTo>
                    <a:pt x="4701" y="2983"/>
                  </a:lnTo>
                  <a:lnTo>
                    <a:pt x="4741" y="3003"/>
                  </a:lnTo>
                  <a:lnTo>
                    <a:pt x="4761" y="3023"/>
                  </a:lnTo>
                  <a:lnTo>
                    <a:pt x="4761" y="3003"/>
                  </a:lnTo>
                  <a:lnTo>
                    <a:pt x="4761" y="2983"/>
                  </a:lnTo>
                  <a:lnTo>
                    <a:pt x="4741" y="2944"/>
                  </a:lnTo>
                  <a:lnTo>
                    <a:pt x="4761" y="2924"/>
                  </a:lnTo>
                  <a:lnTo>
                    <a:pt x="4800" y="2944"/>
                  </a:lnTo>
                  <a:lnTo>
                    <a:pt x="4820" y="2983"/>
                  </a:lnTo>
                  <a:lnTo>
                    <a:pt x="4840" y="2963"/>
                  </a:lnTo>
                  <a:lnTo>
                    <a:pt x="4859" y="2924"/>
                  </a:lnTo>
                  <a:lnTo>
                    <a:pt x="4859" y="2904"/>
                  </a:lnTo>
                  <a:lnTo>
                    <a:pt x="4859" y="2865"/>
                  </a:lnTo>
                  <a:lnTo>
                    <a:pt x="4840" y="2865"/>
                  </a:lnTo>
                  <a:lnTo>
                    <a:pt x="4820" y="2845"/>
                  </a:lnTo>
                  <a:lnTo>
                    <a:pt x="4780" y="2805"/>
                  </a:lnTo>
                  <a:lnTo>
                    <a:pt x="4780" y="2746"/>
                  </a:lnTo>
                  <a:lnTo>
                    <a:pt x="4780" y="2707"/>
                  </a:lnTo>
                  <a:lnTo>
                    <a:pt x="4840" y="2687"/>
                  </a:lnTo>
                  <a:lnTo>
                    <a:pt x="4879" y="2647"/>
                  </a:lnTo>
                  <a:lnTo>
                    <a:pt x="4919" y="2628"/>
                  </a:lnTo>
                  <a:lnTo>
                    <a:pt x="4998" y="2667"/>
                  </a:lnTo>
                  <a:lnTo>
                    <a:pt x="4998" y="2588"/>
                  </a:lnTo>
                  <a:lnTo>
                    <a:pt x="5017" y="2628"/>
                  </a:lnTo>
                  <a:lnTo>
                    <a:pt x="5037" y="2628"/>
                  </a:lnTo>
                  <a:lnTo>
                    <a:pt x="5057" y="2608"/>
                  </a:lnTo>
                  <a:lnTo>
                    <a:pt x="5096" y="2588"/>
                  </a:lnTo>
                  <a:lnTo>
                    <a:pt x="5096" y="2628"/>
                  </a:lnTo>
                  <a:lnTo>
                    <a:pt x="5096" y="2647"/>
                  </a:lnTo>
                  <a:lnTo>
                    <a:pt x="5057" y="2667"/>
                  </a:lnTo>
                  <a:lnTo>
                    <a:pt x="5037" y="2707"/>
                  </a:lnTo>
                  <a:lnTo>
                    <a:pt x="5037" y="2746"/>
                  </a:lnTo>
                  <a:lnTo>
                    <a:pt x="5057" y="2805"/>
                  </a:lnTo>
                  <a:lnTo>
                    <a:pt x="5096" y="2805"/>
                  </a:lnTo>
                  <a:lnTo>
                    <a:pt x="5116" y="2825"/>
                  </a:lnTo>
                  <a:lnTo>
                    <a:pt x="5116" y="2884"/>
                  </a:lnTo>
                  <a:lnTo>
                    <a:pt x="5136" y="2845"/>
                  </a:lnTo>
                  <a:lnTo>
                    <a:pt x="5116" y="2805"/>
                  </a:lnTo>
                  <a:lnTo>
                    <a:pt x="5096" y="2766"/>
                  </a:lnTo>
                  <a:lnTo>
                    <a:pt x="5077" y="2707"/>
                  </a:lnTo>
                  <a:lnTo>
                    <a:pt x="5136" y="2707"/>
                  </a:lnTo>
                  <a:lnTo>
                    <a:pt x="5156" y="2726"/>
                  </a:lnTo>
                  <a:lnTo>
                    <a:pt x="5175" y="2766"/>
                  </a:lnTo>
                  <a:lnTo>
                    <a:pt x="5215" y="2726"/>
                  </a:lnTo>
                  <a:lnTo>
                    <a:pt x="5215" y="2687"/>
                  </a:lnTo>
                  <a:lnTo>
                    <a:pt x="5215" y="2667"/>
                  </a:lnTo>
                  <a:lnTo>
                    <a:pt x="5235" y="2647"/>
                  </a:lnTo>
                  <a:lnTo>
                    <a:pt x="5294" y="2786"/>
                  </a:lnTo>
                  <a:lnTo>
                    <a:pt x="5294" y="2766"/>
                  </a:lnTo>
                  <a:lnTo>
                    <a:pt x="5314" y="2746"/>
                  </a:lnTo>
                  <a:lnTo>
                    <a:pt x="5353" y="2766"/>
                  </a:lnTo>
                  <a:lnTo>
                    <a:pt x="5353" y="2766"/>
                  </a:lnTo>
                  <a:lnTo>
                    <a:pt x="5333" y="2707"/>
                  </a:lnTo>
                  <a:lnTo>
                    <a:pt x="5314" y="2707"/>
                  </a:lnTo>
                  <a:lnTo>
                    <a:pt x="5314" y="2726"/>
                  </a:lnTo>
                  <a:lnTo>
                    <a:pt x="5294" y="2687"/>
                  </a:lnTo>
                  <a:lnTo>
                    <a:pt x="5314" y="2667"/>
                  </a:lnTo>
                  <a:lnTo>
                    <a:pt x="5333" y="2647"/>
                  </a:lnTo>
                  <a:lnTo>
                    <a:pt x="5373" y="2628"/>
                  </a:lnTo>
                  <a:lnTo>
                    <a:pt x="5432" y="2628"/>
                  </a:lnTo>
                  <a:lnTo>
                    <a:pt x="5472" y="2608"/>
                  </a:lnTo>
                  <a:lnTo>
                    <a:pt x="5511" y="2588"/>
                  </a:lnTo>
                  <a:lnTo>
                    <a:pt x="5491" y="2549"/>
                  </a:lnTo>
                  <a:lnTo>
                    <a:pt x="5472" y="2529"/>
                  </a:lnTo>
                  <a:lnTo>
                    <a:pt x="5452" y="2529"/>
                  </a:lnTo>
                  <a:lnTo>
                    <a:pt x="5452" y="2549"/>
                  </a:lnTo>
                  <a:lnTo>
                    <a:pt x="5432" y="2588"/>
                  </a:lnTo>
                  <a:lnTo>
                    <a:pt x="5412" y="2588"/>
                  </a:lnTo>
                  <a:lnTo>
                    <a:pt x="5373" y="2549"/>
                  </a:lnTo>
                  <a:lnTo>
                    <a:pt x="5393" y="2529"/>
                  </a:lnTo>
                  <a:lnTo>
                    <a:pt x="5412" y="2489"/>
                  </a:lnTo>
                  <a:lnTo>
                    <a:pt x="5491" y="2450"/>
                  </a:lnTo>
                  <a:lnTo>
                    <a:pt x="5551" y="2391"/>
                  </a:lnTo>
                  <a:lnTo>
                    <a:pt x="5590" y="2351"/>
                  </a:lnTo>
                  <a:lnTo>
                    <a:pt x="5610" y="2312"/>
                  </a:lnTo>
                  <a:lnTo>
                    <a:pt x="5649" y="2331"/>
                  </a:lnTo>
                  <a:lnTo>
                    <a:pt x="5669" y="2351"/>
                  </a:lnTo>
                  <a:lnTo>
                    <a:pt x="5669" y="2410"/>
                  </a:lnTo>
                  <a:lnTo>
                    <a:pt x="5709" y="2450"/>
                  </a:lnTo>
                  <a:lnTo>
                    <a:pt x="5669" y="2489"/>
                  </a:lnTo>
                  <a:lnTo>
                    <a:pt x="5630" y="2489"/>
                  </a:lnTo>
                  <a:lnTo>
                    <a:pt x="5590" y="2509"/>
                  </a:lnTo>
                  <a:lnTo>
                    <a:pt x="5551" y="2549"/>
                  </a:lnTo>
                  <a:lnTo>
                    <a:pt x="5630" y="2529"/>
                  </a:lnTo>
                  <a:lnTo>
                    <a:pt x="5689" y="2489"/>
                  </a:lnTo>
                  <a:lnTo>
                    <a:pt x="5728" y="2430"/>
                  </a:lnTo>
                  <a:lnTo>
                    <a:pt x="5768" y="2371"/>
                  </a:lnTo>
                  <a:lnTo>
                    <a:pt x="5827" y="2371"/>
                  </a:lnTo>
                  <a:lnTo>
                    <a:pt x="5886" y="2410"/>
                  </a:lnTo>
                  <a:lnTo>
                    <a:pt x="5946" y="2450"/>
                  </a:lnTo>
                  <a:lnTo>
                    <a:pt x="5985" y="2450"/>
                  </a:lnTo>
                  <a:lnTo>
                    <a:pt x="6005" y="2430"/>
                  </a:lnTo>
                  <a:lnTo>
                    <a:pt x="5965" y="2371"/>
                  </a:lnTo>
                  <a:lnTo>
                    <a:pt x="5926" y="2351"/>
                  </a:lnTo>
                  <a:lnTo>
                    <a:pt x="5926" y="2331"/>
                  </a:lnTo>
                  <a:lnTo>
                    <a:pt x="5946" y="2312"/>
                  </a:lnTo>
                  <a:lnTo>
                    <a:pt x="6005" y="2312"/>
                  </a:lnTo>
                  <a:lnTo>
                    <a:pt x="5985" y="2272"/>
                  </a:lnTo>
                  <a:lnTo>
                    <a:pt x="5965" y="2272"/>
                  </a:lnTo>
                  <a:lnTo>
                    <a:pt x="5946" y="2252"/>
                  </a:lnTo>
                  <a:lnTo>
                    <a:pt x="5946" y="2233"/>
                  </a:lnTo>
                  <a:lnTo>
                    <a:pt x="5985" y="2233"/>
                  </a:lnTo>
                  <a:lnTo>
                    <a:pt x="6005" y="2252"/>
                  </a:lnTo>
                  <a:lnTo>
                    <a:pt x="6025" y="2272"/>
                  </a:lnTo>
                  <a:lnTo>
                    <a:pt x="6044" y="2252"/>
                  </a:lnTo>
                  <a:lnTo>
                    <a:pt x="6064" y="2252"/>
                  </a:lnTo>
                  <a:lnTo>
                    <a:pt x="6104" y="2272"/>
                  </a:lnTo>
                  <a:lnTo>
                    <a:pt x="6143" y="2292"/>
                  </a:lnTo>
                  <a:lnTo>
                    <a:pt x="6163" y="2292"/>
                  </a:lnTo>
                  <a:lnTo>
                    <a:pt x="6163" y="2233"/>
                  </a:lnTo>
                  <a:lnTo>
                    <a:pt x="6143" y="2233"/>
                  </a:lnTo>
                  <a:lnTo>
                    <a:pt x="6143" y="2252"/>
                  </a:lnTo>
                  <a:lnTo>
                    <a:pt x="6123" y="2252"/>
                  </a:lnTo>
                  <a:lnTo>
                    <a:pt x="6104" y="2213"/>
                  </a:lnTo>
                  <a:lnTo>
                    <a:pt x="6104" y="2154"/>
                  </a:lnTo>
                  <a:lnTo>
                    <a:pt x="6123" y="2075"/>
                  </a:lnTo>
                  <a:lnTo>
                    <a:pt x="6123" y="2094"/>
                  </a:lnTo>
                  <a:lnTo>
                    <a:pt x="6143" y="2094"/>
                  </a:lnTo>
                  <a:lnTo>
                    <a:pt x="6183" y="2075"/>
                  </a:lnTo>
                  <a:lnTo>
                    <a:pt x="6202" y="2114"/>
                  </a:lnTo>
                  <a:lnTo>
                    <a:pt x="6183" y="2134"/>
                  </a:lnTo>
                  <a:lnTo>
                    <a:pt x="6163" y="2154"/>
                  </a:lnTo>
                  <a:lnTo>
                    <a:pt x="6143" y="2173"/>
                  </a:lnTo>
                  <a:lnTo>
                    <a:pt x="6222" y="2154"/>
                  </a:lnTo>
                  <a:lnTo>
                    <a:pt x="6202" y="2154"/>
                  </a:lnTo>
                  <a:lnTo>
                    <a:pt x="6242" y="2035"/>
                  </a:lnTo>
                  <a:lnTo>
                    <a:pt x="6222" y="2055"/>
                  </a:lnTo>
                  <a:lnTo>
                    <a:pt x="6202" y="2055"/>
                  </a:lnTo>
                  <a:lnTo>
                    <a:pt x="6183" y="2015"/>
                  </a:lnTo>
                  <a:lnTo>
                    <a:pt x="6183" y="1976"/>
                  </a:lnTo>
                  <a:lnTo>
                    <a:pt x="6183" y="1956"/>
                  </a:lnTo>
                  <a:lnTo>
                    <a:pt x="6222" y="1936"/>
                  </a:lnTo>
                  <a:lnTo>
                    <a:pt x="6262" y="1936"/>
                  </a:lnTo>
                  <a:lnTo>
                    <a:pt x="6301" y="1956"/>
                  </a:lnTo>
                  <a:lnTo>
                    <a:pt x="6341" y="2015"/>
                  </a:lnTo>
                  <a:lnTo>
                    <a:pt x="6341" y="2015"/>
                  </a:lnTo>
                  <a:lnTo>
                    <a:pt x="6321" y="1956"/>
                  </a:lnTo>
                  <a:lnTo>
                    <a:pt x="6341" y="1917"/>
                  </a:lnTo>
                  <a:lnTo>
                    <a:pt x="6400" y="1857"/>
                  </a:lnTo>
                  <a:lnTo>
                    <a:pt x="6360" y="1838"/>
                  </a:lnTo>
                  <a:lnTo>
                    <a:pt x="6360" y="1818"/>
                  </a:lnTo>
                  <a:lnTo>
                    <a:pt x="6360" y="1759"/>
                  </a:lnTo>
                  <a:lnTo>
                    <a:pt x="6479" y="1798"/>
                  </a:lnTo>
                  <a:lnTo>
                    <a:pt x="6459" y="1838"/>
                  </a:lnTo>
                  <a:lnTo>
                    <a:pt x="6479" y="1877"/>
                  </a:lnTo>
                  <a:lnTo>
                    <a:pt x="6518" y="1897"/>
                  </a:lnTo>
                  <a:lnTo>
                    <a:pt x="6538" y="1936"/>
                  </a:lnTo>
                  <a:lnTo>
                    <a:pt x="6538" y="1976"/>
                  </a:lnTo>
                  <a:lnTo>
                    <a:pt x="6499" y="2015"/>
                  </a:lnTo>
                  <a:lnTo>
                    <a:pt x="6439" y="2015"/>
                  </a:lnTo>
                  <a:lnTo>
                    <a:pt x="6479" y="2035"/>
                  </a:lnTo>
                  <a:lnTo>
                    <a:pt x="6518" y="2035"/>
                  </a:lnTo>
                  <a:lnTo>
                    <a:pt x="6538" y="2015"/>
                  </a:lnTo>
                  <a:lnTo>
                    <a:pt x="6538" y="1996"/>
                  </a:lnTo>
                  <a:lnTo>
                    <a:pt x="6558" y="1936"/>
                  </a:lnTo>
                  <a:lnTo>
                    <a:pt x="6578" y="1917"/>
                  </a:lnTo>
                  <a:lnTo>
                    <a:pt x="6617" y="1917"/>
                  </a:lnTo>
                  <a:lnTo>
                    <a:pt x="6637" y="1976"/>
                  </a:lnTo>
                  <a:lnTo>
                    <a:pt x="6657" y="1936"/>
                  </a:lnTo>
                  <a:lnTo>
                    <a:pt x="6676" y="1917"/>
                  </a:lnTo>
                  <a:lnTo>
                    <a:pt x="6696" y="1917"/>
                  </a:lnTo>
                  <a:lnTo>
                    <a:pt x="6657" y="1877"/>
                  </a:lnTo>
                  <a:lnTo>
                    <a:pt x="6637" y="1838"/>
                  </a:lnTo>
                  <a:lnTo>
                    <a:pt x="6657" y="1778"/>
                  </a:lnTo>
                  <a:lnTo>
                    <a:pt x="6755" y="1857"/>
                  </a:lnTo>
                  <a:lnTo>
                    <a:pt x="6775" y="1838"/>
                  </a:lnTo>
                  <a:lnTo>
                    <a:pt x="6775" y="1818"/>
                  </a:lnTo>
                  <a:lnTo>
                    <a:pt x="6775" y="1778"/>
                  </a:lnTo>
                  <a:lnTo>
                    <a:pt x="6755" y="1719"/>
                  </a:lnTo>
                  <a:lnTo>
                    <a:pt x="6755" y="1660"/>
                  </a:lnTo>
                  <a:lnTo>
                    <a:pt x="6696" y="1620"/>
                  </a:lnTo>
                  <a:lnTo>
                    <a:pt x="6696" y="1581"/>
                  </a:lnTo>
                  <a:lnTo>
                    <a:pt x="6657" y="1581"/>
                  </a:lnTo>
                  <a:lnTo>
                    <a:pt x="6637" y="1541"/>
                  </a:lnTo>
                  <a:lnTo>
                    <a:pt x="6657" y="1502"/>
                  </a:lnTo>
                  <a:lnTo>
                    <a:pt x="6676" y="1482"/>
                  </a:lnTo>
                  <a:lnTo>
                    <a:pt x="6676" y="1462"/>
                  </a:lnTo>
                  <a:lnTo>
                    <a:pt x="6775" y="1462"/>
                  </a:lnTo>
                  <a:lnTo>
                    <a:pt x="6854" y="1502"/>
                  </a:lnTo>
                  <a:lnTo>
                    <a:pt x="6894" y="1601"/>
                  </a:lnTo>
                  <a:lnTo>
                    <a:pt x="6894" y="1680"/>
                  </a:lnTo>
                  <a:lnTo>
                    <a:pt x="6894" y="1778"/>
                  </a:lnTo>
                  <a:lnTo>
                    <a:pt x="6933" y="1897"/>
                  </a:lnTo>
                  <a:lnTo>
                    <a:pt x="7052" y="1798"/>
                  </a:lnTo>
                  <a:lnTo>
                    <a:pt x="7111" y="1759"/>
                  </a:lnTo>
                  <a:lnTo>
                    <a:pt x="7170" y="1759"/>
                  </a:lnTo>
                  <a:lnTo>
                    <a:pt x="7190" y="1699"/>
                  </a:lnTo>
                  <a:lnTo>
                    <a:pt x="7170" y="1640"/>
                  </a:lnTo>
                  <a:lnTo>
                    <a:pt x="7111" y="1521"/>
                  </a:lnTo>
                  <a:lnTo>
                    <a:pt x="7151" y="1502"/>
                  </a:lnTo>
                  <a:lnTo>
                    <a:pt x="7190" y="1502"/>
                  </a:lnTo>
                  <a:lnTo>
                    <a:pt x="7170" y="1561"/>
                  </a:lnTo>
                  <a:lnTo>
                    <a:pt x="7249" y="1442"/>
                  </a:lnTo>
                  <a:lnTo>
                    <a:pt x="7289" y="1403"/>
                  </a:lnTo>
                  <a:lnTo>
                    <a:pt x="7348" y="1383"/>
                  </a:lnTo>
                  <a:lnTo>
                    <a:pt x="7368" y="1344"/>
                  </a:lnTo>
                  <a:lnTo>
                    <a:pt x="7348" y="1284"/>
                  </a:lnTo>
                  <a:lnTo>
                    <a:pt x="7289" y="1186"/>
                  </a:lnTo>
                  <a:lnTo>
                    <a:pt x="7348" y="1146"/>
                  </a:lnTo>
                  <a:lnTo>
                    <a:pt x="7328" y="1146"/>
                  </a:lnTo>
                  <a:lnTo>
                    <a:pt x="7328" y="1087"/>
                  </a:lnTo>
                  <a:lnTo>
                    <a:pt x="7348" y="1067"/>
                  </a:lnTo>
                  <a:lnTo>
                    <a:pt x="7407" y="1047"/>
                  </a:lnTo>
                  <a:lnTo>
                    <a:pt x="7407" y="1087"/>
                  </a:lnTo>
                  <a:lnTo>
                    <a:pt x="7407" y="1126"/>
                  </a:lnTo>
                  <a:lnTo>
                    <a:pt x="7447" y="1126"/>
                  </a:lnTo>
                  <a:lnTo>
                    <a:pt x="7486" y="1107"/>
                  </a:lnTo>
                  <a:lnTo>
                    <a:pt x="689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0" name="Google Shape;7520;p29"/>
            <p:cNvSpPr/>
            <p:nvPr/>
          </p:nvSpPr>
          <p:spPr>
            <a:xfrm>
              <a:off x="-899852" y="-456181"/>
              <a:ext cx="41" cy="1696"/>
            </a:xfrm>
            <a:custGeom>
              <a:rect b="b" l="l" r="r" t="t"/>
              <a:pathLst>
                <a:path extrusionOk="0" h="41" w="1">
                  <a:moveTo>
                    <a:pt x="1" y="1"/>
                  </a:moveTo>
                  <a:lnTo>
                    <a:pt x="1" y="1"/>
                  </a:lnTo>
                  <a:lnTo>
                    <a:pt x="1" y="40"/>
                  </a:lnTo>
                  <a:lnTo>
                    <a:pt x="1"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1" name="Google Shape;7521;p29"/>
            <p:cNvSpPr/>
            <p:nvPr/>
          </p:nvSpPr>
          <p:spPr>
            <a:xfrm>
              <a:off x="-858980" y="-287852"/>
              <a:ext cx="40085" cy="104618"/>
            </a:xfrm>
            <a:custGeom>
              <a:rect b="b" l="l" r="r" t="t"/>
              <a:pathLst>
                <a:path extrusionOk="0" h="2529" w="969">
                  <a:moveTo>
                    <a:pt x="80" y="1"/>
                  </a:moveTo>
                  <a:lnTo>
                    <a:pt x="60" y="60"/>
                  </a:lnTo>
                  <a:lnTo>
                    <a:pt x="20" y="257"/>
                  </a:lnTo>
                  <a:lnTo>
                    <a:pt x="20" y="396"/>
                  </a:lnTo>
                  <a:lnTo>
                    <a:pt x="1" y="573"/>
                  </a:lnTo>
                  <a:lnTo>
                    <a:pt x="20" y="791"/>
                  </a:lnTo>
                  <a:lnTo>
                    <a:pt x="40" y="1047"/>
                  </a:lnTo>
                  <a:lnTo>
                    <a:pt x="99" y="1324"/>
                  </a:lnTo>
                  <a:lnTo>
                    <a:pt x="178" y="1581"/>
                  </a:lnTo>
                  <a:lnTo>
                    <a:pt x="277" y="1838"/>
                  </a:lnTo>
                  <a:lnTo>
                    <a:pt x="376" y="2055"/>
                  </a:lnTo>
                  <a:lnTo>
                    <a:pt x="573" y="2391"/>
                  </a:lnTo>
                  <a:lnTo>
                    <a:pt x="652" y="2509"/>
                  </a:lnTo>
                  <a:lnTo>
                    <a:pt x="968" y="2529"/>
                  </a:lnTo>
                  <a:lnTo>
                    <a:pt x="968" y="2529"/>
                  </a:lnTo>
                  <a:lnTo>
                    <a:pt x="889" y="2410"/>
                  </a:lnTo>
                  <a:lnTo>
                    <a:pt x="692" y="2094"/>
                  </a:lnTo>
                  <a:lnTo>
                    <a:pt x="475" y="1699"/>
                  </a:lnTo>
                  <a:lnTo>
                    <a:pt x="376" y="1482"/>
                  </a:lnTo>
                  <a:lnTo>
                    <a:pt x="297" y="1285"/>
                  </a:lnTo>
                  <a:lnTo>
                    <a:pt x="238" y="1087"/>
                  </a:lnTo>
                  <a:lnTo>
                    <a:pt x="198" y="870"/>
                  </a:lnTo>
                  <a:lnTo>
                    <a:pt x="139" y="455"/>
                  </a:lnTo>
                  <a:lnTo>
                    <a:pt x="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2" name="Google Shape;7522;p29"/>
            <p:cNvSpPr/>
            <p:nvPr/>
          </p:nvSpPr>
          <p:spPr>
            <a:xfrm>
              <a:off x="-1382748" y="-1252032"/>
              <a:ext cx="637390" cy="862057"/>
            </a:xfrm>
            <a:custGeom>
              <a:rect b="b" l="l" r="r" t="t"/>
              <a:pathLst>
                <a:path extrusionOk="0" h="20839" w="15408">
                  <a:moveTo>
                    <a:pt x="7289" y="0"/>
                  </a:moveTo>
                  <a:lnTo>
                    <a:pt x="3655" y="5965"/>
                  </a:lnTo>
                  <a:lnTo>
                    <a:pt x="1146" y="10113"/>
                  </a:lnTo>
                  <a:lnTo>
                    <a:pt x="317" y="11535"/>
                  </a:lnTo>
                  <a:lnTo>
                    <a:pt x="80" y="11950"/>
                  </a:lnTo>
                  <a:lnTo>
                    <a:pt x="1" y="12108"/>
                  </a:lnTo>
                  <a:lnTo>
                    <a:pt x="672" y="13037"/>
                  </a:lnTo>
                  <a:lnTo>
                    <a:pt x="2213" y="15170"/>
                  </a:lnTo>
                  <a:lnTo>
                    <a:pt x="3911" y="17540"/>
                  </a:lnTo>
                  <a:lnTo>
                    <a:pt x="4583" y="18508"/>
                  </a:lnTo>
                  <a:lnTo>
                    <a:pt x="5018" y="19199"/>
                  </a:lnTo>
                  <a:lnTo>
                    <a:pt x="5492" y="20009"/>
                  </a:lnTo>
                  <a:lnTo>
                    <a:pt x="5827" y="20523"/>
                  </a:lnTo>
                  <a:lnTo>
                    <a:pt x="5966" y="20681"/>
                  </a:lnTo>
                  <a:lnTo>
                    <a:pt x="6064" y="20779"/>
                  </a:lnTo>
                  <a:lnTo>
                    <a:pt x="6143" y="20839"/>
                  </a:lnTo>
                  <a:lnTo>
                    <a:pt x="6183" y="20839"/>
                  </a:lnTo>
                  <a:lnTo>
                    <a:pt x="6222" y="20819"/>
                  </a:lnTo>
                  <a:lnTo>
                    <a:pt x="6440" y="20760"/>
                  </a:lnTo>
                  <a:lnTo>
                    <a:pt x="6756" y="20621"/>
                  </a:lnTo>
                  <a:lnTo>
                    <a:pt x="6953" y="20542"/>
                  </a:lnTo>
                  <a:lnTo>
                    <a:pt x="7170" y="20404"/>
                  </a:lnTo>
                  <a:lnTo>
                    <a:pt x="7388" y="20246"/>
                  </a:lnTo>
                  <a:lnTo>
                    <a:pt x="7605" y="20049"/>
                  </a:lnTo>
                  <a:lnTo>
                    <a:pt x="7961" y="19693"/>
                  </a:lnTo>
                  <a:lnTo>
                    <a:pt x="8178" y="19476"/>
                  </a:lnTo>
                  <a:lnTo>
                    <a:pt x="8257" y="19416"/>
                  </a:lnTo>
                  <a:lnTo>
                    <a:pt x="8336" y="19357"/>
                  </a:lnTo>
                  <a:lnTo>
                    <a:pt x="8533" y="19258"/>
                  </a:lnTo>
                  <a:lnTo>
                    <a:pt x="8968" y="19140"/>
                  </a:lnTo>
                  <a:lnTo>
                    <a:pt x="9600" y="18982"/>
                  </a:lnTo>
                  <a:lnTo>
                    <a:pt x="9936" y="18863"/>
                  </a:lnTo>
                  <a:lnTo>
                    <a:pt x="10272" y="18725"/>
                  </a:lnTo>
                  <a:lnTo>
                    <a:pt x="10548" y="18587"/>
                  </a:lnTo>
                  <a:lnTo>
                    <a:pt x="10686" y="18508"/>
                  </a:lnTo>
                  <a:lnTo>
                    <a:pt x="10785" y="18409"/>
                  </a:lnTo>
                  <a:lnTo>
                    <a:pt x="11141" y="18073"/>
                  </a:lnTo>
                  <a:lnTo>
                    <a:pt x="11457" y="17757"/>
                  </a:lnTo>
                  <a:lnTo>
                    <a:pt x="11615" y="17619"/>
                  </a:lnTo>
                  <a:lnTo>
                    <a:pt x="11773" y="17501"/>
                  </a:lnTo>
                  <a:lnTo>
                    <a:pt x="11931" y="17402"/>
                  </a:lnTo>
                  <a:lnTo>
                    <a:pt x="12089" y="17323"/>
                  </a:lnTo>
                  <a:lnTo>
                    <a:pt x="12286" y="17283"/>
                  </a:lnTo>
                  <a:lnTo>
                    <a:pt x="12484" y="17224"/>
                  </a:lnTo>
                  <a:lnTo>
                    <a:pt x="12958" y="17145"/>
                  </a:lnTo>
                  <a:lnTo>
                    <a:pt x="13195" y="17086"/>
                  </a:lnTo>
                  <a:lnTo>
                    <a:pt x="13432" y="17007"/>
                  </a:lnTo>
                  <a:lnTo>
                    <a:pt x="13669" y="16888"/>
                  </a:lnTo>
                  <a:lnTo>
                    <a:pt x="13768" y="16829"/>
                  </a:lnTo>
                  <a:lnTo>
                    <a:pt x="13886" y="16730"/>
                  </a:lnTo>
                  <a:lnTo>
                    <a:pt x="14301" y="16355"/>
                  </a:lnTo>
                  <a:lnTo>
                    <a:pt x="14755" y="16019"/>
                  </a:lnTo>
                  <a:lnTo>
                    <a:pt x="14953" y="15881"/>
                  </a:lnTo>
                  <a:lnTo>
                    <a:pt x="15150" y="15762"/>
                  </a:lnTo>
                  <a:lnTo>
                    <a:pt x="15289" y="15703"/>
                  </a:lnTo>
                  <a:lnTo>
                    <a:pt x="15407" y="15683"/>
                  </a:lnTo>
                  <a:lnTo>
                    <a:pt x="15170" y="15308"/>
                  </a:lnTo>
                  <a:lnTo>
                    <a:pt x="14597" y="14380"/>
                  </a:lnTo>
                  <a:lnTo>
                    <a:pt x="13866" y="13175"/>
                  </a:lnTo>
                  <a:lnTo>
                    <a:pt x="13511" y="12582"/>
                  </a:lnTo>
                  <a:lnTo>
                    <a:pt x="13195" y="12009"/>
                  </a:lnTo>
                  <a:lnTo>
                    <a:pt x="12721" y="11081"/>
                  </a:lnTo>
                  <a:lnTo>
                    <a:pt x="11950" y="9521"/>
                  </a:lnTo>
                  <a:lnTo>
                    <a:pt x="9956" y="5471"/>
                  </a:lnTo>
                  <a:lnTo>
                    <a:pt x="728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3" name="Google Shape;7523;p29"/>
            <p:cNvSpPr/>
            <p:nvPr/>
          </p:nvSpPr>
          <p:spPr>
            <a:xfrm>
              <a:off x="-1591950" y="459017"/>
              <a:ext cx="628414" cy="372597"/>
            </a:xfrm>
            <a:custGeom>
              <a:rect b="b" l="l" r="r" t="t"/>
              <a:pathLst>
                <a:path extrusionOk="0" h="9007" w="15191">
                  <a:moveTo>
                    <a:pt x="6578" y="0"/>
                  </a:moveTo>
                  <a:lnTo>
                    <a:pt x="6420" y="40"/>
                  </a:lnTo>
                  <a:lnTo>
                    <a:pt x="6223" y="99"/>
                  </a:lnTo>
                  <a:lnTo>
                    <a:pt x="6025" y="178"/>
                  </a:lnTo>
                  <a:lnTo>
                    <a:pt x="5808" y="296"/>
                  </a:lnTo>
                  <a:lnTo>
                    <a:pt x="5314" y="593"/>
                  </a:lnTo>
                  <a:lnTo>
                    <a:pt x="4781" y="968"/>
                  </a:lnTo>
                  <a:lnTo>
                    <a:pt x="4208" y="1402"/>
                  </a:lnTo>
                  <a:lnTo>
                    <a:pt x="3616" y="1877"/>
                  </a:lnTo>
                  <a:lnTo>
                    <a:pt x="3023" y="2370"/>
                  </a:lnTo>
                  <a:lnTo>
                    <a:pt x="1877" y="3358"/>
                  </a:lnTo>
                  <a:lnTo>
                    <a:pt x="910" y="4247"/>
                  </a:lnTo>
                  <a:lnTo>
                    <a:pt x="1" y="5096"/>
                  </a:lnTo>
                  <a:lnTo>
                    <a:pt x="1" y="5175"/>
                  </a:lnTo>
                  <a:lnTo>
                    <a:pt x="40" y="5333"/>
                  </a:lnTo>
                  <a:lnTo>
                    <a:pt x="139" y="5610"/>
                  </a:lnTo>
                  <a:lnTo>
                    <a:pt x="297" y="5926"/>
                  </a:lnTo>
                  <a:lnTo>
                    <a:pt x="396" y="6103"/>
                  </a:lnTo>
                  <a:lnTo>
                    <a:pt x="534" y="6301"/>
                  </a:lnTo>
                  <a:lnTo>
                    <a:pt x="673" y="6498"/>
                  </a:lnTo>
                  <a:lnTo>
                    <a:pt x="850" y="6696"/>
                  </a:lnTo>
                  <a:lnTo>
                    <a:pt x="1048" y="6894"/>
                  </a:lnTo>
                  <a:lnTo>
                    <a:pt x="1265" y="7091"/>
                  </a:lnTo>
                  <a:lnTo>
                    <a:pt x="1522" y="7269"/>
                  </a:lnTo>
                  <a:lnTo>
                    <a:pt x="1818" y="7447"/>
                  </a:lnTo>
                  <a:lnTo>
                    <a:pt x="2964" y="8118"/>
                  </a:lnTo>
                  <a:lnTo>
                    <a:pt x="3497" y="8395"/>
                  </a:lnTo>
                  <a:lnTo>
                    <a:pt x="4030" y="8632"/>
                  </a:lnTo>
                  <a:lnTo>
                    <a:pt x="4287" y="8730"/>
                  </a:lnTo>
                  <a:lnTo>
                    <a:pt x="4544" y="8829"/>
                  </a:lnTo>
                  <a:lnTo>
                    <a:pt x="4801" y="8888"/>
                  </a:lnTo>
                  <a:lnTo>
                    <a:pt x="5058" y="8948"/>
                  </a:lnTo>
                  <a:lnTo>
                    <a:pt x="5314" y="8987"/>
                  </a:lnTo>
                  <a:lnTo>
                    <a:pt x="5591" y="9007"/>
                  </a:lnTo>
                  <a:lnTo>
                    <a:pt x="5867" y="9007"/>
                  </a:lnTo>
                  <a:lnTo>
                    <a:pt x="6144" y="8987"/>
                  </a:lnTo>
                  <a:lnTo>
                    <a:pt x="6697" y="8928"/>
                  </a:lnTo>
                  <a:lnTo>
                    <a:pt x="7210" y="8849"/>
                  </a:lnTo>
                  <a:lnTo>
                    <a:pt x="7704" y="8770"/>
                  </a:lnTo>
                  <a:lnTo>
                    <a:pt x="8139" y="8671"/>
                  </a:lnTo>
                  <a:lnTo>
                    <a:pt x="8514" y="8553"/>
                  </a:lnTo>
                  <a:lnTo>
                    <a:pt x="8810" y="8454"/>
                  </a:lnTo>
                  <a:lnTo>
                    <a:pt x="9047" y="8335"/>
                  </a:lnTo>
                  <a:lnTo>
                    <a:pt x="9126" y="8256"/>
                  </a:lnTo>
                  <a:lnTo>
                    <a:pt x="9186" y="8197"/>
                  </a:lnTo>
                  <a:lnTo>
                    <a:pt x="9324" y="8177"/>
                  </a:lnTo>
                  <a:lnTo>
                    <a:pt x="9679" y="8118"/>
                  </a:lnTo>
                  <a:lnTo>
                    <a:pt x="10154" y="8000"/>
                  </a:lnTo>
                  <a:lnTo>
                    <a:pt x="10391" y="7921"/>
                  </a:lnTo>
                  <a:lnTo>
                    <a:pt x="10628" y="7822"/>
                  </a:lnTo>
                  <a:lnTo>
                    <a:pt x="11003" y="7644"/>
                  </a:lnTo>
                  <a:lnTo>
                    <a:pt x="11299" y="7486"/>
                  </a:lnTo>
                  <a:lnTo>
                    <a:pt x="11516" y="7348"/>
                  </a:lnTo>
                  <a:lnTo>
                    <a:pt x="11714" y="7249"/>
                  </a:lnTo>
                  <a:lnTo>
                    <a:pt x="11931" y="7150"/>
                  </a:lnTo>
                  <a:lnTo>
                    <a:pt x="12208" y="7012"/>
                  </a:lnTo>
                  <a:lnTo>
                    <a:pt x="12504" y="6834"/>
                  </a:lnTo>
                  <a:lnTo>
                    <a:pt x="12820" y="6617"/>
                  </a:lnTo>
                  <a:lnTo>
                    <a:pt x="13116" y="6360"/>
                  </a:lnTo>
                  <a:lnTo>
                    <a:pt x="13255" y="6242"/>
                  </a:lnTo>
                  <a:lnTo>
                    <a:pt x="13373" y="6084"/>
                  </a:lnTo>
                  <a:lnTo>
                    <a:pt x="13590" y="5807"/>
                  </a:lnTo>
                  <a:lnTo>
                    <a:pt x="13729" y="5570"/>
                  </a:lnTo>
                  <a:lnTo>
                    <a:pt x="13827" y="5353"/>
                  </a:lnTo>
                  <a:lnTo>
                    <a:pt x="13887" y="5175"/>
                  </a:lnTo>
                  <a:lnTo>
                    <a:pt x="13926" y="5017"/>
                  </a:lnTo>
                  <a:lnTo>
                    <a:pt x="13946" y="4918"/>
                  </a:lnTo>
                  <a:lnTo>
                    <a:pt x="13926" y="4820"/>
                  </a:lnTo>
                  <a:lnTo>
                    <a:pt x="14104" y="4662"/>
                  </a:lnTo>
                  <a:lnTo>
                    <a:pt x="14282" y="4504"/>
                  </a:lnTo>
                  <a:lnTo>
                    <a:pt x="14499" y="4286"/>
                  </a:lnTo>
                  <a:lnTo>
                    <a:pt x="14716" y="4029"/>
                  </a:lnTo>
                  <a:lnTo>
                    <a:pt x="14914" y="3733"/>
                  </a:lnTo>
                  <a:lnTo>
                    <a:pt x="14993" y="3595"/>
                  </a:lnTo>
                  <a:lnTo>
                    <a:pt x="15072" y="3437"/>
                  </a:lnTo>
                  <a:lnTo>
                    <a:pt x="15111" y="3299"/>
                  </a:lnTo>
                  <a:lnTo>
                    <a:pt x="15151" y="3141"/>
                  </a:lnTo>
                  <a:lnTo>
                    <a:pt x="15171" y="2884"/>
                  </a:lnTo>
                  <a:lnTo>
                    <a:pt x="15190" y="2667"/>
                  </a:lnTo>
                  <a:lnTo>
                    <a:pt x="15171" y="2509"/>
                  </a:lnTo>
                  <a:lnTo>
                    <a:pt x="15111" y="2410"/>
                  </a:lnTo>
                  <a:lnTo>
                    <a:pt x="15092" y="2370"/>
                  </a:lnTo>
                  <a:lnTo>
                    <a:pt x="15052" y="2351"/>
                  </a:lnTo>
                  <a:lnTo>
                    <a:pt x="14934" y="2311"/>
                  </a:lnTo>
                  <a:lnTo>
                    <a:pt x="14795" y="2331"/>
                  </a:lnTo>
                  <a:lnTo>
                    <a:pt x="14617" y="2351"/>
                  </a:lnTo>
                  <a:lnTo>
                    <a:pt x="14084" y="2489"/>
                  </a:lnTo>
                  <a:lnTo>
                    <a:pt x="13729" y="2568"/>
                  </a:lnTo>
                  <a:lnTo>
                    <a:pt x="13334" y="2667"/>
                  </a:lnTo>
                  <a:lnTo>
                    <a:pt x="12939" y="2726"/>
                  </a:lnTo>
                  <a:lnTo>
                    <a:pt x="12524" y="2785"/>
                  </a:lnTo>
                  <a:lnTo>
                    <a:pt x="11911" y="2785"/>
                  </a:lnTo>
                  <a:lnTo>
                    <a:pt x="11734" y="2746"/>
                  </a:lnTo>
                  <a:lnTo>
                    <a:pt x="11358" y="2667"/>
                  </a:lnTo>
                  <a:lnTo>
                    <a:pt x="10983" y="2548"/>
                  </a:lnTo>
                  <a:lnTo>
                    <a:pt x="10628" y="2410"/>
                  </a:lnTo>
                  <a:lnTo>
                    <a:pt x="10272" y="2252"/>
                  </a:lnTo>
                  <a:lnTo>
                    <a:pt x="9956" y="2074"/>
                  </a:lnTo>
                  <a:lnTo>
                    <a:pt x="9679" y="1916"/>
                  </a:lnTo>
                  <a:lnTo>
                    <a:pt x="9442" y="1778"/>
                  </a:lnTo>
                  <a:lnTo>
                    <a:pt x="9245" y="1639"/>
                  </a:lnTo>
                  <a:lnTo>
                    <a:pt x="8850" y="1323"/>
                  </a:lnTo>
                  <a:lnTo>
                    <a:pt x="8277" y="909"/>
                  </a:lnTo>
                  <a:lnTo>
                    <a:pt x="7941" y="672"/>
                  </a:lnTo>
                  <a:lnTo>
                    <a:pt x="7586" y="454"/>
                  </a:lnTo>
                  <a:lnTo>
                    <a:pt x="7210" y="237"/>
                  </a:lnTo>
                  <a:lnTo>
                    <a:pt x="6835" y="20"/>
                  </a:lnTo>
                  <a:lnTo>
                    <a:pt x="6717" y="0"/>
                  </a:lnTo>
                  <a:close/>
                </a:path>
              </a:pathLst>
            </a:custGeom>
            <a:solidFill>
              <a:srgbClr val="C26E5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4" name="Google Shape;7524;p29"/>
            <p:cNvSpPr/>
            <p:nvPr/>
          </p:nvSpPr>
          <p:spPr>
            <a:xfrm>
              <a:off x="-1457915" y="345419"/>
              <a:ext cx="440440" cy="214118"/>
            </a:xfrm>
            <a:custGeom>
              <a:rect b="b" l="l" r="r" t="t"/>
              <a:pathLst>
                <a:path extrusionOk="0" h="5176" w="10647">
                  <a:moveTo>
                    <a:pt x="2509" y="1"/>
                  </a:moveTo>
                  <a:lnTo>
                    <a:pt x="2252" y="40"/>
                  </a:lnTo>
                  <a:lnTo>
                    <a:pt x="1976" y="99"/>
                  </a:lnTo>
                  <a:lnTo>
                    <a:pt x="1739" y="178"/>
                  </a:lnTo>
                  <a:lnTo>
                    <a:pt x="1501" y="257"/>
                  </a:lnTo>
                  <a:lnTo>
                    <a:pt x="1264" y="336"/>
                  </a:lnTo>
                  <a:lnTo>
                    <a:pt x="850" y="534"/>
                  </a:lnTo>
                  <a:lnTo>
                    <a:pt x="494" y="712"/>
                  </a:lnTo>
                  <a:lnTo>
                    <a:pt x="237" y="889"/>
                  </a:lnTo>
                  <a:lnTo>
                    <a:pt x="0" y="1047"/>
                  </a:lnTo>
                  <a:lnTo>
                    <a:pt x="60" y="1186"/>
                  </a:lnTo>
                  <a:lnTo>
                    <a:pt x="218" y="1561"/>
                  </a:lnTo>
                  <a:lnTo>
                    <a:pt x="474" y="2074"/>
                  </a:lnTo>
                  <a:lnTo>
                    <a:pt x="632" y="2371"/>
                  </a:lnTo>
                  <a:lnTo>
                    <a:pt x="810" y="2687"/>
                  </a:lnTo>
                  <a:lnTo>
                    <a:pt x="1027" y="3003"/>
                  </a:lnTo>
                  <a:lnTo>
                    <a:pt x="1264" y="3299"/>
                  </a:lnTo>
                  <a:lnTo>
                    <a:pt x="1521" y="3595"/>
                  </a:lnTo>
                  <a:lnTo>
                    <a:pt x="1798" y="3852"/>
                  </a:lnTo>
                  <a:lnTo>
                    <a:pt x="2094" y="4089"/>
                  </a:lnTo>
                  <a:lnTo>
                    <a:pt x="2252" y="4188"/>
                  </a:lnTo>
                  <a:lnTo>
                    <a:pt x="2410" y="4267"/>
                  </a:lnTo>
                  <a:lnTo>
                    <a:pt x="2588" y="4346"/>
                  </a:lnTo>
                  <a:lnTo>
                    <a:pt x="2766" y="4405"/>
                  </a:lnTo>
                  <a:lnTo>
                    <a:pt x="2943" y="4445"/>
                  </a:lnTo>
                  <a:lnTo>
                    <a:pt x="3121" y="4464"/>
                  </a:lnTo>
                  <a:lnTo>
                    <a:pt x="4445" y="4524"/>
                  </a:lnTo>
                  <a:lnTo>
                    <a:pt x="5590" y="4603"/>
                  </a:lnTo>
                  <a:lnTo>
                    <a:pt x="6637" y="4702"/>
                  </a:lnTo>
                  <a:lnTo>
                    <a:pt x="6854" y="4721"/>
                  </a:lnTo>
                  <a:lnTo>
                    <a:pt x="7091" y="4781"/>
                  </a:lnTo>
                  <a:lnTo>
                    <a:pt x="7526" y="4879"/>
                  </a:lnTo>
                  <a:lnTo>
                    <a:pt x="7941" y="4998"/>
                  </a:lnTo>
                  <a:lnTo>
                    <a:pt x="8375" y="5116"/>
                  </a:lnTo>
                  <a:lnTo>
                    <a:pt x="8592" y="5156"/>
                  </a:lnTo>
                  <a:lnTo>
                    <a:pt x="8790" y="5176"/>
                  </a:lnTo>
                  <a:lnTo>
                    <a:pt x="9205" y="5176"/>
                  </a:lnTo>
                  <a:lnTo>
                    <a:pt x="9422" y="5136"/>
                  </a:lnTo>
                  <a:lnTo>
                    <a:pt x="9620" y="5077"/>
                  </a:lnTo>
                  <a:lnTo>
                    <a:pt x="9817" y="4978"/>
                  </a:lnTo>
                  <a:lnTo>
                    <a:pt x="10015" y="4860"/>
                  </a:lnTo>
                  <a:lnTo>
                    <a:pt x="10212" y="4702"/>
                  </a:lnTo>
                  <a:lnTo>
                    <a:pt x="10350" y="4543"/>
                  </a:lnTo>
                  <a:lnTo>
                    <a:pt x="10469" y="4385"/>
                  </a:lnTo>
                  <a:lnTo>
                    <a:pt x="10568" y="4227"/>
                  </a:lnTo>
                  <a:lnTo>
                    <a:pt x="10627" y="4050"/>
                  </a:lnTo>
                  <a:lnTo>
                    <a:pt x="10647" y="3872"/>
                  </a:lnTo>
                  <a:lnTo>
                    <a:pt x="10647" y="3694"/>
                  </a:lnTo>
                  <a:lnTo>
                    <a:pt x="10627" y="3536"/>
                  </a:lnTo>
                  <a:lnTo>
                    <a:pt x="10587" y="3378"/>
                  </a:lnTo>
                  <a:lnTo>
                    <a:pt x="10528" y="3220"/>
                  </a:lnTo>
                  <a:lnTo>
                    <a:pt x="10429" y="3082"/>
                  </a:lnTo>
                  <a:lnTo>
                    <a:pt x="10331" y="2944"/>
                  </a:lnTo>
                  <a:lnTo>
                    <a:pt x="10212" y="2825"/>
                  </a:lnTo>
                  <a:lnTo>
                    <a:pt x="10074" y="2707"/>
                  </a:lnTo>
                  <a:lnTo>
                    <a:pt x="9916" y="2628"/>
                  </a:lnTo>
                  <a:lnTo>
                    <a:pt x="9758" y="2568"/>
                  </a:lnTo>
                  <a:lnTo>
                    <a:pt x="9047" y="2312"/>
                  </a:lnTo>
                  <a:lnTo>
                    <a:pt x="8237" y="2015"/>
                  </a:lnTo>
                  <a:lnTo>
                    <a:pt x="6360" y="1304"/>
                  </a:lnTo>
                  <a:lnTo>
                    <a:pt x="5867" y="1087"/>
                  </a:lnTo>
                  <a:lnTo>
                    <a:pt x="5412" y="870"/>
                  </a:lnTo>
                  <a:lnTo>
                    <a:pt x="4583" y="435"/>
                  </a:lnTo>
                  <a:lnTo>
                    <a:pt x="4188" y="257"/>
                  </a:lnTo>
                  <a:lnTo>
                    <a:pt x="3970" y="178"/>
                  </a:lnTo>
                  <a:lnTo>
                    <a:pt x="3753" y="99"/>
                  </a:lnTo>
                  <a:lnTo>
                    <a:pt x="3516" y="60"/>
                  </a:lnTo>
                  <a:lnTo>
                    <a:pt x="3279" y="20"/>
                  </a:lnTo>
                  <a:lnTo>
                    <a:pt x="304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5" name="Google Shape;7525;p29"/>
            <p:cNvSpPr/>
            <p:nvPr/>
          </p:nvSpPr>
          <p:spPr>
            <a:xfrm>
              <a:off x="-1776578" y="302106"/>
              <a:ext cx="412641" cy="383270"/>
            </a:xfrm>
            <a:custGeom>
              <a:rect b="b" l="l" r="r" t="t"/>
              <a:pathLst>
                <a:path extrusionOk="0" h="9265" w="9975">
                  <a:moveTo>
                    <a:pt x="3792" y="1"/>
                  </a:moveTo>
                  <a:lnTo>
                    <a:pt x="3753" y="80"/>
                  </a:lnTo>
                  <a:lnTo>
                    <a:pt x="3694" y="178"/>
                  </a:lnTo>
                  <a:lnTo>
                    <a:pt x="3694" y="198"/>
                  </a:lnTo>
                  <a:lnTo>
                    <a:pt x="3674" y="218"/>
                  </a:lnTo>
                  <a:lnTo>
                    <a:pt x="3654" y="257"/>
                  </a:lnTo>
                  <a:lnTo>
                    <a:pt x="3595" y="376"/>
                  </a:lnTo>
                  <a:lnTo>
                    <a:pt x="3555" y="475"/>
                  </a:lnTo>
                  <a:lnTo>
                    <a:pt x="3457" y="652"/>
                  </a:lnTo>
                  <a:lnTo>
                    <a:pt x="3437" y="712"/>
                  </a:lnTo>
                  <a:lnTo>
                    <a:pt x="3417" y="771"/>
                  </a:lnTo>
                  <a:lnTo>
                    <a:pt x="3338" y="909"/>
                  </a:lnTo>
                  <a:lnTo>
                    <a:pt x="3259" y="1067"/>
                  </a:lnTo>
                  <a:lnTo>
                    <a:pt x="3180" y="1225"/>
                  </a:lnTo>
                  <a:lnTo>
                    <a:pt x="3160" y="1285"/>
                  </a:lnTo>
                  <a:lnTo>
                    <a:pt x="3141" y="1285"/>
                  </a:lnTo>
                  <a:lnTo>
                    <a:pt x="2963" y="1660"/>
                  </a:lnTo>
                  <a:lnTo>
                    <a:pt x="2746" y="2114"/>
                  </a:lnTo>
                  <a:lnTo>
                    <a:pt x="2667" y="2272"/>
                  </a:lnTo>
                  <a:lnTo>
                    <a:pt x="2390" y="2825"/>
                  </a:lnTo>
                  <a:lnTo>
                    <a:pt x="2351" y="2904"/>
                  </a:lnTo>
                  <a:lnTo>
                    <a:pt x="2311" y="2983"/>
                  </a:lnTo>
                  <a:lnTo>
                    <a:pt x="2252" y="3082"/>
                  </a:lnTo>
                  <a:lnTo>
                    <a:pt x="1639" y="4326"/>
                  </a:lnTo>
                  <a:lnTo>
                    <a:pt x="1600" y="4405"/>
                  </a:lnTo>
                  <a:lnTo>
                    <a:pt x="1580" y="4445"/>
                  </a:lnTo>
                  <a:lnTo>
                    <a:pt x="1541" y="4524"/>
                  </a:lnTo>
                  <a:lnTo>
                    <a:pt x="1462" y="4682"/>
                  </a:lnTo>
                  <a:lnTo>
                    <a:pt x="1462" y="4702"/>
                  </a:lnTo>
                  <a:lnTo>
                    <a:pt x="1343" y="4919"/>
                  </a:lnTo>
                  <a:lnTo>
                    <a:pt x="1323" y="4978"/>
                  </a:lnTo>
                  <a:lnTo>
                    <a:pt x="1284" y="5037"/>
                  </a:lnTo>
                  <a:lnTo>
                    <a:pt x="1007" y="5571"/>
                  </a:lnTo>
                  <a:lnTo>
                    <a:pt x="948" y="5709"/>
                  </a:lnTo>
                  <a:lnTo>
                    <a:pt x="948" y="5729"/>
                  </a:lnTo>
                  <a:lnTo>
                    <a:pt x="909" y="5788"/>
                  </a:lnTo>
                  <a:lnTo>
                    <a:pt x="849" y="5926"/>
                  </a:lnTo>
                  <a:lnTo>
                    <a:pt x="830" y="5946"/>
                  </a:lnTo>
                  <a:lnTo>
                    <a:pt x="790" y="6045"/>
                  </a:lnTo>
                  <a:lnTo>
                    <a:pt x="751" y="6104"/>
                  </a:lnTo>
                  <a:lnTo>
                    <a:pt x="751" y="6124"/>
                  </a:lnTo>
                  <a:lnTo>
                    <a:pt x="553" y="6519"/>
                  </a:lnTo>
                  <a:lnTo>
                    <a:pt x="435" y="6776"/>
                  </a:lnTo>
                  <a:lnTo>
                    <a:pt x="0" y="7645"/>
                  </a:lnTo>
                  <a:lnTo>
                    <a:pt x="79" y="7664"/>
                  </a:lnTo>
                  <a:lnTo>
                    <a:pt x="1462" y="8119"/>
                  </a:lnTo>
                  <a:lnTo>
                    <a:pt x="4978" y="9264"/>
                  </a:lnTo>
                  <a:lnTo>
                    <a:pt x="5195" y="9185"/>
                  </a:lnTo>
                  <a:lnTo>
                    <a:pt x="5728" y="8948"/>
                  </a:lnTo>
                  <a:lnTo>
                    <a:pt x="6084" y="8771"/>
                  </a:lnTo>
                  <a:lnTo>
                    <a:pt x="6479" y="8573"/>
                  </a:lnTo>
                  <a:lnTo>
                    <a:pt x="6913" y="8336"/>
                  </a:lnTo>
                  <a:lnTo>
                    <a:pt x="7368" y="8060"/>
                  </a:lnTo>
                  <a:lnTo>
                    <a:pt x="7822" y="7763"/>
                  </a:lnTo>
                  <a:lnTo>
                    <a:pt x="8256" y="7447"/>
                  </a:lnTo>
                  <a:lnTo>
                    <a:pt x="8671" y="7092"/>
                  </a:lnTo>
                  <a:lnTo>
                    <a:pt x="8869" y="6914"/>
                  </a:lnTo>
                  <a:lnTo>
                    <a:pt x="9066" y="6716"/>
                  </a:lnTo>
                  <a:lnTo>
                    <a:pt x="9224" y="6519"/>
                  </a:lnTo>
                  <a:lnTo>
                    <a:pt x="9382" y="6321"/>
                  </a:lnTo>
                  <a:lnTo>
                    <a:pt x="9521" y="6124"/>
                  </a:lnTo>
                  <a:lnTo>
                    <a:pt x="9659" y="5907"/>
                  </a:lnTo>
                  <a:lnTo>
                    <a:pt x="9758" y="5689"/>
                  </a:lnTo>
                  <a:lnTo>
                    <a:pt x="9837" y="5472"/>
                  </a:lnTo>
                  <a:lnTo>
                    <a:pt x="9896" y="5235"/>
                  </a:lnTo>
                  <a:lnTo>
                    <a:pt x="9935" y="5018"/>
                  </a:lnTo>
                  <a:lnTo>
                    <a:pt x="9975" y="4563"/>
                  </a:lnTo>
                  <a:lnTo>
                    <a:pt x="9955" y="4168"/>
                  </a:lnTo>
                  <a:lnTo>
                    <a:pt x="9916" y="3813"/>
                  </a:lnTo>
                  <a:lnTo>
                    <a:pt x="9837" y="3517"/>
                  </a:lnTo>
                  <a:lnTo>
                    <a:pt x="9738" y="3240"/>
                  </a:lnTo>
                  <a:lnTo>
                    <a:pt x="9639" y="3003"/>
                  </a:lnTo>
                  <a:lnTo>
                    <a:pt x="9501" y="2786"/>
                  </a:lnTo>
                  <a:lnTo>
                    <a:pt x="9382" y="2628"/>
                  </a:lnTo>
                  <a:lnTo>
                    <a:pt x="9244" y="2489"/>
                  </a:lnTo>
                  <a:lnTo>
                    <a:pt x="9106" y="2371"/>
                  </a:lnTo>
                  <a:lnTo>
                    <a:pt x="8967" y="2272"/>
                  </a:lnTo>
                  <a:lnTo>
                    <a:pt x="8849" y="2213"/>
                  </a:lnTo>
                  <a:lnTo>
                    <a:pt x="8691" y="2134"/>
                  </a:lnTo>
                  <a:lnTo>
                    <a:pt x="8612" y="2094"/>
                  </a:lnTo>
                  <a:lnTo>
                    <a:pt x="5234" y="633"/>
                  </a:lnTo>
                  <a:lnTo>
                    <a:pt x="5037" y="554"/>
                  </a:lnTo>
                  <a:lnTo>
                    <a:pt x="4918" y="494"/>
                  </a:lnTo>
                  <a:lnTo>
                    <a:pt x="4899" y="494"/>
                  </a:lnTo>
                  <a:lnTo>
                    <a:pt x="4662" y="376"/>
                  </a:lnTo>
                  <a:lnTo>
                    <a:pt x="3792"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6" name="Google Shape;7526;p29"/>
            <p:cNvSpPr/>
            <p:nvPr/>
          </p:nvSpPr>
          <p:spPr>
            <a:xfrm>
              <a:off x="-1125352" y="455749"/>
              <a:ext cx="93201" cy="87451"/>
            </a:xfrm>
            <a:custGeom>
              <a:rect b="b" l="l" r="r" t="t"/>
              <a:pathLst>
                <a:path extrusionOk="0" h="2114" w="2253">
                  <a:moveTo>
                    <a:pt x="869" y="99"/>
                  </a:moveTo>
                  <a:lnTo>
                    <a:pt x="1087" y="119"/>
                  </a:lnTo>
                  <a:lnTo>
                    <a:pt x="1284" y="158"/>
                  </a:lnTo>
                  <a:lnTo>
                    <a:pt x="1521" y="257"/>
                  </a:lnTo>
                  <a:lnTo>
                    <a:pt x="1798" y="375"/>
                  </a:lnTo>
                  <a:lnTo>
                    <a:pt x="2114" y="553"/>
                  </a:lnTo>
                  <a:lnTo>
                    <a:pt x="2035" y="751"/>
                  </a:lnTo>
                  <a:lnTo>
                    <a:pt x="1877" y="1185"/>
                  </a:lnTo>
                  <a:lnTo>
                    <a:pt x="1758" y="1422"/>
                  </a:lnTo>
                  <a:lnTo>
                    <a:pt x="1660" y="1659"/>
                  </a:lnTo>
                  <a:lnTo>
                    <a:pt x="1541" y="1837"/>
                  </a:lnTo>
                  <a:lnTo>
                    <a:pt x="1442" y="1975"/>
                  </a:lnTo>
                  <a:lnTo>
                    <a:pt x="1304" y="1916"/>
                  </a:lnTo>
                  <a:lnTo>
                    <a:pt x="948" y="1778"/>
                  </a:lnTo>
                  <a:lnTo>
                    <a:pt x="553" y="1580"/>
                  </a:lnTo>
                  <a:lnTo>
                    <a:pt x="395" y="1481"/>
                  </a:lnTo>
                  <a:lnTo>
                    <a:pt x="277" y="1402"/>
                  </a:lnTo>
                  <a:lnTo>
                    <a:pt x="237" y="1343"/>
                  </a:lnTo>
                  <a:lnTo>
                    <a:pt x="198" y="1284"/>
                  </a:lnTo>
                  <a:lnTo>
                    <a:pt x="158" y="1146"/>
                  </a:lnTo>
                  <a:lnTo>
                    <a:pt x="158" y="988"/>
                  </a:lnTo>
                  <a:lnTo>
                    <a:pt x="158" y="830"/>
                  </a:lnTo>
                  <a:lnTo>
                    <a:pt x="198" y="652"/>
                  </a:lnTo>
                  <a:lnTo>
                    <a:pt x="277" y="494"/>
                  </a:lnTo>
                  <a:lnTo>
                    <a:pt x="356" y="356"/>
                  </a:lnTo>
                  <a:lnTo>
                    <a:pt x="435" y="257"/>
                  </a:lnTo>
                  <a:lnTo>
                    <a:pt x="553" y="198"/>
                  </a:lnTo>
                  <a:lnTo>
                    <a:pt x="652" y="138"/>
                  </a:lnTo>
                  <a:lnTo>
                    <a:pt x="771" y="119"/>
                  </a:lnTo>
                  <a:lnTo>
                    <a:pt x="869" y="99"/>
                  </a:lnTo>
                  <a:close/>
                  <a:moveTo>
                    <a:pt x="711" y="0"/>
                  </a:moveTo>
                  <a:lnTo>
                    <a:pt x="593" y="40"/>
                  </a:lnTo>
                  <a:lnTo>
                    <a:pt x="474" y="99"/>
                  </a:lnTo>
                  <a:lnTo>
                    <a:pt x="356" y="178"/>
                  </a:lnTo>
                  <a:lnTo>
                    <a:pt x="237" y="296"/>
                  </a:lnTo>
                  <a:lnTo>
                    <a:pt x="139" y="454"/>
                  </a:lnTo>
                  <a:lnTo>
                    <a:pt x="79" y="632"/>
                  </a:lnTo>
                  <a:lnTo>
                    <a:pt x="20" y="830"/>
                  </a:lnTo>
                  <a:lnTo>
                    <a:pt x="0" y="1007"/>
                  </a:lnTo>
                  <a:lnTo>
                    <a:pt x="20" y="1185"/>
                  </a:lnTo>
                  <a:lnTo>
                    <a:pt x="60" y="1343"/>
                  </a:lnTo>
                  <a:lnTo>
                    <a:pt x="99" y="1422"/>
                  </a:lnTo>
                  <a:lnTo>
                    <a:pt x="139" y="1481"/>
                  </a:lnTo>
                  <a:lnTo>
                    <a:pt x="277" y="1580"/>
                  </a:lnTo>
                  <a:lnTo>
                    <a:pt x="474" y="1699"/>
                  </a:lnTo>
                  <a:lnTo>
                    <a:pt x="909" y="1896"/>
                  </a:lnTo>
                  <a:lnTo>
                    <a:pt x="1284" y="2054"/>
                  </a:lnTo>
                  <a:lnTo>
                    <a:pt x="1462" y="2114"/>
                  </a:lnTo>
                  <a:lnTo>
                    <a:pt x="1521" y="2054"/>
                  </a:lnTo>
                  <a:lnTo>
                    <a:pt x="1581" y="1975"/>
                  </a:lnTo>
                  <a:lnTo>
                    <a:pt x="1719" y="1758"/>
                  </a:lnTo>
                  <a:lnTo>
                    <a:pt x="1857" y="1501"/>
                  </a:lnTo>
                  <a:lnTo>
                    <a:pt x="1976" y="1225"/>
                  </a:lnTo>
                  <a:lnTo>
                    <a:pt x="2173" y="711"/>
                  </a:lnTo>
                  <a:lnTo>
                    <a:pt x="2252" y="494"/>
                  </a:lnTo>
                  <a:lnTo>
                    <a:pt x="1897" y="296"/>
                  </a:lnTo>
                  <a:lnTo>
                    <a:pt x="1581" y="138"/>
                  </a:lnTo>
                  <a:lnTo>
                    <a:pt x="1442" y="79"/>
                  </a:lnTo>
                  <a:lnTo>
                    <a:pt x="1324" y="59"/>
                  </a:lnTo>
                  <a:lnTo>
                    <a:pt x="108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7" name="Google Shape;7527;p29"/>
            <p:cNvSpPr/>
            <p:nvPr/>
          </p:nvSpPr>
          <p:spPr>
            <a:xfrm>
              <a:off x="-1270805" y="658373"/>
              <a:ext cx="254989" cy="33549"/>
            </a:xfrm>
            <a:custGeom>
              <a:rect b="b" l="l" r="r" t="t"/>
              <a:pathLst>
                <a:path extrusionOk="0" h="811" w="6164">
                  <a:moveTo>
                    <a:pt x="6163" y="1"/>
                  </a:moveTo>
                  <a:lnTo>
                    <a:pt x="6064" y="40"/>
                  </a:lnTo>
                  <a:lnTo>
                    <a:pt x="5729" y="139"/>
                  </a:lnTo>
                  <a:lnTo>
                    <a:pt x="5176" y="297"/>
                  </a:lnTo>
                  <a:lnTo>
                    <a:pt x="4405" y="455"/>
                  </a:lnTo>
                  <a:lnTo>
                    <a:pt x="3990" y="514"/>
                  </a:lnTo>
                  <a:lnTo>
                    <a:pt x="3556" y="573"/>
                  </a:lnTo>
                  <a:lnTo>
                    <a:pt x="3121" y="593"/>
                  </a:lnTo>
                  <a:lnTo>
                    <a:pt x="2687" y="593"/>
                  </a:lnTo>
                  <a:lnTo>
                    <a:pt x="2272" y="573"/>
                  </a:lnTo>
                  <a:lnTo>
                    <a:pt x="1857" y="534"/>
                  </a:lnTo>
                  <a:lnTo>
                    <a:pt x="1442" y="455"/>
                  </a:lnTo>
                  <a:lnTo>
                    <a:pt x="1047" y="356"/>
                  </a:lnTo>
                  <a:lnTo>
                    <a:pt x="1" y="60"/>
                  </a:lnTo>
                  <a:lnTo>
                    <a:pt x="1" y="60"/>
                  </a:lnTo>
                  <a:lnTo>
                    <a:pt x="198" y="159"/>
                  </a:lnTo>
                  <a:lnTo>
                    <a:pt x="415" y="277"/>
                  </a:lnTo>
                  <a:lnTo>
                    <a:pt x="712" y="396"/>
                  </a:lnTo>
                  <a:lnTo>
                    <a:pt x="1067" y="514"/>
                  </a:lnTo>
                  <a:lnTo>
                    <a:pt x="1462" y="633"/>
                  </a:lnTo>
                  <a:lnTo>
                    <a:pt x="1897" y="731"/>
                  </a:lnTo>
                  <a:lnTo>
                    <a:pt x="2351" y="791"/>
                  </a:lnTo>
                  <a:lnTo>
                    <a:pt x="2786" y="810"/>
                  </a:lnTo>
                  <a:lnTo>
                    <a:pt x="3240" y="810"/>
                  </a:lnTo>
                  <a:lnTo>
                    <a:pt x="3674" y="771"/>
                  </a:lnTo>
                  <a:lnTo>
                    <a:pt x="4069" y="731"/>
                  </a:lnTo>
                  <a:lnTo>
                    <a:pt x="4445" y="672"/>
                  </a:lnTo>
                  <a:lnTo>
                    <a:pt x="4761" y="613"/>
                  </a:lnTo>
                  <a:lnTo>
                    <a:pt x="5255" y="494"/>
                  </a:lnTo>
                  <a:lnTo>
                    <a:pt x="5432" y="435"/>
                  </a:lnTo>
                  <a:lnTo>
                    <a:pt x="5610" y="356"/>
                  </a:lnTo>
                  <a:lnTo>
                    <a:pt x="5887" y="198"/>
                  </a:lnTo>
                  <a:lnTo>
                    <a:pt x="6104" y="60"/>
                  </a:lnTo>
                  <a:lnTo>
                    <a:pt x="6163"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8" name="Google Shape;7528;p29"/>
            <p:cNvSpPr/>
            <p:nvPr/>
          </p:nvSpPr>
          <p:spPr>
            <a:xfrm>
              <a:off x="-1341876" y="732754"/>
              <a:ext cx="221440" cy="40871"/>
            </a:xfrm>
            <a:custGeom>
              <a:rect b="b" l="l" r="r" t="t"/>
              <a:pathLst>
                <a:path extrusionOk="0" h="988" w="5353">
                  <a:moveTo>
                    <a:pt x="0" y="0"/>
                  </a:moveTo>
                  <a:lnTo>
                    <a:pt x="237" y="119"/>
                  </a:lnTo>
                  <a:lnTo>
                    <a:pt x="810" y="375"/>
                  </a:lnTo>
                  <a:lnTo>
                    <a:pt x="1185" y="514"/>
                  </a:lnTo>
                  <a:lnTo>
                    <a:pt x="1580" y="652"/>
                  </a:lnTo>
                  <a:lnTo>
                    <a:pt x="2015" y="770"/>
                  </a:lnTo>
                  <a:lnTo>
                    <a:pt x="2430" y="849"/>
                  </a:lnTo>
                  <a:lnTo>
                    <a:pt x="3259" y="928"/>
                  </a:lnTo>
                  <a:lnTo>
                    <a:pt x="4030" y="968"/>
                  </a:lnTo>
                  <a:lnTo>
                    <a:pt x="4365" y="988"/>
                  </a:lnTo>
                  <a:lnTo>
                    <a:pt x="4681" y="968"/>
                  </a:lnTo>
                  <a:lnTo>
                    <a:pt x="4958" y="948"/>
                  </a:lnTo>
                  <a:lnTo>
                    <a:pt x="5175" y="909"/>
                  </a:lnTo>
                  <a:lnTo>
                    <a:pt x="5353" y="751"/>
                  </a:lnTo>
                  <a:lnTo>
                    <a:pt x="5195" y="770"/>
                  </a:lnTo>
                  <a:lnTo>
                    <a:pt x="5017" y="790"/>
                  </a:lnTo>
                  <a:lnTo>
                    <a:pt x="4780" y="830"/>
                  </a:lnTo>
                  <a:lnTo>
                    <a:pt x="4464" y="849"/>
                  </a:lnTo>
                  <a:lnTo>
                    <a:pt x="4089" y="849"/>
                  </a:lnTo>
                  <a:lnTo>
                    <a:pt x="3634" y="830"/>
                  </a:lnTo>
                  <a:lnTo>
                    <a:pt x="3141" y="770"/>
                  </a:lnTo>
                  <a:lnTo>
                    <a:pt x="2588" y="691"/>
                  </a:lnTo>
                  <a:lnTo>
                    <a:pt x="2035" y="593"/>
                  </a:lnTo>
                  <a:lnTo>
                    <a:pt x="1521" y="454"/>
                  </a:lnTo>
                  <a:lnTo>
                    <a:pt x="1027" y="316"/>
                  </a:lnTo>
                  <a:lnTo>
                    <a:pt x="296" y="99"/>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9" name="Google Shape;7529;p29"/>
            <p:cNvSpPr/>
            <p:nvPr/>
          </p:nvSpPr>
          <p:spPr>
            <a:xfrm>
              <a:off x="-1384362" y="776026"/>
              <a:ext cx="172420" cy="35204"/>
            </a:xfrm>
            <a:custGeom>
              <a:rect b="b" l="l" r="r" t="t"/>
              <a:pathLst>
                <a:path extrusionOk="0" h="851" w="4168">
                  <a:moveTo>
                    <a:pt x="0" y="1"/>
                  </a:moveTo>
                  <a:lnTo>
                    <a:pt x="178" y="119"/>
                  </a:lnTo>
                  <a:lnTo>
                    <a:pt x="612" y="376"/>
                  </a:lnTo>
                  <a:lnTo>
                    <a:pt x="909" y="514"/>
                  </a:lnTo>
                  <a:lnTo>
                    <a:pt x="1225" y="653"/>
                  </a:lnTo>
                  <a:lnTo>
                    <a:pt x="1541" y="751"/>
                  </a:lnTo>
                  <a:lnTo>
                    <a:pt x="1699" y="791"/>
                  </a:lnTo>
                  <a:lnTo>
                    <a:pt x="1857" y="830"/>
                  </a:lnTo>
                  <a:lnTo>
                    <a:pt x="2192" y="850"/>
                  </a:lnTo>
                  <a:lnTo>
                    <a:pt x="2548" y="850"/>
                  </a:lnTo>
                  <a:lnTo>
                    <a:pt x="2884" y="830"/>
                  </a:lnTo>
                  <a:lnTo>
                    <a:pt x="3220" y="811"/>
                  </a:lnTo>
                  <a:lnTo>
                    <a:pt x="3733" y="732"/>
                  </a:lnTo>
                  <a:lnTo>
                    <a:pt x="3931" y="712"/>
                  </a:lnTo>
                  <a:lnTo>
                    <a:pt x="4168" y="534"/>
                  </a:lnTo>
                  <a:lnTo>
                    <a:pt x="3931" y="593"/>
                  </a:lnTo>
                  <a:lnTo>
                    <a:pt x="3674" y="633"/>
                  </a:lnTo>
                  <a:lnTo>
                    <a:pt x="3358" y="672"/>
                  </a:lnTo>
                  <a:lnTo>
                    <a:pt x="2963" y="692"/>
                  </a:lnTo>
                  <a:lnTo>
                    <a:pt x="2528" y="692"/>
                  </a:lnTo>
                  <a:lnTo>
                    <a:pt x="2311" y="672"/>
                  </a:lnTo>
                  <a:lnTo>
                    <a:pt x="2094" y="633"/>
                  </a:lnTo>
                  <a:lnTo>
                    <a:pt x="1857" y="593"/>
                  </a:lnTo>
                  <a:lnTo>
                    <a:pt x="1620" y="534"/>
                  </a:lnTo>
                  <a:lnTo>
                    <a:pt x="356" y="119"/>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0" name="Google Shape;7530;p29"/>
            <p:cNvSpPr/>
            <p:nvPr/>
          </p:nvSpPr>
          <p:spPr>
            <a:xfrm>
              <a:off x="-1665462" y="560329"/>
              <a:ext cx="1655" cy="1655"/>
            </a:xfrm>
            <a:custGeom>
              <a:rect b="b" l="l" r="r" t="t"/>
              <a:pathLst>
                <a:path extrusionOk="0" h="40" w="40">
                  <a:moveTo>
                    <a:pt x="40" y="40"/>
                  </a:moveTo>
                  <a:lnTo>
                    <a:pt x="40" y="40"/>
                  </a:lnTo>
                  <a:lnTo>
                    <a:pt x="0" y="0"/>
                  </a:lnTo>
                  <a:lnTo>
                    <a:pt x="0" y="0"/>
                  </a:lnTo>
                  <a:lnTo>
                    <a:pt x="40" y="40"/>
                  </a:lnTo>
                  <a:lnTo>
                    <a:pt x="40" y="4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1" name="Google Shape;7531;p29"/>
            <p:cNvSpPr/>
            <p:nvPr/>
          </p:nvSpPr>
          <p:spPr>
            <a:xfrm>
              <a:off x="-1585372" y="391173"/>
              <a:ext cx="41" cy="869"/>
            </a:xfrm>
            <a:custGeom>
              <a:rect b="b" l="l" r="r" t="t"/>
              <a:pathLst>
                <a:path extrusionOk="0" h="21" w="1">
                  <a:moveTo>
                    <a:pt x="0" y="20"/>
                  </a:moveTo>
                  <a:lnTo>
                    <a:pt x="0" y="20"/>
                  </a:lnTo>
                  <a:lnTo>
                    <a:pt x="0" y="1"/>
                  </a:lnTo>
                  <a:lnTo>
                    <a:pt x="0" y="1"/>
                  </a:lnTo>
                  <a:lnTo>
                    <a:pt x="0" y="20"/>
                  </a:lnTo>
                  <a:lnTo>
                    <a:pt x="0" y="2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2" name="Google Shape;7532;p29"/>
            <p:cNvSpPr/>
            <p:nvPr/>
          </p:nvSpPr>
          <p:spPr>
            <a:xfrm>
              <a:off x="-1773310" y="302106"/>
              <a:ext cx="214118" cy="335863"/>
            </a:xfrm>
            <a:custGeom>
              <a:rect b="b" l="l" r="r" t="t"/>
              <a:pathLst>
                <a:path extrusionOk="0" h="8119" w="5176">
                  <a:moveTo>
                    <a:pt x="3595" y="139"/>
                  </a:moveTo>
                  <a:lnTo>
                    <a:pt x="3615" y="178"/>
                  </a:lnTo>
                  <a:lnTo>
                    <a:pt x="3615" y="159"/>
                  </a:lnTo>
                  <a:lnTo>
                    <a:pt x="3595" y="139"/>
                  </a:lnTo>
                  <a:close/>
                  <a:moveTo>
                    <a:pt x="4938" y="554"/>
                  </a:moveTo>
                  <a:lnTo>
                    <a:pt x="4958" y="593"/>
                  </a:lnTo>
                  <a:lnTo>
                    <a:pt x="4997" y="613"/>
                  </a:lnTo>
                  <a:lnTo>
                    <a:pt x="5057" y="672"/>
                  </a:lnTo>
                  <a:lnTo>
                    <a:pt x="5037" y="712"/>
                  </a:lnTo>
                  <a:lnTo>
                    <a:pt x="5096" y="712"/>
                  </a:lnTo>
                  <a:lnTo>
                    <a:pt x="5175" y="731"/>
                  </a:lnTo>
                  <a:lnTo>
                    <a:pt x="5155" y="633"/>
                  </a:lnTo>
                  <a:lnTo>
                    <a:pt x="4958" y="554"/>
                  </a:lnTo>
                  <a:close/>
                  <a:moveTo>
                    <a:pt x="4049" y="3062"/>
                  </a:moveTo>
                  <a:lnTo>
                    <a:pt x="4029" y="3121"/>
                  </a:lnTo>
                  <a:lnTo>
                    <a:pt x="4010" y="3141"/>
                  </a:lnTo>
                  <a:lnTo>
                    <a:pt x="3970" y="3181"/>
                  </a:lnTo>
                  <a:lnTo>
                    <a:pt x="3970" y="3220"/>
                  </a:lnTo>
                  <a:lnTo>
                    <a:pt x="4010" y="3161"/>
                  </a:lnTo>
                  <a:lnTo>
                    <a:pt x="4049" y="3102"/>
                  </a:lnTo>
                  <a:lnTo>
                    <a:pt x="4049" y="3062"/>
                  </a:lnTo>
                  <a:close/>
                  <a:moveTo>
                    <a:pt x="3457" y="4208"/>
                  </a:moveTo>
                  <a:lnTo>
                    <a:pt x="3437" y="4247"/>
                  </a:lnTo>
                  <a:lnTo>
                    <a:pt x="3437" y="4287"/>
                  </a:lnTo>
                  <a:lnTo>
                    <a:pt x="3437" y="4326"/>
                  </a:lnTo>
                  <a:lnTo>
                    <a:pt x="3397" y="4326"/>
                  </a:lnTo>
                  <a:lnTo>
                    <a:pt x="3397" y="4307"/>
                  </a:lnTo>
                  <a:lnTo>
                    <a:pt x="3378" y="4346"/>
                  </a:lnTo>
                  <a:lnTo>
                    <a:pt x="3378" y="4366"/>
                  </a:lnTo>
                  <a:lnTo>
                    <a:pt x="3397" y="4405"/>
                  </a:lnTo>
                  <a:lnTo>
                    <a:pt x="3536" y="4425"/>
                  </a:lnTo>
                  <a:lnTo>
                    <a:pt x="3536" y="4386"/>
                  </a:lnTo>
                  <a:lnTo>
                    <a:pt x="3536" y="4366"/>
                  </a:lnTo>
                  <a:lnTo>
                    <a:pt x="3555" y="4346"/>
                  </a:lnTo>
                  <a:lnTo>
                    <a:pt x="3595" y="4326"/>
                  </a:lnTo>
                  <a:lnTo>
                    <a:pt x="3615" y="4307"/>
                  </a:lnTo>
                  <a:lnTo>
                    <a:pt x="3555" y="4326"/>
                  </a:lnTo>
                  <a:lnTo>
                    <a:pt x="3536" y="4287"/>
                  </a:lnTo>
                  <a:lnTo>
                    <a:pt x="3536" y="4267"/>
                  </a:lnTo>
                  <a:lnTo>
                    <a:pt x="3575" y="4267"/>
                  </a:lnTo>
                  <a:lnTo>
                    <a:pt x="3457" y="4208"/>
                  </a:lnTo>
                  <a:close/>
                  <a:moveTo>
                    <a:pt x="3338" y="4484"/>
                  </a:moveTo>
                  <a:lnTo>
                    <a:pt x="3338" y="4504"/>
                  </a:lnTo>
                  <a:lnTo>
                    <a:pt x="3318" y="4544"/>
                  </a:lnTo>
                  <a:lnTo>
                    <a:pt x="3318" y="4583"/>
                  </a:lnTo>
                  <a:lnTo>
                    <a:pt x="3358" y="4544"/>
                  </a:lnTo>
                  <a:lnTo>
                    <a:pt x="3378" y="4484"/>
                  </a:lnTo>
                  <a:close/>
                  <a:moveTo>
                    <a:pt x="3713" y="1"/>
                  </a:moveTo>
                  <a:lnTo>
                    <a:pt x="3674" y="80"/>
                  </a:lnTo>
                  <a:lnTo>
                    <a:pt x="3674" y="139"/>
                  </a:lnTo>
                  <a:lnTo>
                    <a:pt x="3733" y="218"/>
                  </a:lnTo>
                  <a:lnTo>
                    <a:pt x="3733" y="178"/>
                  </a:lnTo>
                  <a:lnTo>
                    <a:pt x="3713" y="159"/>
                  </a:lnTo>
                  <a:lnTo>
                    <a:pt x="3713" y="139"/>
                  </a:lnTo>
                  <a:lnTo>
                    <a:pt x="3733" y="119"/>
                  </a:lnTo>
                  <a:lnTo>
                    <a:pt x="3812" y="198"/>
                  </a:lnTo>
                  <a:lnTo>
                    <a:pt x="3773" y="238"/>
                  </a:lnTo>
                  <a:lnTo>
                    <a:pt x="3733" y="257"/>
                  </a:lnTo>
                  <a:lnTo>
                    <a:pt x="3674" y="277"/>
                  </a:lnTo>
                  <a:lnTo>
                    <a:pt x="3634" y="297"/>
                  </a:lnTo>
                  <a:lnTo>
                    <a:pt x="3634" y="257"/>
                  </a:lnTo>
                  <a:lnTo>
                    <a:pt x="3634" y="218"/>
                  </a:lnTo>
                  <a:lnTo>
                    <a:pt x="3615" y="178"/>
                  </a:lnTo>
                  <a:lnTo>
                    <a:pt x="3615" y="198"/>
                  </a:lnTo>
                  <a:lnTo>
                    <a:pt x="3595" y="218"/>
                  </a:lnTo>
                  <a:lnTo>
                    <a:pt x="3595" y="238"/>
                  </a:lnTo>
                  <a:lnTo>
                    <a:pt x="3575" y="257"/>
                  </a:lnTo>
                  <a:lnTo>
                    <a:pt x="3595" y="297"/>
                  </a:lnTo>
                  <a:lnTo>
                    <a:pt x="3575" y="277"/>
                  </a:lnTo>
                  <a:lnTo>
                    <a:pt x="3575" y="317"/>
                  </a:lnTo>
                  <a:lnTo>
                    <a:pt x="3555" y="336"/>
                  </a:lnTo>
                  <a:lnTo>
                    <a:pt x="3516" y="376"/>
                  </a:lnTo>
                  <a:lnTo>
                    <a:pt x="3457" y="415"/>
                  </a:lnTo>
                  <a:lnTo>
                    <a:pt x="3457" y="435"/>
                  </a:lnTo>
                  <a:lnTo>
                    <a:pt x="3476" y="475"/>
                  </a:lnTo>
                  <a:lnTo>
                    <a:pt x="3496" y="514"/>
                  </a:lnTo>
                  <a:lnTo>
                    <a:pt x="3516" y="494"/>
                  </a:lnTo>
                  <a:lnTo>
                    <a:pt x="3555" y="494"/>
                  </a:lnTo>
                  <a:lnTo>
                    <a:pt x="3595" y="514"/>
                  </a:lnTo>
                  <a:lnTo>
                    <a:pt x="3615" y="534"/>
                  </a:lnTo>
                  <a:lnTo>
                    <a:pt x="3595" y="534"/>
                  </a:lnTo>
                  <a:lnTo>
                    <a:pt x="3555" y="554"/>
                  </a:lnTo>
                  <a:lnTo>
                    <a:pt x="3496" y="554"/>
                  </a:lnTo>
                  <a:lnTo>
                    <a:pt x="3496" y="534"/>
                  </a:lnTo>
                  <a:lnTo>
                    <a:pt x="3457" y="573"/>
                  </a:lnTo>
                  <a:lnTo>
                    <a:pt x="3437" y="633"/>
                  </a:lnTo>
                  <a:lnTo>
                    <a:pt x="3516" y="672"/>
                  </a:lnTo>
                  <a:lnTo>
                    <a:pt x="3536" y="712"/>
                  </a:lnTo>
                  <a:lnTo>
                    <a:pt x="3555" y="731"/>
                  </a:lnTo>
                  <a:lnTo>
                    <a:pt x="3536" y="751"/>
                  </a:lnTo>
                  <a:lnTo>
                    <a:pt x="3516" y="751"/>
                  </a:lnTo>
                  <a:lnTo>
                    <a:pt x="3476" y="731"/>
                  </a:lnTo>
                  <a:lnTo>
                    <a:pt x="3437" y="672"/>
                  </a:lnTo>
                  <a:lnTo>
                    <a:pt x="3378" y="652"/>
                  </a:lnTo>
                  <a:lnTo>
                    <a:pt x="3358" y="652"/>
                  </a:lnTo>
                  <a:lnTo>
                    <a:pt x="3358" y="712"/>
                  </a:lnTo>
                  <a:lnTo>
                    <a:pt x="3378" y="771"/>
                  </a:lnTo>
                  <a:lnTo>
                    <a:pt x="3338" y="771"/>
                  </a:lnTo>
                  <a:lnTo>
                    <a:pt x="3299" y="751"/>
                  </a:lnTo>
                  <a:lnTo>
                    <a:pt x="3279" y="791"/>
                  </a:lnTo>
                  <a:lnTo>
                    <a:pt x="3259" y="830"/>
                  </a:lnTo>
                  <a:lnTo>
                    <a:pt x="3259" y="909"/>
                  </a:lnTo>
                  <a:lnTo>
                    <a:pt x="3279" y="1048"/>
                  </a:lnTo>
                  <a:lnTo>
                    <a:pt x="3279" y="1107"/>
                  </a:lnTo>
                  <a:lnTo>
                    <a:pt x="3259" y="1186"/>
                  </a:lnTo>
                  <a:lnTo>
                    <a:pt x="3200" y="1127"/>
                  </a:lnTo>
                  <a:lnTo>
                    <a:pt x="3180" y="1067"/>
                  </a:lnTo>
                  <a:lnTo>
                    <a:pt x="3160" y="1008"/>
                  </a:lnTo>
                  <a:lnTo>
                    <a:pt x="3180" y="969"/>
                  </a:lnTo>
                  <a:lnTo>
                    <a:pt x="3141" y="988"/>
                  </a:lnTo>
                  <a:lnTo>
                    <a:pt x="3121" y="988"/>
                  </a:lnTo>
                  <a:lnTo>
                    <a:pt x="3121" y="1028"/>
                  </a:lnTo>
                  <a:lnTo>
                    <a:pt x="3101" y="1087"/>
                  </a:lnTo>
                  <a:lnTo>
                    <a:pt x="3101" y="1107"/>
                  </a:lnTo>
                  <a:lnTo>
                    <a:pt x="3062" y="1107"/>
                  </a:lnTo>
                  <a:lnTo>
                    <a:pt x="3062" y="1146"/>
                  </a:lnTo>
                  <a:lnTo>
                    <a:pt x="3062" y="1166"/>
                  </a:lnTo>
                  <a:lnTo>
                    <a:pt x="3101" y="1225"/>
                  </a:lnTo>
                  <a:lnTo>
                    <a:pt x="3160" y="1265"/>
                  </a:lnTo>
                  <a:lnTo>
                    <a:pt x="3141" y="1285"/>
                  </a:lnTo>
                  <a:lnTo>
                    <a:pt x="3121" y="1304"/>
                  </a:lnTo>
                  <a:lnTo>
                    <a:pt x="3081" y="1285"/>
                  </a:lnTo>
                  <a:lnTo>
                    <a:pt x="3042" y="1265"/>
                  </a:lnTo>
                  <a:lnTo>
                    <a:pt x="3062" y="1285"/>
                  </a:lnTo>
                  <a:lnTo>
                    <a:pt x="3101" y="1344"/>
                  </a:lnTo>
                  <a:lnTo>
                    <a:pt x="3081" y="1383"/>
                  </a:lnTo>
                  <a:lnTo>
                    <a:pt x="3062" y="1462"/>
                  </a:lnTo>
                  <a:lnTo>
                    <a:pt x="3002" y="1443"/>
                  </a:lnTo>
                  <a:lnTo>
                    <a:pt x="3042" y="1561"/>
                  </a:lnTo>
                  <a:lnTo>
                    <a:pt x="3081" y="1561"/>
                  </a:lnTo>
                  <a:lnTo>
                    <a:pt x="3141" y="1601"/>
                  </a:lnTo>
                  <a:lnTo>
                    <a:pt x="3121" y="1620"/>
                  </a:lnTo>
                  <a:lnTo>
                    <a:pt x="3180" y="1620"/>
                  </a:lnTo>
                  <a:lnTo>
                    <a:pt x="3200" y="1581"/>
                  </a:lnTo>
                  <a:lnTo>
                    <a:pt x="3220" y="1561"/>
                  </a:lnTo>
                  <a:lnTo>
                    <a:pt x="3200" y="1522"/>
                  </a:lnTo>
                  <a:lnTo>
                    <a:pt x="3200" y="1462"/>
                  </a:lnTo>
                  <a:lnTo>
                    <a:pt x="3220" y="1443"/>
                  </a:lnTo>
                  <a:lnTo>
                    <a:pt x="3259" y="1423"/>
                  </a:lnTo>
                  <a:lnTo>
                    <a:pt x="3318" y="1403"/>
                  </a:lnTo>
                  <a:lnTo>
                    <a:pt x="3338" y="1423"/>
                  </a:lnTo>
                  <a:lnTo>
                    <a:pt x="3358" y="1443"/>
                  </a:lnTo>
                  <a:lnTo>
                    <a:pt x="3378" y="1443"/>
                  </a:lnTo>
                  <a:lnTo>
                    <a:pt x="3397" y="1462"/>
                  </a:lnTo>
                  <a:lnTo>
                    <a:pt x="3358" y="1482"/>
                  </a:lnTo>
                  <a:lnTo>
                    <a:pt x="3338" y="1482"/>
                  </a:lnTo>
                  <a:lnTo>
                    <a:pt x="3397" y="1522"/>
                  </a:lnTo>
                  <a:lnTo>
                    <a:pt x="3417" y="1541"/>
                  </a:lnTo>
                  <a:lnTo>
                    <a:pt x="3417" y="1522"/>
                  </a:lnTo>
                  <a:lnTo>
                    <a:pt x="3476" y="1581"/>
                  </a:lnTo>
                  <a:lnTo>
                    <a:pt x="3496" y="1620"/>
                  </a:lnTo>
                  <a:lnTo>
                    <a:pt x="3496" y="1680"/>
                  </a:lnTo>
                  <a:lnTo>
                    <a:pt x="3476" y="1739"/>
                  </a:lnTo>
                  <a:lnTo>
                    <a:pt x="3457" y="1739"/>
                  </a:lnTo>
                  <a:lnTo>
                    <a:pt x="3417" y="1719"/>
                  </a:lnTo>
                  <a:lnTo>
                    <a:pt x="3397" y="1680"/>
                  </a:lnTo>
                  <a:lnTo>
                    <a:pt x="3378" y="1620"/>
                  </a:lnTo>
                  <a:lnTo>
                    <a:pt x="3338" y="1581"/>
                  </a:lnTo>
                  <a:lnTo>
                    <a:pt x="3358" y="1620"/>
                  </a:lnTo>
                  <a:lnTo>
                    <a:pt x="3358" y="1640"/>
                  </a:lnTo>
                  <a:lnTo>
                    <a:pt x="3338" y="1660"/>
                  </a:lnTo>
                  <a:lnTo>
                    <a:pt x="3239" y="1601"/>
                  </a:lnTo>
                  <a:lnTo>
                    <a:pt x="3259" y="1660"/>
                  </a:lnTo>
                  <a:lnTo>
                    <a:pt x="3299" y="1680"/>
                  </a:lnTo>
                  <a:lnTo>
                    <a:pt x="3338" y="1699"/>
                  </a:lnTo>
                  <a:lnTo>
                    <a:pt x="3397" y="1739"/>
                  </a:lnTo>
                  <a:lnTo>
                    <a:pt x="3437" y="1778"/>
                  </a:lnTo>
                  <a:lnTo>
                    <a:pt x="3437" y="1798"/>
                  </a:lnTo>
                  <a:lnTo>
                    <a:pt x="3417" y="1798"/>
                  </a:lnTo>
                  <a:lnTo>
                    <a:pt x="3378" y="1818"/>
                  </a:lnTo>
                  <a:lnTo>
                    <a:pt x="3358" y="1838"/>
                  </a:lnTo>
                  <a:lnTo>
                    <a:pt x="3338" y="1798"/>
                  </a:lnTo>
                  <a:lnTo>
                    <a:pt x="3318" y="1838"/>
                  </a:lnTo>
                  <a:lnTo>
                    <a:pt x="3318" y="1877"/>
                  </a:lnTo>
                  <a:lnTo>
                    <a:pt x="3338" y="1917"/>
                  </a:lnTo>
                  <a:lnTo>
                    <a:pt x="3318" y="1956"/>
                  </a:lnTo>
                  <a:lnTo>
                    <a:pt x="3239" y="1936"/>
                  </a:lnTo>
                  <a:lnTo>
                    <a:pt x="3259" y="1936"/>
                  </a:lnTo>
                  <a:lnTo>
                    <a:pt x="3279" y="1917"/>
                  </a:lnTo>
                  <a:lnTo>
                    <a:pt x="3259" y="1857"/>
                  </a:lnTo>
                  <a:lnTo>
                    <a:pt x="3220" y="1818"/>
                  </a:lnTo>
                  <a:lnTo>
                    <a:pt x="3200" y="1778"/>
                  </a:lnTo>
                  <a:lnTo>
                    <a:pt x="3121" y="1778"/>
                  </a:lnTo>
                  <a:lnTo>
                    <a:pt x="3062" y="1719"/>
                  </a:lnTo>
                  <a:lnTo>
                    <a:pt x="2983" y="1561"/>
                  </a:lnTo>
                  <a:lnTo>
                    <a:pt x="2963" y="1601"/>
                  </a:lnTo>
                  <a:lnTo>
                    <a:pt x="2943" y="1620"/>
                  </a:lnTo>
                  <a:lnTo>
                    <a:pt x="2923" y="1640"/>
                  </a:lnTo>
                  <a:lnTo>
                    <a:pt x="2884" y="1660"/>
                  </a:lnTo>
                  <a:lnTo>
                    <a:pt x="2904" y="1699"/>
                  </a:lnTo>
                  <a:lnTo>
                    <a:pt x="2884" y="1739"/>
                  </a:lnTo>
                  <a:lnTo>
                    <a:pt x="2864" y="1778"/>
                  </a:lnTo>
                  <a:lnTo>
                    <a:pt x="2825" y="1818"/>
                  </a:lnTo>
                  <a:lnTo>
                    <a:pt x="2844" y="1857"/>
                  </a:lnTo>
                  <a:lnTo>
                    <a:pt x="2864" y="1897"/>
                  </a:lnTo>
                  <a:lnTo>
                    <a:pt x="2844" y="1897"/>
                  </a:lnTo>
                  <a:lnTo>
                    <a:pt x="2825" y="1877"/>
                  </a:lnTo>
                  <a:lnTo>
                    <a:pt x="2805" y="1857"/>
                  </a:lnTo>
                  <a:lnTo>
                    <a:pt x="2805" y="1877"/>
                  </a:lnTo>
                  <a:lnTo>
                    <a:pt x="2765" y="1917"/>
                  </a:lnTo>
                  <a:lnTo>
                    <a:pt x="2746" y="1976"/>
                  </a:lnTo>
                  <a:lnTo>
                    <a:pt x="2746" y="2035"/>
                  </a:lnTo>
                  <a:lnTo>
                    <a:pt x="2746" y="2114"/>
                  </a:lnTo>
                  <a:lnTo>
                    <a:pt x="2667" y="2114"/>
                  </a:lnTo>
                  <a:lnTo>
                    <a:pt x="2647" y="2094"/>
                  </a:lnTo>
                  <a:lnTo>
                    <a:pt x="2607" y="2134"/>
                  </a:lnTo>
                  <a:lnTo>
                    <a:pt x="2588" y="2193"/>
                  </a:lnTo>
                  <a:lnTo>
                    <a:pt x="2588" y="2272"/>
                  </a:lnTo>
                  <a:lnTo>
                    <a:pt x="2588" y="2430"/>
                  </a:lnTo>
                  <a:lnTo>
                    <a:pt x="2568" y="2509"/>
                  </a:lnTo>
                  <a:lnTo>
                    <a:pt x="2528" y="2588"/>
                  </a:lnTo>
                  <a:lnTo>
                    <a:pt x="2489" y="2529"/>
                  </a:lnTo>
                  <a:lnTo>
                    <a:pt x="2449" y="2568"/>
                  </a:lnTo>
                  <a:lnTo>
                    <a:pt x="2449" y="2608"/>
                  </a:lnTo>
                  <a:lnTo>
                    <a:pt x="2489" y="2647"/>
                  </a:lnTo>
                  <a:lnTo>
                    <a:pt x="2430" y="2647"/>
                  </a:lnTo>
                  <a:lnTo>
                    <a:pt x="2410" y="2667"/>
                  </a:lnTo>
                  <a:lnTo>
                    <a:pt x="2390" y="2687"/>
                  </a:lnTo>
                  <a:lnTo>
                    <a:pt x="2390" y="2726"/>
                  </a:lnTo>
                  <a:lnTo>
                    <a:pt x="2370" y="2805"/>
                  </a:lnTo>
                  <a:lnTo>
                    <a:pt x="2351" y="2825"/>
                  </a:lnTo>
                  <a:lnTo>
                    <a:pt x="2291" y="2825"/>
                  </a:lnTo>
                  <a:lnTo>
                    <a:pt x="2252" y="2865"/>
                  </a:lnTo>
                  <a:lnTo>
                    <a:pt x="2272" y="2904"/>
                  </a:lnTo>
                  <a:lnTo>
                    <a:pt x="2311" y="2983"/>
                  </a:lnTo>
                  <a:lnTo>
                    <a:pt x="2331" y="3023"/>
                  </a:lnTo>
                  <a:lnTo>
                    <a:pt x="2331" y="3042"/>
                  </a:lnTo>
                  <a:lnTo>
                    <a:pt x="2272" y="3023"/>
                  </a:lnTo>
                  <a:lnTo>
                    <a:pt x="2232" y="2983"/>
                  </a:lnTo>
                  <a:lnTo>
                    <a:pt x="2193" y="3003"/>
                  </a:lnTo>
                  <a:lnTo>
                    <a:pt x="2173" y="3082"/>
                  </a:lnTo>
                  <a:lnTo>
                    <a:pt x="2074" y="3359"/>
                  </a:lnTo>
                  <a:lnTo>
                    <a:pt x="1936" y="3655"/>
                  </a:lnTo>
                  <a:lnTo>
                    <a:pt x="1916" y="3615"/>
                  </a:lnTo>
                  <a:lnTo>
                    <a:pt x="1896" y="3675"/>
                  </a:lnTo>
                  <a:lnTo>
                    <a:pt x="1876" y="3734"/>
                  </a:lnTo>
                  <a:lnTo>
                    <a:pt x="1857" y="3872"/>
                  </a:lnTo>
                  <a:lnTo>
                    <a:pt x="1817" y="3991"/>
                  </a:lnTo>
                  <a:lnTo>
                    <a:pt x="1797" y="4030"/>
                  </a:lnTo>
                  <a:lnTo>
                    <a:pt x="1758" y="4070"/>
                  </a:lnTo>
                  <a:lnTo>
                    <a:pt x="1778" y="4149"/>
                  </a:lnTo>
                  <a:lnTo>
                    <a:pt x="1797" y="4188"/>
                  </a:lnTo>
                  <a:lnTo>
                    <a:pt x="1837" y="4228"/>
                  </a:lnTo>
                  <a:lnTo>
                    <a:pt x="1857" y="4208"/>
                  </a:lnTo>
                  <a:lnTo>
                    <a:pt x="1896" y="4228"/>
                  </a:lnTo>
                  <a:lnTo>
                    <a:pt x="1995" y="4287"/>
                  </a:lnTo>
                  <a:lnTo>
                    <a:pt x="1975" y="4326"/>
                  </a:lnTo>
                  <a:lnTo>
                    <a:pt x="1975" y="4346"/>
                  </a:lnTo>
                  <a:lnTo>
                    <a:pt x="1916" y="4326"/>
                  </a:lnTo>
                  <a:lnTo>
                    <a:pt x="1857" y="4307"/>
                  </a:lnTo>
                  <a:lnTo>
                    <a:pt x="1837" y="4326"/>
                  </a:lnTo>
                  <a:lnTo>
                    <a:pt x="1817" y="4346"/>
                  </a:lnTo>
                  <a:lnTo>
                    <a:pt x="1758" y="4307"/>
                  </a:lnTo>
                  <a:lnTo>
                    <a:pt x="1738" y="4267"/>
                  </a:lnTo>
                  <a:lnTo>
                    <a:pt x="1718" y="4228"/>
                  </a:lnTo>
                  <a:lnTo>
                    <a:pt x="1659" y="4168"/>
                  </a:lnTo>
                  <a:lnTo>
                    <a:pt x="1679" y="4326"/>
                  </a:lnTo>
                  <a:lnTo>
                    <a:pt x="1639" y="4366"/>
                  </a:lnTo>
                  <a:lnTo>
                    <a:pt x="1620" y="4405"/>
                  </a:lnTo>
                  <a:lnTo>
                    <a:pt x="1580" y="4445"/>
                  </a:lnTo>
                  <a:lnTo>
                    <a:pt x="1541" y="4484"/>
                  </a:lnTo>
                  <a:lnTo>
                    <a:pt x="1521" y="4465"/>
                  </a:lnTo>
                  <a:lnTo>
                    <a:pt x="1501" y="4445"/>
                  </a:lnTo>
                  <a:lnTo>
                    <a:pt x="1501" y="4425"/>
                  </a:lnTo>
                  <a:lnTo>
                    <a:pt x="1521" y="4405"/>
                  </a:lnTo>
                  <a:lnTo>
                    <a:pt x="1541" y="4425"/>
                  </a:lnTo>
                  <a:lnTo>
                    <a:pt x="1560" y="4366"/>
                  </a:lnTo>
                  <a:lnTo>
                    <a:pt x="1560" y="4326"/>
                  </a:lnTo>
                  <a:lnTo>
                    <a:pt x="1541" y="4307"/>
                  </a:lnTo>
                  <a:lnTo>
                    <a:pt x="1541" y="4267"/>
                  </a:lnTo>
                  <a:lnTo>
                    <a:pt x="1481" y="4405"/>
                  </a:lnTo>
                  <a:lnTo>
                    <a:pt x="1462" y="4465"/>
                  </a:lnTo>
                  <a:lnTo>
                    <a:pt x="1422" y="4504"/>
                  </a:lnTo>
                  <a:lnTo>
                    <a:pt x="1462" y="4524"/>
                  </a:lnTo>
                  <a:lnTo>
                    <a:pt x="1442" y="4583"/>
                  </a:lnTo>
                  <a:lnTo>
                    <a:pt x="1442" y="4603"/>
                  </a:lnTo>
                  <a:lnTo>
                    <a:pt x="1462" y="4642"/>
                  </a:lnTo>
                  <a:lnTo>
                    <a:pt x="1442" y="4642"/>
                  </a:lnTo>
                  <a:lnTo>
                    <a:pt x="1462" y="4662"/>
                  </a:lnTo>
                  <a:lnTo>
                    <a:pt x="1481" y="4682"/>
                  </a:lnTo>
                  <a:lnTo>
                    <a:pt x="1481" y="4721"/>
                  </a:lnTo>
                  <a:lnTo>
                    <a:pt x="1383" y="4682"/>
                  </a:lnTo>
                  <a:lnTo>
                    <a:pt x="1363" y="4682"/>
                  </a:lnTo>
                  <a:lnTo>
                    <a:pt x="1383" y="4702"/>
                  </a:lnTo>
                  <a:lnTo>
                    <a:pt x="1402" y="4721"/>
                  </a:lnTo>
                  <a:lnTo>
                    <a:pt x="1422" y="4721"/>
                  </a:lnTo>
                  <a:lnTo>
                    <a:pt x="1422" y="4741"/>
                  </a:lnTo>
                  <a:lnTo>
                    <a:pt x="1422" y="4800"/>
                  </a:lnTo>
                  <a:lnTo>
                    <a:pt x="1383" y="4860"/>
                  </a:lnTo>
                  <a:lnTo>
                    <a:pt x="1343" y="4899"/>
                  </a:lnTo>
                  <a:lnTo>
                    <a:pt x="1264" y="4919"/>
                  </a:lnTo>
                  <a:lnTo>
                    <a:pt x="1225" y="4899"/>
                  </a:lnTo>
                  <a:lnTo>
                    <a:pt x="1225" y="4939"/>
                  </a:lnTo>
                  <a:lnTo>
                    <a:pt x="1244" y="4978"/>
                  </a:lnTo>
                  <a:lnTo>
                    <a:pt x="1244" y="5018"/>
                  </a:lnTo>
                  <a:lnTo>
                    <a:pt x="1225" y="5057"/>
                  </a:lnTo>
                  <a:lnTo>
                    <a:pt x="1205" y="5037"/>
                  </a:lnTo>
                  <a:lnTo>
                    <a:pt x="1185" y="4998"/>
                  </a:lnTo>
                  <a:lnTo>
                    <a:pt x="1126" y="5077"/>
                  </a:lnTo>
                  <a:lnTo>
                    <a:pt x="1067" y="5176"/>
                  </a:lnTo>
                  <a:lnTo>
                    <a:pt x="1007" y="5255"/>
                  </a:lnTo>
                  <a:lnTo>
                    <a:pt x="948" y="5334"/>
                  </a:lnTo>
                  <a:lnTo>
                    <a:pt x="928" y="5452"/>
                  </a:lnTo>
                  <a:lnTo>
                    <a:pt x="928" y="5511"/>
                  </a:lnTo>
                  <a:lnTo>
                    <a:pt x="928" y="5571"/>
                  </a:lnTo>
                  <a:lnTo>
                    <a:pt x="948" y="5610"/>
                  </a:lnTo>
                  <a:lnTo>
                    <a:pt x="968" y="5590"/>
                  </a:lnTo>
                  <a:lnTo>
                    <a:pt x="988" y="5571"/>
                  </a:lnTo>
                  <a:lnTo>
                    <a:pt x="1027" y="5571"/>
                  </a:lnTo>
                  <a:lnTo>
                    <a:pt x="1047" y="5590"/>
                  </a:lnTo>
                  <a:lnTo>
                    <a:pt x="1067" y="5630"/>
                  </a:lnTo>
                  <a:lnTo>
                    <a:pt x="1067" y="5650"/>
                  </a:lnTo>
                  <a:lnTo>
                    <a:pt x="1047" y="5709"/>
                  </a:lnTo>
                  <a:lnTo>
                    <a:pt x="1027" y="5709"/>
                  </a:lnTo>
                  <a:lnTo>
                    <a:pt x="988" y="5729"/>
                  </a:lnTo>
                  <a:lnTo>
                    <a:pt x="968" y="5729"/>
                  </a:lnTo>
                  <a:lnTo>
                    <a:pt x="948" y="5689"/>
                  </a:lnTo>
                  <a:lnTo>
                    <a:pt x="909" y="5689"/>
                  </a:lnTo>
                  <a:lnTo>
                    <a:pt x="869" y="5709"/>
                  </a:lnTo>
                  <a:lnTo>
                    <a:pt x="869" y="5729"/>
                  </a:lnTo>
                  <a:lnTo>
                    <a:pt x="849" y="5768"/>
                  </a:lnTo>
                  <a:lnTo>
                    <a:pt x="830" y="5788"/>
                  </a:lnTo>
                  <a:lnTo>
                    <a:pt x="810" y="5808"/>
                  </a:lnTo>
                  <a:lnTo>
                    <a:pt x="770" y="5788"/>
                  </a:lnTo>
                  <a:lnTo>
                    <a:pt x="790" y="5808"/>
                  </a:lnTo>
                  <a:lnTo>
                    <a:pt x="770" y="5847"/>
                  </a:lnTo>
                  <a:lnTo>
                    <a:pt x="770" y="5926"/>
                  </a:lnTo>
                  <a:lnTo>
                    <a:pt x="790" y="5986"/>
                  </a:lnTo>
                  <a:lnTo>
                    <a:pt x="751" y="5966"/>
                  </a:lnTo>
                  <a:lnTo>
                    <a:pt x="751" y="5946"/>
                  </a:lnTo>
                  <a:lnTo>
                    <a:pt x="751" y="5926"/>
                  </a:lnTo>
                  <a:lnTo>
                    <a:pt x="731" y="5887"/>
                  </a:lnTo>
                  <a:lnTo>
                    <a:pt x="731" y="5946"/>
                  </a:lnTo>
                  <a:lnTo>
                    <a:pt x="691" y="5926"/>
                  </a:lnTo>
                  <a:lnTo>
                    <a:pt x="672" y="5966"/>
                  </a:lnTo>
                  <a:lnTo>
                    <a:pt x="672" y="5986"/>
                  </a:lnTo>
                  <a:lnTo>
                    <a:pt x="711" y="6045"/>
                  </a:lnTo>
                  <a:lnTo>
                    <a:pt x="751" y="6104"/>
                  </a:lnTo>
                  <a:lnTo>
                    <a:pt x="770" y="6163"/>
                  </a:lnTo>
                  <a:lnTo>
                    <a:pt x="751" y="6144"/>
                  </a:lnTo>
                  <a:lnTo>
                    <a:pt x="751" y="6203"/>
                  </a:lnTo>
                  <a:lnTo>
                    <a:pt x="672" y="6104"/>
                  </a:lnTo>
                  <a:lnTo>
                    <a:pt x="672" y="6124"/>
                  </a:lnTo>
                  <a:lnTo>
                    <a:pt x="672" y="6163"/>
                  </a:lnTo>
                  <a:lnTo>
                    <a:pt x="691" y="6223"/>
                  </a:lnTo>
                  <a:lnTo>
                    <a:pt x="711" y="6262"/>
                  </a:lnTo>
                  <a:lnTo>
                    <a:pt x="731" y="6321"/>
                  </a:lnTo>
                  <a:lnTo>
                    <a:pt x="691" y="6302"/>
                  </a:lnTo>
                  <a:lnTo>
                    <a:pt x="711" y="6361"/>
                  </a:lnTo>
                  <a:lnTo>
                    <a:pt x="672" y="6341"/>
                  </a:lnTo>
                  <a:lnTo>
                    <a:pt x="711" y="6400"/>
                  </a:lnTo>
                  <a:lnTo>
                    <a:pt x="711" y="6460"/>
                  </a:lnTo>
                  <a:lnTo>
                    <a:pt x="731" y="6499"/>
                  </a:lnTo>
                  <a:lnTo>
                    <a:pt x="751" y="6558"/>
                  </a:lnTo>
                  <a:lnTo>
                    <a:pt x="672" y="6558"/>
                  </a:lnTo>
                  <a:lnTo>
                    <a:pt x="652" y="6578"/>
                  </a:lnTo>
                  <a:lnTo>
                    <a:pt x="672" y="6618"/>
                  </a:lnTo>
                  <a:lnTo>
                    <a:pt x="553" y="6558"/>
                  </a:lnTo>
                  <a:lnTo>
                    <a:pt x="573" y="6519"/>
                  </a:lnTo>
                  <a:lnTo>
                    <a:pt x="593" y="6499"/>
                  </a:lnTo>
                  <a:lnTo>
                    <a:pt x="632" y="6499"/>
                  </a:lnTo>
                  <a:lnTo>
                    <a:pt x="632" y="6440"/>
                  </a:lnTo>
                  <a:lnTo>
                    <a:pt x="553" y="6460"/>
                  </a:lnTo>
                  <a:lnTo>
                    <a:pt x="474" y="6519"/>
                  </a:lnTo>
                  <a:lnTo>
                    <a:pt x="435" y="6578"/>
                  </a:lnTo>
                  <a:lnTo>
                    <a:pt x="395" y="6637"/>
                  </a:lnTo>
                  <a:lnTo>
                    <a:pt x="336" y="6756"/>
                  </a:lnTo>
                  <a:lnTo>
                    <a:pt x="356" y="6776"/>
                  </a:lnTo>
                  <a:lnTo>
                    <a:pt x="356" y="6815"/>
                  </a:lnTo>
                  <a:lnTo>
                    <a:pt x="336" y="6874"/>
                  </a:lnTo>
                  <a:lnTo>
                    <a:pt x="296" y="6953"/>
                  </a:lnTo>
                  <a:lnTo>
                    <a:pt x="277" y="6993"/>
                  </a:lnTo>
                  <a:lnTo>
                    <a:pt x="277" y="7032"/>
                  </a:lnTo>
                  <a:lnTo>
                    <a:pt x="296" y="7092"/>
                  </a:lnTo>
                  <a:lnTo>
                    <a:pt x="336" y="7131"/>
                  </a:lnTo>
                  <a:lnTo>
                    <a:pt x="277" y="7092"/>
                  </a:lnTo>
                  <a:lnTo>
                    <a:pt x="138" y="7230"/>
                  </a:lnTo>
                  <a:lnTo>
                    <a:pt x="99" y="7348"/>
                  </a:lnTo>
                  <a:lnTo>
                    <a:pt x="59" y="7447"/>
                  </a:lnTo>
                  <a:lnTo>
                    <a:pt x="40" y="7546"/>
                  </a:lnTo>
                  <a:lnTo>
                    <a:pt x="40" y="7605"/>
                  </a:lnTo>
                  <a:lnTo>
                    <a:pt x="59" y="7664"/>
                  </a:lnTo>
                  <a:lnTo>
                    <a:pt x="0" y="7664"/>
                  </a:lnTo>
                  <a:lnTo>
                    <a:pt x="1383" y="8119"/>
                  </a:lnTo>
                  <a:lnTo>
                    <a:pt x="1383" y="8119"/>
                  </a:lnTo>
                  <a:lnTo>
                    <a:pt x="1363" y="8060"/>
                  </a:lnTo>
                  <a:lnTo>
                    <a:pt x="1442" y="8020"/>
                  </a:lnTo>
                  <a:lnTo>
                    <a:pt x="1462" y="8040"/>
                  </a:lnTo>
                  <a:lnTo>
                    <a:pt x="1501" y="8079"/>
                  </a:lnTo>
                  <a:lnTo>
                    <a:pt x="1580" y="8079"/>
                  </a:lnTo>
                  <a:lnTo>
                    <a:pt x="1560" y="8060"/>
                  </a:lnTo>
                  <a:lnTo>
                    <a:pt x="1560" y="8040"/>
                  </a:lnTo>
                  <a:lnTo>
                    <a:pt x="1600" y="8020"/>
                  </a:lnTo>
                  <a:lnTo>
                    <a:pt x="1659" y="8000"/>
                  </a:lnTo>
                  <a:lnTo>
                    <a:pt x="1718" y="7980"/>
                  </a:lnTo>
                  <a:lnTo>
                    <a:pt x="1639" y="7980"/>
                  </a:lnTo>
                  <a:lnTo>
                    <a:pt x="1580" y="7921"/>
                  </a:lnTo>
                  <a:lnTo>
                    <a:pt x="1580" y="7882"/>
                  </a:lnTo>
                  <a:lnTo>
                    <a:pt x="1659" y="7882"/>
                  </a:lnTo>
                  <a:lnTo>
                    <a:pt x="1699" y="7901"/>
                  </a:lnTo>
                  <a:lnTo>
                    <a:pt x="1738" y="7842"/>
                  </a:lnTo>
                  <a:lnTo>
                    <a:pt x="1758" y="7803"/>
                  </a:lnTo>
                  <a:lnTo>
                    <a:pt x="1837" y="7724"/>
                  </a:lnTo>
                  <a:lnTo>
                    <a:pt x="1896" y="7664"/>
                  </a:lnTo>
                  <a:lnTo>
                    <a:pt x="1916" y="7625"/>
                  </a:lnTo>
                  <a:lnTo>
                    <a:pt x="1916" y="7566"/>
                  </a:lnTo>
                  <a:lnTo>
                    <a:pt x="1778" y="7585"/>
                  </a:lnTo>
                  <a:lnTo>
                    <a:pt x="1876" y="7645"/>
                  </a:lnTo>
                  <a:lnTo>
                    <a:pt x="1876" y="7645"/>
                  </a:lnTo>
                  <a:lnTo>
                    <a:pt x="1797" y="7625"/>
                  </a:lnTo>
                  <a:lnTo>
                    <a:pt x="1738" y="7585"/>
                  </a:lnTo>
                  <a:lnTo>
                    <a:pt x="1620" y="7487"/>
                  </a:lnTo>
                  <a:lnTo>
                    <a:pt x="1639" y="7487"/>
                  </a:lnTo>
                  <a:lnTo>
                    <a:pt x="1659" y="7467"/>
                  </a:lnTo>
                  <a:lnTo>
                    <a:pt x="1679" y="7447"/>
                  </a:lnTo>
                  <a:lnTo>
                    <a:pt x="1699" y="7467"/>
                  </a:lnTo>
                  <a:lnTo>
                    <a:pt x="1699" y="7388"/>
                  </a:lnTo>
                  <a:lnTo>
                    <a:pt x="1639" y="7388"/>
                  </a:lnTo>
                  <a:lnTo>
                    <a:pt x="1639" y="7408"/>
                  </a:lnTo>
                  <a:lnTo>
                    <a:pt x="1620" y="7368"/>
                  </a:lnTo>
                  <a:lnTo>
                    <a:pt x="1679" y="7348"/>
                  </a:lnTo>
                  <a:lnTo>
                    <a:pt x="1718" y="7348"/>
                  </a:lnTo>
                  <a:lnTo>
                    <a:pt x="1738" y="7368"/>
                  </a:lnTo>
                  <a:lnTo>
                    <a:pt x="1738" y="7348"/>
                  </a:lnTo>
                  <a:lnTo>
                    <a:pt x="1738" y="7309"/>
                  </a:lnTo>
                  <a:lnTo>
                    <a:pt x="1718" y="7289"/>
                  </a:lnTo>
                  <a:lnTo>
                    <a:pt x="1679" y="7269"/>
                  </a:lnTo>
                  <a:lnTo>
                    <a:pt x="1699" y="7250"/>
                  </a:lnTo>
                  <a:lnTo>
                    <a:pt x="1718" y="7250"/>
                  </a:lnTo>
                  <a:lnTo>
                    <a:pt x="1758" y="7269"/>
                  </a:lnTo>
                  <a:lnTo>
                    <a:pt x="1837" y="7368"/>
                  </a:lnTo>
                  <a:lnTo>
                    <a:pt x="1857" y="7348"/>
                  </a:lnTo>
                  <a:lnTo>
                    <a:pt x="1896" y="7348"/>
                  </a:lnTo>
                  <a:lnTo>
                    <a:pt x="1955" y="7388"/>
                  </a:lnTo>
                  <a:lnTo>
                    <a:pt x="1975" y="7329"/>
                  </a:lnTo>
                  <a:lnTo>
                    <a:pt x="2054" y="7388"/>
                  </a:lnTo>
                  <a:lnTo>
                    <a:pt x="2074" y="7368"/>
                  </a:lnTo>
                  <a:lnTo>
                    <a:pt x="2074" y="7329"/>
                  </a:lnTo>
                  <a:lnTo>
                    <a:pt x="2074" y="7309"/>
                  </a:lnTo>
                  <a:lnTo>
                    <a:pt x="2114" y="7289"/>
                  </a:lnTo>
                  <a:lnTo>
                    <a:pt x="2035" y="7230"/>
                  </a:lnTo>
                  <a:lnTo>
                    <a:pt x="2153" y="7151"/>
                  </a:lnTo>
                  <a:lnTo>
                    <a:pt x="2212" y="7072"/>
                  </a:lnTo>
                  <a:lnTo>
                    <a:pt x="2153" y="7052"/>
                  </a:lnTo>
                  <a:lnTo>
                    <a:pt x="2133" y="7013"/>
                  </a:lnTo>
                  <a:lnTo>
                    <a:pt x="2153" y="6993"/>
                  </a:lnTo>
                  <a:lnTo>
                    <a:pt x="2193" y="6993"/>
                  </a:lnTo>
                  <a:lnTo>
                    <a:pt x="2252" y="6973"/>
                  </a:lnTo>
                  <a:lnTo>
                    <a:pt x="2272" y="6953"/>
                  </a:lnTo>
                  <a:lnTo>
                    <a:pt x="2291" y="6914"/>
                  </a:lnTo>
                  <a:lnTo>
                    <a:pt x="2272" y="6855"/>
                  </a:lnTo>
                  <a:lnTo>
                    <a:pt x="2252" y="6815"/>
                  </a:lnTo>
                  <a:lnTo>
                    <a:pt x="2232" y="6776"/>
                  </a:lnTo>
                  <a:lnTo>
                    <a:pt x="2173" y="6756"/>
                  </a:lnTo>
                  <a:lnTo>
                    <a:pt x="2173" y="6716"/>
                  </a:lnTo>
                  <a:lnTo>
                    <a:pt x="2252" y="6716"/>
                  </a:lnTo>
                  <a:lnTo>
                    <a:pt x="2193" y="6618"/>
                  </a:lnTo>
                  <a:lnTo>
                    <a:pt x="2193" y="6578"/>
                  </a:lnTo>
                  <a:lnTo>
                    <a:pt x="2212" y="6558"/>
                  </a:lnTo>
                  <a:lnTo>
                    <a:pt x="2232" y="6539"/>
                  </a:lnTo>
                  <a:lnTo>
                    <a:pt x="2252" y="6657"/>
                  </a:lnTo>
                  <a:lnTo>
                    <a:pt x="2311" y="6657"/>
                  </a:lnTo>
                  <a:lnTo>
                    <a:pt x="2331" y="6618"/>
                  </a:lnTo>
                  <a:lnTo>
                    <a:pt x="2351" y="6578"/>
                  </a:lnTo>
                  <a:lnTo>
                    <a:pt x="2390" y="6558"/>
                  </a:lnTo>
                  <a:lnTo>
                    <a:pt x="2252" y="6242"/>
                  </a:lnTo>
                  <a:lnTo>
                    <a:pt x="2173" y="6223"/>
                  </a:lnTo>
                  <a:lnTo>
                    <a:pt x="2114" y="6183"/>
                  </a:lnTo>
                  <a:lnTo>
                    <a:pt x="2054" y="6144"/>
                  </a:lnTo>
                  <a:lnTo>
                    <a:pt x="1995" y="6084"/>
                  </a:lnTo>
                  <a:lnTo>
                    <a:pt x="2035" y="6084"/>
                  </a:lnTo>
                  <a:lnTo>
                    <a:pt x="2074" y="6065"/>
                  </a:lnTo>
                  <a:lnTo>
                    <a:pt x="2114" y="6045"/>
                  </a:lnTo>
                  <a:lnTo>
                    <a:pt x="2153" y="6025"/>
                  </a:lnTo>
                  <a:lnTo>
                    <a:pt x="2193" y="6045"/>
                  </a:lnTo>
                  <a:lnTo>
                    <a:pt x="2252" y="6045"/>
                  </a:lnTo>
                  <a:lnTo>
                    <a:pt x="2291" y="6065"/>
                  </a:lnTo>
                  <a:lnTo>
                    <a:pt x="2311" y="6065"/>
                  </a:lnTo>
                  <a:lnTo>
                    <a:pt x="2311" y="6104"/>
                  </a:lnTo>
                  <a:lnTo>
                    <a:pt x="2212" y="6104"/>
                  </a:lnTo>
                  <a:lnTo>
                    <a:pt x="2212" y="6124"/>
                  </a:lnTo>
                  <a:lnTo>
                    <a:pt x="2311" y="6124"/>
                  </a:lnTo>
                  <a:lnTo>
                    <a:pt x="2430" y="6104"/>
                  </a:lnTo>
                  <a:lnTo>
                    <a:pt x="2469" y="6144"/>
                  </a:lnTo>
                  <a:lnTo>
                    <a:pt x="2469" y="6183"/>
                  </a:lnTo>
                  <a:lnTo>
                    <a:pt x="2449" y="6163"/>
                  </a:lnTo>
                  <a:lnTo>
                    <a:pt x="2410" y="6144"/>
                  </a:lnTo>
                  <a:lnTo>
                    <a:pt x="2430" y="6183"/>
                  </a:lnTo>
                  <a:lnTo>
                    <a:pt x="2449" y="6203"/>
                  </a:lnTo>
                  <a:lnTo>
                    <a:pt x="2489" y="6223"/>
                  </a:lnTo>
                  <a:lnTo>
                    <a:pt x="2568" y="6223"/>
                  </a:lnTo>
                  <a:lnTo>
                    <a:pt x="2607" y="6242"/>
                  </a:lnTo>
                  <a:lnTo>
                    <a:pt x="2627" y="6203"/>
                  </a:lnTo>
                  <a:lnTo>
                    <a:pt x="2607" y="6183"/>
                  </a:lnTo>
                  <a:lnTo>
                    <a:pt x="2588" y="6163"/>
                  </a:lnTo>
                  <a:lnTo>
                    <a:pt x="2627" y="6163"/>
                  </a:lnTo>
                  <a:lnTo>
                    <a:pt x="2647" y="6144"/>
                  </a:lnTo>
                  <a:lnTo>
                    <a:pt x="2667" y="6124"/>
                  </a:lnTo>
                  <a:lnTo>
                    <a:pt x="2667" y="6084"/>
                  </a:lnTo>
                  <a:lnTo>
                    <a:pt x="2667" y="6025"/>
                  </a:lnTo>
                  <a:lnTo>
                    <a:pt x="2667" y="6005"/>
                  </a:lnTo>
                  <a:lnTo>
                    <a:pt x="2706" y="6005"/>
                  </a:lnTo>
                  <a:lnTo>
                    <a:pt x="2667" y="5986"/>
                  </a:lnTo>
                  <a:lnTo>
                    <a:pt x="2647" y="5966"/>
                  </a:lnTo>
                  <a:lnTo>
                    <a:pt x="2627" y="5946"/>
                  </a:lnTo>
                  <a:lnTo>
                    <a:pt x="2647" y="5907"/>
                  </a:lnTo>
                  <a:lnTo>
                    <a:pt x="2667" y="5907"/>
                  </a:lnTo>
                  <a:lnTo>
                    <a:pt x="2746" y="5926"/>
                  </a:lnTo>
                  <a:lnTo>
                    <a:pt x="2726" y="5887"/>
                  </a:lnTo>
                  <a:lnTo>
                    <a:pt x="2726" y="5847"/>
                  </a:lnTo>
                  <a:lnTo>
                    <a:pt x="2726" y="5808"/>
                  </a:lnTo>
                  <a:lnTo>
                    <a:pt x="2746" y="5808"/>
                  </a:lnTo>
                  <a:lnTo>
                    <a:pt x="2706" y="5788"/>
                  </a:lnTo>
                  <a:lnTo>
                    <a:pt x="2647" y="5768"/>
                  </a:lnTo>
                  <a:lnTo>
                    <a:pt x="2588" y="5729"/>
                  </a:lnTo>
                  <a:lnTo>
                    <a:pt x="2548" y="5689"/>
                  </a:lnTo>
                  <a:lnTo>
                    <a:pt x="2528" y="5650"/>
                  </a:lnTo>
                  <a:lnTo>
                    <a:pt x="2528" y="5610"/>
                  </a:lnTo>
                  <a:lnTo>
                    <a:pt x="2568" y="5590"/>
                  </a:lnTo>
                  <a:lnTo>
                    <a:pt x="2568" y="5551"/>
                  </a:lnTo>
                  <a:lnTo>
                    <a:pt x="2607" y="5571"/>
                  </a:lnTo>
                  <a:lnTo>
                    <a:pt x="2627" y="5590"/>
                  </a:lnTo>
                  <a:lnTo>
                    <a:pt x="2607" y="5630"/>
                  </a:lnTo>
                  <a:lnTo>
                    <a:pt x="2607" y="5670"/>
                  </a:lnTo>
                  <a:lnTo>
                    <a:pt x="2647" y="5511"/>
                  </a:lnTo>
                  <a:lnTo>
                    <a:pt x="2686" y="5531"/>
                  </a:lnTo>
                  <a:lnTo>
                    <a:pt x="2706" y="5551"/>
                  </a:lnTo>
                  <a:lnTo>
                    <a:pt x="2706" y="5590"/>
                  </a:lnTo>
                  <a:lnTo>
                    <a:pt x="2686" y="5610"/>
                  </a:lnTo>
                  <a:lnTo>
                    <a:pt x="2746" y="5590"/>
                  </a:lnTo>
                  <a:lnTo>
                    <a:pt x="2746" y="5551"/>
                  </a:lnTo>
                  <a:lnTo>
                    <a:pt x="2726" y="5492"/>
                  </a:lnTo>
                  <a:lnTo>
                    <a:pt x="2686" y="5452"/>
                  </a:lnTo>
                  <a:lnTo>
                    <a:pt x="2726" y="5413"/>
                  </a:lnTo>
                  <a:lnTo>
                    <a:pt x="2765" y="5393"/>
                  </a:lnTo>
                  <a:lnTo>
                    <a:pt x="2805" y="5432"/>
                  </a:lnTo>
                  <a:lnTo>
                    <a:pt x="2864" y="5492"/>
                  </a:lnTo>
                  <a:lnTo>
                    <a:pt x="2904" y="5531"/>
                  </a:lnTo>
                  <a:lnTo>
                    <a:pt x="2923" y="5571"/>
                  </a:lnTo>
                  <a:lnTo>
                    <a:pt x="2904" y="5590"/>
                  </a:lnTo>
                  <a:lnTo>
                    <a:pt x="2884" y="5590"/>
                  </a:lnTo>
                  <a:lnTo>
                    <a:pt x="2844" y="5571"/>
                  </a:lnTo>
                  <a:lnTo>
                    <a:pt x="2825" y="5531"/>
                  </a:lnTo>
                  <a:lnTo>
                    <a:pt x="2805" y="5531"/>
                  </a:lnTo>
                  <a:lnTo>
                    <a:pt x="2785" y="5551"/>
                  </a:lnTo>
                  <a:lnTo>
                    <a:pt x="2864" y="5590"/>
                  </a:lnTo>
                  <a:lnTo>
                    <a:pt x="2825" y="5610"/>
                  </a:lnTo>
                  <a:lnTo>
                    <a:pt x="2825" y="5630"/>
                  </a:lnTo>
                  <a:lnTo>
                    <a:pt x="2825" y="5689"/>
                  </a:lnTo>
                  <a:lnTo>
                    <a:pt x="2805" y="5670"/>
                  </a:lnTo>
                  <a:lnTo>
                    <a:pt x="2805" y="5650"/>
                  </a:lnTo>
                  <a:lnTo>
                    <a:pt x="2746" y="5709"/>
                  </a:lnTo>
                  <a:lnTo>
                    <a:pt x="2746" y="5749"/>
                  </a:lnTo>
                  <a:lnTo>
                    <a:pt x="2785" y="5808"/>
                  </a:lnTo>
                  <a:lnTo>
                    <a:pt x="2805" y="5788"/>
                  </a:lnTo>
                  <a:lnTo>
                    <a:pt x="2844" y="5768"/>
                  </a:lnTo>
                  <a:lnTo>
                    <a:pt x="2864" y="5709"/>
                  </a:lnTo>
                  <a:lnTo>
                    <a:pt x="2904" y="5650"/>
                  </a:lnTo>
                  <a:lnTo>
                    <a:pt x="2963" y="5650"/>
                  </a:lnTo>
                  <a:lnTo>
                    <a:pt x="2923" y="5452"/>
                  </a:lnTo>
                  <a:lnTo>
                    <a:pt x="2844" y="5432"/>
                  </a:lnTo>
                  <a:lnTo>
                    <a:pt x="2805" y="5393"/>
                  </a:lnTo>
                  <a:lnTo>
                    <a:pt x="2785" y="5373"/>
                  </a:lnTo>
                  <a:lnTo>
                    <a:pt x="2785" y="5373"/>
                  </a:lnTo>
                  <a:lnTo>
                    <a:pt x="2844" y="5393"/>
                  </a:lnTo>
                  <a:lnTo>
                    <a:pt x="2904" y="5393"/>
                  </a:lnTo>
                  <a:lnTo>
                    <a:pt x="2943" y="5373"/>
                  </a:lnTo>
                  <a:lnTo>
                    <a:pt x="2983" y="5353"/>
                  </a:lnTo>
                  <a:lnTo>
                    <a:pt x="2943" y="5314"/>
                  </a:lnTo>
                  <a:lnTo>
                    <a:pt x="2923" y="5274"/>
                  </a:lnTo>
                  <a:lnTo>
                    <a:pt x="2904" y="5215"/>
                  </a:lnTo>
                  <a:lnTo>
                    <a:pt x="2884" y="5195"/>
                  </a:lnTo>
                  <a:lnTo>
                    <a:pt x="2864" y="5195"/>
                  </a:lnTo>
                  <a:lnTo>
                    <a:pt x="2864" y="5215"/>
                  </a:lnTo>
                  <a:lnTo>
                    <a:pt x="2844" y="5215"/>
                  </a:lnTo>
                  <a:lnTo>
                    <a:pt x="2805" y="5195"/>
                  </a:lnTo>
                  <a:lnTo>
                    <a:pt x="2805" y="5176"/>
                  </a:lnTo>
                  <a:lnTo>
                    <a:pt x="2765" y="5156"/>
                  </a:lnTo>
                  <a:lnTo>
                    <a:pt x="2726" y="5136"/>
                  </a:lnTo>
                  <a:lnTo>
                    <a:pt x="2726" y="5097"/>
                  </a:lnTo>
                  <a:lnTo>
                    <a:pt x="2785" y="5077"/>
                  </a:lnTo>
                  <a:lnTo>
                    <a:pt x="2805" y="5077"/>
                  </a:lnTo>
                  <a:lnTo>
                    <a:pt x="2825" y="5097"/>
                  </a:lnTo>
                  <a:lnTo>
                    <a:pt x="2884" y="5077"/>
                  </a:lnTo>
                  <a:lnTo>
                    <a:pt x="2943" y="5176"/>
                  </a:lnTo>
                  <a:lnTo>
                    <a:pt x="2963" y="5255"/>
                  </a:lnTo>
                  <a:lnTo>
                    <a:pt x="2983" y="5334"/>
                  </a:lnTo>
                  <a:lnTo>
                    <a:pt x="3002" y="5334"/>
                  </a:lnTo>
                  <a:lnTo>
                    <a:pt x="3022" y="5314"/>
                  </a:lnTo>
                  <a:lnTo>
                    <a:pt x="3042" y="5274"/>
                  </a:lnTo>
                  <a:lnTo>
                    <a:pt x="3081" y="5274"/>
                  </a:lnTo>
                  <a:lnTo>
                    <a:pt x="3042" y="5255"/>
                  </a:lnTo>
                  <a:lnTo>
                    <a:pt x="3002" y="5235"/>
                  </a:lnTo>
                  <a:lnTo>
                    <a:pt x="2983" y="5215"/>
                  </a:lnTo>
                  <a:lnTo>
                    <a:pt x="2963" y="5195"/>
                  </a:lnTo>
                  <a:lnTo>
                    <a:pt x="2963" y="5018"/>
                  </a:lnTo>
                  <a:lnTo>
                    <a:pt x="2963" y="4899"/>
                  </a:lnTo>
                  <a:lnTo>
                    <a:pt x="2983" y="4820"/>
                  </a:lnTo>
                  <a:lnTo>
                    <a:pt x="3022" y="4860"/>
                  </a:lnTo>
                  <a:lnTo>
                    <a:pt x="3042" y="4899"/>
                  </a:lnTo>
                  <a:lnTo>
                    <a:pt x="3062" y="4978"/>
                  </a:lnTo>
                  <a:lnTo>
                    <a:pt x="3062" y="5018"/>
                  </a:lnTo>
                  <a:lnTo>
                    <a:pt x="3081" y="5057"/>
                  </a:lnTo>
                  <a:lnTo>
                    <a:pt x="3121" y="5097"/>
                  </a:lnTo>
                  <a:lnTo>
                    <a:pt x="3180" y="5136"/>
                  </a:lnTo>
                  <a:lnTo>
                    <a:pt x="3160" y="5097"/>
                  </a:lnTo>
                  <a:lnTo>
                    <a:pt x="3141" y="5057"/>
                  </a:lnTo>
                  <a:lnTo>
                    <a:pt x="3141" y="5018"/>
                  </a:lnTo>
                  <a:lnTo>
                    <a:pt x="3141" y="4998"/>
                  </a:lnTo>
                  <a:lnTo>
                    <a:pt x="3180" y="4998"/>
                  </a:lnTo>
                  <a:lnTo>
                    <a:pt x="3200" y="4978"/>
                  </a:lnTo>
                  <a:lnTo>
                    <a:pt x="3239" y="4939"/>
                  </a:lnTo>
                  <a:lnTo>
                    <a:pt x="3259" y="4879"/>
                  </a:lnTo>
                  <a:lnTo>
                    <a:pt x="3279" y="4820"/>
                  </a:lnTo>
                  <a:lnTo>
                    <a:pt x="3220" y="4820"/>
                  </a:lnTo>
                  <a:lnTo>
                    <a:pt x="3220" y="4781"/>
                  </a:lnTo>
                  <a:lnTo>
                    <a:pt x="3220" y="4761"/>
                  </a:lnTo>
                  <a:lnTo>
                    <a:pt x="3279" y="4702"/>
                  </a:lnTo>
                  <a:lnTo>
                    <a:pt x="3299" y="4721"/>
                  </a:lnTo>
                  <a:lnTo>
                    <a:pt x="3279" y="4682"/>
                  </a:lnTo>
                  <a:lnTo>
                    <a:pt x="3299" y="4682"/>
                  </a:lnTo>
                  <a:lnTo>
                    <a:pt x="3299" y="4642"/>
                  </a:lnTo>
                  <a:lnTo>
                    <a:pt x="3318" y="4583"/>
                  </a:lnTo>
                  <a:lnTo>
                    <a:pt x="3220" y="4583"/>
                  </a:lnTo>
                  <a:lnTo>
                    <a:pt x="3200" y="4544"/>
                  </a:lnTo>
                  <a:lnTo>
                    <a:pt x="3220" y="4484"/>
                  </a:lnTo>
                  <a:lnTo>
                    <a:pt x="3220" y="4425"/>
                  </a:lnTo>
                  <a:lnTo>
                    <a:pt x="3220" y="4346"/>
                  </a:lnTo>
                  <a:lnTo>
                    <a:pt x="3239" y="4287"/>
                  </a:lnTo>
                  <a:lnTo>
                    <a:pt x="3200" y="4307"/>
                  </a:lnTo>
                  <a:lnTo>
                    <a:pt x="3200" y="4267"/>
                  </a:lnTo>
                  <a:lnTo>
                    <a:pt x="3200" y="4228"/>
                  </a:lnTo>
                  <a:lnTo>
                    <a:pt x="3239" y="4168"/>
                  </a:lnTo>
                  <a:lnTo>
                    <a:pt x="3299" y="4168"/>
                  </a:lnTo>
                  <a:lnTo>
                    <a:pt x="3318" y="4208"/>
                  </a:lnTo>
                  <a:lnTo>
                    <a:pt x="3338" y="4247"/>
                  </a:lnTo>
                  <a:lnTo>
                    <a:pt x="3358" y="4267"/>
                  </a:lnTo>
                  <a:lnTo>
                    <a:pt x="3378" y="4267"/>
                  </a:lnTo>
                  <a:lnTo>
                    <a:pt x="3397" y="4307"/>
                  </a:lnTo>
                  <a:lnTo>
                    <a:pt x="3397" y="4267"/>
                  </a:lnTo>
                  <a:lnTo>
                    <a:pt x="3358" y="4208"/>
                  </a:lnTo>
                  <a:lnTo>
                    <a:pt x="3338" y="4168"/>
                  </a:lnTo>
                  <a:lnTo>
                    <a:pt x="3358" y="4109"/>
                  </a:lnTo>
                  <a:lnTo>
                    <a:pt x="3378" y="4109"/>
                  </a:lnTo>
                  <a:lnTo>
                    <a:pt x="3378" y="4129"/>
                  </a:lnTo>
                  <a:lnTo>
                    <a:pt x="3378" y="4149"/>
                  </a:lnTo>
                  <a:lnTo>
                    <a:pt x="3397" y="4168"/>
                  </a:lnTo>
                  <a:lnTo>
                    <a:pt x="3417" y="4129"/>
                  </a:lnTo>
                  <a:lnTo>
                    <a:pt x="3417" y="4089"/>
                  </a:lnTo>
                  <a:lnTo>
                    <a:pt x="3417" y="4050"/>
                  </a:lnTo>
                  <a:lnTo>
                    <a:pt x="3437" y="4030"/>
                  </a:lnTo>
                  <a:lnTo>
                    <a:pt x="3476" y="4109"/>
                  </a:lnTo>
                  <a:lnTo>
                    <a:pt x="3496" y="4129"/>
                  </a:lnTo>
                  <a:lnTo>
                    <a:pt x="3555" y="4149"/>
                  </a:lnTo>
                  <a:lnTo>
                    <a:pt x="3476" y="4070"/>
                  </a:lnTo>
                  <a:lnTo>
                    <a:pt x="3555" y="4070"/>
                  </a:lnTo>
                  <a:lnTo>
                    <a:pt x="3555" y="4050"/>
                  </a:lnTo>
                  <a:lnTo>
                    <a:pt x="3516" y="4030"/>
                  </a:lnTo>
                  <a:lnTo>
                    <a:pt x="3496" y="4010"/>
                  </a:lnTo>
                  <a:lnTo>
                    <a:pt x="3496" y="3991"/>
                  </a:lnTo>
                  <a:lnTo>
                    <a:pt x="3575" y="3991"/>
                  </a:lnTo>
                  <a:lnTo>
                    <a:pt x="3595" y="3971"/>
                  </a:lnTo>
                  <a:lnTo>
                    <a:pt x="3575" y="3951"/>
                  </a:lnTo>
                  <a:lnTo>
                    <a:pt x="3555" y="3912"/>
                  </a:lnTo>
                  <a:lnTo>
                    <a:pt x="3555" y="3872"/>
                  </a:lnTo>
                  <a:lnTo>
                    <a:pt x="3536" y="3892"/>
                  </a:lnTo>
                  <a:lnTo>
                    <a:pt x="3516" y="3892"/>
                  </a:lnTo>
                  <a:lnTo>
                    <a:pt x="3457" y="3872"/>
                  </a:lnTo>
                  <a:lnTo>
                    <a:pt x="3417" y="3833"/>
                  </a:lnTo>
                  <a:lnTo>
                    <a:pt x="3397" y="3793"/>
                  </a:lnTo>
                  <a:lnTo>
                    <a:pt x="3437" y="3734"/>
                  </a:lnTo>
                  <a:lnTo>
                    <a:pt x="3457" y="3675"/>
                  </a:lnTo>
                  <a:lnTo>
                    <a:pt x="3476" y="3655"/>
                  </a:lnTo>
                  <a:lnTo>
                    <a:pt x="3555" y="3635"/>
                  </a:lnTo>
                  <a:lnTo>
                    <a:pt x="3516" y="3576"/>
                  </a:lnTo>
                  <a:lnTo>
                    <a:pt x="3555" y="3596"/>
                  </a:lnTo>
                  <a:lnTo>
                    <a:pt x="3575" y="3576"/>
                  </a:lnTo>
                  <a:lnTo>
                    <a:pt x="3595" y="3536"/>
                  </a:lnTo>
                  <a:lnTo>
                    <a:pt x="3595" y="3517"/>
                  </a:lnTo>
                  <a:lnTo>
                    <a:pt x="3634" y="3536"/>
                  </a:lnTo>
                  <a:lnTo>
                    <a:pt x="3634" y="3556"/>
                  </a:lnTo>
                  <a:lnTo>
                    <a:pt x="3615" y="3596"/>
                  </a:lnTo>
                  <a:lnTo>
                    <a:pt x="3615" y="3655"/>
                  </a:lnTo>
                  <a:lnTo>
                    <a:pt x="3634" y="3694"/>
                  </a:lnTo>
                  <a:lnTo>
                    <a:pt x="3674" y="3714"/>
                  </a:lnTo>
                  <a:lnTo>
                    <a:pt x="3713" y="3694"/>
                  </a:lnTo>
                  <a:lnTo>
                    <a:pt x="3733" y="3714"/>
                  </a:lnTo>
                  <a:lnTo>
                    <a:pt x="3792" y="3754"/>
                  </a:lnTo>
                  <a:lnTo>
                    <a:pt x="3773" y="3714"/>
                  </a:lnTo>
                  <a:lnTo>
                    <a:pt x="3733" y="3694"/>
                  </a:lnTo>
                  <a:lnTo>
                    <a:pt x="3694" y="3655"/>
                  </a:lnTo>
                  <a:lnTo>
                    <a:pt x="3654" y="3615"/>
                  </a:lnTo>
                  <a:lnTo>
                    <a:pt x="3674" y="3615"/>
                  </a:lnTo>
                  <a:lnTo>
                    <a:pt x="3694" y="3596"/>
                  </a:lnTo>
                  <a:lnTo>
                    <a:pt x="3733" y="3576"/>
                  </a:lnTo>
                  <a:lnTo>
                    <a:pt x="3773" y="3615"/>
                  </a:lnTo>
                  <a:lnTo>
                    <a:pt x="3773" y="3576"/>
                  </a:lnTo>
                  <a:lnTo>
                    <a:pt x="3753" y="3536"/>
                  </a:lnTo>
                  <a:lnTo>
                    <a:pt x="3753" y="3517"/>
                  </a:lnTo>
                  <a:lnTo>
                    <a:pt x="3753" y="3477"/>
                  </a:lnTo>
                  <a:lnTo>
                    <a:pt x="3871" y="3556"/>
                  </a:lnTo>
                  <a:lnTo>
                    <a:pt x="3891" y="3536"/>
                  </a:lnTo>
                  <a:lnTo>
                    <a:pt x="3911" y="3517"/>
                  </a:lnTo>
                  <a:lnTo>
                    <a:pt x="3871" y="3497"/>
                  </a:lnTo>
                  <a:lnTo>
                    <a:pt x="3852" y="3477"/>
                  </a:lnTo>
                  <a:lnTo>
                    <a:pt x="3852" y="3517"/>
                  </a:lnTo>
                  <a:lnTo>
                    <a:pt x="3832" y="3497"/>
                  </a:lnTo>
                  <a:lnTo>
                    <a:pt x="3832" y="3477"/>
                  </a:lnTo>
                  <a:lnTo>
                    <a:pt x="3852" y="3438"/>
                  </a:lnTo>
                  <a:lnTo>
                    <a:pt x="3852" y="3398"/>
                  </a:lnTo>
                  <a:lnTo>
                    <a:pt x="3832" y="3378"/>
                  </a:lnTo>
                  <a:lnTo>
                    <a:pt x="3871" y="3398"/>
                  </a:lnTo>
                  <a:lnTo>
                    <a:pt x="3891" y="3378"/>
                  </a:lnTo>
                  <a:lnTo>
                    <a:pt x="3911" y="3359"/>
                  </a:lnTo>
                  <a:lnTo>
                    <a:pt x="3931" y="3319"/>
                  </a:lnTo>
                  <a:lnTo>
                    <a:pt x="3970" y="3279"/>
                  </a:lnTo>
                  <a:lnTo>
                    <a:pt x="3911" y="3260"/>
                  </a:lnTo>
                  <a:lnTo>
                    <a:pt x="3891" y="3260"/>
                  </a:lnTo>
                  <a:lnTo>
                    <a:pt x="3871" y="3279"/>
                  </a:lnTo>
                  <a:lnTo>
                    <a:pt x="3891" y="3299"/>
                  </a:lnTo>
                  <a:lnTo>
                    <a:pt x="3891" y="3339"/>
                  </a:lnTo>
                  <a:lnTo>
                    <a:pt x="3871" y="3339"/>
                  </a:lnTo>
                  <a:lnTo>
                    <a:pt x="3832" y="3319"/>
                  </a:lnTo>
                  <a:lnTo>
                    <a:pt x="3812" y="3299"/>
                  </a:lnTo>
                  <a:lnTo>
                    <a:pt x="3832" y="3260"/>
                  </a:lnTo>
                  <a:lnTo>
                    <a:pt x="3852" y="3181"/>
                  </a:lnTo>
                  <a:lnTo>
                    <a:pt x="3891" y="3102"/>
                  </a:lnTo>
                  <a:lnTo>
                    <a:pt x="3891" y="3042"/>
                  </a:lnTo>
                  <a:lnTo>
                    <a:pt x="3891" y="3003"/>
                  </a:lnTo>
                  <a:lnTo>
                    <a:pt x="3931" y="2983"/>
                  </a:lnTo>
                  <a:lnTo>
                    <a:pt x="3970" y="3003"/>
                  </a:lnTo>
                  <a:lnTo>
                    <a:pt x="3990" y="3042"/>
                  </a:lnTo>
                  <a:lnTo>
                    <a:pt x="4049" y="3062"/>
                  </a:lnTo>
                  <a:lnTo>
                    <a:pt x="4049" y="3023"/>
                  </a:lnTo>
                  <a:lnTo>
                    <a:pt x="4049" y="2963"/>
                  </a:lnTo>
                  <a:lnTo>
                    <a:pt x="4069" y="2944"/>
                  </a:lnTo>
                  <a:lnTo>
                    <a:pt x="4089" y="2924"/>
                  </a:lnTo>
                  <a:lnTo>
                    <a:pt x="4247" y="2924"/>
                  </a:lnTo>
                  <a:lnTo>
                    <a:pt x="4266" y="2904"/>
                  </a:lnTo>
                  <a:lnTo>
                    <a:pt x="4286" y="2865"/>
                  </a:lnTo>
                  <a:lnTo>
                    <a:pt x="4207" y="2845"/>
                  </a:lnTo>
                  <a:lnTo>
                    <a:pt x="4168" y="2845"/>
                  </a:lnTo>
                  <a:lnTo>
                    <a:pt x="4168" y="2825"/>
                  </a:lnTo>
                  <a:lnTo>
                    <a:pt x="4168" y="2805"/>
                  </a:lnTo>
                  <a:lnTo>
                    <a:pt x="4207" y="2766"/>
                  </a:lnTo>
                  <a:lnTo>
                    <a:pt x="4128" y="2766"/>
                  </a:lnTo>
                  <a:lnTo>
                    <a:pt x="4128" y="2726"/>
                  </a:lnTo>
                  <a:lnTo>
                    <a:pt x="4148" y="2726"/>
                  </a:lnTo>
                  <a:lnTo>
                    <a:pt x="4187" y="2707"/>
                  </a:lnTo>
                  <a:lnTo>
                    <a:pt x="4207" y="2726"/>
                  </a:lnTo>
                  <a:lnTo>
                    <a:pt x="4207" y="2707"/>
                  </a:lnTo>
                  <a:lnTo>
                    <a:pt x="4227" y="2687"/>
                  </a:lnTo>
                  <a:lnTo>
                    <a:pt x="4326" y="2687"/>
                  </a:lnTo>
                  <a:lnTo>
                    <a:pt x="4326" y="2667"/>
                  </a:lnTo>
                  <a:lnTo>
                    <a:pt x="4306" y="2628"/>
                  </a:lnTo>
                  <a:lnTo>
                    <a:pt x="4286" y="2608"/>
                  </a:lnTo>
                  <a:lnTo>
                    <a:pt x="4286" y="2628"/>
                  </a:lnTo>
                  <a:lnTo>
                    <a:pt x="4286" y="2647"/>
                  </a:lnTo>
                  <a:lnTo>
                    <a:pt x="4247" y="2628"/>
                  </a:lnTo>
                  <a:lnTo>
                    <a:pt x="4207" y="2588"/>
                  </a:lnTo>
                  <a:lnTo>
                    <a:pt x="4168" y="2509"/>
                  </a:lnTo>
                  <a:lnTo>
                    <a:pt x="4168" y="2509"/>
                  </a:lnTo>
                  <a:lnTo>
                    <a:pt x="4187" y="2529"/>
                  </a:lnTo>
                  <a:lnTo>
                    <a:pt x="4207" y="2509"/>
                  </a:lnTo>
                  <a:lnTo>
                    <a:pt x="4227" y="2470"/>
                  </a:lnTo>
                  <a:lnTo>
                    <a:pt x="4266" y="2489"/>
                  </a:lnTo>
                  <a:lnTo>
                    <a:pt x="4247" y="2529"/>
                  </a:lnTo>
                  <a:lnTo>
                    <a:pt x="4247" y="2549"/>
                  </a:lnTo>
                  <a:lnTo>
                    <a:pt x="4266" y="2588"/>
                  </a:lnTo>
                  <a:lnTo>
                    <a:pt x="4306" y="2529"/>
                  </a:lnTo>
                  <a:lnTo>
                    <a:pt x="4286" y="2529"/>
                  </a:lnTo>
                  <a:lnTo>
                    <a:pt x="4247" y="2410"/>
                  </a:lnTo>
                  <a:lnTo>
                    <a:pt x="4247" y="2430"/>
                  </a:lnTo>
                  <a:lnTo>
                    <a:pt x="4247" y="2450"/>
                  </a:lnTo>
                  <a:lnTo>
                    <a:pt x="4207" y="2430"/>
                  </a:lnTo>
                  <a:lnTo>
                    <a:pt x="4168" y="2391"/>
                  </a:lnTo>
                  <a:lnTo>
                    <a:pt x="4148" y="2371"/>
                  </a:lnTo>
                  <a:lnTo>
                    <a:pt x="4227" y="2312"/>
                  </a:lnTo>
                  <a:lnTo>
                    <a:pt x="4266" y="2312"/>
                  </a:lnTo>
                  <a:lnTo>
                    <a:pt x="4306" y="2331"/>
                  </a:lnTo>
                  <a:lnTo>
                    <a:pt x="4306" y="2331"/>
                  </a:lnTo>
                  <a:lnTo>
                    <a:pt x="4266" y="2292"/>
                  </a:lnTo>
                  <a:lnTo>
                    <a:pt x="4266" y="2252"/>
                  </a:lnTo>
                  <a:lnTo>
                    <a:pt x="4286" y="2173"/>
                  </a:lnTo>
                  <a:lnTo>
                    <a:pt x="4227" y="2173"/>
                  </a:lnTo>
                  <a:lnTo>
                    <a:pt x="4187" y="2114"/>
                  </a:lnTo>
                  <a:lnTo>
                    <a:pt x="4306" y="2075"/>
                  </a:lnTo>
                  <a:lnTo>
                    <a:pt x="4306" y="2134"/>
                  </a:lnTo>
                  <a:lnTo>
                    <a:pt x="4385" y="2134"/>
                  </a:lnTo>
                  <a:lnTo>
                    <a:pt x="4424" y="2154"/>
                  </a:lnTo>
                  <a:lnTo>
                    <a:pt x="4464" y="2193"/>
                  </a:lnTo>
                  <a:lnTo>
                    <a:pt x="4464" y="2233"/>
                  </a:lnTo>
                  <a:lnTo>
                    <a:pt x="4405" y="2272"/>
                  </a:lnTo>
                  <a:lnTo>
                    <a:pt x="4464" y="2272"/>
                  </a:lnTo>
                  <a:lnTo>
                    <a:pt x="4484" y="2252"/>
                  </a:lnTo>
                  <a:lnTo>
                    <a:pt x="4484" y="2233"/>
                  </a:lnTo>
                  <a:lnTo>
                    <a:pt x="4484" y="2193"/>
                  </a:lnTo>
                  <a:lnTo>
                    <a:pt x="4464" y="2134"/>
                  </a:lnTo>
                  <a:lnTo>
                    <a:pt x="4464" y="2114"/>
                  </a:lnTo>
                  <a:lnTo>
                    <a:pt x="4484" y="2094"/>
                  </a:lnTo>
                  <a:lnTo>
                    <a:pt x="4523" y="2114"/>
                  </a:lnTo>
                  <a:lnTo>
                    <a:pt x="4543" y="2134"/>
                  </a:lnTo>
                  <a:lnTo>
                    <a:pt x="4543" y="2094"/>
                  </a:lnTo>
                  <a:lnTo>
                    <a:pt x="4543" y="2055"/>
                  </a:lnTo>
                  <a:lnTo>
                    <a:pt x="4563" y="2035"/>
                  </a:lnTo>
                  <a:lnTo>
                    <a:pt x="4504" y="2035"/>
                  </a:lnTo>
                  <a:lnTo>
                    <a:pt x="4464" y="1996"/>
                  </a:lnTo>
                  <a:lnTo>
                    <a:pt x="4444" y="1956"/>
                  </a:lnTo>
                  <a:lnTo>
                    <a:pt x="4563" y="1956"/>
                  </a:lnTo>
                  <a:lnTo>
                    <a:pt x="4583" y="1936"/>
                  </a:lnTo>
                  <a:lnTo>
                    <a:pt x="4583" y="1917"/>
                  </a:lnTo>
                  <a:lnTo>
                    <a:pt x="4543" y="1877"/>
                  </a:lnTo>
                  <a:lnTo>
                    <a:pt x="4504" y="1857"/>
                  </a:lnTo>
                  <a:lnTo>
                    <a:pt x="4464" y="1798"/>
                  </a:lnTo>
                  <a:lnTo>
                    <a:pt x="4385" y="1798"/>
                  </a:lnTo>
                  <a:lnTo>
                    <a:pt x="4365" y="1778"/>
                  </a:lnTo>
                  <a:lnTo>
                    <a:pt x="4365" y="1739"/>
                  </a:lnTo>
                  <a:lnTo>
                    <a:pt x="4385" y="1719"/>
                  </a:lnTo>
                  <a:lnTo>
                    <a:pt x="4345" y="1680"/>
                  </a:lnTo>
                  <a:lnTo>
                    <a:pt x="4345" y="1699"/>
                  </a:lnTo>
                  <a:lnTo>
                    <a:pt x="4345" y="1739"/>
                  </a:lnTo>
                  <a:lnTo>
                    <a:pt x="4345" y="1759"/>
                  </a:lnTo>
                  <a:lnTo>
                    <a:pt x="4326" y="1798"/>
                  </a:lnTo>
                  <a:lnTo>
                    <a:pt x="4286" y="1759"/>
                  </a:lnTo>
                  <a:lnTo>
                    <a:pt x="4286" y="1739"/>
                  </a:lnTo>
                  <a:lnTo>
                    <a:pt x="4286" y="1699"/>
                  </a:lnTo>
                  <a:lnTo>
                    <a:pt x="4266" y="1680"/>
                  </a:lnTo>
                  <a:lnTo>
                    <a:pt x="4365" y="1620"/>
                  </a:lnTo>
                  <a:lnTo>
                    <a:pt x="4444" y="1620"/>
                  </a:lnTo>
                  <a:lnTo>
                    <a:pt x="4523" y="1660"/>
                  </a:lnTo>
                  <a:lnTo>
                    <a:pt x="4583" y="1739"/>
                  </a:lnTo>
                  <a:lnTo>
                    <a:pt x="4642" y="1818"/>
                  </a:lnTo>
                  <a:lnTo>
                    <a:pt x="4741" y="1877"/>
                  </a:lnTo>
                  <a:lnTo>
                    <a:pt x="4780" y="1739"/>
                  </a:lnTo>
                  <a:lnTo>
                    <a:pt x="4800" y="1660"/>
                  </a:lnTo>
                  <a:lnTo>
                    <a:pt x="4859" y="1640"/>
                  </a:lnTo>
                  <a:lnTo>
                    <a:pt x="4839" y="1581"/>
                  </a:lnTo>
                  <a:lnTo>
                    <a:pt x="4780" y="1522"/>
                  </a:lnTo>
                  <a:lnTo>
                    <a:pt x="4662" y="1462"/>
                  </a:lnTo>
                  <a:lnTo>
                    <a:pt x="4681" y="1423"/>
                  </a:lnTo>
                  <a:lnTo>
                    <a:pt x="4701" y="1403"/>
                  </a:lnTo>
                  <a:lnTo>
                    <a:pt x="4741" y="1462"/>
                  </a:lnTo>
                  <a:lnTo>
                    <a:pt x="4741" y="1324"/>
                  </a:lnTo>
                  <a:lnTo>
                    <a:pt x="4741" y="1265"/>
                  </a:lnTo>
                  <a:lnTo>
                    <a:pt x="4760" y="1206"/>
                  </a:lnTo>
                  <a:lnTo>
                    <a:pt x="4760" y="1166"/>
                  </a:lnTo>
                  <a:lnTo>
                    <a:pt x="4721" y="1127"/>
                  </a:lnTo>
                  <a:lnTo>
                    <a:pt x="4602" y="1087"/>
                  </a:lnTo>
                  <a:lnTo>
                    <a:pt x="4622" y="1028"/>
                  </a:lnTo>
                  <a:lnTo>
                    <a:pt x="4602" y="1028"/>
                  </a:lnTo>
                  <a:lnTo>
                    <a:pt x="4563" y="988"/>
                  </a:lnTo>
                  <a:lnTo>
                    <a:pt x="4563" y="969"/>
                  </a:lnTo>
                  <a:lnTo>
                    <a:pt x="4602" y="909"/>
                  </a:lnTo>
                  <a:lnTo>
                    <a:pt x="4642" y="929"/>
                  </a:lnTo>
                  <a:lnTo>
                    <a:pt x="4662" y="969"/>
                  </a:lnTo>
                  <a:lnTo>
                    <a:pt x="4681" y="949"/>
                  </a:lnTo>
                  <a:lnTo>
                    <a:pt x="4701" y="909"/>
                  </a:lnTo>
                  <a:lnTo>
                    <a:pt x="4701" y="889"/>
                  </a:lnTo>
                  <a:lnTo>
                    <a:pt x="4701" y="850"/>
                  </a:lnTo>
                  <a:lnTo>
                    <a:pt x="4760" y="909"/>
                  </a:lnTo>
                  <a:lnTo>
                    <a:pt x="4780" y="929"/>
                  </a:lnTo>
                  <a:lnTo>
                    <a:pt x="4760" y="969"/>
                  </a:lnTo>
                  <a:lnTo>
                    <a:pt x="4721" y="949"/>
                  </a:lnTo>
                  <a:lnTo>
                    <a:pt x="4741" y="1048"/>
                  </a:lnTo>
                  <a:lnTo>
                    <a:pt x="4741" y="1008"/>
                  </a:lnTo>
                  <a:lnTo>
                    <a:pt x="4760" y="988"/>
                  </a:lnTo>
                  <a:lnTo>
                    <a:pt x="4800" y="969"/>
                  </a:lnTo>
                  <a:lnTo>
                    <a:pt x="4879" y="969"/>
                  </a:lnTo>
                  <a:lnTo>
                    <a:pt x="4938" y="988"/>
                  </a:lnTo>
                  <a:lnTo>
                    <a:pt x="4938" y="969"/>
                  </a:lnTo>
                  <a:lnTo>
                    <a:pt x="4918" y="949"/>
                  </a:lnTo>
                  <a:lnTo>
                    <a:pt x="4839" y="949"/>
                  </a:lnTo>
                  <a:lnTo>
                    <a:pt x="4839" y="929"/>
                  </a:lnTo>
                  <a:lnTo>
                    <a:pt x="4820" y="909"/>
                  </a:lnTo>
                  <a:lnTo>
                    <a:pt x="4899" y="889"/>
                  </a:lnTo>
                  <a:lnTo>
                    <a:pt x="4938" y="850"/>
                  </a:lnTo>
                  <a:lnTo>
                    <a:pt x="4978" y="771"/>
                  </a:lnTo>
                  <a:lnTo>
                    <a:pt x="5017" y="751"/>
                  </a:lnTo>
                  <a:lnTo>
                    <a:pt x="5037" y="712"/>
                  </a:lnTo>
                  <a:lnTo>
                    <a:pt x="4978" y="712"/>
                  </a:lnTo>
                  <a:lnTo>
                    <a:pt x="4958" y="672"/>
                  </a:lnTo>
                  <a:lnTo>
                    <a:pt x="4938" y="652"/>
                  </a:lnTo>
                  <a:lnTo>
                    <a:pt x="4899" y="593"/>
                  </a:lnTo>
                  <a:lnTo>
                    <a:pt x="4859" y="554"/>
                  </a:lnTo>
                  <a:lnTo>
                    <a:pt x="4839" y="534"/>
                  </a:lnTo>
                  <a:lnTo>
                    <a:pt x="4839" y="494"/>
                  </a:lnTo>
                  <a:lnTo>
                    <a:pt x="4820" y="494"/>
                  </a:lnTo>
                  <a:lnTo>
                    <a:pt x="4800" y="514"/>
                  </a:lnTo>
                  <a:lnTo>
                    <a:pt x="4780" y="534"/>
                  </a:lnTo>
                  <a:lnTo>
                    <a:pt x="4741" y="593"/>
                  </a:lnTo>
                  <a:lnTo>
                    <a:pt x="4681" y="554"/>
                  </a:lnTo>
                  <a:lnTo>
                    <a:pt x="4622" y="554"/>
                  </a:lnTo>
                  <a:lnTo>
                    <a:pt x="4563" y="455"/>
                  </a:lnTo>
                  <a:lnTo>
                    <a:pt x="4504" y="356"/>
                  </a:lnTo>
                  <a:lnTo>
                    <a:pt x="4504" y="356"/>
                  </a:lnTo>
                  <a:lnTo>
                    <a:pt x="4543" y="376"/>
                  </a:lnTo>
                  <a:lnTo>
                    <a:pt x="4583" y="396"/>
                  </a:lnTo>
                  <a:lnTo>
                    <a:pt x="4583" y="376"/>
                  </a:lnTo>
                  <a:lnTo>
                    <a:pt x="371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3" name="Google Shape;7533;p29"/>
            <p:cNvSpPr/>
            <p:nvPr/>
          </p:nvSpPr>
          <p:spPr>
            <a:xfrm>
              <a:off x="-1585372" y="390345"/>
              <a:ext cx="41" cy="869"/>
            </a:xfrm>
            <a:custGeom>
              <a:rect b="b" l="l" r="r" t="t"/>
              <a:pathLst>
                <a:path extrusionOk="0" h="21" w="1">
                  <a:moveTo>
                    <a:pt x="0" y="21"/>
                  </a:moveTo>
                  <a:lnTo>
                    <a:pt x="0" y="21"/>
                  </a:lnTo>
                  <a:lnTo>
                    <a:pt x="0" y="1"/>
                  </a:lnTo>
                  <a:lnTo>
                    <a:pt x="0" y="1"/>
                  </a:lnTo>
                  <a:lnTo>
                    <a:pt x="0" y="21"/>
                  </a:lnTo>
                  <a:lnTo>
                    <a:pt x="0" y="2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4" name="Google Shape;7534;p29"/>
            <p:cNvSpPr/>
            <p:nvPr/>
          </p:nvSpPr>
          <p:spPr>
            <a:xfrm>
              <a:off x="-1636876" y="495753"/>
              <a:ext cx="869" cy="1696"/>
            </a:xfrm>
            <a:custGeom>
              <a:rect b="b" l="l" r="r" t="t"/>
              <a:pathLst>
                <a:path extrusionOk="0" h="41" w="21">
                  <a:moveTo>
                    <a:pt x="1" y="1"/>
                  </a:moveTo>
                  <a:lnTo>
                    <a:pt x="1" y="1"/>
                  </a:lnTo>
                  <a:lnTo>
                    <a:pt x="20" y="40"/>
                  </a:lnTo>
                  <a:lnTo>
                    <a:pt x="20" y="40"/>
                  </a:lnTo>
                  <a:lnTo>
                    <a:pt x="1" y="1"/>
                  </a:lnTo>
                  <a:lnTo>
                    <a:pt x="1"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5" name="Google Shape;7535;p29"/>
            <p:cNvSpPr/>
            <p:nvPr/>
          </p:nvSpPr>
          <p:spPr>
            <a:xfrm>
              <a:off x="-1304313" y="527648"/>
              <a:ext cx="144662" cy="28626"/>
            </a:xfrm>
            <a:custGeom>
              <a:rect b="b" l="l" r="r" t="t"/>
              <a:pathLst>
                <a:path extrusionOk="0" h="692" w="3497">
                  <a:moveTo>
                    <a:pt x="1" y="0"/>
                  </a:moveTo>
                  <a:lnTo>
                    <a:pt x="1008" y="178"/>
                  </a:lnTo>
                  <a:lnTo>
                    <a:pt x="2410" y="435"/>
                  </a:lnTo>
                  <a:lnTo>
                    <a:pt x="2805" y="494"/>
                  </a:lnTo>
                  <a:lnTo>
                    <a:pt x="3161" y="593"/>
                  </a:lnTo>
                  <a:lnTo>
                    <a:pt x="3497" y="692"/>
                  </a:lnTo>
                  <a:lnTo>
                    <a:pt x="2924" y="297"/>
                  </a:lnTo>
                  <a:lnTo>
                    <a:pt x="2766" y="257"/>
                  </a:lnTo>
                  <a:lnTo>
                    <a:pt x="2371" y="178"/>
                  </a:lnTo>
                  <a:lnTo>
                    <a:pt x="1778" y="99"/>
                  </a:lnTo>
                  <a:lnTo>
                    <a:pt x="1462" y="59"/>
                  </a:lnTo>
                  <a:lnTo>
                    <a:pt x="1107" y="59"/>
                  </a:lnTo>
                  <a:lnTo>
                    <a:pt x="554" y="40"/>
                  </a:lnTo>
                  <a:lnTo>
                    <a:pt x="218" y="20"/>
                  </a:lnTo>
                  <a:lnTo>
                    <a:pt x="1"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6" name="Google Shape;7536;p29"/>
            <p:cNvSpPr/>
            <p:nvPr/>
          </p:nvSpPr>
          <p:spPr>
            <a:xfrm>
              <a:off x="-2092800" y="129682"/>
              <a:ext cx="507455" cy="585929"/>
            </a:xfrm>
            <a:custGeom>
              <a:rect b="b" l="l" r="r" t="t"/>
              <a:pathLst>
                <a:path extrusionOk="0" h="14164" w="12267">
                  <a:moveTo>
                    <a:pt x="4978" y="1"/>
                  </a:moveTo>
                  <a:lnTo>
                    <a:pt x="4918" y="40"/>
                  </a:lnTo>
                  <a:lnTo>
                    <a:pt x="4859" y="139"/>
                  </a:lnTo>
                  <a:lnTo>
                    <a:pt x="4661" y="515"/>
                  </a:lnTo>
                  <a:lnTo>
                    <a:pt x="4385" y="1087"/>
                  </a:lnTo>
                  <a:lnTo>
                    <a:pt x="4049" y="1858"/>
                  </a:lnTo>
                  <a:lnTo>
                    <a:pt x="3239" y="3774"/>
                  </a:lnTo>
                  <a:lnTo>
                    <a:pt x="2350" y="5946"/>
                  </a:lnTo>
                  <a:lnTo>
                    <a:pt x="731" y="10055"/>
                  </a:lnTo>
                  <a:lnTo>
                    <a:pt x="0" y="11931"/>
                  </a:lnTo>
                  <a:lnTo>
                    <a:pt x="99" y="11971"/>
                  </a:lnTo>
                  <a:lnTo>
                    <a:pt x="316" y="12069"/>
                  </a:lnTo>
                  <a:lnTo>
                    <a:pt x="1086" y="12366"/>
                  </a:lnTo>
                  <a:lnTo>
                    <a:pt x="2173" y="12741"/>
                  </a:lnTo>
                  <a:lnTo>
                    <a:pt x="3417" y="13176"/>
                  </a:lnTo>
                  <a:lnTo>
                    <a:pt x="4681" y="13571"/>
                  </a:lnTo>
                  <a:lnTo>
                    <a:pt x="5827" y="13906"/>
                  </a:lnTo>
                  <a:lnTo>
                    <a:pt x="6301" y="14025"/>
                  </a:lnTo>
                  <a:lnTo>
                    <a:pt x="6676" y="14124"/>
                  </a:lnTo>
                  <a:lnTo>
                    <a:pt x="6953" y="14163"/>
                  </a:lnTo>
                  <a:lnTo>
                    <a:pt x="7111" y="14163"/>
                  </a:lnTo>
                  <a:lnTo>
                    <a:pt x="7190" y="14104"/>
                  </a:lnTo>
                  <a:lnTo>
                    <a:pt x="7249" y="14045"/>
                  </a:lnTo>
                  <a:lnTo>
                    <a:pt x="7308" y="13966"/>
                  </a:lnTo>
                  <a:lnTo>
                    <a:pt x="7368" y="13867"/>
                  </a:lnTo>
                  <a:lnTo>
                    <a:pt x="7447" y="13650"/>
                  </a:lnTo>
                  <a:lnTo>
                    <a:pt x="7506" y="13413"/>
                  </a:lnTo>
                  <a:lnTo>
                    <a:pt x="7585" y="12879"/>
                  </a:lnTo>
                  <a:lnTo>
                    <a:pt x="7644" y="12623"/>
                  </a:lnTo>
                  <a:lnTo>
                    <a:pt x="7703" y="12386"/>
                  </a:lnTo>
                  <a:lnTo>
                    <a:pt x="7743" y="12287"/>
                  </a:lnTo>
                  <a:lnTo>
                    <a:pt x="7802" y="12168"/>
                  </a:lnTo>
                  <a:lnTo>
                    <a:pt x="8000" y="11911"/>
                  </a:lnTo>
                  <a:lnTo>
                    <a:pt x="8513" y="11319"/>
                  </a:lnTo>
                  <a:lnTo>
                    <a:pt x="8790" y="11003"/>
                  </a:lnTo>
                  <a:lnTo>
                    <a:pt x="9027" y="10667"/>
                  </a:lnTo>
                  <a:lnTo>
                    <a:pt x="9125" y="10489"/>
                  </a:lnTo>
                  <a:lnTo>
                    <a:pt x="9204" y="10312"/>
                  </a:lnTo>
                  <a:lnTo>
                    <a:pt x="9264" y="10134"/>
                  </a:lnTo>
                  <a:lnTo>
                    <a:pt x="9323" y="9956"/>
                  </a:lnTo>
                  <a:lnTo>
                    <a:pt x="9422" y="9324"/>
                  </a:lnTo>
                  <a:lnTo>
                    <a:pt x="9540" y="8830"/>
                  </a:lnTo>
                  <a:lnTo>
                    <a:pt x="9599" y="8633"/>
                  </a:lnTo>
                  <a:lnTo>
                    <a:pt x="9678" y="8435"/>
                  </a:lnTo>
                  <a:lnTo>
                    <a:pt x="9758" y="8257"/>
                  </a:lnTo>
                  <a:lnTo>
                    <a:pt x="9876" y="8080"/>
                  </a:lnTo>
                  <a:lnTo>
                    <a:pt x="10014" y="7882"/>
                  </a:lnTo>
                  <a:lnTo>
                    <a:pt x="10192" y="7645"/>
                  </a:lnTo>
                  <a:lnTo>
                    <a:pt x="10646" y="7112"/>
                  </a:lnTo>
                  <a:lnTo>
                    <a:pt x="10864" y="6815"/>
                  </a:lnTo>
                  <a:lnTo>
                    <a:pt x="11061" y="6499"/>
                  </a:lnTo>
                  <a:lnTo>
                    <a:pt x="11140" y="6341"/>
                  </a:lnTo>
                  <a:lnTo>
                    <a:pt x="11199" y="6203"/>
                  </a:lnTo>
                  <a:lnTo>
                    <a:pt x="11259" y="6045"/>
                  </a:lnTo>
                  <a:lnTo>
                    <a:pt x="11298" y="5887"/>
                  </a:lnTo>
                  <a:lnTo>
                    <a:pt x="11357" y="5591"/>
                  </a:lnTo>
                  <a:lnTo>
                    <a:pt x="11456" y="5354"/>
                  </a:lnTo>
                  <a:lnTo>
                    <a:pt x="11575" y="5117"/>
                  </a:lnTo>
                  <a:lnTo>
                    <a:pt x="11693" y="4919"/>
                  </a:lnTo>
                  <a:lnTo>
                    <a:pt x="11930" y="4504"/>
                  </a:lnTo>
                  <a:lnTo>
                    <a:pt x="12049" y="4307"/>
                  </a:lnTo>
                  <a:lnTo>
                    <a:pt x="12128" y="4090"/>
                  </a:lnTo>
                  <a:lnTo>
                    <a:pt x="12187" y="3892"/>
                  </a:lnTo>
                  <a:lnTo>
                    <a:pt x="12227" y="3714"/>
                  </a:lnTo>
                  <a:lnTo>
                    <a:pt x="12266" y="3576"/>
                  </a:lnTo>
                  <a:lnTo>
                    <a:pt x="12266" y="3477"/>
                  </a:lnTo>
                  <a:lnTo>
                    <a:pt x="12246" y="3359"/>
                  </a:lnTo>
                  <a:lnTo>
                    <a:pt x="12246" y="3319"/>
                  </a:lnTo>
                  <a:lnTo>
                    <a:pt x="11160" y="2806"/>
                  </a:lnTo>
                  <a:lnTo>
                    <a:pt x="8730" y="1660"/>
                  </a:lnTo>
                  <a:lnTo>
                    <a:pt x="7427" y="1048"/>
                  </a:lnTo>
                  <a:lnTo>
                    <a:pt x="6261" y="515"/>
                  </a:lnTo>
                  <a:lnTo>
                    <a:pt x="5392" y="139"/>
                  </a:lnTo>
                  <a:lnTo>
                    <a:pt x="5116" y="40"/>
                  </a:lnTo>
                  <a:lnTo>
                    <a:pt x="497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7" name="Google Shape;7537;p29"/>
            <p:cNvSpPr/>
            <p:nvPr/>
          </p:nvSpPr>
          <p:spPr>
            <a:xfrm>
              <a:off x="-843466" y="108459"/>
              <a:ext cx="216600" cy="156121"/>
            </a:xfrm>
            <a:custGeom>
              <a:rect b="b" l="l" r="r" t="t"/>
              <a:pathLst>
                <a:path extrusionOk="0" h="3774" w="5236">
                  <a:moveTo>
                    <a:pt x="4287" y="0"/>
                  </a:moveTo>
                  <a:lnTo>
                    <a:pt x="4030" y="20"/>
                  </a:lnTo>
                  <a:lnTo>
                    <a:pt x="3773" y="60"/>
                  </a:lnTo>
                  <a:lnTo>
                    <a:pt x="3497" y="119"/>
                  </a:lnTo>
                  <a:lnTo>
                    <a:pt x="3220" y="198"/>
                  </a:lnTo>
                  <a:lnTo>
                    <a:pt x="2924" y="277"/>
                  </a:lnTo>
                  <a:lnTo>
                    <a:pt x="2648" y="395"/>
                  </a:lnTo>
                  <a:lnTo>
                    <a:pt x="2351" y="514"/>
                  </a:lnTo>
                  <a:lnTo>
                    <a:pt x="2055" y="632"/>
                  </a:lnTo>
                  <a:lnTo>
                    <a:pt x="1779" y="790"/>
                  </a:lnTo>
                  <a:lnTo>
                    <a:pt x="1502" y="929"/>
                  </a:lnTo>
                  <a:lnTo>
                    <a:pt x="1245" y="1107"/>
                  </a:lnTo>
                  <a:lnTo>
                    <a:pt x="988" y="1284"/>
                  </a:lnTo>
                  <a:lnTo>
                    <a:pt x="771" y="1462"/>
                  </a:lnTo>
                  <a:lnTo>
                    <a:pt x="554" y="1640"/>
                  </a:lnTo>
                  <a:lnTo>
                    <a:pt x="376" y="1837"/>
                  </a:lnTo>
                  <a:lnTo>
                    <a:pt x="258" y="2015"/>
                  </a:lnTo>
                  <a:lnTo>
                    <a:pt x="139" y="2173"/>
                  </a:lnTo>
                  <a:lnTo>
                    <a:pt x="80" y="2331"/>
                  </a:lnTo>
                  <a:lnTo>
                    <a:pt x="21" y="2489"/>
                  </a:lnTo>
                  <a:lnTo>
                    <a:pt x="1" y="2608"/>
                  </a:lnTo>
                  <a:lnTo>
                    <a:pt x="1" y="2726"/>
                  </a:lnTo>
                  <a:lnTo>
                    <a:pt x="21" y="2845"/>
                  </a:lnTo>
                  <a:lnTo>
                    <a:pt x="40" y="2943"/>
                  </a:lnTo>
                  <a:lnTo>
                    <a:pt x="80" y="3022"/>
                  </a:lnTo>
                  <a:lnTo>
                    <a:pt x="159" y="3161"/>
                  </a:lnTo>
                  <a:lnTo>
                    <a:pt x="218" y="3240"/>
                  </a:lnTo>
                  <a:lnTo>
                    <a:pt x="258" y="3279"/>
                  </a:lnTo>
                  <a:lnTo>
                    <a:pt x="277" y="3319"/>
                  </a:lnTo>
                  <a:lnTo>
                    <a:pt x="396" y="3437"/>
                  </a:lnTo>
                  <a:lnTo>
                    <a:pt x="495" y="3516"/>
                  </a:lnTo>
                  <a:lnTo>
                    <a:pt x="593" y="3576"/>
                  </a:lnTo>
                  <a:lnTo>
                    <a:pt x="732" y="3655"/>
                  </a:lnTo>
                  <a:lnTo>
                    <a:pt x="890" y="3714"/>
                  </a:lnTo>
                  <a:lnTo>
                    <a:pt x="1067" y="3753"/>
                  </a:lnTo>
                  <a:lnTo>
                    <a:pt x="1285" y="3773"/>
                  </a:lnTo>
                  <a:lnTo>
                    <a:pt x="1522" y="3753"/>
                  </a:lnTo>
                  <a:lnTo>
                    <a:pt x="1798" y="3714"/>
                  </a:lnTo>
                  <a:lnTo>
                    <a:pt x="2095" y="3635"/>
                  </a:lnTo>
                  <a:lnTo>
                    <a:pt x="2411" y="3516"/>
                  </a:lnTo>
                  <a:lnTo>
                    <a:pt x="2766" y="3358"/>
                  </a:lnTo>
                  <a:lnTo>
                    <a:pt x="3161" y="3121"/>
                  </a:lnTo>
                  <a:lnTo>
                    <a:pt x="3556" y="2864"/>
                  </a:lnTo>
                  <a:lnTo>
                    <a:pt x="3892" y="2608"/>
                  </a:lnTo>
                  <a:lnTo>
                    <a:pt x="4208" y="2351"/>
                  </a:lnTo>
                  <a:lnTo>
                    <a:pt x="4465" y="2094"/>
                  </a:lnTo>
                  <a:lnTo>
                    <a:pt x="4682" y="1837"/>
                  </a:lnTo>
                  <a:lnTo>
                    <a:pt x="4880" y="1581"/>
                  </a:lnTo>
                  <a:lnTo>
                    <a:pt x="5018" y="1344"/>
                  </a:lnTo>
                  <a:lnTo>
                    <a:pt x="5136" y="1107"/>
                  </a:lnTo>
                  <a:lnTo>
                    <a:pt x="5215" y="909"/>
                  </a:lnTo>
                  <a:lnTo>
                    <a:pt x="5235" y="711"/>
                  </a:lnTo>
                  <a:lnTo>
                    <a:pt x="5235" y="534"/>
                  </a:lnTo>
                  <a:lnTo>
                    <a:pt x="5215" y="376"/>
                  </a:lnTo>
                  <a:lnTo>
                    <a:pt x="5136" y="237"/>
                  </a:lnTo>
                  <a:lnTo>
                    <a:pt x="5038" y="139"/>
                  </a:lnTo>
                  <a:lnTo>
                    <a:pt x="4880" y="60"/>
                  </a:lnTo>
                  <a:lnTo>
                    <a:pt x="4702" y="20"/>
                  </a:lnTo>
                  <a:lnTo>
                    <a:pt x="450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8" name="Google Shape;7538;p29"/>
            <p:cNvSpPr/>
            <p:nvPr/>
          </p:nvSpPr>
          <p:spPr>
            <a:xfrm>
              <a:off x="-966828" y="218748"/>
              <a:ext cx="145489" cy="210850"/>
            </a:xfrm>
            <a:custGeom>
              <a:rect b="b" l="l" r="r" t="t"/>
              <a:pathLst>
                <a:path extrusionOk="0" h="5097" w="3517">
                  <a:moveTo>
                    <a:pt x="1304" y="1"/>
                  </a:moveTo>
                  <a:lnTo>
                    <a:pt x="1126" y="21"/>
                  </a:lnTo>
                  <a:lnTo>
                    <a:pt x="968" y="40"/>
                  </a:lnTo>
                  <a:lnTo>
                    <a:pt x="790" y="179"/>
                  </a:lnTo>
                  <a:lnTo>
                    <a:pt x="613" y="356"/>
                  </a:lnTo>
                  <a:lnTo>
                    <a:pt x="415" y="574"/>
                  </a:lnTo>
                  <a:lnTo>
                    <a:pt x="336" y="712"/>
                  </a:lnTo>
                  <a:lnTo>
                    <a:pt x="237" y="870"/>
                  </a:lnTo>
                  <a:lnTo>
                    <a:pt x="158" y="1028"/>
                  </a:lnTo>
                  <a:lnTo>
                    <a:pt x="79" y="1206"/>
                  </a:lnTo>
                  <a:lnTo>
                    <a:pt x="40" y="1403"/>
                  </a:lnTo>
                  <a:lnTo>
                    <a:pt x="0" y="1601"/>
                  </a:lnTo>
                  <a:lnTo>
                    <a:pt x="0" y="1818"/>
                  </a:lnTo>
                  <a:lnTo>
                    <a:pt x="20" y="2055"/>
                  </a:lnTo>
                  <a:lnTo>
                    <a:pt x="79" y="2292"/>
                  </a:lnTo>
                  <a:lnTo>
                    <a:pt x="178" y="2549"/>
                  </a:lnTo>
                  <a:lnTo>
                    <a:pt x="297" y="2825"/>
                  </a:lnTo>
                  <a:lnTo>
                    <a:pt x="435" y="3122"/>
                  </a:lnTo>
                  <a:lnTo>
                    <a:pt x="613" y="3398"/>
                  </a:lnTo>
                  <a:lnTo>
                    <a:pt x="810" y="3675"/>
                  </a:lnTo>
                  <a:lnTo>
                    <a:pt x="1008" y="3951"/>
                  </a:lnTo>
                  <a:lnTo>
                    <a:pt x="1225" y="4208"/>
                  </a:lnTo>
                  <a:lnTo>
                    <a:pt x="1462" y="4445"/>
                  </a:lnTo>
                  <a:lnTo>
                    <a:pt x="1679" y="4662"/>
                  </a:lnTo>
                  <a:lnTo>
                    <a:pt x="1916" y="4840"/>
                  </a:lnTo>
                  <a:lnTo>
                    <a:pt x="2134" y="4978"/>
                  </a:lnTo>
                  <a:lnTo>
                    <a:pt x="2351" y="5057"/>
                  </a:lnTo>
                  <a:lnTo>
                    <a:pt x="2469" y="5097"/>
                  </a:lnTo>
                  <a:lnTo>
                    <a:pt x="2766" y="5097"/>
                  </a:lnTo>
                  <a:lnTo>
                    <a:pt x="2864" y="5057"/>
                  </a:lnTo>
                  <a:lnTo>
                    <a:pt x="2943" y="5018"/>
                  </a:lnTo>
                  <a:lnTo>
                    <a:pt x="3022" y="4939"/>
                  </a:lnTo>
                  <a:lnTo>
                    <a:pt x="3101" y="4880"/>
                  </a:lnTo>
                  <a:lnTo>
                    <a:pt x="3220" y="4702"/>
                  </a:lnTo>
                  <a:lnTo>
                    <a:pt x="3319" y="4504"/>
                  </a:lnTo>
                  <a:lnTo>
                    <a:pt x="3398" y="4267"/>
                  </a:lnTo>
                  <a:lnTo>
                    <a:pt x="3457" y="4011"/>
                  </a:lnTo>
                  <a:lnTo>
                    <a:pt x="3496" y="3734"/>
                  </a:lnTo>
                  <a:lnTo>
                    <a:pt x="3516" y="3458"/>
                  </a:lnTo>
                  <a:lnTo>
                    <a:pt x="3496" y="3142"/>
                  </a:lnTo>
                  <a:lnTo>
                    <a:pt x="3477" y="2845"/>
                  </a:lnTo>
                  <a:lnTo>
                    <a:pt x="3437" y="2549"/>
                  </a:lnTo>
                  <a:lnTo>
                    <a:pt x="3378" y="2253"/>
                  </a:lnTo>
                  <a:lnTo>
                    <a:pt x="3299" y="1956"/>
                  </a:lnTo>
                  <a:lnTo>
                    <a:pt x="3200" y="1680"/>
                  </a:lnTo>
                  <a:lnTo>
                    <a:pt x="3101" y="1423"/>
                  </a:lnTo>
                  <a:lnTo>
                    <a:pt x="2963" y="1186"/>
                  </a:lnTo>
                  <a:lnTo>
                    <a:pt x="2825" y="989"/>
                  </a:lnTo>
                  <a:lnTo>
                    <a:pt x="2687" y="811"/>
                  </a:lnTo>
                  <a:lnTo>
                    <a:pt x="2548" y="653"/>
                  </a:lnTo>
                  <a:lnTo>
                    <a:pt x="2390" y="514"/>
                  </a:lnTo>
                  <a:lnTo>
                    <a:pt x="2252" y="396"/>
                  </a:lnTo>
                  <a:lnTo>
                    <a:pt x="2134" y="297"/>
                  </a:lnTo>
                  <a:lnTo>
                    <a:pt x="1995" y="218"/>
                  </a:lnTo>
                  <a:lnTo>
                    <a:pt x="1738" y="100"/>
                  </a:lnTo>
                  <a:lnTo>
                    <a:pt x="1501" y="40"/>
                  </a:lnTo>
                  <a:lnTo>
                    <a:pt x="130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9" name="Google Shape;7539;p29"/>
            <p:cNvSpPr/>
            <p:nvPr/>
          </p:nvSpPr>
          <p:spPr>
            <a:xfrm>
              <a:off x="-916192" y="-26361"/>
              <a:ext cx="104660" cy="205927"/>
            </a:xfrm>
            <a:custGeom>
              <a:rect b="b" l="l" r="r" t="t"/>
              <a:pathLst>
                <a:path extrusionOk="0" h="4978" w="2530">
                  <a:moveTo>
                    <a:pt x="732" y="0"/>
                  </a:moveTo>
                  <a:lnTo>
                    <a:pt x="593" y="20"/>
                  </a:lnTo>
                  <a:lnTo>
                    <a:pt x="534" y="40"/>
                  </a:lnTo>
                  <a:lnTo>
                    <a:pt x="495" y="79"/>
                  </a:lnTo>
                  <a:lnTo>
                    <a:pt x="396" y="178"/>
                  </a:lnTo>
                  <a:lnTo>
                    <a:pt x="317" y="297"/>
                  </a:lnTo>
                  <a:lnTo>
                    <a:pt x="238" y="455"/>
                  </a:lnTo>
                  <a:lnTo>
                    <a:pt x="179" y="613"/>
                  </a:lnTo>
                  <a:lnTo>
                    <a:pt x="139" y="790"/>
                  </a:lnTo>
                  <a:lnTo>
                    <a:pt x="80" y="988"/>
                  </a:lnTo>
                  <a:lnTo>
                    <a:pt x="21" y="1422"/>
                  </a:lnTo>
                  <a:lnTo>
                    <a:pt x="1" y="1877"/>
                  </a:lnTo>
                  <a:lnTo>
                    <a:pt x="21" y="2351"/>
                  </a:lnTo>
                  <a:lnTo>
                    <a:pt x="80" y="2805"/>
                  </a:lnTo>
                  <a:lnTo>
                    <a:pt x="119" y="3022"/>
                  </a:lnTo>
                  <a:lnTo>
                    <a:pt x="179" y="3220"/>
                  </a:lnTo>
                  <a:lnTo>
                    <a:pt x="317" y="3615"/>
                  </a:lnTo>
                  <a:lnTo>
                    <a:pt x="495" y="3970"/>
                  </a:lnTo>
                  <a:lnTo>
                    <a:pt x="672" y="4267"/>
                  </a:lnTo>
                  <a:lnTo>
                    <a:pt x="890" y="4543"/>
                  </a:lnTo>
                  <a:lnTo>
                    <a:pt x="1087" y="4741"/>
                  </a:lnTo>
                  <a:lnTo>
                    <a:pt x="1265" y="4879"/>
                  </a:lnTo>
                  <a:lnTo>
                    <a:pt x="1344" y="4938"/>
                  </a:lnTo>
                  <a:lnTo>
                    <a:pt x="1423" y="4958"/>
                  </a:lnTo>
                  <a:lnTo>
                    <a:pt x="1502" y="4978"/>
                  </a:lnTo>
                  <a:lnTo>
                    <a:pt x="1561" y="4958"/>
                  </a:lnTo>
                  <a:lnTo>
                    <a:pt x="1581" y="4958"/>
                  </a:lnTo>
                  <a:lnTo>
                    <a:pt x="1660" y="4919"/>
                  </a:lnTo>
                  <a:lnTo>
                    <a:pt x="1759" y="4840"/>
                  </a:lnTo>
                  <a:lnTo>
                    <a:pt x="1897" y="4682"/>
                  </a:lnTo>
                  <a:lnTo>
                    <a:pt x="2035" y="4445"/>
                  </a:lnTo>
                  <a:lnTo>
                    <a:pt x="2114" y="4287"/>
                  </a:lnTo>
                  <a:lnTo>
                    <a:pt x="2193" y="4089"/>
                  </a:lnTo>
                  <a:lnTo>
                    <a:pt x="2272" y="3872"/>
                  </a:lnTo>
                  <a:lnTo>
                    <a:pt x="2351" y="3615"/>
                  </a:lnTo>
                  <a:lnTo>
                    <a:pt x="2430" y="3319"/>
                  </a:lnTo>
                  <a:lnTo>
                    <a:pt x="2490" y="3003"/>
                  </a:lnTo>
                  <a:lnTo>
                    <a:pt x="2529" y="2825"/>
                  </a:lnTo>
                  <a:lnTo>
                    <a:pt x="2529" y="2647"/>
                  </a:lnTo>
                  <a:lnTo>
                    <a:pt x="2529" y="2311"/>
                  </a:lnTo>
                  <a:lnTo>
                    <a:pt x="2490" y="1976"/>
                  </a:lnTo>
                  <a:lnTo>
                    <a:pt x="2411" y="1679"/>
                  </a:lnTo>
                  <a:lnTo>
                    <a:pt x="2292" y="1383"/>
                  </a:lnTo>
                  <a:lnTo>
                    <a:pt x="2154" y="1126"/>
                  </a:lnTo>
                  <a:lnTo>
                    <a:pt x="1996" y="869"/>
                  </a:lnTo>
                  <a:lnTo>
                    <a:pt x="1818" y="652"/>
                  </a:lnTo>
                  <a:lnTo>
                    <a:pt x="1621" y="474"/>
                  </a:lnTo>
                  <a:lnTo>
                    <a:pt x="1443" y="297"/>
                  </a:lnTo>
                  <a:lnTo>
                    <a:pt x="1245" y="178"/>
                  </a:lnTo>
                  <a:lnTo>
                    <a:pt x="1068" y="79"/>
                  </a:lnTo>
                  <a:lnTo>
                    <a:pt x="890" y="20"/>
                  </a:lnTo>
                  <a:lnTo>
                    <a:pt x="73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0" name="Google Shape;7540;p29"/>
            <p:cNvSpPr/>
            <p:nvPr/>
          </p:nvSpPr>
          <p:spPr>
            <a:xfrm>
              <a:off x="-533781" y="304547"/>
              <a:ext cx="118518" cy="205141"/>
            </a:xfrm>
            <a:custGeom>
              <a:rect b="b" l="l" r="r" t="t"/>
              <a:pathLst>
                <a:path extrusionOk="0" h="4959" w="2865">
                  <a:moveTo>
                    <a:pt x="890" y="1"/>
                  </a:moveTo>
                  <a:lnTo>
                    <a:pt x="712" y="21"/>
                  </a:lnTo>
                  <a:lnTo>
                    <a:pt x="554" y="40"/>
                  </a:lnTo>
                  <a:lnTo>
                    <a:pt x="376" y="100"/>
                  </a:lnTo>
                  <a:lnTo>
                    <a:pt x="277" y="337"/>
                  </a:lnTo>
                  <a:lnTo>
                    <a:pt x="179" y="574"/>
                  </a:lnTo>
                  <a:lnTo>
                    <a:pt x="80" y="910"/>
                  </a:lnTo>
                  <a:lnTo>
                    <a:pt x="40" y="1087"/>
                  </a:lnTo>
                  <a:lnTo>
                    <a:pt x="21" y="1285"/>
                  </a:lnTo>
                  <a:lnTo>
                    <a:pt x="1" y="1502"/>
                  </a:lnTo>
                  <a:lnTo>
                    <a:pt x="1" y="1719"/>
                  </a:lnTo>
                  <a:lnTo>
                    <a:pt x="21" y="1956"/>
                  </a:lnTo>
                  <a:lnTo>
                    <a:pt x="60" y="2193"/>
                  </a:lnTo>
                  <a:lnTo>
                    <a:pt x="139" y="2430"/>
                  </a:lnTo>
                  <a:lnTo>
                    <a:pt x="218" y="2667"/>
                  </a:lnTo>
                  <a:lnTo>
                    <a:pt x="455" y="3161"/>
                  </a:lnTo>
                  <a:lnTo>
                    <a:pt x="712" y="3616"/>
                  </a:lnTo>
                  <a:lnTo>
                    <a:pt x="988" y="4050"/>
                  </a:lnTo>
                  <a:lnTo>
                    <a:pt x="1127" y="4248"/>
                  </a:lnTo>
                  <a:lnTo>
                    <a:pt x="1285" y="4425"/>
                  </a:lnTo>
                  <a:lnTo>
                    <a:pt x="1423" y="4583"/>
                  </a:lnTo>
                  <a:lnTo>
                    <a:pt x="1581" y="4722"/>
                  </a:lnTo>
                  <a:lnTo>
                    <a:pt x="1719" y="4820"/>
                  </a:lnTo>
                  <a:lnTo>
                    <a:pt x="1858" y="4899"/>
                  </a:lnTo>
                  <a:lnTo>
                    <a:pt x="1996" y="4959"/>
                  </a:lnTo>
                  <a:lnTo>
                    <a:pt x="2114" y="4959"/>
                  </a:lnTo>
                  <a:lnTo>
                    <a:pt x="2253" y="4939"/>
                  </a:lnTo>
                  <a:lnTo>
                    <a:pt x="2351" y="4880"/>
                  </a:lnTo>
                  <a:lnTo>
                    <a:pt x="2450" y="4781"/>
                  </a:lnTo>
                  <a:lnTo>
                    <a:pt x="2549" y="4662"/>
                  </a:lnTo>
                  <a:lnTo>
                    <a:pt x="2628" y="4504"/>
                  </a:lnTo>
                  <a:lnTo>
                    <a:pt x="2707" y="4346"/>
                  </a:lnTo>
                  <a:lnTo>
                    <a:pt x="2766" y="4169"/>
                  </a:lnTo>
                  <a:lnTo>
                    <a:pt x="2806" y="3971"/>
                  </a:lnTo>
                  <a:lnTo>
                    <a:pt x="2845" y="3754"/>
                  </a:lnTo>
                  <a:lnTo>
                    <a:pt x="2865" y="3537"/>
                  </a:lnTo>
                  <a:lnTo>
                    <a:pt x="2865" y="3082"/>
                  </a:lnTo>
                  <a:lnTo>
                    <a:pt x="2845" y="2608"/>
                  </a:lnTo>
                  <a:lnTo>
                    <a:pt x="2806" y="2371"/>
                  </a:lnTo>
                  <a:lnTo>
                    <a:pt x="2766" y="2154"/>
                  </a:lnTo>
                  <a:lnTo>
                    <a:pt x="2707" y="1917"/>
                  </a:lnTo>
                  <a:lnTo>
                    <a:pt x="2628" y="1700"/>
                  </a:lnTo>
                  <a:lnTo>
                    <a:pt x="2549" y="1502"/>
                  </a:lnTo>
                  <a:lnTo>
                    <a:pt x="2450" y="1305"/>
                  </a:lnTo>
                  <a:lnTo>
                    <a:pt x="2351" y="1107"/>
                  </a:lnTo>
                  <a:lnTo>
                    <a:pt x="2233" y="929"/>
                  </a:lnTo>
                  <a:lnTo>
                    <a:pt x="2114" y="751"/>
                  </a:lnTo>
                  <a:lnTo>
                    <a:pt x="1976" y="593"/>
                  </a:lnTo>
                  <a:lnTo>
                    <a:pt x="1838" y="455"/>
                  </a:lnTo>
                  <a:lnTo>
                    <a:pt x="1700" y="337"/>
                  </a:lnTo>
                  <a:lnTo>
                    <a:pt x="1542" y="218"/>
                  </a:lnTo>
                  <a:lnTo>
                    <a:pt x="1384" y="139"/>
                  </a:lnTo>
                  <a:lnTo>
                    <a:pt x="1225" y="80"/>
                  </a:lnTo>
                  <a:lnTo>
                    <a:pt x="1067" y="21"/>
                  </a:lnTo>
                  <a:lnTo>
                    <a:pt x="89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1" name="Google Shape;7541;p29"/>
            <p:cNvSpPr/>
            <p:nvPr/>
          </p:nvSpPr>
          <p:spPr>
            <a:xfrm>
              <a:off x="-501099" y="193431"/>
              <a:ext cx="213332" cy="129977"/>
            </a:xfrm>
            <a:custGeom>
              <a:rect b="b" l="l" r="r" t="t"/>
              <a:pathLst>
                <a:path extrusionOk="0" h="3142" w="5157">
                  <a:moveTo>
                    <a:pt x="1423" y="1"/>
                  </a:moveTo>
                  <a:lnTo>
                    <a:pt x="1206" y="40"/>
                  </a:lnTo>
                  <a:lnTo>
                    <a:pt x="989" y="119"/>
                  </a:lnTo>
                  <a:lnTo>
                    <a:pt x="791" y="198"/>
                  </a:lnTo>
                  <a:lnTo>
                    <a:pt x="633" y="277"/>
                  </a:lnTo>
                  <a:lnTo>
                    <a:pt x="475" y="396"/>
                  </a:lnTo>
                  <a:lnTo>
                    <a:pt x="356" y="494"/>
                  </a:lnTo>
                  <a:lnTo>
                    <a:pt x="238" y="613"/>
                  </a:lnTo>
                  <a:lnTo>
                    <a:pt x="159" y="731"/>
                  </a:lnTo>
                  <a:lnTo>
                    <a:pt x="80" y="850"/>
                  </a:lnTo>
                  <a:lnTo>
                    <a:pt x="40" y="949"/>
                  </a:lnTo>
                  <a:lnTo>
                    <a:pt x="1" y="1047"/>
                  </a:lnTo>
                  <a:lnTo>
                    <a:pt x="1" y="1126"/>
                  </a:lnTo>
                  <a:lnTo>
                    <a:pt x="1" y="1186"/>
                  </a:lnTo>
                  <a:lnTo>
                    <a:pt x="21" y="1225"/>
                  </a:lnTo>
                  <a:lnTo>
                    <a:pt x="40" y="1324"/>
                  </a:lnTo>
                  <a:lnTo>
                    <a:pt x="80" y="1482"/>
                  </a:lnTo>
                  <a:lnTo>
                    <a:pt x="198" y="1699"/>
                  </a:lnTo>
                  <a:lnTo>
                    <a:pt x="277" y="1818"/>
                  </a:lnTo>
                  <a:lnTo>
                    <a:pt x="376" y="1936"/>
                  </a:lnTo>
                  <a:lnTo>
                    <a:pt x="495" y="2075"/>
                  </a:lnTo>
                  <a:lnTo>
                    <a:pt x="653" y="2193"/>
                  </a:lnTo>
                  <a:lnTo>
                    <a:pt x="831" y="2331"/>
                  </a:lnTo>
                  <a:lnTo>
                    <a:pt x="1028" y="2489"/>
                  </a:lnTo>
                  <a:lnTo>
                    <a:pt x="1265" y="2628"/>
                  </a:lnTo>
                  <a:lnTo>
                    <a:pt x="1522" y="2766"/>
                  </a:lnTo>
                  <a:lnTo>
                    <a:pt x="1818" y="2884"/>
                  </a:lnTo>
                  <a:lnTo>
                    <a:pt x="2095" y="2983"/>
                  </a:lnTo>
                  <a:lnTo>
                    <a:pt x="2391" y="3062"/>
                  </a:lnTo>
                  <a:lnTo>
                    <a:pt x="2687" y="3102"/>
                  </a:lnTo>
                  <a:lnTo>
                    <a:pt x="2983" y="3141"/>
                  </a:lnTo>
                  <a:lnTo>
                    <a:pt x="3280" y="3141"/>
                  </a:lnTo>
                  <a:lnTo>
                    <a:pt x="3556" y="3121"/>
                  </a:lnTo>
                  <a:lnTo>
                    <a:pt x="3813" y="3102"/>
                  </a:lnTo>
                  <a:lnTo>
                    <a:pt x="4070" y="3062"/>
                  </a:lnTo>
                  <a:lnTo>
                    <a:pt x="4287" y="3003"/>
                  </a:lnTo>
                  <a:lnTo>
                    <a:pt x="4504" y="2924"/>
                  </a:lnTo>
                  <a:lnTo>
                    <a:pt x="4702" y="2845"/>
                  </a:lnTo>
                  <a:lnTo>
                    <a:pt x="4860" y="2766"/>
                  </a:lnTo>
                  <a:lnTo>
                    <a:pt x="4978" y="2687"/>
                  </a:lnTo>
                  <a:lnTo>
                    <a:pt x="5077" y="2588"/>
                  </a:lnTo>
                  <a:lnTo>
                    <a:pt x="5136" y="2489"/>
                  </a:lnTo>
                  <a:lnTo>
                    <a:pt x="5156" y="2391"/>
                  </a:lnTo>
                  <a:lnTo>
                    <a:pt x="5136" y="2252"/>
                  </a:lnTo>
                  <a:lnTo>
                    <a:pt x="5097" y="2114"/>
                  </a:lnTo>
                  <a:lnTo>
                    <a:pt x="4998" y="1956"/>
                  </a:lnTo>
                  <a:lnTo>
                    <a:pt x="4899" y="1778"/>
                  </a:lnTo>
                  <a:lnTo>
                    <a:pt x="4741" y="1601"/>
                  </a:lnTo>
                  <a:lnTo>
                    <a:pt x="4564" y="1403"/>
                  </a:lnTo>
                  <a:lnTo>
                    <a:pt x="4386" y="1225"/>
                  </a:lnTo>
                  <a:lnTo>
                    <a:pt x="4169" y="1028"/>
                  </a:lnTo>
                  <a:lnTo>
                    <a:pt x="3932" y="850"/>
                  </a:lnTo>
                  <a:lnTo>
                    <a:pt x="3675" y="672"/>
                  </a:lnTo>
                  <a:lnTo>
                    <a:pt x="3398" y="514"/>
                  </a:lnTo>
                  <a:lnTo>
                    <a:pt x="3122" y="376"/>
                  </a:lnTo>
                  <a:lnTo>
                    <a:pt x="2845" y="238"/>
                  </a:lnTo>
                  <a:lnTo>
                    <a:pt x="2549" y="139"/>
                  </a:lnTo>
                  <a:lnTo>
                    <a:pt x="2233" y="60"/>
                  </a:lnTo>
                  <a:lnTo>
                    <a:pt x="1956" y="20"/>
                  </a:lnTo>
                  <a:lnTo>
                    <a:pt x="168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2" name="Google Shape;7542;p29"/>
            <p:cNvSpPr/>
            <p:nvPr/>
          </p:nvSpPr>
          <p:spPr>
            <a:xfrm>
              <a:off x="-577880" y="534184"/>
              <a:ext cx="190415" cy="116863"/>
            </a:xfrm>
            <a:custGeom>
              <a:rect b="b" l="l" r="r" t="t"/>
              <a:pathLst>
                <a:path extrusionOk="0" h="2825" w="4603">
                  <a:moveTo>
                    <a:pt x="2489" y="0"/>
                  </a:moveTo>
                  <a:lnTo>
                    <a:pt x="2252" y="20"/>
                  </a:lnTo>
                  <a:lnTo>
                    <a:pt x="2015" y="40"/>
                  </a:lnTo>
                  <a:lnTo>
                    <a:pt x="1798" y="79"/>
                  </a:lnTo>
                  <a:lnTo>
                    <a:pt x="1561" y="119"/>
                  </a:lnTo>
                  <a:lnTo>
                    <a:pt x="1343" y="178"/>
                  </a:lnTo>
                  <a:lnTo>
                    <a:pt x="1146" y="277"/>
                  </a:lnTo>
                  <a:lnTo>
                    <a:pt x="948" y="376"/>
                  </a:lnTo>
                  <a:lnTo>
                    <a:pt x="771" y="474"/>
                  </a:lnTo>
                  <a:lnTo>
                    <a:pt x="632" y="593"/>
                  </a:lnTo>
                  <a:lnTo>
                    <a:pt x="514" y="731"/>
                  </a:lnTo>
                  <a:lnTo>
                    <a:pt x="395" y="850"/>
                  </a:lnTo>
                  <a:lnTo>
                    <a:pt x="297" y="988"/>
                  </a:lnTo>
                  <a:lnTo>
                    <a:pt x="237" y="1126"/>
                  </a:lnTo>
                  <a:lnTo>
                    <a:pt x="158" y="1245"/>
                  </a:lnTo>
                  <a:lnTo>
                    <a:pt x="79" y="1501"/>
                  </a:lnTo>
                  <a:lnTo>
                    <a:pt x="40" y="1699"/>
                  </a:lnTo>
                  <a:lnTo>
                    <a:pt x="0" y="1877"/>
                  </a:lnTo>
                  <a:lnTo>
                    <a:pt x="20" y="1936"/>
                  </a:lnTo>
                  <a:lnTo>
                    <a:pt x="99" y="2094"/>
                  </a:lnTo>
                  <a:lnTo>
                    <a:pt x="257" y="2311"/>
                  </a:lnTo>
                  <a:lnTo>
                    <a:pt x="356" y="2410"/>
                  </a:lnTo>
                  <a:lnTo>
                    <a:pt x="474" y="2529"/>
                  </a:lnTo>
                  <a:lnTo>
                    <a:pt x="613" y="2627"/>
                  </a:lnTo>
                  <a:lnTo>
                    <a:pt x="771" y="2706"/>
                  </a:lnTo>
                  <a:lnTo>
                    <a:pt x="968" y="2766"/>
                  </a:lnTo>
                  <a:lnTo>
                    <a:pt x="1185" y="2805"/>
                  </a:lnTo>
                  <a:lnTo>
                    <a:pt x="1422" y="2825"/>
                  </a:lnTo>
                  <a:lnTo>
                    <a:pt x="1699" y="2785"/>
                  </a:lnTo>
                  <a:lnTo>
                    <a:pt x="1995" y="2726"/>
                  </a:lnTo>
                  <a:lnTo>
                    <a:pt x="2331" y="2608"/>
                  </a:lnTo>
                  <a:lnTo>
                    <a:pt x="2963" y="2331"/>
                  </a:lnTo>
                  <a:lnTo>
                    <a:pt x="3516" y="2054"/>
                  </a:lnTo>
                  <a:lnTo>
                    <a:pt x="3753" y="1936"/>
                  </a:lnTo>
                  <a:lnTo>
                    <a:pt x="3951" y="1798"/>
                  </a:lnTo>
                  <a:lnTo>
                    <a:pt x="4128" y="1679"/>
                  </a:lnTo>
                  <a:lnTo>
                    <a:pt x="4286" y="1541"/>
                  </a:lnTo>
                  <a:lnTo>
                    <a:pt x="4405" y="1422"/>
                  </a:lnTo>
                  <a:lnTo>
                    <a:pt x="4504" y="1284"/>
                  </a:lnTo>
                  <a:lnTo>
                    <a:pt x="4563" y="1166"/>
                  </a:lnTo>
                  <a:lnTo>
                    <a:pt x="4602" y="1047"/>
                  </a:lnTo>
                  <a:lnTo>
                    <a:pt x="4602" y="929"/>
                  </a:lnTo>
                  <a:lnTo>
                    <a:pt x="4563" y="810"/>
                  </a:lnTo>
                  <a:lnTo>
                    <a:pt x="4504" y="692"/>
                  </a:lnTo>
                  <a:lnTo>
                    <a:pt x="4405" y="593"/>
                  </a:lnTo>
                  <a:lnTo>
                    <a:pt x="4286" y="474"/>
                  </a:lnTo>
                  <a:lnTo>
                    <a:pt x="4128" y="376"/>
                  </a:lnTo>
                  <a:lnTo>
                    <a:pt x="3970" y="297"/>
                  </a:lnTo>
                  <a:lnTo>
                    <a:pt x="3793" y="218"/>
                  </a:lnTo>
                  <a:lnTo>
                    <a:pt x="3595" y="158"/>
                  </a:lnTo>
                  <a:lnTo>
                    <a:pt x="3398" y="99"/>
                  </a:lnTo>
                  <a:lnTo>
                    <a:pt x="3180" y="60"/>
                  </a:lnTo>
                  <a:lnTo>
                    <a:pt x="2943" y="20"/>
                  </a:lnTo>
                  <a:lnTo>
                    <a:pt x="272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3" name="Google Shape;7543;p29"/>
            <p:cNvSpPr/>
            <p:nvPr/>
          </p:nvSpPr>
          <p:spPr>
            <a:xfrm>
              <a:off x="-513344" y="326638"/>
              <a:ext cx="76033" cy="169979"/>
            </a:xfrm>
            <a:custGeom>
              <a:rect b="b" l="l" r="r" t="t"/>
              <a:pathLst>
                <a:path extrusionOk="0" h="4109" w="1838">
                  <a:moveTo>
                    <a:pt x="20" y="0"/>
                  </a:moveTo>
                  <a:lnTo>
                    <a:pt x="1" y="20"/>
                  </a:lnTo>
                  <a:lnTo>
                    <a:pt x="20" y="79"/>
                  </a:lnTo>
                  <a:lnTo>
                    <a:pt x="119" y="277"/>
                  </a:lnTo>
                  <a:lnTo>
                    <a:pt x="494" y="909"/>
                  </a:lnTo>
                  <a:lnTo>
                    <a:pt x="731" y="1324"/>
                  </a:lnTo>
                  <a:lnTo>
                    <a:pt x="969" y="1758"/>
                  </a:lnTo>
                  <a:lnTo>
                    <a:pt x="1166" y="2212"/>
                  </a:lnTo>
                  <a:lnTo>
                    <a:pt x="1245" y="2430"/>
                  </a:lnTo>
                  <a:lnTo>
                    <a:pt x="1324" y="2667"/>
                  </a:lnTo>
                  <a:lnTo>
                    <a:pt x="1660" y="3872"/>
                  </a:lnTo>
                  <a:lnTo>
                    <a:pt x="1699" y="4010"/>
                  </a:lnTo>
                  <a:lnTo>
                    <a:pt x="1739" y="4089"/>
                  </a:lnTo>
                  <a:lnTo>
                    <a:pt x="1759" y="4109"/>
                  </a:lnTo>
                  <a:lnTo>
                    <a:pt x="1778" y="4109"/>
                  </a:lnTo>
                  <a:lnTo>
                    <a:pt x="1818" y="4089"/>
                  </a:lnTo>
                  <a:lnTo>
                    <a:pt x="1818" y="4030"/>
                  </a:lnTo>
                  <a:lnTo>
                    <a:pt x="1838" y="3951"/>
                  </a:lnTo>
                  <a:lnTo>
                    <a:pt x="1818" y="3733"/>
                  </a:lnTo>
                  <a:lnTo>
                    <a:pt x="1778" y="3417"/>
                  </a:lnTo>
                  <a:lnTo>
                    <a:pt x="1699" y="3062"/>
                  </a:lnTo>
                  <a:lnTo>
                    <a:pt x="1601" y="2667"/>
                  </a:lnTo>
                  <a:lnTo>
                    <a:pt x="1482" y="2252"/>
                  </a:lnTo>
                  <a:lnTo>
                    <a:pt x="1344" y="1857"/>
                  </a:lnTo>
                  <a:lnTo>
                    <a:pt x="1186" y="1482"/>
                  </a:lnTo>
                  <a:lnTo>
                    <a:pt x="1008" y="1166"/>
                  </a:lnTo>
                  <a:lnTo>
                    <a:pt x="850" y="869"/>
                  </a:lnTo>
                  <a:lnTo>
                    <a:pt x="672" y="593"/>
                  </a:lnTo>
                  <a:lnTo>
                    <a:pt x="514" y="376"/>
                  </a:lnTo>
                  <a:lnTo>
                    <a:pt x="376" y="198"/>
                  </a:lnTo>
                  <a:lnTo>
                    <a:pt x="238" y="79"/>
                  </a:lnTo>
                  <a:lnTo>
                    <a:pt x="11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4" name="Google Shape;7544;p29"/>
            <p:cNvSpPr/>
            <p:nvPr/>
          </p:nvSpPr>
          <p:spPr>
            <a:xfrm>
              <a:off x="-476568" y="244935"/>
              <a:ext cx="174074" cy="56384"/>
            </a:xfrm>
            <a:custGeom>
              <a:rect b="b" l="l" r="r" t="t"/>
              <a:pathLst>
                <a:path extrusionOk="0" h="1363" w="4208">
                  <a:moveTo>
                    <a:pt x="1" y="0"/>
                  </a:moveTo>
                  <a:lnTo>
                    <a:pt x="178" y="158"/>
                  </a:lnTo>
                  <a:lnTo>
                    <a:pt x="376" y="316"/>
                  </a:lnTo>
                  <a:lnTo>
                    <a:pt x="652" y="494"/>
                  </a:lnTo>
                  <a:lnTo>
                    <a:pt x="988" y="691"/>
                  </a:lnTo>
                  <a:lnTo>
                    <a:pt x="1363" y="889"/>
                  </a:lnTo>
                  <a:lnTo>
                    <a:pt x="1778" y="1067"/>
                  </a:lnTo>
                  <a:lnTo>
                    <a:pt x="1995" y="1126"/>
                  </a:lnTo>
                  <a:lnTo>
                    <a:pt x="2213" y="1185"/>
                  </a:lnTo>
                  <a:lnTo>
                    <a:pt x="2667" y="1264"/>
                  </a:lnTo>
                  <a:lnTo>
                    <a:pt x="3082" y="1323"/>
                  </a:lnTo>
                  <a:lnTo>
                    <a:pt x="3437" y="1363"/>
                  </a:lnTo>
                  <a:lnTo>
                    <a:pt x="3990" y="1363"/>
                  </a:lnTo>
                  <a:lnTo>
                    <a:pt x="4148" y="1323"/>
                  </a:lnTo>
                  <a:lnTo>
                    <a:pt x="4188" y="1304"/>
                  </a:lnTo>
                  <a:lnTo>
                    <a:pt x="4208" y="1284"/>
                  </a:lnTo>
                  <a:lnTo>
                    <a:pt x="4188" y="1264"/>
                  </a:lnTo>
                  <a:lnTo>
                    <a:pt x="4148" y="1225"/>
                  </a:lnTo>
                  <a:lnTo>
                    <a:pt x="3990" y="1165"/>
                  </a:lnTo>
                  <a:lnTo>
                    <a:pt x="3773" y="1106"/>
                  </a:lnTo>
                  <a:lnTo>
                    <a:pt x="3161" y="968"/>
                  </a:lnTo>
                  <a:lnTo>
                    <a:pt x="2805" y="889"/>
                  </a:lnTo>
                  <a:lnTo>
                    <a:pt x="2410" y="770"/>
                  </a:lnTo>
                  <a:lnTo>
                    <a:pt x="1995" y="652"/>
                  </a:lnTo>
                  <a:lnTo>
                    <a:pt x="1581" y="474"/>
                  </a:lnTo>
                  <a:lnTo>
                    <a:pt x="1186" y="316"/>
                  </a:lnTo>
                  <a:lnTo>
                    <a:pt x="850" y="198"/>
                  </a:lnTo>
                  <a:lnTo>
                    <a:pt x="573" y="119"/>
                  </a:lnTo>
                  <a:lnTo>
                    <a:pt x="376" y="59"/>
                  </a:lnTo>
                  <a:lnTo>
                    <a:pt x="99" y="20"/>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5" name="Google Shape;7545;p29"/>
            <p:cNvSpPr/>
            <p:nvPr/>
          </p:nvSpPr>
          <p:spPr>
            <a:xfrm>
              <a:off x="-566462" y="577497"/>
              <a:ext cx="164270" cy="38430"/>
            </a:xfrm>
            <a:custGeom>
              <a:rect b="b" l="l" r="r" t="t"/>
              <a:pathLst>
                <a:path extrusionOk="0" h="929" w="3971">
                  <a:moveTo>
                    <a:pt x="3872" y="0"/>
                  </a:moveTo>
                  <a:lnTo>
                    <a:pt x="3675" y="40"/>
                  </a:lnTo>
                  <a:lnTo>
                    <a:pt x="3122" y="158"/>
                  </a:lnTo>
                  <a:lnTo>
                    <a:pt x="1956" y="474"/>
                  </a:lnTo>
                  <a:lnTo>
                    <a:pt x="1739" y="533"/>
                  </a:lnTo>
                  <a:lnTo>
                    <a:pt x="1443" y="573"/>
                  </a:lnTo>
                  <a:lnTo>
                    <a:pt x="771" y="672"/>
                  </a:lnTo>
                  <a:lnTo>
                    <a:pt x="218" y="751"/>
                  </a:lnTo>
                  <a:lnTo>
                    <a:pt x="60" y="790"/>
                  </a:lnTo>
                  <a:lnTo>
                    <a:pt x="21" y="810"/>
                  </a:lnTo>
                  <a:lnTo>
                    <a:pt x="1" y="830"/>
                  </a:lnTo>
                  <a:lnTo>
                    <a:pt x="21" y="849"/>
                  </a:lnTo>
                  <a:lnTo>
                    <a:pt x="60" y="889"/>
                  </a:lnTo>
                  <a:lnTo>
                    <a:pt x="159" y="909"/>
                  </a:lnTo>
                  <a:lnTo>
                    <a:pt x="258" y="928"/>
                  </a:lnTo>
                  <a:lnTo>
                    <a:pt x="435" y="928"/>
                  </a:lnTo>
                  <a:lnTo>
                    <a:pt x="653" y="909"/>
                  </a:lnTo>
                  <a:lnTo>
                    <a:pt x="929" y="889"/>
                  </a:lnTo>
                  <a:lnTo>
                    <a:pt x="1265" y="830"/>
                  </a:lnTo>
                  <a:lnTo>
                    <a:pt x="1680" y="751"/>
                  </a:lnTo>
                  <a:lnTo>
                    <a:pt x="2114" y="632"/>
                  </a:lnTo>
                  <a:lnTo>
                    <a:pt x="2608" y="494"/>
                  </a:lnTo>
                  <a:lnTo>
                    <a:pt x="3398" y="237"/>
                  </a:lnTo>
                  <a:lnTo>
                    <a:pt x="3813" y="119"/>
                  </a:lnTo>
                  <a:lnTo>
                    <a:pt x="3971" y="59"/>
                  </a:lnTo>
                  <a:lnTo>
                    <a:pt x="3971" y="40"/>
                  </a:lnTo>
                  <a:lnTo>
                    <a:pt x="3951" y="20"/>
                  </a:lnTo>
                  <a:lnTo>
                    <a:pt x="39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6" name="Google Shape;7546;p29"/>
            <p:cNvSpPr/>
            <p:nvPr/>
          </p:nvSpPr>
          <p:spPr>
            <a:xfrm>
              <a:off x="-926783" y="235916"/>
              <a:ext cx="68670" cy="172461"/>
            </a:xfrm>
            <a:custGeom>
              <a:rect b="b" l="l" r="r" t="t"/>
              <a:pathLst>
                <a:path extrusionOk="0" h="4169" w="1660">
                  <a:moveTo>
                    <a:pt x="0" y="1"/>
                  </a:moveTo>
                  <a:lnTo>
                    <a:pt x="0" y="20"/>
                  </a:lnTo>
                  <a:lnTo>
                    <a:pt x="0" y="40"/>
                  </a:lnTo>
                  <a:lnTo>
                    <a:pt x="20" y="99"/>
                  </a:lnTo>
                  <a:lnTo>
                    <a:pt x="59" y="218"/>
                  </a:lnTo>
                  <a:lnTo>
                    <a:pt x="514" y="1186"/>
                  </a:lnTo>
                  <a:lnTo>
                    <a:pt x="849" y="2035"/>
                  </a:lnTo>
                  <a:lnTo>
                    <a:pt x="1225" y="3023"/>
                  </a:lnTo>
                  <a:lnTo>
                    <a:pt x="1659" y="4168"/>
                  </a:lnTo>
                  <a:lnTo>
                    <a:pt x="1363" y="2588"/>
                  </a:lnTo>
                  <a:lnTo>
                    <a:pt x="1304" y="2312"/>
                  </a:lnTo>
                  <a:lnTo>
                    <a:pt x="1225" y="2035"/>
                  </a:lnTo>
                  <a:lnTo>
                    <a:pt x="1146" y="1778"/>
                  </a:lnTo>
                  <a:lnTo>
                    <a:pt x="1047" y="1541"/>
                  </a:lnTo>
                  <a:lnTo>
                    <a:pt x="869" y="1127"/>
                  </a:lnTo>
                  <a:lnTo>
                    <a:pt x="672" y="751"/>
                  </a:lnTo>
                  <a:lnTo>
                    <a:pt x="474" y="475"/>
                  </a:lnTo>
                  <a:lnTo>
                    <a:pt x="296" y="258"/>
                  </a:lnTo>
                  <a:lnTo>
                    <a:pt x="158" y="99"/>
                  </a:lnTo>
                  <a:lnTo>
                    <a:pt x="59" y="20"/>
                  </a:lnTo>
                  <a:lnTo>
                    <a:pt x="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7" name="Google Shape;7547;p29"/>
            <p:cNvSpPr/>
            <p:nvPr/>
          </p:nvSpPr>
          <p:spPr>
            <a:xfrm>
              <a:off x="-827912" y="128896"/>
              <a:ext cx="189587" cy="103791"/>
            </a:xfrm>
            <a:custGeom>
              <a:rect b="b" l="l" r="r" t="t"/>
              <a:pathLst>
                <a:path extrusionOk="0" h="2509" w="4583">
                  <a:moveTo>
                    <a:pt x="4563" y="0"/>
                  </a:moveTo>
                  <a:lnTo>
                    <a:pt x="4484" y="20"/>
                  </a:lnTo>
                  <a:lnTo>
                    <a:pt x="4326" y="99"/>
                  </a:lnTo>
                  <a:lnTo>
                    <a:pt x="4109" y="217"/>
                  </a:lnTo>
                  <a:lnTo>
                    <a:pt x="3555" y="593"/>
                  </a:lnTo>
                  <a:lnTo>
                    <a:pt x="2923" y="988"/>
                  </a:lnTo>
                  <a:lnTo>
                    <a:pt x="2607" y="1166"/>
                  </a:lnTo>
                  <a:lnTo>
                    <a:pt x="2331" y="1304"/>
                  </a:lnTo>
                  <a:lnTo>
                    <a:pt x="1640" y="1600"/>
                  </a:lnTo>
                  <a:lnTo>
                    <a:pt x="849" y="1956"/>
                  </a:lnTo>
                  <a:lnTo>
                    <a:pt x="494" y="2133"/>
                  </a:lnTo>
                  <a:lnTo>
                    <a:pt x="217" y="2291"/>
                  </a:lnTo>
                  <a:lnTo>
                    <a:pt x="40" y="2410"/>
                  </a:lnTo>
                  <a:lnTo>
                    <a:pt x="0" y="2449"/>
                  </a:lnTo>
                  <a:lnTo>
                    <a:pt x="0" y="2489"/>
                  </a:lnTo>
                  <a:lnTo>
                    <a:pt x="59" y="2509"/>
                  </a:lnTo>
                  <a:lnTo>
                    <a:pt x="257" y="2509"/>
                  </a:lnTo>
                  <a:lnTo>
                    <a:pt x="375" y="2469"/>
                  </a:lnTo>
                  <a:lnTo>
                    <a:pt x="435" y="2449"/>
                  </a:lnTo>
                  <a:lnTo>
                    <a:pt x="632" y="2390"/>
                  </a:lnTo>
                  <a:lnTo>
                    <a:pt x="869" y="2311"/>
                  </a:lnTo>
                  <a:lnTo>
                    <a:pt x="1185" y="2193"/>
                  </a:lnTo>
                  <a:lnTo>
                    <a:pt x="1561" y="2035"/>
                  </a:lnTo>
                  <a:lnTo>
                    <a:pt x="2015" y="1817"/>
                  </a:lnTo>
                  <a:lnTo>
                    <a:pt x="2489" y="1561"/>
                  </a:lnTo>
                  <a:lnTo>
                    <a:pt x="3022" y="1264"/>
                  </a:lnTo>
                  <a:lnTo>
                    <a:pt x="3496" y="948"/>
                  </a:lnTo>
                  <a:lnTo>
                    <a:pt x="3891" y="672"/>
                  </a:lnTo>
                  <a:lnTo>
                    <a:pt x="4188" y="454"/>
                  </a:lnTo>
                  <a:lnTo>
                    <a:pt x="4385" y="257"/>
                  </a:lnTo>
                  <a:lnTo>
                    <a:pt x="4523" y="138"/>
                  </a:lnTo>
                  <a:lnTo>
                    <a:pt x="4583" y="40"/>
                  </a:lnTo>
                  <a:lnTo>
                    <a:pt x="4583" y="20"/>
                  </a:lnTo>
                  <a:lnTo>
                    <a:pt x="45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8" name="Google Shape;7548;p29"/>
            <p:cNvSpPr/>
            <p:nvPr/>
          </p:nvSpPr>
          <p:spPr>
            <a:xfrm>
              <a:off x="-888393" y="-14943"/>
              <a:ext cx="41698" cy="162657"/>
            </a:xfrm>
            <a:custGeom>
              <a:rect b="b" l="l" r="r" t="t"/>
              <a:pathLst>
                <a:path extrusionOk="0" h="3932" w="1008">
                  <a:moveTo>
                    <a:pt x="0" y="1"/>
                  </a:moveTo>
                  <a:lnTo>
                    <a:pt x="0" y="40"/>
                  </a:lnTo>
                  <a:lnTo>
                    <a:pt x="79" y="297"/>
                  </a:lnTo>
                  <a:lnTo>
                    <a:pt x="238" y="712"/>
                  </a:lnTo>
                  <a:lnTo>
                    <a:pt x="435" y="1285"/>
                  </a:lnTo>
                  <a:lnTo>
                    <a:pt x="534" y="1660"/>
                  </a:lnTo>
                  <a:lnTo>
                    <a:pt x="613" y="2055"/>
                  </a:lnTo>
                  <a:lnTo>
                    <a:pt x="731" y="2924"/>
                  </a:lnTo>
                  <a:lnTo>
                    <a:pt x="810" y="3635"/>
                  </a:lnTo>
                  <a:lnTo>
                    <a:pt x="830" y="3912"/>
                  </a:lnTo>
                  <a:lnTo>
                    <a:pt x="870" y="3931"/>
                  </a:lnTo>
                  <a:lnTo>
                    <a:pt x="909" y="3931"/>
                  </a:lnTo>
                  <a:lnTo>
                    <a:pt x="929" y="3912"/>
                  </a:lnTo>
                  <a:lnTo>
                    <a:pt x="949" y="3852"/>
                  </a:lnTo>
                  <a:lnTo>
                    <a:pt x="988" y="3714"/>
                  </a:lnTo>
                  <a:lnTo>
                    <a:pt x="1008" y="3477"/>
                  </a:lnTo>
                  <a:lnTo>
                    <a:pt x="1008" y="3201"/>
                  </a:lnTo>
                  <a:lnTo>
                    <a:pt x="968" y="2865"/>
                  </a:lnTo>
                  <a:lnTo>
                    <a:pt x="909" y="2470"/>
                  </a:lnTo>
                  <a:lnTo>
                    <a:pt x="830" y="2055"/>
                  </a:lnTo>
                  <a:lnTo>
                    <a:pt x="731" y="1640"/>
                  </a:lnTo>
                  <a:lnTo>
                    <a:pt x="633" y="1265"/>
                  </a:lnTo>
                  <a:lnTo>
                    <a:pt x="514" y="929"/>
                  </a:lnTo>
                  <a:lnTo>
                    <a:pt x="415" y="633"/>
                  </a:lnTo>
                  <a:lnTo>
                    <a:pt x="297" y="396"/>
                  </a:lnTo>
                  <a:lnTo>
                    <a:pt x="198" y="198"/>
                  </a:lnTo>
                  <a:lnTo>
                    <a:pt x="119" y="80"/>
                  </a:lnTo>
                  <a:lnTo>
                    <a:pt x="4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9" name="Google Shape;7549;p29"/>
            <p:cNvSpPr/>
            <p:nvPr/>
          </p:nvSpPr>
          <p:spPr>
            <a:xfrm>
              <a:off x="-647338" y="248203"/>
              <a:ext cx="51503" cy="67843"/>
            </a:xfrm>
            <a:custGeom>
              <a:rect b="b" l="l" r="r" t="t"/>
              <a:pathLst>
                <a:path extrusionOk="0" h="1640" w="1245">
                  <a:moveTo>
                    <a:pt x="652" y="0"/>
                  </a:moveTo>
                  <a:lnTo>
                    <a:pt x="494" y="20"/>
                  </a:lnTo>
                  <a:lnTo>
                    <a:pt x="376" y="59"/>
                  </a:lnTo>
                  <a:lnTo>
                    <a:pt x="257" y="119"/>
                  </a:lnTo>
                  <a:lnTo>
                    <a:pt x="178" y="198"/>
                  </a:lnTo>
                  <a:lnTo>
                    <a:pt x="99" y="316"/>
                  </a:lnTo>
                  <a:lnTo>
                    <a:pt x="40" y="415"/>
                  </a:lnTo>
                  <a:lnTo>
                    <a:pt x="20" y="514"/>
                  </a:lnTo>
                  <a:lnTo>
                    <a:pt x="0" y="632"/>
                  </a:lnTo>
                  <a:lnTo>
                    <a:pt x="0" y="849"/>
                  </a:lnTo>
                  <a:lnTo>
                    <a:pt x="20" y="1086"/>
                  </a:lnTo>
                  <a:lnTo>
                    <a:pt x="60" y="1185"/>
                  </a:lnTo>
                  <a:lnTo>
                    <a:pt x="99" y="1304"/>
                  </a:lnTo>
                  <a:lnTo>
                    <a:pt x="178" y="1402"/>
                  </a:lnTo>
                  <a:lnTo>
                    <a:pt x="257" y="1501"/>
                  </a:lnTo>
                  <a:lnTo>
                    <a:pt x="336" y="1580"/>
                  </a:lnTo>
                  <a:lnTo>
                    <a:pt x="455" y="1620"/>
                  </a:lnTo>
                  <a:lnTo>
                    <a:pt x="593" y="1639"/>
                  </a:lnTo>
                  <a:lnTo>
                    <a:pt x="731" y="1620"/>
                  </a:lnTo>
                  <a:lnTo>
                    <a:pt x="869" y="1560"/>
                  </a:lnTo>
                  <a:lnTo>
                    <a:pt x="988" y="1462"/>
                  </a:lnTo>
                  <a:lnTo>
                    <a:pt x="1087" y="1383"/>
                  </a:lnTo>
                  <a:lnTo>
                    <a:pt x="1126" y="1304"/>
                  </a:lnTo>
                  <a:lnTo>
                    <a:pt x="1166" y="1205"/>
                  </a:lnTo>
                  <a:lnTo>
                    <a:pt x="1205" y="1106"/>
                  </a:lnTo>
                  <a:lnTo>
                    <a:pt x="1225" y="988"/>
                  </a:lnTo>
                  <a:lnTo>
                    <a:pt x="1245" y="770"/>
                  </a:lnTo>
                  <a:lnTo>
                    <a:pt x="1245" y="652"/>
                  </a:lnTo>
                  <a:lnTo>
                    <a:pt x="1225" y="553"/>
                  </a:lnTo>
                  <a:lnTo>
                    <a:pt x="1205" y="435"/>
                  </a:lnTo>
                  <a:lnTo>
                    <a:pt x="1146" y="336"/>
                  </a:lnTo>
                  <a:lnTo>
                    <a:pt x="1087" y="257"/>
                  </a:lnTo>
                  <a:lnTo>
                    <a:pt x="1027" y="178"/>
                  </a:lnTo>
                  <a:lnTo>
                    <a:pt x="929" y="99"/>
                  </a:lnTo>
                  <a:lnTo>
                    <a:pt x="850" y="59"/>
                  </a:lnTo>
                  <a:lnTo>
                    <a:pt x="751" y="20"/>
                  </a:lnTo>
                  <a:lnTo>
                    <a:pt x="65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0" name="Google Shape;7550;p29"/>
            <p:cNvSpPr/>
            <p:nvPr/>
          </p:nvSpPr>
          <p:spPr>
            <a:xfrm>
              <a:off x="-689037" y="312738"/>
              <a:ext cx="52371" cy="45794"/>
            </a:xfrm>
            <a:custGeom>
              <a:rect b="b" l="l" r="r" t="t"/>
              <a:pathLst>
                <a:path extrusionOk="0" h="1107" w="1266">
                  <a:moveTo>
                    <a:pt x="515" y="0"/>
                  </a:moveTo>
                  <a:lnTo>
                    <a:pt x="376" y="20"/>
                  </a:lnTo>
                  <a:lnTo>
                    <a:pt x="297" y="40"/>
                  </a:lnTo>
                  <a:lnTo>
                    <a:pt x="238" y="60"/>
                  </a:lnTo>
                  <a:lnTo>
                    <a:pt x="139" y="119"/>
                  </a:lnTo>
                  <a:lnTo>
                    <a:pt x="80" y="198"/>
                  </a:lnTo>
                  <a:lnTo>
                    <a:pt x="40" y="257"/>
                  </a:lnTo>
                  <a:lnTo>
                    <a:pt x="21" y="336"/>
                  </a:lnTo>
                  <a:lnTo>
                    <a:pt x="1" y="415"/>
                  </a:lnTo>
                  <a:lnTo>
                    <a:pt x="1" y="514"/>
                  </a:lnTo>
                  <a:lnTo>
                    <a:pt x="21" y="593"/>
                  </a:lnTo>
                  <a:lnTo>
                    <a:pt x="40" y="672"/>
                  </a:lnTo>
                  <a:lnTo>
                    <a:pt x="119" y="791"/>
                  </a:lnTo>
                  <a:lnTo>
                    <a:pt x="179" y="870"/>
                  </a:lnTo>
                  <a:lnTo>
                    <a:pt x="297" y="949"/>
                  </a:lnTo>
                  <a:lnTo>
                    <a:pt x="416" y="1028"/>
                  </a:lnTo>
                  <a:lnTo>
                    <a:pt x="534" y="1067"/>
                  </a:lnTo>
                  <a:lnTo>
                    <a:pt x="653" y="1087"/>
                  </a:lnTo>
                  <a:lnTo>
                    <a:pt x="732" y="1107"/>
                  </a:lnTo>
                  <a:lnTo>
                    <a:pt x="890" y="1107"/>
                  </a:lnTo>
                  <a:lnTo>
                    <a:pt x="969" y="1087"/>
                  </a:lnTo>
                  <a:lnTo>
                    <a:pt x="1048" y="1047"/>
                  </a:lnTo>
                  <a:lnTo>
                    <a:pt x="1127" y="1008"/>
                  </a:lnTo>
                  <a:lnTo>
                    <a:pt x="1147" y="968"/>
                  </a:lnTo>
                  <a:lnTo>
                    <a:pt x="1206" y="889"/>
                  </a:lnTo>
                  <a:lnTo>
                    <a:pt x="1245" y="810"/>
                  </a:lnTo>
                  <a:lnTo>
                    <a:pt x="1265" y="712"/>
                  </a:lnTo>
                  <a:lnTo>
                    <a:pt x="1265" y="632"/>
                  </a:lnTo>
                  <a:lnTo>
                    <a:pt x="1265" y="553"/>
                  </a:lnTo>
                  <a:lnTo>
                    <a:pt x="1206" y="415"/>
                  </a:lnTo>
                  <a:lnTo>
                    <a:pt x="1127" y="277"/>
                  </a:lnTo>
                  <a:lnTo>
                    <a:pt x="1028" y="178"/>
                  </a:lnTo>
                  <a:lnTo>
                    <a:pt x="910" y="99"/>
                  </a:lnTo>
                  <a:lnTo>
                    <a:pt x="771" y="40"/>
                  </a:lnTo>
                  <a:lnTo>
                    <a:pt x="653" y="20"/>
                  </a:lnTo>
                  <a:lnTo>
                    <a:pt x="5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1" name="Google Shape;7551;p29"/>
            <p:cNvSpPr/>
            <p:nvPr/>
          </p:nvSpPr>
          <p:spPr>
            <a:xfrm>
              <a:off x="-599970" y="311910"/>
              <a:ext cx="63789" cy="48276"/>
            </a:xfrm>
            <a:custGeom>
              <a:rect b="b" l="l" r="r" t="t"/>
              <a:pathLst>
                <a:path extrusionOk="0" h="1167" w="1542">
                  <a:moveTo>
                    <a:pt x="594" y="1"/>
                  </a:moveTo>
                  <a:lnTo>
                    <a:pt x="416" y="20"/>
                  </a:lnTo>
                  <a:lnTo>
                    <a:pt x="258" y="80"/>
                  </a:lnTo>
                  <a:lnTo>
                    <a:pt x="198" y="119"/>
                  </a:lnTo>
                  <a:lnTo>
                    <a:pt x="139" y="178"/>
                  </a:lnTo>
                  <a:lnTo>
                    <a:pt x="80" y="257"/>
                  </a:lnTo>
                  <a:lnTo>
                    <a:pt x="40" y="317"/>
                  </a:lnTo>
                  <a:lnTo>
                    <a:pt x="1" y="396"/>
                  </a:lnTo>
                  <a:lnTo>
                    <a:pt x="1" y="494"/>
                  </a:lnTo>
                  <a:lnTo>
                    <a:pt x="21" y="633"/>
                  </a:lnTo>
                  <a:lnTo>
                    <a:pt x="80" y="771"/>
                  </a:lnTo>
                  <a:lnTo>
                    <a:pt x="159" y="890"/>
                  </a:lnTo>
                  <a:lnTo>
                    <a:pt x="258" y="988"/>
                  </a:lnTo>
                  <a:lnTo>
                    <a:pt x="376" y="1067"/>
                  </a:lnTo>
                  <a:lnTo>
                    <a:pt x="515" y="1127"/>
                  </a:lnTo>
                  <a:lnTo>
                    <a:pt x="633" y="1146"/>
                  </a:lnTo>
                  <a:lnTo>
                    <a:pt x="752" y="1166"/>
                  </a:lnTo>
                  <a:lnTo>
                    <a:pt x="969" y="1166"/>
                  </a:lnTo>
                  <a:lnTo>
                    <a:pt x="1147" y="1127"/>
                  </a:lnTo>
                  <a:lnTo>
                    <a:pt x="1245" y="1087"/>
                  </a:lnTo>
                  <a:lnTo>
                    <a:pt x="1344" y="1028"/>
                  </a:lnTo>
                  <a:lnTo>
                    <a:pt x="1423" y="949"/>
                  </a:lnTo>
                  <a:lnTo>
                    <a:pt x="1482" y="850"/>
                  </a:lnTo>
                  <a:lnTo>
                    <a:pt x="1522" y="751"/>
                  </a:lnTo>
                  <a:lnTo>
                    <a:pt x="1542" y="633"/>
                  </a:lnTo>
                  <a:lnTo>
                    <a:pt x="1522" y="514"/>
                  </a:lnTo>
                  <a:lnTo>
                    <a:pt x="1482" y="396"/>
                  </a:lnTo>
                  <a:lnTo>
                    <a:pt x="1423" y="317"/>
                  </a:lnTo>
                  <a:lnTo>
                    <a:pt x="1344" y="238"/>
                  </a:lnTo>
                  <a:lnTo>
                    <a:pt x="1265" y="178"/>
                  </a:lnTo>
                  <a:lnTo>
                    <a:pt x="1186" y="119"/>
                  </a:lnTo>
                  <a:lnTo>
                    <a:pt x="989" y="40"/>
                  </a:lnTo>
                  <a:lnTo>
                    <a:pt x="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2" name="Google Shape;7552;p29"/>
            <p:cNvSpPr/>
            <p:nvPr/>
          </p:nvSpPr>
          <p:spPr>
            <a:xfrm>
              <a:off x="-589339" y="222844"/>
              <a:ext cx="57253" cy="66229"/>
            </a:xfrm>
            <a:custGeom>
              <a:rect b="b" l="l" r="r" t="t"/>
              <a:pathLst>
                <a:path extrusionOk="0" h="1601" w="1384">
                  <a:moveTo>
                    <a:pt x="633" y="1"/>
                  </a:moveTo>
                  <a:lnTo>
                    <a:pt x="534" y="40"/>
                  </a:lnTo>
                  <a:lnTo>
                    <a:pt x="455" y="80"/>
                  </a:lnTo>
                  <a:lnTo>
                    <a:pt x="356" y="119"/>
                  </a:lnTo>
                  <a:lnTo>
                    <a:pt x="277" y="178"/>
                  </a:lnTo>
                  <a:lnTo>
                    <a:pt x="218" y="257"/>
                  </a:lnTo>
                  <a:lnTo>
                    <a:pt x="99" y="435"/>
                  </a:lnTo>
                  <a:lnTo>
                    <a:pt x="20" y="633"/>
                  </a:lnTo>
                  <a:lnTo>
                    <a:pt x="1" y="732"/>
                  </a:lnTo>
                  <a:lnTo>
                    <a:pt x="1" y="830"/>
                  </a:lnTo>
                  <a:lnTo>
                    <a:pt x="1" y="949"/>
                  </a:lnTo>
                  <a:lnTo>
                    <a:pt x="1" y="1048"/>
                  </a:lnTo>
                  <a:lnTo>
                    <a:pt x="40" y="1146"/>
                  </a:lnTo>
                  <a:lnTo>
                    <a:pt x="80" y="1245"/>
                  </a:lnTo>
                  <a:lnTo>
                    <a:pt x="159" y="1364"/>
                  </a:lnTo>
                  <a:lnTo>
                    <a:pt x="238" y="1443"/>
                  </a:lnTo>
                  <a:lnTo>
                    <a:pt x="337" y="1522"/>
                  </a:lnTo>
                  <a:lnTo>
                    <a:pt x="455" y="1581"/>
                  </a:lnTo>
                  <a:lnTo>
                    <a:pt x="574" y="1601"/>
                  </a:lnTo>
                  <a:lnTo>
                    <a:pt x="850" y="1601"/>
                  </a:lnTo>
                  <a:lnTo>
                    <a:pt x="909" y="1581"/>
                  </a:lnTo>
                  <a:lnTo>
                    <a:pt x="988" y="1541"/>
                  </a:lnTo>
                  <a:lnTo>
                    <a:pt x="1087" y="1462"/>
                  </a:lnTo>
                  <a:lnTo>
                    <a:pt x="1186" y="1383"/>
                  </a:lnTo>
                  <a:lnTo>
                    <a:pt x="1245" y="1265"/>
                  </a:lnTo>
                  <a:lnTo>
                    <a:pt x="1304" y="1146"/>
                  </a:lnTo>
                  <a:lnTo>
                    <a:pt x="1344" y="1048"/>
                  </a:lnTo>
                  <a:lnTo>
                    <a:pt x="1364" y="929"/>
                  </a:lnTo>
                  <a:lnTo>
                    <a:pt x="1383" y="811"/>
                  </a:lnTo>
                  <a:lnTo>
                    <a:pt x="1383" y="692"/>
                  </a:lnTo>
                  <a:lnTo>
                    <a:pt x="1364" y="534"/>
                  </a:lnTo>
                  <a:lnTo>
                    <a:pt x="1324" y="396"/>
                  </a:lnTo>
                  <a:lnTo>
                    <a:pt x="1265" y="277"/>
                  </a:lnTo>
                  <a:lnTo>
                    <a:pt x="1166" y="178"/>
                  </a:lnTo>
                  <a:lnTo>
                    <a:pt x="1067" y="99"/>
                  </a:lnTo>
                  <a:lnTo>
                    <a:pt x="969" y="40"/>
                  </a:lnTo>
                  <a:lnTo>
                    <a:pt x="85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3" name="Google Shape;7553;p29"/>
            <p:cNvSpPr/>
            <p:nvPr/>
          </p:nvSpPr>
          <p:spPr>
            <a:xfrm>
              <a:off x="-592607" y="387077"/>
              <a:ext cx="48276" cy="50717"/>
            </a:xfrm>
            <a:custGeom>
              <a:rect b="b" l="l" r="r" t="t"/>
              <a:pathLst>
                <a:path extrusionOk="0" h="1226" w="1167">
                  <a:moveTo>
                    <a:pt x="416" y="1"/>
                  </a:moveTo>
                  <a:lnTo>
                    <a:pt x="297" y="21"/>
                  </a:lnTo>
                  <a:lnTo>
                    <a:pt x="218" y="60"/>
                  </a:lnTo>
                  <a:lnTo>
                    <a:pt x="159" y="100"/>
                  </a:lnTo>
                  <a:lnTo>
                    <a:pt x="99" y="159"/>
                  </a:lnTo>
                  <a:lnTo>
                    <a:pt x="60" y="218"/>
                  </a:lnTo>
                  <a:lnTo>
                    <a:pt x="20" y="337"/>
                  </a:lnTo>
                  <a:lnTo>
                    <a:pt x="1" y="455"/>
                  </a:lnTo>
                  <a:lnTo>
                    <a:pt x="1" y="574"/>
                  </a:lnTo>
                  <a:lnTo>
                    <a:pt x="40" y="692"/>
                  </a:lnTo>
                  <a:lnTo>
                    <a:pt x="80" y="811"/>
                  </a:lnTo>
                  <a:lnTo>
                    <a:pt x="159" y="929"/>
                  </a:lnTo>
                  <a:lnTo>
                    <a:pt x="257" y="1028"/>
                  </a:lnTo>
                  <a:lnTo>
                    <a:pt x="376" y="1127"/>
                  </a:lnTo>
                  <a:lnTo>
                    <a:pt x="514" y="1186"/>
                  </a:lnTo>
                  <a:lnTo>
                    <a:pt x="653" y="1225"/>
                  </a:lnTo>
                  <a:lnTo>
                    <a:pt x="751" y="1206"/>
                  </a:lnTo>
                  <a:lnTo>
                    <a:pt x="830" y="1186"/>
                  </a:lnTo>
                  <a:lnTo>
                    <a:pt x="909" y="1146"/>
                  </a:lnTo>
                  <a:lnTo>
                    <a:pt x="988" y="1107"/>
                  </a:lnTo>
                  <a:lnTo>
                    <a:pt x="1067" y="1028"/>
                  </a:lnTo>
                  <a:lnTo>
                    <a:pt x="1107" y="949"/>
                  </a:lnTo>
                  <a:lnTo>
                    <a:pt x="1146" y="870"/>
                  </a:lnTo>
                  <a:lnTo>
                    <a:pt x="1166" y="771"/>
                  </a:lnTo>
                  <a:lnTo>
                    <a:pt x="1166" y="751"/>
                  </a:lnTo>
                  <a:lnTo>
                    <a:pt x="1166" y="672"/>
                  </a:lnTo>
                  <a:lnTo>
                    <a:pt x="1166" y="593"/>
                  </a:lnTo>
                  <a:lnTo>
                    <a:pt x="1146" y="495"/>
                  </a:lnTo>
                  <a:lnTo>
                    <a:pt x="1127" y="416"/>
                  </a:lnTo>
                  <a:lnTo>
                    <a:pt x="1067" y="337"/>
                  </a:lnTo>
                  <a:lnTo>
                    <a:pt x="988" y="258"/>
                  </a:lnTo>
                  <a:lnTo>
                    <a:pt x="929" y="179"/>
                  </a:lnTo>
                  <a:lnTo>
                    <a:pt x="830" y="119"/>
                  </a:lnTo>
                  <a:lnTo>
                    <a:pt x="692" y="40"/>
                  </a:lnTo>
                  <a:lnTo>
                    <a:pt x="5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4" name="Google Shape;7554;p29"/>
            <p:cNvSpPr/>
            <p:nvPr/>
          </p:nvSpPr>
          <p:spPr>
            <a:xfrm>
              <a:off x="-725773" y="376487"/>
              <a:ext cx="51503" cy="41698"/>
            </a:xfrm>
            <a:custGeom>
              <a:rect b="b" l="l" r="r" t="t"/>
              <a:pathLst>
                <a:path extrusionOk="0" h="1008" w="1245">
                  <a:moveTo>
                    <a:pt x="691" y="0"/>
                  </a:moveTo>
                  <a:lnTo>
                    <a:pt x="573" y="20"/>
                  </a:lnTo>
                  <a:lnTo>
                    <a:pt x="395" y="99"/>
                  </a:lnTo>
                  <a:lnTo>
                    <a:pt x="217" y="198"/>
                  </a:lnTo>
                  <a:lnTo>
                    <a:pt x="138" y="277"/>
                  </a:lnTo>
                  <a:lnTo>
                    <a:pt x="59" y="356"/>
                  </a:lnTo>
                  <a:lnTo>
                    <a:pt x="20" y="454"/>
                  </a:lnTo>
                  <a:lnTo>
                    <a:pt x="0" y="553"/>
                  </a:lnTo>
                  <a:lnTo>
                    <a:pt x="0" y="632"/>
                  </a:lnTo>
                  <a:lnTo>
                    <a:pt x="20" y="691"/>
                  </a:lnTo>
                  <a:lnTo>
                    <a:pt x="40" y="751"/>
                  </a:lnTo>
                  <a:lnTo>
                    <a:pt x="79" y="810"/>
                  </a:lnTo>
                  <a:lnTo>
                    <a:pt x="178" y="909"/>
                  </a:lnTo>
                  <a:lnTo>
                    <a:pt x="296" y="988"/>
                  </a:lnTo>
                  <a:lnTo>
                    <a:pt x="395" y="1007"/>
                  </a:lnTo>
                  <a:lnTo>
                    <a:pt x="474" y="1007"/>
                  </a:lnTo>
                  <a:lnTo>
                    <a:pt x="573" y="988"/>
                  </a:lnTo>
                  <a:lnTo>
                    <a:pt x="672" y="968"/>
                  </a:lnTo>
                  <a:lnTo>
                    <a:pt x="790" y="948"/>
                  </a:lnTo>
                  <a:lnTo>
                    <a:pt x="909" y="909"/>
                  </a:lnTo>
                  <a:lnTo>
                    <a:pt x="1007" y="830"/>
                  </a:lnTo>
                  <a:lnTo>
                    <a:pt x="1106" y="751"/>
                  </a:lnTo>
                  <a:lnTo>
                    <a:pt x="1185" y="632"/>
                  </a:lnTo>
                  <a:lnTo>
                    <a:pt x="1225" y="573"/>
                  </a:lnTo>
                  <a:lnTo>
                    <a:pt x="1245" y="494"/>
                  </a:lnTo>
                  <a:lnTo>
                    <a:pt x="1245" y="415"/>
                  </a:lnTo>
                  <a:lnTo>
                    <a:pt x="1245" y="336"/>
                  </a:lnTo>
                  <a:lnTo>
                    <a:pt x="1225" y="257"/>
                  </a:lnTo>
                  <a:lnTo>
                    <a:pt x="1185" y="178"/>
                  </a:lnTo>
                  <a:lnTo>
                    <a:pt x="1126" y="119"/>
                  </a:lnTo>
                  <a:lnTo>
                    <a:pt x="1047" y="79"/>
                  </a:lnTo>
                  <a:lnTo>
                    <a:pt x="948" y="20"/>
                  </a:lnTo>
                  <a:lnTo>
                    <a:pt x="81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5" name="Google Shape;7555;p29"/>
            <p:cNvSpPr/>
            <p:nvPr/>
          </p:nvSpPr>
          <p:spPr>
            <a:xfrm>
              <a:off x="-735577" y="235916"/>
              <a:ext cx="44139" cy="50717"/>
            </a:xfrm>
            <a:custGeom>
              <a:rect b="b" l="l" r="r" t="t"/>
              <a:pathLst>
                <a:path extrusionOk="0" h="1226" w="1067">
                  <a:moveTo>
                    <a:pt x="474" y="1"/>
                  </a:moveTo>
                  <a:lnTo>
                    <a:pt x="395" y="20"/>
                  </a:lnTo>
                  <a:lnTo>
                    <a:pt x="316" y="40"/>
                  </a:lnTo>
                  <a:lnTo>
                    <a:pt x="257" y="80"/>
                  </a:lnTo>
                  <a:lnTo>
                    <a:pt x="198" y="119"/>
                  </a:lnTo>
                  <a:lnTo>
                    <a:pt x="138" y="178"/>
                  </a:lnTo>
                  <a:lnTo>
                    <a:pt x="79" y="238"/>
                  </a:lnTo>
                  <a:lnTo>
                    <a:pt x="40" y="396"/>
                  </a:lnTo>
                  <a:lnTo>
                    <a:pt x="0" y="534"/>
                  </a:lnTo>
                  <a:lnTo>
                    <a:pt x="20" y="692"/>
                  </a:lnTo>
                  <a:lnTo>
                    <a:pt x="59" y="850"/>
                  </a:lnTo>
                  <a:lnTo>
                    <a:pt x="119" y="988"/>
                  </a:lnTo>
                  <a:lnTo>
                    <a:pt x="217" y="1107"/>
                  </a:lnTo>
                  <a:lnTo>
                    <a:pt x="296" y="1146"/>
                  </a:lnTo>
                  <a:lnTo>
                    <a:pt x="356" y="1186"/>
                  </a:lnTo>
                  <a:lnTo>
                    <a:pt x="435" y="1206"/>
                  </a:lnTo>
                  <a:lnTo>
                    <a:pt x="533" y="1225"/>
                  </a:lnTo>
                  <a:lnTo>
                    <a:pt x="612" y="1206"/>
                  </a:lnTo>
                  <a:lnTo>
                    <a:pt x="691" y="1186"/>
                  </a:lnTo>
                  <a:lnTo>
                    <a:pt x="790" y="1127"/>
                  </a:lnTo>
                  <a:lnTo>
                    <a:pt x="869" y="1067"/>
                  </a:lnTo>
                  <a:lnTo>
                    <a:pt x="928" y="1028"/>
                  </a:lnTo>
                  <a:lnTo>
                    <a:pt x="968" y="969"/>
                  </a:lnTo>
                  <a:lnTo>
                    <a:pt x="1027" y="830"/>
                  </a:lnTo>
                  <a:lnTo>
                    <a:pt x="1067" y="672"/>
                  </a:lnTo>
                  <a:lnTo>
                    <a:pt x="1047" y="534"/>
                  </a:lnTo>
                  <a:lnTo>
                    <a:pt x="1027" y="396"/>
                  </a:lnTo>
                  <a:lnTo>
                    <a:pt x="968" y="277"/>
                  </a:lnTo>
                  <a:lnTo>
                    <a:pt x="869" y="178"/>
                  </a:lnTo>
                  <a:lnTo>
                    <a:pt x="770" y="80"/>
                  </a:lnTo>
                  <a:lnTo>
                    <a:pt x="711" y="40"/>
                  </a:lnTo>
                  <a:lnTo>
                    <a:pt x="632" y="20"/>
                  </a:lnTo>
                  <a:lnTo>
                    <a:pt x="5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6" name="Google Shape;7556;p29"/>
            <p:cNvSpPr/>
            <p:nvPr/>
          </p:nvSpPr>
          <p:spPr>
            <a:xfrm>
              <a:off x="-624461" y="103537"/>
              <a:ext cx="59693" cy="48276"/>
            </a:xfrm>
            <a:custGeom>
              <a:rect b="b" l="l" r="r" t="t"/>
              <a:pathLst>
                <a:path extrusionOk="0" h="1167" w="1443">
                  <a:moveTo>
                    <a:pt x="395" y="1"/>
                  </a:moveTo>
                  <a:lnTo>
                    <a:pt x="297" y="40"/>
                  </a:lnTo>
                  <a:lnTo>
                    <a:pt x="218" y="80"/>
                  </a:lnTo>
                  <a:lnTo>
                    <a:pt x="139" y="139"/>
                  </a:lnTo>
                  <a:lnTo>
                    <a:pt x="79" y="218"/>
                  </a:lnTo>
                  <a:lnTo>
                    <a:pt x="40" y="297"/>
                  </a:lnTo>
                  <a:lnTo>
                    <a:pt x="20" y="396"/>
                  </a:lnTo>
                  <a:lnTo>
                    <a:pt x="0" y="495"/>
                  </a:lnTo>
                  <a:lnTo>
                    <a:pt x="20" y="593"/>
                  </a:lnTo>
                  <a:lnTo>
                    <a:pt x="40" y="653"/>
                  </a:lnTo>
                  <a:lnTo>
                    <a:pt x="79" y="732"/>
                  </a:lnTo>
                  <a:lnTo>
                    <a:pt x="178" y="870"/>
                  </a:lnTo>
                  <a:lnTo>
                    <a:pt x="316" y="969"/>
                  </a:lnTo>
                  <a:lnTo>
                    <a:pt x="455" y="1048"/>
                  </a:lnTo>
                  <a:lnTo>
                    <a:pt x="613" y="1107"/>
                  </a:lnTo>
                  <a:lnTo>
                    <a:pt x="771" y="1147"/>
                  </a:lnTo>
                  <a:lnTo>
                    <a:pt x="929" y="1166"/>
                  </a:lnTo>
                  <a:lnTo>
                    <a:pt x="1087" y="1147"/>
                  </a:lnTo>
                  <a:lnTo>
                    <a:pt x="1186" y="1127"/>
                  </a:lnTo>
                  <a:lnTo>
                    <a:pt x="1265" y="1067"/>
                  </a:lnTo>
                  <a:lnTo>
                    <a:pt x="1344" y="1008"/>
                  </a:lnTo>
                  <a:lnTo>
                    <a:pt x="1383" y="929"/>
                  </a:lnTo>
                  <a:lnTo>
                    <a:pt x="1423" y="850"/>
                  </a:lnTo>
                  <a:lnTo>
                    <a:pt x="1442" y="751"/>
                  </a:lnTo>
                  <a:lnTo>
                    <a:pt x="1423" y="653"/>
                  </a:lnTo>
                  <a:lnTo>
                    <a:pt x="1403" y="554"/>
                  </a:lnTo>
                  <a:lnTo>
                    <a:pt x="1344" y="455"/>
                  </a:lnTo>
                  <a:lnTo>
                    <a:pt x="1284" y="376"/>
                  </a:lnTo>
                  <a:lnTo>
                    <a:pt x="1284" y="356"/>
                  </a:lnTo>
                  <a:lnTo>
                    <a:pt x="1245" y="297"/>
                  </a:lnTo>
                  <a:lnTo>
                    <a:pt x="1186" y="218"/>
                  </a:lnTo>
                  <a:lnTo>
                    <a:pt x="1047" y="119"/>
                  </a:lnTo>
                  <a:lnTo>
                    <a:pt x="889" y="60"/>
                  </a:lnTo>
                  <a:lnTo>
                    <a:pt x="73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57" name="Google Shape;7557;p29"/>
          <p:cNvGrpSpPr/>
          <p:nvPr/>
        </p:nvGrpSpPr>
        <p:grpSpPr>
          <a:xfrm flipH="1">
            <a:off x="-18265" y="1260505"/>
            <a:ext cx="679382" cy="871990"/>
            <a:chOff x="8619938" y="2813305"/>
            <a:chExt cx="679382" cy="871990"/>
          </a:xfrm>
        </p:grpSpPr>
        <p:sp>
          <p:nvSpPr>
            <p:cNvPr id="7558" name="Google Shape;7558;p29"/>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9" name="Google Shape;7559;p29"/>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0" name="Google Shape;7560;p29"/>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1" name="Google Shape;7561;p29"/>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2" name="Google Shape;7562;p29"/>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3" name="Google Shape;7563;p29"/>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4" name="Google Shape;7564;p29"/>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5" name="Google Shape;7565;p29"/>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6" name="Google Shape;7566;p29"/>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7" name="Google Shape;7567;p29"/>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8" name="Google Shape;7568;p29"/>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9" name="Google Shape;7569;p29"/>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0" name="Google Shape;7570;p29"/>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1" name="Google Shape;7571;p29"/>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2" name="Google Shape;7572;p29"/>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3" name="Google Shape;7573;p29"/>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4" name="Google Shape;7574;p29"/>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5" name="Google Shape;7575;p29"/>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6" name="Google Shape;7576;p29"/>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7" name="Google Shape;7577;p29"/>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8" name="Google Shape;7578;p29"/>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9" name="Google Shape;7579;p29"/>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0" name="Google Shape;7580;p29"/>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1" name="Google Shape;7581;p29"/>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2" name="Google Shape;7582;p29"/>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3" name="Google Shape;7583;p29"/>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4" name="Google Shape;7584;p29"/>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5" name="Google Shape;7585;p29"/>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586" name="Google Shape;7586;p29"/>
            <p:cNvGrpSpPr/>
            <p:nvPr/>
          </p:nvGrpSpPr>
          <p:grpSpPr>
            <a:xfrm>
              <a:off x="8619938" y="2813305"/>
              <a:ext cx="679382" cy="871990"/>
              <a:chOff x="8619938" y="2813305"/>
              <a:chExt cx="679382" cy="871990"/>
            </a:xfrm>
          </p:grpSpPr>
          <p:sp>
            <p:nvSpPr>
              <p:cNvPr id="7587" name="Google Shape;7587;p29"/>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8" name="Google Shape;7588;p29"/>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589" name="Google Shape;7589;p29"/>
          <p:cNvGrpSpPr/>
          <p:nvPr/>
        </p:nvGrpSpPr>
        <p:grpSpPr>
          <a:xfrm flipH="1">
            <a:off x="7477155" y="3921240"/>
            <a:ext cx="1973759" cy="1718179"/>
            <a:chOff x="-1914575" y="2967750"/>
            <a:chExt cx="1540675" cy="1341175"/>
          </a:xfrm>
        </p:grpSpPr>
        <p:sp>
          <p:nvSpPr>
            <p:cNvPr id="7590" name="Google Shape;7590;p29"/>
            <p:cNvSpPr/>
            <p:nvPr/>
          </p:nvSpPr>
          <p:spPr>
            <a:xfrm>
              <a:off x="-484050" y="3675375"/>
              <a:ext cx="53850" cy="59775"/>
            </a:xfrm>
            <a:custGeom>
              <a:rect b="b" l="l" r="r" t="t"/>
              <a:pathLst>
                <a:path extrusionOk="0" h="2391" w="2154">
                  <a:moveTo>
                    <a:pt x="1186" y="0"/>
                  </a:moveTo>
                  <a:lnTo>
                    <a:pt x="1048" y="20"/>
                  </a:lnTo>
                  <a:lnTo>
                    <a:pt x="890" y="59"/>
                  </a:lnTo>
                  <a:lnTo>
                    <a:pt x="712" y="119"/>
                  </a:lnTo>
                  <a:lnTo>
                    <a:pt x="534" y="217"/>
                  </a:lnTo>
                  <a:lnTo>
                    <a:pt x="356" y="356"/>
                  </a:lnTo>
                  <a:lnTo>
                    <a:pt x="258" y="435"/>
                  </a:lnTo>
                  <a:lnTo>
                    <a:pt x="179" y="533"/>
                  </a:lnTo>
                  <a:lnTo>
                    <a:pt x="119" y="632"/>
                  </a:lnTo>
                  <a:lnTo>
                    <a:pt x="60" y="751"/>
                  </a:lnTo>
                  <a:lnTo>
                    <a:pt x="40" y="889"/>
                  </a:lnTo>
                  <a:lnTo>
                    <a:pt x="1" y="1007"/>
                  </a:lnTo>
                  <a:lnTo>
                    <a:pt x="1" y="1146"/>
                  </a:lnTo>
                  <a:lnTo>
                    <a:pt x="1" y="1264"/>
                  </a:lnTo>
                  <a:lnTo>
                    <a:pt x="21" y="1402"/>
                  </a:lnTo>
                  <a:lnTo>
                    <a:pt x="60" y="1521"/>
                  </a:lnTo>
                  <a:lnTo>
                    <a:pt x="119" y="1639"/>
                  </a:lnTo>
                  <a:lnTo>
                    <a:pt x="179" y="1758"/>
                  </a:lnTo>
                  <a:lnTo>
                    <a:pt x="258" y="1857"/>
                  </a:lnTo>
                  <a:lnTo>
                    <a:pt x="356" y="1956"/>
                  </a:lnTo>
                  <a:lnTo>
                    <a:pt x="475" y="2054"/>
                  </a:lnTo>
                  <a:lnTo>
                    <a:pt x="593" y="2133"/>
                  </a:lnTo>
                  <a:lnTo>
                    <a:pt x="732" y="2212"/>
                  </a:lnTo>
                  <a:lnTo>
                    <a:pt x="890" y="2272"/>
                  </a:lnTo>
                  <a:lnTo>
                    <a:pt x="1048" y="2331"/>
                  </a:lnTo>
                  <a:lnTo>
                    <a:pt x="1225" y="2370"/>
                  </a:lnTo>
                  <a:lnTo>
                    <a:pt x="1403" y="2390"/>
                  </a:lnTo>
                  <a:lnTo>
                    <a:pt x="1561" y="2370"/>
                  </a:lnTo>
                  <a:lnTo>
                    <a:pt x="1680" y="2331"/>
                  </a:lnTo>
                  <a:lnTo>
                    <a:pt x="1798" y="2272"/>
                  </a:lnTo>
                  <a:lnTo>
                    <a:pt x="1897" y="2193"/>
                  </a:lnTo>
                  <a:lnTo>
                    <a:pt x="1956" y="2094"/>
                  </a:lnTo>
                  <a:lnTo>
                    <a:pt x="2016" y="1995"/>
                  </a:lnTo>
                  <a:lnTo>
                    <a:pt x="2075" y="1877"/>
                  </a:lnTo>
                  <a:lnTo>
                    <a:pt x="2134" y="1659"/>
                  </a:lnTo>
                  <a:lnTo>
                    <a:pt x="2154" y="1462"/>
                  </a:lnTo>
                  <a:lnTo>
                    <a:pt x="2154" y="1264"/>
                  </a:lnTo>
                  <a:lnTo>
                    <a:pt x="2035" y="1304"/>
                  </a:lnTo>
                  <a:lnTo>
                    <a:pt x="1897" y="1323"/>
                  </a:lnTo>
                  <a:lnTo>
                    <a:pt x="1739" y="1343"/>
                  </a:lnTo>
                  <a:lnTo>
                    <a:pt x="1561" y="1363"/>
                  </a:lnTo>
                  <a:lnTo>
                    <a:pt x="1383" y="1323"/>
                  </a:lnTo>
                  <a:lnTo>
                    <a:pt x="1304" y="1304"/>
                  </a:lnTo>
                  <a:lnTo>
                    <a:pt x="1225" y="1244"/>
                  </a:lnTo>
                  <a:lnTo>
                    <a:pt x="1146" y="1205"/>
                  </a:lnTo>
                  <a:lnTo>
                    <a:pt x="1087" y="1126"/>
                  </a:lnTo>
                  <a:lnTo>
                    <a:pt x="1048" y="1047"/>
                  </a:lnTo>
                  <a:lnTo>
                    <a:pt x="1008" y="968"/>
                  </a:lnTo>
                  <a:lnTo>
                    <a:pt x="988" y="770"/>
                  </a:lnTo>
                  <a:lnTo>
                    <a:pt x="988" y="593"/>
                  </a:lnTo>
                  <a:lnTo>
                    <a:pt x="1028" y="395"/>
                  </a:lnTo>
                  <a:lnTo>
                    <a:pt x="1067" y="237"/>
                  </a:lnTo>
                  <a:lnTo>
                    <a:pt x="1127" y="119"/>
                  </a:lnTo>
                  <a:lnTo>
                    <a:pt x="118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1" name="Google Shape;7591;p29"/>
            <p:cNvSpPr/>
            <p:nvPr/>
          </p:nvSpPr>
          <p:spPr>
            <a:xfrm>
              <a:off x="-1182275" y="2967750"/>
              <a:ext cx="808375" cy="740725"/>
            </a:xfrm>
            <a:custGeom>
              <a:rect b="b" l="l" r="r" t="t"/>
              <a:pathLst>
                <a:path extrusionOk="0" h="29629" w="32335">
                  <a:moveTo>
                    <a:pt x="2706" y="0"/>
                  </a:moveTo>
                  <a:lnTo>
                    <a:pt x="2529" y="20"/>
                  </a:lnTo>
                  <a:lnTo>
                    <a:pt x="2331" y="40"/>
                  </a:lnTo>
                  <a:lnTo>
                    <a:pt x="1956" y="139"/>
                  </a:lnTo>
                  <a:lnTo>
                    <a:pt x="1581" y="277"/>
                  </a:lnTo>
                  <a:lnTo>
                    <a:pt x="1245" y="395"/>
                  </a:lnTo>
                  <a:lnTo>
                    <a:pt x="968" y="514"/>
                  </a:lnTo>
                  <a:lnTo>
                    <a:pt x="731" y="632"/>
                  </a:lnTo>
                  <a:lnTo>
                    <a:pt x="0" y="7309"/>
                  </a:lnTo>
                  <a:lnTo>
                    <a:pt x="4958" y="10943"/>
                  </a:lnTo>
                  <a:lnTo>
                    <a:pt x="10034" y="14637"/>
                  </a:lnTo>
                  <a:lnTo>
                    <a:pt x="15881" y="18844"/>
                  </a:lnTo>
                  <a:lnTo>
                    <a:pt x="18864" y="20957"/>
                  </a:lnTo>
                  <a:lnTo>
                    <a:pt x="21767" y="23012"/>
                  </a:lnTo>
                  <a:lnTo>
                    <a:pt x="24473" y="24888"/>
                  </a:lnTo>
                  <a:lnTo>
                    <a:pt x="26922" y="26547"/>
                  </a:lnTo>
                  <a:lnTo>
                    <a:pt x="28009" y="27278"/>
                  </a:lnTo>
                  <a:lnTo>
                    <a:pt x="29016" y="27930"/>
                  </a:lnTo>
                  <a:lnTo>
                    <a:pt x="29885" y="28483"/>
                  </a:lnTo>
                  <a:lnTo>
                    <a:pt x="30636" y="28937"/>
                  </a:lnTo>
                  <a:lnTo>
                    <a:pt x="31248" y="29293"/>
                  </a:lnTo>
                  <a:lnTo>
                    <a:pt x="31722" y="29530"/>
                  </a:lnTo>
                  <a:lnTo>
                    <a:pt x="31900" y="29589"/>
                  </a:lnTo>
                  <a:lnTo>
                    <a:pt x="32038" y="29628"/>
                  </a:lnTo>
                  <a:lnTo>
                    <a:pt x="32157" y="29628"/>
                  </a:lnTo>
                  <a:lnTo>
                    <a:pt x="32176" y="29609"/>
                  </a:lnTo>
                  <a:lnTo>
                    <a:pt x="32256" y="29411"/>
                  </a:lnTo>
                  <a:lnTo>
                    <a:pt x="32295" y="29194"/>
                  </a:lnTo>
                  <a:lnTo>
                    <a:pt x="32335" y="28996"/>
                  </a:lnTo>
                  <a:lnTo>
                    <a:pt x="32335" y="28799"/>
                  </a:lnTo>
                  <a:lnTo>
                    <a:pt x="32315" y="28582"/>
                  </a:lnTo>
                  <a:lnTo>
                    <a:pt x="32256" y="28384"/>
                  </a:lnTo>
                  <a:lnTo>
                    <a:pt x="32196" y="28187"/>
                  </a:lnTo>
                  <a:lnTo>
                    <a:pt x="32137" y="27969"/>
                  </a:lnTo>
                  <a:lnTo>
                    <a:pt x="32038" y="27792"/>
                  </a:lnTo>
                  <a:lnTo>
                    <a:pt x="31939" y="27594"/>
                  </a:lnTo>
                  <a:lnTo>
                    <a:pt x="31722" y="27238"/>
                  </a:lnTo>
                  <a:lnTo>
                    <a:pt x="31485" y="26942"/>
                  </a:lnTo>
                  <a:lnTo>
                    <a:pt x="31248" y="26685"/>
                  </a:lnTo>
                  <a:lnTo>
                    <a:pt x="31090" y="26547"/>
                  </a:lnTo>
                  <a:lnTo>
                    <a:pt x="30833" y="26369"/>
                  </a:lnTo>
                  <a:lnTo>
                    <a:pt x="30162" y="25915"/>
                  </a:lnTo>
                  <a:lnTo>
                    <a:pt x="29293" y="25362"/>
                  </a:lnTo>
                  <a:lnTo>
                    <a:pt x="28364" y="24809"/>
                  </a:lnTo>
                  <a:lnTo>
                    <a:pt x="26685" y="23802"/>
                  </a:lnTo>
                  <a:lnTo>
                    <a:pt x="25935" y="23367"/>
                  </a:lnTo>
                  <a:lnTo>
                    <a:pt x="26824" y="21096"/>
                  </a:lnTo>
                  <a:lnTo>
                    <a:pt x="27614" y="19061"/>
                  </a:lnTo>
                  <a:lnTo>
                    <a:pt x="28364" y="17185"/>
                  </a:lnTo>
                  <a:lnTo>
                    <a:pt x="28443" y="16967"/>
                  </a:lnTo>
                  <a:lnTo>
                    <a:pt x="28483" y="16770"/>
                  </a:lnTo>
                  <a:lnTo>
                    <a:pt x="28503" y="16572"/>
                  </a:lnTo>
                  <a:lnTo>
                    <a:pt x="28503" y="16355"/>
                  </a:lnTo>
                  <a:lnTo>
                    <a:pt x="28463" y="16158"/>
                  </a:lnTo>
                  <a:lnTo>
                    <a:pt x="28424" y="15960"/>
                  </a:lnTo>
                  <a:lnTo>
                    <a:pt x="28364" y="15762"/>
                  </a:lnTo>
                  <a:lnTo>
                    <a:pt x="28266" y="15545"/>
                  </a:lnTo>
                  <a:lnTo>
                    <a:pt x="28167" y="15348"/>
                  </a:lnTo>
                  <a:lnTo>
                    <a:pt x="28048" y="15150"/>
                  </a:lnTo>
                  <a:lnTo>
                    <a:pt x="27910" y="14972"/>
                  </a:lnTo>
                  <a:lnTo>
                    <a:pt x="27752" y="14775"/>
                  </a:lnTo>
                  <a:lnTo>
                    <a:pt x="27416" y="14400"/>
                  </a:lnTo>
                  <a:lnTo>
                    <a:pt x="27041" y="14024"/>
                  </a:lnTo>
                  <a:lnTo>
                    <a:pt x="26626" y="13689"/>
                  </a:lnTo>
                  <a:lnTo>
                    <a:pt x="26192" y="13353"/>
                  </a:lnTo>
                  <a:lnTo>
                    <a:pt x="25737" y="13037"/>
                  </a:lnTo>
                  <a:lnTo>
                    <a:pt x="25283" y="12740"/>
                  </a:lnTo>
                  <a:lnTo>
                    <a:pt x="24848" y="12464"/>
                  </a:lnTo>
                  <a:lnTo>
                    <a:pt x="24394" y="12207"/>
                  </a:lnTo>
                  <a:lnTo>
                    <a:pt x="23604" y="11773"/>
                  </a:lnTo>
                  <a:lnTo>
                    <a:pt x="23071" y="11476"/>
                  </a:lnTo>
                  <a:lnTo>
                    <a:pt x="22202" y="10982"/>
                  </a:lnTo>
                  <a:lnTo>
                    <a:pt x="19693" y="9541"/>
                  </a:lnTo>
                  <a:lnTo>
                    <a:pt x="12899" y="5570"/>
                  </a:lnTo>
                  <a:lnTo>
                    <a:pt x="9383" y="3536"/>
                  </a:lnTo>
                  <a:lnTo>
                    <a:pt x="6301" y="1778"/>
                  </a:lnTo>
                  <a:lnTo>
                    <a:pt x="5057" y="1067"/>
                  </a:lnTo>
                  <a:lnTo>
                    <a:pt x="4050" y="514"/>
                  </a:lnTo>
                  <a:lnTo>
                    <a:pt x="3358" y="158"/>
                  </a:lnTo>
                  <a:lnTo>
                    <a:pt x="3141" y="60"/>
                  </a:lnTo>
                  <a:lnTo>
                    <a:pt x="30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2" name="Google Shape;7592;p29"/>
            <p:cNvSpPr/>
            <p:nvPr/>
          </p:nvSpPr>
          <p:spPr>
            <a:xfrm>
              <a:off x="-1370425" y="2977625"/>
              <a:ext cx="991100" cy="806900"/>
            </a:xfrm>
            <a:custGeom>
              <a:rect b="b" l="l" r="r" t="t"/>
              <a:pathLst>
                <a:path extrusionOk="0" h="32276" w="39644">
                  <a:moveTo>
                    <a:pt x="36858" y="28068"/>
                  </a:moveTo>
                  <a:lnTo>
                    <a:pt x="36977" y="28108"/>
                  </a:lnTo>
                  <a:lnTo>
                    <a:pt x="37075" y="28147"/>
                  </a:lnTo>
                  <a:lnTo>
                    <a:pt x="37174" y="28206"/>
                  </a:lnTo>
                  <a:lnTo>
                    <a:pt x="37273" y="28266"/>
                  </a:lnTo>
                  <a:lnTo>
                    <a:pt x="37352" y="28345"/>
                  </a:lnTo>
                  <a:lnTo>
                    <a:pt x="37431" y="28424"/>
                  </a:lnTo>
                  <a:lnTo>
                    <a:pt x="37490" y="28522"/>
                  </a:lnTo>
                  <a:lnTo>
                    <a:pt x="37530" y="28621"/>
                  </a:lnTo>
                  <a:lnTo>
                    <a:pt x="37550" y="28740"/>
                  </a:lnTo>
                  <a:lnTo>
                    <a:pt x="37569" y="28957"/>
                  </a:lnTo>
                  <a:lnTo>
                    <a:pt x="37550" y="29154"/>
                  </a:lnTo>
                  <a:lnTo>
                    <a:pt x="37490" y="29332"/>
                  </a:lnTo>
                  <a:lnTo>
                    <a:pt x="37411" y="29510"/>
                  </a:lnTo>
                  <a:lnTo>
                    <a:pt x="37313" y="29648"/>
                  </a:lnTo>
                  <a:lnTo>
                    <a:pt x="37194" y="29747"/>
                  </a:lnTo>
                  <a:lnTo>
                    <a:pt x="37056" y="29826"/>
                  </a:lnTo>
                  <a:lnTo>
                    <a:pt x="36898" y="29866"/>
                  </a:lnTo>
                  <a:lnTo>
                    <a:pt x="36759" y="29885"/>
                  </a:lnTo>
                  <a:lnTo>
                    <a:pt x="36621" y="29866"/>
                  </a:lnTo>
                  <a:lnTo>
                    <a:pt x="36483" y="29826"/>
                  </a:lnTo>
                  <a:lnTo>
                    <a:pt x="36384" y="29806"/>
                  </a:lnTo>
                  <a:lnTo>
                    <a:pt x="36226" y="29727"/>
                  </a:lnTo>
                  <a:lnTo>
                    <a:pt x="36167" y="29688"/>
                  </a:lnTo>
                  <a:lnTo>
                    <a:pt x="36048" y="29569"/>
                  </a:lnTo>
                  <a:lnTo>
                    <a:pt x="35950" y="29431"/>
                  </a:lnTo>
                  <a:lnTo>
                    <a:pt x="35851" y="29273"/>
                  </a:lnTo>
                  <a:lnTo>
                    <a:pt x="35811" y="29174"/>
                  </a:lnTo>
                  <a:lnTo>
                    <a:pt x="35792" y="29056"/>
                  </a:lnTo>
                  <a:lnTo>
                    <a:pt x="35772" y="28957"/>
                  </a:lnTo>
                  <a:lnTo>
                    <a:pt x="35772" y="28838"/>
                  </a:lnTo>
                  <a:lnTo>
                    <a:pt x="35792" y="28720"/>
                  </a:lnTo>
                  <a:lnTo>
                    <a:pt x="35831" y="28601"/>
                  </a:lnTo>
                  <a:lnTo>
                    <a:pt x="35910" y="28483"/>
                  </a:lnTo>
                  <a:lnTo>
                    <a:pt x="36009" y="28364"/>
                  </a:lnTo>
                  <a:lnTo>
                    <a:pt x="36127" y="28266"/>
                  </a:lnTo>
                  <a:lnTo>
                    <a:pt x="36246" y="28187"/>
                  </a:lnTo>
                  <a:lnTo>
                    <a:pt x="36364" y="28127"/>
                  </a:lnTo>
                  <a:lnTo>
                    <a:pt x="36483" y="28088"/>
                  </a:lnTo>
                  <a:lnTo>
                    <a:pt x="36601" y="28068"/>
                  </a:lnTo>
                  <a:close/>
                  <a:moveTo>
                    <a:pt x="8949" y="0"/>
                  </a:moveTo>
                  <a:lnTo>
                    <a:pt x="8731" y="40"/>
                  </a:lnTo>
                  <a:lnTo>
                    <a:pt x="8514" y="99"/>
                  </a:lnTo>
                  <a:lnTo>
                    <a:pt x="8317" y="178"/>
                  </a:lnTo>
                  <a:lnTo>
                    <a:pt x="8119" y="277"/>
                  </a:lnTo>
                  <a:lnTo>
                    <a:pt x="7902" y="395"/>
                  </a:lnTo>
                  <a:lnTo>
                    <a:pt x="7704" y="553"/>
                  </a:lnTo>
                  <a:lnTo>
                    <a:pt x="7487" y="771"/>
                  </a:lnTo>
                  <a:lnTo>
                    <a:pt x="7210" y="1106"/>
                  </a:lnTo>
                  <a:lnTo>
                    <a:pt x="6894" y="1502"/>
                  </a:lnTo>
                  <a:lnTo>
                    <a:pt x="6559" y="1995"/>
                  </a:lnTo>
                  <a:lnTo>
                    <a:pt x="5808" y="3121"/>
                  </a:lnTo>
                  <a:lnTo>
                    <a:pt x="5038" y="4346"/>
                  </a:lnTo>
                  <a:lnTo>
                    <a:pt x="4307" y="5511"/>
                  </a:lnTo>
                  <a:lnTo>
                    <a:pt x="3695" y="6519"/>
                  </a:lnTo>
                  <a:lnTo>
                    <a:pt x="3122" y="7486"/>
                  </a:lnTo>
                  <a:lnTo>
                    <a:pt x="2964" y="7802"/>
                  </a:lnTo>
                  <a:lnTo>
                    <a:pt x="2529" y="8672"/>
                  </a:lnTo>
                  <a:lnTo>
                    <a:pt x="1956" y="9916"/>
                  </a:lnTo>
                  <a:lnTo>
                    <a:pt x="1621" y="10627"/>
                  </a:lnTo>
                  <a:lnTo>
                    <a:pt x="1305" y="11378"/>
                  </a:lnTo>
                  <a:lnTo>
                    <a:pt x="989" y="12148"/>
                  </a:lnTo>
                  <a:lnTo>
                    <a:pt x="692" y="12918"/>
                  </a:lnTo>
                  <a:lnTo>
                    <a:pt x="435" y="13669"/>
                  </a:lnTo>
                  <a:lnTo>
                    <a:pt x="238" y="14360"/>
                  </a:lnTo>
                  <a:lnTo>
                    <a:pt x="159" y="14676"/>
                  </a:lnTo>
                  <a:lnTo>
                    <a:pt x="80" y="14992"/>
                  </a:lnTo>
                  <a:lnTo>
                    <a:pt x="40" y="15288"/>
                  </a:lnTo>
                  <a:lnTo>
                    <a:pt x="21" y="15545"/>
                  </a:lnTo>
                  <a:lnTo>
                    <a:pt x="1" y="15782"/>
                  </a:lnTo>
                  <a:lnTo>
                    <a:pt x="21" y="16000"/>
                  </a:lnTo>
                  <a:lnTo>
                    <a:pt x="80" y="16177"/>
                  </a:lnTo>
                  <a:lnTo>
                    <a:pt x="139" y="16316"/>
                  </a:lnTo>
                  <a:lnTo>
                    <a:pt x="277" y="16474"/>
                  </a:lnTo>
                  <a:lnTo>
                    <a:pt x="495" y="16671"/>
                  </a:lnTo>
                  <a:lnTo>
                    <a:pt x="791" y="16928"/>
                  </a:lnTo>
                  <a:lnTo>
                    <a:pt x="1186" y="17224"/>
                  </a:lnTo>
                  <a:lnTo>
                    <a:pt x="2154" y="17935"/>
                  </a:lnTo>
                  <a:lnTo>
                    <a:pt x="3398" y="18785"/>
                  </a:lnTo>
                  <a:lnTo>
                    <a:pt x="4820" y="19733"/>
                  </a:lnTo>
                  <a:lnTo>
                    <a:pt x="6401" y="20760"/>
                  </a:lnTo>
                  <a:lnTo>
                    <a:pt x="9837" y="22952"/>
                  </a:lnTo>
                  <a:lnTo>
                    <a:pt x="13314" y="25125"/>
                  </a:lnTo>
                  <a:lnTo>
                    <a:pt x="16494" y="27080"/>
                  </a:lnTo>
                  <a:lnTo>
                    <a:pt x="20385" y="29490"/>
                  </a:lnTo>
                  <a:lnTo>
                    <a:pt x="21175" y="29984"/>
                  </a:lnTo>
                  <a:lnTo>
                    <a:pt x="22024" y="30537"/>
                  </a:lnTo>
                  <a:lnTo>
                    <a:pt x="22894" y="31070"/>
                  </a:lnTo>
                  <a:lnTo>
                    <a:pt x="23328" y="31327"/>
                  </a:lnTo>
                  <a:lnTo>
                    <a:pt x="23743" y="31564"/>
                  </a:lnTo>
                  <a:lnTo>
                    <a:pt x="24177" y="31762"/>
                  </a:lnTo>
                  <a:lnTo>
                    <a:pt x="24592" y="31939"/>
                  </a:lnTo>
                  <a:lnTo>
                    <a:pt x="25007" y="32098"/>
                  </a:lnTo>
                  <a:lnTo>
                    <a:pt x="25402" y="32196"/>
                  </a:lnTo>
                  <a:lnTo>
                    <a:pt x="25777" y="32256"/>
                  </a:lnTo>
                  <a:lnTo>
                    <a:pt x="25955" y="32275"/>
                  </a:lnTo>
                  <a:lnTo>
                    <a:pt x="26133" y="32275"/>
                  </a:lnTo>
                  <a:lnTo>
                    <a:pt x="26311" y="32256"/>
                  </a:lnTo>
                  <a:lnTo>
                    <a:pt x="26469" y="32216"/>
                  </a:lnTo>
                  <a:lnTo>
                    <a:pt x="26627" y="32177"/>
                  </a:lnTo>
                  <a:lnTo>
                    <a:pt x="26785" y="32117"/>
                  </a:lnTo>
                  <a:lnTo>
                    <a:pt x="26943" y="32019"/>
                  </a:lnTo>
                  <a:lnTo>
                    <a:pt x="27081" y="31939"/>
                  </a:lnTo>
                  <a:lnTo>
                    <a:pt x="27397" y="31702"/>
                  </a:lnTo>
                  <a:lnTo>
                    <a:pt x="27713" y="31406"/>
                  </a:lnTo>
                  <a:lnTo>
                    <a:pt x="28029" y="31070"/>
                  </a:lnTo>
                  <a:lnTo>
                    <a:pt x="28345" y="30715"/>
                  </a:lnTo>
                  <a:lnTo>
                    <a:pt x="28641" y="30320"/>
                  </a:lnTo>
                  <a:lnTo>
                    <a:pt x="28938" y="29925"/>
                  </a:lnTo>
                  <a:lnTo>
                    <a:pt x="29214" y="29530"/>
                  </a:lnTo>
                  <a:lnTo>
                    <a:pt x="29708" y="28779"/>
                  </a:lnTo>
                  <a:lnTo>
                    <a:pt x="30103" y="28127"/>
                  </a:lnTo>
                  <a:lnTo>
                    <a:pt x="30459" y="27515"/>
                  </a:lnTo>
                  <a:lnTo>
                    <a:pt x="32750" y="29194"/>
                  </a:lnTo>
                  <a:lnTo>
                    <a:pt x="34468" y="30438"/>
                  </a:lnTo>
                  <a:lnTo>
                    <a:pt x="35535" y="31189"/>
                  </a:lnTo>
                  <a:lnTo>
                    <a:pt x="35792" y="31367"/>
                  </a:lnTo>
                  <a:lnTo>
                    <a:pt x="36127" y="31525"/>
                  </a:lnTo>
                  <a:lnTo>
                    <a:pt x="36285" y="31604"/>
                  </a:lnTo>
                  <a:lnTo>
                    <a:pt x="36483" y="31663"/>
                  </a:lnTo>
                  <a:lnTo>
                    <a:pt x="36680" y="31702"/>
                  </a:lnTo>
                  <a:lnTo>
                    <a:pt x="36878" y="31742"/>
                  </a:lnTo>
                  <a:lnTo>
                    <a:pt x="37075" y="31762"/>
                  </a:lnTo>
                  <a:lnTo>
                    <a:pt x="37510" y="31762"/>
                  </a:lnTo>
                  <a:lnTo>
                    <a:pt x="37727" y="31702"/>
                  </a:lnTo>
                  <a:lnTo>
                    <a:pt x="37945" y="31643"/>
                  </a:lnTo>
                  <a:lnTo>
                    <a:pt x="38162" y="31544"/>
                  </a:lnTo>
                  <a:lnTo>
                    <a:pt x="38379" y="31426"/>
                  </a:lnTo>
                  <a:lnTo>
                    <a:pt x="38596" y="31268"/>
                  </a:lnTo>
                  <a:lnTo>
                    <a:pt x="38794" y="31090"/>
                  </a:lnTo>
                  <a:lnTo>
                    <a:pt x="38972" y="30893"/>
                  </a:lnTo>
                  <a:lnTo>
                    <a:pt x="39130" y="30675"/>
                  </a:lnTo>
                  <a:lnTo>
                    <a:pt x="39248" y="30438"/>
                  </a:lnTo>
                  <a:lnTo>
                    <a:pt x="39367" y="30201"/>
                  </a:lnTo>
                  <a:lnTo>
                    <a:pt x="39465" y="29964"/>
                  </a:lnTo>
                  <a:lnTo>
                    <a:pt x="39525" y="29708"/>
                  </a:lnTo>
                  <a:lnTo>
                    <a:pt x="39584" y="29470"/>
                  </a:lnTo>
                  <a:lnTo>
                    <a:pt x="39623" y="29214"/>
                  </a:lnTo>
                  <a:lnTo>
                    <a:pt x="39643" y="28977"/>
                  </a:lnTo>
                  <a:lnTo>
                    <a:pt x="39643" y="28759"/>
                  </a:lnTo>
                  <a:lnTo>
                    <a:pt x="39623" y="28542"/>
                  </a:lnTo>
                  <a:lnTo>
                    <a:pt x="39604" y="28345"/>
                  </a:lnTo>
                  <a:lnTo>
                    <a:pt x="39564" y="28167"/>
                  </a:lnTo>
                  <a:lnTo>
                    <a:pt x="39525" y="28009"/>
                  </a:lnTo>
                  <a:lnTo>
                    <a:pt x="39446" y="27871"/>
                  </a:lnTo>
                  <a:lnTo>
                    <a:pt x="39406" y="27811"/>
                  </a:lnTo>
                  <a:lnTo>
                    <a:pt x="39327" y="27713"/>
                  </a:lnTo>
                  <a:lnTo>
                    <a:pt x="39070" y="27515"/>
                  </a:lnTo>
                  <a:lnTo>
                    <a:pt x="38735" y="27258"/>
                  </a:lnTo>
                  <a:lnTo>
                    <a:pt x="38300" y="26942"/>
                  </a:lnTo>
                  <a:lnTo>
                    <a:pt x="37273" y="26271"/>
                  </a:lnTo>
                  <a:lnTo>
                    <a:pt x="36127" y="25560"/>
                  </a:lnTo>
                  <a:lnTo>
                    <a:pt x="35002" y="24868"/>
                  </a:lnTo>
                  <a:lnTo>
                    <a:pt x="34034" y="24276"/>
                  </a:lnTo>
                  <a:lnTo>
                    <a:pt x="33086" y="23723"/>
                  </a:lnTo>
                  <a:lnTo>
                    <a:pt x="33441" y="23051"/>
                  </a:lnTo>
                  <a:lnTo>
                    <a:pt x="34231" y="21451"/>
                  </a:lnTo>
                  <a:lnTo>
                    <a:pt x="34685" y="20464"/>
                  </a:lnTo>
                  <a:lnTo>
                    <a:pt x="35120" y="19476"/>
                  </a:lnTo>
                  <a:lnTo>
                    <a:pt x="35515" y="18548"/>
                  </a:lnTo>
                  <a:lnTo>
                    <a:pt x="35673" y="18113"/>
                  </a:lnTo>
                  <a:lnTo>
                    <a:pt x="35811" y="17738"/>
                  </a:lnTo>
                  <a:lnTo>
                    <a:pt x="35890" y="17382"/>
                  </a:lnTo>
                  <a:lnTo>
                    <a:pt x="35930" y="17066"/>
                  </a:lnTo>
                  <a:lnTo>
                    <a:pt x="35930" y="16750"/>
                  </a:lnTo>
                  <a:lnTo>
                    <a:pt x="35890" y="16474"/>
                  </a:lnTo>
                  <a:lnTo>
                    <a:pt x="35831" y="16217"/>
                  </a:lnTo>
                  <a:lnTo>
                    <a:pt x="35732" y="15960"/>
                  </a:lnTo>
                  <a:lnTo>
                    <a:pt x="35594" y="15723"/>
                  </a:lnTo>
                  <a:lnTo>
                    <a:pt x="35456" y="15506"/>
                  </a:lnTo>
                  <a:lnTo>
                    <a:pt x="35278" y="15308"/>
                  </a:lnTo>
                  <a:lnTo>
                    <a:pt x="35081" y="15111"/>
                  </a:lnTo>
                  <a:lnTo>
                    <a:pt x="34883" y="14933"/>
                  </a:lnTo>
                  <a:lnTo>
                    <a:pt x="34666" y="14755"/>
                  </a:lnTo>
                  <a:lnTo>
                    <a:pt x="34231" y="14439"/>
                  </a:lnTo>
                  <a:lnTo>
                    <a:pt x="33797" y="14143"/>
                  </a:lnTo>
                  <a:lnTo>
                    <a:pt x="32592" y="13373"/>
                  </a:lnTo>
                  <a:lnTo>
                    <a:pt x="30103" y="11812"/>
                  </a:lnTo>
                  <a:lnTo>
                    <a:pt x="26745" y="9758"/>
                  </a:lnTo>
                  <a:lnTo>
                    <a:pt x="22953" y="7427"/>
                  </a:lnTo>
                  <a:lnTo>
                    <a:pt x="19141" y="5096"/>
                  </a:lnTo>
                  <a:lnTo>
                    <a:pt x="15704" y="3042"/>
                  </a:lnTo>
                  <a:lnTo>
                    <a:pt x="13077" y="1482"/>
                  </a:lnTo>
                  <a:lnTo>
                    <a:pt x="12188" y="988"/>
                  </a:lnTo>
                  <a:lnTo>
                    <a:pt x="11655" y="711"/>
                  </a:lnTo>
                  <a:lnTo>
                    <a:pt x="11003" y="435"/>
                  </a:lnTo>
                  <a:lnTo>
                    <a:pt x="10430" y="218"/>
                  </a:lnTo>
                  <a:lnTo>
                    <a:pt x="10153" y="139"/>
                  </a:lnTo>
                  <a:lnTo>
                    <a:pt x="9897" y="79"/>
                  </a:lnTo>
                  <a:lnTo>
                    <a:pt x="9640" y="20"/>
                  </a:lnTo>
                  <a:lnTo>
                    <a:pt x="9403" y="0"/>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3" name="Google Shape;7593;p29"/>
            <p:cNvSpPr/>
            <p:nvPr/>
          </p:nvSpPr>
          <p:spPr>
            <a:xfrm>
              <a:off x="-1246975" y="3112925"/>
              <a:ext cx="4975" cy="3475"/>
            </a:xfrm>
            <a:custGeom>
              <a:rect b="b" l="l" r="r" t="t"/>
              <a:pathLst>
                <a:path extrusionOk="0" h="139" w="199">
                  <a:moveTo>
                    <a:pt x="198" y="0"/>
                  </a:moveTo>
                  <a:lnTo>
                    <a:pt x="1" y="139"/>
                  </a:lnTo>
                  <a:lnTo>
                    <a:pt x="1" y="139"/>
                  </a:lnTo>
                  <a:lnTo>
                    <a:pt x="80" y="99"/>
                  </a:lnTo>
                  <a:lnTo>
                    <a:pt x="198"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4" name="Google Shape;7594;p29"/>
            <p:cNvSpPr/>
            <p:nvPr/>
          </p:nvSpPr>
          <p:spPr>
            <a:xfrm>
              <a:off x="-1235125" y="3112925"/>
              <a:ext cx="525" cy="25"/>
            </a:xfrm>
            <a:custGeom>
              <a:rect b="b" l="l" r="r" t="t"/>
              <a:pathLst>
                <a:path extrusionOk="0" h="1" w="21">
                  <a:moveTo>
                    <a:pt x="1" y="0"/>
                  </a:moveTo>
                  <a:lnTo>
                    <a:pt x="1" y="0"/>
                  </a:lnTo>
                  <a:lnTo>
                    <a:pt x="21" y="0"/>
                  </a:lnTo>
                  <a:lnTo>
                    <a:pt x="21" y="0"/>
                  </a:lnTo>
                  <a:lnTo>
                    <a:pt x="1" y="0"/>
                  </a:lnTo>
                  <a:lnTo>
                    <a:pt x="1"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5" name="Google Shape;7595;p29"/>
            <p:cNvSpPr/>
            <p:nvPr/>
          </p:nvSpPr>
          <p:spPr>
            <a:xfrm>
              <a:off x="-905750" y="3252175"/>
              <a:ext cx="3975" cy="1025"/>
            </a:xfrm>
            <a:custGeom>
              <a:rect b="b" l="l" r="r" t="t"/>
              <a:pathLst>
                <a:path extrusionOk="0" h="41" w="159">
                  <a:moveTo>
                    <a:pt x="1" y="1"/>
                  </a:moveTo>
                  <a:lnTo>
                    <a:pt x="99" y="40"/>
                  </a:lnTo>
                  <a:lnTo>
                    <a:pt x="159" y="40"/>
                  </a:lnTo>
                  <a:lnTo>
                    <a:pt x="60" y="20"/>
                  </a:lnTo>
                  <a:lnTo>
                    <a:pt x="1"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6" name="Google Shape;7596;p29"/>
            <p:cNvSpPr/>
            <p:nvPr/>
          </p:nvSpPr>
          <p:spPr>
            <a:xfrm>
              <a:off x="-582300" y="3332175"/>
              <a:ext cx="1000" cy="525"/>
            </a:xfrm>
            <a:custGeom>
              <a:rect b="b" l="l" r="r" t="t"/>
              <a:pathLst>
                <a:path extrusionOk="0" h="21" w="40">
                  <a:moveTo>
                    <a:pt x="0" y="0"/>
                  </a:moveTo>
                  <a:lnTo>
                    <a:pt x="20" y="2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7" name="Google Shape;7597;p29"/>
            <p:cNvSpPr/>
            <p:nvPr/>
          </p:nvSpPr>
          <p:spPr>
            <a:xfrm>
              <a:off x="-1286950" y="3160825"/>
              <a:ext cx="2000" cy="2500"/>
            </a:xfrm>
            <a:custGeom>
              <a:rect b="b" l="l" r="r" t="t"/>
              <a:pathLst>
                <a:path extrusionOk="0" h="100" w="80">
                  <a:moveTo>
                    <a:pt x="59" y="0"/>
                  </a:moveTo>
                  <a:lnTo>
                    <a:pt x="20" y="20"/>
                  </a:lnTo>
                  <a:lnTo>
                    <a:pt x="0" y="99"/>
                  </a:lnTo>
                  <a:lnTo>
                    <a:pt x="0" y="99"/>
                  </a:lnTo>
                  <a:lnTo>
                    <a:pt x="79" y="20"/>
                  </a:lnTo>
                  <a:lnTo>
                    <a:pt x="59"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8" name="Google Shape;7598;p29"/>
            <p:cNvSpPr/>
            <p:nvPr/>
          </p:nvSpPr>
          <p:spPr>
            <a:xfrm>
              <a:off x="-968950" y="3215150"/>
              <a:ext cx="1000" cy="500"/>
            </a:xfrm>
            <a:custGeom>
              <a:rect b="b" l="l" r="r" t="t"/>
              <a:pathLst>
                <a:path extrusionOk="0" h="20" w="40">
                  <a:moveTo>
                    <a:pt x="40" y="0"/>
                  </a:moveTo>
                  <a:lnTo>
                    <a:pt x="40" y="0"/>
                  </a:lnTo>
                  <a:lnTo>
                    <a:pt x="0" y="20"/>
                  </a:lnTo>
                  <a:lnTo>
                    <a:pt x="0" y="20"/>
                  </a:lnTo>
                  <a:lnTo>
                    <a:pt x="40" y="0"/>
                  </a:lnTo>
                  <a:lnTo>
                    <a:pt x="4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9" name="Google Shape;7599;p29"/>
            <p:cNvSpPr/>
            <p:nvPr/>
          </p:nvSpPr>
          <p:spPr>
            <a:xfrm>
              <a:off x="-1299300" y="3366250"/>
              <a:ext cx="1500" cy="2000"/>
            </a:xfrm>
            <a:custGeom>
              <a:rect b="b" l="l" r="r" t="t"/>
              <a:pathLst>
                <a:path extrusionOk="0" h="80" w="60">
                  <a:moveTo>
                    <a:pt x="59" y="79"/>
                  </a:moveTo>
                  <a:lnTo>
                    <a:pt x="59" y="79"/>
                  </a:lnTo>
                  <a:lnTo>
                    <a:pt x="0" y="0"/>
                  </a:lnTo>
                  <a:lnTo>
                    <a:pt x="0" y="0"/>
                  </a:lnTo>
                  <a:lnTo>
                    <a:pt x="59" y="79"/>
                  </a:lnTo>
                  <a:lnTo>
                    <a:pt x="59" y="79"/>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0" name="Google Shape;7600;p29"/>
            <p:cNvSpPr/>
            <p:nvPr/>
          </p:nvSpPr>
          <p:spPr>
            <a:xfrm>
              <a:off x="-621825" y="3419575"/>
              <a:ext cx="1525" cy="525"/>
            </a:xfrm>
            <a:custGeom>
              <a:rect b="b" l="l" r="r" t="t"/>
              <a:pathLst>
                <a:path extrusionOk="0" h="21" w="61">
                  <a:moveTo>
                    <a:pt x="60" y="0"/>
                  </a:moveTo>
                  <a:lnTo>
                    <a:pt x="60" y="0"/>
                  </a:lnTo>
                  <a:lnTo>
                    <a:pt x="1" y="20"/>
                  </a:lnTo>
                  <a:lnTo>
                    <a:pt x="1" y="20"/>
                  </a:lnTo>
                  <a:lnTo>
                    <a:pt x="60" y="0"/>
                  </a:lnTo>
                  <a:lnTo>
                    <a:pt x="6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1" name="Google Shape;7601;p29"/>
            <p:cNvSpPr/>
            <p:nvPr/>
          </p:nvSpPr>
          <p:spPr>
            <a:xfrm>
              <a:off x="-1302275" y="3165750"/>
              <a:ext cx="25" cy="525"/>
            </a:xfrm>
            <a:custGeom>
              <a:rect b="b" l="l" r="r" t="t"/>
              <a:pathLst>
                <a:path extrusionOk="0" h="21" w="1">
                  <a:moveTo>
                    <a:pt x="1" y="21"/>
                  </a:moveTo>
                  <a:lnTo>
                    <a:pt x="1" y="21"/>
                  </a:lnTo>
                  <a:lnTo>
                    <a:pt x="1" y="1"/>
                  </a:lnTo>
                  <a:lnTo>
                    <a:pt x="1" y="1"/>
                  </a:lnTo>
                  <a:lnTo>
                    <a:pt x="1" y="21"/>
                  </a:lnTo>
                  <a:lnTo>
                    <a:pt x="1" y="2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2" name="Google Shape;7602;p29"/>
            <p:cNvSpPr/>
            <p:nvPr/>
          </p:nvSpPr>
          <p:spPr>
            <a:xfrm>
              <a:off x="-1336825" y="3072925"/>
              <a:ext cx="793050" cy="646900"/>
            </a:xfrm>
            <a:custGeom>
              <a:rect b="b" l="l" r="r" t="t"/>
              <a:pathLst>
                <a:path extrusionOk="0" h="25876" w="31722">
                  <a:moveTo>
                    <a:pt x="3773" y="889"/>
                  </a:moveTo>
                  <a:lnTo>
                    <a:pt x="3733" y="909"/>
                  </a:lnTo>
                  <a:lnTo>
                    <a:pt x="3773" y="892"/>
                  </a:lnTo>
                  <a:lnTo>
                    <a:pt x="3773" y="892"/>
                  </a:lnTo>
                  <a:lnTo>
                    <a:pt x="3773" y="889"/>
                  </a:lnTo>
                  <a:close/>
                  <a:moveTo>
                    <a:pt x="13115" y="3971"/>
                  </a:moveTo>
                  <a:lnTo>
                    <a:pt x="13115" y="3971"/>
                  </a:lnTo>
                  <a:lnTo>
                    <a:pt x="13115" y="3971"/>
                  </a:lnTo>
                  <a:close/>
                  <a:moveTo>
                    <a:pt x="13115" y="3971"/>
                  </a:moveTo>
                  <a:lnTo>
                    <a:pt x="13135" y="3990"/>
                  </a:lnTo>
                  <a:lnTo>
                    <a:pt x="13135" y="3990"/>
                  </a:lnTo>
                  <a:lnTo>
                    <a:pt x="13115" y="3971"/>
                  </a:lnTo>
                  <a:close/>
                  <a:moveTo>
                    <a:pt x="0" y="7566"/>
                  </a:moveTo>
                  <a:lnTo>
                    <a:pt x="20" y="7803"/>
                  </a:lnTo>
                  <a:lnTo>
                    <a:pt x="79" y="7980"/>
                  </a:lnTo>
                  <a:lnTo>
                    <a:pt x="158" y="8119"/>
                  </a:lnTo>
                  <a:lnTo>
                    <a:pt x="237" y="8217"/>
                  </a:lnTo>
                  <a:lnTo>
                    <a:pt x="395" y="8375"/>
                  </a:lnTo>
                  <a:lnTo>
                    <a:pt x="564" y="8525"/>
                  </a:lnTo>
                  <a:lnTo>
                    <a:pt x="564" y="8525"/>
                  </a:lnTo>
                  <a:lnTo>
                    <a:pt x="553" y="8494"/>
                  </a:lnTo>
                  <a:lnTo>
                    <a:pt x="454" y="8237"/>
                  </a:lnTo>
                  <a:lnTo>
                    <a:pt x="494" y="8237"/>
                  </a:lnTo>
                  <a:lnTo>
                    <a:pt x="296" y="8079"/>
                  </a:lnTo>
                  <a:lnTo>
                    <a:pt x="316" y="8277"/>
                  </a:lnTo>
                  <a:lnTo>
                    <a:pt x="217" y="8138"/>
                  </a:lnTo>
                  <a:lnTo>
                    <a:pt x="119" y="7941"/>
                  </a:lnTo>
                  <a:lnTo>
                    <a:pt x="20" y="7724"/>
                  </a:lnTo>
                  <a:lnTo>
                    <a:pt x="0" y="7566"/>
                  </a:lnTo>
                  <a:close/>
                  <a:moveTo>
                    <a:pt x="564" y="8525"/>
                  </a:moveTo>
                  <a:lnTo>
                    <a:pt x="576" y="8562"/>
                  </a:lnTo>
                  <a:lnTo>
                    <a:pt x="573" y="8533"/>
                  </a:lnTo>
                  <a:lnTo>
                    <a:pt x="564" y="8525"/>
                  </a:lnTo>
                  <a:close/>
                  <a:moveTo>
                    <a:pt x="4800" y="13432"/>
                  </a:moveTo>
                  <a:lnTo>
                    <a:pt x="4820" y="13452"/>
                  </a:lnTo>
                  <a:lnTo>
                    <a:pt x="4820" y="13447"/>
                  </a:lnTo>
                  <a:lnTo>
                    <a:pt x="4800" y="13432"/>
                  </a:lnTo>
                  <a:close/>
                  <a:moveTo>
                    <a:pt x="29253" y="16000"/>
                  </a:moveTo>
                  <a:lnTo>
                    <a:pt x="29253" y="16059"/>
                  </a:lnTo>
                  <a:lnTo>
                    <a:pt x="29257" y="16077"/>
                  </a:lnTo>
                  <a:lnTo>
                    <a:pt x="29257" y="16077"/>
                  </a:lnTo>
                  <a:lnTo>
                    <a:pt x="29253" y="16000"/>
                  </a:lnTo>
                  <a:close/>
                  <a:moveTo>
                    <a:pt x="9501" y="988"/>
                  </a:moveTo>
                  <a:lnTo>
                    <a:pt x="9481" y="1028"/>
                  </a:lnTo>
                  <a:lnTo>
                    <a:pt x="9422" y="1067"/>
                  </a:lnTo>
                  <a:lnTo>
                    <a:pt x="9303" y="1087"/>
                  </a:lnTo>
                  <a:lnTo>
                    <a:pt x="9481" y="1126"/>
                  </a:lnTo>
                  <a:lnTo>
                    <a:pt x="9600" y="1186"/>
                  </a:lnTo>
                  <a:lnTo>
                    <a:pt x="9639" y="1205"/>
                  </a:lnTo>
                  <a:lnTo>
                    <a:pt x="9659" y="1245"/>
                  </a:lnTo>
                  <a:lnTo>
                    <a:pt x="9442" y="1265"/>
                  </a:lnTo>
                  <a:lnTo>
                    <a:pt x="9343" y="1284"/>
                  </a:lnTo>
                  <a:lnTo>
                    <a:pt x="9244" y="1324"/>
                  </a:lnTo>
                  <a:lnTo>
                    <a:pt x="9442" y="1383"/>
                  </a:lnTo>
                  <a:lnTo>
                    <a:pt x="9442" y="1403"/>
                  </a:lnTo>
                  <a:lnTo>
                    <a:pt x="9442" y="1423"/>
                  </a:lnTo>
                  <a:lnTo>
                    <a:pt x="9422" y="1442"/>
                  </a:lnTo>
                  <a:lnTo>
                    <a:pt x="9402" y="1462"/>
                  </a:lnTo>
                  <a:lnTo>
                    <a:pt x="9422" y="1502"/>
                  </a:lnTo>
                  <a:lnTo>
                    <a:pt x="9461" y="1541"/>
                  </a:lnTo>
                  <a:lnTo>
                    <a:pt x="9461" y="1482"/>
                  </a:lnTo>
                  <a:lnTo>
                    <a:pt x="9521" y="1462"/>
                  </a:lnTo>
                  <a:lnTo>
                    <a:pt x="9679" y="1462"/>
                  </a:lnTo>
                  <a:lnTo>
                    <a:pt x="9876" y="1521"/>
                  </a:lnTo>
                  <a:lnTo>
                    <a:pt x="10093" y="1561"/>
                  </a:lnTo>
                  <a:lnTo>
                    <a:pt x="10074" y="1581"/>
                  </a:lnTo>
                  <a:lnTo>
                    <a:pt x="10054" y="1600"/>
                  </a:lnTo>
                  <a:lnTo>
                    <a:pt x="9995" y="1600"/>
                  </a:lnTo>
                  <a:lnTo>
                    <a:pt x="9916" y="1581"/>
                  </a:lnTo>
                  <a:lnTo>
                    <a:pt x="9837" y="1581"/>
                  </a:lnTo>
                  <a:lnTo>
                    <a:pt x="9975" y="1719"/>
                  </a:lnTo>
                  <a:lnTo>
                    <a:pt x="10093" y="1798"/>
                  </a:lnTo>
                  <a:lnTo>
                    <a:pt x="10232" y="1837"/>
                  </a:lnTo>
                  <a:lnTo>
                    <a:pt x="10350" y="1857"/>
                  </a:lnTo>
                  <a:lnTo>
                    <a:pt x="10508" y="1877"/>
                  </a:lnTo>
                  <a:lnTo>
                    <a:pt x="10666" y="1897"/>
                  </a:lnTo>
                  <a:lnTo>
                    <a:pt x="10844" y="1936"/>
                  </a:lnTo>
                  <a:lnTo>
                    <a:pt x="11022" y="2035"/>
                  </a:lnTo>
                  <a:lnTo>
                    <a:pt x="10883" y="2035"/>
                  </a:lnTo>
                  <a:lnTo>
                    <a:pt x="10982" y="2055"/>
                  </a:lnTo>
                  <a:lnTo>
                    <a:pt x="11061" y="2114"/>
                  </a:lnTo>
                  <a:lnTo>
                    <a:pt x="11199" y="2213"/>
                  </a:lnTo>
                  <a:lnTo>
                    <a:pt x="11318" y="2312"/>
                  </a:lnTo>
                  <a:lnTo>
                    <a:pt x="11377" y="2331"/>
                  </a:lnTo>
                  <a:lnTo>
                    <a:pt x="11456" y="2331"/>
                  </a:lnTo>
                  <a:lnTo>
                    <a:pt x="11496" y="2391"/>
                  </a:lnTo>
                  <a:lnTo>
                    <a:pt x="11535" y="2450"/>
                  </a:lnTo>
                  <a:lnTo>
                    <a:pt x="11535" y="2529"/>
                  </a:lnTo>
                  <a:lnTo>
                    <a:pt x="11535" y="2588"/>
                  </a:lnTo>
                  <a:lnTo>
                    <a:pt x="11555" y="2628"/>
                  </a:lnTo>
                  <a:lnTo>
                    <a:pt x="11614" y="2687"/>
                  </a:lnTo>
                  <a:lnTo>
                    <a:pt x="11713" y="2766"/>
                  </a:lnTo>
                  <a:lnTo>
                    <a:pt x="11713" y="2726"/>
                  </a:lnTo>
                  <a:lnTo>
                    <a:pt x="11733" y="2707"/>
                  </a:lnTo>
                  <a:lnTo>
                    <a:pt x="11772" y="2707"/>
                  </a:lnTo>
                  <a:lnTo>
                    <a:pt x="11832" y="2746"/>
                  </a:lnTo>
                  <a:lnTo>
                    <a:pt x="11911" y="2805"/>
                  </a:lnTo>
                  <a:lnTo>
                    <a:pt x="11990" y="2865"/>
                  </a:lnTo>
                  <a:lnTo>
                    <a:pt x="12069" y="2904"/>
                  </a:lnTo>
                  <a:lnTo>
                    <a:pt x="12148" y="2924"/>
                  </a:lnTo>
                  <a:lnTo>
                    <a:pt x="12167" y="2924"/>
                  </a:lnTo>
                  <a:lnTo>
                    <a:pt x="12207" y="2904"/>
                  </a:lnTo>
                  <a:lnTo>
                    <a:pt x="12365" y="3200"/>
                  </a:lnTo>
                  <a:lnTo>
                    <a:pt x="12444" y="3200"/>
                  </a:lnTo>
                  <a:lnTo>
                    <a:pt x="12523" y="3181"/>
                  </a:lnTo>
                  <a:lnTo>
                    <a:pt x="12622" y="3102"/>
                  </a:lnTo>
                  <a:lnTo>
                    <a:pt x="12661" y="3062"/>
                  </a:lnTo>
                  <a:lnTo>
                    <a:pt x="12740" y="3062"/>
                  </a:lnTo>
                  <a:lnTo>
                    <a:pt x="12839" y="3102"/>
                  </a:lnTo>
                  <a:lnTo>
                    <a:pt x="12977" y="3220"/>
                  </a:lnTo>
                  <a:lnTo>
                    <a:pt x="13056" y="3339"/>
                  </a:lnTo>
                  <a:lnTo>
                    <a:pt x="13076" y="3398"/>
                  </a:lnTo>
                  <a:lnTo>
                    <a:pt x="13076" y="3437"/>
                  </a:lnTo>
                  <a:lnTo>
                    <a:pt x="13056" y="3457"/>
                  </a:lnTo>
                  <a:lnTo>
                    <a:pt x="13036" y="3497"/>
                  </a:lnTo>
                  <a:lnTo>
                    <a:pt x="12977" y="3516"/>
                  </a:lnTo>
                  <a:lnTo>
                    <a:pt x="12898" y="3556"/>
                  </a:lnTo>
                  <a:lnTo>
                    <a:pt x="12839" y="3595"/>
                  </a:lnTo>
                  <a:lnTo>
                    <a:pt x="12819" y="3615"/>
                  </a:lnTo>
                  <a:lnTo>
                    <a:pt x="12819" y="3655"/>
                  </a:lnTo>
                  <a:lnTo>
                    <a:pt x="12819" y="3694"/>
                  </a:lnTo>
                  <a:lnTo>
                    <a:pt x="12839" y="3734"/>
                  </a:lnTo>
                  <a:lnTo>
                    <a:pt x="13017" y="3753"/>
                  </a:lnTo>
                  <a:lnTo>
                    <a:pt x="13135" y="3990"/>
                  </a:lnTo>
                  <a:lnTo>
                    <a:pt x="13214" y="4069"/>
                  </a:lnTo>
                  <a:lnTo>
                    <a:pt x="13333" y="4168"/>
                  </a:lnTo>
                  <a:lnTo>
                    <a:pt x="13412" y="4287"/>
                  </a:lnTo>
                  <a:lnTo>
                    <a:pt x="13412" y="4326"/>
                  </a:lnTo>
                  <a:lnTo>
                    <a:pt x="13412" y="4346"/>
                  </a:lnTo>
                  <a:lnTo>
                    <a:pt x="13352" y="4346"/>
                  </a:lnTo>
                  <a:lnTo>
                    <a:pt x="13293" y="4306"/>
                  </a:lnTo>
                  <a:lnTo>
                    <a:pt x="13214" y="4267"/>
                  </a:lnTo>
                  <a:lnTo>
                    <a:pt x="13175" y="4247"/>
                  </a:lnTo>
                  <a:lnTo>
                    <a:pt x="13214" y="4287"/>
                  </a:lnTo>
                  <a:lnTo>
                    <a:pt x="13273" y="4326"/>
                  </a:lnTo>
                  <a:lnTo>
                    <a:pt x="13392" y="4464"/>
                  </a:lnTo>
                  <a:lnTo>
                    <a:pt x="13668" y="4820"/>
                  </a:lnTo>
                  <a:lnTo>
                    <a:pt x="13826" y="4978"/>
                  </a:lnTo>
                  <a:lnTo>
                    <a:pt x="14004" y="5136"/>
                  </a:lnTo>
                  <a:lnTo>
                    <a:pt x="14103" y="5195"/>
                  </a:lnTo>
                  <a:lnTo>
                    <a:pt x="14202" y="5235"/>
                  </a:lnTo>
                  <a:lnTo>
                    <a:pt x="14281" y="5255"/>
                  </a:lnTo>
                  <a:lnTo>
                    <a:pt x="14380" y="5255"/>
                  </a:lnTo>
                  <a:lnTo>
                    <a:pt x="14518" y="5373"/>
                  </a:lnTo>
                  <a:lnTo>
                    <a:pt x="14656" y="5511"/>
                  </a:lnTo>
                  <a:lnTo>
                    <a:pt x="14755" y="5610"/>
                  </a:lnTo>
                  <a:lnTo>
                    <a:pt x="14775" y="5650"/>
                  </a:lnTo>
                  <a:lnTo>
                    <a:pt x="14755" y="5689"/>
                  </a:lnTo>
                  <a:lnTo>
                    <a:pt x="14854" y="5689"/>
                  </a:lnTo>
                  <a:lnTo>
                    <a:pt x="14972" y="5748"/>
                  </a:lnTo>
                  <a:lnTo>
                    <a:pt x="15249" y="5887"/>
                  </a:lnTo>
                  <a:lnTo>
                    <a:pt x="15505" y="6045"/>
                  </a:lnTo>
                  <a:lnTo>
                    <a:pt x="15624" y="6104"/>
                  </a:lnTo>
                  <a:lnTo>
                    <a:pt x="15742" y="6124"/>
                  </a:lnTo>
                  <a:lnTo>
                    <a:pt x="15723" y="6143"/>
                  </a:lnTo>
                  <a:lnTo>
                    <a:pt x="15742" y="6183"/>
                  </a:lnTo>
                  <a:lnTo>
                    <a:pt x="15802" y="6242"/>
                  </a:lnTo>
                  <a:lnTo>
                    <a:pt x="15900" y="6321"/>
                  </a:lnTo>
                  <a:lnTo>
                    <a:pt x="16019" y="6361"/>
                  </a:lnTo>
                  <a:lnTo>
                    <a:pt x="15960" y="6321"/>
                  </a:lnTo>
                  <a:lnTo>
                    <a:pt x="15940" y="6282"/>
                  </a:lnTo>
                  <a:lnTo>
                    <a:pt x="15940" y="6262"/>
                  </a:lnTo>
                  <a:lnTo>
                    <a:pt x="15960" y="6242"/>
                  </a:lnTo>
                  <a:lnTo>
                    <a:pt x="16039" y="6222"/>
                  </a:lnTo>
                  <a:lnTo>
                    <a:pt x="16157" y="6203"/>
                  </a:lnTo>
                  <a:lnTo>
                    <a:pt x="16216" y="6282"/>
                  </a:lnTo>
                  <a:lnTo>
                    <a:pt x="16315" y="6341"/>
                  </a:lnTo>
                  <a:lnTo>
                    <a:pt x="16513" y="6459"/>
                  </a:lnTo>
                  <a:lnTo>
                    <a:pt x="16612" y="6519"/>
                  </a:lnTo>
                  <a:lnTo>
                    <a:pt x="16691" y="6578"/>
                  </a:lnTo>
                  <a:lnTo>
                    <a:pt x="16750" y="6637"/>
                  </a:lnTo>
                  <a:lnTo>
                    <a:pt x="16750" y="6716"/>
                  </a:lnTo>
                  <a:lnTo>
                    <a:pt x="16849" y="6716"/>
                  </a:lnTo>
                  <a:lnTo>
                    <a:pt x="16908" y="6696"/>
                  </a:lnTo>
                  <a:lnTo>
                    <a:pt x="16967" y="6677"/>
                  </a:lnTo>
                  <a:lnTo>
                    <a:pt x="16987" y="6637"/>
                  </a:lnTo>
                  <a:lnTo>
                    <a:pt x="17046" y="6578"/>
                  </a:lnTo>
                  <a:lnTo>
                    <a:pt x="17105" y="6499"/>
                  </a:lnTo>
                  <a:lnTo>
                    <a:pt x="17165" y="6558"/>
                  </a:lnTo>
                  <a:lnTo>
                    <a:pt x="17224" y="6637"/>
                  </a:lnTo>
                  <a:lnTo>
                    <a:pt x="17382" y="6775"/>
                  </a:lnTo>
                  <a:lnTo>
                    <a:pt x="17441" y="6854"/>
                  </a:lnTo>
                  <a:lnTo>
                    <a:pt x="17500" y="6933"/>
                  </a:lnTo>
                  <a:lnTo>
                    <a:pt x="17500" y="6993"/>
                  </a:lnTo>
                  <a:lnTo>
                    <a:pt x="17481" y="7013"/>
                  </a:lnTo>
                  <a:lnTo>
                    <a:pt x="17461" y="7032"/>
                  </a:lnTo>
                  <a:lnTo>
                    <a:pt x="17362" y="6953"/>
                  </a:lnTo>
                  <a:lnTo>
                    <a:pt x="17244" y="6874"/>
                  </a:lnTo>
                  <a:lnTo>
                    <a:pt x="17184" y="6854"/>
                  </a:lnTo>
                  <a:lnTo>
                    <a:pt x="17125" y="6854"/>
                  </a:lnTo>
                  <a:lnTo>
                    <a:pt x="17105" y="6914"/>
                  </a:lnTo>
                  <a:lnTo>
                    <a:pt x="17184" y="6993"/>
                  </a:lnTo>
                  <a:lnTo>
                    <a:pt x="17244" y="6993"/>
                  </a:lnTo>
                  <a:lnTo>
                    <a:pt x="17303" y="6973"/>
                  </a:lnTo>
                  <a:lnTo>
                    <a:pt x="17342" y="6973"/>
                  </a:lnTo>
                  <a:lnTo>
                    <a:pt x="17402" y="7013"/>
                  </a:lnTo>
                  <a:lnTo>
                    <a:pt x="17402" y="7052"/>
                  </a:lnTo>
                  <a:lnTo>
                    <a:pt x="17421" y="7111"/>
                  </a:lnTo>
                  <a:lnTo>
                    <a:pt x="17421" y="7171"/>
                  </a:lnTo>
                  <a:lnTo>
                    <a:pt x="17421" y="7210"/>
                  </a:lnTo>
                  <a:lnTo>
                    <a:pt x="17402" y="7210"/>
                  </a:lnTo>
                  <a:lnTo>
                    <a:pt x="17619" y="7348"/>
                  </a:lnTo>
                  <a:lnTo>
                    <a:pt x="17876" y="7566"/>
                  </a:lnTo>
                  <a:lnTo>
                    <a:pt x="17816" y="7467"/>
                  </a:lnTo>
                  <a:lnTo>
                    <a:pt x="17797" y="7427"/>
                  </a:lnTo>
                  <a:lnTo>
                    <a:pt x="17895" y="7427"/>
                  </a:lnTo>
                  <a:lnTo>
                    <a:pt x="18014" y="7447"/>
                  </a:lnTo>
                  <a:lnTo>
                    <a:pt x="18034" y="7447"/>
                  </a:lnTo>
                  <a:lnTo>
                    <a:pt x="18034" y="7427"/>
                  </a:lnTo>
                  <a:lnTo>
                    <a:pt x="18014" y="7388"/>
                  </a:lnTo>
                  <a:lnTo>
                    <a:pt x="17639" y="7309"/>
                  </a:lnTo>
                  <a:lnTo>
                    <a:pt x="17560" y="7250"/>
                  </a:lnTo>
                  <a:lnTo>
                    <a:pt x="17500" y="7210"/>
                  </a:lnTo>
                  <a:lnTo>
                    <a:pt x="17500" y="7171"/>
                  </a:lnTo>
                  <a:lnTo>
                    <a:pt x="17520" y="7151"/>
                  </a:lnTo>
                  <a:lnTo>
                    <a:pt x="17560" y="7111"/>
                  </a:lnTo>
                  <a:lnTo>
                    <a:pt x="17560" y="7092"/>
                  </a:lnTo>
                  <a:lnTo>
                    <a:pt x="17560" y="7052"/>
                  </a:lnTo>
                  <a:lnTo>
                    <a:pt x="17737" y="7151"/>
                  </a:lnTo>
                  <a:lnTo>
                    <a:pt x="17895" y="7210"/>
                  </a:lnTo>
                  <a:lnTo>
                    <a:pt x="18034" y="7250"/>
                  </a:lnTo>
                  <a:lnTo>
                    <a:pt x="18152" y="7269"/>
                  </a:lnTo>
                  <a:lnTo>
                    <a:pt x="18429" y="7329"/>
                  </a:lnTo>
                  <a:lnTo>
                    <a:pt x="18606" y="7368"/>
                  </a:lnTo>
                  <a:lnTo>
                    <a:pt x="18843" y="7467"/>
                  </a:lnTo>
                  <a:lnTo>
                    <a:pt x="19081" y="7645"/>
                  </a:lnTo>
                  <a:lnTo>
                    <a:pt x="19278" y="7783"/>
                  </a:lnTo>
                  <a:lnTo>
                    <a:pt x="19179" y="7743"/>
                  </a:lnTo>
                  <a:lnTo>
                    <a:pt x="19120" y="7743"/>
                  </a:lnTo>
                  <a:lnTo>
                    <a:pt x="19081" y="7763"/>
                  </a:lnTo>
                  <a:lnTo>
                    <a:pt x="19041" y="7803"/>
                  </a:lnTo>
                  <a:lnTo>
                    <a:pt x="19041" y="7842"/>
                  </a:lnTo>
                  <a:lnTo>
                    <a:pt x="19041" y="7882"/>
                  </a:lnTo>
                  <a:lnTo>
                    <a:pt x="19081" y="7921"/>
                  </a:lnTo>
                  <a:lnTo>
                    <a:pt x="19120" y="7961"/>
                  </a:lnTo>
                  <a:lnTo>
                    <a:pt x="19298" y="8000"/>
                  </a:lnTo>
                  <a:lnTo>
                    <a:pt x="19436" y="8040"/>
                  </a:lnTo>
                  <a:lnTo>
                    <a:pt x="19594" y="8099"/>
                  </a:lnTo>
                  <a:lnTo>
                    <a:pt x="19713" y="8178"/>
                  </a:lnTo>
                  <a:lnTo>
                    <a:pt x="19950" y="8336"/>
                  </a:lnTo>
                  <a:lnTo>
                    <a:pt x="20068" y="8415"/>
                  </a:lnTo>
                  <a:lnTo>
                    <a:pt x="20206" y="8474"/>
                  </a:lnTo>
                  <a:lnTo>
                    <a:pt x="20206" y="8474"/>
                  </a:lnTo>
                  <a:lnTo>
                    <a:pt x="20108" y="8415"/>
                  </a:lnTo>
                  <a:lnTo>
                    <a:pt x="20068" y="8375"/>
                  </a:lnTo>
                  <a:lnTo>
                    <a:pt x="20048" y="8356"/>
                  </a:lnTo>
                  <a:lnTo>
                    <a:pt x="20048" y="8316"/>
                  </a:lnTo>
                  <a:lnTo>
                    <a:pt x="20088" y="8296"/>
                  </a:lnTo>
                  <a:lnTo>
                    <a:pt x="20127" y="8277"/>
                  </a:lnTo>
                  <a:lnTo>
                    <a:pt x="20226" y="8257"/>
                  </a:lnTo>
                  <a:lnTo>
                    <a:pt x="20443" y="8277"/>
                  </a:lnTo>
                  <a:lnTo>
                    <a:pt x="20562" y="8296"/>
                  </a:lnTo>
                  <a:lnTo>
                    <a:pt x="20621" y="8316"/>
                  </a:lnTo>
                  <a:lnTo>
                    <a:pt x="20641" y="8356"/>
                  </a:lnTo>
                  <a:lnTo>
                    <a:pt x="20641" y="8435"/>
                  </a:lnTo>
                  <a:lnTo>
                    <a:pt x="20680" y="8474"/>
                  </a:lnTo>
                  <a:lnTo>
                    <a:pt x="20740" y="8533"/>
                  </a:lnTo>
                  <a:lnTo>
                    <a:pt x="21115" y="8612"/>
                  </a:lnTo>
                  <a:lnTo>
                    <a:pt x="21411" y="8691"/>
                  </a:lnTo>
                  <a:lnTo>
                    <a:pt x="21984" y="8869"/>
                  </a:lnTo>
                  <a:lnTo>
                    <a:pt x="22241" y="8948"/>
                  </a:lnTo>
                  <a:lnTo>
                    <a:pt x="22498" y="9007"/>
                  </a:lnTo>
                  <a:lnTo>
                    <a:pt x="22774" y="9047"/>
                  </a:lnTo>
                  <a:lnTo>
                    <a:pt x="23051" y="9067"/>
                  </a:lnTo>
                  <a:lnTo>
                    <a:pt x="23051" y="9067"/>
                  </a:lnTo>
                  <a:lnTo>
                    <a:pt x="22735" y="8830"/>
                  </a:lnTo>
                  <a:lnTo>
                    <a:pt x="22577" y="8968"/>
                  </a:lnTo>
                  <a:lnTo>
                    <a:pt x="22517" y="8909"/>
                  </a:lnTo>
                  <a:lnTo>
                    <a:pt x="22498" y="8849"/>
                  </a:lnTo>
                  <a:lnTo>
                    <a:pt x="22517" y="8770"/>
                  </a:lnTo>
                  <a:lnTo>
                    <a:pt x="22557" y="8731"/>
                  </a:lnTo>
                  <a:lnTo>
                    <a:pt x="22636" y="8672"/>
                  </a:lnTo>
                  <a:lnTo>
                    <a:pt x="22715" y="8612"/>
                  </a:lnTo>
                  <a:lnTo>
                    <a:pt x="22873" y="8553"/>
                  </a:lnTo>
                  <a:lnTo>
                    <a:pt x="22912" y="8573"/>
                  </a:lnTo>
                  <a:lnTo>
                    <a:pt x="22972" y="8593"/>
                  </a:lnTo>
                  <a:lnTo>
                    <a:pt x="23110" y="8632"/>
                  </a:lnTo>
                  <a:lnTo>
                    <a:pt x="23209" y="8691"/>
                  </a:lnTo>
                  <a:lnTo>
                    <a:pt x="23228" y="8711"/>
                  </a:lnTo>
                  <a:lnTo>
                    <a:pt x="23169" y="8731"/>
                  </a:lnTo>
                  <a:lnTo>
                    <a:pt x="23643" y="8731"/>
                  </a:lnTo>
                  <a:lnTo>
                    <a:pt x="23604" y="8711"/>
                  </a:lnTo>
                  <a:lnTo>
                    <a:pt x="23564" y="8691"/>
                  </a:lnTo>
                  <a:lnTo>
                    <a:pt x="23465" y="8652"/>
                  </a:lnTo>
                  <a:lnTo>
                    <a:pt x="23446" y="8632"/>
                  </a:lnTo>
                  <a:lnTo>
                    <a:pt x="23426" y="8612"/>
                  </a:lnTo>
                  <a:lnTo>
                    <a:pt x="23446" y="8612"/>
                  </a:lnTo>
                  <a:lnTo>
                    <a:pt x="23505" y="8593"/>
                  </a:lnTo>
                  <a:lnTo>
                    <a:pt x="23663" y="8652"/>
                  </a:lnTo>
                  <a:lnTo>
                    <a:pt x="23821" y="8731"/>
                  </a:lnTo>
                  <a:lnTo>
                    <a:pt x="23880" y="8770"/>
                  </a:lnTo>
                  <a:lnTo>
                    <a:pt x="23900" y="8790"/>
                  </a:lnTo>
                  <a:lnTo>
                    <a:pt x="23880" y="8810"/>
                  </a:lnTo>
                  <a:lnTo>
                    <a:pt x="23801" y="8830"/>
                  </a:lnTo>
                  <a:lnTo>
                    <a:pt x="23979" y="8869"/>
                  </a:lnTo>
                  <a:lnTo>
                    <a:pt x="24236" y="8869"/>
                  </a:lnTo>
                  <a:lnTo>
                    <a:pt x="24295" y="8849"/>
                  </a:lnTo>
                  <a:lnTo>
                    <a:pt x="24315" y="8830"/>
                  </a:lnTo>
                  <a:lnTo>
                    <a:pt x="24315" y="8790"/>
                  </a:lnTo>
                  <a:lnTo>
                    <a:pt x="24433" y="8810"/>
                  </a:lnTo>
                  <a:lnTo>
                    <a:pt x="24473" y="8849"/>
                  </a:lnTo>
                  <a:lnTo>
                    <a:pt x="24453" y="8869"/>
                  </a:lnTo>
                  <a:lnTo>
                    <a:pt x="24394" y="8909"/>
                  </a:lnTo>
                  <a:lnTo>
                    <a:pt x="24236" y="8968"/>
                  </a:lnTo>
                  <a:lnTo>
                    <a:pt x="24058" y="9007"/>
                  </a:lnTo>
                  <a:lnTo>
                    <a:pt x="24157" y="9047"/>
                  </a:lnTo>
                  <a:lnTo>
                    <a:pt x="24216" y="9067"/>
                  </a:lnTo>
                  <a:lnTo>
                    <a:pt x="24256" y="9106"/>
                  </a:lnTo>
                  <a:lnTo>
                    <a:pt x="24275" y="9146"/>
                  </a:lnTo>
                  <a:lnTo>
                    <a:pt x="24275" y="9185"/>
                  </a:lnTo>
                  <a:lnTo>
                    <a:pt x="24256" y="9205"/>
                  </a:lnTo>
                  <a:lnTo>
                    <a:pt x="24196" y="9244"/>
                  </a:lnTo>
                  <a:lnTo>
                    <a:pt x="24611" y="9304"/>
                  </a:lnTo>
                  <a:lnTo>
                    <a:pt x="24552" y="9323"/>
                  </a:lnTo>
                  <a:lnTo>
                    <a:pt x="24512" y="9363"/>
                  </a:lnTo>
                  <a:lnTo>
                    <a:pt x="24453" y="9403"/>
                  </a:lnTo>
                  <a:lnTo>
                    <a:pt x="24394" y="9422"/>
                  </a:lnTo>
                  <a:lnTo>
                    <a:pt x="24493" y="9462"/>
                  </a:lnTo>
                  <a:lnTo>
                    <a:pt x="24769" y="9462"/>
                  </a:lnTo>
                  <a:lnTo>
                    <a:pt x="24848" y="9482"/>
                  </a:lnTo>
                  <a:lnTo>
                    <a:pt x="24927" y="9482"/>
                  </a:lnTo>
                  <a:lnTo>
                    <a:pt x="24986" y="9521"/>
                  </a:lnTo>
                  <a:lnTo>
                    <a:pt x="25065" y="9580"/>
                  </a:lnTo>
                  <a:lnTo>
                    <a:pt x="25184" y="9462"/>
                  </a:lnTo>
                  <a:lnTo>
                    <a:pt x="25539" y="9620"/>
                  </a:lnTo>
                  <a:lnTo>
                    <a:pt x="25757" y="9719"/>
                  </a:lnTo>
                  <a:lnTo>
                    <a:pt x="26231" y="9936"/>
                  </a:lnTo>
                  <a:lnTo>
                    <a:pt x="26191" y="9817"/>
                  </a:lnTo>
                  <a:lnTo>
                    <a:pt x="26330" y="9817"/>
                  </a:lnTo>
                  <a:lnTo>
                    <a:pt x="26409" y="9857"/>
                  </a:lnTo>
                  <a:lnTo>
                    <a:pt x="26468" y="9916"/>
                  </a:lnTo>
                  <a:lnTo>
                    <a:pt x="26507" y="9975"/>
                  </a:lnTo>
                  <a:lnTo>
                    <a:pt x="26547" y="10035"/>
                  </a:lnTo>
                  <a:lnTo>
                    <a:pt x="26586" y="10114"/>
                  </a:lnTo>
                  <a:lnTo>
                    <a:pt x="26665" y="10173"/>
                  </a:lnTo>
                  <a:lnTo>
                    <a:pt x="26784" y="10252"/>
                  </a:lnTo>
                  <a:lnTo>
                    <a:pt x="26942" y="10311"/>
                  </a:lnTo>
                  <a:lnTo>
                    <a:pt x="27060" y="10351"/>
                  </a:lnTo>
                  <a:lnTo>
                    <a:pt x="27120" y="10370"/>
                  </a:lnTo>
                  <a:lnTo>
                    <a:pt x="27159" y="10351"/>
                  </a:lnTo>
                  <a:lnTo>
                    <a:pt x="27199" y="10331"/>
                  </a:lnTo>
                  <a:lnTo>
                    <a:pt x="27238" y="10291"/>
                  </a:lnTo>
                  <a:lnTo>
                    <a:pt x="27317" y="10351"/>
                  </a:lnTo>
                  <a:lnTo>
                    <a:pt x="27337" y="10410"/>
                  </a:lnTo>
                  <a:lnTo>
                    <a:pt x="27337" y="10469"/>
                  </a:lnTo>
                  <a:lnTo>
                    <a:pt x="27317" y="10528"/>
                  </a:lnTo>
                  <a:lnTo>
                    <a:pt x="27436" y="10548"/>
                  </a:lnTo>
                  <a:lnTo>
                    <a:pt x="27554" y="10607"/>
                  </a:lnTo>
                  <a:lnTo>
                    <a:pt x="27613" y="10667"/>
                  </a:lnTo>
                  <a:lnTo>
                    <a:pt x="27633" y="10706"/>
                  </a:lnTo>
                  <a:lnTo>
                    <a:pt x="27653" y="10765"/>
                  </a:lnTo>
                  <a:lnTo>
                    <a:pt x="27653" y="10825"/>
                  </a:lnTo>
                  <a:lnTo>
                    <a:pt x="27436" y="10647"/>
                  </a:lnTo>
                  <a:lnTo>
                    <a:pt x="27416" y="10686"/>
                  </a:lnTo>
                  <a:lnTo>
                    <a:pt x="27396" y="10726"/>
                  </a:lnTo>
                  <a:lnTo>
                    <a:pt x="27436" y="10825"/>
                  </a:lnTo>
                  <a:lnTo>
                    <a:pt x="27475" y="10923"/>
                  </a:lnTo>
                  <a:lnTo>
                    <a:pt x="27475" y="10963"/>
                  </a:lnTo>
                  <a:lnTo>
                    <a:pt x="27455" y="11002"/>
                  </a:lnTo>
                  <a:lnTo>
                    <a:pt x="27495" y="11042"/>
                  </a:lnTo>
                  <a:lnTo>
                    <a:pt x="27515" y="11101"/>
                  </a:lnTo>
                  <a:lnTo>
                    <a:pt x="27574" y="11200"/>
                  </a:lnTo>
                  <a:lnTo>
                    <a:pt x="27613" y="11338"/>
                  </a:lnTo>
                  <a:lnTo>
                    <a:pt x="27673" y="11595"/>
                  </a:lnTo>
                  <a:lnTo>
                    <a:pt x="27771" y="11852"/>
                  </a:lnTo>
                  <a:lnTo>
                    <a:pt x="27870" y="12089"/>
                  </a:lnTo>
                  <a:lnTo>
                    <a:pt x="28008" y="12326"/>
                  </a:lnTo>
                  <a:lnTo>
                    <a:pt x="28166" y="12523"/>
                  </a:lnTo>
                  <a:lnTo>
                    <a:pt x="28324" y="12681"/>
                  </a:lnTo>
                  <a:lnTo>
                    <a:pt x="28305" y="12583"/>
                  </a:lnTo>
                  <a:lnTo>
                    <a:pt x="28344" y="12523"/>
                  </a:lnTo>
                  <a:lnTo>
                    <a:pt x="28384" y="12484"/>
                  </a:lnTo>
                  <a:lnTo>
                    <a:pt x="28443" y="12464"/>
                  </a:lnTo>
                  <a:lnTo>
                    <a:pt x="28542" y="12484"/>
                  </a:lnTo>
                  <a:lnTo>
                    <a:pt x="28641" y="12543"/>
                  </a:lnTo>
                  <a:lnTo>
                    <a:pt x="28917" y="12721"/>
                  </a:lnTo>
                  <a:lnTo>
                    <a:pt x="28897" y="12721"/>
                  </a:lnTo>
                  <a:lnTo>
                    <a:pt x="28897" y="12741"/>
                  </a:lnTo>
                  <a:lnTo>
                    <a:pt x="28917" y="12820"/>
                  </a:lnTo>
                  <a:lnTo>
                    <a:pt x="29055" y="13017"/>
                  </a:lnTo>
                  <a:lnTo>
                    <a:pt x="29194" y="13195"/>
                  </a:lnTo>
                  <a:lnTo>
                    <a:pt x="29253" y="13274"/>
                  </a:lnTo>
                  <a:lnTo>
                    <a:pt x="29273" y="13353"/>
                  </a:lnTo>
                  <a:lnTo>
                    <a:pt x="29233" y="13373"/>
                  </a:lnTo>
                  <a:lnTo>
                    <a:pt x="29213" y="13412"/>
                  </a:lnTo>
                  <a:lnTo>
                    <a:pt x="29194" y="13511"/>
                  </a:lnTo>
                  <a:lnTo>
                    <a:pt x="29174" y="13550"/>
                  </a:lnTo>
                  <a:lnTo>
                    <a:pt x="29154" y="13570"/>
                  </a:lnTo>
                  <a:lnTo>
                    <a:pt x="29115" y="13570"/>
                  </a:lnTo>
                  <a:lnTo>
                    <a:pt x="29055" y="13531"/>
                  </a:lnTo>
                  <a:lnTo>
                    <a:pt x="29075" y="13373"/>
                  </a:lnTo>
                  <a:lnTo>
                    <a:pt x="29055" y="13333"/>
                  </a:lnTo>
                  <a:lnTo>
                    <a:pt x="29036" y="13294"/>
                  </a:lnTo>
                  <a:lnTo>
                    <a:pt x="29016" y="13254"/>
                  </a:lnTo>
                  <a:lnTo>
                    <a:pt x="28957" y="13215"/>
                  </a:lnTo>
                  <a:lnTo>
                    <a:pt x="28976" y="13353"/>
                  </a:lnTo>
                  <a:lnTo>
                    <a:pt x="29016" y="13511"/>
                  </a:lnTo>
                  <a:lnTo>
                    <a:pt x="29016" y="13570"/>
                  </a:lnTo>
                  <a:lnTo>
                    <a:pt x="29016" y="13629"/>
                  </a:lnTo>
                  <a:lnTo>
                    <a:pt x="28996" y="13728"/>
                  </a:lnTo>
                  <a:lnTo>
                    <a:pt x="28858" y="13728"/>
                  </a:lnTo>
                  <a:lnTo>
                    <a:pt x="28838" y="13708"/>
                  </a:lnTo>
                  <a:lnTo>
                    <a:pt x="28897" y="13689"/>
                  </a:lnTo>
                  <a:lnTo>
                    <a:pt x="28937" y="13649"/>
                  </a:lnTo>
                  <a:lnTo>
                    <a:pt x="28838" y="13610"/>
                  </a:lnTo>
                  <a:lnTo>
                    <a:pt x="28779" y="13610"/>
                  </a:lnTo>
                  <a:lnTo>
                    <a:pt x="28759" y="13629"/>
                  </a:lnTo>
                  <a:lnTo>
                    <a:pt x="28759" y="13649"/>
                  </a:lnTo>
                  <a:lnTo>
                    <a:pt x="28739" y="13708"/>
                  </a:lnTo>
                  <a:lnTo>
                    <a:pt x="28739" y="13748"/>
                  </a:lnTo>
                  <a:lnTo>
                    <a:pt x="28720" y="13807"/>
                  </a:lnTo>
                  <a:lnTo>
                    <a:pt x="28660" y="13866"/>
                  </a:lnTo>
                  <a:lnTo>
                    <a:pt x="28680" y="13866"/>
                  </a:lnTo>
                  <a:lnTo>
                    <a:pt x="28700" y="13886"/>
                  </a:lnTo>
                  <a:lnTo>
                    <a:pt x="28720" y="13886"/>
                  </a:lnTo>
                  <a:lnTo>
                    <a:pt x="28759" y="13847"/>
                  </a:lnTo>
                  <a:lnTo>
                    <a:pt x="28720" y="13906"/>
                  </a:lnTo>
                  <a:lnTo>
                    <a:pt x="28720" y="13965"/>
                  </a:lnTo>
                  <a:lnTo>
                    <a:pt x="28739" y="14024"/>
                  </a:lnTo>
                  <a:lnTo>
                    <a:pt x="28799" y="14104"/>
                  </a:lnTo>
                  <a:lnTo>
                    <a:pt x="28838" y="14202"/>
                  </a:lnTo>
                  <a:lnTo>
                    <a:pt x="28878" y="14321"/>
                  </a:lnTo>
                  <a:lnTo>
                    <a:pt x="28878" y="14439"/>
                  </a:lnTo>
                  <a:lnTo>
                    <a:pt x="28858" y="14499"/>
                  </a:lnTo>
                  <a:lnTo>
                    <a:pt x="28838" y="14558"/>
                  </a:lnTo>
                  <a:lnTo>
                    <a:pt x="28858" y="14538"/>
                  </a:lnTo>
                  <a:lnTo>
                    <a:pt x="28897" y="14499"/>
                  </a:lnTo>
                  <a:lnTo>
                    <a:pt x="28957" y="14499"/>
                  </a:lnTo>
                  <a:lnTo>
                    <a:pt x="28976" y="14538"/>
                  </a:lnTo>
                  <a:lnTo>
                    <a:pt x="28996" y="14578"/>
                  </a:lnTo>
                  <a:lnTo>
                    <a:pt x="29016" y="14696"/>
                  </a:lnTo>
                  <a:lnTo>
                    <a:pt x="29016" y="14775"/>
                  </a:lnTo>
                  <a:lnTo>
                    <a:pt x="28996" y="14834"/>
                  </a:lnTo>
                  <a:lnTo>
                    <a:pt x="28976" y="14874"/>
                  </a:lnTo>
                  <a:lnTo>
                    <a:pt x="28917" y="14953"/>
                  </a:lnTo>
                  <a:lnTo>
                    <a:pt x="28878" y="15032"/>
                  </a:lnTo>
                  <a:lnTo>
                    <a:pt x="28897" y="15091"/>
                  </a:lnTo>
                  <a:lnTo>
                    <a:pt x="28937" y="15170"/>
                  </a:lnTo>
                  <a:lnTo>
                    <a:pt x="28957" y="15368"/>
                  </a:lnTo>
                  <a:lnTo>
                    <a:pt x="28976" y="15545"/>
                  </a:lnTo>
                  <a:lnTo>
                    <a:pt x="28976" y="15585"/>
                  </a:lnTo>
                  <a:lnTo>
                    <a:pt x="28996" y="15644"/>
                  </a:lnTo>
                  <a:lnTo>
                    <a:pt x="29036" y="15664"/>
                  </a:lnTo>
                  <a:lnTo>
                    <a:pt x="29075" y="15624"/>
                  </a:lnTo>
                  <a:lnTo>
                    <a:pt x="29134" y="15605"/>
                  </a:lnTo>
                  <a:lnTo>
                    <a:pt x="29174" y="15565"/>
                  </a:lnTo>
                  <a:lnTo>
                    <a:pt x="29233" y="15565"/>
                  </a:lnTo>
                  <a:lnTo>
                    <a:pt x="29273" y="15585"/>
                  </a:lnTo>
                  <a:lnTo>
                    <a:pt x="29312" y="15664"/>
                  </a:lnTo>
                  <a:lnTo>
                    <a:pt x="29371" y="15763"/>
                  </a:lnTo>
                  <a:lnTo>
                    <a:pt x="29391" y="15842"/>
                  </a:lnTo>
                  <a:lnTo>
                    <a:pt x="29391" y="15940"/>
                  </a:lnTo>
                  <a:lnTo>
                    <a:pt x="29391" y="16039"/>
                  </a:lnTo>
                  <a:lnTo>
                    <a:pt x="29371" y="16237"/>
                  </a:lnTo>
                  <a:lnTo>
                    <a:pt x="29371" y="16335"/>
                  </a:lnTo>
                  <a:lnTo>
                    <a:pt x="29371" y="16434"/>
                  </a:lnTo>
                  <a:lnTo>
                    <a:pt x="29332" y="16494"/>
                  </a:lnTo>
                  <a:lnTo>
                    <a:pt x="29312" y="16513"/>
                  </a:lnTo>
                  <a:lnTo>
                    <a:pt x="29292" y="16494"/>
                  </a:lnTo>
                  <a:lnTo>
                    <a:pt x="29292" y="16454"/>
                  </a:lnTo>
                  <a:lnTo>
                    <a:pt x="29273" y="16375"/>
                  </a:lnTo>
                  <a:lnTo>
                    <a:pt x="29273" y="16158"/>
                  </a:lnTo>
                  <a:lnTo>
                    <a:pt x="29257" y="16077"/>
                  </a:lnTo>
                  <a:lnTo>
                    <a:pt x="29257" y="16077"/>
                  </a:lnTo>
                  <a:lnTo>
                    <a:pt x="29273" y="16415"/>
                  </a:lnTo>
                  <a:lnTo>
                    <a:pt x="29273" y="16849"/>
                  </a:lnTo>
                  <a:lnTo>
                    <a:pt x="29233" y="16908"/>
                  </a:lnTo>
                  <a:lnTo>
                    <a:pt x="29213" y="16928"/>
                  </a:lnTo>
                  <a:lnTo>
                    <a:pt x="29174" y="16908"/>
                  </a:lnTo>
                  <a:lnTo>
                    <a:pt x="29154" y="16849"/>
                  </a:lnTo>
                  <a:lnTo>
                    <a:pt x="29154" y="16671"/>
                  </a:lnTo>
                  <a:lnTo>
                    <a:pt x="29154" y="16474"/>
                  </a:lnTo>
                  <a:lnTo>
                    <a:pt x="29115" y="16612"/>
                  </a:lnTo>
                  <a:lnTo>
                    <a:pt x="29095" y="16731"/>
                  </a:lnTo>
                  <a:lnTo>
                    <a:pt x="29095" y="16869"/>
                  </a:lnTo>
                  <a:lnTo>
                    <a:pt x="29095" y="16987"/>
                  </a:lnTo>
                  <a:lnTo>
                    <a:pt x="29115" y="17106"/>
                  </a:lnTo>
                  <a:lnTo>
                    <a:pt x="29134" y="17205"/>
                  </a:lnTo>
                  <a:lnTo>
                    <a:pt x="29174" y="17303"/>
                  </a:lnTo>
                  <a:lnTo>
                    <a:pt x="29213" y="17343"/>
                  </a:lnTo>
                  <a:lnTo>
                    <a:pt x="29174" y="17481"/>
                  </a:lnTo>
                  <a:lnTo>
                    <a:pt x="29154" y="17600"/>
                  </a:lnTo>
                  <a:lnTo>
                    <a:pt x="29134" y="17718"/>
                  </a:lnTo>
                  <a:lnTo>
                    <a:pt x="29075" y="17856"/>
                  </a:lnTo>
                  <a:lnTo>
                    <a:pt x="29055" y="17777"/>
                  </a:lnTo>
                  <a:lnTo>
                    <a:pt x="29016" y="17718"/>
                  </a:lnTo>
                  <a:lnTo>
                    <a:pt x="28917" y="17619"/>
                  </a:lnTo>
                  <a:lnTo>
                    <a:pt x="28878" y="17560"/>
                  </a:lnTo>
                  <a:lnTo>
                    <a:pt x="28838" y="17501"/>
                  </a:lnTo>
                  <a:lnTo>
                    <a:pt x="28799" y="17422"/>
                  </a:lnTo>
                  <a:lnTo>
                    <a:pt x="28799" y="17323"/>
                  </a:lnTo>
                  <a:lnTo>
                    <a:pt x="28818" y="17185"/>
                  </a:lnTo>
                  <a:lnTo>
                    <a:pt x="28858" y="17145"/>
                  </a:lnTo>
                  <a:lnTo>
                    <a:pt x="28878" y="17145"/>
                  </a:lnTo>
                  <a:lnTo>
                    <a:pt x="28917" y="17185"/>
                  </a:lnTo>
                  <a:lnTo>
                    <a:pt x="28937" y="17224"/>
                  </a:lnTo>
                  <a:lnTo>
                    <a:pt x="28976" y="17244"/>
                  </a:lnTo>
                  <a:lnTo>
                    <a:pt x="28996" y="17244"/>
                  </a:lnTo>
                  <a:lnTo>
                    <a:pt x="29016" y="17224"/>
                  </a:lnTo>
                  <a:lnTo>
                    <a:pt x="29036" y="17106"/>
                  </a:lnTo>
                  <a:lnTo>
                    <a:pt x="28897" y="17066"/>
                  </a:lnTo>
                  <a:lnTo>
                    <a:pt x="28937" y="16987"/>
                  </a:lnTo>
                  <a:lnTo>
                    <a:pt x="28937" y="16928"/>
                  </a:lnTo>
                  <a:lnTo>
                    <a:pt x="28937" y="16810"/>
                  </a:lnTo>
                  <a:lnTo>
                    <a:pt x="28917" y="16671"/>
                  </a:lnTo>
                  <a:lnTo>
                    <a:pt x="28917" y="16533"/>
                  </a:lnTo>
                  <a:lnTo>
                    <a:pt x="28937" y="16494"/>
                  </a:lnTo>
                  <a:lnTo>
                    <a:pt x="28957" y="16513"/>
                  </a:lnTo>
                  <a:lnTo>
                    <a:pt x="28976" y="16632"/>
                  </a:lnTo>
                  <a:lnTo>
                    <a:pt x="29016" y="16158"/>
                  </a:lnTo>
                  <a:lnTo>
                    <a:pt x="29016" y="16039"/>
                  </a:lnTo>
                  <a:lnTo>
                    <a:pt x="28996" y="15940"/>
                  </a:lnTo>
                  <a:lnTo>
                    <a:pt x="28957" y="15822"/>
                  </a:lnTo>
                  <a:lnTo>
                    <a:pt x="28917" y="15723"/>
                  </a:lnTo>
                  <a:lnTo>
                    <a:pt x="28878" y="15921"/>
                  </a:lnTo>
                  <a:lnTo>
                    <a:pt x="28858" y="16118"/>
                  </a:lnTo>
                  <a:lnTo>
                    <a:pt x="28838" y="16533"/>
                  </a:lnTo>
                  <a:lnTo>
                    <a:pt x="28838" y="16711"/>
                  </a:lnTo>
                  <a:lnTo>
                    <a:pt x="28818" y="16889"/>
                  </a:lnTo>
                  <a:lnTo>
                    <a:pt x="28779" y="17027"/>
                  </a:lnTo>
                  <a:lnTo>
                    <a:pt x="28759" y="17066"/>
                  </a:lnTo>
                  <a:lnTo>
                    <a:pt x="28720" y="17106"/>
                  </a:lnTo>
                  <a:lnTo>
                    <a:pt x="28759" y="17580"/>
                  </a:lnTo>
                  <a:lnTo>
                    <a:pt x="28779" y="18054"/>
                  </a:lnTo>
                  <a:lnTo>
                    <a:pt x="28799" y="18034"/>
                  </a:lnTo>
                  <a:lnTo>
                    <a:pt x="28838" y="18014"/>
                  </a:lnTo>
                  <a:lnTo>
                    <a:pt x="28917" y="17955"/>
                  </a:lnTo>
                  <a:lnTo>
                    <a:pt x="28957" y="17935"/>
                  </a:lnTo>
                  <a:lnTo>
                    <a:pt x="28996" y="17935"/>
                  </a:lnTo>
                  <a:lnTo>
                    <a:pt x="29036" y="17955"/>
                  </a:lnTo>
                  <a:lnTo>
                    <a:pt x="29055" y="18034"/>
                  </a:lnTo>
                  <a:lnTo>
                    <a:pt x="28976" y="18074"/>
                  </a:lnTo>
                  <a:lnTo>
                    <a:pt x="28917" y="18133"/>
                  </a:lnTo>
                  <a:lnTo>
                    <a:pt x="28818" y="18271"/>
                  </a:lnTo>
                  <a:lnTo>
                    <a:pt x="28700" y="18469"/>
                  </a:lnTo>
                  <a:lnTo>
                    <a:pt x="28621" y="18686"/>
                  </a:lnTo>
                  <a:lnTo>
                    <a:pt x="28660" y="18686"/>
                  </a:lnTo>
                  <a:lnTo>
                    <a:pt x="28680" y="18706"/>
                  </a:lnTo>
                  <a:lnTo>
                    <a:pt x="28720" y="18745"/>
                  </a:lnTo>
                  <a:lnTo>
                    <a:pt x="28720" y="18844"/>
                  </a:lnTo>
                  <a:lnTo>
                    <a:pt x="28720" y="18943"/>
                  </a:lnTo>
                  <a:lnTo>
                    <a:pt x="28720" y="19042"/>
                  </a:lnTo>
                  <a:lnTo>
                    <a:pt x="28720" y="19121"/>
                  </a:lnTo>
                  <a:lnTo>
                    <a:pt x="28759" y="19160"/>
                  </a:lnTo>
                  <a:lnTo>
                    <a:pt x="28799" y="19160"/>
                  </a:lnTo>
                  <a:lnTo>
                    <a:pt x="28799" y="19081"/>
                  </a:lnTo>
                  <a:lnTo>
                    <a:pt x="28818" y="19042"/>
                  </a:lnTo>
                  <a:lnTo>
                    <a:pt x="28838" y="19002"/>
                  </a:lnTo>
                  <a:lnTo>
                    <a:pt x="28858" y="18963"/>
                  </a:lnTo>
                  <a:lnTo>
                    <a:pt x="28917" y="18923"/>
                  </a:lnTo>
                  <a:lnTo>
                    <a:pt x="28957" y="18903"/>
                  </a:lnTo>
                  <a:lnTo>
                    <a:pt x="28937" y="19022"/>
                  </a:lnTo>
                  <a:lnTo>
                    <a:pt x="28937" y="19081"/>
                  </a:lnTo>
                  <a:lnTo>
                    <a:pt x="28957" y="19101"/>
                  </a:lnTo>
                  <a:lnTo>
                    <a:pt x="28996" y="19101"/>
                  </a:lnTo>
                  <a:lnTo>
                    <a:pt x="29055" y="19121"/>
                  </a:lnTo>
                  <a:lnTo>
                    <a:pt x="29055" y="19140"/>
                  </a:lnTo>
                  <a:lnTo>
                    <a:pt x="29055" y="19200"/>
                  </a:lnTo>
                  <a:lnTo>
                    <a:pt x="28976" y="19358"/>
                  </a:lnTo>
                  <a:lnTo>
                    <a:pt x="28937" y="19437"/>
                  </a:lnTo>
                  <a:lnTo>
                    <a:pt x="28897" y="19476"/>
                  </a:lnTo>
                  <a:lnTo>
                    <a:pt x="28878" y="19456"/>
                  </a:lnTo>
                  <a:lnTo>
                    <a:pt x="28858" y="19456"/>
                  </a:lnTo>
                  <a:lnTo>
                    <a:pt x="28818" y="19476"/>
                  </a:lnTo>
                  <a:lnTo>
                    <a:pt x="28759" y="19535"/>
                  </a:lnTo>
                  <a:lnTo>
                    <a:pt x="28680" y="19693"/>
                  </a:lnTo>
                  <a:lnTo>
                    <a:pt x="28641" y="19338"/>
                  </a:lnTo>
                  <a:lnTo>
                    <a:pt x="28621" y="19101"/>
                  </a:lnTo>
                  <a:lnTo>
                    <a:pt x="28621" y="18844"/>
                  </a:lnTo>
                  <a:lnTo>
                    <a:pt x="28581" y="18844"/>
                  </a:lnTo>
                  <a:lnTo>
                    <a:pt x="28561" y="18884"/>
                  </a:lnTo>
                  <a:lnTo>
                    <a:pt x="28522" y="19002"/>
                  </a:lnTo>
                  <a:lnTo>
                    <a:pt x="28482" y="19160"/>
                  </a:lnTo>
                  <a:lnTo>
                    <a:pt x="28443" y="19219"/>
                  </a:lnTo>
                  <a:lnTo>
                    <a:pt x="28482" y="19219"/>
                  </a:lnTo>
                  <a:lnTo>
                    <a:pt x="28502" y="19239"/>
                  </a:lnTo>
                  <a:lnTo>
                    <a:pt x="28522" y="19279"/>
                  </a:lnTo>
                  <a:lnTo>
                    <a:pt x="28561" y="19338"/>
                  </a:lnTo>
                  <a:lnTo>
                    <a:pt x="28581" y="19338"/>
                  </a:lnTo>
                  <a:lnTo>
                    <a:pt x="28601" y="19298"/>
                  </a:lnTo>
                  <a:lnTo>
                    <a:pt x="28542" y="19693"/>
                  </a:lnTo>
                  <a:lnTo>
                    <a:pt x="28463" y="20088"/>
                  </a:lnTo>
                  <a:lnTo>
                    <a:pt x="28403" y="20306"/>
                  </a:lnTo>
                  <a:lnTo>
                    <a:pt x="28344" y="20503"/>
                  </a:lnTo>
                  <a:lnTo>
                    <a:pt x="28265" y="20720"/>
                  </a:lnTo>
                  <a:lnTo>
                    <a:pt x="28166" y="20918"/>
                  </a:lnTo>
                  <a:lnTo>
                    <a:pt x="28127" y="20859"/>
                  </a:lnTo>
                  <a:lnTo>
                    <a:pt x="28127" y="20799"/>
                  </a:lnTo>
                  <a:lnTo>
                    <a:pt x="28127" y="20661"/>
                  </a:lnTo>
                  <a:lnTo>
                    <a:pt x="28206" y="20365"/>
                  </a:lnTo>
                  <a:lnTo>
                    <a:pt x="28226" y="20207"/>
                  </a:lnTo>
                  <a:lnTo>
                    <a:pt x="28245" y="20088"/>
                  </a:lnTo>
                  <a:lnTo>
                    <a:pt x="28226" y="20029"/>
                  </a:lnTo>
                  <a:lnTo>
                    <a:pt x="28186" y="19990"/>
                  </a:lnTo>
                  <a:lnTo>
                    <a:pt x="28147" y="19970"/>
                  </a:lnTo>
                  <a:lnTo>
                    <a:pt x="28087" y="19970"/>
                  </a:lnTo>
                  <a:lnTo>
                    <a:pt x="28048" y="20148"/>
                  </a:lnTo>
                  <a:lnTo>
                    <a:pt x="28048" y="20266"/>
                  </a:lnTo>
                  <a:lnTo>
                    <a:pt x="28048" y="20365"/>
                  </a:lnTo>
                  <a:lnTo>
                    <a:pt x="28028" y="20404"/>
                  </a:lnTo>
                  <a:lnTo>
                    <a:pt x="27989" y="20483"/>
                  </a:lnTo>
                  <a:lnTo>
                    <a:pt x="27910" y="20523"/>
                  </a:lnTo>
                  <a:lnTo>
                    <a:pt x="27831" y="20602"/>
                  </a:lnTo>
                  <a:lnTo>
                    <a:pt x="27771" y="20701"/>
                  </a:lnTo>
                  <a:lnTo>
                    <a:pt x="27692" y="20799"/>
                  </a:lnTo>
                  <a:lnTo>
                    <a:pt x="27554" y="21056"/>
                  </a:lnTo>
                  <a:lnTo>
                    <a:pt x="27475" y="21175"/>
                  </a:lnTo>
                  <a:lnTo>
                    <a:pt x="27396" y="21293"/>
                  </a:lnTo>
                  <a:lnTo>
                    <a:pt x="27554" y="21214"/>
                  </a:lnTo>
                  <a:lnTo>
                    <a:pt x="27534" y="21274"/>
                  </a:lnTo>
                  <a:lnTo>
                    <a:pt x="27495" y="21333"/>
                  </a:lnTo>
                  <a:lnTo>
                    <a:pt x="27396" y="21451"/>
                  </a:lnTo>
                  <a:lnTo>
                    <a:pt x="27179" y="21649"/>
                  </a:lnTo>
                  <a:lnTo>
                    <a:pt x="27179" y="21590"/>
                  </a:lnTo>
                  <a:lnTo>
                    <a:pt x="27100" y="21748"/>
                  </a:lnTo>
                  <a:lnTo>
                    <a:pt x="27060" y="21748"/>
                  </a:lnTo>
                  <a:lnTo>
                    <a:pt x="27021" y="21807"/>
                  </a:lnTo>
                  <a:lnTo>
                    <a:pt x="26962" y="21886"/>
                  </a:lnTo>
                  <a:lnTo>
                    <a:pt x="26764" y="22064"/>
                  </a:lnTo>
                  <a:lnTo>
                    <a:pt x="26547" y="22222"/>
                  </a:lnTo>
                  <a:lnTo>
                    <a:pt x="26349" y="22399"/>
                  </a:lnTo>
                  <a:lnTo>
                    <a:pt x="26369" y="22419"/>
                  </a:lnTo>
                  <a:lnTo>
                    <a:pt x="26409" y="22399"/>
                  </a:lnTo>
                  <a:lnTo>
                    <a:pt x="26527" y="22320"/>
                  </a:lnTo>
                  <a:lnTo>
                    <a:pt x="26646" y="22202"/>
                  </a:lnTo>
                  <a:lnTo>
                    <a:pt x="26764" y="22103"/>
                  </a:lnTo>
                  <a:lnTo>
                    <a:pt x="26942" y="22044"/>
                  </a:lnTo>
                  <a:lnTo>
                    <a:pt x="26981" y="22024"/>
                  </a:lnTo>
                  <a:lnTo>
                    <a:pt x="27021" y="22044"/>
                  </a:lnTo>
                  <a:lnTo>
                    <a:pt x="27041" y="22064"/>
                  </a:lnTo>
                  <a:lnTo>
                    <a:pt x="27041" y="22103"/>
                  </a:lnTo>
                  <a:lnTo>
                    <a:pt x="26804" y="22320"/>
                  </a:lnTo>
                  <a:lnTo>
                    <a:pt x="26606" y="22538"/>
                  </a:lnTo>
                  <a:lnTo>
                    <a:pt x="26389" y="22755"/>
                  </a:lnTo>
                  <a:lnTo>
                    <a:pt x="26251" y="22854"/>
                  </a:lnTo>
                  <a:lnTo>
                    <a:pt x="26092" y="22952"/>
                  </a:lnTo>
                  <a:lnTo>
                    <a:pt x="26092" y="22952"/>
                  </a:lnTo>
                  <a:lnTo>
                    <a:pt x="26251" y="22913"/>
                  </a:lnTo>
                  <a:lnTo>
                    <a:pt x="26211" y="22972"/>
                  </a:lnTo>
                  <a:lnTo>
                    <a:pt x="26152" y="23012"/>
                  </a:lnTo>
                  <a:lnTo>
                    <a:pt x="26033" y="23091"/>
                  </a:lnTo>
                  <a:lnTo>
                    <a:pt x="25717" y="23229"/>
                  </a:lnTo>
                  <a:lnTo>
                    <a:pt x="25599" y="23249"/>
                  </a:lnTo>
                  <a:lnTo>
                    <a:pt x="25579" y="23229"/>
                  </a:lnTo>
                  <a:lnTo>
                    <a:pt x="25559" y="23209"/>
                  </a:lnTo>
                  <a:lnTo>
                    <a:pt x="25579" y="23170"/>
                  </a:lnTo>
                  <a:lnTo>
                    <a:pt x="25638" y="23110"/>
                  </a:lnTo>
                  <a:lnTo>
                    <a:pt x="25717" y="23012"/>
                  </a:lnTo>
                  <a:lnTo>
                    <a:pt x="25737" y="22992"/>
                  </a:lnTo>
                  <a:lnTo>
                    <a:pt x="25717" y="22972"/>
                  </a:lnTo>
                  <a:lnTo>
                    <a:pt x="25658" y="22972"/>
                  </a:lnTo>
                  <a:lnTo>
                    <a:pt x="25717" y="22913"/>
                  </a:lnTo>
                  <a:lnTo>
                    <a:pt x="25776" y="22873"/>
                  </a:lnTo>
                  <a:lnTo>
                    <a:pt x="25895" y="22794"/>
                  </a:lnTo>
                  <a:lnTo>
                    <a:pt x="25954" y="22755"/>
                  </a:lnTo>
                  <a:lnTo>
                    <a:pt x="26013" y="22715"/>
                  </a:lnTo>
                  <a:lnTo>
                    <a:pt x="26033" y="22676"/>
                  </a:lnTo>
                  <a:lnTo>
                    <a:pt x="26033" y="22617"/>
                  </a:lnTo>
                  <a:lnTo>
                    <a:pt x="25875" y="22597"/>
                  </a:lnTo>
                  <a:lnTo>
                    <a:pt x="25717" y="22577"/>
                  </a:lnTo>
                  <a:lnTo>
                    <a:pt x="25678" y="22636"/>
                  </a:lnTo>
                  <a:lnTo>
                    <a:pt x="25599" y="22676"/>
                  </a:lnTo>
                  <a:lnTo>
                    <a:pt x="25441" y="22715"/>
                  </a:lnTo>
                  <a:lnTo>
                    <a:pt x="25302" y="22735"/>
                  </a:lnTo>
                  <a:lnTo>
                    <a:pt x="25243" y="22735"/>
                  </a:lnTo>
                  <a:lnTo>
                    <a:pt x="25184" y="22755"/>
                  </a:lnTo>
                  <a:lnTo>
                    <a:pt x="25362" y="22794"/>
                  </a:lnTo>
                  <a:lnTo>
                    <a:pt x="25362" y="22834"/>
                  </a:lnTo>
                  <a:lnTo>
                    <a:pt x="25342" y="22873"/>
                  </a:lnTo>
                  <a:lnTo>
                    <a:pt x="25322" y="22873"/>
                  </a:lnTo>
                  <a:lnTo>
                    <a:pt x="25283" y="22893"/>
                  </a:lnTo>
                  <a:lnTo>
                    <a:pt x="25144" y="22873"/>
                  </a:lnTo>
                  <a:lnTo>
                    <a:pt x="25302" y="23051"/>
                  </a:lnTo>
                  <a:lnTo>
                    <a:pt x="25381" y="23031"/>
                  </a:lnTo>
                  <a:lnTo>
                    <a:pt x="25460" y="22992"/>
                  </a:lnTo>
                  <a:lnTo>
                    <a:pt x="25579" y="22893"/>
                  </a:lnTo>
                  <a:lnTo>
                    <a:pt x="25618" y="22854"/>
                  </a:lnTo>
                  <a:lnTo>
                    <a:pt x="25678" y="22814"/>
                  </a:lnTo>
                  <a:lnTo>
                    <a:pt x="25737" y="22794"/>
                  </a:lnTo>
                  <a:lnTo>
                    <a:pt x="25816" y="22794"/>
                  </a:lnTo>
                  <a:lnTo>
                    <a:pt x="25618" y="22952"/>
                  </a:lnTo>
                  <a:lnTo>
                    <a:pt x="25520" y="23091"/>
                  </a:lnTo>
                  <a:lnTo>
                    <a:pt x="25460" y="23150"/>
                  </a:lnTo>
                  <a:lnTo>
                    <a:pt x="25381" y="23209"/>
                  </a:lnTo>
                  <a:lnTo>
                    <a:pt x="25283" y="23268"/>
                  </a:lnTo>
                  <a:lnTo>
                    <a:pt x="25105" y="23328"/>
                  </a:lnTo>
                  <a:lnTo>
                    <a:pt x="25105" y="23308"/>
                  </a:lnTo>
                  <a:lnTo>
                    <a:pt x="25105" y="23288"/>
                  </a:lnTo>
                  <a:lnTo>
                    <a:pt x="25144" y="23268"/>
                  </a:lnTo>
                  <a:lnTo>
                    <a:pt x="25204" y="23249"/>
                  </a:lnTo>
                  <a:lnTo>
                    <a:pt x="25243" y="23189"/>
                  </a:lnTo>
                  <a:lnTo>
                    <a:pt x="25243" y="23189"/>
                  </a:lnTo>
                  <a:lnTo>
                    <a:pt x="25164" y="23209"/>
                  </a:lnTo>
                  <a:lnTo>
                    <a:pt x="25105" y="23229"/>
                  </a:lnTo>
                  <a:lnTo>
                    <a:pt x="24967" y="23288"/>
                  </a:lnTo>
                  <a:lnTo>
                    <a:pt x="24888" y="23328"/>
                  </a:lnTo>
                  <a:lnTo>
                    <a:pt x="24809" y="23367"/>
                  </a:lnTo>
                  <a:lnTo>
                    <a:pt x="24730" y="23387"/>
                  </a:lnTo>
                  <a:lnTo>
                    <a:pt x="24611" y="23387"/>
                  </a:lnTo>
                  <a:lnTo>
                    <a:pt x="24749" y="23328"/>
                  </a:lnTo>
                  <a:lnTo>
                    <a:pt x="24848" y="23249"/>
                  </a:lnTo>
                  <a:lnTo>
                    <a:pt x="24868" y="23209"/>
                  </a:lnTo>
                  <a:lnTo>
                    <a:pt x="24868" y="23170"/>
                  </a:lnTo>
                  <a:lnTo>
                    <a:pt x="24848" y="23130"/>
                  </a:lnTo>
                  <a:lnTo>
                    <a:pt x="24789" y="23110"/>
                  </a:lnTo>
                  <a:lnTo>
                    <a:pt x="24670" y="23288"/>
                  </a:lnTo>
                  <a:lnTo>
                    <a:pt x="24591" y="23288"/>
                  </a:lnTo>
                  <a:lnTo>
                    <a:pt x="24572" y="23249"/>
                  </a:lnTo>
                  <a:lnTo>
                    <a:pt x="24552" y="23229"/>
                  </a:lnTo>
                  <a:lnTo>
                    <a:pt x="24473" y="23229"/>
                  </a:lnTo>
                  <a:lnTo>
                    <a:pt x="24453" y="23249"/>
                  </a:lnTo>
                  <a:lnTo>
                    <a:pt x="24453" y="23308"/>
                  </a:lnTo>
                  <a:lnTo>
                    <a:pt x="24453" y="23328"/>
                  </a:lnTo>
                  <a:lnTo>
                    <a:pt x="24433" y="23347"/>
                  </a:lnTo>
                  <a:lnTo>
                    <a:pt x="24394" y="23367"/>
                  </a:lnTo>
                  <a:lnTo>
                    <a:pt x="24295" y="23367"/>
                  </a:lnTo>
                  <a:lnTo>
                    <a:pt x="24216" y="23328"/>
                  </a:lnTo>
                  <a:lnTo>
                    <a:pt x="24196" y="23308"/>
                  </a:lnTo>
                  <a:lnTo>
                    <a:pt x="24196" y="23288"/>
                  </a:lnTo>
                  <a:lnTo>
                    <a:pt x="24038" y="23288"/>
                  </a:lnTo>
                  <a:lnTo>
                    <a:pt x="23979" y="23308"/>
                  </a:lnTo>
                  <a:lnTo>
                    <a:pt x="23900" y="23347"/>
                  </a:lnTo>
                  <a:lnTo>
                    <a:pt x="23841" y="23387"/>
                  </a:lnTo>
                  <a:lnTo>
                    <a:pt x="23742" y="23407"/>
                  </a:lnTo>
                  <a:lnTo>
                    <a:pt x="23841" y="23407"/>
                  </a:lnTo>
                  <a:lnTo>
                    <a:pt x="23900" y="23446"/>
                  </a:lnTo>
                  <a:lnTo>
                    <a:pt x="23940" y="23486"/>
                  </a:lnTo>
                  <a:lnTo>
                    <a:pt x="23959" y="23525"/>
                  </a:lnTo>
                  <a:lnTo>
                    <a:pt x="23940" y="23585"/>
                  </a:lnTo>
                  <a:lnTo>
                    <a:pt x="23900" y="23624"/>
                  </a:lnTo>
                  <a:lnTo>
                    <a:pt x="23821" y="23644"/>
                  </a:lnTo>
                  <a:lnTo>
                    <a:pt x="23722" y="23664"/>
                  </a:lnTo>
                  <a:lnTo>
                    <a:pt x="23169" y="23604"/>
                  </a:lnTo>
                  <a:lnTo>
                    <a:pt x="23051" y="23565"/>
                  </a:lnTo>
                  <a:lnTo>
                    <a:pt x="22952" y="23525"/>
                  </a:lnTo>
                  <a:lnTo>
                    <a:pt x="22853" y="23466"/>
                  </a:lnTo>
                  <a:lnTo>
                    <a:pt x="22754" y="23367"/>
                  </a:lnTo>
                  <a:lnTo>
                    <a:pt x="22537" y="23387"/>
                  </a:lnTo>
                  <a:lnTo>
                    <a:pt x="22577" y="23367"/>
                  </a:lnTo>
                  <a:lnTo>
                    <a:pt x="22577" y="23328"/>
                  </a:lnTo>
                  <a:lnTo>
                    <a:pt x="22478" y="23268"/>
                  </a:lnTo>
                  <a:lnTo>
                    <a:pt x="22320" y="23209"/>
                  </a:lnTo>
                  <a:lnTo>
                    <a:pt x="22201" y="23150"/>
                  </a:lnTo>
                  <a:lnTo>
                    <a:pt x="22221" y="23130"/>
                  </a:lnTo>
                  <a:lnTo>
                    <a:pt x="22300" y="23130"/>
                  </a:lnTo>
                  <a:lnTo>
                    <a:pt x="22517" y="23209"/>
                  </a:lnTo>
                  <a:lnTo>
                    <a:pt x="22636" y="23229"/>
                  </a:lnTo>
                  <a:lnTo>
                    <a:pt x="22735" y="23249"/>
                  </a:lnTo>
                  <a:lnTo>
                    <a:pt x="22833" y="23229"/>
                  </a:lnTo>
                  <a:lnTo>
                    <a:pt x="22853" y="23189"/>
                  </a:lnTo>
                  <a:lnTo>
                    <a:pt x="22873" y="23150"/>
                  </a:lnTo>
                  <a:lnTo>
                    <a:pt x="22754" y="23091"/>
                  </a:lnTo>
                  <a:lnTo>
                    <a:pt x="22754" y="23051"/>
                  </a:lnTo>
                  <a:lnTo>
                    <a:pt x="22754" y="23031"/>
                  </a:lnTo>
                  <a:lnTo>
                    <a:pt x="22794" y="22992"/>
                  </a:lnTo>
                  <a:lnTo>
                    <a:pt x="22873" y="22972"/>
                  </a:lnTo>
                  <a:lnTo>
                    <a:pt x="22794" y="22952"/>
                  </a:lnTo>
                  <a:lnTo>
                    <a:pt x="22735" y="22952"/>
                  </a:lnTo>
                  <a:lnTo>
                    <a:pt x="22695" y="22992"/>
                  </a:lnTo>
                  <a:lnTo>
                    <a:pt x="22675" y="23012"/>
                  </a:lnTo>
                  <a:lnTo>
                    <a:pt x="22636" y="23110"/>
                  </a:lnTo>
                  <a:lnTo>
                    <a:pt x="22596" y="23130"/>
                  </a:lnTo>
                  <a:lnTo>
                    <a:pt x="22557" y="23170"/>
                  </a:lnTo>
                  <a:lnTo>
                    <a:pt x="22537" y="23130"/>
                  </a:lnTo>
                  <a:lnTo>
                    <a:pt x="22498" y="23091"/>
                  </a:lnTo>
                  <a:lnTo>
                    <a:pt x="22379" y="23012"/>
                  </a:lnTo>
                  <a:lnTo>
                    <a:pt x="22320" y="22972"/>
                  </a:lnTo>
                  <a:lnTo>
                    <a:pt x="22280" y="22933"/>
                  </a:lnTo>
                  <a:lnTo>
                    <a:pt x="22280" y="22893"/>
                  </a:lnTo>
                  <a:lnTo>
                    <a:pt x="22340" y="22873"/>
                  </a:lnTo>
                  <a:lnTo>
                    <a:pt x="22261" y="22834"/>
                  </a:lnTo>
                  <a:lnTo>
                    <a:pt x="22201" y="22814"/>
                  </a:lnTo>
                  <a:lnTo>
                    <a:pt x="21964" y="22814"/>
                  </a:lnTo>
                  <a:lnTo>
                    <a:pt x="21925" y="22794"/>
                  </a:lnTo>
                  <a:lnTo>
                    <a:pt x="21866" y="22755"/>
                  </a:lnTo>
                  <a:lnTo>
                    <a:pt x="21964" y="22676"/>
                  </a:lnTo>
                  <a:lnTo>
                    <a:pt x="22004" y="22636"/>
                  </a:lnTo>
                  <a:lnTo>
                    <a:pt x="22043" y="22577"/>
                  </a:lnTo>
                  <a:lnTo>
                    <a:pt x="21984" y="22577"/>
                  </a:lnTo>
                  <a:lnTo>
                    <a:pt x="21925" y="22518"/>
                  </a:lnTo>
                  <a:lnTo>
                    <a:pt x="21826" y="22399"/>
                  </a:lnTo>
                  <a:lnTo>
                    <a:pt x="21826" y="22419"/>
                  </a:lnTo>
                  <a:lnTo>
                    <a:pt x="21806" y="22439"/>
                  </a:lnTo>
                  <a:lnTo>
                    <a:pt x="21767" y="22459"/>
                  </a:lnTo>
                  <a:lnTo>
                    <a:pt x="21767" y="22478"/>
                  </a:lnTo>
                  <a:lnTo>
                    <a:pt x="21767" y="22498"/>
                  </a:lnTo>
                  <a:lnTo>
                    <a:pt x="21866" y="22538"/>
                  </a:lnTo>
                  <a:lnTo>
                    <a:pt x="21806" y="22557"/>
                  </a:lnTo>
                  <a:lnTo>
                    <a:pt x="21747" y="22538"/>
                  </a:lnTo>
                  <a:lnTo>
                    <a:pt x="21609" y="22439"/>
                  </a:lnTo>
                  <a:lnTo>
                    <a:pt x="21510" y="22340"/>
                  </a:lnTo>
                  <a:lnTo>
                    <a:pt x="21451" y="22320"/>
                  </a:lnTo>
                  <a:lnTo>
                    <a:pt x="21431" y="22320"/>
                  </a:lnTo>
                  <a:lnTo>
                    <a:pt x="21431" y="22281"/>
                  </a:lnTo>
                  <a:lnTo>
                    <a:pt x="21411" y="22222"/>
                  </a:lnTo>
                  <a:lnTo>
                    <a:pt x="21372" y="22162"/>
                  </a:lnTo>
                  <a:lnTo>
                    <a:pt x="21313" y="22083"/>
                  </a:lnTo>
                  <a:lnTo>
                    <a:pt x="21174" y="21945"/>
                  </a:lnTo>
                  <a:lnTo>
                    <a:pt x="21115" y="21866"/>
                  </a:lnTo>
                  <a:lnTo>
                    <a:pt x="21095" y="21787"/>
                  </a:lnTo>
                  <a:lnTo>
                    <a:pt x="21016" y="21846"/>
                  </a:lnTo>
                  <a:lnTo>
                    <a:pt x="21016" y="21886"/>
                  </a:lnTo>
                  <a:lnTo>
                    <a:pt x="21016" y="21906"/>
                  </a:lnTo>
                  <a:lnTo>
                    <a:pt x="21056" y="21965"/>
                  </a:lnTo>
                  <a:lnTo>
                    <a:pt x="21135" y="22004"/>
                  </a:lnTo>
                  <a:lnTo>
                    <a:pt x="21194" y="22044"/>
                  </a:lnTo>
                  <a:lnTo>
                    <a:pt x="21253" y="22103"/>
                  </a:lnTo>
                  <a:lnTo>
                    <a:pt x="21273" y="22123"/>
                  </a:lnTo>
                  <a:lnTo>
                    <a:pt x="21273" y="22162"/>
                  </a:lnTo>
                  <a:lnTo>
                    <a:pt x="21273" y="22202"/>
                  </a:lnTo>
                  <a:lnTo>
                    <a:pt x="21253" y="22241"/>
                  </a:lnTo>
                  <a:lnTo>
                    <a:pt x="21135" y="22162"/>
                  </a:lnTo>
                  <a:lnTo>
                    <a:pt x="21036" y="22064"/>
                  </a:lnTo>
                  <a:lnTo>
                    <a:pt x="20917" y="21925"/>
                  </a:lnTo>
                  <a:lnTo>
                    <a:pt x="20858" y="21846"/>
                  </a:lnTo>
                  <a:lnTo>
                    <a:pt x="20819" y="21767"/>
                  </a:lnTo>
                  <a:lnTo>
                    <a:pt x="20700" y="21590"/>
                  </a:lnTo>
                  <a:lnTo>
                    <a:pt x="20700" y="21570"/>
                  </a:lnTo>
                  <a:lnTo>
                    <a:pt x="20680" y="21530"/>
                  </a:lnTo>
                  <a:lnTo>
                    <a:pt x="20641" y="21432"/>
                  </a:lnTo>
                  <a:lnTo>
                    <a:pt x="20582" y="21254"/>
                  </a:lnTo>
                  <a:lnTo>
                    <a:pt x="20522" y="21096"/>
                  </a:lnTo>
                  <a:lnTo>
                    <a:pt x="20463" y="20918"/>
                  </a:lnTo>
                  <a:lnTo>
                    <a:pt x="20404" y="20740"/>
                  </a:lnTo>
                  <a:lnTo>
                    <a:pt x="20345" y="20562"/>
                  </a:lnTo>
                  <a:lnTo>
                    <a:pt x="20325" y="20306"/>
                  </a:lnTo>
                  <a:lnTo>
                    <a:pt x="20345" y="20167"/>
                  </a:lnTo>
                  <a:lnTo>
                    <a:pt x="20364" y="20128"/>
                  </a:lnTo>
                  <a:lnTo>
                    <a:pt x="20384" y="20148"/>
                  </a:lnTo>
                  <a:lnTo>
                    <a:pt x="20463" y="20227"/>
                  </a:lnTo>
                  <a:lnTo>
                    <a:pt x="20503" y="20227"/>
                  </a:lnTo>
                  <a:lnTo>
                    <a:pt x="20522" y="20207"/>
                  </a:lnTo>
                  <a:lnTo>
                    <a:pt x="20542" y="20167"/>
                  </a:lnTo>
                  <a:lnTo>
                    <a:pt x="20661" y="20681"/>
                  </a:lnTo>
                  <a:lnTo>
                    <a:pt x="20700" y="20898"/>
                  </a:lnTo>
                  <a:lnTo>
                    <a:pt x="20740" y="21056"/>
                  </a:lnTo>
                  <a:lnTo>
                    <a:pt x="20819" y="21392"/>
                  </a:lnTo>
                  <a:lnTo>
                    <a:pt x="20858" y="21530"/>
                  </a:lnTo>
                  <a:lnTo>
                    <a:pt x="20898" y="21570"/>
                  </a:lnTo>
                  <a:lnTo>
                    <a:pt x="20937" y="21609"/>
                  </a:lnTo>
                  <a:lnTo>
                    <a:pt x="20898" y="21511"/>
                  </a:lnTo>
                  <a:lnTo>
                    <a:pt x="20878" y="21471"/>
                  </a:lnTo>
                  <a:lnTo>
                    <a:pt x="20858" y="21432"/>
                  </a:lnTo>
                  <a:lnTo>
                    <a:pt x="20838" y="21293"/>
                  </a:lnTo>
                  <a:lnTo>
                    <a:pt x="20759" y="21036"/>
                  </a:lnTo>
                  <a:lnTo>
                    <a:pt x="20720" y="20918"/>
                  </a:lnTo>
                  <a:lnTo>
                    <a:pt x="20700" y="20760"/>
                  </a:lnTo>
                  <a:lnTo>
                    <a:pt x="20562" y="20167"/>
                  </a:lnTo>
                  <a:lnTo>
                    <a:pt x="20463" y="19674"/>
                  </a:lnTo>
                  <a:lnTo>
                    <a:pt x="20364" y="19674"/>
                  </a:lnTo>
                  <a:lnTo>
                    <a:pt x="20246" y="19693"/>
                  </a:lnTo>
                  <a:lnTo>
                    <a:pt x="20068" y="19753"/>
                  </a:lnTo>
                  <a:lnTo>
                    <a:pt x="19792" y="19772"/>
                  </a:lnTo>
                  <a:lnTo>
                    <a:pt x="19594" y="19753"/>
                  </a:lnTo>
                  <a:lnTo>
                    <a:pt x="19416" y="19713"/>
                  </a:lnTo>
                  <a:lnTo>
                    <a:pt x="19239" y="19674"/>
                  </a:lnTo>
                  <a:lnTo>
                    <a:pt x="19041" y="19634"/>
                  </a:lnTo>
                  <a:lnTo>
                    <a:pt x="18824" y="19595"/>
                  </a:lnTo>
                  <a:lnTo>
                    <a:pt x="18527" y="19575"/>
                  </a:lnTo>
                  <a:lnTo>
                    <a:pt x="18448" y="19595"/>
                  </a:lnTo>
                  <a:lnTo>
                    <a:pt x="18409" y="19575"/>
                  </a:lnTo>
                  <a:lnTo>
                    <a:pt x="18310" y="19595"/>
                  </a:lnTo>
                  <a:lnTo>
                    <a:pt x="18350" y="19654"/>
                  </a:lnTo>
                  <a:lnTo>
                    <a:pt x="18369" y="19713"/>
                  </a:lnTo>
                  <a:lnTo>
                    <a:pt x="18429" y="19753"/>
                  </a:lnTo>
                  <a:lnTo>
                    <a:pt x="18606" y="19772"/>
                  </a:lnTo>
                  <a:lnTo>
                    <a:pt x="18508" y="19792"/>
                  </a:lnTo>
                  <a:lnTo>
                    <a:pt x="18409" y="19792"/>
                  </a:lnTo>
                  <a:lnTo>
                    <a:pt x="18290" y="19772"/>
                  </a:lnTo>
                  <a:lnTo>
                    <a:pt x="18053" y="19753"/>
                  </a:lnTo>
                  <a:lnTo>
                    <a:pt x="18034" y="19772"/>
                  </a:lnTo>
                  <a:lnTo>
                    <a:pt x="18034" y="19792"/>
                  </a:lnTo>
                  <a:lnTo>
                    <a:pt x="18093" y="19832"/>
                  </a:lnTo>
                  <a:lnTo>
                    <a:pt x="18132" y="19851"/>
                  </a:lnTo>
                  <a:lnTo>
                    <a:pt x="18132" y="19871"/>
                  </a:lnTo>
                  <a:lnTo>
                    <a:pt x="18113" y="19891"/>
                  </a:lnTo>
                  <a:lnTo>
                    <a:pt x="18053" y="19891"/>
                  </a:lnTo>
                  <a:lnTo>
                    <a:pt x="17915" y="19851"/>
                  </a:lnTo>
                  <a:lnTo>
                    <a:pt x="17856" y="19812"/>
                  </a:lnTo>
                  <a:lnTo>
                    <a:pt x="17856" y="19792"/>
                  </a:lnTo>
                  <a:lnTo>
                    <a:pt x="17856" y="19753"/>
                  </a:lnTo>
                  <a:lnTo>
                    <a:pt x="17737" y="19753"/>
                  </a:lnTo>
                  <a:lnTo>
                    <a:pt x="17619" y="19713"/>
                  </a:lnTo>
                  <a:lnTo>
                    <a:pt x="17540" y="19674"/>
                  </a:lnTo>
                  <a:lnTo>
                    <a:pt x="17500" y="19614"/>
                  </a:lnTo>
                  <a:lnTo>
                    <a:pt x="17441" y="19575"/>
                  </a:lnTo>
                  <a:lnTo>
                    <a:pt x="17382" y="19535"/>
                  </a:lnTo>
                  <a:lnTo>
                    <a:pt x="17283" y="19535"/>
                  </a:lnTo>
                  <a:lnTo>
                    <a:pt x="17125" y="19555"/>
                  </a:lnTo>
                  <a:lnTo>
                    <a:pt x="17165" y="19575"/>
                  </a:lnTo>
                  <a:lnTo>
                    <a:pt x="17224" y="19595"/>
                  </a:lnTo>
                  <a:lnTo>
                    <a:pt x="17283" y="19595"/>
                  </a:lnTo>
                  <a:lnTo>
                    <a:pt x="17362" y="19634"/>
                  </a:lnTo>
                  <a:lnTo>
                    <a:pt x="17362" y="19654"/>
                  </a:lnTo>
                  <a:lnTo>
                    <a:pt x="17342" y="19693"/>
                  </a:lnTo>
                  <a:lnTo>
                    <a:pt x="17303" y="19713"/>
                  </a:lnTo>
                  <a:lnTo>
                    <a:pt x="17244" y="19753"/>
                  </a:lnTo>
                  <a:lnTo>
                    <a:pt x="17086" y="19772"/>
                  </a:lnTo>
                  <a:lnTo>
                    <a:pt x="16908" y="19772"/>
                  </a:lnTo>
                  <a:lnTo>
                    <a:pt x="16928" y="19753"/>
                  </a:lnTo>
                  <a:lnTo>
                    <a:pt x="16908" y="19733"/>
                  </a:lnTo>
                  <a:lnTo>
                    <a:pt x="16849" y="19693"/>
                  </a:lnTo>
                  <a:lnTo>
                    <a:pt x="16730" y="19674"/>
                  </a:lnTo>
                  <a:lnTo>
                    <a:pt x="16631" y="19634"/>
                  </a:lnTo>
                  <a:lnTo>
                    <a:pt x="16631" y="19595"/>
                  </a:lnTo>
                  <a:lnTo>
                    <a:pt x="16651" y="19575"/>
                  </a:lnTo>
                  <a:lnTo>
                    <a:pt x="16789" y="19614"/>
                  </a:lnTo>
                  <a:lnTo>
                    <a:pt x="16947" y="19654"/>
                  </a:lnTo>
                  <a:lnTo>
                    <a:pt x="17007" y="19654"/>
                  </a:lnTo>
                  <a:lnTo>
                    <a:pt x="17066" y="19634"/>
                  </a:lnTo>
                  <a:lnTo>
                    <a:pt x="16710" y="19516"/>
                  </a:lnTo>
                  <a:lnTo>
                    <a:pt x="16770" y="19555"/>
                  </a:lnTo>
                  <a:lnTo>
                    <a:pt x="16335" y="19535"/>
                  </a:lnTo>
                  <a:lnTo>
                    <a:pt x="16335" y="19535"/>
                  </a:lnTo>
                  <a:lnTo>
                    <a:pt x="16414" y="19555"/>
                  </a:lnTo>
                  <a:lnTo>
                    <a:pt x="16473" y="19595"/>
                  </a:lnTo>
                  <a:lnTo>
                    <a:pt x="16473" y="19614"/>
                  </a:lnTo>
                  <a:lnTo>
                    <a:pt x="16473" y="19654"/>
                  </a:lnTo>
                  <a:lnTo>
                    <a:pt x="16434" y="19674"/>
                  </a:lnTo>
                  <a:lnTo>
                    <a:pt x="16394" y="19693"/>
                  </a:lnTo>
                  <a:lnTo>
                    <a:pt x="16276" y="19693"/>
                  </a:lnTo>
                  <a:lnTo>
                    <a:pt x="16078" y="19595"/>
                  </a:lnTo>
                  <a:lnTo>
                    <a:pt x="15920" y="19476"/>
                  </a:lnTo>
                  <a:lnTo>
                    <a:pt x="15861" y="19437"/>
                  </a:lnTo>
                  <a:lnTo>
                    <a:pt x="15841" y="19377"/>
                  </a:lnTo>
                  <a:lnTo>
                    <a:pt x="15821" y="19338"/>
                  </a:lnTo>
                  <a:lnTo>
                    <a:pt x="15841" y="19279"/>
                  </a:lnTo>
                  <a:lnTo>
                    <a:pt x="15841" y="19279"/>
                  </a:lnTo>
                  <a:lnTo>
                    <a:pt x="15802" y="19318"/>
                  </a:lnTo>
                  <a:lnTo>
                    <a:pt x="15663" y="19318"/>
                  </a:lnTo>
                  <a:lnTo>
                    <a:pt x="15565" y="19279"/>
                  </a:lnTo>
                  <a:lnTo>
                    <a:pt x="15367" y="19200"/>
                  </a:lnTo>
                  <a:lnTo>
                    <a:pt x="15170" y="19101"/>
                  </a:lnTo>
                  <a:lnTo>
                    <a:pt x="15170" y="19101"/>
                  </a:lnTo>
                  <a:lnTo>
                    <a:pt x="15249" y="19160"/>
                  </a:lnTo>
                  <a:lnTo>
                    <a:pt x="15268" y="19219"/>
                  </a:lnTo>
                  <a:lnTo>
                    <a:pt x="15268" y="19239"/>
                  </a:lnTo>
                  <a:lnTo>
                    <a:pt x="15150" y="19239"/>
                  </a:lnTo>
                  <a:lnTo>
                    <a:pt x="15051" y="19219"/>
                  </a:lnTo>
                  <a:lnTo>
                    <a:pt x="14913" y="19042"/>
                  </a:lnTo>
                  <a:lnTo>
                    <a:pt x="14775" y="18864"/>
                  </a:lnTo>
                  <a:lnTo>
                    <a:pt x="14873" y="18923"/>
                  </a:lnTo>
                  <a:lnTo>
                    <a:pt x="14952" y="18923"/>
                  </a:lnTo>
                  <a:lnTo>
                    <a:pt x="14952" y="18903"/>
                  </a:lnTo>
                  <a:lnTo>
                    <a:pt x="14933" y="18864"/>
                  </a:lnTo>
                  <a:lnTo>
                    <a:pt x="14873" y="18745"/>
                  </a:lnTo>
                  <a:lnTo>
                    <a:pt x="14873" y="18706"/>
                  </a:lnTo>
                  <a:lnTo>
                    <a:pt x="14893" y="18686"/>
                  </a:lnTo>
                  <a:lnTo>
                    <a:pt x="15051" y="18686"/>
                  </a:lnTo>
                  <a:lnTo>
                    <a:pt x="15110" y="18725"/>
                  </a:lnTo>
                  <a:lnTo>
                    <a:pt x="15189" y="18765"/>
                  </a:lnTo>
                  <a:lnTo>
                    <a:pt x="15466" y="18982"/>
                  </a:lnTo>
                  <a:lnTo>
                    <a:pt x="15367" y="18844"/>
                  </a:lnTo>
                  <a:lnTo>
                    <a:pt x="15249" y="18765"/>
                  </a:lnTo>
                  <a:lnTo>
                    <a:pt x="15150" y="18706"/>
                  </a:lnTo>
                  <a:lnTo>
                    <a:pt x="15031" y="18666"/>
                  </a:lnTo>
                  <a:lnTo>
                    <a:pt x="14913" y="18627"/>
                  </a:lnTo>
                  <a:lnTo>
                    <a:pt x="14814" y="18587"/>
                  </a:lnTo>
                  <a:lnTo>
                    <a:pt x="14696" y="18508"/>
                  </a:lnTo>
                  <a:lnTo>
                    <a:pt x="14656" y="18469"/>
                  </a:lnTo>
                  <a:lnTo>
                    <a:pt x="14617" y="18409"/>
                  </a:lnTo>
                  <a:lnTo>
                    <a:pt x="14656" y="18370"/>
                  </a:lnTo>
                  <a:lnTo>
                    <a:pt x="14696" y="18350"/>
                  </a:lnTo>
                  <a:lnTo>
                    <a:pt x="14775" y="18370"/>
                  </a:lnTo>
                  <a:lnTo>
                    <a:pt x="14854" y="18429"/>
                  </a:lnTo>
                  <a:lnTo>
                    <a:pt x="14834" y="18409"/>
                  </a:lnTo>
                  <a:lnTo>
                    <a:pt x="14794" y="18370"/>
                  </a:lnTo>
                  <a:lnTo>
                    <a:pt x="14656" y="18311"/>
                  </a:lnTo>
                  <a:lnTo>
                    <a:pt x="14498" y="18212"/>
                  </a:lnTo>
                  <a:lnTo>
                    <a:pt x="14419" y="18153"/>
                  </a:lnTo>
                  <a:lnTo>
                    <a:pt x="14360" y="18054"/>
                  </a:lnTo>
                  <a:lnTo>
                    <a:pt x="14360" y="18133"/>
                  </a:lnTo>
                  <a:lnTo>
                    <a:pt x="14360" y="18212"/>
                  </a:lnTo>
                  <a:lnTo>
                    <a:pt x="14340" y="18251"/>
                  </a:lnTo>
                  <a:lnTo>
                    <a:pt x="14301" y="18251"/>
                  </a:lnTo>
                  <a:lnTo>
                    <a:pt x="14241" y="18232"/>
                  </a:lnTo>
                  <a:lnTo>
                    <a:pt x="14162" y="18192"/>
                  </a:lnTo>
                  <a:lnTo>
                    <a:pt x="14064" y="17975"/>
                  </a:lnTo>
                  <a:lnTo>
                    <a:pt x="13925" y="17758"/>
                  </a:lnTo>
                  <a:lnTo>
                    <a:pt x="13787" y="17639"/>
                  </a:lnTo>
                  <a:lnTo>
                    <a:pt x="13668" y="17560"/>
                  </a:lnTo>
                  <a:lnTo>
                    <a:pt x="13550" y="17560"/>
                  </a:lnTo>
                  <a:lnTo>
                    <a:pt x="13491" y="17580"/>
                  </a:lnTo>
                  <a:lnTo>
                    <a:pt x="13313" y="17580"/>
                  </a:lnTo>
                  <a:lnTo>
                    <a:pt x="13155" y="17521"/>
                  </a:lnTo>
                  <a:lnTo>
                    <a:pt x="13293" y="17659"/>
                  </a:lnTo>
                  <a:lnTo>
                    <a:pt x="13412" y="17797"/>
                  </a:lnTo>
                  <a:lnTo>
                    <a:pt x="13372" y="17817"/>
                  </a:lnTo>
                  <a:lnTo>
                    <a:pt x="13333" y="17817"/>
                  </a:lnTo>
                  <a:lnTo>
                    <a:pt x="13254" y="17777"/>
                  </a:lnTo>
                  <a:lnTo>
                    <a:pt x="13056" y="17679"/>
                  </a:lnTo>
                  <a:lnTo>
                    <a:pt x="12938" y="17639"/>
                  </a:lnTo>
                  <a:lnTo>
                    <a:pt x="12859" y="17600"/>
                  </a:lnTo>
                  <a:lnTo>
                    <a:pt x="12760" y="17600"/>
                  </a:lnTo>
                  <a:lnTo>
                    <a:pt x="12740" y="17639"/>
                  </a:lnTo>
                  <a:lnTo>
                    <a:pt x="12918" y="17698"/>
                  </a:lnTo>
                  <a:lnTo>
                    <a:pt x="13096" y="17738"/>
                  </a:lnTo>
                  <a:lnTo>
                    <a:pt x="13273" y="17817"/>
                  </a:lnTo>
                  <a:lnTo>
                    <a:pt x="13372" y="17856"/>
                  </a:lnTo>
                  <a:lnTo>
                    <a:pt x="13451" y="17935"/>
                  </a:lnTo>
                  <a:lnTo>
                    <a:pt x="13431" y="17995"/>
                  </a:lnTo>
                  <a:lnTo>
                    <a:pt x="13392" y="17995"/>
                  </a:lnTo>
                  <a:lnTo>
                    <a:pt x="13333" y="17975"/>
                  </a:lnTo>
                  <a:lnTo>
                    <a:pt x="13234" y="17916"/>
                  </a:lnTo>
                  <a:lnTo>
                    <a:pt x="13036" y="17837"/>
                  </a:lnTo>
                  <a:lnTo>
                    <a:pt x="12957" y="17797"/>
                  </a:lnTo>
                  <a:lnTo>
                    <a:pt x="12878" y="17797"/>
                  </a:lnTo>
                  <a:lnTo>
                    <a:pt x="12582" y="17619"/>
                  </a:lnTo>
                  <a:lnTo>
                    <a:pt x="12424" y="17540"/>
                  </a:lnTo>
                  <a:lnTo>
                    <a:pt x="12108" y="17323"/>
                  </a:lnTo>
                  <a:lnTo>
                    <a:pt x="12128" y="17284"/>
                  </a:lnTo>
                  <a:lnTo>
                    <a:pt x="12167" y="17244"/>
                  </a:lnTo>
                  <a:lnTo>
                    <a:pt x="12246" y="17205"/>
                  </a:lnTo>
                  <a:lnTo>
                    <a:pt x="12365" y="17165"/>
                  </a:lnTo>
                  <a:lnTo>
                    <a:pt x="12503" y="17145"/>
                  </a:lnTo>
                  <a:lnTo>
                    <a:pt x="12641" y="17126"/>
                  </a:lnTo>
                  <a:lnTo>
                    <a:pt x="12760" y="17086"/>
                  </a:lnTo>
                  <a:lnTo>
                    <a:pt x="12799" y="17066"/>
                  </a:lnTo>
                  <a:lnTo>
                    <a:pt x="12859" y="17027"/>
                  </a:lnTo>
                  <a:lnTo>
                    <a:pt x="12878" y="16987"/>
                  </a:lnTo>
                  <a:lnTo>
                    <a:pt x="12878" y="16928"/>
                  </a:lnTo>
                  <a:lnTo>
                    <a:pt x="12424" y="16810"/>
                  </a:lnTo>
                  <a:lnTo>
                    <a:pt x="12029" y="16731"/>
                  </a:lnTo>
                  <a:lnTo>
                    <a:pt x="11891" y="16671"/>
                  </a:lnTo>
                  <a:lnTo>
                    <a:pt x="11753" y="16612"/>
                  </a:lnTo>
                  <a:lnTo>
                    <a:pt x="11634" y="16533"/>
                  </a:lnTo>
                  <a:lnTo>
                    <a:pt x="11535" y="16454"/>
                  </a:lnTo>
                  <a:lnTo>
                    <a:pt x="11417" y="16434"/>
                  </a:lnTo>
                  <a:lnTo>
                    <a:pt x="11318" y="16415"/>
                  </a:lnTo>
                  <a:lnTo>
                    <a:pt x="11239" y="16434"/>
                  </a:lnTo>
                  <a:lnTo>
                    <a:pt x="11180" y="16454"/>
                  </a:lnTo>
                  <a:lnTo>
                    <a:pt x="11140" y="16494"/>
                  </a:lnTo>
                  <a:lnTo>
                    <a:pt x="11101" y="16553"/>
                  </a:lnTo>
                  <a:lnTo>
                    <a:pt x="11081" y="16652"/>
                  </a:lnTo>
                  <a:lnTo>
                    <a:pt x="10982" y="16612"/>
                  </a:lnTo>
                  <a:lnTo>
                    <a:pt x="10903" y="16553"/>
                  </a:lnTo>
                  <a:lnTo>
                    <a:pt x="10785" y="16434"/>
                  </a:lnTo>
                  <a:lnTo>
                    <a:pt x="10785" y="16434"/>
                  </a:lnTo>
                  <a:lnTo>
                    <a:pt x="10982" y="16474"/>
                  </a:lnTo>
                  <a:lnTo>
                    <a:pt x="10666" y="16335"/>
                  </a:lnTo>
                  <a:lnTo>
                    <a:pt x="10370" y="16177"/>
                  </a:lnTo>
                  <a:lnTo>
                    <a:pt x="10074" y="16000"/>
                  </a:lnTo>
                  <a:lnTo>
                    <a:pt x="9738" y="15763"/>
                  </a:lnTo>
                  <a:lnTo>
                    <a:pt x="9639" y="15723"/>
                  </a:lnTo>
                  <a:lnTo>
                    <a:pt x="9560" y="15703"/>
                  </a:lnTo>
                  <a:lnTo>
                    <a:pt x="9521" y="15723"/>
                  </a:lnTo>
                  <a:lnTo>
                    <a:pt x="9481" y="15743"/>
                  </a:lnTo>
                  <a:lnTo>
                    <a:pt x="9461" y="15782"/>
                  </a:lnTo>
                  <a:lnTo>
                    <a:pt x="9461" y="15822"/>
                  </a:lnTo>
                  <a:lnTo>
                    <a:pt x="9461" y="15940"/>
                  </a:lnTo>
                  <a:lnTo>
                    <a:pt x="9145" y="15743"/>
                  </a:lnTo>
                  <a:lnTo>
                    <a:pt x="9185" y="15802"/>
                  </a:lnTo>
                  <a:lnTo>
                    <a:pt x="9106" y="15822"/>
                  </a:lnTo>
                  <a:lnTo>
                    <a:pt x="9046" y="15802"/>
                  </a:lnTo>
                  <a:lnTo>
                    <a:pt x="8967" y="15782"/>
                  </a:lnTo>
                  <a:lnTo>
                    <a:pt x="8888" y="15723"/>
                  </a:lnTo>
                  <a:lnTo>
                    <a:pt x="8730" y="15624"/>
                  </a:lnTo>
                  <a:lnTo>
                    <a:pt x="8592" y="15506"/>
                  </a:lnTo>
                  <a:lnTo>
                    <a:pt x="8592" y="15486"/>
                  </a:lnTo>
                  <a:lnTo>
                    <a:pt x="8770" y="15486"/>
                  </a:lnTo>
                  <a:lnTo>
                    <a:pt x="8632" y="15348"/>
                  </a:lnTo>
                  <a:lnTo>
                    <a:pt x="8474" y="15249"/>
                  </a:lnTo>
                  <a:lnTo>
                    <a:pt x="8296" y="15150"/>
                  </a:lnTo>
                  <a:lnTo>
                    <a:pt x="8158" y="15091"/>
                  </a:lnTo>
                  <a:lnTo>
                    <a:pt x="8217" y="15052"/>
                  </a:lnTo>
                  <a:lnTo>
                    <a:pt x="8375" y="15052"/>
                  </a:lnTo>
                  <a:lnTo>
                    <a:pt x="8434" y="15091"/>
                  </a:lnTo>
                  <a:lnTo>
                    <a:pt x="8513" y="15131"/>
                  </a:lnTo>
                  <a:lnTo>
                    <a:pt x="8592" y="15190"/>
                  </a:lnTo>
                  <a:lnTo>
                    <a:pt x="8592" y="15210"/>
                  </a:lnTo>
                  <a:lnTo>
                    <a:pt x="8592" y="15249"/>
                  </a:lnTo>
                  <a:lnTo>
                    <a:pt x="8987" y="15427"/>
                  </a:lnTo>
                  <a:lnTo>
                    <a:pt x="8829" y="15348"/>
                  </a:lnTo>
                  <a:lnTo>
                    <a:pt x="8711" y="15249"/>
                  </a:lnTo>
                  <a:lnTo>
                    <a:pt x="8592" y="15150"/>
                  </a:lnTo>
                  <a:lnTo>
                    <a:pt x="8533" y="15071"/>
                  </a:lnTo>
                  <a:lnTo>
                    <a:pt x="8474" y="14973"/>
                  </a:lnTo>
                  <a:lnTo>
                    <a:pt x="8454" y="14894"/>
                  </a:lnTo>
                  <a:lnTo>
                    <a:pt x="8454" y="14834"/>
                  </a:lnTo>
                  <a:lnTo>
                    <a:pt x="8474" y="14775"/>
                  </a:lnTo>
                  <a:lnTo>
                    <a:pt x="8355" y="14736"/>
                  </a:lnTo>
                  <a:lnTo>
                    <a:pt x="8316" y="14736"/>
                  </a:lnTo>
                  <a:lnTo>
                    <a:pt x="8316" y="14795"/>
                  </a:lnTo>
                  <a:lnTo>
                    <a:pt x="8355" y="14854"/>
                  </a:lnTo>
                  <a:lnTo>
                    <a:pt x="8395" y="14894"/>
                  </a:lnTo>
                  <a:lnTo>
                    <a:pt x="8395" y="14933"/>
                  </a:lnTo>
                  <a:lnTo>
                    <a:pt x="8335" y="14933"/>
                  </a:lnTo>
                  <a:lnTo>
                    <a:pt x="8197" y="14854"/>
                  </a:lnTo>
                  <a:lnTo>
                    <a:pt x="8098" y="14736"/>
                  </a:lnTo>
                  <a:lnTo>
                    <a:pt x="8000" y="14617"/>
                  </a:lnTo>
                  <a:lnTo>
                    <a:pt x="7782" y="14439"/>
                  </a:lnTo>
                  <a:lnTo>
                    <a:pt x="7565" y="14281"/>
                  </a:lnTo>
                  <a:lnTo>
                    <a:pt x="7348" y="14143"/>
                  </a:lnTo>
                  <a:lnTo>
                    <a:pt x="7150" y="14005"/>
                  </a:lnTo>
                  <a:lnTo>
                    <a:pt x="6992" y="13866"/>
                  </a:lnTo>
                  <a:lnTo>
                    <a:pt x="6933" y="13787"/>
                  </a:lnTo>
                  <a:lnTo>
                    <a:pt x="6874" y="13708"/>
                  </a:lnTo>
                  <a:lnTo>
                    <a:pt x="6834" y="13610"/>
                  </a:lnTo>
                  <a:lnTo>
                    <a:pt x="6795" y="13491"/>
                  </a:lnTo>
                  <a:lnTo>
                    <a:pt x="6538" y="13412"/>
                  </a:lnTo>
                  <a:lnTo>
                    <a:pt x="6222" y="13294"/>
                  </a:lnTo>
                  <a:lnTo>
                    <a:pt x="5906" y="13136"/>
                  </a:lnTo>
                  <a:lnTo>
                    <a:pt x="5748" y="13037"/>
                  </a:lnTo>
                  <a:lnTo>
                    <a:pt x="5570" y="12938"/>
                  </a:lnTo>
                  <a:lnTo>
                    <a:pt x="5550" y="12958"/>
                  </a:lnTo>
                  <a:lnTo>
                    <a:pt x="5491" y="12958"/>
                  </a:lnTo>
                  <a:lnTo>
                    <a:pt x="5373" y="12899"/>
                  </a:lnTo>
                  <a:lnTo>
                    <a:pt x="5313" y="12879"/>
                  </a:lnTo>
                  <a:lnTo>
                    <a:pt x="5274" y="12859"/>
                  </a:lnTo>
                  <a:lnTo>
                    <a:pt x="5234" y="12859"/>
                  </a:lnTo>
                  <a:lnTo>
                    <a:pt x="5195" y="12899"/>
                  </a:lnTo>
                  <a:lnTo>
                    <a:pt x="5254" y="12978"/>
                  </a:lnTo>
                  <a:lnTo>
                    <a:pt x="5333" y="13057"/>
                  </a:lnTo>
                  <a:lnTo>
                    <a:pt x="5471" y="13175"/>
                  </a:lnTo>
                  <a:lnTo>
                    <a:pt x="5649" y="13254"/>
                  </a:lnTo>
                  <a:lnTo>
                    <a:pt x="5807" y="13333"/>
                  </a:lnTo>
                  <a:lnTo>
                    <a:pt x="5985" y="13412"/>
                  </a:lnTo>
                  <a:lnTo>
                    <a:pt x="6123" y="13491"/>
                  </a:lnTo>
                  <a:lnTo>
                    <a:pt x="6242" y="13590"/>
                  </a:lnTo>
                  <a:lnTo>
                    <a:pt x="6301" y="13669"/>
                  </a:lnTo>
                  <a:lnTo>
                    <a:pt x="6340" y="13748"/>
                  </a:lnTo>
                  <a:lnTo>
                    <a:pt x="6419" y="13768"/>
                  </a:lnTo>
                  <a:lnTo>
                    <a:pt x="6538" y="13768"/>
                  </a:lnTo>
                  <a:lnTo>
                    <a:pt x="6558" y="13748"/>
                  </a:lnTo>
                  <a:lnTo>
                    <a:pt x="6637" y="13708"/>
                  </a:lnTo>
                  <a:lnTo>
                    <a:pt x="6657" y="13689"/>
                  </a:lnTo>
                  <a:lnTo>
                    <a:pt x="6696" y="13689"/>
                  </a:lnTo>
                  <a:lnTo>
                    <a:pt x="6834" y="13768"/>
                  </a:lnTo>
                  <a:lnTo>
                    <a:pt x="6933" y="13866"/>
                  </a:lnTo>
                  <a:lnTo>
                    <a:pt x="7012" y="13945"/>
                  </a:lnTo>
                  <a:lnTo>
                    <a:pt x="7012" y="13985"/>
                  </a:lnTo>
                  <a:lnTo>
                    <a:pt x="7012" y="14005"/>
                  </a:lnTo>
                  <a:lnTo>
                    <a:pt x="6874" y="13965"/>
                  </a:lnTo>
                  <a:lnTo>
                    <a:pt x="6775" y="13945"/>
                  </a:lnTo>
                  <a:lnTo>
                    <a:pt x="6696" y="13965"/>
                  </a:lnTo>
                  <a:lnTo>
                    <a:pt x="6637" y="13985"/>
                  </a:lnTo>
                  <a:lnTo>
                    <a:pt x="6577" y="14005"/>
                  </a:lnTo>
                  <a:lnTo>
                    <a:pt x="6498" y="13985"/>
                  </a:lnTo>
                  <a:lnTo>
                    <a:pt x="6380" y="13945"/>
                  </a:lnTo>
                  <a:lnTo>
                    <a:pt x="6202" y="13847"/>
                  </a:lnTo>
                  <a:lnTo>
                    <a:pt x="6222" y="13906"/>
                  </a:lnTo>
                  <a:lnTo>
                    <a:pt x="6281" y="13965"/>
                  </a:lnTo>
                  <a:lnTo>
                    <a:pt x="6459" y="14123"/>
                  </a:lnTo>
                  <a:lnTo>
                    <a:pt x="6657" y="14262"/>
                  </a:lnTo>
                  <a:lnTo>
                    <a:pt x="6834" y="14400"/>
                  </a:lnTo>
                  <a:lnTo>
                    <a:pt x="6775" y="14420"/>
                  </a:lnTo>
                  <a:lnTo>
                    <a:pt x="6775" y="14479"/>
                  </a:lnTo>
                  <a:lnTo>
                    <a:pt x="6795" y="14538"/>
                  </a:lnTo>
                  <a:lnTo>
                    <a:pt x="6854" y="14637"/>
                  </a:lnTo>
                  <a:lnTo>
                    <a:pt x="6676" y="14617"/>
                  </a:lnTo>
                  <a:lnTo>
                    <a:pt x="6479" y="14558"/>
                  </a:lnTo>
                  <a:lnTo>
                    <a:pt x="6281" y="14499"/>
                  </a:lnTo>
                  <a:lnTo>
                    <a:pt x="6103" y="14459"/>
                  </a:lnTo>
                  <a:lnTo>
                    <a:pt x="6123" y="14459"/>
                  </a:lnTo>
                  <a:lnTo>
                    <a:pt x="6143" y="14439"/>
                  </a:lnTo>
                  <a:lnTo>
                    <a:pt x="6143" y="14400"/>
                  </a:lnTo>
                  <a:lnTo>
                    <a:pt x="6143" y="14380"/>
                  </a:lnTo>
                  <a:lnTo>
                    <a:pt x="6143" y="14360"/>
                  </a:lnTo>
                  <a:lnTo>
                    <a:pt x="6163" y="14360"/>
                  </a:lnTo>
                  <a:lnTo>
                    <a:pt x="5511" y="14123"/>
                  </a:lnTo>
                  <a:lnTo>
                    <a:pt x="5452" y="14005"/>
                  </a:lnTo>
                  <a:lnTo>
                    <a:pt x="5432" y="13906"/>
                  </a:lnTo>
                  <a:lnTo>
                    <a:pt x="5432" y="13886"/>
                  </a:lnTo>
                  <a:lnTo>
                    <a:pt x="5471" y="13847"/>
                  </a:lnTo>
                  <a:lnTo>
                    <a:pt x="5531" y="13847"/>
                  </a:lnTo>
                  <a:lnTo>
                    <a:pt x="5412" y="13748"/>
                  </a:lnTo>
                  <a:lnTo>
                    <a:pt x="5294" y="13649"/>
                  </a:lnTo>
                  <a:lnTo>
                    <a:pt x="5017" y="13471"/>
                  </a:lnTo>
                  <a:lnTo>
                    <a:pt x="4899" y="13392"/>
                  </a:lnTo>
                  <a:lnTo>
                    <a:pt x="4820" y="13313"/>
                  </a:lnTo>
                  <a:lnTo>
                    <a:pt x="4780" y="13254"/>
                  </a:lnTo>
                  <a:lnTo>
                    <a:pt x="4780" y="13215"/>
                  </a:lnTo>
                  <a:lnTo>
                    <a:pt x="4780" y="13195"/>
                  </a:lnTo>
                  <a:lnTo>
                    <a:pt x="4681" y="13116"/>
                  </a:lnTo>
                  <a:lnTo>
                    <a:pt x="4622" y="13096"/>
                  </a:lnTo>
                  <a:lnTo>
                    <a:pt x="4622" y="13136"/>
                  </a:lnTo>
                  <a:lnTo>
                    <a:pt x="4662" y="13195"/>
                  </a:lnTo>
                  <a:lnTo>
                    <a:pt x="4760" y="13333"/>
                  </a:lnTo>
                  <a:lnTo>
                    <a:pt x="4820" y="13392"/>
                  </a:lnTo>
                  <a:lnTo>
                    <a:pt x="4820" y="13447"/>
                  </a:lnTo>
                  <a:lnTo>
                    <a:pt x="5195" y="13728"/>
                  </a:lnTo>
                  <a:lnTo>
                    <a:pt x="5175" y="13748"/>
                  </a:lnTo>
                  <a:lnTo>
                    <a:pt x="5155" y="13768"/>
                  </a:lnTo>
                  <a:lnTo>
                    <a:pt x="5116" y="13768"/>
                  </a:lnTo>
                  <a:lnTo>
                    <a:pt x="5096" y="13748"/>
                  </a:lnTo>
                  <a:lnTo>
                    <a:pt x="5017" y="13689"/>
                  </a:lnTo>
                  <a:lnTo>
                    <a:pt x="4938" y="13629"/>
                  </a:lnTo>
                  <a:lnTo>
                    <a:pt x="4839" y="13531"/>
                  </a:lnTo>
                  <a:lnTo>
                    <a:pt x="4741" y="13471"/>
                  </a:lnTo>
                  <a:lnTo>
                    <a:pt x="4662" y="13432"/>
                  </a:lnTo>
                  <a:lnTo>
                    <a:pt x="4622" y="13432"/>
                  </a:lnTo>
                  <a:lnTo>
                    <a:pt x="4583" y="13452"/>
                  </a:lnTo>
                  <a:lnTo>
                    <a:pt x="4523" y="13491"/>
                  </a:lnTo>
                  <a:lnTo>
                    <a:pt x="4405" y="13491"/>
                  </a:lnTo>
                  <a:lnTo>
                    <a:pt x="4365" y="13471"/>
                  </a:lnTo>
                  <a:lnTo>
                    <a:pt x="4267" y="13373"/>
                  </a:lnTo>
                  <a:lnTo>
                    <a:pt x="4187" y="13234"/>
                  </a:lnTo>
                  <a:lnTo>
                    <a:pt x="4010" y="12938"/>
                  </a:lnTo>
                  <a:lnTo>
                    <a:pt x="3911" y="12800"/>
                  </a:lnTo>
                  <a:lnTo>
                    <a:pt x="3871" y="12741"/>
                  </a:lnTo>
                  <a:lnTo>
                    <a:pt x="3812" y="12701"/>
                  </a:lnTo>
                  <a:lnTo>
                    <a:pt x="4306" y="12741"/>
                  </a:lnTo>
                  <a:lnTo>
                    <a:pt x="4010" y="12563"/>
                  </a:lnTo>
                  <a:lnTo>
                    <a:pt x="4168" y="12563"/>
                  </a:lnTo>
                  <a:lnTo>
                    <a:pt x="4306" y="12543"/>
                  </a:lnTo>
                  <a:lnTo>
                    <a:pt x="4464" y="12523"/>
                  </a:lnTo>
                  <a:lnTo>
                    <a:pt x="4563" y="12543"/>
                  </a:lnTo>
                  <a:lnTo>
                    <a:pt x="4681" y="12563"/>
                  </a:lnTo>
                  <a:lnTo>
                    <a:pt x="4681" y="12563"/>
                  </a:lnTo>
                  <a:lnTo>
                    <a:pt x="4405" y="12306"/>
                  </a:lnTo>
                  <a:lnTo>
                    <a:pt x="4128" y="12010"/>
                  </a:lnTo>
                  <a:lnTo>
                    <a:pt x="3871" y="11733"/>
                  </a:lnTo>
                  <a:lnTo>
                    <a:pt x="3674" y="11536"/>
                  </a:lnTo>
                  <a:lnTo>
                    <a:pt x="3674" y="11437"/>
                  </a:lnTo>
                  <a:lnTo>
                    <a:pt x="3713" y="11358"/>
                  </a:lnTo>
                  <a:lnTo>
                    <a:pt x="3753" y="11299"/>
                  </a:lnTo>
                  <a:lnTo>
                    <a:pt x="3832" y="11259"/>
                  </a:lnTo>
                  <a:lnTo>
                    <a:pt x="3674" y="11160"/>
                  </a:lnTo>
                  <a:lnTo>
                    <a:pt x="3575" y="11062"/>
                  </a:lnTo>
                  <a:lnTo>
                    <a:pt x="3496" y="10943"/>
                  </a:lnTo>
                  <a:lnTo>
                    <a:pt x="3437" y="10825"/>
                  </a:lnTo>
                  <a:lnTo>
                    <a:pt x="3358" y="10588"/>
                  </a:lnTo>
                  <a:lnTo>
                    <a:pt x="3318" y="10469"/>
                  </a:lnTo>
                  <a:lnTo>
                    <a:pt x="3239" y="10351"/>
                  </a:lnTo>
                  <a:lnTo>
                    <a:pt x="3160" y="10272"/>
                  </a:lnTo>
                  <a:lnTo>
                    <a:pt x="3141" y="10272"/>
                  </a:lnTo>
                  <a:lnTo>
                    <a:pt x="3121" y="10291"/>
                  </a:lnTo>
                  <a:lnTo>
                    <a:pt x="3121" y="10351"/>
                  </a:lnTo>
                  <a:lnTo>
                    <a:pt x="3141" y="10430"/>
                  </a:lnTo>
                  <a:lnTo>
                    <a:pt x="3160" y="10528"/>
                  </a:lnTo>
                  <a:lnTo>
                    <a:pt x="3160" y="10588"/>
                  </a:lnTo>
                  <a:lnTo>
                    <a:pt x="3160" y="10607"/>
                  </a:lnTo>
                  <a:lnTo>
                    <a:pt x="3141" y="10627"/>
                  </a:lnTo>
                  <a:lnTo>
                    <a:pt x="3101" y="10627"/>
                  </a:lnTo>
                  <a:lnTo>
                    <a:pt x="3062" y="10607"/>
                  </a:lnTo>
                  <a:lnTo>
                    <a:pt x="3062" y="10548"/>
                  </a:lnTo>
                  <a:lnTo>
                    <a:pt x="3022" y="10489"/>
                  </a:lnTo>
                  <a:lnTo>
                    <a:pt x="2963" y="10390"/>
                  </a:lnTo>
                  <a:lnTo>
                    <a:pt x="2805" y="10212"/>
                  </a:lnTo>
                  <a:lnTo>
                    <a:pt x="2844" y="10272"/>
                  </a:lnTo>
                  <a:lnTo>
                    <a:pt x="2884" y="10331"/>
                  </a:lnTo>
                  <a:lnTo>
                    <a:pt x="2983" y="10528"/>
                  </a:lnTo>
                  <a:lnTo>
                    <a:pt x="3220" y="11002"/>
                  </a:lnTo>
                  <a:lnTo>
                    <a:pt x="3220" y="11002"/>
                  </a:lnTo>
                  <a:lnTo>
                    <a:pt x="3160" y="10943"/>
                  </a:lnTo>
                  <a:lnTo>
                    <a:pt x="3121" y="10904"/>
                  </a:lnTo>
                  <a:lnTo>
                    <a:pt x="3081" y="10884"/>
                  </a:lnTo>
                  <a:lnTo>
                    <a:pt x="3042" y="10884"/>
                  </a:lnTo>
                  <a:lnTo>
                    <a:pt x="2963" y="10904"/>
                  </a:lnTo>
                  <a:lnTo>
                    <a:pt x="2884" y="10904"/>
                  </a:lnTo>
                  <a:lnTo>
                    <a:pt x="3101" y="11239"/>
                  </a:lnTo>
                  <a:lnTo>
                    <a:pt x="3042" y="11239"/>
                  </a:lnTo>
                  <a:lnTo>
                    <a:pt x="2983" y="11220"/>
                  </a:lnTo>
                  <a:lnTo>
                    <a:pt x="2923" y="11160"/>
                  </a:lnTo>
                  <a:lnTo>
                    <a:pt x="2864" y="11062"/>
                  </a:lnTo>
                  <a:lnTo>
                    <a:pt x="2746" y="10884"/>
                  </a:lnTo>
                  <a:lnTo>
                    <a:pt x="2686" y="10805"/>
                  </a:lnTo>
                  <a:lnTo>
                    <a:pt x="2627" y="10746"/>
                  </a:lnTo>
                  <a:lnTo>
                    <a:pt x="2726" y="10746"/>
                  </a:lnTo>
                  <a:lnTo>
                    <a:pt x="2805" y="10726"/>
                  </a:lnTo>
                  <a:lnTo>
                    <a:pt x="2864" y="10706"/>
                  </a:lnTo>
                  <a:lnTo>
                    <a:pt x="2983" y="10706"/>
                  </a:lnTo>
                  <a:lnTo>
                    <a:pt x="2805" y="10489"/>
                  </a:lnTo>
                  <a:lnTo>
                    <a:pt x="2627" y="10252"/>
                  </a:lnTo>
                  <a:lnTo>
                    <a:pt x="2568" y="10114"/>
                  </a:lnTo>
                  <a:lnTo>
                    <a:pt x="2509" y="9975"/>
                  </a:lnTo>
                  <a:lnTo>
                    <a:pt x="2469" y="9857"/>
                  </a:lnTo>
                  <a:lnTo>
                    <a:pt x="2449" y="9738"/>
                  </a:lnTo>
                  <a:lnTo>
                    <a:pt x="2449" y="9679"/>
                  </a:lnTo>
                  <a:lnTo>
                    <a:pt x="2469" y="9679"/>
                  </a:lnTo>
                  <a:lnTo>
                    <a:pt x="2528" y="9719"/>
                  </a:lnTo>
                  <a:lnTo>
                    <a:pt x="2588" y="9798"/>
                  </a:lnTo>
                  <a:lnTo>
                    <a:pt x="2667" y="9877"/>
                  </a:lnTo>
                  <a:lnTo>
                    <a:pt x="2667" y="9837"/>
                  </a:lnTo>
                  <a:lnTo>
                    <a:pt x="2667" y="9778"/>
                  </a:lnTo>
                  <a:lnTo>
                    <a:pt x="2588" y="9679"/>
                  </a:lnTo>
                  <a:lnTo>
                    <a:pt x="2528" y="9600"/>
                  </a:lnTo>
                  <a:lnTo>
                    <a:pt x="2528" y="9541"/>
                  </a:lnTo>
                  <a:lnTo>
                    <a:pt x="2548" y="9501"/>
                  </a:lnTo>
                  <a:lnTo>
                    <a:pt x="2588" y="9501"/>
                  </a:lnTo>
                  <a:lnTo>
                    <a:pt x="2607" y="9521"/>
                  </a:lnTo>
                  <a:lnTo>
                    <a:pt x="2647" y="9600"/>
                  </a:lnTo>
                  <a:lnTo>
                    <a:pt x="2686" y="9679"/>
                  </a:lnTo>
                  <a:lnTo>
                    <a:pt x="2726" y="9758"/>
                  </a:lnTo>
                  <a:lnTo>
                    <a:pt x="2627" y="9541"/>
                  </a:lnTo>
                  <a:lnTo>
                    <a:pt x="2548" y="9323"/>
                  </a:lnTo>
                  <a:lnTo>
                    <a:pt x="2469" y="9106"/>
                  </a:lnTo>
                  <a:lnTo>
                    <a:pt x="2410" y="8889"/>
                  </a:lnTo>
                  <a:lnTo>
                    <a:pt x="2430" y="8889"/>
                  </a:lnTo>
                  <a:lnTo>
                    <a:pt x="2449" y="8909"/>
                  </a:lnTo>
                  <a:lnTo>
                    <a:pt x="2509" y="8988"/>
                  </a:lnTo>
                  <a:lnTo>
                    <a:pt x="2548" y="9106"/>
                  </a:lnTo>
                  <a:lnTo>
                    <a:pt x="2588" y="9205"/>
                  </a:lnTo>
                  <a:lnTo>
                    <a:pt x="2548" y="9027"/>
                  </a:lnTo>
                  <a:lnTo>
                    <a:pt x="2469" y="8849"/>
                  </a:lnTo>
                  <a:lnTo>
                    <a:pt x="2351" y="8691"/>
                  </a:lnTo>
                  <a:lnTo>
                    <a:pt x="2153" y="8514"/>
                  </a:lnTo>
                  <a:lnTo>
                    <a:pt x="2153" y="8277"/>
                  </a:lnTo>
                  <a:lnTo>
                    <a:pt x="2173" y="8059"/>
                  </a:lnTo>
                  <a:lnTo>
                    <a:pt x="2193" y="7980"/>
                  </a:lnTo>
                  <a:lnTo>
                    <a:pt x="2232" y="7941"/>
                  </a:lnTo>
                  <a:lnTo>
                    <a:pt x="2272" y="7901"/>
                  </a:lnTo>
                  <a:lnTo>
                    <a:pt x="2311" y="7921"/>
                  </a:lnTo>
                  <a:lnTo>
                    <a:pt x="2252" y="7862"/>
                  </a:lnTo>
                  <a:lnTo>
                    <a:pt x="2212" y="7862"/>
                  </a:lnTo>
                  <a:lnTo>
                    <a:pt x="2173" y="7882"/>
                  </a:lnTo>
                  <a:lnTo>
                    <a:pt x="2133" y="7901"/>
                  </a:lnTo>
                  <a:lnTo>
                    <a:pt x="2114" y="7763"/>
                  </a:lnTo>
                  <a:lnTo>
                    <a:pt x="2094" y="7664"/>
                  </a:lnTo>
                  <a:lnTo>
                    <a:pt x="2054" y="7566"/>
                  </a:lnTo>
                  <a:lnTo>
                    <a:pt x="2015" y="7506"/>
                  </a:lnTo>
                  <a:lnTo>
                    <a:pt x="1916" y="7368"/>
                  </a:lnTo>
                  <a:lnTo>
                    <a:pt x="1896" y="7289"/>
                  </a:lnTo>
                  <a:lnTo>
                    <a:pt x="1896" y="7210"/>
                  </a:lnTo>
                  <a:lnTo>
                    <a:pt x="1758" y="7408"/>
                  </a:lnTo>
                  <a:lnTo>
                    <a:pt x="1798" y="7269"/>
                  </a:lnTo>
                  <a:lnTo>
                    <a:pt x="1798" y="7190"/>
                  </a:lnTo>
                  <a:lnTo>
                    <a:pt x="1758" y="7171"/>
                  </a:lnTo>
                  <a:lnTo>
                    <a:pt x="1718" y="7151"/>
                  </a:lnTo>
                  <a:lnTo>
                    <a:pt x="1679" y="7131"/>
                  </a:lnTo>
                  <a:lnTo>
                    <a:pt x="1659" y="7092"/>
                  </a:lnTo>
                  <a:lnTo>
                    <a:pt x="1639" y="7032"/>
                  </a:lnTo>
                  <a:lnTo>
                    <a:pt x="1679" y="6914"/>
                  </a:lnTo>
                  <a:lnTo>
                    <a:pt x="1778" y="6953"/>
                  </a:lnTo>
                  <a:lnTo>
                    <a:pt x="1877" y="6973"/>
                  </a:lnTo>
                  <a:lnTo>
                    <a:pt x="1975" y="6953"/>
                  </a:lnTo>
                  <a:lnTo>
                    <a:pt x="2094" y="6933"/>
                  </a:lnTo>
                  <a:lnTo>
                    <a:pt x="2054" y="6894"/>
                  </a:lnTo>
                  <a:lnTo>
                    <a:pt x="2035" y="6854"/>
                  </a:lnTo>
                  <a:lnTo>
                    <a:pt x="2054" y="6756"/>
                  </a:lnTo>
                  <a:lnTo>
                    <a:pt x="2094" y="6637"/>
                  </a:lnTo>
                  <a:lnTo>
                    <a:pt x="2133" y="6519"/>
                  </a:lnTo>
                  <a:lnTo>
                    <a:pt x="2094" y="6519"/>
                  </a:lnTo>
                  <a:lnTo>
                    <a:pt x="2074" y="6499"/>
                  </a:lnTo>
                  <a:lnTo>
                    <a:pt x="2035" y="6380"/>
                  </a:lnTo>
                  <a:lnTo>
                    <a:pt x="2035" y="6341"/>
                  </a:lnTo>
                  <a:lnTo>
                    <a:pt x="1995" y="6321"/>
                  </a:lnTo>
                  <a:lnTo>
                    <a:pt x="1975" y="6321"/>
                  </a:lnTo>
                  <a:lnTo>
                    <a:pt x="1916" y="6380"/>
                  </a:lnTo>
                  <a:lnTo>
                    <a:pt x="1916" y="6242"/>
                  </a:lnTo>
                  <a:lnTo>
                    <a:pt x="1936" y="6124"/>
                  </a:lnTo>
                  <a:lnTo>
                    <a:pt x="2015" y="5946"/>
                  </a:lnTo>
                  <a:lnTo>
                    <a:pt x="2074" y="5768"/>
                  </a:lnTo>
                  <a:lnTo>
                    <a:pt x="2094" y="5689"/>
                  </a:lnTo>
                  <a:lnTo>
                    <a:pt x="2094" y="5571"/>
                  </a:lnTo>
                  <a:lnTo>
                    <a:pt x="2054" y="5590"/>
                  </a:lnTo>
                  <a:lnTo>
                    <a:pt x="2035" y="5571"/>
                  </a:lnTo>
                  <a:lnTo>
                    <a:pt x="2035" y="5452"/>
                  </a:lnTo>
                  <a:lnTo>
                    <a:pt x="2035" y="5334"/>
                  </a:lnTo>
                  <a:lnTo>
                    <a:pt x="1995" y="5294"/>
                  </a:lnTo>
                  <a:lnTo>
                    <a:pt x="1956" y="5314"/>
                  </a:lnTo>
                  <a:lnTo>
                    <a:pt x="2035" y="5195"/>
                  </a:lnTo>
                  <a:lnTo>
                    <a:pt x="2094" y="5077"/>
                  </a:lnTo>
                  <a:lnTo>
                    <a:pt x="2173" y="4998"/>
                  </a:lnTo>
                  <a:lnTo>
                    <a:pt x="2252" y="4939"/>
                  </a:lnTo>
                  <a:lnTo>
                    <a:pt x="2311" y="4919"/>
                  </a:lnTo>
                  <a:lnTo>
                    <a:pt x="2370" y="4899"/>
                  </a:lnTo>
                  <a:lnTo>
                    <a:pt x="2430" y="4919"/>
                  </a:lnTo>
                  <a:lnTo>
                    <a:pt x="2449" y="4958"/>
                  </a:lnTo>
                  <a:lnTo>
                    <a:pt x="2331" y="5136"/>
                  </a:lnTo>
                  <a:lnTo>
                    <a:pt x="2311" y="5215"/>
                  </a:lnTo>
                  <a:lnTo>
                    <a:pt x="2311" y="5255"/>
                  </a:lnTo>
                  <a:lnTo>
                    <a:pt x="2351" y="5255"/>
                  </a:lnTo>
                  <a:lnTo>
                    <a:pt x="2489" y="4958"/>
                  </a:lnTo>
                  <a:lnTo>
                    <a:pt x="2647" y="4662"/>
                  </a:lnTo>
                  <a:lnTo>
                    <a:pt x="2864" y="4484"/>
                  </a:lnTo>
                  <a:lnTo>
                    <a:pt x="2983" y="4425"/>
                  </a:lnTo>
                  <a:lnTo>
                    <a:pt x="3081" y="4425"/>
                  </a:lnTo>
                  <a:lnTo>
                    <a:pt x="3101" y="4326"/>
                  </a:lnTo>
                  <a:lnTo>
                    <a:pt x="3141" y="4247"/>
                  </a:lnTo>
                  <a:lnTo>
                    <a:pt x="3220" y="4148"/>
                  </a:lnTo>
                  <a:lnTo>
                    <a:pt x="3299" y="4069"/>
                  </a:lnTo>
                  <a:lnTo>
                    <a:pt x="3378" y="3990"/>
                  </a:lnTo>
                  <a:lnTo>
                    <a:pt x="3437" y="3911"/>
                  </a:lnTo>
                  <a:lnTo>
                    <a:pt x="3476" y="3832"/>
                  </a:lnTo>
                  <a:lnTo>
                    <a:pt x="3476" y="3734"/>
                  </a:lnTo>
                  <a:lnTo>
                    <a:pt x="3457" y="3813"/>
                  </a:lnTo>
                  <a:lnTo>
                    <a:pt x="3417" y="3892"/>
                  </a:lnTo>
                  <a:lnTo>
                    <a:pt x="3378" y="3951"/>
                  </a:lnTo>
                  <a:lnTo>
                    <a:pt x="3318" y="3990"/>
                  </a:lnTo>
                  <a:lnTo>
                    <a:pt x="3220" y="4050"/>
                  </a:lnTo>
                  <a:lnTo>
                    <a:pt x="3141" y="4089"/>
                  </a:lnTo>
                  <a:lnTo>
                    <a:pt x="3180" y="3990"/>
                  </a:lnTo>
                  <a:lnTo>
                    <a:pt x="3141" y="4030"/>
                  </a:lnTo>
                  <a:lnTo>
                    <a:pt x="3101" y="3635"/>
                  </a:lnTo>
                  <a:lnTo>
                    <a:pt x="3042" y="3694"/>
                  </a:lnTo>
                  <a:lnTo>
                    <a:pt x="3002" y="3734"/>
                  </a:lnTo>
                  <a:lnTo>
                    <a:pt x="3002" y="3773"/>
                  </a:lnTo>
                  <a:lnTo>
                    <a:pt x="3022" y="3813"/>
                  </a:lnTo>
                  <a:lnTo>
                    <a:pt x="3042" y="3872"/>
                  </a:lnTo>
                  <a:lnTo>
                    <a:pt x="3062" y="3931"/>
                  </a:lnTo>
                  <a:lnTo>
                    <a:pt x="3022" y="4010"/>
                  </a:lnTo>
                  <a:lnTo>
                    <a:pt x="2963" y="4109"/>
                  </a:lnTo>
                  <a:lnTo>
                    <a:pt x="2904" y="4129"/>
                  </a:lnTo>
                  <a:lnTo>
                    <a:pt x="2864" y="4129"/>
                  </a:lnTo>
                  <a:lnTo>
                    <a:pt x="2825" y="4089"/>
                  </a:lnTo>
                  <a:lnTo>
                    <a:pt x="2825" y="4050"/>
                  </a:lnTo>
                  <a:lnTo>
                    <a:pt x="2825" y="3911"/>
                  </a:lnTo>
                  <a:lnTo>
                    <a:pt x="2864" y="3753"/>
                  </a:lnTo>
                  <a:lnTo>
                    <a:pt x="2904" y="3615"/>
                  </a:lnTo>
                  <a:lnTo>
                    <a:pt x="2923" y="3497"/>
                  </a:lnTo>
                  <a:lnTo>
                    <a:pt x="2923" y="3457"/>
                  </a:lnTo>
                  <a:lnTo>
                    <a:pt x="2904" y="3437"/>
                  </a:lnTo>
                  <a:lnTo>
                    <a:pt x="2864" y="3437"/>
                  </a:lnTo>
                  <a:lnTo>
                    <a:pt x="2805" y="3457"/>
                  </a:lnTo>
                  <a:lnTo>
                    <a:pt x="2746" y="3536"/>
                  </a:lnTo>
                  <a:lnTo>
                    <a:pt x="2706" y="3595"/>
                  </a:lnTo>
                  <a:lnTo>
                    <a:pt x="2686" y="3655"/>
                  </a:lnTo>
                  <a:lnTo>
                    <a:pt x="2686" y="3714"/>
                  </a:lnTo>
                  <a:lnTo>
                    <a:pt x="2726" y="3852"/>
                  </a:lnTo>
                  <a:lnTo>
                    <a:pt x="2726" y="3931"/>
                  </a:lnTo>
                  <a:lnTo>
                    <a:pt x="2706" y="4010"/>
                  </a:lnTo>
                  <a:lnTo>
                    <a:pt x="2706" y="4010"/>
                  </a:lnTo>
                  <a:lnTo>
                    <a:pt x="2746" y="3971"/>
                  </a:lnTo>
                  <a:lnTo>
                    <a:pt x="2746" y="3971"/>
                  </a:lnTo>
                  <a:lnTo>
                    <a:pt x="2528" y="4504"/>
                  </a:lnTo>
                  <a:lnTo>
                    <a:pt x="2489" y="4484"/>
                  </a:lnTo>
                  <a:lnTo>
                    <a:pt x="2489" y="4464"/>
                  </a:lnTo>
                  <a:lnTo>
                    <a:pt x="2469" y="4385"/>
                  </a:lnTo>
                  <a:lnTo>
                    <a:pt x="2469" y="4287"/>
                  </a:lnTo>
                  <a:lnTo>
                    <a:pt x="2232" y="4662"/>
                  </a:lnTo>
                  <a:lnTo>
                    <a:pt x="2035" y="4919"/>
                  </a:lnTo>
                  <a:lnTo>
                    <a:pt x="1837" y="5195"/>
                  </a:lnTo>
                  <a:lnTo>
                    <a:pt x="1718" y="5393"/>
                  </a:lnTo>
                  <a:lnTo>
                    <a:pt x="1600" y="5610"/>
                  </a:lnTo>
                  <a:lnTo>
                    <a:pt x="1679" y="5590"/>
                  </a:lnTo>
                  <a:lnTo>
                    <a:pt x="1778" y="5590"/>
                  </a:lnTo>
                  <a:lnTo>
                    <a:pt x="1837" y="5630"/>
                  </a:lnTo>
                  <a:lnTo>
                    <a:pt x="1857" y="5669"/>
                  </a:lnTo>
                  <a:lnTo>
                    <a:pt x="1877" y="5748"/>
                  </a:lnTo>
                  <a:lnTo>
                    <a:pt x="1857" y="5847"/>
                  </a:lnTo>
                  <a:lnTo>
                    <a:pt x="1857" y="5926"/>
                  </a:lnTo>
                  <a:lnTo>
                    <a:pt x="1837" y="5985"/>
                  </a:lnTo>
                  <a:lnTo>
                    <a:pt x="1758" y="6064"/>
                  </a:lnTo>
                  <a:lnTo>
                    <a:pt x="1699" y="6143"/>
                  </a:lnTo>
                  <a:lnTo>
                    <a:pt x="1659" y="6203"/>
                  </a:lnTo>
                  <a:lnTo>
                    <a:pt x="1639" y="6262"/>
                  </a:lnTo>
                  <a:lnTo>
                    <a:pt x="1620" y="6163"/>
                  </a:lnTo>
                  <a:lnTo>
                    <a:pt x="1600" y="6064"/>
                  </a:lnTo>
                  <a:lnTo>
                    <a:pt x="1600" y="6025"/>
                  </a:lnTo>
                  <a:lnTo>
                    <a:pt x="1600" y="5966"/>
                  </a:lnTo>
                  <a:lnTo>
                    <a:pt x="1620" y="5926"/>
                  </a:lnTo>
                  <a:lnTo>
                    <a:pt x="1679" y="5867"/>
                  </a:lnTo>
                  <a:lnTo>
                    <a:pt x="1501" y="5827"/>
                  </a:lnTo>
                  <a:lnTo>
                    <a:pt x="1501" y="5630"/>
                  </a:lnTo>
                  <a:lnTo>
                    <a:pt x="1462" y="5492"/>
                  </a:lnTo>
                  <a:lnTo>
                    <a:pt x="1422" y="5294"/>
                  </a:lnTo>
                  <a:lnTo>
                    <a:pt x="1402" y="5195"/>
                  </a:lnTo>
                  <a:lnTo>
                    <a:pt x="1402" y="5077"/>
                  </a:lnTo>
                  <a:lnTo>
                    <a:pt x="1442" y="4899"/>
                  </a:lnTo>
                  <a:lnTo>
                    <a:pt x="1541" y="4642"/>
                  </a:lnTo>
                  <a:lnTo>
                    <a:pt x="1521" y="4603"/>
                  </a:lnTo>
                  <a:lnTo>
                    <a:pt x="1521" y="4504"/>
                  </a:lnTo>
                  <a:lnTo>
                    <a:pt x="1560" y="4385"/>
                  </a:lnTo>
                  <a:lnTo>
                    <a:pt x="1620" y="4247"/>
                  </a:lnTo>
                  <a:lnTo>
                    <a:pt x="1758" y="3951"/>
                  </a:lnTo>
                  <a:lnTo>
                    <a:pt x="1857" y="3793"/>
                  </a:lnTo>
                  <a:lnTo>
                    <a:pt x="1956" y="3655"/>
                  </a:lnTo>
                  <a:lnTo>
                    <a:pt x="1758" y="3773"/>
                  </a:lnTo>
                  <a:lnTo>
                    <a:pt x="1758" y="3773"/>
                  </a:lnTo>
                  <a:lnTo>
                    <a:pt x="1778" y="3635"/>
                  </a:lnTo>
                  <a:lnTo>
                    <a:pt x="1817" y="3556"/>
                  </a:lnTo>
                  <a:lnTo>
                    <a:pt x="1857" y="3536"/>
                  </a:lnTo>
                  <a:lnTo>
                    <a:pt x="1896" y="3516"/>
                  </a:lnTo>
                  <a:lnTo>
                    <a:pt x="1936" y="3516"/>
                  </a:lnTo>
                  <a:lnTo>
                    <a:pt x="1995" y="3477"/>
                  </a:lnTo>
                  <a:lnTo>
                    <a:pt x="2054" y="3378"/>
                  </a:lnTo>
                  <a:lnTo>
                    <a:pt x="2133" y="3200"/>
                  </a:lnTo>
                  <a:lnTo>
                    <a:pt x="2390" y="3141"/>
                  </a:lnTo>
                  <a:lnTo>
                    <a:pt x="2528" y="3121"/>
                  </a:lnTo>
                  <a:lnTo>
                    <a:pt x="2647" y="3102"/>
                  </a:lnTo>
                  <a:lnTo>
                    <a:pt x="2765" y="3102"/>
                  </a:lnTo>
                  <a:lnTo>
                    <a:pt x="2844" y="3141"/>
                  </a:lnTo>
                  <a:lnTo>
                    <a:pt x="2864" y="3181"/>
                  </a:lnTo>
                  <a:lnTo>
                    <a:pt x="2884" y="3220"/>
                  </a:lnTo>
                  <a:lnTo>
                    <a:pt x="2884" y="3260"/>
                  </a:lnTo>
                  <a:lnTo>
                    <a:pt x="2884" y="3319"/>
                  </a:lnTo>
                  <a:lnTo>
                    <a:pt x="2983" y="3220"/>
                  </a:lnTo>
                  <a:lnTo>
                    <a:pt x="3062" y="3141"/>
                  </a:lnTo>
                  <a:lnTo>
                    <a:pt x="3180" y="2963"/>
                  </a:lnTo>
                  <a:lnTo>
                    <a:pt x="3279" y="2786"/>
                  </a:lnTo>
                  <a:lnTo>
                    <a:pt x="3437" y="2608"/>
                  </a:lnTo>
                  <a:lnTo>
                    <a:pt x="3516" y="2608"/>
                  </a:lnTo>
                  <a:lnTo>
                    <a:pt x="3575" y="2628"/>
                  </a:lnTo>
                  <a:lnTo>
                    <a:pt x="3595" y="2667"/>
                  </a:lnTo>
                  <a:lnTo>
                    <a:pt x="3595" y="2726"/>
                  </a:lnTo>
                  <a:lnTo>
                    <a:pt x="3595" y="2825"/>
                  </a:lnTo>
                  <a:lnTo>
                    <a:pt x="3615" y="2884"/>
                  </a:lnTo>
                  <a:lnTo>
                    <a:pt x="3654" y="2924"/>
                  </a:lnTo>
                  <a:lnTo>
                    <a:pt x="3792" y="2786"/>
                  </a:lnTo>
                  <a:lnTo>
                    <a:pt x="3871" y="2647"/>
                  </a:lnTo>
                  <a:lnTo>
                    <a:pt x="3891" y="2588"/>
                  </a:lnTo>
                  <a:lnTo>
                    <a:pt x="3891" y="2529"/>
                  </a:lnTo>
                  <a:lnTo>
                    <a:pt x="3871" y="2509"/>
                  </a:lnTo>
                  <a:lnTo>
                    <a:pt x="3812" y="2509"/>
                  </a:lnTo>
                  <a:lnTo>
                    <a:pt x="4029" y="2391"/>
                  </a:lnTo>
                  <a:lnTo>
                    <a:pt x="4247" y="2292"/>
                  </a:lnTo>
                  <a:lnTo>
                    <a:pt x="4227" y="2312"/>
                  </a:lnTo>
                  <a:lnTo>
                    <a:pt x="4187" y="2351"/>
                  </a:lnTo>
                  <a:lnTo>
                    <a:pt x="4069" y="2450"/>
                  </a:lnTo>
                  <a:lnTo>
                    <a:pt x="4207" y="2351"/>
                  </a:lnTo>
                  <a:lnTo>
                    <a:pt x="4365" y="2232"/>
                  </a:lnTo>
                  <a:lnTo>
                    <a:pt x="4484" y="2094"/>
                  </a:lnTo>
                  <a:lnTo>
                    <a:pt x="4563" y="1995"/>
                  </a:lnTo>
                  <a:lnTo>
                    <a:pt x="4484" y="2055"/>
                  </a:lnTo>
                  <a:lnTo>
                    <a:pt x="4425" y="2094"/>
                  </a:lnTo>
                  <a:lnTo>
                    <a:pt x="4385" y="2114"/>
                  </a:lnTo>
                  <a:lnTo>
                    <a:pt x="4523" y="1976"/>
                  </a:lnTo>
                  <a:lnTo>
                    <a:pt x="4662" y="1857"/>
                  </a:lnTo>
                  <a:lnTo>
                    <a:pt x="4839" y="1699"/>
                  </a:lnTo>
                  <a:lnTo>
                    <a:pt x="5037" y="1699"/>
                  </a:lnTo>
                  <a:lnTo>
                    <a:pt x="5175" y="1660"/>
                  </a:lnTo>
                  <a:lnTo>
                    <a:pt x="5313" y="1620"/>
                  </a:lnTo>
                  <a:lnTo>
                    <a:pt x="5412" y="1541"/>
                  </a:lnTo>
                  <a:lnTo>
                    <a:pt x="5531" y="1502"/>
                  </a:lnTo>
                  <a:lnTo>
                    <a:pt x="5629" y="1482"/>
                  </a:lnTo>
                  <a:lnTo>
                    <a:pt x="5708" y="1482"/>
                  </a:lnTo>
                  <a:lnTo>
                    <a:pt x="5807" y="1502"/>
                  </a:lnTo>
                  <a:lnTo>
                    <a:pt x="5926" y="1482"/>
                  </a:lnTo>
                  <a:lnTo>
                    <a:pt x="6044" y="1462"/>
                  </a:lnTo>
                  <a:lnTo>
                    <a:pt x="6163" y="1403"/>
                  </a:lnTo>
                  <a:lnTo>
                    <a:pt x="6202" y="1344"/>
                  </a:lnTo>
                  <a:lnTo>
                    <a:pt x="6242" y="1304"/>
                  </a:lnTo>
                  <a:lnTo>
                    <a:pt x="6340" y="1245"/>
                  </a:lnTo>
                  <a:lnTo>
                    <a:pt x="6459" y="1205"/>
                  </a:lnTo>
                  <a:lnTo>
                    <a:pt x="6577" y="1186"/>
                  </a:lnTo>
                  <a:lnTo>
                    <a:pt x="6736" y="1166"/>
                  </a:lnTo>
                  <a:lnTo>
                    <a:pt x="6874" y="1146"/>
                  </a:lnTo>
                  <a:lnTo>
                    <a:pt x="7012" y="1087"/>
                  </a:lnTo>
                  <a:lnTo>
                    <a:pt x="7131" y="988"/>
                  </a:lnTo>
                  <a:lnTo>
                    <a:pt x="7111" y="1028"/>
                  </a:lnTo>
                  <a:lnTo>
                    <a:pt x="7111" y="1067"/>
                  </a:lnTo>
                  <a:lnTo>
                    <a:pt x="7131" y="1067"/>
                  </a:lnTo>
                  <a:lnTo>
                    <a:pt x="7150" y="1087"/>
                  </a:lnTo>
                  <a:lnTo>
                    <a:pt x="7210" y="1087"/>
                  </a:lnTo>
                  <a:lnTo>
                    <a:pt x="7289" y="1107"/>
                  </a:lnTo>
                  <a:lnTo>
                    <a:pt x="7407" y="1107"/>
                  </a:lnTo>
                  <a:lnTo>
                    <a:pt x="7407" y="1126"/>
                  </a:lnTo>
                  <a:lnTo>
                    <a:pt x="7407" y="1166"/>
                  </a:lnTo>
                  <a:lnTo>
                    <a:pt x="7328" y="1225"/>
                  </a:lnTo>
                  <a:lnTo>
                    <a:pt x="7407" y="1245"/>
                  </a:lnTo>
                  <a:lnTo>
                    <a:pt x="7526" y="1225"/>
                  </a:lnTo>
                  <a:lnTo>
                    <a:pt x="7842" y="1146"/>
                  </a:lnTo>
                  <a:lnTo>
                    <a:pt x="8000" y="1087"/>
                  </a:lnTo>
                  <a:lnTo>
                    <a:pt x="8177" y="1067"/>
                  </a:lnTo>
                  <a:lnTo>
                    <a:pt x="8335" y="1067"/>
                  </a:lnTo>
                  <a:lnTo>
                    <a:pt x="8454" y="1107"/>
                  </a:lnTo>
                  <a:lnTo>
                    <a:pt x="8414" y="1166"/>
                  </a:lnTo>
                  <a:lnTo>
                    <a:pt x="8395" y="1186"/>
                  </a:lnTo>
                  <a:lnTo>
                    <a:pt x="8355" y="1205"/>
                  </a:lnTo>
                  <a:lnTo>
                    <a:pt x="8493" y="1186"/>
                  </a:lnTo>
                  <a:lnTo>
                    <a:pt x="8572" y="1186"/>
                  </a:lnTo>
                  <a:lnTo>
                    <a:pt x="8651" y="1205"/>
                  </a:lnTo>
                  <a:lnTo>
                    <a:pt x="8691" y="1225"/>
                  </a:lnTo>
                  <a:lnTo>
                    <a:pt x="8790" y="1284"/>
                  </a:lnTo>
                  <a:lnTo>
                    <a:pt x="8849" y="1324"/>
                  </a:lnTo>
                  <a:lnTo>
                    <a:pt x="8948" y="1324"/>
                  </a:lnTo>
                  <a:lnTo>
                    <a:pt x="8948" y="1166"/>
                  </a:lnTo>
                  <a:lnTo>
                    <a:pt x="8987" y="1146"/>
                  </a:lnTo>
                  <a:lnTo>
                    <a:pt x="9027" y="1146"/>
                  </a:lnTo>
                  <a:lnTo>
                    <a:pt x="9086" y="1186"/>
                  </a:lnTo>
                  <a:lnTo>
                    <a:pt x="9145" y="1205"/>
                  </a:lnTo>
                  <a:lnTo>
                    <a:pt x="9165" y="1225"/>
                  </a:lnTo>
                  <a:lnTo>
                    <a:pt x="9205" y="1225"/>
                  </a:lnTo>
                  <a:lnTo>
                    <a:pt x="9126" y="1186"/>
                  </a:lnTo>
                  <a:lnTo>
                    <a:pt x="9066" y="1146"/>
                  </a:lnTo>
                  <a:lnTo>
                    <a:pt x="9027" y="1087"/>
                  </a:lnTo>
                  <a:lnTo>
                    <a:pt x="9027" y="1047"/>
                  </a:lnTo>
                  <a:lnTo>
                    <a:pt x="9046" y="1028"/>
                  </a:lnTo>
                  <a:lnTo>
                    <a:pt x="9284" y="988"/>
                  </a:lnTo>
                  <a:close/>
                  <a:moveTo>
                    <a:pt x="8197" y="1"/>
                  </a:moveTo>
                  <a:lnTo>
                    <a:pt x="8079" y="20"/>
                  </a:lnTo>
                  <a:lnTo>
                    <a:pt x="7960" y="60"/>
                  </a:lnTo>
                  <a:lnTo>
                    <a:pt x="7861" y="99"/>
                  </a:lnTo>
                  <a:lnTo>
                    <a:pt x="7743" y="139"/>
                  </a:lnTo>
                  <a:lnTo>
                    <a:pt x="7624" y="139"/>
                  </a:lnTo>
                  <a:lnTo>
                    <a:pt x="7466" y="99"/>
                  </a:lnTo>
                  <a:lnTo>
                    <a:pt x="7545" y="60"/>
                  </a:lnTo>
                  <a:lnTo>
                    <a:pt x="7071" y="139"/>
                  </a:lnTo>
                  <a:lnTo>
                    <a:pt x="6637" y="178"/>
                  </a:lnTo>
                  <a:lnTo>
                    <a:pt x="6439" y="238"/>
                  </a:lnTo>
                  <a:lnTo>
                    <a:pt x="6222" y="297"/>
                  </a:lnTo>
                  <a:lnTo>
                    <a:pt x="6005" y="376"/>
                  </a:lnTo>
                  <a:lnTo>
                    <a:pt x="5787" y="514"/>
                  </a:lnTo>
                  <a:lnTo>
                    <a:pt x="5491" y="613"/>
                  </a:lnTo>
                  <a:lnTo>
                    <a:pt x="5294" y="652"/>
                  </a:lnTo>
                  <a:lnTo>
                    <a:pt x="5116" y="672"/>
                  </a:lnTo>
                  <a:lnTo>
                    <a:pt x="4879" y="731"/>
                  </a:lnTo>
                  <a:lnTo>
                    <a:pt x="4800" y="810"/>
                  </a:lnTo>
                  <a:lnTo>
                    <a:pt x="4721" y="889"/>
                  </a:lnTo>
                  <a:lnTo>
                    <a:pt x="4622" y="1028"/>
                  </a:lnTo>
                  <a:lnTo>
                    <a:pt x="4583" y="1126"/>
                  </a:lnTo>
                  <a:lnTo>
                    <a:pt x="4563" y="1166"/>
                  </a:lnTo>
                  <a:lnTo>
                    <a:pt x="4701" y="1087"/>
                  </a:lnTo>
                  <a:lnTo>
                    <a:pt x="4760" y="1087"/>
                  </a:lnTo>
                  <a:lnTo>
                    <a:pt x="4760" y="1126"/>
                  </a:lnTo>
                  <a:lnTo>
                    <a:pt x="4721" y="1166"/>
                  </a:lnTo>
                  <a:lnTo>
                    <a:pt x="4662" y="1245"/>
                  </a:lnTo>
                  <a:lnTo>
                    <a:pt x="4504" y="1403"/>
                  </a:lnTo>
                  <a:lnTo>
                    <a:pt x="4365" y="1581"/>
                  </a:lnTo>
                  <a:lnTo>
                    <a:pt x="4464" y="1581"/>
                  </a:lnTo>
                  <a:lnTo>
                    <a:pt x="4543" y="1620"/>
                  </a:lnTo>
                  <a:lnTo>
                    <a:pt x="4721" y="1679"/>
                  </a:lnTo>
                  <a:lnTo>
                    <a:pt x="4820" y="1699"/>
                  </a:lnTo>
                  <a:lnTo>
                    <a:pt x="4741" y="1739"/>
                  </a:lnTo>
                  <a:lnTo>
                    <a:pt x="4681" y="1778"/>
                  </a:lnTo>
                  <a:lnTo>
                    <a:pt x="4543" y="1798"/>
                  </a:lnTo>
                  <a:lnTo>
                    <a:pt x="4484" y="1818"/>
                  </a:lnTo>
                  <a:lnTo>
                    <a:pt x="4405" y="1837"/>
                  </a:lnTo>
                  <a:lnTo>
                    <a:pt x="4326" y="1877"/>
                  </a:lnTo>
                  <a:lnTo>
                    <a:pt x="4247" y="1956"/>
                  </a:lnTo>
                  <a:lnTo>
                    <a:pt x="4247" y="1916"/>
                  </a:lnTo>
                  <a:lnTo>
                    <a:pt x="4267" y="1857"/>
                  </a:lnTo>
                  <a:lnTo>
                    <a:pt x="4326" y="1778"/>
                  </a:lnTo>
                  <a:lnTo>
                    <a:pt x="4425" y="1739"/>
                  </a:lnTo>
                  <a:lnTo>
                    <a:pt x="4306" y="1739"/>
                  </a:lnTo>
                  <a:lnTo>
                    <a:pt x="4207" y="1778"/>
                  </a:lnTo>
                  <a:lnTo>
                    <a:pt x="4010" y="1837"/>
                  </a:lnTo>
                  <a:lnTo>
                    <a:pt x="3852" y="1897"/>
                  </a:lnTo>
                  <a:lnTo>
                    <a:pt x="3773" y="1916"/>
                  </a:lnTo>
                  <a:lnTo>
                    <a:pt x="3713" y="1916"/>
                  </a:lnTo>
                  <a:lnTo>
                    <a:pt x="3792" y="1877"/>
                  </a:lnTo>
                  <a:lnTo>
                    <a:pt x="3871" y="1837"/>
                  </a:lnTo>
                  <a:lnTo>
                    <a:pt x="3970" y="1739"/>
                  </a:lnTo>
                  <a:lnTo>
                    <a:pt x="4029" y="1660"/>
                  </a:lnTo>
                  <a:lnTo>
                    <a:pt x="4069" y="1600"/>
                  </a:lnTo>
                  <a:lnTo>
                    <a:pt x="3891" y="1699"/>
                  </a:lnTo>
                  <a:lnTo>
                    <a:pt x="3694" y="1837"/>
                  </a:lnTo>
                  <a:lnTo>
                    <a:pt x="3536" y="1995"/>
                  </a:lnTo>
                  <a:lnTo>
                    <a:pt x="3437" y="2114"/>
                  </a:lnTo>
                  <a:lnTo>
                    <a:pt x="3358" y="2114"/>
                  </a:lnTo>
                  <a:lnTo>
                    <a:pt x="3259" y="2153"/>
                  </a:lnTo>
                  <a:lnTo>
                    <a:pt x="3160" y="2232"/>
                  </a:lnTo>
                  <a:lnTo>
                    <a:pt x="3081" y="2331"/>
                  </a:lnTo>
                  <a:lnTo>
                    <a:pt x="3002" y="2410"/>
                  </a:lnTo>
                  <a:lnTo>
                    <a:pt x="2943" y="2470"/>
                  </a:lnTo>
                  <a:lnTo>
                    <a:pt x="2904" y="2489"/>
                  </a:lnTo>
                  <a:lnTo>
                    <a:pt x="2904" y="2470"/>
                  </a:lnTo>
                  <a:lnTo>
                    <a:pt x="2884" y="2391"/>
                  </a:lnTo>
                  <a:lnTo>
                    <a:pt x="2884" y="2430"/>
                  </a:lnTo>
                  <a:lnTo>
                    <a:pt x="2864" y="2470"/>
                  </a:lnTo>
                  <a:lnTo>
                    <a:pt x="2785" y="2588"/>
                  </a:lnTo>
                  <a:lnTo>
                    <a:pt x="2686" y="2707"/>
                  </a:lnTo>
                  <a:lnTo>
                    <a:pt x="2568" y="2805"/>
                  </a:lnTo>
                  <a:lnTo>
                    <a:pt x="2548" y="2766"/>
                  </a:lnTo>
                  <a:lnTo>
                    <a:pt x="2568" y="2707"/>
                  </a:lnTo>
                  <a:lnTo>
                    <a:pt x="2627" y="2529"/>
                  </a:lnTo>
                  <a:lnTo>
                    <a:pt x="2726" y="2351"/>
                  </a:lnTo>
                  <a:lnTo>
                    <a:pt x="2805" y="2173"/>
                  </a:lnTo>
                  <a:lnTo>
                    <a:pt x="2963" y="1976"/>
                  </a:lnTo>
                  <a:lnTo>
                    <a:pt x="3062" y="1897"/>
                  </a:lnTo>
                  <a:lnTo>
                    <a:pt x="3081" y="1877"/>
                  </a:lnTo>
                  <a:lnTo>
                    <a:pt x="3101" y="1897"/>
                  </a:lnTo>
                  <a:lnTo>
                    <a:pt x="3081" y="1956"/>
                  </a:lnTo>
                  <a:lnTo>
                    <a:pt x="3042" y="2134"/>
                  </a:lnTo>
                  <a:lnTo>
                    <a:pt x="3042" y="2193"/>
                  </a:lnTo>
                  <a:lnTo>
                    <a:pt x="3101" y="2193"/>
                  </a:lnTo>
                  <a:lnTo>
                    <a:pt x="3338" y="1956"/>
                  </a:lnTo>
                  <a:lnTo>
                    <a:pt x="3595" y="1739"/>
                  </a:lnTo>
                  <a:lnTo>
                    <a:pt x="3575" y="1739"/>
                  </a:lnTo>
                  <a:lnTo>
                    <a:pt x="3575" y="1699"/>
                  </a:lnTo>
                  <a:lnTo>
                    <a:pt x="3595" y="1640"/>
                  </a:lnTo>
                  <a:lnTo>
                    <a:pt x="3595" y="1620"/>
                  </a:lnTo>
                  <a:lnTo>
                    <a:pt x="3555" y="1620"/>
                  </a:lnTo>
                  <a:lnTo>
                    <a:pt x="3496" y="1660"/>
                  </a:lnTo>
                  <a:lnTo>
                    <a:pt x="3378" y="1739"/>
                  </a:lnTo>
                  <a:lnTo>
                    <a:pt x="3417" y="1640"/>
                  </a:lnTo>
                  <a:lnTo>
                    <a:pt x="3476" y="1541"/>
                  </a:lnTo>
                  <a:lnTo>
                    <a:pt x="3575" y="1442"/>
                  </a:lnTo>
                  <a:lnTo>
                    <a:pt x="3674" y="1344"/>
                  </a:lnTo>
                  <a:lnTo>
                    <a:pt x="3792" y="1265"/>
                  </a:lnTo>
                  <a:lnTo>
                    <a:pt x="3931" y="1186"/>
                  </a:lnTo>
                  <a:lnTo>
                    <a:pt x="4069" y="1107"/>
                  </a:lnTo>
                  <a:lnTo>
                    <a:pt x="4207" y="1067"/>
                  </a:lnTo>
                  <a:lnTo>
                    <a:pt x="4227" y="1047"/>
                  </a:lnTo>
                  <a:lnTo>
                    <a:pt x="4207" y="1047"/>
                  </a:lnTo>
                  <a:lnTo>
                    <a:pt x="4128" y="1067"/>
                  </a:lnTo>
                  <a:lnTo>
                    <a:pt x="3931" y="1146"/>
                  </a:lnTo>
                  <a:lnTo>
                    <a:pt x="4010" y="1028"/>
                  </a:lnTo>
                  <a:lnTo>
                    <a:pt x="4069" y="889"/>
                  </a:lnTo>
                  <a:lnTo>
                    <a:pt x="4069" y="830"/>
                  </a:lnTo>
                  <a:lnTo>
                    <a:pt x="4049" y="810"/>
                  </a:lnTo>
                  <a:lnTo>
                    <a:pt x="4029" y="810"/>
                  </a:lnTo>
                  <a:lnTo>
                    <a:pt x="3911" y="830"/>
                  </a:lnTo>
                  <a:lnTo>
                    <a:pt x="3773" y="892"/>
                  </a:lnTo>
                  <a:lnTo>
                    <a:pt x="3773" y="892"/>
                  </a:lnTo>
                  <a:lnTo>
                    <a:pt x="3773" y="909"/>
                  </a:lnTo>
                  <a:lnTo>
                    <a:pt x="3713" y="988"/>
                  </a:lnTo>
                  <a:lnTo>
                    <a:pt x="3694" y="1028"/>
                  </a:lnTo>
                  <a:lnTo>
                    <a:pt x="3694" y="1047"/>
                  </a:lnTo>
                  <a:lnTo>
                    <a:pt x="3733" y="1067"/>
                  </a:lnTo>
                  <a:lnTo>
                    <a:pt x="3832" y="1047"/>
                  </a:lnTo>
                  <a:lnTo>
                    <a:pt x="3615" y="1166"/>
                  </a:lnTo>
                  <a:lnTo>
                    <a:pt x="3358" y="1304"/>
                  </a:lnTo>
                  <a:lnTo>
                    <a:pt x="3259" y="1344"/>
                  </a:lnTo>
                  <a:lnTo>
                    <a:pt x="3180" y="1363"/>
                  </a:lnTo>
                  <a:lnTo>
                    <a:pt x="3160" y="1344"/>
                  </a:lnTo>
                  <a:lnTo>
                    <a:pt x="3141" y="1324"/>
                  </a:lnTo>
                  <a:lnTo>
                    <a:pt x="3160" y="1265"/>
                  </a:lnTo>
                  <a:lnTo>
                    <a:pt x="2963" y="1462"/>
                  </a:lnTo>
                  <a:lnTo>
                    <a:pt x="2765" y="1699"/>
                  </a:lnTo>
                  <a:lnTo>
                    <a:pt x="2449" y="2114"/>
                  </a:lnTo>
                  <a:lnTo>
                    <a:pt x="2430" y="2094"/>
                  </a:lnTo>
                  <a:lnTo>
                    <a:pt x="2430" y="2074"/>
                  </a:lnTo>
                  <a:lnTo>
                    <a:pt x="2469" y="1995"/>
                  </a:lnTo>
                  <a:lnTo>
                    <a:pt x="2548" y="1916"/>
                  </a:lnTo>
                  <a:lnTo>
                    <a:pt x="2607" y="1818"/>
                  </a:lnTo>
                  <a:lnTo>
                    <a:pt x="2351" y="2134"/>
                  </a:lnTo>
                  <a:lnTo>
                    <a:pt x="2114" y="2450"/>
                  </a:lnTo>
                  <a:lnTo>
                    <a:pt x="2331" y="2351"/>
                  </a:lnTo>
                  <a:lnTo>
                    <a:pt x="2193" y="2509"/>
                  </a:lnTo>
                  <a:lnTo>
                    <a:pt x="2094" y="2647"/>
                  </a:lnTo>
                  <a:lnTo>
                    <a:pt x="2015" y="2805"/>
                  </a:lnTo>
                  <a:lnTo>
                    <a:pt x="1956" y="2963"/>
                  </a:lnTo>
                  <a:lnTo>
                    <a:pt x="1857" y="3279"/>
                  </a:lnTo>
                  <a:lnTo>
                    <a:pt x="1817" y="3418"/>
                  </a:lnTo>
                  <a:lnTo>
                    <a:pt x="1758" y="3576"/>
                  </a:lnTo>
                  <a:lnTo>
                    <a:pt x="1718" y="3516"/>
                  </a:lnTo>
                  <a:lnTo>
                    <a:pt x="1718" y="3437"/>
                  </a:lnTo>
                  <a:lnTo>
                    <a:pt x="1738" y="3358"/>
                  </a:lnTo>
                  <a:lnTo>
                    <a:pt x="1758" y="3260"/>
                  </a:lnTo>
                  <a:lnTo>
                    <a:pt x="1936" y="2845"/>
                  </a:lnTo>
                  <a:lnTo>
                    <a:pt x="1837" y="2884"/>
                  </a:lnTo>
                  <a:lnTo>
                    <a:pt x="1778" y="2924"/>
                  </a:lnTo>
                  <a:lnTo>
                    <a:pt x="1758" y="2983"/>
                  </a:lnTo>
                  <a:lnTo>
                    <a:pt x="1758" y="3042"/>
                  </a:lnTo>
                  <a:lnTo>
                    <a:pt x="1758" y="3102"/>
                  </a:lnTo>
                  <a:lnTo>
                    <a:pt x="1738" y="3181"/>
                  </a:lnTo>
                  <a:lnTo>
                    <a:pt x="1718" y="3279"/>
                  </a:lnTo>
                  <a:lnTo>
                    <a:pt x="1639" y="3398"/>
                  </a:lnTo>
                  <a:lnTo>
                    <a:pt x="1600" y="3418"/>
                  </a:lnTo>
                  <a:lnTo>
                    <a:pt x="1560" y="3418"/>
                  </a:lnTo>
                  <a:lnTo>
                    <a:pt x="1521" y="3398"/>
                  </a:lnTo>
                  <a:lnTo>
                    <a:pt x="1501" y="3378"/>
                  </a:lnTo>
                  <a:lnTo>
                    <a:pt x="1442" y="3753"/>
                  </a:lnTo>
                  <a:lnTo>
                    <a:pt x="1402" y="3773"/>
                  </a:lnTo>
                  <a:lnTo>
                    <a:pt x="1383" y="3773"/>
                  </a:lnTo>
                  <a:lnTo>
                    <a:pt x="1383" y="3734"/>
                  </a:lnTo>
                  <a:lnTo>
                    <a:pt x="1343" y="3911"/>
                  </a:lnTo>
                  <a:lnTo>
                    <a:pt x="1343" y="4010"/>
                  </a:lnTo>
                  <a:lnTo>
                    <a:pt x="1363" y="4050"/>
                  </a:lnTo>
                  <a:lnTo>
                    <a:pt x="1383" y="4089"/>
                  </a:lnTo>
                  <a:lnTo>
                    <a:pt x="1402" y="4129"/>
                  </a:lnTo>
                  <a:lnTo>
                    <a:pt x="1383" y="4208"/>
                  </a:lnTo>
                  <a:lnTo>
                    <a:pt x="1343" y="4346"/>
                  </a:lnTo>
                  <a:lnTo>
                    <a:pt x="1264" y="4563"/>
                  </a:lnTo>
                  <a:lnTo>
                    <a:pt x="1343" y="4445"/>
                  </a:lnTo>
                  <a:lnTo>
                    <a:pt x="1402" y="4326"/>
                  </a:lnTo>
                  <a:lnTo>
                    <a:pt x="1442" y="4247"/>
                  </a:lnTo>
                  <a:lnTo>
                    <a:pt x="1442" y="4168"/>
                  </a:lnTo>
                  <a:lnTo>
                    <a:pt x="1481" y="4010"/>
                  </a:lnTo>
                  <a:lnTo>
                    <a:pt x="1521" y="3911"/>
                  </a:lnTo>
                  <a:lnTo>
                    <a:pt x="1580" y="3793"/>
                  </a:lnTo>
                  <a:lnTo>
                    <a:pt x="1659" y="3793"/>
                  </a:lnTo>
                  <a:lnTo>
                    <a:pt x="1659" y="3832"/>
                  </a:lnTo>
                  <a:lnTo>
                    <a:pt x="1659" y="3911"/>
                  </a:lnTo>
                  <a:lnTo>
                    <a:pt x="1639" y="4030"/>
                  </a:lnTo>
                  <a:lnTo>
                    <a:pt x="1560" y="4267"/>
                  </a:lnTo>
                  <a:lnTo>
                    <a:pt x="1541" y="4366"/>
                  </a:lnTo>
                  <a:lnTo>
                    <a:pt x="1541" y="4445"/>
                  </a:lnTo>
                  <a:lnTo>
                    <a:pt x="1442" y="4563"/>
                  </a:lnTo>
                  <a:lnTo>
                    <a:pt x="1363" y="4642"/>
                  </a:lnTo>
                  <a:lnTo>
                    <a:pt x="1205" y="4761"/>
                  </a:lnTo>
                  <a:lnTo>
                    <a:pt x="1126" y="4840"/>
                  </a:lnTo>
                  <a:lnTo>
                    <a:pt x="1067" y="4939"/>
                  </a:lnTo>
                  <a:lnTo>
                    <a:pt x="1007" y="5057"/>
                  </a:lnTo>
                  <a:lnTo>
                    <a:pt x="968" y="5235"/>
                  </a:lnTo>
                  <a:lnTo>
                    <a:pt x="988" y="5136"/>
                  </a:lnTo>
                  <a:lnTo>
                    <a:pt x="988" y="5057"/>
                  </a:lnTo>
                  <a:lnTo>
                    <a:pt x="948" y="4998"/>
                  </a:lnTo>
                  <a:lnTo>
                    <a:pt x="948" y="4978"/>
                  </a:lnTo>
                  <a:lnTo>
                    <a:pt x="948" y="4919"/>
                  </a:lnTo>
                  <a:lnTo>
                    <a:pt x="1047" y="4682"/>
                  </a:lnTo>
                  <a:lnTo>
                    <a:pt x="1047" y="4603"/>
                  </a:lnTo>
                  <a:lnTo>
                    <a:pt x="1047" y="4563"/>
                  </a:lnTo>
                  <a:lnTo>
                    <a:pt x="1027" y="4583"/>
                  </a:lnTo>
                  <a:lnTo>
                    <a:pt x="988" y="4622"/>
                  </a:lnTo>
                  <a:lnTo>
                    <a:pt x="889" y="4741"/>
                  </a:lnTo>
                  <a:lnTo>
                    <a:pt x="849" y="4781"/>
                  </a:lnTo>
                  <a:lnTo>
                    <a:pt x="790" y="4800"/>
                  </a:lnTo>
                  <a:lnTo>
                    <a:pt x="790" y="4840"/>
                  </a:lnTo>
                  <a:lnTo>
                    <a:pt x="810" y="4860"/>
                  </a:lnTo>
                  <a:lnTo>
                    <a:pt x="869" y="4899"/>
                  </a:lnTo>
                  <a:lnTo>
                    <a:pt x="889" y="4919"/>
                  </a:lnTo>
                  <a:lnTo>
                    <a:pt x="889" y="4958"/>
                  </a:lnTo>
                  <a:lnTo>
                    <a:pt x="869" y="5037"/>
                  </a:lnTo>
                  <a:lnTo>
                    <a:pt x="810" y="5136"/>
                  </a:lnTo>
                  <a:lnTo>
                    <a:pt x="790" y="5116"/>
                  </a:lnTo>
                  <a:lnTo>
                    <a:pt x="770" y="5452"/>
                  </a:lnTo>
                  <a:lnTo>
                    <a:pt x="751" y="5788"/>
                  </a:lnTo>
                  <a:lnTo>
                    <a:pt x="711" y="5906"/>
                  </a:lnTo>
                  <a:lnTo>
                    <a:pt x="672" y="6025"/>
                  </a:lnTo>
                  <a:lnTo>
                    <a:pt x="632" y="6262"/>
                  </a:lnTo>
                  <a:lnTo>
                    <a:pt x="612" y="6499"/>
                  </a:lnTo>
                  <a:lnTo>
                    <a:pt x="612" y="6756"/>
                  </a:lnTo>
                  <a:lnTo>
                    <a:pt x="612" y="6993"/>
                  </a:lnTo>
                  <a:lnTo>
                    <a:pt x="612" y="7210"/>
                  </a:lnTo>
                  <a:lnTo>
                    <a:pt x="593" y="7388"/>
                  </a:lnTo>
                  <a:lnTo>
                    <a:pt x="553" y="7566"/>
                  </a:lnTo>
                  <a:lnTo>
                    <a:pt x="711" y="7467"/>
                  </a:lnTo>
                  <a:lnTo>
                    <a:pt x="751" y="7763"/>
                  </a:lnTo>
                  <a:lnTo>
                    <a:pt x="790" y="8079"/>
                  </a:lnTo>
                  <a:lnTo>
                    <a:pt x="849" y="8356"/>
                  </a:lnTo>
                  <a:lnTo>
                    <a:pt x="909" y="8593"/>
                  </a:lnTo>
                  <a:lnTo>
                    <a:pt x="909" y="8593"/>
                  </a:lnTo>
                  <a:lnTo>
                    <a:pt x="869" y="8553"/>
                  </a:lnTo>
                  <a:lnTo>
                    <a:pt x="849" y="8533"/>
                  </a:lnTo>
                  <a:lnTo>
                    <a:pt x="770" y="8395"/>
                  </a:lnTo>
                  <a:lnTo>
                    <a:pt x="731" y="8237"/>
                  </a:lnTo>
                  <a:lnTo>
                    <a:pt x="672" y="8059"/>
                  </a:lnTo>
                  <a:lnTo>
                    <a:pt x="711" y="8296"/>
                  </a:lnTo>
                  <a:lnTo>
                    <a:pt x="751" y="8533"/>
                  </a:lnTo>
                  <a:lnTo>
                    <a:pt x="830" y="8751"/>
                  </a:lnTo>
                  <a:lnTo>
                    <a:pt x="909" y="8948"/>
                  </a:lnTo>
                  <a:lnTo>
                    <a:pt x="988" y="9126"/>
                  </a:lnTo>
                  <a:lnTo>
                    <a:pt x="1086" y="9304"/>
                  </a:lnTo>
                  <a:lnTo>
                    <a:pt x="1205" y="9462"/>
                  </a:lnTo>
                  <a:lnTo>
                    <a:pt x="1304" y="9600"/>
                  </a:lnTo>
                  <a:lnTo>
                    <a:pt x="1304" y="9383"/>
                  </a:lnTo>
                  <a:lnTo>
                    <a:pt x="1304" y="9244"/>
                  </a:lnTo>
                  <a:lnTo>
                    <a:pt x="1284" y="8928"/>
                  </a:lnTo>
                  <a:lnTo>
                    <a:pt x="1383" y="9027"/>
                  </a:lnTo>
                  <a:lnTo>
                    <a:pt x="1442" y="9146"/>
                  </a:lnTo>
                  <a:lnTo>
                    <a:pt x="1462" y="9244"/>
                  </a:lnTo>
                  <a:lnTo>
                    <a:pt x="1462" y="9343"/>
                  </a:lnTo>
                  <a:lnTo>
                    <a:pt x="1462" y="9442"/>
                  </a:lnTo>
                  <a:lnTo>
                    <a:pt x="1462" y="9580"/>
                  </a:lnTo>
                  <a:lnTo>
                    <a:pt x="1521" y="9699"/>
                  </a:lnTo>
                  <a:lnTo>
                    <a:pt x="1600" y="9857"/>
                  </a:lnTo>
                  <a:lnTo>
                    <a:pt x="1560" y="9877"/>
                  </a:lnTo>
                  <a:lnTo>
                    <a:pt x="1442" y="9877"/>
                  </a:lnTo>
                  <a:lnTo>
                    <a:pt x="1402" y="9857"/>
                  </a:lnTo>
                  <a:lnTo>
                    <a:pt x="1383" y="9877"/>
                  </a:lnTo>
                  <a:lnTo>
                    <a:pt x="1343" y="9896"/>
                  </a:lnTo>
                  <a:lnTo>
                    <a:pt x="1304" y="9956"/>
                  </a:lnTo>
                  <a:lnTo>
                    <a:pt x="1442" y="10094"/>
                  </a:lnTo>
                  <a:lnTo>
                    <a:pt x="1580" y="10272"/>
                  </a:lnTo>
                  <a:lnTo>
                    <a:pt x="1718" y="10469"/>
                  </a:lnTo>
                  <a:lnTo>
                    <a:pt x="1778" y="10548"/>
                  </a:lnTo>
                  <a:lnTo>
                    <a:pt x="1857" y="10607"/>
                  </a:lnTo>
                  <a:lnTo>
                    <a:pt x="1817" y="10667"/>
                  </a:lnTo>
                  <a:lnTo>
                    <a:pt x="1778" y="10686"/>
                  </a:lnTo>
                  <a:lnTo>
                    <a:pt x="1699" y="10686"/>
                  </a:lnTo>
                  <a:lnTo>
                    <a:pt x="1639" y="10667"/>
                  </a:lnTo>
                  <a:lnTo>
                    <a:pt x="1541" y="10588"/>
                  </a:lnTo>
                  <a:lnTo>
                    <a:pt x="1462" y="10489"/>
                  </a:lnTo>
                  <a:lnTo>
                    <a:pt x="1363" y="10351"/>
                  </a:lnTo>
                  <a:lnTo>
                    <a:pt x="1264" y="10193"/>
                  </a:lnTo>
                  <a:lnTo>
                    <a:pt x="1244" y="10035"/>
                  </a:lnTo>
                  <a:lnTo>
                    <a:pt x="1185" y="9877"/>
                  </a:lnTo>
                  <a:lnTo>
                    <a:pt x="1027" y="9600"/>
                  </a:lnTo>
                  <a:lnTo>
                    <a:pt x="948" y="9442"/>
                  </a:lnTo>
                  <a:lnTo>
                    <a:pt x="889" y="9304"/>
                  </a:lnTo>
                  <a:lnTo>
                    <a:pt x="849" y="9165"/>
                  </a:lnTo>
                  <a:lnTo>
                    <a:pt x="849" y="9027"/>
                  </a:lnTo>
                  <a:lnTo>
                    <a:pt x="810" y="9264"/>
                  </a:lnTo>
                  <a:lnTo>
                    <a:pt x="711" y="8988"/>
                  </a:lnTo>
                  <a:lnTo>
                    <a:pt x="632" y="8731"/>
                  </a:lnTo>
                  <a:lnTo>
                    <a:pt x="576" y="8562"/>
                  </a:lnTo>
                  <a:lnTo>
                    <a:pt x="593" y="8731"/>
                  </a:lnTo>
                  <a:lnTo>
                    <a:pt x="593" y="8909"/>
                  </a:lnTo>
                  <a:lnTo>
                    <a:pt x="593" y="9205"/>
                  </a:lnTo>
                  <a:lnTo>
                    <a:pt x="593" y="9343"/>
                  </a:lnTo>
                  <a:lnTo>
                    <a:pt x="612" y="9462"/>
                  </a:lnTo>
                  <a:lnTo>
                    <a:pt x="652" y="9580"/>
                  </a:lnTo>
                  <a:lnTo>
                    <a:pt x="731" y="9699"/>
                  </a:lnTo>
                  <a:lnTo>
                    <a:pt x="711" y="9738"/>
                  </a:lnTo>
                  <a:lnTo>
                    <a:pt x="691" y="9778"/>
                  </a:lnTo>
                  <a:lnTo>
                    <a:pt x="672" y="9896"/>
                  </a:lnTo>
                  <a:lnTo>
                    <a:pt x="652" y="9936"/>
                  </a:lnTo>
                  <a:lnTo>
                    <a:pt x="632" y="9956"/>
                  </a:lnTo>
                  <a:lnTo>
                    <a:pt x="593" y="9936"/>
                  </a:lnTo>
                  <a:lnTo>
                    <a:pt x="533" y="9877"/>
                  </a:lnTo>
                  <a:lnTo>
                    <a:pt x="454" y="9679"/>
                  </a:lnTo>
                  <a:lnTo>
                    <a:pt x="395" y="9501"/>
                  </a:lnTo>
                  <a:lnTo>
                    <a:pt x="356" y="9383"/>
                  </a:lnTo>
                  <a:lnTo>
                    <a:pt x="336" y="9363"/>
                  </a:lnTo>
                  <a:lnTo>
                    <a:pt x="296" y="9343"/>
                  </a:lnTo>
                  <a:lnTo>
                    <a:pt x="336" y="9521"/>
                  </a:lnTo>
                  <a:lnTo>
                    <a:pt x="356" y="9640"/>
                  </a:lnTo>
                  <a:lnTo>
                    <a:pt x="395" y="9798"/>
                  </a:lnTo>
                  <a:lnTo>
                    <a:pt x="494" y="10054"/>
                  </a:lnTo>
                  <a:lnTo>
                    <a:pt x="573" y="10074"/>
                  </a:lnTo>
                  <a:lnTo>
                    <a:pt x="652" y="10133"/>
                  </a:lnTo>
                  <a:lnTo>
                    <a:pt x="830" y="10272"/>
                  </a:lnTo>
                  <a:lnTo>
                    <a:pt x="1244" y="10627"/>
                  </a:lnTo>
                  <a:lnTo>
                    <a:pt x="1422" y="10864"/>
                  </a:lnTo>
                  <a:lnTo>
                    <a:pt x="1600" y="11101"/>
                  </a:lnTo>
                  <a:lnTo>
                    <a:pt x="1738" y="11358"/>
                  </a:lnTo>
                  <a:lnTo>
                    <a:pt x="1857" y="11575"/>
                  </a:lnTo>
                  <a:lnTo>
                    <a:pt x="1679" y="11378"/>
                  </a:lnTo>
                  <a:lnTo>
                    <a:pt x="1501" y="11220"/>
                  </a:lnTo>
                  <a:lnTo>
                    <a:pt x="1422" y="11180"/>
                  </a:lnTo>
                  <a:lnTo>
                    <a:pt x="1363" y="11141"/>
                  </a:lnTo>
                  <a:lnTo>
                    <a:pt x="1304" y="11141"/>
                  </a:lnTo>
                  <a:lnTo>
                    <a:pt x="1284" y="11180"/>
                  </a:lnTo>
                  <a:lnTo>
                    <a:pt x="1363" y="11239"/>
                  </a:lnTo>
                  <a:lnTo>
                    <a:pt x="1422" y="11338"/>
                  </a:lnTo>
                  <a:lnTo>
                    <a:pt x="1541" y="11536"/>
                  </a:lnTo>
                  <a:lnTo>
                    <a:pt x="1580" y="11615"/>
                  </a:lnTo>
                  <a:lnTo>
                    <a:pt x="1620" y="11674"/>
                  </a:lnTo>
                  <a:lnTo>
                    <a:pt x="1639" y="11694"/>
                  </a:lnTo>
                  <a:lnTo>
                    <a:pt x="1659" y="11694"/>
                  </a:lnTo>
                  <a:lnTo>
                    <a:pt x="1699" y="11654"/>
                  </a:lnTo>
                  <a:lnTo>
                    <a:pt x="1896" y="11951"/>
                  </a:lnTo>
                  <a:lnTo>
                    <a:pt x="2114" y="12267"/>
                  </a:lnTo>
                  <a:lnTo>
                    <a:pt x="2212" y="12405"/>
                  </a:lnTo>
                  <a:lnTo>
                    <a:pt x="2272" y="12523"/>
                  </a:lnTo>
                  <a:lnTo>
                    <a:pt x="2311" y="12642"/>
                  </a:lnTo>
                  <a:lnTo>
                    <a:pt x="2311" y="12681"/>
                  </a:lnTo>
                  <a:lnTo>
                    <a:pt x="2291" y="12721"/>
                  </a:lnTo>
                  <a:lnTo>
                    <a:pt x="2173" y="12602"/>
                  </a:lnTo>
                  <a:lnTo>
                    <a:pt x="2074" y="12504"/>
                  </a:lnTo>
                  <a:lnTo>
                    <a:pt x="1896" y="12267"/>
                  </a:lnTo>
                  <a:lnTo>
                    <a:pt x="1738" y="12030"/>
                  </a:lnTo>
                  <a:lnTo>
                    <a:pt x="1659" y="11911"/>
                  </a:lnTo>
                  <a:lnTo>
                    <a:pt x="1560" y="11812"/>
                  </a:lnTo>
                  <a:lnTo>
                    <a:pt x="1600" y="11872"/>
                  </a:lnTo>
                  <a:lnTo>
                    <a:pt x="1620" y="11931"/>
                  </a:lnTo>
                  <a:lnTo>
                    <a:pt x="1600" y="11970"/>
                  </a:lnTo>
                  <a:lnTo>
                    <a:pt x="1560" y="11970"/>
                  </a:lnTo>
                  <a:lnTo>
                    <a:pt x="1284" y="11536"/>
                  </a:lnTo>
                  <a:lnTo>
                    <a:pt x="1284" y="11536"/>
                  </a:lnTo>
                  <a:lnTo>
                    <a:pt x="1402" y="11891"/>
                  </a:lnTo>
                  <a:lnTo>
                    <a:pt x="1481" y="12049"/>
                  </a:lnTo>
                  <a:lnTo>
                    <a:pt x="1659" y="12286"/>
                  </a:lnTo>
                  <a:lnTo>
                    <a:pt x="1659" y="12227"/>
                  </a:lnTo>
                  <a:lnTo>
                    <a:pt x="1659" y="12207"/>
                  </a:lnTo>
                  <a:lnTo>
                    <a:pt x="1679" y="12207"/>
                  </a:lnTo>
                  <a:lnTo>
                    <a:pt x="1936" y="12523"/>
                  </a:lnTo>
                  <a:lnTo>
                    <a:pt x="1817" y="12642"/>
                  </a:lnTo>
                  <a:lnTo>
                    <a:pt x="1936" y="12760"/>
                  </a:lnTo>
                  <a:lnTo>
                    <a:pt x="2054" y="12899"/>
                  </a:lnTo>
                  <a:lnTo>
                    <a:pt x="2331" y="13254"/>
                  </a:lnTo>
                  <a:lnTo>
                    <a:pt x="2489" y="13452"/>
                  </a:lnTo>
                  <a:lnTo>
                    <a:pt x="2647" y="13629"/>
                  </a:lnTo>
                  <a:lnTo>
                    <a:pt x="2844" y="13787"/>
                  </a:lnTo>
                  <a:lnTo>
                    <a:pt x="3042" y="13945"/>
                  </a:lnTo>
                  <a:lnTo>
                    <a:pt x="3042" y="13945"/>
                  </a:lnTo>
                  <a:lnTo>
                    <a:pt x="2983" y="13926"/>
                  </a:lnTo>
                  <a:lnTo>
                    <a:pt x="2983" y="13926"/>
                  </a:lnTo>
                  <a:lnTo>
                    <a:pt x="3121" y="14044"/>
                  </a:lnTo>
                  <a:lnTo>
                    <a:pt x="3239" y="14123"/>
                  </a:lnTo>
                  <a:lnTo>
                    <a:pt x="3378" y="14163"/>
                  </a:lnTo>
                  <a:lnTo>
                    <a:pt x="3496" y="14183"/>
                  </a:lnTo>
                  <a:lnTo>
                    <a:pt x="3634" y="14202"/>
                  </a:lnTo>
                  <a:lnTo>
                    <a:pt x="3753" y="14242"/>
                  </a:lnTo>
                  <a:lnTo>
                    <a:pt x="3911" y="14301"/>
                  </a:lnTo>
                  <a:lnTo>
                    <a:pt x="4069" y="14400"/>
                  </a:lnTo>
                  <a:lnTo>
                    <a:pt x="3970" y="14380"/>
                  </a:lnTo>
                  <a:lnTo>
                    <a:pt x="3950" y="14400"/>
                  </a:lnTo>
                  <a:lnTo>
                    <a:pt x="3911" y="14420"/>
                  </a:lnTo>
                  <a:lnTo>
                    <a:pt x="3891" y="14479"/>
                  </a:lnTo>
                  <a:lnTo>
                    <a:pt x="3871" y="14538"/>
                  </a:lnTo>
                  <a:lnTo>
                    <a:pt x="3970" y="14578"/>
                  </a:lnTo>
                  <a:lnTo>
                    <a:pt x="4049" y="14637"/>
                  </a:lnTo>
                  <a:lnTo>
                    <a:pt x="4168" y="14755"/>
                  </a:lnTo>
                  <a:lnTo>
                    <a:pt x="4247" y="14894"/>
                  </a:lnTo>
                  <a:lnTo>
                    <a:pt x="4385" y="15052"/>
                  </a:lnTo>
                  <a:lnTo>
                    <a:pt x="4326" y="14973"/>
                  </a:lnTo>
                  <a:lnTo>
                    <a:pt x="4346" y="14933"/>
                  </a:lnTo>
                  <a:lnTo>
                    <a:pt x="4365" y="14913"/>
                  </a:lnTo>
                  <a:lnTo>
                    <a:pt x="4523" y="14913"/>
                  </a:lnTo>
                  <a:lnTo>
                    <a:pt x="4543" y="14894"/>
                  </a:lnTo>
                  <a:lnTo>
                    <a:pt x="4504" y="14854"/>
                  </a:lnTo>
                  <a:lnTo>
                    <a:pt x="4523" y="14815"/>
                  </a:lnTo>
                  <a:lnTo>
                    <a:pt x="4642" y="14815"/>
                  </a:lnTo>
                  <a:lnTo>
                    <a:pt x="4721" y="14854"/>
                  </a:lnTo>
                  <a:lnTo>
                    <a:pt x="4839" y="14894"/>
                  </a:lnTo>
                  <a:lnTo>
                    <a:pt x="5076" y="15052"/>
                  </a:lnTo>
                  <a:lnTo>
                    <a:pt x="5274" y="15210"/>
                  </a:lnTo>
                  <a:lnTo>
                    <a:pt x="5254" y="15249"/>
                  </a:lnTo>
                  <a:lnTo>
                    <a:pt x="5234" y="15269"/>
                  </a:lnTo>
                  <a:lnTo>
                    <a:pt x="5155" y="15269"/>
                  </a:lnTo>
                  <a:lnTo>
                    <a:pt x="5037" y="15229"/>
                  </a:lnTo>
                  <a:lnTo>
                    <a:pt x="4899" y="15150"/>
                  </a:lnTo>
                  <a:lnTo>
                    <a:pt x="4780" y="15111"/>
                  </a:lnTo>
                  <a:lnTo>
                    <a:pt x="4701" y="15071"/>
                  </a:lnTo>
                  <a:lnTo>
                    <a:pt x="4662" y="15091"/>
                  </a:lnTo>
                  <a:lnTo>
                    <a:pt x="4662" y="15111"/>
                  </a:lnTo>
                  <a:lnTo>
                    <a:pt x="4662" y="15150"/>
                  </a:lnTo>
                  <a:lnTo>
                    <a:pt x="4701" y="15229"/>
                  </a:lnTo>
                  <a:lnTo>
                    <a:pt x="4780" y="15289"/>
                  </a:lnTo>
                  <a:lnTo>
                    <a:pt x="4839" y="15328"/>
                  </a:lnTo>
                  <a:lnTo>
                    <a:pt x="4958" y="15328"/>
                  </a:lnTo>
                  <a:lnTo>
                    <a:pt x="4958" y="15289"/>
                  </a:lnTo>
                  <a:lnTo>
                    <a:pt x="4938" y="15249"/>
                  </a:lnTo>
                  <a:lnTo>
                    <a:pt x="4899" y="15190"/>
                  </a:lnTo>
                  <a:lnTo>
                    <a:pt x="5373" y="15585"/>
                  </a:lnTo>
                  <a:lnTo>
                    <a:pt x="5590" y="15802"/>
                  </a:lnTo>
                  <a:lnTo>
                    <a:pt x="5669" y="15901"/>
                  </a:lnTo>
                  <a:lnTo>
                    <a:pt x="5748" y="16000"/>
                  </a:lnTo>
                  <a:lnTo>
                    <a:pt x="5886" y="16039"/>
                  </a:lnTo>
                  <a:lnTo>
                    <a:pt x="6005" y="16079"/>
                  </a:lnTo>
                  <a:lnTo>
                    <a:pt x="6202" y="16158"/>
                  </a:lnTo>
                  <a:lnTo>
                    <a:pt x="6380" y="16217"/>
                  </a:lnTo>
                  <a:lnTo>
                    <a:pt x="6597" y="16217"/>
                  </a:lnTo>
                  <a:lnTo>
                    <a:pt x="6538" y="16177"/>
                  </a:lnTo>
                  <a:lnTo>
                    <a:pt x="6479" y="16177"/>
                  </a:lnTo>
                  <a:lnTo>
                    <a:pt x="6360" y="16158"/>
                  </a:lnTo>
                  <a:lnTo>
                    <a:pt x="6301" y="16138"/>
                  </a:lnTo>
                  <a:lnTo>
                    <a:pt x="6261" y="16118"/>
                  </a:lnTo>
                  <a:lnTo>
                    <a:pt x="6202" y="16079"/>
                  </a:lnTo>
                  <a:lnTo>
                    <a:pt x="6123" y="16000"/>
                  </a:lnTo>
                  <a:lnTo>
                    <a:pt x="6479" y="16039"/>
                  </a:lnTo>
                  <a:lnTo>
                    <a:pt x="6597" y="16118"/>
                  </a:lnTo>
                  <a:lnTo>
                    <a:pt x="6696" y="16197"/>
                  </a:lnTo>
                  <a:lnTo>
                    <a:pt x="6874" y="16395"/>
                  </a:lnTo>
                  <a:lnTo>
                    <a:pt x="7032" y="16553"/>
                  </a:lnTo>
                  <a:lnTo>
                    <a:pt x="7190" y="16711"/>
                  </a:lnTo>
                  <a:lnTo>
                    <a:pt x="7190" y="16711"/>
                  </a:lnTo>
                  <a:lnTo>
                    <a:pt x="6913" y="16612"/>
                  </a:lnTo>
                  <a:lnTo>
                    <a:pt x="6953" y="16592"/>
                  </a:lnTo>
                  <a:lnTo>
                    <a:pt x="6894" y="16573"/>
                  </a:lnTo>
                  <a:lnTo>
                    <a:pt x="6834" y="16553"/>
                  </a:lnTo>
                  <a:lnTo>
                    <a:pt x="6696" y="16494"/>
                  </a:lnTo>
                  <a:lnTo>
                    <a:pt x="6577" y="16454"/>
                  </a:lnTo>
                  <a:lnTo>
                    <a:pt x="6518" y="16454"/>
                  </a:lnTo>
                  <a:lnTo>
                    <a:pt x="6498" y="16474"/>
                  </a:lnTo>
                  <a:lnTo>
                    <a:pt x="6617" y="16494"/>
                  </a:lnTo>
                  <a:lnTo>
                    <a:pt x="6696" y="16533"/>
                  </a:lnTo>
                  <a:lnTo>
                    <a:pt x="6854" y="16632"/>
                  </a:lnTo>
                  <a:lnTo>
                    <a:pt x="7012" y="16731"/>
                  </a:lnTo>
                  <a:lnTo>
                    <a:pt x="7111" y="16790"/>
                  </a:lnTo>
                  <a:lnTo>
                    <a:pt x="7229" y="16829"/>
                  </a:lnTo>
                  <a:lnTo>
                    <a:pt x="7190" y="16829"/>
                  </a:lnTo>
                  <a:lnTo>
                    <a:pt x="7387" y="16928"/>
                  </a:lnTo>
                  <a:lnTo>
                    <a:pt x="7545" y="17047"/>
                  </a:lnTo>
                  <a:lnTo>
                    <a:pt x="7684" y="17165"/>
                  </a:lnTo>
                  <a:lnTo>
                    <a:pt x="7802" y="17303"/>
                  </a:lnTo>
                  <a:lnTo>
                    <a:pt x="7921" y="17402"/>
                  </a:lnTo>
                  <a:lnTo>
                    <a:pt x="8039" y="17501"/>
                  </a:lnTo>
                  <a:lnTo>
                    <a:pt x="8177" y="17540"/>
                  </a:lnTo>
                  <a:lnTo>
                    <a:pt x="8256" y="17560"/>
                  </a:lnTo>
                  <a:lnTo>
                    <a:pt x="8335" y="17560"/>
                  </a:lnTo>
                  <a:lnTo>
                    <a:pt x="8276" y="17481"/>
                  </a:lnTo>
                  <a:lnTo>
                    <a:pt x="8217" y="17402"/>
                  </a:lnTo>
                  <a:lnTo>
                    <a:pt x="8217" y="17303"/>
                  </a:lnTo>
                  <a:lnTo>
                    <a:pt x="8217" y="17284"/>
                  </a:lnTo>
                  <a:lnTo>
                    <a:pt x="8237" y="17264"/>
                  </a:lnTo>
                  <a:lnTo>
                    <a:pt x="8276" y="17323"/>
                  </a:lnTo>
                  <a:lnTo>
                    <a:pt x="8316" y="17382"/>
                  </a:lnTo>
                  <a:lnTo>
                    <a:pt x="8434" y="17481"/>
                  </a:lnTo>
                  <a:lnTo>
                    <a:pt x="8533" y="17580"/>
                  </a:lnTo>
                  <a:lnTo>
                    <a:pt x="8553" y="17619"/>
                  </a:lnTo>
                  <a:lnTo>
                    <a:pt x="8533" y="17659"/>
                  </a:lnTo>
                  <a:lnTo>
                    <a:pt x="8434" y="17619"/>
                  </a:lnTo>
                  <a:lnTo>
                    <a:pt x="8750" y="17876"/>
                  </a:lnTo>
                  <a:lnTo>
                    <a:pt x="8869" y="17975"/>
                  </a:lnTo>
                  <a:lnTo>
                    <a:pt x="8967" y="18014"/>
                  </a:lnTo>
                  <a:lnTo>
                    <a:pt x="9046" y="17975"/>
                  </a:lnTo>
                  <a:lnTo>
                    <a:pt x="9106" y="17935"/>
                  </a:lnTo>
                  <a:lnTo>
                    <a:pt x="9145" y="17935"/>
                  </a:lnTo>
                  <a:lnTo>
                    <a:pt x="9185" y="17916"/>
                  </a:lnTo>
                  <a:lnTo>
                    <a:pt x="9244" y="17935"/>
                  </a:lnTo>
                  <a:lnTo>
                    <a:pt x="9323" y="17955"/>
                  </a:lnTo>
                  <a:lnTo>
                    <a:pt x="9461" y="18093"/>
                  </a:lnTo>
                  <a:lnTo>
                    <a:pt x="9481" y="18133"/>
                  </a:lnTo>
                  <a:lnTo>
                    <a:pt x="9481" y="18153"/>
                  </a:lnTo>
                  <a:lnTo>
                    <a:pt x="9461" y="18172"/>
                  </a:lnTo>
                  <a:lnTo>
                    <a:pt x="9442" y="18192"/>
                  </a:lnTo>
                  <a:lnTo>
                    <a:pt x="9284" y="18192"/>
                  </a:lnTo>
                  <a:lnTo>
                    <a:pt x="9224" y="18212"/>
                  </a:lnTo>
                  <a:lnTo>
                    <a:pt x="9205" y="18232"/>
                  </a:lnTo>
                  <a:lnTo>
                    <a:pt x="9205" y="18271"/>
                  </a:lnTo>
                  <a:lnTo>
                    <a:pt x="9224" y="18311"/>
                  </a:lnTo>
                  <a:lnTo>
                    <a:pt x="9264" y="18350"/>
                  </a:lnTo>
                  <a:lnTo>
                    <a:pt x="9876" y="18607"/>
                  </a:lnTo>
                  <a:lnTo>
                    <a:pt x="9955" y="18785"/>
                  </a:lnTo>
                  <a:lnTo>
                    <a:pt x="10113" y="18884"/>
                  </a:lnTo>
                  <a:lnTo>
                    <a:pt x="10271" y="18982"/>
                  </a:lnTo>
                  <a:lnTo>
                    <a:pt x="10449" y="19061"/>
                  </a:lnTo>
                  <a:lnTo>
                    <a:pt x="10627" y="19121"/>
                  </a:lnTo>
                  <a:lnTo>
                    <a:pt x="10982" y="19239"/>
                  </a:lnTo>
                  <a:lnTo>
                    <a:pt x="11338" y="19318"/>
                  </a:lnTo>
                  <a:lnTo>
                    <a:pt x="11911" y="19377"/>
                  </a:lnTo>
                  <a:lnTo>
                    <a:pt x="12108" y="19417"/>
                  </a:lnTo>
                  <a:lnTo>
                    <a:pt x="12227" y="19456"/>
                  </a:lnTo>
                  <a:lnTo>
                    <a:pt x="12187" y="19516"/>
                  </a:lnTo>
                  <a:lnTo>
                    <a:pt x="12148" y="19535"/>
                  </a:lnTo>
                  <a:lnTo>
                    <a:pt x="12088" y="19555"/>
                  </a:lnTo>
                  <a:lnTo>
                    <a:pt x="12029" y="19575"/>
                  </a:lnTo>
                  <a:lnTo>
                    <a:pt x="11851" y="19555"/>
                  </a:lnTo>
                  <a:lnTo>
                    <a:pt x="11674" y="19516"/>
                  </a:lnTo>
                  <a:lnTo>
                    <a:pt x="11753" y="19595"/>
                  </a:lnTo>
                  <a:lnTo>
                    <a:pt x="11832" y="19634"/>
                  </a:lnTo>
                  <a:lnTo>
                    <a:pt x="11970" y="19674"/>
                  </a:lnTo>
                  <a:lnTo>
                    <a:pt x="12069" y="19693"/>
                  </a:lnTo>
                  <a:lnTo>
                    <a:pt x="12088" y="19693"/>
                  </a:lnTo>
                  <a:lnTo>
                    <a:pt x="12088" y="19733"/>
                  </a:lnTo>
                  <a:lnTo>
                    <a:pt x="12167" y="19772"/>
                  </a:lnTo>
                  <a:lnTo>
                    <a:pt x="12286" y="19812"/>
                  </a:lnTo>
                  <a:lnTo>
                    <a:pt x="12404" y="19832"/>
                  </a:lnTo>
                  <a:lnTo>
                    <a:pt x="12444" y="19812"/>
                  </a:lnTo>
                  <a:lnTo>
                    <a:pt x="12464" y="19772"/>
                  </a:lnTo>
                  <a:lnTo>
                    <a:pt x="12562" y="19851"/>
                  </a:lnTo>
                  <a:lnTo>
                    <a:pt x="12641" y="19930"/>
                  </a:lnTo>
                  <a:lnTo>
                    <a:pt x="12661" y="19990"/>
                  </a:lnTo>
                  <a:lnTo>
                    <a:pt x="12681" y="20029"/>
                  </a:lnTo>
                  <a:lnTo>
                    <a:pt x="12681" y="20069"/>
                  </a:lnTo>
                  <a:lnTo>
                    <a:pt x="12661" y="20088"/>
                  </a:lnTo>
                  <a:lnTo>
                    <a:pt x="12641" y="20108"/>
                  </a:lnTo>
                  <a:lnTo>
                    <a:pt x="12641" y="20128"/>
                  </a:lnTo>
                  <a:lnTo>
                    <a:pt x="12740" y="20148"/>
                  </a:lnTo>
                  <a:lnTo>
                    <a:pt x="12859" y="20207"/>
                  </a:lnTo>
                  <a:lnTo>
                    <a:pt x="12997" y="20286"/>
                  </a:lnTo>
                  <a:lnTo>
                    <a:pt x="13135" y="20385"/>
                  </a:lnTo>
                  <a:lnTo>
                    <a:pt x="13412" y="20602"/>
                  </a:lnTo>
                  <a:lnTo>
                    <a:pt x="13570" y="20701"/>
                  </a:lnTo>
                  <a:lnTo>
                    <a:pt x="13708" y="20780"/>
                  </a:lnTo>
                  <a:lnTo>
                    <a:pt x="13668" y="20878"/>
                  </a:lnTo>
                  <a:lnTo>
                    <a:pt x="13965" y="20997"/>
                  </a:lnTo>
                  <a:lnTo>
                    <a:pt x="14261" y="21116"/>
                  </a:lnTo>
                  <a:lnTo>
                    <a:pt x="14261" y="21116"/>
                  </a:lnTo>
                  <a:lnTo>
                    <a:pt x="14222" y="21076"/>
                  </a:lnTo>
                  <a:lnTo>
                    <a:pt x="14222" y="21056"/>
                  </a:lnTo>
                  <a:lnTo>
                    <a:pt x="14222" y="21036"/>
                  </a:lnTo>
                  <a:lnTo>
                    <a:pt x="14241" y="21017"/>
                  </a:lnTo>
                  <a:lnTo>
                    <a:pt x="14301" y="20997"/>
                  </a:lnTo>
                  <a:lnTo>
                    <a:pt x="14340" y="20957"/>
                  </a:lnTo>
                  <a:lnTo>
                    <a:pt x="14478" y="21036"/>
                  </a:lnTo>
                  <a:lnTo>
                    <a:pt x="14478" y="21036"/>
                  </a:lnTo>
                  <a:lnTo>
                    <a:pt x="14399" y="20938"/>
                  </a:lnTo>
                  <a:lnTo>
                    <a:pt x="14301" y="20859"/>
                  </a:lnTo>
                  <a:lnTo>
                    <a:pt x="14123" y="20720"/>
                  </a:lnTo>
                  <a:lnTo>
                    <a:pt x="13905" y="20582"/>
                  </a:lnTo>
                  <a:lnTo>
                    <a:pt x="13668" y="20464"/>
                  </a:lnTo>
                  <a:lnTo>
                    <a:pt x="13451" y="20325"/>
                  </a:lnTo>
                  <a:lnTo>
                    <a:pt x="13234" y="20187"/>
                  </a:lnTo>
                  <a:lnTo>
                    <a:pt x="13155" y="20088"/>
                  </a:lnTo>
                  <a:lnTo>
                    <a:pt x="13076" y="19990"/>
                  </a:lnTo>
                  <a:lnTo>
                    <a:pt x="12997" y="19891"/>
                  </a:lnTo>
                  <a:lnTo>
                    <a:pt x="12957" y="19772"/>
                  </a:lnTo>
                  <a:lnTo>
                    <a:pt x="12997" y="19792"/>
                  </a:lnTo>
                  <a:lnTo>
                    <a:pt x="13036" y="19792"/>
                  </a:lnTo>
                  <a:lnTo>
                    <a:pt x="13036" y="19772"/>
                  </a:lnTo>
                  <a:lnTo>
                    <a:pt x="13036" y="19753"/>
                  </a:lnTo>
                  <a:lnTo>
                    <a:pt x="13056" y="19733"/>
                  </a:lnTo>
                  <a:lnTo>
                    <a:pt x="13096" y="19733"/>
                  </a:lnTo>
                  <a:lnTo>
                    <a:pt x="13135" y="19753"/>
                  </a:lnTo>
                  <a:lnTo>
                    <a:pt x="13234" y="19871"/>
                  </a:lnTo>
                  <a:lnTo>
                    <a:pt x="13254" y="19911"/>
                  </a:lnTo>
                  <a:lnTo>
                    <a:pt x="13254" y="19930"/>
                  </a:lnTo>
                  <a:lnTo>
                    <a:pt x="13451" y="19950"/>
                  </a:lnTo>
                  <a:lnTo>
                    <a:pt x="13471" y="19950"/>
                  </a:lnTo>
                  <a:lnTo>
                    <a:pt x="13471" y="19930"/>
                  </a:lnTo>
                  <a:lnTo>
                    <a:pt x="13352" y="19832"/>
                  </a:lnTo>
                  <a:lnTo>
                    <a:pt x="13392" y="19812"/>
                  </a:lnTo>
                  <a:lnTo>
                    <a:pt x="13431" y="19792"/>
                  </a:lnTo>
                  <a:lnTo>
                    <a:pt x="13530" y="19812"/>
                  </a:lnTo>
                  <a:lnTo>
                    <a:pt x="13649" y="19851"/>
                  </a:lnTo>
                  <a:lnTo>
                    <a:pt x="13767" y="19930"/>
                  </a:lnTo>
                  <a:lnTo>
                    <a:pt x="14064" y="20108"/>
                  </a:lnTo>
                  <a:lnTo>
                    <a:pt x="14222" y="20207"/>
                  </a:lnTo>
                  <a:lnTo>
                    <a:pt x="14380" y="20286"/>
                  </a:lnTo>
                  <a:lnTo>
                    <a:pt x="14419" y="20365"/>
                  </a:lnTo>
                  <a:lnTo>
                    <a:pt x="14419" y="20385"/>
                  </a:lnTo>
                  <a:lnTo>
                    <a:pt x="14399" y="20404"/>
                  </a:lnTo>
                  <a:lnTo>
                    <a:pt x="14320" y="20404"/>
                  </a:lnTo>
                  <a:lnTo>
                    <a:pt x="14222" y="20385"/>
                  </a:lnTo>
                  <a:lnTo>
                    <a:pt x="13965" y="20306"/>
                  </a:lnTo>
                  <a:lnTo>
                    <a:pt x="13846" y="20246"/>
                  </a:lnTo>
                  <a:lnTo>
                    <a:pt x="13747" y="20227"/>
                  </a:lnTo>
                  <a:lnTo>
                    <a:pt x="13747" y="20227"/>
                  </a:lnTo>
                  <a:lnTo>
                    <a:pt x="13866" y="20286"/>
                  </a:lnTo>
                  <a:lnTo>
                    <a:pt x="13985" y="20325"/>
                  </a:lnTo>
                  <a:lnTo>
                    <a:pt x="14103" y="20404"/>
                  </a:lnTo>
                  <a:lnTo>
                    <a:pt x="14222" y="20503"/>
                  </a:lnTo>
                  <a:lnTo>
                    <a:pt x="14083" y="20602"/>
                  </a:lnTo>
                  <a:lnTo>
                    <a:pt x="14261" y="20681"/>
                  </a:lnTo>
                  <a:lnTo>
                    <a:pt x="14360" y="20701"/>
                  </a:lnTo>
                  <a:lnTo>
                    <a:pt x="14419" y="20701"/>
                  </a:lnTo>
                  <a:lnTo>
                    <a:pt x="14439" y="20681"/>
                  </a:lnTo>
                  <a:lnTo>
                    <a:pt x="14439" y="20582"/>
                  </a:lnTo>
                  <a:lnTo>
                    <a:pt x="14459" y="20543"/>
                  </a:lnTo>
                  <a:lnTo>
                    <a:pt x="14518" y="20503"/>
                  </a:lnTo>
                  <a:lnTo>
                    <a:pt x="14597" y="20483"/>
                  </a:lnTo>
                  <a:lnTo>
                    <a:pt x="14696" y="20503"/>
                  </a:lnTo>
                  <a:lnTo>
                    <a:pt x="14775" y="20562"/>
                  </a:lnTo>
                  <a:lnTo>
                    <a:pt x="14854" y="20622"/>
                  </a:lnTo>
                  <a:lnTo>
                    <a:pt x="15012" y="20760"/>
                  </a:lnTo>
                  <a:lnTo>
                    <a:pt x="15071" y="20799"/>
                  </a:lnTo>
                  <a:lnTo>
                    <a:pt x="15130" y="20839"/>
                  </a:lnTo>
                  <a:lnTo>
                    <a:pt x="15130" y="20839"/>
                  </a:lnTo>
                  <a:lnTo>
                    <a:pt x="14952" y="20799"/>
                  </a:lnTo>
                  <a:lnTo>
                    <a:pt x="15091" y="20878"/>
                  </a:lnTo>
                  <a:lnTo>
                    <a:pt x="15209" y="20938"/>
                  </a:lnTo>
                  <a:lnTo>
                    <a:pt x="15328" y="20977"/>
                  </a:lnTo>
                  <a:lnTo>
                    <a:pt x="15426" y="20997"/>
                  </a:lnTo>
                  <a:lnTo>
                    <a:pt x="15644" y="21036"/>
                  </a:lnTo>
                  <a:lnTo>
                    <a:pt x="15762" y="21056"/>
                  </a:lnTo>
                  <a:lnTo>
                    <a:pt x="15900" y="21116"/>
                  </a:lnTo>
                  <a:lnTo>
                    <a:pt x="16039" y="21293"/>
                  </a:lnTo>
                  <a:lnTo>
                    <a:pt x="15881" y="21195"/>
                  </a:lnTo>
                  <a:lnTo>
                    <a:pt x="15742" y="21155"/>
                  </a:lnTo>
                  <a:lnTo>
                    <a:pt x="15604" y="21135"/>
                  </a:lnTo>
                  <a:lnTo>
                    <a:pt x="15486" y="21135"/>
                  </a:lnTo>
                  <a:lnTo>
                    <a:pt x="15387" y="21155"/>
                  </a:lnTo>
                  <a:lnTo>
                    <a:pt x="15288" y="21155"/>
                  </a:lnTo>
                  <a:lnTo>
                    <a:pt x="15189" y="21135"/>
                  </a:lnTo>
                  <a:lnTo>
                    <a:pt x="15091" y="21076"/>
                  </a:lnTo>
                  <a:lnTo>
                    <a:pt x="15091" y="21076"/>
                  </a:lnTo>
                  <a:lnTo>
                    <a:pt x="15268" y="21214"/>
                  </a:lnTo>
                  <a:lnTo>
                    <a:pt x="15308" y="21274"/>
                  </a:lnTo>
                  <a:lnTo>
                    <a:pt x="15308" y="21313"/>
                  </a:lnTo>
                  <a:lnTo>
                    <a:pt x="15308" y="21333"/>
                  </a:lnTo>
                  <a:lnTo>
                    <a:pt x="15268" y="21353"/>
                  </a:lnTo>
                  <a:lnTo>
                    <a:pt x="15150" y="21372"/>
                  </a:lnTo>
                  <a:lnTo>
                    <a:pt x="14992" y="21372"/>
                  </a:lnTo>
                  <a:lnTo>
                    <a:pt x="14794" y="21353"/>
                  </a:lnTo>
                  <a:lnTo>
                    <a:pt x="14498" y="21313"/>
                  </a:lnTo>
                  <a:lnTo>
                    <a:pt x="14735" y="21432"/>
                  </a:lnTo>
                  <a:lnTo>
                    <a:pt x="14933" y="21530"/>
                  </a:lnTo>
                  <a:lnTo>
                    <a:pt x="15110" y="21649"/>
                  </a:lnTo>
                  <a:lnTo>
                    <a:pt x="15249" y="21767"/>
                  </a:lnTo>
                  <a:lnTo>
                    <a:pt x="15466" y="21787"/>
                  </a:lnTo>
                  <a:lnTo>
                    <a:pt x="15663" y="21827"/>
                  </a:lnTo>
                  <a:lnTo>
                    <a:pt x="16039" y="21985"/>
                  </a:lnTo>
                  <a:lnTo>
                    <a:pt x="16236" y="22044"/>
                  </a:lnTo>
                  <a:lnTo>
                    <a:pt x="16414" y="22083"/>
                  </a:lnTo>
                  <a:lnTo>
                    <a:pt x="16612" y="22103"/>
                  </a:lnTo>
                  <a:lnTo>
                    <a:pt x="16730" y="22103"/>
                  </a:lnTo>
                  <a:lnTo>
                    <a:pt x="16829" y="22083"/>
                  </a:lnTo>
                  <a:lnTo>
                    <a:pt x="16888" y="22103"/>
                  </a:lnTo>
                  <a:lnTo>
                    <a:pt x="16888" y="22123"/>
                  </a:lnTo>
                  <a:lnTo>
                    <a:pt x="16868" y="22143"/>
                  </a:lnTo>
                  <a:lnTo>
                    <a:pt x="16829" y="22143"/>
                  </a:lnTo>
                  <a:lnTo>
                    <a:pt x="16750" y="22162"/>
                  </a:lnTo>
                  <a:lnTo>
                    <a:pt x="16770" y="22182"/>
                  </a:lnTo>
                  <a:lnTo>
                    <a:pt x="16849" y="22202"/>
                  </a:lnTo>
                  <a:lnTo>
                    <a:pt x="17244" y="22281"/>
                  </a:lnTo>
                  <a:lnTo>
                    <a:pt x="17461" y="22320"/>
                  </a:lnTo>
                  <a:lnTo>
                    <a:pt x="17658" y="22340"/>
                  </a:lnTo>
                  <a:lnTo>
                    <a:pt x="18073" y="22340"/>
                  </a:lnTo>
                  <a:lnTo>
                    <a:pt x="18271" y="22320"/>
                  </a:lnTo>
                  <a:lnTo>
                    <a:pt x="18310" y="22281"/>
                  </a:lnTo>
                  <a:lnTo>
                    <a:pt x="18330" y="22301"/>
                  </a:lnTo>
                  <a:lnTo>
                    <a:pt x="18330" y="22340"/>
                  </a:lnTo>
                  <a:lnTo>
                    <a:pt x="18310" y="22439"/>
                  </a:lnTo>
                  <a:lnTo>
                    <a:pt x="18330" y="22459"/>
                  </a:lnTo>
                  <a:lnTo>
                    <a:pt x="18350" y="22459"/>
                  </a:lnTo>
                  <a:lnTo>
                    <a:pt x="18389" y="22439"/>
                  </a:lnTo>
                  <a:lnTo>
                    <a:pt x="18508" y="22439"/>
                  </a:lnTo>
                  <a:lnTo>
                    <a:pt x="18567" y="22498"/>
                  </a:lnTo>
                  <a:lnTo>
                    <a:pt x="18606" y="22538"/>
                  </a:lnTo>
                  <a:lnTo>
                    <a:pt x="18685" y="22656"/>
                  </a:lnTo>
                  <a:lnTo>
                    <a:pt x="18883" y="22972"/>
                  </a:lnTo>
                  <a:lnTo>
                    <a:pt x="19120" y="23308"/>
                  </a:lnTo>
                  <a:lnTo>
                    <a:pt x="19397" y="23683"/>
                  </a:lnTo>
                  <a:lnTo>
                    <a:pt x="19160" y="23545"/>
                  </a:lnTo>
                  <a:lnTo>
                    <a:pt x="19160" y="23545"/>
                  </a:lnTo>
                  <a:lnTo>
                    <a:pt x="19318" y="23743"/>
                  </a:lnTo>
                  <a:lnTo>
                    <a:pt x="19456" y="23940"/>
                  </a:lnTo>
                  <a:lnTo>
                    <a:pt x="19614" y="24059"/>
                  </a:lnTo>
                  <a:lnTo>
                    <a:pt x="19693" y="24098"/>
                  </a:lnTo>
                  <a:lnTo>
                    <a:pt x="19772" y="24118"/>
                  </a:lnTo>
                  <a:lnTo>
                    <a:pt x="19811" y="24217"/>
                  </a:lnTo>
                  <a:lnTo>
                    <a:pt x="19871" y="24315"/>
                  </a:lnTo>
                  <a:lnTo>
                    <a:pt x="19950" y="24394"/>
                  </a:lnTo>
                  <a:lnTo>
                    <a:pt x="20029" y="24473"/>
                  </a:lnTo>
                  <a:lnTo>
                    <a:pt x="20266" y="24631"/>
                  </a:lnTo>
                  <a:lnTo>
                    <a:pt x="20503" y="24770"/>
                  </a:lnTo>
                  <a:lnTo>
                    <a:pt x="20759" y="24908"/>
                  </a:lnTo>
                  <a:lnTo>
                    <a:pt x="21016" y="25046"/>
                  </a:lnTo>
                  <a:lnTo>
                    <a:pt x="21233" y="25184"/>
                  </a:lnTo>
                  <a:lnTo>
                    <a:pt x="21332" y="25283"/>
                  </a:lnTo>
                  <a:lnTo>
                    <a:pt x="21411" y="25362"/>
                  </a:lnTo>
                  <a:lnTo>
                    <a:pt x="21629" y="25461"/>
                  </a:lnTo>
                  <a:lnTo>
                    <a:pt x="21826" y="25540"/>
                  </a:lnTo>
                  <a:lnTo>
                    <a:pt x="21984" y="25560"/>
                  </a:lnTo>
                  <a:lnTo>
                    <a:pt x="22122" y="25560"/>
                  </a:lnTo>
                  <a:lnTo>
                    <a:pt x="22399" y="25540"/>
                  </a:lnTo>
                  <a:lnTo>
                    <a:pt x="22557" y="25540"/>
                  </a:lnTo>
                  <a:lnTo>
                    <a:pt x="22754" y="25579"/>
                  </a:lnTo>
                  <a:lnTo>
                    <a:pt x="22715" y="25619"/>
                  </a:lnTo>
                  <a:lnTo>
                    <a:pt x="22675" y="25678"/>
                  </a:lnTo>
                  <a:lnTo>
                    <a:pt x="22675" y="25718"/>
                  </a:lnTo>
                  <a:lnTo>
                    <a:pt x="22675" y="25737"/>
                  </a:lnTo>
                  <a:lnTo>
                    <a:pt x="22735" y="25777"/>
                  </a:lnTo>
                  <a:lnTo>
                    <a:pt x="22814" y="25816"/>
                  </a:lnTo>
                  <a:lnTo>
                    <a:pt x="23169" y="25856"/>
                  </a:lnTo>
                  <a:lnTo>
                    <a:pt x="23525" y="25876"/>
                  </a:lnTo>
                  <a:lnTo>
                    <a:pt x="23880" y="25876"/>
                  </a:lnTo>
                  <a:lnTo>
                    <a:pt x="24236" y="25856"/>
                  </a:lnTo>
                  <a:lnTo>
                    <a:pt x="24572" y="25816"/>
                  </a:lnTo>
                  <a:lnTo>
                    <a:pt x="24907" y="25777"/>
                  </a:lnTo>
                  <a:lnTo>
                    <a:pt x="25243" y="25718"/>
                  </a:lnTo>
                  <a:lnTo>
                    <a:pt x="25559" y="25619"/>
                  </a:lnTo>
                  <a:lnTo>
                    <a:pt x="25895" y="25520"/>
                  </a:lnTo>
                  <a:lnTo>
                    <a:pt x="26211" y="25421"/>
                  </a:lnTo>
                  <a:lnTo>
                    <a:pt x="26527" y="25283"/>
                  </a:lnTo>
                  <a:lnTo>
                    <a:pt x="26823" y="25145"/>
                  </a:lnTo>
                  <a:lnTo>
                    <a:pt x="27139" y="24987"/>
                  </a:lnTo>
                  <a:lnTo>
                    <a:pt x="27436" y="24809"/>
                  </a:lnTo>
                  <a:lnTo>
                    <a:pt x="27732" y="24612"/>
                  </a:lnTo>
                  <a:lnTo>
                    <a:pt x="28028" y="24394"/>
                  </a:lnTo>
                  <a:lnTo>
                    <a:pt x="28008" y="24434"/>
                  </a:lnTo>
                  <a:lnTo>
                    <a:pt x="27989" y="24473"/>
                  </a:lnTo>
                  <a:lnTo>
                    <a:pt x="27910" y="24533"/>
                  </a:lnTo>
                  <a:lnTo>
                    <a:pt x="28107" y="24394"/>
                  </a:lnTo>
                  <a:lnTo>
                    <a:pt x="28305" y="24256"/>
                  </a:lnTo>
                  <a:lnTo>
                    <a:pt x="28641" y="23940"/>
                  </a:lnTo>
                  <a:lnTo>
                    <a:pt x="28937" y="23604"/>
                  </a:lnTo>
                  <a:lnTo>
                    <a:pt x="29233" y="23249"/>
                  </a:lnTo>
                  <a:lnTo>
                    <a:pt x="29470" y="22913"/>
                  </a:lnTo>
                  <a:lnTo>
                    <a:pt x="29707" y="22557"/>
                  </a:lnTo>
                  <a:lnTo>
                    <a:pt x="30161" y="21925"/>
                  </a:lnTo>
                  <a:lnTo>
                    <a:pt x="30240" y="21728"/>
                  </a:lnTo>
                  <a:lnTo>
                    <a:pt x="30319" y="21511"/>
                  </a:lnTo>
                  <a:lnTo>
                    <a:pt x="30339" y="21412"/>
                  </a:lnTo>
                  <a:lnTo>
                    <a:pt x="30339" y="21333"/>
                  </a:lnTo>
                  <a:lnTo>
                    <a:pt x="30319" y="21293"/>
                  </a:lnTo>
                  <a:lnTo>
                    <a:pt x="30260" y="21313"/>
                  </a:lnTo>
                  <a:lnTo>
                    <a:pt x="30221" y="21372"/>
                  </a:lnTo>
                  <a:lnTo>
                    <a:pt x="30181" y="21412"/>
                  </a:lnTo>
                  <a:lnTo>
                    <a:pt x="30122" y="21432"/>
                  </a:lnTo>
                  <a:lnTo>
                    <a:pt x="30082" y="21451"/>
                  </a:lnTo>
                  <a:lnTo>
                    <a:pt x="29984" y="21432"/>
                  </a:lnTo>
                  <a:lnTo>
                    <a:pt x="29924" y="21392"/>
                  </a:lnTo>
                  <a:lnTo>
                    <a:pt x="30023" y="21155"/>
                  </a:lnTo>
                  <a:lnTo>
                    <a:pt x="30102" y="21017"/>
                  </a:lnTo>
                  <a:lnTo>
                    <a:pt x="30181" y="20938"/>
                  </a:lnTo>
                  <a:lnTo>
                    <a:pt x="30240" y="20898"/>
                  </a:lnTo>
                  <a:lnTo>
                    <a:pt x="30319" y="20878"/>
                  </a:lnTo>
                  <a:lnTo>
                    <a:pt x="30379" y="20839"/>
                  </a:lnTo>
                  <a:lnTo>
                    <a:pt x="30438" y="20740"/>
                  </a:lnTo>
                  <a:lnTo>
                    <a:pt x="30517" y="20602"/>
                  </a:lnTo>
                  <a:lnTo>
                    <a:pt x="30596" y="20582"/>
                  </a:lnTo>
                  <a:lnTo>
                    <a:pt x="30616" y="20602"/>
                  </a:lnTo>
                  <a:lnTo>
                    <a:pt x="30635" y="20622"/>
                  </a:lnTo>
                  <a:lnTo>
                    <a:pt x="30635" y="20681"/>
                  </a:lnTo>
                  <a:lnTo>
                    <a:pt x="30635" y="20760"/>
                  </a:lnTo>
                  <a:lnTo>
                    <a:pt x="30616" y="20938"/>
                  </a:lnTo>
                  <a:lnTo>
                    <a:pt x="30635" y="21017"/>
                  </a:lnTo>
                  <a:lnTo>
                    <a:pt x="30655" y="21056"/>
                  </a:lnTo>
                  <a:lnTo>
                    <a:pt x="30675" y="21076"/>
                  </a:lnTo>
                  <a:lnTo>
                    <a:pt x="30793" y="20641"/>
                  </a:lnTo>
                  <a:lnTo>
                    <a:pt x="30872" y="20227"/>
                  </a:lnTo>
                  <a:lnTo>
                    <a:pt x="30951" y="20069"/>
                  </a:lnTo>
                  <a:lnTo>
                    <a:pt x="31011" y="19911"/>
                  </a:lnTo>
                  <a:lnTo>
                    <a:pt x="31110" y="19575"/>
                  </a:lnTo>
                  <a:lnTo>
                    <a:pt x="31189" y="19259"/>
                  </a:lnTo>
                  <a:lnTo>
                    <a:pt x="31248" y="19101"/>
                  </a:lnTo>
                  <a:lnTo>
                    <a:pt x="31289" y="19005"/>
                  </a:lnTo>
                  <a:lnTo>
                    <a:pt x="31289" y="19005"/>
                  </a:lnTo>
                  <a:lnTo>
                    <a:pt x="31307" y="19042"/>
                  </a:lnTo>
                  <a:lnTo>
                    <a:pt x="31327" y="19101"/>
                  </a:lnTo>
                  <a:lnTo>
                    <a:pt x="31347" y="19140"/>
                  </a:lnTo>
                  <a:lnTo>
                    <a:pt x="31347" y="19180"/>
                  </a:lnTo>
                  <a:lnTo>
                    <a:pt x="31347" y="19239"/>
                  </a:lnTo>
                  <a:lnTo>
                    <a:pt x="31287" y="19338"/>
                  </a:lnTo>
                  <a:lnTo>
                    <a:pt x="31287" y="19298"/>
                  </a:lnTo>
                  <a:lnTo>
                    <a:pt x="31268" y="19259"/>
                  </a:lnTo>
                  <a:lnTo>
                    <a:pt x="31208" y="19476"/>
                  </a:lnTo>
                  <a:lnTo>
                    <a:pt x="31189" y="19614"/>
                  </a:lnTo>
                  <a:lnTo>
                    <a:pt x="31189" y="19713"/>
                  </a:lnTo>
                  <a:lnTo>
                    <a:pt x="31189" y="19792"/>
                  </a:lnTo>
                  <a:lnTo>
                    <a:pt x="31189" y="19950"/>
                  </a:lnTo>
                  <a:lnTo>
                    <a:pt x="31169" y="20088"/>
                  </a:lnTo>
                  <a:lnTo>
                    <a:pt x="31129" y="20266"/>
                  </a:lnTo>
                  <a:lnTo>
                    <a:pt x="31228" y="19832"/>
                  </a:lnTo>
                  <a:lnTo>
                    <a:pt x="31347" y="19377"/>
                  </a:lnTo>
                  <a:lnTo>
                    <a:pt x="31445" y="18923"/>
                  </a:lnTo>
                  <a:lnTo>
                    <a:pt x="31544" y="18528"/>
                  </a:lnTo>
                  <a:lnTo>
                    <a:pt x="31485" y="18528"/>
                  </a:lnTo>
                  <a:lnTo>
                    <a:pt x="31465" y="18488"/>
                  </a:lnTo>
                  <a:lnTo>
                    <a:pt x="31465" y="18429"/>
                  </a:lnTo>
                  <a:lnTo>
                    <a:pt x="31465" y="18350"/>
                  </a:lnTo>
                  <a:lnTo>
                    <a:pt x="31485" y="18153"/>
                  </a:lnTo>
                  <a:lnTo>
                    <a:pt x="31485" y="18054"/>
                  </a:lnTo>
                  <a:lnTo>
                    <a:pt x="31465" y="17995"/>
                  </a:lnTo>
                  <a:lnTo>
                    <a:pt x="31485" y="17955"/>
                  </a:lnTo>
                  <a:lnTo>
                    <a:pt x="31465" y="17935"/>
                  </a:lnTo>
                  <a:lnTo>
                    <a:pt x="31445" y="17916"/>
                  </a:lnTo>
                  <a:lnTo>
                    <a:pt x="31426" y="17797"/>
                  </a:lnTo>
                  <a:lnTo>
                    <a:pt x="31406" y="17560"/>
                  </a:lnTo>
                  <a:lnTo>
                    <a:pt x="31603" y="17481"/>
                  </a:lnTo>
                  <a:lnTo>
                    <a:pt x="31603" y="17422"/>
                  </a:lnTo>
                  <a:lnTo>
                    <a:pt x="31584" y="17382"/>
                  </a:lnTo>
                  <a:lnTo>
                    <a:pt x="31564" y="17382"/>
                  </a:lnTo>
                  <a:lnTo>
                    <a:pt x="31544" y="17402"/>
                  </a:lnTo>
                  <a:lnTo>
                    <a:pt x="31524" y="17402"/>
                  </a:lnTo>
                  <a:lnTo>
                    <a:pt x="31505" y="17363"/>
                  </a:lnTo>
                  <a:lnTo>
                    <a:pt x="31505" y="17303"/>
                  </a:lnTo>
                  <a:lnTo>
                    <a:pt x="31505" y="16987"/>
                  </a:lnTo>
                  <a:lnTo>
                    <a:pt x="31544" y="16533"/>
                  </a:lnTo>
                  <a:lnTo>
                    <a:pt x="31564" y="16316"/>
                  </a:lnTo>
                  <a:lnTo>
                    <a:pt x="31603" y="16138"/>
                  </a:lnTo>
                  <a:lnTo>
                    <a:pt x="31663" y="16000"/>
                  </a:lnTo>
                  <a:lnTo>
                    <a:pt x="31682" y="15960"/>
                  </a:lnTo>
                  <a:lnTo>
                    <a:pt x="31722" y="15921"/>
                  </a:lnTo>
                  <a:lnTo>
                    <a:pt x="31702" y="15703"/>
                  </a:lnTo>
                  <a:lnTo>
                    <a:pt x="31663" y="15526"/>
                  </a:lnTo>
                  <a:lnTo>
                    <a:pt x="31623" y="15348"/>
                  </a:lnTo>
                  <a:lnTo>
                    <a:pt x="31623" y="15131"/>
                  </a:lnTo>
                  <a:lnTo>
                    <a:pt x="31663" y="15150"/>
                  </a:lnTo>
                  <a:lnTo>
                    <a:pt x="31682" y="15190"/>
                  </a:lnTo>
                  <a:lnTo>
                    <a:pt x="31722" y="15249"/>
                  </a:lnTo>
                  <a:lnTo>
                    <a:pt x="31722" y="14953"/>
                  </a:lnTo>
                  <a:lnTo>
                    <a:pt x="31722" y="14657"/>
                  </a:lnTo>
                  <a:lnTo>
                    <a:pt x="31702" y="14321"/>
                  </a:lnTo>
                  <a:lnTo>
                    <a:pt x="31682" y="13965"/>
                  </a:lnTo>
                  <a:lnTo>
                    <a:pt x="31623" y="13590"/>
                  </a:lnTo>
                  <a:lnTo>
                    <a:pt x="31544" y="13195"/>
                  </a:lnTo>
                  <a:lnTo>
                    <a:pt x="31426" y="12800"/>
                  </a:lnTo>
                  <a:lnTo>
                    <a:pt x="31268" y="12385"/>
                  </a:lnTo>
                  <a:lnTo>
                    <a:pt x="31070" y="12109"/>
                  </a:lnTo>
                  <a:lnTo>
                    <a:pt x="30853" y="11872"/>
                  </a:lnTo>
                  <a:lnTo>
                    <a:pt x="30675" y="11714"/>
                  </a:lnTo>
                  <a:lnTo>
                    <a:pt x="30517" y="11595"/>
                  </a:lnTo>
                  <a:lnTo>
                    <a:pt x="30458" y="11536"/>
                  </a:lnTo>
                  <a:lnTo>
                    <a:pt x="30418" y="11516"/>
                  </a:lnTo>
                  <a:lnTo>
                    <a:pt x="30359" y="11496"/>
                  </a:lnTo>
                  <a:lnTo>
                    <a:pt x="30221" y="11457"/>
                  </a:lnTo>
                  <a:lnTo>
                    <a:pt x="30260" y="11496"/>
                  </a:lnTo>
                  <a:lnTo>
                    <a:pt x="30280" y="11555"/>
                  </a:lnTo>
                  <a:lnTo>
                    <a:pt x="30280" y="11595"/>
                  </a:lnTo>
                  <a:lnTo>
                    <a:pt x="30260" y="11615"/>
                  </a:lnTo>
                  <a:lnTo>
                    <a:pt x="30240" y="11634"/>
                  </a:lnTo>
                  <a:lnTo>
                    <a:pt x="30122" y="11634"/>
                  </a:lnTo>
                  <a:lnTo>
                    <a:pt x="30082" y="11595"/>
                  </a:lnTo>
                  <a:lnTo>
                    <a:pt x="30003" y="11476"/>
                  </a:lnTo>
                  <a:lnTo>
                    <a:pt x="29964" y="11437"/>
                  </a:lnTo>
                  <a:lnTo>
                    <a:pt x="30003" y="11417"/>
                  </a:lnTo>
                  <a:lnTo>
                    <a:pt x="30023" y="11378"/>
                  </a:lnTo>
                  <a:lnTo>
                    <a:pt x="30043" y="11299"/>
                  </a:lnTo>
                  <a:lnTo>
                    <a:pt x="30043" y="11279"/>
                  </a:lnTo>
                  <a:lnTo>
                    <a:pt x="30082" y="11279"/>
                  </a:lnTo>
                  <a:lnTo>
                    <a:pt x="30102" y="11338"/>
                  </a:lnTo>
                  <a:lnTo>
                    <a:pt x="30161" y="11279"/>
                  </a:lnTo>
                  <a:lnTo>
                    <a:pt x="30181" y="11239"/>
                  </a:lnTo>
                  <a:lnTo>
                    <a:pt x="30201" y="11200"/>
                  </a:lnTo>
                  <a:lnTo>
                    <a:pt x="30181" y="11160"/>
                  </a:lnTo>
                  <a:lnTo>
                    <a:pt x="30181" y="11002"/>
                  </a:lnTo>
                  <a:lnTo>
                    <a:pt x="30122" y="10588"/>
                  </a:lnTo>
                  <a:lnTo>
                    <a:pt x="30142" y="10430"/>
                  </a:lnTo>
                  <a:lnTo>
                    <a:pt x="30142" y="10390"/>
                  </a:lnTo>
                  <a:lnTo>
                    <a:pt x="30181" y="10370"/>
                  </a:lnTo>
                  <a:lnTo>
                    <a:pt x="30142" y="10272"/>
                  </a:lnTo>
                  <a:lnTo>
                    <a:pt x="30082" y="10133"/>
                  </a:lnTo>
                  <a:lnTo>
                    <a:pt x="30023" y="9936"/>
                  </a:lnTo>
                  <a:lnTo>
                    <a:pt x="29924" y="9738"/>
                  </a:lnTo>
                  <a:lnTo>
                    <a:pt x="29826" y="9541"/>
                  </a:lnTo>
                  <a:lnTo>
                    <a:pt x="29707" y="9363"/>
                  </a:lnTo>
                  <a:lnTo>
                    <a:pt x="29589" y="9205"/>
                  </a:lnTo>
                  <a:lnTo>
                    <a:pt x="29470" y="9106"/>
                  </a:lnTo>
                  <a:lnTo>
                    <a:pt x="29470" y="9086"/>
                  </a:lnTo>
                  <a:lnTo>
                    <a:pt x="29490" y="9086"/>
                  </a:lnTo>
                  <a:lnTo>
                    <a:pt x="29529" y="9106"/>
                  </a:lnTo>
                  <a:lnTo>
                    <a:pt x="29648" y="9244"/>
                  </a:lnTo>
                  <a:lnTo>
                    <a:pt x="29766" y="9403"/>
                  </a:lnTo>
                  <a:lnTo>
                    <a:pt x="29806" y="9442"/>
                  </a:lnTo>
                  <a:lnTo>
                    <a:pt x="29845" y="9462"/>
                  </a:lnTo>
                  <a:lnTo>
                    <a:pt x="29727" y="9284"/>
                  </a:lnTo>
                  <a:lnTo>
                    <a:pt x="29589" y="9106"/>
                  </a:lnTo>
                  <a:lnTo>
                    <a:pt x="29648" y="9067"/>
                  </a:lnTo>
                  <a:lnTo>
                    <a:pt x="29490" y="8849"/>
                  </a:lnTo>
                  <a:lnTo>
                    <a:pt x="29352" y="8691"/>
                  </a:lnTo>
                  <a:lnTo>
                    <a:pt x="29213" y="8573"/>
                  </a:lnTo>
                  <a:lnTo>
                    <a:pt x="29075" y="8494"/>
                  </a:lnTo>
                  <a:lnTo>
                    <a:pt x="28818" y="8375"/>
                  </a:lnTo>
                  <a:lnTo>
                    <a:pt x="28700" y="8336"/>
                  </a:lnTo>
                  <a:lnTo>
                    <a:pt x="28561" y="8257"/>
                  </a:lnTo>
                  <a:lnTo>
                    <a:pt x="28581" y="8237"/>
                  </a:lnTo>
                  <a:lnTo>
                    <a:pt x="28344" y="8099"/>
                  </a:lnTo>
                  <a:lnTo>
                    <a:pt x="28344" y="8099"/>
                  </a:lnTo>
                  <a:lnTo>
                    <a:pt x="28720" y="8158"/>
                  </a:lnTo>
                  <a:lnTo>
                    <a:pt x="28581" y="8079"/>
                  </a:lnTo>
                  <a:lnTo>
                    <a:pt x="28443" y="8000"/>
                  </a:lnTo>
                  <a:lnTo>
                    <a:pt x="28186" y="7901"/>
                  </a:lnTo>
                  <a:lnTo>
                    <a:pt x="27910" y="7803"/>
                  </a:lnTo>
                  <a:lnTo>
                    <a:pt x="27594" y="7684"/>
                  </a:lnTo>
                  <a:lnTo>
                    <a:pt x="27574" y="7605"/>
                  </a:lnTo>
                  <a:lnTo>
                    <a:pt x="27297" y="7546"/>
                  </a:lnTo>
                  <a:lnTo>
                    <a:pt x="27357" y="7546"/>
                  </a:lnTo>
                  <a:lnTo>
                    <a:pt x="27357" y="7526"/>
                  </a:lnTo>
                  <a:lnTo>
                    <a:pt x="27357" y="7506"/>
                  </a:lnTo>
                  <a:lnTo>
                    <a:pt x="27218" y="7506"/>
                  </a:lnTo>
                  <a:lnTo>
                    <a:pt x="27080" y="7487"/>
                  </a:lnTo>
                  <a:lnTo>
                    <a:pt x="26764" y="7427"/>
                  </a:lnTo>
                  <a:lnTo>
                    <a:pt x="26468" y="7368"/>
                  </a:lnTo>
                  <a:lnTo>
                    <a:pt x="26349" y="7348"/>
                  </a:lnTo>
                  <a:lnTo>
                    <a:pt x="26231" y="7368"/>
                  </a:lnTo>
                  <a:lnTo>
                    <a:pt x="26172" y="7348"/>
                  </a:lnTo>
                  <a:lnTo>
                    <a:pt x="26112" y="7289"/>
                  </a:lnTo>
                  <a:lnTo>
                    <a:pt x="26013" y="7210"/>
                  </a:lnTo>
                  <a:lnTo>
                    <a:pt x="25954" y="7171"/>
                  </a:lnTo>
                  <a:lnTo>
                    <a:pt x="25895" y="7131"/>
                  </a:lnTo>
                  <a:lnTo>
                    <a:pt x="25816" y="7131"/>
                  </a:lnTo>
                  <a:lnTo>
                    <a:pt x="25717" y="7151"/>
                  </a:lnTo>
                  <a:lnTo>
                    <a:pt x="25816" y="6953"/>
                  </a:lnTo>
                  <a:lnTo>
                    <a:pt x="25994" y="6993"/>
                  </a:lnTo>
                  <a:lnTo>
                    <a:pt x="26092" y="7032"/>
                  </a:lnTo>
                  <a:lnTo>
                    <a:pt x="26152" y="7072"/>
                  </a:lnTo>
                  <a:lnTo>
                    <a:pt x="26191" y="7111"/>
                  </a:lnTo>
                  <a:lnTo>
                    <a:pt x="26231" y="7151"/>
                  </a:lnTo>
                  <a:lnTo>
                    <a:pt x="26310" y="7171"/>
                  </a:lnTo>
                  <a:lnTo>
                    <a:pt x="26428" y="7210"/>
                  </a:lnTo>
                  <a:lnTo>
                    <a:pt x="26606" y="7250"/>
                  </a:lnTo>
                  <a:lnTo>
                    <a:pt x="26527" y="7171"/>
                  </a:lnTo>
                  <a:lnTo>
                    <a:pt x="26428" y="7111"/>
                  </a:lnTo>
                  <a:lnTo>
                    <a:pt x="26191" y="6973"/>
                  </a:lnTo>
                  <a:lnTo>
                    <a:pt x="25875" y="6854"/>
                  </a:lnTo>
                  <a:lnTo>
                    <a:pt x="25539" y="6736"/>
                  </a:lnTo>
                  <a:lnTo>
                    <a:pt x="25204" y="6657"/>
                  </a:lnTo>
                  <a:lnTo>
                    <a:pt x="24848" y="6598"/>
                  </a:lnTo>
                  <a:lnTo>
                    <a:pt x="24216" y="6479"/>
                  </a:lnTo>
                  <a:lnTo>
                    <a:pt x="23959" y="6459"/>
                  </a:lnTo>
                  <a:lnTo>
                    <a:pt x="23683" y="6420"/>
                  </a:lnTo>
                  <a:lnTo>
                    <a:pt x="23110" y="6321"/>
                  </a:lnTo>
                  <a:lnTo>
                    <a:pt x="22853" y="6282"/>
                  </a:lnTo>
                  <a:lnTo>
                    <a:pt x="22616" y="6262"/>
                  </a:lnTo>
                  <a:lnTo>
                    <a:pt x="22399" y="6262"/>
                  </a:lnTo>
                  <a:lnTo>
                    <a:pt x="22320" y="6301"/>
                  </a:lnTo>
                  <a:lnTo>
                    <a:pt x="22261" y="6341"/>
                  </a:lnTo>
                  <a:lnTo>
                    <a:pt x="22261" y="6341"/>
                  </a:lnTo>
                  <a:lnTo>
                    <a:pt x="22340" y="6222"/>
                  </a:lnTo>
                  <a:lnTo>
                    <a:pt x="21332" y="5926"/>
                  </a:lnTo>
                  <a:lnTo>
                    <a:pt x="21016" y="5867"/>
                  </a:lnTo>
                  <a:lnTo>
                    <a:pt x="20740" y="5808"/>
                  </a:lnTo>
                  <a:lnTo>
                    <a:pt x="20463" y="5729"/>
                  </a:lnTo>
                  <a:lnTo>
                    <a:pt x="20226" y="5630"/>
                  </a:lnTo>
                  <a:lnTo>
                    <a:pt x="19811" y="5452"/>
                  </a:lnTo>
                  <a:lnTo>
                    <a:pt x="19594" y="5353"/>
                  </a:lnTo>
                  <a:lnTo>
                    <a:pt x="19357" y="5274"/>
                  </a:lnTo>
                  <a:lnTo>
                    <a:pt x="19258" y="5077"/>
                  </a:lnTo>
                  <a:lnTo>
                    <a:pt x="19100" y="5057"/>
                  </a:lnTo>
                  <a:lnTo>
                    <a:pt x="18942" y="4998"/>
                  </a:lnTo>
                  <a:lnTo>
                    <a:pt x="18547" y="4820"/>
                  </a:lnTo>
                  <a:lnTo>
                    <a:pt x="18113" y="4622"/>
                  </a:lnTo>
                  <a:lnTo>
                    <a:pt x="17678" y="4445"/>
                  </a:lnTo>
                  <a:lnTo>
                    <a:pt x="17263" y="4287"/>
                  </a:lnTo>
                  <a:lnTo>
                    <a:pt x="16888" y="4188"/>
                  </a:lnTo>
                  <a:lnTo>
                    <a:pt x="16710" y="4148"/>
                  </a:lnTo>
                  <a:lnTo>
                    <a:pt x="16552" y="4129"/>
                  </a:lnTo>
                  <a:lnTo>
                    <a:pt x="16434" y="4129"/>
                  </a:lnTo>
                  <a:lnTo>
                    <a:pt x="16295" y="4148"/>
                  </a:lnTo>
                  <a:lnTo>
                    <a:pt x="16236" y="4069"/>
                  </a:lnTo>
                  <a:lnTo>
                    <a:pt x="16216" y="4030"/>
                  </a:lnTo>
                  <a:lnTo>
                    <a:pt x="16236" y="4010"/>
                  </a:lnTo>
                  <a:lnTo>
                    <a:pt x="16295" y="3990"/>
                  </a:lnTo>
                  <a:lnTo>
                    <a:pt x="16434" y="4010"/>
                  </a:lnTo>
                  <a:lnTo>
                    <a:pt x="16552" y="4010"/>
                  </a:lnTo>
                  <a:lnTo>
                    <a:pt x="16454" y="3951"/>
                  </a:lnTo>
                  <a:lnTo>
                    <a:pt x="16315" y="3911"/>
                  </a:lnTo>
                  <a:lnTo>
                    <a:pt x="16058" y="3852"/>
                  </a:lnTo>
                  <a:lnTo>
                    <a:pt x="15920" y="3813"/>
                  </a:lnTo>
                  <a:lnTo>
                    <a:pt x="15821" y="3753"/>
                  </a:lnTo>
                  <a:lnTo>
                    <a:pt x="15723" y="3674"/>
                  </a:lnTo>
                  <a:lnTo>
                    <a:pt x="15683" y="3635"/>
                  </a:lnTo>
                  <a:lnTo>
                    <a:pt x="15663" y="3576"/>
                  </a:lnTo>
                  <a:lnTo>
                    <a:pt x="15742" y="3576"/>
                  </a:lnTo>
                  <a:lnTo>
                    <a:pt x="15841" y="3615"/>
                  </a:lnTo>
                  <a:lnTo>
                    <a:pt x="15900" y="3635"/>
                  </a:lnTo>
                  <a:lnTo>
                    <a:pt x="15920" y="3635"/>
                  </a:lnTo>
                  <a:lnTo>
                    <a:pt x="15881" y="3595"/>
                  </a:lnTo>
                  <a:lnTo>
                    <a:pt x="15841" y="3536"/>
                  </a:lnTo>
                  <a:lnTo>
                    <a:pt x="15802" y="3497"/>
                  </a:lnTo>
                  <a:lnTo>
                    <a:pt x="15703" y="3477"/>
                  </a:lnTo>
                  <a:lnTo>
                    <a:pt x="15644" y="3457"/>
                  </a:lnTo>
                  <a:lnTo>
                    <a:pt x="15604" y="3437"/>
                  </a:lnTo>
                  <a:lnTo>
                    <a:pt x="15545" y="3398"/>
                  </a:lnTo>
                  <a:lnTo>
                    <a:pt x="15505" y="3319"/>
                  </a:lnTo>
                  <a:lnTo>
                    <a:pt x="15486" y="3378"/>
                  </a:lnTo>
                  <a:lnTo>
                    <a:pt x="15446" y="3398"/>
                  </a:lnTo>
                  <a:lnTo>
                    <a:pt x="15367" y="3398"/>
                  </a:lnTo>
                  <a:lnTo>
                    <a:pt x="15268" y="3378"/>
                  </a:lnTo>
                  <a:lnTo>
                    <a:pt x="15150" y="3319"/>
                  </a:lnTo>
                  <a:lnTo>
                    <a:pt x="15031" y="3260"/>
                  </a:lnTo>
                  <a:lnTo>
                    <a:pt x="14913" y="3200"/>
                  </a:lnTo>
                  <a:lnTo>
                    <a:pt x="14794" y="3121"/>
                  </a:lnTo>
                  <a:lnTo>
                    <a:pt x="14834" y="3161"/>
                  </a:lnTo>
                  <a:lnTo>
                    <a:pt x="14854" y="3200"/>
                  </a:lnTo>
                  <a:lnTo>
                    <a:pt x="14834" y="3220"/>
                  </a:lnTo>
                  <a:lnTo>
                    <a:pt x="14814" y="3220"/>
                  </a:lnTo>
                  <a:lnTo>
                    <a:pt x="14735" y="3181"/>
                  </a:lnTo>
                  <a:lnTo>
                    <a:pt x="14538" y="3023"/>
                  </a:lnTo>
                  <a:lnTo>
                    <a:pt x="14597" y="3023"/>
                  </a:lnTo>
                  <a:lnTo>
                    <a:pt x="14044" y="2568"/>
                  </a:lnTo>
                  <a:lnTo>
                    <a:pt x="13451" y="2094"/>
                  </a:lnTo>
                  <a:lnTo>
                    <a:pt x="13135" y="1857"/>
                  </a:lnTo>
                  <a:lnTo>
                    <a:pt x="12819" y="1640"/>
                  </a:lnTo>
                  <a:lnTo>
                    <a:pt x="12483" y="1423"/>
                  </a:lnTo>
                  <a:lnTo>
                    <a:pt x="12128" y="1225"/>
                  </a:lnTo>
                  <a:lnTo>
                    <a:pt x="11772" y="1028"/>
                  </a:lnTo>
                  <a:lnTo>
                    <a:pt x="11417" y="870"/>
                  </a:lnTo>
                  <a:lnTo>
                    <a:pt x="11041" y="712"/>
                  </a:lnTo>
                  <a:lnTo>
                    <a:pt x="10666" y="554"/>
                  </a:lnTo>
                  <a:lnTo>
                    <a:pt x="10291" y="435"/>
                  </a:lnTo>
                  <a:lnTo>
                    <a:pt x="9916" y="336"/>
                  </a:lnTo>
                  <a:lnTo>
                    <a:pt x="9521" y="238"/>
                  </a:lnTo>
                  <a:lnTo>
                    <a:pt x="9126" y="178"/>
                  </a:lnTo>
                  <a:lnTo>
                    <a:pt x="9521" y="139"/>
                  </a:lnTo>
                  <a:lnTo>
                    <a:pt x="9264" y="139"/>
                  </a:lnTo>
                  <a:lnTo>
                    <a:pt x="8967" y="99"/>
                  </a:lnTo>
                  <a:lnTo>
                    <a:pt x="8513" y="60"/>
                  </a:lnTo>
                  <a:lnTo>
                    <a:pt x="8553" y="40"/>
                  </a:lnTo>
                  <a:lnTo>
                    <a:pt x="835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3" name="Google Shape;7603;p29"/>
            <p:cNvSpPr/>
            <p:nvPr/>
          </p:nvSpPr>
          <p:spPr>
            <a:xfrm>
              <a:off x="-1287950" y="3163300"/>
              <a:ext cx="2000" cy="1000"/>
            </a:xfrm>
            <a:custGeom>
              <a:rect b="b" l="l" r="r" t="t"/>
              <a:pathLst>
                <a:path extrusionOk="0" h="40" w="80">
                  <a:moveTo>
                    <a:pt x="40" y="0"/>
                  </a:moveTo>
                  <a:lnTo>
                    <a:pt x="1" y="40"/>
                  </a:lnTo>
                  <a:lnTo>
                    <a:pt x="1" y="40"/>
                  </a:lnTo>
                  <a:lnTo>
                    <a:pt x="80" y="0"/>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4" name="Google Shape;7604;p29"/>
            <p:cNvSpPr/>
            <p:nvPr/>
          </p:nvSpPr>
          <p:spPr>
            <a:xfrm>
              <a:off x="-660325" y="3614625"/>
              <a:ext cx="525" cy="2000"/>
            </a:xfrm>
            <a:custGeom>
              <a:rect b="b" l="l" r="r" t="t"/>
              <a:pathLst>
                <a:path extrusionOk="0" h="80" w="21">
                  <a:moveTo>
                    <a:pt x="20" y="1"/>
                  </a:moveTo>
                  <a:lnTo>
                    <a:pt x="0" y="40"/>
                  </a:lnTo>
                  <a:lnTo>
                    <a:pt x="0" y="80"/>
                  </a:lnTo>
                  <a:lnTo>
                    <a:pt x="20" y="40"/>
                  </a:lnTo>
                  <a:lnTo>
                    <a:pt x="2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5" name="Google Shape;7605;p29"/>
            <p:cNvSpPr/>
            <p:nvPr/>
          </p:nvSpPr>
          <p:spPr>
            <a:xfrm>
              <a:off x="-785750" y="3636350"/>
              <a:ext cx="25" cy="1025"/>
            </a:xfrm>
            <a:custGeom>
              <a:rect b="b" l="l" r="r" t="t"/>
              <a:pathLst>
                <a:path extrusionOk="0" h="41" w="1">
                  <a:moveTo>
                    <a:pt x="0" y="1"/>
                  </a:moveTo>
                  <a:lnTo>
                    <a:pt x="0" y="1"/>
                  </a:lnTo>
                  <a:lnTo>
                    <a:pt x="0" y="40"/>
                  </a:lnTo>
                  <a:lnTo>
                    <a:pt x="0" y="40"/>
                  </a:lnTo>
                  <a:lnTo>
                    <a:pt x="0" y="20"/>
                  </a:lnTo>
                  <a:lnTo>
                    <a:pt x="0" y="1"/>
                  </a:lnTo>
                  <a:lnTo>
                    <a:pt x="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6" name="Google Shape;7606;p29"/>
            <p:cNvSpPr/>
            <p:nvPr/>
          </p:nvSpPr>
          <p:spPr>
            <a:xfrm>
              <a:off x="-1257325" y="3169700"/>
              <a:ext cx="1000" cy="3000"/>
            </a:xfrm>
            <a:custGeom>
              <a:rect b="b" l="l" r="r" t="t"/>
              <a:pathLst>
                <a:path extrusionOk="0" h="120" w="40">
                  <a:moveTo>
                    <a:pt x="40" y="1"/>
                  </a:moveTo>
                  <a:lnTo>
                    <a:pt x="0" y="119"/>
                  </a:lnTo>
                  <a:lnTo>
                    <a:pt x="20" y="60"/>
                  </a:lnTo>
                  <a:lnTo>
                    <a:pt x="40" y="1"/>
                  </a:lnTo>
                  <a:close/>
                </a:path>
              </a:pathLst>
            </a:custGeom>
            <a:solidFill>
              <a:srgbClr val="B36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7" name="Google Shape;7607;p29"/>
            <p:cNvSpPr/>
            <p:nvPr/>
          </p:nvSpPr>
          <p:spPr>
            <a:xfrm>
              <a:off x="-831175" y="3371675"/>
              <a:ext cx="278525" cy="333350"/>
            </a:xfrm>
            <a:custGeom>
              <a:rect b="b" l="l" r="r" t="t"/>
              <a:pathLst>
                <a:path extrusionOk="0" h="13334" w="11141">
                  <a:moveTo>
                    <a:pt x="7980" y="1"/>
                  </a:moveTo>
                  <a:lnTo>
                    <a:pt x="7684" y="20"/>
                  </a:lnTo>
                  <a:lnTo>
                    <a:pt x="7387" y="40"/>
                  </a:lnTo>
                  <a:lnTo>
                    <a:pt x="7052" y="99"/>
                  </a:lnTo>
                  <a:lnTo>
                    <a:pt x="6716" y="159"/>
                  </a:lnTo>
                  <a:lnTo>
                    <a:pt x="6360" y="257"/>
                  </a:lnTo>
                  <a:lnTo>
                    <a:pt x="6005" y="396"/>
                  </a:lnTo>
                  <a:lnTo>
                    <a:pt x="5649" y="554"/>
                  </a:lnTo>
                  <a:lnTo>
                    <a:pt x="5294" y="771"/>
                  </a:lnTo>
                  <a:lnTo>
                    <a:pt x="4958" y="1028"/>
                  </a:lnTo>
                  <a:lnTo>
                    <a:pt x="4800" y="1166"/>
                  </a:lnTo>
                  <a:lnTo>
                    <a:pt x="4642" y="1324"/>
                  </a:lnTo>
                  <a:lnTo>
                    <a:pt x="4326" y="1679"/>
                  </a:lnTo>
                  <a:lnTo>
                    <a:pt x="3970" y="2154"/>
                  </a:lnTo>
                  <a:lnTo>
                    <a:pt x="3595" y="2687"/>
                  </a:lnTo>
                  <a:lnTo>
                    <a:pt x="3220" y="3299"/>
                  </a:lnTo>
                  <a:lnTo>
                    <a:pt x="2825" y="3951"/>
                  </a:lnTo>
                  <a:lnTo>
                    <a:pt x="2430" y="4623"/>
                  </a:lnTo>
                  <a:lnTo>
                    <a:pt x="2035" y="5334"/>
                  </a:lnTo>
                  <a:lnTo>
                    <a:pt x="1679" y="6045"/>
                  </a:lnTo>
                  <a:lnTo>
                    <a:pt x="1324" y="6736"/>
                  </a:lnTo>
                  <a:lnTo>
                    <a:pt x="1007" y="7408"/>
                  </a:lnTo>
                  <a:lnTo>
                    <a:pt x="711" y="8040"/>
                  </a:lnTo>
                  <a:lnTo>
                    <a:pt x="454" y="8612"/>
                  </a:lnTo>
                  <a:lnTo>
                    <a:pt x="257" y="9126"/>
                  </a:lnTo>
                  <a:lnTo>
                    <a:pt x="119" y="9561"/>
                  </a:lnTo>
                  <a:lnTo>
                    <a:pt x="20" y="9877"/>
                  </a:lnTo>
                  <a:lnTo>
                    <a:pt x="0" y="9995"/>
                  </a:lnTo>
                  <a:lnTo>
                    <a:pt x="0" y="10094"/>
                  </a:lnTo>
                  <a:lnTo>
                    <a:pt x="59" y="10410"/>
                  </a:lnTo>
                  <a:lnTo>
                    <a:pt x="138" y="10765"/>
                  </a:lnTo>
                  <a:lnTo>
                    <a:pt x="257" y="11121"/>
                  </a:lnTo>
                  <a:lnTo>
                    <a:pt x="336" y="11299"/>
                  </a:lnTo>
                  <a:lnTo>
                    <a:pt x="435" y="11496"/>
                  </a:lnTo>
                  <a:lnTo>
                    <a:pt x="553" y="11674"/>
                  </a:lnTo>
                  <a:lnTo>
                    <a:pt x="672" y="11852"/>
                  </a:lnTo>
                  <a:lnTo>
                    <a:pt x="830" y="12030"/>
                  </a:lnTo>
                  <a:lnTo>
                    <a:pt x="1007" y="12207"/>
                  </a:lnTo>
                  <a:lnTo>
                    <a:pt x="1205" y="12365"/>
                  </a:lnTo>
                  <a:lnTo>
                    <a:pt x="1422" y="12523"/>
                  </a:lnTo>
                  <a:lnTo>
                    <a:pt x="1659" y="12681"/>
                  </a:lnTo>
                  <a:lnTo>
                    <a:pt x="1936" y="12839"/>
                  </a:lnTo>
                  <a:lnTo>
                    <a:pt x="2212" y="12958"/>
                  </a:lnTo>
                  <a:lnTo>
                    <a:pt x="2489" y="13076"/>
                  </a:lnTo>
                  <a:lnTo>
                    <a:pt x="2746" y="13175"/>
                  </a:lnTo>
                  <a:lnTo>
                    <a:pt x="3002" y="13254"/>
                  </a:lnTo>
                  <a:lnTo>
                    <a:pt x="3259" y="13294"/>
                  </a:lnTo>
                  <a:lnTo>
                    <a:pt x="3536" y="13333"/>
                  </a:lnTo>
                  <a:lnTo>
                    <a:pt x="4069" y="13333"/>
                  </a:lnTo>
                  <a:lnTo>
                    <a:pt x="4346" y="13294"/>
                  </a:lnTo>
                  <a:lnTo>
                    <a:pt x="4642" y="13234"/>
                  </a:lnTo>
                  <a:lnTo>
                    <a:pt x="4958" y="13155"/>
                  </a:lnTo>
                  <a:lnTo>
                    <a:pt x="5294" y="13037"/>
                  </a:lnTo>
                  <a:lnTo>
                    <a:pt x="5629" y="12918"/>
                  </a:lnTo>
                  <a:lnTo>
                    <a:pt x="6005" y="12741"/>
                  </a:lnTo>
                  <a:lnTo>
                    <a:pt x="6834" y="12346"/>
                  </a:lnTo>
                  <a:lnTo>
                    <a:pt x="7170" y="12168"/>
                  </a:lnTo>
                  <a:lnTo>
                    <a:pt x="7486" y="11931"/>
                  </a:lnTo>
                  <a:lnTo>
                    <a:pt x="7782" y="11674"/>
                  </a:lnTo>
                  <a:lnTo>
                    <a:pt x="8059" y="11397"/>
                  </a:lnTo>
                  <a:lnTo>
                    <a:pt x="8316" y="11081"/>
                  </a:lnTo>
                  <a:lnTo>
                    <a:pt x="8553" y="10746"/>
                  </a:lnTo>
                  <a:lnTo>
                    <a:pt x="8790" y="10410"/>
                  </a:lnTo>
                  <a:lnTo>
                    <a:pt x="8987" y="10035"/>
                  </a:lnTo>
                  <a:lnTo>
                    <a:pt x="9205" y="9659"/>
                  </a:lnTo>
                  <a:lnTo>
                    <a:pt x="9402" y="9264"/>
                  </a:lnTo>
                  <a:lnTo>
                    <a:pt x="9758" y="8474"/>
                  </a:lnTo>
                  <a:lnTo>
                    <a:pt x="10469" y="6874"/>
                  </a:lnTo>
                  <a:lnTo>
                    <a:pt x="10627" y="6479"/>
                  </a:lnTo>
                  <a:lnTo>
                    <a:pt x="10765" y="6084"/>
                  </a:lnTo>
                  <a:lnTo>
                    <a:pt x="10884" y="5689"/>
                  </a:lnTo>
                  <a:lnTo>
                    <a:pt x="10982" y="5314"/>
                  </a:lnTo>
                  <a:lnTo>
                    <a:pt x="11042" y="4939"/>
                  </a:lnTo>
                  <a:lnTo>
                    <a:pt x="11101" y="4563"/>
                  </a:lnTo>
                  <a:lnTo>
                    <a:pt x="11121" y="4188"/>
                  </a:lnTo>
                  <a:lnTo>
                    <a:pt x="11140" y="3832"/>
                  </a:lnTo>
                  <a:lnTo>
                    <a:pt x="11140" y="3497"/>
                  </a:lnTo>
                  <a:lnTo>
                    <a:pt x="11121" y="3161"/>
                  </a:lnTo>
                  <a:lnTo>
                    <a:pt x="11081" y="2845"/>
                  </a:lnTo>
                  <a:lnTo>
                    <a:pt x="11022" y="2549"/>
                  </a:lnTo>
                  <a:lnTo>
                    <a:pt x="10963" y="2252"/>
                  </a:lnTo>
                  <a:lnTo>
                    <a:pt x="10903" y="1976"/>
                  </a:lnTo>
                  <a:lnTo>
                    <a:pt x="10804" y="1719"/>
                  </a:lnTo>
                  <a:lnTo>
                    <a:pt x="10725" y="1502"/>
                  </a:lnTo>
                  <a:lnTo>
                    <a:pt x="10607" y="1284"/>
                  </a:lnTo>
                  <a:lnTo>
                    <a:pt x="10488" y="1087"/>
                  </a:lnTo>
                  <a:lnTo>
                    <a:pt x="10350" y="929"/>
                  </a:lnTo>
                  <a:lnTo>
                    <a:pt x="10212" y="771"/>
                  </a:lnTo>
                  <a:lnTo>
                    <a:pt x="10074" y="633"/>
                  </a:lnTo>
                  <a:lnTo>
                    <a:pt x="9916" y="514"/>
                  </a:lnTo>
                  <a:lnTo>
                    <a:pt x="9758" y="415"/>
                  </a:lnTo>
                  <a:lnTo>
                    <a:pt x="9600" y="336"/>
                  </a:lnTo>
                  <a:lnTo>
                    <a:pt x="9323" y="198"/>
                  </a:lnTo>
                  <a:lnTo>
                    <a:pt x="9086" y="119"/>
                  </a:lnTo>
                  <a:lnTo>
                    <a:pt x="8869" y="60"/>
                  </a:lnTo>
                  <a:lnTo>
                    <a:pt x="8770" y="40"/>
                  </a:lnTo>
                  <a:lnTo>
                    <a:pt x="8454" y="20"/>
                  </a:lnTo>
                  <a:lnTo>
                    <a:pt x="798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8" name="Google Shape;7608;p29"/>
            <p:cNvSpPr/>
            <p:nvPr/>
          </p:nvSpPr>
          <p:spPr>
            <a:xfrm>
              <a:off x="-813400" y="3369700"/>
              <a:ext cx="247400" cy="321500"/>
            </a:xfrm>
            <a:custGeom>
              <a:rect b="b" l="l" r="r" t="t"/>
              <a:pathLst>
                <a:path extrusionOk="0" h="12860" w="9896">
                  <a:moveTo>
                    <a:pt x="6044" y="1"/>
                  </a:moveTo>
                  <a:lnTo>
                    <a:pt x="5827" y="20"/>
                  </a:lnTo>
                  <a:lnTo>
                    <a:pt x="5709" y="40"/>
                  </a:lnTo>
                  <a:lnTo>
                    <a:pt x="5590" y="99"/>
                  </a:lnTo>
                  <a:lnTo>
                    <a:pt x="5472" y="159"/>
                  </a:lnTo>
                  <a:lnTo>
                    <a:pt x="5333" y="238"/>
                  </a:lnTo>
                  <a:lnTo>
                    <a:pt x="5057" y="455"/>
                  </a:lnTo>
                  <a:lnTo>
                    <a:pt x="4760" y="731"/>
                  </a:lnTo>
                  <a:lnTo>
                    <a:pt x="4464" y="1067"/>
                  </a:lnTo>
                  <a:lnTo>
                    <a:pt x="4148" y="1442"/>
                  </a:lnTo>
                  <a:lnTo>
                    <a:pt x="3832" y="1837"/>
                  </a:lnTo>
                  <a:lnTo>
                    <a:pt x="3496" y="2272"/>
                  </a:lnTo>
                  <a:lnTo>
                    <a:pt x="2884" y="3181"/>
                  </a:lnTo>
                  <a:lnTo>
                    <a:pt x="2291" y="4089"/>
                  </a:lnTo>
                  <a:lnTo>
                    <a:pt x="1798" y="4919"/>
                  </a:lnTo>
                  <a:lnTo>
                    <a:pt x="1403" y="5610"/>
                  </a:lnTo>
                  <a:lnTo>
                    <a:pt x="1225" y="5926"/>
                  </a:lnTo>
                  <a:lnTo>
                    <a:pt x="1067" y="6262"/>
                  </a:lnTo>
                  <a:lnTo>
                    <a:pt x="909" y="6637"/>
                  </a:lnTo>
                  <a:lnTo>
                    <a:pt x="751" y="6993"/>
                  </a:lnTo>
                  <a:lnTo>
                    <a:pt x="613" y="7388"/>
                  </a:lnTo>
                  <a:lnTo>
                    <a:pt x="494" y="7783"/>
                  </a:lnTo>
                  <a:lnTo>
                    <a:pt x="376" y="8178"/>
                  </a:lnTo>
                  <a:lnTo>
                    <a:pt x="257" y="8573"/>
                  </a:lnTo>
                  <a:lnTo>
                    <a:pt x="178" y="8948"/>
                  </a:lnTo>
                  <a:lnTo>
                    <a:pt x="99" y="9343"/>
                  </a:lnTo>
                  <a:lnTo>
                    <a:pt x="40" y="9699"/>
                  </a:lnTo>
                  <a:lnTo>
                    <a:pt x="0" y="10054"/>
                  </a:lnTo>
                  <a:lnTo>
                    <a:pt x="0" y="10390"/>
                  </a:lnTo>
                  <a:lnTo>
                    <a:pt x="0" y="10706"/>
                  </a:lnTo>
                  <a:lnTo>
                    <a:pt x="40" y="10983"/>
                  </a:lnTo>
                  <a:lnTo>
                    <a:pt x="99" y="11220"/>
                  </a:lnTo>
                  <a:lnTo>
                    <a:pt x="138" y="11338"/>
                  </a:lnTo>
                  <a:lnTo>
                    <a:pt x="178" y="11457"/>
                  </a:lnTo>
                  <a:lnTo>
                    <a:pt x="336" y="11694"/>
                  </a:lnTo>
                  <a:lnTo>
                    <a:pt x="534" y="11911"/>
                  </a:lnTo>
                  <a:lnTo>
                    <a:pt x="751" y="12109"/>
                  </a:lnTo>
                  <a:lnTo>
                    <a:pt x="1027" y="12286"/>
                  </a:lnTo>
                  <a:lnTo>
                    <a:pt x="1343" y="12464"/>
                  </a:lnTo>
                  <a:lnTo>
                    <a:pt x="1679" y="12602"/>
                  </a:lnTo>
                  <a:lnTo>
                    <a:pt x="2035" y="12721"/>
                  </a:lnTo>
                  <a:lnTo>
                    <a:pt x="2430" y="12800"/>
                  </a:lnTo>
                  <a:lnTo>
                    <a:pt x="2845" y="12859"/>
                  </a:lnTo>
                  <a:lnTo>
                    <a:pt x="3259" y="12859"/>
                  </a:lnTo>
                  <a:lnTo>
                    <a:pt x="3694" y="12820"/>
                  </a:lnTo>
                  <a:lnTo>
                    <a:pt x="3911" y="12780"/>
                  </a:lnTo>
                  <a:lnTo>
                    <a:pt x="4128" y="12741"/>
                  </a:lnTo>
                  <a:lnTo>
                    <a:pt x="4365" y="12681"/>
                  </a:lnTo>
                  <a:lnTo>
                    <a:pt x="4583" y="12602"/>
                  </a:lnTo>
                  <a:lnTo>
                    <a:pt x="4820" y="12523"/>
                  </a:lnTo>
                  <a:lnTo>
                    <a:pt x="5037" y="12425"/>
                  </a:lnTo>
                  <a:lnTo>
                    <a:pt x="5254" y="12306"/>
                  </a:lnTo>
                  <a:lnTo>
                    <a:pt x="5491" y="12168"/>
                  </a:lnTo>
                  <a:lnTo>
                    <a:pt x="5709" y="12030"/>
                  </a:lnTo>
                  <a:lnTo>
                    <a:pt x="5926" y="11872"/>
                  </a:lnTo>
                  <a:lnTo>
                    <a:pt x="6321" y="11536"/>
                  </a:lnTo>
                  <a:lnTo>
                    <a:pt x="6716" y="11160"/>
                  </a:lnTo>
                  <a:lnTo>
                    <a:pt x="7071" y="10765"/>
                  </a:lnTo>
                  <a:lnTo>
                    <a:pt x="7387" y="10351"/>
                  </a:lnTo>
                  <a:lnTo>
                    <a:pt x="7704" y="9916"/>
                  </a:lnTo>
                  <a:lnTo>
                    <a:pt x="8000" y="9462"/>
                  </a:lnTo>
                  <a:lnTo>
                    <a:pt x="8257" y="9007"/>
                  </a:lnTo>
                  <a:lnTo>
                    <a:pt x="8494" y="8533"/>
                  </a:lnTo>
                  <a:lnTo>
                    <a:pt x="8731" y="8059"/>
                  </a:lnTo>
                  <a:lnTo>
                    <a:pt x="8928" y="7585"/>
                  </a:lnTo>
                  <a:lnTo>
                    <a:pt x="9106" y="7131"/>
                  </a:lnTo>
                  <a:lnTo>
                    <a:pt x="9284" y="6677"/>
                  </a:lnTo>
                  <a:lnTo>
                    <a:pt x="9422" y="6242"/>
                  </a:lnTo>
                  <a:lnTo>
                    <a:pt x="9659" y="5452"/>
                  </a:lnTo>
                  <a:lnTo>
                    <a:pt x="9758" y="5077"/>
                  </a:lnTo>
                  <a:lnTo>
                    <a:pt x="9817" y="4702"/>
                  </a:lnTo>
                  <a:lnTo>
                    <a:pt x="9876" y="4326"/>
                  </a:lnTo>
                  <a:lnTo>
                    <a:pt x="9896" y="3971"/>
                  </a:lnTo>
                  <a:lnTo>
                    <a:pt x="9896" y="3615"/>
                  </a:lnTo>
                  <a:lnTo>
                    <a:pt x="9876" y="3260"/>
                  </a:lnTo>
                  <a:lnTo>
                    <a:pt x="9817" y="2944"/>
                  </a:lnTo>
                  <a:lnTo>
                    <a:pt x="9758" y="2608"/>
                  </a:lnTo>
                  <a:lnTo>
                    <a:pt x="9659" y="2312"/>
                  </a:lnTo>
                  <a:lnTo>
                    <a:pt x="9540" y="2015"/>
                  </a:lnTo>
                  <a:lnTo>
                    <a:pt x="9402" y="1739"/>
                  </a:lnTo>
                  <a:lnTo>
                    <a:pt x="9244" y="1482"/>
                  </a:lnTo>
                  <a:lnTo>
                    <a:pt x="9066" y="1245"/>
                  </a:lnTo>
                  <a:lnTo>
                    <a:pt x="8869" y="1028"/>
                  </a:lnTo>
                  <a:lnTo>
                    <a:pt x="8632" y="830"/>
                  </a:lnTo>
                  <a:lnTo>
                    <a:pt x="8375" y="672"/>
                  </a:lnTo>
                  <a:lnTo>
                    <a:pt x="8118" y="534"/>
                  </a:lnTo>
                  <a:lnTo>
                    <a:pt x="7862" y="415"/>
                  </a:lnTo>
                  <a:lnTo>
                    <a:pt x="7624" y="317"/>
                  </a:lnTo>
                  <a:lnTo>
                    <a:pt x="7387" y="218"/>
                  </a:lnTo>
                  <a:lnTo>
                    <a:pt x="6953" y="99"/>
                  </a:lnTo>
                  <a:lnTo>
                    <a:pt x="6578" y="40"/>
                  </a:lnTo>
                  <a:lnTo>
                    <a:pt x="62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9" name="Google Shape;7609;p29"/>
            <p:cNvSpPr/>
            <p:nvPr/>
          </p:nvSpPr>
          <p:spPr>
            <a:xfrm>
              <a:off x="-836625" y="3276375"/>
              <a:ext cx="241000" cy="352600"/>
            </a:xfrm>
            <a:custGeom>
              <a:rect b="b" l="l" r="r" t="t"/>
              <a:pathLst>
                <a:path extrusionOk="0" h="14104" w="9640">
                  <a:moveTo>
                    <a:pt x="6025" y="0"/>
                  </a:moveTo>
                  <a:lnTo>
                    <a:pt x="5887" y="20"/>
                  </a:lnTo>
                  <a:lnTo>
                    <a:pt x="5729" y="40"/>
                  </a:lnTo>
                  <a:lnTo>
                    <a:pt x="5591" y="79"/>
                  </a:lnTo>
                  <a:lnTo>
                    <a:pt x="5354" y="158"/>
                  </a:lnTo>
                  <a:lnTo>
                    <a:pt x="5176" y="277"/>
                  </a:lnTo>
                  <a:lnTo>
                    <a:pt x="5018" y="395"/>
                  </a:lnTo>
                  <a:lnTo>
                    <a:pt x="4919" y="514"/>
                  </a:lnTo>
                  <a:lnTo>
                    <a:pt x="4840" y="613"/>
                  </a:lnTo>
                  <a:lnTo>
                    <a:pt x="4781" y="711"/>
                  </a:lnTo>
                  <a:lnTo>
                    <a:pt x="4030" y="2114"/>
                  </a:lnTo>
                  <a:lnTo>
                    <a:pt x="3260" y="3595"/>
                  </a:lnTo>
                  <a:lnTo>
                    <a:pt x="2371" y="5353"/>
                  </a:lnTo>
                  <a:lnTo>
                    <a:pt x="1937" y="6282"/>
                  </a:lnTo>
                  <a:lnTo>
                    <a:pt x="1502" y="7190"/>
                  </a:lnTo>
                  <a:lnTo>
                    <a:pt x="1087" y="8079"/>
                  </a:lnTo>
                  <a:lnTo>
                    <a:pt x="732" y="8928"/>
                  </a:lnTo>
                  <a:lnTo>
                    <a:pt x="435" y="9699"/>
                  </a:lnTo>
                  <a:lnTo>
                    <a:pt x="198" y="10370"/>
                  </a:lnTo>
                  <a:lnTo>
                    <a:pt x="119" y="10647"/>
                  </a:lnTo>
                  <a:lnTo>
                    <a:pt x="60" y="10904"/>
                  </a:lnTo>
                  <a:lnTo>
                    <a:pt x="21" y="11141"/>
                  </a:lnTo>
                  <a:lnTo>
                    <a:pt x="1" y="11318"/>
                  </a:lnTo>
                  <a:lnTo>
                    <a:pt x="21" y="11634"/>
                  </a:lnTo>
                  <a:lnTo>
                    <a:pt x="60" y="11911"/>
                  </a:lnTo>
                  <a:lnTo>
                    <a:pt x="119" y="12168"/>
                  </a:lnTo>
                  <a:lnTo>
                    <a:pt x="198" y="12405"/>
                  </a:lnTo>
                  <a:lnTo>
                    <a:pt x="297" y="12602"/>
                  </a:lnTo>
                  <a:lnTo>
                    <a:pt x="396" y="12780"/>
                  </a:lnTo>
                  <a:lnTo>
                    <a:pt x="514" y="12938"/>
                  </a:lnTo>
                  <a:lnTo>
                    <a:pt x="653" y="13096"/>
                  </a:lnTo>
                  <a:lnTo>
                    <a:pt x="791" y="13215"/>
                  </a:lnTo>
                  <a:lnTo>
                    <a:pt x="949" y="13333"/>
                  </a:lnTo>
                  <a:lnTo>
                    <a:pt x="1107" y="13432"/>
                  </a:lnTo>
                  <a:lnTo>
                    <a:pt x="1265" y="13531"/>
                  </a:lnTo>
                  <a:lnTo>
                    <a:pt x="1601" y="13708"/>
                  </a:lnTo>
                  <a:lnTo>
                    <a:pt x="1937" y="13847"/>
                  </a:lnTo>
                  <a:lnTo>
                    <a:pt x="2114" y="13926"/>
                  </a:lnTo>
                  <a:lnTo>
                    <a:pt x="2312" y="13985"/>
                  </a:lnTo>
                  <a:lnTo>
                    <a:pt x="2509" y="14044"/>
                  </a:lnTo>
                  <a:lnTo>
                    <a:pt x="2727" y="14084"/>
                  </a:lnTo>
                  <a:lnTo>
                    <a:pt x="2964" y="14103"/>
                  </a:lnTo>
                  <a:lnTo>
                    <a:pt x="3477" y="14103"/>
                  </a:lnTo>
                  <a:lnTo>
                    <a:pt x="3734" y="14064"/>
                  </a:lnTo>
                  <a:lnTo>
                    <a:pt x="4011" y="14024"/>
                  </a:lnTo>
                  <a:lnTo>
                    <a:pt x="4287" y="13945"/>
                  </a:lnTo>
                  <a:lnTo>
                    <a:pt x="4583" y="13847"/>
                  </a:lnTo>
                  <a:lnTo>
                    <a:pt x="4880" y="13728"/>
                  </a:lnTo>
                  <a:lnTo>
                    <a:pt x="5176" y="13570"/>
                  </a:lnTo>
                  <a:lnTo>
                    <a:pt x="5472" y="13392"/>
                  </a:lnTo>
                  <a:lnTo>
                    <a:pt x="5768" y="13195"/>
                  </a:lnTo>
                  <a:lnTo>
                    <a:pt x="6065" y="12958"/>
                  </a:lnTo>
                  <a:lnTo>
                    <a:pt x="6361" y="12681"/>
                  </a:lnTo>
                  <a:lnTo>
                    <a:pt x="6618" y="12405"/>
                  </a:lnTo>
                  <a:lnTo>
                    <a:pt x="6875" y="12108"/>
                  </a:lnTo>
                  <a:lnTo>
                    <a:pt x="7131" y="11792"/>
                  </a:lnTo>
                  <a:lnTo>
                    <a:pt x="7368" y="11457"/>
                  </a:lnTo>
                  <a:lnTo>
                    <a:pt x="7586" y="11121"/>
                  </a:lnTo>
                  <a:lnTo>
                    <a:pt x="7783" y="10765"/>
                  </a:lnTo>
                  <a:lnTo>
                    <a:pt x="7981" y="10390"/>
                  </a:lnTo>
                  <a:lnTo>
                    <a:pt x="8178" y="10015"/>
                  </a:lnTo>
                  <a:lnTo>
                    <a:pt x="8356" y="9620"/>
                  </a:lnTo>
                  <a:lnTo>
                    <a:pt x="8692" y="8810"/>
                  </a:lnTo>
                  <a:lnTo>
                    <a:pt x="9008" y="7980"/>
                  </a:lnTo>
                  <a:lnTo>
                    <a:pt x="9304" y="7111"/>
                  </a:lnTo>
                  <a:lnTo>
                    <a:pt x="9442" y="6677"/>
                  </a:lnTo>
                  <a:lnTo>
                    <a:pt x="9541" y="6262"/>
                  </a:lnTo>
                  <a:lnTo>
                    <a:pt x="9600" y="5867"/>
                  </a:lnTo>
                  <a:lnTo>
                    <a:pt x="9640" y="5472"/>
                  </a:lnTo>
                  <a:lnTo>
                    <a:pt x="9640" y="5096"/>
                  </a:lnTo>
                  <a:lnTo>
                    <a:pt x="9620" y="4721"/>
                  </a:lnTo>
                  <a:lnTo>
                    <a:pt x="9581" y="4385"/>
                  </a:lnTo>
                  <a:lnTo>
                    <a:pt x="9502" y="4030"/>
                  </a:lnTo>
                  <a:lnTo>
                    <a:pt x="9423" y="3714"/>
                  </a:lnTo>
                  <a:lnTo>
                    <a:pt x="9324" y="3378"/>
                  </a:lnTo>
                  <a:lnTo>
                    <a:pt x="9205" y="3082"/>
                  </a:lnTo>
                  <a:lnTo>
                    <a:pt x="9087" y="2785"/>
                  </a:lnTo>
                  <a:lnTo>
                    <a:pt x="8949" y="2489"/>
                  </a:lnTo>
                  <a:lnTo>
                    <a:pt x="8791" y="2213"/>
                  </a:lnTo>
                  <a:lnTo>
                    <a:pt x="8474" y="1699"/>
                  </a:lnTo>
                  <a:lnTo>
                    <a:pt x="8316" y="1462"/>
                  </a:lnTo>
                  <a:lnTo>
                    <a:pt x="8158" y="1245"/>
                  </a:lnTo>
                  <a:lnTo>
                    <a:pt x="8000" y="1047"/>
                  </a:lnTo>
                  <a:lnTo>
                    <a:pt x="7823" y="869"/>
                  </a:lnTo>
                  <a:lnTo>
                    <a:pt x="7665" y="711"/>
                  </a:lnTo>
                  <a:lnTo>
                    <a:pt x="7507" y="553"/>
                  </a:lnTo>
                  <a:lnTo>
                    <a:pt x="7329" y="435"/>
                  </a:lnTo>
                  <a:lnTo>
                    <a:pt x="7171" y="316"/>
                  </a:lnTo>
                  <a:lnTo>
                    <a:pt x="7013" y="237"/>
                  </a:lnTo>
                  <a:lnTo>
                    <a:pt x="6835" y="158"/>
                  </a:lnTo>
                  <a:lnTo>
                    <a:pt x="6677" y="99"/>
                  </a:lnTo>
                  <a:lnTo>
                    <a:pt x="6519" y="60"/>
                  </a:lnTo>
                  <a:lnTo>
                    <a:pt x="6361" y="20"/>
                  </a:lnTo>
                  <a:lnTo>
                    <a:pt x="618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0" name="Google Shape;7610;p29"/>
            <p:cNvSpPr/>
            <p:nvPr/>
          </p:nvSpPr>
          <p:spPr>
            <a:xfrm>
              <a:off x="-826250" y="3285750"/>
              <a:ext cx="215325" cy="330875"/>
            </a:xfrm>
            <a:custGeom>
              <a:rect b="b" l="l" r="r" t="t"/>
              <a:pathLst>
                <a:path extrusionOk="0" h="13235" w="8613">
                  <a:moveTo>
                    <a:pt x="5511" y="1"/>
                  </a:moveTo>
                  <a:lnTo>
                    <a:pt x="5353" y="20"/>
                  </a:lnTo>
                  <a:lnTo>
                    <a:pt x="5215" y="60"/>
                  </a:lnTo>
                  <a:lnTo>
                    <a:pt x="5097" y="99"/>
                  </a:lnTo>
                  <a:lnTo>
                    <a:pt x="4998" y="139"/>
                  </a:lnTo>
                  <a:lnTo>
                    <a:pt x="4899" y="198"/>
                  </a:lnTo>
                  <a:lnTo>
                    <a:pt x="4820" y="277"/>
                  </a:lnTo>
                  <a:lnTo>
                    <a:pt x="4682" y="396"/>
                  </a:lnTo>
                  <a:lnTo>
                    <a:pt x="4603" y="514"/>
                  </a:lnTo>
                  <a:lnTo>
                    <a:pt x="4544" y="652"/>
                  </a:lnTo>
                  <a:lnTo>
                    <a:pt x="4050" y="1541"/>
                  </a:lnTo>
                  <a:lnTo>
                    <a:pt x="2884" y="3615"/>
                  </a:lnTo>
                  <a:lnTo>
                    <a:pt x="2213" y="4820"/>
                  </a:lnTo>
                  <a:lnTo>
                    <a:pt x="1601" y="5986"/>
                  </a:lnTo>
                  <a:lnTo>
                    <a:pt x="1087" y="6973"/>
                  </a:lnTo>
                  <a:lnTo>
                    <a:pt x="890" y="7388"/>
                  </a:lnTo>
                  <a:lnTo>
                    <a:pt x="751" y="7724"/>
                  </a:lnTo>
                  <a:lnTo>
                    <a:pt x="534" y="8297"/>
                  </a:lnTo>
                  <a:lnTo>
                    <a:pt x="336" y="8889"/>
                  </a:lnTo>
                  <a:lnTo>
                    <a:pt x="178" y="9501"/>
                  </a:lnTo>
                  <a:lnTo>
                    <a:pt x="60" y="10074"/>
                  </a:lnTo>
                  <a:lnTo>
                    <a:pt x="20" y="10351"/>
                  </a:lnTo>
                  <a:lnTo>
                    <a:pt x="1" y="10627"/>
                  </a:lnTo>
                  <a:lnTo>
                    <a:pt x="1" y="10884"/>
                  </a:lnTo>
                  <a:lnTo>
                    <a:pt x="20" y="11141"/>
                  </a:lnTo>
                  <a:lnTo>
                    <a:pt x="40" y="11378"/>
                  </a:lnTo>
                  <a:lnTo>
                    <a:pt x="99" y="11595"/>
                  </a:lnTo>
                  <a:lnTo>
                    <a:pt x="159" y="11773"/>
                  </a:lnTo>
                  <a:lnTo>
                    <a:pt x="257" y="11951"/>
                  </a:lnTo>
                  <a:lnTo>
                    <a:pt x="376" y="12128"/>
                  </a:lnTo>
                  <a:lnTo>
                    <a:pt x="534" y="12286"/>
                  </a:lnTo>
                  <a:lnTo>
                    <a:pt x="712" y="12444"/>
                  </a:lnTo>
                  <a:lnTo>
                    <a:pt x="909" y="12603"/>
                  </a:lnTo>
                  <a:lnTo>
                    <a:pt x="1127" y="12741"/>
                  </a:lnTo>
                  <a:lnTo>
                    <a:pt x="1364" y="12859"/>
                  </a:lnTo>
                  <a:lnTo>
                    <a:pt x="1640" y="12978"/>
                  </a:lnTo>
                  <a:lnTo>
                    <a:pt x="1917" y="13077"/>
                  </a:lnTo>
                  <a:lnTo>
                    <a:pt x="2213" y="13156"/>
                  </a:lnTo>
                  <a:lnTo>
                    <a:pt x="2509" y="13195"/>
                  </a:lnTo>
                  <a:lnTo>
                    <a:pt x="2825" y="13235"/>
                  </a:lnTo>
                  <a:lnTo>
                    <a:pt x="3141" y="13215"/>
                  </a:lnTo>
                  <a:lnTo>
                    <a:pt x="3477" y="13195"/>
                  </a:lnTo>
                  <a:lnTo>
                    <a:pt x="3813" y="13116"/>
                  </a:lnTo>
                  <a:lnTo>
                    <a:pt x="4168" y="12998"/>
                  </a:lnTo>
                  <a:lnTo>
                    <a:pt x="4504" y="12859"/>
                  </a:lnTo>
                  <a:lnTo>
                    <a:pt x="4840" y="12662"/>
                  </a:lnTo>
                  <a:lnTo>
                    <a:pt x="5156" y="12444"/>
                  </a:lnTo>
                  <a:lnTo>
                    <a:pt x="5452" y="12188"/>
                  </a:lnTo>
                  <a:lnTo>
                    <a:pt x="5729" y="11931"/>
                  </a:lnTo>
                  <a:lnTo>
                    <a:pt x="5986" y="11635"/>
                  </a:lnTo>
                  <a:lnTo>
                    <a:pt x="6223" y="11319"/>
                  </a:lnTo>
                  <a:lnTo>
                    <a:pt x="6440" y="11003"/>
                  </a:lnTo>
                  <a:lnTo>
                    <a:pt x="6657" y="10667"/>
                  </a:lnTo>
                  <a:lnTo>
                    <a:pt x="6855" y="10331"/>
                  </a:lnTo>
                  <a:lnTo>
                    <a:pt x="7032" y="9975"/>
                  </a:lnTo>
                  <a:lnTo>
                    <a:pt x="7368" y="9284"/>
                  </a:lnTo>
                  <a:lnTo>
                    <a:pt x="7645" y="8632"/>
                  </a:lnTo>
                  <a:lnTo>
                    <a:pt x="7901" y="8020"/>
                  </a:lnTo>
                  <a:lnTo>
                    <a:pt x="8119" y="7427"/>
                  </a:lnTo>
                  <a:lnTo>
                    <a:pt x="8297" y="6815"/>
                  </a:lnTo>
                  <a:lnTo>
                    <a:pt x="8455" y="6183"/>
                  </a:lnTo>
                  <a:lnTo>
                    <a:pt x="8514" y="5867"/>
                  </a:lnTo>
                  <a:lnTo>
                    <a:pt x="8553" y="5551"/>
                  </a:lnTo>
                  <a:lnTo>
                    <a:pt x="8593" y="5215"/>
                  </a:lnTo>
                  <a:lnTo>
                    <a:pt x="8613" y="4899"/>
                  </a:lnTo>
                  <a:lnTo>
                    <a:pt x="8613" y="4583"/>
                  </a:lnTo>
                  <a:lnTo>
                    <a:pt x="8613" y="4267"/>
                  </a:lnTo>
                  <a:lnTo>
                    <a:pt x="8573" y="3971"/>
                  </a:lnTo>
                  <a:lnTo>
                    <a:pt x="8534" y="3655"/>
                  </a:lnTo>
                  <a:lnTo>
                    <a:pt x="8474" y="3339"/>
                  </a:lnTo>
                  <a:lnTo>
                    <a:pt x="8395" y="3042"/>
                  </a:lnTo>
                  <a:lnTo>
                    <a:pt x="8297" y="2746"/>
                  </a:lnTo>
                  <a:lnTo>
                    <a:pt x="8198" y="2470"/>
                  </a:lnTo>
                  <a:lnTo>
                    <a:pt x="8079" y="2193"/>
                  </a:lnTo>
                  <a:lnTo>
                    <a:pt x="7961" y="1936"/>
                  </a:lnTo>
                  <a:lnTo>
                    <a:pt x="7822" y="1680"/>
                  </a:lnTo>
                  <a:lnTo>
                    <a:pt x="7664" y="1443"/>
                  </a:lnTo>
                  <a:lnTo>
                    <a:pt x="7506" y="1225"/>
                  </a:lnTo>
                  <a:lnTo>
                    <a:pt x="7348" y="1028"/>
                  </a:lnTo>
                  <a:lnTo>
                    <a:pt x="7190" y="830"/>
                  </a:lnTo>
                  <a:lnTo>
                    <a:pt x="7013" y="652"/>
                  </a:lnTo>
                  <a:lnTo>
                    <a:pt x="6835" y="494"/>
                  </a:lnTo>
                  <a:lnTo>
                    <a:pt x="6657" y="376"/>
                  </a:lnTo>
                  <a:lnTo>
                    <a:pt x="6460" y="257"/>
                  </a:lnTo>
                  <a:lnTo>
                    <a:pt x="6262" y="159"/>
                  </a:lnTo>
                  <a:lnTo>
                    <a:pt x="6065" y="80"/>
                  </a:lnTo>
                  <a:lnTo>
                    <a:pt x="5867" y="40"/>
                  </a:lnTo>
                  <a:lnTo>
                    <a:pt x="5689" y="20"/>
                  </a:lnTo>
                  <a:lnTo>
                    <a:pt x="55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1" name="Google Shape;7611;p29"/>
            <p:cNvSpPr/>
            <p:nvPr/>
          </p:nvSpPr>
          <p:spPr>
            <a:xfrm>
              <a:off x="-911675" y="3264025"/>
              <a:ext cx="249900" cy="354575"/>
            </a:xfrm>
            <a:custGeom>
              <a:rect b="b" l="l" r="r" t="t"/>
              <a:pathLst>
                <a:path extrusionOk="0" h="14183" w="9996">
                  <a:moveTo>
                    <a:pt x="5808" y="1"/>
                  </a:moveTo>
                  <a:lnTo>
                    <a:pt x="5689" y="20"/>
                  </a:lnTo>
                  <a:lnTo>
                    <a:pt x="5571" y="40"/>
                  </a:lnTo>
                  <a:lnTo>
                    <a:pt x="5452" y="99"/>
                  </a:lnTo>
                  <a:lnTo>
                    <a:pt x="5215" y="198"/>
                  </a:lnTo>
                  <a:lnTo>
                    <a:pt x="5018" y="336"/>
                  </a:lnTo>
                  <a:lnTo>
                    <a:pt x="4860" y="494"/>
                  </a:lnTo>
                  <a:lnTo>
                    <a:pt x="4721" y="613"/>
                  </a:lnTo>
                  <a:lnTo>
                    <a:pt x="4623" y="731"/>
                  </a:lnTo>
                  <a:lnTo>
                    <a:pt x="4010" y="1956"/>
                  </a:lnTo>
                  <a:lnTo>
                    <a:pt x="2647" y="4741"/>
                  </a:lnTo>
                  <a:lnTo>
                    <a:pt x="1877" y="6341"/>
                  </a:lnTo>
                  <a:lnTo>
                    <a:pt x="1166" y="7862"/>
                  </a:lnTo>
                  <a:lnTo>
                    <a:pt x="593" y="9146"/>
                  </a:lnTo>
                  <a:lnTo>
                    <a:pt x="396" y="9659"/>
                  </a:lnTo>
                  <a:lnTo>
                    <a:pt x="257" y="10054"/>
                  </a:lnTo>
                  <a:lnTo>
                    <a:pt x="178" y="10370"/>
                  </a:lnTo>
                  <a:lnTo>
                    <a:pt x="99" y="10686"/>
                  </a:lnTo>
                  <a:lnTo>
                    <a:pt x="40" y="10983"/>
                  </a:lnTo>
                  <a:lnTo>
                    <a:pt x="20" y="11259"/>
                  </a:lnTo>
                  <a:lnTo>
                    <a:pt x="1" y="11516"/>
                  </a:lnTo>
                  <a:lnTo>
                    <a:pt x="1" y="11773"/>
                  </a:lnTo>
                  <a:lnTo>
                    <a:pt x="20" y="12010"/>
                  </a:lnTo>
                  <a:lnTo>
                    <a:pt x="60" y="12227"/>
                  </a:lnTo>
                  <a:lnTo>
                    <a:pt x="139" y="12444"/>
                  </a:lnTo>
                  <a:lnTo>
                    <a:pt x="218" y="12642"/>
                  </a:lnTo>
                  <a:lnTo>
                    <a:pt x="317" y="12839"/>
                  </a:lnTo>
                  <a:lnTo>
                    <a:pt x="435" y="13017"/>
                  </a:lnTo>
                  <a:lnTo>
                    <a:pt x="573" y="13175"/>
                  </a:lnTo>
                  <a:lnTo>
                    <a:pt x="731" y="13333"/>
                  </a:lnTo>
                  <a:lnTo>
                    <a:pt x="929" y="13491"/>
                  </a:lnTo>
                  <a:lnTo>
                    <a:pt x="1126" y="13630"/>
                  </a:lnTo>
                  <a:lnTo>
                    <a:pt x="1344" y="13748"/>
                  </a:lnTo>
                  <a:lnTo>
                    <a:pt x="1581" y="13867"/>
                  </a:lnTo>
                  <a:lnTo>
                    <a:pt x="1837" y="13965"/>
                  </a:lnTo>
                  <a:lnTo>
                    <a:pt x="2114" y="14044"/>
                  </a:lnTo>
                  <a:lnTo>
                    <a:pt x="2391" y="14104"/>
                  </a:lnTo>
                  <a:lnTo>
                    <a:pt x="2687" y="14163"/>
                  </a:lnTo>
                  <a:lnTo>
                    <a:pt x="2983" y="14183"/>
                  </a:lnTo>
                  <a:lnTo>
                    <a:pt x="3279" y="14183"/>
                  </a:lnTo>
                  <a:lnTo>
                    <a:pt x="3615" y="14163"/>
                  </a:lnTo>
                  <a:lnTo>
                    <a:pt x="3931" y="14104"/>
                  </a:lnTo>
                  <a:lnTo>
                    <a:pt x="4247" y="14044"/>
                  </a:lnTo>
                  <a:lnTo>
                    <a:pt x="4583" y="13946"/>
                  </a:lnTo>
                  <a:lnTo>
                    <a:pt x="4919" y="13807"/>
                  </a:lnTo>
                  <a:lnTo>
                    <a:pt x="5255" y="13649"/>
                  </a:lnTo>
                  <a:lnTo>
                    <a:pt x="5590" y="13452"/>
                  </a:lnTo>
                  <a:lnTo>
                    <a:pt x="5906" y="13234"/>
                  </a:lnTo>
                  <a:lnTo>
                    <a:pt x="6242" y="12997"/>
                  </a:lnTo>
                  <a:lnTo>
                    <a:pt x="6538" y="12721"/>
                  </a:lnTo>
                  <a:lnTo>
                    <a:pt x="6815" y="12444"/>
                  </a:lnTo>
                  <a:lnTo>
                    <a:pt x="7092" y="12148"/>
                  </a:lnTo>
                  <a:lnTo>
                    <a:pt x="7348" y="11832"/>
                  </a:lnTo>
                  <a:lnTo>
                    <a:pt x="7585" y="11516"/>
                  </a:lnTo>
                  <a:lnTo>
                    <a:pt x="7822" y="11161"/>
                  </a:lnTo>
                  <a:lnTo>
                    <a:pt x="8040" y="10805"/>
                  </a:lnTo>
                  <a:lnTo>
                    <a:pt x="8257" y="10449"/>
                  </a:lnTo>
                  <a:lnTo>
                    <a:pt x="8454" y="10074"/>
                  </a:lnTo>
                  <a:lnTo>
                    <a:pt x="8830" y="9284"/>
                  </a:lnTo>
                  <a:lnTo>
                    <a:pt x="9185" y="8454"/>
                  </a:lnTo>
                  <a:lnTo>
                    <a:pt x="9521" y="7585"/>
                  </a:lnTo>
                  <a:lnTo>
                    <a:pt x="9679" y="7131"/>
                  </a:lnTo>
                  <a:lnTo>
                    <a:pt x="9798" y="6697"/>
                  </a:lnTo>
                  <a:lnTo>
                    <a:pt x="9896" y="6282"/>
                  </a:lnTo>
                  <a:lnTo>
                    <a:pt x="9956" y="5867"/>
                  </a:lnTo>
                  <a:lnTo>
                    <a:pt x="9995" y="5472"/>
                  </a:lnTo>
                  <a:lnTo>
                    <a:pt x="9995" y="5077"/>
                  </a:lnTo>
                  <a:lnTo>
                    <a:pt x="9975" y="4682"/>
                  </a:lnTo>
                  <a:lnTo>
                    <a:pt x="9936" y="4307"/>
                  </a:lnTo>
                  <a:lnTo>
                    <a:pt x="9877" y="3951"/>
                  </a:lnTo>
                  <a:lnTo>
                    <a:pt x="9798" y="3595"/>
                  </a:lnTo>
                  <a:lnTo>
                    <a:pt x="9679" y="3260"/>
                  </a:lnTo>
                  <a:lnTo>
                    <a:pt x="9541" y="2924"/>
                  </a:lnTo>
                  <a:lnTo>
                    <a:pt x="9403" y="2608"/>
                  </a:lnTo>
                  <a:lnTo>
                    <a:pt x="9225" y="2292"/>
                  </a:lnTo>
                  <a:lnTo>
                    <a:pt x="9027" y="1996"/>
                  </a:lnTo>
                  <a:lnTo>
                    <a:pt x="8830" y="1719"/>
                  </a:lnTo>
                  <a:lnTo>
                    <a:pt x="8612" y="1462"/>
                  </a:lnTo>
                  <a:lnTo>
                    <a:pt x="8395" y="1225"/>
                  </a:lnTo>
                  <a:lnTo>
                    <a:pt x="8178" y="1028"/>
                  </a:lnTo>
                  <a:lnTo>
                    <a:pt x="7961" y="830"/>
                  </a:lnTo>
                  <a:lnTo>
                    <a:pt x="7763" y="692"/>
                  </a:lnTo>
                  <a:lnTo>
                    <a:pt x="7566" y="554"/>
                  </a:lnTo>
                  <a:lnTo>
                    <a:pt x="7368" y="435"/>
                  </a:lnTo>
                  <a:lnTo>
                    <a:pt x="7190" y="336"/>
                  </a:lnTo>
                  <a:lnTo>
                    <a:pt x="6835" y="198"/>
                  </a:lnTo>
                  <a:lnTo>
                    <a:pt x="6499" y="99"/>
                  </a:lnTo>
                  <a:lnTo>
                    <a:pt x="6203" y="40"/>
                  </a:lnTo>
                  <a:lnTo>
                    <a:pt x="592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2" name="Google Shape;7612;p29"/>
            <p:cNvSpPr/>
            <p:nvPr/>
          </p:nvSpPr>
          <p:spPr>
            <a:xfrm>
              <a:off x="-899325" y="3276875"/>
              <a:ext cx="221250" cy="328400"/>
            </a:xfrm>
            <a:custGeom>
              <a:rect b="b" l="l" r="r" t="t"/>
              <a:pathLst>
                <a:path extrusionOk="0" h="13136" w="8850">
                  <a:moveTo>
                    <a:pt x="5274" y="0"/>
                  </a:moveTo>
                  <a:lnTo>
                    <a:pt x="5136" y="40"/>
                  </a:lnTo>
                  <a:lnTo>
                    <a:pt x="5017" y="79"/>
                  </a:lnTo>
                  <a:lnTo>
                    <a:pt x="4899" y="138"/>
                  </a:lnTo>
                  <a:lnTo>
                    <a:pt x="4721" y="257"/>
                  </a:lnTo>
                  <a:lnTo>
                    <a:pt x="4583" y="375"/>
                  </a:lnTo>
                  <a:lnTo>
                    <a:pt x="4464" y="494"/>
                  </a:lnTo>
                  <a:lnTo>
                    <a:pt x="4385" y="612"/>
                  </a:lnTo>
                  <a:lnTo>
                    <a:pt x="3773" y="1936"/>
                  </a:lnTo>
                  <a:lnTo>
                    <a:pt x="2390" y="4938"/>
                  </a:lnTo>
                  <a:lnTo>
                    <a:pt x="1620" y="6597"/>
                  </a:lnTo>
                  <a:lnTo>
                    <a:pt x="929" y="8118"/>
                  </a:lnTo>
                  <a:lnTo>
                    <a:pt x="415" y="9323"/>
                  </a:lnTo>
                  <a:lnTo>
                    <a:pt x="237" y="9758"/>
                  </a:lnTo>
                  <a:lnTo>
                    <a:pt x="139" y="10034"/>
                  </a:lnTo>
                  <a:lnTo>
                    <a:pt x="79" y="10232"/>
                  </a:lnTo>
                  <a:lnTo>
                    <a:pt x="40" y="10429"/>
                  </a:lnTo>
                  <a:lnTo>
                    <a:pt x="20" y="10647"/>
                  </a:lnTo>
                  <a:lnTo>
                    <a:pt x="0" y="10844"/>
                  </a:lnTo>
                  <a:lnTo>
                    <a:pt x="0" y="11061"/>
                  </a:lnTo>
                  <a:lnTo>
                    <a:pt x="20" y="11259"/>
                  </a:lnTo>
                  <a:lnTo>
                    <a:pt x="40" y="11456"/>
                  </a:lnTo>
                  <a:lnTo>
                    <a:pt x="79" y="11654"/>
                  </a:lnTo>
                  <a:lnTo>
                    <a:pt x="139" y="11851"/>
                  </a:lnTo>
                  <a:lnTo>
                    <a:pt x="218" y="12029"/>
                  </a:lnTo>
                  <a:lnTo>
                    <a:pt x="297" y="12187"/>
                  </a:lnTo>
                  <a:lnTo>
                    <a:pt x="415" y="12345"/>
                  </a:lnTo>
                  <a:lnTo>
                    <a:pt x="534" y="12483"/>
                  </a:lnTo>
                  <a:lnTo>
                    <a:pt x="672" y="12622"/>
                  </a:lnTo>
                  <a:lnTo>
                    <a:pt x="850" y="12720"/>
                  </a:lnTo>
                  <a:lnTo>
                    <a:pt x="1027" y="12799"/>
                  </a:lnTo>
                  <a:lnTo>
                    <a:pt x="1423" y="12938"/>
                  </a:lnTo>
                  <a:lnTo>
                    <a:pt x="1877" y="13037"/>
                  </a:lnTo>
                  <a:lnTo>
                    <a:pt x="2351" y="13116"/>
                  </a:lnTo>
                  <a:lnTo>
                    <a:pt x="2845" y="13135"/>
                  </a:lnTo>
                  <a:lnTo>
                    <a:pt x="3101" y="13135"/>
                  </a:lnTo>
                  <a:lnTo>
                    <a:pt x="3338" y="13116"/>
                  </a:lnTo>
                  <a:lnTo>
                    <a:pt x="3575" y="13076"/>
                  </a:lnTo>
                  <a:lnTo>
                    <a:pt x="3813" y="13017"/>
                  </a:lnTo>
                  <a:lnTo>
                    <a:pt x="4050" y="12958"/>
                  </a:lnTo>
                  <a:lnTo>
                    <a:pt x="4287" y="12878"/>
                  </a:lnTo>
                  <a:lnTo>
                    <a:pt x="4504" y="12799"/>
                  </a:lnTo>
                  <a:lnTo>
                    <a:pt x="4721" y="12681"/>
                  </a:lnTo>
                  <a:lnTo>
                    <a:pt x="4919" y="12543"/>
                  </a:lnTo>
                  <a:lnTo>
                    <a:pt x="5136" y="12385"/>
                  </a:lnTo>
                  <a:lnTo>
                    <a:pt x="5353" y="12227"/>
                  </a:lnTo>
                  <a:lnTo>
                    <a:pt x="5570" y="12029"/>
                  </a:lnTo>
                  <a:lnTo>
                    <a:pt x="5807" y="11812"/>
                  </a:lnTo>
                  <a:lnTo>
                    <a:pt x="6025" y="11575"/>
                  </a:lnTo>
                  <a:lnTo>
                    <a:pt x="6262" y="11318"/>
                  </a:lnTo>
                  <a:lnTo>
                    <a:pt x="6479" y="11042"/>
                  </a:lnTo>
                  <a:lnTo>
                    <a:pt x="6696" y="10745"/>
                  </a:lnTo>
                  <a:lnTo>
                    <a:pt x="6914" y="10429"/>
                  </a:lnTo>
                  <a:lnTo>
                    <a:pt x="7111" y="10113"/>
                  </a:lnTo>
                  <a:lnTo>
                    <a:pt x="7328" y="9758"/>
                  </a:lnTo>
                  <a:lnTo>
                    <a:pt x="7506" y="9402"/>
                  </a:lnTo>
                  <a:lnTo>
                    <a:pt x="7684" y="9027"/>
                  </a:lnTo>
                  <a:lnTo>
                    <a:pt x="7862" y="8632"/>
                  </a:lnTo>
                  <a:lnTo>
                    <a:pt x="8020" y="8217"/>
                  </a:lnTo>
                  <a:lnTo>
                    <a:pt x="8276" y="7447"/>
                  </a:lnTo>
                  <a:lnTo>
                    <a:pt x="8494" y="6736"/>
                  </a:lnTo>
                  <a:lnTo>
                    <a:pt x="8672" y="6104"/>
                  </a:lnTo>
                  <a:lnTo>
                    <a:pt x="8770" y="5491"/>
                  </a:lnTo>
                  <a:lnTo>
                    <a:pt x="8810" y="5195"/>
                  </a:lnTo>
                  <a:lnTo>
                    <a:pt x="8849" y="4918"/>
                  </a:lnTo>
                  <a:lnTo>
                    <a:pt x="8849" y="4622"/>
                  </a:lnTo>
                  <a:lnTo>
                    <a:pt x="8849" y="4326"/>
                  </a:lnTo>
                  <a:lnTo>
                    <a:pt x="8830" y="4030"/>
                  </a:lnTo>
                  <a:lnTo>
                    <a:pt x="8810" y="3733"/>
                  </a:lnTo>
                  <a:lnTo>
                    <a:pt x="8691" y="3081"/>
                  </a:lnTo>
                  <a:lnTo>
                    <a:pt x="8612" y="2765"/>
                  </a:lnTo>
                  <a:lnTo>
                    <a:pt x="8513" y="2449"/>
                  </a:lnTo>
                  <a:lnTo>
                    <a:pt x="8375" y="2153"/>
                  </a:lnTo>
                  <a:lnTo>
                    <a:pt x="8217" y="1877"/>
                  </a:lnTo>
                  <a:lnTo>
                    <a:pt x="8039" y="1620"/>
                  </a:lnTo>
                  <a:lnTo>
                    <a:pt x="7842" y="1363"/>
                  </a:lnTo>
                  <a:lnTo>
                    <a:pt x="7625" y="1146"/>
                  </a:lnTo>
                  <a:lnTo>
                    <a:pt x="7407" y="928"/>
                  </a:lnTo>
                  <a:lnTo>
                    <a:pt x="7190" y="751"/>
                  </a:lnTo>
                  <a:lnTo>
                    <a:pt x="6973" y="593"/>
                  </a:lnTo>
                  <a:lnTo>
                    <a:pt x="6736" y="435"/>
                  </a:lnTo>
                  <a:lnTo>
                    <a:pt x="6519" y="316"/>
                  </a:lnTo>
                  <a:lnTo>
                    <a:pt x="6301" y="198"/>
                  </a:lnTo>
                  <a:lnTo>
                    <a:pt x="6084" y="119"/>
                  </a:lnTo>
                  <a:lnTo>
                    <a:pt x="5906" y="59"/>
                  </a:lnTo>
                  <a:lnTo>
                    <a:pt x="5728" y="20"/>
                  </a:lnTo>
                  <a:lnTo>
                    <a:pt x="555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3" name="Google Shape;7613;p29"/>
            <p:cNvSpPr/>
            <p:nvPr/>
          </p:nvSpPr>
          <p:spPr>
            <a:xfrm>
              <a:off x="-1012900" y="3249225"/>
              <a:ext cx="277050" cy="358025"/>
            </a:xfrm>
            <a:custGeom>
              <a:rect b="b" l="l" r="r" t="t"/>
              <a:pathLst>
                <a:path extrusionOk="0" h="14321" w="11082">
                  <a:moveTo>
                    <a:pt x="6894" y="0"/>
                  </a:moveTo>
                  <a:lnTo>
                    <a:pt x="6716" y="20"/>
                  </a:lnTo>
                  <a:lnTo>
                    <a:pt x="6538" y="59"/>
                  </a:lnTo>
                  <a:lnTo>
                    <a:pt x="6440" y="119"/>
                  </a:lnTo>
                  <a:lnTo>
                    <a:pt x="6321" y="217"/>
                  </a:lnTo>
                  <a:lnTo>
                    <a:pt x="6183" y="356"/>
                  </a:lnTo>
                  <a:lnTo>
                    <a:pt x="6025" y="533"/>
                  </a:lnTo>
                  <a:lnTo>
                    <a:pt x="5669" y="1007"/>
                  </a:lnTo>
                  <a:lnTo>
                    <a:pt x="5254" y="1620"/>
                  </a:lnTo>
                  <a:lnTo>
                    <a:pt x="4780" y="2311"/>
                  </a:lnTo>
                  <a:lnTo>
                    <a:pt x="4287" y="3081"/>
                  </a:lnTo>
                  <a:lnTo>
                    <a:pt x="3279" y="4741"/>
                  </a:lnTo>
                  <a:lnTo>
                    <a:pt x="2311" y="6400"/>
                  </a:lnTo>
                  <a:lnTo>
                    <a:pt x="1482" y="7822"/>
                  </a:lnTo>
                  <a:lnTo>
                    <a:pt x="711" y="9204"/>
                  </a:lnTo>
                  <a:lnTo>
                    <a:pt x="652" y="9264"/>
                  </a:lnTo>
                  <a:lnTo>
                    <a:pt x="514" y="9461"/>
                  </a:lnTo>
                  <a:lnTo>
                    <a:pt x="336" y="9758"/>
                  </a:lnTo>
                  <a:lnTo>
                    <a:pt x="257" y="9935"/>
                  </a:lnTo>
                  <a:lnTo>
                    <a:pt x="178" y="10133"/>
                  </a:lnTo>
                  <a:lnTo>
                    <a:pt x="99" y="10350"/>
                  </a:lnTo>
                  <a:lnTo>
                    <a:pt x="40" y="10587"/>
                  </a:lnTo>
                  <a:lnTo>
                    <a:pt x="20" y="10844"/>
                  </a:lnTo>
                  <a:lnTo>
                    <a:pt x="0" y="11101"/>
                  </a:lnTo>
                  <a:lnTo>
                    <a:pt x="20" y="11357"/>
                  </a:lnTo>
                  <a:lnTo>
                    <a:pt x="79" y="11634"/>
                  </a:lnTo>
                  <a:lnTo>
                    <a:pt x="178" y="11930"/>
                  </a:lnTo>
                  <a:lnTo>
                    <a:pt x="316" y="12207"/>
                  </a:lnTo>
                  <a:lnTo>
                    <a:pt x="514" y="12483"/>
                  </a:lnTo>
                  <a:lnTo>
                    <a:pt x="711" y="12720"/>
                  </a:lnTo>
                  <a:lnTo>
                    <a:pt x="948" y="12957"/>
                  </a:lnTo>
                  <a:lnTo>
                    <a:pt x="1186" y="13155"/>
                  </a:lnTo>
                  <a:lnTo>
                    <a:pt x="1462" y="13352"/>
                  </a:lnTo>
                  <a:lnTo>
                    <a:pt x="1739" y="13530"/>
                  </a:lnTo>
                  <a:lnTo>
                    <a:pt x="2035" y="13668"/>
                  </a:lnTo>
                  <a:lnTo>
                    <a:pt x="2331" y="13807"/>
                  </a:lnTo>
                  <a:lnTo>
                    <a:pt x="2627" y="13925"/>
                  </a:lnTo>
                  <a:lnTo>
                    <a:pt x="2924" y="14024"/>
                  </a:lnTo>
                  <a:lnTo>
                    <a:pt x="3220" y="14103"/>
                  </a:lnTo>
                  <a:lnTo>
                    <a:pt x="3516" y="14182"/>
                  </a:lnTo>
                  <a:lnTo>
                    <a:pt x="3793" y="14241"/>
                  </a:lnTo>
                  <a:lnTo>
                    <a:pt x="4069" y="14281"/>
                  </a:lnTo>
                  <a:lnTo>
                    <a:pt x="4563" y="14320"/>
                  </a:lnTo>
                  <a:lnTo>
                    <a:pt x="4780" y="14320"/>
                  </a:lnTo>
                  <a:lnTo>
                    <a:pt x="5017" y="14301"/>
                  </a:lnTo>
                  <a:lnTo>
                    <a:pt x="5235" y="14281"/>
                  </a:lnTo>
                  <a:lnTo>
                    <a:pt x="5452" y="14241"/>
                  </a:lnTo>
                  <a:lnTo>
                    <a:pt x="5669" y="14162"/>
                  </a:lnTo>
                  <a:lnTo>
                    <a:pt x="5886" y="14103"/>
                  </a:lnTo>
                  <a:lnTo>
                    <a:pt x="6104" y="14004"/>
                  </a:lnTo>
                  <a:lnTo>
                    <a:pt x="6301" y="13905"/>
                  </a:lnTo>
                  <a:lnTo>
                    <a:pt x="6499" y="13787"/>
                  </a:lnTo>
                  <a:lnTo>
                    <a:pt x="6696" y="13649"/>
                  </a:lnTo>
                  <a:lnTo>
                    <a:pt x="6894" y="13510"/>
                  </a:lnTo>
                  <a:lnTo>
                    <a:pt x="7072" y="13352"/>
                  </a:lnTo>
                  <a:lnTo>
                    <a:pt x="7249" y="13194"/>
                  </a:lnTo>
                  <a:lnTo>
                    <a:pt x="7407" y="13017"/>
                  </a:lnTo>
                  <a:lnTo>
                    <a:pt x="7565" y="12819"/>
                  </a:lnTo>
                  <a:lnTo>
                    <a:pt x="7723" y="12622"/>
                  </a:lnTo>
                  <a:lnTo>
                    <a:pt x="8079" y="12128"/>
                  </a:lnTo>
                  <a:lnTo>
                    <a:pt x="8514" y="11456"/>
                  </a:lnTo>
                  <a:lnTo>
                    <a:pt x="8988" y="10646"/>
                  </a:lnTo>
                  <a:lnTo>
                    <a:pt x="9481" y="9738"/>
                  </a:lnTo>
                  <a:lnTo>
                    <a:pt x="9955" y="8809"/>
                  </a:lnTo>
                  <a:lnTo>
                    <a:pt x="10173" y="8335"/>
                  </a:lnTo>
                  <a:lnTo>
                    <a:pt x="10370" y="7881"/>
                  </a:lnTo>
                  <a:lnTo>
                    <a:pt x="10548" y="7427"/>
                  </a:lnTo>
                  <a:lnTo>
                    <a:pt x="10706" y="6992"/>
                  </a:lnTo>
                  <a:lnTo>
                    <a:pt x="10825" y="6577"/>
                  </a:lnTo>
                  <a:lnTo>
                    <a:pt x="10923" y="6202"/>
                  </a:lnTo>
                  <a:lnTo>
                    <a:pt x="10983" y="5847"/>
                  </a:lnTo>
                  <a:lnTo>
                    <a:pt x="11022" y="5491"/>
                  </a:lnTo>
                  <a:lnTo>
                    <a:pt x="11062" y="5155"/>
                  </a:lnTo>
                  <a:lnTo>
                    <a:pt x="11081" y="4839"/>
                  </a:lnTo>
                  <a:lnTo>
                    <a:pt x="11081" y="4523"/>
                  </a:lnTo>
                  <a:lnTo>
                    <a:pt x="11062" y="4227"/>
                  </a:lnTo>
                  <a:lnTo>
                    <a:pt x="11022" y="3950"/>
                  </a:lnTo>
                  <a:lnTo>
                    <a:pt x="10983" y="3674"/>
                  </a:lnTo>
                  <a:lnTo>
                    <a:pt x="10923" y="3397"/>
                  </a:lnTo>
                  <a:lnTo>
                    <a:pt x="10844" y="3141"/>
                  </a:lnTo>
                  <a:lnTo>
                    <a:pt x="10745" y="2904"/>
                  </a:lnTo>
                  <a:lnTo>
                    <a:pt x="10627" y="2647"/>
                  </a:lnTo>
                  <a:lnTo>
                    <a:pt x="10489" y="2410"/>
                  </a:lnTo>
                  <a:lnTo>
                    <a:pt x="10331" y="2192"/>
                  </a:lnTo>
                  <a:lnTo>
                    <a:pt x="10153" y="1955"/>
                  </a:lnTo>
                  <a:lnTo>
                    <a:pt x="9975" y="1738"/>
                  </a:lnTo>
                  <a:lnTo>
                    <a:pt x="9541" y="1323"/>
                  </a:lnTo>
                  <a:lnTo>
                    <a:pt x="9106" y="948"/>
                  </a:lnTo>
                  <a:lnTo>
                    <a:pt x="8869" y="770"/>
                  </a:lnTo>
                  <a:lnTo>
                    <a:pt x="8632" y="612"/>
                  </a:lnTo>
                  <a:lnTo>
                    <a:pt x="8415" y="474"/>
                  </a:lnTo>
                  <a:lnTo>
                    <a:pt x="8178" y="356"/>
                  </a:lnTo>
                  <a:lnTo>
                    <a:pt x="7941" y="237"/>
                  </a:lnTo>
                  <a:lnTo>
                    <a:pt x="7723" y="158"/>
                  </a:lnTo>
                  <a:lnTo>
                    <a:pt x="7506" y="79"/>
                  </a:lnTo>
                  <a:lnTo>
                    <a:pt x="7289" y="40"/>
                  </a:lnTo>
                  <a:lnTo>
                    <a:pt x="709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4" name="Google Shape;7614;p29"/>
            <p:cNvSpPr/>
            <p:nvPr/>
          </p:nvSpPr>
          <p:spPr>
            <a:xfrm>
              <a:off x="-1298325" y="3095150"/>
              <a:ext cx="417775" cy="434075"/>
            </a:xfrm>
            <a:custGeom>
              <a:rect b="b" l="l" r="r" t="t"/>
              <a:pathLst>
                <a:path extrusionOk="0" h="17363" w="16711">
                  <a:moveTo>
                    <a:pt x="6973" y="0"/>
                  </a:moveTo>
                  <a:lnTo>
                    <a:pt x="6519" y="40"/>
                  </a:lnTo>
                  <a:lnTo>
                    <a:pt x="6084" y="119"/>
                  </a:lnTo>
                  <a:lnTo>
                    <a:pt x="5630" y="218"/>
                  </a:lnTo>
                  <a:lnTo>
                    <a:pt x="5196" y="356"/>
                  </a:lnTo>
                  <a:lnTo>
                    <a:pt x="4781" y="514"/>
                  </a:lnTo>
                  <a:lnTo>
                    <a:pt x="4366" y="711"/>
                  </a:lnTo>
                  <a:lnTo>
                    <a:pt x="3971" y="929"/>
                  </a:lnTo>
                  <a:lnTo>
                    <a:pt x="3596" y="1166"/>
                  </a:lnTo>
                  <a:lnTo>
                    <a:pt x="3240" y="1442"/>
                  </a:lnTo>
                  <a:lnTo>
                    <a:pt x="2904" y="1739"/>
                  </a:lnTo>
                  <a:lnTo>
                    <a:pt x="2588" y="2055"/>
                  </a:lnTo>
                  <a:lnTo>
                    <a:pt x="2292" y="2390"/>
                  </a:lnTo>
                  <a:lnTo>
                    <a:pt x="1996" y="2766"/>
                  </a:lnTo>
                  <a:lnTo>
                    <a:pt x="1719" y="3161"/>
                  </a:lnTo>
                  <a:lnTo>
                    <a:pt x="1443" y="3575"/>
                  </a:lnTo>
                  <a:lnTo>
                    <a:pt x="1206" y="4010"/>
                  </a:lnTo>
                  <a:lnTo>
                    <a:pt x="969" y="4445"/>
                  </a:lnTo>
                  <a:lnTo>
                    <a:pt x="751" y="4899"/>
                  </a:lnTo>
                  <a:lnTo>
                    <a:pt x="574" y="5353"/>
                  </a:lnTo>
                  <a:lnTo>
                    <a:pt x="396" y="5807"/>
                  </a:lnTo>
                  <a:lnTo>
                    <a:pt x="258" y="6282"/>
                  </a:lnTo>
                  <a:lnTo>
                    <a:pt x="159" y="6756"/>
                  </a:lnTo>
                  <a:lnTo>
                    <a:pt x="80" y="7210"/>
                  </a:lnTo>
                  <a:lnTo>
                    <a:pt x="20" y="7664"/>
                  </a:lnTo>
                  <a:lnTo>
                    <a:pt x="1" y="8118"/>
                  </a:lnTo>
                  <a:lnTo>
                    <a:pt x="20" y="8553"/>
                  </a:lnTo>
                  <a:lnTo>
                    <a:pt x="60" y="8751"/>
                  </a:lnTo>
                  <a:lnTo>
                    <a:pt x="99" y="8968"/>
                  </a:lnTo>
                  <a:lnTo>
                    <a:pt x="159" y="9185"/>
                  </a:lnTo>
                  <a:lnTo>
                    <a:pt x="238" y="9402"/>
                  </a:lnTo>
                  <a:lnTo>
                    <a:pt x="337" y="9620"/>
                  </a:lnTo>
                  <a:lnTo>
                    <a:pt x="435" y="9837"/>
                  </a:lnTo>
                  <a:lnTo>
                    <a:pt x="692" y="10271"/>
                  </a:lnTo>
                  <a:lnTo>
                    <a:pt x="1008" y="10686"/>
                  </a:lnTo>
                  <a:lnTo>
                    <a:pt x="1344" y="11121"/>
                  </a:lnTo>
                  <a:lnTo>
                    <a:pt x="1719" y="11536"/>
                  </a:lnTo>
                  <a:lnTo>
                    <a:pt x="2134" y="11950"/>
                  </a:lnTo>
                  <a:lnTo>
                    <a:pt x="2568" y="12345"/>
                  </a:lnTo>
                  <a:lnTo>
                    <a:pt x="3023" y="12740"/>
                  </a:lnTo>
                  <a:lnTo>
                    <a:pt x="3477" y="13116"/>
                  </a:lnTo>
                  <a:lnTo>
                    <a:pt x="3931" y="13491"/>
                  </a:lnTo>
                  <a:lnTo>
                    <a:pt x="4840" y="14182"/>
                  </a:lnTo>
                  <a:lnTo>
                    <a:pt x="5670" y="14795"/>
                  </a:lnTo>
                  <a:lnTo>
                    <a:pt x="7131" y="15861"/>
                  </a:lnTo>
                  <a:lnTo>
                    <a:pt x="8277" y="16711"/>
                  </a:lnTo>
                  <a:lnTo>
                    <a:pt x="8731" y="17027"/>
                  </a:lnTo>
                  <a:lnTo>
                    <a:pt x="9067" y="17244"/>
                  </a:lnTo>
                  <a:lnTo>
                    <a:pt x="9304" y="17362"/>
                  </a:lnTo>
                  <a:lnTo>
                    <a:pt x="9403" y="17362"/>
                  </a:lnTo>
                  <a:lnTo>
                    <a:pt x="11161" y="14360"/>
                  </a:lnTo>
                  <a:lnTo>
                    <a:pt x="12504" y="12049"/>
                  </a:lnTo>
                  <a:lnTo>
                    <a:pt x="13709" y="9995"/>
                  </a:lnTo>
                  <a:lnTo>
                    <a:pt x="14933" y="7921"/>
                  </a:lnTo>
                  <a:lnTo>
                    <a:pt x="16711" y="4919"/>
                  </a:lnTo>
                  <a:lnTo>
                    <a:pt x="15822" y="4326"/>
                  </a:lnTo>
                  <a:lnTo>
                    <a:pt x="13847" y="3062"/>
                  </a:lnTo>
                  <a:lnTo>
                    <a:pt x="12682" y="2331"/>
                  </a:lnTo>
                  <a:lnTo>
                    <a:pt x="11516" y="1620"/>
                  </a:lnTo>
                  <a:lnTo>
                    <a:pt x="10450" y="988"/>
                  </a:lnTo>
                  <a:lnTo>
                    <a:pt x="9975" y="731"/>
                  </a:lnTo>
                  <a:lnTo>
                    <a:pt x="9561" y="514"/>
                  </a:lnTo>
                  <a:lnTo>
                    <a:pt x="9146" y="336"/>
                  </a:lnTo>
                  <a:lnTo>
                    <a:pt x="8731" y="198"/>
                  </a:lnTo>
                  <a:lnTo>
                    <a:pt x="8297" y="99"/>
                  </a:lnTo>
                  <a:lnTo>
                    <a:pt x="7862" y="40"/>
                  </a:lnTo>
                  <a:lnTo>
                    <a:pt x="74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5" name="Google Shape;7615;p29"/>
            <p:cNvSpPr/>
            <p:nvPr/>
          </p:nvSpPr>
          <p:spPr>
            <a:xfrm>
              <a:off x="-880575" y="3218100"/>
              <a:ext cx="25" cy="25"/>
            </a:xfrm>
            <a:custGeom>
              <a:rect b="b" l="l" r="r" t="t"/>
              <a:pathLst>
                <a:path extrusionOk="0" h="1" w="1">
                  <a:moveTo>
                    <a:pt x="1" y="1"/>
                  </a:moveTo>
                  <a:lnTo>
                    <a:pt x="1" y="1"/>
                  </a:lnTo>
                  <a:lnTo>
                    <a:pt x="1" y="1"/>
                  </a:lnTo>
                  <a:lnTo>
                    <a:pt x="1" y="1"/>
                  </a:lnTo>
                  <a:lnTo>
                    <a:pt x="1" y="1"/>
                  </a:lnTo>
                  <a:lnTo>
                    <a:pt x="1" y="1"/>
                  </a:lnTo>
                  <a:lnTo>
                    <a:pt x="1" y="1"/>
                  </a:lnTo>
                  <a:close/>
                </a:path>
              </a:pathLst>
            </a:custGeom>
            <a:solidFill>
              <a:srgbClr val="E6A45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6" name="Google Shape;7616;p29"/>
            <p:cNvSpPr/>
            <p:nvPr/>
          </p:nvSpPr>
          <p:spPr>
            <a:xfrm>
              <a:off x="-1510150" y="3967200"/>
              <a:ext cx="345675" cy="325450"/>
            </a:xfrm>
            <a:custGeom>
              <a:rect b="b" l="l" r="r" t="t"/>
              <a:pathLst>
                <a:path extrusionOk="0" h="13018" w="13827">
                  <a:moveTo>
                    <a:pt x="3872" y="1"/>
                  </a:moveTo>
                  <a:lnTo>
                    <a:pt x="3259" y="1047"/>
                  </a:lnTo>
                  <a:lnTo>
                    <a:pt x="1896" y="3378"/>
                  </a:lnTo>
                  <a:lnTo>
                    <a:pt x="1185" y="4623"/>
                  </a:lnTo>
                  <a:lnTo>
                    <a:pt x="573" y="5748"/>
                  </a:lnTo>
                  <a:lnTo>
                    <a:pt x="138" y="6558"/>
                  </a:lnTo>
                  <a:lnTo>
                    <a:pt x="20" y="6815"/>
                  </a:lnTo>
                  <a:lnTo>
                    <a:pt x="0" y="6894"/>
                  </a:lnTo>
                  <a:lnTo>
                    <a:pt x="0" y="6934"/>
                  </a:lnTo>
                  <a:lnTo>
                    <a:pt x="20" y="6973"/>
                  </a:lnTo>
                  <a:lnTo>
                    <a:pt x="119" y="7052"/>
                  </a:lnTo>
                  <a:lnTo>
                    <a:pt x="494" y="7289"/>
                  </a:lnTo>
                  <a:lnTo>
                    <a:pt x="1758" y="8040"/>
                  </a:lnTo>
                  <a:lnTo>
                    <a:pt x="3536" y="9047"/>
                  </a:lnTo>
                  <a:lnTo>
                    <a:pt x="5570" y="10193"/>
                  </a:lnTo>
                  <a:lnTo>
                    <a:pt x="7624" y="11299"/>
                  </a:lnTo>
                  <a:lnTo>
                    <a:pt x="8572" y="11793"/>
                  </a:lnTo>
                  <a:lnTo>
                    <a:pt x="9442" y="12227"/>
                  </a:lnTo>
                  <a:lnTo>
                    <a:pt x="10172" y="12583"/>
                  </a:lnTo>
                  <a:lnTo>
                    <a:pt x="10745" y="12839"/>
                  </a:lnTo>
                  <a:lnTo>
                    <a:pt x="11140" y="12997"/>
                  </a:lnTo>
                  <a:lnTo>
                    <a:pt x="11259" y="13017"/>
                  </a:lnTo>
                  <a:lnTo>
                    <a:pt x="11318" y="13017"/>
                  </a:lnTo>
                  <a:lnTo>
                    <a:pt x="11397" y="12859"/>
                  </a:lnTo>
                  <a:lnTo>
                    <a:pt x="11516" y="12563"/>
                  </a:lnTo>
                  <a:lnTo>
                    <a:pt x="11832" y="11556"/>
                  </a:lnTo>
                  <a:lnTo>
                    <a:pt x="12246" y="10193"/>
                  </a:lnTo>
                  <a:lnTo>
                    <a:pt x="12681" y="8672"/>
                  </a:lnTo>
                  <a:lnTo>
                    <a:pt x="13491" y="5827"/>
                  </a:lnTo>
                  <a:lnTo>
                    <a:pt x="13827" y="4544"/>
                  </a:lnTo>
                  <a:lnTo>
                    <a:pt x="38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7" name="Google Shape;7617;p29"/>
            <p:cNvSpPr/>
            <p:nvPr/>
          </p:nvSpPr>
          <p:spPr>
            <a:xfrm>
              <a:off x="-1914575" y="3337100"/>
              <a:ext cx="321475" cy="387675"/>
            </a:xfrm>
            <a:custGeom>
              <a:rect b="b" l="l" r="r" t="t"/>
              <a:pathLst>
                <a:path extrusionOk="0" h="15507" w="12859">
                  <a:moveTo>
                    <a:pt x="8632" y="1"/>
                  </a:moveTo>
                  <a:lnTo>
                    <a:pt x="5985" y="1028"/>
                  </a:lnTo>
                  <a:lnTo>
                    <a:pt x="5017" y="1423"/>
                  </a:lnTo>
                  <a:lnTo>
                    <a:pt x="4978" y="1443"/>
                  </a:lnTo>
                  <a:lnTo>
                    <a:pt x="4859" y="1482"/>
                  </a:lnTo>
                  <a:lnTo>
                    <a:pt x="4820" y="1502"/>
                  </a:lnTo>
                  <a:lnTo>
                    <a:pt x="4780" y="1502"/>
                  </a:lnTo>
                  <a:lnTo>
                    <a:pt x="4780" y="1522"/>
                  </a:lnTo>
                  <a:lnTo>
                    <a:pt x="4760" y="1522"/>
                  </a:lnTo>
                  <a:lnTo>
                    <a:pt x="4721" y="1542"/>
                  </a:lnTo>
                  <a:lnTo>
                    <a:pt x="4701" y="1542"/>
                  </a:lnTo>
                  <a:lnTo>
                    <a:pt x="4662" y="1561"/>
                  </a:lnTo>
                  <a:lnTo>
                    <a:pt x="4642" y="1561"/>
                  </a:lnTo>
                  <a:lnTo>
                    <a:pt x="3437" y="2055"/>
                  </a:lnTo>
                  <a:lnTo>
                    <a:pt x="2351" y="2509"/>
                  </a:lnTo>
                  <a:lnTo>
                    <a:pt x="1482" y="2885"/>
                  </a:lnTo>
                  <a:lnTo>
                    <a:pt x="1166" y="3043"/>
                  </a:lnTo>
                  <a:lnTo>
                    <a:pt x="948" y="3141"/>
                  </a:lnTo>
                  <a:lnTo>
                    <a:pt x="0" y="3695"/>
                  </a:lnTo>
                  <a:lnTo>
                    <a:pt x="534" y="4959"/>
                  </a:lnTo>
                  <a:lnTo>
                    <a:pt x="553" y="4978"/>
                  </a:lnTo>
                  <a:lnTo>
                    <a:pt x="1047" y="6164"/>
                  </a:lnTo>
                  <a:lnTo>
                    <a:pt x="1067" y="6183"/>
                  </a:lnTo>
                  <a:lnTo>
                    <a:pt x="1087" y="6243"/>
                  </a:lnTo>
                  <a:lnTo>
                    <a:pt x="1087" y="6262"/>
                  </a:lnTo>
                  <a:lnTo>
                    <a:pt x="1106" y="6282"/>
                  </a:lnTo>
                  <a:lnTo>
                    <a:pt x="3358" y="11516"/>
                  </a:lnTo>
                  <a:lnTo>
                    <a:pt x="3733" y="12405"/>
                  </a:lnTo>
                  <a:lnTo>
                    <a:pt x="3733" y="12425"/>
                  </a:lnTo>
                  <a:lnTo>
                    <a:pt x="3753" y="12445"/>
                  </a:lnTo>
                  <a:lnTo>
                    <a:pt x="3832" y="12622"/>
                  </a:lnTo>
                  <a:lnTo>
                    <a:pt x="3832" y="12642"/>
                  </a:lnTo>
                  <a:lnTo>
                    <a:pt x="3832" y="12662"/>
                  </a:lnTo>
                  <a:lnTo>
                    <a:pt x="3852" y="12682"/>
                  </a:lnTo>
                  <a:lnTo>
                    <a:pt x="3852" y="12701"/>
                  </a:lnTo>
                  <a:lnTo>
                    <a:pt x="3872" y="12741"/>
                  </a:lnTo>
                  <a:lnTo>
                    <a:pt x="3891" y="12761"/>
                  </a:lnTo>
                  <a:lnTo>
                    <a:pt x="3911" y="12800"/>
                  </a:lnTo>
                  <a:lnTo>
                    <a:pt x="4741" y="14677"/>
                  </a:lnTo>
                  <a:lnTo>
                    <a:pt x="4997" y="15249"/>
                  </a:lnTo>
                  <a:lnTo>
                    <a:pt x="5136" y="15506"/>
                  </a:lnTo>
                  <a:lnTo>
                    <a:pt x="5175" y="15506"/>
                  </a:lnTo>
                  <a:lnTo>
                    <a:pt x="5274" y="15487"/>
                  </a:lnTo>
                  <a:lnTo>
                    <a:pt x="5412" y="15408"/>
                  </a:lnTo>
                  <a:lnTo>
                    <a:pt x="5570" y="15309"/>
                  </a:lnTo>
                  <a:lnTo>
                    <a:pt x="6025" y="15032"/>
                  </a:lnTo>
                  <a:lnTo>
                    <a:pt x="6578" y="14637"/>
                  </a:lnTo>
                  <a:lnTo>
                    <a:pt x="7921" y="13610"/>
                  </a:lnTo>
                  <a:lnTo>
                    <a:pt x="9422" y="12445"/>
                  </a:lnTo>
                  <a:lnTo>
                    <a:pt x="9442" y="12445"/>
                  </a:lnTo>
                  <a:lnTo>
                    <a:pt x="10291" y="11753"/>
                  </a:lnTo>
                  <a:lnTo>
                    <a:pt x="10331" y="11734"/>
                  </a:lnTo>
                  <a:lnTo>
                    <a:pt x="12859" y="9699"/>
                  </a:lnTo>
                  <a:lnTo>
                    <a:pt x="8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8" name="Google Shape;7618;p29"/>
            <p:cNvSpPr/>
            <p:nvPr/>
          </p:nvSpPr>
          <p:spPr>
            <a:xfrm>
              <a:off x="-1617800" y="3222550"/>
              <a:ext cx="250375" cy="293825"/>
            </a:xfrm>
            <a:custGeom>
              <a:rect b="b" l="l" r="r" t="t"/>
              <a:pathLst>
                <a:path extrusionOk="0" h="11753" w="10015">
                  <a:moveTo>
                    <a:pt x="6222" y="0"/>
                  </a:moveTo>
                  <a:lnTo>
                    <a:pt x="1640" y="2252"/>
                  </a:lnTo>
                  <a:lnTo>
                    <a:pt x="0" y="3062"/>
                  </a:lnTo>
                  <a:lnTo>
                    <a:pt x="1087" y="5511"/>
                  </a:lnTo>
                  <a:lnTo>
                    <a:pt x="1126" y="5630"/>
                  </a:lnTo>
                  <a:lnTo>
                    <a:pt x="1146" y="5649"/>
                  </a:lnTo>
                  <a:lnTo>
                    <a:pt x="1166" y="5709"/>
                  </a:lnTo>
                  <a:lnTo>
                    <a:pt x="1659" y="6835"/>
                  </a:lnTo>
                  <a:lnTo>
                    <a:pt x="1719" y="6953"/>
                  </a:lnTo>
                  <a:lnTo>
                    <a:pt x="1778" y="7111"/>
                  </a:lnTo>
                  <a:lnTo>
                    <a:pt x="1837" y="7230"/>
                  </a:lnTo>
                  <a:lnTo>
                    <a:pt x="1975" y="7565"/>
                  </a:lnTo>
                  <a:lnTo>
                    <a:pt x="2114" y="7862"/>
                  </a:lnTo>
                  <a:lnTo>
                    <a:pt x="2133" y="7881"/>
                  </a:lnTo>
                  <a:lnTo>
                    <a:pt x="2153" y="7960"/>
                  </a:lnTo>
                  <a:lnTo>
                    <a:pt x="2153" y="7980"/>
                  </a:lnTo>
                  <a:lnTo>
                    <a:pt x="2212" y="8079"/>
                  </a:lnTo>
                  <a:lnTo>
                    <a:pt x="2212" y="8119"/>
                  </a:lnTo>
                  <a:lnTo>
                    <a:pt x="2232" y="8158"/>
                  </a:lnTo>
                  <a:lnTo>
                    <a:pt x="2252" y="8158"/>
                  </a:lnTo>
                  <a:lnTo>
                    <a:pt x="2410" y="8553"/>
                  </a:lnTo>
                  <a:lnTo>
                    <a:pt x="2430" y="8573"/>
                  </a:lnTo>
                  <a:lnTo>
                    <a:pt x="2509" y="8751"/>
                  </a:lnTo>
                  <a:lnTo>
                    <a:pt x="2528" y="8810"/>
                  </a:lnTo>
                  <a:lnTo>
                    <a:pt x="2825" y="9481"/>
                  </a:lnTo>
                  <a:lnTo>
                    <a:pt x="2864" y="9560"/>
                  </a:lnTo>
                  <a:lnTo>
                    <a:pt x="3812" y="11753"/>
                  </a:lnTo>
                  <a:lnTo>
                    <a:pt x="4326" y="11457"/>
                  </a:lnTo>
                  <a:lnTo>
                    <a:pt x="6321" y="10271"/>
                  </a:lnTo>
                  <a:lnTo>
                    <a:pt x="10014" y="8059"/>
                  </a:lnTo>
                  <a:lnTo>
                    <a:pt x="622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9" name="Google Shape;7619;p29"/>
            <p:cNvSpPr/>
            <p:nvPr/>
          </p:nvSpPr>
          <p:spPr>
            <a:xfrm>
              <a:off x="-1048450" y="3187975"/>
              <a:ext cx="209875" cy="360025"/>
            </a:xfrm>
            <a:custGeom>
              <a:rect b="b" l="l" r="r" t="t"/>
              <a:pathLst>
                <a:path extrusionOk="0" h="14401" w="8395">
                  <a:moveTo>
                    <a:pt x="8237" y="1"/>
                  </a:moveTo>
                  <a:lnTo>
                    <a:pt x="8197" y="40"/>
                  </a:lnTo>
                  <a:lnTo>
                    <a:pt x="8099" y="139"/>
                  </a:lnTo>
                  <a:lnTo>
                    <a:pt x="7822" y="574"/>
                  </a:lnTo>
                  <a:lnTo>
                    <a:pt x="7388" y="1245"/>
                  </a:lnTo>
                  <a:lnTo>
                    <a:pt x="6854" y="2134"/>
                  </a:lnTo>
                  <a:lnTo>
                    <a:pt x="5531" y="4346"/>
                  </a:lnTo>
                  <a:lnTo>
                    <a:pt x="4030" y="6894"/>
                  </a:lnTo>
                  <a:lnTo>
                    <a:pt x="1264" y="11654"/>
                  </a:lnTo>
                  <a:lnTo>
                    <a:pt x="0" y="13807"/>
                  </a:lnTo>
                  <a:lnTo>
                    <a:pt x="257" y="14400"/>
                  </a:lnTo>
                  <a:lnTo>
                    <a:pt x="8375" y="179"/>
                  </a:lnTo>
                  <a:lnTo>
                    <a:pt x="8395" y="159"/>
                  </a:lnTo>
                  <a:lnTo>
                    <a:pt x="8395" y="100"/>
                  </a:lnTo>
                  <a:lnTo>
                    <a:pt x="8375" y="80"/>
                  </a:lnTo>
                  <a:lnTo>
                    <a:pt x="8355" y="40"/>
                  </a:lnTo>
                  <a:lnTo>
                    <a:pt x="8316" y="20"/>
                  </a:lnTo>
                  <a:lnTo>
                    <a:pt x="823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0" name="Google Shape;7620;p29"/>
            <p:cNvSpPr/>
            <p:nvPr/>
          </p:nvSpPr>
          <p:spPr>
            <a:xfrm>
              <a:off x="-1273625" y="3541050"/>
              <a:ext cx="185200" cy="231625"/>
            </a:xfrm>
            <a:custGeom>
              <a:rect b="b" l="l" r="r" t="t"/>
              <a:pathLst>
                <a:path extrusionOk="0" h="9265" w="7408">
                  <a:moveTo>
                    <a:pt x="6242" y="0"/>
                  </a:moveTo>
                  <a:lnTo>
                    <a:pt x="6084" y="20"/>
                  </a:lnTo>
                  <a:lnTo>
                    <a:pt x="5906" y="60"/>
                  </a:lnTo>
                  <a:lnTo>
                    <a:pt x="5728" y="119"/>
                  </a:lnTo>
                  <a:lnTo>
                    <a:pt x="5531" y="198"/>
                  </a:lnTo>
                  <a:lnTo>
                    <a:pt x="5096" y="376"/>
                  </a:lnTo>
                  <a:lnTo>
                    <a:pt x="4662" y="633"/>
                  </a:lnTo>
                  <a:lnTo>
                    <a:pt x="4543" y="692"/>
                  </a:lnTo>
                  <a:lnTo>
                    <a:pt x="4148" y="949"/>
                  </a:lnTo>
                  <a:lnTo>
                    <a:pt x="3733" y="1225"/>
                  </a:lnTo>
                  <a:lnTo>
                    <a:pt x="3299" y="1541"/>
                  </a:lnTo>
                  <a:lnTo>
                    <a:pt x="2884" y="1877"/>
                  </a:lnTo>
                  <a:lnTo>
                    <a:pt x="2627" y="2094"/>
                  </a:lnTo>
                  <a:lnTo>
                    <a:pt x="2371" y="2331"/>
                  </a:lnTo>
                  <a:lnTo>
                    <a:pt x="2134" y="2568"/>
                  </a:lnTo>
                  <a:lnTo>
                    <a:pt x="1916" y="2805"/>
                  </a:lnTo>
                  <a:lnTo>
                    <a:pt x="1719" y="3062"/>
                  </a:lnTo>
                  <a:lnTo>
                    <a:pt x="1521" y="3319"/>
                  </a:lnTo>
                  <a:lnTo>
                    <a:pt x="1166" y="3832"/>
                  </a:lnTo>
                  <a:lnTo>
                    <a:pt x="869" y="4346"/>
                  </a:lnTo>
                  <a:lnTo>
                    <a:pt x="593" y="4860"/>
                  </a:lnTo>
                  <a:lnTo>
                    <a:pt x="395" y="5353"/>
                  </a:lnTo>
                  <a:lnTo>
                    <a:pt x="218" y="5847"/>
                  </a:lnTo>
                  <a:lnTo>
                    <a:pt x="139" y="6104"/>
                  </a:lnTo>
                  <a:lnTo>
                    <a:pt x="99" y="6361"/>
                  </a:lnTo>
                  <a:lnTo>
                    <a:pt x="60" y="6637"/>
                  </a:lnTo>
                  <a:lnTo>
                    <a:pt x="20" y="6914"/>
                  </a:lnTo>
                  <a:lnTo>
                    <a:pt x="0" y="7487"/>
                  </a:lnTo>
                  <a:lnTo>
                    <a:pt x="20" y="8040"/>
                  </a:lnTo>
                  <a:lnTo>
                    <a:pt x="60" y="8514"/>
                  </a:lnTo>
                  <a:lnTo>
                    <a:pt x="99" y="8909"/>
                  </a:lnTo>
                  <a:lnTo>
                    <a:pt x="139" y="9264"/>
                  </a:lnTo>
                  <a:lnTo>
                    <a:pt x="909" y="8652"/>
                  </a:lnTo>
                  <a:lnTo>
                    <a:pt x="1699" y="8020"/>
                  </a:lnTo>
                  <a:lnTo>
                    <a:pt x="2588" y="7289"/>
                  </a:lnTo>
                  <a:lnTo>
                    <a:pt x="3477" y="6519"/>
                  </a:lnTo>
                  <a:lnTo>
                    <a:pt x="3891" y="6163"/>
                  </a:lnTo>
                  <a:lnTo>
                    <a:pt x="4247" y="5827"/>
                  </a:lnTo>
                  <a:lnTo>
                    <a:pt x="4563" y="5511"/>
                  </a:lnTo>
                  <a:lnTo>
                    <a:pt x="4780" y="5255"/>
                  </a:lnTo>
                  <a:lnTo>
                    <a:pt x="4919" y="5057"/>
                  </a:lnTo>
                  <a:lnTo>
                    <a:pt x="4958" y="4978"/>
                  </a:lnTo>
                  <a:lnTo>
                    <a:pt x="4958" y="4919"/>
                  </a:lnTo>
                  <a:lnTo>
                    <a:pt x="4938" y="4721"/>
                  </a:lnTo>
                  <a:lnTo>
                    <a:pt x="4938" y="4524"/>
                  </a:lnTo>
                  <a:lnTo>
                    <a:pt x="4958" y="4346"/>
                  </a:lnTo>
                  <a:lnTo>
                    <a:pt x="5017" y="4168"/>
                  </a:lnTo>
                  <a:lnTo>
                    <a:pt x="5116" y="3990"/>
                  </a:lnTo>
                  <a:lnTo>
                    <a:pt x="5215" y="3852"/>
                  </a:lnTo>
                  <a:lnTo>
                    <a:pt x="5333" y="3694"/>
                  </a:lnTo>
                  <a:lnTo>
                    <a:pt x="5452" y="3556"/>
                  </a:lnTo>
                  <a:lnTo>
                    <a:pt x="5768" y="3279"/>
                  </a:lnTo>
                  <a:lnTo>
                    <a:pt x="6084" y="3042"/>
                  </a:lnTo>
                  <a:lnTo>
                    <a:pt x="6400" y="2805"/>
                  </a:lnTo>
                  <a:lnTo>
                    <a:pt x="6696" y="2568"/>
                  </a:lnTo>
                  <a:lnTo>
                    <a:pt x="6914" y="2371"/>
                  </a:lnTo>
                  <a:lnTo>
                    <a:pt x="7072" y="2173"/>
                  </a:lnTo>
                  <a:lnTo>
                    <a:pt x="7210" y="1976"/>
                  </a:lnTo>
                  <a:lnTo>
                    <a:pt x="7309" y="1778"/>
                  </a:lnTo>
                  <a:lnTo>
                    <a:pt x="7368" y="1581"/>
                  </a:lnTo>
                  <a:lnTo>
                    <a:pt x="7407" y="1383"/>
                  </a:lnTo>
                  <a:lnTo>
                    <a:pt x="7407" y="1205"/>
                  </a:lnTo>
                  <a:lnTo>
                    <a:pt x="7388" y="1008"/>
                  </a:lnTo>
                  <a:lnTo>
                    <a:pt x="7348" y="850"/>
                  </a:lnTo>
                  <a:lnTo>
                    <a:pt x="7269" y="672"/>
                  </a:lnTo>
                  <a:lnTo>
                    <a:pt x="7190" y="534"/>
                  </a:lnTo>
                  <a:lnTo>
                    <a:pt x="7091" y="396"/>
                  </a:lnTo>
                  <a:lnTo>
                    <a:pt x="6993" y="277"/>
                  </a:lnTo>
                  <a:lnTo>
                    <a:pt x="6874" y="178"/>
                  </a:lnTo>
                  <a:lnTo>
                    <a:pt x="6756" y="99"/>
                  </a:lnTo>
                  <a:lnTo>
                    <a:pt x="6617" y="40"/>
                  </a:lnTo>
                  <a:lnTo>
                    <a:pt x="6479"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1" name="Google Shape;7621;p29"/>
            <p:cNvSpPr/>
            <p:nvPr/>
          </p:nvSpPr>
          <p:spPr>
            <a:xfrm>
              <a:off x="-1191650" y="3522275"/>
              <a:ext cx="165925" cy="240025"/>
            </a:xfrm>
            <a:custGeom>
              <a:rect b="b" l="l" r="r" t="t"/>
              <a:pathLst>
                <a:path extrusionOk="0" h="9601" w="6637">
                  <a:moveTo>
                    <a:pt x="5570" y="1"/>
                  </a:moveTo>
                  <a:lnTo>
                    <a:pt x="5531" y="21"/>
                  </a:lnTo>
                  <a:lnTo>
                    <a:pt x="5412" y="119"/>
                  </a:lnTo>
                  <a:lnTo>
                    <a:pt x="5215" y="396"/>
                  </a:lnTo>
                  <a:lnTo>
                    <a:pt x="4543" y="1344"/>
                  </a:lnTo>
                  <a:lnTo>
                    <a:pt x="3654" y="2667"/>
                  </a:lnTo>
                  <a:lnTo>
                    <a:pt x="2667" y="4208"/>
                  </a:lnTo>
                  <a:lnTo>
                    <a:pt x="1679" y="5749"/>
                  </a:lnTo>
                  <a:lnTo>
                    <a:pt x="830" y="7131"/>
                  </a:lnTo>
                  <a:lnTo>
                    <a:pt x="237" y="8159"/>
                  </a:lnTo>
                  <a:lnTo>
                    <a:pt x="59" y="8475"/>
                  </a:lnTo>
                  <a:lnTo>
                    <a:pt x="20" y="8573"/>
                  </a:lnTo>
                  <a:lnTo>
                    <a:pt x="0" y="8652"/>
                  </a:lnTo>
                  <a:lnTo>
                    <a:pt x="20" y="8731"/>
                  </a:lnTo>
                  <a:lnTo>
                    <a:pt x="40" y="8810"/>
                  </a:lnTo>
                  <a:lnTo>
                    <a:pt x="79" y="8889"/>
                  </a:lnTo>
                  <a:lnTo>
                    <a:pt x="138" y="8968"/>
                  </a:lnTo>
                  <a:lnTo>
                    <a:pt x="296" y="9126"/>
                  </a:lnTo>
                  <a:lnTo>
                    <a:pt x="474" y="9265"/>
                  </a:lnTo>
                  <a:lnTo>
                    <a:pt x="672" y="9383"/>
                  </a:lnTo>
                  <a:lnTo>
                    <a:pt x="869" y="9482"/>
                  </a:lnTo>
                  <a:lnTo>
                    <a:pt x="1027" y="9561"/>
                  </a:lnTo>
                  <a:lnTo>
                    <a:pt x="1146" y="9600"/>
                  </a:lnTo>
                  <a:lnTo>
                    <a:pt x="1185" y="9581"/>
                  </a:lnTo>
                  <a:lnTo>
                    <a:pt x="1264" y="9521"/>
                  </a:lnTo>
                  <a:lnTo>
                    <a:pt x="1462" y="9265"/>
                  </a:lnTo>
                  <a:lnTo>
                    <a:pt x="1738" y="8870"/>
                  </a:lnTo>
                  <a:lnTo>
                    <a:pt x="2094" y="8336"/>
                  </a:lnTo>
                  <a:lnTo>
                    <a:pt x="2963" y="6993"/>
                  </a:lnTo>
                  <a:lnTo>
                    <a:pt x="3931" y="5433"/>
                  </a:lnTo>
                  <a:lnTo>
                    <a:pt x="4899" y="3853"/>
                  </a:lnTo>
                  <a:lnTo>
                    <a:pt x="5748" y="2450"/>
                  </a:lnTo>
                  <a:lnTo>
                    <a:pt x="6360" y="1423"/>
                  </a:lnTo>
                  <a:lnTo>
                    <a:pt x="6617" y="929"/>
                  </a:lnTo>
                  <a:lnTo>
                    <a:pt x="6637" y="870"/>
                  </a:lnTo>
                  <a:lnTo>
                    <a:pt x="6617" y="791"/>
                  </a:lnTo>
                  <a:lnTo>
                    <a:pt x="6578" y="712"/>
                  </a:lnTo>
                  <a:lnTo>
                    <a:pt x="6538" y="633"/>
                  </a:lnTo>
                  <a:lnTo>
                    <a:pt x="6380" y="455"/>
                  </a:lnTo>
                  <a:lnTo>
                    <a:pt x="6202" y="317"/>
                  </a:lnTo>
                  <a:lnTo>
                    <a:pt x="5985" y="179"/>
                  </a:lnTo>
                  <a:lnTo>
                    <a:pt x="5788" y="80"/>
                  </a:lnTo>
                  <a:lnTo>
                    <a:pt x="5629" y="21"/>
                  </a:lnTo>
                  <a:lnTo>
                    <a:pt x="557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2" name="Google Shape;7622;p29"/>
            <p:cNvSpPr/>
            <p:nvPr/>
          </p:nvSpPr>
          <p:spPr>
            <a:xfrm>
              <a:off x="-1258325" y="3556850"/>
              <a:ext cx="279025" cy="311125"/>
            </a:xfrm>
            <a:custGeom>
              <a:rect b="b" l="l" r="r" t="t"/>
              <a:pathLst>
                <a:path extrusionOk="0" h="12445" w="11161">
                  <a:moveTo>
                    <a:pt x="9087" y="1"/>
                  </a:moveTo>
                  <a:lnTo>
                    <a:pt x="9008" y="40"/>
                  </a:lnTo>
                  <a:lnTo>
                    <a:pt x="8948" y="60"/>
                  </a:lnTo>
                  <a:lnTo>
                    <a:pt x="8850" y="159"/>
                  </a:lnTo>
                  <a:lnTo>
                    <a:pt x="8751" y="257"/>
                  </a:lnTo>
                  <a:lnTo>
                    <a:pt x="8692" y="376"/>
                  </a:lnTo>
                  <a:lnTo>
                    <a:pt x="8632" y="514"/>
                  </a:lnTo>
                  <a:lnTo>
                    <a:pt x="8514" y="810"/>
                  </a:lnTo>
                  <a:lnTo>
                    <a:pt x="8375" y="1146"/>
                  </a:lnTo>
                  <a:lnTo>
                    <a:pt x="8138" y="1640"/>
                  </a:lnTo>
                  <a:lnTo>
                    <a:pt x="7822" y="2252"/>
                  </a:lnTo>
                  <a:lnTo>
                    <a:pt x="7487" y="2805"/>
                  </a:lnTo>
                  <a:lnTo>
                    <a:pt x="7348" y="3003"/>
                  </a:lnTo>
                  <a:lnTo>
                    <a:pt x="7269" y="3121"/>
                  </a:lnTo>
                  <a:lnTo>
                    <a:pt x="7092" y="3279"/>
                  </a:lnTo>
                  <a:lnTo>
                    <a:pt x="6855" y="3437"/>
                  </a:lnTo>
                  <a:lnTo>
                    <a:pt x="6558" y="3615"/>
                  </a:lnTo>
                  <a:lnTo>
                    <a:pt x="6163" y="3813"/>
                  </a:lnTo>
                  <a:lnTo>
                    <a:pt x="5827" y="3951"/>
                  </a:lnTo>
                  <a:lnTo>
                    <a:pt x="5551" y="4030"/>
                  </a:lnTo>
                  <a:lnTo>
                    <a:pt x="5294" y="4089"/>
                  </a:lnTo>
                  <a:lnTo>
                    <a:pt x="5097" y="4109"/>
                  </a:lnTo>
                  <a:lnTo>
                    <a:pt x="4919" y="4089"/>
                  </a:lnTo>
                  <a:lnTo>
                    <a:pt x="4781" y="4050"/>
                  </a:lnTo>
                  <a:lnTo>
                    <a:pt x="4662" y="3990"/>
                  </a:lnTo>
                  <a:lnTo>
                    <a:pt x="4583" y="3931"/>
                  </a:lnTo>
                  <a:lnTo>
                    <a:pt x="4504" y="3852"/>
                  </a:lnTo>
                  <a:lnTo>
                    <a:pt x="4465" y="3773"/>
                  </a:lnTo>
                  <a:lnTo>
                    <a:pt x="4445" y="3674"/>
                  </a:lnTo>
                  <a:lnTo>
                    <a:pt x="4425" y="3595"/>
                  </a:lnTo>
                  <a:lnTo>
                    <a:pt x="4405" y="3477"/>
                  </a:lnTo>
                  <a:lnTo>
                    <a:pt x="4425" y="3418"/>
                  </a:lnTo>
                  <a:lnTo>
                    <a:pt x="2233" y="5610"/>
                  </a:lnTo>
                  <a:lnTo>
                    <a:pt x="731" y="7151"/>
                  </a:lnTo>
                  <a:lnTo>
                    <a:pt x="218" y="7684"/>
                  </a:lnTo>
                  <a:lnTo>
                    <a:pt x="60" y="7862"/>
                  </a:lnTo>
                  <a:lnTo>
                    <a:pt x="1" y="7941"/>
                  </a:lnTo>
                  <a:lnTo>
                    <a:pt x="1" y="7961"/>
                  </a:lnTo>
                  <a:lnTo>
                    <a:pt x="40" y="8020"/>
                  </a:lnTo>
                  <a:lnTo>
                    <a:pt x="198" y="8178"/>
                  </a:lnTo>
                  <a:lnTo>
                    <a:pt x="810" y="8711"/>
                  </a:lnTo>
                  <a:lnTo>
                    <a:pt x="1699" y="9422"/>
                  </a:lnTo>
                  <a:lnTo>
                    <a:pt x="2746" y="10212"/>
                  </a:lnTo>
                  <a:lnTo>
                    <a:pt x="4721" y="11714"/>
                  </a:lnTo>
                  <a:lnTo>
                    <a:pt x="5709" y="12425"/>
                  </a:lnTo>
                  <a:lnTo>
                    <a:pt x="5788" y="12444"/>
                  </a:lnTo>
                  <a:lnTo>
                    <a:pt x="5887" y="12425"/>
                  </a:lnTo>
                  <a:lnTo>
                    <a:pt x="6223" y="12326"/>
                  </a:lnTo>
                  <a:lnTo>
                    <a:pt x="6677" y="12128"/>
                  </a:lnTo>
                  <a:lnTo>
                    <a:pt x="7190" y="11891"/>
                  </a:lnTo>
                  <a:lnTo>
                    <a:pt x="7743" y="11615"/>
                  </a:lnTo>
                  <a:lnTo>
                    <a:pt x="8296" y="11299"/>
                  </a:lnTo>
                  <a:lnTo>
                    <a:pt x="8810" y="11002"/>
                  </a:lnTo>
                  <a:lnTo>
                    <a:pt x="9225" y="10706"/>
                  </a:lnTo>
                  <a:lnTo>
                    <a:pt x="9758" y="10272"/>
                  </a:lnTo>
                  <a:lnTo>
                    <a:pt x="9936" y="10114"/>
                  </a:lnTo>
                  <a:lnTo>
                    <a:pt x="10074" y="9995"/>
                  </a:lnTo>
                  <a:lnTo>
                    <a:pt x="10153" y="9877"/>
                  </a:lnTo>
                  <a:lnTo>
                    <a:pt x="10232" y="9778"/>
                  </a:lnTo>
                  <a:lnTo>
                    <a:pt x="10370" y="9521"/>
                  </a:lnTo>
                  <a:lnTo>
                    <a:pt x="10469" y="9304"/>
                  </a:lnTo>
                  <a:lnTo>
                    <a:pt x="10588" y="9027"/>
                  </a:lnTo>
                  <a:lnTo>
                    <a:pt x="10825" y="8296"/>
                  </a:lnTo>
                  <a:lnTo>
                    <a:pt x="11022" y="7566"/>
                  </a:lnTo>
                  <a:lnTo>
                    <a:pt x="11082" y="7269"/>
                  </a:lnTo>
                  <a:lnTo>
                    <a:pt x="11121" y="7072"/>
                  </a:lnTo>
                  <a:lnTo>
                    <a:pt x="11141" y="6795"/>
                  </a:lnTo>
                  <a:lnTo>
                    <a:pt x="11141" y="6539"/>
                  </a:lnTo>
                  <a:lnTo>
                    <a:pt x="11121" y="6282"/>
                  </a:lnTo>
                  <a:lnTo>
                    <a:pt x="11121" y="6222"/>
                  </a:lnTo>
                  <a:lnTo>
                    <a:pt x="11141" y="6025"/>
                  </a:lnTo>
                  <a:lnTo>
                    <a:pt x="11161" y="5669"/>
                  </a:lnTo>
                  <a:lnTo>
                    <a:pt x="11121" y="5136"/>
                  </a:lnTo>
                  <a:lnTo>
                    <a:pt x="11082" y="4840"/>
                  </a:lnTo>
                  <a:lnTo>
                    <a:pt x="11022" y="4563"/>
                  </a:lnTo>
                  <a:lnTo>
                    <a:pt x="10943" y="4129"/>
                  </a:lnTo>
                  <a:lnTo>
                    <a:pt x="10864" y="3852"/>
                  </a:lnTo>
                  <a:lnTo>
                    <a:pt x="10825" y="3753"/>
                  </a:lnTo>
                  <a:lnTo>
                    <a:pt x="10805" y="3477"/>
                  </a:lnTo>
                  <a:lnTo>
                    <a:pt x="10785" y="3260"/>
                  </a:lnTo>
                  <a:lnTo>
                    <a:pt x="10726" y="3082"/>
                  </a:lnTo>
                  <a:lnTo>
                    <a:pt x="10667" y="2963"/>
                  </a:lnTo>
                  <a:lnTo>
                    <a:pt x="10588" y="2865"/>
                  </a:lnTo>
                  <a:lnTo>
                    <a:pt x="10548" y="2805"/>
                  </a:lnTo>
                  <a:lnTo>
                    <a:pt x="10489" y="2786"/>
                  </a:lnTo>
                  <a:lnTo>
                    <a:pt x="10548" y="2549"/>
                  </a:lnTo>
                  <a:lnTo>
                    <a:pt x="10588" y="2292"/>
                  </a:lnTo>
                  <a:lnTo>
                    <a:pt x="10647" y="1996"/>
                  </a:lnTo>
                  <a:lnTo>
                    <a:pt x="10667" y="1660"/>
                  </a:lnTo>
                  <a:lnTo>
                    <a:pt x="10667" y="1324"/>
                  </a:lnTo>
                  <a:lnTo>
                    <a:pt x="10647" y="1166"/>
                  </a:lnTo>
                  <a:lnTo>
                    <a:pt x="10607" y="1008"/>
                  </a:lnTo>
                  <a:lnTo>
                    <a:pt x="10548" y="870"/>
                  </a:lnTo>
                  <a:lnTo>
                    <a:pt x="10489" y="751"/>
                  </a:lnTo>
                  <a:lnTo>
                    <a:pt x="10410" y="633"/>
                  </a:lnTo>
                  <a:lnTo>
                    <a:pt x="10331" y="534"/>
                  </a:lnTo>
                  <a:lnTo>
                    <a:pt x="10114" y="356"/>
                  </a:lnTo>
                  <a:lnTo>
                    <a:pt x="9916" y="198"/>
                  </a:lnTo>
                  <a:lnTo>
                    <a:pt x="9679" y="99"/>
                  </a:lnTo>
                  <a:lnTo>
                    <a:pt x="9462" y="20"/>
                  </a:lnTo>
                  <a:lnTo>
                    <a:pt x="9264"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3" name="Google Shape;7623;p29"/>
            <p:cNvSpPr/>
            <p:nvPr/>
          </p:nvSpPr>
          <p:spPr>
            <a:xfrm>
              <a:off x="-1024250" y="3626475"/>
              <a:ext cx="29150" cy="64725"/>
            </a:xfrm>
            <a:custGeom>
              <a:rect b="b" l="l" r="r" t="t"/>
              <a:pathLst>
                <a:path extrusionOk="0" h="2589" w="1166">
                  <a:moveTo>
                    <a:pt x="1126" y="1"/>
                  </a:moveTo>
                  <a:lnTo>
                    <a:pt x="948" y="573"/>
                  </a:lnTo>
                  <a:lnTo>
                    <a:pt x="790" y="1067"/>
                  </a:lnTo>
                  <a:lnTo>
                    <a:pt x="691" y="1344"/>
                  </a:lnTo>
                  <a:lnTo>
                    <a:pt x="593" y="1601"/>
                  </a:lnTo>
                  <a:lnTo>
                    <a:pt x="474" y="1818"/>
                  </a:lnTo>
                  <a:lnTo>
                    <a:pt x="356" y="2035"/>
                  </a:lnTo>
                  <a:lnTo>
                    <a:pt x="138" y="2351"/>
                  </a:lnTo>
                  <a:lnTo>
                    <a:pt x="20" y="2549"/>
                  </a:lnTo>
                  <a:lnTo>
                    <a:pt x="0" y="2588"/>
                  </a:lnTo>
                  <a:lnTo>
                    <a:pt x="40" y="2588"/>
                  </a:lnTo>
                  <a:lnTo>
                    <a:pt x="119" y="2529"/>
                  </a:lnTo>
                  <a:lnTo>
                    <a:pt x="198" y="2430"/>
                  </a:lnTo>
                  <a:lnTo>
                    <a:pt x="316" y="2292"/>
                  </a:lnTo>
                  <a:lnTo>
                    <a:pt x="435" y="2114"/>
                  </a:lnTo>
                  <a:lnTo>
                    <a:pt x="691" y="1660"/>
                  </a:lnTo>
                  <a:lnTo>
                    <a:pt x="830" y="1383"/>
                  </a:lnTo>
                  <a:lnTo>
                    <a:pt x="968" y="1087"/>
                  </a:lnTo>
                  <a:lnTo>
                    <a:pt x="1067" y="810"/>
                  </a:lnTo>
                  <a:lnTo>
                    <a:pt x="1126" y="573"/>
                  </a:lnTo>
                  <a:lnTo>
                    <a:pt x="1165" y="396"/>
                  </a:lnTo>
                  <a:lnTo>
                    <a:pt x="1165" y="238"/>
                  </a:lnTo>
                  <a:lnTo>
                    <a:pt x="1165" y="119"/>
                  </a:lnTo>
                  <a:lnTo>
                    <a:pt x="1146" y="40"/>
                  </a:lnTo>
                  <a:lnTo>
                    <a:pt x="1126"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4" name="Google Shape;7624;p29"/>
            <p:cNvSpPr/>
            <p:nvPr/>
          </p:nvSpPr>
          <p:spPr>
            <a:xfrm>
              <a:off x="-1007475" y="3650675"/>
              <a:ext cx="21250" cy="81500"/>
            </a:xfrm>
            <a:custGeom>
              <a:rect b="b" l="l" r="r" t="t"/>
              <a:pathLst>
                <a:path extrusionOk="0" h="3260" w="850">
                  <a:moveTo>
                    <a:pt x="771" y="0"/>
                  </a:moveTo>
                  <a:lnTo>
                    <a:pt x="751" y="99"/>
                  </a:lnTo>
                  <a:lnTo>
                    <a:pt x="731" y="494"/>
                  </a:lnTo>
                  <a:lnTo>
                    <a:pt x="712" y="751"/>
                  </a:lnTo>
                  <a:lnTo>
                    <a:pt x="692" y="1067"/>
                  </a:lnTo>
                  <a:lnTo>
                    <a:pt x="633" y="1403"/>
                  </a:lnTo>
                  <a:lnTo>
                    <a:pt x="554" y="1739"/>
                  </a:lnTo>
                  <a:lnTo>
                    <a:pt x="396" y="2292"/>
                  </a:lnTo>
                  <a:lnTo>
                    <a:pt x="297" y="2588"/>
                  </a:lnTo>
                  <a:lnTo>
                    <a:pt x="198" y="2766"/>
                  </a:lnTo>
                  <a:lnTo>
                    <a:pt x="80" y="2924"/>
                  </a:lnTo>
                  <a:lnTo>
                    <a:pt x="20" y="3082"/>
                  </a:lnTo>
                  <a:lnTo>
                    <a:pt x="1" y="3161"/>
                  </a:lnTo>
                  <a:lnTo>
                    <a:pt x="20" y="3240"/>
                  </a:lnTo>
                  <a:lnTo>
                    <a:pt x="40" y="3260"/>
                  </a:lnTo>
                  <a:lnTo>
                    <a:pt x="80" y="3220"/>
                  </a:lnTo>
                  <a:lnTo>
                    <a:pt x="139" y="3161"/>
                  </a:lnTo>
                  <a:lnTo>
                    <a:pt x="198" y="3042"/>
                  </a:lnTo>
                  <a:lnTo>
                    <a:pt x="277" y="2884"/>
                  </a:lnTo>
                  <a:lnTo>
                    <a:pt x="376" y="2647"/>
                  </a:lnTo>
                  <a:lnTo>
                    <a:pt x="494" y="2331"/>
                  </a:lnTo>
                  <a:lnTo>
                    <a:pt x="613" y="1956"/>
                  </a:lnTo>
                  <a:lnTo>
                    <a:pt x="712" y="1561"/>
                  </a:lnTo>
                  <a:lnTo>
                    <a:pt x="791" y="1205"/>
                  </a:lnTo>
                  <a:lnTo>
                    <a:pt x="830" y="870"/>
                  </a:lnTo>
                  <a:lnTo>
                    <a:pt x="850" y="593"/>
                  </a:lnTo>
                  <a:lnTo>
                    <a:pt x="850" y="356"/>
                  </a:lnTo>
                  <a:lnTo>
                    <a:pt x="830" y="178"/>
                  </a:lnTo>
                  <a:lnTo>
                    <a:pt x="811" y="60"/>
                  </a:lnTo>
                  <a:lnTo>
                    <a:pt x="79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5" name="Google Shape;7625;p29"/>
            <p:cNvSpPr/>
            <p:nvPr/>
          </p:nvSpPr>
          <p:spPr>
            <a:xfrm>
              <a:off x="-1004025" y="3711400"/>
              <a:ext cx="23250" cy="67200"/>
            </a:xfrm>
            <a:custGeom>
              <a:rect b="b" l="l" r="r" t="t"/>
              <a:pathLst>
                <a:path extrusionOk="0" h="2688" w="930">
                  <a:moveTo>
                    <a:pt x="910" y="1"/>
                  </a:moveTo>
                  <a:lnTo>
                    <a:pt x="870" y="60"/>
                  </a:lnTo>
                  <a:lnTo>
                    <a:pt x="811" y="337"/>
                  </a:lnTo>
                  <a:lnTo>
                    <a:pt x="712" y="771"/>
                  </a:lnTo>
                  <a:lnTo>
                    <a:pt x="574" y="1344"/>
                  </a:lnTo>
                  <a:lnTo>
                    <a:pt x="475" y="1621"/>
                  </a:lnTo>
                  <a:lnTo>
                    <a:pt x="376" y="1877"/>
                  </a:lnTo>
                  <a:lnTo>
                    <a:pt x="198" y="2272"/>
                  </a:lnTo>
                  <a:lnTo>
                    <a:pt x="60" y="2529"/>
                  </a:lnTo>
                  <a:lnTo>
                    <a:pt x="1" y="2608"/>
                  </a:lnTo>
                  <a:lnTo>
                    <a:pt x="21" y="2668"/>
                  </a:lnTo>
                  <a:lnTo>
                    <a:pt x="40" y="2687"/>
                  </a:lnTo>
                  <a:lnTo>
                    <a:pt x="60" y="2687"/>
                  </a:lnTo>
                  <a:lnTo>
                    <a:pt x="119" y="2648"/>
                  </a:lnTo>
                  <a:lnTo>
                    <a:pt x="198" y="2549"/>
                  </a:lnTo>
                  <a:lnTo>
                    <a:pt x="277" y="2411"/>
                  </a:lnTo>
                  <a:lnTo>
                    <a:pt x="356" y="2213"/>
                  </a:lnTo>
                  <a:lnTo>
                    <a:pt x="455" y="2016"/>
                  </a:lnTo>
                  <a:lnTo>
                    <a:pt x="534" y="1759"/>
                  </a:lnTo>
                  <a:lnTo>
                    <a:pt x="692" y="1206"/>
                  </a:lnTo>
                  <a:lnTo>
                    <a:pt x="831" y="653"/>
                  </a:lnTo>
                  <a:lnTo>
                    <a:pt x="910" y="218"/>
                  </a:lnTo>
                  <a:lnTo>
                    <a:pt x="929" y="60"/>
                  </a:lnTo>
                  <a:lnTo>
                    <a:pt x="91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6" name="Google Shape;7626;p29"/>
            <p:cNvSpPr/>
            <p:nvPr/>
          </p:nvSpPr>
          <p:spPr>
            <a:xfrm>
              <a:off x="-1361025" y="3708950"/>
              <a:ext cx="279500" cy="288400"/>
            </a:xfrm>
            <a:custGeom>
              <a:rect b="b" l="l" r="r" t="t"/>
              <a:pathLst>
                <a:path extrusionOk="0" h="11536" w="11180">
                  <a:moveTo>
                    <a:pt x="4148" y="0"/>
                  </a:moveTo>
                  <a:lnTo>
                    <a:pt x="1185" y="5057"/>
                  </a:lnTo>
                  <a:lnTo>
                    <a:pt x="0" y="7071"/>
                  </a:lnTo>
                  <a:lnTo>
                    <a:pt x="0" y="7091"/>
                  </a:lnTo>
                  <a:lnTo>
                    <a:pt x="40" y="7131"/>
                  </a:lnTo>
                  <a:lnTo>
                    <a:pt x="178" y="7190"/>
                  </a:lnTo>
                  <a:lnTo>
                    <a:pt x="198" y="7210"/>
                  </a:lnTo>
                  <a:lnTo>
                    <a:pt x="277" y="7249"/>
                  </a:lnTo>
                  <a:lnTo>
                    <a:pt x="553" y="7407"/>
                  </a:lnTo>
                  <a:lnTo>
                    <a:pt x="573" y="7407"/>
                  </a:lnTo>
                  <a:lnTo>
                    <a:pt x="672" y="7467"/>
                  </a:lnTo>
                  <a:lnTo>
                    <a:pt x="948" y="7625"/>
                  </a:lnTo>
                  <a:lnTo>
                    <a:pt x="988" y="7625"/>
                  </a:lnTo>
                  <a:lnTo>
                    <a:pt x="1008" y="7644"/>
                  </a:lnTo>
                  <a:lnTo>
                    <a:pt x="1245" y="7763"/>
                  </a:lnTo>
                  <a:lnTo>
                    <a:pt x="1896" y="8118"/>
                  </a:lnTo>
                  <a:lnTo>
                    <a:pt x="1936" y="8138"/>
                  </a:lnTo>
                  <a:lnTo>
                    <a:pt x="1956" y="8158"/>
                  </a:lnTo>
                  <a:lnTo>
                    <a:pt x="1995" y="8178"/>
                  </a:lnTo>
                  <a:lnTo>
                    <a:pt x="2193" y="8276"/>
                  </a:lnTo>
                  <a:lnTo>
                    <a:pt x="2489" y="8434"/>
                  </a:lnTo>
                  <a:lnTo>
                    <a:pt x="2785" y="8573"/>
                  </a:lnTo>
                  <a:lnTo>
                    <a:pt x="2845" y="8612"/>
                  </a:lnTo>
                  <a:lnTo>
                    <a:pt x="2963" y="8671"/>
                  </a:lnTo>
                  <a:lnTo>
                    <a:pt x="3003" y="8711"/>
                  </a:lnTo>
                  <a:lnTo>
                    <a:pt x="3121" y="8750"/>
                  </a:lnTo>
                  <a:lnTo>
                    <a:pt x="3161" y="8770"/>
                  </a:lnTo>
                  <a:lnTo>
                    <a:pt x="3220" y="8810"/>
                  </a:lnTo>
                  <a:lnTo>
                    <a:pt x="3299" y="8849"/>
                  </a:lnTo>
                  <a:lnTo>
                    <a:pt x="3358" y="8889"/>
                  </a:lnTo>
                  <a:lnTo>
                    <a:pt x="3615" y="9027"/>
                  </a:lnTo>
                  <a:lnTo>
                    <a:pt x="3753" y="9086"/>
                  </a:lnTo>
                  <a:lnTo>
                    <a:pt x="3773" y="9106"/>
                  </a:lnTo>
                  <a:lnTo>
                    <a:pt x="6992" y="10765"/>
                  </a:lnTo>
                  <a:lnTo>
                    <a:pt x="8118" y="11338"/>
                  </a:lnTo>
                  <a:lnTo>
                    <a:pt x="8434" y="11476"/>
                  </a:lnTo>
                  <a:lnTo>
                    <a:pt x="8573" y="11535"/>
                  </a:lnTo>
                  <a:lnTo>
                    <a:pt x="8671" y="11318"/>
                  </a:lnTo>
                  <a:lnTo>
                    <a:pt x="8928" y="10785"/>
                  </a:lnTo>
                  <a:lnTo>
                    <a:pt x="9066" y="10508"/>
                  </a:lnTo>
                  <a:lnTo>
                    <a:pt x="9106" y="10410"/>
                  </a:lnTo>
                  <a:lnTo>
                    <a:pt x="9106" y="10390"/>
                  </a:lnTo>
                  <a:lnTo>
                    <a:pt x="9323" y="9936"/>
                  </a:lnTo>
                  <a:lnTo>
                    <a:pt x="9718" y="9086"/>
                  </a:lnTo>
                  <a:lnTo>
                    <a:pt x="11180" y="5867"/>
                  </a:lnTo>
                  <a:lnTo>
                    <a:pt x="4148"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7" name="Google Shape;7627;p29"/>
            <p:cNvSpPr/>
            <p:nvPr/>
          </p:nvSpPr>
          <p:spPr>
            <a:xfrm>
              <a:off x="-1360050" y="3893625"/>
              <a:ext cx="1025" cy="525"/>
            </a:xfrm>
            <a:custGeom>
              <a:rect b="b" l="l" r="r" t="t"/>
              <a:pathLst>
                <a:path extrusionOk="0" h="21" w="41">
                  <a:moveTo>
                    <a:pt x="40" y="0"/>
                  </a:moveTo>
                  <a:lnTo>
                    <a:pt x="1" y="20"/>
                  </a:lnTo>
                  <a:lnTo>
                    <a:pt x="20" y="2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8" name="Google Shape;7628;p29"/>
            <p:cNvSpPr/>
            <p:nvPr/>
          </p:nvSpPr>
          <p:spPr>
            <a:xfrm>
              <a:off x="-1104250" y="3947450"/>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9" name="Google Shape;7629;p29"/>
            <p:cNvSpPr/>
            <p:nvPr/>
          </p:nvSpPr>
          <p:spPr>
            <a:xfrm>
              <a:off x="-1300800" y="3924250"/>
              <a:ext cx="525" cy="1000"/>
            </a:xfrm>
            <a:custGeom>
              <a:rect b="b" l="l" r="r" t="t"/>
              <a:pathLst>
                <a:path extrusionOk="0" h="40" w="21">
                  <a:moveTo>
                    <a:pt x="21" y="0"/>
                  </a:moveTo>
                  <a:lnTo>
                    <a:pt x="21" y="0"/>
                  </a:lnTo>
                  <a:lnTo>
                    <a:pt x="1" y="40"/>
                  </a:lnTo>
                  <a:lnTo>
                    <a:pt x="1" y="40"/>
                  </a:lnTo>
                  <a:lnTo>
                    <a:pt x="21" y="0"/>
                  </a:lnTo>
                  <a:lnTo>
                    <a:pt x="2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0" name="Google Shape;7630;p29"/>
            <p:cNvSpPr/>
            <p:nvPr/>
          </p:nvSpPr>
          <p:spPr>
            <a:xfrm>
              <a:off x="-1190675" y="3964725"/>
              <a:ext cx="525" cy="25"/>
            </a:xfrm>
            <a:custGeom>
              <a:rect b="b" l="l" r="r" t="t"/>
              <a:pathLst>
                <a:path extrusionOk="0" h="1" w="21">
                  <a:moveTo>
                    <a:pt x="20" y="1"/>
                  </a:moveTo>
                  <a:lnTo>
                    <a:pt x="20" y="1"/>
                  </a:lnTo>
                  <a:lnTo>
                    <a:pt x="1" y="1"/>
                  </a:lnTo>
                  <a:lnTo>
                    <a:pt x="1" y="1"/>
                  </a:lnTo>
                  <a:lnTo>
                    <a:pt x="1" y="1"/>
                  </a:lnTo>
                  <a:lnTo>
                    <a:pt x="20" y="1"/>
                  </a:lnTo>
                  <a:lnTo>
                    <a:pt x="2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1" name="Google Shape;7631;p29"/>
            <p:cNvSpPr/>
            <p:nvPr/>
          </p:nvSpPr>
          <p:spPr>
            <a:xfrm>
              <a:off x="-1270675" y="3934125"/>
              <a:ext cx="25" cy="500"/>
            </a:xfrm>
            <a:custGeom>
              <a:rect b="b" l="l" r="r" t="t"/>
              <a:pathLst>
                <a:path extrusionOk="0" h="20" w="1">
                  <a:moveTo>
                    <a:pt x="1" y="0"/>
                  </a:moveTo>
                  <a:lnTo>
                    <a:pt x="1" y="0"/>
                  </a:lnTo>
                  <a:lnTo>
                    <a:pt x="1" y="20"/>
                  </a:lnTo>
                  <a:lnTo>
                    <a:pt x="1" y="20"/>
                  </a:lnTo>
                  <a:lnTo>
                    <a:pt x="1" y="20"/>
                  </a:lnTo>
                  <a:lnTo>
                    <a:pt x="1" y="20"/>
                  </a:lnTo>
                  <a:lnTo>
                    <a:pt x="1" y="20"/>
                  </a:lnTo>
                  <a:lnTo>
                    <a:pt x="1" y="20"/>
                  </a:lnTo>
                  <a:lnTo>
                    <a:pt x="1" y="0"/>
                  </a:lnTo>
                  <a:lnTo>
                    <a:pt x="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2" name="Google Shape;7632;p29"/>
            <p:cNvSpPr/>
            <p:nvPr/>
          </p:nvSpPr>
          <p:spPr>
            <a:xfrm>
              <a:off x="-1139325" y="3971650"/>
              <a:ext cx="4975" cy="6925"/>
            </a:xfrm>
            <a:custGeom>
              <a:rect b="b" l="l" r="r" t="t"/>
              <a:pathLst>
                <a:path extrusionOk="0" h="277" w="199">
                  <a:moveTo>
                    <a:pt x="198" y="0"/>
                  </a:moveTo>
                  <a:lnTo>
                    <a:pt x="100" y="99"/>
                  </a:lnTo>
                  <a:lnTo>
                    <a:pt x="1" y="178"/>
                  </a:lnTo>
                  <a:lnTo>
                    <a:pt x="60" y="277"/>
                  </a:lnTo>
                  <a:lnTo>
                    <a:pt x="1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3" name="Google Shape;7633;p29"/>
            <p:cNvSpPr/>
            <p:nvPr/>
          </p:nvSpPr>
          <p:spPr>
            <a:xfrm>
              <a:off x="-1133400" y="3968675"/>
              <a:ext cx="25" cy="525"/>
            </a:xfrm>
            <a:custGeom>
              <a:rect b="b" l="l" r="r" t="t"/>
              <a:pathLst>
                <a:path extrusionOk="0" h="21" w="1">
                  <a:moveTo>
                    <a:pt x="1" y="21"/>
                  </a:moveTo>
                  <a:lnTo>
                    <a:pt x="1" y="1"/>
                  </a:lnTo>
                  <a:lnTo>
                    <a:pt x="1" y="1"/>
                  </a:lnTo>
                  <a:lnTo>
                    <a:pt x="1" y="21"/>
                  </a:lnTo>
                  <a:lnTo>
                    <a:pt x="1" y="2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4" name="Google Shape;7634;p29"/>
            <p:cNvSpPr/>
            <p:nvPr/>
          </p:nvSpPr>
          <p:spPr>
            <a:xfrm>
              <a:off x="-1361525" y="3832400"/>
              <a:ext cx="245925" cy="149150"/>
            </a:xfrm>
            <a:custGeom>
              <a:rect b="b" l="l" r="r" t="t"/>
              <a:pathLst>
                <a:path extrusionOk="0" h="5966" w="9837">
                  <a:moveTo>
                    <a:pt x="178" y="2272"/>
                  </a:moveTo>
                  <a:lnTo>
                    <a:pt x="170" y="2276"/>
                  </a:lnTo>
                  <a:lnTo>
                    <a:pt x="170" y="2276"/>
                  </a:lnTo>
                  <a:lnTo>
                    <a:pt x="173" y="2282"/>
                  </a:lnTo>
                  <a:lnTo>
                    <a:pt x="173" y="2282"/>
                  </a:lnTo>
                  <a:lnTo>
                    <a:pt x="178" y="2272"/>
                  </a:lnTo>
                  <a:close/>
                  <a:moveTo>
                    <a:pt x="119" y="2232"/>
                  </a:moveTo>
                  <a:lnTo>
                    <a:pt x="79" y="2311"/>
                  </a:lnTo>
                  <a:lnTo>
                    <a:pt x="79" y="2331"/>
                  </a:lnTo>
                  <a:lnTo>
                    <a:pt x="119" y="2311"/>
                  </a:lnTo>
                  <a:lnTo>
                    <a:pt x="139" y="2291"/>
                  </a:lnTo>
                  <a:lnTo>
                    <a:pt x="170" y="2276"/>
                  </a:lnTo>
                  <a:lnTo>
                    <a:pt x="170" y="2276"/>
                  </a:lnTo>
                  <a:lnTo>
                    <a:pt x="158" y="2252"/>
                  </a:lnTo>
                  <a:lnTo>
                    <a:pt x="139" y="2232"/>
                  </a:lnTo>
                  <a:close/>
                  <a:moveTo>
                    <a:pt x="3299" y="3753"/>
                  </a:moveTo>
                  <a:lnTo>
                    <a:pt x="3240" y="3872"/>
                  </a:lnTo>
                  <a:lnTo>
                    <a:pt x="3240" y="3872"/>
                  </a:lnTo>
                  <a:lnTo>
                    <a:pt x="3299" y="3812"/>
                  </a:lnTo>
                  <a:lnTo>
                    <a:pt x="3319" y="3773"/>
                  </a:lnTo>
                  <a:lnTo>
                    <a:pt x="3299" y="3753"/>
                  </a:lnTo>
                  <a:close/>
                  <a:moveTo>
                    <a:pt x="4682" y="4425"/>
                  </a:moveTo>
                  <a:lnTo>
                    <a:pt x="4682" y="4425"/>
                  </a:lnTo>
                  <a:lnTo>
                    <a:pt x="4682" y="4425"/>
                  </a:lnTo>
                  <a:close/>
                  <a:moveTo>
                    <a:pt x="1502" y="0"/>
                  </a:moveTo>
                  <a:lnTo>
                    <a:pt x="1423" y="59"/>
                  </a:lnTo>
                  <a:lnTo>
                    <a:pt x="1344" y="99"/>
                  </a:lnTo>
                  <a:lnTo>
                    <a:pt x="1265" y="119"/>
                  </a:lnTo>
                  <a:lnTo>
                    <a:pt x="1205" y="119"/>
                  </a:lnTo>
                  <a:lnTo>
                    <a:pt x="20" y="2133"/>
                  </a:lnTo>
                  <a:lnTo>
                    <a:pt x="20" y="2153"/>
                  </a:lnTo>
                  <a:lnTo>
                    <a:pt x="20" y="2193"/>
                  </a:lnTo>
                  <a:lnTo>
                    <a:pt x="0" y="2252"/>
                  </a:lnTo>
                  <a:lnTo>
                    <a:pt x="0" y="2252"/>
                  </a:lnTo>
                  <a:lnTo>
                    <a:pt x="60" y="2193"/>
                  </a:lnTo>
                  <a:lnTo>
                    <a:pt x="139" y="2094"/>
                  </a:lnTo>
                  <a:lnTo>
                    <a:pt x="218" y="1975"/>
                  </a:lnTo>
                  <a:lnTo>
                    <a:pt x="218" y="2035"/>
                  </a:lnTo>
                  <a:lnTo>
                    <a:pt x="237" y="2094"/>
                  </a:lnTo>
                  <a:lnTo>
                    <a:pt x="237" y="2173"/>
                  </a:lnTo>
                  <a:lnTo>
                    <a:pt x="198" y="2252"/>
                  </a:lnTo>
                  <a:lnTo>
                    <a:pt x="178" y="2291"/>
                  </a:lnTo>
                  <a:lnTo>
                    <a:pt x="173" y="2282"/>
                  </a:lnTo>
                  <a:lnTo>
                    <a:pt x="173" y="2282"/>
                  </a:lnTo>
                  <a:lnTo>
                    <a:pt x="139" y="2351"/>
                  </a:lnTo>
                  <a:lnTo>
                    <a:pt x="99" y="2449"/>
                  </a:lnTo>
                  <a:lnTo>
                    <a:pt x="158" y="2449"/>
                  </a:lnTo>
                  <a:lnTo>
                    <a:pt x="198" y="2509"/>
                  </a:lnTo>
                  <a:lnTo>
                    <a:pt x="198" y="2449"/>
                  </a:lnTo>
                  <a:lnTo>
                    <a:pt x="237" y="2410"/>
                  </a:lnTo>
                  <a:lnTo>
                    <a:pt x="277" y="2370"/>
                  </a:lnTo>
                  <a:lnTo>
                    <a:pt x="297" y="2311"/>
                  </a:lnTo>
                  <a:lnTo>
                    <a:pt x="178" y="2410"/>
                  </a:lnTo>
                  <a:lnTo>
                    <a:pt x="158" y="2390"/>
                  </a:lnTo>
                  <a:lnTo>
                    <a:pt x="178" y="2351"/>
                  </a:lnTo>
                  <a:lnTo>
                    <a:pt x="218" y="2272"/>
                  </a:lnTo>
                  <a:lnTo>
                    <a:pt x="218" y="2252"/>
                  </a:lnTo>
                  <a:lnTo>
                    <a:pt x="277" y="2252"/>
                  </a:lnTo>
                  <a:lnTo>
                    <a:pt x="317" y="2232"/>
                  </a:lnTo>
                  <a:lnTo>
                    <a:pt x="396" y="2173"/>
                  </a:lnTo>
                  <a:lnTo>
                    <a:pt x="475" y="2094"/>
                  </a:lnTo>
                  <a:lnTo>
                    <a:pt x="534" y="2074"/>
                  </a:lnTo>
                  <a:lnTo>
                    <a:pt x="573" y="2054"/>
                  </a:lnTo>
                  <a:lnTo>
                    <a:pt x="593" y="2173"/>
                  </a:lnTo>
                  <a:lnTo>
                    <a:pt x="573" y="2193"/>
                  </a:lnTo>
                  <a:lnTo>
                    <a:pt x="534" y="2252"/>
                  </a:lnTo>
                  <a:lnTo>
                    <a:pt x="494" y="2331"/>
                  </a:lnTo>
                  <a:lnTo>
                    <a:pt x="475" y="2370"/>
                  </a:lnTo>
                  <a:lnTo>
                    <a:pt x="534" y="2351"/>
                  </a:lnTo>
                  <a:lnTo>
                    <a:pt x="554" y="2370"/>
                  </a:lnTo>
                  <a:lnTo>
                    <a:pt x="573" y="2410"/>
                  </a:lnTo>
                  <a:lnTo>
                    <a:pt x="573" y="2469"/>
                  </a:lnTo>
                  <a:lnTo>
                    <a:pt x="554" y="2529"/>
                  </a:lnTo>
                  <a:lnTo>
                    <a:pt x="573" y="2568"/>
                  </a:lnTo>
                  <a:lnTo>
                    <a:pt x="573" y="2529"/>
                  </a:lnTo>
                  <a:lnTo>
                    <a:pt x="593" y="2469"/>
                  </a:lnTo>
                  <a:lnTo>
                    <a:pt x="672" y="2390"/>
                  </a:lnTo>
                  <a:lnTo>
                    <a:pt x="731" y="2370"/>
                  </a:lnTo>
                  <a:lnTo>
                    <a:pt x="731" y="2390"/>
                  </a:lnTo>
                  <a:lnTo>
                    <a:pt x="731" y="2410"/>
                  </a:lnTo>
                  <a:lnTo>
                    <a:pt x="692" y="2529"/>
                  </a:lnTo>
                  <a:lnTo>
                    <a:pt x="672" y="2568"/>
                  </a:lnTo>
                  <a:lnTo>
                    <a:pt x="731" y="2608"/>
                  </a:lnTo>
                  <a:lnTo>
                    <a:pt x="771" y="2647"/>
                  </a:lnTo>
                  <a:lnTo>
                    <a:pt x="830" y="2746"/>
                  </a:lnTo>
                  <a:lnTo>
                    <a:pt x="870" y="2805"/>
                  </a:lnTo>
                  <a:lnTo>
                    <a:pt x="909" y="2825"/>
                  </a:lnTo>
                  <a:lnTo>
                    <a:pt x="949" y="2845"/>
                  </a:lnTo>
                  <a:lnTo>
                    <a:pt x="1008" y="2845"/>
                  </a:lnTo>
                  <a:lnTo>
                    <a:pt x="1028" y="2706"/>
                  </a:lnTo>
                  <a:lnTo>
                    <a:pt x="1028" y="2667"/>
                  </a:lnTo>
                  <a:lnTo>
                    <a:pt x="1008" y="2687"/>
                  </a:lnTo>
                  <a:lnTo>
                    <a:pt x="929" y="2805"/>
                  </a:lnTo>
                  <a:lnTo>
                    <a:pt x="968" y="2687"/>
                  </a:lnTo>
                  <a:lnTo>
                    <a:pt x="1087" y="2509"/>
                  </a:lnTo>
                  <a:lnTo>
                    <a:pt x="1186" y="2390"/>
                  </a:lnTo>
                  <a:lnTo>
                    <a:pt x="1186" y="2430"/>
                  </a:lnTo>
                  <a:lnTo>
                    <a:pt x="1205" y="2449"/>
                  </a:lnTo>
                  <a:lnTo>
                    <a:pt x="1205" y="2489"/>
                  </a:lnTo>
                  <a:lnTo>
                    <a:pt x="1186" y="2529"/>
                  </a:lnTo>
                  <a:lnTo>
                    <a:pt x="1284" y="2489"/>
                  </a:lnTo>
                  <a:lnTo>
                    <a:pt x="1284" y="2449"/>
                  </a:lnTo>
                  <a:lnTo>
                    <a:pt x="1284" y="2430"/>
                  </a:lnTo>
                  <a:lnTo>
                    <a:pt x="1284" y="2410"/>
                  </a:lnTo>
                  <a:lnTo>
                    <a:pt x="1324" y="2370"/>
                  </a:lnTo>
                  <a:lnTo>
                    <a:pt x="1344" y="2469"/>
                  </a:lnTo>
                  <a:lnTo>
                    <a:pt x="1324" y="2529"/>
                  </a:lnTo>
                  <a:lnTo>
                    <a:pt x="1284" y="2568"/>
                  </a:lnTo>
                  <a:lnTo>
                    <a:pt x="1324" y="2588"/>
                  </a:lnTo>
                  <a:lnTo>
                    <a:pt x="1363" y="2568"/>
                  </a:lnTo>
                  <a:lnTo>
                    <a:pt x="1403" y="2529"/>
                  </a:lnTo>
                  <a:lnTo>
                    <a:pt x="1442" y="2469"/>
                  </a:lnTo>
                  <a:lnTo>
                    <a:pt x="1442" y="2489"/>
                  </a:lnTo>
                  <a:lnTo>
                    <a:pt x="1442" y="2509"/>
                  </a:lnTo>
                  <a:lnTo>
                    <a:pt x="1403" y="2588"/>
                  </a:lnTo>
                  <a:lnTo>
                    <a:pt x="1284" y="2706"/>
                  </a:lnTo>
                  <a:lnTo>
                    <a:pt x="1284" y="2726"/>
                  </a:lnTo>
                  <a:lnTo>
                    <a:pt x="1284" y="2766"/>
                  </a:lnTo>
                  <a:lnTo>
                    <a:pt x="1265" y="2825"/>
                  </a:lnTo>
                  <a:lnTo>
                    <a:pt x="1205" y="2904"/>
                  </a:lnTo>
                  <a:lnTo>
                    <a:pt x="1284" y="2904"/>
                  </a:lnTo>
                  <a:lnTo>
                    <a:pt x="1186" y="3042"/>
                  </a:lnTo>
                  <a:lnTo>
                    <a:pt x="1205" y="3062"/>
                  </a:lnTo>
                  <a:lnTo>
                    <a:pt x="1225" y="3062"/>
                  </a:lnTo>
                  <a:lnTo>
                    <a:pt x="1265" y="3042"/>
                  </a:lnTo>
                  <a:lnTo>
                    <a:pt x="1304" y="3042"/>
                  </a:lnTo>
                  <a:lnTo>
                    <a:pt x="1304" y="3062"/>
                  </a:lnTo>
                  <a:lnTo>
                    <a:pt x="1304" y="3101"/>
                  </a:lnTo>
                  <a:lnTo>
                    <a:pt x="1383" y="3003"/>
                  </a:lnTo>
                  <a:lnTo>
                    <a:pt x="1442" y="3161"/>
                  </a:lnTo>
                  <a:lnTo>
                    <a:pt x="1482" y="3200"/>
                  </a:lnTo>
                  <a:lnTo>
                    <a:pt x="1541" y="3240"/>
                  </a:lnTo>
                  <a:lnTo>
                    <a:pt x="1581" y="3141"/>
                  </a:lnTo>
                  <a:lnTo>
                    <a:pt x="1620" y="3121"/>
                  </a:lnTo>
                  <a:lnTo>
                    <a:pt x="1640" y="3121"/>
                  </a:lnTo>
                  <a:lnTo>
                    <a:pt x="1660" y="3141"/>
                  </a:lnTo>
                  <a:lnTo>
                    <a:pt x="1640" y="3180"/>
                  </a:lnTo>
                  <a:lnTo>
                    <a:pt x="1660" y="3279"/>
                  </a:lnTo>
                  <a:lnTo>
                    <a:pt x="1679" y="3299"/>
                  </a:lnTo>
                  <a:lnTo>
                    <a:pt x="1719" y="3319"/>
                  </a:lnTo>
                  <a:lnTo>
                    <a:pt x="1818" y="3279"/>
                  </a:lnTo>
                  <a:lnTo>
                    <a:pt x="1857" y="3240"/>
                  </a:lnTo>
                  <a:lnTo>
                    <a:pt x="1916" y="3180"/>
                  </a:lnTo>
                  <a:lnTo>
                    <a:pt x="1936" y="3121"/>
                  </a:lnTo>
                  <a:lnTo>
                    <a:pt x="1956" y="3101"/>
                  </a:lnTo>
                  <a:lnTo>
                    <a:pt x="1976" y="3121"/>
                  </a:lnTo>
                  <a:lnTo>
                    <a:pt x="1956" y="3200"/>
                  </a:lnTo>
                  <a:lnTo>
                    <a:pt x="1956" y="3240"/>
                  </a:lnTo>
                  <a:lnTo>
                    <a:pt x="1976" y="3220"/>
                  </a:lnTo>
                  <a:lnTo>
                    <a:pt x="2035" y="3161"/>
                  </a:lnTo>
                  <a:lnTo>
                    <a:pt x="2094" y="3121"/>
                  </a:lnTo>
                  <a:lnTo>
                    <a:pt x="2153" y="3121"/>
                  </a:lnTo>
                  <a:lnTo>
                    <a:pt x="2153" y="3141"/>
                  </a:lnTo>
                  <a:lnTo>
                    <a:pt x="2173" y="3161"/>
                  </a:lnTo>
                  <a:lnTo>
                    <a:pt x="2094" y="3200"/>
                  </a:lnTo>
                  <a:lnTo>
                    <a:pt x="2035" y="3220"/>
                  </a:lnTo>
                  <a:lnTo>
                    <a:pt x="2015" y="3240"/>
                  </a:lnTo>
                  <a:lnTo>
                    <a:pt x="2015" y="3279"/>
                  </a:lnTo>
                  <a:lnTo>
                    <a:pt x="2015" y="3299"/>
                  </a:lnTo>
                  <a:lnTo>
                    <a:pt x="2055" y="3338"/>
                  </a:lnTo>
                  <a:lnTo>
                    <a:pt x="2094" y="3358"/>
                  </a:lnTo>
                  <a:lnTo>
                    <a:pt x="2114" y="3378"/>
                  </a:lnTo>
                  <a:lnTo>
                    <a:pt x="2134" y="3398"/>
                  </a:lnTo>
                  <a:lnTo>
                    <a:pt x="2213" y="3338"/>
                  </a:lnTo>
                  <a:lnTo>
                    <a:pt x="2529" y="3121"/>
                  </a:lnTo>
                  <a:lnTo>
                    <a:pt x="2548" y="3022"/>
                  </a:lnTo>
                  <a:lnTo>
                    <a:pt x="2608" y="2924"/>
                  </a:lnTo>
                  <a:lnTo>
                    <a:pt x="2687" y="2825"/>
                  </a:lnTo>
                  <a:lnTo>
                    <a:pt x="2766" y="2726"/>
                  </a:lnTo>
                  <a:lnTo>
                    <a:pt x="2746" y="2785"/>
                  </a:lnTo>
                  <a:lnTo>
                    <a:pt x="2766" y="2845"/>
                  </a:lnTo>
                  <a:lnTo>
                    <a:pt x="2786" y="2884"/>
                  </a:lnTo>
                  <a:lnTo>
                    <a:pt x="2805" y="2943"/>
                  </a:lnTo>
                  <a:lnTo>
                    <a:pt x="2766" y="3022"/>
                  </a:lnTo>
                  <a:lnTo>
                    <a:pt x="2746" y="3101"/>
                  </a:lnTo>
                  <a:lnTo>
                    <a:pt x="2726" y="3161"/>
                  </a:lnTo>
                  <a:lnTo>
                    <a:pt x="2706" y="3180"/>
                  </a:lnTo>
                  <a:lnTo>
                    <a:pt x="2687" y="3200"/>
                  </a:lnTo>
                  <a:lnTo>
                    <a:pt x="2706" y="3082"/>
                  </a:lnTo>
                  <a:lnTo>
                    <a:pt x="2706" y="3042"/>
                  </a:lnTo>
                  <a:lnTo>
                    <a:pt x="2667" y="3042"/>
                  </a:lnTo>
                  <a:lnTo>
                    <a:pt x="2647" y="3200"/>
                  </a:lnTo>
                  <a:lnTo>
                    <a:pt x="2667" y="3378"/>
                  </a:lnTo>
                  <a:lnTo>
                    <a:pt x="2608" y="3437"/>
                  </a:lnTo>
                  <a:lnTo>
                    <a:pt x="2568" y="3457"/>
                  </a:lnTo>
                  <a:lnTo>
                    <a:pt x="2548" y="3457"/>
                  </a:lnTo>
                  <a:lnTo>
                    <a:pt x="2588" y="3398"/>
                  </a:lnTo>
                  <a:lnTo>
                    <a:pt x="2608" y="3358"/>
                  </a:lnTo>
                  <a:lnTo>
                    <a:pt x="2568" y="3378"/>
                  </a:lnTo>
                  <a:lnTo>
                    <a:pt x="2529" y="3417"/>
                  </a:lnTo>
                  <a:lnTo>
                    <a:pt x="2509" y="3496"/>
                  </a:lnTo>
                  <a:lnTo>
                    <a:pt x="2489" y="3595"/>
                  </a:lnTo>
                  <a:lnTo>
                    <a:pt x="2450" y="3674"/>
                  </a:lnTo>
                  <a:lnTo>
                    <a:pt x="2529" y="3674"/>
                  </a:lnTo>
                  <a:lnTo>
                    <a:pt x="2548" y="3635"/>
                  </a:lnTo>
                  <a:lnTo>
                    <a:pt x="2548" y="3694"/>
                  </a:lnTo>
                  <a:lnTo>
                    <a:pt x="2568" y="3714"/>
                  </a:lnTo>
                  <a:lnTo>
                    <a:pt x="2647" y="3714"/>
                  </a:lnTo>
                  <a:lnTo>
                    <a:pt x="2687" y="3694"/>
                  </a:lnTo>
                  <a:lnTo>
                    <a:pt x="2726" y="3694"/>
                  </a:lnTo>
                  <a:lnTo>
                    <a:pt x="2746" y="3714"/>
                  </a:lnTo>
                  <a:lnTo>
                    <a:pt x="2746" y="3773"/>
                  </a:lnTo>
                  <a:lnTo>
                    <a:pt x="2766" y="3714"/>
                  </a:lnTo>
                  <a:lnTo>
                    <a:pt x="2805" y="3635"/>
                  </a:lnTo>
                  <a:lnTo>
                    <a:pt x="2825" y="3615"/>
                  </a:lnTo>
                  <a:lnTo>
                    <a:pt x="2845" y="3635"/>
                  </a:lnTo>
                  <a:lnTo>
                    <a:pt x="2865" y="3674"/>
                  </a:lnTo>
                  <a:lnTo>
                    <a:pt x="2845" y="3793"/>
                  </a:lnTo>
                  <a:lnTo>
                    <a:pt x="2884" y="3753"/>
                  </a:lnTo>
                  <a:lnTo>
                    <a:pt x="2924" y="3733"/>
                  </a:lnTo>
                  <a:lnTo>
                    <a:pt x="2963" y="3733"/>
                  </a:lnTo>
                  <a:lnTo>
                    <a:pt x="2963" y="3753"/>
                  </a:lnTo>
                  <a:lnTo>
                    <a:pt x="2983" y="3733"/>
                  </a:lnTo>
                  <a:lnTo>
                    <a:pt x="3023" y="3674"/>
                  </a:lnTo>
                  <a:lnTo>
                    <a:pt x="3042" y="3595"/>
                  </a:lnTo>
                  <a:lnTo>
                    <a:pt x="3082" y="3516"/>
                  </a:lnTo>
                  <a:lnTo>
                    <a:pt x="3141" y="3437"/>
                  </a:lnTo>
                  <a:lnTo>
                    <a:pt x="3200" y="3398"/>
                  </a:lnTo>
                  <a:lnTo>
                    <a:pt x="3240" y="3398"/>
                  </a:lnTo>
                  <a:lnTo>
                    <a:pt x="3260" y="3437"/>
                  </a:lnTo>
                  <a:lnTo>
                    <a:pt x="3299" y="3437"/>
                  </a:lnTo>
                  <a:lnTo>
                    <a:pt x="3279" y="3516"/>
                  </a:lnTo>
                  <a:lnTo>
                    <a:pt x="3200" y="3516"/>
                  </a:lnTo>
                  <a:lnTo>
                    <a:pt x="3161" y="3536"/>
                  </a:lnTo>
                  <a:lnTo>
                    <a:pt x="3339" y="3536"/>
                  </a:lnTo>
                  <a:lnTo>
                    <a:pt x="3339" y="3595"/>
                  </a:lnTo>
                  <a:lnTo>
                    <a:pt x="3299" y="3635"/>
                  </a:lnTo>
                  <a:lnTo>
                    <a:pt x="3260" y="3654"/>
                  </a:lnTo>
                  <a:lnTo>
                    <a:pt x="3220" y="3635"/>
                  </a:lnTo>
                  <a:lnTo>
                    <a:pt x="3220" y="3674"/>
                  </a:lnTo>
                  <a:lnTo>
                    <a:pt x="3240" y="3694"/>
                  </a:lnTo>
                  <a:lnTo>
                    <a:pt x="3299" y="3694"/>
                  </a:lnTo>
                  <a:lnTo>
                    <a:pt x="3358" y="3654"/>
                  </a:lnTo>
                  <a:lnTo>
                    <a:pt x="3418" y="3595"/>
                  </a:lnTo>
                  <a:lnTo>
                    <a:pt x="3457" y="3635"/>
                  </a:lnTo>
                  <a:lnTo>
                    <a:pt x="3477" y="3654"/>
                  </a:lnTo>
                  <a:lnTo>
                    <a:pt x="3477" y="3674"/>
                  </a:lnTo>
                  <a:lnTo>
                    <a:pt x="3398" y="3793"/>
                  </a:lnTo>
                  <a:lnTo>
                    <a:pt x="3319" y="3911"/>
                  </a:lnTo>
                  <a:lnTo>
                    <a:pt x="3279" y="3951"/>
                  </a:lnTo>
                  <a:lnTo>
                    <a:pt x="3220" y="3951"/>
                  </a:lnTo>
                  <a:lnTo>
                    <a:pt x="3220" y="3931"/>
                  </a:lnTo>
                  <a:lnTo>
                    <a:pt x="3240" y="3872"/>
                  </a:lnTo>
                  <a:lnTo>
                    <a:pt x="3220" y="3832"/>
                  </a:lnTo>
                  <a:lnTo>
                    <a:pt x="3181" y="3832"/>
                  </a:lnTo>
                  <a:lnTo>
                    <a:pt x="3121" y="3852"/>
                  </a:lnTo>
                  <a:lnTo>
                    <a:pt x="3141" y="3812"/>
                  </a:lnTo>
                  <a:lnTo>
                    <a:pt x="3181" y="3793"/>
                  </a:lnTo>
                  <a:lnTo>
                    <a:pt x="3102" y="3753"/>
                  </a:lnTo>
                  <a:lnTo>
                    <a:pt x="3062" y="3753"/>
                  </a:lnTo>
                  <a:lnTo>
                    <a:pt x="3023" y="3773"/>
                  </a:lnTo>
                  <a:lnTo>
                    <a:pt x="2963" y="3812"/>
                  </a:lnTo>
                  <a:lnTo>
                    <a:pt x="2983" y="3852"/>
                  </a:lnTo>
                  <a:lnTo>
                    <a:pt x="3023" y="3891"/>
                  </a:lnTo>
                  <a:lnTo>
                    <a:pt x="3082" y="3931"/>
                  </a:lnTo>
                  <a:lnTo>
                    <a:pt x="3161" y="3951"/>
                  </a:lnTo>
                  <a:lnTo>
                    <a:pt x="3161" y="3990"/>
                  </a:lnTo>
                  <a:lnTo>
                    <a:pt x="3161" y="4030"/>
                  </a:lnTo>
                  <a:lnTo>
                    <a:pt x="3378" y="3951"/>
                  </a:lnTo>
                  <a:lnTo>
                    <a:pt x="3418" y="3931"/>
                  </a:lnTo>
                  <a:lnTo>
                    <a:pt x="3457" y="3812"/>
                  </a:lnTo>
                  <a:lnTo>
                    <a:pt x="3477" y="3753"/>
                  </a:lnTo>
                  <a:lnTo>
                    <a:pt x="3516" y="3694"/>
                  </a:lnTo>
                  <a:lnTo>
                    <a:pt x="3497" y="3793"/>
                  </a:lnTo>
                  <a:lnTo>
                    <a:pt x="3497" y="3891"/>
                  </a:lnTo>
                  <a:lnTo>
                    <a:pt x="3497" y="3951"/>
                  </a:lnTo>
                  <a:lnTo>
                    <a:pt x="3536" y="3990"/>
                  </a:lnTo>
                  <a:lnTo>
                    <a:pt x="3556" y="3951"/>
                  </a:lnTo>
                  <a:lnTo>
                    <a:pt x="3595" y="3911"/>
                  </a:lnTo>
                  <a:lnTo>
                    <a:pt x="3655" y="3872"/>
                  </a:lnTo>
                  <a:lnTo>
                    <a:pt x="3694" y="3832"/>
                  </a:lnTo>
                  <a:lnTo>
                    <a:pt x="3734" y="3793"/>
                  </a:lnTo>
                  <a:lnTo>
                    <a:pt x="3734" y="3753"/>
                  </a:lnTo>
                  <a:lnTo>
                    <a:pt x="3714" y="3773"/>
                  </a:lnTo>
                  <a:lnTo>
                    <a:pt x="3714" y="3733"/>
                  </a:lnTo>
                  <a:lnTo>
                    <a:pt x="3734" y="3654"/>
                  </a:lnTo>
                  <a:lnTo>
                    <a:pt x="3773" y="3654"/>
                  </a:lnTo>
                  <a:lnTo>
                    <a:pt x="3793" y="3595"/>
                  </a:lnTo>
                  <a:lnTo>
                    <a:pt x="3813" y="3536"/>
                  </a:lnTo>
                  <a:lnTo>
                    <a:pt x="3852" y="3516"/>
                  </a:lnTo>
                  <a:lnTo>
                    <a:pt x="3872" y="3556"/>
                  </a:lnTo>
                  <a:lnTo>
                    <a:pt x="3872" y="3575"/>
                  </a:lnTo>
                  <a:lnTo>
                    <a:pt x="3872" y="3615"/>
                  </a:lnTo>
                  <a:lnTo>
                    <a:pt x="3852" y="3674"/>
                  </a:lnTo>
                  <a:lnTo>
                    <a:pt x="3852" y="3694"/>
                  </a:lnTo>
                  <a:lnTo>
                    <a:pt x="3872" y="3733"/>
                  </a:lnTo>
                  <a:lnTo>
                    <a:pt x="3734" y="3872"/>
                  </a:lnTo>
                  <a:lnTo>
                    <a:pt x="3655" y="3931"/>
                  </a:lnTo>
                  <a:lnTo>
                    <a:pt x="3576" y="3970"/>
                  </a:lnTo>
                  <a:lnTo>
                    <a:pt x="3576" y="4010"/>
                  </a:lnTo>
                  <a:lnTo>
                    <a:pt x="3595" y="4030"/>
                  </a:lnTo>
                  <a:lnTo>
                    <a:pt x="3615" y="4030"/>
                  </a:lnTo>
                  <a:lnTo>
                    <a:pt x="3635" y="4069"/>
                  </a:lnTo>
                  <a:lnTo>
                    <a:pt x="3655" y="4010"/>
                  </a:lnTo>
                  <a:lnTo>
                    <a:pt x="3674" y="3970"/>
                  </a:lnTo>
                  <a:lnTo>
                    <a:pt x="3714" y="3931"/>
                  </a:lnTo>
                  <a:lnTo>
                    <a:pt x="3714" y="3891"/>
                  </a:lnTo>
                  <a:lnTo>
                    <a:pt x="3813" y="3872"/>
                  </a:lnTo>
                  <a:lnTo>
                    <a:pt x="3931" y="3812"/>
                  </a:lnTo>
                  <a:lnTo>
                    <a:pt x="4050" y="3773"/>
                  </a:lnTo>
                  <a:lnTo>
                    <a:pt x="4148" y="3773"/>
                  </a:lnTo>
                  <a:lnTo>
                    <a:pt x="4109" y="3832"/>
                  </a:lnTo>
                  <a:lnTo>
                    <a:pt x="4050" y="3891"/>
                  </a:lnTo>
                  <a:lnTo>
                    <a:pt x="3951" y="3931"/>
                  </a:lnTo>
                  <a:lnTo>
                    <a:pt x="3911" y="3970"/>
                  </a:lnTo>
                  <a:lnTo>
                    <a:pt x="3852" y="4010"/>
                  </a:lnTo>
                  <a:lnTo>
                    <a:pt x="3813" y="4069"/>
                  </a:lnTo>
                  <a:lnTo>
                    <a:pt x="3773" y="4148"/>
                  </a:lnTo>
                  <a:lnTo>
                    <a:pt x="3773" y="4168"/>
                  </a:lnTo>
                  <a:lnTo>
                    <a:pt x="3793" y="4168"/>
                  </a:lnTo>
                  <a:lnTo>
                    <a:pt x="3832" y="4128"/>
                  </a:lnTo>
                  <a:lnTo>
                    <a:pt x="3872" y="4089"/>
                  </a:lnTo>
                  <a:lnTo>
                    <a:pt x="3911" y="4069"/>
                  </a:lnTo>
                  <a:lnTo>
                    <a:pt x="3931" y="4069"/>
                  </a:lnTo>
                  <a:lnTo>
                    <a:pt x="3931" y="4128"/>
                  </a:lnTo>
                  <a:lnTo>
                    <a:pt x="3931" y="4148"/>
                  </a:lnTo>
                  <a:lnTo>
                    <a:pt x="3951" y="4168"/>
                  </a:lnTo>
                  <a:lnTo>
                    <a:pt x="3990" y="4188"/>
                  </a:lnTo>
                  <a:lnTo>
                    <a:pt x="4050" y="4168"/>
                  </a:lnTo>
                  <a:lnTo>
                    <a:pt x="4129" y="4188"/>
                  </a:lnTo>
                  <a:lnTo>
                    <a:pt x="4129" y="4089"/>
                  </a:lnTo>
                  <a:lnTo>
                    <a:pt x="4188" y="4089"/>
                  </a:lnTo>
                  <a:lnTo>
                    <a:pt x="4227" y="4148"/>
                  </a:lnTo>
                  <a:lnTo>
                    <a:pt x="4208" y="4168"/>
                  </a:lnTo>
                  <a:lnTo>
                    <a:pt x="4267" y="4148"/>
                  </a:lnTo>
                  <a:lnTo>
                    <a:pt x="4267" y="4168"/>
                  </a:lnTo>
                  <a:lnTo>
                    <a:pt x="4287" y="4168"/>
                  </a:lnTo>
                  <a:lnTo>
                    <a:pt x="4306" y="4148"/>
                  </a:lnTo>
                  <a:lnTo>
                    <a:pt x="4366" y="4188"/>
                  </a:lnTo>
                  <a:lnTo>
                    <a:pt x="4405" y="4207"/>
                  </a:lnTo>
                  <a:lnTo>
                    <a:pt x="4464" y="4227"/>
                  </a:lnTo>
                  <a:lnTo>
                    <a:pt x="4484" y="4168"/>
                  </a:lnTo>
                  <a:lnTo>
                    <a:pt x="4464" y="4148"/>
                  </a:lnTo>
                  <a:lnTo>
                    <a:pt x="4405" y="4168"/>
                  </a:lnTo>
                  <a:lnTo>
                    <a:pt x="4385" y="4148"/>
                  </a:lnTo>
                  <a:lnTo>
                    <a:pt x="4385" y="4069"/>
                  </a:lnTo>
                  <a:lnTo>
                    <a:pt x="4385" y="4030"/>
                  </a:lnTo>
                  <a:lnTo>
                    <a:pt x="4425" y="3970"/>
                  </a:lnTo>
                  <a:lnTo>
                    <a:pt x="4445" y="3990"/>
                  </a:lnTo>
                  <a:lnTo>
                    <a:pt x="4484" y="3990"/>
                  </a:lnTo>
                  <a:lnTo>
                    <a:pt x="4563" y="3951"/>
                  </a:lnTo>
                  <a:lnTo>
                    <a:pt x="4642" y="3931"/>
                  </a:lnTo>
                  <a:lnTo>
                    <a:pt x="4682" y="3931"/>
                  </a:lnTo>
                  <a:lnTo>
                    <a:pt x="4721" y="3951"/>
                  </a:lnTo>
                  <a:lnTo>
                    <a:pt x="4701" y="3911"/>
                  </a:lnTo>
                  <a:lnTo>
                    <a:pt x="4761" y="3872"/>
                  </a:lnTo>
                  <a:lnTo>
                    <a:pt x="4780" y="3872"/>
                  </a:lnTo>
                  <a:lnTo>
                    <a:pt x="4840" y="3911"/>
                  </a:lnTo>
                  <a:lnTo>
                    <a:pt x="4840" y="3951"/>
                  </a:lnTo>
                  <a:lnTo>
                    <a:pt x="4840" y="3990"/>
                  </a:lnTo>
                  <a:lnTo>
                    <a:pt x="4780" y="4030"/>
                  </a:lnTo>
                  <a:lnTo>
                    <a:pt x="4741" y="4089"/>
                  </a:lnTo>
                  <a:lnTo>
                    <a:pt x="4721" y="4109"/>
                  </a:lnTo>
                  <a:lnTo>
                    <a:pt x="4721" y="4148"/>
                  </a:lnTo>
                  <a:lnTo>
                    <a:pt x="4662" y="4168"/>
                  </a:lnTo>
                  <a:lnTo>
                    <a:pt x="4603" y="4168"/>
                  </a:lnTo>
                  <a:lnTo>
                    <a:pt x="4563" y="4227"/>
                  </a:lnTo>
                  <a:lnTo>
                    <a:pt x="4524" y="4425"/>
                  </a:lnTo>
                  <a:lnTo>
                    <a:pt x="4524" y="4425"/>
                  </a:lnTo>
                  <a:lnTo>
                    <a:pt x="4543" y="4405"/>
                  </a:lnTo>
                  <a:lnTo>
                    <a:pt x="4563" y="4405"/>
                  </a:lnTo>
                  <a:lnTo>
                    <a:pt x="4583" y="4425"/>
                  </a:lnTo>
                  <a:lnTo>
                    <a:pt x="4603" y="4484"/>
                  </a:lnTo>
                  <a:lnTo>
                    <a:pt x="4603" y="4504"/>
                  </a:lnTo>
                  <a:lnTo>
                    <a:pt x="4622" y="4504"/>
                  </a:lnTo>
                  <a:lnTo>
                    <a:pt x="4622" y="4405"/>
                  </a:lnTo>
                  <a:lnTo>
                    <a:pt x="4662" y="4365"/>
                  </a:lnTo>
                  <a:lnTo>
                    <a:pt x="4682" y="4346"/>
                  </a:lnTo>
                  <a:lnTo>
                    <a:pt x="4682" y="4365"/>
                  </a:lnTo>
                  <a:lnTo>
                    <a:pt x="4682" y="4425"/>
                  </a:lnTo>
                  <a:lnTo>
                    <a:pt x="4761" y="4227"/>
                  </a:lnTo>
                  <a:lnTo>
                    <a:pt x="4741" y="4207"/>
                  </a:lnTo>
                  <a:lnTo>
                    <a:pt x="4721" y="4227"/>
                  </a:lnTo>
                  <a:lnTo>
                    <a:pt x="4682" y="4247"/>
                  </a:lnTo>
                  <a:lnTo>
                    <a:pt x="4642" y="4247"/>
                  </a:lnTo>
                  <a:lnTo>
                    <a:pt x="4642" y="4227"/>
                  </a:lnTo>
                  <a:lnTo>
                    <a:pt x="4642" y="4188"/>
                  </a:lnTo>
                  <a:lnTo>
                    <a:pt x="4721" y="4168"/>
                  </a:lnTo>
                  <a:lnTo>
                    <a:pt x="4780" y="4109"/>
                  </a:lnTo>
                  <a:lnTo>
                    <a:pt x="4840" y="4069"/>
                  </a:lnTo>
                  <a:lnTo>
                    <a:pt x="4879" y="4049"/>
                  </a:lnTo>
                  <a:lnTo>
                    <a:pt x="4899" y="4069"/>
                  </a:lnTo>
                  <a:lnTo>
                    <a:pt x="4879" y="4089"/>
                  </a:lnTo>
                  <a:lnTo>
                    <a:pt x="4879" y="4109"/>
                  </a:lnTo>
                  <a:lnTo>
                    <a:pt x="4859" y="4109"/>
                  </a:lnTo>
                  <a:lnTo>
                    <a:pt x="4840" y="4128"/>
                  </a:lnTo>
                  <a:lnTo>
                    <a:pt x="4840" y="4148"/>
                  </a:lnTo>
                  <a:lnTo>
                    <a:pt x="4859" y="4148"/>
                  </a:lnTo>
                  <a:lnTo>
                    <a:pt x="4899" y="4128"/>
                  </a:lnTo>
                  <a:lnTo>
                    <a:pt x="4958" y="4128"/>
                  </a:lnTo>
                  <a:lnTo>
                    <a:pt x="4978" y="4148"/>
                  </a:lnTo>
                  <a:lnTo>
                    <a:pt x="4879" y="4207"/>
                  </a:lnTo>
                  <a:lnTo>
                    <a:pt x="4840" y="4267"/>
                  </a:lnTo>
                  <a:lnTo>
                    <a:pt x="4820" y="4346"/>
                  </a:lnTo>
                  <a:lnTo>
                    <a:pt x="4820" y="4346"/>
                  </a:lnTo>
                  <a:lnTo>
                    <a:pt x="4919" y="4227"/>
                  </a:lnTo>
                  <a:lnTo>
                    <a:pt x="4938" y="4247"/>
                  </a:lnTo>
                  <a:lnTo>
                    <a:pt x="4919" y="4286"/>
                  </a:lnTo>
                  <a:lnTo>
                    <a:pt x="4919" y="4306"/>
                  </a:lnTo>
                  <a:lnTo>
                    <a:pt x="4919" y="4326"/>
                  </a:lnTo>
                  <a:lnTo>
                    <a:pt x="4938" y="4306"/>
                  </a:lnTo>
                  <a:lnTo>
                    <a:pt x="4958" y="4267"/>
                  </a:lnTo>
                  <a:lnTo>
                    <a:pt x="4978" y="4227"/>
                  </a:lnTo>
                  <a:lnTo>
                    <a:pt x="5017" y="4227"/>
                  </a:lnTo>
                  <a:lnTo>
                    <a:pt x="4998" y="4286"/>
                  </a:lnTo>
                  <a:lnTo>
                    <a:pt x="4978" y="4326"/>
                  </a:lnTo>
                  <a:lnTo>
                    <a:pt x="5017" y="4346"/>
                  </a:lnTo>
                  <a:lnTo>
                    <a:pt x="5037" y="4326"/>
                  </a:lnTo>
                  <a:lnTo>
                    <a:pt x="5077" y="4286"/>
                  </a:lnTo>
                  <a:lnTo>
                    <a:pt x="5136" y="4267"/>
                  </a:lnTo>
                  <a:lnTo>
                    <a:pt x="5116" y="4247"/>
                  </a:lnTo>
                  <a:lnTo>
                    <a:pt x="5116" y="4207"/>
                  </a:lnTo>
                  <a:lnTo>
                    <a:pt x="5156" y="4128"/>
                  </a:lnTo>
                  <a:lnTo>
                    <a:pt x="5195" y="4069"/>
                  </a:lnTo>
                  <a:lnTo>
                    <a:pt x="5235" y="4030"/>
                  </a:lnTo>
                  <a:lnTo>
                    <a:pt x="5255" y="4030"/>
                  </a:lnTo>
                  <a:lnTo>
                    <a:pt x="5314" y="4049"/>
                  </a:lnTo>
                  <a:lnTo>
                    <a:pt x="5373" y="4069"/>
                  </a:lnTo>
                  <a:lnTo>
                    <a:pt x="5393" y="4069"/>
                  </a:lnTo>
                  <a:lnTo>
                    <a:pt x="5393" y="4109"/>
                  </a:lnTo>
                  <a:lnTo>
                    <a:pt x="5413" y="4148"/>
                  </a:lnTo>
                  <a:lnTo>
                    <a:pt x="5393" y="4207"/>
                  </a:lnTo>
                  <a:lnTo>
                    <a:pt x="5472" y="4128"/>
                  </a:lnTo>
                  <a:lnTo>
                    <a:pt x="5452" y="4188"/>
                  </a:lnTo>
                  <a:lnTo>
                    <a:pt x="5452" y="4207"/>
                  </a:lnTo>
                  <a:lnTo>
                    <a:pt x="5452" y="4227"/>
                  </a:lnTo>
                  <a:lnTo>
                    <a:pt x="5492" y="4227"/>
                  </a:lnTo>
                  <a:lnTo>
                    <a:pt x="5511" y="4247"/>
                  </a:lnTo>
                  <a:lnTo>
                    <a:pt x="5492" y="4286"/>
                  </a:lnTo>
                  <a:lnTo>
                    <a:pt x="5393" y="4286"/>
                  </a:lnTo>
                  <a:lnTo>
                    <a:pt x="5353" y="4306"/>
                  </a:lnTo>
                  <a:lnTo>
                    <a:pt x="5334" y="4346"/>
                  </a:lnTo>
                  <a:lnTo>
                    <a:pt x="5274" y="4405"/>
                  </a:lnTo>
                  <a:lnTo>
                    <a:pt x="5294" y="4444"/>
                  </a:lnTo>
                  <a:lnTo>
                    <a:pt x="5274" y="4484"/>
                  </a:lnTo>
                  <a:lnTo>
                    <a:pt x="5215" y="4583"/>
                  </a:lnTo>
                  <a:lnTo>
                    <a:pt x="5235" y="4563"/>
                  </a:lnTo>
                  <a:lnTo>
                    <a:pt x="5255" y="4543"/>
                  </a:lnTo>
                  <a:lnTo>
                    <a:pt x="5294" y="4484"/>
                  </a:lnTo>
                  <a:lnTo>
                    <a:pt x="5353" y="4405"/>
                  </a:lnTo>
                  <a:lnTo>
                    <a:pt x="5393" y="4326"/>
                  </a:lnTo>
                  <a:lnTo>
                    <a:pt x="5393" y="4365"/>
                  </a:lnTo>
                  <a:lnTo>
                    <a:pt x="5413" y="4405"/>
                  </a:lnTo>
                  <a:lnTo>
                    <a:pt x="5413" y="4444"/>
                  </a:lnTo>
                  <a:lnTo>
                    <a:pt x="5373" y="4504"/>
                  </a:lnTo>
                  <a:lnTo>
                    <a:pt x="5393" y="4523"/>
                  </a:lnTo>
                  <a:lnTo>
                    <a:pt x="5413" y="4504"/>
                  </a:lnTo>
                  <a:lnTo>
                    <a:pt x="5472" y="4464"/>
                  </a:lnTo>
                  <a:lnTo>
                    <a:pt x="5511" y="4444"/>
                  </a:lnTo>
                  <a:lnTo>
                    <a:pt x="5531" y="4444"/>
                  </a:lnTo>
                  <a:lnTo>
                    <a:pt x="5472" y="4543"/>
                  </a:lnTo>
                  <a:lnTo>
                    <a:pt x="5413" y="4642"/>
                  </a:lnTo>
                  <a:lnTo>
                    <a:pt x="5452" y="4642"/>
                  </a:lnTo>
                  <a:lnTo>
                    <a:pt x="5472" y="4681"/>
                  </a:lnTo>
                  <a:lnTo>
                    <a:pt x="5492" y="4622"/>
                  </a:lnTo>
                  <a:lnTo>
                    <a:pt x="5511" y="4602"/>
                  </a:lnTo>
                  <a:lnTo>
                    <a:pt x="5472" y="4602"/>
                  </a:lnTo>
                  <a:lnTo>
                    <a:pt x="5511" y="4563"/>
                  </a:lnTo>
                  <a:lnTo>
                    <a:pt x="5571" y="4563"/>
                  </a:lnTo>
                  <a:lnTo>
                    <a:pt x="5590" y="4583"/>
                  </a:lnTo>
                  <a:lnTo>
                    <a:pt x="5610" y="4563"/>
                  </a:lnTo>
                  <a:lnTo>
                    <a:pt x="5630" y="4543"/>
                  </a:lnTo>
                  <a:lnTo>
                    <a:pt x="5610" y="4583"/>
                  </a:lnTo>
                  <a:lnTo>
                    <a:pt x="5610" y="4622"/>
                  </a:lnTo>
                  <a:lnTo>
                    <a:pt x="5650" y="4642"/>
                  </a:lnTo>
                  <a:lnTo>
                    <a:pt x="5689" y="4662"/>
                  </a:lnTo>
                  <a:lnTo>
                    <a:pt x="5709" y="4681"/>
                  </a:lnTo>
                  <a:lnTo>
                    <a:pt x="5709" y="4701"/>
                  </a:lnTo>
                  <a:lnTo>
                    <a:pt x="5748" y="4602"/>
                  </a:lnTo>
                  <a:lnTo>
                    <a:pt x="5768" y="4583"/>
                  </a:lnTo>
                  <a:lnTo>
                    <a:pt x="5748" y="4563"/>
                  </a:lnTo>
                  <a:lnTo>
                    <a:pt x="5709" y="4583"/>
                  </a:lnTo>
                  <a:lnTo>
                    <a:pt x="5689" y="4602"/>
                  </a:lnTo>
                  <a:lnTo>
                    <a:pt x="5669" y="4602"/>
                  </a:lnTo>
                  <a:lnTo>
                    <a:pt x="5669" y="4583"/>
                  </a:lnTo>
                  <a:lnTo>
                    <a:pt x="5689" y="4504"/>
                  </a:lnTo>
                  <a:lnTo>
                    <a:pt x="5768" y="4504"/>
                  </a:lnTo>
                  <a:lnTo>
                    <a:pt x="5847" y="4523"/>
                  </a:lnTo>
                  <a:lnTo>
                    <a:pt x="5946" y="4543"/>
                  </a:lnTo>
                  <a:lnTo>
                    <a:pt x="5985" y="4543"/>
                  </a:lnTo>
                  <a:lnTo>
                    <a:pt x="6045" y="4523"/>
                  </a:lnTo>
                  <a:lnTo>
                    <a:pt x="6064" y="4563"/>
                  </a:lnTo>
                  <a:lnTo>
                    <a:pt x="6064" y="4583"/>
                  </a:lnTo>
                  <a:lnTo>
                    <a:pt x="6025" y="4622"/>
                  </a:lnTo>
                  <a:lnTo>
                    <a:pt x="5985" y="4681"/>
                  </a:lnTo>
                  <a:lnTo>
                    <a:pt x="5946" y="4760"/>
                  </a:lnTo>
                  <a:lnTo>
                    <a:pt x="5887" y="4741"/>
                  </a:lnTo>
                  <a:lnTo>
                    <a:pt x="5867" y="4721"/>
                  </a:lnTo>
                  <a:lnTo>
                    <a:pt x="5827" y="4681"/>
                  </a:lnTo>
                  <a:lnTo>
                    <a:pt x="5788" y="4681"/>
                  </a:lnTo>
                  <a:lnTo>
                    <a:pt x="5827" y="4741"/>
                  </a:lnTo>
                  <a:lnTo>
                    <a:pt x="5887" y="4780"/>
                  </a:lnTo>
                  <a:lnTo>
                    <a:pt x="5985" y="4780"/>
                  </a:lnTo>
                  <a:lnTo>
                    <a:pt x="6064" y="4741"/>
                  </a:lnTo>
                  <a:lnTo>
                    <a:pt x="6084" y="4760"/>
                  </a:lnTo>
                  <a:lnTo>
                    <a:pt x="6084" y="4800"/>
                  </a:lnTo>
                  <a:lnTo>
                    <a:pt x="6064" y="4919"/>
                  </a:lnTo>
                  <a:lnTo>
                    <a:pt x="6045" y="5017"/>
                  </a:lnTo>
                  <a:lnTo>
                    <a:pt x="6064" y="5057"/>
                  </a:lnTo>
                  <a:lnTo>
                    <a:pt x="6104" y="5057"/>
                  </a:lnTo>
                  <a:lnTo>
                    <a:pt x="6143" y="4958"/>
                  </a:lnTo>
                  <a:lnTo>
                    <a:pt x="6143" y="4879"/>
                  </a:lnTo>
                  <a:lnTo>
                    <a:pt x="6183" y="4879"/>
                  </a:lnTo>
                  <a:lnTo>
                    <a:pt x="6203" y="4899"/>
                  </a:lnTo>
                  <a:lnTo>
                    <a:pt x="6222" y="4919"/>
                  </a:lnTo>
                  <a:lnTo>
                    <a:pt x="6242" y="4899"/>
                  </a:lnTo>
                  <a:lnTo>
                    <a:pt x="6262" y="4859"/>
                  </a:lnTo>
                  <a:lnTo>
                    <a:pt x="6262" y="4820"/>
                  </a:lnTo>
                  <a:lnTo>
                    <a:pt x="6301" y="4800"/>
                  </a:lnTo>
                  <a:lnTo>
                    <a:pt x="6301" y="4839"/>
                  </a:lnTo>
                  <a:lnTo>
                    <a:pt x="6301" y="4879"/>
                  </a:lnTo>
                  <a:lnTo>
                    <a:pt x="6282" y="4919"/>
                  </a:lnTo>
                  <a:lnTo>
                    <a:pt x="6301" y="4919"/>
                  </a:lnTo>
                  <a:lnTo>
                    <a:pt x="6321" y="4938"/>
                  </a:lnTo>
                  <a:lnTo>
                    <a:pt x="6301" y="5017"/>
                  </a:lnTo>
                  <a:lnTo>
                    <a:pt x="6301" y="5057"/>
                  </a:lnTo>
                  <a:lnTo>
                    <a:pt x="6301" y="5077"/>
                  </a:lnTo>
                  <a:lnTo>
                    <a:pt x="6321" y="5077"/>
                  </a:lnTo>
                  <a:lnTo>
                    <a:pt x="6380" y="5037"/>
                  </a:lnTo>
                  <a:lnTo>
                    <a:pt x="6380" y="5017"/>
                  </a:lnTo>
                  <a:lnTo>
                    <a:pt x="6361" y="5017"/>
                  </a:lnTo>
                  <a:lnTo>
                    <a:pt x="6341" y="4998"/>
                  </a:lnTo>
                  <a:lnTo>
                    <a:pt x="6380" y="4938"/>
                  </a:lnTo>
                  <a:lnTo>
                    <a:pt x="6440" y="4899"/>
                  </a:lnTo>
                  <a:lnTo>
                    <a:pt x="6479" y="4859"/>
                  </a:lnTo>
                  <a:lnTo>
                    <a:pt x="6538" y="4839"/>
                  </a:lnTo>
                  <a:lnTo>
                    <a:pt x="6519" y="4859"/>
                  </a:lnTo>
                  <a:lnTo>
                    <a:pt x="6538" y="4879"/>
                  </a:lnTo>
                  <a:lnTo>
                    <a:pt x="6558" y="4879"/>
                  </a:lnTo>
                  <a:lnTo>
                    <a:pt x="6558" y="4899"/>
                  </a:lnTo>
                  <a:lnTo>
                    <a:pt x="6538" y="4938"/>
                  </a:lnTo>
                  <a:lnTo>
                    <a:pt x="6479" y="4938"/>
                  </a:lnTo>
                  <a:lnTo>
                    <a:pt x="6440" y="4958"/>
                  </a:lnTo>
                  <a:lnTo>
                    <a:pt x="6479" y="4998"/>
                  </a:lnTo>
                  <a:lnTo>
                    <a:pt x="6479" y="4998"/>
                  </a:lnTo>
                  <a:lnTo>
                    <a:pt x="6617" y="4919"/>
                  </a:lnTo>
                  <a:lnTo>
                    <a:pt x="6598" y="4919"/>
                  </a:lnTo>
                  <a:lnTo>
                    <a:pt x="6598" y="4899"/>
                  </a:lnTo>
                  <a:lnTo>
                    <a:pt x="6617" y="4859"/>
                  </a:lnTo>
                  <a:lnTo>
                    <a:pt x="6677" y="4800"/>
                  </a:lnTo>
                  <a:lnTo>
                    <a:pt x="6696" y="4780"/>
                  </a:lnTo>
                  <a:lnTo>
                    <a:pt x="6736" y="4800"/>
                  </a:lnTo>
                  <a:lnTo>
                    <a:pt x="6736" y="4859"/>
                  </a:lnTo>
                  <a:lnTo>
                    <a:pt x="6736" y="4899"/>
                  </a:lnTo>
                  <a:lnTo>
                    <a:pt x="6716" y="4978"/>
                  </a:lnTo>
                  <a:lnTo>
                    <a:pt x="6756" y="4919"/>
                  </a:lnTo>
                  <a:lnTo>
                    <a:pt x="6815" y="4899"/>
                  </a:lnTo>
                  <a:lnTo>
                    <a:pt x="6894" y="4919"/>
                  </a:lnTo>
                  <a:lnTo>
                    <a:pt x="6894" y="4859"/>
                  </a:lnTo>
                  <a:lnTo>
                    <a:pt x="6914" y="4820"/>
                  </a:lnTo>
                  <a:lnTo>
                    <a:pt x="6993" y="4780"/>
                  </a:lnTo>
                  <a:lnTo>
                    <a:pt x="6993" y="4938"/>
                  </a:lnTo>
                  <a:lnTo>
                    <a:pt x="6953" y="4938"/>
                  </a:lnTo>
                  <a:lnTo>
                    <a:pt x="6933" y="4958"/>
                  </a:lnTo>
                  <a:lnTo>
                    <a:pt x="6914" y="4998"/>
                  </a:lnTo>
                  <a:lnTo>
                    <a:pt x="6914" y="5057"/>
                  </a:lnTo>
                  <a:lnTo>
                    <a:pt x="6874" y="5136"/>
                  </a:lnTo>
                  <a:lnTo>
                    <a:pt x="6815" y="5175"/>
                  </a:lnTo>
                  <a:lnTo>
                    <a:pt x="6775" y="5175"/>
                  </a:lnTo>
                  <a:lnTo>
                    <a:pt x="6736" y="5116"/>
                  </a:lnTo>
                  <a:lnTo>
                    <a:pt x="6736" y="5195"/>
                  </a:lnTo>
                  <a:lnTo>
                    <a:pt x="6756" y="5215"/>
                  </a:lnTo>
                  <a:lnTo>
                    <a:pt x="6775" y="5215"/>
                  </a:lnTo>
                  <a:lnTo>
                    <a:pt x="6815" y="5195"/>
                  </a:lnTo>
                  <a:lnTo>
                    <a:pt x="6894" y="5156"/>
                  </a:lnTo>
                  <a:lnTo>
                    <a:pt x="6914" y="5156"/>
                  </a:lnTo>
                  <a:lnTo>
                    <a:pt x="6933" y="5195"/>
                  </a:lnTo>
                  <a:lnTo>
                    <a:pt x="6894" y="5254"/>
                  </a:lnTo>
                  <a:lnTo>
                    <a:pt x="6854" y="5294"/>
                  </a:lnTo>
                  <a:lnTo>
                    <a:pt x="6914" y="5274"/>
                  </a:lnTo>
                  <a:lnTo>
                    <a:pt x="6933" y="5274"/>
                  </a:lnTo>
                  <a:lnTo>
                    <a:pt x="6953" y="5314"/>
                  </a:lnTo>
                  <a:lnTo>
                    <a:pt x="6993" y="5195"/>
                  </a:lnTo>
                  <a:lnTo>
                    <a:pt x="7032" y="5136"/>
                  </a:lnTo>
                  <a:lnTo>
                    <a:pt x="7091" y="5116"/>
                  </a:lnTo>
                  <a:lnTo>
                    <a:pt x="7052" y="5294"/>
                  </a:lnTo>
                  <a:lnTo>
                    <a:pt x="7091" y="5294"/>
                  </a:lnTo>
                  <a:lnTo>
                    <a:pt x="7151" y="5235"/>
                  </a:lnTo>
                  <a:lnTo>
                    <a:pt x="7210" y="5175"/>
                  </a:lnTo>
                  <a:lnTo>
                    <a:pt x="7230" y="5136"/>
                  </a:lnTo>
                  <a:lnTo>
                    <a:pt x="7269" y="5116"/>
                  </a:lnTo>
                  <a:lnTo>
                    <a:pt x="7289" y="4998"/>
                  </a:lnTo>
                  <a:lnTo>
                    <a:pt x="7328" y="4958"/>
                  </a:lnTo>
                  <a:lnTo>
                    <a:pt x="7407" y="4958"/>
                  </a:lnTo>
                  <a:lnTo>
                    <a:pt x="7447" y="4919"/>
                  </a:lnTo>
                  <a:lnTo>
                    <a:pt x="7368" y="4919"/>
                  </a:lnTo>
                  <a:lnTo>
                    <a:pt x="7348" y="4938"/>
                  </a:lnTo>
                  <a:lnTo>
                    <a:pt x="7328" y="4938"/>
                  </a:lnTo>
                  <a:lnTo>
                    <a:pt x="7309" y="4919"/>
                  </a:lnTo>
                  <a:lnTo>
                    <a:pt x="7368" y="4859"/>
                  </a:lnTo>
                  <a:lnTo>
                    <a:pt x="7388" y="4839"/>
                  </a:lnTo>
                  <a:lnTo>
                    <a:pt x="7427" y="4839"/>
                  </a:lnTo>
                  <a:lnTo>
                    <a:pt x="7467" y="4820"/>
                  </a:lnTo>
                  <a:lnTo>
                    <a:pt x="7506" y="4919"/>
                  </a:lnTo>
                  <a:lnTo>
                    <a:pt x="7486" y="5057"/>
                  </a:lnTo>
                  <a:lnTo>
                    <a:pt x="7407" y="5175"/>
                  </a:lnTo>
                  <a:lnTo>
                    <a:pt x="7309" y="5254"/>
                  </a:lnTo>
                  <a:lnTo>
                    <a:pt x="7210" y="5373"/>
                  </a:lnTo>
                  <a:lnTo>
                    <a:pt x="7091" y="5531"/>
                  </a:lnTo>
                  <a:lnTo>
                    <a:pt x="7170" y="5531"/>
                  </a:lnTo>
                  <a:lnTo>
                    <a:pt x="7249" y="5551"/>
                  </a:lnTo>
                  <a:lnTo>
                    <a:pt x="7309" y="5570"/>
                  </a:lnTo>
                  <a:lnTo>
                    <a:pt x="7328" y="5610"/>
                  </a:lnTo>
                  <a:lnTo>
                    <a:pt x="7328" y="5649"/>
                  </a:lnTo>
                  <a:lnTo>
                    <a:pt x="7407" y="5610"/>
                  </a:lnTo>
                  <a:lnTo>
                    <a:pt x="7486" y="5531"/>
                  </a:lnTo>
                  <a:lnTo>
                    <a:pt x="7585" y="5333"/>
                  </a:lnTo>
                  <a:lnTo>
                    <a:pt x="7625" y="5333"/>
                  </a:lnTo>
                  <a:lnTo>
                    <a:pt x="7625" y="5353"/>
                  </a:lnTo>
                  <a:lnTo>
                    <a:pt x="7645" y="5393"/>
                  </a:lnTo>
                  <a:lnTo>
                    <a:pt x="7565" y="5452"/>
                  </a:lnTo>
                  <a:lnTo>
                    <a:pt x="7565" y="5452"/>
                  </a:lnTo>
                  <a:lnTo>
                    <a:pt x="7724" y="5412"/>
                  </a:lnTo>
                  <a:lnTo>
                    <a:pt x="7803" y="5412"/>
                  </a:lnTo>
                  <a:lnTo>
                    <a:pt x="7862" y="5452"/>
                  </a:lnTo>
                  <a:lnTo>
                    <a:pt x="7901" y="5412"/>
                  </a:lnTo>
                  <a:lnTo>
                    <a:pt x="7961" y="5373"/>
                  </a:lnTo>
                  <a:lnTo>
                    <a:pt x="8040" y="5215"/>
                  </a:lnTo>
                  <a:lnTo>
                    <a:pt x="8099" y="5215"/>
                  </a:lnTo>
                  <a:lnTo>
                    <a:pt x="8119" y="5195"/>
                  </a:lnTo>
                  <a:lnTo>
                    <a:pt x="8178" y="5136"/>
                  </a:lnTo>
                  <a:lnTo>
                    <a:pt x="8198" y="5116"/>
                  </a:lnTo>
                  <a:lnTo>
                    <a:pt x="8237" y="5156"/>
                  </a:lnTo>
                  <a:lnTo>
                    <a:pt x="8257" y="5175"/>
                  </a:lnTo>
                  <a:lnTo>
                    <a:pt x="8198" y="5215"/>
                  </a:lnTo>
                  <a:lnTo>
                    <a:pt x="8178" y="5254"/>
                  </a:lnTo>
                  <a:lnTo>
                    <a:pt x="8178" y="5294"/>
                  </a:lnTo>
                  <a:lnTo>
                    <a:pt x="8198" y="5314"/>
                  </a:lnTo>
                  <a:lnTo>
                    <a:pt x="8237" y="5333"/>
                  </a:lnTo>
                  <a:lnTo>
                    <a:pt x="8277" y="5314"/>
                  </a:lnTo>
                  <a:lnTo>
                    <a:pt x="8277" y="5314"/>
                  </a:lnTo>
                  <a:lnTo>
                    <a:pt x="8198" y="5393"/>
                  </a:lnTo>
                  <a:lnTo>
                    <a:pt x="8158" y="5432"/>
                  </a:lnTo>
                  <a:lnTo>
                    <a:pt x="8138" y="5432"/>
                  </a:lnTo>
                  <a:lnTo>
                    <a:pt x="8138" y="5412"/>
                  </a:lnTo>
                  <a:lnTo>
                    <a:pt x="8158" y="5353"/>
                  </a:lnTo>
                  <a:lnTo>
                    <a:pt x="8059" y="5393"/>
                  </a:lnTo>
                  <a:lnTo>
                    <a:pt x="8099" y="5393"/>
                  </a:lnTo>
                  <a:lnTo>
                    <a:pt x="8119" y="5412"/>
                  </a:lnTo>
                  <a:lnTo>
                    <a:pt x="8119" y="5432"/>
                  </a:lnTo>
                  <a:lnTo>
                    <a:pt x="8119" y="5472"/>
                  </a:lnTo>
                  <a:lnTo>
                    <a:pt x="8079" y="5570"/>
                  </a:lnTo>
                  <a:lnTo>
                    <a:pt x="8040" y="5669"/>
                  </a:lnTo>
                  <a:lnTo>
                    <a:pt x="8040" y="5669"/>
                  </a:lnTo>
                  <a:lnTo>
                    <a:pt x="8059" y="5649"/>
                  </a:lnTo>
                  <a:lnTo>
                    <a:pt x="8079" y="5630"/>
                  </a:lnTo>
                  <a:lnTo>
                    <a:pt x="8099" y="5570"/>
                  </a:lnTo>
                  <a:lnTo>
                    <a:pt x="8119" y="5511"/>
                  </a:lnTo>
                  <a:lnTo>
                    <a:pt x="8138" y="5511"/>
                  </a:lnTo>
                  <a:lnTo>
                    <a:pt x="8178" y="5491"/>
                  </a:lnTo>
                  <a:lnTo>
                    <a:pt x="8178" y="5590"/>
                  </a:lnTo>
                  <a:lnTo>
                    <a:pt x="8198" y="5649"/>
                  </a:lnTo>
                  <a:lnTo>
                    <a:pt x="8217" y="5689"/>
                  </a:lnTo>
                  <a:lnTo>
                    <a:pt x="8257" y="5709"/>
                  </a:lnTo>
                  <a:lnTo>
                    <a:pt x="8296" y="5728"/>
                  </a:lnTo>
                  <a:lnTo>
                    <a:pt x="8316" y="5768"/>
                  </a:lnTo>
                  <a:lnTo>
                    <a:pt x="8296" y="5847"/>
                  </a:lnTo>
                  <a:lnTo>
                    <a:pt x="8257" y="5965"/>
                  </a:lnTo>
                  <a:lnTo>
                    <a:pt x="8257" y="5965"/>
                  </a:lnTo>
                  <a:lnTo>
                    <a:pt x="8415" y="5906"/>
                  </a:lnTo>
                  <a:lnTo>
                    <a:pt x="8514" y="5886"/>
                  </a:lnTo>
                  <a:lnTo>
                    <a:pt x="8573" y="5886"/>
                  </a:lnTo>
                  <a:lnTo>
                    <a:pt x="8632" y="5847"/>
                  </a:lnTo>
                  <a:lnTo>
                    <a:pt x="8672" y="5827"/>
                  </a:lnTo>
                  <a:lnTo>
                    <a:pt x="8691" y="5807"/>
                  </a:lnTo>
                  <a:lnTo>
                    <a:pt x="8751" y="5748"/>
                  </a:lnTo>
                  <a:lnTo>
                    <a:pt x="8751" y="5689"/>
                  </a:lnTo>
                  <a:lnTo>
                    <a:pt x="8711" y="5689"/>
                  </a:lnTo>
                  <a:lnTo>
                    <a:pt x="8632" y="5709"/>
                  </a:lnTo>
                  <a:lnTo>
                    <a:pt x="8553" y="5709"/>
                  </a:lnTo>
                  <a:lnTo>
                    <a:pt x="8533" y="5689"/>
                  </a:lnTo>
                  <a:lnTo>
                    <a:pt x="8533" y="5610"/>
                  </a:lnTo>
                  <a:lnTo>
                    <a:pt x="8494" y="5649"/>
                  </a:lnTo>
                  <a:lnTo>
                    <a:pt x="8454" y="5689"/>
                  </a:lnTo>
                  <a:lnTo>
                    <a:pt x="8375" y="5788"/>
                  </a:lnTo>
                  <a:lnTo>
                    <a:pt x="8336" y="5788"/>
                  </a:lnTo>
                  <a:lnTo>
                    <a:pt x="8336" y="5748"/>
                  </a:lnTo>
                  <a:lnTo>
                    <a:pt x="8336" y="5728"/>
                  </a:lnTo>
                  <a:lnTo>
                    <a:pt x="8356" y="5669"/>
                  </a:lnTo>
                  <a:lnTo>
                    <a:pt x="8395" y="5669"/>
                  </a:lnTo>
                  <a:lnTo>
                    <a:pt x="8435" y="5630"/>
                  </a:lnTo>
                  <a:lnTo>
                    <a:pt x="8514" y="5551"/>
                  </a:lnTo>
                  <a:lnTo>
                    <a:pt x="8573" y="5491"/>
                  </a:lnTo>
                  <a:lnTo>
                    <a:pt x="8612" y="5472"/>
                  </a:lnTo>
                  <a:lnTo>
                    <a:pt x="8652" y="5491"/>
                  </a:lnTo>
                  <a:lnTo>
                    <a:pt x="8652" y="5432"/>
                  </a:lnTo>
                  <a:lnTo>
                    <a:pt x="8632" y="5393"/>
                  </a:lnTo>
                  <a:lnTo>
                    <a:pt x="8612" y="5353"/>
                  </a:lnTo>
                  <a:lnTo>
                    <a:pt x="8593" y="5314"/>
                  </a:lnTo>
                  <a:lnTo>
                    <a:pt x="8632" y="5235"/>
                  </a:lnTo>
                  <a:lnTo>
                    <a:pt x="8672" y="5156"/>
                  </a:lnTo>
                  <a:lnTo>
                    <a:pt x="8810" y="5057"/>
                  </a:lnTo>
                  <a:lnTo>
                    <a:pt x="8928" y="4978"/>
                  </a:lnTo>
                  <a:lnTo>
                    <a:pt x="8889" y="5057"/>
                  </a:lnTo>
                  <a:lnTo>
                    <a:pt x="8849" y="5096"/>
                  </a:lnTo>
                  <a:lnTo>
                    <a:pt x="9067" y="4998"/>
                  </a:lnTo>
                  <a:lnTo>
                    <a:pt x="9007" y="5136"/>
                  </a:lnTo>
                  <a:lnTo>
                    <a:pt x="8948" y="5235"/>
                  </a:lnTo>
                  <a:lnTo>
                    <a:pt x="8968" y="5254"/>
                  </a:lnTo>
                  <a:lnTo>
                    <a:pt x="8988" y="5254"/>
                  </a:lnTo>
                  <a:lnTo>
                    <a:pt x="9047" y="5274"/>
                  </a:lnTo>
                  <a:lnTo>
                    <a:pt x="9067" y="5274"/>
                  </a:lnTo>
                  <a:lnTo>
                    <a:pt x="9086" y="5294"/>
                  </a:lnTo>
                  <a:lnTo>
                    <a:pt x="9086" y="5333"/>
                  </a:lnTo>
                  <a:lnTo>
                    <a:pt x="9047" y="5373"/>
                  </a:lnTo>
                  <a:lnTo>
                    <a:pt x="9086" y="5373"/>
                  </a:lnTo>
                  <a:lnTo>
                    <a:pt x="9106" y="5333"/>
                  </a:lnTo>
                  <a:lnTo>
                    <a:pt x="9106" y="5274"/>
                  </a:lnTo>
                  <a:lnTo>
                    <a:pt x="9126" y="5215"/>
                  </a:lnTo>
                  <a:lnTo>
                    <a:pt x="9047" y="5175"/>
                  </a:lnTo>
                  <a:lnTo>
                    <a:pt x="9086" y="5116"/>
                  </a:lnTo>
                  <a:lnTo>
                    <a:pt x="9106" y="5096"/>
                  </a:lnTo>
                  <a:lnTo>
                    <a:pt x="9126" y="5116"/>
                  </a:lnTo>
                  <a:lnTo>
                    <a:pt x="9146" y="5136"/>
                  </a:lnTo>
                  <a:lnTo>
                    <a:pt x="9146" y="5156"/>
                  </a:lnTo>
                  <a:lnTo>
                    <a:pt x="9205" y="5156"/>
                  </a:lnTo>
                  <a:lnTo>
                    <a:pt x="9244" y="5116"/>
                  </a:lnTo>
                  <a:lnTo>
                    <a:pt x="9304" y="5017"/>
                  </a:lnTo>
                  <a:lnTo>
                    <a:pt x="9343" y="4998"/>
                  </a:lnTo>
                  <a:lnTo>
                    <a:pt x="9738" y="4148"/>
                  </a:lnTo>
                  <a:lnTo>
                    <a:pt x="9738" y="4148"/>
                  </a:lnTo>
                  <a:lnTo>
                    <a:pt x="9679" y="4168"/>
                  </a:lnTo>
                  <a:lnTo>
                    <a:pt x="9639" y="4168"/>
                  </a:lnTo>
                  <a:lnTo>
                    <a:pt x="9600" y="4148"/>
                  </a:lnTo>
                  <a:lnTo>
                    <a:pt x="9580" y="4128"/>
                  </a:lnTo>
                  <a:lnTo>
                    <a:pt x="9620" y="4069"/>
                  </a:lnTo>
                  <a:lnTo>
                    <a:pt x="9659" y="4030"/>
                  </a:lnTo>
                  <a:lnTo>
                    <a:pt x="9718" y="4010"/>
                  </a:lnTo>
                  <a:lnTo>
                    <a:pt x="9758" y="4010"/>
                  </a:lnTo>
                  <a:lnTo>
                    <a:pt x="9797" y="3990"/>
                  </a:lnTo>
                  <a:lnTo>
                    <a:pt x="9817" y="3951"/>
                  </a:lnTo>
                  <a:lnTo>
                    <a:pt x="9837" y="3891"/>
                  </a:lnTo>
                  <a:lnTo>
                    <a:pt x="9837" y="3872"/>
                  </a:lnTo>
                  <a:lnTo>
                    <a:pt x="9817" y="3872"/>
                  </a:lnTo>
                  <a:lnTo>
                    <a:pt x="9778" y="3891"/>
                  </a:lnTo>
                  <a:lnTo>
                    <a:pt x="9758" y="3951"/>
                  </a:lnTo>
                  <a:lnTo>
                    <a:pt x="9738" y="3990"/>
                  </a:lnTo>
                  <a:lnTo>
                    <a:pt x="9679" y="3891"/>
                  </a:lnTo>
                  <a:lnTo>
                    <a:pt x="9659" y="3812"/>
                  </a:lnTo>
                  <a:lnTo>
                    <a:pt x="9679" y="3714"/>
                  </a:lnTo>
                  <a:lnTo>
                    <a:pt x="9580" y="3753"/>
                  </a:lnTo>
                  <a:lnTo>
                    <a:pt x="9521" y="3773"/>
                  </a:lnTo>
                  <a:lnTo>
                    <a:pt x="9481" y="3793"/>
                  </a:lnTo>
                  <a:lnTo>
                    <a:pt x="9383" y="3872"/>
                  </a:lnTo>
                  <a:lnTo>
                    <a:pt x="9422" y="3872"/>
                  </a:lnTo>
                  <a:lnTo>
                    <a:pt x="9462" y="3832"/>
                  </a:lnTo>
                  <a:lnTo>
                    <a:pt x="9501" y="3832"/>
                  </a:lnTo>
                  <a:lnTo>
                    <a:pt x="9501" y="3852"/>
                  </a:lnTo>
                  <a:lnTo>
                    <a:pt x="9363" y="3970"/>
                  </a:lnTo>
                  <a:lnTo>
                    <a:pt x="9343" y="3951"/>
                  </a:lnTo>
                  <a:lnTo>
                    <a:pt x="9323" y="3931"/>
                  </a:lnTo>
                  <a:lnTo>
                    <a:pt x="9323" y="3852"/>
                  </a:lnTo>
                  <a:lnTo>
                    <a:pt x="9323" y="3793"/>
                  </a:lnTo>
                  <a:lnTo>
                    <a:pt x="9304" y="3733"/>
                  </a:lnTo>
                  <a:lnTo>
                    <a:pt x="9383" y="3714"/>
                  </a:lnTo>
                  <a:lnTo>
                    <a:pt x="9363" y="3733"/>
                  </a:lnTo>
                  <a:lnTo>
                    <a:pt x="9363" y="3733"/>
                  </a:lnTo>
                  <a:lnTo>
                    <a:pt x="9402" y="3714"/>
                  </a:lnTo>
                  <a:lnTo>
                    <a:pt x="9442" y="3714"/>
                  </a:lnTo>
                  <a:lnTo>
                    <a:pt x="9481" y="3694"/>
                  </a:lnTo>
                  <a:lnTo>
                    <a:pt x="9521" y="3654"/>
                  </a:lnTo>
                  <a:lnTo>
                    <a:pt x="9521" y="3654"/>
                  </a:lnTo>
                  <a:lnTo>
                    <a:pt x="9462" y="3674"/>
                  </a:lnTo>
                  <a:lnTo>
                    <a:pt x="9422" y="3674"/>
                  </a:lnTo>
                  <a:lnTo>
                    <a:pt x="9383" y="3654"/>
                  </a:lnTo>
                  <a:lnTo>
                    <a:pt x="9363" y="3635"/>
                  </a:lnTo>
                  <a:lnTo>
                    <a:pt x="9323" y="3654"/>
                  </a:lnTo>
                  <a:lnTo>
                    <a:pt x="9343" y="3635"/>
                  </a:lnTo>
                  <a:lnTo>
                    <a:pt x="9304" y="3635"/>
                  </a:lnTo>
                  <a:lnTo>
                    <a:pt x="9264" y="3615"/>
                  </a:lnTo>
                  <a:lnTo>
                    <a:pt x="9244" y="3516"/>
                  </a:lnTo>
                  <a:lnTo>
                    <a:pt x="9225" y="3477"/>
                  </a:lnTo>
                  <a:lnTo>
                    <a:pt x="9205" y="3477"/>
                  </a:lnTo>
                  <a:lnTo>
                    <a:pt x="9165" y="3496"/>
                  </a:lnTo>
                  <a:lnTo>
                    <a:pt x="9086" y="3556"/>
                  </a:lnTo>
                  <a:lnTo>
                    <a:pt x="9106" y="3575"/>
                  </a:lnTo>
                  <a:lnTo>
                    <a:pt x="9086" y="3615"/>
                  </a:lnTo>
                  <a:lnTo>
                    <a:pt x="9067" y="3674"/>
                  </a:lnTo>
                  <a:lnTo>
                    <a:pt x="9027" y="3714"/>
                  </a:lnTo>
                  <a:lnTo>
                    <a:pt x="9047" y="3674"/>
                  </a:lnTo>
                  <a:lnTo>
                    <a:pt x="9027" y="3635"/>
                  </a:lnTo>
                  <a:lnTo>
                    <a:pt x="9027" y="3595"/>
                  </a:lnTo>
                  <a:lnTo>
                    <a:pt x="9027" y="3556"/>
                  </a:lnTo>
                  <a:lnTo>
                    <a:pt x="9067" y="3536"/>
                  </a:lnTo>
                  <a:lnTo>
                    <a:pt x="9027" y="3477"/>
                  </a:lnTo>
                  <a:lnTo>
                    <a:pt x="8988" y="3457"/>
                  </a:lnTo>
                  <a:lnTo>
                    <a:pt x="8968" y="3457"/>
                  </a:lnTo>
                  <a:lnTo>
                    <a:pt x="8889" y="3595"/>
                  </a:lnTo>
                  <a:lnTo>
                    <a:pt x="8849" y="3635"/>
                  </a:lnTo>
                  <a:lnTo>
                    <a:pt x="8790" y="3654"/>
                  </a:lnTo>
                  <a:lnTo>
                    <a:pt x="8790" y="3615"/>
                  </a:lnTo>
                  <a:lnTo>
                    <a:pt x="8810" y="3575"/>
                  </a:lnTo>
                  <a:lnTo>
                    <a:pt x="8869" y="3496"/>
                  </a:lnTo>
                  <a:lnTo>
                    <a:pt x="8928" y="3437"/>
                  </a:lnTo>
                  <a:lnTo>
                    <a:pt x="8948" y="3398"/>
                  </a:lnTo>
                  <a:lnTo>
                    <a:pt x="8968" y="3338"/>
                  </a:lnTo>
                  <a:lnTo>
                    <a:pt x="8810" y="3398"/>
                  </a:lnTo>
                  <a:lnTo>
                    <a:pt x="8849" y="3299"/>
                  </a:lnTo>
                  <a:lnTo>
                    <a:pt x="8810" y="3240"/>
                  </a:lnTo>
                  <a:lnTo>
                    <a:pt x="8751" y="3220"/>
                  </a:lnTo>
                  <a:lnTo>
                    <a:pt x="8691" y="3240"/>
                  </a:lnTo>
                  <a:lnTo>
                    <a:pt x="8612" y="3240"/>
                  </a:lnTo>
                  <a:lnTo>
                    <a:pt x="8474" y="3279"/>
                  </a:lnTo>
                  <a:lnTo>
                    <a:pt x="8415" y="3279"/>
                  </a:lnTo>
                  <a:lnTo>
                    <a:pt x="8356" y="3259"/>
                  </a:lnTo>
                  <a:lnTo>
                    <a:pt x="8435" y="3180"/>
                  </a:lnTo>
                  <a:lnTo>
                    <a:pt x="8494" y="3141"/>
                  </a:lnTo>
                  <a:lnTo>
                    <a:pt x="8573" y="3121"/>
                  </a:lnTo>
                  <a:lnTo>
                    <a:pt x="8612" y="3121"/>
                  </a:lnTo>
                  <a:lnTo>
                    <a:pt x="8612" y="3082"/>
                  </a:lnTo>
                  <a:lnTo>
                    <a:pt x="8612" y="3062"/>
                  </a:lnTo>
                  <a:lnTo>
                    <a:pt x="8553" y="3042"/>
                  </a:lnTo>
                  <a:lnTo>
                    <a:pt x="8514" y="3042"/>
                  </a:lnTo>
                  <a:lnTo>
                    <a:pt x="8494" y="3022"/>
                  </a:lnTo>
                  <a:lnTo>
                    <a:pt x="8474" y="2983"/>
                  </a:lnTo>
                  <a:lnTo>
                    <a:pt x="8454" y="2963"/>
                  </a:lnTo>
                  <a:lnTo>
                    <a:pt x="8435" y="2963"/>
                  </a:lnTo>
                  <a:lnTo>
                    <a:pt x="8375" y="3003"/>
                  </a:lnTo>
                  <a:lnTo>
                    <a:pt x="8316" y="3062"/>
                  </a:lnTo>
                  <a:lnTo>
                    <a:pt x="8277" y="3121"/>
                  </a:lnTo>
                  <a:lnTo>
                    <a:pt x="8237" y="3121"/>
                  </a:lnTo>
                  <a:lnTo>
                    <a:pt x="8237" y="3062"/>
                  </a:lnTo>
                  <a:lnTo>
                    <a:pt x="8296" y="2983"/>
                  </a:lnTo>
                  <a:lnTo>
                    <a:pt x="8257" y="3022"/>
                  </a:lnTo>
                  <a:lnTo>
                    <a:pt x="8217" y="3042"/>
                  </a:lnTo>
                  <a:lnTo>
                    <a:pt x="8178" y="3062"/>
                  </a:lnTo>
                  <a:lnTo>
                    <a:pt x="8158" y="3062"/>
                  </a:lnTo>
                  <a:lnTo>
                    <a:pt x="8099" y="3042"/>
                  </a:lnTo>
                  <a:lnTo>
                    <a:pt x="8040" y="3022"/>
                  </a:lnTo>
                  <a:lnTo>
                    <a:pt x="8099" y="2943"/>
                  </a:lnTo>
                  <a:lnTo>
                    <a:pt x="7941" y="3003"/>
                  </a:lnTo>
                  <a:lnTo>
                    <a:pt x="7941" y="3022"/>
                  </a:lnTo>
                  <a:lnTo>
                    <a:pt x="7921" y="3062"/>
                  </a:lnTo>
                  <a:lnTo>
                    <a:pt x="7862" y="3141"/>
                  </a:lnTo>
                  <a:lnTo>
                    <a:pt x="7842" y="3121"/>
                  </a:lnTo>
                  <a:lnTo>
                    <a:pt x="7842" y="3220"/>
                  </a:lnTo>
                  <a:lnTo>
                    <a:pt x="7862" y="3240"/>
                  </a:lnTo>
                  <a:lnTo>
                    <a:pt x="7901" y="3259"/>
                  </a:lnTo>
                  <a:lnTo>
                    <a:pt x="7961" y="3240"/>
                  </a:lnTo>
                  <a:lnTo>
                    <a:pt x="8000" y="3240"/>
                  </a:lnTo>
                  <a:lnTo>
                    <a:pt x="8040" y="3259"/>
                  </a:lnTo>
                  <a:lnTo>
                    <a:pt x="8059" y="3299"/>
                  </a:lnTo>
                  <a:lnTo>
                    <a:pt x="8059" y="3398"/>
                  </a:lnTo>
                  <a:lnTo>
                    <a:pt x="8020" y="3417"/>
                  </a:lnTo>
                  <a:lnTo>
                    <a:pt x="8000" y="3457"/>
                  </a:lnTo>
                  <a:lnTo>
                    <a:pt x="8000" y="3477"/>
                  </a:lnTo>
                  <a:lnTo>
                    <a:pt x="7961" y="3496"/>
                  </a:lnTo>
                  <a:lnTo>
                    <a:pt x="7961" y="3477"/>
                  </a:lnTo>
                  <a:lnTo>
                    <a:pt x="7980" y="3437"/>
                  </a:lnTo>
                  <a:lnTo>
                    <a:pt x="7901" y="3516"/>
                  </a:lnTo>
                  <a:lnTo>
                    <a:pt x="7882" y="3536"/>
                  </a:lnTo>
                  <a:lnTo>
                    <a:pt x="7882" y="3556"/>
                  </a:lnTo>
                  <a:lnTo>
                    <a:pt x="7803" y="3654"/>
                  </a:lnTo>
                  <a:lnTo>
                    <a:pt x="7783" y="3674"/>
                  </a:lnTo>
                  <a:lnTo>
                    <a:pt x="7743" y="3694"/>
                  </a:lnTo>
                  <a:lnTo>
                    <a:pt x="7684" y="3674"/>
                  </a:lnTo>
                  <a:lnTo>
                    <a:pt x="7625" y="3694"/>
                  </a:lnTo>
                  <a:lnTo>
                    <a:pt x="7625" y="3635"/>
                  </a:lnTo>
                  <a:lnTo>
                    <a:pt x="7645" y="3595"/>
                  </a:lnTo>
                  <a:lnTo>
                    <a:pt x="7704" y="3536"/>
                  </a:lnTo>
                  <a:lnTo>
                    <a:pt x="7783" y="3496"/>
                  </a:lnTo>
                  <a:lnTo>
                    <a:pt x="7842" y="3457"/>
                  </a:lnTo>
                  <a:lnTo>
                    <a:pt x="7783" y="3477"/>
                  </a:lnTo>
                  <a:lnTo>
                    <a:pt x="7763" y="3477"/>
                  </a:lnTo>
                  <a:lnTo>
                    <a:pt x="7743" y="3457"/>
                  </a:lnTo>
                  <a:lnTo>
                    <a:pt x="7842" y="3319"/>
                  </a:lnTo>
                  <a:lnTo>
                    <a:pt x="7763" y="3358"/>
                  </a:lnTo>
                  <a:lnTo>
                    <a:pt x="7724" y="3398"/>
                  </a:lnTo>
                  <a:lnTo>
                    <a:pt x="7704" y="3477"/>
                  </a:lnTo>
                  <a:lnTo>
                    <a:pt x="7645" y="3556"/>
                  </a:lnTo>
                  <a:lnTo>
                    <a:pt x="7605" y="3615"/>
                  </a:lnTo>
                  <a:lnTo>
                    <a:pt x="7585" y="3635"/>
                  </a:lnTo>
                  <a:lnTo>
                    <a:pt x="7565" y="3615"/>
                  </a:lnTo>
                  <a:lnTo>
                    <a:pt x="7565" y="3595"/>
                  </a:lnTo>
                  <a:lnTo>
                    <a:pt x="7546" y="3536"/>
                  </a:lnTo>
                  <a:lnTo>
                    <a:pt x="7546" y="3516"/>
                  </a:lnTo>
                  <a:lnTo>
                    <a:pt x="7585" y="3496"/>
                  </a:lnTo>
                  <a:lnTo>
                    <a:pt x="7565" y="3457"/>
                  </a:lnTo>
                  <a:lnTo>
                    <a:pt x="7546" y="3457"/>
                  </a:lnTo>
                  <a:lnTo>
                    <a:pt x="7506" y="3477"/>
                  </a:lnTo>
                  <a:lnTo>
                    <a:pt x="7447" y="3496"/>
                  </a:lnTo>
                  <a:lnTo>
                    <a:pt x="7407" y="3496"/>
                  </a:lnTo>
                  <a:lnTo>
                    <a:pt x="7447" y="3358"/>
                  </a:lnTo>
                  <a:lnTo>
                    <a:pt x="7447" y="3398"/>
                  </a:lnTo>
                  <a:lnTo>
                    <a:pt x="7467" y="3417"/>
                  </a:lnTo>
                  <a:lnTo>
                    <a:pt x="7546" y="3358"/>
                  </a:lnTo>
                  <a:lnTo>
                    <a:pt x="7605" y="3299"/>
                  </a:lnTo>
                  <a:lnTo>
                    <a:pt x="7645" y="3279"/>
                  </a:lnTo>
                  <a:lnTo>
                    <a:pt x="7645" y="3240"/>
                  </a:lnTo>
                  <a:lnTo>
                    <a:pt x="7664" y="3180"/>
                  </a:lnTo>
                  <a:lnTo>
                    <a:pt x="7704" y="3121"/>
                  </a:lnTo>
                  <a:lnTo>
                    <a:pt x="7743" y="3082"/>
                  </a:lnTo>
                  <a:lnTo>
                    <a:pt x="7941" y="2924"/>
                  </a:lnTo>
                  <a:lnTo>
                    <a:pt x="7901" y="2904"/>
                  </a:lnTo>
                  <a:lnTo>
                    <a:pt x="7882" y="2884"/>
                  </a:lnTo>
                  <a:lnTo>
                    <a:pt x="7862" y="2845"/>
                  </a:lnTo>
                  <a:lnTo>
                    <a:pt x="7862" y="2785"/>
                  </a:lnTo>
                  <a:lnTo>
                    <a:pt x="7822" y="2825"/>
                  </a:lnTo>
                  <a:lnTo>
                    <a:pt x="7783" y="2825"/>
                  </a:lnTo>
                  <a:lnTo>
                    <a:pt x="7743" y="2805"/>
                  </a:lnTo>
                  <a:lnTo>
                    <a:pt x="7724" y="2785"/>
                  </a:lnTo>
                  <a:lnTo>
                    <a:pt x="7704" y="2766"/>
                  </a:lnTo>
                  <a:lnTo>
                    <a:pt x="7684" y="2746"/>
                  </a:lnTo>
                  <a:lnTo>
                    <a:pt x="7625" y="2766"/>
                  </a:lnTo>
                  <a:lnTo>
                    <a:pt x="7565" y="2825"/>
                  </a:lnTo>
                  <a:lnTo>
                    <a:pt x="7585" y="2785"/>
                  </a:lnTo>
                  <a:lnTo>
                    <a:pt x="7605" y="2746"/>
                  </a:lnTo>
                  <a:lnTo>
                    <a:pt x="7625" y="2726"/>
                  </a:lnTo>
                  <a:lnTo>
                    <a:pt x="7625" y="2706"/>
                  </a:lnTo>
                  <a:lnTo>
                    <a:pt x="7565" y="2667"/>
                  </a:lnTo>
                  <a:lnTo>
                    <a:pt x="7506" y="2647"/>
                  </a:lnTo>
                  <a:lnTo>
                    <a:pt x="7427" y="2647"/>
                  </a:lnTo>
                  <a:lnTo>
                    <a:pt x="7348" y="2667"/>
                  </a:lnTo>
                  <a:lnTo>
                    <a:pt x="7328" y="2647"/>
                  </a:lnTo>
                  <a:lnTo>
                    <a:pt x="7348" y="2608"/>
                  </a:lnTo>
                  <a:lnTo>
                    <a:pt x="7388" y="2529"/>
                  </a:lnTo>
                  <a:lnTo>
                    <a:pt x="7328" y="2469"/>
                  </a:lnTo>
                  <a:lnTo>
                    <a:pt x="7249" y="2449"/>
                  </a:lnTo>
                  <a:lnTo>
                    <a:pt x="7190" y="2469"/>
                  </a:lnTo>
                  <a:lnTo>
                    <a:pt x="7111" y="2489"/>
                  </a:lnTo>
                  <a:lnTo>
                    <a:pt x="7032" y="2509"/>
                  </a:lnTo>
                  <a:lnTo>
                    <a:pt x="6874" y="2509"/>
                  </a:lnTo>
                  <a:lnTo>
                    <a:pt x="6815" y="2449"/>
                  </a:lnTo>
                  <a:lnTo>
                    <a:pt x="6894" y="2390"/>
                  </a:lnTo>
                  <a:lnTo>
                    <a:pt x="6874" y="2351"/>
                  </a:lnTo>
                  <a:lnTo>
                    <a:pt x="6835" y="2331"/>
                  </a:lnTo>
                  <a:lnTo>
                    <a:pt x="6795" y="2351"/>
                  </a:lnTo>
                  <a:lnTo>
                    <a:pt x="6756" y="2390"/>
                  </a:lnTo>
                  <a:lnTo>
                    <a:pt x="6775" y="2311"/>
                  </a:lnTo>
                  <a:lnTo>
                    <a:pt x="6756" y="2272"/>
                  </a:lnTo>
                  <a:lnTo>
                    <a:pt x="6657" y="2272"/>
                  </a:lnTo>
                  <a:lnTo>
                    <a:pt x="6617" y="2291"/>
                  </a:lnTo>
                  <a:lnTo>
                    <a:pt x="6578" y="2272"/>
                  </a:lnTo>
                  <a:lnTo>
                    <a:pt x="6558" y="2232"/>
                  </a:lnTo>
                  <a:lnTo>
                    <a:pt x="6558" y="2153"/>
                  </a:lnTo>
                  <a:lnTo>
                    <a:pt x="6538" y="2114"/>
                  </a:lnTo>
                  <a:lnTo>
                    <a:pt x="6499" y="2114"/>
                  </a:lnTo>
                  <a:lnTo>
                    <a:pt x="6440" y="2173"/>
                  </a:lnTo>
                  <a:lnTo>
                    <a:pt x="6361" y="2232"/>
                  </a:lnTo>
                  <a:lnTo>
                    <a:pt x="6321" y="2252"/>
                  </a:lnTo>
                  <a:lnTo>
                    <a:pt x="6282" y="2272"/>
                  </a:lnTo>
                  <a:lnTo>
                    <a:pt x="6341" y="2173"/>
                  </a:lnTo>
                  <a:lnTo>
                    <a:pt x="6380" y="2114"/>
                  </a:lnTo>
                  <a:lnTo>
                    <a:pt x="6380" y="2074"/>
                  </a:lnTo>
                  <a:lnTo>
                    <a:pt x="6163" y="2035"/>
                  </a:lnTo>
                  <a:lnTo>
                    <a:pt x="5985" y="1995"/>
                  </a:lnTo>
                  <a:lnTo>
                    <a:pt x="5590" y="1877"/>
                  </a:lnTo>
                  <a:lnTo>
                    <a:pt x="5650" y="1837"/>
                  </a:lnTo>
                  <a:lnTo>
                    <a:pt x="5571" y="1798"/>
                  </a:lnTo>
                  <a:lnTo>
                    <a:pt x="5353" y="1798"/>
                  </a:lnTo>
                  <a:lnTo>
                    <a:pt x="5215" y="1817"/>
                  </a:lnTo>
                  <a:lnTo>
                    <a:pt x="5156" y="1798"/>
                  </a:lnTo>
                  <a:lnTo>
                    <a:pt x="5096" y="1738"/>
                  </a:lnTo>
                  <a:lnTo>
                    <a:pt x="5017" y="1798"/>
                  </a:lnTo>
                  <a:lnTo>
                    <a:pt x="4958" y="1837"/>
                  </a:lnTo>
                  <a:lnTo>
                    <a:pt x="4938" y="1896"/>
                  </a:lnTo>
                  <a:lnTo>
                    <a:pt x="4938" y="1936"/>
                  </a:lnTo>
                  <a:lnTo>
                    <a:pt x="4919" y="1995"/>
                  </a:lnTo>
                  <a:lnTo>
                    <a:pt x="4859" y="2153"/>
                  </a:lnTo>
                  <a:lnTo>
                    <a:pt x="4800" y="2153"/>
                  </a:lnTo>
                  <a:lnTo>
                    <a:pt x="4780" y="2133"/>
                  </a:lnTo>
                  <a:lnTo>
                    <a:pt x="4780" y="2094"/>
                  </a:lnTo>
                  <a:lnTo>
                    <a:pt x="4800" y="2054"/>
                  </a:lnTo>
                  <a:lnTo>
                    <a:pt x="4820" y="1956"/>
                  </a:lnTo>
                  <a:lnTo>
                    <a:pt x="4820" y="1936"/>
                  </a:lnTo>
                  <a:lnTo>
                    <a:pt x="4780" y="1916"/>
                  </a:lnTo>
                  <a:lnTo>
                    <a:pt x="4840" y="1817"/>
                  </a:lnTo>
                  <a:lnTo>
                    <a:pt x="4879" y="1758"/>
                  </a:lnTo>
                  <a:lnTo>
                    <a:pt x="4938" y="1719"/>
                  </a:lnTo>
                  <a:lnTo>
                    <a:pt x="4998" y="1640"/>
                  </a:lnTo>
                  <a:lnTo>
                    <a:pt x="4998" y="1640"/>
                  </a:lnTo>
                  <a:lnTo>
                    <a:pt x="4800" y="1699"/>
                  </a:lnTo>
                  <a:lnTo>
                    <a:pt x="4800" y="1679"/>
                  </a:lnTo>
                  <a:lnTo>
                    <a:pt x="4780" y="1659"/>
                  </a:lnTo>
                  <a:lnTo>
                    <a:pt x="4721" y="1640"/>
                  </a:lnTo>
                  <a:lnTo>
                    <a:pt x="4662" y="1620"/>
                  </a:lnTo>
                  <a:lnTo>
                    <a:pt x="4642" y="1600"/>
                  </a:lnTo>
                  <a:lnTo>
                    <a:pt x="4642" y="1580"/>
                  </a:lnTo>
                  <a:lnTo>
                    <a:pt x="4662" y="1561"/>
                  </a:lnTo>
                  <a:lnTo>
                    <a:pt x="4682" y="1521"/>
                  </a:lnTo>
                  <a:lnTo>
                    <a:pt x="4721" y="1482"/>
                  </a:lnTo>
                  <a:lnTo>
                    <a:pt x="4721" y="1501"/>
                  </a:lnTo>
                  <a:lnTo>
                    <a:pt x="4721" y="1521"/>
                  </a:lnTo>
                  <a:lnTo>
                    <a:pt x="4701" y="1541"/>
                  </a:lnTo>
                  <a:lnTo>
                    <a:pt x="4741" y="1561"/>
                  </a:lnTo>
                  <a:lnTo>
                    <a:pt x="4761" y="1561"/>
                  </a:lnTo>
                  <a:lnTo>
                    <a:pt x="4800" y="1541"/>
                  </a:lnTo>
                  <a:lnTo>
                    <a:pt x="4840" y="1501"/>
                  </a:lnTo>
                  <a:lnTo>
                    <a:pt x="4879" y="1482"/>
                  </a:lnTo>
                  <a:lnTo>
                    <a:pt x="4761" y="1482"/>
                  </a:lnTo>
                  <a:lnTo>
                    <a:pt x="4682" y="1462"/>
                  </a:lnTo>
                  <a:lnTo>
                    <a:pt x="4642" y="1422"/>
                  </a:lnTo>
                  <a:lnTo>
                    <a:pt x="4603" y="1482"/>
                  </a:lnTo>
                  <a:lnTo>
                    <a:pt x="4563" y="1501"/>
                  </a:lnTo>
                  <a:lnTo>
                    <a:pt x="4524" y="1501"/>
                  </a:lnTo>
                  <a:lnTo>
                    <a:pt x="4484" y="1521"/>
                  </a:lnTo>
                  <a:lnTo>
                    <a:pt x="4484" y="1501"/>
                  </a:lnTo>
                  <a:lnTo>
                    <a:pt x="4464" y="1541"/>
                  </a:lnTo>
                  <a:lnTo>
                    <a:pt x="4425" y="1561"/>
                  </a:lnTo>
                  <a:lnTo>
                    <a:pt x="4385" y="1600"/>
                  </a:lnTo>
                  <a:lnTo>
                    <a:pt x="4445" y="1422"/>
                  </a:lnTo>
                  <a:lnTo>
                    <a:pt x="4425" y="1442"/>
                  </a:lnTo>
                  <a:lnTo>
                    <a:pt x="4405" y="1462"/>
                  </a:lnTo>
                  <a:lnTo>
                    <a:pt x="4405" y="1501"/>
                  </a:lnTo>
                  <a:lnTo>
                    <a:pt x="4366" y="1521"/>
                  </a:lnTo>
                  <a:lnTo>
                    <a:pt x="4306" y="1521"/>
                  </a:lnTo>
                  <a:lnTo>
                    <a:pt x="4247" y="1482"/>
                  </a:lnTo>
                  <a:lnTo>
                    <a:pt x="4227" y="1462"/>
                  </a:lnTo>
                  <a:lnTo>
                    <a:pt x="4208" y="1403"/>
                  </a:lnTo>
                  <a:lnTo>
                    <a:pt x="4208" y="1363"/>
                  </a:lnTo>
                  <a:lnTo>
                    <a:pt x="4227" y="1304"/>
                  </a:lnTo>
                  <a:lnTo>
                    <a:pt x="4188" y="1304"/>
                  </a:lnTo>
                  <a:lnTo>
                    <a:pt x="4148" y="1324"/>
                  </a:lnTo>
                  <a:lnTo>
                    <a:pt x="4109" y="1343"/>
                  </a:lnTo>
                  <a:lnTo>
                    <a:pt x="4069" y="1324"/>
                  </a:lnTo>
                  <a:lnTo>
                    <a:pt x="4129" y="1245"/>
                  </a:lnTo>
                  <a:lnTo>
                    <a:pt x="4050" y="1185"/>
                  </a:lnTo>
                  <a:lnTo>
                    <a:pt x="3951" y="1146"/>
                  </a:lnTo>
                  <a:lnTo>
                    <a:pt x="3872" y="1087"/>
                  </a:lnTo>
                  <a:lnTo>
                    <a:pt x="3832" y="1047"/>
                  </a:lnTo>
                  <a:lnTo>
                    <a:pt x="3813" y="988"/>
                  </a:lnTo>
                  <a:lnTo>
                    <a:pt x="3655" y="1008"/>
                  </a:lnTo>
                  <a:lnTo>
                    <a:pt x="3576" y="1027"/>
                  </a:lnTo>
                  <a:lnTo>
                    <a:pt x="3497" y="1087"/>
                  </a:lnTo>
                  <a:lnTo>
                    <a:pt x="3516" y="1087"/>
                  </a:lnTo>
                  <a:lnTo>
                    <a:pt x="3536" y="1126"/>
                  </a:lnTo>
                  <a:lnTo>
                    <a:pt x="3536" y="1185"/>
                  </a:lnTo>
                  <a:lnTo>
                    <a:pt x="3477" y="1225"/>
                  </a:lnTo>
                  <a:lnTo>
                    <a:pt x="3457" y="1264"/>
                  </a:lnTo>
                  <a:lnTo>
                    <a:pt x="3358" y="1264"/>
                  </a:lnTo>
                  <a:lnTo>
                    <a:pt x="3378" y="1205"/>
                  </a:lnTo>
                  <a:lnTo>
                    <a:pt x="3358" y="1166"/>
                  </a:lnTo>
                  <a:lnTo>
                    <a:pt x="3358" y="1126"/>
                  </a:lnTo>
                  <a:lnTo>
                    <a:pt x="3398" y="1106"/>
                  </a:lnTo>
                  <a:lnTo>
                    <a:pt x="3418" y="1047"/>
                  </a:lnTo>
                  <a:lnTo>
                    <a:pt x="3418" y="1008"/>
                  </a:lnTo>
                  <a:lnTo>
                    <a:pt x="3398" y="988"/>
                  </a:lnTo>
                  <a:lnTo>
                    <a:pt x="3339" y="988"/>
                  </a:lnTo>
                  <a:lnTo>
                    <a:pt x="3319" y="968"/>
                  </a:lnTo>
                  <a:lnTo>
                    <a:pt x="3319" y="929"/>
                  </a:lnTo>
                  <a:lnTo>
                    <a:pt x="3339" y="869"/>
                  </a:lnTo>
                  <a:lnTo>
                    <a:pt x="3299" y="889"/>
                  </a:lnTo>
                  <a:lnTo>
                    <a:pt x="3181" y="889"/>
                  </a:lnTo>
                  <a:lnTo>
                    <a:pt x="3102" y="929"/>
                  </a:lnTo>
                  <a:lnTo>
                    <a:pt x="3141" y="889"/>
                  </a:lnTo>
                  <a:lnTo>
                    <a:pt x="3161" y="869"/>
                  </a:lnTo>
                  <a:lnTo>
                    <a:pt x="3200" y="869"/>
                  </a:lnTo>
                  <a:lnTo>
                    <a:pt x="3220" y="830"/>
                  </a:lnTo>
                  <a:lnTo>
                    <a:pt x="3161" y="850"/>
                  </a:lnTo>
                  <a:lnTo>
                    <a:pt x="3161" y="850"/>
                  </a:lnTo>
                  <a:lnTo>
                    <a:pt x="3200" y="790"/>
                  </a:lnTo>
                  <a:lnTo>
                    <a:pt x="3161" y="771"/>
                  </a:lnTo>
                  <a:lnTo>
                    <a:pt x="3141" y="771"/>
                  </a:lnTo>
                  <a:lnTo>
                    <a:pt x="3062" y="810"/>
                  </a:lnTo>
                  <a:lnTo>
                    <a:pt x="2983" y="889"/>
                  </a:lnTo>
                  <a:lnTo>
                    <a:pt x="2924" y="929"/>
                  </a:lnTo>
                  <a:lnTo>
                    <a:pt x="2944" y="909"/>
                  </a:lnTo>
                  <a:lnTo>
                    <a:pt x="2884" y="929"/>
                  </a:lnTo>
                  <a:lnTo>
                    <a:pt x="3003" y="790"/>
                  </a:lnTo>
                  <a:lnTo>
                    <a:pt x="3003" y="790"/>
                  </a:lnTo>
                  <a:lnTo>
                    <a:pt x="2944" y="810"/>
                  </a:lnTo>
                  <a:lnTo>
                    <a:pt x="2884" y="850"/>
                  </a:lnTo>
                  <a:lnTo>
                    <a:pt x="2825" y="889"/>
                  </a:lnTo>
                  <a:lnTo>
                    <a:pt x="2766" y="909"/>
                  </a:lnTo>
                  <a:lnTo>
                    <a:pt x="2786" y="850"/>
                  </a:lnTo>
                  <a:lnTo>
                    <a:pt x="2706" y="889"/>
                  </a:lnTo>
                  <a:lnTo>
                    <a:pt x="2746" y="850"/>
                  </a:lnTo>
                  <a:lnTo>
                    <a:pt x="2667" y="909"/>
                  </a:lnTo>
                  <a:lnTo>
                    <a:pt x="2608" y="929"/>
                  </a:lnTo>
                  <a:lnTo>
                    <a:pt x="2548" y="948"/>
                  </a:lnTo>
                  <a:lnTo>
                    <a:pt x="2489" y="988"/>
                  </a:lnTo>
                  <a:lnTo>
                    <a:pt x="2489" y="948"/>
                  </a:lnTo>
                  <a:lnTo>
                    <a:pt x="2489" y="869"/>
                  </a:lnTo>
                  <a:lnTo>
                    <a:pt x="2489" y="830"/>
                  </a:lnTo>
                  <a:lnTo>
                    <a:pt x="2469" y="850"/>
                  </a:lnTo>
                  <a:lnTo>
                    <a:pt x="2450" y="869"/>
                  </a:lnTo>
                  <a:lnTo>
                    <a:pt x="2548" y="692"/>
                  </a:lnTo>
                  <a:lnTo>
                    <a:pt x="2568" y="692"/>
                  </a:lnTo>
                  <a:lnTo>
                    <a:pt x="2588" y="711"/>
                  </a:lnTo>
                  <a:lnTo>
                    <a:pt x="2568" y="771"/>
                  </a:lnTo>
                  <a:lnTo>
                    <a:pt x="2568" y="810"/>
                  </a:lnTo>
                  <a:lnTo>
                    <a:pt x="2627" y="810"/>
                  </a:lnTo>
                  <a:lnTo>
                    <a:pt x="2647" y="711"/>
                  </a:lnTo>
                  <a:lnTo>
                    <a:pt x="2627" y="632"/>
                  </a:lnTo>
                  <a:lnTo>
                    <a:pt x="2608" y="573"/>
                  </a:lnTo>
                  <a:lnTo>
                    <a:pt x="2568" y="534"/>
                  </a:lnTo>
                  <a:lnTo>
                    <a:pt x="2469" y="474"/>
                  </a:lnTo>
                  <a:lnTo>
                    <a:pt x="2351" y="435"/>
                  </a:lnTo>
                  <a:lnTo>
                    <a:pt x="2311" y="455"/>
                  </a:lnTo>
                  <a:lnTo>
                    <a:pt x="2252" y="435"/>
                  </a:lnTo>
                  <a:lnTo>
                    <a:pt x="2173" y="395"/>
                  </a:lnTo>
                  <a:lnTo>
                    <a:pt x="2134" y="376"/>
                  </a:lnTo>
                  <a:lnTo>
                    <a:pt x="2074" y="376"/>
                  </a:lnTo>
                  <a:lnTo>
                    <a:pt x="2035" y="415"/>
                  </a:lnTo>
                  <a:lnTo>
                    <a:pt x="1956" y="474"/>
                  </a:lnTo>
                  <a:lnTo>
                    <a:pt x="2035" y="376"/>
                  </a:lnTo>
                  <a:lnTo>
                    <a:pt x="1916" y="198"/>
                  </a:lnTo>
                  <a:lnTo>
                    <a:pt x="1818" y="158"/>
                  </a:lnTo>
                  <a:lnTo>
                    <a:pt x="1719" y="99"/>
                  </a:lnTo>
                  <a:lnTo>
                    <a:pt x="1660" y="79"/>
                  </a:lnTo>
                  <a:lnTo>
                    <a:pt x="1541" y="79"/>
                  </a:lnTo>
                  <a:lnTo>
                    <a:pt x="1482" y="119"/>
                  </a:lnTo>
                  <a:lnTo>
                    <a:pt x="1482" y="119"/>
                  </a:lnTo>
                  <a:lnTo>
                    <a:pt x="1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5" name="Google Shape;7635;p29"/>
            <p:cNvSpPr/>
            <p:nvPr/>
          </p:nvSpPr>
          <p:spPr>
            <a:xfrm>
              <a:off x="-1255850" y="3936575"/>
              <a:ext cx="1000" cy="1025"/>
            </a:xfrm>
            <a:custGeom>
              <a:rect b="b" l="l" r="r" t="t"/>
              <a:pathLst>
                <a:path extrusionOk="0" h="41" w="40">
                  <a:moveTo>
                    <a:pt x="40" y="1"/>
                  </a:moveTo>
                  <a:lnTo>
                    <a:pt x="40" y="1"/>
                  </a:lnTo>
                  <a:lnTo>
                    <a:pt x="0" y="40"/>
                  </a:lnTo>
                  <a:lnTo>
                    <a:pt x="0" y="40"/>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6" name="Google Shape;7636;p29"/>
            <p:cNvSpPr/>
            <p:nvPr/>
          </p:nvSpPr>
          <p:spPr>
            <a:xfrm>
              <a:off x="-1226725" y="3948425"/>
              <a:ext cx="525" cy="1025"/>
            </a:xfrm>
            <a:custGeom>
              <a:rect b="b" l="l" r="r" t="t"/>
              <a:pathLst>
                <a:path extrusionOk="0" h="41" w="21">
                  <a:moveTo>
                    <a:pt x="21" y="1"/>
                  </a:moveTo>
                  <a:lnTo>
                    <a:pt x="21" y="1"/>
                  </a:lnTo>
                  <a:lnTo>
                    <a:pt x="1" y="40"/>
                  </a:lnTo>
                  <a:lnTo>
                    <a:pt x="1" y="40"/>
                  </a:lnTo>
                  <a:lnTo>
                    <a:pt x="21" y="1"/>
                  </a:lnTo>
                  <a:lnTo>
                    <a:pt x="2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7" name="Google Shape;7637;p29"/>
            <p:cNvSpPr/>
            <p:nvPr/>
          </p:nvSpPr>
          <p:spPr>
            <a:xfrm>
              <a:off x="-1426225" y="3852150"/>
              <a:ext cx="310150" cy="250875"/>
            </a:xfrm>
            <a:custGeom>
              <a:rect b="b" l="l" r="r" t="t"/>
              <a:pathLst>
                <a:path extrusionOk="0" h="10035" w="12406">
                  <a:moveTo>
                    <a:pt x="2470" y="0"/>
                  </a:moveTo>
                  <a:lnTo>
                    <a:pt x="2391" y="20"/>
                  </a:lnTo>
                  <a:lnTo>
                    <a:pt x="2332" y="60"/>
                  </a:lnTo>
                  <a:lnTo>
                    <a:pt x="2174" y="158"/>
                  </a:lnTo>
                  <a:lnTo>
                    <a:pt x="2016" y="316"/>
                  </a:lnTo>
                  <a:lnTo>
                    <a:pt x="1858" y="514"/>
                  </a:lnTo>
                  <a:lnTo>
                    <a:pt x="1700" y="731"/>
                  </a:lnTo>
                  <a:lnTo>
                    <a:pt x="1522" y="988"/>
                  </a:lnTo>
                  <a:lnTo>
                    <a:pt x="1364" y="1284"/>
                  </a:lnTo>
                  <a:lnTo>
                    <a:pt x="1344" y="1284"/>
                  </a:lnTo>
                  <a:lnTo>
                    <a:pt x="1324" y="1324"/>
                  </a:lnTo>
                  <a:lnTo>
                    <a:pt x="1324" y="1363"/>
                  </a:lnTo>
                  <a:lnTo>
                    <a:pt x="1265" y="1422"/>
                  </a:lnTo>
                  <a:lnTo>
                    <a:pt x="1226" y="1501"/>
                  </a:lnTo>
                  <a:lnTo>
                    <a:pt x="1226" y="1521"/>
                  </a:lnTo>
                  <a:lnTo>
                    <a:pt x="1226" y="1541"/>
                  </a:lnTo>
                  <a:lnTo>
                    <a:pt x="989" y="1995"/>
                  </a:lnTo>
                  <a:lnTo>
                    <a:pt x="752" y="2450"/>
                  </a:lnTo>
                  <a:lnTo>
                    <a:pt x="554" y="2904"/>
                  </a:lnTo>
                  <a:lnTo>
                    <a:pt x="376" y="3338"/>
                  </a:lnTo>
                  <a:lnTo>
                    <a:pt x="218" y="3733"/>
                  </a:lnTo>
                  <a:lnTo>
                    <a:pt x="100" y="4049"/>
                  </a:lnTo>
                  <a:lnTo>
                    <a:pt x="21" y="4306"/>
                  </a:lnTo>
                  <a:lnTo>
                    <a:pt x="1" y="4464"/>
                  </a:lnTo>
                  <a:lnTo>
                    <a:pt x="21" y="4524"/>
                  </a:lnTo>
                  <a:lnTo>
                    <a:pt x="40" y="4563"/>
                  </a:lnTo>
                  <a:lnTo>
                    <a:pt x="139" y="4701"/>
                  </a:lnTo>
                  <a:lnTo>
                    <a:pt x="277" y="4840"/>
                  </a:lnTo>
                  <a:lnTo>
                    <a:pt x="495" y="4978"/>
                  </a:lnTo>
                  <a:lnTo>
                    <a:pt x="732" y="5156"/>
                  </a:lnTo>
                  <a:lnTo>
                    <a:pt x="1008" y="5333"/>
                  </a:lnTo>
                  <a:lnTo>
                    <a:pt x="1680" y="5709"/>
                  </a:lnTo>
                  <a:lnTo>
                    <a:pt x="2411" y="6104"/>
                  </a:lnTo>
                  <a:lnTo>
                    <a:pt x="3201" y="6519"/>
                  </a:lnTo>
                  <a:lnTo>
                    <a:pt x="4662" y="7269"/>
                  </a:lnTo>
                  <a:lnTo>
                    <a:pt x="6243" y="8099"/>
                  </a:lnTo>
                  <a:lnTo>
                    <a:pt x="7131" y="8592"/>
                  </a:lnTo>
                  <a:lnTo>
                    <a:pt x="8040" y="9067"/>
                  </a:lnTo>
                  <a:lnTo>
                    <a:pt x="8889" y="9481"/>
                  </a:lnTo>
                  <a:lnTo>
                    <a:pt x="9620" y="9797"/>
                  </a:lnTo>
                  <a:lnTo>
                    <a:pt x="9916" y="9916"/>
                  </a:lnTo>
                  <a:lnTo>
                    <a:pt x="10173" y="9995"/>
                  </a:lnTo>
                  <a:lnTo>
                    <a:pt x="10371" y="10034"/>
                  </a:lnTo>
                  <a:lnTo>
                    <a:pt x="10450" y="10034"/>
                  </a:lnTo>
                  <a:lnTo>
                    <a:pt x="10509" y="10015"/>
                  </a:lnTo>
                  <a:lnTo>
                    <a:pt x="10588" y="9955"/>
                  </a:lnTo>
                  <a:lnTo>
                    <a:pt x="10667" y="9857"/>
                  </a:lnTo>
                  <a:lnTo>
                    <a:pt x="10687" y="9837"/>
                  </a:lnTo>
                  <a:lnTo>
                    <a:pt x="10687" y="9817"/>
                  </a:lnTo>
                  <a:lnTo>
                    <a:pt x="10707" y="9797"/>
                  </a:lnTo>
                  <a:lnTo>
                    <a:pt x="10726" y="9797"/>
                  </a:lnTo>
                  <a:lnTo>
                    <a:pt x="10726" y="9778"/>
                  </a:lnTo>
                  <a:lnTo>
                    <a:pt x="10746" y="9738"/>
                  </a:lnTo>
                  <a:lnTo>
                    <a:pt x="10766" y="9718"/>
                  </a:lnTo>
                  <a:lnTo>
                    <a:pt x="10904" y="9481"/>
                  </a:lnTo>
                  <a:lnTo>
                    <a:pt x="11042" y="9225"/>
                  </a:lnTo>
                  <a:lnTo>
                    <a:pt x="11319" y="8573"/>
                  </a:lnTo>
                  <a:lnTo>
                    <a:pt x="11516" y="8099"/>
                  </a:lnTo>
                  <a:lnTo>
                    <a:pt x="11714" y="7605"/>
                  </a:lnTo>
                  <a:lnTo>
                    <a:pt x="12050" y="6637"/>
                  </a:lnTo>
                  <a:lnTo>
                    <a:pt x="12306" y="5827"/>
                  </a:lnTo>
                  <a:lnTo>
                    <a:pt x="12366" y="5551"/>
                  </a:lnTo>
                  <a:lnTo>
                    <a:pt x="12405" y="5353"/>
                  </a:lnTo>
                  <a:lnTo>
                    <a:pt x="12385" y="5274"/>
                  </a:lnTo>
                  <a:lnTo>
                    <a:pt x="12326" y="5195"/>
                  </a:lnTo>
                  <a:lnTo>
                    <a:pt x="12247" y="5096"/>
                  </a:lnTo>
                  <a:lnTo>
                    <a:pt x="12129" y="4998"/>
                  </a:lnTo>
                  <a:lnTo>
                    <a:pt x="11832" y="4800"/>
                  </a:lnTo>
                  <a:lnTo>
                    <a:pt x="11418" y="4563"/>
                  </a:lnTo>
                  <a:lnTo>
                    <a:pt x="11358" y="4524"/>
                  </a:lnTo>
                  <a:lnTo>
                    <a:pt x="11339" y="4524"/>
                  </a:lnTo>
                  <a:lnTo>
                    <a:pt x="11260" y="4484"/>
                  </a:lnTo>
                  <a:lnTo>
                    <a:pt x="11260" y="4464"/>
                  </a:lnTo>
                  <a:lnTo>
                    <a:pt x="11240" y="4464"/>
                  </a:lnTo>
                  <a:lnTo>
                    <a:pt x="11220" y="4445"/>
                  </a:lnTo>
                  <a:lnTo>
                    <a:pt x="10233" y="3970"/>
                  </a:lnTo>
                  <a:lnTo>
                    <a:pt x="8435" y="3101"/>
                  </a:lnTo>
                  <a:lnTo>
                    <a:pt x="7447" y="2627"/>
                  </a:lnTo>
                  <a:lnTo>
                    <a:pt x="6499" y="2134"/>
                  </a:lnTo>
                  <a:lnTo>
                    <a:pt x="4761" y="1205"/>
                  </a:lnTo>
                  <a:lnTo>
                    <a:pt x="3537" y="553"/>
                  </a:lnTo>
                  <a:lnTo>
                    <a:pt x="2588" y="20"/>
                  </a:lnTo>
                  <a:lnTo>
                    <a:pt x="252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8" name="Google Shape;7638;p29"/>
            <p:cNvSpPr/>
            <p:nvPr/>
          </p:nvSpPr>
          <p:spPr>
            <a:xfrm>
              <a:off x="-1160050" y="3541050"/>
              <a:ext cx="44950" cy="29150"/>
            </a:xfrm>
            <a:custGeom>
              <a:rect b="b" l="l" r="r" t="t"/>
              <a:pathLst>
                <a:path extrusionOk="0" h="1166" w="1798">
                  <a:moveTo>
                    <a:pt x="1699" y="0"/>
                  </a:moveTo>
                  <a:lnTo>
                    <a:pt x="1679" y="139"/>
                  </a:lnTo>
                  <a:lnTo>
                    <a:pt x="1659" y="336"/>
                  </a:lnTo>
                  <a:lnTo>
                    <a:pt x="1679" y="514"/>
                  </a:lnTo>
                  <a:lnTo>
                    <a:pt x="1699" y="554"/>
                  </a:lnTo>
                  <a:lnTo>
                    <a:pt x="1245" y="751"/>
                  </a:lnTo>
                  <a:lnTo>
                    <a:pt x="889" y="889"/>
                  </a:lnTo>
                  <a:lnTo>
                    <a:pt x="632" y="988"/>
                  </a:lnTo>
                  <a:lnTo>
                    <a:pt x="376" y="1067"/>
                  </a:lnTo>
                  <a:lnTo>
                    <a:pt x="297" y="1067"/>
                  </a:lnTo>
                  <a:lnTo>
                    <a:pt x="237" y="1047"/>
                  </a:lnTo>
                  <a:lnTo>
                    <a:pt x="178" y="968"/>
                  </a:lnTo>
                  <a:lnTo>
                    <a:pt x="139" y="889"/>
                  </a:lnTo>
                  <a:lnTo>
                    <a:pt x="119" y="791"/>
                  </a:lnTo>
                  <a:lnTo>
                    <a:pt x="99" y="712"/>
                  </a:lnTo>
                  <a:lnTo>
                    <a:pt x="119" y="633"/>
                  </a:lnTo>
                  <a:lnTo>
                    <a:pt x="0" y="692"/>
                  </a:lnTo>
                  <a:lnTo>
                    <a:pt x="40" y="850"/>
                  </a:lnTo>
                  <a:lnTo>
                    <a:pt x="79" y="988"/>
                  </a:lnTo>
                  <a:lnTo>
                    <a:pt x="139" y="1107"/>
                  </a:lnTo>
                  <a:lnTo>
                    <a:pt x="178" y="1146"/>
                  </a:lnTo>
                  <a:lnTo>
                    <a:pt x="218" y="1166"/>
                  </a:lnTo>
                  <a:lnTo>
                    <a:pt x="297" y="1166"/>
                  </a:lnTo>
                  <a:lnTo>
                    <a:pt x="376" y="1146"/>
                  </a:lnTo>
                  <a:lnTo>
                    <a:pt x="593" y="1087"/>
                  </a:lnTo>
                  <a:lnTo>
                    <a:pt x="830" y="1008"/>
                  </a:lnTo>
                  <a:lnTo>
                    <a:pt x="1106" y="889"/>
                  </a:lnTo>
                  <a:lnTo>
                    <a:pt x="1580" y="692"/>
                  </a:lnTo>
                  <a:lnTo>
                    <a:pt x="1798" y="593"/>
                  </a:lnTo>
                  <a:lnTo>
                    <a:pt x="1758" y="554"/>
                  </a:lnTo>
                  <a:lnTo>
                    <a:pt x="1738" y="415"/>
                  </a:lnTo>
                  <a:lnTo>
                    <a:pt x="1719" y="336"/>
                  </a:lnTo>
                  <a:lnTo>
                    <a:pt x="1719" y="238"/>
                  </a:lnTo>
                  <a:lnTo>
                    <a:pt x="1758" y="119"/>
                  </a:lnTo>
                  <a:lnTo>
                    <a:pt x="1798"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9" name="Google Shape;7639;p29"/>
            <p:cNvSpPr/>
            <p:nvPr/>
          </p:nvSpPr>
          <p:spPr>
            <a:xfrm>
              <a:off x="-1201050" y="3651650"/>
              <a:ext cx="61750" cy="19800"/>
            </a:xfrm>
            <a:custGeom>
              <a:rect b="b" l="l" r="r" t="t"/>
              <a:pathLst>
                <a:path extrusionOk="0" h="792" w="2470">
                  <a:moveTo>
                    <a:pt x="2154" y="1"/>
                  </a:moveTo>
                  <a:lnTo>
                    <a:pt x="1917" y="60"/>
                  </a:lnTo>
                  <a:lnTo>
                    <a:pt x="1166" y="218"/>
                  </a:lnTo>
                  <a:lnTo>
                    <a:pt x="929" y="277"/>
                  </a:lnTo>
                  <a:lnTo>
                    <a:pt x="712" y="357"/>
                  </a:lnTo>
                  <a:lnTo>
                    <a:pt x="514" y="455"/>
                  </a:lnTo>
                  <a:lnTo>
                    <a:pt x="337" y="554"/>
                  </a:lnTo>
                  <a:lnTo>
                    <a:pt x="100" y="732"/>
                  </a:lnTo>
                  <a:lnTo>
                    <a:pt x="1" y="791"/>
                  </a:lnTo>
                  <a:lnTo>
                    <a:pt x="100" y="752"/>
                  </a:lnTo>
                  <a:lnTo>
                    <a:pt x="337" y="633"/>
                  </a:lnTo>
                  <a:lnTo>
                    <a:pt x="672" y="495"/>
                  </a:lnTo>
                  <a:lnTo>
                    <a:pt x="870" y="436"/>
                  </a:lnTo>
                  <a:lnTo>
                    <a:pt x="1087" y="376"/>
                  </a:lnTo>
                  <a:lnTo>
                    <a:pt x="1542" y="317"/>
                  </a:lnTo>
                  <a:lnTo>
                    <a:pt x="1996" y="277"/>
                  </a:lnTo>
                  <a:lnTo>
                    <a:pt x="2470" y="238"/>
                  </a:lnTo>
                  <a:lnTo>
                    <a:pt x="215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0" name="Google Shape;7640;p29"/>
            <p:cNvSpPr/>
            <p:nvPr/>
          </p:nvSpPr>
          <p:spPr>
            <a:xfrm>
              <a:off x="-1604475" y="3372675"/>
              <a:ext cx="1500" cy="25"/>
            </a:xfrm>
            <a:custGeom>
              <a:rect b="b" l="l" r="r" t="t"/>
              <a:pathLst>
                <a:path extrusionOk="0" h="1" w="60">
                  <a:moveTo>
                    <a:pt x="60" y="0"/>
                  </a:moveTo>
                  <a:lnTo>
                    <a:pt x="60" y="0"/>
                  </a:lnTo>
                  <a:lnTo>
                    <a:pt x="0" y="0"/>
                  </a:lnTo>
                  <a:lnTo>
                    <a:pt x="0" y="0"/>
                  </a:lnTo>
                  <a:lnTo>
                    <a:pt x="60" y="0"/>
                  </a:lnTo>
                  <a:lnTo>
                    <a:pt x="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1" name="Google Shape;7641;p29"/>
            <p:cNvSpPr/>
            <p:nvPr/>
          </p:nvSpPr>
          <p:spPr>
            <a:xfrm>
              <a:off x="-1617800" y="3278850"/>
              <a:ext cx="158525" cy="230125"/>
            </a:xfrm>
            <a:custGeom>
              <a:rect b="b" l="l" r="r" t="t"/>
              <a:pathLst>
                <a:path extrusionOk="0" h="9205" w="6341">
                  <a:moveTo>
                    <a:pt x="1245" y="4089"/>
                  </a:moveTo>
                  <a:lnTo>
                    <a:pt x="1324" y="4148"/>
                  </a:lnTo>
                  <a:lnTo>
                    <a:pt x="1324" y="4148"/>
                  </a:lnTo>
                  <a:lnTo>
                    <a:pt x="1284" y="4109"/>
                  </a:lnTo>
                  <a:lnTo>
                    <a:pt x="1245" y="4089"/>
                  </a:lnTo>
                  <a:close/>
                  <a:moveTo>
                    <a:pt x="2054" y="5570"/>
                  </a:moveTo>
                  <a:lnTo>
                    <a:pt x="1995" y="5590"/>
                  </a:lnTo>
                  <a:lnTo>
                    <a:pt x="1857" y="5728"/>
                  </a:lnTo>
                  <a:lnTo>
                    <a:pt x="1896" y="5728"/>
                  </a:lnTo>
                  <a:lnTo>
                    <a:pt x="1916" y="5748"/>
                  </a:lnTo>
                  <a:lnTo>
                    <a:pt x="1896" y="5787"/>
                  </a:lnTo>
                  <a:lnTo>
                    <a:pt x="1896" y="5827"/>
                  </a:lnTo>
                  <a:lnTo>
                    <a:pt x="1877" y="5847"/>
                  </a:lnTo>
                  <a:lnTo>
                    <a:pt x="1896" y="5867"/>
                  </a:lnTo>
                  <a:lnTo>
                    <a:pt x="1956" y="5807"/>
                  </a:lnTo>
                  <a:lnTo>
                    <a:pt x="2015" y="5787"/>
                  </a:lnTo>
                  <a:lnTo>
                    <a:pt x="1995" y="5847"/>
                  </a:lnTo>
                  <a:lnTo>
                    <a:pt x="2173" y="5728"/>
                  </a:lnTo>
                  <a:lnTo>
                    <a:pt x="2153" y="5728"/>
                  </a:lnTo>
                  <a:lnTo>
                    <a:pt x="2153" y="5708"/>
                  </a:lnTo>
                  <a:lnTo>
                    <a:pt x="2133" y="5689"/>
                  </a:lnTo>
                  <a:lnTo>
                    <a:pt x="2074" y="5689"/>
                  </a:lnTo>
                  <a:lnTo>
                    <a:pt x="2054" y="5669"/>
                  </a:lnTo>
                  <a:lnTo>
                    <a:pt x="2074" y="5629"/>
                  </a:lnTo>
                  <a:lnTo>
                    <a:pt x="2133" y="5629"/>
                  </a:lnTo>
                  <a:lnTo>
                    <a:pt x="2114" y="5610"/>
                  </a:lnTo>
                  <a:lnTo>
                    <a:pt x="2094" y="5570"/>
                  </a:lnTo>
                  <a:close/>
                  <a:moveTo>
                    <a:pt x="3321" y="7543"/>
                  </a:moveTo>
                  <a:lnTo>
                    <a:pt x="3319" y="7545"/>
                  </a:lnTo>
                  <a:lnTo>
                    <a:pt x="3338" y="7545"/>
                  </a:lnTo>
                  <a:lnTo>
                    <a:pt x="3321" y="7543"/>
                  </a:lnTo>
                  <a:close/>
                  <a:moveTo>
                    <a:pt x="1640" y="0"/>
                  </a:moveTo>
                  <a:lnTo>
                    <a:pt x="0" y="810"/>
                  </a:lnTo>
                  <a:lnTo>
                    <a:pt x="1087" y="3259"/>
                  </a:lnTo>
                  <a:lnTo>
                    <a:pt x="1225" y="3200"/>
                  </a:lnTo>
                  <a:lnTo>
                    <a:pt x="1383" y="3180"/>
                  </a:lnTo>
                  <a:lnTo>
                    <a:pt x="1383" y="3180"/>
                  </a:lnTo>
                  <a:lnTo>
                    <a:pt x="1343" y="3200"/>
                  </a:lnTo>
                  <a:lnTo>
                    <a:pt x="1324" y="3259"/>
                  </a:lnTo>
                  <a:lnTo>
                    <a:pt x="1324" y="3318"/>
                  </a:lnTo>
                  <a:lnTo>
                    <a:pt x="1304" y="3378"/>
                  </a:lnTo>
                  <a:lnTo>
                    <a:pt x="1225" y="3417"/>
                  </a:lnTo>
                  <a:lnTo>
                    <a:pt x="1166" y="3457"/>
                  </a:lnTo>
                  <a:lnTo>
                    <a:pt x="1106" y="3516"/>
                  </a:lnTo>
                  <a:lnTo>
                    <a:pt x="1087" y="3516"/>
                  </a:lnTo>
                  <a:lnTo>
                    <a:pt x="1047" y="3496"/>
                  </a:lnTo>
                  <a:lnTo>
                    <a:pt x="1146" y="3397"/>
                  </a:lnTo>
                  <a:lnTo>
                    <a:pt x="1166" y="3378"/>
                  </a:lnTo>
                  <a:lnTo>
                    <a:pt x="1126" y="3378"/>
                  </a:lnTo>
                  <a:lnTo>
                    <a:pt x="1027" y="3496"/>
                  </a:lnTo>
                  <a:lnTo>
                    <a:pt x="929" y="3635"/>
                  </a:lnTo>
                  <a:lnTo>
                    <a:pt x="850" y="3654"/>
                  </a:lnTo>
                  <a:lnTo>
                    <a:pt x="810" y="3654"/>
                  </a:lnTo>
                  <a:lnTo>
                    <a:pt x="790" y="3635"/>
                  </a:lnTo>
                  <a:lnTo>
                    <a:pt x="850" y="3615"/>
                  </a:lnTo>
                  <a:lnTo>
                    <a:pt x="909" y="3575"/>
                  </a:lnTo>
                  <a:lnTo>
                    <a:pt x="810" y="3575"/>
                  </a:lnTo>
                  <a:lnTo>
                    <a:pt x="731" y="3635"/>
                  </a:lnTo>
                  <a:lnTo>
                    <a:pt x="652" y="3694"/>
                  </a:lnTo>
                  <a:lnTo>
                    <a:pt x="593" y="3753"/>
                  </a:lnTo>
                  <a:lnTo>
                    <a:pt x="632" y="3793"/>
                  </a:lnTo>
                  <a:lnTo>
                    <a:pt x="652" y="3793"/>
                  </a:lnTo>
                  <a:lnTo>
                    <a:pt x="691" y="3773"/>
                  </a:lnTo>
                  <a:lnTo>
                    <a:pt x="652" y="3832"/>
                  </a:lnTo>
                  <a:lnTo>
                    <a:pt x="652" y="3852"/>
                  </a:lnTo>
                  <a:lnTo>
                    <a:pt x="691" y="3872"/>
                  </a:lnTo>
                  <a:lnTo>
                    <a:pt x="731" y="3891"/>
                  </a:lnTo>
                  <a:lnTo>
                    <a:pt x="770" y="3911"/>
                  </a:lnTo>
                  <a:lnTo>
                    <a:pt x="790" y="3931"/>
                  </a:lnTo>
                  <a:lnTo>
                    <a:pt x="790" y="3970"/>
                  </a:lnTo>
                  <a:lnTo>
                    <a:pt x="770" y="4010"/>
                  </a:lnTo>
                  <a:lnTo>
                    <a:pt x="830" y="3970"/>
                  </a:lnTo>
                  <a:lnTo>
                    <a:pt x="869" y="3951"/>
                  </a:lnTo>
                  <a:lnTo>
                    <a:pt x="929" y="3951"/>
                  </a:lnTo>
                  <a:lnTo>
                    <a:pt x="929" y="3970"/>
                  </a:lnTo>
                  <a:lnTo>
                    <a:pt x="929" y="3990"/>
                  </a:lnTo>
                  <a:lnTo>
                    <a:pt x="909" y="4010"/>
                  </a:lnTo>
                  <a:lnTo>
                    <a:pt x="830" y="4089"/>
                  </a:lnTo>
                  <a:lnTo>
                    <a:pt x="889" y="4089"/>
                  </a:lnTo>
                  <a:lnTo>
                    <a:pt x="948" y="4109"/>
                  </a:lnTo>
                  <a:lnTo>
                    <a:pt x="968" y="4128"/>
                  </a:lnTo>
                  <a:lnTo>
                    <a:pt x="968" y="4148"/>
                  </a:lnTo>
                  <a:lnTo>
                    <a:pt x="988" y="4148"/>
                  </a:lnTo>
                  <a:lnTo>
                    <a:pt x="1027" y="4128"/>
                  </a:lnTo>
                  <a:lnTo>
                    <a:pt x="1106" y="4089"/>
                  </a:lnTo>
                  <a:lnTo>
                    <a:pt x="1185" y="4030"/>
                  </a:lnTo>
                  <a:lnTo>
                    <a:pt x="1245" y="4010"/>
                  </a:lnTo>
                  <a:lnTo>
                    <a:pt x="1383" y="4010"/>
                  </a:lnTo>
                  <a:lnTo>
                    <a:pt x="1383" y="4030"/>
                  </a:lnTo>
                  <a:lnTo>
                    <a:pt x="1383" y="4069"/>
                  </a:lnTo>
                  <a:lnTo>
                    <a:pt x="1403" y="4089"/>
                  </a:lnTo>
                  <a:lnTo>
                    <a:pt x="1422" y="4109"/>
                  </a:lnTo>
                  <a:lnTo>
                    <a:pt x="1363" y="4148"/>
                  </a:lnTo>
                  <a:lnTo>
                    <a:pt x="1324" y="4148"/>
                  </a:lnTo>
                  <a:lnTo>
                    <a:pt x="1403" y="4207"/>
                  </a:lnTo>
                  <a:lnTo>
                    <a:pt x="1343" y="4247"/>
                  </a:lnTo>
                  <a:lnTo>
                    <a:pt x="1304" y="4267"/>
                  </a:lnTo>
                  <a:lnTo>
                    <a:pt x="1264" y="4247"/>
                  </a:lnTo>
                  <a:lnTo>
                    <a:pt x="1245" y="4207"/>
                  </a:lnTo>
                  <a:lnTo>
                    <a:pt x="1225" y="4247"/>
                  </a:lnTo>
                  <a:lnTo>
                    <a:pt x="1225" y="4286"/>
                  </a:lnTo>
                  <a:lnTo>
                    <a:pt x="1245" y="4306"/>
                  </a:lnTo>
                  <a:lnTo>
                    <a:pt x="1264" y="4326"/>
                  </a:lnTo>
                  <a:lnTo>
                    <a:pt x="1343" y="4326"/>
                  </a:lnTo>
                  <a:lnTo>
                    <a:pt x="1442" y="4306"/>
                  </a:lnTo>
                  <a:lnTo>
                    <a:pt x="1442" y="4365"/>
                  </a:lnTo>
                  <a:lnTo>
                    <a:pt x="1442" y="4385"/>
                  </a:lnTo>
                  <a:lnTo>
                    <a:pt x="1422" y="4425"/>
                  </a:lnTo>
                  <a:lnTo>
                    <a:pt x="1343" y="4444"/>
                  </a:lnTo>
                  <a:lnTo>
                    <a:pt x="1245" y="4484"/>
                  </a:lnTo>
                  <a:lnTo>
                    <a:pt x="1146" y="4504"/>
                  </a:lnTo>
                  <a:lnTo>
                    <a:pt x="1067" y="4504"/>
                  </a:lnTo>
                  <a:lnTo>
                    <a:pt x="1067" y="4464"/>
                  </a:lnTo>
                  <a:lnTo>
                    <a:pt x="1087" y="4444"/>
                  </a:lnTo>
                  <a:lnTo>
                    <a:pt x="1146" y="4425"/>
                  </a:lnTo>
                  <a:lnTo>
                    <a:pt x="1205" y="4405"/>
                  </a:lnTo>
                  <a:lnTo>
                    <a:pt x="1225" y="4385"/>
                  </a:lnTo>
                  <a:lnTo>
                    <a:pt x="1245" y="4365"/>
                  </a:lnTo>
                  <a:lnTo>
                    <a:pt x="1106" y="4405"/>
                  </a:lnTo>
                  <a:lnTo>
                    <a:pt x="1126" y="4385"/>
                  </a:lnTo>
                  <a:lnTo>
                    <a:pt x="1106" y="4365"/>
                  </a:lnTo>
                  <a:lnTo>
                    <a:pt x="1067" y="4346"/>
                  </a:lnTo>
                  <a:lnTo>
                    <a:pt x="1027" y="4326"/>
                  </a:lnTo>
                  <a:lnTo>
                    <a:pt x="1047" y="4326"/>
                  </a:lnTo>
                  <a:lnTo>
                    <a:pt x="1067" y="4306"/>
                  </a:lnTo>
                  <a:lnTo>
                    <a:pt x="1106" y="4326"/>
                  </a:lnTo>
                  <a:lnTo>
                    <a:pt x="1087" y="4267"/>
                  </a:lnTo>
                  <a:lnTo>
                    <a:pt x="1067" y="4227"/>
                  </a:lnTo>
                  <a:lnTo>
                    <a:pt x="1027" y="4207"/>
                  </a:lnTo>
                  <a:lnTo>
                    <a:pt x="929" y="4207"/>
                  </a:lnTo>
                  <a:lnTo>
                    <a:pt x="909" y="4247"/>
                  </a:lnTo>
                  <a:lnTo>
                    <a:pt x="929" y="4286"/>
                  </a:lnTo>
                  <a:lnTo>
                    <a:pt x="968" y="4365"/>
                  </a:lnTo>
                  <a:lnTo>
                    <a:pt x="988" y="4425"/>
                  </a:lnTo>
                  <a:lnTo>
                    <a:pt x="988" y="4464"/>
                  </a:lnTo>
                  <a:lnTo>
                    <a:pt x="948" y="4504"/>
                  </a:lnTo>
                  <a:lnTo>
                    <a:pt x="1225" y="4602"/>
                  </a:lnTo>
                  <a:lnTo>
                    <a:pt x="1324" y="4504"/>
                  </a:lnTo>
                  <a:lnTo>
                    <a:pt x="1383" y="4484"/>
                  </a:lnTo>
                  <a:lnTo>
                    <a:pt x="1462" y="4464"/>
                  </a:lnTo>
                  <a:lnTo>
                    <a:pt x="1363" y="4523"/>
                  </a:lnTo>
                  <a:lnTo>
                    <a:pt x="1324" y="4602"/>
                  </a:lnTo>
                  <a:lnTo>
                    <a:pt x="1284" y="4662"/>
                  </a:lnTo>
                  <a:lnTo>
                    <a:pt x="1284" y="4721"/>
                  </a:lnTo>
                  <a:lnTo>
                    <a:pt x="1343" y="4701"/>
                  </a:lnTo>
                  <a:lnTo>
                    <a:pt x="1383" y="4681"/>
                  </a:lnTo>
                  <a:lnTo>
                    <a:pt x="1462" y="4681"/>
                  </a:lnTo>
                  <a:lnTo>
                    <a:pt x="1521" y="4701"/>
                  </a:lnTo>
                  <a:lnTo>
                    <a:pt x="1561" y="4681"/>
                  </a:lnTo>
                  <a:lnTo>
                    <a:pt x="1600" y="4662"/>
                  </a:lnTo>
                  <a:lnTo>
                    <a:pt x="1561" y="4642"/>
                  </a:lnTo>
                  <a:lnTo>
                    <a:pt x="1580" y="4622"/>
                  </a:lnTo>
                  <a:lnTo>
                    <a:pt x="1640" y="4563"/>
                  </a:lnTo>
                  <a:lnTo>
                    <a:pt x="1659" y="4583"/>
                  </a:lnTo>
                  <a:lnTo>
                    <a:pt x="1699" y="4583"/>
                  </a:lnTo>
                  <a:lnTo>
                    <a:pt x="1758" y="4563"/>
                  </a:lnTo>
                  <a:lnTo>
                    <a:pt x="1798" y="4543"/>
                  </a:lnTo>
                  <a:lnTo>
                    <a:pt x="1817" y="4543"/>
                  </a:lnTo>
                  <a:lnTo>
                    <a:pt x="1817" y="4602"/>
                  </a:lnTo>
                  <a:lnTo>
                    <a:pt x="1778" y="4622"/>
                  </a:lnTo>
                  <a:lnTo>
                    <a:pt x="1738" y="4642"/>
                  </a:lnTo>
                  <a:lnTo>
                    <a:pt x="1719" y="4662"/>
                  </a:lnTo>
                  <a:lnTo>
                    <a:pt x="1719" y="4701"/>
                  </a:lnTo>
                  <a:lnTo>
                    <a:pt x="1719" y="4721"/>
                  </a:lnTo>
                  <a:lnTo>
                    <a:pt x="1521" y="4741"/>
                  </a:lnTo>
                  <a:lnTo>
                    <a:pt x="1324" y="4741"/>
                  </a:lnTo>
                  <a:lnTo>
                    <a:pt x="1304" y="4760"/>
                  </a:lnTo>
                  <a:lnTo>
                    <a:pt x="1324" y="4780"/>
                  </a:lnTo>
                  <a:lnTo>
                    <a:pt x="1324" y="4820"/>
                  </a:lnTo>
                  <a:lnTo>
                    <a:pt x="1304" y="4859"/>
                  </a:lnTo>
                  <a:lnTo>
                    <a:pt x="1363" y="4820"/>
                  </a:lnTo>
                  <a:lnTo>
                    <a:pt x="1422" y="4800"/>
                  </a:lnTo>
                  <a:lnTo>
                    <a:pt x="1462" y="4780"/>
                  </a:lnTo>
                  <a:lnTo>
                    <a:pt x="1501" y="4760"/>
                  </a:lnTo>
                  <a:lnTo>
                    <a:pt x="1640" y="4820"/>
                  </a:lnTo>
                  <a:lnTo>
                    <a:pt x="1778" y="4859"/>
                  </a:lnTo>
                  <a:lnTo>
                    <a:pt x="1857" y="4899"/>
                  </a:lnTo>
                  <a:lnTo>
                    <a:pt x="1936" y="4938"/>
                  </a:lnTo>
                  <a:lnTo>
                    <a:pt x="1837" y="4978"/>
                  </a:lnTo>
                  <a:lnTo>
                    <a:pt x="1719" y="4958"/>
                  </a:lnTo>
                  <a:lnTo>
                    <a:pt x="1640" y="4938"/>
                  </a:lnTo>
                  <a:lnTo>
                    <a:pt x="1580" y="4938"/>
                  </a:lnTo>
                  <a:lnTo>
                    <a:pt x="1521" y="4958"/>
                  </a:lnTo>
                  <a:lnTo>
                    <a:pt x="1462" y="4978"/>
                  </a:lnTo>
                  <a:lnTo>
                    <a:pt x="1383" y="5017"/>
                  </a:lnTo>
                  <a:lnTo>
                    <a:pt x="1442" y="5037"/>
                  </a:lnTo>
                  <a:lnTo>
                    <a:pt x="1561" y="5037"/>
                  </a:lnTo>
                  <a:lnTo>
                    <a:pt x="1561" y="5057"/>
                  </a:lnTo>
                  <a:lnTo>
                    <a:pt x="1541" y="5096"/>
                  </a:lnTo>
                  <a:lnTo>
                    <a:pt x="1521" y="5116"/>
                  </a:lnTo>
                  <a:lnTo>
                    <a:pt x="1541" y="5155"/>
                  </a:lnTo>
                  <a:lnTo>
                    <a:pt x="1561" y="5175"/>
                  </a:lnTo>
                  <a:lnTo>
                    <a:pt x="1620" y="5215"/>
                  </a:lnTo>
                  <a:lnTo>
                    <a:pt x="1659" y="5274"/>
                  </a:lnTo>
                  <a:lnTo>
                    <a:pt x="1719" y="5195"/>
                  </a:lnTo>
                  <a:lnTo>
                    <a:pt x="1758" y="5215"/>
                  </a:lnTo>
                  <a:lnTo>
                    <a:pt x="1778" y="5234"/>
                  </a:lnTo>
                  <a:lnTo>
                    <a:pt x="1778" y="5313"/>
                  </a:lnTo>
                  <a:lnTo>
                    <a:pt x="1738" y="5313"/>
                  </a:lnTo>
                  <a:lnTo>
                    <a:pt x="1798" y="5333"/>
                  </a:lnTo>
                  <a:lnTo>
                    <a:pt x="1778" y="5353"/>
                  </a:lnTo>
                  <a:lnTo>
                    <a:pt x="1817" y="5353"/>
                  </a:lnTo>
                  <a:lnTo>
                    <a:pt x="1837" y="5373"/>
                  </a:lnTo>
                  <a:lnTo>
                    <a:pt x="1857" y="5412"/>
                  </a:lnTo>
                  <a:lnTo>
                    <a:pt x="1877" y="5471"/>
                  </a:lnTo>
                  <a:lnTo>
                    <a:pt x="1936" y="5531"/>
                  </a:lnTo>
                  <a:lnTo>
                    <a:pt x="1975" y="5491"/>
                  </a:lnTo>
                  <a:lnTo>
                    <a:pt x="1956" y="5471"/>
                  </a:lnTo>
                  <a:lnTo>
                    <a:pt x="1916" y="5432"/>
                  </a:lnTo>
                  <a:lnTo>
                    <a:pt x="1896" y="5412"/>
                  </a:lnTo>
                  <a:lnTo>
                    <a:pt x="1916" y="5373"/>
                  </a:lnTo>
                  <a:lnTo>
                    <a:pt x="1956" y="5333"/>
                  </a:lnTo>
                  <a:lnTo>
                    <a:pt x="1975" y="5313"/>
                  </a:lnTo>
                  <a:lnTo>
                    <a:pt x="2035" y="5294"/>
                  </a:lnTo>
                  <a:lnTo>
                    <a:pt x="2054" y="5313"/>
                  </a:lnTo>
                  <a:lnTo>
                    <a:pt x="2074" y="5353"/>
                  </a:lnTo>
                  <a:lnTo>
                    <a:pt x="2153" y="5373"/>
                  </a:lnTo>
                  <a:lnTo>
                    <a:pt x="2232" y="5412"/>
                  </a:lnTo>
                  <a:lnTo>
                    <a:pt x="2272" y="5432"/>
                  </a:lnTo>
                  <a:lnTo>
                    <a:pt x="2291" y="5471"/>
                  </a:lnTo>
                  <a:lnTo>
                    <a:pt x="2311" y="5432"/>
                  </a:lnTo>
                  <a:lnTo>
                    <a:pt x="2370" y="5432"/>
                  </a:lnTo>
                  <a:lnTo>
                    <a:pt x="2390" y="5452"/>
                  </a:lnTo>
                  <a:lnTo>
                    <a:pt x="2410" y="5531"/>
                  </a:lnTo>
                  <a:lnTo>
                    <a:pt x="2390" y="5550"/>
                  </a:lnTo>
                  <a:lnTo>
                    <a:pt x="2370" y="5590"/>
                  </a:lnTo>
                  <a:lnTo>
                    <a:pt x="2232" y="5590"/>
                  </a:lnTo>
                  <a:lnTo>
                    <a:pt x="2193" y="5610"/>
                  </a:lnTo>
                  <a:lnTo>
                    <a:pt x="2173" y="5629"/>
                  </a:lnTo>
                  <a:lnTo>
                    <a:pt x="2133" y="5629"/>
                  </a:lnTo>
                  <a:lnTo>
                    <a:pt x="2193" y="5649"/>
                  </a:lnTo>
                  <a:lnTo>
                    <a:pt x="2272" y="5629"/>
                  </a:lnTo>
                  <a:lnTo>
                    <a:pt x="2331" y="5649"/>
                  </a:lnTo>
                  <a:lnTo>
                    <a:pt x="2351" y="5669"/>
                  </a:lnTo>
                  <a:lnTo>
                    <a:pt x="2390" y="5689"/>
                  </a:lnTo>
                  <a:lnTo>
                    <a:pt x="2351" y="5708"/>
                  </a:lnTo>
                  <a:lnTo>
                    <a:pt x="2331" y="5708"/>
                  </a:lnTo>
                  <a:lnTo>
                    <a:pt x="2311" y="5689"/>
                  </a:lnTo>
                  <a:lnTo>
                    <a:pt x="2291" y="5689"/>
                  </a:lnTo>
                  <a:lnTo>
                    <a:pt x="2272" y="5708"/>
                  </a:lnTo>
                  <a:lnTo>
                    <a:pt x="2291" y="5728"/>
                  </a:lnTo>
                  <a:lnTo>
                    <a:pt x="2331" y="5748"/>
                  </a:lnTo>
                  <a:lnTo>
                    <a:pt x="2390" y="5768"/>
                  </a:lnTo>
                  <a:lnTo>
                    <a:pt x="2390" y="5787"/>
                  </a:lnTo>
                  <a:lnTo>
                    <a:pt x="2390" y="5807"/>
                  </a:lnTo>
                  <a:lnTo>
                    <a:pt x="2252" y="5807"/>
                  </a:lnTo>
                  <a:lnTo>
                    <a:pt x="2212" y="5827"/>
                  </a:lnTo>
                  <a:lnTo>
                    <a:pt x="2153" y="5867"/>
                  </a:lnTo>
                  <a:lnTo>
                    <a:pt x="2212" y="5867"/>
                  </a:lnTo>
                  <a:lnTo>
                    <a:pt x="2311" y="5847"/>
                  </a:lnTo>
                  <a:lnTo>
                    <a:pt x="2311" y="5847"/>
                  </a:lnTo>
                  <a:lnTo>
                    <a:pt x="2291" y="5867"/>
                  </a:lnTo>
                  <a:lnTo>
                    <a:pt x="2272" y="5886"/>
                  </a:lnTo>
                  <a:lnTo>
                    <a:pt x="2232" y="5906"/>
                  </a:lnTo>
                  <a:lnTo>
                    <a:pt x="2252" y="5906"/>
                  </a:lnTo>
                  <a:lnTo>
                    <a:pt x="2331" y="5886"/>
                  </a:lnTo>
                  <a:lnTo>
                    <a:pt x="2370" y="5886"/>
                  </a:lnTo>
                  <a:lnTo>
                    <a:pt x="2370" y="5906"/>
                  </a:lnTo>
                  <a:lnTo>
                    <a:pt x="2331" y="5946"/>
                  </a:lnTo>
                  <a:lnTo>
                    <a:pt x="2291" y="5965"/>
                  </a:lnTo>
                  <a:lnTo>
                    <a:pt x="2311" y="6005"/>
                  </a:lnTo>
                  <a:lnTo>
                    <a:pt x="2449" y="6005"/>
                  </a:lnTo>
                  <a:lnTo>
                    <a:pt x="2449" y="5985"/>
                  </a:lnTo>
                  <a:lnTo>
                    <a:pt x="2469" y="5965"/>
                  </a:lnTo>
                  <a:lnTo>
                    <a:pt x="2548" y="5906"/>
                  </a:lnTo>
                  <a:lnTo>
                    <a:pt x="2627" y="5886"/>
                  </a:lnTo>
                  <a:lnTo>
                    <a:pt x="2686" y="5886"/>
                  </a:lnTo>
                  <a:lnTo>
                    <a:pt x="2726" y="5946"/>
                  </a:lnTo>
                  <a:lnTo>
                    <a:pt x="2765" y="6005"/>
                  </a:lnTo>
                  <a:lnTo>
                    <a:pt x="2785" y="6025"/>
                  </a:lnTo>
                  <a:lnTo>
                    <a:pt x="2765" y="6044"/>
                  </a:lnTo>
                  <a:lnTo>
                    <a:pt x="2746" y="6084"/>
                  </a:lnTo>
                  <a:lnTo>
                    <a:pt x="2706" y="6143"/>
                  </a:lnTo>
                  <a:lnTo>
                    <a:pt x="2825" y="6123"/>
                  </a:lnTo>
                  <a:lnTo>
                    <a:pt x="2765" y="6163"/>
                  </a:lnTo>
                  <a:lnTo>
                    <a:pt x="2746" y="6183"/>
                  </a:lnTo>
                  <a:lnTo>
                    <a:pt x="2765" y="6183"/>
                  </a:lnTo>
                  <a:lnTo>
                    <a:pt x="2785" y="6222"/>
                  </a:lnTo>
                  <a:lnTo>
                    <a:pt x="2785" y="6242"/>
                  </a:lnTo>
                  <a:lnTo>
                    <a:pt x="2746" y="6262"/>
                  </a:lnTo>
                  <a:lnTo>
                    <a:pt x="2726" y="6262"/>
                  </a:lnTo>
                  <a:lnTo>
                    <a:pt x="2686" y="6222"/>
                  </a:lnTo>
                  <a:lnTo>
                    <a:pt x="2667" y="6202"/>
                  </a:lnTo>
                  <a:lnTo>
                    <a:pt x="2568" y="6202"/>
                  </a:lnTo>
                  <a:lnTo>
                    <a:pt x="2489" y="6222"/>
                  </a:lnTo>
                  <a:lnTo>
                    <a:pt x="2489" y="6262"/>
                  </a:lnTo>
                  <a:lnTo>
                    <a:pt x="2469" y="6281"/>
                  </a:lnTo>
                  <a:lnTo>
                    <a:pt x="2410" y="6301"/>
                  </a:lnTo>
                  <a:lnTo>
                    <a:pt x="2351" y="6321"/>
                  </a:lnTo>
                  <a:lnTo>
                    <a:pt x="2370" y="6341"/>
                  </a:lnTo>
                  <a:lnTo>
                    <a:pt x="2430" y="6321"/>
                  </a:lnTo>
                  <a:lnTo>
                    <a:pt x="2528" y="6281"/>
                  </a:lnTo>
                  <a:lnTo>
                    <a:pt x="2627" y="6242"/>
                  </a:lnTo>
                  <a:lnTo>
                    <a:pt x="2607" y="6281"/>
                  </a:lnTo>
                  <a:lnTo>
                    <a:pt x="2607" y="6321"/>
                  </a:lnTo>
                  <a:lnTo>
                    <a:pt x="2588" y="6360"/>
                  </a:lnTo>
                  <a:lnTo>
                    <a:pt x="2528" y="6380"/>
                  </a:lnTo>
                  <a:lnTo>
                    <a:pt x="2528" y="6400"/>
                  </a:lnTo>
                  <a:lnTo>
                    <a:pt x="2667" y="6400"/>
                  </a:lnTo>
                  <a:lnTo>
                    <a:pt x="2686" y="6420"/>
                  </a:lnTo>
                  <a:lnTo>
                    <a:pt x="2509" y="6499"/>
                  </a:lnTo>
                  <a:lnTo>
                    <a:pt x="2469" y="6518"/>
                  </a:lnTo>
                  <a:lnTo>
                    <a:pt x="2489" y="6518"/>
                  </a:lnTo>
                  <a:lnTo>
                    <a:pt x="2489" y="6538"/>
                  </a:lnTo>
                  <a:lnTo>
                    <a:pt x="2489" y="6597"/>
                  </a:lnTo>
                  <a:lnTo>
                    <a:pt x="2528" y="6558"/>
                  </a:lnTo>
                  <a:lnTo>
                    <a:pt x="2568" y="6538"/>
                  </a:lnTo>
                  <a:lnTo>
                    <a:pt x="2548" y="6518"/>
                  </a:lnTo>
                  <a:lnTo>
                    <a:pt x="2607" y="6518"/>
                  </a:lnTo>
                  <a:lnTo>
                    <a:pt x="2647" y="6558"/>
                  </a:lnTo>
                  <a:lnTo>
                    <a:pt x="2667" y="6578"/>
                  </a:lnTo>
                  <a:lnTo>
                    <a:pt x="2706" y="6578"/>
                  </a:lnTo>
                  <a:lnTo>
                    <a:pt x="2667" y="6597"/>
                  </a:lnTo>
                  <a:lnTo>
                    <a:pt x="2647" y="6617"/>
                  </a:lnTo>
                  <a:lnTo>
                    <a:pt x="2667" y="6676"/>
                  </a:lnTo>
                  <a:lnTo>
                    <a:pt x="2686" y="6716"/>
                  </a:lnTo>
                  <a:lnTo>
                    <a:pt x="2706" y="6736"/>
                  </a:lnTo>
                  <a:lnTo>
                    <a:pt x="2686" y="6755"/>
                  </a:lnTo>
                  <a:lnTo>
                    <a:pt x="2785" y="6716"/>
                  </a:lnTo>
                  <a:lnTo>
                    <a:pt x="2805" y="6696"/>
                  </a:lnTo>
                  <a:lnTo>
                    <a:pt x="2785" y="6676"/>
                  </a:lnTo>
                  <a:lnTo>
                    <a:pt x="2765" y="6676"/>
                  </a:lnTo>
                  <a:lnTo>
                    <a:pt x="2726" y="6657"/>
                  </a:lnTo>
                  <a:lnTo>
                    <a:pt x="2706" y="6657"/>
                  </a:lnTo>
                  <a:lnTo>
                    <a:pt x="2726" y="6637"/>
                  </a:lnTo>
                  <a:lnTo>
                    <a:pt x="2785" y="6597"/>
                  </a:lnTo>
                  <a:lnTo>
                    <a:pt x="2825" y="6597"/>
                  </a:lnTo>
                  <a:lnTo>
                    <a:pt x="2864" y="6637"/>
                  </a:lnTo>
                  <a:lnTo>
                    <a:pt x="2904" y="6696"/>
                  </a:lnTo>
                  <a:lnTo>
                    <a:pt x="2983" y="6775"/>
                  </a:lnTo>
                  <a:lnTo>
                    <a:pt x="3022" y="6815"/>
                  </a:lnTo>
                  <a:lnTo>
                    <a:pt x="3081" y="6834"/>
                  </a:lnTo>
                  <a:lnTo>
                    <a:pt x="3062" y="6874"/>
                  </a:lnTo>
                  <a:lnTo>
                    <a:pt x="3062" y="6894"/>
                  </a:lnTo>
                  <a:lnTo>
                    <a:pt x="3002" y="6913"/>
                  </a:lnTo>
                  <a:lnTo>
                    <a:pt x="2943" y="6933"/>
                  </a:lnTo>
                  <a:lnTo>
                    <a:pt x="2864" y="6973"/>
                  </a:lnTo>
                  <a:lnTo>
                    <a:pt x="2825" y="6913"/>
                  </a:lnTo>
                  <a:lnTo>
                    <a:pt x="2805" y="6874"/>
                  </a:lnTo>
                  <a:lnTo>
                    <a:pt x="2805" y="6834"/>
                  </a:lnTo>
                  <a:lnTo>
                    <a:pt x="2765" y="6795"/>
                  </a:lnTo>
                  <a:lnTo>
                    <a:pt x="2765" y="6874"/>
                  </a:lnTo>
                  <a:lnTo>
                    <a:pt x="2805" y="6953"/>
                  </a:lnTo>
                  <a:lnTo>
                    <a:pt x="2864" y="6992"/>
                  </a:lnTo>
                  <a:lnTo>
                    <a:pt x="2963" y="7032"/>
                  </a:lnTo>
                  <a:lnTo>
                    <a:pt x="2963" y="7052"/>
                  </a:lnTo>
                  <a:lnTo>
                    <a:pt x="2963" y="7071"/>
                  </a:lnTo>
                  <a:lnTo>
                    <a:pt x="2923" y="7111"/>
                  </a:lnTo>
                  <a:lnTo>
                    <a:pt x="2825" y="7229"/>
                  </a:lnTo>
                  <a:lnTo>
                    <a:pt x="2785" y="7289"/>
                  </a:lnTo>
                  <a:lnTo>
                    <a:pt x="2805" y="7308"/>
                  </a:lnTo>
                  <a:lnTo>
                    <a:pt x="2825" y="7328"/>
                  </a:lnTo>
                  <a:lnTo>
                    <a:pt x="2864" y="7308"/>
                  </a:lnTo>
                  <a:lnTo>
                    <a:pt x="2923" y="7269"/>
                  </a:lnTo>
                  <a:lnTo>
                    <a:pt x="2963" y="7210"/>
                  </a:lnTo>
                  <a:lnTo>
                    <a:pt x="2983" y="7229"/>
                  </a:lnTo>
                  <a:lnTo>
                    <a:pt x="3002" y="7249"/>
                  </a:lnTo>
                  <a:lnTo>
                    <a:pt x="3002" y="7308"/>
                  </a:lnTo>
                  <a:lnTo>
                    <a:pt x="3042" y="7289"/>
                  </a:lnTo>
                  <a:lnTo>
                    <a:pt x="3062" y="7249"/>
                  </a:lnTo>
                  <a:lnTo>
                    <a:pt x="3101" y="7229"/>
                  </a:lnTo>
                  <a:lnTo>
                    <a:pt x="3141" y="7229"/>
                  </a:lnTo>
                  <a:lnTo>
                    <a:pt x="3121" y="7269"/>
                  </a:lnTo>
                  <a:lnTo>
                    <a:pt x="3101" y="7308"/>
                  </a:lnTo>
                  <a:lnTo>
                    <a:pt x="3062" y="7328"/>
                  </a:lnTo>
                  <a:lnTo>
                    <a:pt x="3042" y="7328"/>
                  </a:lnTo>
                  <a:lnTo>
                    <a:pt x="3081" y="7348"/>
                  </a:lnTo>
                  <a:lnTo>
                    <a:pt x="3062" y="7368"/>
                  </a:lnTo>
                  <a:lnTo>
                    <a:pt x="3022" y="7427"/>
                  </a:lnTo>
                  <a:lnTo>
                    <a:pt x="2983" y="7466"/>
                  </a:lnTo>
                  <a:lnTo>
                    <a:pt x="2983" y="7486"/>
                  </a:lnTo>
                  <a:lnTo>
                    <a:pt x="3002" y="7506"/>
                  </a:lnTo>
                  <a:lnTo>
                    <a:pt x="3062" y="7506"/>
                  </a:lnTo>
                  <a:lnTo>
                    <a:pt x="3081" y="7486"/>
                  </a:lnTo>
                  <a:lnTo>
                    <a:pt x="3081" y="7466"/>
                  </a:lnTo>
                  <a:lnTo>
                    <a:pt x="3062" y="7466"/>
                  </a:lnTo>
                  <a:lnTo>
                    <a:pt x="3062" y="7447"/>
                  </a:lnTo>
                  <a:lnTo>
                    <a:pt x="3121" y="7407"/>
                  </a:lnTo>
                  <a:lnTo>
                    <a:pt x="3319" y="7407"/>
                  </a:lnTo>
                  <a:lnTo>
                    <a:pt x="3279" y="7427"/>
                  </a:lnTo>
                  <a:lnTo>
                    <a:pt x="3299" y="7447"/>
                  </a:lnTo>
                  <a:lnTo>
                    <a:pt x="3299" y="7466"/>
                  </a:lnTo>
                  <a:lnTo>
                    <a:pt x="3319" y="7486"/>
                  </a:lnTo>
                  <a:lnTo>
                    <a:pt x="3259" y="7526"/>
                  </a:lnTo>
                  <a:lnTo>
                    <a:pt x="3220" y="7506"/>
                  </a:lnTo>
                  <a:lnTo>
                    <a:pt x="3200" y="7466"/>
                  </a:lnTo>
                  <a:lnTo>
                    <a:pt x="3160" y="7466"/>
                  </a:lnTo>
                  <a:lnTo>
                    <a:pt x="3180" y="7545"/>
                  </a:lnTo>
                  <a:lnTo>
                    <a:pt x="3200" y="7526"/>
                  </a:lnTo>
                  <a:lnTo>
                    <a:pt x="3321" y="7543"/>
                  </a:lnTo>
                  <a:lnTo>
                    <a:pt x="3321" y="7543"/>
                  </a:lnTo>
                  <a:lnTo>
                    <a:pt x="3338" y="7526"/>
                  </a:lnTo>
                  <a:lnTo>
                    <a:pt x="3378" y="7486"/>
                  </a:lnTo>
                  <a:lnTo>
                    <a:pt x="3457" y="7466"/>
                  </a:lnTo>
                  <a:lnTo>
                    <a:pt x="3496" y="7466"/>
                  </a:lnTo>
                  <a:lnTo>
                    <a:pt x="3496" y="7526"/>
                  </a:lnTo>
                  <a:lnTo>
                    <a:pt x="3477" y="7565"/>
                  </a:lnTo>
                  <a:lnTo>
                    <a:pt x="3437" y="7624"/>
                  </a:lnTo>
                  <a:lnTo>
                    <a:pt x="3378" y="7664"/>
                  </a:lnTo>
                  <a:lnTo>
                    <a:pt x="3457" y="7644"/>
                  </a:lnTo>
                  <a:lnTo>
                    <a:pt x="3516" y="7664"/>
                  </a:lnTo>
                  <a:lnTo>
                    <a:pt x="3575" y="7723"/>
                  </a:lnTo>
                  <a:lnTo>
                    <a:pt x="3615" y="7684"/>
                  </a:lnTo>
                  <a:lnTo>
                    <a:pt x="3654" y="7664"/>
                  </a:lnTo>
                  <a:lnTo>
                    <a:pt x="3733" y="7664"/>
                  </a:lnTo>
                  <a:lnTo>
                    <a:pt x="3654" y="7802"/>
                  </a:lnTo>
                  <a:lnTo>
                    <a:pt x="3615" y="7782"/>
                  </a:lnTo>
                  <a:lnTo>
                    <a:pt x="3595" y="7782"/>
                  </a:lnTo>
                  <a:lnTo>
                    <a:pt x="3556" y="7822"/>
                  </a:lnTo>
                  <a:lnTo>
                    <a:pt x="3516" y="7861"/>
                  </a:lnTo>
                  <a:lnTo>
                    <a:pt x="3457" y="7901"/>
                  </a:lnTo>
                  <a:lnTo>
                    <a:pt x="3378" y="7901"/>
                  </a:lnTo>
                  <a:lnTo>
                    <a:pt x="3338" y="7881"/>
                  </a:lnTo>
                  <a:lnTo>
                    <a:pt x="3338" y="7802"/>
                  </a:lnTo>
                  <a:lnTo>
                    <a:pt x="3299" y="7861"/>
                  </a:lnTo>
                  <a:lnTo>
                    <a:pt x="3279" y="7881"/>
                  </a:lnTo>
                  <a:lnTo>
                    <a:pt x="3319" y="7901"/>
                  </a:lnTo>
                  <a:lnTo>
                    <a:pt x="3358" y="7921"/>
                  </a:lnTo>
                  <a:lnTo>
                    <a:pt x="3437" y="7940"/>
                  </a:lnTo>
                  <a:lnTo>
                    <a:pt x="3457" y="7960"/>
                  </a:lnTo>
                  <a:lnTo>
                    <a:pt x="3457" y="7980"/>
                  </a:lnTo>
                  <a:lnTo>
                    <a:pt x="3358" y="8019"/>
                  </a:lnTo>
                  <a:lnTo>
                    <a:pt x="3338" y="8019"/>
                  </a:lnTo>
                  <a:lnTo>
                    <a:pt x="3319" y="8000"/>
                  </a:lnTo>
                  <a:lnTo>
                    <a:pt x="3319" y="8019"/>
                  </a:lnTo>
                  <a:lnTo>
                    <a:pt x="3378" y="8039"/>
                  </a:lnTo>
                  <a:lnTo>
                    <a:pt x="3417" y="8059"/>
                  </a:lnTo>
                  <a:lnTo>
                    <a:pt x="3437" y="8079"/>
                  </a:lnTo>
                  <a:lnTo>
                    <a:pt x="3417" y="8098"/>
                  </a:lnTo>
                  <a:lnTo>
                    <a:pt x="3516" y="8039"/>
                  </a:lnTo>
                  <a:lnTo>
                    <a:pt x="3575" y="8000"/>
                  </a:lnTo>
                  <a:lnTo>
                    <a:pt x="3635" y="8019"/>
                  </a:lnTo>
                  <a:lnTo>
                    <a:pt x="3516" y="8158"/>
                  </a:lnTo>
                  <a:lnTo>
                    <a:pt x="3536" y="8178"/>
                  </a:lnTo>
                  <a:lnTo>
                    <a:pt x="3556" y="8178"/>
                  </a:lnTo>
                  <a:lnTo>
                    <a:pt x="3615" y="8158"/>
                  </a:lnTo>
                  <a:lnTo>
                    <a:pt x="3714" y="8138"/>
                  </a:lnTo>
                  <a:lnTo>
                    <a:pt x="3793" y="8138"/>
                  </a:lnTo>
                  <a:lnTo>
                    <a:pt x="3872" y="8039"/>
                  </a:lnTo>
                  <a:lnTo>
                    <a:pt x="3931" y="8039"/>
                  </a:lnTo>
                  <a:lnTo>
                    <a:pt x="3970" y="8059"/>
                  </a:lnTo>
                  <a:lnTo>
                    <a:pt x="3990" y="8079"/>
                  </a:lnTo>
                  <a:lnTo>
                    <a:pt x="4069" y="8079"/>
                  </a:lnTo>
                  <a:lnTo>
                    <a:pt x="4030" y="8039"/>
                  </a:lnTo>
                  <a:lnTo>
                    <a:pt x="3990" y="8039"/>
                  </a:lnTo>
                  <a:lnTo>
                    <a:pt x="3951" y="8019"/>
                  </a:lnTo>
                  <a:lnTo>
                    <a:pt x="3951" y="8000"/>
                  </a:lnTo>
                  <a:lnTo>
                    <a:pt x="4010" y="7960"/>
                  </a:lnTo>
                  <a:lnTo>
                    <a:pt x="4049" y="7980"/>
                  </a:lnTo>
                  <a:lnTo>
                    <a:pt x="4089" y="8000"/>
                  </a:lnTo>
                  <a:lnTo>
                    <a:pt x="4128" y="8000"/>
                  </a:lnTo>
                  <a:lnTo>
                    <a:pt x="4109" y="8079"/>
                  </a:lnTo>
                  <a:lnTo>
                    <a:pt x="4089" y="8118"/>
                  </a:lnTo>
                  <a:lnTo>
                    <a:pt x="4010" y="8217"/>
                  </a:lnTo>
                  <a:lnTo>
                    <a:pt x="3872" y="8276"/>
                  </a:lnTo>
                  <a:lnTo>
                    <a:pt x="3753" y="8296"/>
                  </a:lnTo>
                  <a:lnTo>
                    <a:pt x="3615" y="8316"/>
                  </a:lnTo>
                  <a:lnTo>
                    <a:pt x="3516" y="8336"/>
                  </a:lnTo>
                  <a:lnTo>
                    <a:pt x="3437" y="8395"/>
                  </a:lnTo>
                  <a:lnTo>
                    <a:pt x="3496" y="8434"/>
                  </a:lnTo>
                  <a:lnTo>
                    <a:pt x="3556" y="8494"/>
                  </a:lnTo>
                  <a:lnTo>
                    <a:pt x="3595" y="8573"/>
                  </a:lnTo>
                  <a:lnTo>
                    <a:pt x="3595" y="8612"/>
                  </a:lnTo>
                  <a:lnTo>
                    <a:pt x="3575" y="8652"/>
                  </a:lnTo>
                  <a:lnTo>
                    <a:pt x="3674" y="8652"/>
                  </a:lnTo>
                  <a:lnTo>
                    <a:pt x="3773" y="8632"/>
                  </a:lnTo>
                  <a:lnTo>
                    <a:pt x="3872" y="8592"/>
                  </a:lnTo>
                  <a:lnTo>
                    <a:pt x="3970" y="8533"/>
                  </a:lnTo>
                  <a:lnTo>
                    <a:pt x="3990" y="8553"/>
                  </a:lnTo>
                  <a:lnTo>
                    <a:pt x="3990" y="8573"/>
                  </a:lnTo>
                  <a:lnTo>
                    <a:pt x="3970" y="8612"/>
                  </a:lnTo>
                  <a:lnTo>
                    <a:pt x="3891" y="8612"/>
                  </a:lnTo>
                  <a:lnTo>
                    <a:pt x="4030" y="8691"/>
                  </a:lnTo>
                  <a:lnTo>
                    <a:pt x="4089" y="8731"/>
                  </a:lnTo>
                  <a:lnTo>
                    <a:pt x="4148" y="8790"/>
                  </a:lnTo>
                  <a:lnTo>
                    <a:pt x="4188" y="8810"/>
                  </a:lnTo>
                  <a:lnTo>
                    <a:pt x="4267" y="8790"/>
                  </a:lnTo>
                  <a:lnTo>
                    <a:pt x="4425" y="8691"/>
                  </a:lnTo>
                  <a:lnTo>
                    <a:pt x="4464" y="8750"/>
                  </a:lnTo>
                  <a:lnTo>
                    <a:pt x="4484" y="8711"/>
                  </a:lnTo>
                  <a:lnTo>
                    <a:pt x="4602" y="8711"/>
                  </a:lnTo>
                  <a:lnTo>
                    <a:pt x="4622" y="8750"/>
                  </a:lnTo>
                  <a:lnTo>
                    <a:pt x="4622" y="8790"/>
                  </a:lnTo>
                  <a:lnTo>
                    <a:pt x="4563" y="8810"/>
                  </a:lnTo>
                  <a:lnTo>
                    <a:pt x="4504" y="8810"/>
                  </a:lnTo>
                  <a:lnTo>
                    <a:pt x="4504" y="8869"/>
                  </a:lnTo>
                  <a:lnTo>
                    <a:pt x="4504" y="8889"/>
                  </a:lnTo>
                  <a:lnTo>
                    <a:pt x="4543" y="8928"/>
                  </a:lnTo>
                  <a:lnTo>
                    <a:pt x="4583" y="8928"/>
                  </a:lnTo>
                  <a:lnTo>
                    <a:pt x="4464" y="8968"/>
                  </a:lnTo>
                  <a:lnTo>
                    <a:pt x="4425" y="8968"/>
                  </a:lnTo>
                  <a:lnTo>
                    <a:pt x="4405" y="8948"/>
                  </a:lnTo>
                  <a:lnTo>
                    <a:pt x="4405" y="8928"/>
                  </a:lnTo>
                  <a:lnTo>
                    <a:pt x="4444" y="8908"/>
                  </a:lnTo>
                  <a:lnTo>
                    <a:pt x="4346" y="8869"/>
                  </a:lnTo>
                  <a:lnTo>
                    <a:pt x="4346" y="8869"/>
                  </a:lnTo>
                  <a:lnTo>
                    <a:pt x="4365" y="8889"/>
                  </a:lnTo>
                  <a:lnTo>
                    <a:pt x="4385" y="8908"/>
                  </a:lnTo>
                  <a:lnTo>
                    <a:pt x="4385" y="8948"/>
                  </a:lnTo>
                  <a:lnTo>
                    <a:pt x="4365" y="8968"/>
                  </a:lnTo>
                  <a:lnTo>
                    <a:pt x="4286" y="9047"/>
                  </a:lnTo>
                  <a:lnTo>
                    <a:pt x="4188" y="9106"/>
                  </a:lnTo>
                  <a:lnTo>
                    <a:pt x="4247" y="9106"/>
                  </a:lnTo>
                  <a:lnTo>
                    <a:pt x="4286" y="9066"/>
                  </a:lnTo>
                  <a:lnTo>
                    <a:pt x="4346" y="9027"/>
                  </a:lnTo>
                  <a:lnTo>
                    <a:pt x="4405" y="9027"/>
                  </a:lnTo>
                  <a:lnTo>
                    <a:pt x="4346" y="9126"/>
                  </a:lnTo>
                  <a:lnTo>
                    <a:pt x="4326" y="9205"/>
                  </a:lnTo>
                  <a:lnTo>
                    <a:pt x="6321" y="8019"/>
                  </a:lnTo>
                  <a:lnTo>
                    <a:pt x="6321" y="7940"/>
                  </a:lnTo>
                  <a:lnTo>
                    <a:pt x="6341" y="7881"/>
                  </a:lnTo>
                  <a:lnTo>
                    <a:pt x="6341" y="7861"/>
                  </a:lnTo>
                  <a:lnTo>
                    <a:pt x="6321" y="7842"/>
                  </a:lnTo>
                  <a:lnTo>
                    <a:pt x="6202" y="7842"/>
                  </a:lnTo>
                  <a:lnTo>
                    <a:pt x="6183" y="7881"/>
                  </a:lnTo>
                  <a:lnTo>
                    <a:pt x="6163" y="7901"/>
                  </a:lnTo>
                  <a:lnTo>
                    <a:pt x="6104" y="7940"/>
                  </a:lnTo>
                  <a:lnTo>
                    <a:pt x="6064" y="7960"/>
                  </a:lnTo>
                  <a:lnTo>
                    <a:pt x="6084" y="7921"/>
                  </a:lnTo>
                  <a:lnTo>
                    <a:pt x="6084" y="7881"/>
                  </a:lnTo>
                  <a:lnTo>
                    <a:pt x="6104" y="7861"/>
                  </a:lnTo>
                  <a:lnTo>
                    <a:pt x="6143" y="7822"/>
                  </a:lnTo>
                  <a:lnTo>
                    <a:pt x="6183" y="7842"/>
                  </a:lnTo>
                  <a:lnTo>
                    <a:pt x="6183" y="7743"/>
                  </a:lnTo>
                  <a:lnTo>
                    <a:pt x="6163" y="7723"/>
                  </a:lnTo>
                  <a:lnTo>
                    <a:pt x="6143" y="7723"/>
                  </a:lnTo>
                  <a:lnTo>
                    <a:pt x="6005" y="7763"/>
                  </a:lnTo>
                  <a:lnTo>
                    <a:pt x="5946" y="7782"/>
                  </a:lnTo>
                  <a:lnTo>
                    <a:pt x="5886" y="7782"/>
                  </a:lnTo>
                  <a:lnTo>
                    <a:pt x="5906" y="7743"/>
                  </a:lnTo>
                  <a:lnTo>
                    <a:pt x="5926" y="7723"/>
                  </a:lnTo>
                  <a:lnTo>
                    <a:pt x="6025" y="7684"/>
                  </a:lnTo>
                  <a:lnTo>
                    <a:pt x="6123" y="7664"/>
                  </a:lnTo>
                  <a:lnTo>
                    <a:pt x="6163" y="7644"/>
                  </a:lnTo>
                  <a:lnTo>
                    <a:pt x="6202" y="7605"/>
                  </a:lnTo>
                  <a:lnTo>
                    <a:pt x="6044" y="7565"/>
                  </a:lnTo>
                  <a:lnTo>
                    <a:pt x="6123" y="7506"/>
                  </a:lnTo>
                  <a:lnTo>
                    <a:pt x="6123" y="7427"/>
                  </a:lnTo>
                  <a:lnTo>
                    <a:pt x="6084" y="7387"/>
                  </a:lnTo>
                  <a:lnTo>
                    <a:pt x="6025" y="7368"/>
                  </a:lnTo>
                  <a:lnTo>
                    <a:pt x="5965" y="7328"/>
                  </a:lnTo>
                  <a:lnTo>
                    <a:pt x="5827" y="7289"/>
                  </a:lnTo>
                  <a:lnTo>
                    <a:pt x="5768" y="7249"/>
                  </a:lnTo>
                  <a:lnTo>
                    <a:pt x="5728" y="7190"/>
                  </a:lnTo>
                  <a:lnTo>
                    <a:pt x="5827" y="7170"/>
                  </a:lnTo>
                  <a:lnTo>
                    <a:pt x="5926" y="7170"/>
                  </a:lnTo>
                  <a:lnTo>
                    <a:pt x="5985" y="7210"/>
                  </a:lnTo>
                  <a:lnTo>
                    <a:pt x="6025" y="7229"/>
                  </a:lnTo>
                  <a:lnTo>
                    <a:pt x="6044" y="7190"/>
                  </a:lnTo>
                  <a:lnTo>
                    <a:pt x="6064" y="7170"/>
                  </a:lnTo>
                  <a:lnTo>
                    <a:pt x="6025" y="7131"/>
                  </a:lnTo>
                  <a:lnTo>
                    <a:pt x="5985" y="7091"/>
                  </a:lnTo>
                  <a:lnTo>
                    <a:pt x="5965" y="7071"/>
                  </a:lnTo>
                  <a:lnTo>
                    <a:pt x="5985" y="7032"/>
                  </a:lnTo>
                  <a:lnTo>
                    <a:pt x="5985" y="7012"/>
                  </a:lnTo>
                  <a:lnTo>
                    <a:pt x="5965" y="6992"/>
                  </a:lnTo>
                  <a:lnTo>
                    <a:pt x="5886" y="6992"/>
                  </a:lnTo>
                  <a:lnTo>
                    <a:pt x="5807" y="7012"/>
                  </a:lnTo>
                  <a:lnTo>
                    <a:pt x="5748" y="7032"/>
                  </a:lnTo>
                  <a:lnTo>
                    <a:pt x="5709" y="7012"/>
                  </a:lnTo>
                  <a:lnTo>
                    <a:pt x="5709" y="6992"/>
                  </a:lnTo>
                  <a:lnTo>
                    <a:pt x="5748" y="6973"/>
                  </a:lnTo>
                  <a:lnTo>
                    <a:pt x="5827" y="6913"/>
                  </a:lnTo>
                  <a:lnTo>
                    <a:pt x="5768" y="6933"/>
                  </a:lnTo>
                  <a:lnTo>
                    <a:pt x="5728" y="6933"/>
                  </a:lnTo>
                  <a:lnTo>
                    <a:pt x="5689" y="6913"/>
                  </a:lnTo>
                  <a:lnTo>
                    <a:pt x="5669" y="6913"/>
                  </a:lnTo>
                  <a:lnTo>
                    <a:pt x="5629" y="6854"/>
                  </a:lnTo>
                  <a:lnTo>
                    <a:pt x="5610" y="6815"/>
                  </a:lnTo>
                  <a:lnTo>
                    <a:pt x="5689" y="6775"/>
                  </a:lnTo>
                  <a:lnTo>
                    <a:pt x="5531" y="6736"/>
                  </a:lnTo>
                  <a:lnTo>
                    <a:pt x="5511" y="6755"/>
                  </a:lnTo>
                  <a:lnTo>
                    <a:pt x="5471" y="6775"/>
                  </a:lnTo>
                  <a:lnTo>
                    <a:pt x="5373" y="6815"/>
                  </a:lnTo>
                  <a:lnTo>
                    <a:pt x="5373" y="6795"/>
                  </a:lnTo>
                  <a:lnTo>
                    <a:pt x="5333" y="6854"/>
                  </a:lnTo>
                  <a:lnTo>
                    <a:pt x="5333" y="6894"/>
                  </a:lnTo>
                  <a:lnTo>
                    <a:pt x="5353" y="6933"/>
                  </a:lnTo>
                  <a:lnTo>
                    <a:pt x="5412" y="6953"/>
                  </a:lnTo>
                  <a:lnTo>
                    <a:pt x="5452" y="6973"/>
                  </a:lnTo>
                  <a:lnTo>
                    <a:pt x="5471" y="7012"/>
                  </a:lnTo>
                  <a:lnTo>
                    <a:pt x="5471" y="7052"/>
                  </a:lnTo>
                  <a:lnTo>
                    <a:pt x="5392" y="7131"/>
                  </a:lnTo>
                  <a:lnTo>
                    <a:pt x="5373" y="7131"/>
                  </a:lnTo>
                  <a:lnTo>
                    <a:pt x="5333" y="7150"/>
                  </a:lnTo>
                  <a:lnTo>
                    <a:pt x="5294" y="7170"/>
                  </a:lnTo>
                  <a:lnTo>
                    <a:pt x="5274" y="7170"/>
                  </a:lnTo>
                  <a:lnTo>
                    <a:pt x="5274" y="7131"/>
                  </a:lnTo>
                  <a:lnTo>
                    <a:pt x="5313" y="7111"/>
                  </a:lnTo>
                  <a:lnTo>
                    <a:pt x="5313" y="7111"/>
                  </a:lnTo>
                  <a:lnTo>
                    <a:pt x="5195" y="7131"/>
                  </a:lnTo>
                  <a:lnTo>
                    <a:pt x="5175" y="7150"/>
                  </a:lnTo>
                  <a:lnTo>
                    <a:pt x="5175" y="7170"/>
                  </a:lnTo>
                  <a:lnTo>
                    <a:pt x="5096" y="7210"/>
                  </a:lnTo>
                  <a:lnTo>
                    <a:pt x="5017" y="7210"/>
                  </a:lnTo>
                  <a:lnTo>
                    <a:pt x="4978" y="7190"/>
                  </a:lnTo>
                  <a:lnTo>
                    <a:pt x="4938" y="7150"/>
                  </a:lnTo>
                  <a:lnTo>
                    <a:pt x="4879" y="7111"/>
                  </a:lnTo>
                  <a:lnTo>
                    <a:pt x="4918" y="7091"/>
                  </a:lnTo>
                  <a:lnTo>
                    <a:pt x="4958" y="7071"/>
                  </a:lnTo>
                  <a:lnTo>
                    <a:pt x="5037" y="7052"/>
                  </a:lnTo>
                  <a:lnTo>
                    <a:pt x="5136" y="7052"/>
                  </a:lnTo>
                  <a:lnTo>
                    <a:pt x="5096" y="7032"/>
                  </a:lnTo>
                  <a:lnTo>
                    <a:pt x="5116" y="7012"/>
                  </a:lnTo>
                  <a:lnTo>
                    <a:pt x="5274" y="6933"/>
                  </a:lnTo>
                  <a:lnTo>
                    <a:pt x="5195" y="6933"/>
                  </a:lnTo>
                  <a:lnTo>
                    <a:pt x="5116" y="6953"/>
                  </a:lnTo>
                  <a:lnTo>
                    <a:pt x="5057" y="6992"/>
                  </a:lnTo>
                  <a:lnTo>
                    <a:pt x="4958" y="7032"/>
                  </a:lnTo>
                  <a:lnTo>
                    <a:pt x="4899" y="7052"/>
                  </a:lnTo>
                  <a:lnTo>
                    <a:pt x="4879" y="7052"/>
                  </a:lnTo>
                  <a:lnTo>
                    <a:pt x="4859" y="7032"/>
                  </a:lnTo>
                  <a:lnTo>
                    <a:pt x="4859" y="7012"/>
                  </a:lnTo>
                  <a:lnTo>
                    <a:pt x="4899" y="6953"/>
                  </a:lnTo>
                  <a:lnTo>
                    <a:pt x="4899" y="6913"/>
                  </a:lnTo>
                  <a:lnTo>
                    <a:pt x="4958" y="6933"/>
                  </a:lnTo>
                  <a:lnTo>
                    <a:pt x="4958" y="6894"/>
                  </a:lnTo>
                  <a:lnTo>
                    <a:pt x="4938" y="6874"/>
                  </a:lnTo>
                  <a:lnTo>
                    <a:pt x="4899" y="6874"/>
                  </a:lnTo>
                  <a:lnTo>
                    <a:pt x="4839" y="6854"/>
                  </a:lnTo>
                  <a:lnTo>
                    <a:pt x="4820" y="6834"/>
                  </a:lnTo>
                  <a:lnTo>
                    <a:pt x="4800" y="6815"/>
                  </a:lnTo>
                  <a:lnTo>
                    <a:pt x="4899" y="6736"/>
                  </a:lnTo>
                  <a:lnTo>
                    <a:pt x="4879" y="6775"/>
                  </a:lnTo>
                  <a:lnTo>
                    <a:pt x="4899" y="6795"/>
                  </a:lnTo>
                  <a:lnTo>
                    <a:pt x="5116" y="6795"/>
                  </a:lnTo>
                  <a:lnTo>
                    <a:pt x="5155" y="6755"/>
                  </a:lnTo>
                  <a:lnTo>
                    <a:pt x="5215" y="6716"/>
                  </a:lnTo>
                  <a:lnTo>
                    <a:pt x="5254" y="6696"/>
                  </a:lnTo>
                  <a:lnTo>
                    <a:pt x="5333" y="6676"/>
                  </a:lnTo>
                  <a:lnTo>
                    <a:pt x="5452" y="6676"/>
                  </a:lnTo>
                  <a:lnTo>
                    <a:pt x="5570" y="6657"/>
                  </a:lnTo>
                  <a:lnTo>
                    <a:pt x="5550" y="6637"/>
                  </a:lnTo>
                  <a:lnTo>
                    <a:pt x="5531" y="6597"/>
                  </a:lnTo>
                  <a:lnTo>
                    <a:pt x="5550" y="6558"/>
                  </a:lnTo>
                  <a:lnTo>
                    <a:pt x="5590" y="6499"/>
                  </a:lnTo>
                  <a:lnTo>
                    <a:pt x="5531" y="6499"/>
                  </a:lnTo>
                  <a:lnTo>
                    <a:pt x="5491" y="6479"/>
                  </a:lnTo>
                  <a:lnTo>
                    <a:pt x="5471" y="6459"/>
                  </a:lnTo>
                  <a:lnTo>
                    <a:pt x="5471" y="6420"/>
                  </a:lnTo>
                  <a:lnTo>
                    <a:pt x="5471" y="6400"/>
                  </a:lnTo>
                  <a:lnTo>
                    <a:pt x="5452" y="6360"/>
                  </a:lnTo>
                  <a:lnTo>
                    <a:pt x="5313" y="6360"/>
                  </a:lnTo>
                  <a:lnTo>
                    <a:pt x="5353" y="6341"/>
                  </a:lnTo>
                  <a:lnTo>
                    <a:pt x="5392" y="6321"/>
                  </a:lnTo>
                  <a:lnTo>
                    <a:pt x="5412" y="6321"/>
                  </a:lnTo>
                  <a:lnTo>
                    <a:pt x="5432" y="6301"/>
                  </a:lnTo>
                  <a:lnTo>
                    <a:pt x="5412" y="6242"/>
                  </a:lnTo>
                  <a:lnTo>
                    <a:pt x="5373" y="6183"/>
                  </a:lnTo>
                  <a:lnTo>
                    <a:pt x="5294" y="6143"/>
                  </a:lnTo>
                  <a:lnTo>
                    <a:pt x="5215" y="6104"/>
                  </a:lnTo>
                  <a:lnTo>
                    <a:pt x="5215" y="6084"/>
                  </a:lnTo>
                  <a:lnTo>
                    <a:pt x="5254" y="6044"/>
                  </a:lnTo>
                  <a:lnTo>
                    <a:pt x="5333" y="6005"/>
                  </a:lnTo>
                  <a:lnTo>
                    <a:pt x="5313" y="5926"/>
                  </a:lnTo>
                  <a:lnTo>
                    <a:pt x="5274" y="5867"/>
                  </a:lnTo>
                  <a:lnTo>
                    <a:pt x="5195" y="5827"/>
                  </a:lnTo>
                  <a:lnTo>
                    <a:pt x="5116" y="5787"/>
                  </a:lnTo>
                  <a:lnTo>
                    <a:pt x="5057" y="5768"/>
                  </a:lnTo>
                  <a:lnTo>
                    <a:pt x="4978" y="5728"/>
                  </a:lnTo>
                  <a:lnTo>
                    <a:pt x="4938" y="5669"/>
                  </a:lnTo>
                  <a:lnTo>
                    <a:pt x="4899" y="5590"/>
                  </a:lnTo>
                  <a:lnTo>
                    <a:pt x="4997" y="5570"/>
                  </a:lnTo>
                  <a:lnTo>
                    <a:pt x="4997" y="5531"/>
                  </a:lnTo>
                  <a:lnTo>
                    <a:pt x="4997" y="5511"/>
                  </a:lnTo>
                  <a:lnTo>
                    <a:pt x="4958" y="5491"/>
                  </a:lnTo>
                  <a:lnTo>
                    <a:pt x="4879" y="5511"/>
                  </a:lnTo>
                  <a:lnTo>
                    <a:pt x="4938" y="5452"/>
                  </a:lnTo>
                  <a:lnTo>
                    <a:pt x="4958" y="5412"/>
                  </a:lnTo>
                  <a:lnTo>
                    <a:pt x="4918" y="5373"/>
                  </a:lnTo>
                  <a:lnTo>
                    <a:pt x="4879" y="5353"/>
                  </a:lnTo>
                  <a:lnTo>
                    <a:pt x="4839" y="5333"/>
                  </a:lnTo>
                  <a:lnTo>
                    <a:pt x="4800" y="5294"/>
                  </a:lnTo>
                  <a:lnTo>
                    <a:pt x="4820" y="5234"/>
                  </a:lnTo>
                  <a:lnTo>
                    <a:pt x="4879" y="5175"/>
                  </a:lnTo>
                  <a:lnTo>
                    <a:pt x="4859" y="5136"/>
                  </a:lnTo>
                  <a:lnTo>
                    <a:pt x="4839" y="5116"/>
                  </a:lnTo>
                  <a:lnTo>
                    <a:pt x="4602" y="5116"/>
                  </a:lnTo>
                  <a:lnTo>
                    <a:pt x="4583" y="5096"/>
                  </a:lnTo>
                  <a:lnTo>
                    <a:pt x="4681" y="5057"/>
                  </a:lnTo>
                  <a:lnTo>
                    <a:pt x="4741" y="5037"/>
                  </a:lnTo>
                  <a:lnTo>
                    <a:pt x="4760" y="4997"/>
                  </a:lnTo>
                  <a:lnTo>
                    <a:pt x="4622" y="4839"/>
                  </a:lnTo>
                  <a:lnTo>
                    <a:pt x="4484" y="4681"/>
                  </a:lnTo>
                  <a:lnTo>
                    <a:pt x="4247" y="4326"/>
                  </a:lnTo>
                  <a:lnTo>
                    <a:pt x="4306" y="4326"/>
                  </a:lnTo>
                  <a:lnTo>
                    <a:pt x="4267" y="4267"/>
                  </a:lnTo>
                  <a:lnTo>
                    <a:pt x="4207" y="4207"/>
                  </a:lnTo>
                  <a:lnTo>
                    <a:pt x="4069" y="4109"/>
                  </a:lnTo>
                  <a:lnTo>
                    <a:pt x="3951" y="4030"/>
                  </a:lnTo>
                  <a:lnTo>
                    <a:pt x="3911" y="3970"/>
                  </a:lnTo>
                  <a:lnTo>
                    <a:pt x="3911" y="3911"/>
                  </a:lnTo>
                  <a:lnTo>
                    <a:pt x="3812" y="3872"/>
                  </a:lnTo>
                  <a:lnTo>
                    <a:pt x="3733" y="3872"/>
                  </a:lnTo>
                  <a:lnTo>
                    <a:pt x="3674" y="3911"/>
                  </a:lnTo>
                  <a:lnTo>
                    <a:pt x="3654" y="3951"/>
                  </a:lnTo>
                  <a:lnTo>
                    <a:pt x="3595" y="3990"/>
                  </a:lnTo>
                  <a:lnTo>
                    <a:pt x="3457" y="4069"/>
                  </a:lnTo>
                  <a:lnTo>
                    <a:pt x="3417" y="4030"/>
                  </a:lnTo>
                  <a:lnTo>
                    <a:pt x="3417" y="4010"/>
                  </a:lnTo>
                  <a:lnTo>
                    <a:pt x="3437" y="3990"/>
                  </a:lnTo>
                  <a:lnTo>
                    <a:pt x="3477" y="3951"/>
                  </a:lnTo>
                  <a:lnTo>
                    <a:pt x="3536" y="3891"/>
                  </a:lnTo>
                  <a:lnTo>
                    <a:pt x="3556" y="3872"/>
                  </a:lnTo>
                  <a:lnTo>
                    <a:pt x="3536" y="3832"/>
                  </a:lnTo>
                  <a:lnTo>
                    <a:pt x="3654" y="3773"/>
                  </a:lnTo>
                  <a:lnTo>
                    <a:pt x="3773" y="3773"/>
                  </a:lnTo>
                  <a:lnTo>
                    <a:pt x="3872" y="3733"/>
                  </a:lnTo>
                  <a:lnTo>
                    <a:pt x="3694" y="3674"/>
                  </a:lnTo>
                  <a:lnTo>
                    <a:pt x="3694" y="3635"/>
                  </a:lnTo>
                  <a:lnTo>
                    <a:pt x="3694" y="3615"/>
                  </a:lnTo>
                  <a:lnTo>
                    <a:pt x="3654" y="3575"/>
                  </a:lnTo>
                  <a:lnTo>
                    <a:pt x="3615" y="3516"/>
                  </a:lnTo>
                  <a:lnTo>
                    <a:pt x="3615" y="3496"/>
                  </a:lnTo>
                  <a:lnTo>
                    <a:pt x="3635" y="3457"/>
                  </a:lnTo>
                  <a:lnTo>
                    <a:pt x="3654" y="3457"/>
                  </a:lnTo>
                  <a:lnTo>
                    <a:pt x="3694" y="3437"/>
                  </a:lnTo>
                  <a:lnTo>
                    <a:pt x="3753" y="3437"/>
                  </a:lnTo>
                  <a:lnTo>
                    <a:pt x="3733" y="3477"/>
                  </a:lnTo>
                  <a:lnTo>
                    <a:pt x="3694" y="3477"/>
                  </a:lnTo>
                  <a:lnTo>
                    <a:pt x="3714" y="3516"/>
                  </a:lnTo>
                  <a:lnTo>
                    <a:pt x="3733" y="3536"/>
                  </a:lnTo>
                  <a:lnTo>
                    <a:pt x="3872" y="3536"/>
                  </a:lnTo>
                  <a:lnTo>
                    <a:pt x="3911" y="3556"/>
                  </a:lnTo>
                  <a:lnTo>
                    <a:pt x="3911" y="3556"/>
                  </a:lnTo>
                  <a:lnTo>
                    <a:pt x="3852" y="3516"/>
                  </a:lnTo>
                  <a:lnTo>
                    <a:pt x="3773" y="3457"/>
                  </a:lnTo>
                  <a:lnTo>
                    <a:pt x="3733" y="3378"/>
                  </a:lnTo>
                  <a:lnTo>
                    <a:pt x="3714" y="3318"/>
                  </a:lnTo>
                  <a:lnTo>
                    <a:pt x="3654" y="3358"/>
                  </a:lnTo>
                  <a:lnTo>
                    <a:pt x="3615" y="3338"/>
                  </a:lnTo>
                  <a:lnTo>
                    <a:pt x="3595" y="3318"/>
                  </a:lnTo>
                  <a:lnTo>
                    <a:pt x="3536" y="3318"/>
                  </a:lnTo>
                  <a:lnTo>
                    <a:pt x="3536" y="3299"/>
                  </a:lnTo>
                  <a:lnTo>
                    <a:pt x="3496" y="3318"/>
                  </a:lnTo>
                  <a:lnTo>
                    <a:pt x="3457" y="3318"/>
                  </a:lnTo>
                  <a:lnTo>
                    <a:pt x="3398" y="3299"/>
                  </a:lnTo>
                  <a:lnTo>
                    <a:pt x="3556" y="3200"/>
                  </a:lnTo>
                  <a:lnTo>
                    <a:pt x="3536" y="3200"/>
                  </a:lnTo>
                  <a:lnTo>
                    <a:pt x="3496" y="3220"/>
                  </a:lnTo>
                  <a:lnTo>
                    <a:pt x="3477" y="3239"/>
                  </a:lnTo>
                  <a:lnTo>
                    <a:pt x="3437" y="3220"/>
                  </a:lnTo>
                  <a:lnTo>
                    <a:pt x="3398" y="3180"/>
                  </a:lnTo>
                  <a:lnTo>
                    <a:pt x="3358" y="3121"/>
                  </a:lnTo>
                  <a:lnTo>
                    <a:pt x="3358" y="3081"/>
                  </a:lnTo>
                  <a:lnTo>
                    <a:pt x="3358" y="3042"/>
                  </a:lnTo>
                  <a:lnTo>
                    <a:pt x="3398" y="2983"/>
                  </a:lnTo>
                  <a:lnTo>
                    <a:pt x="3457" y="2943"/>
                  </a:lnTo>
                  <a:lnTo>
                    <a:pt x="3417" y="2923"/>
                  </a:lnTo>
                  <a:lnTo>
                    <a:pt x="3358" y="2923"/>
                  </a:lnTo>
                  <a:lnTo>
                    <a:pt x="3319" y="2904"/>
                  </a:lnTo>
                  <a:lnTo>
                    <a:pt x="3299" y="2864"/>
                  </a:lnTo>
                  <a:lnTo>
                    <a:pt x="3398" y="2844"/>
                  </a:lnTo>
                  <a:lnTo>
                    <a:pt x="3358" y="2746"/>
                  </a:lnTo>
                  <a:lnTo>
                    <a:pt x="3299" y="2647"/>
                  </a:lnTo>
                  <a:lnTo>
                    <a:pt x="3279" y="2548"/>
                  </a:lnTo>
                  <a:lnTo>
                    <a:pt x="3259" y="2489"/>
                  </a:lnTo>
                  <a:lnTo>
                    <a:pt x="3279" y="2430"/>
                  </a:lnTo>
                  <a:lnTo>
                    <a:pt x="3141" y="2331"/>
                  </a:lnTo>
                  <a:lnTo>
                    <a:pt x="3062" y="2291"/>
                  </a:lnTo>
                  <a:lnTo>
                    <a:pt x="2963" y="2291"/>
                  </a:lnTo>
                  <a:lnTo>
                    <a:pt x="2983" y="2311"/>
                  </a:lnTo>
                  <a:lnTo>
                    <a:pt x="2983" y="2351"/>
                  </a:lnTo>
                  <a:lnTo>
                    <a:pt x="2943" y="2390"/>
                  </a:lnTo>
                  <a:lnTo>
                    <a:pt x="2864" y="2410"/>
                  </a:lnTo>
                  <a:lnTo>
                    <a:pt x="2825" y="2410"/>
                  </a:lnTo>
                  <a:lnTo>
                    <a:pt x="2785" y="2390"/>
                  </a:lnTo>
                  <a:lnTo>
                    <a:pt x="2765" y="2370"/>
                  </a:lnTo>
                  <a:lnTo>
                    <a:pt x="2746" y="2351"/>
                  </a:lnTo>
                  <a:lnTo>
                    <a:pt x="2785" y="2311"/>
                  </a:lnTo>
                  <a:lnTo>
                    <a:pt x="2805" y="2272"/>
                  </a:lnTo>
                  <a:lnTo>
                    <a:pt x="2825" y="2232"/>
                  </a:lnTo>
                  <a:lnTo>
                    <a:pt x="2884" y="2252"/>
                  </a:lnTo>
                  <a:lnTo>
                    <a:pt x="2923" y="2212"/>
                  </a:lnTo>
                  <a:lnTo>
                    <a:pt x="2943" y="2173"/>
                  </a:lnTo>
                  <a:lnTo>
                    <a:pt x="2923" y="2133"/>
                  </a:lnTo>
                  <a:lnTo>
                    <a:pt x="2904" y="2114"/>
                  </a:lnTo>
                  <a:lnTo>
                    <a:pt x="2884" y="2094"/>
                  </a:lnTo>
                  <a:lnTo>
                    <a:pt x="2884" y="2054"/>
                  </a:lnTo>
                  <a:lnTo>
                    <a:pt x="2904" y="2035"/>
                  </a:lnTo>
                  <a:lnTo>
                    <a:pt x="2943" y="1995"/>
                  </a:lnTo>
                  <a:lnTo>
                    <a:pt x="2904" y="1995"/>
                  </a:lnTo>
                  <a:lnTo>
                    <a:pt x="2864" y="1956"/>
                  </a:lnTo>
                  <a:lnTo>
                    <a:pt x="2805" y="1916"/>
                  </a:lnTo>
                  <a:lnTo>
                    <a:pt x="2765" y="1896"/>
                  </a:lnTo>
                  <a:lnTo>
                    <a:pt x="2726" y="1896"/>
                  </a:lnTo>
                  <a:lnTo>
                    <a:pt x="2785" y="1877"/>
                  </a:lnTo>
                  <a:lnTo>
                    <a:pt x="2805" y="1896"/>
                  </a:lnTo>
                  <a:lnTo>
                    <a:pt x="2884" y="1896"/>
                  </a:lnTo>
                  <a:lnTo>
                    <a:pt x="2825" y="1857"/>
                  </a:lnTo>
                  <a:lnTo>
                    <a:pt x="2884" y="1837"/>
                  </a:lnTo>
                  <a:lnTo>
                    <a:pt x="2864" y="1798"/>
                  </a:lnTo>
                  <a:lnTo>
                    <a:pt x="2844" y="1778"/>
                  </a:lnTo>
                  <a:lnTo>
                    <a:pt x="2588" y="1778"/>
                  </a:lnTo>
                  <a:lnTo>
                    <a:pt x="2548" y="1738"/>
                  </a:lnTo>
                  <a:lnTo>
                    <a:pt x="2726" y="1719"/>
                  </a:lnTo>
                  <a:lnTo>
                    <a:pt x="2667" y="1679"/>
                  </a:lnTo>
                  <a:lnTo>
                    <a:pt x="2509" y="1679"/>
                  </a:lnTo>
                  <a:lnTo>
                    <a:pt x="2449" y="1659"/>
                  </a:lnTo>
                  <a:lnTo>
                    <a:pt x="2489" y="1620"/>
                  </a:lnTo>
                  <a:lnTo>
                    <a:pt x="2410" y="1600"/>
                  </a:lnTo>
                  <a:lnTo>
                    <a:pt x="2469" y="1580"/>
                  </a:lnTo>
                  <a:lnTo>
                    <a:pt x="2469" y="1580"/>
                  </a:lnTo>
                  <a:lnTo>
                    <a:pt x="2370" y="1600"/>
                  </a:lnTo>
                  <a:lnTo>
                    <a:pt x="2311" y="1561"/>
                  </a:lnTo>
                  <a:lnTo>
                    <a:pt x="2252" y="1541"/>
                  </a:lnTo>
                  <a:lnTo>
                    <a:pt x="2173" y="1541"/>
                  </a:lnTo>
                  <a:lnTo>
                    <a:pt x="2193" y="1501"/>
                  </a:lnTo>
                  <a:lnTo>
                    <a:pt x="2232" y="1442"/>
                  </a:lnTo>
                  <a:lnTo>
                    <a:pt x="2252" y="1403"/>
                  </a:lnTo>
                  <a:lnTo>
                    <a:pt x="2193" y="1403"/>
                  </a:lnTo>
                  <a:lnTo>
                    <a:pt x="2390" y="1324"/>
                  </a:lnTo>
                  <a:lnTo>
                    <a:pt x="2410" y="1343"/>
                  </a:lnTo>
                  <a:lnTo>
                    <a:pt x="2410" y="1363"/>
                  </a:lnTo>
                  <a:lnTo>
                    <a:pt x="2370" y="1403"/>
                  </a:lnTo>
                  <a:lnTo>
                    <a:pt x="2351" y="1442"/>
                  </a:lnTo>
                  <a:lnTo>
                    <a:pt x="2370" y="1462"/>
                  </a:lnTo>
                  <a:lnTo>
                    <a:pt x="2390" y="1482"/>
                  </a:lnTo>
                  <a:lnTo>
                    <a:pt x="2449" y="1403"/>
                  </a:lnTo>
                  <a:lnTo>
                    <a:pt x="2489" y="1343"/>
                  </a:lnTo>
                  <a:lnTo>
                    <a:pt x="2489" y="1264"/>
                  </a:lnTo>
                  <a:lnTo>
                    <a:pt x="2489" y="1205"/>
                  </a:lnTo>
                  <a:lnTo>
                    <a:pt x="2449" y="1086"/>
                  </a:lnTo>
                  <a:lnTo>
                    <a:pt x="2370" y="988"/>
                  </a:lnTo>
                  <a:lnTo>
                    <a:pt x="2331" y="948"/>
                  </a:lnTo>
                  <a:lnTo>
                    <a:pt x="2291" y="909"/>
                  </a:lnTo>
                  <a:lnTo>
                    <a:pt x="2232" y="810"/>
                  </a:lnTo>
                  <a:lnTo>
                    <a:pt x="2212" y="770"/>
                  </a:lnTo>
                  <a:lnTo>
                    <a:pt x="2173" y="751"/>
                  </a:lnTo>
                  <a:lnTo>
                    <a:pt x="2094" y="751"/>
                  </a:lnTo>
                  <a:lnTo>
                    <a:pt x="2015" y="770"/>
                  </a:lnTo>
                  <a:lnTo>
                    <a:pt x="2133" y="711"/>
                  </a:lnTo>
                  <a:lnTo>
                    <a:pt x="2133" y="494"/>
                  </a:lnTo>
                  <a:lnTo>
                    <a:pt x="2054" y="375"/>
                  </a:lnTo>
                  <a:lnTo>
                    <a:pt x="1995" y="277"/>
                  </a:lnTo>
                  <a:lnTo>
                    <a:pt x="1956" y="217"/>
                  </a:lnTo>
                  <a:lnTo>
                    <a:pt x="1916" y="178"/>
                  </a:lnTo>
                  <a:lnTo>
                    <a:pt x="1857" y="138"/>
                  </a:lnTo>
                  <a:lnTo>
                    <a:pt x="1778" y="119"/>
                  </a:lnTo>
                  <a:lnTo>
                    <a:pt x="1857" y="40"/>
                  </a:lnTo>
                  <a:lnTo>
                    <a:pt x="1738" y="40"/>
                  </a:lnTo>
                  <a:lnTo>
                    <a:pt x="16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2" name="Google Shape;7642;p29"/>
            <p:cNvSpPr/>
            <p:nvPr/>
          </p:nvSpPr>
          <p:spPr>
            <a:xfrm>
              <a:off x="-1574350" y="3412650"/>
              <a:ext cx="1000" cy="25"/>
            </a:xfrm>
            <a:custGeom>
              <a:rect b="b" l="l" r="r" t="t"/>
              <a:pathLst>
                <a:path extrusionOk="0" h="1" w="40">
                  <a:moveTo>
                    <a:pt x="40" y="1"/>
                  </a:moveTo>
                  <a:lnTo>
                    <a:pt x="40" y="1"/>
                  </a:lnTo>
                  <a:lnTo>
                    <a:pt x="0" y="1"/>
                  </a:lnTo>
                  <a:lnTo>
                    <a:pt x="0" y="1"/>
                  </a:lnTo>
                  <a:lnTo>
                    <a:pt x="40" y="1"/>
                  </a:lnTo>
                  <a:lnTo>
                    <a:pt x="4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3" name="Google Shape;7643;p29"/>
            <p:cNvSpPr/>
            <p:nvPr/>
          </p:nvSpPr>
          <p:spPr>
            <a:xfrm>
              <a:off x="-1557075" y="3441800"/>
              <a:ext cx="1025" cy="525"/>
            </a:xfrm>
            <a:custGeom>
              <a:rect b="b" l="l" r="r" t="t"/>
              <a:pathLst>
                <a:path extrusionOk="0" h="21" w="41">
                  <a:moveTo>
                    <a:pt x="40" y="0"/>
                  </a:moveTo>
                  <a:lnTo>
                    <a:pt x="40" y="0"/>
                  </a:lnTo>
                  <a:lnTo>
                    <a:pt x="1" y="20"/>
                  </a:lnTo>
                  <a:lnTo>
                    <a:pt x="1" y="20"/>
                  </a:lnTo>
                  <a:lnTo>
                    <a:pt x="40" y="0"/>
                  </a:lnTo>
                  <a:lnTo>
                    <a:pt x="4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4" name="Google Shape;7644;p29"/>
            <p:cNvSpPr/>
            <p:nvPr/>
          </p:nvSpPr>
          <p:spPr>
            <a:xfrm>
              <a:off x="-1245975" y="3259100"/>
              <a:ext cx="260250" cy="195075"/>
            </a:xfrm>
            <a:custGeom>
              <a:rect b="b" l="l" r="r" t="t"/>
              <a:pathLst>
                <a:path extrusionOk="0" h="7803" w="10410">
                  <a:moveTo>
                    <a:pt x="0" y="0"/>
                  </a:moveTo>
                  <a:lnTo>
                    <a:pt x="139" y="277"/>
                  </a:lnTo>
                  <a:lnTo>
                    <a:pt x="356" y="612"/>
                  </a:lnTo>
                  <a:lnTo>
                    <a:pt x="652" y="1047"/>
                  </a:lnTo>
                  <a:lnTo>
                    <a:pt x="1047" y="1560"/>
                  </a:lnTo>
                  <a:lnTo>
                    <a:pt x="1284" y="1837"/>
                  </a:lnTo>
                  <a:lnTo>
                    <a:pt x="1541" y="2133"/>
                  </a:lnTo>
                  <a:lnTo>
                    <a:pt x="1837" y="2430"/>
                  </a:lnTo>
                  <a:lnTo>
                    <a:pt x="2153" y="2746"/>
                  </a:lnTo>
                  <a:lnTo>
                    <a:pt x="2509" y="3062"/>
                  </a:lnTo>
                  <a:lnTo>
                    <a:pt x="2884" y="3378"/>
                  </a:lnTo>
                  <a:lnTo>
                    <a:pt x="3615" y="3950"/>
                  </a:lnTo>
                  <a:lnTo>
                    <a:pt x="4445" y="4583"/>
                  </a:lnTo>
                  <a:lnTo>
                    <a:pt x="5333" y="5215"/>
                  </a:lnTo>
                  <a:lnTo>
                    <a:pt x="6242" y="5866"/>
                  </a:lnTo>
                  <a:lnTo>
                    <a:pt x="7901" y="7012"/>
                  </a:lnTo>
                  <a:lnTo>
                    <a:pt x="9067" y="7802"/>
                  </a:lnTo>
                  <a:lnTo>
                    <a:pt x="10410" y="5491"/>
                  </a:lnTo>
                  <a:lnTo>
                    <a:pt x="8652" y="4365"/>
                  </a:lnTo>
                  <a:lnTo>
                    <a:pt x="7447" y="3615"/>
                  </a:lnTo>
                  <a:lnTo>
                    <a:pt x="6124" y="2805"/>
                  </a:lnTo>
                  <a:lnTo>
                    <a:pt x="4800" y="2035"/>
                  </a:lnTo>
                  <a:lnTo>
                    <a:pt x="3576" y="1343"/>
                  </a:lnTo>
                  <a:lnTo>
                    <a:pt x="3023" y="1047"/>
                  </a:lnTo>
                  <a:lnTo>
                    <a:pt x="2529" y="810"/>
                  </a:lnTo>
                  <a:lnTo>
                    <a:pt x="2114" y="632"/>
                  </a:lnTo>
                  <a:lnTo>
                    <a:pt x="1778" y="514"/>
                  </a:lnTo>
                  <a:lnTo>
                    <a:pt x="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5" name="Google Shape;7645;p29"/>
            <p:cNvSpPr/>
            <p:nvPr/>
          </p:nvSpPr>
          <p:spPr>
            <a:xfrm>
              <a:off x="-1722000" y="3272425"/>
              <a:ext cx="240000" cy="328900"/>
            </a:xfrm>
            <a:custGeom>
              <a:rect b="b" l="l" r="r" t="t"/>
              <a:pathLst>
                <a:path extrusionOk="0" h="13156" w="9600">
                  <a:moveTo>
                    <a:pt x="4267" y="0"/>
                  </a:moveTo>
                  <a:lnTo>
                    <a:pt x="3990" y="40"/>
                  </a:lnTo>
                  <a:lnTo>
                    <a:pt x="3694" y="139"/>
                  </a:lnTo>
                  <a:lnTo>
                    <a:pt x="3339" y="257"/>
                  </a:lnTo>
                  <a:lnTo>
                    <a:pt x="2983" y="395"/>
                  </a:lnTo>
                  <a:lnTo>
                    <a:pt x="2608" y="573"/>
                  </a:lnTo>
                  <a:lnTo>
                    <a:pt x="2232" y="751"/>
                  </a:lnTo>
                  <a:lnTo>
                    <a:pt x="1620" y="1067"/>
                  </a:lnTo>
                  <a:lnTo>
                    <a:pt x="1067" y="1383"/>
                  </a:lnTo>
                  <a:lnTo>
                    <a:pt x="968" y="1442"/>
                  </a:lnTo>
                  <a:lnTo>
                    <a:pt x="909" y="1482"/>
                  </a:lnTo>
                  <a:lnTo>
                    <a:pt x="870" y="1502"/>
                  </a:lnTo>
                  <a:lnTo>
                    <a:pt x="336" y="1837"/>
                  </a:lnTo>
                  <a:lnTo>
                    <a:pt x="198" y="1936"/>
                  </a:lnTo>
                  <a:lnTo>
                    <a:pt x="119" y="2055"/>
                  </a:lnTo>
                  <a:lnTo>
                    <a:pt x="60" y="2153"/>
                  </a:lnTo>
                  <a:lnTo>
                    <a:pt x="20" y="2272"/>
                  </a:lnTo>
                  <a:lnTo>
                    <a:pt x="0" y="2410"/>
                  </a:lnTo>
                  <a:lnTo>
                    <a:pt x="0" y="2529"/>
                  </a:lnTo>
                  <a:lnTo>
                    <a:pt x="40" y="2667"/>
                  </a:lnTo>
                  <a:lnTo>
                    <a:pt x="80" y="2825"/>
                  </a:lnTo>
                  <a:lnTo>
                    <a:pt x="218" y="3141"/>
                  </a:lnTo>
                  <a:lnTo>
                    <a:pt x="396" y="3516"/>
                  </a:lnTo>
                  <a:lnTo>
                    <a:pt x="593" y="3911"/>
                  </a:lnTo>
                  <a:lnTo>
                    <a:pt x="791" y="4366"/>
                  </a:lnTo>
                  <a:lnTo>
                    <a:pt x="1620" y="6222"/>
                  </a:lnTo>
                  <a:lnTo>
                    <a:pt x="2924" y="9106"/>
                  </a:lnTo>
                  <a:lnTo>
                    <a:pt x="3595" y="10548"/>
                  </a:lnTo>
                  <a:lnTo>
                    <a:pt x="4188" y="11812"/>
                  </a:lnTo>
                  <a:lnTo>
                    <a:pt x="4662" y="12721"/>
                  </a:lnTo>
                  <a:lnTo>
                    <a:pt x="4820" y="12997"/>
                  </a:lnTo>
                  <a:lnTo>
                    <a:pt x="4919" y="13116"/>
                  </a:lnTo>
                  <a:lnTo>
                    <a:pt x="4958" y="13136"/>
                  </a:lnTo>
                  <a:lnTo>
                    <a:pt x="5018" y="13155"/>
                  </a:lnTo>
                  <a:lnTo>
                    <a:pt x="5195" y="13116"/>
                  </a:lnTo>
                  <a:lnTo>
                    <a:pt x="5413" y="13037"/>
                  </a:lnTo>
                  <a:lnTo>
                    <a:pt x="5669" y="12938"/>
                  </a:lnTo>
                  <a:lnTo>
                    <a:pt x="5966" y="12780"/>
                  </a:lnTo>
                  <a:lnTo>
                    <a:pt x="6282" y="12602"/>
                  </a:lnTo>
                  <a:lnTo>
                    <a:pt x="6953" y="12187"/>
                  </a:lnTo>
                  <a:lnTo>
                    <a:pt x="7645" y="11753"/>
                  </a:lnTo>
                  <a:lnTo>
                    <a:pt x="8277" y="11358"/>
                  </a:lnTo>
                  <a:lnTo>
                    <a:pt x="9067" y="10805"/>
                  </a:lnTo>
                  <a:lnTo>
                    <a:pt x="9225" y="10686"/>
                  </a:lnTo>
                  <a:lnTo>
                    <a:pt x="9343" y="10568"/>
                  </a:lnTo>
                  <a:lnTo>
                    <a:pt x="9442" y="10449"/>
                  </a:lnTo>
                  <a:lnTo>
                    <a:pt x="9521" y="10350"/>
                  </a:lnTo>
                  <a:lnTo>
                    <a:pt x="9560" y="10232"/>
                  </a:lnTo>
                  <a:lnTo>
                    <a:pt x="9580" y="10153"/>
                  </a:lnTo>
                  <a:lnTo>
                    <a:pt x="9600" y="10054"/>
                  </a:lnTo>
                  <a:lnTo>
                    <a:pt x="9600" y="9955"/>
                  </a:lnTo>
                  <a:lnTo>
                    <a:pt x="9541" y="9797"/>
                  </a:lnTo>
                  <a:lnTo>
                    <a:pt x="9481" y="9639"/>
                  </a:lnTo>
                  <a:lnTo>
                    <a:pt x="9402" y="9501"/>
                  </a:lnTo>
                  <a:lnTo>
                    <a:pt x="9343" y="9363"/>
                  </a:lnTo>
                  <a:lnTo>
                    <a:pt x="9323" y="9343"/>
                  </a:lnTo>
                  <a:lnTo>
                    <a:pt x="9323" y="9323"/>
                  </a:lnTo>
                  <a:lnTo>
                    <a:pt x="9304" y="9304"/>
                  </a:lnTo>
                  <a:lnTo>
                    <a:pt x="9304" y="9284"/>
                  </a:lnTo>
                  <a:lnTo>
                    <a:pt x="9304" y="9264"/>
                  </a:lnTo>
                  <a:lnTo>
                    <a:pt x="9067" y="8652"/>
                  </a:lnTo>
                  <a:lnTo>
                    <a:pt x="8770" y="7980"/>
                  </a:lnTo>
                  <a:lnTo>
                    <a:pt x="8138" y="6538"/>
                  </a:lnTo>
                  <a:lnTo>
                    <a:pt x="7427" y="4998"/>
                  </a:lnTo>
                  <a:lnTo>
                    <a:pt x="6677" y="3477"/>
                  </a:lnTo>
                  <a:lnTo>
                    <a:pt x="5966" y="2114"/>
                  </a:lnTo>
                  <a:lnTo>
                    <a:pt x="5650" y="1521"/>
                  </a:lnTo>
                  <a:lnTo>
                    <a:pt x="5353" y="1008"/>
                  </a:lnTo>
                  <a:lnTo>
                    <a:pt x="5334" y="968"/>
                  </a:lnTo>
                  <a:lnTo>
                    <a:pt x="5294" y="929"/>
                  </a:lnTo>
                  <a:lnTo>
                    <a:pt x="5294" y="909"/>
                  </a:lnTo>
                  <a:lnTo>
                    <a:pt x="5274" y="889"/>
                  </a:lnTo>
                  <a:lnTo>
                    <a:pt x="5235" y="830"/>
                  </a:lnTo>
                  <a:lnTo>
                    <a:pt x="5057" y="553"/>
                  </a:lnTo>
                  <a:lnTo>
                    <a:pt x="4899" y="316"/>
                  </a:lnTo>
                  <a:lnTo>
                    <a:pt x="4761" y="158"/>
                  </a:lnTo>
                  <a:lnTo>
                    <a:pt x="4662" y="60"/>
                  </a:lnTo>
                  <a:lnTo>
                    <a:pt x="4583" y="20"/>
                  </a:lnTo>
                  <a:lnTo>
                    <a:pt x="450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6" name="Google Shape;7646;p29"/>
            <p:cNvSpPr/>
            <p:nvPr/>
          </p:nvSpPr>
          <p:spPr>
            <a:xfrm>
              <a:off x="-1415350" y="3197850"/>
              <a:ext cx="229650" cy="228650"/>
            </a:xfrm>
            <a:custGeom>
              <a:rect b="b" l="l" r="r" t="t"/>
              <a:pathLst>
                <a:path extrusionOk="0" h="9146" w="9186">
                  <a:moveTo>
                    <a:pt x="7566" y="1"/>
                  </a:moveTo>
                  <a:lnTo>
                    <a:pt x="7368" y="60"/>
                  </a:lnTo>
                  <a:lnTo>
                    <a:pt x="7190" y="119"/>
                  </a:lnTo>
                  <a:lnTo>
                    <a:pt x="7012" y="198"/>
                  </a:lnTo>
                  <a:lnTo>
                    <a:pt x="6854" y="277"/>
                  </a:lnTo>
                  <a:lnTo>
                    <a:pt x="6696" y="376"/>
                  </a:lnTo>
                  <a:lnTo>
                    <a:pt x="6558" y="495"/>
                  </a:lnTo>
                  <a:lnTo>
                    <a:pt x="6282" y="751"/>
                  </a:lnTo>
                  <a:lnTo>
                    <a:pt x="6025" y="1028"/>
                  </a:lnTo>
                  <a:lnTo>
                    <a:pt x="5788" y="1304"/>
                  </a:lnTo>
                  <a:lnTo>
                    <a:pt x="5551" y="1581"/>
                  </a:lnTo>
                  <a:lnTo>
                    <a:pt x="5294" y="1838"/>
                  </a:lnTo>
                  <a:lnTo>
                    <a:pt x="5057" y="2075"/>
                  </a:lnTo>
                  <a:lnTo>
                    <a:pt x="4800" y="2292"/>
                  </a:lnTo>
                  <a:lnTo>
                    <a:pt x="4543" y="2490"/>
                  </a:lnTo>
                  <a:lnTo>
                    <a:pt x="4287" y="2648"/>
                  </a:lnTo>
                  <a:lnTo>
                    <a:pt x="4010" y="2786"/>
                  </a:lnTo>
                  <a:lnTo>
                    <a:pt x="3734" y="2885"/>
                  </a:lnTo>
                  <a:lnTo>
                    <a:pt x="3457" y="2983"/>
                  </a:lnTo>
                  <a:lnTo>
                    <a:pt x="3161" y="3023"/>
                  </a:lnTo>
                  <a:lnTo>
                    <a:pt x="3003" y="3062"/>
                  </a:lnTo>
                  <a:lnTo>
                    <a:pt x="2805" y="3122"/>
                  </a:lnTo>
                  <a:lnTo>
                    <a:pt x="2588" y="3240"/>
                  </a:lnTo>
                  <a:lnTo>
                    <a:pt x="2351" y="3378"/>
                  </a:lnTo>
                  <a:lnTo>
                    <a:pt x="2114" y="3536"/>
                  </a:lnTo>
                  <a:lnTo>
                    <a:pt x="1857" y="3714"/>
                  </a:lnTo>
                  <a:lnTo>
                    <a:pt x="1600" y="3931"/>
                  </a:lnTo>
                  <a:lnTo>
                    <a:pt x="1344" y="4168"/>
                  </a:lnTo>
                  <a:lnTo>
                    <a:pt x="1087" y="4425"/>
                  </a:lnTo>
                  <a:lnTo>
                    <a:pt x="870" y="4682"/>
                  </a:lnTo>
                  <a:lnTo>
                    <a:pt x="652" y="4978"/>
                  </a:lnTo>
                  <a:lnTo>
                    <a:pt x="455" y="5255"/>
                  </a:lnTo>
                  <a:lnTo>
                    <a:pt x="297" y="5571"/>
                  </a:lnTo>
                  <a:lnTo>
                    <a:pt x="159" y="5867"/>
                  </a:lnTo>
                  <a:lnTo>
                    <a:pt x="60" y="6183"/>
                  </a:lnTo>
                  <a:lnTo>
                    <a:pt x="20" y="6499"/>
                  </a:lnTo>
                  <a:lnTo>
                    <a:pt x="0" y="6796"/>
                  </a:lnTo>
                  <a:lnTo>
                    <a:pt x="40" y="7072"/>
                  </a:lnTo>
                  <a:lnTo>
                    <a:pt x="119" y="7349"/>
                  </a:lnTo>
                  <a:lnTo>
                    <a:pt x="218" y="7586"/>
                  </a:lnTo>
                  <a:lnTo>
                    <a:pt x="356" y="7823"/>
                  </a:lnTo>
                  <a:lnTo>
                    <a:pt x="514" y="8020"/>
                  </a:lnTo>
                  <a:lnTo>
                    <a:pt x="672" y="8218"/>
                  </a:lnTo>
                  <a:lnTo>
                    <a:pt x="830" y="8376"/>
                  </a:lnTo>
                  <a:lnTo>
                    <a:pt x="1008" y="8534"/>
                  </a:lnTo>
                  <a:lnTo>
                    <a:pt x="1186" y="8672"/>
                  </a:lnTo>
                  <a:lnTo>
                    <a:pt x="1482" y="8869"/>
                  </a:lnTo>
                  <a:lnTo>
                    <a:pt x="1699" y="8988"/>
                  </a:lnTo>
                  <a:lnTo>
                    <a:pt x="1778" y="9027"/>
                  </a:lnTo>
                  <a:lnTo>
                    <a:pt x="2094" y="9087"/>
                  </a:lnTo>
                  <a:lnTo>
                    <a:pt x="2450" y="9126"/>
                  </a:lnTo>
                  <a:lnTo>
                    <a:pt x="2904" y="9146"/>
                  </a:lnTo>
                  <a:lnTo>
                    <a:pt x="3141" y="9126"/>
                  </a:lnTo>
                  <a:lnTo>
                    <a:pt x="3378" y="9107"/>
                  </a:lnTo>
                  <a:lnTo>
                    <a:pt x="3615" y="9067"/>
                  </a:lnTo>
                  <a:lnTo>
                    <a:pt x="3872" y="9008"/>
                  </a:lnTo>
                  <a:lnTo>
                    <a:pt x="4089" y="8909"/>
                  </a:lnTo>
                  <a:lnTo>
                    <a:pt x="4326" y="8810"/>
                  </a:lnTo>
                  <a:lnTo>
                    <a:pt x="4524" y="8672"/>
                  </a:lnTo>
                  <a:lnTo>
                    <a:pt x="4721" y="8494"/>
                  </a:lnTo>
                  <a:lnTo>
                    <a:pt x="5037" y="8119"/>
                  </a:lnTo>
                  <a:lnTo>
                    <a:pt x="5314" y="7744"/>
                  </a:lnTo>
                  <a:lnTo>
                    <a:pt x="5531" y="7368"/>
                  </a:lnTo>
                  <a:lnTo>
                    <a:pt x="5748" y="6993"/>
                  </a:lnTo>
                  <a:lnTo>
                    <a:pt x="6143" y="6242"/>
                  </a:lnTo>
                  <a:lnTo>
                    <a:pt x="6361" y="5887"/>
                  </a:lnTo>
                  <a:lnTo>
                    <a:pt x="6598" y="5531"/>
                  </a:lnTo>
                  <a:lnTo>
                    <a:pt x="6736" y="5354"/>
                  </a:lnTo>
                  <a:lnTo>
                    <a:pt x="6894" y="5176"/>
                  </a:lnTo>
                  <a:lnTo>
                    <a:pt x="7249" y="4820"/>
                  </a:lnTo>
                  <a:lnTo>
                    <a:pt x="7625" y="4445"/>
                  </a:lnTo>
                  <a:lnTo>
                    <a:pt x="8020" y="4050"/>
                  </a:lnTo>
                  <a:lnTo>
                    <a:pt x="8415" y="3615"/>
                  </a:lnTo>
                  <a:lnTo>
                    <a:pt x="8573" y="3398"/>
                  </a:lnTo>
                  <a:lnTo>
                    <a:pt x="8731" y="3181"/>
                  </a:lnTo>
                  <a:lnTo>
                    <a:pt x="8869" y="2944"/>
                  </a:lnTo>
                  <a:lnTo>
                    <a:pt x="8988" y="2687"/>
                  </a:lnTo>
                  <a:lnTo>
                    <a:pt x="9086" y="2430"/>
                  </a:lnTo>
                  <a:lnTo>
                    <a:pt x="9146" y="2174"/>
                  </a:lnTo>
                  <a:lnTo>
                    <a:pt x="9185" y="1897"/>
                  </a:lnTo>
                  <a:lnTo>
                    <a:pt x="9185" y="1660"/>
                  </a:lnTo>
                  <a:lnTo>
                    <a:pt x="9165" y="1423"/>
                  </a:lnTo>
                  <a:lnTo>
                    <a:pt x="9126" y="1206"/>
                  </a:lnTo>
                  <a:lnTo>
                    <a:pt x="9047" y="1008"/>
                  </a:lnTo>
                  <a:lnTo>
                    <a:pt x="8948" y="811"/>
                  </a:lnTo>
                  <a:lnTo>
                    <a:pt x="8849" y="653"/>
                  </a:lnTo>
                  <a:lnTo>
                    <a:pt x="8731" y="495"/>
                  </a:lnTo>
                  <a:lnTo>
                    <a:pt x="8593" y="376"/>
                  </a:lnTo>
                  <a:lnTo>
                    <a:pt x="8454" y="258"/>
                  </a:lnTo>
                  <a:lnTo>
                    <a:pt x="8296" y="159"/>
                  </a:lnTo>
                  <a:lnTo>
                    <a:pt x="8158" y="100"/>
                  </a:lnTo>
                  <a:lnTo>
                    <a:pt x="8000" y="40"/>
                  </a:lnTo>
                  <a:lnTo>
                    <a:pt x="7862"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7" name="Google Shape;7647;p29"/>
            <p:cNvSpPr/>
            <p:nvPr/>
          </p:nvSpPr>
          <p:spPr>
            <a:xfrm>
              <a:off x="-1467200" y="3098100"/>
              <a:ext cx="269150" cy="274600"/>
            </a:xfrm>
            <a:custGeom>
              <a:rect b="b" l="l" r="r" t="t"/>
              <a:pathLst>
                <a:path extrusionOk="0" h="10984" w="10766">
                  <a:moveTo>
                    <a:pt x="9659" y="1"/>
                  </a:moveTo>
                  <a:lnTo>
                    <a:pt x="9363" y="21"/>
                  </a:lnTo>
                  <a:lnTo>
                    <a:pt x="9086" y="60"/>
                  </a:lnTo>
                  <a:lnTo>
                    <a:pt x="8830" y="119"/>
                  </a:lnTo>
                  <a:lnTo>
                    <a:pt x="8612" y="198"/>
                  </a:lnTo>
                  <a:lnTo>
                    <a:pt x="8435" y="297"/>
                  </a:lnTo>
                  <a:lnTo>
                    <a:pt x="8316" y="376"/>
                  </a:lnTo>
                  <a:lnTo>
                    <a:pt x="8198" y="435"/>
                  </a:lnTo>
                  <a:lnTo>
                    <a:pt x="7842" y="376"/>
                  </a:lnTo>
                  <a:lnTo>
                    <a:pt x="7526" y="317"/>
                  </a:lnTo>
                  <a:lnTo>
                    <a:pt x="7210" y="277"/>
                  </a:lnTo>
                  <a:lnTo>
                    <a:pt x="6914" y="258"/>
                  </a:lnTo>
                  <a:lnTo>
                    <a:pt x="6380" y="258"/>
                  </a:lnTo>
                  <a:lnTo>
                    <a:pt x="5926" y="297"/>
                  </a:lnTo>
                  <a:lnTo>
                    <a:pt x="5571" y="337"/>
                  </a:lnTo>
                  <a:lnTo>
                    <a:pt x="5314" y="396"/>
                  </a:lnTo>
                  <a:lnTo>
                    <a:pt x="5097" y="475"/>
                  </a:lnTo>
                  <a:lnTo>
                    <a:pt x="4840" y="514"/>
                  </a:lnTo>
                  <a:lnTo>
                    <a:pt x="4603" y="554"/>
                  </a:lnTo>
                  <a:lnTo>
                    <a:pt x="4405" y="613"/>
                  </a:lnTo>
                  <a:lnTo>
                    <a:pt x="4227" y="672"/>
                  </a:lnTo>
                  <a:lnTo>
                    <a:pt x="3931" y="811"/>
                  </a:lnTo>
                  <a:lnTo>
                    <a:pt x="3714" y="949"/>
                  </a:lnTo>
                  <a:lnTo>
                    <a:pt x="3556" y="1067"/>
                  </a:lnTo>
                  <a:lnTo>
                    <a:pt x="3457" y="1186"/>
                  </a:lnTo>
                  <a:lnTo>
                    <a:pt x="3378" y="1245"/>
                  </a:lnTo>
                  <a:lnTo>
                    <a:pt x="3339" y="1285"/>
                  </a:lnTo>
                  <a:lnTo>
                    <a:pt x="3102" y="1364"/>
                  </a:lnTo>
                  <a:lnTo>
                    <a:pt x="2647" y="1581"/>
                  </a:lnTo>
                  <a:lnTo>
                    <a:pt x="2351" y="1739"/>
                  </a:lnTo>
                  <a:lnTo>
                    <a:pt x="2055" y="1937"/>
                  </a:lnTo>
                  <a:lnTo>
                    <a:pt x="1739" y="2154"/>
                  </a:lnTo>
                  <a:lnTo>
                    <a:pt x="1442" y="2391"/>
                  </a:lnTo>
                  <a:lnTo>
                    <a:pt x="1304" y="2529"/>
                  </a:lnTo>
                  <a:lnTo>
                    <a:pt x="1146" y="2707"/>
                  </a:lnTo>
                  <a:lnTo>
                    <a:pt x="1008" y="2924"/>
                  </a:lnTo>
                  <a:lnTo>
                    <a:pt x="889" y="3141"/>
                  </a:lnTo>
                  <a:lnTo>
                    <a:pt x="633" y="3635"/>
                  </a:lnTo>
                  <a:lnTo>
                    <a:pt x="415" y="4129"/>
                  </a:lnTo>
                  <a:lnTo>
                    <a:pt x="238" y="4583"/>
                  </a:lnTo>
                  <a:lnTo>
                    <a:pt x="119" y="4978"/>
                  </a:lnTo>
                  <a:lnTo>
                    <a:pt x="1" y="5354"/>
                  </a:lnTo>
                  <a:lnTo>
                    <a:pt x="317" y="6223"/>
                  </a:lnTo>
                  <a:lnTo>
                    <a:pt x="672" y="7131"/>
                  </a:lnTo>
                  <a:lnTo>
                    <a:pt x="1087" y="8158"/>
                  </a:lnTo>
                  <a:lnTo>
                    <a:pt x="1541" y="9205"/>
                  </a:lnTo>
                  <a:lnTo>
                    <a:pt x="1758" y="9679"/>
                  </a:lnTo>
                  <a:lnTo>
                    <a:pt x="1976" y="10114"/>
                  </a:lnTo>
                  <a:lnTo>
                    <a:pt x="2193" y="10469"/>
                  </a:lnTo>
                  <a:lnTo>
                    <a:pt x="2391" y="10746"/>
                  </a:lnTo>
                  <a:lnTo>
                    <a:pt x="2470" y="10845"/>
                  </a:lnTo>
                  <a:lnTo>
                    <a:pt x="2549" y="10924"/>
                  </a:lnTo>
                  <a:lnTo>
                    <a:pt x="2628" y="10983"/>
                  </a:lnTo>
                  <a:lnTo>
                    <a:pt x="2766" y="10983"/>
                  </a:lnTo>
                  <a:lnTo>
                    <a:pt x="2845" y="10963"/>
                  </a:lnTo>
                  <a:lnTo>
                    <a:pt x="3042" y="10865"/>
                  </a:lnTo>
                  <a:lnTo>
                    <a:pt x="3240" y="10707"/>
                  </a:lnTo>
                  <a:lnTo>
                    <a:pt x="3477" y="10509"/>
                  </a:lnTo>
                  <a:lnTo>
                    <a:pt x="3734" y="10272"/>
                  </a:lnTo>
                  <a:lnTo>
                    <a:pt x="3990" y="9995"/>
                  </a:lnTo>
                  <a:lnTo>
                    <a:pt x="4247" y="9699"/>
                  </a:lnTo>
                  <a:lnTo>
                    <a:pt x="4524" y="9383"/>
                  </a:lnTo>
                  <a:lnTo>
                    <a:pt x="5018" y="8751"/>
                  </a:lnTo>
                  <a:lnTo>
                    <a:pt x="5452" y="8119"/>
                  </a:lnTo>
                  <a:lnTo>
                    <a:pt x="5610" y="7842"/>
                  </a:lnTo>
                  <a:lnTo>
                    <a:pt x="5748" y="7605"/>
                  </a:lnTo>
                  <a:lnTo>
                    <a:pt x="5847" y="7388"/>
                  </a:lnTo>
                  <a:lnTo>
                    <a:pt x="5906" y="7210"/>
                  </a:lnTo>
                  <a:lnTo>
                    <a:pt x="5985" y="6894"/>
                  </a:lnTo>
                  <a:lnTo>
                    <a:pt x="6124" y="6499"/>
                  </a:lnTo>
                  <a:lnTo>
                    <a:pt x="6301" y="6065"/>
                  </a:lnTo>
                  <a:lnTo>
                    <a:pt x="6499" y="5630"/>
                  </a:lnTo>
                  <a:lnTo>
                    <a:pt x="6696" y="5196"/>
                  </a:lnTo>
                  <a:lnTo>
                    <a:pt x="6894" y="4820"/>
                  </a:lnTo>
                  <a:lnTo>
                    <a:pt x="7052" y="4524"/>
                  </a:lnTo>
                  <a:lnTo>
                    <a:pt x="7171" y="4346"/>
                  </a:lnTo>
                  <a:lnTo>
                    <a:pt x="7329" y="4188"/>
                  </a:lnTo>
                  <a:lnTo>
                    <a:pt x="7585" y="3991"/>
                  </a:lnTo>
                  <a:lnTo>
                    <a:pt x="8296" y="3497"/>
                  </a:lnTo>
                  <a:lnTo>
                    <a:pt x="9146" y="2944"/>
                  </a:lnTo>
                  <a:lnTo>
                    <a:pt x="9580" y="2648"/>
                  </a:lnTo>
                  <a:lnTo>
                    <a:pt x="9975" y="2371"/>
                  </a:lnTo>
                  <a:lnTo>
                    <a:pt x="10153" y="2233"/>
                  </a:lnTo>
                  <a:lnTo>
                    <a:pt x="10311" y="2075"/>
                  </a:lnTo>
                  <a:lnTo>
                    <a:pt x="10430" y="1917"/>
                  </a:lnTo>
                  <a:lnTo>
                    <a:pt x="10548" y="1759"/>
                  </a:lnTo>
                  <a:lnTo>
                    <a:pt x="10627" y="1581"/>
                  </a:lnTo>
                  <a:lnTo>
                    <a:pt x="10706" y="1403"/>
                  </a:lnTo>
                  <a:lnTo>
                    <a:pt x="10746" y="1225"/>
                  </a:lnTo>
                  <a:lnTo>
                    <a:pt x="10765" y="1048"/>
                  </a:lnTo>
                  <a:lnTo>
                    <a:pt x="10746" y="890"/>
                  </a:lnTo>
                  <a:lnTo>
                    <a:pt x="10726" y="732"/>
                  </a:lnTo>
                  <a:lnTo>
                    <a:pt x="10667" y="574"/>
                  </a:lnTo>
                  <a:lnTo>
                    <a:pt x="10588" y="435"/>
                  </a:lnTo>
                  <a:lnTo>
                    <a:pt x="10489" y="317"/>
                  </a:lnTo>
                  <a:lnTo>
                    <a:pt x="10370" y="218"/>
                  </a:lnTo>
                  <a:lnTo>
                    <a:pt x="10212" y="139"/>
                  </a:lnTo>
                  <a:lnTo>
                    <a:pt x="10035" y="80"/>
                  </a:lnTo>
                  <a:lnTo>
                    <a:pt x="9798" y="21"/>
                  </a:lnTo>
                  <a:lnTo>
                    <a:pt x="9659"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8" name="Google Shape;7648;p29"/>
            <p:cNvSpPr/>
            <p:nvPr/>
          </p:nvSpPr>
          <p:spPr>
            <a:xfrm>
              <a:off x="-1390175" y="3108975"/>
              <a:ext cx="127925" cy="124950"/>
            </a:xfrm>
            <a:custGeom>
              <a:rect b="b" l="l" r="r" t="t"/>
              <a:pathLst>
                <a:path extrusionOk="0" h="4998" w="5117">
                  <a:moveTo>
                    <a:pt x="5117" y="0"/>
                  </a:moveTo>
                  <a:lnTo>
                    <a:pt x="4781" y="40"/>
                  </a:lnTo>
                  <a:lnTo>
                    <a:pt x="4406" y="99"/>
                  </a:lnTo>
                  <a:lnTo>
                    <a:pt x="3932" y="198"/>
                  </a:lnTo>
                  <a:lnTo>
                    <a:pt x="3675" y="277"/>
                  </a:lnTo>
                  <a:lnTo>
                    <a:pt x="3398" y="376"/>
                  </a:lnTo>
                  <a:lnTo>
                    <a:pt x="3102" y="474"/>
                  </a:lnTo>
                  <a:lnTo>
                    <a:pt x="2825" y="613"/>
                  </a:lnTo>
                  <a:lnTo>
                    <a:pt x="2529" y="771"/>
                  </a:lnTo>
                  <a:lnTo>
                    <a:pt x="2253" y="949"/>
                  </a:lnTo>
                  <a:lnTo>
                    <a:pt x="1976" y="1166"/>
                  </a:lnTo>
                  <a:lnTo>
                    <a:pt x="1719" y="1383"/>
                  </a:lnTo>
                  <a:lnTo>
                    <a:pt x="1482" y="1660"/>
                  </a:lnTo>
                  <a:lnTo>
                    <a:pt x="1265" y="1936"/>
                  </a:lnTo>
                  <a:lnTo>
                    <a:pt x="1067" y="2213"/>
                  </a:lnTo>
                  <a:lnTo>
                    <a:pt x="890" y="2509"/>
                  </a:lnTo>
                  <a:lnTo>
                    <a:pt x="732" y="2825"/>
                  </a:lnTo>
                  <a:lnTo>
                    <a:pt x="593" y="3121"/>
                  </a:lnTo>
                  <a:lnTo>
                    <a:pt x="475" y="3418"/>
                  </a:lnTo>
                  <a:lnTo>
                    <a:pt x="356" y="3694"/>
                  </a:lnTo>
                  <a:lnTo>
                    <a:pt x="198" y="4208"/>
                  </a:lnTo>
                  <a:lnTo>
                    <a:pt x="80" y="4622"/>
                  </a:lnTo>
                  <a:lnTo>
                    <a:pt x="1" y="4998"/>
                  </a:lnTo>
                  <a:lnTo>
                    <a:pt x="139" y="4583"/>
                  </a:lnTo>
                  <a:lnTo>
                    <a:pt x="317" y="4109"/>
                  </a:lnTo>
                  <a:lnTo>
                    <a:pt x="534" y="3556"/>
                  </a:lnTo>
                  <a:lnTo>
                    <a:pt x="672" y="3260"/>
                  </a:lnTo>
                  <a:lnTo>
                    <a:pt x="830" y="2963"/>
                  </a:lnTo>
                  <a:lnTo>
                    <a:pt x="1008" y="2667"/>
                  </a:lnTo>
                  <a:lnTo>
                    <a:pt x="1186" y="2371"/>
                  </a:lnTo>
                  <a:lnTo>
                    <a:pt x="1383" y="2094"/>
                  </a:lnTo>
                  <a:lnTo>
                    <a:pt x="1581" y="1837"/>
                  </a:lnTo>
                  <a:lnTo>
                    <a:pt x="1798" y="1600"/>
                  </a:lnTo>
                  <a:lnTo>
                    <a:pt x="2035" y="1403"/>
                  </a:lnTo>
                  <a:lnTo>
                    <a:pt x="2272" y="1245"/>
                  </a:lnTo>
                  <a:lnTo>
                    <a:pt x="2529" y="1087"/>
                  </a:lnTo>
                  <a:lnTo>
                    <a:pt x="3062" y="790"/>
                  </a:lnTo>
                  <a:lnTo>
                    <a:pt x="3576" y="553"/>
                  </a:lnTo>
                  <a:lnTo>
                    <a:pt x="4050" y="356"/>
                  </a:lnTo>
                  <a:lnTo>
                    <a:pt x="4485" y="198"/>
                  </a:lnTo>
                  <a:lnTo>
                    <a:pt x="4820" y="99"/>
                  </a:lnTo>
                  <a:lnTo>
                    <a:pt x="5117"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9" name="Google Shape;7649;p29"/>
            <p:cNvSpPr/>
            <p:nvPr/>
          </p:nvSpPr>
          <p:spPr>
            <a:xfrm>
              <a:off x="-1421275" y="3109475"/>
              <a:ext cx="81500" cy="108150"/>
            </a:xfrm>
            <a:custGeom>
              <a:rect b="b" l="l" r="r" t="t"/>
              <a:pathLst>
                <a:path extrusionOk="0" h="4326" w="3260">
                  <a:moveTo>
                    <a:pt x="3260" y="0"/>
                  </a:moveTo>
                  <a:lnTo>
                    <a:pt x="3023" y="119"/>
                  </a:lnTo>
                  <a:lnTo>
                    <a:pt x="2746" y="257"/>
                  </a:lnTo>
                  <a:lnTo>
                    <a:pt x="2410" y="474"/>
                  </a:lnTo>
                  <a:lnTo>
                    <a:pt x="2055" y="731"/>
                  </a:lnTo>
                  <a:lnTo>
                    <a:pt x="1857" y="869"/>
                  </a:lnTo>
                  <a:lnTo>
                    <a:pt x="1679" y="1047"/>
                  </a:lnTo>
                  <a:lnTo>
                    <a:pt x="1502" y="1225"/>
                  </a:lnTo>
                  <a:lnTo>
                    <a:pt x="1324" y="1422"/>
                  </a:lnTo>
                  <a:lnTo>
                    <a:pt x="1146" y="1640"/>
                  </a:lnTo>
                  <a:lnTo>
                    <a:pt x="988" y="1877"/>
                  </a:lnTo>
                  <a:lnTo>
                    <a:pt x="731" y="2351"/>
                  </a:lnTo>
                  <a:lnTo>
                    <a:pt x="514" y="2785"/>
                  </a:lnTo>
                  <a:lnTo>
                    <a:pt x="336" y="3200"/>
                  </a:lnTo>
                  <a:lnTo>
                    <a:pt x="198" y="3575"/>
                  </a:lnTo>
                  <a:lnTo>
                    <a:pt x="99" y="3891"/>
                  </a:lnTo>
                  <a:lnTo>
                    <a:pt x="40" y="4128"/>
                  </a:lnTo>
                  <a:lnTo>
                    <a:pt x="0" y="4326"/>
                  </a:lnTo>
                  <a:lnTo>
                    <a:pt x="40" y="4188"/>
                  </a:lnTo>
                  <a:lnTo>
                    <a:pt x="198" y="3753"/>
                  </a:lnTo>
                  <a:lnTo>
                    <a:pt x="336" y="3437"/>
                  </a:lnTo>
                  <a:lnTo>
                    <a:pt x="514" y="3062"/>
                  </a:lnTo>
                  <a:lnTo>
                    <a:pt x="751" y="2627"/>
                  </a:lnTo>
                  <a:lnTo>
                    <a:pt x="1028" y="2114"/>
                  </a:lnTo>
                  <a:lnTo>
                    <a:pt x="1186" y="1857"/>
                  </a:lnTo>
                  <a:lnTo>
                    <a:pt x="1363" y="1620"/>
                  </a:lnTo>
                  <a:lnTo>
                    <a:pt x="1541" y="1403"/>
                  </a:lnTo>
                  <a:lnTo>
                    <a:pt x="1719" y="1185"/>
                  </a:lnTo>
                  <a:lnTo>
                    <a:pt x="1897" y="988"/>
                  </a:lnTo>
                  <a:lnTo>
                    <a:pt x="2094" y="830"/>
                  </a:lnTo>
                  <a:lnTo>
                    <a:pt x="2450" y="533"/>
                  </a:lnTo>
                  <a:lnTo>
                    <a:pt x="2766" y="296"/>
                  </a:lnTo>
                  <a:lnTo>
                    <a:pt x="3023" y="138"/>
                  </a:lnTo>
                  <a:lnTo>
                    <a:pt x="326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0" name="Google Shape;7650;p29"/>
            <p:cNvSpPr/>
            <p:nvPr/>
          </p:nvSpPr>
          <p:spPr>
            <a:xfrm>
              <a:off x="-1439550" y="3130200"/>
              <a:ext cx="55825" cy="79050"/>
            </a:xfrm>
            <a:custGeom>
              <a:rect b="b" l="l" r="r" t="t"/>
              <a:pathLst>
                <a:path extrusionOk="0" h="3162" w="2233">
                  <a:moveTo>
                    <a:pt x="2233" y="1"/>
                  </a:moveTo>
                  <a:lnTo>
                    <a:pt x="1857" y="80"/>
                  </a:lnTo>
                  <a:lnTo>
                    <a:pt x="1798" y="119"/>
                  </a:lnTo>
                  <a:lnTo>
                    <a:pt x="1660" y="238"/>
                  </a:lnTo>
                  <a:lnTo>
                    <a:pt x="1541" y="337"/>
                  </a:lnTo>
                  <a:lnTo>
                    <a:pt x="1423" y="475"/>
                  </a:lnTo>
                  <a:lnTo>
                    <a:pt x="1285" y="653"/>
                  </a:lnTo>
                  <a:lnTo>
                    <a:pt x="1127" y="850"/>
                  </a:lnTo>
                  <a:lnTo>
                    <a:pt x="949" y="1146"/>
                  </a:lnTo>
                  <a:lnTo>
                    <a:pt x="771" y="1482"/>
                  </a:lnTo>
                  <a:lnTo>
                    <a:pt x="396" y="2252"/>
                  </a:lnTo>
                  <a:lnTo>
                    <a:pt x="119" y="2904"/>
                  </a:lnTo>
                  <a:lnTo>
                    <a:pt x="1" y="3161"/>
                  </a:lnTo>
                  <a:lnTo>
                    <a:pt x="672" y="1877"/>
                  </a:lnTo>
                  <a:lnTo>
                    <a:pt x="929" y="1423"/>
                  </a:lnTo>
                  <a:lnTo>
                    <a:pt x="1186" y="1028"/>
                  </a:lnTo>
                  <a:lnTo>
                    <a:pt x="1462" y="712"/>
                  </a:lnTo>
                  <a:lnTo>
                    <a:pt x="1699" y="455"/>
                  </a:lnTo>
                  <a:lnTo>
                    <a:pt x="1917" y="258"/>
                  </a:lnTo>
                  <a:lnTo>
                    <a:pt x="2075" y="119"/>
                  </a:lnTo>
                  <a:lnTo>
                    <a:pt x="223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1" name="Google Shape;7651;p29"/>
            <p:cNvSpPr/>
            <p:nvPr/>
          </p:nvSpPr>
          <p:spPr>
            <a:xfrm>
              <a:off x="-1268200" y="3098100"/>
              <a:ext cx="50400" cy="39550"/>
            </a:xfrm>
            <a:custGeom>
              <a:rect b="b" l="l" r="r" t="t"/>
              <a:pathLst>
                <a:path extrusionOk="0" h="1582" w="2016">
                  <a:moveTo>
                    <a:pt x="1699" y="1"/>
                  </a:moveTo>
                  <a:lnTo>
                    <a:pt x="1719" y="297"/>
                  </a:lnTo>
                  <a:lnTo>
                    <a:pt x="1759" y="574"/>
                  </a:lnTo>
                  <a:lnTo>
                    <a:pt x="1818" y="830"/>
                  </a:lnTo>
                  <a:lnTo>
                    <a:pt x="1838" y="929"/>
                  </a:lnTo>
                  <a:lnTo>
                    <a:pt x="1541" y="1087"/>
                  </a:lnTo>
                  <a:lnTo>
                    <a:pt x="1265" y="1225"/>
                  </a:lnTo>
                  <a:lnTo>
                    <a:pt x="949" y="1344"/>
                  </a:lnTo>
                  <a:lnTo>
                    <a:pt x="692" y="1423"/>
                  </a:lnTo>
                  <a:lnTo>
                    <a:pt x="514" y="1463"/>
                  </a:lnTo>
                  <a:lnTo>
                    <a:pt x="376" y="1463"/>
                  </a:lnTo>
                  <a:lnTo>
                    <a:pt x="336" y="1423"/>
                  </a:lnTo>
                  <a:lnTo>
                    <a:pt x="277" y="1384"/>
                  </a:lnTo>
                  <a:lnTo>
                    <a:pt x="198" y="1285"/>
                  </a:lnTo>
                  <a:lnTo>
                    <a:pt x="139" y="1186"/>
                  </a:lnTo>
                  <a:lnTo>
                    <a:pt x="99" y="1048"/>
                  </a:lnTo>
                  <a:lnTo>
                    <a:pt x="80" y="929"/>
                  </a:lnTo>
                  <a:lnTo>
                    <a:pt x="80" y="613"/>
                  </a:lnTo>
                  <a:lnTo>
                    <a:pt x="80" y="455"/>
                  </a:lnTo>
                  <a:lnTo>
                    <a:pt x="1" y="475"/>
                  </a:lnTo>
                  <a:lnTo>
                    <a:pt x="1" y="613"/>
                  </a:lnTo>
                  <a:lnTo>
                    <a:pt x="1" y="751"/>
                  </a:lnTo>
                  <a:lnTo>
                    <a:pt x="1" y="890"/>
                  </a:lnTo>
                  <a:lnTo>
                    <a:pt x="1" y="1048"/>
                  </a:lnTo>
                  <a:lnTo>
                    <a:pt x="40" y="1225"/>
                  </a:lnTo>
                  <a:lnTo>
                    <a:pt x="99" y="1384"/>
                  </a:lnTo>
                  <a:lnTo>
                    <a:pt x="139" y="1443"/>
                  </a:lnTo>
                  <a:lnTo>
                    <a:pt x="198" y="1502"/>
                  </a:lnTo>
                  <a:lnTo>
                    <a:pt x="257" y="1542"/>
                  </a:lnTo>
                  <a:lnTo>
                    <a:pt x="336" y="1581"/>
                  </a:lnTo>
                  <a:lnTo>
                    <a:pt x="514" y="1581"/>
                  </a:lnTo>
                  <a:lnTo>
                    <a:pt x="771" y="1542"/>
                  </a:lnTo>
                  <a:lnTo>
                    <a:pt x="1047" y="1443"/>
                  </a:lnTo>
                  <a:lnTo>
                    <a:pt x="1324" y="1324"/>
                  </a:lnTo>
                  <a:lnTo>
                    <a:pt x="1798" y="1087"/>
                  </a:lnTo>
                  <a:lnTo>
                    <a:pt x="2015" y="988"/>
                  </a:lnTo>
                  <a:lnTo>
                    <a:pt x="1976" y="890"/>
                  </a:lnTo>
                  <a:lnTo>
                    <a:pt x="1897" y="653"/>
                  </a:lnTo>
                  <a:lnTo>
                    <a:pt x="1838" y="356"/>
                  </a:lnTo>
                  <a:lnTo>
                    <a:pt x="1838" y="179"/>
                  </a:lnTo>
                  <a:lnTo>
                    <a:pt x="1838" y="21"/>
                  </a:lnTo>
                  <a:lnTo>
                    <a:pt x="169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2" name="Google Shape;7652;p29"/>
            <p:cNvSpPr/>
            <p:nvPr/>
          </p:nvSpPr>
          <p:spPr>
            <a:xfrm>
              <a:off x="-1265225" y="3218100"/>
              <a:ext cx="72600" cy="76075"/>
            </a:xfrm>
            <a:custGeom>
              <a:rect b="b" l="l" r="r" t="t"/>
              <a:pathLst>
                <a:path extrusionOk="0" h="3043" w="2904">
                  <a:moveTo>
                    <a:pt x="1304" y="198"/>
                  </a:moveTo>
                  <a:lnTo>
                    <a:pt x="2667" y="1541"/>
                  </a:lnTo>
                  <a:lnTo>
                    <a:pt x="2548" y="1699"/>
                  </a:lnTo>
                  <a:lnTo>
                    <a:pt x="2252" y="2094"/>
                  </a:lnTo>
                  <a:lnTo>
                    <a:pt x="2054" y="2292"/>
                  </a:lnTo>
                  <a:lnTo>
                    <a:pt x="1877" y="2489"/>
                  </a:lnTo>
                  <a:lnTo>
                    <a:pt x="1699" y="2647"/>
                  </a:lnTo>
                  <a:lnTo>
                    <a:pt x="1561" y="2766"/>
                  </a:lnTo>
                  <a:lnTo>
                    <a:pt x="1403" y="2825"/>
                  </a:lnTo>
                  <a:lnTo>
                    <a:pt x="1264" y="2845"/>
                  </a:lnTo>
                  <a:lnTo>
                    <a:pt x="1106" y="2865"/>
                  </a:lnTo>
                  <a:lnTo>
                    <a:pt x="948" y="2845"/>
                  </a:lnTo>
                  <a:lnTo>
                    <a:pt x="790" y="2825"/>
                  </a:lnTo>
                  <a:lnTo>
                    <a:pt x="632" y="2766"/>
                  </a:lnTo>
                  <a:lnTo>
                    <a:pt x="494" y="2687"/>
                  </a:lnTo>
                  <a:lnTo>
                    <a:pt x="375" y="2588"/>
                  </a:lnTo>
                  <a:lnTo>
                    <a:pt x="277" y="2470"/>
                  </a:lnTo>
                  <a:lnTo>
                    <a:pt x="198" y="2331"/>
                  </a:lnTo>
                  <a:lnTo>
                    <a:pt x="178" y="2173"/>
                  </a:lnTo>
                  <a:lnTo>
                    <a:pt x="158" y="2015"/>
                  </a:lnTo>
                  <a:lnTo>
                    <a:pt x="158" y="1857"/>
                  </a:lnTo>
                  <a:lnTo>
                    <a:pt x="178" y="1719"/>
                  </a:lnTo>
                  <a:lnTo>
                    <a:pt x="217" y="1581"/>
                  </a:lnTo>
                  <a:lnTo>
                    <a:pt x="257" y="1482"/>
                  </a:lnTo>
                  <a:lnTo>
                    <a:pt x="336" y="1344"/>
                  </a:lnTo>
                  <a:lnTo>
                    <a:pt x="454" y="1166"/>
                  </a:lnTo>
                  <a:lnTo>
                    <a:pt x="810" y="731"/>
                  </a:lnTo>
                  <a:lnTo>
                    <a:pt x="1304" y="198"/>
                  </a:lnTo>
                  <a:close/>
                  <a:moveTo>
                    <a:pt x="1323" y="1"/>
                  </a:moveTo>
                  <a:lnTo>
                    <a:pt x="1185" y="119"/>
                  </a:lnTo>
                  <a:lnTo>
                    <a:pt x="869" y="415"/>
                  </a:lnTo>
                  <a:lnTo>
                    <a:pt x="514" y="810"/>
                  </a:lnTo>
                  <a:lnTo>
                    <a:pt x="336" y="1008"/>
                  </a:lnTo>
                  <a:lnTo>
                    <a:pt x="217" y="1225"/>
                  </a:lnTo>
                  <a:lnTo>
                    <a:pt x="119" y="1423"/>
                  </a:lnTo>
                  <a:lnTo>
                    <a:pt x="40" y="1620"/>
                  </a:lnTo>
                  <a:lnTo>
                    <a:pt x="0" y="1818"/>
                  </a:lnTo>
                  <a:lnTo>
                    <a:pt x="0" y="2015"/>
                  </a:lnTo>
                  <a:lnTo>
                    <a:pt x="0" y="2193"/>
                  </a:lnTo>
                  <a:lnTo>
                    <a:pt x="59" y="2371"/>
                  </a:lnTo>
                  <a:lnTo>
                    <a:pt x="119" y="2529"/>
                  </a:lnTo>
                  <a:lnTo>
                    <a:pt x="237" y="2667"/>
                  </a:lnTo>
                  <a:lnTo>
                    <a:pt x="356" y="2786"/>
                  </a:lnTo>
                  <a:lnTo>
                    <a:pt x="533" y="2904"/>
                  </a:lnTo>
                  <a:lnTo>
                    <a:pt x="731" y="2983"/>
                  </a:lnTo>
                  <a:lnTo>
                    <a:pt x="948" y="3023"/>
                  </a:lnTo>
                  <a:lnTo>
                    <a:pt x="1165" y="3042"/>
                  </a:lnTo>
                  <a:lnTo>
                    <a:pt x="1383" y="3023"/>
                  </a:lnTo>
                  <a:lnTo>
                    <a:pt x="1501" y="2983"/>
                  </a:lnTo>
                  <a:lnTo>
                    <a:pt x="1600" y="2944"/>
                  </a:lnTo>
                  <a:lnTo>
                    <a:pt x="1719" y="2884"/>
                  </a:lnTo>
                  <a:lnTo>
                    <a:pt x="1798" y="2805"/>
                  </a:lnTo>
                  <a:lnTo>
                    <a:pt x="1995" y="2628"/>
                  </a:lnTo>
                  <a:lnTo>
                    <a:pt x="2193" y="2430"/>
                  </a:lnTo>
                  <a:lnTo>
                    <a:pt x="2548" y="1996"/>
                  </a:lnTo>
                  <a:lnTo>
                    <a:pt x="2805" y="1660"/>
                  </a:lnTo>
                  <a:lnTo>
                    <a:pt x="2904" y="1522"/>
                  </a:lnTo>
                  <a:lnTo>
                    <a:pt x="2785" y="1423"/>
                  </a:lnTo>
                  <a:lnTo>
                    <a:pt x="2607" y="1265"/>
                  </a:lnTo>
                  <a:lnTo>
                    <a:pt x="2193" y="850"/>
                  </a:lnTo>
                  <a:lnTo>
                    <a:pt x="1640" y="277"/>
                  </a:lnTo>
                  <a:lnTo>
                    <a:pt x="132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3" name="Google Shape;7653;p29"/>
            <p:cNvSpPr/>
            <p:nvPr/>
          </p:nvSpPr>
          <p:spPr>
            <a:xfrm>
              <a:off x="-1000075" y="3266000"/>
              <a:ext cx="252375" cy="325450"/>
            </a:xfrm>
            <a:custGeom>
              <a:rect b="b" l="l" r="r" t="t"/>
              <a:pathLst>
                <a:path extrusionOk="0" h="13018" w="10095">
                  <a:moveTo>
                    <a:pt x="6539" y="1"/>
                  </a:moveTo>
                  <a:lnTo>
                    <a:pt x="6361" y="20"/>
                  </a:lnTo>
                  <a:lnTo>
                    <a:pt x="6183" y="40"/>
                  </a:lnTo>
                  <a:lnTo>
                    <a:pt x="6025" y="99"/>
                  </a:lnTo>
                  <a:lnTo>
                    <a:pt x="5867" y="178"/>
                  </a:lnTo>
                  <a:lnTo>
                    <a:pt x="5729" y="277"/>
                  </a:lnTo>
                  <a:lnTo>
                    <a:pt x="5591" y="376"/>
                  </a:lnTo>
                  <a:lnTo>
                    <a:pt x="5472" y="514"/>
                  </a:lnTo>
                  <a:lnTo>
                    <a:pt x="5215" y="791"/>
                  </a:lnTo>
                  <a:lnTo>
                    <a:pt x="4939" y="1126"/>
                  </a:lnTo>
                  <a:lnTo>
                    <a:pt x="4623" y="1600"/>
                  </a:lnTo>
                  <a:lnTo>
                    <a:pt x="4188" y="2272"/>
                  </a:lnTo>
                  <a:lnTo>
                    <a:pt x="3655" y="3141"/>
                  </a:lnTo>
                  <a:lnTo>
                    <a:pt x="3063" y="4149"/>
                  </a:lnTo>
                  <a:lnTo>
                    <a:pt x="1779" y="6400"/>
                  </a:lnTo>
                  <a:lnTo>
                    <a:pt x="495" y="8711"/>
                  </a:lnTo>
                  <a:lnTo>
                    <a:pt x="356" y="8988"/>
                  </a:lnTo>
                  <a:lnTo>
                    <a:pt x="238" y="9245"/>
                  </a:lnTo>
                  <a:lnTo>
                    <a:pt x="139" y="9501"/>
                  </a:lnTo>
                  <a:lnTo>
                    <a:pt x="80" y="9738"/>
                  </a:lnTo>
                  <a:lnTo>
                    <a:pt x="40" y="9956"/>
                  </a:lnTo>
                  <a:lnTo>
                    <a:pt x="1" y="10173"/>
                  </a:lnTo>
                  <a:lnTo>
                    <a:pt x="1" y="10390"/>
                  </a:lnTo>
                  <a:lnTo>
                    <a:pt x="1" y="10568"/>
                  </a:lnTo>
                  <a:lnTo>
                    <a:pt x="40" y="10765"/>
                  </a:lnTo>
                  <a:lnTo>
                    <a:pt x="80" y="10923"/>
                  </a:lnTo>
                  <a:lnTo>
                    <a:pt x="119" y="11101"/>
                  </a:lnTo>
                  <a:lnTo>
                    <a:pt x="198" y="11240"/>
                  </a:lnTo>
                  <a:lnTo>
                    <a:pt x="258" y="11378"/>
                  </a:lnTo>
                  <a:lnTo>
                    <a:pt x="356" y="11516"/>
                  </a:lnTo>
                  <a:lnTo>
                    <a:pt x="534" y="11753"/>
                  </a:lnTo>
                  <a:lnTo>
                    <a:pt x="752" y="11970"/>
                  </a:lnTo>
                  <a:lnTo>
                    <a:pt x="969" y="12128"/>
                  </a:lnTo>
                  <a:lnTo>
                    <a:pt x="1166" y="12267"/>
                  </a:lnTo>
                  <a:lnTo>
                    <a:pt x="1364" y="12385"/>
                  </a:lnTo>
                  <a:lnTo>
                    <a:pt x="1680" y="12523"/>
                  </a:lnTo>
                  <a:lnTo>
                    <a:pt x="1798" y="12563"/>
                  </a:lnTo>
                  <a:lnTo>
                    <a:pt x="2075" y="12662"/>
                  </a:lnTo>
                  <a:lnTo>
                    <a:pt x="2391" y="12760"/>
                  </a:lnTo>
                  <a:lnTo>
                    <a:pt x="2786" y="12859"/>
                  </a:lnTo>
                  <a:lnTo>
                    <a:pt x="3240" y="12938"/>
                  </a:lnTo>
                  <a:lnTo>
                    <a:pt x="3774" y="12997"/>
                  </a:lnTo>
                  <a:lnTo>
                    <a:pt x="4030" y="13017"/>
                  </a:lnTo>
                  <a:lnTo>
                    <a:pt x="4327" y="13017"/>
                  </a:lnTo>
                  <a:lnTo>
                    <a:pt x="4603" y="12997"/>
                  </a:lnTo>
                  <a:lnTo>
                    <a:pt x="4880" y="12958"/>
                  </a:lnTo>
                  <a:lnTo>
                    <a:pt x="5156" y="12899"/>
                  </a:lnTo>
                  <a:lnTo>
                    <a:pt x="5413" y="12820"/>
                  </a:lnTo>
                  <a:lnTo>
                    <a:pt x="5670" y="12721"/>
                  </a:lnTo>
                  <a:lnTo>
                    <a:pt x="5887" y="12583"/>
                  </a:lnTo>
                  <a:lnTo>
                    <a:pt x="6104" y="12425"/>
                  </a:lnTo>
                  <a:lnTo>
                    <a:pt x="6322" y="12247"/>
                  </a:lnTo>
                  <a:lnTo>
                    <a:pt x="6519" y="12049"/>
                  </a:lnTo>
                  <a:lnTo>
                    <a:pt x="6717" y="11832"/>
                  </a:lnTo>
                  <a:lnTo>
                    <a:pt x="6894" y="11595"/>
                  </a:lnTo>
                  <a:lnTo>
                    <a:pt x="7072" y="11338"/>
                  </a:lnTo>
                  <a:lnTo>
                    <a:pt x="7428" y="10805"/>
                  </a:lnTo>
                  <a:lnTo>
                    <a:pt x="7763" y="10212"/>
                  </a:lnTo>
                  <a:lnTo>
                    <a:pt x="8099" y="9600"/>
                  </a:lnTo>
                  <a:lnTo>
                    <a:pt x="8455" y="8948"/>
                  </a:lnTo>
                  <a:lnTo>
                    <a:pt x="8791" y="8277"/>
                  </a:lnTo>
                  <a:lnTo>
                    <a:pt x="9126" y="7566"/>
                  </a:lnTo>
                  <a:lnTo>
                    <a:pt x="9423" y="6835"/>
                  </a:lnTo>
                  <a:lnTo>
                    <a:pt x="9679" y="6124"/>
                  </a:lnTo>
                  <a:lnTo>
                    <a:pt x="9798" y="5748"/>
                  </a:lnTo>
                  <a:lnTo>
                    <a:pt x="9877" y="5393"/>
                  </a:lnTo>
                  <a:lnTo>
                    <a:pt x="9956" y="5037"/>
                  </a:lnTo>
                  <a:lnTo>
                    <a:pt x="10035" y="4682"/>
                  </a:lnTo>
                  <a:lnTo>
                    <a:pt x="10074" y="4346"/>
                  </a:lnTo>
                  <a:lnTo>
                    <a:pt x="10094" y="3991"/>
                  </a:lnTo>
                  <a:lnTo>
                    <a:pt x="10094" y="3674"/>
                  </a:lnTo>
                  <a:lnTo>
                    <a:pt x="10074" y="3358"/>
                  </a:lnTo>
                  <a:lnTo>
                    <a:pt x="10035" y="3062"/>
                  </a:lnTo>
                  <a:lnTo>
                    <a:pt x="9956" y="2766"/>
                  </a:lnTo>
                  <a:lnTo>
                    <a:pt x="9877" y="2509"/>
                  </a:lnTo>
                  <a:lnTo>
                    <a:pt x="9758" y="2252"/>
                  </a:lnTo>
                  <a:lnTo>
                    <a:pt x="9640" y="1996"/>
                  </a:lnTo>
                  <a:lnTo>
                    <a:pt x="9482" y="1759"/>
                  </a:lnTo>
                  <a:lnTo>
                    <a:pt x="9324" y="1541"/>
                  </a:lnTo>
                  <a:lnTo>
                    <a:pt x="9146" y="1344"/>
                  </a:lnTo>
                  <a:lnTo>
                    <a:pt x="8929" y="1146"/>
                  </a:lnTo>
                  <a:lnTo>
                    <a:pt x="8712" y="949"/>
                  </a:lnTo>
                  <a:lnTo>
                    <a:pt x="8494" y="791"/>
                  </a:lnTo>
                  <a:lnTo>
                    <a:pt x="8238" y="613"/>
                  </a:lnTo>
                  <a:lnTo>
                    <a:pt x="7981" y="475"/>
                  </a:lnTo>
                  <a:lnTo>
                    <a:pt x="7704" y="317"/>
                  </a:lnTo>
                  <a:lnTo>
                    <a:pt x="7428" y="198"/>
                  </a:lnTo>
                  <a:lnTo>
                    <a:pt x="7171" y="119"/>
                  </a:lnTo>
                  <a:lnTo>
                    <a:pt x="6954" y="40"/>
                  </a:lnTo>
                  <a:lnTo>
                    <a:pt x="67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4" name="Google Shape;7654;p29"/>
            <p:cNvSpPr/>
            <p:nvPr/>
          </p:nvSpPr>
          <p:spPr>
            <a:xfrm>
              <a:off x="-1423750" y="3975100"/>
              <a:ext cx="253850" cy="137300"/>
            </a:xfrm>
            <a:custGeom>
              <a:rect b="b" l="l" r="r" t="t"/>
              <a:pathLst>
                <a:path extrusionOk="0" h="5492" w="10154">
                  <a:moveTo>
                    <a:pt x="178" y="1"/>
                  </a:moveTo>
                  <a:lnTo>
                    <a:pt x="1" y="277"/>
                  </a:lnTo>
                  <a:lnTo>
                    <a:pt x="1285" y="1008"/>
                  </a:lnTo>
                  <a:lnTo>
                    <a:pt x="2509" y="1680"/>
                  </a:lnTo>
                  <a:lnTo>
                    <a:pt x="3754" y="2351"/>
                  </a:lnTo>
                  <a:lnTo>
                    <a:pt x="5373" y="3200"/>
                  </a:lnTo>
                  <a:lnTo>
                    <a:pt x="7427" y="4228"/>
                  </a:lnTo>
                  <a:lnTo>
                    <a:pt x="9975" y="5492"/>
                  </a:lnTo>
                  <a:lnTo>
                    <a:pt x="10153" y="5097"/>
                  </a:lnTo>
                  <a:lnTo>
                    <a:pt x="9936" y="4998"/>
                  </a:lnTo>
                  <a:lnTo>
                    <a:pt x="9264" y="4702"/>
                  </a:lnTo>
                  <a:lnTo>
                    <a:pt x="8257" y="4188"/>
                  </a:lnTo>
                  <a:lnTo>
                    <a:pt x="7625" y="3872"/>
                  </a:lnTo>
                  <a:lnTo>
                    <a:pt x="6934" y="3477"/>
                  </a:lnTo>
                  <a:lnTo>
                    <a:pt x="6084" y="3023"/>
                  </a:lnTo>
                  <a:lnTo>
                    <a:pt x="5077" y="2489"/>
                  </a:lnTo>
                  <a:lnTo>
                    <a:pt x="2825" y="1344"/>
                  </a:lnTo>
                  <a:lnTo>
                    <a:pt x="178"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5" name="Google Shape;7655;p29"/>
            <p:cNvSpPr/>
            <p:nvPr/>
          </p:nvSpPr>
          <p:spPr>
            <a:xfrm>
              <a:off x="-1731375" y="3345000"/>
              <a:ext cx="124950" cy="251375"/>
            </a:xfrm>
            <a:custGeom>
              <a:rect b="b" l="l" r="r" t="t"/>
              <a:pathLst>
                <a:path extrusionOk="0" h="10055" w="4998">
                  <a:moveTo>
                    <a:pt x="395" y="1"/>
                  </a:moveTo>
                  <a:lnTo>
                    <a:pt x="178" y="40"/>
                  </a:lnTo>
                  <a:lnTo>
                    <a:pt x="40" y="60"/>
                  </a:lnTo>
                  <a:lnTo>
                    <a:pt x="20" y="100"/>
                  </a:lnTo>
                  <a:lnTo>
                    <a:pt x="0" y="119"/>
                  </a:lnTo>
                  <a:lnTo>
                    <a:pt x="2331" y="5117"/>
                  </a:lnTo>
                  <a:lnTo>
                    <a:pt x="4622" y="10055"/>
                  </a:lnTo>
                  <a:lnTo>
                    <a:pt x="4997" y="9699"/>
                  </a:lnTo>
                  <a:lnTo>
                    <a:pt x="4089" y="7823"/>
                  </a:lnTo>
                  <a:lnTo>
                    <a:pt x="2528" y="4524"/>
                  </a:lnTo>
                  <a:lnTo>
                    <a:pt x="395" y="1"/>
                  </a:lnTo>
                  <a:close/>
                </a:path>
              </a:pathLst>
            </a:custGeom>
            <a:solidFill>
              <a:srgbClr val="98B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6" name="Google Shape;7656;p29"/>
            <p:cNvSpPr/>
            <p:nvPr/>
          </p:nvSpPr>
          <p:spPr>
            <a:xfrm>
              <a:off x="-1187225" y="3148475"/>
              <a:ext cx="262250" cy="196550"/>
            </a:xfrm>
            <a:custGeom>
              <a:rect b="b" l="l" r="r" t="t"/>
              <a:pathLst>
                <a:path extrusionOk="0" h="7862" w="10490">
                  <a:moveTo>
                    <a:pt x="119" y="1"/>
                  </a:moveTo>
                  <a:lnTo>
                    <a:pt x="60" y="20"/>
                  </a:lnTo>
                  <a:lnTo>
                    <a:pt x="40" y="40"/>
                  </a:lnTo>
                  <a:lnTo>
                    <a:pt x="21" y="60"/>
                  </a:lnTo>
                  <a:lnTo>
                    <a:pt x="1" y="99"/>
                  </a:lnTo>
                  <a:lnTo>
                    <a:pt x="21" y="159"/>
                  </a:lnTo>
                  <a:lnTo>
                    <a:pt x="60" y="297"/>
                  </a:lnTo>
                  <a:lnTo>
                    <a:pt x="139" y="494"/>
                  </a:lnTo>
                  <a:lnTo>
                    <a:pt x="258" y="712"/>
                  </a:lnTo>
                  <a:lnTo>
                    <a:pt x="435" y="949"/>
                  </a:lnTo>
                  <a:lnTo>
                    <a:pt x="633" y="1225"/>
                  </a:lnTo>
                  <a:lnTo>
                    <a:pt x="870" y="1541"/>
                  </a:lnTo>
                  <a:lnTo>
                    <a:pt x="1127" y="1838"/>
                  </a:lnTo>
                  <a:lnTo>
                    <a:pt x="1423" y="2173"/>
                  </a:lnTo>
                  <a:lnTo>
                    <a:pt x="1739" y="2509"/>
                  </a:lnTo>
                  <a:lnTo>
                    <a:pt x="2095" y="2845"/>
                  </a:lnTo>
                  <a:lnTo>
                    <a:pt x="2470" y="3181"/>
                  </a:lnTo>
                  <a:lnTo>
                    <a:pt x="2845" y="3516"/>
                  </a:lnTo>
                  <a:lnTo>
                    <a:pt x="3260" y="3813"/>
                  </a:lnTo>
                  <a:lnTo>
                    <a:pt x="3695" y="4129"/>
                  </a:lnTo>
                  <a:lnTo>
                    <a:pt x="6993" y="6321"/>
                  </a:lnTo>
                  <a:lnTo>
                    <a:pt x="9265" y="7862"/>
                  </a:lnTo>
                  <a:lnTo>
                    <a:pt x="10489" y="5788"/>
                  </a:lnTo>
                  <a:lnTo>
                    <a:pt x="9028" y="4860"/>
                  </a:lnTo>
                  <a:lnTo>
                    <a:pt x="6796" y="3477"/>
                  </a:lnTo>
                  <a:lnTo>
                    <a:pt x="5887" y="2944"/>
                  </a:lnTo>
                  <a:lnTo>
                    <a:pt x="4880" y="2351"/>
                  </a:lnTo>
                  <a:lnTo>
                    <a:pt x="3813" y="1759"/>
                  </a:lnTo>
                  <a:lnTo>
                    <a:pt x="2766" y="1205"/>
                  </a:lnTo>
                  <a:lnTo>
                    <a:pt x="1798" y="712"/>
                  </a:lnTo>
                  <a:lnTo>
                    <a:pt x="969" y="317"/>
                  </a:lnTo>
                  <a:lnTo>
                    <a:pt x="653" y="178"/>
                  </a:lnTo>
                  <a:lnTo>
                    <a:pt x="376" y="80"/>
                  </a:lnTo>
                  <a:lnTo>
                    <a:pt x="179" y="20"/>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7" name="Google Shape;7657;p29"/>
            <p:cNvSpPr/>
            <p:nvPr/>
          </p:nvSpPr>
          <p:spPr>
            <a:xfrm>
              <a:off x="-1768900" y="3553400"/>
              <a:ext cx="25" cy="25"/>
            </a:xfrm>
            <a:custGeom>
              <a:rect b="b" l="l" r="r" t="t"/>
              <a:pathLst>
                <a:path extrusionOk="0" h="1" w="1">
                  <a:moveTo>
                    <a:pt x="0" y="0"/>
                  </a:move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8" name="Google Shape;7658;p29"/>
            <p:cNvSpPr/>
            <p:nvPr/>
          </p:nvSpPr>
          <p:spPr>
            <a:xfrm>
              <a:off x="-1768425" y="3550925"/>
              <a:ext cx="25" cy="525"/>
            </a:xfrm>
            <a:custGeom>
              <a:rect b="b" l="l" r="r" t="t"/>
              <a:pathLst>
                <a:path extrusionOk="0" h="21" w="1">
                  <a:moveTo>
                    <a:pt x="1" y="1"/>
                  </a:moveTo>
                  <a:lnTo>
                    <a:pt x="1" y="1"/>
                  </a:lnTo>
                  <a:lnTo>
                    <a:pt x="1" y="1"/>
                  </a:lnTo>
                  <a:lnTo>
                    <a:pt x="1" y="1"/>
                  </a:lnTo>
                  <a:lnTo>
                    <a:pt x="1" y="20"/>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9" name="Google Shape;7659;p29"/>
            <p:cNvSpPr/>
            <p:nvPr/>
          </p:nvSpPr>
          <p:spPr>
            <a:xfrm>
              <a:off x="-1782750" y="3483275"/>
              <a:ext cx="58800" cy="75075"/>
            </a:xfrm>
            <a:custGeom>
              <a:rect b="b" l="l" r="r" t="t"/>
              <a:pathLst>
                <a:path extrusionOk="0" h="3003" w="2352">
                  <a:moveTo>
                    <a:pt x="1324" y="20"/>
                  </a:moveTo>
                  <a:lnTo>
                    <a:pt x="1364" y="40"/>
                  </a:lnTo>
                  <a:lnTo>
                    <a:pt x="1364" y="40"/>
                  </a:lnTo>
                  <a:lnTo>
                    <a:pt x="1344" y="20"/>
                  </a:lnTo>
                  <a:close/>
                  <a:moveTo>
                    <a:pt x="969" y="99"/>
                  </a:moveTo>
                  <a:lnTo>
                    <a:pt x="969" y="119"/>
                  </a:lnTo>
                  <a:lnTo>
                    <a:pt x="949" y="119"/>
                  </a:lnTo>
                  <a:lnTo>
                    <a:pt x="1008" y="139"/>
                  </a:lnTo>
                  <a:lnTo>
                    <a:pt x="1008" y="139"/>
                  </a:lnTo>
                  <a:lnTo>
                    <a:pt x="989" y="119"/>
                  </a:lnTo>
                  <a:lnTo>
                    <a:pt x="1008" y="129"/>
                  </a:lnTo>
                  <a:lnTo>
                    <a:pt x="969" y="99"/>
                  </a:lnTo>
                  <a:close/>
                  <a:moveTo>
                    <a:pt x="1008" y="129"/>
                  </a:moveTo>
                  <a:lnTo>
                    <a:pt x="1048" y="159"/>
                  </a:lnTo>
                  <a:lnTo>
                    <a:pt x="1048" y="159"/>
                  </a:lnTo>
                  <a:lnTo>
                    <a:pt x="1041" y="145"/>
                  </a:lnTo>
                  <a:lnTo>
                    <a:pt x="1041" y="145"/>
                  </a:lnTo>
                  <a:lnTo>
                    <a:pt x="1028" y="139"/>
                  </a:lnTo>
                  <a:lnTo>
                    <a:pt x="1008" y="129"/>
                  </a:lnTo>
                  <a:close/>
                  <a:moveTo>
                    <a:pt x="1028" y="119"/>
                  </a:moveTo>
                  <a:lnTo>
                    <a:pt x="1041" y="145"/>
                  </a:lnTo>
                  <a:lnTo>
                    <a:pt x="1041" y="145"/>
                  </a:lnTo>
                  <a:lnTo>
                    <a:pt x="1068" y="159"/>
                  </a:lnTo>
                  <a:lnTo>
                    <a:pt x="1028" y="119"/>
                  </a:lnTo>
                  <a:close/>
                  <a:moveTo>
                    <a:pt x="1048" y="159"/>
                  </a:moveTo>
                  <a:lnTo>
                    <a:pt x="1074" y="172"/>
                  </a:lnTo>
                  <a:lnTo>
                    <a:pt x="1074" y="172"/>
                  </a:lnTo>
                  <a:lnTo>
                    <a:pt x="1068" y="159"/>
                  </a:lnTo>
                  <a:close/>
                  <a:moveTo>
                    <a:pt x="1087" y="435"/>
                  </a:moveTo>
                  <a:lnTo>
                    <a:pt x="1107" y="455"/>
                  </a:lnTo>
                  <a:lnTo>
                    <a:pt x="1068" y="435"/>
                  </a:lnTo>
                  <a:close/>
                  <a:moveTo>
                    <a:pt x="811" y="494"/>
                  </a:moveTo>
                  <a:lnTo>
                    <a:pt x="850" y="534"/>
                  </a:lnTo>
                  <a:lnTo>
                    <a:pt x="850" y="554"/>
                  </a:lnTo>
                  <a:lnTo>
                    <a:pt x="811" y="494"/>
                  </a:lnTo>
                  <a:close/>
                  <a:moveTo>
                    <a:pt x="613" y="731"/>
                  </a:moveTo>
                  <a:lnTo>
                    <a:pt x="673" y="771"/>
                  </a:lnTo>
                  <a:lnTo>
                    <a:pt x="653" y="751"/>
                  </a:lnTo>
                  <a:lnTo>
                    <a:pt x="633" y="731"/>
                  </a:lnTo>
                  <a:close/>
                  <a:moveTo>
                    <a:pt x="594" y="652"/>
                  </a:moveTo>
                  <a:lnTo>
                    <a:pt x="594" y="672"/>
                  </a:lnTo>
                  <a:lnTo>
                    <a:pt x="574" y="692"/>
                  </a:lnTo>
                  <a:lnTo>
                    <a:pt x="534" y="672"/>
                  </a:lnTo>
                  <a:lnTo>
                    <a:pt x="534" y="672"/>
                  </a:lnTo>
                  <a:lnTo>
                    <a:pt x="594" y="771"/>
                  </a:lnTo>
                  <a:lnTo>
                    <a:pt x="653" y="791"/>
                  </a:lnTo>
                  <a:lnTo>
                    <a:pt x="712" y="830"/>
                  </a:lnTo>
                  <a:lnTo>
                    <a:pt x="712" y="830"/>
                  </a:lnTo>
                  <a:lnTo>
                    <a:pt x="633" y="771"/>
                  </a:lnTo>
                  <a:lnTo>
                    <a:pt x="574" y="712"/>
                  </a:lnTo>
                  <a:lnTo>
                    <a:pt x="594" y="712"/>
                  </a:lnTo>
                  <a:lnTo>
                    <a:pt x="633" y="731"/>
                  </a:lnTo>
                  <a:lnTo>
                    <a:pt x="633" y="712"/>
                  </a:lnTo>
                  <a:lnTo>
                    <a:pt x="653" y="712"/>
                  </a:lnTo>
                  <a:lnTo>
                    <a:pt x="613" y="652"/>
                  </a:lnTo>
                  <a:close/>
                  <a:moveTo>
                    <a:pt x="475" y="988"/>
                  </a:moveTo>
                  <a:lnTo>
                    <a:pt x="495" y="1008"/>
                  </a:lnTo>
                  <a:lnTo>
                    <a:pt x="455" y="1008"/>
                  </a:lnTo>
                  <a:lnTo>
                    <a:pt x="475" y="1028"/>
                  </a:lnTo>
                  <a:lnTo>
                    <a:pt x="515" y="1047"/>
                  </a:lnTo>
                  <a:lnTo>
                    <a:pt x="475" y="1047"/>
                  </a:lnTo>
                  <a:lnTo>
                    <a:pt x="574" y="1087"/>
                  </a:lnTo>
                  <a:lnTo>
                    <a:pt x="554" y="1067"/>
                  </a:lnTo>
                  <a:lnTo>
                    <a:pt x="574" y="1067"/>
                  </a:lnTo>
                  <a:lnTo>
                    <a:pt x="607" y="1100"/>
                  </a:lnTo>
                  <a:lnTo>
                    <a:pt x="594" y="1087"/>
                  </a:lnTo>
                  <a:lnTo>
                    <a:pt x="594" y="1067"/>
                  </a:lnTo>
                  <a:lnTo>
                    <a:pt x="554" y="1028"/>
                  </a:lnTo>
                  <a:lnTo>
                    <a:pt x="475" y="988"/>
                  </a:lnTo>
                  <a:close/>
                  <a:moveTo>
                    <a:pt x="613" y="1107"/>
                  </a:moveTo>
                  <a:lnTo>
                    <a:pt x="633" y="1126"/>
                  </a:lnTo>
                  <a:lnTo>
                    <a:pt x="653" y="1146"/>
                  </a:lnTo>
                  <a:lnTo>
                    <a:pt x="613" y="1107"/>
                  </a:lnTo>
                  <a:close/>
                  <a:moveTo>
                    <a:pt x="436" y="1205"/>
                  </a:moveTo>
                  <a:lnTo>
                    <a:pt x="436" y="1205"/>
                  </a:lnTo>
                  <a:lnTo>
                    <a:pt x="436" y="1205"/>
                  </a:lnTo>
                  <a:close/>
                  <a:moveTo>
                    <a:pt x="455" y="1304"/>
                  </a:moveTo>
                  <a:lnTo>
                    <a:pt x="436" y="1324"/>
                  </a:lnTo>
                  <a:lnTo>
                    <a:pt x="440" y="1339"/>
                  </a:lnTo>
                  <a:lnTo>
                    <a:pt x="440" y="1339"/>
                  </a:lnTo>
                  <a:lnTo>
                    <a:pt x="455" y="1324"/>
                  </a:lnTo>
                  <a:lnTo>
                    <a:pt x="455" y="1304"/>
                  </a:lnTo>
                  <a:close/>
                  <a:moveTo>
                    <a:pt x="440" y="1339"/>
                  </a:moveTo>
                  <a:lnTo>
                    <a:pt x="436" y="1344"/>
                  </a:lnTo>
                  <a:lnTo>
                    <a:pt x="445" y="1354"/>
                  </a:lnTo>
                  <a:lnTo>
                    <a:pt x="440" y="1339"/>
                  </a:lnTo>
                  <a:close/>
                  <a:moveTo>
                    <a:pt x="1680" y="1477"/>
                  </a:moveTo>
                  <a:lnTo>
                    <a:pt x="1680" y="1482"/>
                  </a:lnTo>
                  <a:lnTo>
                    <a:pt x="1739" y="1521"/>
                  </a:lnTo>
                  <a:lnTo>
                    <a:pt x="1680" y="1477"/>
                  </a:lnTo>
                  <a:close/>
                  <a:moveTo>
                    <a:pt x="324" y="1732"/>
                  </a:moveTo>
                  <a:lnTo>
                    <a:pt x="357" y="1758"/>
                  </a:lnTo>
                  <a:lnTo>
                    <a:pt x="337" y="1758"/>
                  </a:lnTo>
                  <a:lnTo>
                    <a:pt x="324" y="1732"/>
                  </a:lnTo>
                  <a:close/>
                  <a:moveTo>
                    <a:pt x="495" y="1739"/>
                  </a:moveTo>
                  <a:lnTo>
                    <a:pt x="495" y="1758"/>
                  </a:lnTo>
                  <a:lnTo>
                    <a:pt x="515" y="1778"/>
                  </a:lnTo>
                  <a:lnTo>
                    <a:pt x="495" y="1739"/>
                  </a:lnTo>
                  <a:close/>
                  <a:moveTo>
                    <a:pt x="1087" y="2055"/>
                  </a:moveTo>
                  <a:lnTo>
                    <a:pt x="1107" y="2074"/>
                  </a:lnTo>
                  <a:lnTo>
                    <a:pt x="1166" y="2134"/>
                  </a:lnTo>
                  <a:lnTo>
                    <a:pt x="1166" y="2134"/>
                  </a:lnTo>
                  <a:lnTo>
                    <a:pt x="1147" y="2094"/>
                  </a:lnTo>
                  <a:lnTo>
                    <a:pt x="1206" y="2153"/>
                  </a:lnTo>
                  <a:lnTo>
                    <a:pt x="1166" y="2094"/>
                  </a:lnTo>
                  <a:lnTo>
                    <a:pt x="1087" y="2055"/>
                  </a:lnTo>
                  <a:close/>
                  <a:moveTo>
                    <a:pt x="199" y="2134"/>
                  </a:moveTo>
                  <a:lnTo>
                    <a:pt x="218" y="2153"/>
                  </a:lnTo>
                  <a:lnTo>
                    <a:pt x="218" y="2134"/>
                  </a:lnTo>
                  <a:close/>
                  <a:moveTo>
                    <a:pt x="515" y="2193"/>
                  </a:moveTo>
                  <a:lnTo>
                    <a:pt x="534" y="2213"/>
                  </a:lnTo>
                  <a:lnTo>
                    <a:pt x="554" y="2213"/>
                  </a:lnTo>
                  <a:lnTo>
                    <a:pt x="515" y="2193"/>
                  </a:lnTo>
                  <a:close/>
                  <a:moveTo>
                    <a:pt x="1" y="2351"/>
                  </a:moveTo>
                  <a:lnTo>
                    <a:pt x="40" y="2371"/>
                  </a:lnTo>
                  <a:lnTo>
                    <a:pt x="21" y="2351"/>
                  </a:lnTo>
                  <a:close/>
                  <a:moveTo>
                    <a:pt x="278" y="2391"/>
                  </a:moveTo>
                  <a:lnTo>
                    <a:pt x="317" y="2430"/>
                  </a:lnTo>
                  <a:lnTo>
                    <a:pt x="297" y="2430"/>
                  </a:lnTo>
                  <a:lnTo>
                    <a:pt x="238" y="2391"/>
                  </a:lnTo>
                  <a:close/>
                  <a:moveTo>
                    <a:pt x="1226" y="2430"/>
                  </a:moveTo>
                  <a:lnTo>
                    <a:pt x="1245" y="2450"/>
                  </a:lnTo>
                  <a:lnTo>
                    <a:pt x="1265" y="2470"/>
                  </a:lnTo>
                  <a:lnTo>
                    <a:pt x="1265" y="2470"/>
                  </a:lnTo>
                  <a:lnTo>
                    <a:pt x="1186" y="2430"/>
                  </a:lnTo>
                  <a:close/>
                  <a:moveTo>
                    <a:pt x="1324" y="2470"/>
                  </a:moveTo>
                  <a:lnTo>
                    <a:pt x="1324" y="2470"/>
                  </a:lnTo>
                  <a:lnTo>
                    <a:pt x="1324" y="2470"/>
                  </a:lnTo>
                  <a:close/>
                  <a:moveTo>
                    <a:pt x="1166" y="2509"/>
                  </a:moveTo>
                  <a:lnTo>
                    <a:pt x="1186" y="2529"/>
                  </a:lnTo>
                  <a:lnTo>
                    <a:pt x="1206" y="2549"/>
                  </a:lnTo>
                  <a:lnTo>
                    <a:pt x="1166" y="2509"/>
                  </a:lnTo>
                  <a:close/>
                  <a:moveTo>
                    <a:pt x="297" y="2549"/>
                  </a:moveTo>
                  <a:lnTo>
                    <a:pt x="317" y="2568"/>
                  </a:lnTo>
                  <a:lnTo>
                    <a:pt x="337" y="2568"/>
                  </a:lnTo>
                  <a:lnTo>
                    <a:pt x="297" y="2549"/>
                  </a:lnTo>
                  <a:close/>
                  <a:moveTo>
                    <a:pt x="673" y="2568"/>
                  </a:moveTo>
                  <a:lnTo>
                    <a:pt x="673" y="2608"/>
                  </a:lnTo>
                  <a:lnTo>
                    <a:pt x="692" y="2588"/>
                  </a:lnTo>
                  <a:lnTo>
                    <a:pt x="673" y="2568"/>
                  </a:lnTo>
                  <a:close/>
                  <a:moveTo>
                    <a:pt x="1166" y="2588"/>
                  </a:moveTo>
                  <a:lnTo>
                    <a:pt x="1166" y="2608"/>
                  </a:lnTo>
                  <a:lnTo>
                    <a:pt x="1226" y="2647"/>
                  </a:lnTo>
                  <a:lnTo>
                    <a:pt x="1226" y="2647"/>
                  </a:lnTo>
                  <a:lnTo>
                    <a:pt x="1206" y="2628"/>
                  </a:lnTo>
                  <a:lnTo>
                    <a:pt x="1166" y="2588"/>
                  </a:lnTo>
                  <a:close/>
                  <a:moveTo>
                    <a:pt x="771" y="2647"/>
                  </a:moveTo>
                  <a:lnTo>
                    <a:pt x="831" y="2707"/>
                  </a:lnTo>
                  <a:lnTo>
                    <a:pt x="929" y="2805"/>
                  </a:lnTo>
                  <a:lnTo>
                    <a:pt x="910" y="2766"/>
                  </a:lnTo>
                  <a:lnTo>
                    <a:pt x="870" y="2726"/>
                  </a:lnTo>
                  <a:lnTo>
                    <a:pt x="771" y="2647"/>
                  </a:lnTo>
                  <a:close/>
                  <a:moveTo>
                    <a:pt x="732" y="2825"/>
                  </a:moveTo>
                  <a:lnTo>
                    <a:pt x="752" y="2845"/>
                  </a:lnTo>
                  <a:lnTo>
                    <a:pt x="771" y="2884"/>
                  </a:lnTo>
                  <a:lnTo>
                    <a:pt x="791" y="2884"/>
                  </a:lnTo>
                  <a:lnTo>
                    <a:pt x="771" y="2865"/>
                  </a:lnTo>
                  <a:lnTo>
                    <a:pt x="752" y="2845"/>
                  </a:lnTo>
                  <a:lnTo>
                    <a:pt x="752" y="2845"/>
                  </a:lnTo>
                  <a:lnTo>
                    <a:pt x="791" y="2865"/>
                  </a:lnTo>
                  <a:lnTo>
                    <a:pt x="732" y="2825"/>
                  </a:lnTo>
                  <a:close/>
                  <a:moveTo>
                    <a:pt x="1443" y="1"/>
                  </a:moveTo>
                  <a:lnTo>
                    <a:pt x="1443" y="20"/>
                  </a:lnTo>
                  <a:lnTo>
                    <a:pt x="1463" y="40"/>
                  </a:lnTo>
                  <a:lnTo>
                    <a:pt x="1482" y="60"/>
                  </a:lnTo>
                  <a:lnTo>
                    <a:pt x="1463" y="60"/>
                  </a:lnTo>
                  <a:lnTo>
                    <a:pt x="1443" y="40"/>
                  </a:lnTo>
                  <a:lnTo>
                    <a:pt x="1443" y="60"/>
                  </a:lnTo>
                  <a:lnTo>
                    <a:pt x="1423" y="60"/>
                  </a:lnTo>
                  <a:lnTo>
                    <a:pt x="1364" y="40"/>
                  </a:lnTo>
                  <a:lnTo>
                    <a:pt x="1344" y="40"/>
                  </a:lnTo>
                  <a:lnTo>
                    <a:pt x="1344" y="60"/>
                  </a:lnTo>
                  <a:lnTo>
                    <a:pt x="1384" y="80"/>
                  </a:lnTo>
                  <a:lnTo>
                    <a:pt x="1384" y="80"/>
                  </a:lnTo>
                  <a:lnTo>
                    <a:pt x="1324" y="60"/>
                  </a:lnTo>
                  <a:lnTo>
                    <a:pt x="1423" y="139"/>
                  </a:lnTo>
                  <a:lnTo>
                    <a:pt x="1463" y="159"/>
                  </a:lnTo>
                  <a:lnTo>
                    <a:pt x="1482" y="198"/>
                  </a:lnTo>
                  <a:lnTo>
                    <a:pt x="1423" y="178"/>
                  </a:lnTo>
                  <a:lnTo>
                    <a:pt x="1384" y="139"/>
                  </a:lnTo>
                  <a:lnTo>
                    <a:pt x="1324" y="99"/>
                  </a:lnTo>
                  <a:lnTo>
                    <a:pt x="1324" y="99"/>
                  </a:lnTo>
                  <a:lnTo>
                    <a:pt x="1285" y="80"/>
                  </a:lnTo>
                  <a:lnTo>
                    <a:pt x="1245" y="80"/>
                  </a:lnTo>
                  <a:lnTo>
                    <a:pt x="1206" y="40"/>
                  </a:lnTo>
                  <a:lnTo>
                    <a:pt x="1147" y="40"/>
                  </a:lnTo>
                  <a:lnTo>
                    <a:pt x="1186" y="80"/>
                  </a:lnTo>
                  <a:lnTo>
                    <a:pt x="1147" y="80"/>
                  </a:lnTo>
                  <a:lnTo>
                    <a:pt x="1107" y="60"/>
                  </a:lnTo>
                  <a:lnTo>
                    <a:pt x="1107" y="60"/>
                  </a:lnTo>
                  <a:lnTo>
                    <a:pt x="1127" y="80"/>
                  </a:lnTo>
                  <a:lnTo>
                    <a:pt x="1107" y="80"/>
                  </a:lnTo>
                  <a:lnTo>
                    <a:pt x="1107" y="99"/>
                  </a:lnTo>
                  <a:lnTo>
                    <a:pt x="1127" y="119"/>
                  </a:lnTo>
                  <a:lnTo>
                    <a:pt x="1107" y="139"/>
                  </a:lnTo>
                  <a:lnTo>
                    <a:pt x="1087" y="119"/>
                  </a:lnTo>
                  <a:lnTo>
                    <a:pt x="1048" y="99"/>
                  </a:lnTo>
                  <a:lnTo>
                    <a:pt x="1107" y="159"/>
                  </a:lnTo>
                  <a:lnTo>
                    <a:pt x="1186" y="218"/>
                  </a:lnTo>
                  <a:lnTo>
                    <a:pt x="1186" y="218"/>
                  </a:lnTo>
                  <a:lnTo>
                    <a:pt x="1127" y="198"/>
                  </a:lnTo>
                  <a:lnTo>
                    <a:pt x="1074" y="172"/>
                  </a:lnTo>
                  <a:lnTo>
                    <a:pt x="1074" y="172"/>
                  </a:lnTo>
                  <a:lnTo>
                    <a:pt x="1087" y="198"/>
                  </a:lnTo>
                  <a:lnTo>
                    <a:pt x="1107" y="238"/>
                  </a:lnTo>
                  <a:lnTo>
                    <a:pt x="1186" y="297"/>
                  </a:lnTo>
                  <a:lnTo>
                    <a:pt x="1127" y="297"/>
                  </a:lnTo>
                  <a:lnTo>
                    <a:pt x="1087" y="257"/>
                  </a:lnTo>
                  <a:lnTo>
                    <a:pt x="1048" y="218"/>
                  </a:lnTo>
                  <a:lnTo>
                    <a:pt x="1048" y="238"/>
                  </a:lnTo>
                  <a:lnTo>
                    <a:pt x="1028" y="238"/>
                  </a:lnTo>
                  <a:lnTo>
                    <a:pt x="969" y="218"/>
                  </a:lnTo>
                  <a:lnTo>
                    <a:pt x="969" y="218"/>
                  </a:lnTo>
                  <a:lnTo>
                    <a:pt x="1008" y="238"/>
                  </a:lnTo>
                  <a:lnTo>
                    <a:pt x="1048" y="277"/>
                  </a:lnTo>
                  <a:lnTo>
                    <a:pt x="1048" y="277"/>
                  </a:lnTo>
                  <a:lnTo>
                    <a:pt x="969" y="238"/>
                  </a:lnTo>
                  <a:lnTo>
                    <a:pt x="949" y="257"/>
                  </a:lnTo>
                  <a:lnTo>
                    <a:pt x="890" y="257"/>
                  </a:lnTo>
                  <a:lnTo>
                    <a:pt x="890" y="277"/>
                  </a:lnTo>
                  <a:lnTo>
                    <a:pt x="969" y="317"/>
                  </a:lnTo>
                  <a:lnTo>
                    <a:pt x="969" y="317"/>
                  </a:lnTo>
                  <a:lnTo>
                    <a:pt x="910" y="277"/>
                  </a:lnTo>
                  <a:lnTo>
                    <a:pt x="1008" y="336"/>
                  </a:lnTo>
                  <a:lnTo>
                    <a:pt x="1087" y="415"/>
                  </a:lnTo>
                  <a:lnTo>
                    <a:pt x="1068" y="415"/>
                  </a:lnTo>
                  <a:lnTo>
                    <a:pt x="1028" y="396"/>
                  </a:lnTo>
                  <a:lnTo>
                    <a:pt x="1028" y="396"/>
                  </a:lnTo>
                  <a:lnTo>
                    <a:pt x="1041" y="422"/>
                  </a:lnTo>
                  <a:lnTo>
                    <a:pt x="1041" y="422"/>
                  </a:lnTo>
                  <a:lnTo>
                    <a:pt x="1028" y="415"/>
                  </a:lnTo>
                  <a:lnTo>
                    <a:pt x="1028" y="435"/>
                  </a:lnTo>
                  <a:lnTo>
                    <a:pt x="969" y="376"/>
                  </a:lnTo>
                  <a:lnTo>
                    <a:pt x="929" y="376"/>
                  </a:lnTo>
                  <a:lnTo>
                    <a:pt x="890" y="336"/>
                  </a:lnTo>
                  <a:lnTo>
                    <a:pt x="890" y="356"/>
                  </a:lnTo>
                  <a:lnTo>
                    <a:pt x="831" y="297"/>
                  </a:lnTo>
                  <a:lnTo>
                    <a:pt x="811" y="297"/>
                  </a:lnTo>
                  <a:lnTo>
                    <a:pt x="831" y="317"/>
                  </a:lnTo>
                  <a:lnTo>
                    <a:pt x="831" y="336"/>
                  </a:lnTo>
                  <a:lnTo>
                    <a:pt x="791" y="317"/>
                  </a:lnTo>
                  <a:lnTo>
                    <a:pt x="850" y="356"/>
                  </a:lnTo>
                  <a:lnTo>
                    <a:pt x="771" y="356"/>
                  </a:lnTo>
                  <a:lnTo>
                    <a:pt x="811" y="396"/>
                  </a:lnTo>
                  <a:lnTo>
                    <a:pt x="831" y="415"/>
                  </a:lnTo>
                  <a:lnTo>
                    <a:pt x="791" y="396"/>
                  </a:lnTo>
                  <a:lnTo>
                    <a:pt x="752" y="396"/>
                  </a:lnTo>
                  <a:lnTo>
                    <a:pt x="771" y="435"/>
                  </a:lnTo>
                  <a:lnTo>
                    <a:pt x="850" y="494"/>
                  </a:lnTo>
                  <a:lnTo>
                    <a:pt x="850" y="514"/>
                  </a:lnTo>
                  <a:lnTo>
                    <a:pt x="831" y="494"/>
                  </a:lnTo>
                  <a:lnTo>
                    <a:pt x="791" y="475"/>
                  </a:lnTo>
                  <a:lnTo>
                    <a:pt x="811" y="494"/>
                  </a:lnTo>
                  <a:lnTo>
                    <a:pt x="771" y="475"/>
                  </a:lnTo>
                  <a:lnTo>
                    <a:pt x="752" y="494"/>
                  </a:lnTo>
                  <a:lnTo>
                    <a:pt x="732" y="494"/>
                  </a:lnTo>
                  <a:lnTo>
                    <a:pt x="890" y="652"/>
                  </a:lnTo>
                  <a:lnTo>
                    <a:pt x="969" y="731"/>
                  </a:lnTo>
                  <a:lnTo>
                    <a:pt x="1068" y="791"/>
                  </a:lnTo>
                  <a:lnTo>
                    <a:pt x="1068" y="791"/>
                  </a:lnTo>
                  <a:lnTo>
                    <a:pt x="1008" y="771"/>
                  </a:lnTo>
                  <a:lnTo>
                    <a:pt x="969" y="771"/>
                  </a:lnTo>
                  <a:lnTo>
                    <a:pt x="910" y="731"/>
                  </a:lnTo>
                  <a:lnTo>
                    <a:pt x="870" y="712"/>
                  </a:lnTo>
                  <a:lnTo>
                    <a:pt x="870" y="692"/>
                  </a:lnTo>
                  <a:lnTo>
                    <a:pt x="910" y="712"/>
                  </a:lnTo>
                  <a:lnTo>
                    <a:pt x="929" y="731"/>
                  </a:lnTo>
                  <a:lnTo>
                    <a:pt x="929" y="712"/>
                  </a:lnTo>
                  <a:lnTo>
                    <a:pt x="791" y="652"/>
                  </a:lnTo>
                  <a:lnTo>
                    <a:pt x="752" y="613"/>
                  </a:lnTo>
                  <a:lnTo>
                    <a:pt x="732" y="593"/>
                  </a:lnTo>
                  <a:lnTo>
                    <a:pt x="653" y="534"/>
                  </a:lnTo>
                  <a:lnTo>
                    <a:pt x="653" y="554"/>
                  </a:lnTo>
                  <a:lnTo>
                    <a:pt x="673" y="573"/>
                  </a:lnTo>
                  <a:lnTo>
                    <a:pt x="633" y="573"/>
                  </a:lnTo>
                  <a:lnTo>
                    <a:pt x="653" y="593"/>
                  </a:lnTo>
                  <a:lnTo>
                    <a:pt x="653" y="613"/>
                  </a:lnTo>
                  <a:lnTo>
                    <a:pt x="692" y="652"/>
                  </a:lnTo>
                  <a:lnTo>
                    <a:pt x="673" y="652"/>
                  </a:lnTo>
                  <a:lnTo>
                    <a:pt x="633" y="633"/>
                  </a:lnTo>
                  <a:lnTo>
                    <a:pt x="653" y="672"/>
                  </a:lnTo>
                  <a:lnTo>
                    <a:pt x="712" y="712"/>
                  </a:lnTo>
                  <a:lnTo>
                    <a:pt x="791" y="771"/>
                  </a:lnTo>
                  <a:lnTo>
                    <a:pt x="811" y="810"/>
                  </a:lnTo>
                  <a:lnTo>
                    <a:pt x="791" y="810"/>
                  </a:lnTo>
                  <a:lnTo>
                    <a:pt x="771" y="791"/>
                  </a:lnTo>
                  <a:lnTo>
                    <a:pt x="752" y="771"/>
                  </a:lnTo>
                  <a:lnTo>
                    <a:pt x="771" y="810"/>
                  </a:lnTo>
                  <a:lnTo>
                    <a:pt x="712" y="791"/>
                  </a:lnTo>
                  <a:lnTo>
                    <a:pt x="712" y="771"/>
                  </a:lnTo>
                  <a:lnTo>
                    <a:pt x="692" y="751"/>
                  </a:lnTo>
                  <a:lnTo>
                    <a:pt x="692" y="771"/>
                  </a:lnTo>
                  <a:lnTo>
                    <a:pt x="752" y="830"/>
                  </a:lnTo>
                  <a:lnTo>
                    <a:pt x="712" y="830"/>
                  </a:lnTo>
                  <a:lnTo>
                    <a:pt x="633" y="791"/>
                  </a:lnTo>
                  <a:lnTo>
                    <a:pt x="574" y="791"/>
                  </a:lnTo>
                  <a:lnTo>
                    <a:pt x="653" y="850"/>
                  </a:lnTo>
                  <a:lnTo>
                    <a:pt x="692" y="889"/>
                  </a:lnTo>
                  <a:lnTo>
                    <a:pt x="692" y="870"/>
                  </a:lnTo>
                  <a:lnTo>
                    <a:pt x="712" y="889"/>
                  </a:lnTo>
                  <a:lnTo>
                    <a:pt x="732" y="909"/>
                  </a:lnTo>
                  <a:lnTo>
                    <a:pt x="771" y="929"/>
                  </a:lnTo>
                  <a:lnTo>
                    <a:pt x="811" y="968"/>
                  </a:lnTo>
                  <a:lnTo>
                    <a:pt x="791" y="968"/>
                  </a:lnTo>
                  <a:lnTo>
                    <a:pt x="771" y="949"/>
                  </a:lnTo>
                  <a:lnTo>
                    <a:pt x="752" y="929"/>
                  </a:lnTo>
                  <a:lnTo>
                    <a:pt x="712" y="929"/>
                  </a:lnTo>
                  <a:lnTo>
                    <a:pt x="594" y="810"/>
                  </a:lnTo>
                  <a:lnTo>
                    <a:pt x="574" y="791"/>
                  </a:lnTo>
                  <a:lnTo>
                    <a:pt x="574" y="810"/>
                  </a:lnTo>
                  <a:lnTo>
                    <a:pt x="574" y="810"/>
                  </a:lnTo>
                  <a:lnTo>
                    <a:pt x="594" y="830"/>
                  </a:lnTo>
                  <a:lnTo>
                    <a:pt x="633" y="850"/>
                  </a:lnTo>
                  <a:lnTo>
                    <a:pt x="692" y="929"/>
                  </a:lnTo>
                  <a:lnTo>
                    <a:pt x="732" y="1008"/>
                  </a:lnTo>
                  <a:lnTo>
                    <a:pt x="732" y="1008"/>
                  </a:lnTo>
                  <a:lnTo>
                    <a:pt x="673" y="949"/>
                  </a:lnTo>
                  <a:lnTo>
                    <a:pt x="633" y="909"/>
                  </a:lnTo>
                  <a:lnTo>
                    <a:pt x="594" y="870"/>
                  </a:lnTo>
                  <a:lnTo>
                    <a:pt x="534" y="830"/>
                  </a:lnTo>
                  <a:lnTo>
                    <a:pt x="534" y="830"/>
                  </a:lnTo>
                  <a:lnTo>
                    <a:pt x="554" y="870"/>
                  </a:lnTo>
                  <a:lnTo>
                    <a:pt x="574" y="889"/>
                  </a:lnTo>
                  <a:lnTo>
                    <a:pt x="534" y="870"/>
                  </a:lnTo>
                  <a:lnTo>
                    <a:pt x="534" y="889"/>
                  </a:lnTo>
                  <a:lnTo>
                    <a:pt x="554" y="929"/>
                  </a:lnTo>
                  <a:lnTo>
                    <a:pt x="574" y="929"/>
                  </a:lnTo>
                  <a:lnTo>
                    <a:pt x="594" y="949"/>
                  </a:lnTo>
                  <a:lnTo>
                    <a:pt x="574" y="968"/>
                  </a:lnTo>
                  <a:lnTo>
                    <a:pt x="554" y="968"/>
                  </a:lnTo>
                  <a:lnTo>
                    <a:pt x="574" y="988"/>
                  </a:lnTo>
                  <a:lnTo>
                    <a:pt x="554" y="988"/>
                  </a:lnTo>
                  <a:lnTo>
                    <a:pt x="554" y="1008"/>
                  </a:lnTo>
                  <a:lnTo>
                    <a:pt x="574" y="1028"/>
                  </a:lnTo>
                  <a:lnTo>
                    <a:pt x="574" y="1008"/>
                  </a:lnTo>
                  <a:lnTo>
                    <a:pt x="613" y="1008"/>
                  </a:lnTo>
                  <a:lnTo>
                    <a:pt x="653" y="1047"/>
                  </a:lnTo>
                  <a:lnTo>
                    <a:pt x="653" y="1067"/>
                  </a:lnTo>
                  <a:lnTo>
                    <a:pt x="673" y="1087"/>
                  </a:lnTo>
                  <a:lnTo>
                    <a:pt x="692" y="1107"/>
                  </a:lnTo>
                  <a:lnTo>
                    <a:pt x="692" y="1126"/>
                  </a:lnTo>
                  <a:lnTo>
                    <a:pt x="712" y="1146"/>
                  </a:lnTo>
                  <a:lnTo>
                    <a:pt x="712" y="1166"/>
                  </a:lnTo>
                  <a:lnTo>
                    <a:pt x="712" y="1186"/>
                  </a:lnTo>
                  <a:lnTo>
                    <a:pt x="673" y="1166"/>
                  </a:lnTo>
                  <a:lnTo>
                    <a:pt x="653" y="1146"/>
                  </a:lnTo>
                  <a:lnTo>
                    <a:pt x="653" y="1166"/>
                  </a:lnTo>
                  <a:lnTo>
                    <a:pt x="613" y="1126"/>
                  </a:lnTo>
                  <a:lnTo>
                    <a:pt x="613" y="1146"/>
                  </a:lnTo>
                  <a:lnTo>
                    <a:pt x="633" y="1166"/>
                  </a:lnTo>
                  <a:lnTo>
                    <a:pt x="613" y="1166"/>
                  </a:lnTo>
                  <a:lnTo>
                    <a:pt x="594" y="1126"/>
                  </a:lnTo>
                  <a:lnTo>
                    <a:pt x="534" y="1087"/>
                  </a:lnTo>
                  <a:lnTo>
                    <a:pt x="594" y="1146"/>
                  </a:lnTo>
                  <a:lnTo>
                    <a:pt x="554" y="1126"/>
                  </a:lnTo>
                  <a:lnTo>
                    <a:pt x="574" y="1146"/>
                  </a:lnTo>
                  <a:lnTo>
                    <a:pt x="594" y="1166"/>
                  </a:lnTo>
                  <a:lnTo>
                    <a:pt x="554" y="1146"/>
                  </a:lnTo>
                  <a:lnTo>
                    <a:pt x="554" y="1166"/>
                  </a:lnTo>
                  <a:lnTo>
                    <a:pt x="594" y="1205"/>
                  </a:lnTo>
                  <a:lnTo>
                    <a:pt x="633" y="1225"/>
                  </a:lnTo>
                  <a:lnTo>
                    <a:pt x="692" y="1265"/>
                  </a:lnTo>
                  <a:lnTo>
                    <a:pt x="692" y="1284"/>
                  </a:lnTo>
                  <a:lnTo>
                    <a:pt x="692" y="1304"/>
                  </a:lnTo>
                  <a:lnTo>
                    <a:pt x="673" y="1304"/>
                  </a:lnTo>
                  <a:lnTo>
                    <a:pt x="633" y="1284"/>
                  </a:lnTo>
                  <a:lnTo>
                    <a:pt x="673" y="1324"/>
                  </a:lnTo>
                  <a:lnTo>
                    <a:pt x="673" y="1324"/>
                  </a:lnTo>
                  <a:lnTo>
                    <a:pt x="633" y="1304"/>
                  </a:lnTo>
                  <a:lnTo>
                    <a:pt x="594" y="1284"/>
                  </a:lnTo>
                  <a:lnTo>
                    <a:pt x="594" y="1265"/>
                  </a:lnTo>
                  <a:lnTo>
                    <a:pt x="534" y="1225"/>
                  </a:lnTo>
                  <a:lnTo>
                    <a:pt x="495" y="1205"/>
                  </a:lnTo>
                  <a:lnTo>
                    <a:pt x="495" y="1205"/>
                  </a:lnTo>
                  <a:lnTo>
                    <a:pt x="542" y="1241"/>
                  </a:lnTo>
                  <a:lnTo>
                    <a:pt x="542" y="1241"/>
                  </a:lnTo>
                  <a:lnTo>
                    <a:pt x="495" y="1225"/>
                  </a:lnTo>
                  <a:lnTo>
                    <a:pt x="515" y="1265"/>
                  </a:lnTo>
                  <a:lnTo>
                    <a:pt x="534" y="1284"/>
                  </a:lnTo>
                  <a:lnTo>
                    <a:pt x="534" y="1284"/>
                  </a:lnTo>
                  <a:lnTo>
                    <a:pt x="436" y="1205"/>
                  </a:lnTo>
                  <a:lnTo>
                    <a:pt x="455" y="1225"/>
                  </a:lnTo>
                  <a:lnTo>
                    <a:pt x="436" y="1225"/>
                  </a:lnTo>
                  <a:lnTo>
                    <a:pt x="455" y="1245"/>
                  </a:lnTo>
                  <a:lnTo>
                    <a:pt x="475" y="1245"/>
                  </a:lnTo>
                  <a:lnTo>
                    <a:pt x="495" y="1265"/>
                  </a:lnTo>
                  <a:lnTo>
                    <a:pt x="495" y="1284"/>
                  </a:lnTo>
                  <a:lnTo>
                    <a:pt x="455" y="1284"/>
                  </a:lnTo>
                  <a:lnTo>
                    <a:pt x="495" y="1324"/>
                  </a:lnTo>
                  <a:lnTo>
                    <a:pt x="495" y="1304"/>
                  </a:lnTo>
                  <a:lnTo>
                    <a:pt x="515" y="1324"/>
                  </a:lnTo>
                  <a:lnTo>
                    <a:pt x="534" y="1344"/>
                  </a:lnTo>
                  <a:lnTo>
                    <a:pt x="534" y="1363"/>
                  </a:lnTo>
                  <a:lnTo>
                    <a:pt x="534" y="1383"/>
                  </a:lnTo>
                  <a:lnTo>
                    <a:pt x="554" y="1423"/>
                  </a:lnTo>
                  <a:lnTo>
                    <a:pt x="495" y="1403"/>
                  </a:lnTo>
                  <a:lnTo>
                    <a:pt x="445" y="1354"/>
                  </a:lnTo>
                  <a:lnTo>
                    <a:pt x="455" y="1383"/>
                  </a:lnTo>
                  <a:lnTo>
                    <a:pt x="436" y="1383"/>
                  </a:lnTo>
                  <a:lnTo>
                    <a:pt x="376" y="1363"/>
                  </a:lnTo>
                  <a:lnTo>
                    <a:pt x="337" y="1344"/>
                  </a:lnTo>
                  <a:lnTo>
                    <a:pt x="317" y="1344"/>
                  </a:lnTo>
                  <a:lnTo>
                    <a:pt x="396" y="1383"/>
                  </a:lnTo>
                  <a:lnTo>
                    <a:pt x="396" y="1403"/>
                  </a:lnTo>
                  <a:lnTo>
                    <a:pt x="436" y="1423"/>
                  </a:lnTo>
                  <a:lnTo>
                    <a:pt x="455" y="1442"/>
                  </a:lnTo>
                  <a:lnTo>
                    <a:pt x="455" y="1442"/>
                  </a:lnTo>
                  <a:lnTo>
                    <a:pt x="396" y="1423"/>
                  </a:lnTo>
                  <a:lnTo>
                    <a:pt x="376" y="1423"/>
                  </a:lnTo>
                  <a:lnTo>
                    <a:pt x="436" y="1462"/>
                  </a:lnTo>
                  <a:lnTo>
                    <a:pt x="455" y="1521"/>
                  </a:lnTo>
                  <a:lnTo>
                    <a:pt x="436" y="1502"/>
                  </a:lnTo>
                  <a:lnTo>
                    <a:pt x="416" y="1482"/>
                  </a:lnTo>
                  <a:lnTo>
                    <a:pt x="396" y="1462"/>
                  </a:lnTo>
                  <a:lnTo>
                    <a:pt x="436" y="1521"/>
                  </a:lnTo>
                  <a:lnTo>
                    <a:pt x="455" y="1541"/>
                  </a:lnTo>
                  <a:lnTo>
                    <a:pt x="475" y="1561"/>
                  </a:lnTo>
                  <a:lnTo>
                    <a:pt x="416" y="1541"/>
                  </a:lnTo>
                  <a:lnTo>
                    <a:pt x="455" y="1581"/>
                  </a:lnTo>
                  <a:lnTo>
                    <a:pt x="455" y="1600"/>
                  </a:lnTo>
                  <a:lnTo>
                    <a:pt x="495" y="1620"/>
                  </a:lnTo>
                  <a:lnTo>
                    <a:pt x="534" y="1660"/>
                  </a:lnTo>
                  <a:lnTo>
                    <a:pt x="455" y="1640"/>
                  </a:lnTo>
                  <a:lnTo>
                    <a:pt x="455" y="1620"/>
                  </a:lnTo>
                  <a:lnTo>
                    <a:pt x="416" y="1600"/>
                  </a:lnTo>
                  <a:lnTo>
                    <a:pt x="376" y="1561"/>
                  </a:lnTo>
                  <a:lnTo>
                    <a:pt x="337" y="1521"/>
                  </a:lnTo>
                  <a:lnTo>
                    <a:pt x="317" y="1521"/>
                  </a:lnTo>
                  <a:lnTo>
                    <a:pt x="337" y="1541"/>
                  </a:lnTo>
                  <a:lnTo>
                    <a:pt x="357" y="1561"/>
                  </a:lnTo>
                  <a:lnTo>
                    <a:pt x="357" y="1581"/>
                  </a:lnTo>
                  <a:lnTo>
                    <a:pt x="337" y="1561"/>
                  </a:lnTo>
                  <a:lnTo>
                    <a:pt x="297" y="1541"/>
                  </a:lnTo>
                  <a:lnTo>
                    <a:pt x="317" y="1561"/>
                  </a:lnTo>
                  <a:lnTo>
                    <a:pt x="297" y="1561"/>
                  </a:lnTo>
                  <a:lnTo>
                    <a:pt x="357" y="1600"/>
                  </a:lnTo>
                  <a:lnTo>
                    <a:pt x="396" y="1640"/>
                  </a:lnTo>
                  <a:lnTo>
                    <a:pt x="396" y="1640"/>
                  </a:lnTo>
                  <a:lnTo>
                    <a:pt x="317" y="1600"/>
                  </a:lnTo>
                  <a:lnTo>
                    <a:pt x="357" y="1640"/>
                  </a:lnTo>
                  <a:lnTo>
                    <a:pt x="416" y="1679"/>
                  </a:lnTo>
                  <a:lnTo>
                    <a:pt x="455" y="1719"/>
                  </a:lnTo>
                  <a:lnTo>
                    <a:pt x="495" y="1739"/>
                  </a:lnTo>
                  <a:lnTo>
                    <a:pt x="534" y="1758"/>
                  </a:lnTo>
                  <a:lnTo>
                    <a:pt x="554" y="1798"/>
                  </a:lnTo>
                  <a:lnTo>
                    <a:pt x="515" y="1778"/>
                  </a:lnTo>
                  <a:lnTo>
                    <a:pt x="455" y="1758"/>
                  </a:lnTo>
                  <a:lnTo>
                    <a:pt x="357" y="1679"/>
                  </a:lnTo>
                  <a:lnTo>
                    <a:pt x="218" y="1581"/>
                  </a:lnTo>
                  <a:lnTo>
                    <a:pt x="238" y="1620"/>
                  </a:lnTo>
                  <a:lnTo>
                    <a:pt x="199" y="1620"/>
                  </a:lnTo>
                  <a:lnTo>
                    <a:pt x="258" y="1679"/>
                  </a:lnTo>
                  <a:lnTo>
                    <a:pt x="321" y="1730"/>
                  </a:lnTo>
                  <a:lnTo>
                    <a:pt x="321" y="1730"/>
                  </a:lnTo>
                  <a:lnTo>
                    <a:pt x="337" y="1778"/>
                  </a:lnTo>
                  <a:lnTo>
                    <a:pt x="337" y="1798"/>
                  </a:lnTo>
                  <a:lnTo>
                    <a:pt x="337" y="1818"/>
                  </a:lnTo>
                  <a:lnTo>
                    <a:pt x="376" y="1857"/>
                  </a:lnTo>
                  <a:lnTo>
                    <a:pt x="455" y="1897"/>
                  </a:lnTo>
                  <a:lnTo>
                    <a:pt x="455" y="1916"/>
                  </a:lnTo>
                  <a:lnTo>
                    <a:pt x="475" y="1936"/>
                  </a:lnTo>
                  <a:lnTo>
                    <a:pt x="515" y="1976"/>
                  </a:lnTo>
                  <a:lnTo>
                    <a:pt x="495" y="1976"/>
                  </a:lnTo>
                  <a:lnTo>
                    <a:pt x="455" y="1936"/>
                  </a:lnTo>
                  <a:lnTo>
                    <a:pt x="436" y="1936"/>
                  </a:lnTo>
                  <a:lnTo>
                    <a:pt x="455" y="1976"/>
                  </a:lnTo>
                  <a:lnTo>
                    <a:pt x="396" y="1936"/>
                  </a:lnTo>
                  <a:lnTo>
                    <a:pt x="376" y="1916"/>
                  </a:lnTo>
                  <a:lnTo>
                    <a:pt x="416" y="1916"/>
                  </a:lnTo>
                  <a:lnTo>
                    <a:pt x="376" y="1877"/>
                  </a:lnTo>
                  <a:lnTo>
                    <a:pt x="376" y="1897"/>
                  </a:lnTo>
                  <a:lnTo>
                    <a:pt x="357" y="1897"/>
                  </a:lnTo>
                  <a:lnTo>
                    <a:pt x="278" y="1837"/>
                  </a:lnTo>
                  <a:lnTo>
                    <a:pt x="297" y="1857"/>
                  </a:lnTo>
                  <a:lnTo>
                    <a:pt x="317" y="1877"/>
                  </a:lnTo>
                  <a:lnTo>
                    <a:pt x="337" y="1897"/>
                  </a:lnTo>
                  <a:lnTo>
                    <a:pt x="357" y="1916"/>
                  </a:lnTo>
                  <a:lnTo>
                    <a:pt x="297" y="1897"/>
                  </a:lnTo>
                  <a:lnTo>
                    <a:pt x="278" y="1897"/>
                  </a:lnTo>
                  <a:lnTo>
                    <a:pt x="278" y="1916"/>
                  </a:lnTo>
                  <a:lnTo>
                    <a:pt x="258" y="1916"/>
                  </a:lnTo>
                  <a:lnTo>
                    <a:pt x="179" y="1857"/>
                  </a:lnTo>
                  <a:lnTo>
                    <a:pt x="179" y="1857"/>
                  </a:lnTo>
                  <a:lnTo>
                    <a:pt x="218" y="1936"/>
                  </a:lnTo>
                  <a:lnTo>
                    <a:pt x="238" y="1976"/>
                  </a:lnTo>
                  <a:lnTo>
                    <a:pt x="278" y="2015"/>
                  </a:lnTo>
                  <a:lnTo>
                    <a:pt x="317" y="2055"/>
                  </a:lnTo>
                  <a:lnTo>
                    <a:pt x="357" y="2055"/>
                  </a:lnTo>
                  <a:lnTo>
                    <a:pt x="337" y="2015"/>
                  </a:lnTo>
                  <a:lnTo>
                    <a:pt x="317" y="1995"/>
                  </a:lnTo>
                  <a:lnTo>
                    <a:pt x="357" y="1995"/>
                  </a:lnTo>
                  <a:lnTo>
                    <a:pt x="258" y="1916"/>
                  </a:lnTo>
                  <a:lnTo>
                    <a:pt x="258" y="1916"/>
                  </a:lnTo>
                  <a:lnTo>
                    <a:pt x="297" y="1936"/>
                  </a:lnTo>
                  <a:lnTo>
                    <a:pt x="376" y="1995"/>
                  </a:lnTo>
                  <a:lnTo>
                    <a:pt x="416" y="2035"/>
                  </a:lnTo>
                  <a:lnTo>
                    <a:pt x="416" y="2055"/>
                  </a:lnTo>
                  <a:lnTo>
                    <a:pt x="455" y="2074"/>
                  </a:lnTo>
                  <a:lnTo>
                    <a:pt x="475" y="2055"/>
                  </a:lnTo>
                  <a:lnTo>
                    <a:pt x="554" y="2114"/>
                  </a:lnTo>
                  <a:lnTo>
                    <a:pt x="613" y="2173"/>
                  </a:lnTo>
                  <a:lnTo>
                    <a:pt x="613" y="2173"/>
                  </a:lnTo>
                  <a:lnTo>
                    <a:pt x="673" y="2252"/>
                  </a:lnTo>
                  <a:lnTo>
                    <a:pt x="554" y="2173"/>
                  </a:lnTo>
                  <a:lnTo>
                    <a:pt x="554" y="2193"/>
                  </a:lnTo>
                  <a:lnTo>
                    <a:pt x="554" y="2213"/>
                  </a:lnTo>
                  <a:lnTo>
                    <a:pt x="594" y="2232"/>
                  </a:lnTo>
                  <a:lnTo>
                    <a:pt x="594" y="2213"/>
                  </a:lnTo>
                  <a:lnTo>
                    <a:pt x="633" y="2252"/>
                  </a:lnTo>
                  <a:lnTo>
                    <a:pt x="613" y="2252"/>
                  </a:lnTo>
                  <a:lnTo>
                    <a:pt x="653" y="2292"/>
                  </a:lnTo>
                  <a:lnTo>
                    <a:pt x="712" y="2331"/>
                  </a:lnTo>
                  <a:lnTo>
                    <a:pt x="673" y="2331"/>
                  </a:lnTo>
                  <a:lnTo>
                    <a:pt x="633" y="2311"/>
                  </a:lnTo>
                  <a:lnTo>
                    <a:pt x="594" y="2292"/>
                  </a:lnTo>
                  <a:lnTo>
                    <a:pt x="495" y="2193"/>
                  </a:lnTo>
                  <a:lnTo>
                    <a:pt x="515" y="2232"/>
                  </a:lnTo>
                  <a:lnTo>
                    <a:pt x="337" y="2094"/>
                  </a:lnTo>
                  <a:lnTo>
                    <a:pt x="297" y="2094"/>
                  </a:lnTo>
                  <a:lnTo>
                    <a:pt x="297" y="2114"/>
                  </a:lnTo>
                  <a:lnTo>
                    <a:pt x="159" y="2035"/>
                  </a:lnTo>
                  <a:lnTo>
                    <a:pt x="179" y="2074"/>
                  </a:lnTo>
                  <a:lnTo>
                    <a:pt x="159" y="2074"/>
                  </a:lnTo>
                  <a:lnTo>
                    <a:pt x="100" y="2055"/>
                  </a:lnTo>
                  <a:lnTo>
                    <a:pt x="120" y="2074"/>
                  </a:lnTo>
                  <a:lnTo>
                    <a:pt x="159" y="2094"/>
                  </a:lnTo>
                  <a:lnTo>
                    <a:pt x="218" y="2134"/>
                  </a:lnTo>
                  <a:lnTo>
                    <a:pt x="238" y="2134"/>
                  </a:lnTo>
                  <a:lnTo>
                    <a:pt x="278" y="2153"/>
                  </a:lnTo>
                  <a:lnTo>
                    <a:pt x="297" y="2173"/>
                  </a:lnTo>
                  <a:lnTo>
                    <a:pt x="357" y="2213"/>
                  </a:lnTo>
                  <a:lnTo>
                    <a:pt x="376" y="2213"/>
                  </a:lnTo>
                  <a:lnTo>
                    <a:pt x="416" y="2232"/>
                  </a:lnTo>
                  <a:lnTo>
                    <a:pt x="396" y="2252"/>
                  </a:lnTo>
                  <a:lnTo>
                    <a:pt x="396" y="2272"/>
                  </a:lnTo>
                  <a:lnTo>
                    <a:pt x="278" y="2173"/>
                  </a:lnTo>
                  <a:lnTo>
                    <a:pt x="278" y="2193"/>
                  </a:lnTo>
                  <a:lnTo>
                    <a:pt x="238" y="2193"/>
                  </a:lnTo>
                  <a:lnTo>
                    <a:pt x="199" y="2173"/>
                  </a:lnTo>
                  <a:lnTo>
                    <a:pt x="179" y="2153"/>
                  </a:lnTo>
                  <a:lnTo>
                    <a:pt x="159" y="2134"/>
                  </a:lnTo>
                  <a:lnTo>
                    <a:pt x="139" y="2114"/>
                  </a:lnTo>
                  <a:lnTo>
                    <a:pt x="100" y="2134"/>
                  </a:lnTo>
                  <a:lnTo>
                    <a:pt x="80" y="2114"/>
                  </a:lnTo>
                  <a:lnTo>
                    <a:pt x="80" y="2094"/>
                  </a:lnTo>
                  <a:lnTo>
                    <a:pt x="60" y="2094"/>
                  </a:lnTo>
                  <a:lnTo>
                    <a:pt x="60" y="2114"/>
                  </a:lnTo>
                  <a:lnTo>
                    <a:pt x="139" y="2173"/>
                  </a:lnTo>
                  <a:lnTo>
                    <a:pt x="80" y="2173"/>
                  </a:lnTo>
                  <a:lnTo>
                    <a:pt x="80" y="2193"/>
                  </a:lnTo>
                  <a:lnTo>
                    <a:pt x="120" y="2213"/>
                  </a:lnTo>
                  <a:lnTo>
                    <a:pt x="159" y="2252"/>
                  </a:lnTo>
                  <a:lnTo>
                    <a:pt x="199" y="2292"/>
                  </a:lnTo>
                  <a:lnTo>
                    <a:pt x="218" y="2311"/>
                  </a:lnTo>
                  <a:lnTo>
                    <a:pt x="238" y="2331"/>
                  </a:lnTo>
                  <a:lnTo>
                    <a:pt x="60" y="2213"/>
                  </a:lnTo>
                  <a:lnTo>
                    <a:pt x="80" y="2232"/>
                  </a:lnTo>
                  <a:lnTo>
                    <a:pt x="60" y="2232"/>
                  </a:lnTo>
                  <a:lnTo>
                    <a:pt x="120" y="2272"/>
                  </a:lnTo>
                  <a:lnTo>
                    <a:pt x="159" y="2311"/>
                  </a:lnTo>
                  <a:lnTo>
                    <a:pt x="179" y="2331"/>
                  </a:lnTo>
                  <a:lnTo>
                    <a:pt x="159" y="2331"/>
                  </a:lnTo>
                  <a:lnTo>
                    <a:pt x="179" y="2371"/>
                  </a:lnTo>
                  <a:lnTo>
                    <a:pt x="218" y="2391"/>
                  </a:lnTo>
                  <a:lnTo>
                    <a:pt x="278" y="2430"/>
                  </a:lnTo>
                  <a:lnTo>
                    <a:pt x="218" y="2430"/>
                  </a:lnTo>
                  <a:lnTo>
                    <a:pt x="139" y="2371"/>
                  </a:lnTo>
                  <a:lnTo>
                    <a:pt x="159" y="2371"/>
                  </a:lnTo>
                  <a:lnTo>
                    <a:pt x="139" y="2351"/>
                  </a:lnTo>
                  <a:lnTo>
                    <a:pt x="120" y="2371"/>
                  </a:lnTo>
                  <a:lnTo>
                    <a:pt x="80" y="2351"/>
                  </a:lnTo>
                  <a:lnTo>
                    <a:pt x="21" y="2311"/>
                  </a:lnTo>
                  <a:lnTo>
                    <a:pt x="40" y="2351"/>
                  </a:lnTo>
                  <a:lnTo>
                    <a:pt x="80" y="2371"/>
                  </a:lnTo>
                  <a:lnTo>
                    <a:pt x="80" y="2391"/>
                  </a:lnTo>
                  <a:lnTo>
                    <a:pt x="179" y="2470"/>
                  </a:lnTo>
                  <a:lnTo>
                    <a:pt x="199" y="2470"/>
                  </a:lnTo>
                  <a:lnTo>
                    <a:pt x="159" y="2450"/>
                  </a:lnTo>
                  <a:lnTo>
                    <a:pt x="139" y="2430"/>
                  </a:lnTo>
                  <a:lnTo>
                    <a:pt x="120" y="2410"/>
                  </a:lnTo>
                  <a:lnTo>
                    <a:pt x="120" y="2410"/>
                  </a:lnTo>
                  <a:lnTo>
                    <a:pt x="199" y="2450"/>
                  </a:lnTo>
                  <a:lnTo>
                    <a:pt x="238" y="2489"/>
                  </a:lnTo>
                  <a:lnTo>
                    <a:pt x="238" y="2489"/>
                  </a:lnTo>
                  <a:lnTo>
                    <a:pt x="199" y="2430"/>
                  </a:lnTo>
                  <a:lnTo>
                    <a:pt x="258" y="2489"/>
                  </a:lnTo>
                  <a:lnTo>
                    <a:pt x="278" y="2470"/>
                  </a:lnTo>
                  <a:lnTo>
                    <a:pt x="297" y="2470"/>
                  </a:lnTo>
                  <a:lnTo>
                    <a:pt x="357" y="2489"/>
                  </a:lnTo>
                  <a:lnTo>
                    <a:pt x="297" y="2430"/>
                  </a:lnTo>
                  <a:lnTo>
                    <a:pt x="297" y="2430"/>
                  </a:lnTo>
                  <a:lnTo>
                    <a:pt x="376" y="2489"/>
                  </a:lnTo>
                  <a:lnTo>
                    <a:pt x="475" y="2568"/>
                  </a:lnTo>
                  <a:lnTo>
                    <a:pt x="515" y="2608"/>
                  </a:lnTo>
                  <a:lnTo>
                    <a:pt x="534" y="2647"/>
                  </a:lnTo>
                  <a:lnTo>
                    <a:pt x="574" y="2687"/>
                  </a:lnTo>
                  <a:lnTo>
                    <a:pt x="594" y="2707"/>
                  </a:lnTo>
                  <a:lnTo>
                    <a:pt x="574" y="2707"/>
                  </a:lnTo>
                  <a:lnTo>
                    <a:pt x="633" y="2746"/>
                  </a:lnTo>
                  <a:lnTo>
                    <a:pt x="594" y="2746"/>
                  </a:lnTo>
                  <a:lnTo>
                    <a:pt x="613" y="2766"/>
                  </a:lnTo>
                  <a:lnTo>
                    <a:pt x="613" y="2766"/>
                  </a:lnTo>
                  <a:lnTo>
                    <a:pt x="455" y="2667"/>
                  </a:lnTo>
                  <a:lnTo>
                    <a:pt x="337" y="2568"/>
                  </a:lnTo>
                  <a:lnTo>
                    <a:pt x="317" y="2588"/>
                  </a:lnTo>
                  <a:lnTo>
                    <a:pt x="337" y="2628"/>
                  </a:lnTo>
                  <a:lnTo>
                    <a:pt x="337" y="2628"/>
                  </a:lnTo>
                  <a:lnTo>
                    <a:pt x="258" y="2568"/>
                  </a:lnTo>
                  <a:lnTo>
                    <a:pt x="179" y="2509"/>
                  </a:lnTo>
                  <a:lnTo>
                    <a:pt x="199" y="2529"/>
                  </a:lnTo>
                  <a:lnTo>
                    <a:pt x="258" y="2588"/>
                  </a:lnTo>
                  <a:lnTo>
                    <a:pt x="218" y="2568"/>
                  </a:lnTo>
                  <a:lnTo>
                    <a:pt x="199" y="2568"/>
                  </a:lnTo>
                  <a:lnTo>
                    <a:pt x="238" y="2608"/>
                  </a:lnTo>
                  <a:lnTo>
                    <a:pt x="297" y="2667"/>
                  </a:lnTo>
                  <a:lnTo>
                    <a:pt x="330" y="2667"/>
                  </a:lnTo>
                  <a:lnTo>
                    <a:pt x="357" y="2707"/>
                  </a:lnTo>
                  <a:lnTo>
                    <a:pt x="416" y="2707"/>
                  </a:lnTo>
                  <a:lnTo>
                    <a:pt x="455" y="2733"/>
                  </a:lnTo>
                  <a:lnTo>
                    <a:pt x="455" y="2733"/>
                  </a:lnTo>
                  <a:lnTo>
                    <a:pt x="455" y="2746"/>
                  </a:lnTo>
                  <a:lnTo>
                    <a:pt x="475" y="2766"/>
                  </a:lnTo>
                  <a:lnTo>
                    <a:pt x="495" y="2766"/>
                  </a:lnTo>
                  <a:lnTo>
                    <a:pt x="475" y="2726"/>
                  </a:lnTo>
                  <a:lnTo>
                    <a:pt x="475" y="2726"/>
                  </a:lnTo>
                  <a:lnTo>
                    <a:pt x="515" y="2746"/>
                  </a:lnTo>
                  <a:lnTo>
                    <a:pt x="554" y="2746"/>
                  </a:lnTo>
                  <a:lnTo>
                    <a:pt x="633" y="2825"/>
                  </a:lnTo>
                  <a:lnTo>
                    <a:pt x="554" y="2786"/>
                  </a:lnTo>
                  <a:lnTo>
                    <a:pt x="554" y="2805"/>
                  </a:lnTo>
                  <a:lnTo>
                    <a:pt x="574" y="2825"/>
                  </a:lnTo>
                  <a:lnTo>
                    <a:pt x="613" y="2825"/>
                  </a:lnTo>
                  <a:lnTo>
                    <a:pt x="653" y="2884"/>
                  </a:lnTo>
                  <a:lnTo>
                    <a:pt x="653" y="2904"/>
                  </a:lnTo>
                  <a:lnTo>
                    <a:pt x="673" y="2904"/>
                  </a:lnTo>
                  <a:lnTo>
                    <a:pt x="732" y="2963"/>
                  </a:lnTo>
                  <a:lnTo>
                    <a:pt x="791" y="3003"/>
                  </a:lnTo>
                  <a:lnTo>
                    <a:pt x="791" y="3003"/>
                  </a:lnTo>
                  <a:lnTo>
                    <a:pt x="771" y="2983"/>
                  </a:lnTo>
                  <a:lnTo>
                    <a:pt x="732" y="2944"/>
                  </a:lnTo>
                  <a:lnTo>
                    <a:pt x="752" y="2944"/>
                  </a:lnTo>
                  <a:lnTo>
                    <a:pt x="811" y="2983"/>
                  </a:lnTo>
                  <a:lnTo>
                    <a:pt x="771" y="2924"/>
                  </a:lnTo>
                  <a:lnTo>
                    <a:pt x="791" y="2944"/>
                  </a:lnTo>
                  <a:lnTo>
                    <a:pt x="811" y="2944"/>
                  </a:lnTo>
                  <a:lnTo>
                    <a:pt x="791" y="2904"/>
                  </a:lnTo>
                  <a:lnTo>
                    <a:pt x="752" y="2884"/>
                  </a:lnTo>
                  <a:lnTo>
                    <a:pt x="732" y="2845"/>
                  </a:lnTo>
                  <a:lnTo>
                    <a:pt x="673" y="2786"/>
                  </a:lnTo>
                  <a:lnTo>
                    <a:pt x="732" y="2825"/>
                  </a:lnTo>
                  <a:lnTo>
                    <a:pt x="771" y="2845"/>
                  </a:lnTo>
                  <a:lnTo>
                    <a:pt x="692" y="2766"/>
                  </a:lnTo>
                  <a:lnTo>
                    <a:pt x="673" y="2746"/>
                  </a:lnTo>
                  <a:lnTo>
                    <a:pt x="653" y="2726"/>
                  </a:lnTo>
                  <a:lnTo>
                    <a:pt x="633" y="2726"/>
                  </a:lnTo>
                  <a:lnTo>
                    <a:pt x="653" y="2746"/>
                  </a:lnTo>
                  <a:lnTo>
                    <a:pt x="673" y="2766"/>
                  </a:lnTo>
                  <a:lnTo>
                    <a:pt x="673" y="2766"/>
                  </a:lnTo>
                  <a:lnTo>
                    <a:pt x="613" y="2726"/>
                  </a:lnTo>
                  <a:lnTo>
                    <a:pt x="574" y="2667"/>
                  </a:lnTo>
                  <a:lnTo>
                    <a:pt x="633" y="2707"/>
                  </a:lnTo>
                  <a:lnTo>
                    <a:pt x="673" y="2707"/>
                  </a:lnTo>
                  <a:lnTo>
                    <a:pt x="692" y="2726"/>
                  </a:lnTo>
                  <a:lnTo>
                    <a:pt x="712" y="2746"/>
                  </a:lnTo>
                  <a:lnTo>
                    <a:pt x="752" y="2786"/>
                  </a:lnTo>
                  <a:lnTo>
                    <a:pt x="791" y="2805"/>
                  </a:lnTo>
                  <a:lnTo>
                    <a:pt x="752" y="2766"/>
                  </a:lnTo>
                  <a:lnTo>
                    <a:pt x="732" y="2746"/>
                  </a:lnTo>
                  <a:lnTo>
                    <a:pt x="673" y="2687"/>
                  </a:lnTo>
                  <a:lnTo>
                    <a:pt x="692" y="2687"/>
                  </a:lnTo>
                  <a:lnTo>
                    <a:pt x="692" y="2667"/>
                  </a:lnTo>
                  <a:lnTo>
                    <a:pt x="673" y="2647"/>
                  </a:lnTo>
                  <a:lnTo>
                    <a:pt x="673" y="2628"/>
                  </a:lnTo>
                  <a:lnTo>
                    <a:pt x="712" y="2647"/>
                  </a:lnTo>
                  <a:lnTo>
                    <a:pt x="633" y="2588"/>
                  </a:lnTo>
                  <a:lnTo>
                    <a:pt x="633" y="2568"/>
                  </a:lnTo>
                  <a:lnTo>
                    <a:pt x="633" y="2549"/>
                  </a:lnTo>
                  <a:lnTo>
                    <a:pt x="673" y="2568"/>
                  </a:lnTo>
                  <a:lnTo>
                    <a:pt x="633" y="2489"/>
                  </a:lnTo>
                  <a:lnTo>
                    <a:pt x="534" y="2450"/>
                  </a:lnTo>
                  <a:lnTo>
                    <a:pt x="503" y="2419"/>
                  </a:lnTo>
                  <a:lnTo>
                    <a:pt x="515" y="2430"/>
                  </a:lnTo>
                  <a:lnTo>
                    <a:pt x="554" y="2450"/>
                  </a:lnTo>
                  <a:lnTo>
                    <a:pt x="574" y="2450"/>
                  </a:lnTo>
                  <a:lnTo>
                    <a:pt x="554" y="2430"/>
                  </a:lnTo>
                  <a:lnTo>
                    <a:pt x="692" y="2529"/>
                  </a:lnTo>
                  <a:lnTo>
                    <a:pt x="653" y="2489"/>
                  </a:lnTo>
                  <a:lnTo>
                    <a:pt x="633" y="2450"/>
                  </a:lnTo>
                  <a:lnTo>
                    <a:pt x="712" y="2509"/>
                  </a:lnTo>
                  <a:lnTo>
                    <a:pt x="752" y="2549"/>
                  </a:lnTo>
                  <a:lnTo>
                    <a:pt x="712" y="2549"/>
                  </a:lnTo>
                  <a:lnTo>
                    <a:pt x="732" y="2568"/>
                  </a:lnTo>
                  <a:lnTo>
                    <a:pt x="732" y="2588"/>
                  </a:lnTo>
                  <a:lnTo>
                    <a:pt x="712" y="2588"/>
                  </a:lnTo>
                  <a:lnTo>
                    <a:pt x="752" y="2608"/>
                  </a:lnTo>
                  <a:lnTo>
                    <a:pt x="771" y="2628"/>
                  </a:lnTo>
                  <a:lnTo>
                    <a:pt x="771" y="2647"/>
                  </a:lnTo>
                  <a:lnTo>
                    <a:pt x="791" y="2647"/>
                  </a:lnTo>
                  <a:lnTo>
                    <a:pt x="831" y="2667"/>
                  </a:lnTo>
                  <a:lnTo>
                    <a:pt x="870" y="2687"/>
                  </a:lnTo>
                  <a:lnTo>
                    <a:pt x="850" y="2667"/>
                  </a:lnTo>
                  <a:lnTo>
                    <a:pt x="910" y="2687"/>
                  </a:lnTo>
                  <a:lnTo>
                    <a:pt x="949" y="2726"/>
                  </a:lnTo>
                  <a:lnTo>
                    <a:pt x="949" y="2746"/>
                  </a:lnTo>
                  <a:lnTo>
                    <a:pt x="969" y="2766"/>
                  </a:lnTo>
                  <a:lnTo>
                    <a:pt x="989" y="2766"/>
                  </a:lnTo>
                  <a:lnTo>
                    <a:pt x="1008" y="2746"/>
                  </a:lnTo>
                  <a:lnTo>
                    <a:pt x="850" y="2608"/>
                  </a:lnTo>
                  <a:lnTo>
                    <a:pt x="831" y="2568"/>
                  </a:lnTo>
                  <a:lnTo>
                    <a:pt x="850" y="2568"/>
                  </a:lnTo>
                  <a:lnTo>
                    <a:pt x="890" y="2608"/>
                  </a:lnTo>
                  <a:lnTo>
                    <a:pt x="929" y="2647"/>
                  </a:lnTo>
                  <a:lnTo>
                    <a:pt x="969" y="2647"/>
                  </a:lnTo>
                  <a:lnTo>
                    <a:pt x="929" y="2628"/>
                  </a:lnTo>
                  <a:lnTo>
                    <a:pt x="949" y="2608"/>
                  </a:lnTo>
                  <a:lnTo>
                    <a:pt x="1028" y="2647"/>
                  </a:lnTo>
                  <a:lnTo>
                    <a:pt x="1028" y="2667"/>
                  </a:lnTo>
                  <a:lnTo>
                    <a:pt x="1008" y="2667"/>
                  </a:lnTo>
                  <a:lnTo>
                    <a:pt x="1008" y="2687"/>
                  </a:lnTo>
                  <a:lnTo>
                    <a:pt x="1048" y="2707"/>
                  </a:lnTo>
                  <a:lnTo>
                    <a:pt x="1028" y="2707"/>
                  </a:lnTo>
                  <a:lnTo>
                    <a:pt x="1087" y="2726"/>
                  </a:lnTo>
                  <a:lnTo>
                    <a:pt x="1107" y="2726"/>
                  </a:lnTo>
                  <a:lnTo>
                    <a:pt x="1068" y="2707"/>
                  </a:lnTo>
                  <a:lnTo>
                    <a:pt x="1087" y="2707"/>
                  </a:lnTo>
                  <a:lnTo>
                    <a:pt x="1147" y="2746"/>
                  </a:lnTo>
                  <a:lnTo>
                    <a:pt x="1186" y="2726"/>
                  </a:lnTo>
                  <a:lnTo>
                    <a:pt x="1206" y="2726"/>
                  </a:lnTo>
                  <a:lnTo>
                    <a:pt x="1206" y="2707"/>
                  </a:lnTo>
                  <a:lnTo>
                    <a:pt x="1166" y="2667"/>
                  </a:lnTo>
                  <a:lnTo>
                    <a:pt x="1087" y="2588"/>
                  </a:lnTo>
                  <a:lnTo>
                    <a:pt x="1087" y="2588"/>
                  </a:lnTo>
                  <a:lnTo>
                    <a:pt x="1186" y="2647"/>
                  </a:lnTo>
                  <a:lnTo>
                    <a:pt x="1245" y="2667"/>
                  </a:lnTo>
                  <a:lnTo>
                    <a:pt x="1186" y="2628"/>
                  </a:lnTo>
                  <a:lnTo>
                    <a:pt x="1147" y="2588"/>
                  </a:lnTo>
                  <a:lnTo>
                    <a:pt x="1087" y="2549"/>
                  </a:lnTo>
                  <a:lnTo>
                    <a:pt x="1087" y="2529"/>
                  </a:lnTo>
                  <a:lnTo>
                    <a:pt x="1147" y="2568"/>
                  </a:lnTo>
                  <a:lnTo>
                    <a:pt x="1166" y="2588"/>
                  </a:lnTo>
                  <a:lnTo>
                    <a:pt x="1206" y="2588"/>
                  </a:lnTo>
                  <a:lnTo>
                    <a:pt x="1265" y="2608"/>
                  </a:lnTo>
                  <a:lnTo>
                    <a:pt x="1226" y="2568"/>
                  </a:lnTo>
                  <a:lnTo>
                    <a:pt x="1206" y="2549"/>
                  </a:lnTo>
                  <a:lnTo>
                    <a:pt x="1186" y="2549"/>
                  </a:lnTo>
                  <a:lnTo>
                    <a:pt x="1127" y="2489"/>
                  </a:lnTo>
                  <a:lnTo>
                    <a:pt x="1166" y="2489"/>
                  </a:lnTo>
                  <a:lnTo>
                    <a:pt x="1206" y="2509"/>
                  </a:lnTo>
                  <a:lnTo>
                    <a:pt x="1226" y="2529"/>
                  </a:lnTo>
                  <a:lnTo>
                    <a:pt x="1245" y="2549"/>
                  </a:lnTo>
                  <a:lnTo>
                    <a:pt x="1265" y="2549"/>
                  </a:lnTo>
                  <a:lnTo>
                    <a:pt x="1245" y="2529"/>
                  </a:lnTo>
                  <a:lnTo>
                    <a:pt x="1265" y="2509"/>
                  </a:lnTo>
                  <a:lnTo>
                    <a:pt x="1285" y="2529"/>
                  </a:lnTo>
                  <a:lnTo>
                    <a:pt x="1305" y="2509"/>
                  </a:lnTo>
                  <a:lnTo>
                    <a:pt x="1265" y="2470"/>
                  </a:lnTo>
                  <a:lnTo>
                    <a:pt x="1285" y="2470"/>
                  </a:lnTo>
                  <a:lnTo>
                    <a:pt x="1285" y="2450"/>
                  </a:lnTo>
                  <a:lnTo>
                    <a:pt x="1219" y="2397"/>
                  </a:lnTo>
                  <a:lnTo>
                    <a:pt x="1219" y="2397"/>
                  </a:lnTo>
                  <a:lnTo>
                    <a:pt x="1245" y="2410"/>
                  </a:lnTo>
                  <a:lnTo>
                    <a:pt x="1324" y="2470"/>
                  </a:lnTo>
                  <a:lnTo>
                    <a:pt x="1285" y="2410"/>
                  </a:lnTo>
                  <a:lnTo>
                    <a:pt x="1344" y="2430"/>
                  </a:lnTo>
                  <a:lnTo>
                    <a:pt x="1324" y="2391"/>
                  </a:lnTo>
                  <a:lnTo>
                    <a:pt x="1305" y="2331"/>
                  </a:lnTo>
                  <a:lnTo>
                    <a:pt x="1285" y="2292"/>
                  </a:lnTo>
                  <a:lnTo>
                    <a:pt x="1364" y="2371"/>
                  </a:lnTo>
                  <a:lnTo>
                    <a:pt x="1384" y="2391"/>
                  </a:lnTo>
                  <a:lnTo>
                    <a:pt x="1403" y="2410"/>
                  </a:lnTo>
                  <a:lnTo>
                    <a:pt x="1403" y="2391"/>
                  </a:lnTo>
                  <a:lnTo>
                    <a:pt x="1423" y="2391"/>
                  </a:lnTo>
                  <a:lnTo>
                    <a:pt x="1423" y="2371"/>
                  </a:lnTo>
                  <a:lnTo>
                    <a:pt x="1403" y="2351"/>
                  </a:lnTo>
                  <a:lnTo>
                    <a:pt x="1344" y="2311"/>
                  </a:lnTo>
                  <a:lnTo>
                    <a:pt x="1344" y="2292"/>
                  </a:lnTo>
                  <a:lnTo>
                    <a:pt x="1364" y="2311"/>
                  </a:lnTo>
                  <a:lnTo>
                    <a:pt x="1403" y="2331"/>
                  </a:lnTo>
                  <a:lnTo>
                    <a:pt x="1403" y="2331"/>
                  </a:lnTo>
                  <a:lnTo>
                    <a:pt x="1364" y="2292"/>
                  </a:lnTo>
                  <a:lnTo>
                    <a:pt x="1364" y="2272"/>
                  </a:lnTo>
                  <a:lnTo>
                    <a:pt x="1364" y="2252"/>
                  </a:lnTo>
                  <a:lnTo>
                    <a:pt x="1403" y="2292"/>
                  </a:lnTo>
                  <a:lnTo>
                    <a:pt x="1403" y="2292"/>
                  </a:lnTo>
                  <a:lnTo>
                    <a:pt x="1364" y="2232"/>
                  </a:lnTo>
                  <a:lnTo>
                    <a:pt x="1285" y="2173"/>
                  </a:lnTo>
                  <a:lnTo>
                    <a:pt x="1245" y="2153"/>
                  </a:lnTo>
                  <a:lnTo>
                    <a:pt x="1245" y="2153"/>
                  </a:lnTo>
                  <a:lnTo>
                    <a:pt x="1265" y="2193"/>
                  </a:lnTo>
                  <a:lnTo>
                    <a:pt x="1265" y="2213"/>
                  </a:lnTo>
                  <a:lnTo>
                    <a:pt x="1206" y="2193"/>
                  </a:lnTo>
                  <a:lnTo>
                    <a:pt x="1147" y="2153"/>
                  </a:lnTo>
                  <a:lnTo>
                    <a:pt x="1147" y="2153"/>
                  </a:lnTo>
                  <a:lnTo>
                    <a:pt x="1186" y="2173"/>
                  </a:lnTo>
                  <a:lnTo>
                    <a:pt x="1147" y="2134"/>
                  </a:lnTo>
                  <a:lnTo>
                    <a:pt x="1127" y="2114"/>
                  </a:lnTo>
                  <a:lnTo>
                    <a:pt x="1048" y="2055"/>
                  </a:lnTo>
                  <a:lnTo>
                    <a:pt x="1048" y="2015"/>
                  </a:lnTo>
                  <a:lnTo>
                    <a:pt x="1087" y="2055"/>
                  </a:lnTo>
                  <a:lnTo>
                    <a:pt x="1087" y="2055"/>
                  </a:lnTo>
                  <a:lnTo>
                    <a:pt x="1068" y="2015"/>
                  </a:lnTo>
                  <a:lnTo>
                    <a:pt x="1107" y="2035"/>
                  </a:lnTo>
                  <a:lnTo>
                    <a:pt x="1127" y="2035"/>
                  </a:lnTo>
                  <a:lnTo>
                    <a:pt x="1127" y="2015"/>
                  </a:lnTo>
                  <a:lnTo>
                    <a:pt x="1107" y="1995"/>
                  </a:lnTo>
                  <a:lnTo>
                    <a:pt x="1166" y="2015"/>
                  </a:lnTo>
                  <a:lnTo>
                    <a:pt x="1147" y="2015"/>
                  </a:lnTo>
                  <a:lnTo>
                    <a:pt x="1166" y="2055"/>
                  </a:lnTo>
                  <a:lnTo>
                    <a:pt x="1206" y="2074"/>
                  </a:lnTo>
                  <a:lnTo>
                    <a:pt x="1206" y="2094"/>
                  </a:lnTo>
                  <a:lnTo>
                    <a:pt x="1265" y="2114"/>
                  </a:lnTo>
                  <a:lnTo>
                    <a:pt x="1305" y="2153"/>
                  </a:lnTo>
                  <a:lnTo>
                    <a:pt x="1384" y="2232"/>
                  </a:lnTo>
                  <a:lnTo>
                    <a:pt x="1403" y="2232"/>
                  </a:lnTo>
                  <a:lnTo>
                    <a:pt x="1443" y="2252"/>
                  </a:lnTo>
                  <a:lnTo>
                    <a:pt x="1423" y="2213"/>
                  </a:lnTo>
                  <a:lnTo>
                    <a:pt x="1423" y="2193"/>
                  </a:lnTo>
                  <a:lnTo>
                    <a:pt x="1403" y="2153"/>
                  </a:lnTo>
                  <a:lnTo>
                    <a:pt x="1423" y="2173"/>
                  </a:lnTo>
                  <a:lnTo>
                    <a:pt x="1443" y="2193"/>
                  </a:lnTo>
                  <a:lnTo>
                    <a:pt x="1463" y="2153"/>
                  </a:lnTo>
                  <a:lnTo>
                    <a:pt x="1423" y="2114"/>
                  </a:lnTo>
                  <a:lnTo>
                    <a:pt x="1463" y="2114"/>
                  </a:lnTo>
                  <a:lnTo>
                    <a:pt x="1502" y="2153"/>
                  </a:lnTo>
                  <a:lnTo>
                    <a:pt x="1522" y="2134"/>
                  </a:lnTo>
                  <a:lnTo>
                    <a:pt x="1522" y="2114"/>
                  </a:lnTo>
                  <a:lnTo>
                    <a:pt x="1482" y="2074"/>
                  </a:lnTo>
                  <a:lnTo>
                    <a:pt x="1463" y="2035"/>
                  </a:lnTo>
                  <a:lnTo>
                    <a:pt x="1463" y="2015"/>
                  </a:lnTo>
                  <a:lnTo>
                    <a:pt x="1482" y="1995"/>
                  </a:lnTo>
                  <a:lnTo>
                    <a:pt x="1522" y="2035"/>
                  </a:lnTo>
                  <a:lnTo>
                    <a:pt x="1502" y="1995"/>
                  </a:lnTo>
                  <a:lnTo>
                    <a:pt x="1542" y="2015"/>
                  </a:lnTo>
                  <a:lnTo>
                    <a:pt x="1542" y="1976"/>
                  </a:lnTo>
                  <a:lnTo>
                    <a:pt x="1542" y="1956"/>
                  </a:lnTo>
                  <a:lnTo>
                    <a:pt x="1581" y="1976"/>
                  </a:lnTo>
                  <a:lnTo>
                    <a:pt x="1561" y="1936"/>
                  </a:lnTo>
                  <a:lnTo>
                    <a:pt x="1502" y="1877"/>
                  </a:lnTo>
                  <a:lnTo>
                    <a:pt x="1561" y="1916"/>
                  </a:lnTo>
                  <a:lnTo>
                    <a:pt x="1601" y="1936"/>
                  </a:lnTo>
                  <a:lnTo>
                    <a:pt x="1601" y="1837"/>
                  </a:lnTo>
                  <a:lnTo>
                    <a:pt x="1621" y="1758"/>
                  </a:lnTo>
                  <a:lnTo>
                    <a:pt x="1640" y="1778"/>
                  </a:lnTo>
                  <a:lnTo>
                    <a:pt x="1640" y="1739"/>
                  </a:lnTo>
                  <a:lnTo>
                    <a:pt x="1640" y="1699"/>
                  </a:lnTo>
                  <a:lnTo>
                    <a:pt x="1621" y="1660"/>
                  </a:lnTo>
                  <a:lnTo>
                    <a:pt x="1621" y="1640"/>
                  </a:lnTo>
                  <a:lnTo>
                    <a:pt x="1640" y="1640"/>
                  </a:lnTo>
                  <a:lnTo>
                    <a:pt x="1621" y="1600"/>
                  </a:lnTo>
                  <a:lnTo>
                    <a:pt x="1561" y="1561"/>
                  </a:lnTo>
                  <a:lnTo>
                    <a:pt x="1463" y="1502"/>
                  </a:lnTo>
                  <a:lnTo>
                    <a:pt x="1443" y="1482"/>
                  </a:lnTo>
                  <a:lnTo>
                    <a:pt x="1463" y="1482"/>
                  </a:lnTo>
                  <a:lnTo>
                    <a:pt x="1482" y="1502"/>
                  </a:lnTo>
                  <a:lnTo>
                    <a:pt x="1522" y="1521"/>
                  </a:lnTo>
                  <a:lnTo>
                    <a:pt x="1542" y="1521"/>
                  </a:lnTo>
                  <a:lnTo>
                    <a:pt x="1621" y="1581"/>
                  </a:lnTo>
                  <a:lnTo>
                    <a:pt x="1680" y="1620"/>
                  </a:lnTo>
                  <a:lnTo>
                    <a:pt x="1680" y="1620"/>
                  </a:lnTo>
                  <a:lnTo>
                    <a:pt x="1640" y="1561"/>
                  </a:lnTo>
                  <a:lnTo>
                    <a:pt x="1660" y="1561"/>
                  </a:lnTo>
                  <a:lnTo>
                    <a:pt x="1660" y="1541"/>
                  </a:lnTo>
                  <a:lnTo>
                    <a:pt x="1680" y="1541"/>
                  </a:lnTo>
                  <a:lnTo>
                    <a:pt x="1700" y="1561"/>
                  </a:lnTo>
                  <a:lnTo>
                    <a:pt x="1719" y="1581"/>
                  </a:lnTo>
                  <a:lnTo>
                    <a:pt x="1700" y="1581"/>
                  </a:lnTo>
                  <a:lnTo>
                    <a:pt x="1700" y="1600"/>
                  </a:lnTo>
                  <a:lnTo>
                    <a:pt x="1739" y="1640"/>
                  </a:lnTo>
                  <a:lnTo>
                    <a:pt x="1719" y="1600"/>
                  </a:lnTo>
                  <a:lnTo>
                    <a:pt x="1739" y="1581"/>
                  </a:lnTo>
                  <a:lnTo>
                    <a:pt x="1739" y="1561"/>
                  </a:lnTo>
                  <a:lnTo>
                    <a:pt x="1700" y="1541"/>
                  </a:lnTo>
                  <a:lnTo>
                    <a:pt x="1700" y="1521"/>
                  </a:lnTo>
                  <a:lnTo>
                    <a:pt x="1660" y="1462"/>
                  </a:lnTo>
                  <a:lnTo>
                    <a:pt x="1680" y="1477"/>
                  </a:lnTo>
                  <a:lnTo>
                    <a:pt x="1680" y="1477"/>
                  </a:lnTo>
                  <a:lnTo>
                    <a:pt x="1680" y="1462"/>
                  </a:lnTo>
                  <a:lnTo>
                    <a:pt x="1700" y="1442"/>
                  </a:lnTo>
                  <a:lnTo>
                    <a:pt x="1719" y="1442"/>
                  </a:lnTo>
                  <a:lnTo>
                    <a:pt x="1779" y="1482"/>
                  </a:lnTo>
                  <a:lnTo>
                    <a:pt x="1759" y="1442"/>
                  </a:lnTo>
                  <a:lnTo>
                    <a:pt x="1779" y="1462"/>
                  </a:lnTo>
                  <a:lnTo>
                    <a:pt x="1818" y="1423"/>
                  </a:lnTo>
                  <a:lnTo>
                    <a:pt x="1838" y="1403"/>
                  </a:lnTo>
                  <a:lnTo>
                    <a:pt x="1858" y="1403"/>
                  </a:lnTo>
                  <a:lnTo>
                    <a:pt x="1858" y="1363"/>
                  </a:lnTo>
                  <a:lnTo>
                    <a:pt x="1798" y="1304"/>
                  </a:lnTo>
                  <a:lnTo>
                    <a:pt x="1739" y="1284"/>
                  </a:lnTo>
                  <a:lnTo>
                    <a:pt x="1719" y="1245"/>
                  </a:lnTo>
                  <a:lnTo>
                    <a:pt x="1719" y="1225"/>
                  </a:lnTo>
                  <a:lnTo>
                    <a:pt x="1759" y="1265"/>
                  </a:lnTo>
                  <a:lnTo>
                    <a:pt x="1798" y="1284"/>
                  </a:lnTo>
                  <a:lnTo>
                    <a:pt x="1838" y="1304"/>
                  </a:lnTo>
                  <a:lnTo>
                    <a:pt x="1838" y="1284"/>
                  </a:lnTo>
                  <a:lnTo>
                    <a:pt x="1877" y="1304"/>
                  </a:lnTo>
                  <a:lnTo>
                    <a:pt x="1877" y="1265"/>
                  </a:lnTo>
                  <a:lnTo>
                    <a:pt x="1838" y="1225"/>
                  </a:lnTo>
                  <a:lnTo>
                    <a:pt x="1838" y="1225"/>
                  </a:lnTo>
                  <a:lnTo>
                    <a:pt x="1877" y="1245"/>
                  </a:lnTo>
                  <a:lnTo>
                    <a:pt x="1897" y="1284"/>
                  </a:lnTo>
                  <a:lnTo>
                    <a:pt x="1897" y="1265"/>
                  </a:lnTo>
                  <a:lnTo>
                    <a:pt x="1917" y="1284"/>
                  </a:lnTo>
                  <a:lnTo>
                    <a:pt x="1917" y="1265"/>
                  </a:lnTo>
                  <a:lnTo>
                    <a:pt x="1897" y="1225"/>
                  </a:lnTo>
                  <a:lnTo>
                    <a:pt x="1858" y="1186"/>
                  </a:lnTo>
                  <a:lnTo>
                    <a:pt x="1838" y="1126"/>
                  </a:lnTo>
                  <a:lnTo>
                    <a:pt x="1858" y="1126"/>
                  </a:lnTo>
                  <a:lnTo>
                    <a:pt x="1818" y="1087"/>
                  </a:lnTo>
                  <a:lnTo>
                    <a:pt x="1779" y="1028"/>
                  </a:lnTo>
                  <a:lnTo>
                    <a:pt x="1818" y="1067"/>
                  </a:lnTo>
                  <a:lnTo>
                    <a:pt x="1838" y="1067"/>
                  </a:lnTo>
                  <a:lnTo>
                    <a:pt x="1818" y="1047"/>
                  </a:lnTo>
                  <a:lnTo>
                    <a:pt x="1917" y="1107"/>
                  </a:lnTo>
                  <a:lnTo>
                    <a:pt x="1877" y="1107"/>
                  </a:lnTo>
                  <a:lnTo>
                    <a:pt x="1858" y="1087"/>
                  </a:lnTo>
                  <a:lnTo>
                    <a:pt x="1858" y="1107"/>
                  </a:lnTo>
                  <a:lnTo>
                    <a:pt x="1937" y="1146"/>
                  </a:lnTo>
                  <a:lnTo>
                    <a:pt x="1976" y="1146"/>
                  </a:lnTo>
                  <a:lnTo>
                    <a:pt x="1996" y="1126"/>
                  </a:lnTo>
                  <a:lnTo>
                    <a:pt x="1996" y="1107"/>
                  </a:lnTo>
                  <a:lnTo>
                    <a:pt x="1996" y="1067"/>
                  </a:lnTo>
                  <a:lnTo>
                    <a:pt x="2016" y="1047"/>
                  </a:lnTo>
                  <a:lnTo>
                    <a:pt x="1996" y="1028"/>
                  </a:lnTo>
                  <a:lnTo>
                    <a:pt x="1956" y="968"/>
                  </a:lnTo>
                  <a:lnTo>
                    <a:pt x="1996" y="1008"/>
                  </a:lnTo>
                  <a:lnTo>
                    <a:pt x="2075" y="1008"/>
                  </a:lnTo>
                  <a:lnTo>
                    <a:pt x="2075" y="988"/>
                  </a:lnTo>
                  <a:lnTo>
                    <a:pt x="2095" y="968"/>
                  </a:lnTo>
                  <a:lnTo>
                    <a:pt x="2095" y="949"/>
                  </a:lnTo>
                  <a:lnTo>
                    <a:pt x="2075" y="909"/>
                  </a:lnTo>
                  <a:lnTo>
                    <a:pt x="2075" y="909"/>
                  </a:lnTo>
                  <a:lnTo>
                    <a:pt x="2114" y="929"/>
                  </a:lnTo>
                  <a:lnTo>
                    <a:pt x="2055" y="850"/>
                  </a:lnTo>
                  <a:lnTo>
                    <a:pt x="2055" y="810"/>
                  </a:lnTo>
                  <a:lnTo>
                    <a:pt x="2016" y="751"/>
                  </a:lnTo>
                  <a:lnTo>
                    <a:pt x="1937" y="672"/>
                  </a:lnTo>
                  <a:lnTo>
                    <a:pt x="1996" y="712"/>
                  </a:lnTo>
                  <a:lnTo>
                    <a:pt x="2035" y="751"/>
                  </a:lnTo>
                  <a:lnTo>
                    <a:pt x="2035" y="731"/>
                  </a:lnTo>
                  <a:lnTo>
                    <a:pt x="2016" y="712"/>
                  </a:lnTo>
                  <a:lnTo>
                    <a:pt x="2016" y="692"/>
                  </a:lnTo>
                  <a:lnTo>
                    <a:pt x="2035" y="692"/>
                  </a:lnTo>
                  <a:lnTo>
                    <a:pt x="2055" y="712"/>
                  </a:lnTo>
                  <a:lnTo>
                    <a:pt x="2075" y="731"/>
                  </a:lnTo>
                  <a:lnTo>
                    <a:pt x="2095" y="731"/>
                  </a:lnTo>
                  <a:lnTo>
                    <a:pt x="2075" y="712"/>
                  </a:lnTo>
                  <a:lnTo>
                    <a:pt x="2095" y="712"/>
                  </a:lnTo>
                  <a:lnTo>
                    <a:pt x="2016" y="652"/>
                  </a:lnTo>
                  <a:lnTo>
                    <a:pt x="1996" y="613"/>
                  </a:lnTo>
                  <a:lnTo>
                    <a:pt x="1976" y="613"/>
                  </a:lnTo>
                  <a:lnTo>
                    <a:pt x="1956" y="573"/>
                  </a:lnTo>
                  <a:lnTo>
                    <a:pt x="1956" y="514"/>
                  </a:lnTo>
                  <a:lnTo>
                    <a:pt x="1956" y="435"/>
                  </a:lnTo>
                  <a:lnTo>
                    <a:pt x="1996" y="396"/>
                  </a:lnTo>
                  <a:lnTo>
                    <a:pt x="2035" y="356"/>
                  </a:lnTo>
                  <a:lnTo>
                    <a:pt x="2075" y="396"/>
                  </a:lnTo>
                  <a:lnTo>
                    <a:pt x="2075" y="376"/>
                  </a:lnTo>
                  <a:lnTo>
                    <a:pt x="2134" y="376"/>
                  </a:lnTo>
                  <a:lnTo>
                    <a:pt x="2114" y="356"/>
                  </a:lnTo>
                  <a:lnTo>
                    <a:pt x="2095" y="336"/>
                  </a:lnTo>
                  <a:lnTo>
                    <a:pt x="2134" y="356"/>
                  </a:lnTo>
                  <a:lnTo>
                    <a:pt x="2134" y="376"/>
                  </a:lnTo>
                  <a:lnTo>
                    <a:pt x="2154" y="356"/>
                  </a:lnTo>
                  <a:lnTo>
                    <a:pt x="2193" y="376"/>
                  </a:lnTo>
                  <a:lnTo>
                    <a:pt x="2213" y="376"/>
                  </a:lnTo>
                  <a:lnTo>
                    <a:pt x="2213" y="336"/>
                  </a:lnTo>
                  <a:lnTo>
                    <a:pt x="2272" y="376"/>
                  </a:lnTo>
                  <a:lnTo>
                    <a:pt x="2351" y="396"/>
                  </a:lnTo>
                  <a:lnTo>
                    <a:pt x="2351" y="396"/>
                  </a:lnTo>
                  <a:lnTo>
                    <a:pt x="2312" y="376"/>
                  </a:lnTo>
                  <a:lnTo>
                    <a:pt x="2292" y="336"/>
                  </a:lnTo>
                  <a:lnTo>
                    <a:pt x="2272" y="336"/>
                  </a:lnTo>
                  <a:lnTo>
                    <a:pt x="2253" y="317"/>
                  </a:lnTo>
                  <a:lnTo>
                    <a:pt x="2233" y="277"/>
                  </a:lnTo>
                  <a:lnTo>
                    <a:pt x="2095" y="198"/>
                  </a:lnTo>
                  <a:lnTo>
                    <a:pt x="1956" y="119"/>
                  </a:lnTo>
                  <a:lnTo>
                    <a:pt x="1937" y="119"/>
                  </a:lnTo>
                  <a:lnTo>
                    <a:pt x="1897" y="99"/>
                  </a:lnTo>
                  <a:lnTo>
                    <a:pt x="1838" y="60"/>
                  </a:lnTo>
                  <a:lnTo>
                    <a:pt x="1818" y="60"/>
                  </a:lnTo>
                  <a:lnTo>
                    <a:pt x="1858" y="99"/>
                  </a:lnTo>
                  <a:lnTo>
                    <a:pt x="1818" y="99"/>
                  </a:lnTo>
                  <a:lnTo>
                    <a:pt x="1798" y="80"/>
                  </a:lnTo>
                  <a:lnTo>
                    <a:pt x="1818" y="119"/>
                  </a:lnTo>
                  <a:lnTo>
                    <a:pt x="1759" y="80"/>
                  </a:lnTo>
                  <a:lnTo>
                    <a:pt x="1700" y="40"/>
                  </a:lnTo>
                  <a:lnTo>
                    <a:pt x="1680" y="40"/>
                  </a:lnTo>
                  <a:lnTo>
                    <a:pt x="1680" y="60"/>
                  </a:lnTo>
                  <a:lnTo>
                    <a:pt x="1700" y="80"/>
                  </a:lnTo>
                  <a:lnTo>
                    <a:pt x="1660" y="80"/>
                  </a:lnTo>
                  <a:lnTo>
                    <a:pt x="1640" y="40"/>
                  </a:lnTo>
                  <a:lnTo>
                    <a:pt x="1640" y="60"/>
                  </a:lnTo>
                  <a:lnTo>
                    <a:pt x="1621" y="40"/>
                  </a:lnTo>
                  <a:lnTo>
                    <a:pt x="1561" y="20"/>
                  </a:lnTo>
                  <a:lnTo>
                    <a:pt x="1640" y="80"/>
                  </a:lnTo>
                  <a:lnTo>
                    <a:pt x="1621" y="80"/>
                  </a:lnTo>
                  <a:lnTo>
                    <a:pt x="1700" y="119"/>
                  </a:lnTo>
                  <a:lnTo>
                    <a:pt x="1719" y="159"/>
                  </a:lnTo>
                  <a:lnTo>
                    <a:pt x="1680" y="119"/>
                  </a:lnTo>
                  <a:lnTo>
                    <a:pt x="1660" y="119"/>
                  </a:lnTo>
                  <a:lnTo>
                    <a:pt x="1640" y="99"/>
                  </a:lnTo>
                  <a:lnTo>
                    <a:pt x="1581" y="40"/>
                  </a:lnTo>
                  <a:lnTo>
                    <a:pt x="1542" y="40"/>
                  </a:lnTo>
                  <a:lnTo>
                    <a:pt x="1542" y="60"/>
                  </a:lnTo>
                  <a:lnTo>
                    <a:pt x="1522" y="40"/>
                  </a:lnTo>
                  <a:lnTo>
                    <a:pt x="1502" y="20"/>
                  </a:lnTo>
                  <a:lnTo>
                    <a:pt x="14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0" name="Google Shape;7660;p29"/>
            <p:cNvSpPr/>
            <p:nvPr/>
          </p:nvSpPr>
          <p:spPr>
            <a:xfrm>
              <a:off x="-1768900" y="3550925"/>
              <a:ext cx="500" cy="25"/>
            </a:xfrm>
            <a:custGeom>
              <a:rect b="b" l="l" r="r" t="t"/>
              <a:pathLst>
                <a:path extrusionOk="0" h="1" w="20">
                  <a:moveTo>
                    <a:pt x="20" y="1"/>
                  </a:moveTo>
                  <a:lnTo>
                    <a:pt x="20" y="1"/>
                  </a:lnTo>
                  <a:lnTo>
                    <a:pt x="20" y="1"/>
                  </a:ln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1" name="Google Shape;7661;p29"/>
            <p:cNvSpPr/>
            <p:nvPr/>
          </p:nvSpPr>
          <p:spPr>
            <a:xfrm>
              <a:off x="-1769400" y="3506975"/>
              <a:ext cx="525" cy="525"/>
            </a:xfrm>
            <a:custGeom>
              <a:rect b="b" l="l" r="r" t="t"/>
              <a:pathLst>
                <a:path extrusionOk="0" h="21" w="21">
                  <a:moveTo>
                    <a:pt x="20" y="20"/>
                  </a:moveTo>
                  <a:lnTo>
                    <a:pt x="20" y="20"/>
                  </a:lnTo>
                  <a:lnTo>
                    <a:pt x="0" y="1"/>
                  </a:lnTo>
                  <a:lnTo>
                    <a:pt x="0" y="1"/>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2" name="Google Shape;7662;p29"/>
            <p:cNvSpPr/>
            <p:nvPr/>
          </p:nvSpPr>
          <p:spPr>
            <a:xfrm>
              <a:off x="-1780750" y="354302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3" name="Google Shape;7663;p29"/>
            <p:cNvSpPr/>
            <p:nvPr/>
          </p:nvSpPr>
          <p:spPr>
            <a:xfrm>
              <a:off x="-1780275" y="341217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4" name="Google Shape;7664;p29"/>
            <p:cNvSpPr/>
            <p:nvPr/>
          </p:nvSpPr>
          <p:spPr>
            <a:xfrm>
              <a:off x="-1780750" y="3410675"/>
              <a:ext cx="0" cy="25"/>
            </a:xfrm>
            <a:custGeom>
              <a:rect b="b" l="l" r="r" t="t"/>
              <a:pathLst>
                <a:path extrusionOk="0" h="1" w="0">
                  <a:moveTo>
                    <a:pt x="0" y="1"/>
                  </a:moveTo>
                  <a:lnTo>
                    <a:pt x="0" y="1"/>
                  </a:lnTo>
                  <a:lnTo>
                    <a:pt x="0" y="1"/>
                  </a:lnTo>
                  <a:lnTo>
                    <a:pt x="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5" name="Google Shape;7665;p29"/>
            <p:cNvSpPr/>
            <p:nvPr/>
          </p:nvSpPr>
          <p:spPr>
            <a:xfrm>
              <a:off x="-1791625" y="3408700"/>
              <a:ext cx="19275" cy="5475"/>
            </a:xfrm>
            <a:custGeom>
              <a:rect b="b" l="l" r="r" t="t"/>
              <a:pathLst>
                <a:path extrusionOk="0" h="219" w="771">
                  <a:moveTo>
                    <a:pt x="438" y="43"/>
                  </a:moveTo>
                  <a:lnTo>
                    <a:pt x="455" y="60"/>
                  </a:lnTo>
                  <a:lnTo>
                    <a:pt x="435" y="80"/>
                  </a:lnTo>
                  <a:lnTo>
                    <a:pt x="475" y="80"/>
                  </a:lnTo>
                  <a:lnTo>
                    <a:pt x="438" y="43"/>
                  </a:lnTo>
                  <a:close/>
                  <a:moveTo>
                    <a:pt x="494" y="60"/>
                  </a:moveTo>
                  <a:lnTo>
                    <a:pt x="514" y="80"/>
                  </a:lnTo>
                  <a:lnTo>
                    <a:pt x="554" y="100"/>
                  </a:lnTo>
                  <a:lnTo>
                    <a:pt x="672" y="139"/>
                  </a:lnTo>
                  <a:lnTo>
                    <a:pt x="712" y="159"/>
                  </a:lnTo>
                  <a:lnTo>
                    <a:pt x="692" y="139"/>
                  </a:lnTo>
                  <a:lnTo>
                    <a:pt x="633" y="119"/>
                  </a:lnTo>
                  <a:lnTo>
                    <a:pt x="672" y="119"/>
                  </a:lnTo>
                  <a:lnTo>
                    <a:pt x="573" y="80"/>
                  </a:lnTo>
                  <a:lnTo>
                    <a:pt x="514" y="60"/>
                  </a:lnTo>
                  <a:close/>
                  <a:moveTo>
                    <a:pt x="0" y="1"/>
                  </a:moveTo>
                  <a:lnTo>
                    <a:pt x="20" y="21"/>
                  </a:lnTo>
                  <a:lnTo>
                    <a:pt x="99" y="40"/>
                  </a:lnTo>
                  <a:lnTo>
                    <a:pt x="40" y="40"/>
                  </a:lnTo>
                  <a:lnTo>
                    <a:pt x="99" y="60"/>
                  </a:lnTo>
                  <a:lnTo>
                    <a:pt x="178" y="100"/>
                  </a:lnTo>
                  <a:lnTo>
                    <a:pt x="198" y="80"/>
                  </a:lnTo>
                  <a:lnTo>
                    <a:pt x="237" y="100"/>
                  </a:lnTo>
                  <a:lnTo>
                    <a:pt x="356" y="119"/>
                  </a:lnTo>
                  <a:lnTo>
                    <a:pt x="395" y="119"/>
                  </a:lnTo>
                  <a:lnTo>
                    <a:pt x="415" y="100"/>
                  </a:lnTo>
                  <a:lnTo>
                    <a:pt x="435" y="100"/>
                  </a:lnTo>
                  <a:lnTo>
                    <a:pt x="554" y="139"/>
                  </a:lnTo>
                  <a:lnTo>
                    <a:pt x="573" y="159"/>
                  </a:lnTo>
                  <a:lnTo>
                    <a:pt x="573" y="159"/>
                  </a:lnTo>
                  <a:lnTo>
                    <a:pt x="534" y="139"/>
                  </a:lnTo>
                  <a:lnTo>
                    <a:pt x="455" y="119"/>
                  </a:lnTo>
                  <a:lnTo>
                    <a:pt x="455" y="139"/>
                  </a:lnTo>
                  <a:lnTo>
                    <a:pt x="514" y="139"/>
                  </a:lnTo>
                  <a:lnTo>
                    <a:pt x="593" y="179"/>
                  </a:lnTo>
                  <a:lnTo>
                    <a:pt x="672" y="198"/>
                  </a:lnTo>
                  <a:lnTo>
                    <a:pt x="692" y="198"/>
                  </a:lnTo>
                  <a:lnTo>
                    <a:pt x="771" y="218"/>
                  </a:lnTo>
                  <a:lnTo>
                    <a:pt x="771" y="218"/>
                  </a:lnTo>
                  <a:lnTo>
                    <a:pt x="692" y="179"/>
                  </a:lnTo>
                  <a:lnTo>
                    <a:pt x="731" y="179"/>
                  </a:lnTo>
                  <a:lnTo>
                    <a:pt x="712" y="159"/>
                  </a:lnTo>
                  <a:lnTo>
                    <a:pt x="672" y="159"/>
                  </a:lnTo>
                  <a:lnTo>
                    <a:pt x="672" y="139"/>
                  </a:lnTo>
                  <a:lnTo>
                    <a:pt x="633" y="139"/>
                  </a:lnTo>
                  <a:lnTo>
                    <a:pt x="554" y="100"/>
                  </a:lnTo>
                  <a:lnTo>
                    <a:pt x="475" y="80"/>
                  </a:lnTo>
                  <a:lnTo>
                    <a:pt x="475" y="80"/>
                  </a:lnTo>
                  <a:lnTo>
                    <a:pt x="494" y="100"/>
                  </a:lnTo>
                  <a:lnTo>
                    <a:pt x="316" y="60"/>
                  </a:lnTo>
                  <a:lnTo>
                    <a:pt x="158" y="21"/>
                  </a:lnTo>
                  <a:lnTo>
                    <a:pt x="158" y="40"/>
                  </a:lnTo>
                  <a:lnTo>
                    <a:pt x="178" y="60"/>
                  </a:lnTo>
                  <a:lnTo>
                    <a:pt x="178" y="60"/>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6" name="Google Shape;7666;p29"/>
            <p:cNvSpPr/>
            <p:nvPr/>
          </p:nvSpPr>
          <p:spPr>
            <a:xfrm>
              <a:off x="-1774825" y="3409200"/>
              <a:ext cx="2975" cy="1025"/>
            </a:xfrm>
            <a:custGeom>
              <a:rect b="b" l="l" r="r" t="t"/>
              <a:pathLst>
                <a:path extrusionOk="0" h="41" w="119">
                  <a:moveTo>
                    <a:pt x="119" y="40"/>
                  </a:moveTo>
                  <a:lnTo>
                    <a:pt x="119" y="40"/>
                  </a:lnTo>
                  <a:lnTo>
                    <a:pt x="0" y="1"/>
                  </a:lnTo>
                  <a:lnTo>
                    <a:pt x="0" y="1"/>
                  </a:lnTo>
                  <a:lnTo>
                    <a:pt x="119" y="40"/>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7" name="Google Shape;7667;p29"/>
            <p:cNvSpPr/>
            <p:nvPr/>
          </p:nvSpPr>
          <p:spPr>
            <a:xfrm>
              <a:off x="-1777300" y="3408225"/>
              <a:ext cx="2500" cy="1000"/>
            </a:xfrm>
            <a:custGeom>
              <a:rect b="b" l="l" r="r" t="t"/>
              <a:pathLst>
                <a:path extrusionOk="0" h="40" w="100">
                  <a:moveTo>
                    <a:pt x="0" y="0"/>
                  </a:moveTo>
                  <a:lnTo>
                    <a:pt x="20" y="20"/>
                  </a:lnTo>
                  <a:lnTo>
                    <a:pt x="99" y="4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8" name="Google Shape;7668;p29"/>
            <p:cNvSpPr/>
            <p:nvPr/>
          </p:nvSpPr>
          <p:spPr>
            <a:xfrm>
              <a:off x="-1798550" y="3390450"/>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9" name="Google Shape;7669;p29"/>
            <p:cNvSpPr/>
            <p:nvPr/>
          </p:nvSpPr>
          <p:spPr>
            <a:xfrm>
              <a:off x="-1800025" y="3362775"/>
              <a:ext cx="39525" cy="47925"/>
            </a:xfrm>
            <a:custGeom>
              <a:rect b="b" l="l" r="r" t="t"/>
              <a:pathLst>
                <a:path extrusionOk="0" h="1917" w="1581">
                  <a:moveTo>
                    <a:pt x="1423" y="337"/>
                  </a:moveTo>
                  <a:lnTo>
                    <a:pt x="1423" y="342"/>
                  </a:lnTo>
                  <a:lnTo>
                    <a:pt x="1423" y="342"/>
                  </a:lnTo>
                  <a:lnTo>
                    <a:pt x="1443" y="357"/>
                  </a:lnTo>
                  <a:lnTo>
                    <a:pt x="1423" y="337"/>
                  </a:lnTo>
                  <a:close/>
                  <a:moveTo>
                    <a:pt x="139" y="692"/>
                  </a:moveTo>
                  <a:lnTo>
                    <a:pt x="139" y="699"/>
                  </a:lnTo>
                  <a:lnTo>
                    <a:pt x="139" y="699"/>
                  </a:lnTo>
                  <a:lnTo>
                    <a:pt x="149" y="702"/>
                  </a:lnTo>
                  <a:lnTo>
                    <a:pt x="139" y="692"/>
                  </a:lnTo>
                  <a:close/>
                  <a:moveTo>
                    <a:pt x="149" y="702"/>
                  </a:moveTo>
                  <a:lnTo>
                    <a:pt x="159" y="712"/>
                  </a:lnTo>
                  <a:lnTo>
                    <a:pt x="188" y="722"/>
                  </a:lnTo>
                  <a:lnTo>
                    <a:pt x="188" y="722"/>
                  </a:lnTo>
                  <a:lnTo>
                    <a:pt x="178" y="712"/>
                  </a:lnTo>
                  <a:lnTo>
                    <a:pt x="149" y="702"/>
                  </a:lnTo>
                  <a:close/>
                  <a:moveTo>
                    <a:pt x="40" y="653"/>
                  </a:moveTo>
                  <a:lnTo>
                    <a:pt x="60" y="673"/>
                  </a:lnTo>
                  <a:lnTo>
                    <a:pt x="80" y="692"/>
                  </a:lnTo>
                  <a:lnTo>
                    <a:pt x="60" y="692"/>
                  </a:lnTo>
                  <a:lnTo>
                    <a:pt x="159" y="732"/>
                  </a:lnTo>
                  <a:lnTo>
                    <a:pt x="139" y="712"/>
                  </a:lnTo>
                  <a:lnTo>
                    <a:pt x="139" y="699"/>
                  </a:lnTo>
                  <a:lnTo>
                    <a:pt x="139" y="699"/>
                  </a:lnTo>
                  <a:lnTo>
                    <a:pt x="119" y="692"/>
                  </a:lnTo>
                  <a:lnTo>
                    <a:pt x="40" y="653"/>
                  </a:lnTo>
                  <a:close/>
                  <a:moveTo>
                    <a:pt x="188" y="722"/>
                  </a:moveTo>
                  <a:lnTo>
                    <a:pt x="198" y="732"/>
                  </a:lnTo>
                  <a:lnTo>
                    <a:pt x="228" y="742"/>
                  </a:lnTo>
                  <a:lnTo>
                    <a:pt x="228" y="742"/>
                  </a:lnTo>
                  <a:lnTo>
                    <a:pt x="218" y="732"/>
                  </a:lnTo>
                  <a:lnTo>
                    <a:pt x="188" y="722"/>
                  </a:lnTo>
                  <a:close/>
                  <a:moveTo>
                    <a:pt x="119" y="890"/>
                  </a:moveTo>
                  <a:lnTo>
                    <a:pt x="149" y="900"/>
                  </a:lnTo>
                  <a:lnTo>
                    <a:pt x="139" y="890"/>
                  </a:lnTo>
                  <a:close/>
                  <a:moveTo>
                    <a:pt x="149" y="900"/>
                  </a:moveTo>
                  <a:lnTo>
                    <a:pt x="159" y="910"/>
                  </a:lnTo>
                  <a:lnTo>
                    <a:pt x="178" y="910"/>
                  </a:lnTo>
                  <a:lnTo>
                    <a:pt x="149" y="900"/>
                  </a:lnTo>
                  <a:close/>
                  <a:moveTo>
                    <a:pt x="119" y="910"/>
                  </a:moveTo>
                  <a:lnTo>
                    <a:pt x="119" y="929"/>
                  </a:lnTo>
                  <a:lnTo>
                    <a:pt x="139" y="929"/>
                  </a:lnTo>
                  <a:lnTo>
                    <a:pt x="119" y="910"/>
                  </a:lnTo>
                  <a:close/>
                  <a:moveTo>
                    <a:pt x="119" y="929"/>
                  </a:moveTo>
                  <a:lnTo>
                    <a:pt x="119" y="949"/>
                  </a:lnTo>
                  <a:lnTo>
                    <a:pt x="146" y="956"/>
                  </a:lnTo>
                  <a:lnTo>
                    <a:pt x="146" y="956"/>
                  </a:lnTo>
                  <a:lnTo>
                    <a:pt x="119" y="929"/>
                  </a:lnTo>
                  <a:close/>
                  <a:moveTo>
                    <a:pt x="119" y="1028"/>
                  </a:moveTo>
                  <a:lnTo>
                    <a:pt x="119" y="1048"/>
                  </a:lnTo>
                  <a:lnTo>
                    <a:pt x="178" y="1068"/>
                  </a:lnTo>
                  <a:lnTo>
                    <a:pt x="178" y="1068"/>
                  </a:lnTo>
                  <a:lnTo>
                    <a:pt x="139" y="1048"/>
                  </a:lnTo>
                  <a:lnTo>
                    <a:pt x="119" y="1028"/>
                  </a:lnTo>
                  <a:close/>
                  <a:moveTo>
                    <a:pt x="1285" y="1502"/>
                  </a:moveTo>
                  <a:lnTo>
                    <a:pt x="1304" y="1522"/>
                  </a:lnTo>
                  <a:lnTo>
                    <a:pt x="1364" y="1522"/>
                  </a:lnTo>
                  <a:lnTo>
                    <a:pt x="1285" y="1502"/>
                  </a:lnTo>
                  <a:close/>
                  <a:moveTo>
                    <a:pt x="40" y="1601"/>
                  </a:moveTo>
                  <a:lnTo>
                    <a:pt x="99" y="1621"/>
                  </a:lnTo>
                  <a:lnTo>
                    <a:pt x="119" y="1621"/>
                  </a:lnTo>
                  <a:lnTo>
                    <a:pt x="40" y="1601"/>
                  </a:lnTo>
                  <a:close/>
                  <a:moveTo>
                    <a:pt x="257" y="1680"/>
                  </a:moveTo>
                  <a:lnTo>
                    <a:pt x="266" y="1688"/>
                  </a:lnTo>
                  <a:lnTo>
                    <a:pt x="266" y="1688"/>
                  </a:lnTo>
                  <a:lnTo>
                    <a:pt x="228" y="1680"/>
                  </a:lnTo>
                  <a:close/>
                  <a:moveTo>
                    <a:pt x="1304" y="1690"/>
                  </a:moveTo>
                  <a:lnTo>
                    <a:pt x="1304" y="1700"/>
                  </a:lnTo>
                  <a:lnTo>
                    <a:pt x="1324" y="1700"/>
                  </a:lnTo>
                  <a:lnTo>
                    <a:pt x="1304" y="1690"/>
                  </a:lnTo>
                  <a:close/>
                  <a:moveTo>
                    <a:pt x="652" y="1719"/>
                  </a:moveTo>
                  <a:lnTo>
                    <a:pt x="722" y="1739"/>
                  </a:lnTo>
                  <a:lnTo>
                    <a:pt x="633" y="1739"/>
                  </a:lnTo>
                  <a:lnTo>
                    <a:pt x="593" y="1719"/>
                  </a:lnTo>
                  <a:close/>
                  <a:moveTo>
                    <a:pt x="1048" y="1798"/>
                  </a:moveTo>
                  <a:lnTo>
                    <a:pt x="1087" y="1818"/>
                  </a:lnTo>
                  <a:lnTo>
                    <a:pt x="1087" y="1818"/>
                  </a:lnTo>
                  <a:lnTo>
                    <a:pt x="1067" y="1798"/>
                  </a:lnTo>
                  <a:close/>
                  <a:moveTo>
                    <a:pt x="119" y="1739"/>
                  </a:moveTo>
                  <a:lnTo>
                    <a:pt x="139" y="1759"/>
                  </a:lnTo>
                  <a:lnTo>
                    <a:pt x="119" y="1759"/>
                  </a:lnTo>
                  <a:lnTo>
                    <a:pt x="178" y="1779"/>
                  </a:lnTo>
                  <a:lnTo>
                    <a:pt x="198" y="1779"/>
                  </a:lnTo>
                  <a:lnTo>
                    <a:pt x="317" y="1818"/>
                  </a:lnTo>
                  <a:lnTo>
                    <a:pt x="336" y="1818"/>
                  </a:lnTo>
                  <a:lnTo>
                    <a:pt x="297" y="1798"/>
                  </a:lnTo>
                  <a:lnTo>
                    <a:pt x="238" y="1779"/>
                  </a:lnTo>
                  <a:lnTo>
                    <a:pt x="376" y="1818"/>
                  </a:lnTo>
                  <a:lnTo>
                    <a:pt x="336" y="1779"/>
                  </a:lnTo>
                  <a:lnTo>
                    <a:pt x="238" y="1759"/>
                  </a:lnTo>
                  <a:lnTo>
                    <a:pt x="257" y="1759"/>
                  </a:lnTo>
                  <a:lnTo>
                    <a:pt x="218" y="1739"/>
                  </a:lnTo>
                  <a:lnTo>
                    <a:pt x="238" y="1759"/>
                  </a:lnTo>
                  <a:lnTo>
                    <a:pt x="238" y="1759"/>
                  </a:lnTo>
                  <a:lnTo>
                    <a:pt x="119" y="1739"/>
                  </a:lnTo>
                  <a:close/>
                  <a:moveTo>
                    <a:pt x="376" y="1818"/>
                  </a:moveTo>
                  <a:lnTo>
                    <a:pt x="494" y="1858"/>
                  </a:lnTo>
                  <a:lnTo>
                    <a:pt x="494" y="1858"/>
                  </a:lnTo>
                  <a:lnTo>
                    <a:pt x="455" y="1838"/>
                  </a:lnTo>
                  <a:lnTo>
                    <a:pt x="376" y="1818"/>
                  </a:lnTo>
                  <a:close/>
                  <a:moveTo>
                    <a:pt x="1403" y="1"/>
                  </a:moveTo>
                  <a:lnTo>
                    <a:pt x="435" y="396"/>
                  </a:lnTo>
                  <a:lnTo>
                    <a:pt x="514" y="436"/>
                  </a:lnTo>
                  <a:lnTo>
                    <a:pt x="435" y="436"/>
                  </a:lnTo>
                  <a:lnTo>
                    <a:pt x="396" y="416"/>
                  </a:lnTo>
                  <a:lnTo>
                    <a:pt x="277" y="455"/>
                  </a:lnTo>
                  <a:lnTo>
                    <a:pt x="297" y="475"/>
                  </a:lnTo>
                  <a:lnTo>
                    <a:pt x="218" y="475"/>
                  </a:lnTo>
                  <a:lnTo>
                    <a:pt x="238" y="495"/>
                  </a:lnTo>
                  <a:lnTo>
                    <a:pt x="178" y="495"/>
                  </a:lnTo>
                  <a:lnTo>
                    <a:pt x="139" y="515"/>
                  </a:lnTo>
                  <a:lnTo>
                    <a:pt x="218" y="554"/>
                  </a:lnTo>
                  <a:lnTo>
                    <a:pt x="218" y="554"/>
                  </a:lnTo>
                  <a:lnTo>
                    <a:pt x="198" y="534"/>
                  </a:lnTo>
                  <a:lnTo>
                    <a:pt x="218" y="534"/>
                  </a:lnTo>
                  <a:lnTo>
                    <a:pt x="257" y="554"/>
                  </a:lnTo>
                  <a:lnTo>
                    <a:pt x="297" y="574"/>
                  </a:lnTo>
                  <a:lnTo>
                    <a:pt x="336" y="594"/>
                  </a:lnTo>
                  <a:lnTo>
                    <a:pt x="297" y="594"/>
                  </a:lnTo>
                  <a:lnTo>
                    <a:pt x="238" y="574"/>
                  </a:lnTo>
                  <a:lnTo>
                    <a:pt x="119" y="515"/>
                  </a:lnTo>
                  <a:lnTo>
                    <a:pt x="139" y="534"/>
                  </a:lnTo>
                  <a:lnTo>
                    <a:pt x="218" y="594"/>
                  </a:lnTo>
                  <a:lnTo>
                    <a:pt x="277" y="633"/>
                  </a:lnTo>
                  <a:lnTo>
                    <a:pt x="178" y="594"/>
                  </a:lnTo>
                  <a:lnTo>
                    <a:pt x="80" y="534"/>
                  </a:lnTo>
                  <a:lnTo>
                    <a:pt x="60" y="534"/>
                  </a:lnTo>
                  <a:lnTo>
                    <a:pt x="99" y="554"/>
                  </a:lnTo>
                  <a:lnTo>
                    <a:pt x="60" y="554"/>
                  </a:lnTo>
                  <a:lnTo>
                    <a:pt x="80" y="594"/>
                  </a:lnTo>
                  <a:lnTo>
                    <a:pt x="119" y="594"/>
                  </a:lnTo>
                  <a:lnTo>
                    <a:pt x="139" y="613"/>
                  </a:lnTo>
                  <a:lnTo>
                    <a:pt x="99" y="613"/>
                  </a:lnTo>
                  <a:lnTo>
                    <a:pt x="119" y="633"/>
                  </a:lnTo>
                  <a:lnTo>
                    <a:pt x="119" y="653"/>
                  </a:lnTo>
                  <a:lnTo>
                    <a:pt x="119" y="673"/>
                  </a:lnTo>
                  <a:lnTo>
                    <a:pt x="139" y="673"/>
                  </a:lnTo>
                  <a:lnTo>
                    <a:pt x="139" y="653"/>
                  </a:lnTo>
                  <a:lnTo>
                    <a:pt x="159" y="653"/>
                  </a:lnTo>
                  <a:lnTo>
                    <a:pt x="218" y="673"/>
                  </a:lnTo>
                  <a:lnTo>
                    <a:pt x="257" y="712"/>
                  </a:lnTo>
                  <a:lnTo>
                    <a:pt x="277" y="732"/>
                  </a:lnTo>
                  <a:lnTo>
                    <a:pt x="297" y="752"/>
                  </a:lnTo>
                  <a:lnTo>
                    <a:pt x="317" y="771"/>
                  </a:lnTo>
                  <a:lnTo>
                    <a:pt x="317" y="771"/>
                  </a:lnTo>
                  <a:lnTo>
                    <a:pt x="257" y="752"/>
                  </a:lnTo>
                  <a:lnTo>
                    <a:pt x="228" y="742"/>
                  </a:lnTo>
                  <a:lnTo>
                    <a:pt x="228" y="742"/>
                  </a:lnTo>
                  <a:lnTo>
                    <a:pt x="257" y="771"/>
                  </a:lnTo>
                  <a:lnTo>
                    <a:pt x="218" y="752"/>
                  </a:lnTo>
                  <a:lnTo>
                    <a:pt x="218" y="765"/>
                  </a:lnTo>
                  <a:lnTo>
                    <a:pt x="218" y="765"/>
                  </a:lnTo>
                  <a:lnTo>
                    <a:pt x="178" y="752"/>
                  </a:lnTo>
                  <a:lnTo>
                    <a:pt x="119" y="732"/>
                  </a:lnTo>
                  <a:lnTo>
                    <a:pt x="198" y="771"/>
                  </a:lnTo>
                  <a:lnTo>
                    <a:pt x="198" y="771"/>
                  </a:lnTo>
                  <a:lnTo>
                    <a:pt x="139" y="752"/>
                  </a:lnTo>
                  <a:lnTo>
                    <a:pt x="178" y="771"/>
                  </a:lnTo>
                  <a:lnTo>
                    <a:pt x="198" y="791"/>
                  </a:lnTo>
                  <a:lnTo>
                    <a:pt x="159" y="771"/>
                  </a:lnTo>
                  <a:lnTo>
                    <a:pt x="159" y="771"/>
                  </a:lnTo>
                  <a:lnTo>
                    <a:pt x="198" y="811"/>
                  </a:lnTo>
                  <a:lnTo>
                    <a:pt x="257" y="811"/>
                  </a:lnTo>
                  <a:lnTo>
                    <a:pt x="336" y="850"/>
                  </a:lnTo>
                  <a:lnTo>
                    <a:pt x="336" y="870"/>
                  </a:lnTo>
                  <a:lnTo>
                    <a:pt x="277" y="870"/>
                  </a:lnTo>
                  <a:lnTo>
                    <a:pt x="277" y="890"/>
                  </a:lnTo>
                  <a:lnTo>
                    <a:pt x="257" y="870"/>
                  </a:lnTo>
                  <a:lnTo>
                    <a:pt x="238" y="870"/>
                  </a:lnTo>
                  <a:lnTo>
                    <a:pt x="218" y="850"/>
                  </a:lnTo>
                  <a:lnTo>
                    <a:pt x="198" y="850"/>
                  </a:lnTo>
                  <a:lnTo>
                    <a:pt x="139" y="831"/>
                  </a:lnTo>
                  <a:lnTo>
                    <a:pt x="139" y="831"/>
                  </a:lnTo>
                  <a:lnTo>
                    <a:pt x="218" y="850"/>
                  </a:lnTo>
                  <a:lnTo>
                    <a:pt x="159" y="831"/>
                  </a:lnTo>
                  <a:lnTo>
                    <a:pt x="139" y="811"/>
                  </a:lnTo>
                  <a:lnTo>
                    <a:pt x="80" y="791"/>
                  </a:lnTo>
                  <a:lnTo>
                    <a:pt x="80" y="791"/>
                  </a:lnTo>
                  <a:lnTo>
                    <a:pt x="139" y="831"/>
                  </a:lnTo>
                  <a:lnTo>
                    <a:pt x="159" y="850"/>
                  </a:lnTo>
                  <a:lnTo>
                    <a:pt x="198" y="870"/>
                  </a:lnTo>
                  <a:lnTo>
                    <a:pt x="99" y="831"/>
                  </a:lnTo>
                  <a:lnTo>
                    <a:pt x="80" y="850"/>
                  </a:lnTo>
                  <a:lnTo>
                    <a:pt x="119" y="850"/>
                  </a:lnTo>
                  <a:lnTo>
                    <a:pt x="139" y="870"/>
                  </a:lnTo>
                  <a:lnTo>
                    <a:pt x="159" y="890"/>
                  </a:lnTo>
                  <a:lnTo>
                    <a:pt x="139" y="890"/>
                  </a:lnTo>
                  <a:lnTo>
                    <a:pt x="198" y="910"/>
                  </a:lnTo>
                  <a:lnTo>
                    <a:pt x="218" y="929"/>
                  </a:lnTo>
                  <a:lnTo>
                    <a:pt x="218" y="949"/>
                  </a:lnTo>
                  <a:lnTo>
                    <a:pt x="257" y="989"/>
                  </a:lnTo>
                  <a:lnTo>
                    <a:pt x="257" y="989"/>
                  </a:lnTo>
                  <a:lnTo>
                    <a:pt x="198" y="969"/>
                  </a:lnTo>
                  <a:lnTo>
                    <a:pt x="146" y="956"/>
                  </a:lnTo>
                  <a:lnTo>
                    <a:pt x="146" y="956"/>
                  </a:lnTo>
                  <a:lnTo>
                    <a:pt x="159" y="969"/>
                  </a:lnTo>
                  <a:lnTo>
                    <a:pt x="119" y="969"/>
                  </a:lnTo>
                  <a:lnTo>
                    <a:pt x="80" y="949"/>
                  </a:lnTo>
                  <a:lnTo>
                    <a:pt x="20" y="949"/>
                  </a:lnTo>
                  <a:lnTo>
                    <a:pt x="99" y="969"/>
                  </a:lnTo>
                  <a:lnTo>
                    <a:pt x="119" y="989"/>
                  </a:lnTo>
                  <a:lnTo>
                    <a:pt x="99" y="989"/>
                  </a:lnTo>
                  <a:lnTo>
                    <a:pt x="178" y="1008"/>
                  </a:lnTo>
                  <a:lnTo>
                    <a:pt x="99" y="1008"/>
                  </a:lnTo>
                  <a:lnTo>
                    <a:pt x="198" y="1068"/>
                  </a:lnTo>
                  <a:lnTo>
                    <a:pt x="178" y="1068"/>
                  </a:lnTo>
                  <a:lnTo>
                    <a:pt x="257" y="1107"/>
                  </a:lnTo>
                  <a:lnTo>
                    <a:pt x="238" y="1107"/>
                  </a:lnTo>
                  <a:lnTo>
                    <a:pt x="178" y="1087"/>
                  </a:lnTo>
                  <a:lnTo>
                    <a:pt x="218" y="1127"/>
                  </a:lnTo>
                  <a:lnTo>
                    <a:pt x="238" y="1127"/>
                  </a:lnTo>
                  <a:lnTo>
                    <a:pt x="277" y="1147"/>
                  </a:lnTo>
                  <a:lnTo>
                    <a:pt x="317" y="1166"/>
                  </a:lnTo>
                  <a:lnTo>
                    <a:pt x="238" y="1147"/>
                  </a:lnTo>
                  <a:lnTo>
                    <a:pt x="198" y="1127"/>
                  </a:lnTo>
                  <a:lnTo>
                    <a:pt x="139" y="1127"/>
                  </a:lnTo>
                  <a:lnTo>
                    <a:pt x="99" y="1087"/>
                  </a:lnTo>
                  <a:lnTo>
                    <a:pt x="80" y="1087"/>
                  </a:lnTo>
                  <a:lnTo>
                    <a:pt x="99" y="1107"/>
                  </a:lnTo>
                  <a:lnTo>
                    <a:pt x="119" y="1127"/>
                  </a:lnTo>
                  <a:lnTo>
                    <a:pt x="119" y="1127"/>
                  </a:lnTo>
                  <a:lnTo>
                    <a:pt x="60" y="1107"/>
                  </a:lnTo>
                  <a:lnTo>
                    <a:pt x="80" y="1127"/>
                  </a:lnTo>
                  <a:lnTo>
                    <a:pt x="139" y="1147"/>
                  </a:lnTo>
                  <a:lnTo>
                    <a:pt x="178" y="1166"/>
                  </a:lnTo>
                  <a:lnTo>
                    <a:pt x="99" y="1147"/>
                  </a:lnTo>
                  <a:lnTo>
                    <a:pt x="99" y="1147"/>
                  </a:lnTo>
                  <a:lnTo>
                    <a:pt x="119" y="1166"/>
                  </a:lnTo>
                  <a:lnTo>
                    <a:pt x="139" y="1166"/>
                  </a:lnTo>
                  <a:lnTo>
                    <a:pt x="218" y="1206"/>
                  </a:lnTo>
                  <a:lnTo>
                    <a:pt x="277" y="1206"/>
                  </a:lnTo>
                  <a:lnTo>
                    <a:pt x="317" y="1226"/>
                  </a:lnTo>
                  <a:lnTo>
                    <a:pt x="376" y="1245"/>
                  </a:lnTo>
                  <a:lnTo>
                    <a:pt x="396" y="1265"/>
                  </a:lnTo>
                  <a:lnTo>
                    <a:pt x="297" y="1245"/>
                  </a:lnTo>
                  <a:lnTo>
                    <a:pt x="159" y="1206"/>
                  </a:lnTo>
                  <a:lnTo>
                    <a:pt x="1" y="1147"/>
                  </a:lnTo>
                  <a:lnTo>
                    <a:pt x="20" y="1186"/>
                  </a:lnTo>
                  <a:lnTo>
                    <a:pt x="1" y="1186"/>
                  </a:lnTo>
                  <a:lnTo>
                    <a:pt x="80" y="1226"/>
                  </a:lnTo>
                  <a:lnTo>
                    <a:pt x="198" y="1265"/>
                  </a:lnTo>
                  <a:lnTo>
                    <a:pt x="178" y="1265"/>
                  </a:lnTo>
                  <a:lnTo>
                    <a:pt x="139" y="1245"/>
                  </a:lnTo>
                  <a:lnTo>
                    <a:pt x="139" y="1245"/>
                  </a:lnTo>
                  <a:lnTo>
                    <a:pt x="178" y="1285"/>
                  </a:lnTo>
                  <a:lnTo>
                    <a:pt x="198" y="1305"/>
                  </a:lnTo>
                  <a:lnTo>
                    <a:pt x="257" y="1344"/>
                  </a:lnTo>
                  <a:lnTo>
                    <a:pt x="336" y="1364"/>
                  </a:lnTo>
                  <a:lnTo>
                    <a:pt x="356" y="1364"/>
                  </a:lnTo>
                  <a:lnTo>
                    <a:pt x="376" y="1384"/>
                  </a:lnTo>
                  <a:lnTo>
                    <a:pt x="415" y="1403"/>
                  </a:lnTo>
                  <a:lnTo>
                    <a:pt x="356" y="1384"/>
                  </a:lnTo>
                  <a:lnTo>
                    <a:pt x="336" y="1384"/>
                  </a:lnTo>
                  <a:lnTo>
                    <a:pt x="356" y="1403"/>
                  </a:lnTo>
                  <a:lnTo>
                    <a:pt x="297" y="1384"/>
                  </a:lnTo>
                  <a:lnTo>
                    <a:pt x="277" y="1364"/>
                  </a:lnTo>
                  <a:lnTo>
                    <a:pt x="238" y="1364"/>
                  </a:lnTo>
                  <a:lnTo>
                    <a:pt x="139" y="1344"/>
                  </a:lnTo>
                  <a:lnTo>
                    <a:pt x="198" y="1364"/>
                  </a:lnTo>
                  <a:lnTo>
                    <a:pt x="257" y="1384"/>
                  </a:lnTo>
                  <a:lnTo>
                    <a:pt x="178" y="1384"/>
                  </a:lnTo>
                  <a:lnTo>
                    <a:pt x="159" y="1403"/>
                  </a:lnTo>
                  <a:lnTo>
                    <a:pt x="60" y="1384"/>
                  </a:lnTo>
                  <a:lnTo>
                    <a:pt x="60" y="1384"/>
                  </a:lnTo>
                  <a:lnTo>
                    <a:pt x="139" y="1423"/>
                  </a:lnTo>
                  <a:lnTo>
                    <a:pt x="178" y="1443"/>
                  </a:lnTo>
                  <a:lnTo>
                    <a:pt x="277" y="1482"/>
                  </a:lnTo>
                  <a:lnTo>
                    <a:pt x="297" y="1482"/>
                  </a:lnTo>
                  <a:lnTo>
                    <a:pt x="277" y="1463"/>
                  </a:lnTo>
                  <a:lnTo>
                    <a:pt x="238" y="1443"/>
                  </a:lnTo>
                  <a:lnTo>
                    <a:pt x="277" y="1443"/>
                  </a:lnTo>
                  <a:lnTo>
                    <a:pt x="178" y="1403"/>
                  </a:lnTo>
                  <a:lnTo>
                    <a:pt x="218" y="1403"/>
                  </a:lnTo>
                  <a:lnTo>
                    <a:pt x="297" y="1443"/>
                  </a:lnTo>
                  <a:lnTo>
                    <a:pt x="356" y="1463"/>
                  </a:lnTo>
                  <a:lnTo>
                    <a:pt x="415" y="1482"/>
                  </a:lnTo>
                  <a:lnTo>
                    <a:pt x="415" y="1463"/>
                  </a:lnTo>
                  <a:lnTo>
                    <a:pt x="514" y="1482"/>
                  </a:lnTo>
                  <a:lnTo>
                    <a:pt x="652" y="1542"/>
                  </a:lnTo>
                  <a:lnTo>
                    <a:pt x="573" y="1522"/>
                  </a:lnTo>
                  <a:lnTo>
                    <a:pt x="573" y="1522"/>
                  </a:lnTo>
                  <a:lnTo>
                    <a:pt x="672" y="1561"/>
                  </a:lnTo>
                  <a:lnTo>
                    <a:pt x="672" y="1561"/>
                  </a:lnTo>
                  <a:lnTo>
                    <a:pt x="534" y="1542"/>
                  </a:lnTo>
                  <a:lnTo>
                    <a:pt x="534" y="1542"/>
                  </a:lnTo>
                  <a:lnTo>
                    <a:pt x="554" y="1561"/>
                  </a:lnTo>
                  <a:lnTo>
                    <a:pt x="593" y="1581"/>
                  </a:lnTo>
                  <a:lnTo>
                    <a:pt x="593" y="1561"/>
                  </a:lnTo>
                  <a:lnTo>
                    <a:pt x="633" y="1581"/>
                  </a:lnTo>
                  <a:lnTo>
                    <a:pt x="672" y="1601"/>
                  </a:lnTo>
                  <a:lnTo>
                    <a:pt x="731" y="1621"/>
                  </a:lnTo>
                  <a:lnTo>
                    <a:pt x="633" y="1621"/>
                  </a:lnTo>
                  <a:lnTo>
                    <a:pt x="494" y="1561"/>
                  </a:lnTo>
                  <a:lnTo>
                    <a:pt x="514" y="1581"/>
                  </a:lnTo>
                  <a:lnTo>
                    <a:pt x="514" y="1581"/>
                  </a:lnTo>
                  <a:lnTo>
                    <a:pt x="317" y="1522"/>
                  </a:lnTo>
                  <a:lnTo>
                    <a:pt x="277" y="1522"/>
                  </a:lnTo>
                  <a:lnTo>
                    <a:pt x="277" y="1542"/>
                  </a:lnTo>
                  <a:lnTo>
                    <a:pt x="139" y="1502"/>
                  </a:lnTo>
                  <a:lnTo>
                    <a:pt x="159" y="1522"/>
                  </a:lnTo>
                  <a:lnTo>
                    <a:pt x="80" y="1522"/>
                  </a:lnTo>
                  <a:lnTo>
                    <a:pt x="139" y="1542"/>
                  </a:lnTo>
                  <a:lnTo>
                    <a:pt x="218" y="1561"/>
                  </a:lnTo>
                  <a:lnTo>
                    <a:pt x="198" y="1561"/>
                  </a:lnTo>
                  <a:lnTo>
                    <a:pt x="218" y="1581"/>
                  </a:lnTo>
                  <a:lnTo>
                    <a:pt x="277" y="1561"/>
                  </a:lnTo>
                  <a:lnTo>
                    <a:pt x="376" y="1601"/>
                  </a:lnTo>
                  <a:lnTo>
                    <a:pt x="396" y="1601"/>
                  </a:lnTo>
                  <a:lnTo>
                    <a:pt x="435" y="1621"/>
                  </a:lnTo>
                  <a:lnTo>
                    <a:pt x="435" y="1621"/>
                  </a:lnTo>
                  <a:lnTo>
                    <a:pt x="277" y="1581"/>
                  </a:lnTo>
                  <a:lnTo>
                    <a:pt x="297" y="1601"/>
                  </a:lnTo>
                  <a:lnTo>
                    <a:pt x="218" y="1601"/>
                  </a:lnTo>
                  <a:lnTo>
                    <a:pt x="198" y="1581"/>
                  </a:lnTo>
                  <a:lnTo>
                    <a:pt x="139" y="1581"/>
                  </a:lnTo>
                  <a:lnTo>
                    <a:pt x="139" y="1561"/>
                  </a:lnTo>
                  <a:lnTo>
                    <a:pt x="99" y="1581"/>
                  </a:lnTo>
                  <a:lnTo>
                    <a:pt x="60" y="1581"/>
                  </a:lnTo>
                  <a:lnTo>
                    <a:pt x="159" y="1621"/>
                  </a:lnTo>
                  <a:lnTo>
                    <a:pt x="119" y="1621"/>
                  </a:lnTo>
                  <a:lnTo>
                    <a:pt x="119" y="1640"/>
                  </a:lnTo>
                  <a:lnTo>
                    <a:pt x="159" y="1640"/>
                  </a:lnTo>
                  <a:lnTo>
                    <a:pt x="190" y="1671"/>
                  </a:lnTo>
                  <a:lnTo>
                    <a:pt x="139" y="1660"/>
                  </a:lnTo>
                  <a:lnTo>
                    <a:pt x="139" y="1680"/>
                  </a:lnTo>
                  <a:lnTo>
                    <a:pt x="119" y="1680"/>
                  </a:lnTo>
                  <a:lnTo>
                    <a:pt x="178" y="1700"/>
                  </a:lnTo>
                  <a:lnTo>
                    <a:pt x="238" y="1700"/>
                  </a:lnTo>
                  <a:lnTo>
                    <a:pt x="257" y="1719"/>
                  </a:lnTo>
                  <a:lnTo>
                    <a:pt x="238" y="1719"/>
                  </a:lnTo>
                  <a:lnTo>
                    <a:pt x="277" y="1739"/>
                  </a:lnTo>
                  <a:lnTo>
                    <a:pt x="376" y="1779"/>
                  </a:lnTo>
                  <a:lnTo>
                    <a:pt x="336" y="1779"/>
                  </a:lnTo>
                  <a:lnTo>
                    <a:pt x="396" y="1818"/>
                  </a:lnTo>
                  <a:lnTo>
                    <a:pt x="415" y="1798"/>
                  </a:lnTo>
                  <a:lnTo>
                    <a:pt x="435" y="1798"/>
                  </a:lnTo>
                  <a:lnTo>
                    <a:pt x="475" y="1779"/>
                  </a:lnTo>
                  <a:lnTo>
                    <a:pt x="415" y="1779"/>
                  </a:lnTo>
                  <a:lnTo>
                    <a:pt x="336" y="1739"/>
                  </a:lnTo>
                  <a:lnTo>
                    <a:pt x="376" y="1739"/>
                  </a:lnTo>
                  <a:lnTo>
                    <a:pt x="415" y="1759"/>
                  </a:lnTo>
                  <a:lnTo>
                    <a:pt x="494" y="1779"/>
                  </a:lnTo>
                  <a:lnTo>
                    <a:pt x="633" y="1838"/>
                  </a:lnTo>
                  <a:lnTo>
                    <a:pt x="712" y="1858"/>
                  </a:lnTo>
                  <a:lnTo>
                    <a:pt x="751" y="1877"/>
                  </a:lnTo>
                  <a:lnTo>
                    <a:pt x="830" y="1897"/>
                  </a:lnTo>
                  <a:lnTo>
                    <a:pt x="850" y="1897"/>
                  </a:lnTo>
                  <a:lnTo>
                    <a:pt x="850" y="1877"/>
                  </a:lnTo>
                  <a:lnTo>
                    <a:pt x="890" y="1897"/>
                  </a:lnTo>
                  <a:lnTo>
                    <a:pt x="909" y="1917"/>
                  </a:lnTo>
                  <a:lnTo>
                    <a:pt x="949" y="1917"/>
                  </a:lnTo>
                  <a:lnTo>
                    <a:pt x="929" y="1897"/>
                  </a:lnTo>
                  <a:lnTo>
                    <a:pt x="949" y="1897"/>
                  </a:lnTo>
                  <a:lnTo>
                    <a:pt x="850" y="1877"/>
                  </a:lnTo>
                  <a:lnTo>
                    <a:pt x="870" y="1877"/>
                  </a:lnTo>
                  <a:lnTo>
                    <a:pt x="870" y="1858"/>
                  </a:lnTo>
                  <a:lnTo>
                    <a:pt x="830" y="1838"/>
                  </a:lnTo>
                  <a:lnTo>
                    <a:pt x="870" y="1838"/>
                  </a:lnTo>
                  <a:lnTo>
                    <a:pt x="771" y="1818"/>
                  </a:lnTo>
                  <a:lnTo>
                    <a:pt x="751" y="1779"/>
                  </a:lnTo>
                  <a:lnTo>
                    <a:pt x="830" y="1818"/>
                  </a:lnTo>
                  <a:lnTo>
                    <a:pt x="830" y="1798"/>
                  </a:lnTo>
                  <a:lnTo>
                    <a:pt x="811" y="1779"/>
                  </a:lnTo>
                  <a:lnTo>
                    <a:pt x="745" y="1746"/>
                  </a:lnTo>
                  <a:lnTo>
                    <a:pt x="745" y="1746"/>
                  </a:lnTo>
                  <a:lnTo>
                    <a:pt x="791" y="1759"/>
                  </a:lnTo>
                  <a:lnTo>
                    <a:pt x="712" y="1719"/>
                  </a:lnTo>
                  <a:lnTo>
                    <a:pt x="811" y="1739"/>
                  </a:lnTo>
                  <a:lnTo>
                    <a:pt x="870" y="1779"/>
                  </a:lnTo>
                  <a:lnTo>
                    <a:pt x="850" y="1779"/>
                  </a:lnTo>
                  <a:lnTo>
                    <a:pt x="870" y="1798"/>
                  </a:lnTo>
                  <a:lnTo>
                    <a:pt x="890" y="1798"/>
                  </a:lnTo>
                  <a:lnTo>
                    <a:pt x="909" y="1818"/>
                  </a:lnTo>
                  <a:lnTo>
                    <a:pt x="988" y="1838"/>
                  </a:lnTo>
                  <a:lnTo>
                    <a:pt x="1028" y="1838"/>
                  </a:lnTo>
                  <a:lnTo>
                    <a:pt x="1008" y="1818"/>
                  </a:lnTo>
                  <a:lnTo>
                    <a:pt x="1127" y="1858"/>
                  </a:lnTo>
                  <a:lnTo>
                    <a:pt x="1146" y="1877"/>
                  </a:lnTo>
                  <a:lnTo>
                    <a:pt x="1166" y="1877"/>
                  </a:lnTo>
                  <a:lnTo>
                    <a:pt x="1166" y="1858"/>
                  </a:lnTo>
                  <a:lnTo>
                    <a:pt x="969" y="1798"/>
                  </a:lnTo>
                  <a:lnTo>
                    <a:pt x="949" y="1779"/>
                  </a:lnTo>
                  <a:lnTo>
                    <a:pt x="969" y="1759"/>
                  </a:lnTo>
                  <a:lnTo>
                    <a:pt x="1008" y="1779"/>
                  </a:lnTo>
                  <a:lnTo>
                    <a:pt x="1048" y="1798"/>
                  </a:lnTo>
                  <a:lnTo>
                    <a:pt x="1048" y="1798"/>
                  </a:lnTo>
                  <a:lnTo>
                    <a:pt x="1067" y="1779"/>
                  </a:lnTo>
                  <a:lnTo>
                    <a:pt x="1146" y="1798"/>
                  </a:lnTo>
                  <a:lnTo>
                    <a:pt x="1146" y="1818"/>
                  </a:lnTo>
                  <a:lnTo>
                    <a:pt x="1186" y="1818"/>
                  </a:lnTo>
                  <a:lnTo>
                    <a:pt x="1186" y="1838"/>
                  </a:lnTo>
                  <a:lnTo>
                    <a:pt x="1245" y="1838"/>
                  </a:lnTo>
                  <a:lnTo>
                    <a:pt x="1225" y="1818"/>
                  </a:lnTo>
                  <a:lnTo>
                    <a:pt x="1225" y="1818"/>
                  </a:lnTo>
                  <a:lnTo>
                    <a:pt x="1304" y="1838"/>
                  </a:lnTo>
                  <a:lnTo>
                    <a:pt x="1324" y="1818"/>
                  </a:lnTo>
                  <a:lnTo>
                    <a:pt x="1344" y="1818"/>
                  </a:lnTo>
                  <a:lnTo>
                    <a:pt x="1265" y="1779"/>
                  </a:lnTo>
                  <a:lnTo>
                    <a:pt x="1166" y="1739"/>
                  </a:lnTo>
                  <a:lnTo>
                    <a:pt x="1285" y="1779"/>
                  </a:lnTo>
                  <a:lnTo>
                    <a:pt x="1285" y="1759"/>
                  </a:lnTo>
                  <a:lnTo>
                    <a:pt x="1225" y="1739"/>
                  </a:lnTo>
                  <a:lnTo>
                    <a:pt x="1146" y="1719"/>
                  </a:lnTo>
                  <a:lnTo>
                    <a:pt x="1146" y="1700"/>
                  </a:lnTo>
                  <a:lnTo>
                    <a:pt x="1166" y="1700"/>
                  </a:lnTo>
                  <a:lnTo>
                    <a:pt x="1245" y="1739"/>
                  </a:lnTo>
                  <a:lnTo>
                    <a:pt x="1285" y="1719"/>
                  </a:lnTo>
                  <a:lnTo>
                    <a:pt x="1344" y="1739"/>
                  </a:lnTo>
                  <a:lnTo>
                    <a:pt x="1344" y="1739"/>
                  </a:lnTo>
                  <a:lnTo>
                    <a:pt x="1285" y="1700"/>
                  </a:lnTo>
                  <a:lnTo>
                    <a:pt x="1206" y="1680"/>
                  </a:lnTo>
                  <a:lnTo>
                    <a:pt x="1206" y="1680"/>
                  </a:lnTo>
                  <a:lnTo>
                    <a:pt x="1166" y="1660"/>
                  </a:lnTo>
                  <a:lnTo>
                    <a:pt x="1245" y="1660"/>
                  </a:lnTo>
                  <a:lnTo>
                    <a:pt x="1285" y="1680"/>
                  </a:lnTo>
                  <a:lnTo>
                    <a:pt x="1304" y="1690"/>
                  </a:lnTo>
                  <a:lnTo>
                    <a:pt x="1304" y="1690"/>
                  </a:lnTo>
                  <a:lnTo>
                    <a:pt x="1304" y="1680"/>
                  </a:lnTo>
                  <a:lnTo>
                    <a:pt x="1304" y="1660"/>
                  </a:lnTo>
                  <a:lnTo>
                    <a:pt x="1344" y="1660"/>
                  </a:lnTo>
                  <a:lnTo>
                    <a:pt x="1285" y="1640"/>
                  </a:lnTo>
                  <a:lnTo>
                    <a:pt x="1206" y="1621"/>
                  </a:lnTo>
                  <a:lnTo>
                    <a:pt x="1265" y="1621"/>
                  </a:lnTo>
                  <a:lnTo>
                    <a:pt x="1285" y="1640"/>
                  </a:lnTo>
                  <a:lnTo>
                    <a:pt x="1304" y="1640"/>
                  </a:lnTo>
                  <a:lnTo>
                    <a:pt x="1285" y="1621"/>
                  </a:lnTo>
                  <a:lnTo>
                    <a:pt x="1166" y="1581"/>
                  </a:lnTo>
                  <a:lnTo>
                    <a:pt x="1166" y="1581"/>
                  </a:lnTo>
                  <a:lnTo>
                    <a:pt x="1245" y="1601"/>
                  </a:lnTo>
                  <a:lnTo>
                    <a:pt x="1344" y="1621"/>
                  </a:lnTo>
                  <a:lnTo>
                    <a:pt x="1285" y="1601"/>
                  </a:lnTo>
                  <a:lnTo>
                    <a:pt x="1344" y="1601"/>
                  </a:lnTo>
                  <a:lnTo>
                    <a:pt x="1304" y="1581"/>
                  </a:lnTo>
                  <a:lnTo>
                    <a:pt x="1265" y="1542"/>
                  </a:lnTo>
                  <a:lnTo>
                    <a:pt x="1245" y="1522"/>
                  </a:lnTo>
                  <a:lnTo>
                    <a:pt x="1324" y="1561"/>
                  </a:lnTo>
                  <a:lnTo>
                    <a:pt x="1364" y="1581"/>
                  </a:lnTo>
                  <a:lnTo>
                    <a:pt x="1383" y="1581"/>
                  </a:lnTo>
                  <a:lnTo>
                    <a:pt x="1383" y="1561"/>
                  </a:lnTo>
                  <a:lnTo>
                    <a:pt x="1364" y="1542"/>
                  </a:lnTo>
                  <a:lnTo>
                    <a:pt x="1285" y="1522"/>
                  </a:lnTo>
                  <a:lnTo>
                    <a:pt x="1285" y="1502"/>
                  </a:lnTo>
                  <a:lnTo>
                    <a:pt x="1285" y="1482"/>
                  </a:lnTo>
                  <a:lnTo>
                    <a:pt x="1344" y="1502"/>
                  </a:lnTo>
                  <a:lnTo>
                    <a:pt x="1285" y="1463"/>
                  </a:lnTo>
                  <a:lnTo>
                    <a:pt x="1186" y="1443"/>
                  </a:lnTo>
                  <a:lnTo>
                    <a:pt x="1206" y="1443"/>
                  </a:lnTo>
                  <a:lnTo>
                    <a:pt x="1146" y="1423"/>
                  </a:lnTo>
                  <a:lnTo>
                    <a:pt x="1166" y="1443"/>
                  </a:lnTo>
                  <a:lnTo>
                    <a:pt x="1186" y="1463"/>
                  </a:lnTo>
                  <a:lnTo>
                    <a:pt x="1127" y="1463"/>
                  </a:lnTo>
                  <a:lnTo>
                    <a:pt x="1067" y="1443"/>
                  </a:lnTo>
                  <a:lnTo>
                    <a:pt x="1087" y="1443"/>
                  </a:lnTo>
                  <a:lnTo>
                    <a:pt x="1028" y="1423"/>
                  </a:lnTo>
                  <a:lnTo>
                    <a:pt x="929" y="1384"/>
                  </a:lnTo>
                  <a:lnTo>
                    <a:pt x="909" y="1364"/>
                  </a:lnTo>
                  <a:lnTo>
                    <a:pt x="909" y="1364"/>
                  </a:lnTo>
                  <a:lnTo>
                    <a:pt x="988" y="1384"/>
                  </a:lnTo>
                  <a:lnTo>
                    <a:pt x="1028" y="1403"/>
                  </a:lnTo>
                  <a:lnTo>
                    <a:pt x="1107" y="1423"/>
                  </a:lnTo>
                  <a:lnTo>
                    <a:pt x="1048" y="1403"/>
                  </a:lnTo>
                  <a:lnTo>
                    <a:pt x="969" y="1364"/>
                  </a:lnTo>
                  <a:lnTo>
                    <a:pt x="929" y="1344"/>
                  </a:lnTo>
                  <a:lnTo>
                    <a:pt x="969" y="1344"/>
                  </a:lnTo>
                  <a:lnTo>
                    <a:pt x="988" y="1364"/>
                  </a:lnTo>
                  <a:lnTo>
                    <a:pt x="1008" y="1364"/>
                  </a:lnTo>
                  <a:lnTo>
                    <a:pt x="988" y="1344"/>
                  </a:lnTo>
                  <a:lnTo>
                    <a:pt x="949" y="1324"/>
                  </a:lnTo>
                  <a:lnTo>
                    <a:pt x="1028" y="1344"/>
                  </a:lnTo>
                  <a:lnTo>
                    <a:pt x="1008" y="1344"/>
                  </a:lnTo>
                  <a:lnTo>
                    <a:pt x="1028" y="1364"/>
                  </a:lnTo>
                  <a:lnTo>
                    <a:pt x="1087" y="1384"/>
                  </a:lnTo>
                  <a:lnTo>
                    <a:pt x="1206" y="1423"/>
                  </a:lnTo>
                  <a:lnTo>
                    <a:pt x="1304" y="1463"/>
                  </a:lnTo>
                  <a:lnTo>
                    <a:pt x="1364" y="1463"/>
                  </a:lnTo>
                  <a:lnTo>
                    <a:pt x="1324" y="1443"/>
                  </a:lnTo>
                  <a:lnTo>
                    <a:pt x="1324" y="1423"/>
                  </a:lnTo>
                  <a:lnTo>
                    <a:pt x="1285" y="1403"/>
                  </a:lnTo>
                  <a:lnTo>
                    <a:pt x="1344" y="1423"/>
                  </a:lnTo>
                  <a:lnTo>
                    <a:pt x="1344" y="1403"/>
                  </a:lnTo>
                  <a:lnTo>
                    <a:pt x="1304" y="1384"/>
                  </a:lnTo>
                  <a:lnTo>
                    <a:pt x="1304" y="1384"/>
                  </a:lnTo>
                  <a:lnTo>
                    <a:pt x="1364" y="1403"/>
                  </a:lnTo>
                  <a:lnTo>
                    <a:pt x="1383" y="1384"/>
                  </a:lnTo>
                  <a:lnTo>
                    <a:pt x="1344" y="1344"/>
                  </a:lnTo>
                  <a:lnTo>
                    <a:pt x="1285" y="1324"/>
                  </a:lnTo>
                  <a:lnTo>
                    <a:pt x="1285" y="1305"/>
                  </a:lnTo>
                  <a:lnTo>
                    <a:pt x="1344" y="1305"/>
                  </a:lnTo>
                  <a:lnTo>
                    <a:pt x="1304" y="1285"/>
                  </a:lnTo>
                  <a:lnTo>
                    <a:pt x="1364" y="1305"/>
                  </a:lnTo>
                  <a:lnTo>
                    <a:pt x="1344" y="1285"/>
                  </a:lnTo>
                  <a:lnTo>
                    <a:pt x="1324" y="1265"/>
                  </a:lnTo>
                  <a:lnTo>
                    <a:pt x="1383" y="1265"/>
                  </a:lnTo>
                  <a:lnTo>
                    <a:pt x="1344" y="1245"/>
                  </a:lnTo>
                  <a:lnTo>
                    <a:pt x="1285" y="1206"/>
                  </a:lnTo>
                  <a:lnTo>
                    <a:pt x="1383" y="1245"/>
                  </a:lnTo>
                  <a:lnTo>
                    <a:pt x="1344" y="1186"/>
                  </a:lnTo>
                  <a:lnTo>
                    <a:pt x="1344" y="1107"/>
                  </a:lnTo>
                  <a:lnTo>
                    <a:pt x="1364" y="1127"/>
                  </a:lnTo>
                  <a:lnTo>
                    <a:pt x="1364" y="1107"/>
                  </a:lnTo>
                  <a:lnTo>
                    <a:pt x="1324" y="1068"/>
                  </a:lnTo>
                  <a:lnTo>
                    <a:pt x="1304" y="1048"/>
                  </a:lnTo>
                  <a:lnTo>
                    <a:pt x="1304" y="1028"/>
                  </a:lnTo>
                  <a:lnTo>
                    <a:pt x="1324" y="1028"/>
                  </a:lnTo>
                  <a:lnTo>
                    <a:pt x="1285" y="1008"/>
                  </a:lnTo>
                  <a:lnTo>
                    <a:pt x="1225" y="989"/>
                  </a:lnTo>
                  <a:lnTo>
                    <a:pt x="1107" y="949"/>
                  </a:lnTo>
                  <a:lnTo>
                    <a:pt x="1087" y="929"/>
                  </a:lnTo>
                  <a:lnTo>
                    <a:pt x="1127" y="929"/>
                  </a:lnTo>
                  <a:lnTo>
                    <a:pt x="1186" y="949"/>
                  </a:lnTo>
                  <a:lnTo>
                    <a:pt x="1265" y="989"/>
                  </a:lnTo>
                  <a:lnTo>
                    <a:pt x="1344" y="1028"/>
                  </a:lnTo>
                  <a:lnTo>
                    <a:pt x="1344" y="1028"/>
                  </a:lnTo>
                  <a:lnTo>
                    <a:pt x="1285" y="989"/>
                  </a:lnTo>
                  <a:lnTo>
                    <a:pt x="1304" y="969"/>
                  </a:lnTo>
                  <a:lnTo>
                    <a:pt x="1304" y="949"/>
                  </a:lnTo>
                  <a:lnTo>
                    <a:pt x="1324" y="969"/>
                  </a:lnTo>
                  <a:lnTo>
                    <a:pt x="1344" y="969"/>
                  </a:lnTo>
                  <a:lnTo>
                    <a:pt x="1344" y="989"/>
                  </a:lnTo>
                  <a:lnTo>
                    <a:pt x="1364" y="989"/>
                  </a:lnTo>
                  <a:lnTo>
                    <a:pt x="1403" y="1028"/>
                  </a:lnTo>
                  <a:lnTo>
                    <a:pt x="1383" y="989"/>
                  </a:lnTo>
                  <a:lnTo>
                    <a:pt x="1383" y="969"/>
                  </a:lnTo>
                  <a:lnTo>
                    <a:pt x="1344" y="949"/>
                  </a:lnTo>
                  <a:lnTo>
                    <a:pt x="1324" y="929"/>
                  </a:lnTo>
                  <a:lnTo>
                    <a:pt x="1265" y="910"/>
                  </a:lnTo>
                  <a:lnTo>
                    <a:pt x="1364" y="929"/>
                  </a:lnTo>
                  <a:lnTo>
                    <a:pt x="1304" y="910"/>
                  </a:lnTo>
                  <a:lnTo>
                    <a:pt x="1285" y="910"/>
                  </a:lnTo>
                  <a:lnTo>
                    <a:pt x="1285" y="890"/>
                  </a:lnTo>
                  <a:lnTo>
                    <a:pt x="1324" y="890"/>
                  </a:lnTo>
                  <a:lnTo>
                    <a:pt x="1383" y="910"/>
                  </a:lnTo>
                  <a:lnTo>
                    <a:pt x="1383" y="910"/>
                  </a:lnTo>
                  <a:lnTo>
                    <a:pt x="1344" y="890"/>
                  </a:lnTo>
                  <a:lnTo>
                    <a:pt x="1344" y="870"/>
                  </a:lnTo>
                  <a:lnTo>
                    <a:pt x="1383" y="890"/>
                  </a:lnTo>
                  <a:lnTo>
                    <a:pt x="1403" y="870"/>
                  </a:lnTo>
                  <a:lnTo>
                    <a:pt x="1403" y="850"/>
                  </a:lnTo>
                  <a:lnTo>
                    <a:pt x="1443" y="850"/>
                  </a:lnTo>
                  <a:lnTo>
                    <a:pt x="1403" y="831"/>
                  </a:lnTo>
                  <a:lnTo>
                    <a:pt x="1364" y="791"/>
                  </a:lnTo>
                  <a:lnTo>
                    <a:pt x="1344" y="791"/>
                  </a:lnTo>
                  <a:lnTo>
                    <a:pt x="1285" y="771"/>
                  </a:lnTo>
                  <a:lnTo>
                    <a:pt x="1265" y="752"/>
                  </a:lnTo>
                  <a:lnTo>
                    <a:pt x="1245" y="732"/>
                  </a:lnTo>
                  <a:lnTo>
                    <a:pt x="1304" y="752"/>
                  </a:lnTo>
                  <a:lnTo>
                    <a:pt x="1324" y="771"/>
                  </a:lnTo>
                  <a:lnTo>
                    <a:pt x="1423" y="771"/>
                  </a:lnTo>
                  <a:lnTo>
                    <a:pt x="1403" y="752"/>
                  </a:lnTo>
                  <a:lnTo>
                    <a:pt x="1364" y="732"/>
                  </a:lnTo>
                  <a:lnTo>
                    <a:pt x="1423" y="752"/>
                  </a:lnTo>
                  <a:lnTo>
                    <a:pt x="1443" y="752"/>
                  </a:lnTo>
                  <a:lnTo>
                    <a:pt x="1403" y="732"/>
                  </a:lnTo>
                  <a:lnTo>
                    <a:pt x="1324" y="692"/>
                  </a:lnTo>
                  <a:lnTo>
                    <a:pt x="1344" y="692"/>
                  </a:lnTo>
                  <a:lnTo>
                    <a:pt x="1324" y="673"/>
                  </a:lnTo>
                  <a:lnTo>
                    <a:pt x="1403" y="712"/>
                  </a:lnTo>
                  <a:lnTo>
                    <a:pt x="1403" y="712"/>
                  </a:lnTo>
                  <a:lnTo>
                    <a:pt x="1324" y="653"/>
                  </a:lnTo>
                  <a:lnTo>
                    <a:pt x="1285" y="613"/>
                  </a:lnTo>
                  <a:lnTo>
                    <a:pt x="1245" y="594"/>
                  </a:lnTo>
                  <a:lnTo>
                    <a:pt x="1304" y="613"/>
                  </a:lnTo>
                  <a:lnTo>
                    <a:pt x="1383" y="633"/>
                  </a:lnTo>
                  <a:lnTo>
                    <a:pt x="1344" y="633"/>
                  </a:lnTo>
                  <a:lnTo>
                    <a:pt x="1423" y="653"/>
                  </a:lnTo>
                  <a:lnTo>
                    <a:pt x="1462" y="653"/>
                  </a:lnTo>
                  <a:lnTo>
                    <a:pt x="1462" y="633"/>
                  </a:lnTo>
                  <a:lnTo>
                    <a:pt x="1443" y="613"/>
                  </a:lnTo>
                  <a:lnTo>
                    <a:pt x="1462" y="594"/>
                  </a:lnTo>
                  <a:lnTo>
                    <a:pt x="1443" y="574"/>
                  </a:lnTo>
                  <a:lnTo>
                    <a:pt x="1502" y="574"/>
                  </a:lnTo>
                  <a:lnTo>
                    <a:pt x="1502" y="554"/>
                  </a:lnTo>
                  <a:lnTo>
                    <a:pt x="1502" y="534"/>
                  </a:lnTo>
                  <a:lnTo>
                    <a:pt x="1502" y="515"/>
                  </a:lnTo>
                  <a:lnTo>
                    <a:pt x="1462" y="475"/>
                  </a:lnTo>
                  <a:lnTo>
                    <a:pt x="1522" y="495"/>
                  </a:lnTo>
                  <a:lnTo>
                    <a:pt x="1522" y="495"/>
                  </a:lnTo>
                  <a:lnTo>
                    <a:pt x="1443" y="455"/>
                  </a:lnTo>
                  <a:lnTo>
                    <a:pt x="1423" y="416"/>
                  </a:lnTo>
                  <a:lnTo>
                    <a:pt x="1383" y="376"/>
                  </a:lnTo>
                  <a:lnTo>
                    <a:pt x="1285" y="317"/>
                  </a:lnTo>
                  <a:lnTo>
                    <a:pt x="1344" y="337"/>
                  </a:lnTo>
                  <a:lnTo>
                    <a:pt x="1403" y="376"/>
                  </a:lnTo>
                  <a:lnTo>
                    <a:pt x="1364" y="337"/>
                  </a:lnTo>
                  <a:lnTo>
                    <a:pt x="1344" y="317"/>
                  </a:lnTo>
                  <a:lnTo>
                    <a:pt x="1344" y="317"/>
                  </a:lnTo>
                  <a:lnTo>
                    <a:pt x="1383" y="337"/>
                  </a:lnTo>
                  <a:lnTo>
                    <a:pt x="1423" y="357"/>
                  </a:lnTo>
                  <a:lnTo>
                    <a:pt x="1423" y="342"/>
                  </a:lnTo>
                  <a:lnTo>
                    <a:pt x="1423" y="342"/>
                  </a:lnTo>
                  <a:lnTo>
                    <a:pt x="1364" y="297"/>
                  </a:lnTo>
                  <a:lnTo>
                    <a:pt x="1304" y="258"/>
                  </a:lnTo>
                  <a:lnTo>
                    <a:pt x="1265" y="238"/>
                  </a:lnTo>
                  <a:lnTo>
                    <a:pt x="1285" y="238"/>
                  </a:lnTo>
                  <a:lnTo>
                    <a:pt x="1245" y="179"/>
                  </a:lnTo>
                  <a:lnTo>
                    <a:pt x="1245" y="139"/>
                  </a:lnTo>
                  <a:lnTo>
                    <a:pt x="1245" y="100"/>
                  </a:lnTo>
                  <a:lnTo>
                    <a:pt x="1304" y="80"/>
                  </a:lnTo>
                  <a:lnTo>
                    <a:pt x="1324" y="100"/>
                  </a:lnTo>
                  <a:lnTo>
                    <a:pt x="1324" y="80"/>
                  </a:lnTo>
                  <a:lnTo>
                    <a:pt x="1344" y="80"/>
                  </a:lnTo>
                  <a:lnTo>
                    <a:pt x="1344" y="100"/>
                  </a:lnTo>
                  <a:lnTo>
                    <a:pt x="1383" y="100"/>
                  </a:lnTo>
                  <a:lnTo>
                    <a:pt x="1364" y="80"/>
                  </a:lnTo>
                  <a:lnTo>
                    <a:pt x="1344" y="60"/>
                  </a:lnTo>
                  <a:lnTo>
                    <a:pt x="1344" y="60"/>
                  </a:lnTo>
                  <a:lnTo>
                    <a:pt x="1383" y="80"/>
                  </a:lnTo>
                  <a:lnTo>
                    <a:pt x="1462" y="80"/>
                  </a:lnTo>
                  <a:lnTo>
                    <a:pt x="1443" y="60"/>
                  </a:lnTo>
                  <a:lnTo>
                    <a:pt x="1443" y="60"/>
                  </a:lnTo>
                  <a:lnTo>
                    <a:pt x="1581" y="120"/>
                  </a:lnTo>
                  <a:lnTo>
                    <a:pt x="1522" y="60"/>
                  </a:lnTo>
                  <a:lnTo>
                    <a:pt x="1502" y="60"/>
                  </a:lnTo>
                  <a:lnTo>
                    <a:pt x="1462" y="40"/>
                  </a:lnTo>
                  <a:lnTo>
                    <a:pt x="1443" y="21"/>
                  </a:lnTo>
                  <a:lnTo>
                    <a:pt x="140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0" name="Google Shape;7670;p29"/>
            <p:cNvSpPr/>
            <p:nvPr/>
          </p:nvSpPr>
          <p:spPr>
            <a:xfrm>
              <a:off x="-1781250" y="3410200"/>
              <a:ext cx="500" cy="500"/>
            </a:xfrm>
            <a:custGeom>
              <a:rect b="b" l="l" r="r" t="t"/>
              <a:pathLst>
                <a:path extrusionOk="0" h="20" w="20">
                  <a:moveTo>
                    <a:pt x="20" y="20"/>
                  </a:moveTo>
                  <a:lnTo>
                    <a:pt x="20" y="20"/>
                  </a:lnTo>
                  <a:lnTo>
                    <a:pt x="20" y="20"/>
                  </a:lnTo>
                  <a:lnTo>
                    <a:pt x="0" y="0"/>
                  </a:lnTo>
                  <a:lnTo>
                    <a:pt x="0" y="0"/>
                  </a:lnTo>
                  <a:lnTo>
                    <a:pt x="20" y="20"/>
                  </a:lnTo>
                  <a:lnTo>
                    <a:pt x="2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1" name="Google Shape;7671;p29"/>
            <p:cNvSpPr/>
            <p:nvPr/>
          </p:nvSpPr>
          <p:spPr>
            <a:xfrm>
              <a:off x="-1798050" y="3378100"/>
              <a:ext cx="525" cy="25"/>
            </a:xfrm>
            <a:custGeom>
              <a:rect b="b" l="l" r="r" t="t"/>
              <a:pathLst>
                <a:path extrusionOk="0" h="1" w="21">
                  <a:moveTo>
                    <a:pt x="20" y="0"/>
                  </a:moveTo>
                  <a:lnTo>
                    <a:pt x="20" y="0"/>
                  </a:lnTo>
                  <a:lnTo>
                    <a:pt x="1" y="0"/>
                  </a:lnTo>
                  <a:lnTo>
                    <a:pt x="1"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2" name="Google Shape;7672;p29"/>
            <p:cNvSpPr/>
            <p:nvPr/>
          </p:nvSpPr>
          <p:spPr>
            <a:xfrm>
              <a:off x="-1795075" y="3407225"/>
              <a:ext cx="500" cy="25"/>
            </a:xfrm>
            <a:custGeom>
              <a:rect b="b" l="l" r="r" t="t"/>
              <a:pathLst>
                <a:path extrusionOk="0" h="1" w="20">
                  <a:moveTo>
                    <a:pt x="0" y="1"/>
                  </a:moveTo>
                  <a:lnTo>
                    <a:pt x="0" y="1"/>
                  </a:lnTo>
                  <a:lnTo>
                    <a:pt x="2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3" name="Google Shape;7673;p29"/>
            <p:cNvSpPr/>
            <p:nvPr/>
          </p:nvSpPr>
          <p:spPr>
            <a:xfrm>
              <a:off x="-1709150" y="3594375"/>
              <a:ext cx="52850" cy="55325"/>
            </a:xfrm>
            <a:custGeom>
              <a:rect b="b" l="l" r="r" t="t"/>
              <a:pathLst>
                <a:path extrusionOk="0" h="2213" w="2114">
                  <a:moveTo>
                    <a:pt x="178" y="574"/>
                  </a:moveTo>
                  <a:lnTo>
                    <a:pt x="158" y="593"/>
                  </a:lnTo>
                  <a:lnTo>
                    <a:pt x="178" y="574"/>
                  </a:lnTo>
                  <a:lnTo>
                    <a:pt x="178" y="574"/>
                  </a:lnTo>
                  <a:close/>
                  <a:moveTo>
                    <a:pt x="158" y="593"/>
                  </a:moveTo>
                  <a:lnTo>
                    <a:pt x="138" y="613"/>
                  </a:lnTo>
                  <a:lnTo>
                    <a:pt x="158" y="593"/>
                  </a:lnTo>
                  <a:close/>
                  <a:moveTo>
                    <a:pt x="1363" y="692"/>
                  </a:moveTo>
                  <a:lnTo>
                    <a:pt x="1323" y="712"/>
                  </a:lnTo>
                  <a:lnTo>
                    <a:pt x="1323" y="712"/>
                  </a:lnTo>
                  <a:lnTo>
                    <a:pt x="1323" y="712"/>
                  </a:lnTo>
                  <a:lnTo>
                    <a:pt x="1363" y="692"/>
                  </a:lnTo>
                  <a:close/>
                  <a:moveTo>
                    <a:pt x="79" y="811"/>
                  </a:moveTo>
                  <a:lnTo>
                    <a:pt x="40" y="830"/>
                  </a:lnTo>
                  <a:lnTo>
                    <a:pt x="59" y="830"/>
                  </a:lnTo>
                  <a:lnTo>
                    <a:pt x="79" y="811"/>
                  </a:lnTo>
                  <a:close/>
                  <a:moveTo>
                    <a:pt x="99" y="1127"/>
                  </a:moveTo>
                  <a:lnTo>
                    <a:pt x="79" y="1146"/>
                  </a:lnTo>
                  <a:lnTo>
                    <a:pt x="79" y="1146"/>
                  </a:lnTo>
                  <a:lnTo>
                    <a:pt x="105" y="1127"/>
                  </a:lnTo>
                  <a:close/>
                  <a:moveTo>
                    <a:pt x="79" y="1127"/>
                  </a:moveTo>
                  <a:lnTo>
                    <a:pt x="0" y="1186"/>
                  </a:lnTo>
                  <a:lnTo>
                    <a:pt x="20" y="1206"/>
                  </a:lnTo>
                  <a:lnTo>
                    <a:pt x="59" y="1186"/>
                  </a:lnTo>
                  <a:lnTo>
                    <a:pt x="99" y="1146"/>
                  </a:lnTo>
                  <a:lnTo>
                    <a:pt x="40" y="1186"/>
                  </a:lnTo>
                  <a:lnTo>
                    <a:pt x="59" y="1166"/>
                  </a:lnTo>
                  <a:lnTo>
                    <a:pt x="79" y="1146"/>
                  </a:lnTo>
                  <a:lnTo>
                    <a:pt x="79" y="1127"/>
                  </a:lnTo>
                  <a:close/>
                  <a:moveTo>
                    <a:pt x="573" y="1443"/>
                  </a:moveTo>
                  <a:lnTo>
                    <a:pt x="553" y="1462"/>
                  </a:lnTo>
                  <a:lnTo>
                    <a:pt x="514" y="1502"/>
                  </a:lnTo>
                  <a:lnTo>
                    <a:pt x="514" y="1502"/>
                  </a:lnTo>
                  <a:lnTo>
                    <a:pt x="514" y="1502"/>
                  </a:lnTo>
                  <a:lnTo>
                    <a:pt x="573" y="1443"/>
                  </a:lnTo>
                  <a:close/>
                  <a:moveTo>
                    <a:pt x="869" y="1838"/>
                  </a:moveTo>
                  <a:lnTo>
                    <a:pt x="834" y="1861"/>
                  </a:lnTo>
                  <a:lnTo>
                    <a:pt x="834" y="1861"/>
                  </a:lnTo>
                  <a:lnTo>
                    <a:pt x="849" y="1857"/>
                  </a:lnTo>
                  <a:lnTo>
                    <a:pt x="869" y="1838"/>
                  </a:lnTo>
                  <a:close/>
                  <a:moveTo>
                    <a:pt x="834" y="1861"/>
                  </a:moveTo>
                  <a:lnTo>
                    <a:pt x="770" y="1877"/>
                  </a:lnTo>
                  <a:lnTo>
                    <a:pt x="770" y="1887"/>
                  </a:lnTo>
                  <a:lnTo>
                    <a:pt x="770" y="1887"/>
                  </a:lnTo>
                  <a:lnTo>
                    <a:pt x="790" y="1877"/>
                  </a:lnTo>
                  <a:lnTo>
                    <a:pt x="810" y="1877"/>
                  </a:lnTo>
                  <a:lnTo>
                    <a:pt x="834" y="1861"/>
                  </a:lnTo>
                  <a:close/>
                  <a:moveTo>
                    <a:pt x="770" y="1887"/>
                  </a:moveTo>
                  <a:lnTo>
                    <a:pt x="751" y="1897"/>
                  </a:lnTo>
                  <a:lnTo>
                    <a:pt x="672" y="1956"/>
                  </a:lnTo>
                  <a:lnTo>
                    <a:pt x="691" y="1956"/>
                  </a:lnTo>
                  <a:lnTo>
                    <a:pt x="672" y="1996"/>
                  </a:lnTo>
                  <a:lnTo>
                    <a:pt x="672" y="1996"/>
                  </a:lnTo>
                  <a:lnTo>
                    <a:pt x="711" y="1956"/>
                  </a:lnTo>
                  <a:lnTo>
                    <a:pt x="731" y="1936"/>
                  </a:lnTo>
                  <a:lnTo>
                    <a:pt x="731" y="1956"/>
                  </a:lnTo>
                  <a:lnTo>
                    <a:pt x="810" y="1897"/>
                  </a:lnTo>
                  <a:lnTo>
                    <a:pt x="770" y="1897"/>
                  </a:lnTo>
                  <a:lnTo>
                    <a:pt x="770" y="1887"/>
                  </a:lnTo>
                  <a:close/>
                  <a:moveTo>
                    <a:pt x="968" y="2075"/>
                  </a:moveTo>
                  <a:lnTo>
                    <a:pt x="968" y="2094"/>
                  </a:lnTo>
                  <a:lnTo>
                    <a:pt x="988" y="2114"/>
                  </a:lnTo>
                  <a:lnTo>
                    <a:pt x="988" y="2094"/>
                  </a:lnTo>
                  <a:lnTo>
                    <a:pt x="988" y="2075"/>
                  </a:lnTo>
                  <a:close/>
                  <a:moveTo>
                    <a:pt x="751" y="1"/>
                  </a:moveTo>
                  <a:lnTo>
                    <a:pt x="711" y="20"/>
                  </a:lnTo>
                  <a:lnTo>
                    <a:pt x="672" y="40"/>
                  </a:lnTo>
                  <a:lnTo>
                    <a:pt x="632" y="80"/>
                  </a:lnTo>
                  <a:lnTo>
                    <a:pt x="612" y="80"/>
                  </a:lnTo>
                  <a:lnTo>
                    <a:pt x="474" y="178"/>
                  </a:lnTo>
                  <a:lnTo>
                    <a:pt x="356" y="277"/>
                  </a:lnTo>
                  <a:lnTo>
                    <a:pt x="356" y="297"/>
                  </a:lnTo>
                  <a:lnTo>
                    <a:pt x="316" y="337"/>
                  </a:lnTo>
                  <a:lnTo>
                    <a:pt x="277" y="356"/>
                  </a:lnTo>
                  <a:lnTo>
                    <a:pt x="257" y="376"/>
                  </a:lnTo>
                  <a:lnTo>
                    <a:pt x="296" y="376"/>
                  </a:lnTo>
                  <a:lnTo>
                    <a:pt x="277" y="396"/>
                  </a:lnTo>
                  <a:lnTo>
                    <a:pt x="277" y="416"/>
                  </a:lnTo>
                  <a:lnTo>
                    <a:pt x="296" y="416"/>
                  </a:lnTo>
                  <a:lnTo>
                    <a:pt x="257" y="455"/>
                  </a:lnTo>
                  <a:lnTo>
                    <a:pt x="198" y="495"/>
                  </a:lnTo>
                  <a:lnTo>
                    <a:pt x="178" y="514"/>
                  </a:lnTo>
                  <a:lnTo>
                    <a:pt x="217" y="514"/>
                  </a:lnTo>
                  <a:lnTo>
                    <a:pt x="217" y="534"/>
                  </a:lnTo>
                  <a:lnTo>
                    <a:pt x="178" y="554"/>
                  </a:lnTo>
                  <a:lnTo>
                    <a:pt x="178" y="574"/>
                  </a:lnTo>
                  <a:lnTo>
                    <a:pt x="198" y="554"/>
                  </a:lnTo>
                  <a:lnTo>
                    <a:pt x="217" y="554"/>
                  </a:lnTo>
                  <a:lnTo>
                    <a:pt x="198" y="574"/>
                  </a:lnTo>
                  <a:lnTo>
                    <a:pt x="198" y="574"/>
                  </a:lnTo>
                  <a:lnTo>
                    <a:pt x="257" y="534"/>
                  </a:lnTo>
                  <a:lnTo>
                    <a:pt x="257" y="554"/>
                  </a:lnTo>
                  <a:lnTo>
                    <a:pt x="237" y="574"/>
                  </a:lnTo>
                  <a:lnTo>
                    <a:pt x="158" y="613"/>
                  </a:lnTo>
                  <a:lnTo>
                    <a:pt x="138" y="633"/>
                  </a:lnTo>
                  <a:lnTo>
                    <a:pt x="79" y="672"/>
                  </a:lnTo>
                  <a:lnTo>
                    <a:pt x="138" y="653"/>
                  </a:lnTo>
                  <a:lnTo>
                    <a:pt x="158" y="653"/>
                  </a:lnTo>
                  <a:lnTo>
                    <a:pt x="138" y="672"/>
                  </a:lnTo>
                  <a:lnTo>
                    <a:pt x="119" y="672"/>
                  </a:lnTo>
                  <a:lnTo>
                    <a:pt x="59" y="732"/>
                  </a:lnTo>
                  <a:lnTo>
                    <a:pt x="79" y="732"/>
                  </a:lnTo>
                  <a:lnTo>
                    <a:pt x="119" y="712"/>
                  </a:lnTo>
                  <a:lnTo>
                    <a:pt x="138" y="712"/>
                  </a:lnTo>
                  <a:lnTo>
                    <a:pt x="119" y="732"/>
                  </a:lnTo>
                  <a:lnTo>
                    <a:pt x="119" y="751"/>
                  </a:lnTo>
                  <a:lnTo>
                    <a:pt x="79" y="811"/>
                  </a:lnTo>
                  <a:lnTo>
                    <a:pt x="79" y="830"/>
                  </a:lnTo>
                  <a:lnTo>
                    <a:pt x="99" y="830"/>
                  </a:lnTo>
                  <a:lnTo>
                    <a:pt x="138" y="811"/>
                  </a:lnTo>
                  <a:lnTo>
                    <a:pt x="138" y="811"/>
                  </a:lnTo>
                  <a:lnTo>
                    <a:pt x="79" y="850"/>
                  </a:lnTo>
                  <a:lnTo>
                    <a:pt x="178" y="791"/>
                  </a:lnTo>
                  <a:lnTo>
                    <a:pt x="237" y="751"/>
                  </a:lnTo>
                  <a:lnTo>
                    <a:pt x="257" y="751"/>
                  </a:lnTo>
                  <a:lnTo>
                    <a:pt x="217" y="791"/>
                  </a:lnTo>
                  <a:lnTo>
                    <a:pt x="178" y="830"/>
                  </a:lnTo>
                  <a:lnTo>
                    <a:pt x="119" y="870"/>
                  </a:lnTo>
                  <a:lnTo>
                    <a:pt x="79" y="909"/>
                  </a:lnTo>
                  <a:lnTo>
                    <a:pt x="99" y="909"/>
                  </a:lnTo>
                  <a:lnTo>
                    <a:pt x="59" y="929"/>
                  </a:lnTo>
                  <a:lnTo>
                    <a:pt x="20" y="949"/>
                  </a:lnTo>
                  <a:lnTo>
                    <a:pt x="20" y="969"/>
                  </a:lnTo>
                  <a:lnTo>
                    <a:pt x="0" y="1008"/>
                  </a:lnTo>
                  <a:lnTo>
                    <a:pt x="0" y="1028"/>
                  </a:lnTo>
                  <a:lnTo>
                    <a:pt x="59" y="988"/>
                  </a:lnTo>
                  <a:lnTo>
                    <a:pt x="40" y="1008"/>
                  </a:lnTo>
                  <a:lnTo>
                    <a:pt x="20" y="1048"/>
                  </a:lnTo>
                  <a:lnTo>
                    <a:pt x="40" y="1048"/>
                  </a:lnTo>
                  <a:lnTo>
                    <a:pt x="40" y="1067"/>
                  </a:lnTo>
                  <a:lnTo>
                    <a:pt x="20" y="1087"/>
                  </a:lnTo>
                  <a:lnTo>
                    <a:pt x="0" y="1107"/>
                  </a:lnTo>
                  <a:lnTo>
                    <a:pt x="20" y="1107"/>
                  </a:lnTo>
                  <a:lnTo>
                    <a:pt x="59" y="1067"/>
                  </a:lnTo>
                  <a:lnTo>
                    <a:pt x="99" y="1048"/>
                  </a:lnTo>
                  <a:lnTo>
                    <a:pt x="99" y="1048"/>
                  </a:lnTo>
                  <a:lnTo>
                    <a:pt x="79" y="1067"/>
                  </a:lnTo>
                  <a:lnTo>
                    <a:pt x="79" y="1087"/>
                  </a:lnTo>
                  <a:lnTo>
                    <a:pt x="59" y="1107"/>
                  </a:lnTo>
                  <a:lnTo>
                    <a:pt x="40" y="1127"/>
                  </a:lnTo>
                  <a:lnTo>
                    <a:pt x="99" y="1087"/>
                  </a:lnTo>
                  <a:lnTo>
                    <a:pt x="178" y="1028"/>
                  </a:lnTo>
                  <a:lnTo>
                    <a:pt x="158" y="1087"/>
                  </a:lnTo>
                  <a:lnTo>
                    <a:pt x="105" y="1127"/>
                  </a:lnTo>
                  <a:lnTo>
                    <a:pt x="138" y="1127"/>
                  </a:lnTo>
                  <a:lnTo>
                    <a:pt x="178" y="1107"/>
                  </a:lnTo>
                  <a:lnTo>
                    <a:pt x="277" y="1067"/>
                  </a:lnTo>
                  <a:lnTo>
                    <a:pt x="237" y="1107"/>
                  </a:lnTo>
                  <a:lnTo>
                    <a:pt x="138" y="1166"/>
                  </a:lnTo>
                  <a:lnTo>
                    <a:pt x="158" y="1166"/>
                  </a:lnTo>
                  <a:lnTo>
                    <a:pt x="119" y="1225"/>
                  </a:lnTo>
                  <a:lnTo>
                    <a:pt x="119" y="1225"/>
                  </a:lnTo>
                  <a:lnTo>
                    <a:pt x="198" y="1186"/>
                  </a:lnTo>
                  <a:lnTo>
                    <a:pt x="138" y="1245"/>
                  </a:lnTo>
                  <a:lnTo>
                    <a:pt x="138" y="1265"/>
                  </a:lnTo>
                  <a:lnTo>
                    <a:pt x="138" y="1304"/>
                  </a:lnTo>
                  <a:lnTo>
                    <a:pt x="119" y="1324"/>
                  </a:lnTo>
                  <a:lnTo>
                    <a:pt x="158" y="1344"/>
                  </a:lnTo>
                  <a:lnTo>
                    <a:pt x="217" y="1265"/>
                  </a:lnTo>
                  <a:lnTo>
                    <a:pt x="138" y="1324"/>
                  </a:lnTo>
                  <a:lnTo>
                    <a:pt x="138" y="1324"/>
                  </a:lnTo>
                  <a:lnTo>
                    <a:pt x="237" y="1245"/>
                  </a:lnTo>
                  <a:lnTo>
                    <a:pt x="336" y="1186"/>
                  </a:lnTo>
                  <a:lnTo>
                    <a:pt x="336" y="1206"/>
                  </a:lnTo>
                  <a:lnTo>
                    <a:pt x="296" y="1225"/>
                  </a:lnTo>
                  <a:lnTo>
                    <a:pt x="336" y="1225"/>
                  </a:lnTo>
                  <a:lnTo>
                    <a:pt x="356" y="1206"/>
                  </a:lnTo>
                  <a:lnTo>
                    <a:pt x="375" y="1186"/>
                  </a:lnTo>
                  <a:lnTo>
                    <a:pt x="356" y="1225"/>
                  </a:lnTo>
                  <a:lnTo>
                    <a:pt x="316" y="1245"/>
                  </a:lnTo>
                  <a:lnTo>
                    <a:pt x="336" y="1245"/>
                  </a:lnTo>
                  <a:lnTo>
                    <a:pt x="395" y="1225"/>
                  </a:lnTo>
                  <a:lnTo>
                    <a:pt x="336" y="1265"/>
                  </a:lnTo>
                  <a:lnTo>
                    <a:pt x="277" y="1285"/>
                  </a:lnTo>
                  <a:lnTo>
                    <a:pt x="237" y="1324"/>
                  </a:lnTo>
                  <a:lnTo>
                    <a:pt x="198" y="1364"/>
                  </a:lnTo>
                  <a:lnTo>
                    <a:pt x="217" y="1364"/>
                  </a:lnTo>
                  <a:lnTo>
                    <a:pt x="138" y="1403"/>
                  </a:lnTo>
                  <a:lnTo>
                    <a:pt x="178" y="1403"/>
                  </a:lnTo>
                  <a:lnTo>
                    <a:pt x="158" y="1423"/>
                  </a:lnTo>
                  <a:lnTo>
                    <a:pt x="158" y="1423"/>
                  </a:lnTo>
                  <a:lnTo>
                    <a:pt x="217" y="1383"/>
                  </a:lnTo>
                  <a:lnTo>
                    <a:pt x="178" y="1443"/>
                  </a:lnTo>
                  <a:lnTo>
                    <a:pt x="178" y="1482"/>
                  </a:lnTo>
                  <a:lnTo>
                    <a:pt x="217" y="1443"/>
                  </a:lnTo>
                  <a:lnTo>
                    <a:pt x="257" y="1443"/>
                  </a:lnTo>
                  <a:lnTo>
                    <a:pt x="237" y="1462"/>
                  </a:lnTo>
                  <a:lnTo>
                    <a:pt x="198" y="1482"/>
                  </a:lnTo>
                  <a:lnTo>
                    <a:pt x="198" y="1502"/>
                  </a:lnTo>
                  <a:lnTo>
                    <a:pt x="257" y="1502"/>
                  </a:lnTo>
                  <a:lnTo>
                    <a:pt x="336" y="1443"/>
                  </a:lnTo>
                  <a:lnTo>
                    <a:pt x="336" y="1462"/>
                  </a:lnTo>
                  <a:lnTo>
                    <a:pt x="296" y="1482"/>
                  </a:lnTo>
                  <a:lnTo>
                    <a:pt x="375" y="1462"/>
                  </a:lnTo>
                  <a:lnTo>
                    <a:pt x="375" y="1462"/>
                  </a:lnTo>
                  <a:lnTo>
                    <a:pt x="316" y="1482"/>
                  </a:lnTo>
                  <a:lnTo>
                    <a:pt x="296" y="1502"/>
                  </a:lnTo>
                  <a:lnTo>
                    <a:pt x="296" y="1522"/>
                  </a:lnTo>
                  <a:lnTo>
                    <a:pt x="296" y="1541"/>
                  </a:lnTo>
                  <a:lnTo>
                    <a:pt x="494" y="1462"/>
                  </a:lnTo>
                  <a:lnTo>
                    <a:pt x="593" y="1403"/>
                  </a:lnTo>
                  <a:lnTo>
                    <a:pt x="691" y="1344"/>
                  </a:lnTo>
                  <a:lnTo>
                    <a:pt x="652" y="1383"/>
                  </a:lnTo>
                  <a:lnTo>
                    <a:pt x="632" y="1423"/>
                  </a:lnTo>
                  <a:lnTo>
                    <a:pt x="573" y="1462"/>
                  </a:lnTo>
                  <a:lnTo>
                    <a:pt x="553" y="1482"/>
                  </a:lnTo>
                  <a:lnTo>
                    <a:pt x="514" y="1502"/>
                  </a:lnTo>
                  <a:lnTo>
                    <a:pt x="514" y="1502"/>
                  </a:lnTo>
                  <a:lnTo>
                    <a:pt x="454" y="1561"/>
                  </a:lnTo>
                  <a:lnTo>
                    <a:pt x="395" y="1581"/>
                  </a:lnTo>
                  <a:lnTo>
                    <a:pt x="454" y="1541"/>
                  </a:lnTo>
                  <a:lnTo>
                    <a:pt x="454" y="1541"/>
                  </a:lnTo>
                  <a:lnTo>
                    <a:pt x="415" y="1561"/>
                  </a:lnTo>
                  <a:lnTo>
                    <a:pt x="375" y="1581"/>
                  </a:lnTo>
                  <a:lnTo>
                    <a:pt x="296" y="1640"/>
                  </a:lnTo>
                  <a:lnTo>
                    <a:pt x="336" y="1640"/>
                  </a:lnTo>
                  <a:lnTo>
                    <a:pt x="336" y="1660"/>
                  </a:lnTo>
                  <a:lnTo>
                    <a:pt x="375" y="1660"/>
                  </a:lnTo>
                  <a:lnTo>
                    <a:pt x="356" y="1680"/>
                  </a:lnTo>
                  <a:lnTo>
                    <a:pt x="395" y="1660"/>
                  </a:lnTo>
                  <a:lnTo>
                    <a:pt x="435" y="1640"/>
                  </a:lnTo>
                  <a:lnTo>
                    <a:pt x="435" y="1640"/>
                  </a:lnTo>
                  <a:lnTo>
                    <a:pt x="415" y="1660"/>
                  </a:lnTo>
                  <a:lnTo>
                    <a:pt x="375" y="1699"/>
                  </a:lnTo>
                  <a:lnTo>
                    <a:pt x="415" y="1680"/>
                  </a:lnTo>
                  <a:lnTo>
                    <a:pt x="435" y="1680"/>
                  </a:lnTo>
                  <a:lnTo>
                    <a:pt x="494" y="1640"/>
                  </a:lnTo>
                  <a:lnTo>
                    <a:pt x="573" y="1581"/>
                  </a:lnTo>
                  <a:lnTo>
                    <a:pt x="612" y="1581"/>
                  </a:lnTo>
                  <a:lnTo>
                    <a:pt x="612" y="1601"/>
                  </a:lnTo>
                  <a:lnTo>
                    <a:pt x="593" y="1620"/>
                  </a:lnTo>
                  <a:lnTo>
                    <a:pt x="612" y="1620"/>
                  </a:lnTo>
                  <a:lnTo>
                    <a:pt x="553" y="1660"/>
                  </a:lnTo>
                  <a:lnTo>
                    <a:pt x="533" y="1660"/>
                  </a:lnTo>
                  <a:lnTo>
                    <a:pt x="533" y="1680"/>
                  </a:lnTo>
                  <a:lnTo>
                    <a:pt x="612" y="1640"/>
                  </a:lnTo>
                  <a:lnTo>
                    <a:pt x="612" y="1660"/>
                  </a:lnTo>
                  <a:lnTo>
                    <a:pt x="593" y="1680"/>
                  </a:lnTo>
                  <a:lnTo>
                    <a:pt x="514" y="1719"/>
                  </a:lnTo>
                  <a:lnTo>
                    <a:pt x="533" y="1699"/>
                  </a:lnTo>
                  <a:lnTo>
                    <a:pt x="533" y="1699"/>
                  </a:lnTo>
                  <a:lnTo>
                    <a:pt x="474" y="1739"/>
                  </a:lnTo>
                  <a:lnTo>
                    <a:pt x="514" y="1719"/>
                  </a:lnTo>
                  <a:lnTo>
                    <a:pt x="514" y="1719"/>
                  </a:lnTo>
                  <a:lnTo>
                    <a:pt x="454" y="1759"/>
                  </a:lnTo>
                  <a:lnTo>
                    <a:pt x="474" y="1739"/>
                  </a:lnTo>
                  <a:lnTo>
                    <a:pt x="474" y="1719"/>
                  </a:lnTo>
                  <a:lnTo>
                    <a:pt x="474" y="1699"/>
                  </a:lnTo>
                  <a:lnTo>
                    <a:pt x="415" y="1699"/>
                  </a:lnTo>
                  <a:lnTo>
                    <a:pt x="395" y="1739"/>
                  </a:lnTo>
                  <a:lnTo>
                    <a:pt x="415" y="1739"/>
                  </a:lnTo>
                  <a:lnTo>
                    <a:pt x="415" y="1759"/>
                  </a:lnTo>
                  <a:lnTo>
                    <a:pt x="395" y="1798"/>
                  </a:lnTo>
                  <a:lnTo>
                    <a:pt x="494" y="1759"/>
                  </a:lnTo>
                  <a:lnTo>
                    <a:pt x="553" y="1719"/>
                  </a:lnTo>
                  <a:lnTo>
                    <a:pt x="612" y="1680"/>
                  </a:lnTo>
                  <a:lnTo>
                    <a:pt x="533" y="1739"/>
                  </a:lnTo>
                  <a:lnTo>
                    <a:pt x="514" y="1778"/>
                  </a:lnTo>
                  <a:lnTo>
                    <a:pt x="593" y="1739"/>
                  </a:lnTo>
                  <a:lnTo>
                    <a:pt x="652" y="1719"/>
                  </a:lnTo>
                  <a:lnTo>
                    <a:pt x="632" y="1719"/>
                  </a:lnTo>
                  <a:lnTo>
                    <a:pt x="652" y="1699"/>
                  </a:lnTo>
                  <a:lnTo>
                    <a:pt x="672" y="1680"/>
                  </a:lnTo>
                  <a:lnTo>
                    <a:pt x="711" y="1660"/>
                  </a:lnTo>
                  <a:lnTo>
                    <a:pt x="751" y="1640"/>
                  </a:lnTo>
                  <a:lnTo>
                    <a:pt x="751" y="1660"/>
                  </a:lnTo>
                  <a:lnTo>
                    <a:pt x="731" y="1680"/>
                  </a:lnTo>
                  <a:lnTo>
                    <a:pt x="711" y="1680"/>
                  </a:lnTo>
                  <a:lnTo>
                    <a:pt x="691" y="1719"/>
                  </a:lnTo>
                  <a:lnTo>
                    <a:pt x="533" y="1778"/>
                  </a:lnTo>
                  <a:lnTo>
                    <a:pt x="533" y="1798"/>
                  </a:lnTo>
                  <a:lnTo>
                    <a:pt x="514" y="1818"/>
                  </a:lnTo>
                  <a:lnTo>
                    <a:pt x="514" y="1818"/>
                  </a:lnTo>
                  <a:lnTo>
                    <a:pt x="573" y="1778"/>
                  </a:lnTo>
                  <a:lnTo>
                    <a:pt x="612" y="1759"/>
                  </a:lnTo>
                  <a:lnTo>
                    <a:pt x="691" y="1739"/>
                  </a:lnTo>
                  <a:lnTo>
                    <a:pt x="770" y="1719"/>
                  </a:lnTo>
                  <a:lnTo>
                    <a:pt x="770" y="1719"/>
                  </a:lnTo>
                  <a:lnTo>
                    <a:pt x="711" y="1759"/>
                  </a:lnTo>
                  <a:lnTo>
                    <a:pt x="652" y="1778"/>
                  </a:lnTo>
                  <a:lnTo>
                    <a:pt x="612" y="1798"/>
                  </a:lnTo>
                  <a:lnTo>
                    <a:pt x="533" y="1857"/>
                  </a:lnTo>
                  <a:lnTo>
                    <a:pt x="573" y="1838"/>
                  </a:lnTo>
                  <a:lnTo>
                    <a:pt x="612" y="1818"/>
                  </a:lnTo>
                  <a:lnTo>
                    <a:pt x="593" y="1857"/>
                  </a:lnTo>
                  <a:lnTo>
                    <a:pt x="632" y="1857"/>
                  </a:lnTo>
                  <a:lnTo>
                    <a:pt x="652" y="1838"/>
                  </a:lnTo>
                  <a:lnTo>
                    <a:pt x="672" y="1838"/>
                  </a:lnTo>
                  <a:lnTo>
                    <a:pt x="672" y="1857"/>
                  </a:lnTo>
                  <a:lnTo>
                    <a:pt x="652" y="1877"/>
                  </a:lnTo>
                  <a:lnTo>
                    <a:pt x="691" y="1857"/>
                  </a:lnTo>
                  <a:lnTo>
                    <a:pt x="691" y="1877"/>
                  </a:lnTo>
                  <a:lnTo>
                    <a:pt x="711" y="1877"/>
                  </a:lnTo>
                  <a:lnTo>
                    <a:pt x="711" y="1897"/>
                  </a:lnTo>
                  <a:lnTo>
                    <a:pt x="751" y="1877"/>
                  </a:lnTo>
                  <a:lnTo>
                    <a:pt x="731" y="1857"/>
                  </a:lnTo>
                  <a:lnTo>
                    <a:pt x="711" y="1857"/>
                  </a:lnTo>
                  <a:lnTo>
                    <a:pt x="731" y="1838"/>
                  </a:lnTo>
                  <a:lnTo>
                    <a:pt x="790" y="1798"/>
                  </a:lnTo>
                  <a:lnTo>
                    <a:pt x="889" y="1798"/>
                  </a:lnTo>
                  <a:lnTo>
                    <a:pt x="928" y="1778"/>
                  </a:lnTo>
                  <a:lnTo>
                    <a:pt x="928" y="1798"/>
                  </a:lnTo>
                  <a:lnTo>
                    <a:pt x="909" y="1818"/>
                  </a:lnTo>
                  <a:lnTo>
                    <a:pt x="869" y="1838"/>
                  </a:lnTo>
                  <a:lnTo>
                    <a:pt x="889" y="1857"/>
                  </a:lnTo>
                  <a:lnTo>
                    <a:pt x="869" y="1857"/>
                  </a:lnTo>
                  <a:lnTo>
                    <a:pt x="849" y="1877"/>
                  </a:lnTo>
                  <a:lnTo>
                    <a:pt x="889" y="1877"/>
                  </a:lnTo>
                  <a:lnTo>
                    <a:pt x="849" y="1897"/>
                  </a:lnTo>
                  <a:lnTo>
                    <a:pt x="830" y="1936"/>
                  </a:lnTo>
                  <a:lnTo>
                    <a:pt x="849" y="1917"/>
                  </a:lnTo>
                  <a:lnTo>
                    <a:pt x="869" y="1897"/>
                  </a:lnTo>
                  <a:lnTo>
                    <a:pt x="869" y="1917"/>
                  </a:lnTo>
                  <a:lnTo>
                    <a:pt x="830" y="1936"/>
                  </a:lnTo>
                  <a:lnTo>
                    <a:pt x="849" y="1936"/>
                  </a:lnTo>
                  <a:lnTo>
                    <a:pt x="909" y="1917"/>
                  </a:lnTo>
                  <a:lnTo>
                    <a:pt x="948" y="1877"/>
                  </a:lnTo>
                  <a:lnTo>
                    <a:pt x="1007" y="1838"/>
                  </a:lnTo>
                  <a:lnTo>
                    <a:pt x="1027" y="1857"/>
                  </a:lnTo>
                  <a:lnTo>
                    <a:pt x="1027" y="1877"/>
                  </a:lnTo>
                  <a:lnTo>
                    <a:pt x="1007" y="1917"/>
                  </a:lnTo>
                  <a:lnTo>
                    <a:pt x="1027" y="1917"/>
                  </a:lnTo>
                  <a:lnTo>
                    <a:pt x="988" y="1936"/>
                  </a:lnTo>
                  <a:lnTo>
                    <a:pt x="968" y="1936"/>
                  </a:lnTo>
                  <a:lnTo>
                    <a:pt x="909" y="1976"/>
                  </a:lnTo>
                  <a:lnTo>
                    <a:pt x="869" y="1996"/>
                  </a:lnTo>
                  <a:lnTo>
                    <a:pt x="830" y="2035"/>
                  </a:lnTo>
                  <a:lnTo>
                    <a:pt x="830" y="2035"/>
                  </a:lnTo>
                  <a:lnTo>
                    <a:pt x="889" y="1996"/>
                  </a:lnTo>
                  <a:lnTo>
                    <a:pt x="968" y="1956"/>
                  </a:lnTo>
                  <a:lnTo>
                    <a:pt x="948" y="1976"/>
                  </a:lnTo>
                  <a:lnTo>
                    <a:pt x="928" y="1996"/>
                  </a:lnTo>
                  <a:lnTo>
                    <a:pt x="968" y="1996"/>
                  </a:lnTo>
                  <a:lnTo>
                    <a:pt x="869" y="2055"/>
                  </a:lnTo>
                  <a:lnTo>
                    <a:pt x="869" y="2075"/>
                  </a:lnTo>
                  <a:lnTo>
                    <a:pt x="909" y="2055"/>
                  </a:lnTo>
                  <a:lnTo>
                    <a:pt x="909" y="2035"/>
                  </a:lnTo>
                  <a:lnTo>
                    <a:pt x="948" y="2035"/>
                  </a:lnTo>
                  <a:lnTo>
                    <a:pt x="928" y="2055"/>
                  </a:lnTo>
                  <a:lnTo>
                    <a:pt x="948" y="2055"/>
                  </a:lnTo>
                  <a:lnTo>
                    <a:pt x="948" y="2075"/>
                  </a:lnTo>
                  <a:lnTo>
                    <a:pt x="968" y="2055"/>
                  </a:lnTo>
                  <a:lnTo>
                    <a:pt x="988" y="2015"/>
                  </a:lnTo>
                  <a:lnTo>
                    <a:pt x="1047" y="2015"/>
                  </a:lnTo>
                  <a:lnTo>
                    <a:pt x="1067" y="2035"/>
                  </a:lnTo>
                  <a:lnTo>
                    <a:pt x="1106" y="2035"/>
                  </a:lnTo>
                  <a:lnTo>
                    <a:pt x="1067" y="2075"/>
                  </a:lnTo>
                  <a:lnTo>
                    <a:pt x="1027" y="2094"/>
                  </a:lnTo>
                  <a:lnTo>
                    <a:pt x="1027" y="2094"/>
                  </a:lnTo>
                  <a:lnTo>
                    <a:pt x="1027" y="2134"/>
                  </a:lnTo>
                  <a:lnTo>
                    <a:pt x="988" y="2173"/>
                  </a:lnTo>
                  <a:lnTo>
                    <a:pt x="948" y="2193"/>
                  </a:lnTo>
                  <a:lnTo>
                    <a:pt x="948" y="2213"/>
                  </a:lnTo>
                  <a:lnTo>
                    <a:pt x="1027" y="2154"/>
                  </a:lnTo>
                  <a:lnTo>
                    <a:pt x="1027" y="2173"/>
                  </a:lnTo>
                  <a:lnTo>
                    <a:pt x="1067" y="2154"/>
                  </a:lnTo>
                  <a:lnTo>
                    <a:pt x="1047" y="2173"/>
                  </a:lnTo>
                  <a:lnTo>
                    <a:pt x="1027" y="2193"/>
                  </a:lnTo>
                  <a:lnTo>
                    <a:pt x="1007" y="2213"/>
                  </a:lnTo>
                  <a:lnTo>
                    <a:pt x="1047" y="2213"/>
                  </a:lnTo>
                  <a:lnTo>
                    <a:pt x="1047" y="2193"/>
                  </a:lnTo>
                  <a:lnTo>
                    <a:pt x="1106" y="2154"/>
                  </a:lnTo>
                  <a:lnTo>
                    <a:pt x="1165" y="2134"/>
                  </a:lnTo>
                  <a:lnTo>
                    <a:pt x="1146" y="2154"/>
                  </a:lnTo>
                  <a:lnTo>
                    <a:pt x="1106" y="2173"/>
                  </a:lnTo>
                  <a:lnTo>
                    <a:pt x="1086" y="2193"/>
                  </a:lnTo>
                  <a:lnTo>
                    <a:pt x="1165" y="2173"/>
                  </a:lnTo>
                  <a:lnTo>
                    <a:pt x="1146" y="2173"/>
                  </a:lnTo>
                  <a:lnTo>
                    <a:pt x="1185" y="2154"/>
                  </a:lnTo>
                  <a:lnTo>
                    <a:pt x="1225" y="2114"/>
                  </a:lnTo>
                  <a:lnTo>
                    <a:pt x="1225" y="2154"/>
                  </a:lnTo>
                  <a:lnTo>
                    <a:pt x="2074" y="1462"/>
                  </a:lnTo>
                  <a:lnTo>
                    <a:pt x="2114" y="1443"/>
                  </a:lnTo>
                  <a:lnTo>
                    <a:pt x="2094" y="1423"/>
                  </a:lnTo>
                  <a:lnTo>
                    <a:pt x="2054" y="1423"/>
                  </a:lnTo>
                  <a:lnTo>
                    <a:pt x="2074" y="1403"/>
                  </a:lnTo>
                  <a:lnTo>
                    <a:pt x="2114" y="1383"/>
                  </a:lnTo>
                  <a:lnTo>
                    <a:pt x="2094" y="1364"/>
                  </a:lnTo>
                  <a:lnTo>
                    <a:pt x="2094" y="1344"/>
                  </a:lnTo>
                  <a:lnTo>
                    <a:pt x="2035" y="1364"/>
                  </a:lnTo>
                  <a:lnTo>
                    <a:pt x="1955" y="1364"/>
                  </a:lnTo>
                  <a:lnTo>
                    <a:pt x="1955" y="1344"/>
                  </a:lnTo>
                  <a:lnTo>
                    <a:pt x="1995" y="1324"/>
                  </a:lnTo>
                  <a:lnTo>
                    <a:pt x="1995" y="1304"/>
                  </a:lnTo>
                  <a:lnTo>
                    <a:pt x="1955" y="1324"/>
                  </a:lnTo>
                  <a:lnTo>
                    <a:pt x="1995" y="1285"/>
                  </a:lnTo>
                  <a:lnTo>
                    <a:pt x="1936" y="1285"/>
                  </a:lnTo>
                  <a:lnTo>
                    <a:pt x="1975" y="1245"/>
                  </a:lnTo>
                  <a:lnTo>
                    <a:pt x="1975" y="1225"/>
                  </a:lnTo>
                  <a:lnTo>
                    <a:pt x="1936" y="1245"/>
                  </a:lnTo>
                  <a:lnTo>
                    <a:pt x="1857" y="1285"/>
                  </a:lnTo>
                  <a:lnTo>
                    <a:pt x="1916" y="1245"/>
                  </a:lnTo>
                  <a:lnTo>
                    <a:pt x="1936" y="1206"/>
                  </a:lnTo>
                  <a:lnTo>
                    <a:pt x="1857" y="1186"/>
                  </a:lnTo>
                  <a:lnTo>
                    <a:pt x="1778" y="1127"/>
                  </a:lnTo>
                  <a:lnTo>
                    <a:pt x="1797" y="1127"/>
                  </a:lnTo>
                  <a:lnTo>
                    <a:pt x="1778" y="1107"/>
                  </a:lnTo>
                  <a:lnTo>
                    <a:pt x="1679" y="1107"/>
                  </a:lnTo>
                  <a:lnTo>
                    <a:pt x="1679" y="1087"/>
                  </a:lnTo>
                  <a:lnTo>
                    <a:pt x="1639" y="1087"/>
                  </a:lnTo>
                  <a:lnTo>
                    <a:pt x="1580" y="1127"/>
                  </a:lnTo>
                  <a:lnTo>
                    <a:pt x="1481" y="1206"/>
                  </a:lnTo>
                  <a:lnTo>
                    <a:pt x="1462" y="1206"/>
                  </a:lnTo>
                  <a:lnTo>
                    <a:pt x="1481" y="1166"/>
                  </a:lnTo>
                  <a:lnTo>
                    <a:pt x="1521" y="1146"/>
                  </a:lnTo>
                  <a:lnTo>
                    <a:pt x="1521" y="1127"/>
                  </a:lnTo>
                  <a:lnTo>
                    <a:pt x="1600" y="1087"/>
                  </a:lnTo>
                  <a:lnTo>
                    <a:pt x="1679" y="1028"/>
                  </a:lnTo>
                  <a:lnTo>
                    <a:pt x="1679" y="1028"/>
                  </a:lnTo>
                  <a:lnTo>
                    <a:pt x="1600" y="1048"/>
                  </a:lnTo>
                  <a:lnTo>
                    <a:pt x="1600" y="1028"/>
                  </a:lnTo>
                  <a:lnTo>
                    <a:pt x="1580" y="1028"/>
                  </a:lnTo>
                  <a:lnTo>
                    <a:pt x="1600" y="1008"/>
                  </a:lnTo>
                  <a:lnTo>
                    <a:pt x="1620" y="988"/>
                  </a:lnTo>
                  <a:lnTo>
                    <a:pt x="1639" y="988"/>
                  </a:lnTo>
                  <a:lnTo>
                    <a:pt x="1620" y="1008"/>
                  </a:lnTo>
                  <a:lnTo>
                    <a:pt x="1659" y="1008"/>
                  </a:lnTo>
                  <a:lnTo>
                    <a:pt x="1699" y="988"/>
                  </a:lnTo>
                  <a:lnTo>
                    <a:pt x="1659" y="969"/>
                  </a:lnTo>
                  <a:lnTo>
                    <a:pt x="1639" y="969"/>
                  </a:lnTo>
                  <a:lnTo>
                    <a:pt x="1639" y="949"/>
                  </a:lnTo>
                  <a:lnTo>
                    <a:pt x="1600" y="969"/>
                  </a:lnTo>
                  <a:lnTo>
                    <a:pt x="1580" y="988"/>
                  </a:lnTo>
                  <a:lnTo>
                    <a:pt x="1521" y="1008"/>
                  </a:lnTo>
                  <a:lnTo>
                    <a:pt x="1521" y="1008"/>
                  </a:lnTo>
                  <a:lnTo>
                    <a:pt x="1600" y="949"/>
                  </a:lnTo>
                  <a:lnTo>
                    <a:pt x="1541" y="988"/>
                  </a:lnTo>
                  <a:lnTo>
                    <a:pt x="1521" y="988"/>
                  </a:lnTo>
                  <a:lnTo>
                    <a:pt x="1521" y="969"/>
                  </a:lnTo>
                  <a:lnTo>
                    <a:pt x="1521" y="949"/>
                  </a:lnTo>
                  <a:lnTo>
                    <a:pt x="1560" y="909"/>
                  </a:lnTo>
                  <a:lnTo>
                    <a:pt x="1501" y="909"/>
                  </a:lnTo>
                  <a:lnTo>
                    <a:pt x="1541" y="890"/>
                  </a:lnTo>
                  <a:lnTo>
                    <a:pt x="1541" y="850"/>
                  </a:lnTo>
                  <a:lnTo>
                    <a:pt x="1521" y="830"/>
                  </a:lnTo>
                  <a:lnTo>
                    <a:pt x="1541" y="791"/>
                  </a:lnTo>
                  <a:lnTo>
                    <a:pt x="1481" y="791"/>
                  </a:lnTo>
                  <a:lnTo>
                    <a:pt x="1422" y="811"/>
                  </a:lnTo>
                  <a:lnTo>
                    <a:pt x="1422" y="830"/>
                  </a:lnTo>
                  <a:lnTo>
                    <a:pt x="1363" y="850"/>
                  </a:lnTo>
                  <a:lnTo>
                    <a:pt x="1343" y="870"/>
                  </a:lnTo>
                  <a:lnTo>
                    <a:pt x="1323" y="870"/>
                  </a:lnTo>
                  <a:lnTo>
                    <a:pt x="1363" y="830"/>
                  </a:lnTo>
                  <a:lnTo>
                    <a:pt x="1383" y="811"/>
                  </a:lnTo>
                  <a:lnTo>
                    <a:pt x="1422" y="791"/>
                  </a:lnTo>
                  <a:lnTo>
                    <a:pt x="1402" y="771"/>
                  </a:lnTo>
                  <a:lnTo>
                    <a:pt x="1442" y="732"/>
                  </a:lnTo>
                  <a:lnTo>
                    <a:pt x="1402" y="732"/>
                  </a:lnTo>
                  <a:lnTo>
                    <a:pt x="1363" y="751"/>
                  </a:lnTo>
                  <a:lnTo>
                    <a:pt x="1383" y="732"/>
                  </a:lnTo>
                  <a:lnTo>
                    <a:pt x="1422" y="712"/>
                  </a:lnTo>
                  <a:lnTo>
                    <a:pt x="1402" y="712"/>
                  </a:lnTo>
                  <a:lnTo>
                    <a:pt x="1422" y="692"/>
                  </a:lnTo>
                  <a:lnTo>
                    <a:pt x="1383" y="712"/>
                  </a:lnTo>
                  <a:lnTo>
                    <a:pt x="1304" y="751"/>
                  </a:lnTo>
                  <a:lnTo>
                    <a:pt x="1304" y="732"/>
                  </a:lnTo>
                  <a:lnTo>
                    <a:pt x="1284" y="732"/>
                  </a:lnTo>
                  <a:lnTo>
                    <a:pt x="1323" y="712"/>
                  </a:lnTo>
                  <a:lnTo>
                    <a:pt x="1323" y="712"/>
                  </a:lnTo>
                  <a:lnTo>
                    <a:pt x="1264" y="732"/>
                  </a:lnTo>
                  <a:lnTo>
                    <a:pt x="1284" y="712"/>
                  </a:lnTo>
                  <a:lnTo>
                    <a:pt x="1205" y="732"/>
                  </a:lnTo>
                  <a:lnTo>
                    <a:pt x="1146" y="751"/>
                  </a:lnTo>
                  <a:lnTo>
                    <a:pt x="1146" y="751"/>
                  </a:lnTo>
                  <a:lnTo>
                    <a:pt x="1185" y="712"/>
                  </a:lnTo>
                  <a:lnTo>
                    <a:pt x="1264" y="653"/>
                  </a:lnTo>
                  <a:lnTo>
                    <a:pt x="1244" y="672"/>
                  </a:lnTo>
                  <a:lnTo>
                    <a:pt x="1244" y="692"/>
                  </a:lnTo>
                  <a:lnTo>
                    <a:pt x="1304" y="633"/>
                  </a:lnTo>
                  <a:lnTo>
                    <a:pt x="1323" y="593"/>
                  </a:lnTo>
                  <a:lnTo>
                    <a:pt x="1304" y="574"/>
                  </a:lnTo>
                  <a:lnTo>
                    <a:pt x="1284" y="554"/>
                  </a:lnTo>
                  <a:lnTo>
                    <a:pt x="1264" y="554"/>
                  </a:lnTo>
                  <a:lnTo>
                    <a:pt x="1244" y="534"/>
                  </a:lnTo>
                  <a:lnTo>
                    <a:pt x="1225" y="534"/>
                  </a:lnTo>
                  <a:lnTo>
                    <a:pt x="1165" y="574"/>
                  </a:lnTo>
                  <a:lnTo>
                    <a:pt x="1165" y="574"/>
                  </a:lnTo>
                  <a:lnTo>
                    <a:pt x="1205" y="534"/>
                  </a:lnTo>
                  <a:lnTo>
                    <a:pt x="1225" y="475"/>
                  </a:lnTo>
                  <a:lnTo>
                    <a:pt x="1205" y="455"/>
                  </a:lnTo>
                  <a:lnTo>
                    <a:pt x="1205" y="435"/>
                  </a:lnTo>
                  <a:lnTo>
                    <a:pt x="1165" y="416"/>
                  </a:lnTo>
                  <a:lnTo>
                    <a:pt x="1126" y="435"/>
                  </a:lnTo>
                  <a:lnTo>
                    <a:pt x="1165" y="396"/>
                  </a:lnTo>
                  <a:lnTo>
                    <a:pt x="1086" y="416"/>
                  </a:lnTo>
                  <a:lnTo>
                    <a:pt x="968" y="416"/>
                  </a:lnTo>
                  <a:lnTo>
                    <a:pt x="869" y="475"/>
                  </a:lnTo>
                  <a:lnTo>
                    <a:pt x="928" y="435"/>
                  </a:lnTo>
                  <a:lnTo>
                    <a:pt x="968" y="396"/>
                  </a:lnTo>
                  <a:lnTo>
                    <a:pt x="948" y="396"/>
                  </a:lnTo>
                  <a:lnTo>
                    <a:pt x="928" y="416"/>
                  </a:lnTo>
                  <a:lnTo>
                    <a:pt x="909" y="416"/>
                  </a:lnTo>
                  <a:lnTo>
                    <a:pt x="928" y="396"/>
                  </a:lnTo>
                  <a:lnTo>
                    <a:pt x="948" y="376"/>
                  </a:lnTo>
                  <a:lnTo>
                    <a:pt x="968" y="356"/>
                  </a:lnTo>
                  <a:lnTo>
                    <a:pt x="948" y="356"/>
                  </a:lnTo>
                  <a:lnTo>
                    <a:pt x="968" y="337"/>
                  </a:lnTo>
                  <a:lnTo>
                    <a:pt x="889" y="396"/>
                  </a:lnTo>
                  <a:lnTo>
                    <a:pt x="830" y="416"/>
                  </a:lnTo>
                  <a:lnTo>
                    <a:pt x="790" y="435"/>
                  </a:lnTo>
                  <a:lnTo>
                    <a:pt x="770" y="435"/>
                  </a:lnTo>
                  <a:lnTo>
                    <a:pt x="790" y="416"/>
                  </a:lnTo>
                  <a:lnTo>
                    <a:pt x="711" y="416"/>
                  </a:lnTo>
                  <a:lnTo>
                    <a:pt x="652" y="376"/>
                  </a:lnTo>
                  <a:lnTo>
                    <a:pt x="632" y="337"/>
                  </a:lnTo>
                  <a:lnTo>
                    <a:pt x="612" y="277"/>
                  </a:lnTo>
                  <a:lnTo>
                    <a:pt x="652" y="258"/>
                  </a:lnTo>
                  <a:lnTo>
                    <a:pt x="632" y="258"/>
                  </a:lnTo>
                  <a:lnTo>
                    <a:pt x="652" y="238"/>
                  </a:lnTo>
                  <a:lnTo>
                    <a:pt x="672" y="198"/>
                  </a:lnTo>
                  <a:lnTo>
                    <a:pt x="632" y="218"/>
                  </a:lnTo>
                  <a:lnTo>
                    <a:pt x="612" y="218"/>
                  </a:lnTo>
                  <a:lnTo>
                    <a:pt x="632" y="198"/>
                  </a:lnTo>
                  <a:lnTo>
                    <a:pt x="652" y="178"/>
                  </a:lnTo>
                  <a:lnTo>
                    <a:pt x="652" y="159"/>
                  </a:lnTo>
                  <a:lnTo>
                    <a:pt x="672" y="139"/>
                  </a:lnTo>
                  <a:lnTo>
                    <a:pt x="672" y="119"/>
                  </a:lnTo>
                  <a:lnTo>
                    <a:pt x="652" y="119"/>
                  </a:lnTo>
                  <a:lnTo>
                    <a:pt x="691" y="60"/>
                  </a:lnTo>
                  <a:lnTo>
                    <a:pt x="7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4" name="Google Shape;7674;p29"/>
            <p:cNvSpPr/>
            <p:nvPr/>
          </p:nvSpPr>
          <p:spPr>
            <a:xfrm>
              <a:off x="-1692875" y="3641300"/>
              <a:ext cx="525" cy="25"/>
            </a:xfrm>
            <a:custGeom>
              <a:rect b="b" l="l" r="r" t="t"/>
              <a:pathLst>
                <a:path extrusionOk="0" h="1" w="21">
                  <a:moveTo>
                    <a:pt x="21" y="0"/>
                  </a:moveTo>
                  <a:lnTo>
                    <a:pt x="21" y="0"/>
                  </a:lnTo>
                  <a:lnTo>
                    <a:pt x="1" y="0"/>
                  </a:lnTo>
                  <a:lnTo>
                    <a:pt x="1" y="0"/>
                  </a:lnTo>
                  <a:lnTo>
                    <a:pt x="21" y="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5" name="Google Shape;7675;p29"/>
            <p:cNvSpPr/>
            <p:nvPr/>
          </p:nvSpPr>
          <p:spPr>
            <a:xfrm>
              <a:off x="-1600025" y="3561300"/>
              <a:ext cx="25" cy="525"/>
            </a:xfrm>
            <a:custGeom>
              <a:rect b="b" l="l" r="r" t="t"/>
              <a:pathLst>
                <a:path extrusionOk="0" h="21" w="1">
                  <a:moveTo>
                    <a:pt x="0" y="20"/>
                  </a:move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6" name="Google Shape;7676;p29"/>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7" name="Google Shape;7677;p29"/>
            <p:cNvSpPr/>
            <p:nvPr/>
          </p:nvSpPr>
          <p:spPr>
            <a:xfrm>
              <a:off x="-1619775" y="3485250"/>
              <a:ext cx="41500" cy="78050"/>
            </a:xfrm>
            <a:custGeom>
              <a:rect b="b" l="l" r="r" t="t"/>
              <a:pathLst>
                <a:path extrusionOk="0" h="3122" w="1660">
                  <a:moveTo>
                    <a:pt x="454" y="159"/>
                  </a:moveTo>
                  <a:lnTo>
                    <a:pt x="469" y="163"/>
                  </a:lnTo>
                  <a:lnTo>
                    <a:pt x="469" y="163"/>
                  </a:lnTo>
                  <a:lnTo>
                    <a:pt x="474" y="159"/>
                  </a:lnTo>
                  <a:close/>
                  <a:moveTo>
                    <a:pt x="1422" y="238"/>
                  </a:moveTo>
                  <a:lnTo>
                    <a:pt x="1422" y="257"/>
                  </a:lnTo>
                  <a:lnTo>
                    <a:pt x="1462" y="257"/>
                  </a:lnTo>
                  <a:lnTo>
                    <a:pt x="1422" y="238"/>
                  </a:lnTo>
                  <a:close/>
                  <a:moveTo>
                    <a:pt x="119" y="1057"/>
                  </a:moveTo>
                  <a:lnTo>
                    <a:pt x="138" y="1067"/>
                  </a:lnTo>
                  <a:lnTo>
                    <a:pt x="158" y="1067"/>
                  </a:lnTo>
                  <a:lnTo>
                    <a:pt x="119" y="1057"/>
                  </a:lnTo>
                  <a:close/>
                  <a:moveTo>
                    <a:pt x="40" y="988"/>
                  </a:moveTo>
                  <a:lnTo>
                    <a:pt x="40" y="1008"/>
                  </a:lnTo>
                  <a:lnTo>
                    <a:pt x="40" y="1028"/>
                  </a:lnTo>
                  <a:lnTo>
                    <a:pt x="0" y="1028"/>
                  </a:lnTo>
                  <a:lnTo>
                    <a:pt x="79" y="1087"/>
                  </a:lnTo>
                  <a:lnTo>
                    <a:pt x="138" y="1107"/>
                  </a:lnTo>
                  <a:lnTo>
                    <a:pt x="217" y="1126"/>
                  </a:lnTo>
                  <a:lnTo>
                    <a:pt x="217" y="1126"/>
                  </a:lnTo>
                  <a:lnTo>
                    <a:pt x="119" y="1087"/>
                  </a:lnTo>
                  <a:lnTo>
                    <a:pt x="40" y="1047"/>
                  </a:lnTo>
                  <a:lnTo>
                    <a:pt x="79" y="1047"/>
                  </a:lnTo>
                  <a:lnTo>
                    <a:pt x="119" y="1057"/>
                  </a:lnTo>
                  <a:lnTo>
                    <a:pt x="119" y="1057"/>
                  </a:lnTo>
                  <a:lnTo>
                    <a:pt x="99" y="1047"/>
                  </a:lnTo>
                  <a:lnTo>
                    <a:pt x="99" y="1028"/>
                  </a:lnTo>
                  <a:lnTo>
                    <a:pt x="119" y="1028"/>
                  </a:lnTo>
                  <a:lnTo>
                    <a:pt x="119" y="1008"/>
                  </a:lnTo>
                  <a:lnTo>
                    <a:pt x="79" y="988"/>
                  </a:lnTo>
                  <a:close/>
                  <a:moveTo>
                    <a:pt x="158" y="1146"/>
                  </a:moveTo>
                  <a:lnTo>
                    <a:pt x="178" y="1166"/>
                  </a:lnTo>
                  <a:lnTo>
                    <a:pt x="217" y="1185"/>
                  </a:lnTo>
                  <a:lnTo>
                    <a:pt x="138" y="1146"/>
                  </a:lnTo>
                  <a:close/>
                  <a:moveTo>
                    <a:pt x="217" y="1166"/>
                  </a:moveTo>
                  <a:lnTo>
                    <a:pt x="257" y="1186"/>
                  </a:lnTo>
                  <a:lnTo>
                    <a:pt x="296" y="1205"/>
                  </a:lnTo>
                  <a:lnTo>
                    <a:pt x="336" y="1205"/>
                  </a:lnTo>
                  <a:lnTo>
                    <a:pt x="316" y="1225"/>
                  </a:lnTo>
                  <a:lnTo>
                    <a:pt x="296" y="1225"/>
                  </a:lnTo>
                  <a:lnTo>
                    <a:pt x="277" y="1205"/>
                  </a:lnTo>
                  <a:lnTo>
                    <a:pt x="257" y="1205"/>
                  </a:lnTo>
                  <a:lnTo>
                    <a:pt x="217" y="1186"/>
                  </a:lnTo>
                  <a:lnTo>
                    <a:pt x="198" y="1166"/>
                  </a:lnTo>
                  <a:close/>
                  <a:moveTo>
                    <a:pt x="119" y="1699"/>
                  </a:moveTo>
                  <a:lnTo>
                    <a:pt x="119" y="1719"/>
                  </a:lnTo>
                  <a:lnTo>
                    <a:pt x="138" y="1719"/>
                  </a:lnTo>
                  <a:lnTo>
                    <a:pt x="138" y="1699"/>
                  </a:lnTo>
                  <a:close/>
                  <a:moveTo>
                    <a:pt x="119" y="1857"/>
                  </a:moveTo>
                  <a:lnTo>
                    <a:pt x="119" y="1877"/>
                  </a:lnTo>
                  <a:lnTo>
                    <a:pt x="178" y="1897"/>
                  </a:lnTo>
                  <a:lnTo>
                    <a:pt x="138" y="1877"/>
                  </a:lnTo>
                  <a:lnTo>
                    <a:pt x="138" y="1857"/>
                  </a:lnTo>
                  <a:close/>
                  <a:moveTo>
                    <a:pt x="79" y="1936"/>
                  </a:moveTo>
                  <a:lnTo>
                    <a:pt x="99" y="1956"/>
                  </a:lnTo>
                  <a:lnTo>
                    <a:pt x="119" y="1936"/>
                  </a:lnTo>
                  <a:close/>
                  <a:moveTo>
                    <a:pt x="277" y="2272"/>
                  </a:moveTo>
                  <a:lnTo>
                    <a:pt x="277" y="2292"/>
                  </a:lnTo>
                  <a:lnTo>
                    <a:pt x="316" y="2292"/>
                  </a:lnTo>
                  <a:lnTo>
                    <a:pt x="277" y="2272"/>
                  </a:lnTo>
                  <a:close/>
                  <a:moveTo>
                    <a:pt x="1245" y="2529"/>
                  </a:moveTo>
                  <a:lnTo>
                    <a:pt x="1264" y="2549"/>
                  </a:lnTo>
                  <a:lnTo>
                    <a:pt x="1284" y="2549"/>
                  </a:lnTo>
                  <a:lnTo>
                    <a:pt x="1245" y="2529"/>
                  </a:lnTo>
                  <a:close/>
                  <a:moveTo>
                    <a:pt x="40" y="2647"/>
                  </a:moveTo>
                  <a:lnTo>
                    <a:pt x="99" y="2667"/>
                  </a:lnTo>
                  <a:lnTo>
                    <a:pt x="107" y="2664"/>
                  </a:lnTo>
                  <a:lnTo>
                    <a:pt x="107" y="2664"/>
                  </a:lnTo>
                  <a:lnTo>
                    <a:pt x="40" y="2647"/>
                  </a:lnTo>
                  <a:close/>
                  <a:moveTo>
                    <a:pt x="119" y="2726"/>
                  </a:moveTo>
                  <a:lnTo>
                    <a:pt x="137" y="2728"/>
                  </a:lnTo>
                  <a:lnTo>
                    <a:pt x="137" y="2728"/>
                  </a:lnTo>
                  <a:lnTo>
                    <a:pt x="138" y="2726"/>
                  </a:lnTo>
                  <a:close/>
                  <a:moveTo>
                    <a:pt x="810" y="2786"/>
                  </a:moveTo>
                  <a:lnTo>
                    <a:pt x="830" y="2805"/>
                  </a:lnTo>
                  <a:lnTo>
                    <a:pt x="830" y="2786"/>
                  </a:lnTo>
                  <a:close/>
                  <a:moveTo>
                    <a:pt x="1136" y="2805"/>
                  </a:moveTo>
                  <a:lnTo>
                    <a:pt x="1146" y="2809"/>
                  </a:lnTo>
                  <a:lnTo>
                    <a:pt x="1146" y="2809"/>
                  </a:lnTo>
                  <a:lnTo>
                    <a:pt x="1146" y="2805"/>
                  </a:lnTo>
                  <a:close/>
                  <a:moveTo>
                    <a:pt x="237" y="2805"/>
                  </a:moveTo>
                  <a:lnTo>
                    <a:pt x="237" y="2825"/>
                  </a:lnTo>
                  <a:lnTo>
                    <a:pt x="257" y="2825"/>
                  </a:lnTo>
                  <a:lnTo>
                    <a:pt x="237" y="2805"/>
                  </a:lnTo>
                  <a:close/>
                  <a:moveTo>
                    <a:pt x="1146" y="2809"/>
                  </a:moveTo>
                  <a:lnTo>
                    <a:pt x="1146" y="2825"/>
                  </a:lnTo>
                  <a:lnTo>
                    <a:pt x="1126" y="2825"/>
                  </a:lnTo>
                  <a:lnTo>
                    <a:pt x="1166" y="2845"/>
                  </a:lnTo>
                  <a:lnTo>
                    <a:pt x="1185" y="2825"/>
                  </a:lnTo>
                  <a:lnTo>
                    <a:pt x="1146" y="2809"/>
                  </a:lnTo>
                  <a:close/>
                  <a:moveTo>
                    <a:pt x="929" y="2805"/>
                  </a:moveTo>
                  <a:lnTo>
                    <a:pt x="948" y="2825"/>
                  </a:lnTo>
                  <a:lnTo>
                    <a:pt x="929" y="2825"/>
                  </a:lnTo>
                  <a:lnTo>
                    <a:pt x="1027" y="2845"/>
                  </a:lnTo>
                  <a:lnTo>
                    <a:pt x="1146" y="2884"/>
                  </a:lnTo>
                  <a:lnTo>
                    <a:pt x="1126" y="2865"/>
                  </a:lnTo>
                  <a:lnTo>
                    <a:pt x="1067" y="2845"/>
                  </a:lnTo>
                  <a:lnTo>
                    <a:pt x="929" y="2805"/>
                  </a:lnTo>
                  <a:close/>
                  <a:moveTo>
                    <a:pt x="257" y="2884"/>
                  </a:moveTo>
                  <a:lnTo>
                    <a:pt x="316" y="2904"/>
                  </a:lnTo>
                  <a:lnTo>
                    <a:pt x="336" y="2904"/>
                  </a:lnTo>
                  <a:lnTo>
                    <a:pt x="296" y="2884"/>
                  </a:lnTo>
                  <a:close/>
                  <a:moveTo>
                    <a:pt x="1077" y="3062"/>
                  </a:moveTo>
                  <a:lnTo>
                    <a:pt x="1087" y="3082"/>
                  </a:lnTo>
                  <a:lnTo>
                    <a:pt x="1087" y="3062"/>
                  </a:lnTo>
                  <a:close/>
                  <a:moveTo>
                    <a:pt x="948" y="3082"/>
                  </a:moveTo>
                  <a:lnTo>
                    <a:pt x="929" y="3102"/>
                  </a:lnTo>
                  <a:lnTo>
                    <a:pt x="948" y="3102"/>
                  </a:lnTo>
                  <a:lnTo>
                    <a:pt x="948" y="3082"/>
                  </a:lnTo>
                  <a:close/>
                  <a:moveTo>
                    <a:pt x="1106" y="1"/>
                  </a:moveTo>
                  <a:lnTo>
                    <a:pt x="1087" y="20"/>
                  </a:lnTo>
                  <a:lnTo>
                    <a:pt x="1106" y="40"/>
                  </a:lnTo>
                  <a:lnTo>
                    <a:pt x="1047" y="40"/>
                  </a:lnTo>
                  <a:lnTo>
                    <a:pt x="1087" y="60"/>
                  </a:lnTo>
                  <a:lnTo>
                    <a:pt x="1027" y="40"/>
                  </a:lnTo>
                  <a:lnTo>
                    <a:pt x="948" y="20"/>
                  </a:lnTo>
                  <a:lnTo>
                    <a:pt x="929" y="20"/>
                  </a:lnTo>
                  <a:lnTo>
                    <a:pt x="948" y="40"/>
                  </a:lnTo>
                  <a:lnTo>
                    <a:pt x="948" y="60"/>
                  </a:lnTo>
                  <a:lnTo>
                    <a:pt x="929" y="60"/>
                  </a:lnTo>
                  <a:lnTo>
                    <a:pt x="889" y="40"/>
                  </a:lnTo>
                  <a:lnTo>
                    <a:pt x="889" y="60"/>
                  </a:lnTo>
                  <a:lnTo>
                    <a:pt x="869" y="40"/>
                  </a:lnTo>
                  <a:lnTo>
                    <a:pt x="810" y="40"/>
                  </a:lnTo>
                  <a:lnTo>
                    <a:pt x="909" y="80"/>
                  </a:lnTo>
                  <a:lnTo>
                    <a:pt x="889" y="80"/>
                  </a:lnTo>
                  <a:lnTo>
                    <a:pt x="968" y="99"/>
                  </a:lnTo>
                  <a:lnTo>
                    <a:pt x="1008" y="139"/>
                  </a:lnTo>
                  <a:lnTo>
                    <a:pt x="1008" y="139"/>
                  </a:lnTo>
                  <a:lnTo>
                    <a:pt x="948" y="99"/>
                  </a:lnTo>
                  <a:lnTo>
                    <a:pt x="909" y="99"/>
                  </a:lnTo>
                  <a:lnTo>
                    <a:pt x="830" y="60"/>
                  </a:lnTo>
                  <a:lnTo>
                    <a:pt x="810" y="60"/>
                  </a:lnTo>
                  <a:lnTo>
                    <a:pt x="731" y="40"/>
                  </a:lnTo>
                  <a:lnTo>
                    <a:pt x="790" y="60"/>
                  </a:lnTo>
                  <a:lnTo>
                    <a:pt x="790" y="80"/>
                  </a:lnTo>
                  <a:lnTo>
                    <a:pt x="770" y="80"/>
                  </a:lnTo>
                  <a:lnTo>
                    <a:pt x="751" y="60"/>
                  </a:lnTo>
                  <a:lnTo>
                    <a:pt x="691" y="40"/>
                  </a:lnTo>
                  <a:lnTo>
                    <a:pt x="691" y="60"/>
                  </a:lnTo>
                  <a:lnTo>
                    <a:pt x="731" y="99"/>
                  </a:lnTo>
                  <a:lnTo>
                    <a:pt x="731" y="119"/>
                  </a:lnTo>
                  <a:lnTo>
                    <a:pt x="711" y="99"/>
                  </a:lnTo>
                  <a:lnTo>
                    <a:pt x="672" y="99"/>
                  </a:lnTo>
                  <a:lnTo>
                    <a:pt x="691" y="119"/>
                  </a:lnTo>
                  <a:lnTo>
                    <a:pt x="691" y="119"/>
                  </a:lnTo>
                  <a:lnTo>
                    <a:pt x="632" y="99"/>
                  </a:lnTo>
                  <a:lnTo>
                    <a:pt x="573" y="99"/>
                  </a:lnTo>
                  <a:lnTo>
                    <a:pt x="612" y="119"/>
                  </a:lnTo>
                  <a:lnTo>
                    <a:pt x="612" y="139"/>
                  </a:lnTo>
                  <a:lnTo>
                    <a:pt x="652" y="159"/>
                  </a:lnTo>
                  <a:lnTo>
                    <a:pt x="593" y="139"/>
                  </a:lnTo>
                  <a:lnTo>
                    <a:pt x="593" y="139"/>
                  </a:lnTo>
                  <a:lnTo>
                    <a:pt x="691" y="198"/>
                  </a:lnTo>
                  <a:lnTo>
                    <a:pt x="751" y="218"/>
                  </a:lnTo>
                  <a:lnTo>
                    <a:pt x="770" y="238"/>
                  </a:lnTo>
                  <a:lnTo>
                    <a:pt x="770" y="238"/>
                  </a:lnTo>
                  <a:lnTo>
                    <a:pt x="711" y="218"/>
                  </a:lnTo>
                  <a:lnTo>
                    <a:pt x="652" y="198"/>
                  </a:lnTo>
                  <a:lnTo>
                    <a:pt x="593" y="178"/>
                  </a:lnTo>
                  <a:lnTo>
                    <a:pt x="553" y="178"/>
                  </a:lnTo>
                  <a:lnTo>
                    <a:pt x="553" y="198"/>
                  </a:lnTo>
                  <a:lnTo>
                    <a:pt x="514" y="178"/>
                  </a:lnTo>
                  <a:lnTo>
                    <a:pt x="469" y="163"/>
                  </a:lnTo>
                  <a:lnTo>
                    <a:pt x="469" y="163"/>
                  </a:lnTo>
                  <a:lnTo>
                    <a:pt x="454" y="178"/>
                  </a:lnTo>
                  <a:lnTo>
                    <a:pt x="395" y="178"/>
                  </a:lnTo>
                  <a:lnTo>
                    <a:pt x="454" y="218"/>
                  </a:lnTo>
                  <a:lnTo>
                    <a:pt x="435" y="218"/>
                  </a:lnTo>
                  <a:lnTo>
                    <a:pt x="375" y="198"/>
                  </a:lnTo>
                  <a:lnTo>
                    <a:pt x="395" y="218"/>
                  </a:lnTo>
                  <a:lnTo>
                    <a:pt x="375" y="238"/>
                  </a:lnTo>
                  <a:lnTo>
                    <a:pt x="336" y="238"/>
                  </a:lnTo>
                  <a:lnTo>
                    <a:pt x="375" y="257"/>
                  </a:lnTo>
                  <a:lnTo>
                    <a:pt x="435" y="277"/>
                  </a:lnTo>
                  <a:lnTo>
                    <a:pt x="336" y="277"/>
                  </a:lnTo>
                  <a:lnTo>
                    <a:pt x="395" y="317"/>
                  </a:lnTo>
                  <a:lnTo>
                    <a:pt x="494" y="336"/>
                  </a:lnTo>
                  <a:lnTo>
                    <a:pt x="435" y="336"/>
                  </a:lnTo>
                  <a:lnTo>
                    <a:pt x="356" y="317"/>
                  </a:lnTo>
                  <a:lnTo>
                    <a:pt x="257" y="297"/>
                  </a:lnTo>
                  <a:lnTo>
                    <a:pt x="257" y="317"/>
                  </a:lnTo>
                  <a:lnTo>
                    <a:pt x="237" y="317"/>
                  </a:lnTo>
                  <a:lnTo>
                    <a:pt x="296" y="336"/>
                  </a:lnTo>
                  <a:lnTo>
                    <a:pt x="356" y="356"/>
                  </a:lnTo>
                  <a:lnTo>
                    <a:pt x="277" y="317"/>
                  </a:lnTo>
                  <a:lnTo>
                    <a:pt x="316" y="317"/>
                  </a:lnTo>
                  <a:lnTo>
                    <a:pt x="375" y="336"/>
                  </a:lnTo>
                  <a:lnTo>
                    <a:pt x="395" y="356"/>
                  </a:lnTo>
                  <a:lnTo>
                    <a:pt x="435" y="376"/>
                  </a:lnTo>
                  <a:lnTo>
                    <a:pt x="514" y="435"/>
                  </a:lnTo>
                  <a:lnTo>
                    <a:pt x="454" y="435"/>
                  </a:lnTo>
                  <a:lnTo>
                    <a:pt x="415" y="415"/>
                  </a:lnTo>
                  <a:lnTo>
                    <a:pt x="356" y="396"/>
                  </a:lnTo>
                  <a:lnTo>
                    <a:pt x="375" y="415"/>
                  </a:lnTo>
                  <a:lnTo>
                    <a:pt x="336" y="415"/>
                  </a:lnTo>
                  <a:lnTo>
                    <a:pt x="375" y="435"/>
                  </a:lnTo>
                  <a:lnTo>
                    <a:pt x="395" y="455"/>
                  </a:lnTo>
                  <a:lnTo>
                    <a:pt x="375" y="455"/>
                  </a:lnTo>
                  <a:lnTo>
                    <a:pt x="296" y="435"/>
                  </a:lnTo>
                  <a:lnTo>
                    <a:pt x="277" y="455"/>
                  </a:lnTo>
                  <a:lnTo>
                    <a:pt x="237" y="475"/>
                  </a:lnTo>
                  <a:lnTo>
                    <a:pt x="217" y="475"/>
                  </a:lnTo>
                  <a:lnTo>
                    <a:pt x="217" y="514"/>
                  </a:lnTo>
                  <a:lnTo>
                    <a:pt x="296" y="514"/>
                  </a:lnTo>
                  <a:lnTo>
                    <a:pt x="356" y="534"/>
                  </a:lnTo>
                  <a:lnTo>
                    <a:pt x="454" y="573"/>
                  </a:lnTo>
                  <a:lnTo>
                    <a:pt x="395" y="573"/>
                  </a:lnTo>
                  <a:lnTo>
                    <a:pt x="415" y="593"/>
                  </a:lnTo>
                  <a:lnTo>
                    <a:pt x="454" y="593"/>
                  </a:lnTo>
                  <a:lnTo>
                    <a:pt x="474" y="613"/>
                  </a:lnTo>
                  <a:lnTo>
                    <a:pt x="435" y="613"/>
                  </a:lnTo>
                  <a:lnTo>
                    <a:pt x="395" y="593"/>
                  </a:lnTo>
                  <a:lnTo>
                    <a:pt x="395" y="613"/>
                  </a:lnTo>
                  <a:lnTo>
                    <a:pt x="336" y="593"/>
                  </a:lnTo>
                  <a:lnTo>
                    <a:pt x="277" y="573"/>
                  </a:lnTo>
                  <a:lnTo>
                    <a:pt x="237" y="554"/>
                  </a:lnTo>
                  <a:lnTo>
                    <a:pt x="237" y="573"/>
                  </a:lnTo>
                  <a:lnTo>
                    <a:pt x="158" y="554"/>
                  </a:lnTo>
                  <a:lnTo>
                    <a:pt x="158" y="573"/>
                  </a:lnTo>
                  <a:lnTo>
                    <a:pt x="138" y="573"/>
                  </a:lnTo>
                  <a:lnTo>
                    <a:pt x="217" y="593"/>
                  </a:lnTo>
                  <a:lnTo>
                    <a:pt x="158" y="613"/>
                  </a:lnTo>
                  <a:lnTo>
                    <a:pt x="119" y="633"/>
                  </a:lnTo>
                  <a:lnTo>
                    <a:pt x="178" y="633"/>
                  </a:lnTo>
                  <a:lnTo>
                    <a:pt x="198" y="652"/>
                  </a:lnTo>
                  <a:lnTo>
                    <a:pt x="119" y="652"/>
                  </a:lnTo>
                  <a:lnTo>
                    <a:pt x="119" y="672"/>
                  </a:lnTo>
                  <a:lnTo>
                    <a:pt x="158" y="712"/>
                  </a:lnTo>
                  <a:lnTo>
                    <a:pt x="237" y="731"/>
                  </a:lnTo>
                  <a:lnTo>
                    <a:pt x="237" y="751"/>
                  </a:lnTo>
                  <a:lnTo>
                    <a:pt x="198" y="731"/>
                  </a:lnTo>
                  <a:lnTo>
                    <a:pt x="257" y="771"/>
                  </a:lnTo>
                  <a:lnTo>
                    <a:pt x="277" y="791"/>
                  </a:lnTo>
                  <a:lnTo>
                    <a:pt x="257" y="791"/>
                  </a:lnTo>
                  <a:lnTo>
                    <a:pt x="198" y="751"/>
                  </a:lnTo>
                  <a:lnTo>
                    <a:pt x="158" y="751"/>
                  </a:lnTo>
                  <a:lnTo>
                    <a:pt x="158" y="771"/>
                  </a:lnTo>
                  <a:lnTo>
                    <a:pt x="138" y="771"/>
                  </a:lnTo>
                  <a:lnTo>
                    <a:pt x="316" y="889"/>
                  </a:lnTo>
                  <a:lnTo>
                    <a:pt x="435" y="909"/>
                  </a:lnTo>
                  <a:lnTo>
                    <a:pt x="533" y="968"/>
                  </a:lnTo>
                  <a:lnTo>
                    <a:pt x="454" y="968"/>
                  </a:lnTo>
                  <a:lnTo>
                    <a:pt x="375" y="949"/>
                  </a:lnTo>
                  <a:lnTo>
                    <a:pt x="336" y="949"/>
                  </a:lnTo>
                  <a:lnTo>
                    <a:pt x="316" y="929"/>
                  </a:lnTo>
                  <a:lnTo>
                    <a:pt x="375" y="929"/>
                  </a:lnTo>
                  <a:lnTo>
                    <a:pt x="237" y="909"/>
                  </a:lnTo>
                  <a:lnTo>
                    <a:pt x="198" y="870"/>
                  </a:lnTo>
                  <a:lnTo>
                    <a:pt x="158" y="870"/>
                  </a:lnTo>
                  <a:lnTo>
                    <a:pt x="59" y="850"/>
                  </a:lnTo>
                  <a:lnTo>
                    <a:pt x="59" y="850"/>
                  </a:lnTo>
                  <a:lnTo>
                    <a:pt x="79" y="870"/>
                  </a:lnTo>
                  <a:lnTo>
                    <a:pt x="99" y="889"/>
                  </a:lnTo>
                  <a:lnTo>
                    <a:pt x="59" y="870"/>
                  </a:lnTo>
                  <a:lnTo>
                    <a:pt x="59" y="870"/>
                  </a:lnTo>
                  <a:lnTo>
                    <a:pt x="79" y="889"/>
                  </a:lnTo>
                  <a:lnTo>
                    <a:pt x="99" y="909"/>
                  </a:lnTo>
                  <a:lnTo>
                    <a:pt x="59" y="929"/>
                  </a:lnTo>
                  <a:lnTo>
                    <a:pt x="99" y="929"/>
                  </a:lnTo>
                  <a:lnTo>
                    <a:pt x="138" y="949"/>
                  </a:lnTo>
                  <a:lnTo>
                    <a:pt x="59" y="949"/>
                  </a:lnTo>
                  <a:lnTo>
                    <a:pt x="99" y="968"/>
                  </a:lnTo>
                  <a:lnTo>
                    <a:pt x="99" y="988"/>
                  </a:lnTo>
                  <a:lnTo>
                    <a:pt x="178" y="1008"/>
                  </a:lnTo>
                  <a:lnTo>
                    <a:pt x="277" y="1028"/>
                  </a:lnTo>
                  <a:lnTo>
                    <a:pt x="296" y="1047"/>
                  </a:lnTo>
                  <a:lnTo>
                    <a:pt x="296" y="1067"/>
                  </a:lnTo>
                  <a:lnTo>
                    <a:pt x="257" y="1067"/>
                  </a:lnTo>
                  <a:lnTo>
                    <a:pt x="237" y="1047"/>
                  </a:lnTo>
                  <a:lnTo>
                    <a:pt x="257" y="1087"/>
                  </a:lnTo>
                  <a:lnTo>
                    <a:pt x="257" y="1087"/>
                  </a:lnTo>
                  <a:lnTo>
                    <a:pt x="198" y="1067"/>
                  </a:lnTo>
                  <a:lnTo>
                    <a:pt x="198" y="1047"/>
                  </a:lnTo>
                  <a:lnTo>
                    <a:pt x="178" y="1047"/>
                  </a:lnTo>
                  <a:lnTo>
                    <a:pt x="178" y="1067"/>
                  </a:lnTo>
                  <a:lnTo>
                    <a:pt x="237" y="1107"/>
                  </a:lnTo>
                  <a:lnTo>
                    <a:pt x="217" y="1126"/>
                  </a:lnTo>
                  <a:lnTo>
                    <a:pt x="119" y="1107"/>
                  </a:lnTo>
                  <a:lnTo>
                    <a:pt x="79" y="1126"/>
                  </a:lnTo>
                  <a:lnTo>
                    <a:pt x="79" y="1146"/>
                  </a:lnTo>
                  <a:lnTo>
                    <a:pt x="40" y="1146"/>
                  </a:lnTo>
                  <a:lnTo>
                    <a:pt x="119" y="1166"/>
                  </a:lnTo>
                  <a:lnTo>
                    <a:pt x="158" y="1166"/>
                  </a:lnTo>
                  <a:lnTo>
                    <a:pt x="217" y="1225"/>
                  </a:lnTo>
                  <a:lnTo>
                    <a:pt x="277" y="1284"/>
                  </a:lnTo>
                  <a:lnTo>
                    <a:pt x="217" y="1265"/>
                  </a:lnTo>
                  <a:lnTo>
                    <a:pt x="158" y="1225"/>
                  </a:lnTo>
                  <a:lnTo>
                    <a:pt x="119" y="1205"/>
                  </a:lnTo>
                  <a:lnTo>
                    <a:pt x="40" y="1186"/>
                  </a:lnTo>
                  <a:lnTo>
                    <a:pt x="79" y="1205"/>
                  </a:lnTo>
                  <a:lnTo>
                    <a:pt x="99" y="1225"/>
                  </a:lnTo>
                  <a:lnTo>
                    <a:pt x="59" y="1225"/>
                  </a:lnTo>
                  <a:lnTo>
                    <a:pt x="79" y="1265"/>
                  </a:lnTo>
                  <a:lnTo>
                    <a:pt x="119" y="1265"/>
                  </a:lnTo>
                  <a:lnTo>
                    <a:pt x="138" y="1284"/>
                  </a:lnTo>
                  <a:lnTo>
                    <a:pt x="119" y="1304"/>
                  </a:lnTo>
                  <a:lnTo>
                    <a:pt x="119" y="1324"/>
                  </a:lnTo>
                  <a:lnTo>
                    <a:pt x="119" y="1344"/>
                  </a:lnTo>
                  <a:lnTo>
                    <a:pt x="119" y="1363"/>
                  </a:lnTo>
                  <a:lnTo>
                    <a:pt x="158" y="1363"/>
                  </a:lnTo>
                  <a:lnTo>
                    <a:pt x="138" y="1344"/>
                  </a:lnTo>
                  <a:lnTo>
                    <a:pt x="217" y="1344"/>
                  </a:lnTo>
                  <a:lnTo>
                    <a:pt x="237" y="1363"/>
                  </a:lnTo>
                  <a:lnTo>
                    <a:pt x="257" y="1383"/>
                  </a:lnTo>
                  <a:lnTo>
                    <a:pt x="277" y="1403"/>
                  </a:lnTo>
                  <a:lnTo>
                    <a:pt x="277" y="1423"/>
                  </a:lnTo>
                  <a:lnTo>
                    <a:pt x="296" y="1423"/>
                  </a:lnTo>
                  <a:lnTo>
                    <a:pt x="336" y="1442"/>
                  </a:lnTo>
                  <a:lnTo>
                    <a:pt x="316" y="1462"/>
                  </a:lnTo>
                  <a:lnTo>
                    <a:pt x="296" y="1462"/>
                  </a:lnTo>
                  <a:lnTo>
                    <a:pt x="257" y="1442"/>
                  </a:lnTo>
                  <a:lnTo>
                    <a:pt x="198" y="1423"/>
                  </a:lnTo>
                  <a:lnTo>
                    <a:pt x="178" y="1403"/>
                  </a:lnTo>
                  <a:lnTo>
                    <a:pt x="138" y="1383"/>
                  </a:lnTo>
                  <a:lnTo>
                    <a:pt x="40" y="1363"/>
                  </a:lnTo>
                  <a:lnTo>
                    <a:pt x="40" y="1363"/>
                  </a:lnTo>
                  <a:lnTo>
                    <a:pt x="59" y="1383"/>
                  </a:lnTo>
                  <a:lnTo>
                    <a:pt x="20" y="1383"/>
                  </a:lnTo>
                  <a:lnTo>
                    <a:pt x="59" y="1403"/>
                  </a:lnTo>
                  <a:lnTo>
                    <a:pt x="158" y="1423"/>
                  </a:lnTo>
                  <a:lnTo>
                    <a:pt x="138" y="1403"/>
                  </a:lnTo>
                  <a:lnTo>
                    <a:pt x="158" y="1403"/>
                  </a:lnTo>
                  <a:lnTo>
                    <a:pt x="217" y="1442"/>
                  </a:lnTo>
                  <a:lnTo>
                    <a:pt x="257" y="1462"/>
                  </a:lnTo>
                  <a:lnTo>
                    <a:pt x="237" y="1462"/>
                  </a:lnTo>
                  <a:lnTo>
                    <a:pt x="237" y="1482"/>
                  </a:lnTo>
                  <a:lnTo>
                    <a:pt x="198" y="1462"/>
                  </a:lnTo>
                  <a:lnTo>
                    <a:pt x="119" y="1442"/>
                  </a:lnTo>
                  <a:lnTo>
                    <a:pt x="158" y="1462"/>
                  </a:lnTo>
                  <a:lnTo>
                    <a:pt x="158" y="1462"/>
                  </a:lnTo>
                  <a:lnTo>
                    <a:pt x="178" y="1482"/>
                  </a:lnTo>
                  <a:lnTo>
                    <a:pt x="198" y="1482"/>
                  </a:lnTo>
                  <a:lnTo>
                    <a:pt x="198" y="1502"/>
                  </a:lnTo>
                  <a:lnTo>
                    <a:pt x="158" y="1482"/>
                  </a:lnTo>
                  <a:lnTo>
                    <a:pt x="158" y="1482"/>
                  </a:lnTo>
                  <a:lnTo>
                    <a:pt x="178" y="1502"/>
                  </a:lnTo>
                  <a:lnTo>
                    <a:pt x="217" y="1521"/>
                  </a:lnTo>
                  <a:lnTo>
                    <a:pt x="277" y="1541"/>
                  </a:lnTo>
                  <a:lnTo>
                    <a:pt x="336" y="1561"/>
                  </a:lnTo>
                  <a:lnTo>
                    <a:pt x="336" y="1581"/>
                  </a:lnTo>
                  <a:lnTo>
                    <a:pt x="336" y="1600"/>
                  </a:lnTo>
                  <a:lnTo>
                    <a:pt x="277" y="1600"/>
                  </a:lnTo>
                  <a:lnTo>
                    <a:pt x="336" y="1620"/>
                  </a:lnTo>
                  <a:lnTo>
                    <a:pt x="257" y="1620"/>
                  </a:lnTo>
                  <a:lnTo>
                    <a:pt x="257" y="1600"/>
                  </a:lnTo>
                  <a:lnTo>
                    <a:pt x="237" y="1581"/>
                  </a:lnTo>
                  <a:lnTo>
                    <a:pt x="178" y="1561"/>
                  </a:lnTo>
                  <a:lnTo>
                    <a:pt x="138" y="1561"/>
                  </a:lnTo>
                  <a:lnTo>
                    <a:pt x="217" y="1600"/>
                  </a:lnTo>
                  <a:lnTo>
                    <a:pt x="198" y="1600"/>
                  </a:lnTo>
                  <a:lnTo>
                    <a:pt x="138" y="1581"/>
                  </a:lnTo>
                  <a:lnTo>
                    <a:pt x="178" y="1600"/>
                  </a:lnTo>
                  <a:lnTo>
                    <a:pt x="198" y="1620"/>
                  </a:lnTo>
                  <a:lnTo>
                    <a:pt x="79" y="1600"/>
                  </a:lnTo>
                  <a:lnTo>
                    <a:pt x="119" y="1620"/>
                  </a:lnTo>
                  <a:lnTo>
                    <a:pt x="138" y="1620"/>
                  </a:lnTo>
                  <a:lnTo>
                    <a:pt x="138" y="1640"/>
                  </a:lnTo>
                  <a:lnTo>
                    <a:pt x="119" y="1660"/>
                  </a:lnTo>
                  <a:lnTo>
                    <a:pt x="119" y="1679"/>
                  </a:lnTo>
                  <a:lnTo>
                    <a:pt x="158" y="1679"/>
                  </a:lnTo>
                  <a:lnTo>
                    <a:pt x="138" y="1660"/>
                  </a:lnTo>
                  <a:lnTo>
                    <a:pt x="198" y="1660"/>
                  </a:lnTo>
                  <a:lnTo>
                    <a:pt x="217" y="1679"/>
                  </a:lnTo>
                  <a:lnTo>
                    <a:pt x="217" y="1699"/>
                  </a:lnTo>
                  <a:lnTo>
                    <a:pt x="217" y="1739"/>
                  </a:lnTo>
                  <a:lnTo>
                    <a:pt x="257" y="1758"/>
                  </a:lnTo>
                  <a:lnTo>
                    <a:pt x="198" y="1758"/>
                  </a:lnTo>
                  <a:lnTo>
                    <a:pt x="138" y="1739"/>
                  </a:lnTo>
                  <a:lnTo>
                    <a:pt x="158" y="1758"/>
                  </a:lnTo>
                  <a:lnTo>
                    <a:pt x="20" y="1758"/>
                  </a:lnTo>
                  <a:lnTo>
                    <a:pt x="20" y="1778"/>
                  </a:lnTo>
                  <a:lnTo>
                    <a:pt x="99" y="1778"/>
                  </a:lnTo>
                  <a:lnTo>
                    <a:pt x="119" y="1798"/>
                  </a:lnTo>
                  <a:lnTo>
                    <a:pt x="99" y="1798"/>
                  </a:lnTo>
                  <a:lnTo>
                    <a:pt x="138" y="1818"/>
                  </a:lnTo>
                  <a:lnTo>
                    <a:pt x="40" y="1818"/>
                  </a:lnTo>
                  <a:lnTo>
                    <a:pt x="79" y="1837"/>
                  </a:lnTo>
                  <a:lnTo>
                    <a:pt x="99" y="1837"/>
                  </a:lnTo>
                  <a:lnTo>
                    <a:pt x="158" y="1857"/>
                  </a:lnTo>
                  <a:lnTo>
                    <a:pt x="198" y="1877"/>
                  </a:lnTo>
                  <a:lnTo>
                    <a:pt x="178" y="1877"/>
                  </a:lnTo>
                  <a:lnTo>
                    <a:pt x="178" y="1897"/>
                  </a:lnTo>
                  <a:lnTo>
                    <a:pt x="217" y="1897"/>
                  </a:lnTo>
                  <a:lnTo>
                    <a:pt x="257" y="1916"/>
                  </a:lnTo>
                  <a:lnTo>
                    <a:pt x="237" y="1936"/>
                  </a:lnTo>
                  <a:lnTo>
                    <a:pt x="158" y="1916"/>
                  </a:lnTo>
                  <a:lnTo>
                    <a:pt x="158" y="1916"/>
                  </a:lnTo>
                  <a:lnTo>
                    <a:pt x="217" y="1956"/>
                  </a:lnTo>
                  <a:lnTo>
                    <a:pt x="237" y="1976"/>
                  </a:lnTo>
                  <a:lnTo>
                    <a:pt x="277" y="1976"/>
                  </a:lnTo>
                  <a:lnTo>
                    <a:pt x="316" y="1995"/>
                  </a:lnTo>
                  <a:lnTo>
                    <a:pt x="237" y="1995"/>
                  </a:lnTo>
                  <a:lnTo>
                    <a:pt x="237" y="1976"/>
                  </a:lnTo>
                  <a:lnTo>
                    <a:pt x="138" y="1976"/>
                  </a:lnTo>
                  <a:lnTo>
                    <a:pt x="99" y="1956"/>
                  </a:lnTo>
                  <a:lnTo>
                    <a:pt x="99" y="1956"/>
                  </a:lnTo>
                  <a:lnTo>
                    <a:pt x="119" y="1976"/>
                  </a:lnTo>
                  <a:lnTo>
                    <a:pt x="79" y="1976"/>
                  </a:lnTo>
                  <a:lnTo>
                    <a:pt x="79" y="1995"/>
                  </a:lnTo>
                  <a:lnTo>
                    <a:pt x="138" y="1995"/>
                  </a:lnTo>
                  <a:lnTo>
                    <a:pt x="198" y="2015"/>
                  </a:lnTo>
                  <a:lnTo>
                    <a:pt x="99" y="2015"/>
                  </a:lnTo>
                  <a:lnTo>
                    <a:pt x="119" y="2035"/>
                  </a:lnTo>
                  <a:lnTo>
                    <a:pt x="138" y="2035"/>
                  </a:lnTo>
                  <a:lnTo>
                    <a:pt x="217" y="2074"/>
                  </a:lnTo>
                  <a:lnTo>
                    <a:pt x="316" y="2074"/>
                  </a:lnTo>
                  <a:lnTo>
                    <a:pt x="375" y="2094"/>
                  </a:lnTo>
                  <a:lnTo>
                    <a:pt x="395" y="2114"/>
                  </a:lnTo>
                  <a:lnTo>
                    <a:pt x="356" y="2114"/>
                  </a:lnTo>
                  <a:lnTo>
                    <a:pt x="336" y="2094"/>
                  </a:lnTo>
                  <a:lnTo>
                    <a:pt x="316" y="2074"/>
                  </a:lnTo>
                  <a:lnTo>
                    <a:pt x="316" y="2094"/>
                  </a:lnTo>
                  <a:lnTo>
                    <a:pt x="356" y="2114"/>
                  </a:lnTo>
                  <a:lnTo>
                    <a:pt x="296" y="2114"/>
                  </a:lnTo>
                  <a:lnTo>
                    <a:pt x="158" y="2074"/>
                  </a:lnTo>
                  <a:lnTo>
                    <a:pt x="0" y="2035"/>
                  </a:lnTo>
                  <a:lnTo>
                    <a:pt x="20" y="2074"/>
                  </a:lnTo>
                  <a:lnTo>
                    <a:pt x="20" y="2094"/>
                  </a:lnTo>
                  <a:lnTo>
                    <a:pt x="0" y="2094"/>
                  </a:lnTo>
                  <a:lnTo>
                    <a:pt x="79" y="2134"/>
                  </a:lnTo>
                  <a:lnTo>
                    <a:pt x="198" y="2153"/>
                  </a:lnTo>
                  <a:lnTo>
                    <a:pt x="198" y="2173"/>
                  </a:lnTo>
                  <a:lnTo>
                    <a:pt x="178" y="2173"/>
                  </a:lnTo>
                  <a:lnTo>
                    <a:pt x="138" y="2153"/>
                  </a:lnTo>
                  <a:lnTo>
                    <a:pt x="138" y="2153"/>
                  </a:lnTo>
                  <a:lnTo>
                    <a:pt x="198" y="2193"/>
                  </a:lnTo>
                  <a:lnTo>
                    <a:pt x="198" y="2213"/>
                  </a:lnTo>
                  <a:lnTo>
                    <a:pt x="198" y="2232"/>
                  </a:lnTo>
                  <a:lnTo>
                    <a:pt x="257" y="2252"/>
                  </a:lnTo>
                  <a:lnTo>
                    <a:pt x="356" y="2252"/>
                  </a:lnTo>
                  <a:lnTo>
                    <a:pt x="356" y="2272"/>
                  </a:lnTo>
                  <a:lnTo>
                    <a:pt x="375" y="2272"/>
                  </a:lnTo>
                  <a:lnTo>
                    <a:pt x="415" y="2292"/>
                  </a:lnTo>
                  <a:lnTo>
                    <a:pt x="415" y="2312"/>
                  </a:lnTo>
                  <a:lnTo>
                    <a:pt x="356" y="2292"/>
                  </a:lnTo>
                  <a:lnTo>
                    <a:pt x="336" y="2312"/>
                  </a:lnTo>
                  <a:lnTo>
                    <a:pt x="356" y="2331"/>
                  </a:lnTo>
                  <a:lnTo>
                    <a:pt x="356" y="2331"/>
                  </a:lnTo>
                  <a:lnTo>
                    <a:pt x="296" y="2312"/>
                  </a:lnTo>
                  <a:lnTo>
                    <a:pt x="277" y="2292"/>
                  </a:lnTo>
                  <a:lnTo>
                    <a:pt x="257" y="2292"/>
                  </a:lnTo>
                  <a:lnTo>
                    <a:pt x="138" y="2272"/>
                  </a:lnTo>
                  <a:lnTo>
                    <a:pt x="178" y="2292"/>
                  </a:lnTo>
                  <a:lnTo>
                    <a:pt x="237" y="2292"/>
                  </a:lnTo>
                  <a:lnTo>
                    <a:pt x="257" y="2312"/>
                  </a:lnTo>
                  <a:lnTo>
                    <a:pt x="198" y="2312"/>
                  </a:lnTo>
                  <a:lnTo>
                    <a:pt x="178" y="2331"/>
                  </a:lnTo>
                  <a:lnTo>
                    <a:pt x="158" y="2351"/>
                  </a:lnTo>
                  <a:lnTo>
                    <a:pt x="59" y="2331"/>
                  </a:lnTo>
                  <a:lnTo>
                    <a:pt x="138" y="2371"/>
                  </a:lnTo>
                  <a:lnTo>
                    <a:pt x="178" y="2391"/>
                  </a:lnTo>
                  <a:lnTo>
                    <a:pt x="178" y="2410"/>
                  </a:lnTo>
                  <a:lnTo>
                    <a:pt x="217" y="2430"/>
                  </a:lnTo>
                  <a:lnTo>
                    <a:pt x="277" y="2450"/>
                  </a:lnTo>
                  <a:lnTo>
                    <a:pt x="296" y="2450"/>
                  </a:lnTo>
                  <a:lnTo>
                    <a:pt x="277" y="2410"/>
                  </a:lnTo>
                  <a:lnTo>
                    <a:pt x="257" y="2410"/>
                  </a:lnTo>
                  <a:lnTo>
                    <a:pt x="296" y="2391"/>
                  </a:lnTo>
                  <a:lnTo>
                    <a:pt x="178" y="2371"/>
                  </a:lnTo>
                  <a:lnTo>
                    <a:pt x="178" y="2351"/>
                  </a:lnTo>
                  <a:lnTo>
                    <a:pt x="217" y="2351"/>
                  </a:lnTo>
                  <a:lnTo>
                    <a:pt x="316" y="2391"/>
                  </a:lnTo>
                  <a:lnTo>
                    <a:pt x="356" y="2391"/>
                  </a:lnTo>
                  <a:lnTo>
                    <a:pt x="375" y="2410"/>
                  </a:lnTo>
                  <a:lnTo>
                    <a:pt x="415" y="2410"/>
                  </a:lnTo>
                  <a:lnTo>
                    <a:pt x="435" y="2391"/>
                  </a:lnTo>
                  <a:lnTo>
                    <a:pt x="514" y="2410"/>
                  </a:lnTo>
                  <a:lnTo>
                    <a:pt x="652" y="2470"/>
                  </a:lnTo>
                  <a:lnTo>
                    <a:pt x="652" y="2470"/>
                  </a:lnTo>
                  <a:lnTo>
                    <a:pt x="593" y="2450"/>
                  </a:lnTo>
                  <a:lnTo>
                    <a:pt x="593" y="2450"/>
                  </a:lnTo>
                  <a:lnTo>
                    <a:pt x="672" y="2489"/>
                  </a:lnTo>
                  <a:lnTo>
                    <a:pt x="553" y="2470"/>
                  </a:lnTo>
                  <a:lnTo>
                    <a:pt x="553" y="2489"/>
                  </a:lnTo>
                  <a:lnTo>
                    <a:pt x="553" y="2509"/>
                  </a:lnTo>
                  <a:lnTo>
                    <a:pt x="612" y="2509"/>
                  </a:lnTo>
                  <a:lnTo>
                    <a:pt x="593" y="2489"/>
                  </a:lnTo>
                  <a:lnTo>
                    <a:pt x="652" y="2509"/>
                  </a:lnTo>
                  <a:lnTo>
                    <a:pt x="632" y="2509"/>
                  </a:lnTo>
                  <a:lnTo>
                    <a:pt x="632" y="2529"/>
                  </a:lnTo>
                  <a:lnTo>
                    <a:pt x="672" y="2529"/>
                  </a:lnTo>
                  <a:lnTo>
                    <a:pt x="751" y="2568"/>
                  </a:lnTo>
                  <a:lnTo>
                    <a:pt x="632" y="2568"/>
                  </a:lnTo>
                  <a:lnTo>
                    <a:pt x="494" y="2529"/>
                  </a:lnTo>
                  <a:lnTo>
                    <a:pt x="514" y="2549"/>
                  </a:lnTo>
                  <a:lnTo>
                    <a:pt x="316" y="2489"/>
                  </a:lnTo>
                  <a:lnTo>
                    <a:pt x="277" y="2509"/>
                  </a:lnTo>
                  <a:lnTo>
                    <a:pt x="277" y="2529"/>
                  </a:lnTo>
                  <a:lnTo>
                    <a:pt x="138" y="2509"/>
                  </a:lnTo>
                  <a:lnTo>
                    <a:pt x="158" y="2529"/>
                  </a:lnTo>
                  <a:lnTo>
                    <a:pt x="138" y="2529"/>
                  </a:lnTo>
                  <a:lnTo>
                    <a:pt x="79" y="2549"/>
                  </a:lnTo>
                  <a:lnTo>
                    <a:pt x="178" y="2549"/>
                  </a:lnTo>
                  <a:lnTo>
                    <a:pt x="217" y="2568"/>
                  </a:lnTo>
                  <a:lnTo>
                    <a:pt x="198" y="2568"/>
                  </a:lnTo>
                  <a:lnTo>
                    <a:pt x="217" y="2588"/>
                  </a:lnTo>
                  <a:lnTo>
                    <a:pt x="237" y="2568"/>
                  </a:lnTo>
                  <a:lnTo>
                    <a:pt x="277" y="2568"/>
                  </a:lnTo>
                  <a:lnTo>
                    <a:pt x="316" y="2588"/>
                  </a:lnTo>
                  <a:lnTo>
                    <a:pt x="435" y="2588"/>
                  </a:lnTo>
                  <a:lnTo>
                    <a:pt x="435" y="2608"/>
                  </a:lnTo>
                  <a:lnTo>
                    <a:pt x="435" y="2628"/>
                  </a:lnTo>
                  <a:lnTo>
                    <a:pt x="277" y="2588"/>
                  </a:lnTo>
                  <a:lnTo>
                    <a:pt x="296" y="2608"/>
                  </a:lnTo>
                  <a:lnTo>
                    <a:pt x="257" y="2628"/>
                  </a:lnTo>
                  <a:lnTo>
                    <a:pt x="217" y="2608"/>
                  </a:lnTo>
                  <a:lnTo>
                    <a:pt x="138" y="2608"/>
                  </a:lnTo>
                  <a:lnTo>
                    <a:pt x="138" y="2588"/>
                  </a:lnTo>
                  <a:lnTo>
                    <a:pt x="99" y="2628"/>
                  </a:lnTo>
                  <a:lnTo>
                    <a:pt x="79" y="2608"/>
                  </a:lnTo>
                  <a:lnTo>
                    <a:pt x="59" y="2608"/>
                  </a:lnTo>
                  <a:lnTo>
                    <a:pt x="59" y="2628"/>
                  </a:lnTo>
                  <a:lnTo>
                    <a:pt x="158" y="2647"/>
                  </a:lnTo>
                  <a:lnTo>
                    <a:pt x="107" y="2664"/>
                  </a:lnTo>
                  <a:lnTo>
                    <a:pt x="107" y="2664"/>
                  </a:lnTo>
                  <a:lnTo>
                    <a:pt x="119" y="2667"/>
                  </a:lnTo>
                  <a:lnTo>
                    <a:pt x="119" y="2687"/>
                  </a:lnTo>
                  <a:lnTo>
                    <a:pt x="158" y="2707"/>
                  </a:lnTo>
                  <a:lnTo>
                    <a:pt x="217" y="2726"/>
                  </a:lnTo>
                  <a:lnTo>
                    <a:pt x="257" y="2726"/>
                  </a:lnTo>
                  <a:lnTo>
                    <a:pt x="292" y="2744"/>
                  </a:lnTo>
                  <a:lnTo>
                    <a:pt x="292" y="2744"/>
                  </a:lnTo>
                  <a:lnTo>
                    <a:pt x="137" y="2728"/>
                  </a:lnTo>
                  <a:lnTo>
                    <a:pt x="137" y="2728"/>
                  </a:lnTo>
                  <a:lnTo>
                    <a:pt x="119" y="2746"/>
                  </a:lnTo>
                  <a:lnTo>
                    <a:pt x="178" y="2746"/>
                  </a:lnTo>
                  <a:lnTo>
                    <a:pt x="237" y="2766"/>
                  </a:lnTo>
                  <a:lnTo>
                    <a:pt x="257" y="2786"/>
                  </a:lnTo>
                  <a:lnTo>
                    <a:pt x="237" y="2786"/>
                  </a:lnTo>
                  <a:lnTo>
                    <a:pt x="277" y="2805"/>
                  </a:lnTo>
                  <a:lnTo>
                    <a:pt x="316" y="2825"/>
                  </a:lnTo>
                  <a:lnTo>
                    <a:pt x="395" y="2825"/>
                  </a:lnTo>
                  <a:lnTo>
                    <a:pt x="336" y="2845"/>
                  </a:lnTo>
                  <a:lnTo>
                    <a:pt x="237" y="2825"/>
                  </a:lnTo>
                  <a:lnTo>
                    <a:pt x="237" y="2845"/>
                  </a:lnTo>
                  <a:lnTo>
                    <a:pt x="138" y="2845"/>
                  </a:lnTo>
                  <a:lnTo>
                    <a:pt x="119" y="2865"/>
                  </a:lnTo>
                  <a:lnTo>
                    <a:pt x="198" y="2865"/>
                  </a:lnTo>
                  <a:lnTo>
                    <a:pt x="257" y="2884"/>
                  </a:lnTo>
                  <a:lnTo>
                    <a:pt x="237" y="2865"/>
                  </a:lnTo>
                  <a:lnTo>
                    <a:pt x="237" y="2865"/>
                  </a:lnTo>
                  <a:lnTo>
                    <a:pt x="316" y="2884"/>
                  </a:lnTo>
                  <a:lnTo>
                    <a:pt x="395" y="2904"/>
                  </a:lnTo>
                  <a:lnTo>
                    <a:pt x="435" y="2924"/>
                  </a:lnTo>
                  <a:lnTo>
                    <a:pt x="474" y="2924"/>
                  </a:lnTo>
                  <a:lnTo>
                    <a:pt x="375" y="2884"/>
                  </a:lnTo>
                  <a:lnTo>
                    <a:pt x="336" y="2865"/>
                  </a:lnTo>
                  <a:lnTo>
                    <a:pt x="395" y="2884"/>
                  </a:lnTo>
                  <a:lnTo>
                    <a:pt x="415" y="2865"/>
                  </a:lnTo>
                  <a:lnTo>
                    <a:pt x="435" y="2865"/>
                  </a:lnTo>
                  <a:lnTo>
                    <a:pt x="494" y="2845"/>
                  </a:lnTo>
                  <a:lnTo>
                    <a:pt x="415" y="2825"/>
                  </a:lnTo>
                  <a:lnTo>
                    <a:pt x="336" y="2805"/>
                  </a:lnTo>
                  <a:lnTo>
                    <a:pt x="395" y="2786"/>
                  </a:lnTo>
                  <a:lnTo>
                    <a:pt x="435" y="2805"/>
                  </a:lnTo>
                  <a:lnTo>
                    <a:pt x="415" y="2825"/>
                  </a:lnTo>
                  <a:lnTo>
                    <a:pt x="514" y="2825"/>
                  </a:lnTo>
                  <a:lnTo>
                    <a:pt x="632" y="2865"/>
                  </a:lnTo>
                  <a:lnTo>
                    <a:pt x="691" y="2884"/>
                  </a:lnTo>
                  <a:lnTo>
                    <a:pt x="711" y="2904"/>
                  </a:lnTo>
                  <a:lnTo>
                    <a:pt x="770" y="2944"/>
                  </a:lnTo>
                  <a:lnTo>
                    <a:pt x="790" y="2944"/>
                  </a:lnTo>
                  <a:lnTo>
                    <a:pt x="790" y="2963"/>
                  </a:lnTo>
                  <a:lnTo>
                    <a:pt x="810" y="2963"/>
                  </a:lnTo>
                  <a:lnTo>
                    <a:pt x="849" y="2983"/>
                  </a:lnTo>
                  <a:lnTo>
                    <a:pt x="849" y="2983"/>
                  </a:lnTo>
                  <a:lnTo>
                    <a:pt x="652" y="2963"/>
                  </a:lnTo>
                  <a:lnTo>
                    <a:pt x="494" y="2944"/>
                  </a:lnTo>
                  <a:lnTo>
                    <a:pt x="494" y="2963"/>
                  </a:lnTo>
                  <a:lnTo>
                    <a:pt x="533" y="2983"/>
                  </a:lnTo>
                  <a:lnTo>
                    <a:pt x="435" y="2963"/>
                  </a:lnTo>
                  <a:lnTo>
                    <a:pt x="336" y="2944"/>
                  </a:lnTo>
                  <a:lnTo>
                    <a:pt x="375" y="2963"/>
                  </a:lnTo>
                  <a:lnTo>
                    <a:pt x="435" y="2983"/>
                  </a:lnTo>
                  <a:lnTo>
                    <a:pt x="395" y="2983"/>
                  </a:lnTo>
                  <a:lnTo>
                    <a:pt x="435" y="3003"/>
                  </a:lnTo>
                  <a:lnTo>
                    <a:pt x="514" y="3042"/>
                  </a:lnTo>
                  <a:lnTo>
                    <a:pt x="514" y="3023"/>
                  </a:lnTo>
                  <a:lnTo>
                    <a:pt x="533" y="3023"/>
                  </a:lnTo>
                  <a:lnTo>
                    <a:pt x="593" y="3042"/>
                  </a:lnTo>
                  <a:lnTo>
                    <a:pt x="632" y="3023"/>
                  </a:lnTo>
                  <a:lnTo>
                    <a:pt x="672" y="3023"/>
                  </a:lnTo>
                  <a:lnTo>
                    <a:pt x="691" y="3042"/>
                  </a:lnTo>
                  <a:lnTo>
                    <a:pt x="731" y="3042"/>
                  </a:lnTo>
                  <a:lnTo>
                    <a:pt x="711" y="3023"/>
                  </a:lnTo>
                  <a:lnTo>
                    <a:pt x="751" y="3023"/>
                  </a:lnTo>
                  <a:lnTo>
                    <a:pt x="751" y="3003"/>
                  </a:lnTo>
                  <a:lnTo>
                    <a:pt x="790" y="3023"/>
                  </a:lnTo>
                  <a:lnTo>
                    <a:pt x="770" y="3003"/>
                  </a:lnTo>
                  <a:lnTo>
                    <a:pt x="790" y="3003"/>
                  </a:lnTo>
                  <a:lnTo>
                    <a:pt x="909" y="3042"/>
                  </a:lnTo>
                  <a:lnTo>
                    <a:pt x="869" y="3042"/>
                  </a:lnTo>
                  <a:lnTo>
                    <a:pt x="790" y="3023"/>
                  </a:lnTo>
                  <a:lnTo>
                    <a:pt x="790" y="3042"/>
                  </a:lnTo>
                  <a:lnTo>
                    <a:pt x="830" y="3062"/>
                  </a:lnTo>
                  <a:lnTo>
                    <a:pt x="869" y="3062"/>
                  </a:lnTo>
                  <a:lnTo>
                    <a:pt x="929" y="3082"/>
                  </a:lnTo>
                  <a:lnTo>
                    <a:pt x="948" y="3082"/>
                  </a:lnTo>
                  <a:lnTo>
                    <a:pt x="1027" y="3102"/>
                  </a:lnTo>
                  <a:lnTo>
                    <a:pt x="1047" y="3082"/>
                  </a:lnTo>
                  <a:lnTo>
                    <a:pt x="1106" y="3102"/>
                  </a:lnTo>
                  <a:lnTo>
                    <a:pt x="1106" y="3102"/>
                  </a:lnTo>
                  <a:lnTo>
                    <a:pt x="1047" y="3062"/>
                  </a:lnTo>
                  <a:lnTo>
                    <a:pt x="1077" y="3062"/>
                  </a:lnTo>
                  <a:lnTo>
                    <a:pt x="1067" y="3042"/>
                  </a:lnTo>
                  <a:lnTo>
                    <a:pt x="1027" y="3042"/>
                  </a:lnTo>
                  <a:lnTo>
                    <a:pt x="1008" y="3023"/>
                  </a:lnTo>
                  <a:lnTo>
                    <a:pt x="988" y="3023"/>
                  </a:lnTo>
                  <a:lnTo>
                    <a:pt x="889" y="2983"/>
                  </a:lnTo>
                  <a:lnTo>
                    <a:pt x="968" y="3003"/>
                  </a:lnTo>
                  <a:lnTo>
                    <a:pt x="1027" y="3023"/>
                  </a:lnTo>
                  <a:lnTo>
                    <a:pt x="1008" y="3003"/>
                  </a:lnTo>
                  <a:lnTo>
                    <a:pt x="1047" y="3003"/>
                  </a:lnTo>
                  <a:lnTo>
                    <a:pt x="968" y="2983"/>
                  </a:lnTo>
                  <a:lnTo>
                    <a:pt x="1008" y="2983"/>
                  </a:lnTo>
                  <a:lnTo>
                    <a:pt x="909" y="2963"/>
                  </a:lnTo>
                  <a:lnTo>
                    <a:pt x="889" y="2944"/>
                  </a:lnTo>
                  <a:lnTo>
                    <a:pt x="869" y="2924"/>
                  </a:lnTo>
                  <a:lnTo>
                    <a:pt x="849" y="2944"/>
                  </a:lnTo>
                  <a:lnTo>
                    <a:pt x="869" y="2944"/>
                  </a:lnTo>
                  <a:lnTo>
                    <a:pt x="909" y="2963"/>
                  </a:lnTo>
                  <a:lnTo>
                    <a:pt x="909" y="2963"/>
                  </a:lnTo>
                  <a:lnTo>
                    <a:pt x="830" y="2944"/>
                  </a:lnTo>
                  <a:lnTo>
                    <a:pt x="770" y="2924"/>
                  </a:lnTo>
                  <a:lnTo>
                    <a:pt x="869" y="2924"/>
                  </a:lnTo>
                  <a:lnTo>
                    <a:pt x="849" y="2904"/>
                  </a:lnTo>
                  <a:lnTo>
                    <a:pt x="909" y="2924"/>
                  </a:lnTo>
                  <a:lnTo>
                    <a:pt x="929" y="2944"/>
                  </a:lnTo>
                  <a:lnTo>
                    <a:pt x="968" y="2944"/>
                  </a:lnTo>
                  <a:lnTo>
                    <a:pt x="929" y="2924"/>
                  </a:lnTo>
                  <a:lnTo>
                    <a:pt x="948" y="2924"/>
                  </a:lnTo>
                  <a:lnTo>
                    <a:pt x="869" y="2884"/>
                  </a:lnTo>
                  <a:lnTo>
                    <a:pt x="849" y="2865"/>
                  </a:lnTo>
                  <a:lnTo>
                    <a:pt x="830" y="2845"/>
                  </a:lnTo>
                  <a:lnTo>
                    <a:pt x="869" y="2825"/>
                  </a:lnTo>
                  <a:lnTo>
                    <a:pt x="790" y="2825"/>
                  </a:lnTo>
                  <a:lnTo>
                    <a:pt x="770" y="2805"/>
                  </a:lnTo>
                  <a:lnTo>
                    <a:pt x="770" y="2786"/>
                  </a:lnTo>
                  <a:lnTo>
                    <a:pt x="810" y="2786"/>
                  </a:lnTo>
                  <a:lnTo>
                    <a:pt x="731" y="2726"/>
                  </a:lnTo>
                  <a:lnTo>
                    <a:pt x="632" y="2746"/>
                  </a:lnTo>
                  <a:lnTo>
                    <a:pt x="593" y="2726"/>
                  </a:lnTo>
                  <a:lnTo>
                    <a:pt x="652" y="2726"/>
                  </a:lnTo>
                  <a:lnTo>
                    <a:pt x="668" y="2710"/>
                  </a:lnTo>
                  <a:lnTo>
                    <a:pt x="668" y="2710"/>
                  </a:lnTo>
                  <a:lnTo>
                    <a:pt x="810" y="2746"/>
                  </a:lnTo>
                  <a:lnTo>
                    <a:pt x="810" y="2746"/>
                  </a:lnTo>
                  <a:lnTo>
                    <a:pt x="751" y="2707"/>
                  </a:lnTo>
                  <a:lnTo>
                    <a:pt x="711" y="2687"/>
                  </a:lnTo>
                  <a:lnTo>
                    <a:pt x="830" y="2707"/>
                  </a:lnTo>
                  <a:lnTo>
                    <a:pt x="869" y="2746"/>
                  </a:lnTo>
                  <a:lnTo>
                    <a:pt x="849" y="2746"/>
                  </a:lnTo>
                  <a:lnTo>
                    <a:pt x="869" y="2766"/>
                  </a:lnTo>
                  <a:lnTo>
                    <a:pt x="869" y="2786"/>
                  </a:lnTo>
                  <a:lnTo>
                    <a:pt x="909" y="2786"/>
                  </a:lnTo>
                  <a:lnTo>
                    <a:pt x="929" y="2805"/>
                  </a:lnTo>
                  <a:lnTo>
                    <a:pt x="1027" y="2805"/>
                  </a:lnTo>
                  <a:lnTo>
                    <a:pt x="1008" y="2786"/>
                  </a:lnTo>
                  <a:lnTo>
                    <a:pt x="1087" y="2805"/>
                  </a:lnTo>
                  <a:lnTo>
                    <a:pt x="1136" y="2805"/>
                  </a:lnTo>
                  <a:lnTo>
                    <a:pt x="988" y="2746"/>
                  </a:lnTo>
                  <a:lnTo>
                    <a:pt x="948" y="2726"/>
                  </a:lnTo>
                  <a:lnTo>
                    <a:pt x="968" y="2707"/>
                  </a:lnTo>
                  <a:lnTo>
                    <a:pt x="1027" y="2746"/>
                  </a:lnTo>
                  <a:lnTo>
                    <a:pt x="1106" y="2766"/>
                  </a:lnTo>
                  <a:lnTo>
                    <a:pt x="1087" y="2746"/>
                  </a:lnTo>
                  <a:lnTo>
                    <a:pt x="1106" y="2746"/>
                  </a:lnTo>
                  <a:lnTo>
                    <a:pt x="1067" y="2726"/>
                  </a:lnTo>
                  <a:lnTo>
                    <a:pt x="1087" y="2707"/>
                  </a:lnTo>
                  <a:lnTo>
                    <a:pt x="1166" y="2707"/>
                  </a:lnTo>
                  <a:lnTo>
                    <a:pt x="1185" y="2726"/>
                  </a:lnTo>
                  <a:lnTo>
                    <a:pt x="1166" y="2726"/>
                  </a:lnTo>
                  <a:lnTo>
                    <a:pt x="1166" y="2746"/>
                  </a:lnTo>
                  <a:lnTo>
                    <a:pt x="1205" y="2746"/>
                  </a:lnTo>
                  <a:lnTo>
                    <a:pt x="1205" y="2766"/>
                  </a:lnTo>
                  <a:lnTo>
                    <a:pt x="1264" y="2766"/>
                  </a:lnTo>
                  <a:lnTo>
                    <a:pt x="1264" y="2746"/>
                  </a:lnTo>
                  <a:lnTo>
                    <a:pt x="1324" y="2746"/>
                  </a:lnTo>
                  <a:lnTo>
                    <a:pt x="1343" y="2726"/>
                  </a:lnTo>
                  <a:lnTo>
                    <a:pt x="1363" y="2726"/>
                  </a:lnTo>
                  <a:lnTo>
                    <a:pt x="1343" y="2707"/>
                  </a:lnTo>
                  <a:lnTo>
                    <a:pt x="1363" y="2707"/>
                  </a:lnTo>
                  <a:lnTo>
                    <a:pt x="1343" y="2687"/>
                  </a:lnTo>
                  <a:lnTo>
                    <a:pt x="1284" y="2667"/>
                  </a:lnTo>
                  <a:lnTo>
                    <a:pt x="1205" y="2628"/>
                  </a:lnTo>
                  <a:lnTo>
                    <a:pt x="1304" y="2667"/>
                  </a:lnTo>
                  <a:lnTo>
                    <a:pt x="1304" y="2647"/>
                  </a:lnTo>
                  <a:lnTo>
                    <a:pt x="1245" y="2628"/>
                  </a:lnTo>
                  <a:lnTo>
                    <a:pt x="1185" y="2608"/>
                  </a:lnTo>
                  <a:lnTo>
                    <a:pt x="1166" y="2588"/>
                  </a:lnTo>
                  <a:lnTo>
                    <a:pt x="1225" y="2588"/>
                  </a:lnTo>
                  <a:lnTo>
                    <a:pt x="1264" y="2608"/>
                  </a:lnTo>
                  <a:lnTo>
                    <a:pt x="1284" y="2628"/>
                  </a:lnTo>
                  <a:lnTo>
                    <a:pt x="1324" y="2628"/>
                  </a:lnTo>
                  <a:lnTo>
                    <a:pt x="1284" y="2608"/>
                  </a:lnTo>
                  <a:lnTo>
                    <a:pt x="1304" y="2608"/>
                  </a:lnTo>
                  <a:lnTo>
                    <a:pt x="1383" y="2588"/>
                  </a:lnTo>
                  <a:lnTo>
                    <a:pt x="1324" y="2568"/>
                  </a:lnTo>
                  <a:lnTo>
                    <a:pt x="1284" y="2549"/>
                  </a:lnTo>
                  <a:lnTo>
                    <a:pt x="1264" y="2568"/>
                  </a:lnTo>
                  <a:lnTo>
                    <a:pt x="1205" y="2529"/>
                  </a:lnTo>
                  <a:lnTo>
                    <a:pt x="1225" y="2529"/>
                  </a:lnTo>
                  <a:lnTo>
                    <a:pt x="1284" y="2509"/>
                  </a:lnTo>
                  <a:lnTo>
                    <a:pt x="1304" y="2529"/>
                  </a:lnTo>
                  <a:lnTo>
                    <a:pt x="1324" y="2549"/>
                  </a:lnTo>
                  <a:lnTo>
                    <a:pt x="1363" y="2568"/>
                  </a:lnTo>
                  <a:lnTo>
                    <a:pt x="1343" y="2549"/>
                  </a:lnTo>
                  <a:lnTo>
                    <a:pt x="1343" y="2529"/>
                  </a:lnTo>
                  <a:lnTo>
                    <a:pt x="1324" y="2529"/>
                  </a:lnTo>
                  <a:lnTo>
                    <a:pt x="1324" y="2509"/>
                  </a:lnTo>
                  <a:lnTo>
                    <a:pt x="1363" y="2509"/>
                  </a:lnTo>
                  <a:lnTo>
                    <a:pt x="1363" y="2489"/>
                  </a:lnTo>
                  <a:lnTo>
                    <a:pt x="1304" y="2470"/>
                  </a:lnTo>
                  <a:lnTo>
                    <a:pt x="1225" y="2450"/>
                  </a:lnTo>
                  <a:lnTo>
                    <a:pt x="1304" y="2450"/>
                  </a:lnTo>
                  <a:lnTo>
                    <a:pt x="1304" y="2470"/>
                  </a:lnTo>
                  <a:lnTo>
                    <a:pt x="1324" y="2450"/>
                  </a:lnTo>
                  <a:lnTo>
                    <a:pt x="1185" y="2410"/>
                  </a:lnTo>
                  <a:lnTo>
                    <a:pt x="1284" y="2410"/>
                  </a:lnTo>
                  <a:lnTo>
                    <a:pt x="1363" y="2430"/>
                  </a:lnTo>
                  <a:lnTo>
                    <a:pt x="1363" y="2430"/>
                  </a:lnTo>
                  <a:lnTo>
                    <a:pt x="1324" y="2410"/>
                  </a:lnTo>
                  <a:lnTo>
                    <a:pt x="1383" y="2410"/>
                  </a:lnTo>
                  <a:lnTo>
                    <a:pt x="1383" y="2391"/>
                  </a:lnTo>
                  <a:lnTo>
                    <a:pt x="1343" y="2371"/>
                  </a:lnTo>
                  <a:lnTo>
                    <a:pt x="1284" y="2331"/>
                  </a:lnTo>
                  <a:lnTo>
                    <a:pt x="1264" y="2312"/>
                  </a:lnTo>
                  <a:lnTo>
                    <a:pt x="1363" y="2331"/>
                  </a:lnTo>
                  <a:lnTo>
                    <a:pt x="1383" y="2351"/>
                  </a:lnTo>
                  <a:lnTo>
                    <a:pt x="1422" y="2351"/>
                  </a:lnTo>
                  <a:lnTo>
                    <a:pt x="1403" y="2331"/>
                  </a:lnTo>
                  <a:lnTo>
                    <a:pt x="1422" y="2331"/>
                  </a:lnTo>
                  <a:lnTo>
                    <a:pt x="1422" y="2312"/>
                  </a:lnTo>
                  <a:lnTo>
                    <a:pt x="1383" y="2312"/>
                  </a:lnTo>
                  <a:lnTo>
                    <a:pt x="1324" y="2292"/>
                  </a:lnTo>
                  <a:lnTo>
                    <a:pt x="1304" y="2272"/>
                  </a:lnTo>
                  <a:lnTo>
                    <a:pt x="1343" y="2272"/>
                  </a:lnTo>
                  <a:lnTo>
                    <a:pt x="1324" y="2252"/>
                  </a:lnTo>
                  <a:lnTo>
                    <a:pt x="1304" y="2232"/>
                  </a:lnTo>
                  <a:lnTo>
                    <a:pt x="1363" y="2252"/>
                  </a:lnTo>
                  <a:lnTo>
                    <a:pt x="1304" y="2213"/>
                  </a:lnTo>
                  <a:lnTo>
                    <a:pt x="1225" y="2193"/>
                  </a:lnTo>
                  <a:lnTo>
                    <a:pt x="1185" y="2193"/>
                  </a:lnTo>
                  <a:lnTo>
                    <a:pt x="1205" y="2213"/>
                  </a:lnTo>
                  <a:lnTo>
                    <a:pt x="1205" y="2232"/>
                  </a:lnTo>
                  <a:lnTo>
                    <a:pt x="1146" y="2232"/>
                  </a:lnTo>
                  <a:lnTo>
                    <a:pt x="1087" y="2213"/>
                  </a:lnTo>
                  <a:lnTo>
                    <a:pt x="1126" y="2213"/>
                  </a:lnTo>
                  <a:lnTo>
                    <a:pt x="1067" y="2193"/>
                  </a:lnTo>
                  <a:lnTo>
                    <a:pt x="1047" y="2193"/>
                  </a:lnTo>
                  <a:lnTo>
                    <a:pt x="948" y="2173"/>
                  </a:lnTo>
                  <a:lnTo>
                    <a:pt x="929" y="2134"/>
                  </a:lnTo>
                  <a:lnTo>
                    <a:pt x="1008" y="2153"/>
                  </a:lnTo>
                  <a:lnTo>
                    <a:pt x="1087" y="2193"/>
                  </a:lnTo>
                  <a:lnTo>
                    <a:pt x="1067" y="2173"/>
                  </a:lnTo>
                  <a:lnTo>
                    <a:pt x="1146" y="2193"/>
                  </a:lnTo>
                  <a:lnTo>
                    <a:pt x="1087" y="2153"/>
                  </a:lnTo>
                  <a:lnTo>
                    <a:pt x="988" y="2134"/>
                  </a:lnTo>
                  <a:lnTo>
                    <a:pt x="948" y="2134"/>
                  </a:lnTo>
                  <a:lnTo>
                    <a:pt x="948" y="2114"/>
                  </a:lnTo>
                  <a:lnTo>
                    <a:pt x="988" y="2114"/>
                  </a:lnTo>
                  <a:lnTo>
                    <a:pt x="1008" y="2134"/>
                  </a:lnTo>
                  <a:lnTo>
                    <a:pt x="1027" y="2114"/>
                  </a:lnTo>
                  <a:lnTo>
                    <a:pt x="1008" y="2114"/>
                  </a:lnTo>
                  <a:lnTo>
                    <a:pt x="988" y="2094"/>
                  </a:lnTo>
                  <a:lnTo>
                    <a:pt x="1027" y="2094"/>
                  </a:lnTo>
                  <a:lnTo>
                    <a:pt x="1067" y="2114"/>
                  </a:lnTo>
                  <a:lnTo>
                    <a:pt x="1106" y="2134"/>
                  </a:lnTo>
                  <a:lnTo>
                    <a:pt x="1106" y="2153"/>
                  </a:lnTo>
                  <a:lnTo>
                    <a:pt x="1166" y="2153"/>
                  </a:lnTo>
                  <a:lnTo>
                    <a:pt x="1225" y="2173"/>
                  </a:lnTo>
                  <a:lnTo>
                    <a:pt x="1343" y="2213"/>
                  </a:lnTo>
                  <a:lnTo>
                    <a:pt x="1343" y="2193"/>
                  </a:lnTo>
                  <a:lnTo>
                    <a:pt x="1383" y="2193"/>
                  </a:lnTo>
                  <a:lnTo>
                    <a:pt x="1343" y="2173"/>
                  </a:lnTo>
                  <a:lnTo>
                    <a:pt x="1363" y="2173"/>
                  </a:lnTo>
                  <a:lnTo>
                    <a:pt x="1363" y="2153"/>
                  </a:lnTo>
                  <a:lnTo>
                    <a:pt x="1304" y="2134"/>
                  </a:lnTo>
                  <a:lnTo>
                    <a:pt x="1363" y="2134"/>
                  </a:lnTo>
                  <a:lnTo>
                    <a:pt x="1363" y="2114"/>
                  </a:lnTo>
                  <a:lnTo>
                    <a:pt x="1324" y="2074"/>
                  </a:lnTo>
                  <a:lnTo>
                    <a:pt x="1363" y="2074"/>
                  </a:lnTo>
                  <a:lnTo>
                    <a:pt x="1403" y="2094"/>
                  </a:lnTo>
                  <a:lnTo>
                    <a:pt x="1422" y="2074"/>
                  </a:lnTo>
                  <a:lnTo>
                    <a:pt x="1403" y="2055"/>
                  </a:lnTo>
                  <a:lnTo>
                    <a:pt x="1363" y="2035"/>
                  </a:lnTo>
                  <a:lnTo>
                    <a:pt x="1324" y="1995"/>
                  </a:lnTo>
                  <a:lnTo>
                    <a:pt x="1324" y="1976"/>
                  </a:lnTo>
                  <a:lnTo>
                    <a:pt x="1324" y="1956"/>
                  </a:lnTo>
                  <a:lnTo>
                    <a:pt x="1383" y="1976"/>
                  </a:lnTo>
                  <a:lnTo>
                    <a:pt x="1343" y="1956"/>
                  </a:lnTo>
                  <a:lnTo>
                    <a:pt x="1403" y="1956"/>
                  </a:lnTo>
                  <a:lnTo>
                    <a:pt x="1383" y="1936"/>
                  </a:lnTo>
                  <a:lnTo>
                    <a:pt x="1363" y="1916"/>
                  </a:lnTo>
                  <a:lnTo>
                    <a:pt x="1422" y="1916"/>
                  </a:lnTo>
                  <a:lnTo>
                    <a:pt x="1422" y="1897"/>
                  </a:lnTo>
                  <a:lnTo>
                    <a:pt x="1383" y="1877"/>
                  </a:lnTo>
                  <a:lnTo>
                    <a:pt x="1324" y="1837"/>
                  </a:lnTo>
                  <a:lnTo>
                    <a:pt x="1422" y="1877"/>
                  </a:lnTo>
                  <a:lnTo>
                    <a:pt x="1383" y="1778"/>
                  </a:lnTo>
                  <a:lnTo>
                    <a:pt x="1383" y="1699"/>
                  </a:lnTo>
                  <a:lnTo>
                    <a:pt x="1403" y="1699"/>
                  </a:lnTo>
                  <a:lnTo>
                    <a:pt x="1403" y="1679"/>
                  </a:lnTo>
                  <a:lnTo>
                    <a:pt x="1363" y="1640"/>
                  </a:lnTo>
                  <a:lnTo>
                    <a:pt x="1343" y="1600"/>
                  </a:lnTo>
                  <a:lnTo>
                    <a:pt x="1343" y="1581"/>
                  </a:lnTo>
                  <a:lnTo>
                    <a:pt x="1363" y="1581"/>
                  </a:lnTo>
                  <a:lnTo>
                    <a:pt x="1324" y="1561"/>
                  </a:lnTo>
                  <a:lnTo>
                    <a:pt x="1264" y="1541"/>
                  </a:lnTo>
                  <a:lnTo>
                    <a:pt x="1126" y="1502"/>
                  </a:lnTo>
                  <a:lnTo>
                    <a:pt x="1126" y="1482"/>
                  </a:lnTo>
                  <a:lnTo>
                    <a:pt x="1166" y="1502"/>
                  </a:lnTo>
                  <a:lnTo>
                    <a:pt x="1225" y="1502"/>
                  </a:lnTo>
                  <a:lnTo>
                    <a:pt x="1304" y="1521"/>
                  </a:lnTo>
                  <a:lnTo>
                    <a:pt x="1383" y="1561"/>
                  </a:lnTo>
                  <a:lnTo>
                    <a:pt x="1324" y="1502"/>
                  </a:lnTo>
                  <a:lnTo>
                    <a:pt x="1343" y="1502"/>
                  </a:lnTo>
                  <a:lnTo>
                    <a:pt x="1343" y="1482"/>
                  </a:lnTo>
                  <a:lnTo>
                    <a:pt x="1383" y="1482"/>
                  </a:lnTo>
                  <a:lnTo>
                    <a:pt x="1383" y="1502"/>
                  </a:lnTo>
                  <a:lnTo>
                    <a:pt x="1403" y="1521"/>
                  </a:lnTo>
                  <a:lnTo>
                    <a:pt x="1442" y="1541"/>
                  </a:lnTo>
                  <a:lnTo>
                    <a:pt x="1422" y="1502"/>
                  </a:lnTo>
                  <a:lnTo>
                    <a:pt x="1422" y="1482"/>
                  </a:lnTo>
                  <a:lnTo>
                    <a:pt x="1442" y="1482"/>
                  </a:lnTo>
                  <a:lnTo>
                    <a:pt x="1383" y="1462"/>
                  </a:lnTo>
                  <a:lnTo>
                    <a:pt x="1363" y="1442"/>
                  </a:lnTo>
                  <a:lnTo>
                    <a:pt x="1304" y="1403"/>
                  </a:lnTo>
                  <a:lnTo>
                    <a:pt x="1304" y="1403"/>
                  </a:lnTo>
                  <a:lnTo>
                    <a:pt x="1403" y="1442"/>
                  </a:lnTo>
                  <a:lnTo>
                    <a:pt x="1343" y="1403"/>
                  </a:lnTo>
                  <a:lnTo>
                    <a:pt x="1343" y="1383"/>
                  </a:lnTo>
                  <a:lnTo>
                    <a:pt x="1422" y="1383"/>
                  </a:lnTo>
                  <a:lnTo>
                    <a:pt x="1403" y="1363"/>
                  </a:lnTo>
                  <a:lnTo>
                    <a:pt x="1383" y="1344"/>
                  </a:lnTo>
                  <a:lnTo>
                    <a:pt x="1422" y="1363"/>
                  </a:lnTo>
                  <a:lnTo>
                    <a:pt x="1442" y="1324"/>
                  </a:lnTo>
                  <a:lnTo>
                    <a:pt x="1462" y="1304"/>
                  </a:lnTo>
                  <a:lnTo>
                    <a:pt x="1501" y="1304"/>
                  </a:lnTo>
                  <a:lnTo>
                    <a:pt x="1462" y="1265"/>
                  </a:lnTo>
                  <a:lnTo>
                    <a:pt x="1403" y="1225"/>
                  </a:lnTo>
                  <a:lnTo>
                    <a:pt x="1383" y="1225"/>
                  </a:lnTo>
                  <a:lnTo>
                    <a:pt x="1343" y="1205"/>
                  </a:lnTo>
                  <a:lnTo>
                    <a:pt x="1304" y="1186"/>
                  </a:lnTo>
                  <a:lnTo>
                    <a:pt x="1304" y="1166"/>
                  </a:lnTo>
                  <a:lnTo>
                    <a:pt x="1343" y="1186"/>
                  </a:lnTo>
                  <a:lnTo>
                    <a:pt x="1383" y="1186"/>
                  </a:lnTo>
                  <a:lnTo>
                    <a:pt x="1422" y="1205"/>
                  </a:lnTo>
                  <a:lnTo>
                    <a:pt x="1422" y="1186"/>
                  </a:lnTo>
                  <a:lnTo>
                    <a:pt x="1482" y="1186"/>
                  </a:lnTo>
                  <a:lnTo>
                    <a:pt x="1462" y="1166"/>
                  </a:lnTo>
                  <a:lnTo>
                    <a:pt x="1422" y="1126"/>
                  </a:lnTo>
                  <a:lnTo>
                    <a:pt x="1422" y="1126"/>
                  </a:lnTo>
                  <a:lnTo>
                    <a:pt x="1462" y="1146"/>
                  </a:lnTo>
                  <a:lnTo>
                    <a:pt x="1501" y="1146"/>
                  </a:lnTo>
                  <a:lnTo>
                    <a:pt x="1462" y="1126"/>
                  </a:lnTo>
                  <a:lnTo>
                    <a:pt x="1383" y="1087"/>
                  </a:lnTo>
                  <a:lnTo>
                    <a:pt x="1403" y="1087"/>
                  </a:lnTo>
                  <a:lnTo>
                    <a:pt x="1383" y="1067"/>
                  </a:lnTo>
                  <a:lnTo>
                    <a:pt x="1383" y="1067"/>
                  </a:lnTo>
                  <a:lnTo>
                    <a:pt x="1462" y="1107"/>
                  </a:lnTo>
                  <a:lnTo>
                    <a:pt x="1422" y="1067"/>
                  </a:lnTo>
                  <a:lnTo>
                    <a:pt x="1363" y="1047"/>
                  </a:lnTo>
                  <a:lnTo>
                    <a:pt x="1403" y="1047"/>
                  </a:lnTo>
                  <a:lnTo>
                    <a:pt x="1343" y="1008"/>
                  </a:lnTo>
                  <a:lnTo>
                    <a:pt x="1284" y="968"/>
                  </a:lnTo>
                  <a:lnTo>
                    <a:pt x="1343" y="968"/>
                  </a:lnTo>
                  <a:lnTo>
                    <a:pt x="1442" y="988"/>
                  </a:lnTo>
                  <a:lnTo>
                    <a:pt x="1422" y="1008"/>
                  </a:lnTo>
                  <a:lnTo>
                    <a:pt x="1403" y="1008"/>
                  </a:lnTo>
                  <a:lnTo>
                    <a:pt x="1482" y="1028"/>
                  </a:lnTo>
                  <a:lnTo>
                    <a:pt x="1521" y="1008"/>
                  </a:lnTo>
                  <a:lnTo>
                    <a:pt x="1521" y="988"/>
                  </a:lnTo>
                  <a:lnTo>
                    <a:pt x="1521" y="968"/>
                  </a:lnTo>
                  <a:lnTo>
                    <a:pt x="1501" y="929"/>
                  </a:lnTo>
                  <a:lnTo>
                    <a:pt x="1521" y="909"/>
                  </a:lnTo>
                  <a:lnTo>
                    <a:pt x="1501" y="889"/>
                  </a:lnTo>
                  <a:lnTo>
                    <a:pt x="1561" y="870"/>
                  </a:lnTo>
                  <a:lnTo>
                    <a:pt x="1561" y="830"/>
                  </a:lnTo>
                  <a:lnTo>
                    <a:pt x="1580" y="810"/>
                  </a:lnTo>
                  <a:lnTo>
                    <a:pt x="1561" y="791"/>
                  </a:lnTo>
                  <a:lnTo>
                    <a:pt x="1541" y="751"/>
                  </a:lnTo>
                  <a:lnTo>
                    <a:pt x="1541" y="751"/>
                  </a:lnTo>
                  <a:lnTo>
                    <a:pt x="1580" y="771"/>
                  </a:lnTo>
                  <a:lnTo>
                    <a:pt x="1580" y="771"/>
                  </a:lnTo>
                  <a:lnTo>
                    <a:pt x="1501" y="712"/>
                  </a:lnTo>
                  <a:lnTo>
                    <a:pt x="1482" y="672"/>
                  </a:lnTo>
                  <a:lnTo>
                    <a:pt x="1442" y="633"/>
                  </a:lnTo>
                  <a:lnTo>
                    <a:pt x="1343" y="573"/>
                  </a:lnTo>
                  <a:lnTo>
                    <a:pt x="1403" y="593"/>
                  </a:lnTo>
                  <a:lnTo>
                    <a:pt x="1462" y="613"/>
                  </a:lnTo>
                  <a:lnTo>
                    <a:pt x="1422" y="573"/>
                  </a:lnTo>
                  <a:lnTo>
                    <a:pt x="1442" y="573"/>
                  </a:lnTo>
                  <a:lnTo>
                    <a:pt x="1482" y="593"/>
                  </a:lnTo>
                  <a:lnTo>
                    <a:pt x="1501" y="593"/>
                  </a:lnTo>
                  <a:lnTo>
                    <a:pt x="1482" y="573"/>
                  </a:lnTo>
                  <a:lnTo>
                    <a:pt x="1501" y="573"/>
                  </a:lnTo>
                  <a:lnTo>
                    <a:pt x="1422" y="534"/>
                  </a:lnTo>
                  <a:lnTo>
                    <a:pt x="1383" y="494"/>
                  </a:lnTo>
                  <a:lnTo>
                    <a:pt x="1363" y="494"/>
                  </a:lnTo>
                  <a:lnTo>
                    <a:pt x="1324" y="475"/>
                  </a:lnTo>
                  <a:lnTo>
                    <a:pt x="1343" y="475"/>
                  </a:lnTo>
                  <a:lnTo>
                    <a:pt x="1304" y="415"/>
                  </a:lnTo>
                  <a:lnTo>
                    <a:pt x="1304" y="356"/>
                  </a:lnTo>
                  <a:lnTo>
                    <a:pt x="1324" y="297"/>
                  </a:lnTo>
                  <a:lnTo>
                    <a:pt x="1363" y="257"/>
                  </a:lnTo>
                  <a:lnTo>
                    <a:pt x="1403" y="277"/>
                  </a:lnTo>
                  <a:lnTo>
                    <a:pt x="1383" y="257"/>
                  </a:lnTo>
                  <a:lnTo>
                    <a:pt x="1403" y="257"/>
                  </a:lnTo>
                  <a:lnTo>
                    <a:pt x="1422" y="238"/>
                  </a:lnTo>
                  <a:lnTo>
                    <a:pt x="1422" y="218"/>
                  </a:lnTo>
                  <a:lnTo>
                    <a:pt x="1521" y="218"/>
                  </a:lnTo>
                  <a:lnTo>
                    <a:pt x="1541" y="198"/>
                  </a:lnTo>
                  <a:lnTo>
                    <a:pt x="1521" y="178"/>
                  </a:lnTo>
                  <a:lnTo>
                    <a:pt x="1521" y="178"/>
                  </a:lnTo>
                  <a:lnTo>
                    <a:pt x="1600" y="198"/>
                  </a:lnTo>
                  <a:lnTo>
                    <a:pt x="1659" y="218"/>
                  </a:lnTo>
                  <a:lnTo>
                    <a:pt x="1640" y="178"/>
                  </a:lnTo>
                  <a:lnTo>
                    <a:pt x="1600" y="159"/>
                  </a:lnTo>
                  <a:lnTo>
                    <a:pt x="1580" y="178"/>
                  </a:lnTo>
                  <a:lnTo>
                    <a:pt x="1541" y="139"/>
                  </a:lnTo>
                  <a:lnTo>
                    <a:pt x="1521" y="119"/>
                  </a:lnTo>
                  <a:lnTo>
                    <a:pt x="1383" y="80"/>
                  </a:lnTo>
                  <a:lnTo>
                    <a:pt x="1205" y="20"/>
                  </a:lnTo>
                  <a:lnTo>
                    <a:pt x="1205" y="40"/>
                  </a:lnTo>
                  <a:lnTo>
                    <a:pt x="1146" y="20"/>
                  </a:lnTo>
                  <a:lnTo>
                    <a:pt x="1106" y="1"/>
                  </a:lnTo>
                  <a:close/>
                  <a:moveTo>
                    <a:pt x="1027" y="3102"/>
                  </a:moveTo>
                  <a:lnTo>
                    <a:pt x="1106" y="3121"/>
                  </a:lnTo>
                  <a:lnTo>
                    <a:pt x="1067" y="3102"/>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8" name="Google Shape;7678;p29"/>
            <p:cNvSpPr/>
            <p:nvPr/>
          </p:nvSpPr>
          <p:spPr>
            <a:xfrm>
              <a:off x="-1600525" y="3559325"/>
              <a:ext cx="525" cy="25"/>
            </a:xfrm>
            <a:custGeom>
              <a:rect b="b" l="l" r="r" t="t"/>
              <a:pathLst>
                <a:path extrusionOk="0" h="1" w="21">
                  <a:moveTo>
                    <a:pt x="20" y="0"/>
                  </a:moveTo>
                  <a:lnTo>
                    <a:pt x="20" y="0"/>
                  </a:lnTo>
                  <a:lnTo>
                    <a:pt x="0" y="0"/>
                  </a:lnTo>
                  <a:lnTo>
                    <a:pt x="0" y="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9" name="Google Shape;7679;p29"/>
            <p:cNvSpPr/>
            <p:nvPr/>
          </p:nvSpPr>
          <p:spPr>
            <a:xfrm>
              <a:off x="-1617800" y="3517850"/>
              <a:ext cx="1000" cy="25"/>
            </a:xfrm>
            <a:custGeom>
              <a:rect b="b" l="l" r="r" t="t"/>
              <a:pathLst>
                <a:path extrusionOk="0" h="1" w="40">
                  <a:moveTo>
                    <a:pt x="40" y="0"/>
                  </a:moveTo>
                  <a:lnTo>
                    <a:pt x="40" y="0"/>
                  </a:lnTo>
                  <a:lnTo>
                    <a:pt x="0" y="0"/>
                  </a:lnTo>
                  <a:lnTo>
                    <a:pt x="0" y="0"/>
                  </a:lnTo>
                  <a:lnTo>
                    <a:pt x="40" y="0"/>
                  </a:lnTo>
                  <a:lnTo>
                    <a:pt x="4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0" name="Google Shape;7680;p29"/>
            <p:cNvSpPr/>
            <p:nvPr/>
          </p:nvSpPr>
          <p:spPr>
            <a:xfrm>
              <a:off x="-1614850" y="3556850"/>
              <a:ext cx="525" cy="525"/>
            </a:xfrm>
            <a:custGeom>
              <a:rect b="b" l="l" r="r" t="t"/>
              <a:pathLst>
                <a:path extrusionOk="0" h="21" w="21">
                  <a:moveTo>
                    <a:pt x="1" y="1"/>
                  </a:moveTo>
                  <a:lnTo>
                    <a:pt x="1" y="1"/>
                  </a:lnTo>
                  <a:lnTo>
                    <a:pt x="20" y="20"/>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1" name="Google Shape;7681;p29"/>
            <p:cNvSpPr/>
            <p:nvPr/>
          </p:nvSpPr>
          <p:spPr>
            <a:xfrm>
              <a:off x="-1530900" y="3470425"/>
              <a:ext cx="42000" cy="38550"/>
            </a:xfrm>
            <a:custGeom>
              <a:rect b="b" l="l" r="r" t="t"/>
              <a:pathLst>
                <a:path extrusionOk="0" h="1542" w="1680">
                  <a:moveTo>
                    <a:pt x="218" y="1245"/>
                  </a:moveTo>
                  <a:lnTo>
                    <a:pt x="218" y="1245"/>
                  </a:lnTo>
                  <a:lnTo>
                    <a:pt x="218" y="1245"/>
                  </a:lnTo>
                  <a:close/>
                  <a:moveTo>
                    <a:pt x="1344" y="1265"/>
                  </a:moveTo>
                  <a:lnTo>
                    <a:pt x="1344" y="1285"/>
                  </a:lnTo>
                  <a:lnTo>
                    <a:pt x="1354" y="1265"/>
                  </a:lnTo>
                  <a:close/>
                  <a:moveTo>
                    <a:pt x="310" y="1265"/>
                  </a:moveTo>
                  <a:lnTo>
                    <a:pt x="300" y="1296"/>
                  </a:lnTo>
                  <a:lnTo>
                    <a:pt x="310" y="1265"/>
                  </a:lnTo>
                  <a:close/>
                  <a:moveTo>
                    <a:pt x="1304" y="1314"/>
                  </a:moveTo>
                  <a:lnTo>
                    <a:pt x="1284" y="1344"/>
                  </a:lnTo>
                  <a:lnTo>
                    <a:pt x="1304" y="1324"/>
                  </a:lnTo>
                  <a:lnTo>
                    <a:pt x="1304" y="1314"/>
                  </a:lnTo>
                  <a:close/>
                  <a:moveTo>
                    <a:pt x="1284" y="1344"/>
                  </a:moveTo>
                  <a:lnTo>
                    <a:pt x="1284" y="1344"/>
                  </a:lnTo>
                  <a:lnTo>
                    <a:pt x="1284" y="1344"/>
                  </a:lnTo>
                  <a:close/>
                  <a:moveTo>
                    <a:pt x="1585" y="1348"/>
                  </a:moveTo>
                  <a:lnTo>
                    <a:pt x="1574" y="1364"/>
                  </a:lnTo>
                  <a:lnTo>
                    <a:pt x="1581" y="1364"/>
                  </a:lnTo>
                  <a:lnTo>
                    <a:pt x="1585" y="1348"/>
                  </a:lnTo>
                  <a:close/>
                  <a:moveTo>
                    <a:pt x="376" y="1265"/>
                  </a:moveTo>
                  <a:lnTo>
                    <a:pt x="336" y="1344"/>
                  </a:lnTo>
                  <a:lnTo>
                    <a:pt x="336" y="1364"/>
                  </a:lnTo>
                  <a:lnTo>
                    <a:pt x="336" y="1384"/>
                  </a:lnTo>
                  <a:lnTo>
                    <a:pt x="356" y="1324"/>
                  </a:lnTo>
                  <a:lnTo>
                    <a:pt x="376" y="1265"/>
                  </a:lnTo>
                  <a:close/>
                  <a:moveTo>
                    <a:pt x="1561" y="1344"/>
                  </a:moveTo>
                  <a:lnTo>
                    <a:pt x="1541" y="1364"/>
                  </a:lnTo>
                  <a:lnTo>
                    <a:pt x="1561" y="1384"/>
                  </a:lnTo>
                  <a:lnTo>
                    <a:pt x="1574" y="1364"/>
                  </a:lnTo>
                  <a:lnTo>
                    <a:pt x="1561" y="1364"/>
                  </a:lnTo>
                  <a:lnTo>
                    <a:pt x="1561" y="1344"/>
                  </a:lnTo>
                  <a:close/>
                  <a:moveTo>
                    <a:pt x="1092" y="1377"/>
                  </a:moveTo>
                  <a:lnTo>
                    <a:pt x="1087" y="1384"/>
                  </a:lnTo>
                  <a:lnTo>
                    <a:pt x="1084" y="1398"/>
                  </a:lnTo>
                  <a:lnTo>
                    <a:pt x="1092" y="1377"/>
                  </a:lnTo>
                  <a:close/>
                  <a:moveTo>
                    <a:pt x="1660" y="1384"/>
                  </a:moveTo>
                  <a:lnTo>
                    <a:pt x="1660" y="1423"/>
                  </a:lnTo>
                  <a:lnTo>
                    <a:pt x="1660" y="1443"/>
                  </a:lnTo>
                  <a:lnTo>
                    <a:pt x="1679" y="1423"/>
                  </a:lnTo>
                  <a:lnTo>
                    <a:pt x="1679" y="1403"/>
                  </a:lnTo>
                  <a:lnTo>
                    <a:pt x="1660" y="1384"/>
                  </a:lnTo>
                  <a:close/>
                  <a:moveTo>
                    <a:pt x="1304" y="1344"/>
                  </a:moveTo>
                  <a:lnTo>
                    <a:pt x="1304" y="1364"/>
                  </a:lnTo>
                  <a:lnTo>
                    <a:pt x="1284" y="1364"/>
                  </a:lnTo>
                  <a:lnTo>
                    <a:pt x="1284" y="1344"/>
                  </a:lnTo>
                  <a:lnTo>
                    <a:pt x="1265" y="1384"/>
                  </a:lnTo>
                  <a:lnTo>
                    <a:pt x="1265" y="1463"/>
                  </a:lnTo>
                  <a:lnTo>
                    <a:pt x="1284" y="1463"/>
                  </a:lnTo>
                  <a:lnTo>
                    <a:pt x="1284" y="1443"/>
                  </a:lnTo>
                  <a:lnTo>
                    <a:pt x="1304" y="1423"/>
                  </a:lnTo>
                  <a:lnTo>
                    <a:pt x="1304" y="1443"/>
                  </a:lnTo>
                  <a:lnTo>
                    <a:pt x="1324" y="1344"/>
                  </a:lnTo>
                  <a:close/>
                  <a:moveTo>
                    <a:pt x="1084" y="1398"/>
                  </a:moveTo>
                  <a:lnTo>
                    <a:pt x="1067" y="1443"/>
                  </a:lnTo>
                  <a:lnTo>
                    <a:pt x="1067" y="1463"/>
                  </a:lnTo>
                  <a:lnTo>
                    <a:pt x="1067" y="1482"/>
                  </a:lnTo>
                  <a:lnTo>
                    <a:pt x="1084" y="1398"/>
                  </a:lnTo>
                  <a:close/>
                  <a:moveTo>
                    <a:pt x="119" y="1"/>
                  </a:moveTo>
                  <a:lnTo>
                    <a:pt x="99" y="40"/>
                  </a:lnTo>
                  <a:lnTo>
                    <a:pt x="99" y="80"/>
                  </a:lnTo>
                  <a:lnTo>
                    <a:pt x="80" y="119"/>
                  </a:lnTo>
                  <a:lnTo>
                    <a:pt x="60" y="139"/>
                  </a:lnTo>
                  <a:lnTo>
                    <a:pt x="40" y="297"/>
                  </a:lnTo>
                  <a:lnTo>
                    <a:pt x="20" y="475"/>
                  </a:lnTo>
                  <a:lnTo>
                    <a:pt x="20" y="534"/>
                  </a:lnTo>
                  <a:lnTo>
                    <a:pt x="1" y="594"/>
                  </a:lnTo>
                  <a:lnTo>
                    <a:pt x="20" y="613"/>
                  </a:lnTo>
                  <a:lnTo>
                    <a:pt x="20" y="574"/>
                  </a:lnTo>
                  <a:lnTo>
                    <a:pt x="40" y="594"/>
                  </a:lnTo>
                  <a:lnTo>
                    <a:pt x="40" y="633"/>
                  </a:lnTo>
                  <a:lnTo>
                    <a:pt x="60" y="594"/>
                  </a:lnTo>
                  <a:lnTo>
                    <a:pt x="40" y="653"/>
                  </a:lnTo>
                  <a:lnTo>
                    <a:pt x="20" y="732"/>
                  </a:lnTo>
                  <a:lnTo>
                    <a:pt x="40" y="752"/>
                  </a:lnTo>
                  <a:lnTo>
                    <a:pt x="40" y="732"/>
                  </a:lnTo>
                  <a:lnTo>
                    <a:pt x="60" y="712"/>
                  </a:lnTo>
                  <a:lnTo>
                    <a:pt x="60" y="752"/>
                  </a:lnTo>
                  <a:lnTo>
                    <a:pt x="60" y="791"/>
                  </a:lnTo>
                  <a:lnTo>
                    <a:pt x="60" y="811"/>
                  </a:lnTo>
                  <a:lnTo>
                    <a:pt x="60" y="850"/>
                  </a:lnTo>
                  <a:lnTo>
                    <a:pt x="80" y="771"/>
                  </a:lnTo>
                  <a:lnTo>
                    <a:pt x="80" y="791"/>
                  </a:lnTo>
                  <a:lnTo>
                    <a:pt x="99" y="712"/>
                  </a:lnTo>
                  <a:lnTo>
                    <a:pt x="119" y="732"/>
                  </a:lnTo>
                  <a:lnTo>
                    <a:pt x="119" y="771"/>
                  </a:lnTo>
                  <a:lnTo>
                    <a:pt x="80" y="831"/>
                  </a:lnTo>
                  <a:lnTo>
                    <a:pt x="80" y="870"/>
                  </a:lnTo>
                  <a:lnTo>
                    <a:pt x="99" y="870"/>
                  </a:lnTo>
                  <a:lnTo>
                    <a:pt x="99" y="890"/>
                  </a:lnTo>
                  <a:lnTo>
                    <a:pt x="80" y="910"/>
                  </a:lnTo>
                  <a:lnTo>
                    <a:pt x="80" y="989"/>
                  </a:lnTo>
                  <a:lnTo>
                    <a:pt x="99" y="969"/>
                  </a:lnTo>
                  <a:lnTo>
                    <a:pt x="119" y="929"/>
                  </a:lnTo>
                  <a:lnTo>
                    <a:pt x="139" y="929"/>
                  </a:lnTo>
                  <a:lnTo>
                    <a:pt x="119" y="969"/>
                  </a:lnTo>
                  <a:lnTo>
                    <a:pt x="139" y="949"/>
                  </a:lnTo>
                  <a:lnTo>
                    <a:pt x="139" y="969"/>
                  </a:lnTo>
                  <a:lnTo>
                    <a:pt x="139" y="1028"/>
                  </a:lnTo>
                  <a:lnTo>
                    <a:pt x="139" y="1048"/>
                  </a:lnTo>
                  <a:lnTo>
                    <a:pt x="159" y="1048"/>
                  </a:lnTo>
                  <a:lnTo>
                    <a:pt x="178" y="1008"/>
                  </a:lnTo>
                  <a:lnTo>
                    <a:pt x="178" y="1068"/>
                  </a:lnTo>
                  <a:lnTo>
                    <a:pt x="198" y="949"/>
                  </a:lnTo>
                  <a:lnTo>
                    <a:pt x="218" y="910"/>
                  </a:lnTo>
                  <a:lnTo>
                    <a:pt x="238" y="870"/>
                  </a:lnTo>
                  <a:lnTo>
                    <a:pt x="238" y="929"/>
                  </a:lnTo>
                  <a:lnTo>
                    <a:pt x="218" y="989"/>
                  </a:lnTo>
                  <a:lnTo>
                    <a:pt x="198" y="1107"/>
                  </a:lnTo>
                  <a:lnTo>
                    <a:pt x="218" y="1107"/>
                  </a:lnTo>
                  <a:lnTo>
                    <a:pt x="218" y="1147"/>
                  </a:lnTo>
                  <a:lnTo>
                    <a:pt x="198" y="1186"/>
                  </a:lnTo>
                  <a:lnTo>
                    <a:pt x="218" y="1226"/>
                  </a:lnTo>
                  <a:lnTo>
                    <a:pt x="218" y="1245"/>
                  </a:lnTo>
                  <a:lnTo>
                    <a:pt x="238" y="1186"/>
                  </a:lnTo>
                  <a:lnTo>
                    <a:pt x="238" y="1206"/>
                  </a:lnTo>
                  <a:lnTo>
                    <a:pt x="238" y="1265"/>
                  </a:lnTo>
                  <a:lnTo>
                    <a:pt x="257" y="1245"/>
                  </a:lnTo>
                  <a:lnTo>
                    <a:pt x="257" y="1265"/>
                  </a:lnTo>
                  <a:lnTo>
                    <a:pt x="277" y="1245"/>
                  </a:lnTo>
                  <a:lnTo>
                    <a:pt x="297" y="1206"/>
                  </a:lnTo>
                  <a:lnTo>
                    <a:pt x="317" y="1245"/>
                  </a:lnTo>
                  <a:lnTo>
                    <a:pt x="310" y="1265"/>
                  </a:lnTo>
                  <a:lnTo>
                    <a:pt x="356" y="1127"/>
                  </a:lnTo>
                  <a:lnTo>
                    <a:pt x="356" y="1186"/>
                  </a:lnTo>
                  <a:lnTo>
                    <a:pt x="336" y="1285"/>
                  </a:lnTo>
                  <a:lnTo>
                    <a:pt x="336" y="1265"/>
                  </a:lnTo>
                  <a:lnTo>
                    <a:pt x="317" y="1305"/>
                  </a:lnTo>
                  <a:lnTo>
                    <a:pt x="317" y="1324"/>
                  </a:lnTo>
                  <a:lnTo>
                    <a:pt x="336" y="1305"/>
                  </a:lnTo>
                  <a:lnTo>
                    <a:pt x="356" y="1265"/>
                  </a:lnTo>
                  <a:lnTo>
                    <a:pt x="376" y="1226"/>
                  </a:lnTo>
                  <a:lnTo>
                    <a:pt x="396" y="1186"/>
                  </a:lnTo>
                  <a:lnTo>
                    <a:pt x="435" y="1087"/>
                  </a:lnTo>
                  <a:lnTo>
                    <a:pt x="435" y="1147"/>
                  </a:lnTo>
                  <a:lnTo>
                    <a:pt x="415" y="1265"/>
                  </a:lnTo>
                  <a:lnTo>
                    <a:pt x="415" y="1344"/>
                  </a:lnTo>
                  <a:lnTo>
                    <a:pt x="435" y="1285"/>
                  </a:lnTo>
                  <a:lnTo>
                    <a:pt x="455" y="1226"/>
                  </a:lnTo>
                  <a:lnTo>
                    <a:pt x="455" y="1305"/>
                  </a:lnTo>
                  <a:lnTo>
                    <a:pt x="475" y="1324"/>
                  </a:lnTo>
                  <a:lnTo>
                    <a:pt x="475" y="1364"/>
                  </a:lnTo>
                  <a:lnTo>
                    <a:pt x="494" y="1384"/>
                  </a:lnTo>
                  <a:lnTo>
                    <a:pt x="514" y="1384"/>
                  </a:lnTo>
                  <a:lnTo>
                    <a:pt x="514" y="1285"/>
                  </a:lnTo>
                  <a:lnTo>
                    <a:pt x="494" y="1364"/>
                  </a:lnTo>
                  <a:lnTo>
                    <a:pt x="514" y="1245"/>
                  </a:lnTo>
                  <a:lnTo>
                    <a:pt x="554" y="1147"/>
                  </a:lnTo>
                  <a:lnTo>
                    <a:pt x="554" y="1166"/>
                  </a:lnTo>
                  <a:lnTo>
                    <a:pt x="554" y="1206"/>
                  </a:lnTo>
                  <a:lnTo>
                    <a:pt x="573" y="1166"/>
                  </a:lnTo>
                  <a:lnTo>
                    <a:pt x="573" y="1127"/>
                  </a:lnTo>
                  <a:lnTo>
                    <a:pt x="593" y="1107"/>
                  </a:lnTo>
                  <a:lnTo>
                    <a:pt x="593" y="1147"/>
                  </a:lnTo>
                  <a:lnTo>
                    <a:pt x="573" y="1206"/>
                  </a:lnTo>
                  <a:lnTo>
                    <a:pt x="593" y="1186"/>
                  </a:lnTo>
                  <a:lnTo>
                    <a:pt x="573" y="1265"/>
                  </a:lnTo>
                  <a:lnTo>
                    <a:pt x="573" y="1305"/>
                  </a:lnTo>
                  <a:lnTo>
                    <a:pt x="554" y="1364"/>
                  </a:lnTo>
                  <a:lnTo>
                    <a:pt x="573" y="1344"/>
                  </a:lnTo>
                  <a:lnTo>
                    <a:pt x="573" y="1344"/>
                  </a:lnTo>
                  <a:lnTo>
                    <a:pt x="554" y="1423"/>
                  </a:lnTo>
                  <a:lnTo>
                    <a:pt x="554" y="1443"/>
                  </a:lnTo>
                  <a:lnTo>
                    <a:pt x="573" y="1423"/>
                  </a:lnTo>
                  <a:lnTo>
                    <a:pt x="573" y="1443"/>
                  </a:lnTo>
                  <a:lnTo>
                    <a:pt x="593" y="1384"/>
                  </a:lnTo>
                  <a:lnTo>
                    <a:pt x="613" y="1443"/>
                  </a:lnTo>
                  <a:lnTo>
                    <a:pt x="633" y="1463"/>
                  </a:lnTo>
                  <a:lnTo>
                    <a:pt x="633" y="1403"/>
                  </a:lnTo>
                  <a:lnTo>
                    <a:pt x="652" y="1384"/>
                  </a:lnTo>
                  <a:lnTo>
                    <a:pt x="652" y="1403"/>
                  </a:lnTo>
                  <a:lnTo>
                    <a:pt x="652" y="1443"/>
                  </a:lnTo>
                  <a:lnTo>
                    <a:pt x="652" y="1463"/>
                  </a:lnTo>
                  <a:lnTo>
                    <a:pt x="692" y="1423"/>
                  </a:lnTo>
                  <a:lnTo>
                    <a:pt x="712" y="1324"/>
                  </a:lnTo>
                  <a:lnTo>
                    <a:pt x="712" y="1344"/>
                  </a:lnTo>
                  <a:lnTo>
                    <a:pt x="712" y="1384"/>
                  </a:lnTo>
                  <a:lnTo>
                    <a:pt x="751" y="1305"/>
                  </a:lnTo>
                  <a:lnTo>
                    <a:pt x="731" y="1364"/>
                  </a:lnTo>
                  <a:lnTo>
                    <a:pt x="731" y="1403"/>
                  </a:lnTo>
                  <a:lnTo>
                    <a:pt x="751" y="1403"/>
                  </a:lnTo>
                  <a:lnTo>
                    <a:pt x="751" y="1423"/>
                  </a:lnTo>
                  <a:lnTo>
                    <a:pt x="830" y="1226"/>
                  </a:lnTo>
                  <a:lnTo>
                    <a:pt x="870" y="1127"/>
                  </a:lnTo>
                  <a:lnTo>
                    <a:pt x="889" y="1008"/>
                  </a:lnTo>
                  <a:lnTo>
                    <a:pt x="889" y="1068"/>
                  </a:lnTo>
                  <a:lnTo>
                    <a:pt x="909" y="1107"/>
                  </a:lnTo>
                  <a:lnTo>
                    <a:pt x="889" y="1186"/>
                  </a:lnTo>
                  <a:lnTo>
                    <a:pt x="889" y="1206"/>
                  </a:lnTo>
                  <a:lnTo>
                    <a:pt x="870" y="1245"/>
                  </a:lnTo>
                  <a:lnTo>
                    <a:pt x="870" y="1324"/>
                  </a:lnTo>
                  <a:lnTo>
                    <a:pt x="850" y="1384"/>
                  </a:lnTo>
                  <a:lnTo>
                    <a:pt x="850" y="1324"/>
                  </a:lnTo>
                  <a:lnTo>
                    <a:pt x="830" y="1364"/>
                  </a:lnTo>
                  <a:lnTo>
                    <a:pt x="830" y="1403"/>
                  </a:lnTo>
                  <a:lnTo>
                    <a:pt x="810" y="1502"/>
                  </a:lnTo>
                  <a:lnTo>
                    <a:pt x="830" y="1482"/>
                  </a:lnTo>
                  <a:lnTo>
                    <a:pt x="830" y="1463"/>
                  </a:lnTo>
                  <a:lnTo>
                    <a:pt x="850" y="1502"/>
                  </a:lnTo>
                  <a:lnTo>
                    <a:pt x="850" y="1482"/>
                  </a:lnTo>
                  <a:lnTo>
                    <a:pt x="870" y="1463"/>
                  </a:lnTo>
                  <a:lnTo>
                    <a:pt x="870" y="1482"/>
                  </a:lnTo>
                  <a:lnTo>
                    <a:pt x="889" y="1403"/>
                  </a:lnTo>
                  <a:lnTo>
                    <a:pt x="909" y="1403"/>
                  </a:lnTo>
                  <a:lnTo>
                    <a:pt x="909" y="1423"/>
                  </a:lnTo>
                  <a:lnTo>
                    <a:pt x="889" y="1482"/>
                  </a:lnTo>
                  <a:lnTo>
                    <a:pt x="909" y="1443"/>
                  </a:lnTo>
                  <a:lnTo>
                    <a:pt x="929" y="1443"/>
                  </a:lnTo>
                  <a:lnTo>
                    <a:pt x="949" y="1364"/>
                  </a:lnTo>
                  <a:lnTo>
                    <a:pt x="968" y="1265"/>
                  </a:lnTo>
                  <a:lnTo>
                    <a:pt x="988" y="1245"/>
                  </a:lnTo>
                  <a:lnTo>
                    <a:pt x="1008" y="1245"/>
                  </a:lnTo>
                  <a:lnTo>
                    <a:pt x="988" y="1285"/>
                  </a:lnTo>
                  <a:lnTo>
                    <a:pt x="968" y="1305"/>
                  </a:lnTo>
                  <a:lnTo>
                    <a:pt x="1008" y="1285"/>
                  </a:lnTo>
                  <a:lnTo>
                    <a:pt x="1008" y="1324"/>
                  </a:lnTo>
                  <a:lnTo>
                    <a:pt x="988" y="1344"/>
                  </a:lnTo>
                  <a:lnTo>
                    <a:pt x="988" y="1364"/>
                  </a:lnTo>
                  <a:lnTo>
                    <a:pt x="1008" y="1364"/>
                  </a:lnTo>
                  <a:lnTo>
                    <a:pt x="1028" y="1285"/>
                  </a:lnTo>
                  <a:lnTo>
                    <a:pt x="1047" y="1305"/>
                  </a:lnTo>
                  <a:lnTo>
                    <a:pt x="1047" y="1324"/>
                  </a:lnTo>
                  <a:lnTo>
                    <a:pt x="1047" y="1403"/>
                  </a:lnTo>
                  <a:lnTo>
                    <a:pt x="1047" y="1463"/>
                  </a:lnTo>
                  <a:lnTo>
                    <a:pt x="1067" y="1384"/>
                  </a:lnTo>
                  <a:lnTo>
                    <a:pt x="1107" y="1305"/>
                  </a:lnTo>
                  <a:lnTo>
                    <a:pt x="1087" y="1324"/>
                  </a:lnTo>
                  <a:lnTo>
                    <a:pt x="1087" y="1305"/>
                  </a:lnTo>
                  <a:lnTo>
                    <a:pt x="1087" y="1265"/>
                  </a:lnTo>
                  <a:lnTo>
                    <a:pt x="1107" y="1226"/>
                  </a:lnTo>
                  <a:lnTo>
                    <a:pt x="1126" y="1186"/>
                  </a:lnTo>
                  <a:lnTo>
                    <a:pt x="1126" y="1206"/>
                  </a:lnTo>
                  <a:lnTo>
                    <a:pt x="1126" y="1226"/>
                  </a:lnTo>
                  <a:lnTo>
                    <a:pt x="1126" y="1285"/>
                  </a:lnTo>
                  <a:lnTo>
                    <a:pt x="1092" y="1377"/>
                  </a:lnTo>
                  <a:lnTo>
                    <a:pt x="1146" y="1305"/>
                  </a:lnTo>
                  <a:lnTo>
                    <a:pt x="1186" y="1245"/>
                  </a:lnTo>
                  <a:lnTo>
                    <a:pt x="1166" y="1305"/>
                  </a:lnTo>
                  <a:lnTo>
                    <a:pt x="1146" y="1364"/>
                  </a:lnTo>
                  <a:lnTo>
                    <a:pt x="1126" y="1403"/>
                  </a:lnTo>
                  <a:lnTo>
                    <a:pt x="1107" y="1482"/>
                  </a:lnTo>
                  <a:lnTo>
                    <a:pt x="1126" y="1443"/>
                  </a:lnTo>
                  <a:lnTo>
                    <a:pt x="1146" y="1423"/>
                  </a:lnTo>
                  <a:lnTo>
                    <a:pt x="1146" y="1463"/>
                  </a:lnTo>
                  <a:lnTo>
                    <a:pt x="1186" y="1443"/>
                  </a:lnTo>
                  <a:lnTo>
                    <a:pt x="1186" y="1403"/>
                  </a:lnTo>
                  <a:lnTo>
                    <a:pt x="1186" y="1384"/>
                  </a:lnTo>
                  <a:lnTo>
                    <a:pt x="1205" y="1403"/>
                  </a:lnTo>
                  <a:lnTo>
                    <a:pt x="1225" y="1384"/>
                  </a:lnTo>
                  <a:lnTo>
                    <a:pt x="1245" y="1403"/>
                  </a:lnTo>
                  <a:lnTo>
                    <a:pt x="1245" y="1384"/>
                  </a:lnTo>
                  <a:lnTo>
                    <a:pt x="1265" y="1364"/>
                  </a:lnTo>
                  <a:lnTo>
                    <a:pt x="1245" y="1364"/>
                  </a:lnTo>
                  <a:lnTo>
                    <a:pt x="1245" y="1344"/>
                  </a:lnTo>
                  <a:lnTo>
                    <a:pt x="1245" y="1285"/>
                  </a:lnTo>
                  <a:lnTo>
                    <a:pt x="1284" y="1245"/>
                  </a:lnTo>
                  <a:lnTo>
                    <a:pt x="1304" y="1226"/>
                  </a:lnTo>
                  <a:lnTo>
                    <a:pt x="1304" y="1206"/>
                  </a:lnTo>
                  <a:lnTo>
                    <a:pt x="1324" y="1186"/>
                  </a:lnTo>
                  <a:lnTo>
                    <a:pt x="1344" y="1186"/>
                  </a:lnTo>
                  <a:lnTo>
                    <a:pt x="1344" y="1226"/>
                  </a:lnTo>
                  <a:lnTo>
                    <a:pt x="1324" y="1245"/>
                  </a:lnTo>
                  <a:lnTo>
                    <a:pt x="1304" y="1305"/>
                  </a:lnTo>
                  <a:lnTo>
                    <a:pt x="1304" y="1314"/>
                  </a:lnTo>
                  <a:lnTo>
                    <a:pt x="1324" y="1285"/>
                  </a:lnTo>
                  <a:lnTo>
                    <a:pt x="1344" y="1245"/>
                  </a:lnTo>
                  <a:lnTo>
                    <a:pt x="1363" y="1245"/>
                  </a:lnTo>
                  <a:lnTo>
                    <a:pt x="1354" y="1265"/>
                  </a:lnTo>
                  <a:lnTo>
                    <a:pt x="1363" y="1265"/>
                  </a:lnTo>
                  <a:lnTo>
                    <a:pt x="1344" y="1305"/>
                  </a:lnTo>
                  <a:lnTo>
                    <a:pt x="1324" y="1384"/>
                  </a:lnTo>
                  <a:lnTo>
                    <a:pt x="1363" y="1305"/>
                  </a:lnTo>
                  <a:lnTo>
                    <a:pt x="1344" y="1364"/>
                  </a:lnTo>
                  <a:lnTo>
                    <a:pt x="1363" y="1324"/>
                  </a:lnTo>
                  <a:lnTo>
                    <a:pt x="1383" y="1305"/>
                  </a:lnTo>
                  <a:lnTo>
                    <a:pt x="1383" y="1305"/>
                  </a:lnTo>
                  <a:lnTo>
                    <a:pt x="1363" y="1344"/>
                  </a:lnTo>
                  <a:lnTo>
                    <a:pt x="1383" y="1344"/>
                  </a:lnTo>
                  <a:lnTo>
                    <a:pt x="1403" y="1285"/>
                  </a:lnTo>
                  <a:lnTo>
                    <a:pt x="1403" y="1226"/>
                  </a:lnTo>
                  <a:lnTo>
                    <a:pt x="1423" y="1166"/>
                  </a:lnTo>
                  <a:lnTo>
                    <a:pt x="1462" y="1166"/>
                  </a:lnTo>
                  <a:lnTo>
                    <a:pt x="1462" y="1226"/>
                  </a:lnTo>
                  <a:lnTo>
                    <a:pt x="1482" y="1166"/>
                  </a:lnTo>
                  <a:lnTo>
                    <a:pt x="1482" y="1206"/>
                  </a:lnTo>
                  <a:lnTo>
                    <a:pt x="1482" y="1245"/>
                  </a:lnTo>
                  <a:lnTo>
                    <a:pt x="1462" y="1245"/>
                  </a:lnTo>
                  <a:lnTo>
                    <a:pt x="1462" y="1265"/>
                  </a:lnTo>
                  <a:lnTo>
                    <a:pt x="1442" y="1324"/>
                  </a:lnTo>
                  <a:lnTo>
                    <a:pt x="1442" y="1364"/>
                  </a:lnTo>
                  <a:lnTo>
                    <a:pt x="1462" y="1285"/>
                  </a:lnTo>
                  <a:lnTo>
                    <a:pt x="1462" y="1305"/>
                  </a:lnTo>
                  <a:lnTo>
                    <a:pt x="1462" y="1364"/>
                  </a:lnTo>
                  <a:lnTo>
                    <a:pt x="1475" y="1338"/>
                  </a:lnTo>
                  <a:lnTo>
                    <a:pt x="1475" y="1338"/>
                  </a:lnTo>
                  <a:lnTo>
                    <a:pt x="1462" y="1403"/>
                  </a:lnTo>
                  <a:lnTo>
                    <a:pt x="1482" y="1423"/>
                  </a:lnTo>
                  <a:lnTo>
                    <a:pt x="1482" y="1384"/>
                  </a:lnTo>
                  <a:lnTo>
                    <a:pt x="1482" y="1344"/>
                  </a:lnTo>
                  <a:lnTo>
                    <a:pt x="1502" y="1344"/>
                  </a:lnTo>
                  <a:lnTo>
                    <a:pt x="1502" y="1364"/>
                  </a:lnTo>
                  <a:lnTo>
                    <a:pt x="1521" y="1364"/>
                  </a:lnTo>
                  <a:lnTo>
                    <a:pt x="1521" y="1384"/>
                  </a:lnTo>
                  <a:lnTo>
                    <a:pt x="1541" y="1324"/>
                  </a:lnTo>
                  <a:lnTo>
                    <a:pt x="1521" y="1324"/>
                  </a:lnTo>
                  <a:lnTo>
                    <a:pt x="1521" y="1305"/>
                  </a:lnTo>
                  <a:lnTo>
                    <a:pt x="1541" y="1285"/>
                  </a:lnTo>
                  <a:lnTo>
                    <a:pt x="1561" y="1265"/>
                  </a:lnTo>
                  <a:lnTo>
                    <a:pt x="1581" y="1265"/>
                  </a:lnTo>
                  <a:lnTo>
                    <a:pt x="1600" y="1226"/>
                  </a:lnTo>
                  <a:lnTo>
                    <a:pt x="1600" y="1285"/>
                  </a:lnTo>
                  <a:lnTo>
                    <a:pt x="1585" y="1348"/>
                  </a:lnTo>
                  <a:lnTo>
                    <a:pt x="1600" y="1324"/>
                  </a:lnTo>
                  <a:lnTo>
                    <a:pt x="1620" y="1364"/>
                  </a:lnTo>
                  <a:lnTo>
                    <a:pt x="1600" y="1423"/>
                  </a:lnTo>
                  <a:lnTo>
                    <a:pt x="1600" y="1463"/>
                  </a:lnTo>
                  <a:lnTo>
                    <a:pt x="1600" y="1482"/>
                  </a:lnTo>
                  <a:lnTo>
                    <a:pt x="1620" y="1463"/>
                  </a:lnTo>
                  <a:lnTo>
                    <a:pt x="1620" y="1384"/>
                  </a:lnTo>
                  <a:lnTo>
                    <a:pt x="1640" y="1384"/>
                  </a:lnTo>
                  <a:lnTo>
                    <a:pt x="1660" y="1344"/>
                  </a:lnTo>
                  <a:lnTo>
                    <a:pt x="1423" y="732"/>
                  </a:lnTo>
                  <a:lnTo>
                    <a:pt x="1126" y="60"/>
                  </a:lnTo>
                  <a:lnTo>
                    <a:pt x="1087" y="119"/>
                  </a:lnTo>
                  <a:lnTo>
                    <a:pt x="1087" y="139"/>
                  </a:lnTo>
                  <a:lnTo>
                    <a:pt x="1087" y="198"/>
                  </a:lnTo>
                  <a:lnTo>
                    <a:pt x="1067" y="218"/>
                  </a:lnTo>
                  <a:lnTo>
                    <a:pt x="1047" y="238"/>
                  </a:lnTo>
                  <a:lnTo>
                    <a:pt x="1047" y="198"/>
                  </a:lnTo>
                  <a:lnTo>
                    <a:pt x="1067" y="159"/>
                  </a:lnTo>
                  <a:lnTo>
                    <a:pt x="1067" y="100"/>
                  </a:lnTo>
                  <a:lnTo>
                    <a:pt x="1047" y="100"/>
                  </a:lnTo>
                  <a:lnTo>
                    <a:pt x="1047" y="60"/>
                  </a:lnTo>
                  <a:lnTo>
                    <a:pt x="1028" y="80"/>
                  </a:lnTo>
                  <a:lnTo>
                    <a:pt x="1008" y="119"/>
                  </a:lnTo>
                  <a:lnTo>
                    <a:pt x="1008" y="80"/>
                  </a:lnTo>
                  <a:lnTo>
                    <a:pt x="1028" y="40"/>
                  </a:lnTo>
                  <a:lnTo>
                    <a:pt x="1008" y="40"/>
                  </a:lnTo>
                  <a:lnTo>
                    <a:pt x="988" y="80"/>
                  </a:lnTo>
                  <a:lnTo>
                    <a:pt x="988" y="80"/>
                  </a:lnTo>
                  <a:lnTo>
                    <a:pt x="968" y="159"/>
                  </a:lnTo>
                  <a:lnTo>
                    <a:pt x="968" y="139"/>
                  </a:lnTo>
                  <a:lnTo>
                    <a:pt x="949" y="159"/>
                  </a:lnTo>
                  <a:lnTo>
                    <a:pt x="988" y="80"/>
                  </a:lnTo>
                  <a:lnTo>
                    <a:pt x="929" y="179"/>
                  </a:lnTo>
                  <a:lnTo>
                    <a:pt x="929" y="159"/>
                  </a:lnTo>
                  <a:lnTo>
                    <a:pt x="889" y="218"/>
                  </a:lnTo>
                  <a:lnTo>
                    <a:pt x="870" y="258"/>
                  </a:lnTo>
                  <a:lnTo>
                    <a:pt x="870" y="218"/>
                  </a:lnTo>
                  <a:lnTo>
                    <a:pt x="870" y="198"/>
                  </a:lnTo>
                  <a:lnTo>
                    <a:pt x="850" y="218"/>
                  </a:lnTo>
                  <a:lnTo>
                    <a:pt x="870" y="119"/>
                  </a:lnTo>
                  <a:lnTo>
                    <a:pt x="889" y="119"/>
                  </a:lnTo>
                  <a:lnTo>
                    <a:pt x="889" y="80"/>
                  </a:lnTo>
                  <a:lnTo>
                    <a:pt x="889" y="40"/>
                  </a:lnTo>
                  <a:lnTo>
                    <a:pt x="850" y="40"/>
                  </a:lnTo>
                  <a:lnTo>
                    <a:pt x="810" y="60"/>
                  </a:lnTo>
                  <a:lnTo>
                    <a:pt x="791" y="40"/>
                  </a:lnTo>
                  <a:lnTo>
                    <a:pt x="771" y="60"/>
                  </a:lnTo>
                  <a:lnTo>
                    <a:pt x="751" y="1"/>
                  </a:lnTo>
                  <a:lnTo>
                    <a:pt x="692" y="1"/>
                  </a:lnTo>
                  <a:lnTo>
                    <a:pt x="672" y="21"/>
                  </a:lnTo>
                  <a:lnTo>
                    <a:pt x="652" y="40"/>
                  </a:lnTo>
                  <a:lnTo>
                    <a:pt x="652" y="1"/>
                  </a:lnTo>
                  <a:lnTo>
                    <a:pt x="613" y="80"/>
                  </a:lnTo>
                  <a:lnTo>
                    <a:pt x="573" y="119"/>
                  </a:lnTo>
                  <a:lnTo>
                    <a:pt x="534" y="159"/>
                  </a:lnTo>
                  <a:lnTo>
                    <a:pt x="494" y="258"/>
                  </a:lnTo>
                  <a:lnTo>
                    <a:pt x="494" y="198"/>
                  </a:lnTo>
                  <a:lnTo>
                    <a:pt x="514" y="139"/>
                  </a:lnTo>
                  <a:lnTo>
                    <a:pt x="494" y="179"/>
                  </a:lnTo>
                  <a:lnTo>
                    <a:pt x="475" y="198"/>
                  </a:lnTo>
                  <a:lnTo>
                    <a:pt x="475" y="159"/>
                  </a:lnTo>
                  <a:lnTo>
                    <a:pt x="494" y="119"/>
                  </a:lnTo>
                  <a:lnTo>
                    <a:pt x="494" y="100"/>
                  </a:lnTo>
                  <a:lnTo>
                    <a:pt x="475" y="119"/>
                  </a:lnTo>
                  <a:lnTo>
                    <a:pt x="475" y="100"/>
                  </a:lnTo>
                  <a:lnTo>
                    <a:pt x="455" y="179"/>
                  </a:lnTo>
                  <a:lnTo>
                    <a:pt x="415" y="238"/>
                  </a:lnTo>
                  <a:lnTo>
                    <a:pt x="415" y="277"/>
                  </a:lnTo>
                  <a:lnTo>
                    <a:pt x="356" y="317"/>
                  </a:lnTo>
                  <a:lnTo>
                    <a:pt x="297" y="337"/>
                  </a:lnTo>
                  <a:lnTo>
                    <a:pt x="238" y="317"/>
                  </a:lnTo>
                  <a:lnTo>
                    <a:pt x="198" y="277"/>
                  </a:lnTo>
                  <a:lnTo>
                    <a:pt x="218" y="238"/>
                  </a:lnTo>
                  <a:lnTo>
                    <a:pt x="198" y="258"/>
                  </a:lnTo>
                  <a:lnTo>
                    <a:pt x="178" y="238"/>
                  </a:lnTo>
                  <a:lnTo>
                    <a:pt x="198" y="238"/>
                  </a:lnTo>
                  <a:lnTo>
                    <a:pt x="178" y="198"/>
                  </a:lnTo>
                  <a:lnTo>
                    <a:pt x="178" y="218"/>
                  </a:lnTo>
                  <a:lnTo>
                    <a:pt x="159" y="238"/>
                  </a:lnTo>
                  <a:lnTo>
                    <a:pt x="159" y="198"/>
                  </a:lnTo>
                  <a:lnTo>
                    <a:pt x="159" y="179"/>
                  </a:lnTo>
                  <a:lnTo>
                    <a:pt x="139" y="139"/>
                  </a:lnTo>
                  <a:lnTo>
                    <a:pt x="139" y="119"/>
                  </a:lnTo>
                  <a:lnTo>
                    <a:pt x="119" y="139"/>
                  </a:lnTo>
                  <a:lnTo>
                    <a:pt x="119" y="80"/>
                  </a:lnTo>
                  <a:lnTo>
                    <a:pt x="119" y="1"/>
                  </a:lnTo>
                  <a:close/>
                  <a:moveTo>
                    <a:pt x="1047" y="1324"/>
                  </a:moveTo>
                  <a:lnTo>
                    <a:pt x="1008" y="1403"/>
                  </a:lnTo>
                  <a:lnTo>
                    <a:pt x="988" y="1482"/>
                  </a:lnTo>
                  <a:lnTo>
                    <a:pt x="988" y="1463"/>
                  </a:lnTo>
                  <a:lnTo>
                    <a:pt x="988" y="1443"/>
                  </a:lnTo>
                  <a:lnTo>
                    <a:pt x="968" y="1443"/>
                  </a:lnTo>
                  <a:lnTo>
                    <a:pt x="968" y="1423"/>
                  </a:lnTo>
                  <a:lnTo>
                    <a:pt x="949" y="1423"/>
                  </a:lnTo>
                  <a:lnTo>
                    <a:pt x="929" y="1463"/>
                  </a:lnTo>
                  <a:lnTo>
                    <a:pt x="929" y="1502"/>
                  </a:lnTo>
                  <a:lnTo>
                    <a:pt x="968" y="1502"/>
                  </a:lnTo>
                  <a:lnTo>
                    <a:pt x="968" y="1542"/>
                  </a:lnTo>
                  <a:lnTo>
                    <a:pt x="1028" y="1443"/>
                  </a:lnTo>
                  <a:lnTo>
                    <a:pt x="1028" y="1384"/>
                  </a:lnTo>
                  <a:lnTo>
                    <a:pt x="1047" y="1324"/>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2" name="Google Shape;7682;p29"/>
            <p:cNvSpPr/>
            <p:nvPr/>
          </p:nvSpPr>
          <p:spPr>
            <a:xfrm>
              <a:off x="-1500775" y="350550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3" name="Google Shape;7683;p29"/>
            <p:cNvSpPr/>
            <p:nvPr/>
          </p:nvSpPr>
          <p:spPr>
            <a:xfrm>
              <a:off x="-1570900" y="3408225"/>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4" name="Google Shape;7684;p29"/>
            <p:cNvSpPr/>
            <p:nvPr/>
          </p:nvSpPr>
          <p:spPr>
            <a:xfrm>
              <a:off x="-1572875" y="3408225"/>
              <a:ext cx="525" cy="500"/>
            </a:xfrm>
            <a:custGeom>
              <a:rect b="b" l="l" r="r" t="t"/>
              <a:pathLst>
                <a:path extrusionOk="0" h="20" w="21">
                  <a:moveTo>
                    <a:pt x="1" y="20"/>
                  </a:moveTo>
                  <a:lnTo>
                    <a:pt x="1" y="20"/>
                  </a:lnTo>
                  <a:lnTo>
                    <a:pt x="1" y="20"/>
                  </a:lnTo>
                  <a:lnTo>
                    <a:pt x="1" y="20"/>
                  </a:lnTo>
                  <a:lnTo>
                    <a:pt x="20"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5" name="Google Shape;7685;p29"/>
            <p:cNvSpPr/>
            <p:nvPr/>
          </p:nvSpPr>
          <p:spPr>
            <a:xfrm>
              <a:off x="-1629175" y="3384025"/>
              <a:ext cx="61750" cy="41500"/>
            </a:xfrm>
            <a:custGeom>
              <a:rect b="b" l="l" r="r" t="t"/>
              <a:pathLst>
                <a:path extrusionOk="0" h="1660" w="2470">
                  <a:moveTo>
                    <a:pt x="850" y="237"/>
                  </a:moveTo>
                  <a:lnTo>
                    <a:pt x="850" y="237"/>
                  </a:lnTo>
                  <a:lnTo>
                    <a:pt x="850" y="237"/>
                  </a:lnTo>
                  <a:close/>
                  <a:moveTo>
                    <a:pt x="1186" y="257"/>
                  </a:moveTo>
                  <a:lnTo>
                    <a:pt x="1186" y="257"/>
                  </a:lnTo>
                  <a:lnTo>
                    <a:pt x="1186" y="257"/>
                  </a:lnTo>
                  <a:close/>
                  <a:moveTo>
                    <a:pt x="1285" y="198"/>
                  </a:moveTo>
                  <a:lnTo>
                    <a:pt x="1245" y="237"/>
                  </a:lnTo>
                  <a:lnTo>
                    <a:pt x="1245" y="257"/>
                  </a:lnTo>
                  <a:lnTo>
                    <a:pt x="1225" y="277"/>
                  </a:lnTo>
                  <a:lnTo>
                    <a:pt x="1245" y="277"/>
                  </a:lnTo>
                  <a:lnTo>
                    <a:pt x="1265" y="257"/>
                  </a:lnTo>
                  <a:lnTo>
                    <a:pt x="1285" y="198"/>
                  </a:lnTo>
                  <a:close/>
                  <a:moveTo>
                    <a:pt x="2055" y="435"/>
                  </a:moveTo>
                  <a:lnTo>
                    <a:pt x="2055" y="435"/>
                  </a:lnTo>
                  <a:lnTo>
                    <a:pt x="2055" y="435"/>
                  </a:lnTo>
                  <a:close/>
                  <a:moveTo>
                    <a:pt x="1660" y="652"/>
                  </a:moveTo>
                  <a:lnTo>
                    <a:pt x="1660" y="672"/>
                  </a:lnTo>
                  <a:lnTo>
                    <a:pt x="1680" y="672"/>
                  </a:lnTo>
                  <a:lnTo>
                    <a:pt x="1660" y="652"/>
                  </a:lnTo>
                  <a:close/>
                  <a:moveTo>
                    <a:pt x="2253" y="692"/>
                  </a:moveTo>
                  <a:lnTo>
                    <a:pt x="2253" y="692"/>
                  </a:lnTo>
                  <a:lnTo>
                    <a:pt x="2253" y="692"/>
                  </a:lnTo>
                  <a:close/>
                  <a:moveTo>
                    <a:pt x="2470" y="692"/>
                  </a:moveTo>
                  <a:lnTo>
                    <a:pt x="2470" y="692"/>
                  </a:lnTo>
                  <a:lnTo>
                    <a:pt x="2470" y="692"/>
                  </a:lnTo>
                  <a:close/>
                  <a:moveTo>
                    <a:pt x="2253" y="692"/>
                  </a:moveTo>
                  <a:lnTo>
                    <a:pt x="2243" y="711"/>
                  </a:lnTo>
                  <a:lnTo>
                    <a:pt x="2253" y="692"/>
                  </a:lnTo>
                  <a:close/>
                  <a:moveTo>
                    <a:pt x="2243" y="711"/>
                  </a:moveTo>
                  <a:lnTo>
                    <a:pt x="2230" y="737"/>
                  </a:lnTo>
                  <a:lnTo>
                    <a:pt x="2233" y="731"/>
                  </a:lnTo>
                  <a:lnTo>
                    <a:pt x="2243" y="711"/>
                  </a:lnTo>
                  <a:close/>
                  <a:moveTo>
                    <a:pt x="2230" y="737"/>
                  </a:moveTo>
                  <a:lnTo>
                    <a:pt x="2218" y="761"/>
                  </a:lnTo>
                  <a:lnTo>
                    <a:pt x="2230" y="737"/>
                  </a:lnTo>
                  <a:close/>
                  <a:moveTo>
                    <a:pt x="2218" y="761"/>
                  </a:moveTo>
                  <a:lnTo>
                    <a:pt x="2213" y="771"/>
                  </a:lnTo>
                  <a:lnTo>
                    <a:pt x="2218" y="761"/>
                  </a:lnTo>
                  <a:close/>
                  <a:moveTo>
                    <a:pt x="2213" y="771"/>
                  </a:moveTo>
                  <a:lnTo>
                    <a:pt x="2204" y="789"/>
                  </a:lnTo>
                  <a:lnTo>
                    <a:pt x="2213" y="771"/>
                  </a:lnTo>
                  <a:close/>
                  <a:moveTo>
                    <a:pt x="2371" y="731"/>
                  </a:moveTo>
                  <a:lnTo>
                    <a:pt x="2332" y="790"/>
                  </a:lnTo>
                  <a:lnTo>
                    <a:pt x="2371" y="751"/>
                  </a:lnTo>
                  <a:lnTo>
                    <a:pt x="2391" y="731"/>
                  </a:lnTo>
                  <a:close/>
                  <a:moveTo>
                    <a:pt x="2401" y="850"/>
                  </a:moveTo>
                  <a:lnTo>
                    <a:pt x="2391" y="869"/>
                  </a:lnTo>
                  <a:lnTo>
                    <a:pt x="2391" y="869"/>
                  </a:lnTo>
                  <a:lnTo>
                    <a:pt x="2411" y="850"/>
                  </a:lnTo>
                  <a:close/>
                  <a:moveTo>
                    <a:pt x="2272" y="929"/>
                  </a:moveTo>
                  <a:lnTo>
                    <a:pt x="2246" y="968"/>
                  </a:lnTo>
                  <a:lnTo>
                    <a:pt x="2253" y="968"/>
                  </a:lnTo>
                  <a:lnTo>
                    <a:pt x="2272" y="929"/>
                  </a:lnTo>
                  <a:close/>
                  <a:moveTo>
                    <a:pt x="2238" y="968"/>
                  </a:moveTo>
                  <a:lnTo>
                    <a:pt x="2233" y="988"/>
                  </a:lnTo>
                  <a:lnTo>
                    <a:pt x="2246" y="968"/>
                  </a:lnTo>
                  <a:close/>
                  <a:moveTo>
                    <a:pt x="80" y="988"/>
                  </a:moveTo>
                  <a:lnTo>
                    <a:pt x="80" y="988"/>
                  </a:lnTo>
                  <a:lnTo>
                    <a:pt x="80" y="988"/>
                  </a:lnTo>
                  <a:lnTo>
                    <a:pt x="67" y="1027"/>
                  </a:lnTo>
                  <a:lnTo>
                    <a:pt x="80" y="988"/>
                  </a:lnTo>
                  <a:close/>
                  <a:moveTo>
                    <a:pt x="67" y="1027"/>
                  </a:moveTo>
                  <a:lnTo>
                    <a:pt x="62" y="1043"/>
                  </a:lnTo>
                  <a:lnTo>
                    <a:pt x="67" y="1027"/>
                  </a:lnTo>
                  <a:close/>
                  <a:moveTo>
                    <a:pt x="2312" y="1027"/>
                  </a:moveTo>
                  <a:lnTo>
                    <a:pt x="2292" y="1067"/>
                  </a:lnTo>
                  <a:lnTo>
                    <a:pt x="2312" y="1047"/>
                  </a:lnTo>
                  <a:lnTo>
                    <a:pt x="2312" y="1027"/>
                  </a:lnTo>
                  <a:close/>
                  <a:moveTo>
                    <a:pt x="1858" y="1087"/>
                  </a:moveTo>
                  <a:lnTo>
                    <a:pt x="1838" y="1146"/>
                  </a:lnTo>
                  <a:lnTo>
                    <a:pt x="1858" y="1126"/>
                  </a:lnTo>
                  <a:lnTo>
                    <a:pt x="1858" y="1146"/>
                  </a:lnTo>
                  <a:lnTo>
                    <a:pt x="1877" y="1106"/>
                  </a:lnTo>
                  <a:lnTo>
                    <a:pt x="1877" y="1087"/>
                  </a:lnTo>
                  <a:close/>
                  <a:moveTo>
                    <a:pt x="179" y="1264"/>
                  </a:moveTo>
                  <a:lnTo>
                    <a:pt x="179" y="1264"/>
                  </a:lnTo>
                  <a:lnTo>
                    <a:pt x="179" y="1264"/>
                  </a:lnTo>
                  <a:close/>
                  <a:moveTo>
                    <a:pt x="100" y="1284"/>
                  </a:moveTo>
                  <a:lnTo>
                    <a:pt x="100" y="1284"/>
                  </a:lnTo>
                  <a:lnTo>
                    <a:pt x="100" y="1284"/>
                  </a:lnTo>
                  <a:close/>
                  <a:moveTo>
                    <a:pt x="2154" y="1245"/>
                  </a:moveTo>
                  <a:lnTo>
                    <a:pt x="2154" y="1264"/>
                  </a:lnTo>
                  <a:lnTo>
                    <a:pt x="2138" y="1304"/>
                  </a:lnTo>
                  <a:lnTo>
                    <a:pt x="2174" y="1245"/>
                  </a:lnTo>
                  <a:close/>
                  <a:moveTo>
                    <a:pt x="2138" y="1304"/>
                  </a:moveTo>
                  <a:lnTo>
                    <a:pt x="2138" y="1304"/>
                  </a:lnTo>
                  <a:lnTo>
                    <a:pt x="2138" y="1304"/>
                  </a:lnTo>
                  <a:close/>
                  <a:moveTo>
                    <a:pt x="2174" y="1304"/>
                  </a:moveTo>
                  <a:lnTo>
                    <a:pt x="2174" y="1304"/>
                  </a:lnTo>
                  <a:lnTo>
                    <a:pt x="2174" y="1304"/>
                  </a:lnTo>
                  <a:close/>
                  <a:moveTo>
                    <a:pt x="2174" y="1304"/>
                  </a:moveTo>
                  <a:lnTo>
                    <a:pt x="2174" y="1304"/>
                  </a:lnTo>
                  <a:lnTo>
                    <a:pt x="2174" y="1304"/>
                  </a:lnTo>
                  <a:close/>
                  <a:moveTo>
                    <a:pt x="2174" y="1304"/>
                  </a:moveTo>
                  <a:lnTo>
                    <a:pt x="2168" y="1327"/>
                  </a:lnTo>
                  <a:lnTo>
                    <a:pt x="2174" y="1314"/>
                  </a:lnTo>
                  <a:lnTo>
                    <a:pt x="2174" y="1304"/>
                  </a:lnTo>
                  <a:close/>
                  <a:moveTo>
                    <a:pt x="2450" y="672"/>
                  </a:moveTo>
                  <a:lnTo>
                    <a:pt x="2411" y="731"/>
                  </a:lnTo>
                  <a:lnTo>
                    <a:pt x="2411" y="711"/>
                  </a:lnTo>
                  <a:lnTo>
                    <a:pt x="2430" y="692"/>
                  </a:lnTo>
                  <a:lnTo>
                    <a:pt x="2430" y="692"/>
                  </a:lnTo>
                  <a:lnTo>
                    <a:pt x="2391" y="711"/>
                  </a:lnTo>
                  <a:lnTo>
                    <a:pt x="2391" y="751"/>
                  </a:lnTo>
                  <a:lnTo>
                    <a:pt x="2371" y="771"/>
                  </a:lnTo>
                  <a:lnTo>
                    <a:pt x="2351" y="790"/>
                  </a:lnTo>
                  <a:lnTo>
                    <a:pt x="2312" y="869"/>
                  </a:lnTo>
                  <a:lnTo>
                    <a:pt x="2312" y="869"/>
                  </a:lnTo>
                  <a:lnTo>
                    <a:pt x="2332" y="790"/>
                  </a:lnTo>
                  <a:lnTo>
                    <a:pt x="2332" y="771"/>
                  </a:lnTo>
                  <a:lnTo>
                    <a:pt x="2292" y="850"/>
                  </a:lnTo>
                  <a:lnTo>
                    <a:pt x="2253" y="889"/>
                  </a:lnTo>
                  <a:lnTo>
                    <a:pt x="2272" y="909"/>
                  </a:lnTo>
                  <a:lnTo>
                    <a:pt x="2272" y="889"/>
                  </a:lnTo>
                  <a:lnTo>
                    <a:pt x="2292" y="869"/>
                  </a:lnTo>
                  <a:lnTo>
                    <a:pt x="2272" y="929"/>
                  </a:lnTo>
                  <a:lnTo>
                    <a:pt x="2292" y="889"/>
                  </a:lnTo>
                  <a:lnTo>
                    <a:pt x="2292" y="909"/>
                  </a:lnTo>
                  <a:lnTo>
                    <a:pt x="2272" y="948"/>
                  </a:lnTo>
                  <a:lnTo>
                    <a:pt x="2272" y="948"/>
                  </a:lnTo>
                  <a:lnTo>
                    <a:pt x="2292" y="929"/>
                  </a:lnTo>
                  <a:lnTo>
                    <a:pt x="2292" y="929"/>
                  </a:lnTo>
                  <a:lnTo>
                    <a:pt x="2233" y="1087"/>
                  </a:lnTo>
                  <a:lnTo>
                    <a:pt x="2174" y="1245"/>
                  </a:lnTo>
                  <a:lnTo>
                    <a:pt x="2193" y="1245"/>
                  </a:lnTo>
                  <a:lnTo>
                    <a:pt x="2213" y="1225"/>
                  </a:lnTo>
                  <a:lnTo>
                    <a:pt x="2174" y="1314"/>
                  </a:lnTo>
                  <a:lnTo>
                    <a:pt x="2174" y="1343"/>
                  </a:lnTo>
                  <a:lnTo>
                    <a:pt x="2174" y="1363"/>
                  </a:lnTo>
                  <a:lnTo>
                    <a:pt x="2213" y="1324"/>
                  </a:lnTo>
                  <a:lnTo>
                    <a:pt x="2193" y="1324"/>
                  </a:lnTo>
                  <a:lnTo>
                    <a:pt x="2253" y="1245"/>
                  </a:lnTo>
                  <a:lnTo>
                    <a:pt x="2253" y="1225"/>
                  </a:lnTo>
                  <a:lnTo>
                    <a:pt x="2233" y="1225"/>
                  </a:lnTo>
                  <a:lnTo>
                    <a:pt x="2272" y="1166"/>
                  </a:lnTo>
                  <a:lnTo>
                    <a:pt x="2292" y="1067"/>
                  </a:lnTo>
                  <a:lnTo>
                    <a:pt x="2292" y="1027"/>
                  </a:lnTo>
                  <a:lnTo>
                    <a:pt x="2292" y="1008"/>
                  </a:lnTo>
                  <a:lnTo>
                    <a:pt x="2312" y="968"/>
                  </a:lnTo>
                  <a:lnTo>
                    <a:pt x="2292" y="988"/>
                  </a:lnTo>
                  <a:lnTo>
                    <a:pt x="2292" y="988"/>
                  </a:lnTo>
                  <a:lnTo>
                    <a:pt x="2351" y="869"/>
                  </a:lnTo>
                  <a:lnTo>
                    <a:pt x="2371" y="869"/>
                  </a:lnTo>
                  <a:lnTo>
                    <a:pt x="2351" y="889"/>
                  </a:lnTo>
                  <a:lnTo>
                    <a:pt x="2312" y="968"/>
                  </a:lnTo>
                  <a:lnTo>
                    <a:pt x="2332" y="968"/>
                  </a:lnTo>
                  <a:lnTo>
                    <a:pt x="2351" y="929"/>
                  </a:lnTo>
                  <a:lnTo>
                    <a:pt x="2351" y="909"/>
                  </a:lnTo>
                  <a:lnTo>
                    <a:pt x="2391" y="850"/>
                  </a:lnTo>
                  <a:lnTo>
                    <a:pt x="2401" y="850"/>
                  </a:lnTo>
                  <a:lnTo>
                    <a:pt x="2411" y="830"/>
                  </a:lnTo>
                  <a:lnTo>
                    <a:pt x="2450" y="751"/>
                  </a:lnTo>
                  <a:lnTo>
                    <a:pt x="2470" y="692"/>
                  </a:lnTo>
                  <a:lnTo>
                    <a:pt x="2430" y="771"/>
                  </a:lnTo>
                  <a:lnTo>
                    <a:pt x="2430" y="751"/>
                  </a:lnTo>
                  <a:lnTo>
                    <a:pt x="2450" y="672"/>
                  </a:lnTo>
                  <a:close/>
                  <a:moveTo>
                    <a:pt x="1717" y="1387"/>
                  </a:moveTo>
                  <a:lnTo>
                    <a:pt x="1709" y="1403"/>
                  </a:lnTo>
                  <a:lnTo>
                    <a:pt x="1717" y="1387"/>
                  </a:lnTo>
                  <a:close/>
                  <a:moveTo>
                    <a:pt x="1917" y="1264"/>
                  </a:moveTo>
                  <a:lnTo>
                    <a:pt x="1838" y="1403"/>
                  </a:lnTo>
                  <a:lnTo>
                    <a:pt x="1877" y="1324"/>
                  </a:lnTo>
                  <a:lnTo>
                    <a:pt x="1877" y="1304"/>
                  </a:lnTo>
                  <a:lnTo>
                    <a:pt x="1897" y="1264"/>
                  </a:lnTo>
                  <a:close/>
                  <a:moveTo>
                    <a:pt x="1709" y="1403"/>
                  </a:moveTo>
                  <a:lnTo>
                    <a:pt x="1709" y="1403"/>
                  </a:lnTo>
                  <a:lnTo>
                    <a:pt x="1709" y="1403"/>
                  </a:lnTo>
                  <a:close/>
                  <a:moveTo>
                    <a:pt x="2138" y="1304"/>
                  </a:moveTo>
                  <a:lnTo>
                    <a:pt x="2114" y="1343"/>
                  </a:lnTo>
                  <a:lnTo>
                    <a:pt x="2075" y="1403"/>
                  </a:lnTo>
                  <a:lnTo>
                    <a:pt x="2114" y="1363"/>
                  </a:lnTo>
                  <a:lnTo>
                    <a:pt x="2138" y="1304"/>
                  </a:lnTo>
                  <a:close/>
                  <a:moveTo>
                    <a:pt x="2168" y="1327"/>
                  </a:moveTo>
                  <a:lnTo>
                    <a:pt x="2134" y="1403"/>
                  </a:lnTo>
                  <a:lnTo>
                    <a:pt x="2154" y="1383"/>
                  </a:lnTo>
                  <a:lnTo>
                    <a:pt x="2168" y="1327"/>
                  </a:lnTo>
                  <a:close/>
                  <a:moveTo>
                    <a:pt x="692" y="1442"/>
                  </a:moveTo>
                  <a:lnTo>
                    <a:pt x="692" y="1442"/>
                  </a:lnTo>
                  <a:lnTo>
                    <a:pt x="692" y="1442"/>
                  </a:lnTo>
                  <a:close/>
                  <a:moveTo>
                    <a:pt x="988" y="1363"/>
                  </a:moveTo>
                  <a:lnTo>
                    <a:pt x="969" y="1383"/>
                  </a:lnTo>
                  <a:lnTo>
                    <a:pt x="929" y="1442"/>
                  </a:lnTo>
                  <a:lnTo>
                    <a:pt x="929" y="1452"/>
                  </a:lnTo>
                  <a:lnTo>
                    <a:pt x="949" y="1422"/>
                  </a:lnTo>
                  <a:lnTo>
                    <a:pt x="969" y="1403"/>
                  </a:lnTo>
                  <a:lnTo>
                    <a:pt x="988" y="1363"/>
                  </a:lnTo>
                  <a:close/>
                  <a:moveTo>
                    <a:pt x="1146" y="1442"/>
                  </a:moveTo>
                  <a:lnTo>
                    <a:pt x="1140" y="1462"/>
                  </a:lnTo>
                  <a:lnTo>
                    <a:pt x="1146" y="1462"/>
                  </a:lnTo>
                  <a:lnTo>
                    <a:pt x="1146" y="1442"/>
                  </a:lnTo>
                  <a:close/>
                  <a:moveTo>
                    <a:pt x="1087" y="1383"/>
                  </a:moveTo>
                  <a:lnTo>
                    <a:pt x="1048" y="1482"/>
                  </a:lnTo>
                  <a:lnTo>
                    <a:pt x="1067" y="1442"/>
                  </a:lnTo>
                  <a:lnTo>
                    <a:pt x="1087" y="1383"/>
                  </a:lnTo>
                  <a:close/>
                  <a:moveTo>
                    <a:pt x="2095" y="1403"/>
                  </a:moveTo>
                  <a:lnTo>
                    <a:pt x="2075" y="1422"/>
                  </a:lnTo>
                  <a:lnTo>
                    <a:pt x="2055" y="1482"/>
                  </a:lnTo>
                  <a:lnTo>
                    <a:pt x="2055" y="1482"/>
                  </a:lnTo>
                  <a:lnTo>
                    <a:pt x="2095" y="1403"/>
                  </a:lnTo>
                  <a:close/>
                  <a:moveTo>
                    <a:pt x="1048" y="1482"/>
                  </a:moveTo>
                  <a:lnTo>
                    <a:pt x="1048" y="1482"/>
                  </a:lnTo>
                  <a:lnTo>
                    <a:pt x="1048" y="1482"/>
                  </a:lnTo>
                  <a:close/>
                  <a:moveTo>
                    <a:pt x="1067" y="1482"/>
                  </a:moveTo>
                  <a:lnTo>
                    <a:pt x="1067" y="1482"/>
                  </a:lnTo>
                  <a:lnTo>
                    <a:pt x="1067" y="1482"/>
                  </a:lnTo>
                  <a:close/>
                  <a:moveTo>
                    <a:pt x="969" y="1482"/>
                  </a:moveTo>
                  <a:lnTo>
                    <a:pt x="969" y="1482"/>
                  </a:lnTo>
                  <a:lnTo>
                    <a:pt x="969" y="1482"/>
                  </a:lnTo>
                  <a:close/>
                  <a:moveTo>
                    <a:pt x="1522" y="1475"/>
                  </a:moveTo>
                  <a:lnTo>
                    <a:pt x="1488" y="1498"/>
                  </a:lnTo>
                  <a:lnTo>
                    <a:pt x="1488" y="1498"/>
                  </a:lnTo>
                  <a:lnTo>
                    <a:pt x="1487" y="1499"/>
                  </a:lnTo>
                  <a:lnTo>
                    <a:pt x="1487" y="1499"/>
                  </a:lnTo>
                  <a:lnTo>
                    <a:pt x="1522" y="1482"/>
                  </a:lnTo>
                  <a:lnTo>
                    <a:pt x="1522" y="1475"/>
                  </a:lnTo>
                  <a:close/>
                  <a:moveTo>
                    <a:pt x="1305" y="1422"/>
                  </a:moveTo>
                  <a:lnTo>
                    <a:pt x="1305" y="1442"/>
                  </a:lnTo>
                  <a:lnTo>
                    <a:pt x="1285" y="1482"/>
                  </a:lnTo>
                  <a:lnTo>
                    <a:pt x="1265" y="1501"/>
                  </a:lnTo>
                  <a:lnTo>
                    <a:pt x="1305" y="1422"/>
                  </a:lnTo>
                  <a:close/>
                  <a:moveTo>
                    <a:pt x="1146" y="1482"/>
                  </a:moveTo>
                  <a:lnTo>
                    <a:pt x="1146" y="1501"/>
                  </a:lnTo>
                  <a:lnTo>
                    <a:pt x="1166" y="1501"/>
                  </a:lnTo>
                  <a:lnTo>
                    <a:pt x="1166" y="1482"/>
                  </a:lnTo>
                  <a:close/>
                  <a:moveTo>
                    <a:pt x="521" y="1508"/>
                  </a:moveTo>
                  <a:lnTo>
                    <a:pt x="514" y="1521"/>
                  </a:lnTo>
                  <a:lnTo>
                    <a:pt x="514" y="1541"/>
                  </a:lnTo>
                  <a:lnTo>
                    <a:pt x="521" y="1508"/>
                  </a:lnTo>
                  <a:close/>
                  <a:moveTo>
                    <a:pt x="761" y="1541"/>
                  </a:moveTo>
                  <a:lnTo>
                    <a:pt x="760" y="1543"/>
                  </a:lnTo>
                  <a:lnTo>
                    <a:pt x="760" y="1543"/>
                  </a:lnTo>
                  <a:lnTo>
                    <a:pt x="761" y="1541"/>
                  </a:lnTo>
                  <a:close/>
                  <a:moveTo>
                    <a:pt x="969" y="1442"/>
                  </a:moveTo>
                  <a:lnTo>
                    <a:pt x="949" y="1462"/>
                  </a:lnTo>
                  <a:lnTo>
                    <a:pt x="929" y="1462"/>
                  </a:lnTo>
                  <a:lnTo>
                    <a:pt x="929" y="1452"/>
                  </a:lnTo>
                  <a:lnTo>
                    <a:pt x="909" y="1482"/>
                  </a:lnTo>
                  <a:lnTo>
                    <a:pt x="890" y="1561"/>
                  </a:lnTo>
                  <a:lnTo>
                    <a:pt x="909" y="1541"/>
                  </a:lnTo>
                  <a:lnTo>
                    <a:pt x="929" y="1521"/>
                  </a:lnTo>
                  <a:lnTo>
                    <a:pt x="929" y="1541"/>
                  </a:lnTo>
                  <a:lnTo>
                    <a:pt x="969" y="1442"/>
                  </a:lnTo>
                  <a:close/>
                  <a:moveTo>
                    <a:pt x="1364" y="1501"/>
                  </a:moveTo>
                  <a:lnTo>
                    <a:pt x="1324" y="1541"/>
                  </a:lnTo>
                  <a:lnTo>
                    <a:pt x="1324" y="1561"/>
                  </a:lnTo>
                  <a:lnTo>
                    <a:pt x="1344" y="1541"/>
                  </a:lnTo>
                  <a:lnTo>
                    <a:pt x="1364" y="1501"/>
                  </a:lnTo>
                  <a:close/>
                  <a:moveTo>
                    <a:pt x="1818" y="1541"/>
                  </a:moveTo>
                  <a:lnTo>
                    <a:pt x="1818" y="1561"/>
                  </a:lnTo>
                  <a:lnTo>
                    <a:pt x="1825" y="1554"/>
                  </a:lnTo>
                  <a:lnTo>
                    <a:pt x="1825" y="1554"/>
                  </a:lnTo>
                  <a:lnTo>
                    <a:pt x="1818" y="1541"/>
                  </a:lnTo>
                  <a:close/>
                  <a:moveTo>
                    <a:pt x="1739" y="1383"/>
                  </a:moveTo>
                  <a:lnTo>
                    <a:pt x="1719" y="1403"/>
                  </a:lnTo>
                  <a:lnTo>
                    <a:pt x="1700" y="1422"/>
                  </a:lnTo>
                  <a:lnTo>
                    <a:pt x="1709" y="1403"/>
                  </a:lnTo>
                  <a:lnTo>
                    <a:pt x="1660" y="1501"/>
                  </a:lnTo>
                  <a:lnTo>
                    <a:pt x="1640" y="1482"/>
                  </a:lnTo>
                  <a:lnTo>
                    <a:pt x="1640" y="1501"/>
                  </a:lnTo>
                  <a:lnTo>
                    <a:pt x="1621" y="1600"/>
                  </a:lnTo>
                  <a:lnTo>
                    <a:pt x="1660" y="1521"/>
                  </a:lnTo>
                  <a:lnTo>
                    <a:pt x="1700" y="1501"/>
                  </a:lnTo>
                  <a:lnTo>
                    <a:pt x="1719" y="1442"/>
                  </a:lnTo>
                  <a:lnTo>
                    <a:pt x="1759" y="1403"/>
                  </a:lnTo>
                  <a:lnTo>
                    <a:pt x="1759" y="1383"/>
                  </a:lnTo>
                  <a:close/>
                  <a:moveTo>
                    <a:pt x="238" y="0"/>
                  </a:moveTo>
                  <a:lnTo>
                    <a:pt x="198" y="60"/>
                  </a:lnTo>
                  <a:lnTo>
                    <a:pt x="198" y="79"/>
                  </a:lnTo>
                  <a:lnTo>
                    <a:pt x="179" y="119"/>
                  </a:lnTo>
                  <a:lnTo>
                    <a:pt x="159" y="139"/>
                  </a:lnTo>
                  <a:lnTo>
                    <a:pt x="100" y="297"/>
                  </a:lnTo>
                  <a:lnTo>
                    <a:pt x="40" y="455"/>
                  </a:lnTo>
                  <a:lnTo>
                    <a:pt x="60" y="455"/>
                  </a:lnTo>
                  <a:lnTo>
                    <a:pt x="40" y="514"/>
                  </a:lnTo>
                  <a:lnTo>
                    <a:pt x="21" y="553"/>
                  </a:lnTo>
                  <a:lnTo>
                    <a:pt x="21" y="573"/>
                  </a:lnTo>
                  <a:lnTo>
                    <a:pt x="40" y="553"/>
                  </a:lnTo>
                  <a:lnTo>
                    <a:pt x="40" y="573"/>
                  </a:lnTo>
                  <a:lnTo>
                    <a:pt x="40" y="593"/>
                  </a:lnTo>
                  <a:lnTo>
                    <a:pt x="60" y="573"/>
                  </a:lnTo>
                  <a:lnTo>
                    <a:pt x="60" y="573"/>
                  </a:lnTo>
                  <a:lnTo>
                    <a:pt x="40" y="632"/>
                  </a:lnTo>
                  <a:lnTo>
                    <a:pt x="1" y="692"/>
                  </a:lnTo>
                  <a:lnTo>
                    <a:pt x="1" y="711"/>
                  </a:lnTo>
                  <a:lnTo>
                    <a:pt x="21" y="711"/>
                  </a:lnTo>
                  <a:lnTo>
                    <a:pt x="40" y="692"/>
                  </a:lnTo>
                  <a:lnTo>
                    <a:pt x="40" y="731"/>
                  </a:lnTo>
                  <a:lnTo>
                    <a:pt x="21" y="771"/>
                  </a:lnTo>
                  <a:lnTo>
                    <a:pt x="1" y="830"/>
                  </a:lnTo>
                  <a:lnTo>
                    <a:pt x="40" y="751"/>
                  </a:lnTo>
                  <a:lnTo>
                    <a:pt x="40" y="771"/>
                  </a:lnTo>
                  <a:lnTo>
                    <a:pt x="80" y="692"/>
                  </a:lnTo>
                  <a:lnTo>
                    <a:pt x="80" y="711"/>
                  </a:lnTo>
                  <a:lnTo>
                    <a:pt x="60" y="751"/>
                  </a:lnTo>
                  <a:lnTo>
                    <a:pt x="21" y="810"/>
                  </a:lnTo>
                  <a:lnTo>
                    <a:pt x="21" y="850"/>
                  </a:lnTo>
                  <a:lnTo>
                    <a:pt x="40" y="850"/>
                  </a:lnTo>
                  <a:lnTo>
                    <a:pt x="21" y="889"/>
                  </a:lnTo>
                  <a:lnTo>
                    <a:pt x="1" y="948"/>
                  </a:lnTo>
                  <a:lnTo>
                    <a:pt x="21" y="948"/>
                  </a:lnTo>
                  <a:lnTo>
                    <a:pt x="40" y="909"/>
                  </a:lnTo>
                  <a:lnTo>
                    <a:pt x="60" y="909"/>
                  </a:lnTo>
                  <a:lnTo>
                    <a:pt x="40" y="929"/>
                  </a:lnTo>
                  <a:lnTo>
                    <a:pt x="40" y="948"/>
                  </a:lnTo>
                  <a:lnTo>
                    <a:pt x="40" y="968"/>
                  </a:lnTo>
                  <a:lnTo>
                    <a:pt x="60" y="948"/>
                  </a:lnTo>
                  <a:lnTo>
                    <a:pt x="60" y="948"/>
                  </a:lnTo>
                  <a:lnTo>
                    <a:pt x="40" y="1008"/>
                  </a:lnTo>
                  <a:lnTo>
                    <a:pt x="21" y="1067"/>
                  </a:lnTo>
                  <a:lnTo>
                    <a:pt x="40" y="1027"/>
                  </a:lnTo>
                  <a:lnTo>
                    <a:pt x="60" y="1027"/>
                  </a:lnTo>
                  <a:lnTo>
                    <a:pt x="80" y="988"/>
                  </a:lnTo>
                  <a:lnTo>
                    <a:pt x="80" y="988"/>
                  </a:lnTo>
                  <a:lnTo>
                    <a:pt x="100" y="929"/>
                  </a:lnTo>
                  <a:lnTo>
                    <a:pt x="139" y="889"/>
                  </a:lnTo>
                  <a:lnTo>
                    <a:pt x="159" y="869"/>
                  </a:lnTo>
                  <a:lnTo>
                    <a:pt x="119" y="968"/>
                  </a:lnTo>
                  <a:lnTo>
                    <a:pt x="60" y="1087"/>
                  </a:lnTo>
                  <a:lnTo>
                    <a:pt x="100" y="1047"/>
                  </a:lnTo>
                  <a:lnTo>
                    <a:pt x="80" y="1087"/>
                  </a:lnTo>
                  <a:lnTo>
                    <a:pt x="80" y="1126"/>
                  </a:lnTo>
                  <a:lnTo>
                    <a:pt x="60" y="1166"/>
                  </a:lnTo>
                  <a:lnTo>
                    <a:pt x="60" y="1205"/>
                  </a:lnTo>
                  <a:lnTo>
                    <a:pt x="60" y="1225"/>
                  </a:lnTo>
                  <a:lnTo>
                    <a:pt x="100" y="1166"/>
                  </a:lnTo>
                  <a:lnTo>
                    <a:pt x="100" y="1166"/>
                  </a:lnTo>
                  <a:lnTo>
                    <a:pt x="80" y="1205"/>
                  </a:lnTo>
                  <a:lnTo>
                    <a:pt x="80" y="1225"/>
                  </a:lnTo>
                  <a:lnTo>
                    <a:pt x="100" y="1225"/>
                  </a:lnTo>
                  <a:lnTo>
                    <a:pt x="100" y="1264"/>
                  </a:lnTo>
                  <a:lnTo>
                    <a:pt x="100" y="1284"/>
                  </a:lnTo>
                  <a:lnTo>
                    <a:pt x="139" y="1185"/>
                  </a:lnTo>
                  <a:lnTo>
                    <a:pt x="139" y="1225"/>
                  </a:lnTo>
                  <a:lnTo>
                    <a:pt x="119" y="1284"/>
                  </a:lnTo>
                  <a:lnTo>
                    <a:pt x="198" y="1126"/>
                  </a:lnTo>
                  <a:lnTo>
                    <a:pt x="179" y="1185"/>
                  </a:lnTo>
                  <a:lnTo>
                    <a:pt x="159" y="1264"/>
                  </a:lnTo>
                  <a:lnTo>
                    <a:pt x="159" y="1245"/>
                  </a:lnTo>
                  <a:lnTo>
                    <a:pt x="139" y="1304"/>
                  </a:lnTo>
                  <a:lnTo>
                    <a:pt x="119" y="1343"/>
                  </a:lnTo>
                  <a:lnTo>
                    <a:pt x="139" y="1343"/>
                  </a:lnTo>
                  <a:lnTo>
                    <a:pt x="139" y="1363"/>
                  </a:lnTo>
                  <a:lnTo>
                    <a:pt x="159" y="1304"/>
                  </a:lnTo>
                  <a:lnTo>
                    <a:pt x="179" y="1264"/>
                  </a:lnTo>
                  <a:lnTo>
                    <a:pt x="165" y="1284"/>
                  </a:lnTo>
                  <a:lnTo>
                    <a:pt x="179" y="1245"/>
                  </a:lnTo>
                  <a:lnTo>
                    <a:pt x="218" y="1185"/>
                  </a:lnTo>
                  <a:lnTo>
                    <a:pt x="277" y="1106"/>
                  </a:lnTo>
                  <a:lnTo>
                    <a:pt x="258" y="1146"/>
                  </a:lnTo>
                  <a:lnTo>
                    <a:pt x="218" y="1264"/>
                  </a:lnTo>
                  <a:lnTo>
                    <a:pt x="238" y="1245"/>
                  </a:lnTo>
                  <a:lnTo>
                    <a:pt x="238" y="1264"/>
                  </a:lnTo>
                  <a:lnTo>
                    <a:pt x="218" y="1324"/>
                  </a:lnTo>
                  <a:lnTo>
                    <a:pt x="258" y="1225"/>
                  </a:lnTo>
                  <a:lnTo>
                    <a:pt x="277" y="1225"/>
                  </a:lnTo>
                  <a:lnTo>
                    <a:pt x="258" y="1245"/>
                  </a:lnTo>
                  <a:lnTo>
                    <a:pt x="238" y="1304"/>
                  </a:lnTo>
                  <a:lnTo>
                    <a:pt x="258" y="1324"/>
                  </a:lnTo>
                  <a:lnTo>
                    <a:pt x="258" y="1363"/>
                  </a:lnTo>
                  <a:lnTo>
                    <a:pt x="258" y="1383"/>
                  </a:lnTo>
                  <a:lnTo>
                    <a:pt x="277" y="1383"/>
                  </a:lnTo>
                  <a:lnTo>
                    <a:pt x="291" y="1330"/>
                  </a:lnTo>
                  <a:lnTo>
                    <a:pt x="317" y="1264"/>
                  </a:lnTo>
                  <a:lnTo>
                    <a:pt x="356" y="1199"/>
                  </a:lnTo>
                  <a:lnTo>
                    <a:pt x="356" y="1205"/>
                  </a:lnTo>
                  <a:lnTo>
                    <a:pt x="376" y="1185"/>
                  </a:lnTo>
                  <a:lnTo>
                    <a:pt x="376" y="1166"/>
                  </a:lnTo>
                  <a:lnTo>
                    <a:pt x="396" y="1126"/>
                  </a:lnTo>
                  <a:lnTo>
                    <a:pt x="396" y="1166"/>
                  </a:lnTo>
                  <a:lnTo>
                    <a:pt x="376" y="1225"/>
                  </a:lnTo>
                  <a:lnTo>
                    <a:pt x="396" y="1205"/>
                  </a:lnTo>
                  <a:lnTo>
                    <a:pt x="396" y="1205"/>
                  </a:lnTo>
                  <a:lnTo>
                    <a:pt x="356" y="1284"/>
                  </a:lnTo>
                  <a:lnTo>
                    <a:pt x="337" y="1324"/>
                  </a:lnTo>
                  <a:lnTo>
                    <a:pt x="317" y="1383"/>
                  </a:lnTo>
                  <a:lnTo>
                    <a:pt x="337" y="1363"/>
                  </a:lnTo>
                  <a:lnTo>
                    <a:pt x="297" y="1442"/>
                  </a:lnTo>
                  <a:lnTo>
                    <a:pt x="317" y="1442"/>
                  </a:lnTo>
                  <a:lnTo>
                    <a:pt x="317" y="1462"/>
                  </a:lnTo>
                  <a:lnTo>
                    <a:pt x="337" y="1383"/>
                  </a:lnTo>
                  <a:lnTo>
                    <a:pt x="337" y="1442"/>
                  </a:lnTo>
                  <a:lnTo>
                    <a:pt x="356" y="1482"/>
                  </a:lnTo>
                  <a:lnTo>
                    <a:pt x="376" y="1422"/>
                  </a:lnTo>
                  <a:lnTo>
                    <a:pt x="396" y="1403"/>
                  </a:lnTo>
                  <a:lnTo>
                    <a:pt x="396" y="1403"/>
                  </a:lnTo>
                  <a:lnTo>
                    <a:pt x="376" y="1442"/>
                  </a:lnTo>
                  <a:lnTo>
                    <a:pt x="376" y="1482"/>
                  </a:lnTo>
                  <a:lnTo>
                    <a:pt x="416" y="1442"/>
                  </a:lnTo>
                  <a:lnTo>
                    <a:pt x="455" y="1363"/>
                  </a:lnTo>
                  <a:lnTo>
                    <a:pt x="455" y="1403"/>
                  </a:lnTo>
                  <a:lnTo>
                    <a:pt x="455" y="1442"/>
                  </a:lnTo>
                  <a:lnTo>
                    <a:pt x="475" y="1462"/>
                  </a:lnTo>
                  <a:lnTo>
                    <a:pt x="574" y="1284"/>
                  </a:lnTo>
                  <a:lnTo>
                    <a:pt x="633" y="1166"/>
                  </a:lnTo>
                  <a:lnTo>
                    <a:pt x="672" y="1067"/>
                  </a:lnTo>
                  <a:lnTo>
                    <a:pt x="672" y="1126"/>
                  </a:lnTo>
                  <a:lnTo>
                    <a:pt x="653" y="1166"/>
                  </a:lnTo>
                  <a:lnTo>
                    <a:pt x="633" y="1245"/>
                  </a:lnTo>
                  <a:lnTo>
                    <a:pt x="633" y="1225"/>
                  </a:lnTo>
                  <a:lnTo>
                    <a:pt x="593" y="1383"/>
                  </a:lnTo>
                  <a:lnTo>
                    <a:pt x="554" y="1422"/>
                  </a:lnTo>
                  <a:lnTo>
                    <a:pt x="574" y="1363"/>
                  </a:lnTo>
                  <a:lnTo>
                    <a:pt x="534" y="1442"/>
                  </a:lnTo>
                  <a:lnTo>
                    <a:pt x="521" y="1508"/>
                  </a:lnTo>
                  <a:lnTo>
                    <a:pt x="534" y="1482"/>
                  </a:lnTo>
                  <a:lnTo>
                    <a:pt x="534" y="1541"/>
                  </a:lnTo>
                  <a:lnTo>
                    <a:pt x="554" y="1521"/>
                  </a:lnTo>
                  <a:lnTo>
                    <a:pt x="554" y="1541"/>
                  </a:lnTo>
                  <a:lnTo>
                    <a:pt x="593" y="1462"/>
                  </a:lnTo>
                  <a:lnTo>
                    <a:pt x="593" y="1482"/>
                  </a:lnTo>
                  <a:lnTo>
                    <a:pt x="574" y="1521"/>
                  </a:lnTo>
                  <a:lnTo>
                    <a:pt x="613" y="1501"/>
                  </a:lnTo>
                  <a:lnTo>
                    <a:pt x="653" y="1422"/>
                  </a:lnTo>
                  <a:lnTo>
                    <a:pt x="686" y="1357"/>
                  </a:lnTo>
                  <a:lnTo>
                    <a:pt x="686" y="1357"/>
                  </a:lnTo>
                  <a:lnTo>
                    <a:pt x="712" y="1343"/>
                  </a:lnTo>
                  <a:lnTo>
                    <a:pt x="692" y="1403"/>
                  </a:lnTo>
                  <a:lnTo>
                    <a:pt x="672" y="1403"/>
                  </a:lnTo>
                  <a:lnTo>
                    <a:pt x="672" y="1422"/>
                  </a:lnTo>
                  <a:lnTo>
                    <a:pt x="692" y="1422"/>
                  </a:lnTo>
                  <a:lnTo>
                    <a:pt x="732" y="1363"/>
                  </a:lnTo>
                  <a:lnTo>
                    <a:pt x="732" y="1383"/>
                  </a:lnTo>
                  <a:lnTo>
                    <a:pt x="672" y="1501"/>
                  </a:lnTo>
                  <a:lnTo>
                    <a:pt x="692" y="1442"/>
                  </a:lnTo>
                  <a:lnTo>
                    <a:pt x="653" y="1501"/>
                  </a:lnTo>
                  <a:lnTo>
                    <a:pt x="633" y="1521"/>
                  </a:lnTo>
                  <a:lnTo>
                    <a:pt x="653" y="1482"/>
                  </a:lnTo>
                  <a:lnTo>
                    <a:pt x="633" y="1482"/>
                  </a:lnTo>
                  <a:lnTo>
                    <a:pt x="613" y="1521"/>
                  </a:lnTo>
                  <a:lnTo>
                    <a:pt x="613" y="1541"/>
                  </a:lnTo>
                  <a:lnTo>
                    <a:pt x="633" y="1561"/>
                  </a:lnTo>
                  <a:lnTo>
                    <a:pt x="633" y="1580"/>
                  </a:lnTo>
                  <a:lnTo>
                    <a:pt x="692" y="1501"/>
                  </a:lnTo>
                  <a:lnTo>
                    <a:pt x="712" y="1442"/>
                  </a:lnTo>
                  <a:lnTo>
                    <a:pt x="751" y="1383"/>
                  </a:lnTo>
                  <a:lnTo>
                    <a:pt x="712" y="1482"/>
                  </a:lnTo>
                  <a:lnTo>
                    <a:pt x="712" y="1521"/>
                  </a:lnTo>
                  <a:lnTo>
                    <a:pt x="751" y="1442"/>
                  </a:lnTo>
                  <a:lnTo>
                    <a:pt x="791" y="1383"/>
                  </a:lnTo>
                  <a:lnTo>
                    <a:pt x="771" y="1403"/>
                  </a:lnTo>
                  <a:lnTo>
                    <a:pt x="771" y="1383"/>
                  </a:lnTo>
                  <a:lnTo>
                    <a:pt x="791" y="1343"/>
                  </a:lnTo>
                  <a:lnTo>
                    <a:pt x="811" y="1304"/>
                  </a:lnTo>
                  <a:lnTo>
                    <a:pt x="830" y="1264"/>
                  </a:lnTo>
                  <a:lnTo>
                    <a:pt x="830" y="1304"/>
                  </a:lnTo>
                  <a:lnTo>
                    <a:pt x="811" y="1363"/>
                  </a:lnTo>
                  <a:lnTo>
                    <a:pt x="732" y="1501"/>
                  </a:lnTo>
                  <a:lnTo>
                    <a:pt x="732" y="1521"/>
                  </a:lnTo>
                  <a:lnTo>
                    <a:pt x="732" y="1541"/>
                  </a:lnTo>
                  <a:lnTo>
                    <a:pt x="771" y="1442"/>
                  </a:lnTo>
                  <a:lnTo>
                    <a:pt x="811" y="1383"/>
                  </a:lnTo>
                  <a:lnTo>
                    <a:pt x="870" y="1324"/>
                  </a:lnTo>
                  <a:lnTo>
                    <a:pt x="811" y="1442"/>
                  </a:lnTo>
                  <a:lnTo>
                    <a:pt x="791" y="1482"/>
                  </a:lnTo>
                  <a:lnTo>
                    <a:pt x="761" y="1541"/>
                  </a:lnTo>
                  <a:lnTo>
                    <a:pt x="771" y="1521"/>
                  </a:lnTo>
                  <a:lnTo>
                    <a:pt x="791" y="1501"/>
                  </a:lnTo>
                  <a:lnTo>
                    <a:pt x="791" y="1541"/>
                  </a:lnTo>
                  <a:lnTo>
                    <a:pt x="830" y="1521"/>
                  </a:lnTo>
                  <a:lnTo>
                    <a:pt x="830" y="1482"/>
                  </a:lnTo>
                  <a:lnTo>
                    <a:pt x="850" y="1462"/>
                  </a:lnTo>
                  <a:lnTo>
                    <a:pt x="850" y="1482"/>
                  </a:lnTo>
                  <a:lnTo>
                    <a:pt x="850" y="1501"/>
                  </a:lnTo>
                  <a:lnTo>
                    <a:pt x="870" y="1482"/>
                  </a:lnTo>
                  <a:lnTo>
                    <a:pt x="890" y="1482"/>
                  </a:lnTo>
                  <a:lnTo>
                    <a:pt x="909" y="1462"/>
                  </a:lnTo>
                  <a:lnTo>
                    <a:pt x="890" y="1462"/>
                  </a:lnTo>
                  <a:lnTo>
                    <a:pt x="890" y="1442"/>
                  </a:lnTo>
                  <a:lnTo>
                    <a:pt x="909" y="1383"/>
                  </a:lnTo>
                  <a:lnTo>
                    <a:pt x="949" y="1343"/>
                  </a:lnTo>
                  <a:lnTo>
                    <a:pt x="969" y="1324"/>
                  </a:lnTo>
                  <a:lnTo>
                    <a:pt x="988" y="1324"/>
                  </a:lnTo>
                  <a:lnTo>
                    <a:pt x="988" y="1304"/>
                  </a:lnTo>
                  <a:lnTo>
                    <a:pt x="1008" y="1284"/>
                  </a:lnTo>
                  <a:lnTo>
                    <a:pt x="988" y="1363"/>
                  </a:lnTo>
                  <a:lnTo>
                    <a:pt x="1008" y="1343"/>
                  </a:lnTo>
                  <a:lnTo>
                    <a:pt x="988" y="1383"/>
                  </a:lnTo>
                  <a:lnTo>
                    <a:pt x="988" y="1403"/>
                  </a:lnTo>
                  <a:lnTo>
                    <a:pt x="1008" y="1383"/>
                  </a:lnTo>
                  <a:lnTo>
                    <a:pt x="1008" y="1383"/>
                  </a:lnTo>
                  <a:lnTo>
                    <a:pt x="988" y="1422"/>
                  </a:lnTo>
                  <a:lnTo>
                    <a:pt x="969" y="1482"/>
                  </a:lnTo>
                  <a:lnTo>
                    <a:pt x="1008" y="1422"/>
                  </a:lnTo>
                  <a:lnTo>
                    <a:pt x="1008" y="1442"/>
                  </a:lnTo>
                  <a:lnTo>
                    <a:pt x="1048" y="1403"/>
                  </a:lnTo>
                  <a:lnTo>
                    <a:pt x="1067" y="1343"/>
                  </a:lnTo>
                  <a:lnTo>
                    <a:pt x="1087" y="1284"/>
                  </a:lnTo>
                  <a:lnTo>
                    <a:pt x="1127" y="1284"/>
                  </a:lnTo>
                  <a:lnTo>
                    <a:pt x="1127" y="1324"/>
                  </a:lnTo>
                  <a:lnTo>
                    <a:pt x="1107" y="1363"/>
                  </a:lnTo>
                  <a:lnTo>
                    <a:pt x="1087" y="1383"/>
                  </a:lnTo>
                  <a:lnTo>
                    <a:pt x="1087" y="1422"/>
                  </a:lnTo>
                  <a:lnTo>
                    <a:pt x="1067" y="1482"/>
                  </a:lnTo>
                  <a:lnTo>
                    <a:pt x="1087" y="1442"/>
                  </a:lnTo>
                  <a:lnTo>
                    <a:pt x="1107" y="1422"/>
                  </a:lnTo>
                  <a:lnTo>
                    <a:pt x="1107" y="1422"/>
                  </a:lnTo>
                  <a:lnTo>
                    <a:pt x="1067" y="1521"/>
                  </a:lnTo>
                  <a:lnTo>
                    <a:pt x="1067" y="1541"/>
                  </a:lnTo>
                  <a:lnTo>
                    <a:pt x="1087" y="1501"/>
                  </a:lnTo>
                  <a:lnTo>
                    <a:pt x="1107" y="1462"/>
                  </a:lnTo>
                  <a:lnTo>
                    <a:pt x="1127" y="1442"/>
                  </a:lnTo>
                  <a:lnTo>
                    <a:pt x="1107" y="1482"/>
                  </a:lnTo>
                  <a:lnTo>
                    <a:pt x="1127" y="1482"/>
                  </a:lnTo>
                  <a:lnTo>
                    <a:pt x="1127" y="1501"/>
                  </a:lnTo>
                  <a:lnTo>
                    <a:pt x="1140" y="1462"/>
                  </a:lnTo>
                  <a:lnTo>
                    <a:pt x="1127" y="1462"/>
                  </a:lnTo>
                  <a:lnTo>
                    <a:pt x="1146" y="1422"/>
                  </a:lnTo>
                  <a:lnTo>
                    <a:pt x="1166" y="1403"/>
                  </a:lnTo>
                  <a:lnTo>
                    <a:pt x="1206" y="1403"/>
                  </a:lnTo>
                  <a:lnTo>
                    <a:pt x="1225" y="1363"/>
                  </a:lnTo>
                  <a:lnTo>
                    <a:pt x="1206" y="1422"/>
                  </a:lnTo>
                  <a:lnTo>
                    <a:pt x="1186" y="1482"/>
                  </a:lnTo>
                  <a:lnTo>
                    <a:pt x="1206" y="1462"/>
                  </a:lnTo>
                  <a:lnTo>
                    <a:pt x="1186" y="1541"/>
                  </a:lnTo>
                  <a:lnTo>
                    <a:pt x="1166" y="1600"/>
                  </a:lnTo>
                  <a:lnTo>
                    <a:pt x="1186" y="1600"/>
                  </a:lnTo>
                  <a:lnTo>
                    <a:pt x="1206" y="1521"/>
                  </a:lnTo>
                  <a:lnTo>
                    <a:pt x="1225" y="1501"/>
                  </a:lnTo>
                  <a:lnTo>
                    <a:pt x="1225" y="1521"/>
                  </a:lnTo>
                  <a:lnTo>
                    <a:pt x="1245" y="1442"/>
                  </a:lnTo>
                  <a:lnTo>
                    <a:pt x="1245" y="1501"/>
                  </a:lnTo>
                  <a:lnTo>
                    <a:pt x="1225" y="1541"/>
                  </a:lnTo>
                  <a:lnTo>
                    <a:pt x="1225" y="1580"/>
                  </a:lnTo>
                  <a:lnTo>
                    <a:pt x="1245" y="1541"/>
                  </a:lnTo>
                  <a:lnTo>
                    <a:pt x="1265" y="1501"/>
                  </a:lnTo>
                  <a:lnTo>
                    <a:pt x="1265" y="1501"/>
                  </a:lnTo>
                  <a:lnTo>
                    <a:pt x="1285" y="1521"/>
                  </a:lnTo>
                  <a:lnTo>
                    <a:pt x="1285" y="1501"/>
                  </a:lnTo>
                  <a:lnTo>
                    <a:pt x="1324" y="1442"/>
                  </a:lnTo>
                  <a:lnTo>
                    <a:pt x="1324" y="1422"/>
                  </a:lnTo>
                  <a:lnTo>
                    <a:pt x="1344" y="1363"/>
                  </a:lnTo>
                  <a:lnTo>
                    <a:pt x="1344" y="1403"/>
                  </a:lnTo>
                  <a:lnTo>
                    <a:pt x="1324" y="1462"/>
                  </a:lnTo>
                  <a:lnTo>
                    <a:pt x="1364" y="1422"/>
                  </a:lnTo>
                  <a:lnTo>
                    <a:pt x="1384" y="1403"/>
                  </a:lnTo>
                  <a:lnTo>
                    <a:pt x="1403" y="1363"/>
                  </a:lnTo>
                  <a:lnTo>
                    <a:pt x="1423" y="1324"/>
                  </a:lnTo>
                  <a:lnTo>
                    <a:pt x="1403" y="1403"/>
                  </a:lnTo>
                  <a:lnTo>
                    <a:pt x="1384" y="1442"/>
                  </a:lnTo>
                  <a:lnTo>
                    <a:pt x="1364" y="1501"/>
                  </a:lnTo>
                  <a:lnTo>
                    <a:pt x="1364" y="1521"/>
                  </a:lnTo>
                  <a:lnTo>
                    <a:pt x="1324" y="1580"/>
                  </a:lnTo>
                  <a:lnTo>
                    <a:pt x="1344" y="1561"/>
                  </a:lnTo>
                  <a:lnTo>
                    <a:pt x="1364" y="1541"/>
                  </a:lnTo>
                  <a:lnTo>
                    <a:pt x="1364" y="1561"/>
                  </a:lnTo>
                  <a:lnTo>
                    <a:pt x="1384" y="1501"/>
                  </a:lnTo>
                  <a:lnTo>
                    <a:pt x="1403" y="1442"/>
                  </a:lnTo>
                  <a:lnTo>
                    <a:pt x="1403" y="1442"/>
                  </a:lnTo>
                  <a:lnTo>
                    <a:pt x="1384" y="1521"/>
                  </a:lnTo>
                  <a:lnTo>
                    <a:pt x="1403" y="1521"/>
                  </a:lnTo>
                  <a:lnTo>
                    <a:pt x="1403" y="1501"/>
                  </a:lnTo>
                  <a:lnTo>
                    <a:pt x="1443" y="1422"/>
                  </a:lnTo>
                  <a:lnTo>
                    <a:pt x="1463" y="1363"/>
                  </a:lnTo>
                  <a:lnTo>
                    <a:pt x="1482" y="1343"/>
                  </a:lnTo>
                  <a:lnTo>
                    <a:pt x="1502" y="1304"/>
                  </a:lnTo>
                  <a:lnTo>
                    <a:pt x="1482" y="1324"/>
                  </a:lnTo>
                  <a:lnTo>
                    <a:pt x="1482" y="1324"/>
                  </a:lnTo>
                  <a:lnTo>
                    <a:pt x="1502" y="1284"/>
                  </a:lnTo>
                  <a:lnTo>
                    <a:pt x="1522" y="1264"/>
                  </a:lnTo>
                  <a:lnTo>
                    <a:pt x="1502" y="1363"/>
                  </a:lnTo>
                  <a:lnTo>
                    <a:pt x="1443" y="1482"/>
                  </a:lnTo>
                  <a:lnTo>
                    <a:pt x="1384" y="1620"/>
                  </a:lnTo>
                  <a:lnTo>
                    <a:pt x="1384" y="1620"/>
                  </a:lnTo>
                  <a:lnTo>
                    <a:pt x="1403" y="1600"/>
                  </a:lnTo>
                  <a:lnTo>
                    <a:pt x="1423" y="1620"/>
                  </a:lnTo>
                  <a:lnTo>
                    <a:pt x="1423" y="1640"/>
                  </a:lnTo>
                  <a:lnTo>
                    <a:pt x="1463" y="1561"/>
                  </a:lnTo>
                  <a:lnTo>
                    <a:pt x="1487" y="1499"/>
                  </a:lnTo>
                  <a:lnTo>
                    <a:pt x="1487" y="1499"/>
                  </a:lnTo>
                  <a:lnTo>
                    <a:pt x="1482" y="1501"/>
                  </a:lnTo>
                  <a:lnTo>
                    <a:pt x="1488" y="1498"/>
                  </a:lnTo>
                  <a:lnTo>
                    <a:pt x="1488" y="1498"/>
                  </a:lnTo>
                  <a:lnTo>
                    <a:pt x="1502" y="1462"/>
                  </a:lnTo>
                  <a:lnTo>
                    <a:pt x="1522" y="1462"/>
                  </a:lnTo>
                  <a:lnTo>
                    <a:pt x="1522" y="1475"/>
                  </a:lnTo>
                  <a:lnTo>
                    <a:pt x="1542" y="1462"/>
                  </a:lnTo>
                  <a:lnTo>
                    <a:pt x="1561" y="1442"/>
                  </a:lnTo>
                  <a:lnTo>
                    <a:pt x="1581" y="1403"/>
                  </a:lnTo>
                  <a:lnTo>
                    <a:pt x="1621" y="1324"/>
                  </a:lnTo>
                  <a:lnTo>
                    <a:pt x="1640" y="1304"/>
                  </a:lnTo>
                  <a:lnTo>
                    <a:pt x="1660" y="1245"/>
                  </a:lnTo>
                  <a:lnTo>
                    <a:pt x="1680" y="1264"/>
                  </a:lnTo>
                  <a:lnTo>
                    <a:pt x="1640" y="1304"/>
                  </a:lnTo>
                  <a:lnTo>
                    <a:pt x="1660" y="1324"/>
                  </a:lnTo>
                  <a:lnTo>
                    <a:pt x="1680" y="1304"/>
                  </a:lnTo>
                  <a:lnTo>
                    <a:pt x="1640" y="1363"/>
                  </a:lnTo>
                  <a:lnTo>
                    <a:pt x="1621" y="1383"/>
                  </a:lnTo>
                  <a:lnTo>
                    <a:pt x="1621" y="1403"/>
                  </a:lnTo>
                  <a:lnTo>
                    <a:pt x="1581" y="1501"/>
                  </a:lnTo>
                  <a:lnTo>
                    <a:pt x="1601" y="1462"/>
                  </a:lnTo>
                  <a:lnTo>
                    <a:pt x="1640" y="1403"/>
                  </a:lnTo>
                  <a:lnTo>
                    <a:pt x="1621" y="1482"/>
                  </a:lnTo>
                  <a:lnTo>
                    <a:pt x="1640" y="1482"/>
                  </a:lnTo>
                  <a:lnTo>
                    <a:pt x="1660" y="1442"/>
                  </a:lnTo>
                  <a:lnTo>
                    <a:pt x="1700" y="1363"/>
                  </a:lnTo>
                  <a:lnTo>
                    <a:pt x="1719" y="1324"/>
                  </a:lnTo>
                  <a:lnTo>
                    <a:pt x="1739" y="1304"/>
                  </a:lnTo>
                  <a:lnTo>
                    <a:pt x="1759" y="1264"/>
                  </a:lnTo>
                  <a:lnTo>
                    <a:pt x="1739" y="1245"/>
                  </a:lnTo>
                  <a:lnTo>
                    <a:pt x="1779" y="1166"/>
                  </a:lnTo>
                  <a:lnTo>
                    <a:pt x="1818" y="1106"/>
                  </a:lnTo>
                  <a:lnTo>
                    <a:pt x="1877" y="1027"/>
                  </a:lnTo>
                  <a:lnTo>
                    <a:pt x="1858" y="1087"/>
                  </a:lnTo>
                  <a:lnTo>
                    <a:pt x="1877" y="1047"/>
                  </a:lnTo>
                  <a:lnTo>
                    <a:pt x="1877" y="1067"/>
                  </a:lnTo>
                  <a:lnTo>
                    <a:pt x="1897" y="1067"/>
                  </a:lnTo>
                  <a:lnTo>
                    <a:pt x="1917" y="1027"/>
                  </a:lnTo>
                  <a:lnTo>
                    <a:pt x="1937" y="948"/>
                  </a:lnTo>
                  <a:lnTo>
                    <a:pt x="1937" y="988"/>
                  </a:lnTo>
                  <a:lnTo>
                    <a:pt x="1917" y="1047"/>
                  </a:lnTo>
                  <a:lnTo>
                    <a:pt x="1917" y="1067"/>
                  </a:lnTo>
                  <a:lnTo>
                    <a:pt x="1858" y="1205"/>
                  </a:lnTo>
                  <a:lnTo>
                    <a:pt x="1877" y="1185"/>
                  </a:lnTo>
                  <a:lnTo>
                    <a:pt x="1779" y="1363"/>
                  </a:lnTo>
                  <a:lnTo>
                    <a:pt x="1798" y="1403"/>
                  </a:lnTo>
                  <a:lnTo>
                    <a:pt x="1798" y="1422"/>
                  </a:lnTo>
                  <a:lnTo>
                    <a:pt x="1818" y="1403"/>
                  </a:lnTo>
                  <a:lnTo>
                    <a:pt x="1759" y="1541"/>
                  </a:lnTo>
                  <a:lnTo>
                    <a:pt x="1779" y="1521"/>
                  </a:lnTo>
                  <a:lnTo>
                    <a:pt x="1779" y="1541"/>
                  </a:lnTo>
                  <a:lnTo>
                    <a:pt x="1759" y="1600"/>
                  </a:lnTo>
                  <a:lnTo>
                    <a:pt x="1798" y="1541"/>
                  </a:lnTo>
                  <a:lnTo>
                    <a:pt x="1818" y="1462"/>
                  </a:lnTo>
                  <a:lnTo>
                    <a:pt x="1818" y="1482"/>
                  </a:lnTo>
                  <a:lnTo>
                    <a:pt x="1838" y="1462"/>
                  </a:lnTo>
                  <a:lnTo>
                    <a:pt x="1838" y="1403"/>
                  </a:lnTo>
                  <a:lnTo>
                    <a:pt x="1877" y="1403"/>
                  </a:lnTo>
                  <a:lnTo>
                    <a:pt x="1877" y="1442"/>
                  </a:lnTo>
                  <a:lnTo>
                    <a:pt x="1858" y="1482"/>
                  </a:lnTo>
                  <a:lnTo>
                    <a:pt x="1838" y="1501"/>
                  </a:lnTo>
                  <a:lnTo>
                    <a:pt x="1838" y="1541"/>
                  </a:lnTo>
                  <a:lnTo>
                    <a:pt x="1825" y="1554"/>
                  </a:lnTo>
                  <a:lnTo>
                    <a:pt x="1825" y="1554"/>
                  </a:lnTo>
                  <a:lnTo>
                    <a:pt x="1838" y="1580"/>
                  </a:lnTo>
                  <a:lnTo>
                    <a:pt x="1818" y="1620"/>
                  </a:lnTo>
                  <a:lnTo>
                    <a:pt x="1877" y="1541"/>
                  </a:lnTo>
                  <a:lnTo>
                    <a:pt x="1858" y="1600"/>
                  </a:lnTo>
                  <a:lnTo>
                    <a:pt x="1838" y="1660"/>
                  </a:lnTo>
                  <a:lnTo>
                    <a:pt x="1877" y="1580"/>
                  </a:lnTo>
                  <a:lnTo>
                    <a:pt x="1897" y="1541"/>
                  </a:lnTo>
                  <a:lnTo>
                    <a:pt x="1937" y="1501"/>
                  </a:lnTo>
                  <a:lnTo>
                    <a:pt x="1956" y="1442"/>
                  </a:lnTo>
                  <a:lnTo>
                    <a:pt x="1956" y="1462"/>
                  </a:lnTo>
                  <a:lnTo>
                    <a:pt x="1976" y="1422"/>
                  </a:lnTo>
                  <a:lnTo>
                    <a:pt x="1976" y="1383"/>
                  </a:lnTo>
                  <a:lnTo>
                    <a:pt x="1996" y="1383"/>
                  </a:lnTo>
                  <a:lnTo>
                    <a:pt x="1996" y="1403"/>
                  </a:lnTo>
                  <a:lnTo>
                    <a:pt x="1917" y="1580"/>
                  </a:lnTo>
                  <a:lnTo>
                    <a:pt x="1956" y="1521"/>
                  </a:lnTo>
                  <a:lnTo>
                    <a:pt x="1976" y="1482"/>
                  </a:lnTo>
                  <a:lnTo>
                    <a:pt x="1996" y="1462"/>
                  </a:lnTo>
                  <a:lnTo>
                    <a:pt x="2016" y="1442"/>
                  </a:lnTo>
                  <a:lnTo>
                    <a:pt x="2055" y="1343"/>
                  </a:lnTo>
                  <a:lnTo>
                    <a:pt x="2055" y="1383"/>
                  </a:lnTo>
                  <a:lnTo>
                    <a:pt x="2016" y="1482"/>
                  </a:lnTo>
                  <a:lnTo>
                    <a:pt x="2035" y="1482"/>
                  </a:lnTo>
                  <a:lnTo>
                    <a:pt x="1996" y="1600"/>
                  </a:lnTo>
                  <a:lnTo>
                    <a:pt x="2016" y="1580"/>
                  </a:lnTo>
                  <a:lnTo>
                    <a:pt x="2035" y="1541"/>
                  </a:lnTo>
                  <a:lnTo>
                    <a:pt x="2035" y="1521"/>
                  </a:lnTo>
                  <a:lnTo>
                    <a:pt x="2055" y="1482"/>
                  </a:lnTo>
                  <a:lnTo>
                    <a:pt x="2075" y="1403"/>
                  </a:lnTo>
                  <a:lnTo>
                    <a:pt x="2095" y="1324"/>
                  </a:lnTo>
                  <a:lnTo>
                    <a:pt x="2095" y="1284"/>
                  </a:lnTo>
                  <a:lnTo>
                    <a:pt x="2095" y="1245"/>
                  </a:lnTo>
                  <a:lnTo>
                    <a:pt x="2055" y="1324"/>
                  </a:lnTo>
                  <a:lnTo>
                    <a:pt x="2035" y="1383"/>
                  </a:lnTo>
                  <a:lnTo>
                    <a:pt x="2016" y="1383"/>
                  </a:lnTo>
                  <a:lnTo>
                    <a:pt x="2035" y="1343"/>
                  </a:lnTo>
                  <a:lnTo>
                    <a:pt x="2055" y="1304"/>
                  </a:lnTo>
                  <a:lnTo>
                    <a:pt x="2095" y="1225"/>
                  </a:lnTo>
                  <a:lnTo>
                    <a:pt x="2154" y="1106"/>
                  </a:lnTo>
                  <a:lnTo>
                    <a:pt x="2213" y="1027"/>
                  </a:lnTo>
                  <a:lnTo>
                    <a:pt x="2233" y="968"/>
                  </a:lnTo>
                  <a:lnTo>
                    <a:pt x="2238" y="968"/>
                  </a:lnTo>
                  <a:lnTo>
                    <a:pt x="2253" y="909"/>
                  </a:lnTo>
                  <a:lnTo>
                    <a:pt x="2253" y="889"/>
                  </a:lnTo>
                  <a:lnTo>
                    <a:pt x="2233" y="909"/>
                  </a:lnTo>
                  <a:lnTo>
                    <a:pt x="2272" y="850"/>
                  </a:lnTo>
                  <a:lnTo>
                    <a:pt x="2272" y="830"/>
                  </a:lnTo>
                  <a:lnTo>
                    <a:pt x="2272" y="810"/>
                  </a:lnTo>
                  <a:lnTo>
                    <a:pt x="2233" y="889"/>
                  </a:lnTo>
                  <a:lnTo>
                    <a:pt x="2233" y="869"/>
                  </a:lnTo>
                  <a:lnTo>
                    <a:pt x="2213" y="869"/>
                  </a:lnTo>
                  <a:lnTo>
                    <a:pt x="2193" y="889"/>
                  </a:lnTo>
                  <a:lnTo>
                    <a:pt x="2174" y="909"/>
                  </a:lnTo>
                  <a:lnTo>
                    <a:pt x="2154" y="948"/>
                  </a:lnTo>
                  <a:lnTo>
                    <a:pt x="2134" y="968"/>
                  </a:lnTo>
                  <a:lnTo>
                    <a:pt x="2114" y="968"/>
                  </a:lnTo>
                  <a:lnTo>
                    <a:pt x="2134" y="929"/>
                  </a:lnTo>
                  <a:lnTo>
                    <a:pt x="2075" y="988"/>
                  </a:lnTo>
                  <a:lnTo>
                    <a:pt x="2055" y="1087"/>
                  </a:lnTo>
                  <a:lnTo>
                    <a:pt x="2035" y="1126"/>
                  </a:lnTo>
                  <a:lnTo>
                    <a:pt x="2035" y="1106"/>
                  </a:lnTo>
                  <a:lnTo>
                    <a:pt x="2035" y="1067"/>
                  </a:lnTo>
                  <a:lnTo>
                    <a:pt x="2095" y="929"/>
                  </a:lnTo>
                  <a:lnTo>
                    <a:pt x="2035" y="1008"/>
                  </a:lnTo>
                  <a:lnTo>
                    <a:pt x="2075" y="909"/>
                  </a:lnTo>
                  <a:lnTo>
                    <a:pt x="2114" y="869"/>
                  </a:lnTo>
                  <a:lnTo>
                    <a:pt x="2114" y="889"/>
                  </a:lnTo>
                  <a:lnTo>
                    <a:pt x="2134" y="869"/>
                  </a:lnTo>
                  <a:lnTo>
                    <a:pt x="2134" y="889"/>
                  </a:lnTo>
                  <a:lnTo>
                    <a:pt x="2154" y="830"/>
                  </a:lnTo>
                  <a:lnTo>
                    <a:pt x="2174" y="830"/>
                  </a:lnTo>
                  <a:lnTo>
                    <a:pt x="2193" y="790"/>
                  </a:lnTo>
                  <a:lnTo>
                    <a:pt x="2193" y="751"/>
                  </a:lnTo>
                  <a:lnTo>
                    <a:pt x="2213" y="711"/>
                  </a:lnTo>
                  <a:lnTo>
                    <a:pt x="2193" y="731"/>
                  </a:lnTo>
                  <a:lnTo>
                    <a:pt x="2233" y="613"/>
                  </a:lnTo>
                  <a:lnTo>
                    <a:pt x="2253" y="613"/>
                  </a:lnTo>
                  <a:lnTo>
                    <a:pt x="2253" y="593"/>
                  </a:lnTo>
                  <a:lnTo>
                    <a:pt x="2253" y="573"/>
                  </a:lnTo>
                  <a:lnTo>
                    <a:pt x="2154" y="751"/>
                  </a:lnTo>
                  <a:lnTo>
                    <a:pt x="2134" y="771"/>
                  </a:lnTo>
                  <a:lnTo>
                    <a:pt x="2114" y="751"/>
                  </a:lnTo>
                  <a:lnTo>
                    <a:pt x="2154" y="711"/>
                  </a:lnTo>
                  <a:lnTo>
                    <a:pt x="2193" y="632"/>
                  </a:lnTo>
                  <a:lnTo>
                    <a:pt x="2174" y="652"/>
                  </a:lnTo>
                  <a:lnTo>
                    <a:pt x="2174" y="632"/>
                  </a:lnTo>
                  <a:lnTo>
                    <a:pt x="2154" y="672"/>
                  </a:lnTo>
                  <a:lnTo>
                    <a:pt x="2154" y="652"/>
                  </a:lnTo>
                  <a:lnTo>
                    <a:pt x="2174" y="573"/>
                  </a:lnTo>
                  <a:lnTo>
                    <a:pt x="2193" y="593"/>
                  </a:lnTo>
                  <a:lnTo>
                    <a:pt x="2213" y="534"/>
                  </a:lnTo>
                  <a:lnTo>
                    <a:pt x="2213" y="553"/>
                  </a:lnTo>
                  <a:lnTo>
                    <a:pt x="2233" y="494"/>
                  </a:lnTo>
                  <a:lnTo>
                    <a:pt x="2213" y="494"/>
                  </a:lnTo>
                  <a:lnTo>
                    <a:pt x="2213" y="514"/>
                  </a:lnTo>
                  <a:lnTo>
                    <a:pt x="2193" y="514"/>
                  </a:lnTo>
                  <a:lnTo>
                    <a:pt x="2233" y="435"/>
                  </a:lnTo>
                  <a:lnTo>
                    <a:pt x="2233" y="415"/>
                  </a:lnTo>
                  <a:lnTo>
                    <a:pt x="2213" y="395"/>
                  </a:lnTo>
                  <a:lnTo>
                    <a:pt x="2193" y="395"/>
                  </a:lnTo>
                  <a:lnTo>
                    <a:pt x="2174" y="455"/>
                  </a:lnTo>
                  <a:lnTo>
                    <a:pt x="2114" y="534"/>
                  </a:lnTo>
                  <a:lnTo>
                    <a:pt x="2154" y="435"/>
                  </a:lnTo>
                  <a:lnTo>
                    <a:pt x="2154" y="376"/>
                  </a:lnTo>
                  <a:lnTo>
                    <a:pt x="2144" y="405"/>
                  </a:lnTo>
                  <a:lnTo>
                    <a:pt x="2144" y="405"/>
                  </a:lnTo>
                  <a:lnTo>
                    <a:pt x="2134" y="415"/>
                  </a:lnTo>
                  <a:lnTo>
                    <a:pt x="2114" y="455"/>
                  </a:lnTo>
                  <a:lnTo>
                    <a:pt x="2114" y="455"/>
                  </a:lnTo>
                  <a:lnTo>
                    <a:pt x="2141" y="415"/>
                  </a:lnTo>
                  <a:lnTo>
                    <a:pt x="2141" y="415"/>
                  </a:lnTo>
                  <a:lnTo>
                    <a:pt x="2134" y="435"/>
                  </a:lnTo>
                  <a:lnTo>
                    <a:pt x="2114" y="494"/>
                  </a:lnTo>
                  <a:lnTo>
                    <a:pt x="2075" y="553"/>
                  </a:lnTo>
                  <a:lnTo>
                    <a:pt x="2055" y="553"/>
                  </a:lnTo>
                  <a:lnTo>
                    <a:pt x="2095" y="494"/>
                  </a:lnTo>
                  <a:lnTo>
                    <a:pt x="2114" y="474"/>
                  </a:lnTo>
                  <a:lnTo>
                    <a:pt x="2114" y="455"/>
                  </a:lnTo>
                  <a:lnTo>
                    <a:pt x="2114" y="435"/>
                  </a:lnTo>
                  <a:lnTo>
                    <a:pt x="2114" y="356"/>
                  </a:lnTo>
                  <a:lnTo>
                    <a:pt x="2075" y="415"/>
                  </a:lnTo>
                  <a:lnTo>
                    <a:pt x="2055" y="455"/>
                  </a:lnTo>
                  <a:lnTo>
                    <a:pt x="2075" y="435"/>
                  </a:lnTo>
                  <a:lnTo>
                    <a:pt x="2075" y="455"/>
                  </a:lnTo>
                  <a:lnTo>
                    <a:pt x="2035" y="534"/>
                  </a:lnTo>
                  <a:lnTo>
                    <a:pt x="2035" y="494"/>
                  </a:lnTo>
                  <a:lnTo>
                    <a:pt x="2035" y="455"/>
                  </a:lnTo>
                  <a:lnTo>
                    <a:pt x="2055" y="415"/>
                  </a:lnTo>
                  <a:lnTo>
                    <a:pt x="2055" y="435"/>
                  </a:lnTo>
                  <a:lnTo>
                    <a:pt x="2075" y="395"/>
                  </a:lnTo>
                  <a:lnTo>
                    <a:pt x="2035" y="395"/>
                  </a:lnTo>
                  <a:lnTo>
                    <a:pt x="2035" y="376"/>
                  </a:lnTo>
                  <a:lnTo>
                    <a:pt x="2035" y="356"/>
                  </a:lnTo>
                  <a:lnTo>
                    <a:pt x="1996" y="415"/>
                  </a:lnTo>
                  <a:lnTo>
                    <a:pt x="1976" y="494"/>
                  </a:lnTo>
                  <a:lnTo>
                    <a:pt x="1976" y="455"/>
                  </a:lnTo>
                  <a:lnTo>
                    <a:pt x="1996" y="415"/>
                  </a:lnTo>
                  <a:lnTo>
                    <a:pt x="1996" y="395"/>
                  </a:lnTo>
                  <a:lnTo>
                    <a:pt x="1976" y="395"/>
                  </a:lnTo>
                  <a:lnTo>
                    <a:pt x="1996" y="356"/>
                  </a:lnTo>
                  <a:lnTo>
                    <a:pt x="1956" y="395"/>
                  </a:lnTo>
                  <a:lnTo>
                    <a:pt x="1976" y="356"/>
                  </a:lnTo>
                  <a:lnTo>
                    <a:pt x="1976" y="336"/>
                  </a:lnTo>
                  <a:lnTo>
                    <a:pt x="1956" y="336"/>
                  </a:lnTo>
                  <a:lnTo>
                    <a:pt x="1917" y="376"/>
                  </a:lnTo>
                  <a:lnTo>
                    <a:pt x="1897" y="415"/>
                  </a:lnTo>
                  <a:lnTo>
                    <a:pt x="1858" y="435"/>
                  </a:lnTo>
                  <a:lnTo>
                    <a:pt x="1858" y="435"/>
                  </a:lnTo>
                  <a:lnTo>
                    <a:pt x="1917" y="356"/>
                  </a:lnTo>
                  <a:lnTo>
                    <a:pt x="1937" y="316"/>
                  </a:lnTo>
                  <a:lnTo>
                    <a:pt x="1937" y="297"/>
                  </a:lnTo>
                  <a:lnTo>
                    <a:pt x="1917" y="297"/>
                  </a:lnTo>
                  <a:lnTo>
                    <a:pt x="1897" y="316"/>
                  </a:lnTo>
                  <a:lnTo>
                    <a:pt x="1858" y="376"/>
                  </a:lnTo>
                  <a:lnTo>
                    <a:pt x="1858" y="376"/>
                  </a:lnTo>
                  <a:lnTo>
                    <a:pt x="1877" y="316"/>
                  </a:lnTo>
                  <a:lnTo>
                    <a:pt x="1838" y="376"/>
                  </a:lnTo>
                  <a:lnTo>
                    <a:pt x="1818" y="376"/>
                  </a:lnTo>
                  <a:lnTo>
                    <a:pt x="1838" y="336"/>
                  </a:lnTo>
                  <a:lnTo>
                    <a:pt x="1798" y="395"/>
                  </a:lnTo>
                  <a:lnTo>
                    <a:pt x="1759" y="474"/>
                  </a:lnTo>
                  <a:lnTo>
                    <a:pt x="1759" y="514"/>
                  </a:lnTo>
                  <a:lnTo>
                    <a:pt x="1779" y="494"/>
                  </a:lnTo>
                  <a:lnTo>
                    <a:pt x="1798" y="474"/>
                  </a:lnTo>
                  <a:lnTo>
                    <a:pt x="1798" y="474"/>
                  </a:lnTo>
                  <a:lnTo>
                    <a:pt x="1779" y="534"/>
                  </a:lnTo>
                  <a:lnTo>
                    <a:pt x="1759" y="613"/>
                  </a:lnTo>
                  <a:lnTo>
                    <a:pt x="1759" y="573"/>
                  </a:lnTo>
                  <a:lnTo>
                    <a:pt x="1739" y="613"/>
                  </a:lnTo>
                  <a:lnTo>
                    <a:pt x="1739" y="652"/>
                  </a:lnTo>
                  <a:lnTo>
                    <a:pt x="1680" y="711"/>
                  </a:lnTo>
                  <a:lnTo>
                    <a:pt x="1700" y="672"/>
                  </a:lnTo>
                  <a:lnTo>
                    <a:pt x="1719" y="632"/>
                  </a:lnTo>
                  <a:lnTo>
                    <a:pt x="1739" y="553"/>
                  </a:lnTo>
                  <a:lnTo>
                    <a:pt x="1719" y="593"/>
                  </a:lnTo>
                  <a:lnTo>
                    <a:pt x="1680" y="692"/>
                  </a:lnTo>
                  <a:lnTo>
                    <a:pt x="1660" y="731"/>
                  </a:lnTo>
                  <a:lnTo>
                    <a:pt x="1660" y="711"/>
                  </a:lnTo>
                  <a:lnTo>
                    <a:pt x="1660" y="672"/>
                  </a:lnTo>
                  <a:lnTo>
                    <a:pt x="1621" y="692"/>
                  </a:lnTo>
                  <a:lnTo>
                    <a:pt x="1660" y="632"/>
                  </a:lnTo>
                  <a:lnTo>
                    <a:pt x="1660" y="652"/>
                  </a:lnTo>
                  <a:lnTo>
                    <a:pt x="1680" y="613"/>
                  </a:lnTo>
                  <a:lnTo>
                    <a:pt x="1700" y="573"/>
                  </a:lnTo>
                  <a:lnTo>
                    <a:pt x="1719" y="514"/>
                  </a:lnTo>
                  <a:lnTo>
                    <a:pt x="1739" y="455"/>
                  </a:lnTo>
                  <a:lnTo>
                    <a:pt x="1798" y="356"/>
                  </a:lnTo>
                  <a:lnTo>
                    <a:pt x="1798" y="316"/>
                  </a:lnTo>
                  <a:lnTo>
                    <a:pt x="1779" y="336"/>
                  </a:lnTo>
                  <a:lnTo>
                    <a:pt x="1759" y="336"/>
                  </a:lnTo>
                  <a:lnTo>
                    <a:pt x="1739" y="376"/>
                  </a:lnTo>
                  <a:lnTo>
                    <a:pt x="1759" y="316"/>
                  </a:lnTo>
                  <a:lnTo>
                    <a:pt x="1739" y="316"/>
                  </a:lnTo>
                  <a:lnTo>
                    <a:pt x="1700" y="356"/>
                  </a:lnTo>
                  <a:lnTo>
                    <a:pt x="1700" y="356"/>
                  </a:lnTo>
                  <a:lnTo>
                    <a:pt x="1719" y="277"/>
                  </a:lnTo>
                  <a:lnTo>
                    <a:pt x="1700" y="277"/>
                  </a:lnTo>
                  <a:lnTo>
                    <a:pt x="1660" y="316"/>
                  </a:lnTo>
                  <a:lnTo>
                    <a:pt x="1621" y="356"/>
                  </a:lnTo>
                  <a:lnTo>
                    <a:pt x="1601" y="336"/>
                  </a:lnTo>
                  <a:lnTo>
                    <a:pt x="1601" y="277"/>
                  </a:lnTo>
                  <a:lnTo>
                    <a:pt x="1581" y="297"/>
                  </a:lnTo>
                  <a:lnTo>
                    <a:pt x="1561" y="297"/>
                  </a:lnTo>
                  <a:lnTo>
                    <a:pt x="1581" y="257"/>
                  </a:lnTo>
                  <a:lnTo>
                    <a:pt x="1581" y="237"/>
                  </a:lnTo>
                  <a:lnTo>
                    <a:pt x="1561" y="257"/>
                  </a:lnTo>
                  <a:lnTo>
                    <a:pt x="1542" y="277"/>
                  </a:lnTo>
                  <a:lnTo>
                    <a:pt x="1502" y="356"/>
                  </a:lnTo>
                  <a:lnTo>
                    <a:pt x="1542" y="257"/>
                  </a:lnTo>
                  <a:lnTo>
                    <a:pt x="1542" y="257"/>
                  </a:lnTo>
                  <a:lnTo>
                    <a:pt x="1463" y="277"/>
                  </a:lnTo>
                  <a:lnTo>
                    <a:pt x="1403" y="277"/>
                  </a:lnTo>
                  <a:lnTo>
                    <a:pt x="1403" y="257"/>
                  </a:lnTo>
                  <a:lnTo>
                    <a:pt x="1384" y="257"/>
                  </a:lnTo>
                  <a:lnTo>
                    <a:pt x="1344" y="297"/>
                  </a:lnTo>
                  <a:lnTo>
                    <a:pt x="1324" y="316"/>
                  </a:lnTo>
                  <a:lnTo>
                    <a:pt x="1305" y="316"/>
                  </a:lnTo>
                  <a:lnTo>
                    <a:pt x="1305" y="297"/>
                  </a:lnTo>
                  <a:lnTo>
                    <a:pt x="1285" y="336"/>
                  </a:lnTo>
                  <a:lnTo>
                    <a:pt x="1245" y="395"/>
                  </a:lnTo>
                  <a:lnTo>
                    <a:pt x="1206" y="514"/>
                  </a:lnTo>
                  <a:lnTo>
                    <a:pt x="1186" y="514"/>
                  </a:lnTo>
                  <a:lnTo>
                    <a:pt x="1206" y="474"/>
                  </a:lnTo>
                  <a:lnTo>
                    <a:pt x="1206" y="435"/>
                  </a:lnTo>
                  <a:lnTo>
                    <a:pt x="1206" y="415"/>
                  </a:lnTo>
                  <a:lnTo>
                    <a:pt x="1245" y="336"/>
                  </a:lnTo>
                  <a:lnTo>
                    <a:pt x="1285" y="257"/>
                  </a:lnTo>
                  <a:lnTo>
                    <a:pt x="1285" y="257"/>
                  </a:lnTo>
                  <a:lnTo>
                    <a:pt x="1245" y="316"/>
                  </a:lnTo>
                  <a:lnTo>
                    <a:pt x="1225" y="316"/>
                  </a:lnTo>
                  <a:lnTo>
                    <a:pt x="1225" y="277"/>
                  </a:lnTo>
                  <a:lnTo>
                    <a:pt x="1225" y="257"/>
                  </a:lnTo>
                  <a:lnTo>
                    <a:pt x="1245" y="237"/>
                  </a:lnTo>
                  <a:lnTo>
                    <a:pt x="1225" y="218"/>
                  </a:lnTo>
                  <a:lnTo>
                    <a:pt x="1206" y="257"/>
                  </a:lnTo>
                  <a:lnTo>
                    <a:pt x="1186" y="297"/>
                  </a:lnTo>
                  <a:lnTo>
                    <a:pt x="1186" y="277"/>
                  </a:lnTo>
                  <a:lnTo>
                    <a:pt x="1166" y="336"/>
                  </a:lnTo>
                  <a:lnTo>
                    <a:pt x="1186" y="257"/>
                  </a:lnTo>
                  <a:lnTo>
                    <a:pt x="1166" y="297"/>
                  </a:lnTo>
                  <a:lnTo>
                    <a:pt x="1146" y="316"/>
                  </a:lnTo>
                  <a:lnTo>
                    <a:pt x="1146" y="297"/>
                  </a:lnTo>
                  <a:lnTo>
                    <a:pt x="1146" y="277"/>
                  </a:lnTo>
                  <a:lnTo>
                    <a:pt x="1166" y="218"/>
                  </a:lnTo>
                  <a:lnTo>
                    <a:pt x="1127" y="257"/>
                  </a:lnTo>
                  <a:lnTo>
                    <a:pt x="1146" y="218"/>
                  </a:lnTo>
                  <a:lnTo>
                    <a:pt x="1107" y="198"/>
                  </a:lnTo>
                  <a:lnTo>
                    <a:pt x="1107" y="178"/>
                  </a:lnTo>
                  <a:lnTo>
                    <a:pt x="1087" y="158"/>
                  </a:lnTo>
                  <a:lnTo>
                    <a:pt x="1067" y="178"/>
                  </a:lnTo>
                  <a:lnTo>
                    <a:pt x="1028" y="237"/>
                  </a:lnTo>
                  <a:lnTo>
                    <a:pt x="1028" y="257"/>
                  </a:lnTo>
                  <a:lnTo>
                    <a:pt x="1008" y="297"/>
                  </a:lnTo>
                  <a:lnTo>
                    <a:pt x="988" y="336"/>
                  </a:lnTo>
                  <a:lnTo>
                    <a:pt x="969" y="336"/>
                  </a:lnTo>
                  <a:lnTo>
                    <a:pt x="988" y="297"/>
                  </a:lnTo>
                  <a:lnTo>
                    <a:pt x="988" y="257"/>
                  </a:lnTo>
                  <a:lnTo>
                    <a:pt x="1008" y="218"/>
                  </a:lnTo>
                  <a:lnTo>
                    <a:pt x="988" y="218"/>
                  </a:lnTo>
                  <a:lnTo>
                    <a:pt x="1008" y="178"/>
                  </a:lnTo>
                  <a:lnTo>
                    <a:pt x="988" y="198"/>
                  </a:lnTo>
                  <a:lnTo>
                    <a:pt x="949" y="218"/>
                  </a:lnTo>
                  <a:lnTo>
                    <a:pt x="969" y="198"/>
                  </a:lnTo>
                  <a:lnTo>
                    <a:pt x="988" y="158"/>
                  </a:lnTo>
                  <a:lnTo>
                    <a:pt x="969" y="178"/>
                  </a:lnTo>
                  <a:lnTo>
                    <a:pt x="988" y="139"/>
                  </a:lnTo>
                  <a:lnTo>
                    <a:pt x="969" y="158"/>
                  </a:lnTo>
                  <a:lnTo>
                    <a:pt x="949" y="178"/>
                  </a:lnTo>
                  <a:lnTo>
                    <a:pt x="909" y="257"/>
                  </a:lnTo>
                  <a:lnTo>
                    <a:pt x="909" y="237"/>
                  </a:lnTo>
                  <a:lnTo>
                    <a:pt x="890" y="257"/>
                  </a:lnTo>
                  <a:lnTo>
                    <a:pt x="949" y="178"/>
                  </a:lnTo>
                  <a:lnTo>
                    <a:pt x="870" y="277"/>
                  </a:lnTo>
                  <a:lnTo>
                    <a:pt x="890" y="237"/>
                  </a:lnTo>
                  <a:lnTo>
                    <a:pt x="870" y="257"/>
                  </a:lnTo>
                  <a:lnTo>
                    <a:pt x="870" y="237"/>
                  </a:lnTo>
                  <a:lnTo>
                    <a:pt x="830" y="297"/>
                  </a:lnTo>
                  <a:lnTo>
                    <a:pt x="811" y="336"/>
                  </a:lnTo>
                  <a:lnTo>
                    <a:pt x="811" y="297"/>
                  </a:lnTo>
                  <a:lnTo>
                    <a:pt x="850" y="198"/>
                  </a:lnTo>
                  <a:lnTo>
                    <a:pt x="850" y="218"/>
                  </a:lnTo>
                  <a:lnTo>
                    <a:pt x="850" y="237"/>
                  </a:lnTo>
                  <a:lnTo>
                    <a:pt x="870" y="178"/>
                  </a:lnTo>
                  <a:lnTo>
                    <a:pt x="870" y="139"/>
                  </a:lnTo>
                  <a:lnTo>
                    <a:pt x="850" y="119"/>
                  </a:lnTo>
                  <a:lnTo>
                    <a:pt x="830" y="119"/>
                  </a:lnTo>
                  <a:lnTo>
                    <a:pt x="811" y="139"/>
                  </a:lnTo>
                  <a:lnTo>
                    <a:pt x="791" y="119"/>
                  </a:lnTo>
                  <a:lnTo>
                    <a:pt x="771" y="139"/>
                  </a:lnTo>
                  <a:lnTo>
                    <a:pt x="751" y="79"/>
                  </a:lnTo>
                  <a:lnTo>
                    <a:pt x="692" y="79"/>
                  </a:lnTo>
                  <a:lnTo>
                    <a:pt x="672" y="119"/>
                  </a:lnTo>
                  <a:lnTo>
                    <a:pt x="672" y="60"/>
                  </a:lnTo>
                  <a:lnTo>
                    <a:pt x="633" y="139"/>
                  </a:lnTo>
                  <a:lnTo>
                    <a:pt x="593" y="158"/>
                  </a:lnTo>
                  <a:lnTo>
                    <a:pt x="554" y="198"/>
                  </a:lnTo>
                  <a:lnTo>
                    <a:pt x="495" y="297"/>
                  </a:lnTo>
                  <a:lnTo>
                    <a:pt x="514" y="237"/>
                  </a:lnTo>
                  <a:lnTo>
                    <a:pt x="554" y="178"/>
                  </a:lnTo>
                  <a:lnTo>
                    <a:pt x="514" y="218"/>
                  </a:lnTo>
                  <a:lnTo>
                    <a:pt x="495" y="237"/>
                  </a:lnTo>
                  <a:lnTo>
                    <a:pt x="495" y="237"/>
                  </a:lnTo>
                  <a:lnTo>
                    <a:pt x="514" y="198"/>
                  </a:lnTo>
                  <a:lnTo>
                    <a:pt x="514" y="178"/>
                  </a:lnTo>
                  <a:lnTo>
                    <a:pt x="534" y="158"/>
                  </a:lnTo>
                  <a:lnTo>
                    <a:pt x="534" y="139"/>
                  </a:lnTo>
                  <a:lnTo>
                    <a:pt x="514" y="158"/>
                  </a:lnTo>
                  <a:lnTo>
                    <a:pt x="514" y="139"/>
                  </a:lnTo>
                  <a:lnTo>
                    <a:pt x="475" y="218"/>
                  </a:lnTo>
                  <a:lnTo>
                    <a:pt x="435" y="277"/>
                  </a:lnTo>
                  <a:lnTo>
                    <a:pt x="416" y="316"/>
                  </a:lnTo>
                  <a:lnTo>
                    <a:pt x="416" y="297"/>
                  </a:lnTo>
                  <a:lnTo>
                    <a:pt x="356" y="336"/>
                  </a:lnTo>
                  <a:lnTo>
                    <a:pt x="277" y="336"/>
                  </a:lnTo>
                  <a:lnTo>
                    <a:pt x="238" y="297"/>
                  </a:lnTo>
                  <a:lnTo>
                    <a:pt x="258" y="257"/>
                  </a:lnTo>
                  <a:lnTo>
                    <a:pt x="238" y="257"/>
                  </a:lnTo>
                  <a:lnTo>
                    <a:pt x="238" y="237"/>
                  </a:lnTo>
                  <a:lnTo>
                    <a:pt x="258" y="198"/>
                  </a:lnTo>
                  <a:lnTo>
                    <a:pt x="238" y="218"/>
                  </a:lnTo>
                  <a:lnTo>
                    <a:pt x="218" y="237"/>
                  </a:lnTo>
                  <a:lnTo>
                    <a:pt x="218" y="198"/>
                  </a:lnTo>
                  <a:lnTo>
                    <a:pt x="238" y="198"/>
                  </a:lnTo>
                  <a:lnTo>
                    <a:pt x="218" y="178"/>
                  </a:lnTo>
                  <a:lnTo>
                    <a:pt x="218" y="158"/>
                  </a:lnTo>
                  <a:lnTo>
                    <a:pt x="218" y="119"/>
                  </a:lnTo>
                  <a:lnTo>
                    <a:pt x="198" y="139"/>
                  </a:lnTo>
                  <a:lnTo>
                    <a:pt x="2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6" name="Google Shape;7686;p29"/>
            <p:cNvSpPr/>
            <p:nvPr/>
          </p:nvSpPr>
          <p:spPr>
            <a:xfrm>
              <a:off x="-1572875" y="3408225"/>
              <a:ext cx="25" cy="500"/>
            </a:xfrm>
            <a:custGeom>
              <a:rect b="b" l="l" r="r" t="t"/>
              <a:pathLst>
                <a:path extrusionOk="0" h="20" w="1">
                  <a:moveTo>
                    <a:pt x="1" y="20"/>
                  </a:moveTo>
                  <a:lnTo>
                    <a:pt x="1" y="20"/>
                  </a:lnTo>
                  <a:lnTo>
                    <a:pt x="1" y="0"/>
                  </a:lnTo>
                  <a:lnTo>
                    <a:pt x="1" y="20"/>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7" name="Google Shape;7687;p29"/>
            <p:cNvSpPr/>
            <p:nvPr/>
          </p:nvSpPr>
          <p:spPr>
            <a:xfrm>
              <a:off x="-1607925" y="3421550"/>
              <a:ext cx="25" cy="525"/>
            </a:xfrm>
            <a:custGeom>
              <a:rect b="b" l="l" r="r" t="t"/>
              <a:pathLst>
                <a:path extrusionOk="0" h="21" w="1">
                  <a:moveTo>
                    <a:pt x="0" y="0"/>
                  </a:moveTo>
                  <a:lnTo>
                    <a:pt x="0" y="0"/>
                  </a:lnTo>
                  <a:lnTo>
                    <a:pt x="0" y="20"/>
                  </a:lnTo>
                  <a:lnTo>
                    <a:pt x="0" y="2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8" name="Google Shape;7688;p29"/>
            <p:cNvSpPr/>
            <p:nvPr/>
          </p:nvSpPr>
          <p:spPr>
            <a:xfrm>
              <a:off x="-1578300" y="3422050"/>
              <a:ext cx="525" cy="25"/>
            </a:xfrm>
            <a:custGeom>
              <a:rect b="b" l="l" r="r" t="t"/>
              <a:pathLst>
                <a:path extrusionOk="0" h="1" w="21">
                  <a:moveTo>
                    <a:pt x="0" y="0"/>
                  </a:moveTo>
                  <a:lnTo>
                    <a:pt x="0" y="0"/>
                  </a:lnTo>
                  <a:lnTo>
                    <a:pt x="2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9" name="Google Shape;7689;p29"/>
            <p:cNvSpPr/>
            <p:nvPr/>
          </p:nvSpPr>
          <p:spPr>
            <a:xfrm>
              <a:off x="-1684975" y="3350450"/>
              <a:ext cx="25" cy="500"/>
            </a:xfrm>
            <a:custGeom>
              <a:rect b="b" l="l" r="r" t="t"/>
              <a:pathLst>
                <a:path extrusionOk="0" h="20" w="1">
                  <a:moveTo>
                    <a:pt x="1" y="20"/>
                  </a:move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0" name="Google Shape;7690;p29"/>
            <p:cNvSpPr/>
            <p:nvPr/>
          </p:nvSpPr>
          <p:spPr>
            <a:xfrm>
              <a:off x="-1685450" y="3348475"/>
              <a:ext cx="500" cy="25"/>
            </a:xfrm>
            <a:custGeom>
              <a:rect b="b" l="l" r="r" t="t"/>
              <a:pathLst>
                <a:path extrusionOk="0" h="1" w="20">
                  <a:moveTo>
                    <a:pt x="0" y="0"/>
                  </a:moveTo>
                  <a:lnTo>
                    <a:pt x="0" y="0"/>
                  </a:lnTo>
                  <a:lnTo>
                    <a:pt x="0" y="0"/>
                  </a:lnTo>
                  <a:lnTo>
                    <a:pt x="0" y="0"/>
                  </a:lnTo>
                  <a:lnTo>
                    <a:pt x="2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1" name="Google Shape;7691;p29"/>
            <p:cNvSpPr/>
            <p:nvPr/>
          </p:nvSpPr>
          <p:spPr>
            <a:xfrm>
              <a:off x="-1696325" y="3346500"/>
              <a:ext cx="18800" cy="6925"/>
            </a:xfrm>
            <a:custGeom>
              <a:rect b="b" l="l" r="r" t="t"/>
              <a:pathLst>
                <a:path extrusionOk="0" h="277" w="752">
                  <a:moveTo>
                    <a:pt x="435" y="40"/>
                  </a:moveTo>
                  <a:lnTo>
                    <a:pt x="455" y="59"/>
                  </a:lnTo>
                  <a:lnTo>
                    <a:pt x="455" y="79"/>
                  </a:lnTo>
                  <a:lnTo>
                    <a:pt x="494" y="79"/>
                  </a:lnTo>
                  <a:lnTo>
                    <a:pt x="435" y="40"/>
                  </a:lnTo>
                  <a:close/>
                  <a:moveTo>
                    <a:pt x="494" y="79"/>
                  </a:moveTo>
                  <a:lnTo>
                    <a:pt x="521" y="86"/>
                  </a:lnTo>
                  <a:lnTo>
                    <a:pt x="521" y="86"/>
                  </a:lnTo>
                  <a:lnTo>
                    <a:pt x="514" y="79"/>
                  </a:lnTo>
                  <a:close/>
                  <a:moveTo>
                    <a:pt x="652" y="158"/>
                  </a:moveTo>
                  <a:lnTo>
                    <a:pt x="672" y="178"/>
                  </a:lnTo>
                  <a:lnTo>
                    <a:pt x="712" y="178"/>
                  </a:lnTo>
                  <a:lnTo>
                    <a:pt x="692" y="158"/>
                  </a:lnTo>
                  <a:close/>
                  <a:moveTo>
                    <a:pt x="1" y="0"/>
                  </a:moveTo>
                  <a:lnTo>
                    <a:pt x="40" y="40"/>
                  </a:lnTo>
                  <a:lnTo>
                    <a:pt x="99" y="59"/>
                  </a:lnTo>
                  <a:lnTo>
                    <a:pt x="60" y="59"/>
                  </a:lnTo>
                  <a:lnTo>
                    <a:pt x="99" y="79"/>
                  </a:lnTo>
                  <a:lnTo>
                    <a:pt x="178" y="119"/>
                  </a:lnTo>
                  <a:lnTo>
                    <a:pt x="198" y="119"/>
                  </a:lnTo>
                  <a:lnTo>
                    <a:pt x="178" y="99"/>
                  </a:lnTo>
                  <a:lnTo>
                    <a:pt x="178" y="99"/>
                  </a:lnTo>
                  <a:lnTo>
                    <a:pt x="238" y="119"/>
                  </a:lnTo>
                  <a:lnTo>
                    <a:pt x="356" y="138"/>
                  </a:lnTo>
                  <a:lnTo>
                    <a:pt x="336" y="138"/>
                  </a:lnTo>
                  <a:lnTo>
                    <a:pt x="376" y="158"/>
                  </a:lnTo>
                  <a:lnTo>
                    <a:pt x="396" y="158"/>
                  </a:lnTo>
                  <a:lnTo>
                    <a:pt x="356" y="119"/>
                  </a:lnTo>
                  <a:lnTo>
                    <a:pt x="356" y="119"/>
                  </a:lnTo>
                  <a:lnTo>
                    <a:pt x="396" y="138"/>
                  </a:lnTo>
                  <a:lnTo>
                    <a:pt x="415" y="138"/>
                  </a:lnTo>
                  <a:lnTo>
                    <a:pt x="415" y="119"/>
                  </a:lnTo>
                  <a:lnTo>
                    <a:pt x="435" y="119"/>
                  </a:lnTo>
                  <a:lnTo>
                    <a:pt x="554" y="178"/>
                  </a:lnTo>
                  <a:lnTo>
                    <a:pt x="534" y="178"/>
                  </a:lnTo>
                  <a:lnTo>
                    <a:pt x="455" y="138"/>
                  </a:lnTo>
                  <a:lnTo>
                    <a:pt x="455" y="158"/>
                  </a:lnTo>
                  <a:lnTo>
                    <a:pt x="494" y="178"/>
                  </a:lnTo>
                  <a:lnTo>
                    <a:pt x="514" y="178"/>
                  </a:lnTo>
                  <a:lnTo>
                    <a:pt x="593" y="217"/>
                  </a:lnTo>
                  <a:lnTo>
                    <a:pt x="573" y="237"/>
                  </a:lnTo>
                  <a:lnTo>
                    <a:pt x="593" y="237"/>
                  </a:lnTo>
                  <a:lnTo>
                    <a:pt x="672" y="257"/>
                  </a:lnTo>
                  <a:lnTo>
                    <a:pt x="692" y="237"/>
                  </a:lnTo>
                  <a:lnTo>
                    <a:pt x="751" y="257"/>
                  </a:lnTo>
                  <a:lnTo>
                    <a:pt x="692" y="198"/>
                  </a:lnTo>
                  <a:lnTo>
                    <a:pt x="731" y="217"/>
                  </a:lnTo>
                  <a:lnTo>
                    <a:pt x="712" y="198"/>
                  </a:lnTo>
                  <a:lnTo>
                    <a:pt x="672" y="178"/>
                  </a:lnTo>
                  <a:lnTo>
                    <a:pt x="633" y="158"/>
                  </a:lnTo>
                  <a:lnTo>
                    <a:pt x="554" y="119"/>
                  </a:lnTo>
                  <a:lnTo>
                    <a:pt x="633" y="138"/>
                  </a:lnTo>
                  <a:lnTo>
                    <a:pt x="652" y="158"/>
                  </a:lnTo>
                  <a:lnTo>
                    <a:pt x="652" y="138"/>
                  </a:lnTo>
                  <a:lnTo>
                    <a:pt x="712" y="158"/>
                  </a:lnTo>
                  <a:lnTo>
                    <a:pt x="633" y="119"/>
                  </a:lnTo>
                  <a:lnTo>
                    <a:pt x="652" y="119"/>
                  </a:lnTo>
                  <a:lnTo>
                    <a:pt x="573" y="99"/>
                  </a:lnTo>
                  <a:lnTo>
                    <a:pt x="534" y="59"/>
                  </a:lnTo>
                  <a:lnTo>
                    <a:pt x="514" y="59"/>
                  </a:lnTo>
                  <a:lnTo>
                    <a:pt x="534" y="79"/>
                  </a:lnTo>
                  <a:lnTo>
                    <a:pt x="573" y="99"/>
                  </a:lnTo>
                  <a:lnTo>
                    <a:pt x="573" y="99"/>
                  </a:lnTo>
                  <a:lnTo>
                    <a:pt x="521" y="86"/>
                  </a:lnTo>
                  <a:lnTo>
                    <a:pt x="521" y="86"/>
                  </a:lnTo>
                  <a:lnTo>
                    <a:pt x="534" y="99"/>
                  </a:lnTo>
                  <a:lnTo>
                    <a:pt x="475" y="99"/>
                  </a:lnTo>
                  <a:lnTo>
                    <a:pt x="494" y="119"/>
                  </a:lnTo>
                  <a:lnTo>
                    <a:pt x="317" y="79"/>
                  </a:lnTo>
                  <a:lnTo>
                    <a:pt x="178" y="20"/>
                  </a:lnTo>
                  <a:lnTo>
                    <a:pt x="159" y="40"/>
                  </a:lnTo>
                  <a:lnTo>
                    <a:pt x="178" y="40"/>
                  </a:lnTo>
                  <a:lnTo>
                    <a:pt x="198" y="59"/>
                  </a:lnTo>
                  <a:lnTo>
                    <a:pt x="99" y="40"/>
                  </a:lnTo>
                  <a:lnTo>
                    <a:pt x="1" y="0"/>
                  </a:lnTo>
                  <a:close/>
                  <a:moveTo>
                    <a:pt x="672" y="257"/>
                  </a:moveTo>
                  <a:lnTo>
                    <a:pt x="751" y="277"/>
                  </a:lnTo>
                  <a:lnTo>
                    <a:pt x="712" y="257"/>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2" name="Google Shape;7692;p29"/>
            <p:cNvSpPr/>
            <p:nvPr/>
          </p:nvSpPr>
          <p:spPr>
            <a:xfrm>
              <a:off x="-1679050" y="3346000"/>
              <a:ext cx="3000" cy="1500"/>
            </a:xfrm>
            <a:custGeom>
              <a:rect b="b" l="l" r="r" t="t"/>
              <a:pathLst>
                <a:path extrusionOk="0" h="60" w="120">
                  <a:moveTo>
                    <a:pt x="119" y="60"/>
                  </a:moveTo>
                  <a:lnTo>
                    <a:pt x="119" y="60"/>
                  </a:lnTo>
                  <a:lnTo>
                    <a:pt x="1" y="0"/>
                  </a:lnTo>
                  <a:lnTo>
                    <a:pt x="1" y="0"/>
                  </a:lnTo>
                  <a:lnTo>
                    <a:pt x="80" y="40"/>
                  </a:lnTo>
                  <a:lnTo>
                    <a:pt x="119" y="60"/>
                  </a:lnTo>
                  <a:lnTo>
                    <a:pt x="119" y="6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3" name="Google Shape;7693;p29"/>
            <p:cNvSpPr/>
            <p:nvPr/>
          </p:nvSpPr>
          <p:spPr>
            <a:xfrm>
              <a:off x="-1681025" y="3345500"/>
              <a:ext cx="2000" cy="1025"/>
            </a:xfrm>
            <a:custGeom>
              <a:rect b="b" l="l" r="r" t="t"/>
              <a:pathLst>
                <a:path extrusionOk="0" h="41" w="80">
                  <a:moveTo>
                    <a:pt x="1" y="1"/>
                  </a:moveTo>
                  <a:lnTo>
                    <a:pt x="33" y="9"/>
                  </a:lnTo>
                  <a:lnTo>
                    <a:pt x="33" y="9"/>
                  </a:lnTo>
                  <a:lnTo>
                    <a:pt x="21" y="1"/>
                  </a:lnTo>
                  <a:close/>
                  <a:moveTo>
                    <a:pt x="33" y="9"/>
                  </a:moveTo>
                  <a:lnTo>
                    <a:pt x="80" y="40"/>
                  </a:lnTo>
                  <a:lnTo>
                    <a:pt x="80" y="20"/>
                  </a:lnTo>
                  <a:lnTo>
                    <a:pt x="33" y="9"/>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4" name="Google Shape;7694;p29"/>
            <p:cNvSpPr/>
            <p:nvPr/>
          </p:nvSpPr>
          <p:spPr>
            <a:xfrm>
              <a:off x="-1702750" y="3291175"/>
              <a:ext cx="39525" cy="57325"/>
            </a:xfrm>
            <a:custGeom>
              <a:rect b="b" l="l" r="r" t="t"/>
              <a:pathLst>
                <a:path extrusionOk="0" h="2293" w="1581">
                  <a:moveTo>
                    <a:pt x="1403" y="356"/>
                  </a:moveTo>
                  <a:lnTo>
                    <a:pt x="1403" y="376"/>
                  </a:lnTo>
                  <a:lnTo>
                    <a:pt x="1423" y="376"/>
                  </a:lnTo>
                  <a:lnTo>
                    <a:pt x="1403" y="356"/>
                  </a:lnTo>
                  <a:close/>
                  <a:moveTo>
                    <a:pt x="179" y="752"/>
                  </a:moveTo>
                  <a:lnTo>
                    <a:pt x="208" y="761"/>
                  </a:lnTo>
                  <a:lnTo>
                    <a:pt x="198" y="752"/>
                  </a:lnTo>
                  <a:close/>
                  <a:moveTo>
                    <a:pt x="139" y="732"/>
                  </a:moveTo>
                  <a:lnTo>
                    <a:pt x="100" y="752"/>
                  </a:lnTo>
                  <a:lnTo>
                    <a:pt x="179" y="771"/>
                  </a:lnTo>
                  <a:lnTo>
                    <a:pt x="159" y="752"/>
                  </a:lnTo>
                  <a:lnTo>
                    <a:pt x="179" y="752"/>
                  </a:lnTo>
                  <a:lnTo>
                    <a:pt x="139" y="732"/>
                  </a:lnTo>
                  <a:close/>
                  <a:moveTo>
                    <a:pt x="208" y="761"/>
                  </a:moveTo>
                  <a:lnTo>
                    <a:pt x="218" y="771"/>
                  </a:lnTo>
                  <a:lnTo>
                    <a:pt x="248" y="781"/>
                  </a:lnTo>
                  <a:lnTo>
                    <a:pt x="248" y="781"/>
                  </a:lnTo>
                  <a:lnTo>
                    <a:pt x="238" y="771"/>
                  </a:lnTo>
                  <a:lnTo>
                    <a:pt x="208" y="761"/>
                  </a:lnTo>
                  <a:close/>
                  <a:moveTo>
                    <a:pt x="1403" y="870"/>
                  </a:moveTo>
                  <a:lnTo>
                    <a:pt x="1443" y="910"/>
                  </a:lnTo>
                  <a:lnTo>
                    <a:pt x="1443" y="910"/>
                  </a:lnTo>
                  <a:lnTo>
                    <a:pt x="1423" y="870"/>
                  </a:lnTo>
                  <a:close/>
                  <a:moveTo>
                    <a:pt x="139" y="890"/>
                  </a:moveTo>
                  <a:lnTo>
                    <a:pt x="238" y="929"/>
                  </a:lnTo>
                  <a:lnTo>
                    <a:pt x="179" y="890"/>
                  </a:lnTo>
                  <a:close/>
                  <a:moveTo>
                    <a:pt x="1033" y="1537"/>
                  </a:moveTo>
                  <a:lnTo>
                    <a:pt x="1028" y="1542"/>
                  </a:lnTo>
                  <a:lnTo>
                    <a:pt x="1048" y="1542"/>
                  </a:lnTo>
                  <a:lnTo>
                    <a:pt x="1033" y="1537"/>
                  </a:lnTo>
                  <a:close/>
                  <a:moveTo>
                    <a:pt x="139" y="1561"/>
                  </a:moveTo>
                  <a:lnTo>
                    <a:pt x="159" y="1581"/>
                  </a:lnTo>
                  <a:lnTo>
                    <a:pt x="218" y="1581"/>
                  </a:lnTo>
                  <a:lnTo>
                    <a:pt x="139" y="1561"/>
                  </a:lnTo>
                  <a:close/>
                  <a:moveTo>
                    <a:pt x="40" y="1621"/>
                  </a:moveTo>
                  <a:lnTo>
                    <a:pt x="119" y="1660"/>
                  </a:lnTo>
                  <a:lnTo>
                    <a:pt x="139" y="1680"/>
                  </a:lnTo>
                  <a:lnTo>
                    <a:pt x="159" y="1700"/>
                  </a:lnTo>
                  <a:lnTo>
                    <a:pt x="198" y="1719"/>
                  </a:lnTo>
                  <a:lnTo>
                    <a:pt x="258" y="1739"/>
                  </a:lnTo>
                  <a:lnTo>
                    <a:pt x="277" y="1739"/>
                  </a:lnTo>
                  <a:lnTo>
                    <a:pt x="238" y="1719"/>
                  </a:lnTo>
                  <a:lnTo>
                    <a:pt x="218" y="1700"/>
                  </a:lnTo>
                  <a:lnTo>
                    <a:pt x="258" y="1700"/>
                  </a:lnTo>
                  <a:lnTo>
                    <a:pt x="139" y="1660"/>
                  </a:lnTo>
                  <a:lnTo>
                    <a:pt x="159" y="1640"/>
                  </a:lnTo>
                  <a:lnTo>
                    <a:pt x="139" y="1640"/>
                  </a:lnTo>
                  <a:lnTo>
                    <a:pt x="40" y="1621"/>
                  </a:lnTo>
                  <a:close/>
                  <a:moveTo>
                    <a:pt x="475" y="1818"/>
                  </a:moveTo>
                  <a:lnTo>
                    <a:pt x="495" y="1838"/>
                  </a:lnTo>
                  <a:lnTo>
                    <a:pt x="514" y="1838"/>
                  </a:lnTo>
                  <a:lnTo>
                    <a:pt x="475" y="1818"/>
                  </a:lnTo>
                  <a:close/>
                  <a:moveTo>
                    <a:pt x="1245" y="1996"/>
                  </a:moveTo>
                  <a:lnTo>
                    <a:pt x="1304" y="2016"/>
                  </a:lnTo>
                  <a:lnTo>
                    <a:pt x="1304" y="2016"/>
                  </a:lnTo>
                  <a:lnTo>
                    <a:pt x="1285" y="1996"/>
                  </a:lnTo>
                  <a:close/>
                  <a:moveTo>
                    <a:pt x="159" y="2095"/>
                  </a:moveTo>
                  <a:lnTo>
                    <a:pt x="179" y="2114"/>
                  </a:lnTo>
                  <a:lnTo>
                    <a:pt x="198" y="2095"/>
                  </a:lnTo>
                  <a:close/>
                  <a:moveTo>
                    <a:pt x="1462" y="1"/>
                  </a:moveTo>
                  <a:lnTo>
                    <a:pt x="850" y="317"/>
                  </a:lnTo>
                  <a:lnTo>
                    <a:pt x="297" y="633"/>
                  </a:lnTo>
                  <a:lnTo>
                    <a:pt x="198" y="692"/>
                  </a:lnTo>
                  <a:lnTo>
                    <a:pt x="238" y="692"/>
                  </a:lnTo>
                  <a:lnTo>
                    <a:pt x="238" y="712"/>
                  </a:lnTo>
                  <a:lnTo>
                    <a:pt x="277" y="732"/>
                  </a:lnTo>
                  <a:lnTo>
                    <a:pt x="297" y="752"/>
                  </a:lnTo>
                  <a:lnTo>
                    <a:pt x="297" y="771"/>
                  </a:lnTo>
                  <a:lnTo>
                    <a:pt x="317" y="771"/>
                  </a:lnTo>
                  <a:lnTo>
                    <a:pt x="337" y="791"/>
                  </a:lnTo>
                  <a:lnTo>
                    <a:pt x="337" y="811"/>
                  </a:lnTo>
                  <a:lnTo>
                    <a:pt x="297" y="791"/>
                  </a:lnTo>
                  <a:lnTo>
                    <a:pt x="277" y="791"/>
                  </a:lnTo>
                  <a:lnTo>
                    <a:pt x="248" y="781"/>
                  </a:lnTo>
                  <a:lnTo>
                    <a:pt x="248" y="781"/>
                  </a:lnTo>
                  <a:lnTo>
                    <a:pt x="258" y="791"/>
                  </a:lnTo>
                  <a:lnTo>
                    <a:pt x="277" y="811"/>
                  </a:lnTo>
                  <a:lnTo>
                    <a:pt x="258" y="811"/>
                  </a:lnTo>
                  <a:lnTo>
                    <a:pt x="238" y="791"/>
                  </a:lnTo>
                  <a:lnTo>
                    <a:pt x="238" y="811"/>
                  </a:lnTo>
                  <a:lnTo>
                    <a:pt x="258" y="831"/>
                  </a:lnTo>
                  <a:lnTo>
                    <a:pt x="198" y="811"/>
                  </a:lnTo>
                  <a:lnTo>
                    <a:pt x="218" y="831"/>
                  </a:lnTo>
                  <a:lnTo>
                    <a:pt x="159" y="831"/>
                  </a:lnTo>
                  <a:lnTo>
                    <a:pt x="179" y="850"/>
                  </a:lnTo>
                  <a:lnTo>
                    <a:pt x="218" y="870"/>
                  </a:lnTo>
                  <a:lnTo>
                    <a:pt x="277" y="870"/>
                  </a:lnTo>
                  <a:lnTo>
                    <a:pt x="356" y="910"/>
                  </a:lnTo>
                  <a:lnTo>
                    <a:pt x="356" y="929"/>
                  </a:lnTo>
                  <a:lnTo>
                    <a:pt x="297" y="929"/>
                  </a:lnTo>
                  <a:lnTo>
                    <a:pt x="337" y="949"/>
                  </a:lnTo>
                  <a:lnTo>
                    <a:pt x="297" y="949"/>
                  </a:lnTo>
                  <a:lnTo>
                    <a:pt x="297" y="969"/>
                  </a:lnTo>
                  <a:lnTo>
                    <a:pt x="258" y="949"/>
                  </a:lnTo>
                  <a:lnTo>
                    <a:pt x="258" y="929"/>
                  </a:lnTo>
                  <a:lnTo>
                    <a:pt x="198" y="929"/>
                  </a:lnTo>
                  <a:lnTo>
                    <a:pt x="159" y="910"/>
                  </a:lnTo>
                  <a:lnTo>
                    <a:pt x="176" y="945"/>
                  </a:lnTo>
                  <a:lnTo>
                    <a:pt x="176" y="945"/>
                  </a:lnTo>
                  <a:lnTo>
                    <a:pt x="100" y="929"/>
                  </a:lnTo>
                  <a:lnTo>
                    <a:pt x="80" y="929"/>
                  </a:lnTo>
                  <a:lnTo>
                    <a:pt x="119" y="949"/>
                  </a:lnTo>
                  <a:lnTo>
                    <a:pt x="159" y="949"/>
                  </a:lnTo>
                  <a:lnTo>
                    <a:pt x="159" y="969"/>
                  </a:lnTo>
                  <a:lnTo>
                    <a:pt x="139" y="969"/>
                  </a:lnTo>
                  <a:lnTo>
                    <a:pt x="139" y="989"/>
                  </a:lnTo>
                  <a:lnTo>
                    <a:pt x="119" y="989"/>
                  </a:lnTo>
                  <a:lnTo>
                    <a:pt x="179" y="1008"/>
                  </a:lnTo>
                  <a:lnTo>
                    <a:pt x="179" y="1008"/>
                  </a:lnTo>
                  <a:lnTo>
                    <a:pt x="159" y="989"/>
                  </a:lnTo>
                  <a:lnTo>
                    <a:pt x="198" y="989"/>
                  </a:lnTo>
                  <a:lnTo>
                    <a:pt x="218" y="1008"/>
                  </a:lnTo>
                  <a:lnTo>
                    <a:pt x="218" y="1028"/>
                  </a:lnTo>
                  <a:lnTo>
                    <a:pt x="238" y="1048"/>
                  </a:lnTo>
                  <a:lnTo>
                    <a:pt x="258" y="1087"/>
                  </a:lnTo>
                  <a:lnTo>
                    <a:pt x="198" y="1087"/>
                  </a:lnTo>
                  <a:lnTo>
                    <a:pt x="139" y="1048"/>
                  </a:lnTo>
                  <a:lnTo>
                    <a:pt x="139" y="1028"/>
                  </a:lnTo>
                  <a:lnTo>
                    <a:pt x="139" y="1008"/>
                  </a:lnTo>
                  <a:lnTo>
                    <a:pt x="119" y="1028"/>
                  </a:lnTo>
                  <a:lnTo>
                    <a:pt x="119" y="1048"/>
                  </a:lnTo>
                  <a:lnTo>
                    <a:pt x="159" y="1087"/>
                  </a:lnTo>
                  <a:lnTo>
                    <a:pt x="139" y="1087"/>
                  </a:lnTo>
                  <a:lnTo>
                    <a:pt x="80" y="1068"/>
                  </a:lnTo>
                  <a:lnTo>
                    <a:pt x="21" y="1068"/>
                  </a:lnTo>
                  <a:lnTo>
                    <a:pt x="21" y="1087"/>
                  </a:lnTo>
                  <a:lnTo>
                    <a:pt x="119" y="1107"/>
                  </a:lnTo>
                  <a:lnTo>
                    <a:pt x="100" y="1127"/>
                  </a:lnTo>
                  <a:lnTo>
                    <a:pt x="139" y="1127"/>
                  </a:lnTo>
                  <a:lnTo>
                    <a:pt x="179" y="1147"/>
                  </a:lnTo>
                  <a:lnTo>
                    <a:pt x="159" y="1147"/>
                  </a:lnTo>
                  <a:lnTo>
                    <a:pt x="119" y="1127"/>
                  </a:lnTo>
                  <a:lnTo>
                    <a:pt x="119" y="1147"/>
                  </a:lnTo>
                  <a:lnTo>
                    <a:pt x="100" y="1147"/>
                  </a:lnTo>
                  <a:lnTo>
                    <a:pt x="159" y="1166"/>
                  </a:lnTo>
                  <a:lnTo>
                    <a:pt x="198" y="1206"/>
                  </a:lnTo>
                  <a:lnTo>
                    <a:pt x="179" y="1206"/>
                  </a:lnTo>
                  <a:lnTo>
                    <a:pt x="159" y="1186"/>
                  </a:lnTo>
                  <a:lnTo>
                    <a:pt x="139" y="1186"/>
                  </a:lnTo>
                  <a:lnTo>
                    <a:pt x="139" y="1166"/>
                  </a:lnTo>
                  <a:lnTo>
                    <a:pt x="119" y="1186"/>
                  </a:lnTo>
                  <a:lnTo>
                    <a:pt x="179" y="1226"/>
                  </a:lnTo>
                  <a:lnTo>
                    <a:pt x="218" y="1226"/>
                  </a:lnTo>
                  <a:lnTo>
                    <a:pt x="258" y="1245"/>
                  </a:lnTo>
                  <a:lnTo>
                    <a:pt x="159" y="1245"/>
                  </a:lnTo>
                  <a:lnTo>
                    <a:pt x="218" y="1265"/>
                  </a:lnTo>
                  <a:lnTo>
                    <a:pt x="238" y="1285"/>
                  </a:lnTo>
                  <a:lnTo>
                    <a:pt x="277" y="1305"/>
                  </a:lnTo>
                  <a:lnTo>
                    <a:pt x="218" y="1305"/>
                  </a:lnTo>
                  <a:lnTo>
                    <a:pt x="198" y="1285"/>
                  </a:lnTo>
                  <a:lnTo>
                    <a:pt x="139" y="1285"/>
                  </a:lnTo>
                  <a:lnTo>
                    <a:pt x="100" y="1245"/>
                  </a:lnTo>
                  <a:lnTo>
                    <a:pt x="80" y="1245"/>
                  </a:lnTo>
                  <a:lnTo>
                    <a:pt x="100" y="1265"/>
                  </a:lnTo>
                  <a:lnTo>
                    <a:pt x="119" y="1285"/>
                  </a:lnTo>
                  <a:lnTo>
                    <a:pt x="80" y="1285"/>
                  </a:lnTo>
                  <a:lnTo>
                    <a:pt x="80" y="1305"/>
                  </a:lnTo>
                  <a:lnTo>
                    <a:pt x="119" y="1305"/>
                  </a:lnTo>
                  <a:lnTo>
                    <a:pt x="179" y="1324"/>
                  </a:lnTo>
                  <a:lnTo>
                    <a:pt x="100" y="1324"/>
                  </a:lnTo>
                  <a:lnTo>
                    <a:pt x="139" y="1344"/>
                  </a:lnTo>
                  <a:lnTo>
                    <a:pt x="218" y="1384"/>
                  </a:lnTo>
                  <a:lnTo>
                    <a:pt x="277" y="1384"/>
                  </a:lnTo>
                  <a:lnTo>
                    <a:pt x="297" y="1403"/>
                  </a:lnTo>
                  <a:lnTo>
                    <a:pt x="317" y="1403"/>
                  </a:lnTo>
                  <a:lnTo>
                    <a:pt x="356" y="1423"/>
                  </a:lnTo>
                  <a:lnTo>
                    <a:pt x="396" y="1423"/>
                  </a:lnTo>
                  <a:lnTo>
                    <a:pt x="356" y="1443"/>
                  </a:lnTo>
                  <a:lnTo>
                    <a:pt x="297" y="1443"/>
                  </a:lnTo>
                  <a:lnTo>
                    <a:pt x="159" y="1384"/>
                  </a:lnTo>
                  <a:lnTo>
                    <a:pt x="1" y="1324"/>
                  </a:lnTo>
                  <a:lnTo>
                    <a:pt x="21" y="1364"/>
                  </a:lnTo>
                  <a:lnTo>
                    <a:pt x="21" y="1384"/>
                  </a:lnTo>
                  <a:lnTo>
                    <a:pt x="1" y="1384"/>
                  </a:lnTo>
                  <a:lnTo>
                    <a:pt x="80" y="1423"/>
                  </a:lnTo>
                  <a:lnTo>
                    <a:pt x="179" y="1463"/>
                  </a:lnTo>
                  <a:lnTo>
                    <a:pt x="159" y="1463"/>
                  </a:lnTo>
                  <a:lnTo>
                    <a:pt x="179" y="1482"/>
                  </a:lnTo>
                  <a:lnTo>
                    <a:pt x="198" y="1502"/>
                  </a:lnTo>
                  <a:lnTo>
                    <a:pt x="198" y="1522"/>
                  </a:lnTo>
                  <a:lnTo>
                    <a:pt x="238" y="1542"/>
                  </a:lnTo>
                  <a:lnTo>
                    <a:pt x="337" y="1561"/>
                  </a:lnTo>
                  <a:lnTo>
                    <a:pt x="337" y="1581"/>
                  </a:lnTo>
                  <a:lnTo>
                    <a:pt x="356" y="1581"/>
                  </a:lnTo>
                  <a:lnTo>
                    <a:pt x="396" y="1621"/>
                  </a:lnTo>
                  <a:lnTo>
                    <a:pt x="337" y="1601"/>
                  </a:lnTo>
                  <a:lnTo>
                    <a:pt x="317" y="1621"/>
                  </a:lnTo>
                  <a:lnTo>
                    <a:pt x="337" y="1640"/>
                  </a:lnTo>
                  <a:lnTo>
                    <a:pt x="277" y="1601"/>
                  </a:lnTo>
                  <a:lnTo>
                    <a:pt x="297" y="1601"/>
                  </a:lnTo>
                  <a:lnTo>
                    <a:pt x="258" y="1581"/>
                  </a:lnTo>
                  <a:lnTo>
                    <a:pt x="218" y="1581"/>
                  </a:lnTo>
                  <a:lnTo>
                    <a:pt x="238" y="1601"/>
                  </a:lnTo>
                  <a:lnTo>
                    <a:pt x="179" y="1601"/>
                  </a:lnTo>
                  <a:lnTo>
                    <a:pt x="159" y="1621"/>
                  </a:lnTo>
                  <a:lnTo>
                    <a:pt x="159" y="1640"/>
                  </a:lnTo>
                  <a:lnTo>
                    <a:pt x="198" y="1640"/>
                  </a:lnTo>
                  <a:lnTo>
                    <a:pt x="277" y="1680"/>
                  </a:lnTo>
                  <a:lnTo>
                    <a:pt x="317" y="1700"/>
                  </a:lnTo>
                  <a:lnTo>
                    <a:pt x="337" y="1719"/>
                  </a:lnTo>
                  <a:lnTo>
                    <a:pt x="376" y="1719"/>
                  </a:lnTo>
                  <a:lnTo>
                    <a:pt x="396" y="1700"/>
                  </a:lnTo>
                  <a:lnTo>
                    <a:pt x="495" y="1719"/>
                  </a:lnTo>
                  <a:lnTo>
                    <a:pt x="613" y="1798"/>
                  </a:lnTo>
                  <a:lnTo>
                    <a:pt x="554" y="1779"/>
                  </a:lnTo>
                  <a:lnTo>
                    <a:pt x="633" y="1818"/>
                  </a:lnTo>
                  <a:lnTo>
                    <a:pt x="514" y="1798"/>
                  </a:lnTo>
                  <a:lnTo>
                    <a:pt x="534" y="1818"/>
                  </a:lnTo>
                  <a:lnTo>
                    <a:pt x="514" y="1838"/>
                  </a:lnTo>
                  <a:lnTo>
                    <a:pt x="574" y="1838"/>
                  </a:lnTo>
                  <a:lnTo>
                    <a:pt x="574" y="1818"/>
                  </a:lnTo>
                  <a:lnTo>
                    <a:pt x="613" y="1838"/>
                  </a:lnTo>
                  <a:lnTo>
                    <a:pt x="593" y="1858"/>
                  </a:lnTo>
                  <a:lnTo>
                    <a:pt x="633" y="1877"/>
                  </a:lnTo>
                  <a:lnTo>
                    <a:pt x="712" y="1897"/>
                  </a:lnTo>
                  <a:lnTo>
                    <a:pt x="593" y="1897"/>
                  </a:lnTo>
                  <a:lnTo>
                    <a:pt x="455" y="1838"/>
                  </a:lnTo>
                  <a:lnTo>
                    <a:pt x="475" y="1858"/>
                  </a:lnTo>
                  <a:lnTo>
                    <a:pt x="475" y="1858"/>
                  </a:lnTo>
                  <a:lnTo>
                    <a:pt x="277" y="1779"/>
                  </a:lnTo>
                  <a:lnTo>
                    <a:pt x="258" y="1798"/>
                  </a:lnTo>
                  <a:lnTo>
                    <a:pt x="238" y="1818"/>
                  </a:lnTo>
                  <a:lnTo>
                    <a:pt x="100" y="1779"/>
                  </a:lnTo>
                  <a:lnTo>
                    <a:pt x="119" y="1818"/>
                  </a:lnTo>
                  <a:lnTo>
                    <a:pt x="40" y="1818"/>
                  </a:lnTo>
                  <a:lnTo>
                    <a:pt x="80" y="1838"/>
                  </a:lnTo>
                  <a:lnTo>
                    <a:pt x="100" y="1838"/>
                  </a:lnTo>
                  <a:lnTo>
                    <a:pt x="179" y="1858"/>
                  </a:lnTo>
                  <a:lnTo>
                    <a:pt x="159" y="1858"/>
                  </a:lnTo>
                  <a:lnTo>
                    <a:pt x="179" y="1877"/>
                  </a:lnTo>
                  <a:lnTo>
                    <a:pt x="198" y="1858"/>
                  </a:lnTo>
                  <a:lnTo>
                    <a:pt x="238" y="1858"/>
                  </a:lnTo>
                  <a:lnTo>
                    <a:pt x="277" y="1877"/>
                  </a:lnTo>
                  <a:lnTo>
                    <a:pt x="337" y="1897"/>
                  </a:lnTo>
                  <a:lnTo>
                    <a:pt x="356" y="1877"/>
                  </a:lnTo>
                  <a:lnTo>
                    <a:pt x="396" y="1897"/>
                  </a:lnTo>
                  <a:lnTo>
                    <a:pt x="380" y="1913"/>
                  </a:lnTo>
                  <a:lnTo>
                    <a:pt x="380" y="1913"/>
                  </a:lnTo>
                  <a:lnTo>
                    <a:pt x="238" y="1877"/>
                  </a:lnTo>
                  <a:lnTo>
                    <a:pt x="258" y="1897"/>
                  </a:lnTo>
                  <a:lnTo>
                    <a:pt x="179" y="1897"/>
                  </a:lnTo>
                  <a:lnTo>
                    <a:pt x="159" y="1877"/>
                  </a:lnTo>
                  <a:lnTo>
                    <a:pt x="139" y="1877"/>
                  </a:lnTo>
                  <a:lnTo>
                    <a:pt x="139" y="1897"/>
                  </a:lnTo>
                  <a:lnTo>
                    <a:pt x="119" y="1877"/>
                  </a:lnTo>
                  <a:lnTo>
                    <a:pt x="100" y="1877"/>
                  </a:lnTo>
                  <a:lnTo>
                    <a:pt x="100" y="1858"/>
                  </a:lnTo>
                  <a:lnTo>
                    <a:pt x="60" y="1897"/>
                  </a:lnTo>
                  <a:lnTo>
                    <a:pt x="40" y="1877"/>
                  </a:lnTo>
                  <a:lnTo>
                    <a:pt x="21" y="1877"/>
                  </a:lnTo>
                  <a:lnTo>
                    <a:pt x="119" y="1937"/>
                  </a:lnTo>
                  <a:lnTo>
                    <a:pt x="60" y="1937"/>
                  </a:lnTo>
                  <a:lnTo>
                    <a:pt x="80" y="1956"/>
                  </a:lnTo>
                  <a:lnTo>
                    <a:pt x="100" y="1976"/>
                  </a:lnTo>
                  <a:lnTo>
                    <a:pt x="159" y="1996"/>
                  </a:lnTo>
                  <a:lnTo>
                    <a:pt x="218" y="2016"/>
                  </a:lnTo>
                  <a:lnTo>
                    <a:pt x="238" y="2016"/>
                  </a:lnTo>
                  <a:lnTo>
                    <a:pt x="258" y="2035"/>
                  </a:lnTo>
                  <a:lnTo>
                    <a:pt x="80" y="1996"/>
                  </a:lnTo>
                  <a:lnTo>
                    <a:pt x="60" y="1996"/>
                  </a:lnTo>
                  <a:lnTo>
                    <a:pt x="119" y="2035"/>
                  </a:lnTo>
                  <a:lnTo>
                    <a:pt x="179" y="2035"/>
                  </a:lnTo>
                  <a:lnTo>
                    <a:pt x="198" y="2055"/>
                  </a:lnTo>
                  <a:lnTo>
                    <a:pt x="179" y="2075"/>
                  </a:lnTo>
                  <a:lnTo>
                    <a:pt x="218" y="2095"/>
                  </a:lnTo>
                  <a:lnTo>
                    <a:pt x="258" y="2095"/>
                  </a:lnTo>
                  <a:lnTo>
                    <a:pt x="317" y="2134"/>
                  </a:lnTo>
                  <a:lnTo>
                    <a:pt x="277" y="2134"/>
                  </a:lnTo>
                  <a:lnTo>
                    <a:pt x="179" y="2114"/>
                  </a:lnTo>
                  <a:lnTo>
                    <a:pt x="119" y="2114"/>
                  </a:lnTo>
                  <a:lnTo>
                    <a:pt x="60" y="2095"/>
                  </a:lnTo>
                  <a:lnTo>
                    <a:pt x="80" y="2114"/>
                  </a:lnTo>
                  <a:lnTo>
                    <a:pt x="40" y="2114"/>
                  </a:lnTo>
                  <a:lnTo>
                    <a:pt x="80" y="2134"/>
                  </a:lnTo>
                  <a:lnTo>
                    <a:pt x="139" y="2134"/>
                  </a:lnTo>
                  <a:lnTo>
                    <a:pt x="258" y="2193"/>
                  </a:lnTo>
                  <a:lnTo>
                    <a:pt x="258" y="2174"/>
                  </a:lnTo>
                  <a:lnTo>
                    <a:pt x="238" y="2174"/>
                  </a:lnTo>
                  <a:lnTo>
                    <a:pt x="198" y="2154"/>
                  </a:lnTo>
                  <a:lnTo>
                    <a:pt x="179" y="2134"/>
                  </a:lnTo>
                  <a:lnTo>
                    <a:pt x="179" y="2134"/>
                  </a:lnTo>
                  <a:lnTo>
                    <a:pt x="258" y="2174"/>
                  </a:lnTo>
                  <a:lnTo>
                    <a:pt x="317" y="2193"/>
                  </a:lnTo>
                  <a:lnTo>
                    <a:pt x="376" y="2213"/>
                  </a:lnTo>
                  <a:lnTo>
                    <a:pt x="416" y="2233"/>
                  </a:lnTo>
                  <a:lnTo>
                    <a:pt x="396" y="2213"/>
                  </a:lnTo>
                  <a:lnTo>
                    <a:pt x="317" y="2174"/>
                  </a:lnTo>
                  <a:lnTo>
                    <a:pt x="297" y="2174"/>
                  </a:lnTo>
                  <a:lnTo>
                    <a:pt x="258" y="2154"/>
                  </a:lnTo>
                  <a:lnTo>
                    <a:pt x="337" y="2174"/>
                  </a:lnTo>
                  <a:lnTo>
                    <a:pt x="356" y="2154"/>
                  </a:lnTo>
                  <a:lnTo>
                    <a:pt x="376" y="2154"/>
                  </a:lnTo>
                  <a:lnTo>
                    <a:pt x="416" y="2134"/>
                  </a:lnTo>
                  <a:lnTo>
                    <a:pt x="356" y="2114"/>
                  </a:lnTo>
                  <a:lnTo>
                    <a:pt x="277" y="2095"/>
                  </a:lnTo>
                  <a:lnTo>
                    <a:pt x="277" y="2075"/>
                  </a:lnTo>
                  <a:lnTo>
                    <a:pt x="337" y="2095"/>
                  </a:lnTo>
                  <a:lnTo>
                    <a:pt x="356" y="2114"/>
                  </a:lnTo>
                  <a:lnTo>
                    <a:pt x="435" y="2134"/>
                  </a:lnTo>
                  <a:lnTo>
                    <a:pt x="574" y="2193"/>
                  </a:lnTo>
                  <a:lnTo>
                    <a:pt x="613" y="2213"/>
                  </a:lnTo>
                  <a:lnTo>
                    <a:pt x="633" y="2233"/>
                  </a:lnTo>
                  <a:lnTo>
                    <a:pt x="692" y="2253"/>
                  </a:lnTo>
                  <a:lnTo>
                    <a:pt x="751" y="2253"/>
                  </a:lnTo>
                  <a:lnTo>
                    <a:pt x="791" y="2272"/>
                  </a:lnTo>
                  <a:lnTo>
                    <a:pt x="791" y="2253"/>
                  </a:lnTo>
                  <a:lnTo>
                    <a:pt x="830" y="2272"/>
                  </a:lnTo>
                  <a:lnTo>
                    <a:pt x="850" y="2292"/>
                  </a:lnTo>
                  <a:lnTo>
                    <a:pt x="890" y="2292"/>
                  </a:lnTo>
                  <a:lnTo>
                    <a:pt x="870" y="2272"/>
                  </a:lnTo>
                  <a:lnTo>
                    <a:pt x="791" y="2233"/>
                  </a:lnTo>
                  <a:lnTo>
                    <a:pt x="811" y="2233"/>
                  </a:lnTo>
                  <a:lnTo>
                    <a:pt x="811" y="2213"/>
                  </a:lnTo>
                  <a:lnTo>
                    <a:pt x="771" y="2193"/>
                  </a:lnTo>
                  <a:lnTo>
                    <a:pt x="771" y="2174"/>
                  </a:lnTo>
                  <a:lnTo>
                    <a:pt x="811" y="2174"/>
                  </a:lnTo>
                  <a:lnTo>
                    <a:pt x="712" y="2154"/>
                  </a:lnTo>
                  <a:lnTo>
                    <a:pt x="712" y="2134"/>
                  </a:lnTo>
                  <a:lnTo>
                    <a:pt x="712" y="2114"/>
                  </a:lnTo>
                  <a:lnTo>
                    <a:pt x="751" y="2134"/>
                  </a:lnTo>
                  <a:lnTo>
                    <a:pt x="771" y="2154"/>
                  </a:lnTo>
                  <a:lnTo>
                    <a:pt x="771" y="2134"/>
                  </a:lnTo>
                  <a:lnTo>
                    <a:pt x="751" y="2114"/>
                  </a:lnTo>
                  <a:lnTo>
                    <a:pt x="672" y="2075"/>
                  </a:lnTo>
                  <a:lnTo>
                    <a:pt x="574" y="2055"/>
                  </a:lnTo>
                  <a:lnTo>
                    <a:pt x="534" y="2035"/>
                  </a:lnTo>
                  <a:lnTo>
                    <a:pt x="593" y="2035"/>
                  </a:lnTo>
                  <a:lnTo>
                    <a:pt x="751" y="2075"/>
                  </a:lnTo>
                  <a:lnTo>
                    <a:pt x="751" y="2075"/>
                  </a:lnTo>
                  <a:lnTo>
                    <a:pt x="712" y="2055"/>
                  </a:lnTo>
                  <a:lnTo>
                    <a:pt x="672" y="2016"/>
                  </a:lnTo>
                  <a:lnTo>
                    <a:pt x="771" y="2055"/>
                  </a:lnTo>
                  <a:lnTo>
                    <a:pt x="811" y="2095"/>
                  </a:lnTo>
                  <a:lnTo>
                    <a:pt x="791" y="2095"/>
                  </a:lnTo>
                  <a:lnTo>
                    <a:pt x="791" y="2114"/>
                  </a:lnTo>
                  <a:lnTo>
                    <a:pt x="850" y="2134"/>
                  </a:lnTo>
                  <a:lnTo>
                    <a:pt x="870" y="2174"/>
                  </a:lnTo>
                  <a:lnTo>
                    <a:pt x="929" y="2154"/>
                  </a:lnTo>
                  <a:lnTo>
                    <a:pt x="969" y="2174"/>
                  </a:lnTo>
                  <a:lnTo>
                    <a:pt x="949" y="2154"/>
                  </a:lnTo>
                  <a:lnTo>
                    <a:pt x="1008" y="2174"/>
                  </a:lnTo>
                  <a:lnTo>
                    <a:pt x="1067" y="2174"/>
                  </a:lnTo>
                  <a:lnTo>
                    <a:pt x="1067" y="2193"/>
                  </a:lnTo>
                  <a:lnTo>
                    <a:pt x="1087" y="2213"/>
                  </a:lnTo>
                  <a:lnTo>
                    <a:pt x="1107" y="2213"/>
                  </a:lnTo>
                  <a:lnTo>
                    <a:pt x="1127" y="2193"/>
                  </a:lnTo>
                  <a:lnTo>
                    <a:pt x="929" y="2114"/>
                  </a:lnTo>
                  <a:lnTo>
                    <a:pt x="909" y="2075"/>
                  </a:lnTo>
                  <a:lnTo>
                    <a:pt x="929" y="2075"/>
                  </a:lnTo>
                  <a:lnTo>
                    <a:pt x="969" y="2095"/>
                  </a:lnTo>
                  <a:lnTo>
                    <a:pt x="1048" y="2134"/>
                  </a:lnTo>
                  <a:lnTo>
                    <a:pt x="1048" y="2134"/>
                  </a:lnTo>
                  <a:lnTo>
                    <a:pt x="1028" y="2114"/>
                  </a:lnTo>
                  <a:lnTo>
                    <a:pt x="1048" y="2114"/>
                  </a:lnTo>
                  <a:lnTo>
                    <a:pt x="1008" y="2095"/>
                  </a:lnTo>
                  <a:lnTo>
                    <a:pt x="1028" y="2075"/>
                  </a:lnTo>
                  <a:lnTo>
                    <a:pt x="1107" y="2095"/>
                  </a:lnTo>
                  <a:lnTo>
                    <a:pt x="1127" y="2095"/>
                  </a:lnTo>
                  <a:lnTo>
                    <a:pt x="1107" y="2114"/>
                  </a:lnTo>
                  <a:lnTo>
                    <a:pt x="1146" y="2134"/>
                  </a:lnTo>
                  <a:lnTo>
                    <a:pt x="1127" y="2134"/>
                  </a:lnTo>
                  <a:lnTo>
                    <a:pt x="1186" y="2154"/>
                  </a:lnTo>
                  <a:lnTo>
                    <a:pt x="1206" y="2154"/>
                  </a:lnTo>
                  <a:lnTo>
                    <a:pt x="1206" y="2134"/>
                  </a:lnTo>
                  <a:lnTo>
                    <a:pt x="1186" y="2134"/>
                  </a:lnTo>
                  <a:lnTo>
                    <a:pt x="1186" y="2114"/>
                  </a:lnTo>
                  <a:lnTo>
                    <a:pt x="1265" y="2134"/>
                  </a:lnTo>
                  <a:lnTo>
                    <a:pt x="1285" y="2114"/>
                  </a:lnTo>
                  <a:lnTo>
                    <a:pt x="1304" y="2114"/>
                  </a:lnTo>
                  <a:lnTo>
                    <a:pt x="1285" y="2095"/>
                  </a:lnTo>
                  <a:lnTo>
                    <a:pt x="1304" y="2095"/>
                  </a:lnTo>
                  <a:lnTo>
                    <a:pt x="1285" y="2075"/>
                  </a:lnTo>
                  <a:lnTo>
                    <a:pt x="1245" y="2055"/>
                  </a:lnTo>
                  <a:lnTo>
                    <a:pt x="1146" y="2016"/>
                  </a:lnTo>
                  <a:lnTo>
                    <a:pt x="1146" y="2016"/>
                  </a:lnTo>
                  <a:lnTo>
                    <a:pt x="1265" y="2055"/>
                  </a:lnTo>
                  <a:lnTo>
                    <a:pt x="1245" y="2035"/>
                  </a:lnTo>
                  <a:lnTo>
                    <a:pt x="1304" y="2035"/>
                  </a:lnTo>
                  <a:lnTo>
                    <a:pt x="1245" y="2016"/>
                  </a:lnTo>
                  <a:lnTo>
                    <a:pt x="1206" y="1996"/>
                  </a:lnTo>
                  <a:lnTo>
                    <a:pt x="1127" y="1976"/>
                  </a:lnTo>
                  <a:lnTo>
                    <a:pt x="1127" y="1956"/>
                  </a:lnTo>
                  <a:lnTo>
                    <a:pt x="1186" y="1976"/>
                  </a:lnTo>
                  <a:lnTo>
                    <a:pt x="1206" y="1996"/>
                  </a:lnTo>
                  <a:lnTo>
                    <a:pt x="1225" y="1996"/>
                  </a:lnTo>
                  <a:lnTo>
                    <a:pt x="1265" y="1976"/>
                  </a:lnTo>
                  <a:lnTo>
                    <a:pt x="1324" y="1976"/>
                  </a:lnTo>
                  <a:lnTo>
                    <a:pt x="1265" y="1956"/>
                  </a:lnTo>
                  <a:lnTo>
                    <a:pt x="1206" y="1917"/>
                  </a:lnTo>
                  <a:lnTo>
                    <a:pt x="1225" y="1937"/>
                  </a:lnTo>
                  <a:lnTo>
                    <a:pt x="1225" y="1937"/>
                  </a:lnTo>
                  <a:lnTo>
                    <a:pt x="1146" y="1897"/>
                  </a:lnTo>
                  <a:lnTo>
                    <a:pt x="1245" y="1897"/>
                  </a:lnTo>
                  <a:lnTo>
                    <a:pt x="1265" y="1917"/>
                  </a:lnTo>
                  <a:lnTo>
                    <a:pt x="1285" y="1937"/>
                  </a:lnTo>
                  <a:lnTo>
                    <a:pt x="1304" y="1937"/>
                  </a:lnTo>
                  <a:lnTo>
                    <a:pt x="1304" y="1917"/>
                  </a:lnTo>
                  <a:lnTo>
                    <a:pt x="1285" y="1897"/>
                  </a:lnTo>
                  <a:lnTo>
                    <a:pt x="1324" y="1877"/>
                  </a:lnTo>
                  <a:lnTo>
                    <a:pt x="1285" y="1838"/>
                  </a:lnTo>
                  <a:lnTo>
                    <a:pt x="1285" y="1818"/>
                  </a:lnTo>
                  <a:lnTo>
                    <a:pt x="1166" y="1779"/>
                  </a:lnTo>
                  <a:lnTo>
                    <a:pt x="1206" y="1779"/>
                  </a:lnTo>
                  <a:lnTo>
                    <a:pt x="1245" y="1798"/>
                  </a:lnTo>
                  <a:lnTo>
                    <a:pt x="1344" y="1818"/>
                  </a:lnTo>
                  <a:lnTo>
                    <a:pt x="1285" y="1779"/>
                  </a:lnTo>
                  <a:lnTo>
                    <a:pt x="1344" y="1798"/>
                  </a:lnTo>
                  <a:lnTo>
                    <a:pt x="1344" y="1779"/>
                  </a:lnTo>
                  <a:lnTo>
                    <a:pt x="1304" y="1739"/>
                  </a:lnTo>
                  <a:lnTo>
                    <a:pt x="1265" y="1700"/>
                  </a:lnTo>
                  <a:lnTo>
                    <a:pt x="1245" y="1680"/>
                  </a:lnTo>
                  <a:lnTo>
                    <a:pt x="1344" y="1719"/>
                  </a:lnTo>
                  <a:lnTo>
                    <a:pt x="1364" y="1739"/>
                  </a:lnTo>
                  <a:lnTo>
                    <a:pt x="1383" y="1739"/>
                  </a:lnTo>
                  <a:lnTo>
                    <a:pt x="1383" y="1719"/>
                  </a:lnTo>
                  <a:lnTo>
                    <a:pt x="1403" y="1719"/>
                  </a:lnTo>
                  <a:lnTo>
                    <a:pt x="1403" y="1700"/>
                  </a:lnTo>
                  <a:lnTo>
                    <a:pt x="1364" y="1680"/>
                  </a:lnTo>
                  <a:lnTo>
                    <a:pt x="1304" y="1660"/>
                  </a:lnTo>
                  <a:lnTo>
                    <a:pt x="1364" y="1660"/>
                  </a:lnTo>
                  <a:lnTo>
                    <a:pt x="1324" y="1640"/>
                  </a:lnTo>
                  <a:lnTo>
                    <a:pt x="1304" y="1640"/>
                  </a:lnTo>
                  <a:lnTo>
                    <a:pt x="1285" y="1601"/>
                  </a:lnTo>
                  <a:lnTo>
                    <a:pt x="1344" y="1621"/>
                  </a:lnTo>
                  <a:lnTo>
                    <a:pt x="1285" y="1581"/>
                  </a:lnTo>
                  <a:lnTo>
                    <a:pt x="1206" y="1561"/>
                  </a:lnTo>
                  <a:lnTo>
                    <a:pt x="1166" y="1561"/>
                  </a:lnTo>
                  <a:lnTo>
                    <a:pt x="1186" y="1581"/>
                  </a:lnTo>
                  <a:lnTo>
                    <a:pt x="1186" y="1601"/>
                  </a:lnTo>
                  <a:lnTo>
                    <a:pt x="1127" y="1601"/>
                  </a:lnTo>
                  <a:lnTo>
                    <a:pt x="1067" y="1581"/>
                  </a:lnTo>
                  <a:lnTo>
                    <a:pt x="1107" y="1581"/>
                  </a:lnTo>
                  <a:lnTo>
                    <a:pt x="1048" y="1561"/>
                  </a:lnTo>
                  <a:lnTo>
                    <a:pt x="1028" y="1561"/>
                  </a:lnTo>
                  <a:lnTo>
                    <a:pt x="949" y="1522"/>
                  </a:lnTo>
                  <a:lnTo>
                    <a:pt x="909" y="1482"/>
                  </a:lnTo>
                  <a:lnTo>
                    <a:pt x="909" y="1482"/>
                  </a:lnTo>
                  <a:lnTo>
                    <a:pt x="988" y="1522"/>
                  </a:lnTo>
                  <a:lnTo>
                    <a:pt x="1033" y="1537"/>
                  </a:lnTo>
                  <a:lnTo>
                    <a:pt x="1033" y="1537"/>
                  </a:lnTo>
                  <a:lnTo>
                    <a:pt x="1048" y="1522"/>
                  </a:lnTo>
                  <a:lnTo>
                    <a:pt x="1127" y="1561"/>
                  </a:lnTo>
                  <a:lnTo>
                    <a:pt x="1067" y="1522"/>
                  </a:lnTo>
                  <a:lnTo>
                    <a:pt x="988" y="1502"/>
                  </a:lnTo>
                  <a:lnTo>
                    <a:pt x="929" y="1482"/>
                  </a:lnTo>
                  <a:lnTo>
                    <a:pt x="1008" y="1482"/>
                  </a:lnTo>
                  <a:lnTo>
                    <a:pt x="988" y="1463"/>
                  </a:lnTo>
                  <a:lnTo>
                    <a:pt x="969" y="1443"/>
                  </a:lnTo>
                  <a:lnTo>
                    <a:pt x="969" y="1443"/>
                  </a:lnTo>
                  <a:lnTo>
                    <a:pt x="1028" y="1463"/>
                  </a:lnTo>
                  <a:lnTo>
                    <a:pt x="1008" y="1463"/>
                  </a:lnTo>
                  <a:lnTo>
                    <a:pt x="1048" y="1482"/>
                  </a:lnTo>
                  <a:lnTo>
                    <a:pt x="1087" y="1502"/>
                  </a:lnTo>
                  <a:lnTo>
                    <a:pt x="1146" y="1522"/>
                  </a:lnTo>
                  <a:lnTo>
                    <a:pt x="1206" y="1542"/>
                  </a:lnTo>
                  <a:lnTo>
                    <a:pt x="1324" y="1581"/>
                  </a:lnTo>
                  <a:lnTo>
                    <a:pt x="1364" y="1581"/>
                  </a:lnTo>
                  <a:lnTo>
                    <a:pt x="1324" y="1542"/>
                  </a:lnTo>
                  <a:lnTo>
                    <a:pt x="1344" y="1542"/>
                  </a:lnTo>
                  <a:lnTo>
                    <a:pt x="1344" y="1522"/>
                  </a:lnTo>
                  <a:lnTo>
                    <a:pt x="1364" y="1522"/>
                  </a:lnTo>
                  <a:lnTo>
                    <a:pt x="1364" y="1502"/>
                  </a:lnTo>
                  <a:lnTo>
                    <a:pt x="1324" y="1463"/>
                  </a:lnTo>
                  <a:lnTo>
                    <a:pt x="1403" y="1463"/>
                  </a:lnTo>
                  <a:lnTo>
                    <a:pt x="1403" y="1443"/>
                  </a:lnTo>
                  <a:lnTo>
                    <a:pt x="1364" y="1403"/>
                  </a:lnTo>
                  <a:lnTo>
                    <a:pt x="1324" y="1364"/>
                  </a:lnTo>
                  <a:lnTo>
                    <a:pt x="1324" y="1344"/>
                  </a:lnTo>
                  <a:lnTo>
                    <a:pt x="1383" y="1344"/>
                  </a:lnTo>
                  <a:lnTo>
                    <a:pt x="1344" y="1324"/>
                  </a:lnTo>
                  <a:lnTo>
                    <a:pt x="1403" y="1324"/>
                  </a:lnTo>
                  <a:lnTo>
                    <a:pt x="1383" y="1305"/>
                  </a:lnTo>
                  <a:lnTo>
                    <a:pt x="1364" y="1285"/>
                  </a:lnTo>
                  <a:lnTo>
                    <a:pt x="1423" y="1285"/>
                  </a:lnTo>
                  <a:lnTo>
                    <a:pt x="1423" y="1265"/>
                  </a:lnTo>
                  <a:lnTo>
                    <a:pt x="1383" y="1245"/>
                  </a:lnTo>
                  <a:lnTo>
                    <a:pt x="1324" y="1206"/>
                  </a:lnTo>
                  <a:lnTo>
                    <a:pt x="1324" y="1206"/>
                  </a:lnTo>
                  <a:lnTo>
                    <a:pt x="1423" y="1245"/>
                  </a:lnTo>
                  <a:lnTo>
                    <a:pt x="1423" y="1245"/>
                  </a:lnTo>
                  <a:lnTo>
                    <a:pt x="1403" y="1147"/>
                  </a:lnTo>
                  <a:lnTo>
                    <a:pt x="1383" y="1068"/>
                  </a:lnTo>
                  <a:lnTo>
                    <a:pt x="1403" y="1068"/>
                  </a:lnTo>
                  <a:lnTo>
                    <a:pt x="1403" y="1048"/>
                  </a:lnTo>
                  <a:lnTo>
                    <a:pt x="1383" y="1008"/>
                  </a:lnTo>
                  <a:lnTo>
                    <a:pt x="1344" y="969"/>
                  </a:lnTo>
                  <a:lnTo>
                    <a:pt x="1344" y="949"/>
                  </a:lnTo>
                  <a:lnTo>
                    <a:pt x="1364" y="949"/>
                  </a:lnTo>
                  <a:lnTo>
                    <a:pt x="1324" y="929"/>
                  </a:lnTo>
                  <a:lnTo>
                    <a:pt x="1265" y="890"/>
                  </a:lnTo>
                  <a:lnTo>
                    <a:pt x="1146" y="870"/>
                  </a:lnTo>
                  <a:lnTo>
                    <a:pt x="1127" y="850"/>
                  </a:lnTo>
                  <a:lnTo>
                    <a:pt x="1166" y="850"/>
                  </a:lnTo>
                  <a:lnTo>
                    <a:pt x="1225" y="870"/>
                  </a:lnTo>
                  <a:lnTo>
                    <a:pt x="1324" y="890"/>
                  </a:lnTo>
                  <a:lnTo>
                    <a:pt x="1403" y="929"/>
                  </a:lnTo>
                  <a:lnTo>
                    <a:pt x="1344" y="870"/>
                  </a:lnTo>
                  <a:lnTo>
                    <a:pt x="1344" y="850"/>
                  </a:lnTo>
                  <a:lnTo>
                    <a:pt x="1383" y="850"/>
                  </a:lnTo>
                  <a:lnTo>
                    <a:pt x="1383" y="870"/>
                  </a:lnTo>
                  <a:lnTo>
                    <a:pt x="1403" y="870"/>
                  </a:lnTo>
                  <a:lnTo>
                    <a:pt x="1383" y="850"/>
                  </a:lnTo>
                  <a:lnTo>
                    <a:pt x="1403" y="850"/>
                  </a:lnTo>
                  <a:lnTo>
                    <a:pt x="1423" y="870"/>
                  </a:lnTo>
                  <a:lnTo>
                    <a:pt x="1423" y="850"/>
                  </a:lnTo>
                  <a:lnTo>
                    <a:pt x="1443" y="850"/>
                  </a:lnTo>
                  <a:lnTo>
                    <a:pt x="1403" y="831"/>
                  </a:lnTo>
                  <a:lnTo>
                    <a:pt x="1364" y="811"/>
                  </a:lnTo>
                  <a:lnTo>
                    <a:pt x="1383" y="811"/>
                  </a:lnTo>
                  <a:lnTo>
                    <a:pt x="1324" y="771"/>
                  </a:lnTo>
                  <a:lnTo>
                    <a:pt x="1403" y="791"/>
                  </a:lnTo>
                  <a:lnTo>
                    <a:pt x="1403" y="791"/>
                  </a:lnTo>
                  <a:lnTo>
                    <a:pt x="1344" y="771"/>
                  </a:lnTo>
                  <a:lnTo>
                    <a:pt x="1344" y="752"/>
                  </a:lnTo>
                  <a:lnTo>
                    <a:pt x="1423" y="752"/>
                  </a:lnTo>
                  <a:lnTo>
                    <a:pt x="1403" y="732"/>
                  </a:lnTo>
                  <a:lnTo>
                    <a:pt x="1383" y="712"/>
                  </a:lnTo>
                  <a:lnTo>
                    <a:pt x="1383" y="712"/>
                  </a:lnTo>
                  <a:lnTo>
                    <a:pt x="1443" y="732"/>
                  </a:lnTo>
                  <a:lnTo>
                    <a:pt x="1462" y="692"/>
                  </a:lnTo>
                  <a:lnTo>
                    <a:pt x="1462" y="673"/>
                  </a:lnTo>
                  <a:lnTo>
                    <a:pt x="1502" y="653"/>
                  </a:lnTo>
                  <a:lnTo>
                    <a:pt x="1482" y="633"/>
                  </a:lnTo>
                  <a:lnTo>
                    <a:pt x="1423" y="593"/>
                  </a:lnTo>
                  <a:lnTo>
                    <a:pt x="1403" y="593"/>
                  </a:lnTo>
                  <a:lnTo>
                    <a:pt x="1344" y="574"/>
                  </a:lnTo>
                  <a:lnTo>
                    <a:pt x="1324" y="554"/>
                  </a:lnTo>
                  <a:lnTo>
                    <a:pt x="1304" y="534"/>
                  </a:lnTo>
                  <a:lnTo>
                    <a:pt x="1304" y="534"/>
                  </a:lnTo>
                  <a:lnTo>
                    <a:pt x="1364" y="554"/>
                  </a:lnTo>
                  <a:lnTo>
                    <a:pt x="1383" y="554"/>
                  </a:lnTo>
                  <a:lnTo>
                    <a:pt x="1443" y="574"/>
                  </a:lnTo>
                  <a:lnTo>
                    <a:pt x="1443" y="554"/>
                  </a:lnTo>
                  <a:lnTo>
                    <a:pt x="1443" y="534"/>
                  </a:lnTo>
                  <a:lnTo>
                    <a:pt x="1482" y="554"/>
                  </a:lnTo>
                  <a:lnTo>
                    <a:pt x="1482" y="554"/>
                  </a:lnTo>
                  <a:lnTo>
                    <a:pt x="1462" y="534"/>
                  </a:lnTo>
                  <a:lnTo>
                    <a:pt x="1423" y="495"/>
                  </a:lnTo>
                  <a:lnTo>
                    <a:pt x="1462" y="514"/>
                  </a:lnTo>
                  <a:lnTo>
                    <a:pt x="1502" y="514"/>
                  </a:lnTo>
                  <a:lnTo>
                    <a:pt x="1502" y="495"/>
                  </a:lnTo>
                  <a:lnTo>
                    <a:pt x="1462" y="475"/>
                  </a:lnTo>
                  <a:lnTo>
                    <a:pt x="1383" y="455"/>
                  </a:lnTo>
                  <a:lnTo>
                    <a:pt x="1403" y="455"/>
                  </a:lnTo>
                  <a:lnTo>
                    <a:pt x="1383" y="435"/>
                  </a:lnTo>
                  <a:lnTo>
                    <a:pt x="1383" y="435"/>
                  </a:lnTo>
                  <a:lnTo>
                    <a:pt x="1482" y="475"/>
                  </a:lnTo>
                  <a:lnTo>
                    <a:pt x="1423" y="435"/>
                  </a:lnTo>
                  <a:lnTo>
                    <a:pt x="1383" y="416"/>
                  </a:lnTo>
                  <a:lnTo>
                    <a:pt x="1403" y="416"/>
                  </a:lnTo>
                  <a:lnTo>
                    <a:pt x="1383" y="396"/>
                  </a:lnTo>
                  <a:lnTo>
                    <a:pt x="1403" y="396"/>
                  </a:lnTo>
                  <a:lnTo>
                    <a:pt x="1344" y="376"/>
                  </a:lnTo>
                  <a:lnTo>
                    <a:pt x="1304" y="337"/>
                  </a:lnTo>
                  <a:lnTo>
                    <a:pt x="1364" y="337"/>
                  </a:lnTo>
                  <a:lnTo>
                    <a:pt x="1443" y="356"/>
                  </a:lnTo>
                  <a:lnTo>
                    <a:pt x="1443" y="376"/>
                  </a:lnTo>
                  <a:lnTo>
                    <a:pt x="1522" y="376"/>
                  </a:lnTo>
                  <a:lnTo>
                    <a:pt x="1541" y="356"/>
                  </a:lnTo>
                  <a:lnTo>
                    <a:pt x="1541" y="317"/>
                  </a:lnTo>
                  <a:lnTo>
                    <a:pt x="1522" y="297"/>
                  </a:lnTo>
                  <a:lnTo>
                    <a:pt x="1522" y="277"/>
                  </a:lnTo>
                  <a:lnTo>
                    <a:pt x="1502" y="258"/>
                  </a:lnTo>
                  <a:lnTo>
                    <a:pt x="1443" y="218"/>
                  </a:lnTo>
                  <a:lnTo>
                    <a:pt x="1502" y="238"/>
                  </a:lnTo>
                  <a:lnTo>
                    <a:pt x="1561" y="218"/>
                  </a:lnTo>
                  <a:lnTo>
                    <a:pt x="1561" y="198"/>
                  </a:lnTo>
                  <a:lnTo>
                    <a:pt x="1581" y="179"/>
                  </a:lnTo>
                  <a:lnTo>
                    <a:pt x="1561" y="139"/>
                  </a:lnTo>
                  <a:lnTo>
                    <a:pt x="1541" y="119"/>
                  </a:lnTo>
                  <a:lnTo>
                    <a:pt x="1581" y="119"/>
                  </a:lnTo>
                  <a:lnTo>
                    <a:pt x="1522" y="80"/>
                  </a:lnTo>
                  <a:lnTo>
                    <a:pt x="1502" y="60"/>
                  </a:lnTo>
                  <a:lnTo>
                    <a:pt x="146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5" name="Google Shape;7695;p29"/>
            <p:cNvSpPr/>
            <p:nvPr/>
          </p:nvSpPr>
          <p:spPr>
            <a:xfrm>
              <a:off x="-1685450" y="3348475"/>
              <a:ext cx="500" cy="25"/>
            </a:xfrm>
            <a:custGeom>
              <a:rect b="b" l="l" r="r" t="t"/>
              <a:pathLst>
                <a:path extrusionOk="0" h="1" w="20">
                  <a:moveTo>
                    <a:pt x="0" y="0"/>
                  </a:moveTo>
                  <a:lnTo>
                    <a:pt x="0" y="0"/>
                  </a:lnTo>
                  <a:lnTo>
                    <a:pt x="2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6" name="Google Shape;7696;p29"/>
            <p:cNvSpPr/>
            <p:nvPr/>
          </p:nvSpPr>
          <p:spPr>
            <a:xfrm>
              <a:off x="-1699275" y="3344525"/>
              <a:ext cx="25" cy="500"/>
            </a:xfrm>
            <a:custGeom>
              <a:rect b="b" l="l" r="r" t="t"/>
              <a:pathLst>
                <a:path extrusionOk="0" h="20" w="1">
                  <a:moveTo>
                    <a:pt x="0" y="0"/>
                  </a:moveTo>
                  <a:lnTo>
                    <a:pt x="0" y="0"/>
                  </a:lnTo>
                  <a:lnTo>
                    <a:pt x="0" y="2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7" name="Google Shape;7697;p29"/>
            <p:cNvSpPr/>
            <p:nvPr/>
          </p:nvSpPr>
          <p:spPr>
            <a:xfrm>
              <a:off x="-1610900" y="331490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8" name="Google Shape;7698;p29"/>
            <p:cNvSpPr/>
            <p:nvPr/>
          </p:nvSpPr>
          <p:spPr>
            <a:xfrm>
              <a:off x="-1608925" y="3313900"/>
              <a:ext cx="25" cy="525"/>
            </a:xfrm>
            <a:custGeom>
              <a:rect b="b" l="l" r="r" t="t"/>
              <a:pathLst>
                <a:path extrusionOk="0" h="21" w="1">
                  <a:moveTo>
                    <a:pt x="1" y="20"/>
                  </a:moveTo>
                  <a:lnTo>
                    <a:pt x="1" y="20"/>
                  </a:lnTo>
                  <a:lnTo>
                    <a:pt x="1" y="1"/>
                  </a:lnTo>
                  <a:lnTo>
                    <a:pt x="1" y="1"/>
                  </a:lnTo>
                  <a:lnTo>
                    <a:pt x="1" y="2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9" name="Google Shape;7699;p29"/>
            <p:cNvSpPr/>
            <p:nvPr/>
          </p:nvSpPr>
          <p:spPr>
            <a:xfrm>
              <a:off x="-1607450" y="3317850"/>
              <a:ext cx="1525" cy="5450"/>
            </a:xfrm>
            <a:custGeom>
              <a:rect b="b" l="l" r="r" t="t"/>
              <a:pathLst>
                <a:path extrusionOk="0" h="218" w="61">
                  <a:moveTo>
                    <a:pt x="60" y="1"/>
                  </a:moveTo>
                  <a:lnTo>
                    <a:pt x="40" y="20"/>
                  </a:lnTo>
                  <a:lnTo>
                    <a:pt x="40" y="80"/>
                  </a:lnTo>
                  <a:lnTo>
                    <a:pt x="1" y="218"/>
                  </a:lnTo>
                  <a:lnTo>
                    <a:pt x="40" y="119"/>
                  </a:lnTo>
                  <a:lnTo>
                    <a:pt x="6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0" name="Google Shape;7700;p29"/>
            <p:cNvSpPr/>
            <p:nvPr/>
          </p:nvSpPr>
          <p:spPr>
            <a:xfrm>
              <a:off x="-1602000" y="3297600"/>
              <a:ext cx="500" cy="25"/>
            </a:xfrm>
            <a:custGeom>
              <a:rect b="b" l="l" r="r" t="t"/>
              <a:pathLst>
                <a:path extrusionOk="0" h="1" w="20">
                  <a:moveTo>
                    <a:pt x="0" y="1"/>
                  </a:moveTo>
                  <a:lnTo>
                    <a:pt x="20" y="1"/>
                  </a:lnTo>
                  <a:lnTo>
                    <a:pt x="20" y="1"/>
                  </a:lnTo>
                  <a:lnTo>
                    <a:pt x="20" y="1"/>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1" name="Google Shape;7701;p29"/>
            <p:cNvSpPr/>
            <p:nvPr/>
          </p:nvSpPr>
          <p:spPr>
            <a:xfrm>
              <a:off x="-1612375" y="3293150"/>
              <a:ext cx="39525" cy="35600"/>
            </a:xfrm>
            <a:custGeom>
              <a:rect b="b" l="l" r="r" t="t"/>
              <a:pathLst>
                <a:path extrusionOk="0" h="1424" w="1581">
                  <a:moveTo>
                    <a:pt x="929" y="60"/>
                  </a:moveTo>
                  <a:lnTo>
                    <a:pt x="909" y="100"/>
                  </a:lnTo>
                  <a:lnTo>
                    <a:pt x="929" y="80"/>
                  </a:lnTo>
                  <a:lnTo>
                    <a:pt x="929" y="60"/>
                  </a:lnTo>
                  <a:close/>
                  <a:moveTo>
                    <a:pt x="376" y="100"/>
                  </a:moveTo>
                  <a:lnTo>
                    <a:pt x="376" y="100"/>
                  </a:lnTo>
                  <a:lnTo>
                    <a:pt x="376" y="100"/>
                  </a:lnTo>
                  <a:close/>
                  <a:moveTo>
                    <a:pt x="870" y="100"/>
                  </a:moveTo>
                  <a:lnTo>
                    <a:pt x="870" y="100"/>
                  </a:lnTo>
                  <a:lnTo>
                    <a:pt x="870" y="100"/>
                  </a:lnTo>
                  <a:close/>
                  <a:moveTo>
                    <a:pt x="474" y="119"/>
                  </a:moveTo>
                  <a:lnTo>
                    <a:pt x="474" y="119"/>
                  </a:lnTo>
                  <a:lnTo>
                    <a:pt x="474" y="119"/>
                  </a:lnTo>
                  <a:close/>
                  <a:moveTo>
                    <a:pt x="415" y="119"/>
                  </a:moveTo>
                  <a:lnTo>
                    <a:pt x="395" y="159"/>
                  </a:lnTo>
                  <a:lnTo>
                    <a:pt x="398" y="162"/>
                  </a:lnTo>
                  <a:lnTo>
                    <a:pt x="398" y="162"/>
                  </a:lnTo>
                  <a:lnTo>
                    <a:pt x="415" y="119"/>
                  </a:lnTo>
                  <a:close/>
                  <a:moveTo>
                    <a:pt x="771" y="139"/>
                  </a:moveTo>
                  <a:lnTo>
                    <a:pt x="751" y="179"/>
                  </a:lnTo>
                  <a:lnTo>
                    <a:pt x="756" y="184"/>
                  </a:lnTo>
                  <a:lnTo>
                    <a:pt x="771" y="139"/>
                  </a:lnTo>
                  <a:close/>
                  <a:moveTo>
                    <a:pt x="633" y="100"/>
                  </a:moveTo>
                  <a:lnTo>
                    <a:pt x="593" y="159"/>
                  </a:lnTo>
                  <a:lnTo>
                    <a:pt x="573" y="218"/>
                  </a:lnTo>
                  <a:lnTo>
                    <a:pt x="534" y="317"/>
                  </a:lnTo>
                  <a:lnTo>
                    <a:pt x="534" y="337"/>
                  </a:lnTo>
                  <a:lnTo>
                    <a:pt x="553" y="337"/>
                  </a:lnTo>
                  <a:lnTo>
                    <a:pt x="573" y="297"/>
                  </a:lnTo>
                  <a:lnTo>
                    <a:pt x="573" y="317"/>
                  </a:lnTo>
                  <a:lnTo>
                    <a:pt x="613" y="198"/>
                  </a:lnTo>
                  <a:lnTo>
                    <a:pt x="633" y="100"/>
                  </a:lnTo>
                  <a:close/>
                  <a:moveTo>
                    <a:pt x="672" y="297"/>
                  </a:moveTo>
                  <a:lnTo>
                    <a:pt x="672" y="337"/>
                  </a:lnTo>
                  <a:lnTo>
                    <a:pt x="692" y="297"/>
                  </a:lnTo>
                  <a:close/>
                  <a:moveTo>
                    <a:pt x="316" y="277"/>
                  </a:moveTo>
                  <a:lnTo>
                    <a:pt x="316" y="317"/>
                  </a:lnTo>
                  <a:lnTo>
                    <a:pt x="316" y="337"/>
                  </a:lnTo>
                  <a:lnTo>
                    <a:pt x="297" y="376"/>
                  </a:lnTo>
                  <a:lnTo>
                    <a:pt x="316" y="277"/>
                  </a:lnTo>
                  <a:close/>
                  <a:moveTo>
                    <a:pt x="158" y="831"/>
                  </a:moveTo>
                  <a:lnTo>
                    <a:pt x="152" y="850"/>
                  </a:lnTo>
                  <a:lnTo>
                    <a:pt x="158" y="850"/>
                  </a:lnTo>
                  <a:lnTo>
                    <a:pt x="158" y="831"/>
                  </a:lnTo>
                  <a:close/>
                  <a:moveTo>
                    <a:pt x="139" y="850"/>
                  </a:moveTo>
                  <a:lnTo>
                    <a:pt x="139" y="890"/>
                  </a:lnTo>
                  <a:lnTo>
                    <a:pt x="152" y="850"/>
                  </a:lnTo>
                  <a:close/>
                  <a:moveTo>
                    <a:pt x="277" y="870"/>
                  </a:moveTo>
                  <a:lnTo>
                    <a:pt x="257" y="890"/>
                  </a:lnTo>
                  <a:lnTo>
                    <a:pt x="277" y="890"/>
                  </a:lnTo>
                  <a:lnTo>
                    <a:pt x="277" y="870"/>
                  </a:lnTo>
                  <a:close/>
                  <a:moveTo>
                    <a:pt x="139" y="890"/>
                  </a:moveTo>
                  <a:lnTo>
                    <a:pt x="132" y="916"/>
                  </a:lnTo>
                  <a:lnTo>
                    <a:pt x="132" y="916"/>
                  </a:lnTo>
                  <a:lnTo>
                    <a:pt x="139" y="910"/>
                  </a:lnTo>
                  <a:lnTo>
                    <a:pt x="139" y="890"/>
                  </a:lnTo>
                  <a:close/>
                  <a:moveTo>
                    <a:pt x="830" y="989"/>
                  </a:moveTo>
                  <a:lnTo>
                    <a:pt x="810" y="1008"/>
                  </a:lnTo>
                  <a:lnTo>
                    <a:pt x="830" y="1008"/>
                  </a:lnTo>
                  <a:lnTo>
                    <a:pt x="830" y="989"/>
                  </a:lnTo>
                  <a:close/>
                  <a:moveTo>
                    <a:pt x="744" y="1324"/>
                  </a:moveTo>
                  <a:lnTo>
                    <a:pt x="731" y="1364"/>
                  </a:lnTo>
                  <a:lnTo>
                    <a:pt x="751" y="1324"/>
                  </a:lnTo>
                  <a:close/>
                  <a:moveTo>
                    <a:pt x="771" y="1384"/>
                  </a:moveTo>
                  <a:lnTo>
                    <a:pt x="771" y="1384"/>
                  </a:lnTo>
                  <a:lnTo>
                    <a:pt x="771" y="1384"/>
                  </a:lnTo>
                  <a:close/>
                  <a:moveTo>
                    <a:pt x="1028" y="1384"/>
                  </a:moveTo>
                  <a:lnTo>
                    <a:pt x="1028" y="1384"/>
                  </a:lnTo>
                  <a:lnTo>
                    <a:pt x="1028" y="1384"/>
                  </a:lnTo>
                  <a:close/>
                  <a:moveTo>
                    <a:pt x="810" y="1"/>
                  </a:moveTo>
                  <a:lnTo>
                    <a:pt x="791" y="100"/>
                  </a:lnTo>
                  <a:lnTo>
                    <a:pt x="771" y="198"/>
                  </a:lnTo>
                  <a:lnTo>
                    <a:pt x="756" y="184"/>
                  </a:lnTo>
                  <a:lnTo>
                    <a:pt x="751" y="198"/>
                  </a:lnTo>
                  <a:lnTo>
                    <a:pt x="712" y="218"/>
                  </a:lnTo>
                  <a:lnTo>
                    <a:pt x="692" y="277"/>
                  </a:lnTo>
                  <a:lnTo>
                    <a:pt x="692" y="356"/>
                  </a:lnTo>
                  <a:lnTo>
                    <a:pt x="672" y="376"/>
                  </a:lnTo>
                  <a:lnTo>
                    <a:pt x="672" y="396"/>
                  </a:lnTo>
                  <a:lnTo>
                    <a:pt x="672" y="435"/>
                  </a:lnTo>
                  <a:lnTo>
                    <a:pt x="652" y="435"/>
                  </a:lnTo>
                  <a:lnTo>
                    <a:pt x="672" y="376"/>
                  </a:lnTo>
                  <a:lnTo>
                    <a:pt x="652" y="356"/>
                  </a:lnTo>
                  <a:lnTo>
                    <a:pt x="633" y="376"/>
                  </a:lnTo>
                  <a:lnTo>
                    <a:pt x="652" y="317"/>
                  </a:lnTo>
                  <a:lnTo>
                    <a:pt x="652" y="297"/>
                  </a:lnTo>
                  <a:lnTo>
                    <a:pt x="672" y="297"/>
                  </a:lnTo>
                  <a:lnTo>
                    <a:pt x="672" y="277"/>
                  </a:lnTo>
                  <a:lnTo>
                    <a:pt x="672" y="218"/>
                  </a:lnTo>
                  <a:lnTo>
                    <a:pt x="652" y="277"/>
                  </a:lnTo>
                  <a:lnTo>
                    <a:pt x="652" y="218"/>
                  </a:lnTo>
                  <a:lnTo>
                    <a:pt x="633" y="198"/>
                  </a:lnTo>
                  <a:lnTo>
                    <a:pt x="613" y="198"/>
                  </a:lnTo>
                  <a:lnTo>
                    <a:pt x="613" y="238"/>
                  </a:lnTo>
                  <a:lnTo>
                    <a:pt x="593" y="337"/>
                  </a:lnTo>
                  <a:lnTo>
                    <a:pt x="573" y="376"/>
                  </a:lnTo>
                  <a:lnTo>
                    <a:pt x="573" y="396"/>
                  </a:lnTo>
                  <a:lnTo>
                    <a:pt x="573" y="435"/>
                  </a:lnTo>
                  <a:lnTo>
                    <a:pt x="593" y="455"/>
                  </a:lnTo>
                  <a:lnTo>
                    <a:pt x="573" y="534"/>
                  </a:lnTo>
                  <a:lnTo>
                    <a:pt x="553" y="613"/>
                  </a:lnTo>
                  <a:lnTo>
                    <a:pt x="514" y="712"/>
                  </a:lnTo>
                  <a:lnTo>
                    <a:pt x="514" y="712"/>
                  </a:lnTo>
                  <a:lnTo>
                    <a:pt x="534" y="594"/>
                  </a:lnTo>
                  <a:lnTo>
                    <a:pt x="514" y="574"/>
                  </a:lnTo>
                  <a:lnTo>
                    <a:pt x="494" y="594"/>
                  </a:lnTo>
                  <a:lnTo>
                    <a:pt x="494" y="633"/>
                  </a:lnTo>
                  <a:lnTo>
                    <a:pt x="514" y="633"/>
                  </a:lnTo>
                  <a:lnTo>
                    <a:pt x="494" y="673"/>
                  </a:lnTo>
                  <a:lnTo>
                    <a:pt x="474" y="712"/>
                  </a:lnTo>
                  <a:lnTo>
                    <a:pt x="455" y="791"/>
                  </a:lnTo>
                  <a:lnTo>
                    <a:pt x="455" y="752"/>
                  </a:lnTo>
                  <a:lnTo>
                    <a:pt x="455" y="692"/>
                  </a:lnTo>
                  <a:lnTo>
                    <a:pt x="455" y="673"/>
                  </a:lnTo>
                  <a:lnTo>
                    <a:pt x="474" y="534"/>
                  </a:lnTo>
                  <a:lnTo>
                    <a:pt x="474" y="554"/>
                  </a:lnTo>
                  <a:lnTo>
                    <a:pt x="514" y="337"/>
                  </a:lnTo>
                  <a:lnTo>
                    <a:pt x="494" y="317"/>
                  </a:lnTo>
                  <a:lnTo>
                    <a:pt x="474" y="317"/>
                  </a:lnTo>
                  <a:lnTo>
                    <a:pt x="494" y="179"/>
                  </a:lnTo>
                  <a:lnTo>
                    <a:pt x="474" y="198"/>
                  </a:lnTo>
                  <a:lnTo>
                    <a:pt x="474" y="179"/>
                  </a:lnTo>
                  <a:lnTo>
                    <a:pt x="474" y="119"/>
                  </a:lnTo>
                  <a:lnTo>
                    <a:pt x="455" y="179"/>
                  </a:lnTo>
                  <a:lnTo>
                    <a:pt x="455" y="258"/>
                  </a:lnTo>
                  <a:lnTo>
                    <a:pt x="435" y="238"/>
                  </a:lnTo>
                  <a:lnTo>
                    <a:pt x="435" y="258"/>
                  </a:lnTo>
                  <a:lnTo>
                    <a:pt x="435" y="277"/>
                  </a:lnTo>
                  <a:lnTo>
                    <a:pt x="455" y="317"/>
                  </a:lnTo>
                  <a:lnTo>
                    <a:pt x="435" y="416"/>
                  </a:lnTo>
                  <a:lnTo>
                    <a:pt x="435" y="435"/>
                  </a:lnTo>
                  <a:lnTo>
                    <a:pt x="435" y="475"/>
                  </a:lnTo>
                  <a:lnTo>
                    <a:pt x="417" y="475"/>
                  </a:lnTo>
                  <a:lnTo>
                    <a:pt x="435" y="317"/>
                  </a:lnTo>
                  <a:lnTo>
                    <a:pt x="415" y="337"/>
                  </a:lnTo>
                  <a:lnTo>
                    <a:pt x="415" y="297"/>
                  </a:lnTo>
                  <a:lnTo>
                    <a:pt x="415" y="258"/>
                  </a:lnTo>
                  <a:lnTo>
                    <a:pt x="415" y="238"/>
                  </a:lnTo>
                  <a:lnTo>
                    <a:pt x="415" y="198"/>
                  </a:lnTo>
                  <a:lnTo>
                    <a:pt x="415" y="179"/>
                  </a:lnTo>
                  <a:lnTo>
                    <a:pt x="398" y="162"/>
                  </a:lnTo>
                  <a:lnTo>
                    <a:pt x="398" y="162"/>
                  </a:lnTo>
                  <a:lnTo>
                    <a:pt x="376" y="218"/>
                  </a:lnTo>
                  <a:lnTo>
                    <a:pt x="376" y="159"/>
                  </a:lnTo>
                  <a:lnTo>
                    <a:pt x="376" y="100"/>
                  </a:lnTo>
                  <a:lnTo>
                    <a:pt x="356" y="159"/>
                  </a:lnTo>
                  <a:lnTo>
                    <a:pt x="356" y="179"/>
                  </a:lnTo>
                  <a:lnTo>
                    <a:pt x="336" y="198"/>
                  </a:lnTo>
                  <a:lnTo>
                    <a:pt x="326" y="228"/>
                  </a:lnTo>
                  <a:lnTo>
                    <a:pt x="336" y="179"/>
                  </a:lnTo>
                  <a:lnTo>
                    <a:pt x="316" y="198"/>
                  </a:lnTo>
                  <a:lnTo>
                    <a:pt x="316" y="179"/>
                  </a:lnTo>
                  <a:lnTo>
                    <a:pt x="297" y="238"/>
                  </a:lnTo>
                  <a:lnTo>
                    <a:pt x="297" y="297"/>
                  </a:lnTo>
                  <a:lnTo>
                    <a:pt x="277" y="317"/>
                  </a:lnTo>
                  <a:lnTo>
                    <a:pt x="277" y="297"/>
                  </a:lnTo>
                  <a:lnTo>
                    <a:pt x="257" y="337"/>
                  </a:lnTo>
                  <a:lnTo>
                    <a:pt x="257" y="376"/>
                  </a:lnTo>
                  <a:lnTo>
                    <a:pt x="237" y="455"/>
                  </a:lnTo>
                  <a:lnTo>
                    <a:pt x="237" y="396"/>
                  </a:lnTo>
                  <a:lnTo>
                    <a:pt x="237" y="317"/>
                  </a:lnTo>
                  <a:lnTo>
                    <a:pt x="257" y="297"/>
                  </a:lnTo>
                  <a:lnTo>
                    <a:pt x="237" y="297"/>
                  </a:lnTo>
                  <a:lnTo>
                    <a:pt x="237" y="179"/>
                  </a:lnTo>
                  <a:lnTo>
                    <a:pt x="218" y="198"/>
                  </a:lnTo>
                  <a:lnTo>
                    <a:pt x="218" y="218"/>
                  </a:lnTo>
                  <a:lnTo>
                    <a:pt x="218" y="238"/>
                  </a:lnTo>
                  <a:lnTo>
                    <a:pt x="218" y="258"/>
                  </a:lnTo>
                  <a:lnTo>
                    <a:pt x="178" y="396"/>
                  </a:lnTo>
                  <a:lnTo>
                    <a:pt x="198" y="376"/>
                  </a:lnTo>
                  <a:lnTo>
                    <a:pt x="218" y="317"/>
                  </a:lnTo>
                  <a:lnTo>
                    <a:pt x="198" y="396"/>
                  </a:lnTo>
                  <a:lnTo>
                    <a:pt x="178" y="455"/>
                  </a:lnTo>
                  <a:lnTo>
                    <a:pt x="158" y="514"/>
                  </a:lnTo>
                  <a:lnTo>
                    <a:pt x="158" y="554"/>
                  </a:lnTo>
                  <a:lnTo>
                    <a:pt x="178" y="534"/>
                  </a:lnTo>
                  <a:lnTo>
                    <a:pt x="198" y="435"/>
                  </a:lnTo>
                  <a:lnTo>
                    <a:pt x="218" y="396"/>
                  </a:lnTo>
                  <a:lnTo>
                    <a:pt x="198" y="455"/>
                  </a:lnTo>
                  <a:lnTo>
                    <a:pt x="218" y="475"/>
                  </a:lnTo>
                  <a:lnTo>
                    <a:pt x="218" y="495"/>
                  </a:lnTo>
                  <a:lnTo>
                    <a:pt x="237" y="554"/>
                  </a:lnTo>
                  <a:lnTo>
                    <a:pt x="237" y="475"/>
                  </a:lnTo>
                  <a:lnTo>
                    <a:pt x="257" y="396"/>
                  </a:lnTo>
                  <a:lnTo>
                    <a:pt x="277" y="376"/>
                  </a:lnTo>
                  <a:lnTo>
                    <a:pt x="277" y="396"/>
                  </a:lnTo>
                  <a:lnTo>
                    <a:pt x="277" y="435"/>
                  </a:lnTo>
                  <a:lnTo>
                    <a:pt x="257" y="475"/>
                  </a:lnTo>
                  <a:lnTo>
                    <a:pt x="237" y="574"/>
                  </a:lnTo>
                  <a:lnTo>
                    <a:pt x="198" y="692"/>
                  </a:lnTo>
                  <a:lnTo>
                    <a:pt x="178" y="771"/>
                  </a:lnTo>
                  <a:lnTo>
                    <a:pt x="158" y="850"/>
                  </a:lnTo>
                  <a:lnTo>
                    <a:pt x="158" y="890"/>
                  </a:lnTo>
                  <a:lnTo>
                    <a:pt x="158" y="910"/>
                  </a:lnTo>
                  <a:lnTo>
                    <a:pt x="139" y="929"/>
                  </a:lnTo>
                  <a:lnTo>
                    <a:pt x="119" y="969"/>
                  </a:lnTo>
                  <a:lnTo>
                    <a:pt x="132" y="916"/>
                  </a:lnTo>
                  <a:lnTo>
                    <a:pt x="132" y="916"/>
                  </a:lnTo>
                  <a:lnTo>
                    <a:pt x="119" y="929"/>
                  </a:lnTo>
                  <a:lnTo>
                    <a:pt x="119" y="910"/>
                  </a:lnTo>
                  <a:lnTo>
                    <a:pt x="139" y="732"/>
                  </a:lnTo>
                  <a:lnTo>
                    <a:pt x="158" y="574"/>
                  </a:lnTo>
                  <a:lnTo>
                    <a:pt x="139" y="554"/>
                  </a:lnTo>
                  <a:lnTo>
                    <a:pt x="139" y="574"/>
                  </a:lnTo>
                  <a:lnTo>
                    <a:pt x="119" y="594"/>
                  </a:lnTo>
                  <a:lnTo>
                    <a:pt x="119" y="594"/>
                  </a:lnTo>
                  <a:lnTo>
                    <a:pt x="158" y="396"/>
                  </a:lnTo>
                  <a:lnTo>
                    <a:pt x="139" y="435"/>
                  </a:lnTo>
                  <a:lnTo>
                    <a:pt x="119" y="495"/>
                  </a:lnTo>
                  <a:lnTo>
                    <a:pt x="119" y="455"/>
                  </a:lnTo>
                  <a:lnTo>
                    <a:pt x="99" y="514"/>
                  </a:lnTo>
                  <a:lnTo>
                    <a:pt x="99" y="495"/>
                  </a:lnTo>
                  <a:lnTo>
                    <a:pt x="79" y="594"/>
                  </a:lnTo>
                  <a:lnTo>
                    <a:pt x="79" y="613"/>
                  </a:lnTo>
                  <a:lnTo>
                    <a:pt x="99" y="594"/>
                  </a:lnTo>
                  <a:lnTo>
                    <a:pt x="79" y="653"/>
                  </a:lnTo>
                  <a:lnTo>
                    <a:pt x="79" y="752"/>
                  </a:lnTo>
                  <a:lnTo>
                    <a:pt x="79" y="771"/>
                  </a:lnTo>
                  <a:lnTo>
                    <a:pt x="60" y="791"/>
                  </a:lnTo>
                  <a:lnTo>
                    <a:pt x="79" y="791"/>
                  </a:lnTo>
                  <a:lnTo>
                    <a:pt x="79" y="811"/>
                  </a:lnTo>
                  <a:lnTo>
                    <a:pt x="99" y="811"/>
                  </a:lnTo>
                  <a:lnTo>
                    <a:pt x="99" y="850"/>
                  </a:lnTo>
                  <a:lnTo>
                    <a:pt x="79" y="969"/>
                  </a:lnTo>
                  <a:lnTo>
                    <a:pt x="60" y="989"/>
                  </a:lnTo>
                  <a:lnTo>
                    <a:pt x="60" y="949"/>
                  </a:lnTo>
                  <a:lnTo>
                    <a:pt x="79" y="870"/>
                  </a:lnTo>
                  <a:lnTo>
                    <a:pt x="60" y="870"/>
                  </a:lnTo>
                  <a:lnTo>
                    <a:pt x="60" y="910"/>
                  </a:lnTo>
                  <a:lnTo>
                    <a:pt x="60" y="929"/>
                  </a:lnTo>
                  <a:lnTo>
                    <a:pt x="40" y="1008"/>
                  </a:lnTo>
                  <a:lnTo>
                    <a:pt x="20" y="1008"/>
                  </a:lnTo>
                  <a:lnTo>
                    <a:pt x="20" y="1028"/>
                  </a:lnTo>
                  <a:lnTo>
                    <a:pt x="0" y="1107"/>
                  </a:lnTo>
                  <a:lnTo>
                    <a:pt x="0" y="1186"/>
                  </a:lnTo>
                  <a:lnTo>
                    <a:pt x="20" y="1087"/>
                  </a:lnTo>
                  <a:lnTo>
                    <a:pt x="20" y="1107"/>
                  </a:lnTo>
                  <a:lnTo>
                    <a:pt x="20" y="1186"/>
                  </a:lnTo>
                  <a:lnTo>
                    <a:pt x="40" y="1147"/>
                  </a:lnTo>
                  <a:lnTo>
                    <a:pt x="40" y="1166"/>
                  </a:lnTo>
                  <a:lnTo>
                    <a:pt x="60" y="1127"/>
                  </a:lnTo>
                  <a:lnTo>
                    <a:pt x="60" y="1087"/>
                  </a:lnTo>
                  <a:lnTo>
                    <a:pt x="79" y="1087"/>
                  </a:lnTo>
                  <a:lnTo>
                    <a:pt x="79" y="1107"/>
                  </a:lnTo>
                  <a:lnTo>
                    <a:pt x="99" y="1068"/>
                  </a:lnTo>
                  <a:lnTo>
                    <a:pt x="99" y="1107"/>
                  </a:lnTo>
                  <a:lnTo>
                    <a:pt x="119" y="1048"/>
                  </a:lnTo>
                  <a:lnTo>
                    <a:pt x="119" y="1068"/>
                  </a:lnTo>
                  <a:lnTo>
                    <a:pt x="139" y="969"/>
                  </a:lnTo>
                  <a:lnTo>
                    <a:pt x="158" y="929"/>
                  </a:lnTo>
                  <a:lnTo>
                    <a:pt x="178" y="929"/>
                  </a:lnTo>
                  <a:lnTo>
                    <a:pt x="158" y="969"/>
                  </a:lnTo>
                  <a:lnTo>
                    <a:pt x="158" y="989"/>
                  </a:lnTo>
                  <a:lnTo>
                    <a:pt x="139" y="1028"/>
                  </a:lnTo>
                  <a:lnTo>
                    <a:pt x="139" y="1068"/>
                  </a:lnTo>
                  <a:lnTo>
                    <a:pt x="158" y="1028"/>
                  </a:lnTo>
                  <a:lnTo>
                    <a:pt x="158" y="1008"/>
                  </a:lnTo>
                  <a:lnTo>
                    <a:pt x="198" y="929"/>
                  </a:lnTo>
                  <a:lnTo>
                    <a:pt x="218" y="910"/>
                  </a:lnTo>
                  <a:lnTo>
                    <a:pt x="237" y="890"/>
                  </a:lnTo>
                  <a:lnTo>
                    <a:pt x="237" y="929"/>
                  </a:lnTo>
                  <a:lnTo>
                    <a:pt x="257" y="831"/>
                  </a:lnTo>
                  <a:lnTo>
                    <a:pt x="277" y="811"/>
                  </a:lnTo>
                  <a:lnTo>
                    <a:pt x="277" y="870"/>
                  </a:lnTo>
                  <a:lnTo>
                    <a:pt x="316" y="791"/>
                  </a:lnTo>
                  <a:lnTo>
                    <a:pt x="316" y="692"/>
                  </a:lnTo>
                  <a:lnTo>
                    <a:pt x="336" y="653"/>
                  </a:lnTo>
                  <a:lnTo>
                    <a:pt x="336" y="673"/>
                  </a:lnTo>
                  <a:lnTo>
                    <a:pt x="336" y="712"/>
                  </a:lnTo>
                  <a:lnTo>
                    <a:pt x="316" y="850"/>
                  </a:lnTo>
                  <a:lnTo>
                    <a:pt x="356" y="771"/>
                  </a:lnTo>
                  <a:lnTo>
                    <a:pt x="336" y="870"/>
                  </a:lnTo>
                  <a:lnTo>
                    <a:pt x="316" y="929"/>
                  </a:lnTo>
                  <a:lnTo>
                    <a:pt x="316" y="890"/>
                  </a:lnTo>
                  <a:lnTo>
                    <a:pt x="297" y="910"/>
                  </a:lnTo>
                  <a:lnTo>
                    <a:pt x="297" y="929"/>
                  </a:lnTo>
                  <a:lnTo>
                    <a:pt x="277" y="929"/>
                  </a:lnTo>
                  <a:lnTo>
                    <a:pt x="277" y="949"/>
                  </a:lnTo>
                  <a:lnTo>
                    <a:pt x="257" y="989"/>
                  </a:lnTo>
                  <a:lnTo>
                    <a:pt x="257" y="1048"/>
                  </a:lnTo>
                  <a:lnTo>
                    <a:pt x="257" y="1087"/>
                  </a:lnTo>
                  <a:lnTo>
                    <a:pt x="277" y="1068"/>
                  </a:lnTo>
                  <a:lnTo>
                    <a:pt x="277" y="1127"/>
                  </a:lnTo>
                  <a:lnTo>
                    <a:pt x="257" y="1186"/>
                  </a:lnTo>
                  <a:lnTo>
                    <a:pt x="237" y="1186"/>
                  </a:lnTo>
                  <a:lnTo>
                    <a:pt x="237" y="1226"/>
                  </a:lnTo>
                  <a:lnTo>
                    <a:pt x="237" y="1245"/>
                  </a:lnTo>
                  <a:lnTo>
                    <a:pt x="257" y="1245"/>
                  </a:lnTo>
                  <a:lnTo>
                    <a:pt x="297" y="1028"/>
                  </a:lnTo>
                  <a:lnTo>
                    <a:pt x="316" y="1008"/>
                  </a:lnTo>
                  <a:lnTo>
                    <a:pt x="336" y="1028"/>
                  </a:lnTo>
                  <a:lnTo>
                    <a:pt x="316" y="1068"/>
                  </a:lnTo>
                  <a:lnTo>
                    <a:pt x="297" y="1166"/>
                  </a:lnTo>
                  <a:lnTo>
                    <a:pt x="316" y="1127"/>
                  </a:lnTo>
                  <a:lnTo>
                    <a:pt x="316" y="1107"/>
                  </a:lnTo>
                  <a:lnTo>
                    <a:pt x="336" y="1127"/>
                  </a:lnTo>
                  <a:lnTo>
                    <a:pt x="336" y="1226"/>
                  </a:lnTo>
                  <a:lnTo>
                    <a:pt x="316" y="1226"/>
                  </a:lnTo>
                  <a:lnTo>
                    <a:pt x="316" y="1265"/>
                  </a:lnTo>
                  <a:lnTo>
                    <a:pt x="297" y="1245"/>
                  </a:lnTo>
                  <a:lnTo>
                    <a:pt x="297" y="1305"/>
                  </a:lnTo>
                  <a:lnTo>
                    <a:pt x="316" y="1305"/>
                  </a:lnTo>
                  <a:lnTo>
                    <a:pt x="316" y="1384"/>
                  </a:lnTo>
                  <a:lnTo>
                    <a:pt x="336" y="1403"/>
                  </a:lnTo>
                  <a:lnTo>
                    <a:pt x="356" y="1384"/>
                  </a:lnTo>
                  <a:lnTo>
                    <a:pt x="376" y="1324"/>
                  </a:lnTo>
                  <a:lnTo>
                    <a:pt x="395" y="1245"/>
                  </a:lnTo>
                  <a:lnTo>
                    <a:pt x="376" y="1344"/>
                  </a:lnTo>
                  <a:lnTo>
                    <a:pt x="395" y="1344"/>
                  </a:lnTo>
                  <a:lnTo>
                    <a:pt x="395" y="1403"/>
                  </a:lnTo>
                  <a:lnTo>
                    <a:pt x="415" y="1344"/>
                  </a:lnTo>
                  <a:lnTo>
                    <a:pt x="415" y="1364"/>
                  </a:lnTo>
                  <a:lnTo>
                    <a:pt x="435" y="1305"/>
                  </a:lnTo>
                  <a:lnTo>
                    <a:pt x="415" y="1324"/>
                  </a:lnTo>
                  <a:lnTo>
                    <a:pt x="415" y="1285"/>
                  </a:lnTo>
                  <a:lnTo>
                    <a:pt x="435" y="1206"/>
                  </a:lnTo>
                  <a:lnTo>
                    <a:pt x="455" y="1206"/>
                  </a:lnTo>
                  <a:lnTo>
                    <a:pt x="435" y="1265"/>
                  </a:lnTo>
                  <a:lnTo>
                    <a:pt x="435" y="1305"/>
                  </a:lnTo>
                  <a:lnTo>
                    <a:pt x="435" y="1344"/>
                  </a:lnTo>
                  <a:lnTo>
                    <a:pt x="435" y="1403"/>
                  </a:lnTo>
                  <a:lnTo>
                    <a:pt x="474" y="1344"/>
                  </a:lnTo>
                  <a:lnTo>
                    <a:pt x="494" y="1265"/>
                  </a:lnTo>
                  <a:lnTo>
                    <a:pt x="474" y="1305"/>
                  </a:lnTo>
                  <a:lnTo>
                    <a:pt x="494" y="1226"/>
                  </a:lnTo>
                  <a:lnTo>
                    <a:pt x="494" y="1265"/>
                  </a:lnTo>
                  <a:lnTo>
                    <a:pt x="514" y="1305"/>
                  </a:lnTo>
                  <a:lnTo>
                    <a:pt x="494" y="1344"/>
                  </a:lnTo>
                  <a:lnTo>
                    <a:pt x="494" y="1324"/>
                  </a:lnTo>
                  <a:lnTo>
                    <a:pt x="474" y="1364"/>
                  </a:lnTo>
                  <a:lnTo>
                    <a:pt x="474" y="1403"/>
                  </a:lnTo>
                  <a:lnTo>
                    <a:pt x="494" y="1364"/>
                  </a:lnTo>
                  <a:lnTo>
                    <a:pt x="514" y="1344"/>
                  </a:lnTo>
                  <a:lnTo>
                    <a:pt x="514" y="1364"/>
                  </a:lnTo>
                  <a:lnTo>
                    <a:pt x="514" y="1384"/>
                  </a:lnTo>
                  <a:lnTo>
                    <a:pt x="534" y="1403"/>
                  </a:lnTo>
                  <a:lnTo>
                    <a:pt x="553" y="1344"/>
                  </a:lnTo>
                  <a:lnTo>
                    <a:pt x="573" y="1344"/>
                  </a:lnTo>
                  <a:lnTo>
                    <a:pt x="593" y="1206"/>
                  </a:lnTo>
                  <a:lnTo>
                    <a:pt x="593" y="1305"/>
                  </a:lnTo>
                  <a:lnTo>
                    <a:pt x="573" y="1384"/>
                  </a:lnTo>
                  <a:lnTo>
                    <a:pt x="593" y="1344"/>
                  </a:lnTo>
                  <a:lnTo>
                    <a:pt x="593" y="1384"/>
                  </a:lnTo>
                  <a:lnTo>
                    <a:pt x="613" y="1403"/>
                  </a:lnTo>
                  <a:lnTo>
                    <a:pt x="613" y="1384"/>
                  </a:lnTo>
                  <a:lnTo>
                    <a:pt x="633" y="1344"/>
                  </a:lnTo>
                  <a:lnTo>
                    <a:pt x="652" y="1305"/>
                  </a:lnTo>
                  <a:lnTo>
                    <a:pt x="692" y="1285"/>
                  </a:lnTo>
                  <a:lnTo>
                    <a:pt x="652" y="1364"/>
                  </a:lnTo>
                  <a:lnTo>
                    <a:pt x="633" y="1403"/>
                  </a:lnTo>
                  <a:lnTo>
                    <a:pt x="652" y="1423"/>
                  </a:lnTo>
                  <a:lnTo>
                    <a:pt x="672" y="1423"/>
                  </a:lnTo>
                  <a:lnTo>
                    <a:pt x="692" y="1403"/>
                  </a:lnTo>
                  <a:lnTo>
                    <a:pt x="692" y="1324"/>
                  </a:lnTo>
                  <a:lnTo>
                    <a:pt x="712" y="1324"/>
                  </a:lnTo>
                  <a:lnTo>
                    <a:pt x="712" y="1344"/>
                  </a:lnTo>
                  <a:lnTo>
                    <a:pt x="692" y="1384"/>
                  </a:lnTo>
                  <a:lnTo>
                    <a:pt x="692" y="1384"/>
                  </a:lnTo>
                  <a:lnTo>
                    <a:pt x="731" y="1324"/>
                  </a:lnTo>
                  <a:lnTo>
                    <a:pt x="744" y="1324"/>
                  </a:lnTo>
                  <a:lnTo>
                    <a:pt x="751" y="1305"/>
                  </a:lnTo>
                  <a:lnTo>
                    <a:pt x="771" y="1226"/>
                  </a:lnTo>
                  <a:lnTo>
                    <a:pt x="771" y="1166"/>
                  </a:lnTo>
                  <a:lnTo>
                    <a:pt x="751" y="1206"/>
                  </a:lnTo>
                  <a:lnTo>
                    <a:pt x="731" y="1206"/>
                  </a:lnTo>
                  <a:lnTo>
                    <a:pt x="731" y="1147"/>
                  </a:lnTo>
                  <a:lnTo>
                    <a:pt x="751" y="1087"/>
                  </a:lnTo>
                  <a:lnTo>
                    <a:pt x="751" y="1048"/>
                  </a:lnTo>
                  <a:lnTo>
                    <a:pt x="791" y="949"/>
                  </a:lnTo>
                  <a:lnTo>
                    <a:pt x="810" y="929"/>
                  </a:lnTo>
                  <a:lnTo>
                    <a:pt x="791" y="1008"/>
                  </a:lnTo>
                  <a:lnTo>
                    <a:pt x="771" y="1068"/>
                  </a:lnTo>
                  <a:lnTo>
                    <a:pt x="791" y="1048"/>
                  </a:lnTo>
                  <a:lnTo>
                    <a:pt x="771" y="1147"/>
                  </a:lnTo>
                  <a:lnTo>
                    <a:pt x="791" y="1068"/>
                  </a:lnTo>
                  <a:lnTo>
                    <a:pt x="810" y="989"/>
                  </a:lnTo>
                  <a:lnTo>
                    <a:pt x="810" y="949"/>
                  </a:lnTo>
                  <a:lnTo>
                    <a:pt x="830" y="989"/>
                  </a:lnTo>
                  <a:lnTo>
                    <a:pt x="850" y="969"/>
                  </a:lnTo>
                  <a:lnTo>
                    <a:pt x="850" y="1028"/>
                  </a:lnTo>
                  <a:lnTo>
                    <a:pt x="830" y="1008"/>
                  </a:lnTo>
                  <a:lnTo>
                    <a:pt x="830" y="1048"/>
                  </a:lnTo>
                  <a:lnTo>
                    <a:pt x="810" y="1107"/>
                  </a:lnTo>
                  <a:lnTo>
                    <a:pt x="810" y="1166"/>
                  </a:lnTo>
                  <a:lnTo>
                    <a:pt x="791" y="1226"/>
                  </a:lnTo>
                  <a:lnTo>
                    <a:pt x="771" y="1344"/>
                  </a:lnTo>
                  <a:lnTo>
                    <a:pt x="771" y="1384"/>
                  </a:lnTo>
                  <a:lnTo>
                    <a:pt x="791" y="1344"/>
                  </a:lnTo>
                  <a:lnTo>
                    <a:pt x="810" y="1344"/>
                  </a:lnTo>
                  <a:lnTo>
                    <a:pt x="830" y="1305"/>
                  </a:lnTo>
                  <a:lnTo>
                    <a:pt x="830" y="1364"/>
                  </a:lnTo>
                  <a:lnTo>
                    <a:pt x="850" y="1364"/>
                  </a:lnTo>
                  <a:lnTo>
                    <a:pt x="870" y="1324"/>
                  </a:lnTo>
                  <a:lnTo>
                    <a:pt x="870" y="1384"/>
                  </a:lnTo>
                  <a:lnTo>
                    <a:pt x="870" y="1403"/>
                  </a:lnTo>
                  <a:lnTo>
                    <a:pt x="889" y="1384"/>
                  </a:lnTo>
                  <a:lnTo>
                    <a:pt x="909" y="1344"/>
                  </a:lnTo>
                  <a:lnTo>
                    <a:pt x="949" y="1305"/>
                  </a:lnTo>
                  <a:lnTo>
                    <a:pt x="949" y="1285"/>
                  </a:lnTo>
                  <a:lnTo>
                    <a:pt x="968" y="1305"/>
                  </a:lnTo>
                  <a:lnTo>
                    <a:pt x="949" y="1344"/>
                  </a:lnTo>
                  <a:lnTo>
                    <a:pt x="968" y="1364"/>
                  </a:lnTo>
                  <a:lnTo>
                    <a:pt x="988" y="1305"/>
                  </a:lnTo>
                  <a:lnTo>
                    <a:pt x="988" y="1364"/>
                  </a:lnTo>
                  <a:lnTo>
                    <a:pt x="1008" y="1344"/>
                  </a:lnTo>
                  <a:lnTo>
                    <a:pt x="1008" y="1324"/>
                  </a:lnTo>
                  <a:lnTo>
                    <a:pt x="1028" y="1384"/>
                  </a:lnTo>
                  <a:lnTo>
                    <a:pt x="1047" y="1344"/>
                  </a:lnTo>
                  <a:lnTo>
                    <a:pt x="1067" y="1265"/>
                  </a:lnTo>
                  <a:lnTo>
                    <a:pt x="1047" y="1384"/>
                  </a:lnTo>
                  <a:lnTo>
                    <a:pt x="1126" y="1344"/>
                  </a:lnTo>
                  <a:lnTo>
                    <a:pt x="1205" y="1305"/>
                  </a:lnTo>
                  <a:lnTo>
                    <a:pt x="1186" y="1344"/>
                  </a:lnTo>
                  <a:lnTo>
                    <a:pt x="1205" y="1324"/>
                  </a:lnTo>
                  <a:lnTo>
                    <a:pt x="1245" y="1305"/>
                  </a:lnTo>
                  <a:lnTo>
                    <a:pt x="1265" y="1265"/>
                  </a:lnTo>
                  <a:lnTo>
                    <a:pt x="1284" y="1265"/>
                  </a:lnTo>
                  <a:lnTo>
                    <a:pt x="1304" y="1245"/>
                  </a:lnTo>
                  <a:lnTo>
                    <a:pt x="1324" y="1166"/>
                  </a:lnTo>
                  <a:lnTo>
                    <a:pt x="1324" y="1048"/>
                  </a:lnTo>
                  <a:lnTo>
                    <a:pt x="1344" y="1028"/>
                  </a:lnTo>
                  <a:lnTo>
                    <a:pt x="1344" y="1068"/>
                  </a:lnTo>
                  <a:lnTo>
                    <a:pt x="1344" y="1107"/>
                  </a:lnTo>
                  <a:lnTo>
                    <a:pt x="1344" y="1127"/>
                  </a:lnTo>
                  <a:lnTo>
                    <a:pt x="1324" y="1226"/>
                  </a:lnTo>
                  <a:lnTo>
                    <a:pt x="1304" y="1305"/>
                  </a:lnTo>
                  <a:lnTo>
                    <a:pt x="1344" y="1226"/>
                  </a:lnTo>
                  <a:lnTo>
                    <a:pt x="1344" y="1245"/>
                  </a:lnTo>
                  <a:lnTo>
                    <a:pt x="1363" y="1245"/>
                  </a:lnTo>
                  <a:lnTo>
                    <a:pt x="1383" y="1265"/>
                  </a:lnTo>
                  <a:lnTo>
                    <a:pt x="1363" y="1305"/>
                  </a:lnTo>
                  <a:lnTo>
                    <a:pt x="1363" y="1285"/>
                  </a:lnTo>
                  <a:lnTo>
                    <a:pt x="1344" y="1285"/>
                  </a:lnTo>
                  <a:lnTo>
                    <a:pt x="1344" y="1305"/>
                  </a:lnTo>
                  <a:lnTo>
                    <a:pt x="1324" y="1344"/>
                  </a:lnTo>
                  <a:lnTo>
                    <a:pt x="1363" y="1324"/>
                  </a:lnTo>
                  <a:lnTo>
                    <a:pt x="1383" y="1324"/>
                  </a:lnTo>
                  <a:lnTo>
                    <a:pt x="1383" y="1285"/>
                  </a:lnTo>
                  <a:lnTo>
                    <a:pt x="1403" y="1245"/>
                  </a:lnTo>
                  <a:lnTo>
                    <a:pt x="1403" y="1265"/>
                  </a:lnTo>
                  <a:lnTo>
                    <a:pt x="1423" y="1206"/>
                  </a:lnTo>
                  <a:lnTo>
                    <a:pt x="1403" y="1285"/>
                  </a:lnTo>
                  <a:lnTo>
                    <a:pt x="1423" y="1226"/>
                  </a:lnTo>
                  <a:lnTo>
                    <a:pt x="1442" y="1226"/>
                  </a:lnTo>
                  <a:lnTo>
                    <a:pt x="1462" y="1245"/>
                  </a:lnTo>
                  <a:lnTo>
                    <a:pt x="1462" y="1285"/>
                  </a:lnTo>
                  <a:lnTo>
                    <a:pt x="1482" y="1265"/>
                  </a:lnTo>
                  <a:lnTo>
                    <a:pt x="1482" y="1305"/>
                  </a:lnTo>
                  <a:lnTo>
                    <a:pt x="1502" y="1324"/>
                  </a:lnTo>
                  <a:lnTo>
                    <a:pt x="1521" y="1324"/>
                  </a:lnTo>
                  <a:lnTo>
                    <a:pt x="1541" y="1364"/>
                  </a:lnTo>
                  <a:lnTo>
                    <a:pt x="1561" y="1324"/>
                  </a:lnTo>
                  <a:lnTo>
                    <a:pt x="1581" y="1285"/>
                  </a:lnTo>
                  <a:lnTo>
                    <a:pt x="1265" y="692"/>
                  </a:lnTo>
                  <a:lnTo>
                    <a:pt x="968" y="179"/>
                  </a:lnTo>
                  <a:lnTo>
                    <a:pt x="949" y="238"/>
                  </a:lnTo>
                  <a:lnTo>
                    <a:pt x="949" y="218"/>
                  </a:lnTo>
                  <a:lnTo>
                    <a:pt x="949" y="159"/>
                  </a:lnTo>
                  <a:lnTo>
                    <a:pt x="929" y="198"/>
                  </a:lnTo>
                  <a:lnTo>
                    <a:pt x="909" y="218"/>
                  </a:lnTo>
                  <a:lnTo>
                    <a:pt x="909" y="258"/>
                  </a:lnTo>
                  <a:lnTo>
                    <a:pt x="889" y="297"/>
                  </a:lnTo>
                  <a:lnTo>
                    <a:pt x="889" y="238"/>
                  </a:lnTo>
                  <a:lnTo>
                    <a:pt x="909" y="198"/>
                  </a:lnTo>
                  <a:lnTo>
                    <a:pt x="909" y="119"/>
                  </a:lnTo>
                  <a:lnTo>
                    <a:pt x="909" y="100"/>
                  </a:lnTo>
                  <a:lnTo>
                    <a:pt x="909" y="80"/>
                  </a:lnTo>
                  <a:lnTo>
                    <a:pt x="909" y="40"/>
                  </a:lnTo>
                  <a:lnTo>
                    <a:pt x="889" y="60"/>
                  </a:lnTo>
                  <a:lnTo>
                    <a:pt x="889" y="119"/>
                  </a:lnTo>
                  <a:lnTo>
                    <a:pt x="870" y="179"/>
                  </a:lnTo>
                  <a:lnTo>
                    <a:pt x="870" y="100"/>
                  </a:lnTo>
                  <a:lnTo>
                    <a:pt x="850" y="139"/>
                  </a:lnTo>
                  <a:lnTo>
                    <a:pt x="830" y="218"/>
                  </a:lnTo>
                  <a:lnTo>
                    <a:pt x="830" y="277"/>
                  </a:lnTo>
                  <a:lnTo>
                    <a:pt x="830" y="317"/>
                  </a:lnTo>
                  <a:lnTo>
                    <a:pt x="830" y="376"/>
                  </a:lnTo>
                  <a:lnTo>
                    <a:pt x="810" y="396"/>
                  </a:lnTo>
                  <a:lnTo>
                    <a:pt x="791" y="297"/>
                  </a:lnTo>
                  <a:lnTo>
                    <a:pt x="830" y="159"/>
                  </a:lnTo>
                  <a:lnTo>
                    <a:pt x="850" y="1"/>
                  </a:lnTo>
                  <a:lnTo>
                    <a:pt x="830" y="21"/>
                  </a:lnTo>
                  <a:lnTo>
                    <a:pt x="810" y="21"/>
                  </a:lnTo>
                  <a:lnTo>
                    <a:pt x="81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2" name="Google Shape;7702;p29"/>
            <p:cNvSpPr/>
            <p:nvPr/>
          </p:nvSpPr>
          <p:spPr>
            <a:xfrm>
              <a:off x="-1608925" y="3313900"/>
              <a:ext cx="25" cy="525"/>
            </a:xfrm>
            <a:custGeom>
              <a:rect b="b" l="l" r="r" t="t"/>
              <a:pathLst>
                <a:path extrusionOk="0" h="21" w="1">
                  <a:moveTo>
                    <a:pt x="1" y="20"/>
                  </a:moveTo>
                  <a:lnTo>
                    <a:pt x="1" y="20"/>
                  </a:lnTo>
                  <a:lnTo>
                    <a:pt x="1" y="20"/>
                  </a:lnTo>
                  <a:lnTo>
                    <a:pt x="1" y="1"/>
                  </a:lnTo>
                  <a:lnTo>
                    <a:pt x="1"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3" name="Google Shape;7703;p29"/>
            <p:cNvSpPr/>
            <p:nvPr/>
          </p:nvSpPr>
          <p:spPr>
            <a:xfrm>
              <a:off x="-1607450" y="3299575"/>
              <a:ext cx="525" cy="525"/>
            </a:xfrm>
            <a:custGeom>
              <a:rect b="b" l="l" r="r" t="t"/>
              <a:pathLst>
                <a:path extrusionOk="0" h="21" w="21">
                  <a:moveTo>
                    <a:pt x="21" y="1"/>
                  </a:moveTo>
                  <a:lnTo>
                    <a:pt x="21" y="1"/>
                  </a:lnTo>
                  <a:lnTo>
                    <a:pt x="1" y="20"/>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4" name="Google Shape;7704;p29"/>
            <p:cNvSpPr/>
            <p:nvPr/>
          </p:nvSpPr>
          <p:spPr>
            <a:xfrm>
              <a:off x="-1360550" y="3908450"/>
              <a:ext cx="25" cy="25"/>
            </a:xfrm>
            <a:custGeom>
              <a:rect b="b" l="l" r="r" t="t"/>
              <a:pathLst>
                <a:path extrusionOk="0" h="1" w="1">
                  <a:moveTo>
                    <a:pt x="1" y="0"/>
                  </a:move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5" name="Google Shape;7705;p29"/>
            <p:cNvSpPr/>
            <p:nvPr/>
          </p:nvSpPr>
          <p:spPr>
            <a:xfrm>
              <a:off x="-1362025" y="3906950"/>
              <a:ext cx="525" cy="525"/>
            </a:xfrm>
            <a:custGeom>
              <a:rect b="b" l="l" r="r" t="t"/>
              <a:pathLst>
                <a:path extrusionOk="0" h="21" w="21">
                  <a:moveTo>
                    <a:pt x="20" y="1"/>
                  </a:moveTo>
                  <a:lnTo>
                    <a:pt x="20" y="1"/>
                  </a:lnTo>
                  <a:lnTo>
                    <a:pt x="1" y="21"/>
                  </a:lnTo>
                  <a:lnTo>
                    <a:pt x="1" y="21"/>
                  </a:lnTo>
                  <a:lnTo>
                    <a:pt x="2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6" name="Google Shape;7706;p29"/>
            <p:cNvSpPr/>
            <p:nvPr/>
          </p:nvSpPr>
          <p:spPr>
            <a:xfrm>
              <a:off x="-1371900" y="3904975"/>
              <a:ext cx="19275" cy="6950"/>
            </a:xfrm>
            <a:custGeom>
              <a:rect b="b" l="l" r="r" t="t"/>
              <a:pathLst>
                <a:path extrusionOk="0" h="278" w="771">
                  <a:moveTo>
                    <a:pt x="672" y="1"/>
                  </a:moveTo>
                  <a:lnTo>
                    <a:pt x="593" y="21"/>
                  </a:lnTo>
                  <a:lnTo>
                    <a:pt x="613" y="21"/>
                  </a:lnTo>
                  <a:lnTo>
                    <a:pt x="672" y="1"/>
                  </a:lnTo>
                  <a:close/>
                  <a:moveTo>
                    <a:pt x="712" y="21"/>
                  </a:moveTo>
                  <a:lnTo>
                    <a:pt x="705" y="27"/>
                  </a:lnTo>
                  <a:lnTo>
                    <a:pt x="705" y="27"/>
                  </a:lnTo>
                  <a:lnTo>
                    <a:pt x="732" y="40"/>
                  </a:lnTo>
                  <a:lnTo>
                    <a:pt x="732" y="40"/>
                  </a:lnTo>
                  <a:lnTo>
                    <a:pt x="712" y="21"/>
                  </a:lnTo>
                  <a:close/>
                  <a:moveTo>
                    <a:pt x="613" y="1"/>
                  </a:moveTo>
                  <a:lnTo>
                    <a:pt x="514" y="21"/>
                  </a:lnTo>
                  <a:lnTo>
                    <a:pt x="475" y="40"/>
                  </a:lnTo>
                  <a:lnTo>
                    <a:pt x="514" y="40"/>
                  </a:lnTo>
                  <a:lnTo>
                    <a:pt x="593" y="21"/>
                  </a:lnTo>
                  <a:lnTo>
                    <a:pt x="613" y="1"/>
                  </a:lnTo>
                  <a:close/>
                  <a:moveTo>
                    <a:pt x="396" y="60"/>
                  </a:moveTo>
                  <a:lnTo>
                    <a:pt x="415" y="80"/>
                  </a:lnTo>
                  <a:lnTo>
                    <a:pt x="455" y="60"/>
                  </a:lnTo>
                  <a:close/>
                  <a:moveTo>
                    <a:pt x="613" y="100"/>
                  </a:moveTo>
                  <a:lnTo>
                    <a:pt x="593" y="119"/>
                  </a:lnTo>
                  <a:lnTo>
                    <a:pt x="613" y="119"/>
                  </a:lnTo>
                  <a:lnTo>
                    <a:pt x="613" y="100"/>
                  </a:lnTo>
                  <a:close/>
                  <a:moveTo>
                    <a:pt x="99" y="238"/>
                  </a:moveTo>
                  <a:lnTo>
                    <a:pt x="1" y="277"/>
                  </a:lnTo>
                  <a:lnTo>
                    <a:pt x="40" y="277"/>
                  </a:lnTo>
                  <a:lnTo>
                    <a:pt x="99" y="238"/>
                  </a:lnTo>
                  <a:close/>
                  <a:moveTo>
                    <a:pt x="692" y="21"/>
                  </a:moveTo>
                  <a:lnTo>
                    <a:pt x="652" y="40"/>
                  </a:lnTo>
                  <a:lnTo>
                    <a:pt x="514" y="40"/>
                  </a:lnTo>
                  <a:lnTo>
                    <a:pt x="455" y="60"/>
                  </a:lnTo>
                  <a:lnTo>
                    <a:pt x="494" y="60"/>
                  </a:lnTo>
                  <a:lnTo>
                    <a:pt x="455" y="80"/>
                  </a:lnTo>
                  <a:lnTo>
                    <a:pt x="475" y="80"/>
                  </a:lnTo>
                  <a:lnTo>
                    <a:pt x="297" y="139"/>
                  </a:lnTo>
                  <a:lnTo>
                    <a:pt x="159" y="198"/>
                  </a:lnTo>
                  <a:lnTo>
                    <a:pt x="198" y="218"/>
                  </a:lnTo>
                  <a:lnTo>
                    <a:pt x="99" y="238"/>
                  </a:lnTo>
                  <a:lnTo>
                    <a:pt x="80" y="277"/>
                  </a:lnTo>
                  <a:lnTo>
                    <a:pt x="99" y="277"/>
                  </a:lnTo>
                  <a:lnTo>
                    <a:pt x="119" y="258"/>
                  </a:lnTo>
                  <a:lnTo>
                    <a:pt x="198" y="258"/>
                  </a:lnTo>
                  <a:lnTo>
                    <a:pt x="218" y="238"/>
                  </a:lnTo>
                  <a:lnTo>
                    <a:pt x="198" y="238"/>
                  </a:lnTo>
                  <a:lnTo>
                    <a:pt x="257" y="218"/>
                  </a:lnTo>
                  <a:lnTo>
                    <a:pt x="356" y="179"/>
                  </a:lnTo>
                  <a:lnTo>
                    <a:pt x="396" y="179"/>
                  </a:lnTo>
                  <a:lnTo>
                    <a:pt x="396" y="159"/>
                  </a:lnTo>
                  <a:lnTo>
                    <a:pt x="356" y="159"/>
                  </a:lnTo>
                  <a:lnTo>
                    <a:pt x="396" y="139"/>
                  </a:lnTo>
                  <a:lnTo>
                    <a:pt x="415" y="119"/>
                  </a:lnTo>
                  <a:lnTo>
                    <a:pt x="435" y="119"/>
                  </a:lnTo>
                  <a:lnTo>
                    <a:pt x="554" y="80"/>
                  </a:lnTo>
                  <a:lnTo>
                    <a:pt x="554" y="100"/>
                  </a:lnTo>
                  <a:lnTo>
                    <a:pt x="534" y="100"/>
                  </a:lnTo>
                  <a:lnTo>
                    <a:pt x="455" y="119"/>
                  </a:lnTo>
                  <a:lnTo>
                    <a:pt x="455" y="139"/>
                  </a:lnTo>
                  <a:lnTo>
                    <a:pt x="494" y="119"/>
                  </a:lnTo>
                  <a:lnTo>
                    <a:pt x="514" y="119"/>
                  </a:lnTo>
                  <a:lnTo>
                    <a:pt x="593" y="100"/>
                  </a:lnTo>
                  <a:lnTo>
                    <a:pt x="613" y="100"/>
                  </a:lnTo>
                  <a:lnTo>
                    <a:pt x="692" y="80"/>
                  </a:lnTo>
                  <a:lnTo>
                    <a:pt x="692" y="60"/>
                  </a:lnTo>
                  <a:lnTo>
                    <a:pt x="771" y="40"/>
                  </a:lnTo>
                  <a:lnTo>
                    <a:pt x="692" y="40"/>
                  </a:lnTo>
                  <a:lnTo>
                    <a:pt x="705" y="27"/>
                  </a:lnTo>
                  <a:lnTo>
                    <a:pt x="705" y="27"/>
                  </a:lnTo>
                  <a:lnTo>
                    <a:pt x="692"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7" name="Google Shape;7707;p29"/>
            <p:cNvSpPr/>
            <p:nvPr/>
          </p:nvSpPr>
          <p:spPr>
            <a:xfrm>
              <a:off x="-1388675" y="3898575"/>
              <a:ext cx="500" cy="500"/>
            </a:xfrm>
            <a:custGeom>
              <a:rect b="b" l="l" r="r" t="t"/>
              <a:pathLst>
                <a:path extrusionOk="0" h="20" w="20">
                  <a:moveTo>
                    <a:pt x="20" y="0"/>
                  </a:moveTo>
                  <a:lnTo>
                    <a:pt x="0" y="20"/>
                  </a:lnTo>
                  <a:lnTo>
                    <a:pt x="2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8" name="Google Shape;7708;p29"/>
            <p:cNvSpPr/>
            <p:nvPr/>
          </p:nvSpPr>
          <p:spPr>
            <a:xfrm>
              <a:off x="-1360050" y="3902525"/>
              <a:ext cx="2500" cy="500"/>
            </a:xfrm>
            <a:custGeom>
              <a:rect b="b" l="l" r="r" t="t"/>
              <a:pathLst>
                <a:path extrusionOk="0" h="20" w="100">
                  <a:moveTo>
                    <a:pt x="99" y="0"/>
                  </a:moveTo>
                  <a:lnTo>
                    <a:pt x="1" y="20"/>
                  </a:lnTo>
                  <a:lnTo>
                    <a:pt x="20" y="20"/>
                  </a:lnTo>
                  <a:lnTo>
                    <a:pt x="99"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9" name="Google Shape;7709;p29"/>
            <p:cNvSpPr/>
            <p:nvPr/>
          </p:nvSpPr>
          <p:spPr>
            <a:xfrm>
              <a:off x="-1356600" y="3901525"/>
              <a:ext cx="2000" cy="525"/>
            </a:xfrm>
            <a:custGeom>
              <a:rect b="b" l="l" r="r" t="t"/>
              <a:pathLst>
                <a:path extrusionOk="0" h="21" w="80">
                  <a:moveTo>
                    <a:pt x="1" y="20"/>
                  </a:moveTo>
                  <a:lnTo>
                    <a:pt x="1" y="20"/>
                  </a:lnTo>
                  <a:lnTo>
                    <a:pt x="80" y="1"/>
                  </a:lnTo>
                  <a:lnTo>
                    <a:pt x="80" y="1"/>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0" name="Google Shape;7710;p29"/>
            <p:cNvSpPr/>
            <p:nvPr/>
          </p:nvSpPr>
          <p:spPr>
            <a:xfrm>
              <a:off x="-1395600" y="3860050"/>
              <a:ext cx="43975" cy="52850"/>
            </a:xfrm>
            <a:custGeom>
              <a:rect b="b" l="l" r="r" t="t"/>
              <a:pathLst>
                <a:path extrusionOk="0" h="2114" w="1759">
                  <a:moveTo>
                    <a:pt x="1225" y="573"/>
                  </a:moveTo>
                  <a:lnTo>
                    <a:pt x="1225" y="593"/>
                  </a:lnTo>
                  <a:lnTo>
                    <a:pt x="1284" y="593"/>
                  </a:lnTo>
                  <a:lnTo>
                    <a:pt x="1245" y="573"/>
                  </a:lnTo>
                  <a:close/>
                  <a:moveTo>
                    <a:pt x="60" y="1126"/>
                  </a:moveTo>
                  <a:lnTo>
                    <a:pt x="60" y="1146"/>
                  </a:lnTo>
                  <a:lnTo>
                    <a:pt x="80" y="1126"/>
                  </a:lnTo>
                  <a:close/>
                  <a:moveTo>
                    <a:pt x="80" y="1146"/>
                  </a:moveTo>
                  <a:lnTo>
                    <a:pt x="1" y="1185"/>
                  </a:lnTo>
                  <a:lnTo>
                    <a:pt x="20" y="1185"/>
                  </a:lnTo>
                  <a:lnTo>
                    <a:pt x="1" y="1205"/>
                  </a:lnTo>
                  <a:lnTo>
                    <a:pt x="1" y="1225"/>
                  </a:lnTo>
                  <a:lnTo>
                    <a:pt x="20" y="1205"/>
                  </a:lnTo>
                  <a:lnTo>
                    <a:pt x="60" y="1185"/>
                  </a:lnTo>
                  <a:lnTo>
                    <a:pt x="60" y="1185"/>
                  </a:lnTo>
                  <a:lnTo>
                    <a:pt x="40" y="1205"/>
                  </a:lnTo>
                  <a:lnTo>
                    <a:pt x="139" y="1166"/>
                  </a:lnTo>
                  <a:lnTo>
                    <a:pt x="99" y="1166"/>
                  </a:lnTo>
                  <a:lnTo>
                    <a:pt x="119" y="1146"/>
                  </a:lnTo>
                  <a:close/>
                  <a:moveTo>
                    <a:pt x="1284" y="1205"/>
                  </a:moveTo>
                  <a:lnTo>
                    <a:pt x="1253" y="1213"/>
                  </a:lnTo>
                  <a:lnTo>
                    <a:pt x="1253" y="1213"/>
                  </a:lnTo>
                  <a:lnTo>
                    <a:pt x="1265" y="1225"/>
                  </a:lnTo>
                  <a:lnTo>
                    <a:pt x="1284" y="1205"/>
                  </a:lnTo>
                  <a:close/>
                  <a:moveTo>
                    <a:pt x="218" y="1264"/>
                  </a:moveTo>
                  <a:lnTo>
                    <a:pt x="198" y="1284"/>
                  </a:lnTo>
                  <a:lnTo>
                    <a:pt x="238" y="1264"/>
                  </a:lnTo>
                  <a:close/>
                  <a:moveTo>
                    <a:pt x="1620" y="1363"/>
                  </a:moveTo>
                  <a:lnTo>
                    <a:pt x="1581" y="1383"/>
                  </a:lnTo>
                  <a:lnTo>
                    <a:pt x="1633" y="1370"/>
                  </a:lnTo>
                  <a:lnTo>
                    <a:pt x="1633" y="1370"/>
                  </a:lnTo>
                  <a:lnTo>
                    <a:pt x="1640" y="1363"/>
                  </a:lnTo>
                  <a:close/>
                  <a:moveTo>
                    <a:pt x="1699" y="1403"/>
                  </a:moveTo>
                  <a:lnTo>
                    <a:pt x="1640" y="1423"/>
                  </a:lnTo>
                  <a:lnTo>
                    <a:pt x="1660" y="1423"/>
                  </a:lnTo>
                  <a:lnTo>
                    <a:pt x="1719" y="1403"/>
                  </a:lnTo>
                  <a:close/>
                  <a:moveTo>
                    <a:pt x="376" y="1423"/>
                  </a:moveTo>
                  <a:lnTo>
                    <a:pt x="356" y="1442"/>
                  </a:lnTo>
                  <a:lnTo>
                    <a:pt x="336" y="1442"/>
                  </a:lnTo>
                  <a:lnTo>
                    <a:pt x="376" y="1423"/>
                  </a:lnTo>
                  <a:close/>
                  <a:moveTo>
                    <a:pt x="336" y="1502"/>
                  </a:moveTo>
                  <a:lnTo>
                    <a:pt x="297" y="1521"/>
                  </a:lnTo>
                  <a:lnTo>
                    <a:pt x="317" y="1521"/>
                  </a:lnTo>
                  <a:lnTo>
                    <a:pt x="336" y="1502"/>
                  </a:lnTo>
                  <a:close/>
                  <a:moveTo>
                    <a:pt x="1541" y="1581"/>
                  </a:moveTo>
                  <a:lnTo>
                    <a:pt x="1541" y="1590"/>
                  </a:lnTo>
                  <a:lnTo>
                    <a:pt x="1541" y="1590"/>
                  </a:lnTo>
                  <a:lnTo>
                    <a:pt x="1561" y="1581"/>
                  </a:lnTo>
                  <a:close/>
                  <a:moveTo>
                    <a:pt x="613" y="1640"/>
                  </a:moveTo>
                  <a:lnTo>
                    <a:pt x="633" y="1660"/>
                  </a:lnTo>
                  <a:lnTo>
                    <a:pt x="652" y="1640"/>
                  </a:lnTo>
                  <a:close/>
                  <a:moveTo>
                    <a:pt x="1008" y="1640"/>
                  </a:moveTo>
                  <a:lnTo>
                    <a:pt x="949" y="1660"/>
                  </a:lnTo>
                  <a:lnTo>
                    <a:pt x="968" y="1660"/>
                  </a:lnTo>
                  <a:lnTo>
                    <a:pt x="968" y="1679"/>
                  </a:lnTo>
                  <a:lnTo>
                    <a:pt x="1008" y="1660"/>
                  </a:lnTo>
                  <a:lnTo>
                    <a:pt x="1008" y="1640"/>
                  </a:lnTo>
                  <a:close/>
                  <a:moveTo>
                    <a:pt x="1034" y="1923"/>
                  </a:moveTo>
                  <a:lnTo>
                    <a:pt x="968" y="1956"/>
                  </a:lnTo>
                  <a:lnTo>
                    <a:pt x="889" y="1976"/>
                  </a:lnTo>
                  <a:lnTo>
                    <a:pt x="909" y="1956"/>
                  </a:lnTo>
                  <a:lnTo>
                    <a:pt x="929" y="1936"/>
                  </a:lnTo>
                  <a:lnTo>
                    <a:pt x="968" y="1936"/>
                  </a:lnTo>
                  <a:lnTo>
                    <a:pt x="1034" y="1923"/>
                  </a:lnTo>
                  <a:close/>
                  <a:moveTo>
                    <a:pt x="830" y="2015"/>
                  </a:moveTo>
                  <a:lnTo>
                    <a:pt x="810" y="2035"/>
                  </a:lnTo>
                  <a:lnTo>
                    <a:pt x="830" y="2035"/>
                  </a:lnTo>
                  <a:lnTo>
                    <a:pt x="830" y="2015"/>
                  </a:lnTo>
                  <a:close/>
                  <a:moveTo>
                    <a:pt x="791" y="0"/>
                  </a:moveTo>
                  <a:lnTo>
                    <a:pt x="633" y="198"/>
                  </a:lnTo>
                  <a:lnTo>
                    <a:pt x="475" y="415"/>
                  </a:lnTo>
                  <a:lnTo>
                    <a:pt x="297" y="672"/>
                  </a:lnTo>
                  <a:lnTo>
                    <a:pt x="139" y="968"/>
                  </a:lnTo>
                  <a:lnTo>
                    <a:pt x="178" y="948"/>
                  </a:lnTo>
                  <a:lnTo>
                    <a:pt x="159" y="968"/>
                  </a:lnTo>
                  <a:lnTo>
                    <a:pt x="119" y="968"/>
                  </a:lnTo>
                  <a:lnTo>
                    <a:pt x="99" y="1008"/>
                  </a:lnTo>
                  <a:lnTo>
                    <a:pt x="159" y="1027"/>
                  </a:lnTo>
                  <a:lnTo>
                    <a:pt x="99" y="1047"/>
                  </a:lnTo>
                  <a:lnTo>
                    <a:pt x="40" y="1106"/>
                  </a:lnTo>
                  <a:lnTo>
                    <a:pt x="60" y="1126"/>
                  </a:lnTo>
                  <a:lnTo>
                    <a:pt x="99" y="1106"/>
                  </a:lnTo>
                  <a:lnTo>
                    <a:pt x="159" y="1087"/>
                  </a:lnTo>
                  <a:lnTo>
                    <a:pt x="198" y="1087"/>
                  </a:lnTo>
                  <a:lnTo>
                    <a:pt x="218" y="1106"/>
                  </a:lnTo>
                  <a:lnTo>
                    <a:pt x="238" y="1106"/>
                  </a:lnTo>
                  <a:lnTo>
                    <a:pt x="257" y="1087"/>
                  </a:lnTo>
                  <a:lnTo>
                    <a:pt x="277" y="1087"/>
                  </a:lnTo>
                  <a:lnTo>
                    <a:pt x="277" y="1106"/>
                  </a:lnTo>
                  <a:lnTo>
                    <a:pt x="218" y="1126"/>
                  </a:lnTo>
                  <a:lnTo>
                    <a:pt x="159" y="1146"/>
                  </a:lnTo>
                  <a:lnTo>
                    <a:pt x="198" y="1146"/>
                  </a:lnTo>
                  <a:lnTo>
                    <a:pt x="198" y="1166"/>
                  </a:lnTo>
                  <a:lnTo>
                    <a:pt x="178" y="1166"/>
                  </a:lnTo>
                  <a:lnTo>
                    <a:pt x="99" y="1205"/>
                  </a:lnTo>
                  <a:lnTo>
                    <a:pt x="178" y="1185"/>
                  </a:lnTo>
                  <a:lnTo>
                    <a:pt x="198" y="1185"/>
                  </a:lnTo>
                  <a:lnTo>
                    <a:pt x="159" y="1205"/>
                  </a:lnTo>
                  <a:lnTo>
                    <a:pt x="218" y="1205"/>
                  </a:lnTo>
                  <a:lnTo>
                    <a:pt x="277" y="1185"/>
                  </a:lnTo>
                  <a:lnTo>
                    <a:pt x="356" y="1166"/>
                  </a:lnTo>
                  <a:lnTo>
                    <a:pt x="356" y="1185"/>
                  </a:lnTo>
                  <a:lnTo>
                    <a:pt x="317" y="1205"/>
                  </a:lnTo>
                  <a:lnTo>
                    <a:pt x="356" y="1205"/>
                  </a:lnTo>
                  <a:lnTo>
                    <a:pt x="336" y="1225"/>
                  </a:lnTo>
                  <a:lnTo>
                    <a:pt x="297" y="1245"/>
                  </a:lnTo>
                  <a:lnTo>
                    <a:pt x="297" y="1225"/>
                  </a:lnTo>
                  <a:lnTo>
                    <a:pt x="257" y="1225"/>
                  </a:lnTo>
                  <a:lnTo>
                    <a:pt x="198" y="1245"/>
                  </a:lnTo>
                  <a:lnTo>
                    <a:pt x="178" y="1264"/>
                  </a:lnTo>
                  <a:lnTo>
                    <a:pt x="257" y="1245"/>
                  </a:lnTo>
                  <a:lnTo>
                    <a:pt x="238" y="1264"/>
                  </a:lnTo>
                  <a:lnTo>
                    <a:pt x="257" y="1264"/>
                  </a:lnTo>
                  <a:lnTo>
                    <a:pt x="139" y="1304"/>
                  </a:lnTo>
                  <a:lnTo>
                    <a:pt x="159" y="1304"/>
                  </a:lnTo>
                  <a:lnTo>
                    <a:pt x="139" y="1324"/>
                  </a:lnTo>
                  <a:lnTo>
                    <a:pt x="178" y="1304"/>
                  </a:lnTo>
                  <a:lnTo>
                    <a:pt x="238" y="1304"/>
                  </a:lnTo>
                  <a:lnTo>
                    <a:pt x="218" y="1324"/>
                  </a:lnTo>
                  <a:lnTo>
                    <a:pt x="198" y="1343"/>
                  </a:lnTo>
                  <a:lnTo>
                    <a:pt x="277" y="1324"/>
                  </a:lnTo>
                  <a:lnTo>
                    <a:pt x="238" y="1324"/>
                  </a:lnTo>
                  <a:lnTo>
                    <a:pt x="277" y="1304"/>
                  </a:lnTo>
                  <a:lnTo>
                    <a:pt x="317" y="1304"/>
                  </a:lnTo>
                  <a:lnTo>
                    <a:pt x="336" y="1324"/>
                  </a:lnTo>
                  <a:lnTo>
                    <a:pt x="376" y="1324"/>
                  </a:lnTo>
                  <a:lnTo>
                    <a:pt x="317" y="1343"/>
                  </a:lnTo>
                  <a:lnTo>
                    <a:pt x="238" y="1363"/>
                  </a:lnTo>
                  <a:lnTo>
                    <a:pt x="238" y="1343"/>
                  </a:lnTo>
                  <a:lnTo>
                    <a:pt x="218" y="1363"/>
                  </a:lnTo>
                  <a:lnTo>
                    <a:pt x="277" y="1383"/>
                  </a:lnTo>
                  <a:lnTo>
                    <a:pt x="257" y="1383"/>
                  </a:lnTo>
                  <a:lnTo>
                    <a:pt x="218" y="1423"/>
                  </a:lnTo>
                  <a:lnTo>
                    <a:pt x="257" y="1403"/>
                  </a:lnTo>
                  <a:lnTo>
                    <a:pt x="257" y="1423"/>
                  </a:lnTo>
                  <a:lnTo>
                    <a:pt x="336" y="1403"/>
                  </a:lnTo>
                  <a:lnTo>
                    <a:pt x="336" y="1403"/>
                  </a:lnTo>
                  <a:lnTo>
                    <a:pt x="277" y="1423"/>
                  </a:lnTo>
                  <a:lnTo>
                    <a:pt x="277" y="1442"/>
                  </a:lnTo>
                  <a:lnTo>
                    <a:pt x="238" y="1462"/>
                  </a:lnTo>
                  <a:lnTo>
                    <a:pt x="257" y="1462"/>
                  </a:lnTo>
                  <a:lnTo>
                    <a:pt x="297" y="1452"/>
                  </a:lnTo>
                  <a:lnTo>
                    <a:pt x="297" y="1452"/>
                  </a:lnTo>
                  <a:lnTo>
                    <a:pt x="297" y="1462"/>
                  </a:lnTo>
                  <a:lnTo>
                    <a:pt x="376" y="1462"/>
                  </a:lnTo>
                  <a:lnTo>
                    <a:pt x="396" y="1442"/>
                  </a:lnTo>
                  <a:lnTo>
                    <a:pt x="455" y="1423"/>
                  </a:lnTo>
                  <a:lnTo>
                    <a:pt x="435" y="1442"/>
                  </a:lnTo>
                  <a:lnTo>
                    <a:pt x="396" y="1462"/>
                  </a:lnTo>
                  <a:lnTo>
                    <a:pt x="494" y="1462"/>
                  </a:lnTo>
                  <a:lnTo>
                    <a:pt x="534" y="1442"/>
                  </a:lnTo>
                  <a:lnTo>
                    <a:pt x="475" y="1482"/>
                  </a:lnTo>
                  <a:lnTo>
                    <a:pt x="415" y="1482"/>
                  </a:lnTo>
                  <a:lnTo>
                    <a:pt x="356" y="1521"/>
                  </a:lnTo>
                  <a:lnTo>
                    <a:pt x="356" y="1541"/>
                  </a:lnTo>
                  <a:lnTo>
                    <a:pt x="317" y="1541"/>
                  </a:lnTo>
                  <a:lnTo>
                    <a:pt x="317" y="1561"/>
                  </a:lnTo>
                  <a:lnTo>
                    <a:pt x="435" y="1521"/>
                  </a:lnTo>
                  <a:lnTo>
                    <a:pt x="356" y="1561"/>
                  </a:lnTo>
                  <a:lnTo>
                    <a:pt x="396" y="1561"/>
                  </a:lnTo>
                  <a:lnTo>
                    <a:pt x="475" y="1541"/>
                  </a:lnTo>
                  <a:lnTo>
                    <a:pt x="534" y="1521"/>
                  </a:lnTo>
                  <a:lnTo>
                    <a:pt x="573" y="1521"/>
                  </a:lnTo>
                  <a:lnTo>
                    <a:pt x="613" y="1502"/>
                  </a:lnTo>
                  <a:lnTo>
                    <a:pt x="573" y="1502"/>
                  </a:lnTo>
                  <a:lnTo>
                    <a:pt x="633" y="1482"/>
                  </a:lnTo>
                  <a:lnTo>
                    <a:pt x="652" y="1482"/>
                  </a:lnTo>
                  <a:lnTo>
                    <a:pt x="613" y="1521"/>
                  </a:lnTo>
                  <a:lnTo>
                    <a:pt x="573" y="1541"/>
                  </a:lnTo>
                  <a:lnTo>
                    <a:pt x="435" y="1581"/>
                  </a:lnTo>
                  <a:lnTo>
                    <a:pt x="277" y="1620"/>
                  </a:lnTo>
                  <a:lnTo>
                    <a:pt x="317" y="1640"/>
                  </a:lnTo>
                  <a:lnTo>
                    <a:pt x="297" y="1660"/>
                  </a:lnTo>
                  <a:lnTo>
                    <a:pt x="396" y="1640"/>
                  </a:lnTo>
                  <a:lnTo>
                    <a:pt x="494" y="1600"/>
                  </a:lnTo>
                  <a:lnTo>
                    <a:pt x="494" y="1620"/>
                  </a:lnTo>
                  <a:lnTo>
                    <a:pt x="455" y="1620"/>
                  </a:lnTo>
                  <a:lnTo>
                    <a:pt x="514" y="1640"/>
                  </a:lnTo>
                  <a:lnTo>
                    <a:pt x="593" y="1640"/>
                  </a:lnTo>
                  <a:lnTo>
                    <a:pt x="672" y="1600"/>
                  </a:lnTo>
                  <a:lnTo>
                    <a:pt x="692" y="1620"/>
                  </a:lnTo>
                  <a:lnTo>
                    <a:pt x="712" y="1600"/>
                  </a:lnTo>
                  <a:lnTo>
                    <a:pt x="751" y="1600"/>
                  </a:lnTo>
                  <a:lnTo>
                    <a:pt x="692" y="1620"/>
                  </a:lnTo>
                  <a:lnTo>
                    <a:pt x="692" y="1640"/>
                  </a:lnTo>
                  <a:lnTo>
                    <a:pt x="712" y="1640"/>
                  </a:lnTo>
                  <a:lnTo>
                    <a:pt x="652" y="1660"/>
                  </a:lnTo>
                  <a:lnTo>
                    <a:pt x="613" y="1660"/>
                  </a:lnTo>
                  <a:lnTo>
                    <a:pt x="514" y="1699"/>
                  </a:lnTo>
                  <a:lnTo>
                    <a:pt x="554" y="1699"/>
                  </a:lnTo>
                  <a:lnTo>
                    <a:pt x="613" y="1679"/>
                  </a:lnTo>
                  <a:lnTo>
                    <a:pt x="554" y="1719"/>
                  </a:lnTo>
                  <a:lnTo>
                    <a:pt x="554" y="1739"/>
                  </a:lnTo>
                  <a:lnTo>
                    <a:pt x="455" y="1778"/>
                  </a:lnTo>
                  <a:lnTo>
                    <a:pt x="652" y="1778"/>
                  </a:lnTo>
                  <a:lnTo>
                    <a:pt x="692" y="1758"/>
                  </a:lnTo>
                  <a:lnTo>
                    <a:pt x="712" y="1758"/>
                  </a:lnTo>
                  <a:lnTo>
                    <a:pt x="712" y="1739"/>
                  </a:lnTo>
                  <a:lnTo>
                    <a:pt x="652" y="1739"/>
                  </a:lnTo>
                  <a:lnTo>
                    <a:pt x="692" y="1719"/>
                  </a:lnTo>
                  <a:lnTo>
                    <a:pt x="554" y="1758"/>
                  </a:lnTo>
                  <a:lnTo>
                    <a:pt x="573" y="1739"/>
                  </a:lnTo>
                  <a:lnTo>
                    <a:pt x="593" y="1719"/>
                  </a:lnTo>
                  <a:lnTo>
                    <a:pt x="692" y="1699"/>
                  </a:lnTo>
                  <a:lnTo>
                    <a:pt x="771" y="1699"/>
                  </a:lnTo>
                  <a:lnTo>
                    <a:pt x="791" y="1679"/>
                  </a:lnTo>
                  <a:lnTo>
                    <a:pt x="810" y="1660"/>
                  </a:lnTo>
                  <a:lnTo>
                    <a:pt x="889" y="1620"/>
                  </a:lnTo>
                  <a:lnTo>
                    <a:pt x="1028" y="1600"/>
                  </a:lnTo>
                  <a:lnTo>
                    <a:pt x="968" y="1620"/>
                  </a:lnTo>
                  <a:lnTo>
                    <a:pt x="1067" y="1620"/>
                  </a:lnTo>
                  <a:lnTo>
                    <a:pt x="1008" y="1640"/>
                  </a:lnTo>
                  <a:lnTo>
                    <a:pt x="1087" y="1640"/>
                  </a:lnTo>
                  <a:lnTo>
                    <a:pt x="1166" y="1620"/>
                  </a:lnTo>
                  <a:lnTo>
                    <a:pt x="1146" y="1640"/>
                  </a:lnTo>
                  <a:lnTo>
                    <a:pt x="1067" y="1679"/>
                  </a:lnTo>
                  <a:lnTo>
                    <a:pt x="909" y="1719"/>
                  </a:lnTo>
                  <a:lnTo>
                    <a:pt x="949" y="1719"/>
                  </a:lnTo>
                  <a:lnTo>
                    <a:pt x="731" y="1778"/>
                  </a:lnTo>
                  <a:lnTo>
                    <a:pt x="731" y="1798"/>
                  </a:lnTo>
                  <a:lnTo>
                    <a:pt x="731" y="1818"/>
                  </a:lnTo>
                  <a:lnTo>
                    <a:pt x="593" y="1877"/>
                  </a:lnTo>
                  <a:lnTo>
                    <a:pt x="613" y="1877"/>
                  </a:lnTo>
                  <a:lnTo>
                    <a:pt x="554" y="1916"/>
                  </a:lnTo>
                  <a:lnTo>
                    <a:pt x="613" y="1897"/>
                  </a:lnTo>
                  <a:lnTo>
                    <a:pt x="692" y="1857"/>
                  </a:lnTo>
                  <a:lnTo>
                    <a:pt x="672" y="1877"/>
                  </a:lnTo>
                  <a:lnTo>
                    <a:pt x="692" y="1877"/>
                  </a:lnTo>
                  <a:lnTo>
                    <a:pt x="712" y="1857"/>
                  </a:lnTo>
                  <a:lnTo>
                    <a:pt x="751" y="1837"/>
                  </a:lnTo>
                  <a:lnTo>
                    <a:pt x="850" y="1818"/>
                  </a:lnTo>
                  <a:lnTo>
                    <a:pt x="850" y="1798"/>
                  </a:lnTo>
                  <a:lnTo>
                    <a:pt x="889" y="1778"/>
                  </a:lnTo>
                  <a:lnTo>
                    <a:pt x="889" y="1798"/>
                  </a:lnTo>
                  <a:lnTo>
                    <a:pt x="909" y="1798"/>
                  </a:lnTo>
                  <a:lnTo>
                    <a:pt x="751" y="1857"/>
                  </a:lnTo>
                  <a:lnTo>
                    <a:pt x="791" y="1857"/>
                  </a:lnTo>
                  <a:lnTo>
                    <a:pt x="751" y="1877"/>
                  </a:lnTo>
                  <a:lnTo>
                    <a:pt x="712" y="1897"/>
                  </a:lnTo>
                  <a:lnTo>
                    <a:pt x="692" y="1897"/>
                  </a:lnTo>
                  <a:lnTo>
                    <a:pt x="672" y="1916"/>
                  </a:lnTo>
                  <a:lnTo>
                    <a:pt x="633" y="1916"/>
                  </a:lnTo>
                  <a:lnTo>
                    <a:pt x="613" y="1956"/>
                  </a:lnTo>
                  <a:lnTo>
                    <a:pt x="573" y="1956"/>
                  </a:lnTo>
                  <a:lnTo>
                    <a:pt x="573" y="1976"/>
                  </a:lnTo>
                  <a:lnTo>
                    <a:pt x="672" y="1956"/>
                  </a:lnTo>
                  <a:lnTo>
                    <a:pt x="672" y="1956"/>
                  </a:lnTo>
                  <a:lnTo>
                    <a:pt x="633" y="1976"/>
                  </a:lnTo>
                  <a:lnTo>
                    <a:pt x="573" y="2015"/>
                  </a:lnTo>
                  <a:lnTo>
                    <a:pt x="652" y="1976"/>
                  </a:lnTo>
                  <a:lnTo>
                    <a:pt x="652" y="1995"/>
                  </a:lnTo>
                  <a:lnTo>
                    <a:pt x="692" y="1976"/>
                  </a:lnTo>
                  <a:lnTo>
                    <a:pt x="751" y="1976"/>
                  </a:lnTo>
                  <a:lnTo>
                    <a:pt x="791" y="1956"/>
                  </a:lnTo>
                  <a:lnTo>
                    <a:pt x="850" y="1936"/>
                  </a:lnTo>
                  <a:lnTo>
                    <a:pt x="870" y="1936"/>
                  </a:lnTo>
                  <a:lnTo>
                    <a:pt x="870" y="1956"/>
                  </a:lnTo>
                  <a:lnTo>
                    <a:pt x="672" y="2015"/>
                  </a:lnTo>
                  <a:lnTo>
                    <a:pt x="692" y="2015"/>
                  </a:lnTo>
                  <a:lnTo>
                    <a:pt x="672" y="2035"/>
                  </a:lnTo>
                  <a:lnTo>
                    <a:pt x="731" y="2015"/>
                  </a:lnTo>
                  <a:lnTo>
                    <a:pt x="791" y="1995"/>
                  </a:lnTo>
                  <a:lnTo>
                    <a:pt x="810" y="1995"/>
                  </a:lnTo>
                  <a:lnTo>
                    <a:pt x="810" y="2015"/>
                  </a:lnTo>
                  <a:lnTo>
                    <a:pt x="850" y="1995"/>
                  </a:lnTo>
                  <a:lnTo>
                    <a:pt x="949" y="1976"/>
                  </a:lnTo>
                  <a:lnTo>
                    <a:pt x="909" y="1995"/>
                  </a:lnTo>
                  <a:lnTo>
                    <a:pt x="830" y="2035"/>
                  </a:lnTo>
                  <a:lnTo>
                    <a:pt x="712" y="2094"/>
                  </a:lnTo>
                  <a:lnTo>
                    <a:pt x="731" y="2094"/>
                  </a:lnTo>
                  <a:lnTo>
                    <a:pt x="731" y="2114"/>
                  </a:lnTo>
                  <a:lnTo>
                    <a:pt x="751" y="2094"/>
                  </a:lnTo>
                  <a:lnTo>
                    <a:pt x="791" y="2074"/>
                  </a:lnTo>
                  <a:lnTo>
                    <a:pt x="810" y="2074"/>
                  </a:lnTo>
                  <a:lnTo>
                    <a:pt x="929" y="2055"/>
                  </a:lnTo>
                  <a:lnTo>
                    <a:pt x="929" y="2035"/>
                  </a:lnTo>
                  <a:lnTo>
                    <a:pt x="909" y="2055"/>
                  </a:lnTo>
                  <a:lnTo>
                    <a:pt x="850" y="2055"/>
                  </a:lnTo>
                  <a:lnTo>
                    <a:pt x="909" y="2035"/>
                  </a:lnTo>
                  <a:lnTo>
                    <a:pt x="988" y="2015"/>
                  </a:lnTo>
                  <a:lnTo>
                    <a:pt x="1087" y="1995"/>
                  </a:lnTo>
                  <a:lnTo>
                    <a:pt x="1087" y="1976"/>
                  </a:lnTo>
                  <a:lnTo>
                    <a:pt x="1067" y="1995"/>
                  </a:lnTo>
                  <a:lnTo>
                    <a:pt x="968" y="2015"/>
                  </a:lnTo>
                  <a:lnTo>
                    <a:pt x="909" y="2015"/>
                  </a:lnTo>
                  <a:lnTo>
                    <a:pt x="988" y="1995"/>
                  </a:lnTo>
                  <a:lnTo>
                    <a:pt x="988" y="1976"/>
                  </a:lnTo>
                  <a:lnTo>
                    <a:pt x="1008" y="1956"/>
                  </a:lnTo>
                  <a:lnTo>
                    <a:pt x="1042" y="1921"/>
                  </a:lnTo>
                  <a:lnTo>
                    <a:pt x="1042" y="1921"/>
                  </a:lnTo>
                  <a:lnTo>
                    <a:pt x="1067" y="1916"/>
                  </a:lnTo>
                  <a:lnTo>
                    <a:pt x="1186" y="1877"/>
                  </a:lnTo>
                  <a:lnTo>
                    <a:pt x="1284" y="1877"/>
                  </a:lnTo>
                  <a:lnTo>
                    <a:pt x="1324" y="1857"/>
                  </a:lnTo>
                  <a:lnTo>
                    <a:pt x="1383" y="1837"/>
                  </a:lnTo>
                  <a:lnTo>
                    <a:pt x="1423" y="1818"/>
                  </a:lnTo>
                  <a:lnTo>
                    <a:pt x="1403" y="1818"/>
                  </a:lnTo>
                  <a:lnTo>
                    <a:pt x="1462" y="1798"/>
                  </a:lnTo>
                  <a:lnTo>
                    <a:pt x="1521" y="1798"/>
                  </a:lnTo>
                  <a:lnTo>
                    <a:pt x="1541" y="1778"/>
                  </a:lnTo>
                  <a:lnTo>
                    <a:pt x="1502" y="1778"/>
                  </a:lnTo>
                  <a:lnTo>
                    <a:pt x="1403" y="1798"/>
                  </a:lnTo>
                  <a:lnTo>
                    <a:pt x="1403" y="1778"/>
                  </a:lnTo>
                  <a:lnTo>
                    <a:pt x="1363" y="1778"/>
                  </a:lnTo>
                  <a:lnTo>
                    <a:pt x="1363" y="1758"/>
                  </a:lnTo>
                  <a:lnTo>
                    <a:pt x="1304" y="1778"/>
                  </a:lnTo>
                  <a:lnTo>
                    <a:pt x="1265" y="1758"/>
                  </a:lnTo>
                  <a:lnTo>
                    <a:pt x="1344" y="1758"/>
                  </a:lnTo>
                  <a:lnTo>
                    <a:pt x="1344" y="1739"/>
                  </a:lnTo>
                  <a:lnTo>
                    <a:pt x="1304" y="1739"/>
                  </a:lnTo>
                  <a:lnTo>
                    <a:pt x="1225" y="1758"/>
                  </a:lnTo>
                  <a:lnTo>
                    <a:pt x="1126" y="1798"/>
                  </a:lnTo>
                  <a:lnTo>
                    <a:pt x="1107" y="1798"/>
                  </a:lnTo>
                  <a:lnTo>
                    <a:pt x="1146" y="1778"/>
                  </a:lnTo>
                  <a:lnTo>
                    <a:pt x="1146" y="1758"/>
                  </a:lnTo>
                  <a:lnTo>
                    <a:pt x="1126" y="1758"/>
                  </a:lnTo>
                  <a:lnTo>
                    <a:pt x="1284" y="1719"/>
                  </a:lnTo>
                  <a:lnTo>
                    <a:pt x="1186" y="1719"/>
                  </a:lnTo>
                  <a:lnTo>
                    <a:pt x="1284" y="1699"/>
                  </a:lnTo>
                  <a:lnTo>
                    <a:pt x="1324" y="1699"/>
                  </a:lnTo>
                  <a:lnTo>
                    <a:pt x="1344" y="1719"/>
                  </a:lnTo>
                  <a:lnTo>
                    <a:pt x="1363" y="1719"/>
                  </a:lnTo>
                  <a:lnTo>
                    <a:pt x="1383" y="1699"/>
                  </a:lnTo>
                  <a:lnTo>
                    <a:pt x="1423" y="1719"/>
                  </a:lnTo>
                  <a:lnTo>
                    <a:pt x="1482" y="1679"/>
                  </a:lnTo>
                  <a:lnTo>
                    <a:pt x="1521" y="1660"/>
                  </a:lnTo>
                  <a:lnTo>
                    <a:pt x="1502" y="1660"/>
                  </a:lnTo>
                  <a:lnTo>
                    <a:pt x="1600" y="1620"/>
                  </a:lnTo>
                  <a:lnTo>
                    <a:pt x="1620" y="1620"/>
                  </a:lnTo>
                  <a:lnTo>
                    <a:pt x="1620" y="1640"/>
                  </a:lnTo>
                  <a:lnTo>
                    <a:pt x="1640" y="1620"/>
                  </a:lnTo>
                  <a:lnTo>
                    <a:pt x="1660" y="1620"/>
                  </a:lnTo>
                  <a:lnTo>
                    <a:pt x="1660" y="1600"/>
                  </a:lnTo>
                  <a:lnTo>
                    <a:pt x="1442" y="1640"/>
                  </a:lnTo>
                  <a:lnTo>
                    <a:pt x="1423" y="1640"/>
                  </a:lnTo>
                  <a:lnTo>
                    <a:pt x="1423" y="1620"/>
                  </a:lnTo>
                  <a:lnTo>
                    <a:pt x="1482" y="1620"/>
                  </a:lnTo>
                  <a:lnTo>
                    <a:pt x="1561" y="1600"/>
                  </a:lnTo>
                  <a:lnTo>
                    <a:pt x="1541" y="1600"/>
                  </a:lnTo>
                  <a:lnTo>
                    <a:pt x="1541" y="1590"/>
                  </a:lnTo>
                  <a:lnTo>
                    <a:pt x="1541" y="1590"/>
                  </a:lnTo>
                  <a:lnTo>
                    <a:pt x="1521" y="1600"/>
                  </a:lnTo>
                  <a:lnTo>
                    <a:pt x="1521" y="1581"/>
                  </a:lnTo>
                  <a:lnTo>
                    <a:pt x="1600" y="1541"/>
                  </a:lnTo>
                  <a:lnTo>
                    <a:pt x="1600" y="1561"/>
                  </a:lnTo>
                  <a:lnTo>
                    <a:pt x="1640" y="1541"/>
                  </a:lnTo>
                  <a:lnTo>
                    <a:pt x="1640" y="1561"/>
                  </a:lnTo>
                  <a:lnTo>
                    <a:pt x="1699" y="1541"/>
                  </a:lnTo>
                  <a:lnTo>
                    <a:pt x="1699" y="1521"/>
                  </a:lnTo>
                  <a:lnTo>
                    <a:pt x="1680" y="1521"/>
                  </a:lnTo>
                  <a:lnTo>
                    <a:pt x="1759" y="1502"/>
                  </a:lnTo>
                  <a:lnTo>
                    <a:pt x="1739" y="1482"/>
                  </a:lnTo>
                  <a:lnTo>
                    <a:pt x="1759" y="1462"/>
                  </a:lnTo>
                  <a:lnTo>
                    <a:pt x="1739" y="1442"/>
                  </a:lnTo>
                  <a:lnTo>
                    <a:pt x="1680" y="1462"/>
                  </a:lnTo>
                  <a:lnTo>
                    <a:pt x="1581" y="1462"/>
                  </a:lnTo>
                  <a:lnTo>
                    <a:pt x="1699" y="1442"/>
                  </a:lnTo>
                  <a:lnTo>
                    <a:pt x="1680" y="1442"/>
                  </a:lnTo>
                  <a:lnTo>
                    <a:pt x="1699" y="1423"/>
                  </a:lnTo>
                  <a:lnTo>
                    <a:pt x="1739" y="1403"/>
                  </a:lnTo>
                  <a:lnTo>
                    <a:pt x="1680" y="1423"/>
                  </a:lnTo>
                  <a:lnTo>
                    <a:pt x="1620" y="1442"/>
                  </a:lnTo>
                  <a:lnTo>
                    <a:pt x="1561" y="1462"/>
                  </a:lnTo>
                  <a:lnTo>
                    <a:pt x="1541" y="1442"/>
                  </a:lnTo>
                  <a:lnTo>
                    <a:pt x="1600" y="1423"/>
                  </a:lnTo>
                  <a:lnTo>
                    <a:pt x="1640" y="1423"/>
                  </a:lnTo>
                  <a:lnTo>
                    <a:pt x="1660" y="1383"/>
                  </a:lnTo>
                  <a:lnTo>
                    <a:pt x="1719" y="1363"/>
                  </a:lnTo>
                  <a:lnTo>
                    <a:pt x="1660" y="1363"/>
                  </a:lnTo>
                  <a:lnTo>
                    <a:pt x="1633" y="1370"/>
                  </a:lnTo>
                  <a:lnTo>
                    <a:pt x="1633" y="1370"/>
                  </a:lnTo>
                  <a:lnTo>
                    <a:pt x="1620" y="1383"/>
                  </a:lnTo>
                  <a:lnTo>
                    <a:pt x="1541" y="1403"/>
                  </a:lnTo>
                  <a:lnTo>
                    <a:pt x="1561" y="1363"/>
                  </a:lnTo>
                  <a:lnTo>
                    <a:pt x="1600" y="1343"/>
                  </a:lnTo>
                  <a:lnTo>
                    <a:pt x="1660" y="1343"/>
                  </a:lnTo>
                  <a:lnTo>
                    <a:pt x="1660" y="1324"/>
                  </a:lnTo>
                  <a:lnTo>
                    <a:pt x="1640" y="1324"/>
                  </a:lnTo>
                  <a:lnTo>
                    <a:pt x="1660" y="1304"/>
                  </a:lnTo>
                  <a:lnTo>
                    <a:pt x="1680" y="1284"/>
                  </a:lnTo>
                  <a:lnTo>
                    <a:pt x="1600" y="1304"/>
                  </a:lnTo>
                  <a:lnTo>
                    <a:pt x="1521" y="1324"/>
                  </a:lnTo>
                  <a:lnTo>
                    <a:pt x="1561" y="1304"/>
                  </a:lnTo>
                  <a:lnTo>
                    <a:pt x="1600" y="1304"/>
                  </a:lnTo>
                  <a:lnTo>
                    <a:pt x="1600" y="1284"/>
                  </a:lnTo>
                  <a:lnTo>
                    <a:pt x="1620" y="1284"/>
                  </a:lnTo>
                  <a:lnTo>
                    <a:pt x="1600" y="1264"/>
                  </a:lnTo>
                  <a:lnTo>
                    <a:pt x="1600" y="1264"/>
                  </a:lnTo>
                  <a:lnTo>
                    <a:pt x="1640" y="1245"/>
                  </a:lnTo>
                  <a:lnTo>
                    <a:pt x="1581" y="1245"/>
                  </a:lnTo>
                  <a:lnTo>
                    <a:pt x="1640" y="1225"/>
                  </a:lnTo>
                  <a:lnTo>
                    <a:pt x="1640" y="1205"/>
                  </a:lnTo>
                  <a:lnTo>
                    <a:pt x="1502" y="1205"/>
                  </a:lnTo>
                  <a:lnTo>
                    <a:pt x="1600" y="1185"/>
                  </a:lnTo>
                  <a:lnTo>
                    <a:pt x="1620" y="1185"/>
                  </a:lnTo>
                  <a:lnTo>
                    <a:pt x="1660" y="1166"/>
                  </a:lnTo>
                  <a:lnTo>
                    <a:pt x="1640" y="1166"/>
                  </a:lnTo>
                  <a:lnTo>
                    <a:pt x="1640" y="1146"/>
                  </a:lnTo>
                  <a:lnTo>
                    <a:pt x="1600" y="1146"/>
                  </a:lnTo>
                  <a:lnTo>
                    <a:pt x="1541" y="1166"/>
                  </a:lnTo>
                  <a:lnTo>
                    <a:pt x="1521" y="1166"/>
                  </a:lnTo>
                  <a:lnTo>
                    <a:pt x="1541" y="1146"/>
                  </a:lnTo>
                  <a:lnTo>
                    <a:pt x="1521" y="1146"/>
                  </a:lnTo>
                  <a:lnTo>
                    <a:pt x="1502" y="1126"/>
                  </a:lnTo>
                  <a:lnTo>
                    <a:pt x="1561" y="1106"/>
                  </a:lnTo>
                  <a:lnTo>
                    <a:pt x="1482" y="1126"/>
                  </a:lnTo>
                  <a:lnTo>
                    <a:pt x="1403" y="1146"/>
                  </a:lnTo>
                  <a:lnTo>
                    <a:pt x="1363" y="1166"/>
                  </a:lnTo>
                  <a:lnTo>
                    <a:pt x="1403" y="1185"/>
                  </a:lnTo>
                  <a:lnTo>
                    <a:pt x="1423" y="1185"/>
                  </a:lnTo>
                  <a:lnTo>
                    <a:pt x="1363" y="1205"/>
                  </a:lnTo>
                  <a:lnTo>
                    <a:pt x="1304" y="1225"/>
                  </a:lnTo>
                  <a:lnTo>
                    <a:pt x="1265" y="1225"/>
                  </a:lnTo>
                  <a:lnTo>
                    <a:pt x="1245" y="1245"/>
                  </a:lnTo>
                  <a:lnTo>
                    <a:pt x="1166" y="1264"/>
                  </a:lnTo>
                  <a:lnTo>
                    <a:pt x="1126" y="1245"/>
                  </a:lnTo>
                  <a:lnTo>
                    <a:pt x="1205" y="1225"/>
                  </a:lnTo>
                  <a:lnTo>
                    <a:pt x="1253" y="1213"/>
                  </a:lnTo>
                  <a:lnTo>
                    <a:pt x="1253" y="1213"/>
                  </a:lnTo>
                  <a:lnTo>
                    <a:pt x="1245" y="1205"/>
                  </a:lnTo>
                  <a:lnTo>
                    <a:pt x="1324" y="1185"/>
                  </a:lnTo>
                  <a:lnTo>
                    <a:pt x="1265" y="1185"/>
                  </a:lnTo>
                  <a:lnTo>
                    <a:pt x="1186" y="1225"/>
                  </a:lnTo>
                  <a:lnTo>
                    <a:pt x="1146" y="1225"/>
                  </a:lnTo>
                  <a:lnTo>
                    <a:pt x="1166" y="1205"/>
                  </a:lnTo>
                  <a:lnTo>
                    <a:pt x="1186" y="1205"/>
                  </a:lnTo>
                  <a:lnTo>
                    <a:pt x="1146" y="1185"/>
                  </a:lnTo>
                  <a:lnTo>
                    <a:pt x="1205" y="1166"/>
                  </a:lnTo>
                  <a:lnTo>
                    <a:pt x="1205" y="1166"/>
                  </a:lnTo>
                  <a:lnTo>
                    <a:pt x="1186" y="1185"/>
                  </a:lnTo>
                  <a:lnTo>
                    <a:pt x="1225" y="1185"/>
                  </a:lnTo>
                  <a:lnTo>
                    <a:pt x="1284" y="1166"/>
                  </a:lnTo>
                  <a:lnTo>
                    <a:pt x="1344" y="1146"/>
                  </a:lnTo>
                  <a:lnTo>
                    <a:pt x="1403" y="1126"/>
                  </a:lnTo>
                  <a:lnTo>
                    <a:pt x="1521" y="1106"/>
                  </a:lnTo>
                  <a:lnTo>
                    <a:pt x="1521" y="1087"/>
                  </a:lnTo>
                  <a:lnTo>
                    <a:pt x="1541" y="1067"/>
                  </a:lnTo>
                  <a:lnTo>
                    <a:pt x="1502" y="1067"/>
                  </a:lnTo>
                  <a:lnTo>
                    <a:pt x="1502" y="1047"/>
                  </a:lnTo>
                  <a:lnTo>
                    <a:pt x="1502" y="1027"/>
                  </a:lnTo>
                  <a:lnTo>
                    <a:pt x="1442" y="1027"/>
                  </a:lnTo>
                  <a:lnTo>
                    <a:pt x="1521" y="988"/>
                  </a:lnTo>
                  <a:lnTo>
                    <a:pt x="1521" y="968"/>
                  </a:lnTo>
                  <a:lnTo>
                    <a:pt x="1462" y="968"/>
                  </a:lnTo>
                  <a:lnTo>
                    <a:pt x="1403" y="948"/>
                  </a:lnTo>
                  <a:lnTo>
                    <a:pt x="1383" y="948"/>
                  </a:lnTo>
                  <a:lnTo>
                    <a:pt x="1383" y="929"/>
                  </a:lnTo>
                  <a:lnTo>
                    <a:pt x="1442" y="929"/>
                  </a:lnTo>
                  <a:lnTo>
                    <a:pt x="1442" y="909"/>
                  </a:lnTo>
                  <a:lnTo>
                    <a:pt x="1403" y="929"/>
                  </a:lnTo>
                  <a:lnTo>
                    <a:pt x="1403" y="929"/>
                  </a:lnTo>
                  <a:lnTo>
                    <a:pt x="1442" y="889"/>
                  </a:lnTo>
                  <a:lnTo>
                    <a:pt x="1403" y="889"/>
                  </a:lnTo>
                  <a:lnTo>
                    <a:pt x="1442" y="850"/>
                  </a:lnTo>
                  <a:lnTo>
                    <a:pt x="1403" y="850"/>
                  </a:lnTo>
                  <a:lnTo>
                    <a:pt x="1324" y="869"/>
                  </a:lnTo>
                  <a:lnTo>
                    <a:pt x="1423" y="830"/>
                  </a:lnTo>
                  <a:lnTo>
                    <a:pt x="1344" y="790"/>
                  </a:lnTo>
                  <a:lnTo>
                    <a:pt x="1304" y="731"/>
                  </a:lnTo>
                  <a:lnTo>
                    <a:pt x="1324" y="731"/>
                  </a:lnTo>
                  <a:lnTo>
                    <a:pt x="1304" y="711"/>
                  </a:lnTo>
                  <a:lnTo>
                    <a:pt x="1265" y="692"/>
                  </a:lnTo>
                  <a:lnTo>
                    <a:pt x="1225" y="692"/>
                  </a:lnTo>
                  <a:lnTo>
                    <a:pt x="1225" y="672"/>
                  </a:lnTo>
                  <a:lnTo>
                    <a:pt x="1186" y="672"/>
                  </a:lnTo>
                  <a:lnTo>
                    <a:pt x="1107" y="692"/>
                  </a:lnTo>
                  <a:lnTo>
                    <a:pt x="1008" y="731"/>
                  </a:lnTo>
                  <a:lnTo>
                    <a:pt x="988" y="731"/>
                  </a:lnTo>
                  <a:lnTo>
                    <a:pt x="1028" y="711"/>
                  </a:lnTo>
                  <a:lnTo>
                    <a:pt x="1067" y="692"/>
                  </a:lnTo>
                  <a:lnTo>
                    <a:pt x="1067" y="672"/>
                  </a:lnTo>
                  <a:lnTo>
                    <a:pt x="1166" y="652"/>
                  </a:lnTo>
                  <a:lnTo>
                    <a:pt x="1245" y="632"/>
                  </a:lnTo>
                  <a:lnTo>
                    <a:pt x="1166" y="632"/>
                  </a:lnTo>
                  <a:lnTo>
                    <a:pt x="1166" y="613"/>
                  </a:lnTo>
                  <a:lnTo>
                    <a:pt x="1166" y="593"/>
                  </a:lnTo>
                  <a:lnTo>
                    <a:pt x="1205" y="593"/>
                  </a:lnTo>
                  <a:lnTo>
                    <a:pt x="1225" y="573"/>
                  </a:lnTo>
                  <a:lnTo>
                    <a:pt x="1245" y="553"/>
                  </a:lnTo>
                  <a:lnTo>
                    <a:pt x="1245" y="553"/>
                  </a:lnTo>
                  <a:lnTo>
                    <a:pt x="1186" y="573"/>
                  </a:lnTo>
                  <a:lnTo>
                    <a:pt x="1107" y="573"/>
                  </a:lnTo>
                  <a:lnTo>
                    <a:pt x="1186" y="553"/>
                  </a:lnTo>
                  <a:lnTo>
                    <a:pt x="1107" y="553"/>
                  </a:lnTo>
                  <a:lnTo>
                    <a:pt x="1126" y="534"/>
                  </a:lnTo>
                  <a:lnTo>
                    <a:pt x="1186" y="494"/>
                  </a:lnTo>
                  <a:lnTo>
                    <a:pt x="1166" y="494"/>
                  </a:lnTo>
                  <a:lnTo>
                    <a:pt x="1166" y="455"/>
                  </a:lnTo>
                  <a:lnTo>
                    <a:pt x="1166" y="435"/>
                  </a:lnTo>
                  <a:lnTo>
                    <a:pt x="1186" y="415"/>
                  </a:lnTo>
                  <a:lnTo>
                    <a:pt x="1146" y="395"/>
                  </a:lnTo>
                  <a:lnTo>
                    <a:pt x="1087" y="395"/>
                  </a:lnTo>
                  <a:lnTo>
                    <a:pt x="1067" y="415"/>
                  </a:lnTo>
                  <a:lnTo>
                    <a:pt x="1008" y="435"/>
                  </a:lnTo>
                  <a:lnTo>
                    <a:pt x="968" y="435"/>
                  </a:lnTo>
                  <a:lnTo>
                    <a:pt x="1008" y="415"/>
                  </a:lnTo>
                  <a:lnTo>
                    <a:pt x="1047" y="395"/>
                  </a:lnTo>
                  <a:lnTo>
                    <a:pt x="1087" y="376"/>
                  </a:lnTo>
                  <a:lnTo>
                    <a:pt x="1087" y="356"/>
                  </a:lnTo>
                  <a:lnTo>
                    <a:pt x="1126" y="336"/>
                  </a:lnTo>
                  <a:lnTo>
                    <a:pt x="1107" y="336"/>
                  </a:lnTo>
                  <a:lnTo>
                    <a:pt x="1087" y="316"/>
                  </a:lnTo>
                  <a:lnTo>
                    <a:pt x="1126" y="316"/>
                  </a:lnTo>
                  <a:lnTo>
                    <a:pt x="1107" y="297"/>
                  </a:lnTo>
                  <a:lnTo>
                    <a:pt x="1067" y="316"/>
                  </a:lnTo>
                  <a:lnTo>
                    <a:pt x="988" y="316"/>
                  </a:lnTo>
                  <a:lnTo>
                    <a:pt x="1067" y="297"/>
                  </a:lnTo>
                  <a:lnTo>
                    <a:pt x="1008" y="297"/>
                  </a:lnTo>
                  <a:lnTo>
                    <a:pt x="968" y="316"/>
                  </a:lnTo>
                  <a:lnTo>
                    <a:pt x="988" y="297"/>
                  </a:lnTo>
                  <a:lnTo>
                    <a:pt x="850" y="297"/>
                  </a:lnTo>
                  <a:lnTo>
                    <a:pt x="909" y="277"/>
                  </a:lnTo>
                  <a:lnTo>
                    <a:pt x="889" y="277"/>
                  </a:lnTo>
                  <a:lnTo>
                    <a:pt x="988" y="237"/>
                  </a:lnTo>
                  <a:lnTo>
                    <a:pt x="988" y="257"/>
                  </a:lnTo>
                  <a:lnTo>
                    <a:pt x="968" y="257"/>
                  </a:lnTo>
                  <a:lnTo>
                    <a:pt x="949" y="277"/>
                  </a:lnTo>
                  <a:lnTo>
                    <a:pt x="968" y="277"/>
                  </a:lnTo>
                  <a:lnTo>
                    <a:pt x="1028" y="237"/>
                  </a:lnTo>
                  <a:lnTo>
                    <a:pt x="1067" y="218"/>
                  </a:lnTo>
                  <a:lnTo>
                    <a:pt x="1067" y="198"/>
                  </a:lnTo>
                  <a:lnTo>
                    <a:pt x="1047" y="178"/>
                  </a:lnTo>
                  <a:lnTo>
                    <a:pt x="1008" y="158"/>
                  </a:lnTo>
                  <a:lnTo>
                    <a:pt x="988" y="139"/>
                  </a:lnTo>
                  <a:lnTo>
                    <a:pt x="1028" y="99"/>
                  </a:lnTo>
                  <a:lnTo>
                    <a:pt x="1008" y="79"/>
                  </a:lnTo>
                  <a:lnTo>
                    <a:pt x="1008" y="60"/>
                  </a:lnTo>
                  <a:lnTo>
                    <a:pt x="988" y="40"/>
                  </a:lnTo>
                  <a:lnTo>
                    <a:pt x="929" y="40"/>
                  </a:lnTo>
                  <a:lnTo>
                    <a:pt x="988" y="20"/>
                  </a:lnTo>
                  <a:lnTo>
                    <a:pt x="870" y="20"/>
                  </a:lnTo>
                  <a:lnTo>
                    <a:pt x="83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1" name="Google Shape;7711;p29"/>
            <p:cNvSpPr/>
            <p:nvPr/>
          </p:nvSpPr>
          <p:spPr>
            <a:xfrm>
              <a:off x="-1362025" y="3906950"/>
              <a:ext cx="525" cy="525"/>
            </a:xfrm>
            <a:custGeom>
              <a:rect b="b" l="l" r="r" t="t"/>
              <a:pathLst>
                <a:path extrusionOk="0" h="21" w="21">
                  <a:moveTo>
                    <a:pt x="20" y="1"/>
                  </a:moveTo>
                  <a:lnTo>
                    <a:pt x="20" y="1"/>
                  </a:lnTo>
                  <a:lnTo>
                    <a:pt x="20" y="1"/>
                  </a:lnTo>
                  <a:lnTo>
                    <a:pt x="1" y="21"/>
                  </a:lnTo>
                  <a:lnTo>
                    <a:pt x="1" y="2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2" name="Google Shape;7712;p29"/>
            <p:cNvSpPr/>
            <p:nvPr/>
          </p:nvSpPr>
          <p:spPr>
            <a:xfrm>
              <a:off x="-1375850" y="3911900"/>
              <a:ext cx="525" cy="25"/>
            </a:xfrm>
            <a:custGeom>
              <a:rect b="b" l="l" r="r" t="t"/>
              <a:pathLst>
                <a:path extrusionOk="0" h="1"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3" name="Google Shape;7713;p29"/>
            <p:cNvSpPr/>
            <p:nvPr/>
          </p:nvSpPr>
          <p:spPr>
            <a:xfrm>
              <a:off x="-1318575" y="400077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4" name="Google Shape;7714;p29"/>
            <p:cNvSpPr/>
            <p:nvPr/>
          </p:nvSpPr>
          <p:spPr>
            <a:xfrm>
              <a:off x="-1317575" y="3999800"/>
              <a:ext cx="25" cy="25"/>
            </a:xfrm>
            <a:custGeom>
              <a:rect b="b" l="l" r="r" t="t"/>
              <a:pathLst>
                <a:path extrusionOk="0" h="1" w="1">
                  <a:moveTo>
                    <a:pt x="0" y="0"/>
                  </a:moveTo>
                  <a:lnTo>
                    <a:pt x="0" y="0"/>
                  </a:ln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5" name="Google Shape;7715;p29"/>
            <p:cNvSpPr/>
            <p:nvPr/>
          </p:nvSpPr>
          <p:spPr>
            <a:xfrm>
              <a:off x="-1323500" y="3961275"/>
              <a:ext cx="57300" cy="48900"/>
            </a:xfrm>
            <a:custGeom>
              <a:rect b="b" l="l" r="r" t="t"/>
              <a:pathLst>
                <a:path extrusionOk="0" h="1956" w="2292">
                  <a:moveTo>
                    <a:pt x="1699" y="60"/>
                  </a:moveTo>
                  <a:lnTo>
                    <a:pt x="1699" y="60"/>
                  </a:lnTo>
                  <a:lnTo>
                    <a:pt x="1699" y="60"/>
                  </a:lnTo>
                  <a:close/>
                  <a:moveTo>
                    <a:pt x="1758" y="1"/>
                  </a:moveTo>
                  <a:lnTo>
                    <a:pt x="1758" y="40"/>
                  </a:lnTo>
                  <a:lnTo>
                    <a:pt x="1778" y="60"/>
                  </a:lnTo>
                  <a:lnTo>
                    <a:pt x="1778" y="99"/>
                  </a:lnTo>
                  <a:lnTo>
                    <a:pt x="1798" y="99"/>
                  </a:lnTo>
                  <a:lnTo>
                    <a:pt x="1798" y="60"/>
                  </a:lnTo>
                  <a:lnTo>
                    <a:pt x="1778" y="40"/>
                  </a:lnTo>
                  <a:lnTo>
                    <a:pt x="1778" y="1"/>
                  </a:lnTo>
                  <a:close/>
                  <a:moveTo>
                    <a:pt x="929" y="218"/>
                  </a:moveTo>
                  <a:lnTo>
                    <a:pt x="948" y="257"/>
                  </a:lnTo>
                  <a:lnTo>
                    <a:pt x="948" y="297"/>
                  </a:lnTo>
                  <a:lnTo>
                    <a:pt x="929" y="277"/>
                  </a:lnTo>
                  <a:lnTo>
                    <a:pt x="968" y="376"/>
                  </a:lnTo>
                  <a:lnTo>
                    <a:pt x="968" y="336"/>
                  </a:lnTo>
                  <a:lnTo>
                    <a:pt x="988" y="356"/>
                  </a:lnTo>
                  <a:lnTo>
                    <a:pt x="988" y="317"/>
                  </a:lnTo>
                  <a:lnTo>
                    <a:pt x="948" y="238"/>
                  </a:lnTo>
                  <a:lnTo>
                    <a:pt x="929" y="218"/>
                  </a:lnTo>
                  <a:close/>
                  <a:moveTo>
                    <a:pt x="652" y="415"/>
                  </a:moveTo>
                  <a:lnTo>
                    <a:pt x="652" y="455"/>
                  </a:lnTo>
                  <a:lnTo>
                    <a:pt x="672" y="475"/>
                  </a:lnTo>
                  <a:lnTo>
                    <a:pt x="672" y="455"/>
                  </a:lnTo>
                  <a:lnTo>
                    <a:pt x="652" y="415"/>
                  </a:lnTo>
                  <a:close/>
                  <a:moveTo>
                    <a:pt x="593" y="494"/>
                  </a:moveTo>
                  <a:lnTo>
                    <a:pt x="593" y="514"/>
                  </a:lnTo>
                  <a:lnTo>
                    <a:pt x="613" y="534"/>
                  </a:lnTo>
                  <a:lnTo>
                    <a:pt x="613" y="534"/>
                  </a:lnTo>
                  <a:lnTo>
                    <a:pt x="593" y="494"/>
                  </a:lnTo>
                  <a:close/>
                  <a:moveTo>
                    <a:pt x="652" y="494"/>
                  </a:moveTo>
                  <a:lnTo>
                    <a:pt x="652" y="514"/>
                  </a:lnTo>
                  <a:lnTo>
                    <a:pt x="652" y="534"/>
                  </a:lnTo>
                  <a:lnTo>
                    <a:pt x="672" y="514"/>
                  </a:lnTo>
                  <a:lnTo>
                    <a:pt x="652" y="494"/>
                  </a:lnTo>
                  <a:close/>
                  <a:moveTo>
                    <a:pt x="139" y="751"/>
                  </a:moveTo>
                  <a:lnTo>
                    <a:pt x="139" y="771"/>
                  </a:lnTo>
                  <a:lnTo>
                    <a:pt x="158" y="771"/>
                  </a:lnTo>
                  <a:lnTo>
                    <a:pt x="139" y="751"/>
                  </a:lnTo>
                  <a:close/>
                  <a:moveTo>
                    <a:pt x="79" y="988"/>
                  </a:moveTo>
                  <a:lnTo>
                    <a:pt x="79" y="1008"/>
                  </a:lnTo>
                  <a:lnTo>
                    <a:pt x="99" y="1028"/>
                  </a:lnTo>
                  <a:lnTo>
                    <a:pt x="79" y="988"/>
                  </a:lnTo>
                  <a:close/>
                  <a:moveTo>
                    <a:pt x="2173" y="1047"/>
                  </a:moveTo>
                  <a:lnTo>
                    <a:pt x="2193" y="1087"/>
                  </a:lnTo>
                  <a:lnTo>
                    <a:pt x="2193" y="1047"/>
                  </a:lnTo>
                  <a:close/>
                  <a:moveTo>
                    <a:pt x="415" y="1146"/>
                  </a:moveTo>
                  <a:lnTo>
                    <a:pt x="415" y="1166"/>
                  </a:lnTo>
                  <a:lnTo>
                    <a:pt x="422" y="1166"/>
                  </a:lnTo>
                  <a:lnTo>
                    <a:pt x="415" y="1146"/>
                  </a:lnTo>
                  <a:close/>
                  <a:moveTo>
                    <a:pt x="435" y="1146"/>
                  </a:moveTo>
                  <a:lnTo>
                    <a:pt x="435" y="1166"/>
                  </a:lnTo>
                  <a:lnTo>
                    <a:pt x="422" y="1166"/>
                  </a:lnTo>
                  <a:lnTo>
                    <a:pt x="435" y="1205"/>
                  </a:lnTo>
                  <a:lnTo>
                    <a:pt x="450" y="1191"/>
                  </a:lnTo>
                  <a:lnTo>
                    <a:pt x="435" y="1146"/>
                  </a:lnTo>
                  <a:close/>
                  <a:moveTo>
                    <a:pt x="455" y="1186"/>
                  </a:moveTo>
                  <a:lnTo>
                    <a:pt x="450" y="1191"/>
                  </a:lnTo>
                  <a:lnTo>
                    <a:pt x="455" y="1205"/>
                  </a:lnTo>
                  <a:lnTo>
                    <a:pt x="455" y="1186"/>
                  </a:lnTo>
                  <a:close/>
                  <a:moveTo>
                    <a:pt x="455" y="1205"/>
                  </a:moveTo>
                  <a:lnTo>
                    <a:pt x="455" y="1205"/>
                  </a:lnTo>
                  <a:lnTo>
                    <a:pt x="455" y="1205"/>
                  </a:lnTo>
                  <a:close/>
                  <a:moveTo>
                    <a:pt x="107" y="1186"/>
                  </a:moveTo>
                  <a:lnTo>
                    <a:pt x="119" y="1245"/>
                  </a:lnTo>
                  <a:lnTo>
                    <a:pt x="139" y="1265"/>
                  </a:lnTo>
                  <a:lnTo>
                    <a:pt x="107" y="1186"/>
                  </a:lnTo>
                  <a:close/>
                  <a:moveTo>
                    <a:pt x="1660" y="1344"/>
                  </a:moveTo>
                  <a:lnTo>
                    <a:pt x="1660" y="1344"/>
                  </a:lnTo>
                  <a:lnTo>
                    <a:pt x="1660" y="1344"/>
                  </a:lnTo>
                  <a:close/>
                  <a:moveTo>
                    <a:pt x="845" y="1462"/>
                  </a:moveTo>
                  <a:lnTo>
                    <a:pt x="850" y="1482"/>
                  </a:lnTo>
                  <a:lnTo>
                    <a:pt x="869" y="1561"/>
                  </a:lnTo>
                  <a:lnTo>
                    <a:pt x="869" y="1561"/>
                  </a:lnTo>
                  <a:lnTo>
                    <a:pt x="850" y="1462"/>
                  </a:lnTo>
                  <a:close/>
                  <a:moveTo>
                    <a:pt x="198" y="1581"/>
                  </a:moveTo>
                  <a:lnTo>
                    <a:pt x="208" y="1600"/>
                  </a:lnTo>
                  <a:lnTo>
                    <a:pt x="198" y="1581"/>
                  </a:lnTo>
                  <a:close/>
                  <a:moveTo>
                    <a:pt x="208" y="1600"/>
                  </a:moveTo>
                  <a:lnTo>
                    <a:pt x="208" y="1600"/>
                  </a:lnTo>
                  <a:lnTo>
                    <a:pt x="208" y="1600"/>
                  </a:lnTo>
                  <a:close/>
                  <a:moveTo>
                    <a:pt x="208" y="1600"/>
                  </a:moveTo>
                  <a:lnTo>
                    <a:pt x="218" y="1620"/>
                  </a:lnTo>
                  <a:lnTo>
                    <a:pt x="208" y="1600"/>
                  </a:lnTo>
                  <a:close/>
                  <a:moveTo>
                    <a:pt x="316" y="1719"/>
                  </a:moveTo>
                  <a:lnTo>
                    <a:pt x="316" y="1739"/>
                  </a:lnTo>
                  <a:lnTo>
                    <a:pt x="336" y="1798"/>
                  </a:lnTo>
                  <a:lnTo>
                    <a:pt x="316" y="1719"/>
                  </a:lnTo>
                  <a:close/>
                  <a:moveTo>
                    <a:pt x="395" y="1600"/>
                  </a:moveTo>
                  <a:lnTo>
                    <a:pt x="395" y="1620"/>
                  </a:lnTo>
                  <a:lnTo>
                    <a:pt x="415" y="1699"/>
                  </a:lnTo>
                  <a:lnTo>
                    <a:pt x="435" y="1837"/>
                  </a:lnTo>
                  <a:lnTo>
                    <a:pt x="435" y="1739"/>
                  </a:lnTo>
                  <a:lnTo>
                    <a:pt x="395" y="1600"/>
                  </a:lnTo>
                  <a:close/>
                  <a:moveTo>
                    <a:pt x="711" y="1837"/>
                  </a:moveTo>
                  <a:lnTo>
                    <a:pt x="731" y="1857"/>
                  </a:lnTo>
                  <a:lnTo>
                    <a:pt x="731" y="1837"/>
                  </a:lnTo>
                  <a:close/>
                  <a:moveTo>
                    <a:pt x="60" y="1126"/>
                  </a:moveTo>
                  <a:lnTo>
                    <a:pt x="60" y="1166"/>
                  </a:lnTo>
                  <a:lnTo>
                    <a:pt x="79" y="1245"/>
                  </a:lnTo>
                  <a:lnTo>
                    <a:pt x="60" y="1205"/>
                  </a:lnTo>
                  <a:lnTo>
                    <a:pt x="60" y="1186"/>
                  </a:lnTo>
                  <a:lnTo>
                    <a:pt x="40" y="1186"/>
                  </a:lnTo>
                  <a:lnTo>
                    <a:pt x="40" y="1205"/>
                  </a:lnTo>
                  <a:lnTo>
                    <a:pt x="60" y="1245"/>
                  </a:lnTo>
                  <a:lnTo>
                    <a:pt x="79" y="1344"/>
                  </a:lnTo>
                  <a:lnTo>
                    <a:pt x="99" y="1344"/>
                  </a:lnTo>
                  <a:lnTo>
                    <a:pt x="99" y="1383"/>
                  </a:lnTo>
                  <a:lnTo>
                    <a:pt x="158" y="1482"/>
                  </a:lnTo>
                  <a:lnTo>
                    <a:pt x="158" y="1521"/>
                  </a:lnTo>
                  <a:lnTo>
                    <a:pt x="178" y="1521"/>
                  </a:lnTo>
                  <a:lnTo>
                    <a:pt x="178" y="1482"/>
                  </a:lnTo>
                  <a:lnTo>
                    <a:pt x="198" y="1541"/>
                  </a:lnTo>
                  <a:lnTo>
                    <a:pt x="198" y="1521"/>
                  </a:lnTo>
                  <a:lnTo>
                    <a:pt x="218" y="1581"/>
                  </a:lnTo>
                  <a:lnTo>
                    <a:pt x="218" y="1561"/>
                  </a:lnTo>
                  <a:lnTo>
                    <a:pt x="257" y="1679"/>
                  </a:lnTo>
                  <a:lnTo>
                    <a:pt x="237" y="1679"/>
                  </a:lnTo>
                  <a:lnTo>
                    <a:pt x="237" y="1660"/>
                  </a:lnTo>
                  <a:lnTo>
                    <a:pt x="218" y="1620"/>
                  </a:lnTo>
                  <a:lnTo>
                    <a:pt x="218" y="1620"/>
                  </a:lnTo>
                  <a:lnTo>
                    <a:pt x="218" y="1640"/>
                  </a:lnTo>
                  <a:lnTo>
                    <a:pt x="237" y="1719"/>
                  </a:lnTo>
                  <a:lnTo>
                    <a:pt x="237" y="1739"/>
                  </a:lnTo>
                  <a:lnTo>
                    <a:pt x="257" y="1818"/>
                  </a:lnTo>
                  <a:lnTo>
                    <a:pt x="297" y="1897"/>
                  </a:lnTo>
                  <a:lnTo>
                    <a:pt x="257" y="1798"/>
                  </a:lnTo>
                  <a:lnTo>
                    <a:pt x="257" y="1798"/>
                  </a:lnTo>
                  <a:lnTo>
                    <a:pt x="277" y="1818"/>
                  </a:lnTo>
                  <a:lnTo>
                    <a:pt x="297" y="1897"/>
                  </a:lnTo>
                  <a:lnTo>
                    <a:pt x="297" y="1818"/>
                  </a:lnTo>
                  <a:lnTo>
                    <a:pt x="316" y="1837"/>
                  </a:lnTo>
                  <a:lnTo>
                    <a:pt x="316" y="1818"/>
                  </a:lnTo>
                  <a:lnTo>
                    <a:pt x="297" y="1778"/>
                  </a:lnTo>
                  <a:lnTo>
                    <a:pt x="297" y="1739"/>
                  </a:lnTo>
                  <a:lnTo>
                    <a:pt x="277" y="1640"/>
                  </a:lnTo>
                  <a:lnTo>
                    <a:pt x="297" y="1719"/>
                  </a:lnTo>
                  <a:lnTo>
                    <a:pt x="316" y="1778"/>
                  </a:lnTo>
                  <a:lnTo>
                    <a:pt x="316" y="1758"/>
                  </a:lnTo>
                  <a:lnTo>
                    <a:pt x="297" y="1660"/>
                  </a:lnTo>
                  <a:lnTo>
                    <a:pt x="297" y="1600"/>
                  </a:lnTo>
                  <a:lnTo>
                    <a:pt x="277" y="1581"/>
                  </a:lnTo>
                  <a:lnTo>
                    <a:pt x="277" y="1620"/>
                  </a:lnTo>
                  <a:lnTo>
                    <a:pt x="277" y="1620"/>
                  </a:lnTo>
                  <a:lnTo>
                    <a:pt x="257" y="1581"/>
                  </a:lnTo>
                  <a:lnTo>
                    <a:pt x="257" y="1541"/>
                  </a:lnTo>
                  <a:lnTo>
                    <a:pt x="237" y="1541"/>
                  </a:lnTo>
                  <a:lnTo>
                    <a:pt x="257" y="1600"/>
                  </a:lnTo>
                  <a:lnTo>
                    <a:pt x="257" y="1600"/>
                  </a:lnTo>
                  <a:lnTo>
                    <a:pt x="178" y="1442"/>
                  </a:lnTo>
                  <a:lnTo>
                    <a:pt x="139" y="1284"/>
                  </a:lnTo>
                  <a:lnTo>
                    <a:pt x="119" y="1284"/>
                  </a:lnTo>
                  <a:lnTo>
                    <a:pt x="119" y="1324"/>
                  </a:lnTo>
                  <a:lnTo>
                    <a:pt x="60" y="1126"/>
                  </a:lnTo>
                  <a:close/>
                  <a:moveTo>
                    <a:pt x="297" y="1897"/>
                  </a:moveTo>
                  <a:lnTo>
                    <a:pt x="297" y="1897"/>
                  </a:lnTo>
                  <a:lnTo>
                    <a:pt x="297" y="1897"/>
                  </a:lnTo>
                  <a:close/>
                  <a:moveTo>
                    <a:pt x="652" y="1837"/>
                  </a:moveTo>
                  <a:lnTo>
                    <a:pt x="672" y="1916"/>
                  </a:lnTo>
                  <a:lnTo>
                    <a:pt x="657" y="1840"/>
                  </a:lnTo>
                  <a:lnTo>
                    <a:pt x="652" y="1837"/>
                  </a:lnTo>
                  <a:close/>
                  <a:moveTo>
                    <a:pt x="711" y="1916"/>
                  </a:moveTo>
                  <a:lnTo>
                    <a:pt x="711" y="1916"/>
                  </a:lnTo>
                  <a:lnTo>
                    <a:pt x="711" y="1916"/>
                  </a:lnTo>
                  <a:close/>
                  <a:moveTo>
                    <a:pt x="1482" y="1"/>
                  </a:moveTo>
                  <a:lnTo>
                    <a:pt x="1502" y="60"/>
                  </a:lnTo>
                  <a:lnTo>
                    <a:pt x="1502" y="80"/>
                  </a:lnTo>
                  <a:lnTo>
                    <a:pt x="1482" y="60"/>
                  </a:lnTo>
                  <a:lnTo>
                    <a:pt x="1482" y="20"/>
                  </a:lnTo>
                  <a:lnTo>
                    <a:pt x="1462" y="20"/>
                  </a:lnTo>
                  <a:lnTo>
                    <a:pt x="1442" y="80"/>
                  </a:lnTo>
                  <a:lnTo>
                    <a:pt x="1462" y="159"/>
                  </a:lnTo>
                  <a:lnTo>
                    <a:pt x="1462" y="178"/>
                  </a:lnTo>
                  <a:lnTo>
                    <a:pt x="1442" y="159"/>
                  </a:lnTo>
                  <a:lnTo>
                    <a:pt x="1442" y="198"/>
                  </a:lnTo>
                  <a:lnTo>
                    <a:pt x="1442" y="218"/>
                  </a:lnTo>
                  <a:lnTo>
                    <a:pt x="1423" y="198"/>
                  </a:lnTo>
                  <a:lnTo>
                    <a:pt x="1442" y="139"/>
                  </a:lnTo>
                  <a:lnTo>
                    <a:pt x="1423" y="99"/>
                  </a:lnTo>
                  <a:lnTo>
                    <a:pt x="1403" y="99"/>
                  </a:lnTo>
                  <a:lnTo>
                    <a:pt x="1403" y="80"/>
                  </a:lnTo>
                  <a:lnTo>
                    <a:pt x="1383" y="297"/>
                  </a:lnTo>
                  <a:lnTo>
                    <a:pt x="1403" y="415"/>
                  </a:lnTo>
                  <a:lnTo>
                    <a:pt x="1423" y="514"/>
                  </a:lnTo>
                  <a:lnTo>
                    <a:pt x="1403" y="475"/>
                  </a:lnTo>
                  <a:lnTo>
                    <a:pt x="1383" y="435"/>
                  </a:lnTo>
                  <a:lnTo>
                    <a:pt x="1363" y="356"/>
                  </a:lnTo>
                  <a:lnTo>
                    <a:pt x="1383" y="376"/>
                  </a:lnTo>
                  <a:lnTo>
                    <a:pt x="1344" y="218"/>
                  </a:lnTo>
                  <a:lnTo>
                    <a:pt x="1344" y="139"/>
                  </a:lnTo>
                  <a:lnTo>
                    <a:pt x="1324" y="40"/>
                  </a:lnTo>
                  <a:lnTo>
                    <a:pt x="1304" y="60"/>
                  </a:lnTo>
                  <a:lnTo>
                    <a:pt x="1284" y="80"/>
                  </a:lnTo>
                  <a:lnTo>
                    <a:pt x="1284" y="99"/>
                  </a:lnTo>
                  <a:lnTo>
                    <a:pt x="1265" y="80"/>
                  </a:lnTo>
                  <a:lnTo>
                    <a:pt x="1284" y="159"/>
                  </a:lnTo>
                  <a:lnTo>
                    <a:pt x="1284" y="159"/>
                  </a:lnTo>
                  <a:lnTo>
                    <a:pt x="1265" y="139"/>
                  </a:lnTo>
                  <a:lnTo>
                    <a:pt x="1245" y="80"/>
                  </a:lnTo>
                  <a:lnTo>
                    <a:pt x="1245" y="139"/>
                  </a:lnTo>
                  <a:lnTo>
                    <a:pt x="1245" y="218"/>
                  </a:lnTo>
                  <a:lnTo>
                    <a:pt x="1265" y="297"/>
                  </a:lnTo>
                  <a:lnTo>
                    <a:pt x="1265" y="336"/>
                  </a:lnTo>
                  <a:lnTo>
                    <a:pt x="1245" y="336"/>
                  </a:lnTo>
                  <a:lnTo>
                    <a:pt x="1245" y="297"/>
                  </a:lnTo>
                  <a:lnTo>
                    <a:pt x="1245" y="277"/>
                  </a:lnTo>
                  <a:lnTo>
                    <a:pt x="1225" y="317"/>
                  </a:lnTo>
                  <a:lnTo>
                    <a:pt x="1225" y="257"/>
                  </a:lnTo>
                  <a:lnTo>
                    <a:pt x="1225" y="238"/>
                  </a:lnTo>
                  <a:lnTo>
                    <a:pt x="1225" y="218"/>
                  </a:lnTo>
                  <a:lnTo>
                    <a:pt x="1205" y="238"/>
                  </a:lnTo>
                  <a:lnTo>
                    <a:pt x="1205" y="297"/>
                  </a:lnTo>
                  <a:lnTo>
                    <a:pt x="1185" y="297"/>
                  </a:lnTo>
                  <a:lnTo>
                    <a:pt x="1185" y="198"/>
                  </a:lnTo>
                  <a:lnTo>
                    <a:pt x="1185" y="159"/>
                  </a:lnTo>
                  <a:lnTo>
                    <a:pt x="1205" y="218"/>
                  </a:lnTo>
                  <a:lnTo>
                    <a:pt x="1185" y="139"/>
                  </a:lnTo>
                  <a:lnTo>
                    <a:pt x="1205" y="159"/>
                  </a:lnTo>
                  <a:lnTo>
                    <a:pt x="1225" y="159"/>
                  </a:lnTo>
                  <a:lnTo>
                    <a:pt x="1225" y="99"/>
                  </a:lnTo>
                  <a:lnTo>
                    <a:pt x="1225" y="80"/>
                  </a:lnTo>
                  <a:lnTo>
                    <a:pt x="1205" y="80"/>
                  </a:lnTo>
                  <a:lnTo>
                    <a:pt x="1185" y="99"/>
                  </a:lnTo>
                  <a:lnTo>
                    <a:pt x="1166" y="60"/>
                  </a:lnTo>
                  <a:lnTo>
                    <a:pt x="1166" y="159"/>
                  </a:lnTo>
                  <a:lnTo>
                    <a:pt x="1166" y="198"/>
                  </a:lnTo>
                  <a:lnTo>
                    <a:pt x="1146" y="159"/>
                  </a:lnTo>
                  <a:lnTo>
                    <a:pt x="1146" y="257"/>
                  </a:lnTo>
                  <a:lnTo>
                    <a:pt x="1146" y="297"/>
                  </a:lnTo>
                  <a:lnTo>
                    <a:pt x="1166" y="317"/>
                  </a:lnTo>
                  <a:lnTo>
                    <a:pt x="1166" y="356"/>
                  </a:lnTo>
                  <a:lnTo>
                    <a:pt x="1166" y="396"/>
                  </a:lnTo>
                  <a:lnTo>
                    <a:pt x="1146" y="356"/>
                  </a:lnTo>
                  <a:lnTo>
                    <a:pt x="1126" y="178"/>
                  </a:lnTo>
                  <a:lnTo>
                    <a:pt x="1126" y="159"/>
                  </a:lnTo>
                  <a:lnTo>
                    <a:pt x="1106" y="139"/>
                  </a:lnTo>
                  <a:lnTo>
                    <a:pt x="1106" y="139"/>
                  </a:lnTo>
                  <a:lnTo>
                    <a:pt x="1126" y="257"/>
                  </a:lnTo>
                  <a:lnTo>
                    <a:pt x="1126" y="336"/>
                  </a:lnTo>
                  <a:lnTo>
                    <a:pt x="1106" y="415"/>
                  </a:lnTo>
                  <a:lnTo>
                    <a:pt x="1087" y="336"/>
                  </a:lnTo>
                  <a:lnTo>
                    <a:pt x="1106" y="297"/>
                  </a:lnTo>
                  <a:lnTo>
                    <a:pt x="1106" y="238"/>
                  </a:lnTo>
                  <a:lnTo>
                    <a:pt x="1087" y="159"/>
                  </a:lnTo>
                  <a:lnTo>
                    <a:pt x="1087" y="198"/>
                  </a:lnTo>
                  <a:lnTo>
                    <a:pt x="1087" y="238"/>
                  </a:lnTo>
                  <a:lnTo>
                    <a:pt x="1067" y="198"/>
                  </a:lnTo>
                  <a:lnTo>
                    <a:pt x="1047" y="198"/>
                  </a:lnTo>
                  <a:lnTo>
                    <a:pt x="1047" y="238"/>
                  </a:lnTo>
                  <a:lnTo>
                    <a:pt x="1047" y="277"/>
                  </a:lnTo>
                  <a:lnTo>
                    <a:pt x="1027" y="277"/>
                  </a:lnTo>
                  <a:lnTo>
                    <a:pt x="1027" y="297"/>
                  </a:lnTo>
                  <a:lnTo>
                    <a:pt x="988" y="297"/>
                  </a:lnTo>
                  <a:lnTo>
                    <a:pt x="1008" y="336"/>
                  </a:lnTo>
                  <a:lnTo>
                    <a:pt x="1008" y="317"/>
                  </a:lnTo>
                  <a:lnTo>
                    <a:pt x="1027" y="336"/>
                  </a:lnTo>
                  <a:lnTo>
                    <a:pt x="1047" y="396"/>
                  </a:lnTo>
                  <a:lnTo>
                    <a:pt x="1027" y="435"/>
                  </a:lnTo>
                  <a:lnTo>
                    <a:pt x="1027" y="455"/>
                  </a:lnTo>
                  <a:lnTo>
                    <a:pt x="1008" y="475"/>
                  </a:lnTo>
                  <a:lnTo>
                    <a:pt x="1027" y="494"/>
                  </a:lnTo>
                  <a:lnTo>
                    <a:pt x="1008" y="534"/>
                  </a:lnTo>
                  <a:lnTo>
                    <a:pt x="988" y="455"/>
                  </a:lnTo>
                  <a:lnTo>
                    <a:pt x="968" y="475"/>
                  </a:lnTo>
                  <a:lnTo>
                    <a:pt x="968" y="455"/>
                  </a:lnTo>
                  <a:lnTo>
                    <a:pt x="948" y="455"/>
                  </a:lnTo>
                  <a:lnTo>
                    <a:pt x="948" y="415"/>
                  </a:lnTo>
                  <a:lnTo>
                    <a:pt x="929" y="376"/>
                  </a:lnTo>
                  <a:lnTo>
                    <a:pt x="909" y="396"/>
                  </a:lnTo>
                  <a:lnTo>
                    <a:pt x="909" y="455"/>
                  </a:lnTo>
                  <a:lnTo>
                    <a:pt x="929" y="514"/>
                  </a:lnTo>
                  <a:lnTo>
                    <a:pt x="948" y="573"/>
                  </a:lnTo>
                  <a:lnTo>
                    <a:pt x="929" y="573"/>
                  </a:lnTo>
                  <a:lnTo>
                    <a:pt x="929" y="593"/>
                  </a:lnTo>
                  <a:lnTo>
                    <a:pt x="909" y="593"/>
                  </a:lnTo>
                  <a:lnTo>
                    <a:pt x="889" y="554"/>
                  </a:lnTo>
                  <a:lnTo>
                    <a:pt x="869" y="534"/>
                  </a:lnTo>
                  <a:lnTo>
                    <a:pt x="889" y="514"/>
                  </a:lnTo>
                  <a:lnTo>
                    <a:pt x="889" y="494"/>
                  </a:lnTo>
                  <a:lnTo>
                    <a:pt x="869" y="435"/>
                  </a:lnTo>
                  <a:lnTo>
                    <a:pt x="869" y="455"/>
                  </a:lnTo>
                  <a:lnTo>
                    <a:pt x="850" y="415"/>
                  </a:lnTo>
                  <a:lnTo>
                    <a:pt x="850" y="455"/>
                  </a:lnTo>
                  <a:lnTo>
                    <a:pt x="850" y="475"/>
                  </a:lnTo>
                  <a:lnTo>
                    <a:pt x="830" y="356"/>
                  </a:lnTo>
                  <a:lnTo>
                    <a:pt x="830" y="376"/>
                  </a:lnTo>
                  <a:lnTo>
                    <a:pt x="810" y="376"/>
                  </a:lnTo>
                  <a:lnTo>
                    <a:pt x="810" y="396"/>
                  </a:lnTo>
                  <a:lnTo>
                    <a:pt x="810" y="415"/>
                  </a:lnTo>
                  <a:lnTo>
                    <a:pt x="830" y="396"/>
                  </a:lnTo>
                  <a:lnTo>
                    <a:pt x="830" y="435"/>
                  </a:lnTo>
                  <a:lnTo>
                    <a:pt x="810" y="435"/>
                  </a:lnTo>
                  <a:lnTo>
                    <a:pt x="790" y="415"/>
                  </a:lnTo>
                  <a:lnTo>
                    <a:pt x="790" y="475"/>
                  </a:lnTo>
                  <a:lnTo>
                    <a:pt x="810" y="455"/>
                  </a:lnTo>
                  <a:lnTo>
                    <a:pt x="810" y="494"/>
                  </a:lnTo>
                  <a:lnTo>
                    <a:pt x="810" y="514"/>
                  </a:lnTo>
                  <a:lnTo>
                    <a:pt x="790" y="534"/>
                  </a:lnTo>
                  <a:lnTo>
                    <a:pt x="790" y="554"/>
                  </a:lnTo>
                  <a:lnTo>
                    <a:pt x="771" y="593"/>
                  </a:lnTo>
                  <a:lnTo>
                    <a:pt x="771" y="534"/>
                  </a:lnTo>
                  <a:lnTo>
                    <a:pt x="751" y="455"/>
                  </a:lnTo>
                  <a:lnTo>
                    <a:pt x="771" y="455"/>
                  </a:lnTo>
                  <a:lnTo>
                    <a:pt x="771" y="435"/>
                  </a:lnTo>
                  <a:lnTo>
                    <a:pt x="751" y="435"/>
                  </a:lnTo>
                  <a:lnTo>
                    <a:pt x="731" y="494"/>
                  </a:lnTo>
                  <a:lnTo>
                    <a:pt x="731" y="475"/>
                  </a:lnTo>
                  <a:lnTo>
                    <a:pt x="711" y="415"/>
                  </a:lnTo>
                  <a:lnTo>
                    <a:pt x="692" y="376"/>
                  </a:lnTo>
                  <a:lnTo>
                    <a:pt x="672" y="376"/>
                  </a:lnTo>
                  <a:lnTo>
                    <a:pt x="711" y="455"/>
                  </a:lnTo>
                  <a:lnTo>
                    <a:pt x="692" y="475"/>
                  </a:lnTo>
                  <a:lnTo>
                    <a:pt x="711" y="534"/>
                  </a:lnTo>
                  <a:lnTo>
                    <a:pt x="692" y="494"/>
                  </a:lnTo>
                  <a:lnTo>
                    <a:pt x="672" y="475"/>
                  </a:lnTo>
                  <a:lnTo>
                    <a:pt x="672" y="573"/>
                  </a:lnTo>
                  <a:lnTo>
                    <a:pt x="652" y="534"/>
                  </a:lnTo>
                  <a:lnTo>
                    <a:pt x="652" y="573"/>
                  </a:lnTo>
                  <a:lnTo>
                    <a:pt x="672" y="613"/>
                  </a:lnTo>
                  <a:lnTo>
                    <a:pt x="672" y="652"/>
                  </a:lnTo>
                  <a:lnTo>
                    <a:pt x="652" y="633"/>
                  </a:lnTo>
                  <a:lnTo>
                    <a:pt x="632" y="573"/>
                  </a:lnTo>
                  <a:lnTo>
                    <a:pt x="632" y="633"/>
                  </a:lnTo>
                  <a:lnTo>
                    <a:pt x="632" y="652"/>
                  </a:lnTo>
                  <a:lnTo>
                    <a:pt x="652" y="692"/>
                  </a:lnTo>
                  <a:lnTo>
                    <a:pt x="652" y="731"/>
                  </a:lnTo>
                  <a:lnTo>
                    <a:pt x="613" y="672"/>
                  </a:lnTo>
                  <a:lnTo>
                    <a:pt x="613" y="633"/>
                  </a:lnTo>
                  <a:lnTo>
                    <a:pt x="593" y="573"/>
                  </a:lnTo>
                  <a:lnTo>
                    <a:pt x="593" y="554"/>
                  </a:lnTo>
                  <a:lnTo>
                    <a:pt x="573" y="554"/>
                  </a:lnTo>
                  <a:lnTo>
                    <a:pt x="573" y="494"/>
                  </a:lnTo>
                  <a:lnTo>
                    <a:pt x="553" y="514"/>
                  </a:lnTo>
                  <a:lnTo>
                    <a:pt x="573" y="573"/>
                  </a:lnTo>
                  <a:lnTo>
                    <a:pt x="573" y="633"/>
                  </a:lnTo>
                  <a:lnTo>
                    <a:pt x="553" y="554"/>
                  </a:lnTo>
                  <a:lnTo>
                    <a:pt x="534" y="573"/>
                  </a:lnTo>
                  <a:lnTo>
                    <a:pt x="553" y="593"/>
                  </a:lnTo>
                  <a:lnTo>
                    <a:pt x="573" y="672"/>
                  </a:lnTo>
                  <a:lnTo>
                    <a:pt x="593" y="731"/>
                  </a:lnTo>
                  <a:lnTo>
                    <a:pt x="593" y="771"/>
                  </a:lnTo>
                  <a:lnTo>
                    <a:pt x="613" y="830"/>
                  </a:lnTo>
                  <a:lnTo>
                    <a:pt x="613" y="850"/>
                  </a:lnTo>
                  <a:lnTo>
                    <a:pt x="553" y="771"/>
                  </a:lnTo>
                  <a:lnTo>
                    <a:pt x="534" y="633"/>
                  </a:lnTo>
                  <a:lnTo>
                    <a:pt x="494" y="475"/>
                  </a:lnTo>
                  <a:lnTo>
                    <a:pt x="474" y="514"/>
                  </a:lnTo>
                  <a:lnTo>
                    <a:pt x="455" y="494"/>
                  </a:lnTo>
                  <a:lnTo>
                    <a:pt x="474" y="593"/>
                  </a:lnTo>
                  <a:lnTo>
                    <a:pt x="494" y="692"/>
                  </a:lnTo>
                  <a:lnTo>
                    <a:pt x="474" y="672"/>
                  </a:lnTo>
                  <a:lnTo>
                    <a:pt x="474" y="692"/>
                  </a:lnTo>
                  <a:lnTo>
                    <a:pt x="455" y="731"/>
                  </a:lnTo>
                  <a:lnTo>
                    <a:pt x="474" y="791"/>
                  </a:lnTo>
                  <a:lnTo>
                    <a:pt x="494" y="870"/>
                  </a:lnTo>
                  <a:lnTo>
                    <a:pt x="494" y="889"/>
                  </a:lnTo>
                  <a:lnTo>
                    <a:pt x="494" y="949"/>
                  </a:lnTo>
                  <a:lnTo>
                    <a:pt x="474" y="889"/>
                  </a:lnTo>
                  <a:lnTo>
                    <a:pt x="455" y="870"/>
                  </a:lnTo>
                  <a:lnTo>
                    <a:pt x="455" y="909"/>
                  </a:lnTo>
                  <a:lnTo>
                    <a:pt x="435" y="850"/>
                  </a:lnTo>
                  <a:lnTo>
                    <a:pt x="455" y="830"/>
                  </a:lnTo>
                  <a:lnTo>
                    <a:pt x="455" y="810"/>
                  </a:lnTo>
                  <a:lnTo>
                    <a:pt x="435" y="791"/>
                  </a:lnTo>
                  <a:lnTo>
                    <a:pt x="395" y="692"/>
                  </a:lnTo>
                  <a:lnTo>
                    <a:pt x="415" y="751"/>
                  </a:lnTo>
                  <a:lnTo>
                    <a:pt x="415" y="810"/>
                  </a:lnTo>
                  <a:lnTo>
                    <a:pt x="395" y="751"/>
                  </a:lnTo>
                  <a:lnTo>
                    <a:pt x="356" y="751"/>
                  </a:lnTo>
                  <a:lnTo>
                    <a:pt x="316" y="652"/>
                  </a:lnTo>
                  <a:lnTo>
                    <a:pt x="316" y="731"/>
                  </a:lnTo>
                  <a:lnTo>
                    <a:pt x="316" y="791"/>
                  </a:lnTo>
                  <a:lnTo>
                    <a:pt x="336" y="830"/>
                  </a:lnTo>
                  <a:lnTo>
                    <a:pt x="336" y="889"/>
                  </a:lnTo>
                  <a:lnTo>
                    <a:pt x="356" y="909"/>
                  </a:lnTo>
                  <a:lnTo>
                    <a:pt x="356" y="870"/>
                  </a:lnTo>
                  <a:lnTo>
                    <a:pt x="356" y="830"/>
                  </a:lnTo>
                  <a:lnTo>
                    <a:pt x="376" y="870"/>
                  </a:lnTo>
                  <a:lnTo>
                    <a:pt x="356" y="751"/>
                  </a:lnTo>
                  <a:lnTo>
                    <a:pt x="376" y="791"/>
                  </a:lnTo>
                  <a:lnTo>
                    <a:pt x="395" y="889"/>
                  </a:lnTo>
                  <a:lnTo>
                    <a:pt x="395" y="929"/>
                  </a:lnTo>
                  <a:lnTo>
                    <a:pt x="395" y="949"/>
                  </a:lnTo>
                  <a:lnTo>
                    <a:pt x="415" y="988"/>
                  </a:lnTo>
                  <a:lnTo>
                    <a:pt x="435" y="988"/>
                  </a:lnTo>
                  <a:lnTo>
                    <a:pt x="474" y="1087"/>
                  </a:lnTo>
                  <a:lnTo>
                    <a:pt x="494" y="1225"/>
                  </a:lnTo>
                  <a:lnTo>
                    <a:pt x="474" y="1166"/>
                  </a:lnTo>
                  <a:lnTo>
                    <a:pt x="474" y="1265"/>
                  </a:lnTo>
                  <a:lnTo>
                    <a:pt x="455" y="1205"/>
                  </a:lnTo>
                  <a:lnTo>
                    <a:pt x="455" y="1245"/>
                  </a:lnTo>
                  <a:lnTo>
                    <a:pt x="455" y="1284"/>
                  </a:lnTo>
                  <a:lnTo>
                    <a:pt x="474" y="1344"/>
                  </a:lnTo>
                  <a:lnTo>
                    <a:pt x="474" y="1344"/>
                  </a:lnTo>
                  <a:lnTo>
                    <a:pt x="455" y="1324"/>
                  </a:lnTo>
                  <a:lnTo>
                    <a:pt x="435" y="1265"/>
                  </a:lnTo>
                  <a:lnTo>
                    <a:pt x="415" y="1245"/>
                  </a:lnTo>
                  <a:lnTo>
                    <a:pt x="376" y="1107"/>
                  </a:lnTo>
                  <a:lnTo>
                    <a:pt x="376" y="1146"/>
                  </a:lnTo>
                  <a:lnTo>
                    <a:pt x="336" y="929"/>
                  </a:lnTo>
                  <a:lnTo>
                    <a:pt x="297" y="909"/>
                  </a:lnTo>
                  <a:lnTo>
                    <a:pt x="277" y="929"/>
                  </a:lnTo>
                  <a:lnTo>
                    <a:pt x="297" y="1028"/>
                  </a:lnTo>
                  <a:lnTo>
                    <a:pt x="297" y="1047"/>
                  </a:lnTo>
                  <a:lnTo>
                    <a:pt x="316" y="1087"/>
                  </a:lnTo>
                  <a:lnTo>
                    <a:pt x="297" y="1087"/>
                  </a:lnTo>
                  <a:lnTo>
                    <a:pt x="297" y="1107"/>
                  </a:lnTo>
                  <a:lnTo>
                    <a:pt x="257" y="949"/>
                  </a:lnTo>
                  <a:lnTo>
                    <a:pt x="257" y="968"/>
                  </a:lnTo>
                  <a:lnTo>
                    <a:pt x="218" y="929"/>
                  </a:lnTo>
                  <a:lnTo>
                    <a:pt x="218" y="889"/>
                  </a:lnTo>
                  <a:lnTo>
                    <a:pt x="237" y="889"/>
                  </a:lnTo>
                  <a:lnTo>
                    <a:pt x="277" y="929"/>
                  </a:lnTo>
                  <a:lnTo>
                    <a:pt x="277" y="929"/>
                  </a:lnTo>
                  <a:lnTo>
                    <a:pt x="237" y="771"/>
                  </a:lnTo>
                  <a:lnTo>
                    <a:pt x="237" y="810"/>
                  </a:lnTo>
                  <a:lnTo>
                    <a:pt x="218" y="791"/>
                  </a:lnTo>
                  <a:lnTo>
                    <a:pt x="198" y="731"/>
                  </a:lnTo>
                  <a:lnTo>
                    <a:pt x="218" y="810"/>
                  </a:lnTo>
                  <a:lnTo>
                    <a:pt x="237" y="889"/>
                  </a:lnTo>
                  <a:lnTo>
                    <a:pt x="237" y="889"/>
                  </a:lnTo>
                  <a:lnTo>
                    <a:pt x="218" y="870"/>
                  </a:lnTo>
                  <a:lnTo>
                    <a:pt x="198" y="850"/>
                  </a:lnTo>
                  <a:lnTo>
                    <a:pt x="178" y="830"/>
                  </a:lnTo>
                  <a:lnTo>
                    <a:pt x="178" y="810"/>
                  </a:lnTo>
                  <a:lnTo>
                    <a:pt x="158" y="810"/>
                  </a:lnTo>
                  <a:lnTo>
                    <a:pt x="139" y="771"/>
                  </a:lnTo>
                  <a:lnTo>
                    <a:pt x="158" y="870"/>
                  </a:lnTo>
                  <a:lnTo>
                    <a:pt x="119" y="810"/>
                  </a:lnTo>
                  <a:lnTo>
                    <a:pt x="99" y="751"/>
                  </a:lnTo>
                  <a:lnTo>
                    <a:pt x="119" y="830"/>
                  </a:lnTo>
                  <a:lnTo>
                    <a:pt x="119" y="870"/>
                  </a:lnTo>
                  <a:lnTo>
                    <a:pt x="139" y="929"/>
                  </a:lnTo>
                  <a:lnTo>
                    <a:pt x="158" y="988"/>
                  </a:lnTo>
                  <a:lnTo>
                    <a:pt x="158" y="1008"/>
                  </a:lnTo>
                  <a:lnTo>
                    <a:pt x="178" y="1047"/>
                  </a:lnTo>
                  <a:lnTo>
                    <a:pt x="158" y="1047"/>
                  </a:lnTo>
                  <a:lnTo>
                    <a:pt x="99" y="850"/>
                  </a:lnTo>
                  <a:lnTo>
                    <a:pt x="99" y="870"/>
                  </a:lnTo>
                  <a:lnTo>
                    <a:pt x="79" y="870"/>
                  </a:lnTo>
                  <a:lnTo>
                    <a:pt x="99" y="929"/>
                  </a:lnTo>
                  <a:lnTo>
                    <a:pt x="119" y="968"/>
                  </a:lnTo>
                  <a:lnTo>
                    <a:pt x="119" y="988"/>
                  </a:lnTo>
                  <a:lnTo>
                    <a:pt x="99" y="988"/>
                  </a:lnTo>
                  <a:lnTo>
                    <a:pt x="119" y="1028"/>
                  </a:lnTo>
                  <a:lnTo>
                    <a:pt x="139" y="1146"/>
                  </a:lnTo>
                  <a:lnTo>
                    <a:pt x="119" y="1107"/>
                  </a:lnTo>
                  <a:lnTo>
                    <a:pt x="79" y="1008"/>
                  </a:lnTo>
                  <a:lnTo>
                    <a:pt x="20" y="889"/>
                  </a:lnTo>
                  <a:lnTo>
                    <a:pt x="20" y="909"/>
                  </a:lnTo>
                  <a:lnTo>
                    <a:pt x="0" y="909"/>
                  </a:lnTo>
                  <a:lnTo>
                    <a:pt x="20" y="929"/>
                  </a:lnTo>
                  <a:lnTo>
                    <a:pt x="40" y="968"/>
                  </a:lnTo>
                  <a:lnTo>
                    <a:pt x="40" y="988"/>
                  </a:lnTo>
                  <a:lnTo>
                    <a:pt x="79" y="1107"/>
                  </a:lnTo>
                  <a:lnTo>
                    <a:pt x="79" y="1097"/>
                  </a:lnTo>
                  <a:lnTo>
                    <a:pt x="99" y="1166"/>
                  </a:lnTo>
                  <a:lnTo>
                    <a:pt x="107" y="1186"/>
                  </a:lnTo>
                  <a:lnTo>
                    <a:pt x="107" y="1186"/>
                  </a:lnTo>
                  <a:lnTo>
                    <a:pt x="99" y="1146"/>
                  </a:lnTo>
                  <a:lnTo>
                    <a:pt x="99" y="1107"/>
                  </a:lnTo>
                  <a:lnTo>
                    <a:pt x="119" y="1166"/>
                  </a:lnTo>
                  <a:lnTo>
                    <a:pt x="139" y="1166"/>
                  </a:lnTo>
                  <a:lnTo>
                    <a:pt x="158" y="1186"/>
                  </a:lnTo>
                  <a:lnTo>
                    <a:pt x="178" y="1225"/>
                  </a:lnTo>
                  <a:lnTo>
                    <a:pt x="158" y="1146"/>
                  </a:lnTo>
                  <a:lnTo>
                    <a:pt x="139" y="1067"/>
                  </a:lnTo>
                  <a:lnTo>
                    <a:pt x="158" y="1087"/>
                  </a:lnTo>
                  <a:lnTo>
                    <a:pt x="178" y="1126"/>
                  </a:lnTo>
                  <a:lnTo>
                    <a:pt x="178" y="1166"/>
                  </a:lnTo>
                  <a:lnTo>
                    <a:pt x="198" y="1245"/>
                  </a:lnTo>
                  <a:lnTo>
                    <a:pt x="237" y="1383"/>
                  </a:lnTo>
                  <a:lnTo>
                    <a:pt x="237" y="1462"/>
                  </a:lnTo>
                  <a:lnTo>
                    <a:pt x="257" y="1521"/>
                  </a:lnTo>
                  <a:lnTo>
                    <a:pt x="257" y="1502"/>
                  </a:lnTo>
                  <a:lnTo>
                    <a:pt x="297" y="1581"/>
                  </a:lnTo>
                  <a:lnTo>
                    <a:pt x="316" y="1620"/>
                  </a:lnTo>
                  <a:lnTo>
                    <a:pt x="316" y="1660"/>
                  </a:lnTo>
                  <a:lnTo>
                    <a:pt x="336" y="1699"/>
                  </a:lnTo>
                  <a:lnTo>
                    <a:pt x="336" y="1679"/>
                  </a:lnTo>
                  <a:lnTo>
                    <a:pt x="316" y="1581"/>
                  </a:lnTo>
                  <a:lnTo>
                    <a:pt x="336" y="1581"/>
                  </a:lnTo>
                  <a:lnTo>
                    <a:pt x="336" y="1561"/>
                  </a:lnTo>
                  <a:lnTo>
                    <a:pt x="336" y="1541"/>
                  </a:lnTo>
                  <a:lnTo>
                    <a:pt x="356" y="1561"/>
                  </a:lnTo>
                  <a:lnTo>
                    <a:pt x="336" y="1482"/>
                  </a:lnTo>
                  <a:lnTo>
                    <a:pt x="336" y="1462"/>
                  </a:lnTo>
                  <a:lnTo>
                    <a:pt x="336" y="1442"/>
                  </a:lnTo>
                  <a:lnTo>
                    <a:pt x="356" y="1521"/>
                  </a:lnTo>
                  <a:lnTo>
                    <a:pt x="376" y="1502"/>
                  </a:lnTo>
                  <a:lnTo>
                    <a:pt x="356" y="1403"/>
                  </a:lnTo>
                  <a:lnTo>
                    <a:pt x="316" y="1324"/>
                  </a:lnTo>
                  <a:lnTo>
                    <a:pt x="297" y="1265"/>
                  </a:lnTo>
                  <a:lnTo>
                    <a:pt x="316" y="1304"/>
                  </a:lnTo>
                  <a:lnTo>
                    <a:pt x="336" y="1324"/>
                  </a:lnTo>
                  <a:lnTo>
                    <a:pt x="395" y="1462"/>
                  </a:lnTo>
                  <a:lnTo>
                    <a:pt x="376" y="1363"/>
                  </a:lnTo>
                  <a:lnTo>
                    <a:pt x="415" y="1482"/>
                  </a:lnTo>
                  <a:lnTo>
                    <a:pt x="415" y="1541"/>
                  </a:lnTo>
                  <a:lnTo>
                    <a:pt x="395" y="1521"/>
                  </a:lnTo>
                  <a:lnTo>
                    <a:pt x="395" y="1541"/>
                  </a:lnTo>
                  <a:lnTo>
                    <a:pt x="376" y="1521"/>
                  </a:lnTo>
                  <a:lnTo>
                    <a:pt x="376" y="1521"/>
                  </a:lnTo>
                  <a:lnTo>
                    <a:pt x="395" y="1581"/>
                  </a:lnTo>
                  <a:lnTo>
                    <a:pt x="395" y="1600"/>
                  </a:lnTo>
                  <a:lnTo>
                    <a:pt x="435" y="1679"/>
                  </a:lnTo>
                  <a:lnTo>
                    <a:pt x="474" y="1798"/>
                  </a:lnTo>
                  <a:lnTo>
                    <a:pt x="474" y="1818"/>
                  </a:lnTo>
                  <a:lnTo>
                    <a:pt x="494" y="1837"/>
                  </a:lnTo>
                  <a:lnTo>
                    <a:pt x="455" y="1640"/>
                  </a:lnTo>
                  <a:lnTo>
                    <a:pt x="455" y="1600"/>
                  </a:lnTo>
                  <a:lnTo>
                    <a:pt x="474" y="1620"/>
                  </a:lnTo>
                  <a:lnTo>
                    <a:pt x="474" y="1660"/>
                  </a:lnTo>
                  <a:lnTo>
                    <a:pt x="494" y="1739"/>
                  </a:lnTo>
                  <a:lnTo>
                    <a:pt x="494" y="1719"/>
                  </a:lnTo>
                  <a:lnTo>
                    <a:pt x="514" y="1739"/>
                  </a:lnTo>
                  <a:lnTo>
                    <a:pt x="494" y="1699"/>
                  </a:lnTo>
                  <a:lnTo>
                    <a:pt x="514" y="1719"/>
                  </a:lnTo>
                  <a:lnTo>
                    <a:pt x="553" y="1778"/>
                  </a:lnTo>
                  <a:lnTo>
                    <a:pt x="553" y="1798"/>
                  </a:lnTo>
                  <a:lnTo>
                    <a:pt x="534" y="1778"/>
                  </a:lnTo>
                  <a:lnTo>
                    <a:pt x="534" y="1798"/>
                  </a:lnTo>
                  <a:lnTo>
                    <a:pt x="553" y="1837"/>
                  </a:lnTo>
                  <a:lnTo>
                    <a:pt x="534" y="1837"/>
                  </a:lnTo>
                  <a:lnTo>
                    <a:pt x="553" y="1877"/>
                  </a:lnTo>
                  <a:lnTo>
                    <a:pt x="573" y="1897"/>
                  </a:lnTo>
                  <a:lnTo>
                    <a:pt x="573" y="1857"/>
                  </a:lnTo>
                  <a:lnTo>
                    <a:pt x="593" y="1936"/>
                  </a:lnTo>
                  <a:lnTo>
                    <a:pt x="613" y="1936"/>
                  </a:lnTo>
                  <a:lnTo>
                    <a:pt x="613" y="1956"/>
                  </a:lnTo>
                  <a:lnTo>
                    <a:pt x="632" y="1956"/>
                  </a:lnTo>
                  <a:lnTo>
                    <a:pt x="632" y="1877"/>
                  </a:lnTo>
                  <a:lnTo>
                    <a:pt x="613" y="1778"/>
                  </a:lnTo>
                  <a:lnTo>
                    <a:pt x="652" y="1897"/>
                  </a:lnTo>
                  <a:lnTo>
                    <a:pt x="672" y="1936"/>
                  </a:lnTo>
                  <a:lnTo>
                    <a:pt x="632" y="1818"/>
                  </a:lnTo>
                  <a:lnTo>
                    <a:pt x="632" y="1739"/>
                  </a:lnTo>
                  <a:lnTo>
                    <a:pt x="652" y="1818"/>
                  </a:lnTo>
                  <a:lnTo>
                    <a:pt x="657" y="1840"/>
                  </a:lnTo>
                  <a:lnTo>
                    <a:pt x="692" y="1857"/>
                  </a:lnTo>
                  <a:lnTo>
                    <a:pt x="711" y="1916"/>
                  </a:lnTo>
                  <a:lnTo>
                    <a:pt x="711" y="1857"/>
                  </a:lnTo>
                  <a:lnTo>
                    <a:pt x="692" y="1778"/>
                  </a:lnTo>
                  <a:lnTo>
                    <a:pt x="692" y="1818"/>
                  </a:lnTo>
                  <a:lnTo>
                    <a:pt x="672" y="1739"/>
                  </a:lnTo>
                  <a:lnTo>
                    <a:pt x="672" y="1739"/>
                  </a:lnTo>
                  <a:lnTo>
                    <a:pt x="692" y="1758"/>
                  </a:lnTo>
                  <a:lnTo>
                    <a:pt x="711" y="1798"/>
                  </a:lnTo>
                  <a:lnTo>
                    <a:pt x="731" y="1837"/>
                  </a:lnTo>
                  <a:lnTo>
                    <a:pt x="751" y="1837"/>
                  </a:lnTo>
                  <a:lnTo>
                    <a:pt x="771" y="1877"/>
                  </a:lnTo>
                  <a:lnTo>
                    <a:pt x="771" y="1818"/>
                  </a:lnTo>
                  <a:lnTo>
                    <a:pt x="731" y="1739"/>
                  </a:lnTo>
                  <a:lnTo>
                    <a:pt x="731" y="1739"/>
                  </a:lnTo>
                  <a:lnTo>
                    <a:pt x="751" y="1758"/>
                  </a:lnTo>
                  <a:lnTo>
                    <a:pt x="771" y="1798"/>
                  </a:lnTo>
                  <a:lnTo>
                    <a:pt x="771" y="1818"/>
                  </a:lnTo>
                  <a:lnTo>
                    <a:pt x="790" y="1818"/>
                  </a:lnTo>
                  <a:lnTo>
                    <a:pt x="781" y="1783"/>
                  </a:lnTo>
                  <a:lnTo>
                    <a:pt x="781" y="1783"/>
                  </a:lnTo>
                  <a:lnTo>
                    <a:pt x="810" y="1857"/>
                  </a:lnTo>
                  <a:lnTo>
                    <a:pt x="810" y="1837"/>
                  </a:lnTo>
                  <a:lnTo>
                    <a:pt x="830" y="1857"/>
                  </a:lnTo>
                  <a:lnTo>
                    <a:pt x="830" y="1837"/>
                  </a:lnTo>
                  <a:lnTo>
                    <a:pt x="830" y="1798"/>
                  </a:lnTo>
                  <a:lnTo>
                    <a:pt x="830" y="1739"/>
                  </a:lnTo>
                  <a:lnTo>
                    <a:pt x="850" y="1719"/>
                  </a:lnTo>
                  <a:lnTo>
                    <a:pt x="869" y="1818"/>
                  </a:lnTo>
                  <a:lnTo>
                    <a:pt x="850" y="1837"/>
                  </a:lnTo>
                  <a:lnTo>
                    <a:pt x="869" y="1877"/>
                  </a:lnTo>
                  <a:lnTo>
                    <a:pt x="869" y="1857"/>
                  </a:lnTo>
                  <a:lnTo>
                    <a:pt x="889" y="1857"/>
                  </a:lnTo>
                  <a:lnTo>
                    <a:pt x="889" y="1837"/>
                  </a:lnTo>
                  <a:lnTo>
                    <a:pt x="869" y="1758"/>
                  </a:lnTo>
                  <a:lnTo>
                    <a:pt x="869" y="1739"/>
                  </a:lnTo>
                  <a:lnTo>
                    <a:pt x="889" y="1758"/>
                  </a:lnTo>
                  <a:lnTo>
                    <a:pt x="889" y="1739"/>
                  </a:lnTo>
                  <a:lnTo>
                    <a:pt x="909" y="1719"/>
                  </a:lnTo>
                  <a:lnTo>
                    <a:pt x="889" y="1620"/>
                  </a:lnTo>
                  <a:lnTo>
                    <a:pt x="889" y="1640"/>
                  </a:lnTo>
                  <a:lnTo>
                    <a:pt x="869" y="1581"/>
                  </a:lnTo>
                  <a:lnTo>
                    <a:pt x="869" y="1620"/>
                  </a:lnTo>
                  <a:lnTo>
                    <a:pt x="869" y="1640"/>
                  </a:lnTo>
                  <a:lnTo>
                    <a:pt x="830" y="1581"/>
                  </a:lnTo>
                  <a:lnTo>
                    <a:pt x="830" y="1541"/>
                  </a:lnTo>
                  <a:lnTo>
                    <a:pt x="810" y="1462"/>
                  </a:lnTo>
                  <a:lnTo>
                    <a:pt x="810" y="1383"/>
                  </a:lnTo>
                  <a:lnTo>
                    <a:pt x="810" y="1344"/>
                  </a:lnTo>
                  <a:lnTo>
                    <a:pt x="830" y="1423"/>
                  </a:lnTo>
                  <a:lnTo>
                    <a:pt x="830" y="1462"/>
                  </a:lnTo>
                  <a:lnTo>
                    <a:pt x="845" y="1462"/>
                  </a:lnTo>
                  <a:lnTo>
                    <a:pt x="830" y="1403"/>
                  </a:lnTo>
                  <a:lnTo>
                    <a:pt x="830" y="1363"/>
                  </a:lnTo>
                  <a:lnTo>
                    <a:pt x="850" y="1403"/>
                  </a:lnTo>
                  <a:lnTo>
                    <a:pt x="850" y="1363"/>
                  </a:lnTo>
                  <a:lnTo>
                    <a:pt x="869" y="1423"/>
                  </a:lnTo>
                  <a:lnTo>
                    <a:pt x="869" y="1462"/>
                  </a:lnTo>
                  <a:lnTo>
                    <a:pt x="869" y="1502"/>
                  </a:lnTo>
                  <a:lnTo>
                    <a:pt x="909" y="1620"/>
                  </a:lnTo>
                  <a:lnTo>
                    <a:pt x="929" y="1739"/>
                  </a:lnTo>
                  <a:lnTo>
                    <a:pt x="948" y="1778"/>
                  </a:lnTo>
                  <a:lnTo>
                    <a:pt x="948" y="1739"/>
                  </a:lnTo>
                  <a:lnTo>
                    <a:pt x="968" y="1739"/>
                  </a:lnTo>
                  <a:lnTo>
                    <a:pt x="968" y="1679"/>
                  </a:lnTo>
                  <a:lnTo>
                    <a:pt x="988" y="1739"/>
                  </a:lnTo>
                  <a:lnTo>
                    <a:pt x="1008" y="1679"/>
                  </a:lnTo>
                  <a:lnTo>
                    <a:pt x="1027" y="1758"/>
                  </a:lnTo>
                  <a:lnTo>
                    <a:pt x="1047" y="1758"/>
                  </a:lnTo>
                  <a:lnTo>
                    <a:pt x="1047" y="1699"/>
                  </a:lnTo>
                  <a:lnTo>
                    <a:pt x="1047" y="1640"/>
                  </a:lnTo>
                  <a:lnTo>
                    <a:pt x="1067" y="1640"/>
                  </a:lnTo>
                  <a:lnTo>
                    <a:pt x="1087" y="1679"/>
                  </a:lnTo>
                  <a:lnTo>
                    <a:pt x="1087" y="1640"/>
                  </a:lnTo>
                  <a:lnTo>
                    <a:pt x="1106" y="1699"/>
                  </a:lnTo>
                  <a:lnTo>
                    <a:pt x="1106" y="1679"/>
                  </a:lnTo>
                  <a:lnTo>
                    <a:pt x="1126" y="1640"/>
                  </a:lnTo>
                  <a:lnTo>
                    <a:pt x="1146" y="1699"/>
                  </a:lnTo>
                  <a:lnTo>
                    <a:pt x="1146" y="1660"/>
                  </a:lnTo>
                  <a:lnTo>
                    <a:pt x="1146" y="1581"/>
                  </a:lnTo>
                  <a:lnTo>
                    <a:pt x="1166" y="1679"/>
                  </a:lnTo>
                  <a:lnTo>
                    <a:pt x="1205" y="1620"/>
                  </a:lnTo>
                  <a:lnTo>
                    <a:pt x="1265" y="1581"/>
                  </a:lnTo>
                  <a:lnTo>
                    <a:pt x="1265" y="1600"/>
                  </a:lnTo>
                  <a:lnTo>
                    <a:pt x="1284" y="1581"/>
                  </a:lnTo>
                  <a:lnTo>
                    <a:pt x="1284" y="1541"/>
                  </a:lnTo>
                  <a:lnTo>
                    <a:pt x="1304" y="1502"/>
                  </a:lnTo>
                  <a:lnTo>
                    <a:pt x="1324" y="1502"/>
                  </a:lnTo>
                  <a:lnTo>
                    <a:pt x="1324" y="1462"/>
                  </a:lnTo>
                  <a:lnTo>
                    <a:pt x="1304" y="1403"/>
                  </a:lnTo>
                  <a:lnTo>
                    <a:pt x="1284" y="1284"/>
                  </a:lnTo>
                  <a:lnTo>
                    <a:pt x="1284" y="1265"/>
                  </a:lnTo>
                  <a:lnTo>
                    <a:pt x="1304" y="1304"/>
                  </a:lnTo>
                  <a:lnTo>
                    <a:pt x="1304" y="1344"/>
                  </a:lnTo>
                  <a:lnTo>
                    <a:pt x="1324" y="1363"/>
                  </a:lnTo>
                  <a:lnTo>
                    <a:pt x="1344" y="1442"/>
                  </a:lnTo>
                  <a:lnTo>
                    <a:pt x="1344" y="1462"/>
                  </a:lnTo>
                  <a:lnTo>
                    <a:pt x="1363" y="1462"/>
                  </a:lnTo>
                  <a:lnTo>
                    <a:pt x="1383" y="1482"/>
                  </a:lnTo>
                  <a:lnTo>
                    <a:pt x="1383" y="1502"/>
                  </a:lnTo>
                  <a:lnTo>
                    <a:pt x="1383" y="1521"/>
                  </a:lnTo>
                  <a:lnTo>
                    <a:pt x="1363" y="1581"/>
                  </a:lnTo>
                  <a:lnTo>
                    <a:pt x="1383" y="1541"/>
                  </a:lnTo>
                  <a:lnTo>
                    <a:pt x="1403" y="1541"/>
                  </a:lnTo>
                  <a:lnTo>
                    <a:pt x="1403" y="1482"/>
                  </a:lnTo>
                  <a:lnTo>
                    <a:pt x="1403" y="1462"/>
                  </a:lnTo>
                  <a:lnTo>
                    <a:pt x="1403" y="1403"/>
                  </a:lnTo>
                  <a:lnTo>
                    <a:pt x="1423" y="1502"/>
                  </a:lnTo>
                  <a:lnTo>
                    <a:pt x="1423" y="1442"/>
                  </a:lnTo>
                  <a:lnTo>
                    <a:pt x="1423" y="1423"/>
                  </a:lnTo>
                  <a:lnTo>
                    <a:pt x="1442" y="1423"/>
                  </a:lnTo>
                  <a:lnTo>
                    <a:pt x="1442" y="1442"/>
                  </a:lnTo>
                  <a:lnTo>
                    <a:pt x="1462" y="1502"/>
                  </a:lnTo>
                  <a:lnTo>
                    <a:pt x="1462" y="1462"/>
                  </a:lnTo>
                  <a:lnTo>
                    <a:pt x="1462" y="1442"/>
                  </a:lnTo>
                  <a:lnTo>
                    <a:pt x="1482" y="1482"/>
                  </a:lnTo>
                  <a:lnTo>
                    <a:pt x="1502" y="1502"/>
                  </a:lnTo>
                  <a:lnTo>
                    <a:pt x="1521" y="1502"/>
                  </a:lnTo>
                  <a:lnTo>
                    <a:pt x="1541" y="1521"/>
                  </a:lnTo>
                  <a:lnTo>
                    <a:pt x="1561" y="1482"/>
                  </a:lnTo>
                  <a:lnTo>
                    <a:pt x="1561" y="1423"/>
                  </a:lnTo>
                  <a:lnTo>
                    <a:pt x="1541" y="1403"/>
                  </a:lnTo>
                  <a:lnTo>
                    <a:pt x="1541" y="1344"/>
                  </a:lnTo>
                  <a:lnTo>
                    <a:pt x="1541" y="1324"/>
                  </a:lnTo>
                  <a:lnTo>
                    <a:pt x="1541" y="1304"/>
                  </a:lnTo>
                  <a:lnTo>
                    <a:pt x="1561" y="1344"/>
                  </a:lnTo>
                  <a:lnTo>
                    <a:pt x="1561" y="1383"/>
                  </a:lnTo>
                  <a:lnTo>
                    <a:pt x="1581" y="1423"/>
                  </a:lnTo>
                  <a:lnTo>
                    <a:pt x="1600" y="1423"/>
                  </a:lnTo>
                  <a:lnTo>
                    <a:pt x="1600" y="1462"/>
                  </a:lnTo>
                  <a:lnTo>
                    <a:pt x="1620" y="1442"/>
                  </a:lnTo>
                  <a:lnTo>
                    <a:pt x="1620" y="1482"/>
                  </a:lnTo>
                  <a:lnTo>
                    <a:pt x="1640" y="1462"/>
                  </a:lnTo>
                  <a:lnTo>
                    <a:pt x="1640" y="1423"/>
                  </a:lnTo>
                  <a:lnTo>
                    <a:pt x="1660" y="1324"/>
                  </a:lnTo>
                  <a:lnTo>
                    <a:pt x="1660" y="1344"/>
                  </a:lnTo>
                  <a:lnTo>
                    <a:pt x="1679" y="1265"/>
                  </a:lnTo>
                  <a:lnTo>
                    <a:pt x="1679" y="1205"/>
                  </a:lnTo>
                  <a:lnTo>
                    <a:pt x="1699" y="1265"/>
                  </a:lnTo>
                  <a:lnTo>
                    <a:pt x="1699" y="1324"/>
                  </a:lnTo>
                  <a:lnTo>
                    <a:pt x="1679" y="1324"/>
                  </a:lnTo>
                  <a:lnTo>
                    <a:pt x="1699" y="1403"/>
                  </a:lnTo>
                  <a:lnTo>
                    <a:pt x="1719" y="1423"/>
                  </a:lnTo>
                  <a:lnTo>
                    <a:pt x="1739" y="1442"/>
                  </a:lnTo>
                  <a:lnTo>
                    <a:pt x="1758" y="1423"/>
                  </a:lnTo>
                  <a:lnTo>
                    <a:pt x="1778" y="1403"/>
                  </a:lnTo>
                  <a:lnTo>
                    <a:pt x="1798" y="1383"/>
                  </a:lnTo>
                  <a:lnTo>
                    <a:pt x="1798" y="1363"/>
                  </a:lnTo>
                  <a:lnTo>
                    <a:pt x="1837" y="1423"/>
                  </a:lnTo>
                  <a:lnTo>
                    <a:pt x="1857" y="1403"/>
                  </a:lnTo>
                  <a:lnTo>
                    <a:pt x="1877" y="1403"/>
                  </a:lnTo>
                  <a:lnTo>
                    <a:pt x="1897" y="1344"/>
                  </a:lnTo>
                  <a:lnTo>
                    <a:pt x="1897" y="1403"/>
                  </a:lnTo>
                  <a:lnTo>
                    <a:pt x="1916" y="1304"/>
                  </a:lnTo>
                  <a:lnTo>
                    <a:pt x="1936" y="1265"/>
                  </a:lnTo>
                  <a:lnTo>
                    <a:pt x="1956" y="1225"/>
                  </a:lnTo>
                  <a:lnTo>
                    <a:pt x="1976" y="1186"/>
                  </a:lnTo>
                  <a:lnTo>
                    <a:pt x="1976" y="1205"/>
                  </a:lnTo>
                  <a:lnTo>
                    <a:pt x="1976" y="1245"/>
                  </a:lnTo>
                  <a:lnTo>
                    <a:pt x="1995" y="1265"/>
                  </a:lnTo>
                  <a:lnTo>
                    <a:pt x="1995" y="1166"/>
                  </a:lnTo>
                  <a:lnTo>
                    <a:pt x="1995" y="1107"/>
                  </a:lnTo>
                  <a:lnTo>
                    <a:pt x="1995" y="1067"/>
                  </a:lnTo>
                  <a:lnTo>
                    <a:pt x="2015" y="1047"/>
                  </a:lnTo>
                  <a:lnTo>
                    <a:pt x="2015" y="1067"/>
                  </a:lnTo>
                  <a:lnTo>
                    <a:pt x="2035" y="1008"/>
                  </a:lnTo>
                  <a:lnTo>
                    <a:pt x="2074" y="988"/>
                  </a:lnTo>
                  <a:lnTo>
                    <a:pt x="2114" y="968"/>
                  </a:lnTo>
                  <a:lnTo>
                    <a:pt x="2173" y="988"/>
                  </a:lnTo>
                  <a:lnTo>
                    <a:pt x="2153" y="1047"/>
                  </a:lnTo>
                  <a:lnTo>
                    <a:pt x="2173" y="1028"/>
                  </a:lnTo>
                  <a:lnTo>
                    <a:pt x="2193" y="1047"/>
                  </a:lnTo>
                  <a:lnTo>
                    <a:pt x="2193" y="1028"/>
                  </a:lnTo>
                  <a:lnTo>
                    <a:pt x="2213" y="1067"/>
                  </a:lnTo>
                  <a:lnTo>
                    <a:pt x="2213" y="1087"/>
                  </a:lnTo>
                  <a:lnTo>
                    <a:pt x="2232" y="1126"/>
                  </a:lnTo>
                  <a:lnTo>
                    <a:pt x="2252" y="1146"/>
                  </a:lnTo>
                  <a:lnTo>
                    <a:pt x="2252" y="1126"/>
                  </a:lnTo>
                  <a:lnTo>
                    <a:pt x="2292" y="1265"/>
                  </a:lnTo>
                  <a:lnTo>
                    <a:pt x="2292" y="1186"/>
                  </a:lnTo>
                  <a:lnTo>
                    <a:pt x="2292" y="1166"/>
                  </a:lnTo>
                  <a:lnTo>
                    <a:pt x="2292" y="1126"/>
                  </a:lnTo>
                  <a:lnTo>
                    <a:pt x="2292" y="1107"/>
                  </a:lnTo>
                  <a:lnTo>
                    <a:pt x="2292" y="929"/>
                  </a:lnTo>
                  <a:lnTo>
                    <a:pt x="2272" y="771"/>
                  </a:lnTo>
                  <a:lnTo>
                    <a:pt x="2252" y="771"/>
                  </a:lnTo>
                  <a:lnTo>
                    <a:pt x="2252" y="712"/>
                  </a:lnTo>
                  <a:lnTo>
                    <a:pt x="2252" y="652"/>
                  </a:lnTo>
                  <a:lnTo>
                    <a:pt x="2232" y="652"/>
                  </a:lnTo>
                  <a:lnTo>
                    <a:pt x="2232" y="672"/>
                  </a:lnTo>
                  <a:lnTo>
                    <a:pt x="2213" y="652"/>
                  </a:lnTo>
                  <a:lnTo>
                    <a:pt x="2193" y="593"/>
                  </a:lnTo>
                  <a:lnTo>
                    <a:pt x="2193" y="534"/>
                  </a:lnTo>
                  <a:lnTo>
                    <a:pt x="2193" y="514"/>
                  </a:lnTo>
                  <a:lnTo>
                    <a:pt x="2173" y="534"/>
                  </a:lnTo>
                  <a:lnTo>
                    <a:pt x="2173" y="554"/>
                  </a:lnTo>
                  <a:lnTo>
                    <a:pt x="2153" y="514"/>
                  </a:lnTo>
                  <a:lnTo>
                    <a:pt x="2153" y="475"/>
                  </a:lnTo>
                  <a:lnTo>
                    <a:pt x="2153" y="455"/>
                  </a:lnTo>
                  <a:lnTo>
                    <a:pt x="2134" y="415"/>
                  </a:lnTo>
                  <a:lnTo>
                    <a:pt x="2134" y="494"/>
                  </a:lnTo>
                  <a:lnTo>
                    <a:pt x="2134" y="554"/>
                  </a:lnTo>
                  <a:lnTo>
                    <a:pt x="2114" y="514"/>
                  </a:lnTo>
                  <a:lnTo>
                    <a:pt x="2134" y="435"/>
                  </a:lnTo>
                  <a:lnTo>
                    <a:pt x="2114" y="396"/>
                  </a:lnTo>
                  <a:lnTo>
                    <a:pt x="2094" y="396"/>
                  </a:lnTo>
                  <a:lnTo>
                    <a:pt x="2094" y="356"/>
                  </a:lnTo>
                  <a:lnTo>
                    <a:pt x="2074" y="297"/>
                  </a:lnTo>
                  <a:lnTo>
                    <a:pt x="2074" y="317"/>
                  </a:lnTo>
                  <a:lnTo>
                    <a:pt x="2074" y="356"/>
                  </a:lnTo>
                  <a:lnTo>
                    <a:pt x="2055" y="356"/>
                  </a:lnTo>
                  <a:lnTo>
                    <a:pt x="2055" y="336"/>
                  </a:lnTo>
                  <a:lnTo>
                    <a:pt x="2055" y="317"/>
                  </a:lnTo>
                  <a:lnTo>
                    <a:pt x="2035" y="297"/>
                  </a:lnTo>
                  <a:lnTo>
                    <a:pt x="2035" y="257"/>
                  </a:lnTo>
                  <a:lnTo>
                    <a:pt x="2015" y="218"/>
                  </a:lnTo>
                  <a:lnTo>
                    <a:pt x="2015" y="257"/>
                  </a:lnTo>
                  <a:lnTo>
                    <a:pt x="1995" y="257"/>
                  </a:lnTo>
                  <a:lnTo>
                    <a:pt x="1995" y="356"/>
                  </a:lnTo>
                  <a:lnTo>
                    <a:pt x="1995" y="415"/>
                  </a:lnTo>
                  <a:lnTo>
                    <a:pt x="1995" y="435"/>
                  </a:lnTo>
                  <a:lnTo>
                    <a:pt x="1976" y="336"/>
                  </a:lnTo>
                  <a:lnTo>
                    <a:pt x="1956" y="198"/>
                  </a:lnTo>
                  <a:lnTo>
                    <a:pt x="1956" y="218"/>
                  </a:lnTo>
                  <a:lnTo>
                    <a:pt x="1936" y="218"/>
                  </a:lnTo>
                  <a:lnTo>
                    <a:pt x="1936" y="178"/>
                  </a:lnTo>
                  <a:lnTo>
                    <a:pt x="1936" y="139"/>
                  </a:lnTo>
                  <a:lnTo>
                    <a:pt x="1916" y="99"/>
                  </a:lnTo>
                  <a:lnTo>
                    <a:pt x="1897" y="80"/>
                  </a:lnTo>
                  <a:lnTo>
                    <a:pt x="1897" y="159"/>
                  </a:lnTo>
                  <a:lnTo>
                    <a:pt x="1877" y="119"/>
                  </a:lnTo>
                  <a:lnTo>
                    <a:pt x="1877" y="99"/>
                  </a:lnTo>
                  <a:lnTo>
                    <a:pt x="1857" y="99"/>
                  </a:lnTo>
                  <a:lnTo>
                    <a:pt x="1837" y="60"/>
                  </a:lnTo>
                  <a:lnTo>
                    <a:pt x="1837" y="159"/>
                  </a:lnTo>
                  <a:lnTo>
                    <a:pt x="1818" y="119"/>
                  </a:lnTo>
                  <a:lnTo>
                    <a:pt x="1818" y="238"/>
                  </a:lnTo>
                  <a:lnTo>
                    <a:pt x="1798" y="178"/>
                  </a:lnTo>
                  <a:lnTo>
                    <a:pt x="1778" y="99"/>
                  </a:lnTo>
                  <a:lnTo>
                    <a:pt x="1778" y="119"/>
                  </a:lnTo>
                  <a:lnTo>
                    <a:pt x="1778" y="198"/>
                  </a:lnTo>
                  <a:lnTo>
                    <a:pt x="1758" y="297"/>
                  </a:lnTo>
                  <a:lnTo>
                    <a:pt x="1739" y="238"/>
                  </a:lnTo>
                  <a:lnTo>
                    <a:pt x="1739" y="159"/>
                  </a:lnTo>
                  <a:lnTo>
                    <a:pt x="1719" y="139"/>
                  </a:lnTo>
                  <a:lnTo>
                    <a:pt x="1699" y="60"/>
                  </a:lnTo>
                  <a:lnTo>
                    <a:pt x="1719" y="178"/>
                  </a:lnTo>
                  <a:lnTo>
                    <a:pt x="1699" y="178"/>
                  </a:lnTo>
                  <a:lnTo>
                    <a:pt x="1699" y="159"/>
                  </a:lnTo>
                  <a:lnTo>
                    <a:pt x="1679" y="99"/>
                  </a:lnTo>
                  <a:lnTo>
                    <a:pt x="1660" y="80"/>
                  </a:lnTo>
                  <a:lnTo>
                    <a:pt x="1640" y="60"/>
                  </a:lnTo>
                  <a:lnTo>
                    <a:pt x="1620" y="40"/>
                  </a:lnTo>
                  <a:lnTo>
                    <a:pt x="1620" y="60"/>
                  </a:lnTo>
                  <a:lnTo>
                    <a:pt x="1640" y="178"/>
                  </a:lnTo>
                  <a:lnTo>
                    <a:pt x="1640" y="238"/>
                  </a:lnTo>
                  <a:lnTo>
                    <a:pt x="1620" y="277"/>
                  </a:lnTo>
                  <a:lnTo>
                    <a:pt x="1640" y="297"/>
                  </a:lnTo>
                  <a:lnTo>
                    <a:pt x="1640" y="336"/>
                  </a:lnTo>
                  <a:lnTo>
                    <a:pt x="1620" y="297"/>
                  </a:lnTo>
                  <a:lnTo>
                    <a:pt x="1620" y="238"/>
                  </a:lnTo>
                  <a:lnTo>
                    <a:pt x="1600" y="257"/>
                  </a:lnTo>
                  <a:lnTo>
                    <a:pt x="1600" y="178"/>
                  </a:lnTo>
                  <a:lnTo>
                    <a:pt x="1581" y="139"/>
                  </a:lnTo>
                  <a:lnTo>
                    <a:pt x="1581" y="80"/>
                  </a:lnTo>
                  <a:lnTo>
                    <a:pt x="1561" y="99"/>
                  </a:lnTo>
                  <a:lnTo>
                    <a:pt x="1561" y="20"/>
                  </a:lnTo>
                  <a:lnTo>
                    <a:pt x="1541" y="40"/>
                  </a:lnTo>
                  <a:lnTo>
                    <a:pt x="1541" y="80"/>
                  </a:lnTo>
                  <a:lnTo>
                    <a:pt x="1521" y="2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6" name="Google Shape;7716;p29"/>
            <p:cNvSpPr/>
            <p:nvPr/>
          </p:nvSpPr>
          <p:spPr>
            <a:xfrm>
              <a:off x="-1317575" y="3999300"/>
              <a:ext cx="25" cy="525"/>
            </a:xfrm>
            <a:custGeom>
              <a:rect b="b" l="l" r="r" t="t"/>
              <a:pathLst>
                <a:path extrusionOk="0" h="21" w="1">
                  <a:moveTo>
                    <a:pt x="0" y="20"/>
                  </a:moveTo>
                  <a:lnTo>
                    <a:pt x="0" y="20"/>
                  </a:lnTo>
                  <a:lnTo>
                    <a:pt x="0" y="0"/>
                  </a:lnTo>
                  <a:lnTo>
                    <a:pt x="0" y="0"/>
                  </a:lnTo>
                  <a:lnTo>
                    <a:pt x="0" y="20"/>
                  </a:lnTo>
                  <a:lnTo>
                    <a:pt x="0"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7" name="Google Shape;7717;p29"/>
            <p:cNvSpPr/>
            <p:nvPr/>
          </p:nvSpPr>
          <p:spPr>
            <a:xfrm>
              <a:off x="-1297825" y="3967200"/>
              <a:ext cx="25" cy="1025"/>
            </a:xfrm>
            <a:custGeom>
              <a:rect b="b" l="l" r="r" t="t"/>
              <a:pathLst>
                <a:path extrusionOk="0" h="41" w="1">
                  <a:moveTo>
                    <a:pt x="0" y="40"/>
                  </a:moveTo>
                  <a:lnTo>
                    <a:pt x="0" y="40"/>
                  </a:lnTo>
                  <a:lnTo>
                    <a:pt x="0" y="1"/>
                  </a:lnTo>
                  <a:lnTo>
                    <a:pt x="0" y="1"/>
                  </a:lnTo>
                  <a:lnTo>
                    <a:pt x="0" y="40"/>
                  </a:lnTo>
                  <a:lnTo>
                    <a:pt x="0"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8" name="Google Shape;7718;p29"/>
            <p:cNvSpPr/>
            <p:nvPr/>
          </p:nvSpPr>
          <p:spPr>
            <a:xfrm>
              <a:off x="-1322525" y="3985975"/>
              <a:ext cx="25" cy="500"/>
            </a:xfrm>
            <a:custGeom>
              <a:rect b="b" l="l" r="r" t="t"/>
              <a:pathLst>
                <a:path extrusionOk="0" h="20" w="1">
                  <a:moveTo>
                    <a:pt x="1" y="0"/>
                  </a:moveTo>
                  <a:lnTo>
                    <a:pt x="1" y="0"/>
                  </a:lnTo>
                  <a:lnTo>
                    <a:pt x="1" y="2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9" name="Google Shape;7719;p29"/>
            <p:cNvSpPr/>
            <p:nvPr/>
          </p:nvSpPr>
          <p:spPr>
            <a:xfrm>
              <a:off x="-1189200" y="3983500"/>
              <a:ext cx="25" cy="525"/>
            </a:xfrm>
            <a:custGeom>
              <a:rect b="b" l="l" r="r" t="t"/>
              <a:pathLst>
                <a:path extrusionOk="0" h="21" w="1">
                  <a:moveTo>
                    <a:pt x="1" y="20"/>
                  </a:moveTo>
                  <a:lnTo>
                    <a:pt x="1" y="20"/>
                  </a:lnTo>
                  <a:lnTo>
                    <a:pt x="1" y="0"/>
                  </a:lnTo>
                  <a:lnTo>
                    <a:pt x="1" y="0"/>
                  </a:lnTo>
                  <a:lnTo>
                    <a:pt x="1" y="0"/>
                  </a:lnTo>
                  <a:lnTo>
                    <a:pt x="1" y="0"/>
                  </a:lnTo>
                  <a:lnTo>
                    <a:pt x="1" y="2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0" name="Google Shape;7720;p29"/>
            <p:cNvSpPr/>
            <p:nvPr/>
          </p:nvSpPr>
          <p:spPr>
            <a:xfrm>
              <a:off x="-1161050" y="3983000"/>
              <a:ext cx="1025" cy="2500"/>
            </a:xfrm>
            <a:custGeom>
              <a:rect b="b" l="l" r="r" t="t"/>
              <a:pathLst>
                <a:path extrusionOk="0" h="100" w="41">
                  <a:moveTo>
                    <a:pt x="1" y="1"/>
                  </a:moveTo>
                  <a:lnTo>
                    <a:pt x="1" y="80"/>
                  </a:lnTo>
                  <a:lnTo>
                    <a:pt x="21" y="80"/>
                  </a:lnTo>
                  <a:lnTo>
                    <a:pt x="40" y="99"/>
                  </a:lnTo>
                  <a:lnTo>
                    <a:pt x="40" y="99"/>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1" name="Google Shape;7721;p29"/>
            <p:cNvSpPr/>
            <p:nvPr/>
          </p:nvSpPr>
          <p:spPr>
            <a:xfrm>
              <a:off x="-1146725" y="3974600"/>
              <a:ext cx="25" cy="25"/>
            </a:xfrm>
            <a:custGeom>
              <a:rect b="b" l="l" r="r" t="t"/>
              <a:pathLst>
                <a:path extrusionOk="0" h="1" w="1">
                  <a:moveTo>
                    <a:pt x="1" y="1"/>
                  </a:moveTo>
                  <a:lnTo>
                    <a:pt x="1" y="1"/>
                  </a:lnTo>
                  <a:lnTo>
                    <a:pt x="1" y="1"/>
                  </a:lnTo>
                  <a:lnTo>
                    <a:pt x="1" y="1"/>
                  </a:ln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2" name="Google Shape;7722;p29"/>
            <p:cNvSpPr/>
            <p:nvPr/>
          </p:nvSpPr>
          <p:spPr>
            <a:xfrm>
              <a:off x="-1145250" y="3963750"/>
              <a:ext cx="525" cy="525"/>
            </a:xfrm>
            <a:custGeom>
              <a:rect b="b" l="l" r="r" t="t"/>
              <a:pathLst>
                <a:path extrusionOk="0" h="21" w="21">
                  <a:moveTo>
                    <a:pt x="1" y="0"/>
                  </a:moveTo>
                  <a:lnTo>
                    <a:pt x="1" y="20"/>
                  </a:lnTo>
                  <a:lnTo>
                    <a:pt x="21" y="20"/>
                  </a:lnTo>
                  <a:lnTo>
                    <a:pt x="2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3" name="Google Shape;7723;p29"/>
            <p:cNvSpPr/>
            <p:nvPr/>
          </p:nvSpPr>
          <p:spPr>
            <a:xfrm>
              <a:off x="-1144750" y="3964250"/>
              <a:ext cx="4475" cy="5450"/>
            </a:xfrm>
            <a:custGeom>
              <a:rect b="b" l="l" r="r" t="t"/>
              <a:pathLst>
                <a:path extrusionOk="0" h="218" w="179">
                  <a:moveTo>
                    <a:pt x="40" y="79"/>
                  </a:moveTo>
                  <a:lnTo>
                    <a:pt x="40" y="99"/>
                  </a:lnTo>
                  <a:lnTo>
                    <a:pt x="53" y="112"/>
                  </a:lnTo>
                  <a:lnTo>
                    <a:pt x="40" y="79"/>
                  </a:lnTo>
                  <a:close/>
                  <a:moveTo>
                    <a:pt x="1" y="0"/>
                  </a:moveTo>
                  <a:lnTo>
                    <a:pt x="20" y="40"/>
                  </a:lnTo>
                  <a:lnTo>
                    <a:pt x="20" y="59"/>
                  </a:lnTo>
                  <a:lnTo>
                    <a:pt x="40" y="79"/>
                  </a:lnTo>
                  <a:lnTo>
                    <a:pt x="80" y="119"/>
                  </a:lnTo>
                  <a:lnTo>
                    <a:pt x="119" y="119"/>
                  </a:lnTo>
                  <a:lnTo>
                    <a:pt x="99" y="79"/>
                  </a:lnTo>
                  <a:lnTo>
                    <a:pt x="80" y="40"/>
                  </a:lnTo>
                  <a:lnTo>
                    <a:pt x="1" y="0"/>
                  </a:lnTo>
                  <a:close/>
                  <a:moveTo>
                    <a:pt x="53" y="112"/>
                  </a:moveTo>
                  <a:lnTo>
                    <a:pt x="80" y="178"/>
                  </a:lnTo>
                  <a:lnTo>
                    <a:pt x="80" y="138"/>
                  </a:lnTo>
                  <a:lnTo>
                    <a:pt x="60" y="119"/>
                  </a:lnTo>
                  <a:lnTo>
                    <a:pt x="53" y="112"/>
                  </a:lnTo>
                  <a:close/>
                  <a:moveTo>
                    <a:pt x="99" y="40"/>
                  </a:moveTo>
                  <a:lnTo>
                    <a:pt x="119" y="119"/>
                  </a:lnTo>
                  <a:lnTo>
                    <a:pt x="178" y="217"/>
                  </a:lnTo>
                  <a:lnTo>
                    <a:pt x="159" y="119"/>
                  </a:lnTo>
                  <a:lnTo>
                    <a:pt x="159" y="79"/>
                  </a:lnTo>
                  <a:lnTo>
                    <a:pt x="9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4" name="Google Shape;7724;p29"/>
            <p:cNvSpPr/>
            <p:nvPr/>
          </p:nvSpPr>
          <p:spPr>
            <a:xfrm>
              <a:off x="-1198075" y="3951400"/>
              <a:ext cx="54350" cy="41500"/>
            </a:xfrm>
            <a:custGeom>
              <a:rect b="b" l="l" r="r" t="t"/>
              <a:pathLst>
                <a:path extrusionOk="0" h="1660" w="2174">
                  <a:moveTo>
                    <a:pt x="1008" y="0"/>
                  </a:moveTo>
                  <a:lnTo>
                    <a:pt x="988" y="40"/>
                  </a:lnTo>
                  <a:lnTo>
                    <a:pt x="988" y="60"/>
                  </a:lnTo>
                  <a:lnTo>
                    <a:pt x="1008" y="79"/>
                  </a:lnTo>
                  <a:lnTo>
                    <a:pt x="1008" y="60"/>
                  </a:lnTo>
                  <a:lnTo>
                    <a:pt x="1008" y="0"/>
                  </a:lnTo>
                  <a:close/>
                  <a:moveTo>
                    <a:pt x="2035" y="850"/>
                  </a:moveTo>
                  <a:lnTo>
                    <a:pt x="2035" y="870"/>
                  </a:lnTo>
                  <a:lnTo>
                    <a:pt x="2055" y="909"/>
                  </a:lnTo>
                  <a:lnTo>
                    <a:pt x="2055" y="889"/>
                  </a:lnTo>
                  <a:lnTo>
                    <a:pt x="2074" y="889"/>
                  </a:lnTo>
                  <a:lnTo>
                    <a:pt x="2035" y="850"/>
                  </a:lnTo>
                  <a:close/>
                  <a:moveTo>
                    <a:pt x="2015" y="870"/>
                  </a:moveTo>
                  <a:lnTo>
                    <a:pt x="2015" y="889"/>
                  </a:lnTo>
                  <a:lnTo>
                    <a:pt x="1995" y="889"/>
                  </a:lnTo>
                  <a:lnTo>
                    <a:pt x="2035" y="929"/>
                  </a:lnTo>
                  <a:lnTo>
                    <a:pt x="2035" y="889"/>
                  </a:lnTo>
                  <a:lnTo>
                    <a:pt x="2015" y="870"/>
                  </a:lnTo>
                  <a:close/>
                  <a:moveTo>
                    <a:pt x="1837" y="988"/>
                  </a:moveTo>
                  <a:lnTo>
                    <a:pt x="1837" y="1008"/>
                  </a:lnTo>
                  <a:lnTo>
                    <a:pt x="1857" y="1008"/>
                  </a:lnTo>
                  <a:lnTo>
                    <a:pt x="1837" y="988"/>
                  </a:lnTo>
                  <a:close/>
                  <a:moveTo>
                    <a:pt x="1600" y="1028"/>
                  </a:moveTo>
                  <a:lnTo>
                    <a:pt x="1620" y="1087"/>
                  </a:lnTo>
                  <a:lnTo>
                    <a:pt x="1620" y="1067"/>
                  </a:lnTo>
                  <a:lnTo>
                    <a:pt x="1600" y="1028"/>
                  </a:lnTo>
                  <a:close/>
                  <a:moveTo>
                    <a:pt x="1640" y="1107"/>
                  </a:moveTo>
                  <a:lnTo>
                    <a:pt x="1640" y="1126"/>
                  </a:lnTo>
                  <a:lnTo>
                    <a:pt x="1640" y="1146"/>
                  </a:lnTo>
                  <a:lnTo>
                    <a:pt x="1620" y="1146"/>
                  </a:lnTo>
                  <a:lnTo>
                    <a:pt x="1620" y="1166"/>
                  </a:lnTo>
                  <a:lnTo>
                    <a:pt x="1660" y="1245"/>
                  </a:lnTo>
                  <a:lnTo>
                    <a:pt x="1660" y="1225"/>
                  </a:lnTo>
                  <a:lnTo>
                    <a:pt x="1679" y="1245"/>
                  </a:lnTo>
                  <a:lnTo>
                    <a:pt x="1699" y="1265"/>
                  </a:lnTo>
                  <a:lnTo>
                    <a:pt x="1699" y="1265"/>
                  </a:lnTo>
                  <a:lnTo>
                    <a:pt x="1679" y="1225"/>
                  </a:lnTo>
                  <a:lnTo>
                    <a:pt x="1679" y="1205"/>
                  </a:lnTo>
                  <a:lnTo>
                    <a:pt x="1640" y="1107"/>
                  </a:lnTo>
                  <a:close/>
                  <a:moveTo>
                    <a:pt x="1344" y="1265"/>
                  </a:moveTo>
                  <a:lnTo>
                    <a:pt x="1344" y="1265"/>
                  </a:lnTo>
                  <a:lnTo>
                    <a:pt x="1344" y="1265"/>
                  </a:lnTo>
                  <a:close/>
                  <a:moveTo>
                    <a:pt x="1482" y="1265"/>
                  </a:moveTo>
                  <a:lnTo>
                    <a:pt x="1482" y="1265"/>
                  </a:lnTo>
                  <a:lnTo>
                    <a:pt x="1482" y="1265"/>
                  </a:lnTo>
                  <a:close/>
                  <a:moveTo>
                    <a:pt x="1541" y="1363"/>
                  </a:moveTo>
                  <a:lnTo>
                    <a:pt x="1541" y="1363"/>
                  </a:lnTo>
                  <a:lnTo>
                    <a:pt x="1541" y="1363"/>
                  </a:lnTo>
                  <a:close/>
                  <a:moveTo>
                    <a:pt x="1383" y="1383"/>
                  </a:moveTo>
                  <a:lnTo>
                    <a:pt x="1403" y="1442"/>
                  </a:lnTo>
                  <a:lnTo>
                    <a:pt x="1442" y="1442"/>
                  </a:lnTo>
                  <a:lnTo>
                    <a:pt x="1462" y="1462"/>
                  </a:lnTo>
                  <a:lnTo>
                    <a:pt x="1462" y="1423"/>
                  </a:lnTo>
                  <a:lnTo>
                    <a:pt x="1442" y="1403"/>
                  </a:lnTo>
                  <a:lnTo>
                    <a:pt x="1423" y="1383"/>
                  </a:lnTo>
                  <a:lnTo>
                    <a:pt x="1423" y="1403"/>
                  </a:lnTo>
                  <a:lnTo>
                    <a:pt x="1403" y="1383"/>
                  </a:lnTo>
                  <a:close/>
                  <a:moveTo>
                    <a:pt x="1223" y="1482"/>
                  </a:moveTo>
                  <a:lnTo>
                    <a:pt x="1225" y="1502"/>
                  </a:lnTo>
                  <a:lnTo>
                    <a:pt x="1225" y="1482"/>
                  </a:lnTo>
                  <a:close/>
                  <a:moveTo>
                    <a:pt x="1080" y="1581"/>
                  </a:moveTo>
                  <a:lnTo>
                    <a:pt x="1087" y="1600"/>
                  </a:lnTo>
                  <a:lnTo>
                    <a:pt x="1087" y="1581"/>
                  </a:lnTo>
                  <a:close/>
                  <a:moveTo>
                    <a:pt x="1107" y="0"/>
                  </a:moveTo>
                  <a:lnTo>
                    <a:pt x="1107" y="40"/>
                  </a:lnTo>
                  <a:lnTo>
                    <a:pt x="1087" y="60"/>
                  </a:lnTo>
                  <a:lnTo>
                    <a:pt x="1087" y="99"/>
                  </a:lnTo>
                  <a:lnTo>
                    <a:pt x="1107" y="159"/>
                  </a:lnTo>
                  <a:lnTo>
                    <a:pt x="1146" y="277"/>
                  </a:lnTo>
                  <a:lnTo>
                    <a:pt x="1146" y="297"/>
                  </a:lnTo>
                  <a:lnTo>
                    <a:pt x="1126" y="257"/>
                  </a:lnTo>
                  <a:lnTo>
                    <a:pt x="1107" y="218"/>
                  </a:lnTo>
                  <a:lnTo>
                    <a:pt x="1087" y="218"/>
                  </a:lnTo>
                  <a:lnTo>
                    <a:pt x="1067" y="119"/>
                  </a:lnTo>
                  <a:lnTo>
                    <a:pt x="1047" y="40"/>
                  </a:lnTo>
                  <a:lnTo>
                    <a:pt x="1047" y="119"/>
                  </a:lnTo>
                  <a:lnTo>
                    <a:pt x="1027" y="119"/>
                  </a:lnTo>
                  <a:lnTo>
                    <a:pt x="1027" y="139"/>
                  </a:lnTo>
                  <a:lnTo>
                    <a:pt x="1008" y="119"/>
                  </a:lnTo>
                  <a:lnTo>
                    <a:pt x="988" y="79"/>
                  </a:lnTo>
                  <a:lnTo>
                    <a:pt x="988" y="60"/>
                  </a:lnTo>
                  <a:lnTo>
                    <a:pt x="968" y="60"/>
                  </a:lnTo>
                  <a:lnTo>
                    <a:pt x="988" y="99"/>
                  </a:lnTo>
                  <a:lnTo>
                    <a:pt x="988" y="139"/>
                  </a:lnTo>
                  <a:lnTo>
                    <a:pt x="988" y="198"/>
                  </a:lnTo>
                  <a:lnTo>
                    <a:pt x="948" y="99"/>
                  </a:lnTo>
                  <a:lnTo>
                    <a:pt x="968" y="159"/>
                  </a:lnTo>
                  <a:lnTo>
                    <a:pt x="968" y="178"/>
                  </a:lnTo>
                  <a:lnTo>
                    <a:pt x="948" y="178"/>
                  </a:lnTo>
                  <a:lnTo>
                    <a:pt x="929" y="159"/>
                  </a:lnTo>
                  <a:lnTo>
                    <a:pt x="909" y="119"/>
                  </a:lnTo>
                  <a:lnTo>
                    <a:pt x="909" y="139"/>
                  </a:lnTo>
                  <a:lnTo>
                    <a:pt x="909" y="178"/>
                  </a:lnTo>
                  <a:lnTo>
                    <a:pt x="889" y="119"/>
                  </a:lnTo>
                  <a:lnTo>
                    <a:pt x="830" y="119"/>
                  </a:lnTo>
                  <a:lnTo>
                    <a:pt x="810" y="99"/>
                  </a:lnTo>
                  <a:lnTo>
                    <a:pt x="810" y="159"/>
                  </a:lnTo>
                  <a:lnTo>
                    <a:pt x="810" y="218"/>
                  </a:lnTo>
                  <a:lnTo>
                    <a:pt x="810" y="238"/>
                  </a:lnTo>
                  <a:lnTo>
                    <a:pt x="850" y="277"/>
                  </a:lnTo>
                  <a:lnTo>
                    <a:pt x="850" y="317"/>
                  </a:lnTo>
                  <a:lnTo>
                    <a:pt x="830" y="336"/>
                  </a:lnTo>
                  <a:lnTo>
                    <a:pt x="810" y="297"/>
                  </a:lnTo>
                  <a:lnTo>
                    <a:pt x="810" y="257"/>
                  </a:lnTo>
                  <a:lnTo>
                    <a:pt x="790" y="218"/>
                  </a:lnTo>
                  <a:lnTo>
                    <a:pt x="771" y="218"/>
                  </a:lnTo>
                  <a:lnTo>
                    <a:pt x="751" y="178"/>
                  </a:lnTo>
                  <a:lnTo>
                    <a:pt x="731" y="218"/>
                  </a:lnTo>
                  <a:lnTo>
                    <a:pt x="711" y="178"/>
                  </a:lnTo>
                  <a:lnTo>
                    <a:pt x="711" y="198"/>
                  </a:lnTo>
                  <a:lnTo>
                    <a:pt x="711" y="238"/>
                  </a:lnTo>
                  <a:lnTo>
                    <a:pt x="731" y="317"/>
                  </a:lnTo>
                  <a:lnTo>
                    <a:pt x="692" y="238"/>
                  </a:lnTo>
                  <a:lnTo>
                    <a:pt x="711" y="336"/>
                  </a:lnTo>
                  <a:lnTo>
                    <a:pt x="692" y="317"/>
                  </a:lnTo>
                  <a:lnTo>
                    <a:pt x="692" y="356"/>
                  </a:lnTo>
                  <a:lnTo>
                    <a:pt x="692" y="396"/>
                  </a:lnTo>
                  <a:lnTo>
                    <a:pt x="711" y="455"/>
                  </a:lnTo>
                  <a:lnTo>
                    <a:pt x="692" y="415"/>
                  </a:lnTo>
                  <a:lnTo>
                    <a:pt x="672" y="396"/>
                  </a:lnTo>
                  <a:lnTo>
                    <a:pt x="632" y="317"/>
                  </a:lnTo>
                  <a:lnTo>
                    <a:pt x="652" y="317"/>
                  </a:lnTo>
                  <a:lnTo>
                    <a:pt x="652" y="336"/>
                  </a:lnTo>
                  <a:lnTo>
                    <a:pt x="672" y="356"/>
                  </a:lnTo>
                  <a:lnTo>
                    <a:pt x="672" y="336"/>
                  </a:lnTo>
                  <a:lnTo>
                    <a:pt x="632" y="277"/>
                  </a:lnTo>
                  <a:lnTo>
                    <a:pt x="613" y="257"/>
                  </a:lnTo>
                  <a:lnTo>
                    <a:pt x="573" y="257"/>
                  </a:lnTo>
                  <a:lnTo>
                    <a:pt x="553" y="297"/>
                  </a:lnTo>
                  <a:lnTo>
                    <a:pt x="534" y="317"/>
                  </a:lnTo>
                  <a:lnTo>
                    <a:pt x="553" y="396"/>
                  </a:lnTo>
                  <a:lnTo>
                    <a:pt x="553" y="396"/>
                  </a:lnTo>
                  <a:lnTo>
                    <a:pt x="534" y="336"/>
                  </a:lnTo>
                  <a:lnTo>
                    <a:pt x="474" y="297"/>
                  </a:lnTo>
                  <a:lnTo>
                    <a:pt x="455" y="297"/>
                  </a:lnTo>
                  <a:lnTo>
                    <a:pt x="435" y="317"/>
                  </a:lnTo>
                  <a:lnTo>
                    <a:pt x="435" y="336"/>
                  </a:lnTo>
                  <a:lnTo>
                    <a:pt x="435" y="376"/>
                  </a:lnTo>
                  <a:lnTo>
                    <a:pt x="395" y="336"/>
                  </a:lnTo>
                  <a:lnTo>
                    <a:pt x="395" y="336"/>
                  </a:lnTo>
                  <a:lnTo>
                    <a:pt x="415" y="415"/>
                  </a:lnTo>
                  <a:lnTo>
                    <a:pt x="395" y="475"/>
                  </a:lnTo>
                  <a:lnTo>
                    <a:pt x="395" y="514"/>
                  </a:lnTo>
                  <a:lnTo>
                    <a:pt x="415" y="633"/>
                  </a:lnTo>
                  <a:lnTo>
                    <a:pt x="395" y="573"/>
                  </a:lnTo>
                  <a:lnTo>
                    <a:pt x="376" y="514"/>
                  </a:lnTo>
                  <a:lnTo>
                    <a:pt x="376" y="554"/>
                  </a:lnTo>
                  <a:lnTo>
                    <a:pt x="376" y="573"/>
                  </a:lnTo>
                  <a:lnTo>
                    <a:pt x="356" y="554"/>
                  </a:lnTo>
                  <a:lnTo>
                    <a:pt x="356" y="514"/>
                  </a:lnTo>
                  <a:lnTo>
                    <a:pt x="336" y="494"/>
                  </a:lnTo>
                  <a:lnTo>
                    <a:pt x="336" y="514"/>
                  </a:lnTo>
                  <a:lnTo>
                    <a:pt x="316" y="494"/>
                  </a:lnTo>
                  <a:lnTo>
                    <a:pt x="356" y="593"/>
                  </a:lnTo>
                  <a:lnTo>
                    <a:pt x="356" y="652"/>
                  </a:lnTo>
                  <a:lnTo>
                    <a:pt x="356" y="692"/>
                  </a:lnTo>
                  <a:lnTo>
                    <a:pt x="336" y="751"/>
                  </a:lnTo>
                  <a:lnTo>
                    <a:pt x="297" y="791"/>
                  </a:lnTo>
                  <a:lnTo>
                    <a:pt x="237" y="810"/>
                  </a:lnTo>
                  <a:lnTo>
                    <a:pt x="198" y="810"/>
                  </a:lnTo>
                  <a:lnTo>
                    <a:pt x="198" y="751"/>
                  </a:lnTo>
                  <a:lnTo>
                    <a:pt x="178" y="771"/>
                  </a:lnTo>
                  <a:lnTo>
                    <a:pt x="158" y="771"/>
                  </a:lnTo>
                  <a:lnTo>
                    <a:pt x="158" y="751"/>
                  </a:lnTo>
                  <a:lnTo>
                    <a:pt x="139" y="731"/>
                  </a:lnTo>
                  <a:lnTo>
                    <a:pt x="139" y="771"/>
                  </a:lnTo>
                  <a:lnTo>
                    <a:pt x="139" y="791"/>
                  </a:lnTo>
                  <a:lnTo>
                    <a:pt x="119" y="751"/>
                  </a:lnTo>
                  <a:lnTo>
                    <a:pt x="99" y="731"/>
                  </a:lnTo>
                  <a:lnTo>
                    <a:pt x="79" y="712"/>
                  </a:lnTo>
                  <a:lnTo>
                    <a:pt x="60" y="692"/>
                  </a:lnTo>
                  <a:lnTo>
                    <a:pt x="60" y="712"/>
                  </a:lnTo>
                  <a:lnTo>
                    <a:pt x="20" y="652"/>
                  </a:lnTo>
                  <a:lnTo>
                    <a:pt x="0" y="593"/>
                  </a:lnTo>
                  <a:lnTo>
                    <a:pt x="0" y="672"/>
                  </a:lnTo>
                  <a:lnTo>
                    <a:pt x="20" y="672"/>
                  </a:lnTo>
                  <a:lnTo>
                    <a:pt x="20" y="712"/>
                  </a:lnTo>
                  <a:lnTo>
                    <a:pt x="20" y="751"/>
                  </a:lnTo>
                  <a:lnTo>
                    <a:pt x="79" y="909"/>
                  </a:lnTo>
                  <a:lnTo>
                    <a:pt x="139" y="1047"/>
                  </a:lnTo>
                  <a:lnTo>
                    <a:pt x="139" y="1067"/>
                  </a:lnTo>
                  <a:lnTo>
                    <a:pt x="158" y="1107"/>
                  </a:lnTo>
                  <a:lnTo>
                    <a:pt x="198" y="1146"/>
                  </a:lnTo>
                  <a:lnTo>
                    <a:pt x="198" y="1126"/>
                  </a:lnTo>
                  <a:lnTo>
                    <a:pt x="218" y="1146"/>
                  </a:lnTo>
                  <a:lnTo>
                    <a:pt x="237" y="1166"/>
                  </a:lnTo>
                  <a:lnTo>
                    <a:pt x="237" y="1146"/>
                  </a:lnTo>
                  <a:lnTo>
                    <a:pt x="257" y="1205"/>
                  </a:lnTo>
                  <a:lnTo>
                    <a:pt x="277" y="1265"/>
                  </a:lnTo>
                  <a:lnTo>
                    <a:pt x="297" y="1284"/>
                  </a:lnTo>
                  <a:lnTo>
                    <a:pt x="297" y="1265"/>
                  </a:lnTo>
                  <a:lnTo>
                    <a:pt x="297" y="1245"/>
                  </a:lnTo>
                  <a:lnTo>
                    <a:pt x="316" y="1265"/>
                  </a:lnTo>
                  <a:lnTo>
                    <a:pt x="336" y="1304"/>
                  </a:lnTo>
                  <a:lnTo>
                    <a:pt x="356" y="1324"/>
                  </a:lnTo>
                  <a:lnTo>
                    <a:pt x="336" y="1284"/>
                  </a:lnTo>
                  <a:lnTo>
                    <a:pt x="336" y="1265"/>
                  </a:lnTo>
                  <a:lnTo>
                    <a:pt x="356" y="1284"/>
                  </a:lnTo>
                  <a:lnTo>
                    <a:pt x="316" y="1205"/>
                  </a:lnTo>
                  <a:lnTo>
                    <a:pt x="316" y="1166"/>
                  </a:lnTo>
                  <a:lnTo>
                    <a:pt x="336" y="1225"/>
                  </a:lnTo>
                  <a:lnTo>
                    <a:pt x="356" y="1265"/>
                  </a:lnTo>
                  <a:lnTo>
                    <a:pt x="376" y="1344"/>
                  </a:lnTo>
                  <a:lnTo>
                    <a:pt x="395" y="1363"/>
                  </a:lnTo>
                  <a:lnTo>
                    <a:pt x="415" y="1363"/>
                  </a:lnTo>
                  <a:lnTo>
                    <a:pt x="415" y="1383"/>
                  </a:lnTo>
                  <a:lnTo>
                    <a:pt x="415" y="1403"/>
                  </a:lnTo>
                  <a:lnTo>
                    <a:pt x="455" y="1462"/>
                  </a:lnTo>
                  <a:lnTo>
                    <a:pt x="455" y="1442"/>
                  </a:lnTo>
                  <a:lnTo>
                    <a:pt x="455" y="1403"/>
                  </a:lnTo>
                  <a:lnTo>
                    <a:pt x="455" y="1383"/>
                  </a:lnTo>
                  <a:lnTo>
                    <a:pt x="474" y="1383"/>
                  </a:lnTo>
                  <a:lnTo>
                    <a:pt x="474" y="1423"/>
                  </a:lnTo>
                  <a:lnTo>
                    <a:pt x="494" y="1423"/>
                  </a:lnTo>
                  <a:lnTo>
                    <a:pt x="514" y="1482"/>
                  </a:lnTo>
                  <a:lnTo>
                    <a:pt x="553" y="1521"/>
                  </a:lnTo>
                  <a:lnTo>
                    <a:pt x="534" y="1482"/>
                  </a:lnTo>
                  <a:lnTo>
                    <a:pt x="553" y="1482"/>
                  </a:lnTo>
                  <a:lnTo>
                    <a:pt x="534" y="1423"/>
                  </a:lnTo>
                  <a:lnTo>
                    <a:pt x="573" y="1482"/>
                  </a:lnTo>
                  <a:lnTo>
                    <a:pt x="573" y="1482"/>
                  </a:lnTo>
                  <a:lnTo>
                    <a:pt x="534" y="1363"/>
                  </a:lnTo>
                  <a:lnTo>
                    <a:pt x="514" y="1324"/>
                  </a:lnTo>
                  <a:lnTo>
                    <a:pt x="514" y="1284"/>
                  </a:lnTo>
                  <a:lnTo>
                    <a:pt x="573" y="1403"/>
                  </a:lnTo>
                  <a:lnTo>
                    <a:pt x="593" y="1462"/>
                  </a:lnTo>
                  <a:lnTo>
                    <a:pt x="613" y="1502"/>
                  </a:lnTo>
                  <a:lnTo>
                    <a:pt x="632" y="1502"/>
                  </a:lnTo>
                  <a:lnTo>
                    <a:pt x="632" y="1521"/>
                  </a:lnTo>
                  <a:lnTo>
                    <a:pt x="652" y="1581"/>
                  </a:lnTo>
                  <a:lnTo>
                    <a:pt x="672" y="1600"/>
                  </a:lnTo>
                  <a:lnTo>
                    <a:pt x="692" y="1620"/>
                  </a:lnTo>
                  <a:lnTo>
                    <a:pt x="692" y="1541"/>
                  </a:lnTo>
                  <a:lnTo>
                    <a:pt x="711" y="1600"/>
                  </a:lnTo>
                  <a:lnTo>
                    <a:pt x="751" y="1600"/>
                  </a:lnTo>
                  <a:lnTo>
                    <a:pt x="751" y="1581"/>
                  </a:lnTo>
                  <a:lnTo>
                    <a:pt x="751" y="1541"/>
                  </a:lnTo>
                  <a:lnTo>
                    <a:pt x="771" y="1561"/>
                  </a:lnTo>
                  <a:lnTo>
                    <a:pt x="790" y="1620"/>
                  </a:lnTo>
                  <a:lnTo>
                    <a:pt x="771" y="1541"/>
                  </a:lnTo>
                  <a:lnTo>
                    <a:pt x="751" y="1442"/>
                  </a:lnTo>
                  <a:lnTo>
                    <a:pt x="790" y="1502"/>
                  </a:lnTo>
                  <a:lnTo>
                    <a:pt x="810" y="1581"/>
                  </a:lnTo>
                  <a:lnTo>
                    <a:pt x="810" y="1620"/>
                  </a:lnTo>
                  <a:lnTo>
                    <a:pt x="830" y="1620"/>
                  </a:lnTo>
                  <a:lnTo>
                    <a:pt x="814" y="1589"/>
                  </a:lnTo>
                  <a:lnTo>
                    <a:pt x="850" y="1660"/>
                  </a:lnTo>
                  <a:lnTo>
                    <a:pt x="869" y="1660"/>
                  </a:lnTo>
                  <a:lnTo>
                    <a:pt x="850" y="1600"/>
                  </a:lnTo>
                  <a:lnTo>
                    <a:pt x="830" y="1561"/>
                  </a:lnTo>
                  <a:lnTo>
                    <a:pt x="850" y="1640"/>
                  </a:lnTo>
                  <a:lnTo>
                    <a:pt x="850" y="1640"/>
                  </a:lnTo>
                  <a:lnTo>
                    <a:pt x="830" y="1600"/>
                  </a:lnTo>
                  <a:lnTo>
                    <a:pt x="810" y="1561"/>
                  </a:lnTo>
                  <a:lnTo>
                    <a:pt x="810" y="1521"/>
                  </a:lnTo>
                  <a:lnTo>
                    <a:pt x="810" y="1482"/>
                  </a:lnTo>
                  <a:lnTo>
                    <a:pt x="790" y="1383"/>
                  </a:lnTo>
                  <a:lnTo>
                    <a:pt x="830" y="1423"/>
                  </a:lnTo>
                  <a:lnTo>
                    <a:pt x="869" y="1541"/>
                  </a:lnTo>
                  <a:lnTo>
                    <a:pt x="869" y="1521"/>
                  </a:lnTo>
                  <a:lnTo>
                    <a:pt x="909" y="1561"/>
                  </a:lnTo>
                  <a:lnTo>
                    <a:pt x="869" y="1482"/>
                  </a:lnTo>
                  <a:lnTo>
                    <a:pt x="889" y="1462"/>
                  </a:lnTo>
                  <a:lnTo>
                    <a:pt x="889" y="1482"/>
                  </a:lnTo>
                  <a:lnTo>
                    <a:pt x="929" y="1561"/>
                  </a:lnTo>
                  <a:lnTo>
                    <a:pt x="948" y="1561"/>
                  </a:lnTo>
                  <a:lnTo>
                    <a:pt x="968" y="1581"/>
                  </a:lnTo>
                  <a:lnTo>
                    <a:pt x="988" y="1600"/>
                  </a:lnTo>
                  <a:lnTo>
                    <a:pt x="1008" y="1581"/>
                  </a:lnTo>
                  <a:lnTo>
                    <a:pt x="968" y="1502"/>
                  </a:lnTo>
                  <a:lnTo>
                    <a:pt x="988" y="1581"/>
                  </a:lnTo>
                  <a:lnTo>
                    <a:pt x="948" y="1462"/>
                  </a:lnTo>
                  <a:lnTo>
                    <a:pt x="934" y="1373"/>
                  </a:lnTo>
                  <a:lnTo>
                    <a:pt x="948" y="1403"/>
                  </a:lnTo>
                  <a:lnTo>
                    <a:pt x="948" y="1363"/>
                  </a:lnTo>
                  <a:lnTo>
                    <a:pt x="929" y="1344"/>
                  </a:lnTo>
                  <a:lnTo>
                    <a:pt x="929" y="1344"/>
                  </a:lnTo>
                  <a:lnTo>
                    <a:pt x="929" y="1344"/>
                  </a:lnTo>
                  <a:lnTo>
                    <a:pt x="929" y="1304"/>
                  </a:lnTo>
                  <a:lnTo>
                    <a:pt x="948" y="1344"/>
                  </a:lnTo>
                  <a:lnTo>
                    <a:pt x="968" y="1383"/>
                  </a:lnTo>
                  <a:lnTo>
                    <a:pt x="968" y="1363"/>
                  </a:lnTo>
                  <a:lnTo>
                    <a:pt x="968" y="1324"/>
                  </a:lnTo>
                  <a:lnTo>
                    <a:pt x="988" y="1363"/>
                  </a:lnTo>
                  <a:lnTo>
                    <a:pt x="1008" y="1442"/>
                  </a:lnTo>
                  <a:lnTo>
                    <a:pt x="1027" y="1482"/>
                  </a:lnTo>
                  <a:lnTo>
                    <a:pt x="1027" y="1541"/>
                  </a:lnTo>
                  <a:lnTo>
                    <a:pt x="1047" y="1521"/>
                  </a:lnTo>
                  <a:lnTo>
                    <a:pt x="1067" y="1600"/>
                  </a:lnTo>
                  <a:lnTo>
                    <a:pt x="1067" y="1581"/>
                  </a:lnTo>
                  <a:lnTo>
                    <a:pt x="1080" y="1581"/>
                  </a:lnTo>
                  <a:lnTo>
                    <a:pt x="1067" y="1541"/>
                  </a:lnTo>
                  <a:lnTo>
                    <a:pt x="1107" y="1581"/>
                  </a:lnTo>
                  <a:lnTo>
                    <a:pt x="1146" y="1581"/>
                  </a:lnTo>
                  <a:lnTo>
                    <a:pt x="1126" y="1541"/>
                  </a:lnTo>
                  <a:lnTo>
                    <a:pt x="1126" y="1521"/>
                  </a:lnTo>
                  <a:lnTo>
                    <a:pt x="1146" y="1541"/>
                  </a:lnTo>
                  <a:lnTo>
                    <a:pt x="1166" y="1561"/>
                  </a:lnTo>
                  <a:lnTo>
                    <a:pt x="1166" y="1521"/>
                  </a:lnTo>
                  <a:lnTo>
                    <a:pt x="1146" y="1442"/>
                  </a:lnTo>
                  <a:lnTo>
                    <a:pt x="1186" y="1482"/>
                  </a:lnTo>
                  <a:lnTo>
                    <a:pt x="1166" y="1403"/>
                  </a:lnTo>
                  <a:lnTo>
                    <a:pt x="1166" y="1383"/>
                  </a:lnTo>
                  <a:lnTo>
                    <a:pt x="1186" y="1383"/>
                  </a:lnTo>
                  <a:lnTo>
                    <a:pt x="1186" y="1462"/>
                  </a:lnTo>
                  <a:lnTo>
                    <a:pt x="1205" y="1482"/>
                  </a:lnTo>
                  <a:lnTo>
                    <a:pt x="1223" y="1482"/>
                  </a:lnTo>
                  <a:lnTo>
                    <a:pt x="1205" y="1284"/>
                  </a:lnTo>
                  <a:lnTo>
                    <a:pt x="1166" y="1186"/>
                  </a:lnTo>
                  <a:lnTo>
                    <a:pt x="1126" y="1067"/>
                  </a:lnTo>
                  <a:lnTo>
                    <a:pt x="1146" y="1107"/>
                  </a:lnTo>
                  <a:lnTo>
                    <a:pt x="1186" y="1146"/>
                  </a:lnTo>
                  <a:lnTo>
                    <a:pt x="1205" y="1205"/>
                  </a:lnTo>
                  <a:lnTo>
                    <a:pt x="1225" y="1265"/>
                  </a:lnTo>
                  <a:lnTo>
                    <a:pt x="1205" y="1225"/>
                  </a:lnTo>
                  <a:lnTo>
                    <a:pt x="1186" y="1205"/>
                  </a:lnTo>
                  <a:lnTo>
                    <a:pt x="1265" y="1344"/>
                  </a:lnTo>
                  <a:lnTo>
                    <a:pt x="1265" y="1403"/>
                  </a:lnTo>
                  <a:lnTo>
                    <a:pt x="1284" y="1442"/>
                  </a:lnTo>
                  <a:lnTo>
                    <a:pt x="1324" y="1521"/>
                  </a:lnTo>
                  <a:lnTo>
                    <a:pt x="1324" y="1502"/>
                  </a:lnTo>
                  <a:lnTo>
                    <a:pt x="1324" y="1482"/>
                  </a:lnTo>
                  <a:lnTo>
                    <a:pt x="1344" y="1502"/>
                  </a:lnTo>
                  <a:lnTo>
                    <a:pt x="1344" y="1482"/>
                  </a:lnTo>
                  <a:lnTo>
                    <a:pt x="1344" y="1462"/>
                  </a:lnTo>
                  <a:lnTo>
                    <a:pt x="1363" y="1462"/>
                  </a:lnTo>
                  <a:lnTo>
                    <a:pt x="1344" y="1403"/>
                  </a:lnTo>
                  <a:lnTo>
                    <a:pt x="1344" y="1403"/>
                  </a:lnTo>
                  <a:lnTo>
                    <a:pt x="1363" y="1423"/>
                  </a:lnTo>
                  <a:lnTo>
                    <a:pt x="1383" y="1462"/>
                  </a:lnTo>
                  <a:lnTo>
                    <a:pt x="1383" y="1423"/>
                  </a:lnTo>
                  <a:lnTo>
                    <a:pt x="1383" y="1403"/>
                  </a:lnTo>
                  <a:lnTo>
                    <a:pt x="1363" y="1344"/>
                  </a:lnTo>
                  <a:lnTo>
                    <a:pt x="1324" y="1245"/>
                  </a:lnTo>
                  <a:lnTo>
                    <a:pt x="1324" y="1205"/>
                  </a:lnTo>
                  <a:lnTo>
                    <a:pt x="1344" y="1205"/>
                  </a:lnTo>
                  <a:lnTo>
                    <a:pt x="1344" y="1245"/>
                  </a:lnTo>
                  <a:lnTo>
                    <a:pt x="1344" y="1265"/>
                  </a:lnTo>
                  <a:lnTo>
                    <a:pt x="1363" y="1225"/>
                  </a:lnTo>
                  <a:lnTo>
                    <a:pt x="1383" y="1284"/>
                  </a:lnTo>
                  <a:lnTo>
                    <a:pt x="1383" y="1304"/>
                  </a:lnTo>
                  <a:lnTo>
                    <a:pt x="1383" y="1324"/>
                  </a:lnTo>
                  <a:lnTo>
                    <a:pt x="1403" y="1304"/>
                  </a:lnTo>
                  <a:lnTo>
                    <a:pt x="1383" y="1225"/>
                  </a:lnTo>
                  <a:lnTo>
                    <a:pt x="1403" y="1225"/>
                  </a:lnTo>
                  <a:lnTo>
                    <a:pt x="1403" y="1245"/>
                  </a:lnTo>
                  <a:lnTo>
                    <a:pt x="1442" y="1344"/>
                  </a:lnTo>
                  <a:lnTo>
                    <a:pt x="1462" y="1423"/>
                  </a:lnTo>
                  <a:lnTo>
                    <a:pt x="1462" y="1363"/>
                  </a:lnTo>
                  <a:lnTo>
                    <a:pt x="1442" y="1304"/>
                  </a:lnTo>
                  <a:lnTo>
                    <a:pt x="1423" y="1245"/>
                  </a:lnTo>
                  <a:lnTo>
                    <a:pt x="1462" y="1324"/>
                  </a:lnTo>
                  <a:lnTo>
                    <a:pt x="1482" y="1363"/>
                  </a:lnTo>
                  <a:lnTo>
                    <a:pt x="1482" y="1363"/>
                  </a:lnTo>
                  <a:lnTo>
                    <a:pt x="1462" y="1284"/>
                  </a:lnTo>
                  <a:lnTo>
                    <a:pt x="1442" y="1205"/>
                  </a:lnTo>
                  <a:lnTo>
                    <a:pt x="1423" y="1166"/>
                  </a:lnTo>
                  <a:lnTo>
                    <a:pt x="1423" y="1126"/>
                  </a:lnTo>
                  <a:lnTo>
                    <a:pt x="1403" y="1087"/>
                  </a:lnTo>
                  <a:lnTo>
                    <a:pt x="1423" y="1107"/>
                  </a:lnTo>
                  <a:lnTo>
                    <a:pt x="1423" y="1126"/>
                  </a:lnTo>
                  <a:lnTo>
                    <a:pt x="1462" y="1166"/>
                  </a:lnTo>
                  <a:lnTo>
                    <a:pt x="1482" y="1265"/>
                  </a:lnTo>
                  <a:lnTo>
                    <a:pt x="1482" y="1186"/>
                  </a:lnTo>
                  <a:lnTo>
                    <a:pt x="1482" y="1107"/>
                  </a:lnTo>
                  <a:lnTo>
                    <a:pt x="1502" y="1166"/>
                  </a:lnTo>
                  <a:lnTo>
                    <a:pt x="1502" y="1225"/>
                  </a:lnTo>
                  <a:lnTo>
                    <a:pt x="1521" y="1265"/>
                  </a:lnTo>
                  <a:lnTo>
                    <a:pt x="1541" y="1363"/>
                  </a:lnTo>
                  <a:lnTo>
                    <a:pt x="1541" y="1304"/>
                  </a:lnTo>
                  <a:lnTo>
                    <a:pt x="1541" y="1284"/>
                  </a:lnTo>
                  <a:lnTo>
                    <a:pt x="1561" y="1304"/>
                  </a:lnTo>
                  <a:lnTo>
                    <a:pt x="1581" y="1265"/>
                  </a:lnTo>
                  <a:lnTo>
                    <a:pt x="1561" y="1245"/>
                  </a:lnTo>
                  <a:lnTo>
                    <a:pt x="1561" y="1225"/>
                  </a:lnTo>
                  <a:lnTo>
                    <a:pt x="1581" y="1225"/>
                  </a:lnTo>
                  <a:lnTo>
                    <a:pt x="1581" y="1205"/>
                  </a:lnTo>
                  <a:lnTo>
                    <a:pt x="1620" y="1205"/>
                  </a:lnTo>
                  <a:lnTo>
                    <a:pt x="1620" y="1186"/>
                  </a:lnTo>
                  <a:lnTo>
                    <a:pt x="1600" y="1166"/>
                  </a:lnTo>
                  <a:lnTo>
                    <a:pt x="1600" y="1186"/>
                  </a:lnTo>
                  <a:lnTo>
                    <a:pt x="1581" y="1166"/>
                  </a:lnTo>
                  <a:lnTo>
                    <a:pt x="1561" y="1107"/>
                  </a:lnTo>
                  <a:lnTo>
                    <a:pt x="1561" y="1067"/>
                  </a:lnTo>
                  <a:lnTo>
                    <a:pt x="1561" y="1028"/>
                  </a:lnTo>
                  <a:lnTo>
                    <a:pt x="1581" y="1028"/>
                  </a:lnTo>
                  <a:lnTo>
                    <a:pt x="1561" y="1008"/>
                  </a:lnTo>
                  <a:lnTo>
                    <a:pt x="1561" y="968"/>
                  </a:lnTo>
                  <a:lnTo>
                    <a:pt x="1581" y="968"/>
                  </a:lnTo>
                  <a:lnTo>
                    <a:pt x="1600" y="1028"/>
                  </a:lnTo>
                  <a:lnTo>
                    <a:pt x="1620" y="1008"/>
                  </a:lnTo>
                  <a:lnTo>
                    <a:pt x="1620" y="1047"/>
                  </a:lnTo>
                  <a:lnTo>
                    <a:pt x="1640" y="1067"/>
                  </a:lnTo>
                  <a:lnTo>
                    <a:pt x="1640" y="1047"/>
                  </a:lnTo>
                  <a:lnTo>
                    <a:pt x="1640" y="1028"/>
                  </a:lnTo>
                  <a:lnTo>
                    <a:pt x="1660" y="1067"/>
                  </a:lnTo>
                  <a:lnTo>
                    <a:pt x="1660" y="1047"/>
                  </a:lnTo>
                  <a:lnTo>
                    <a:pt x="1679" y="1087"/>
                  </a:lnTo>
                  <a:lnTo>
                    <a:pt x="1679" y="1067"/>
                  </a:lnTo>
                  <a:lnTo>
                    <a:pt x="1679" y="1028"/>
                  </a:lnTo>
                  <a:lnTo>
                    <a:pt x="1660" y="968"/>
                  </a:lnTo>
                  <a:lnTo>
                    <a:pt x="1640" y="909"/>
                  </a:lnTo>
                  <a:lnTo>
                    <a:pt x="1640" y="889"/>
                  </a:lnTo>
                  <a:lnTo>
                    <a:pt x="1660" y="889"/>
                  </a:lnTo>
                  <a:lnTo>
                    <a:pt x="1679" y="929"/>
                  </a:lnTo>
                  <a:lnTo>
                    <a:pt x="1679" y="889"/>
                  </a:lnTo>
                  <a:lnTo>
                    <a:pt x="1699" y="929"/>
                  </a:lnTo>
                  <a:lnTo>
                    <a:pt x="1699" y="909"/>
                  </a:lnTo>
                  <a:lnTo>
                    <a:pt x="1719" y="949"/>
                  </a:lnTo>
                  <a:lnTo>
                    <a:pt x="1699" y="968"/>
                  </a:lnTo>
                  <a:lnTo>
                    <a:pt x="1699" y="988"/>
                  </a:lnTo>
                  <a:lnTo>
                    <a:pt x="1719" y="1047"/>
                  </a:lnTo>
                  <a:lnTo>
                    <a:pt x="1739" y="1067"/>
                  </a:lnTo>
                  <a:lnTo>
                    <a:pt x="1719" y="988"/>
                  </a:lnTo>
                  <a:lnTo>
                    <a:pt x="1719" y="988"/>
                  </a:lnTo>
                  <a:lnTo>
                    <a:pt x="1739" y="1008"/>
                  </a:lnTo>
                  <a:lnTo>
                    <a:pt x="1758" y="1047"/>
                  </a:lnTo>
                  <a:lnTo>
                    <a:pt x="1758" y="1008"/>
                  </a:lnTo>
                  <a:lnTo>
                    <a:pt x="1758" y="988"/>
                  </a:lnTo>
                  <a:lnTo>
                    <a:pt x="1798" y="1087"/>
                  </a:lnTo>
                  <a:lnTo>
                    <a:pt x="1798" y="1067"/>
                  </a:lnTo>
                  <a:lnTo>
                    <a:pt x="1778" y="1028"/>
                  </a:lnTo>
                  <a:lnTo>
                    <a:pt x="1837" y="1028"/>
                  </a:lnTo>
                  <a:lnTo>
                    <a:pt x="1798" y="968"/>
                  </a:lnTo>
                  <a:lnTo>
                    <a:pt x="1798" y="988"/>
                  </a:lnTo>
                  <a:lnTo>
                    <a:pt x="1798" y="1008"/>
                  </a:lnTo>
                  <a:lnTo>
                    <a:pt x="1778" y="968"/>
                  </a:lnTo>
                  <a:lnTo>
                    <a:pt x="1778" y="929"/>
                  </a:lnTo>
                  <a:lnTo>
                    <a:pt x="1798" y="929"/>
                  </a:lnTo>
                  <a:lnTo>
                    <a:pt x="1818" y="909"/>
                  </a:lnTo>
                  <a:lnTo>
                    <a:pt x="1818" y="870"/>
                  </a:lnTo>
                  <a:lnTo>
                    <a:pt x="1837" y="909"/>
                  </a:lnTo>
                  <a:lnTo>
                    <a:pt x="1857" y="988"/>
                  </a:lnTo>
                  <a:lnTo>
                    <a:pt x="1857" y="949"/>
                  </a:lnTo>
                  <a:lnTo>
                    <a:pt x="1877" y="968"/>
                  </a:lnTo>
                  <a:lnTo>
                    <a:pt x="1916" y="1008"/>
                  </a:lnTo>
                  <a:lnTo>
                    <a:pt x="1936" y="1047"/>
                  </a:lnTo>
                  <a:lnTo>
                    <a:pt x="1936" y="1067"/>
                  </a:lnTo>
                  <a:lnTo>
                    <a:pt x="1956" y="1047"/>
                  </a:lnTo>
                  <a:lnTo>
                    <a:pt x="1916" y="968"/>
                  </a:lnTo>
                  <a:lnTo>
                    <a:pt x="1916" y="949"/>
                  </a:lnTo>
                  <a:lnTo>
                    <a:pt x="1936" y="949"/>
                  </a:lnTo>
                  <a:lnTo>
                    <a:pt x="1956" y="988"/>
                  </a:lnTo>
                  <a:lnTo>
                    <a:pt x="1976" y="1008"/>
                  </a:lnTo>
                  <a:lnTo>
                    <a:pt x="1976" y="1008"/>
                  </a:lnTo>
                  <a:lnTo>
                    <a:pt x="1956" y="968"/>
                  </a:lnTo>
                  <a:lnTo>
                    <a:pt x="1946" y="929"/>
                  </a:lnTo>
                  <a:lnTo>
                    <a:pt x="1956" y="929"/>
                  </a:lnTo>
                  <a:lnTo>
                    <a:pt x="1956" y="909"/>
                  </a:lnTo>
                  <a:lnTo>
                    <a:pt x="1956" y="889"/>
                  </a:lnTo>
                  <a:lnTo>
                    <a:pt x="1943" y="916"/>
                  </a:lnTo>
                  <a:lnTo>
                    <a:pt x="1936" y="889"/>
                  </a:lnTo>
                  <a:lnTo>
                    <a:pt x="1916" y="850"/>
                  </a:lnTo>
                  <a:lnTo>
                    <a:pt x="1916" y="850"/>
                  </a:lnTo>
                  <a:lnTo>
                    <a:pt x="1936" y="870"/>
                  </a:lnTo>
                  <a:lnTo>
                    <a:pt x="1936" y="850"/>
                  </a:lnTo>
                  <a:lnTo>
                    <a:pt x="1956" y="889"/>
                  </a:lnTo>
                  <a:lnTo>
                    <a:pt x="1956" y="850"/>
                  </a:lnTo>
                  <a:lnTo>
                    <a:pt x="1936" y="830"/>
                  </a:lnTo>
                  <a:lnTo>
                    <a:pt x="1916" y="771"/>
                  </a:lnTo>
                  <a:lnTo>
                    <a:pt x="1936" y="791"/>
                  </a:lnTo>
                  <a:lnTo>
                    <a:pt x="1956" y="830"/>
                  </a:lnTo>
                  <a:lnTo>
                    <a:pt x="1956" y="791"/>
                  </a:lnTo>
                  <a:lnTo>
                    <a:pt x="1956" y="771"/>
                  </a:lnTo>
                  <a:lnTo>
                    <a:pt x="1936" y="731"/>
                  </a:lnTo>
                  <a:lnTo>
                    <a:pt x="1936" y="692"/>
                  </a:lnTo>
                  <a:lnTo>
                    <a:pt x="1976" y="751"/>
                  </a:lnTo>
                  <a:lnTo>
                    <a:pt x="1995" y="791"/>
                  </a:lnTo>
                  <a:lnTo>
                    <a:pt x="2015" y="850"/>
                  </a:lnTo>
                  <a:lnTo>
                    <a:pt x="2015" y="870"/>
                  </a:lnTo>
                  <a:lnTo>
                    <a:pt x="2035" y="850"/>
                  </a:lnTo>
                  <a:lnTo>
                    <a:pt x="2015" y="791"/>
                  </a:lnTo>
                  <a:lnTo>
                    <a:pt x="2074" y="850"/>
                  </a:lnTo>
                  <a:lnTo>
                    <a:pt x="2055" y="810"/>
                  </a:lnTo>
                  <a:lnTo>
                    <a:pt x="2035" y="731"/>
                  </a:lnTo>
                  <a:lnTo>
                    <a:pt x="2015" y="692"/>
                  </a:lnTo>
                  <a:lnTo>
                    <a:pt x="1995" y="652"/>
                  </a:lnTo>
                  <a:lnTo>
                    <a:pt x="1976" y="593"/>
                  </a:lnTo>
                  <a:lnTo>
                    <a:pt x="1976" y="573"/>
                  </a:lnTo>
                  <a:lnTo>
                    <a:pt x="2035" y="652"/>
                  </a:lnTo>
                  <a:lnTo>
                    <a:pt x="2074" y="771"/>
                  </a:lnTo>
                  <a:lnTo>
                    <a:pt x="2134" y="929"/>
                  </a:lnTo>
                  <a:lnTo>
                    <a:pt x="2153" y="889"/>
                  </a:lnTo>
                  <a:lnTo>
                    <a:pt x="2173" y="889"/>
                  </a:lnTo>
                  <a:lnTo>
                    <a:pt x="2153" y="810"/>
                  </a:lnTo>
                  <a:lnTo>
                    <a:pt x="2114" y="712"/>
                  </a:lnTo>
                  <a:lnTo>
                    <a:pt x="2134" y="712"/>
                  </a:lnTo>
                  <a:lnTo>
                    <a:pt x="2134" y="692"/>
                  </a:lnTo>
                  <a:lnTo>
                    <a:pt x="2134" y="672"/>
                  </a:lnTo>
                  <a:lnTo>
                    <a:pt x="2153" y="672"/>
                  </a:lnTo>
                  <a:lnTo>
                    <a:pt x="2134" y="613"/>
                  </a:lnTo>
                  <a:lnTo>
                    <a:pt x="2094" y="534"/>
                  </a:lnTo>
                  <a:lnTo>
                    <a:pt x="2094" y="514"/>
                  </a:lnTo>
                  <a:lnTo>
                    <a:pt x="2094" y="494"/>
                  </a:lnTo>
                  <a:lnTo>
                    <a:pt x="2094" y="475"/>
                  </a:lnTo>
                  <a:lnTo>
                    <a:pt x="11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5" name="Google Shape;7725;p29"/>
            <p:cNvSpPr/>
            <p:nvPr/>
          </p:nvSpPr>
          <p:spPr>
            <a:xfrm>
              <a:off x="-1158575" y="3982025"/>
              <a:ext cx="525" cy="1000"/>
            </a:xfrm>
            <a:custGeom>
              <a:rect b="b" l="l" r="r" t="t"/>
              <a:pathLst>
                <a:path extrusionOk="0" h="40" w="21">
                  <a:moveTo>
                    <a:pt x="1" y="0"/>
                  </a:moveTo>
                  <a:lnTo>
                    <a:pt x="1" y="0"/>
                  </a:lnTo>
                  <a:lnTo>
                    <a:pt x="20" y="40"/>
                  </a:lnTo>
                  <a:lnTo>
                    <a:pt x="20" y="4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6" name="Google Shape;7726;p29"/>
            <p:cNvSpPr/>
            <p:nvPr/>
          </p:nvSpPr>
          <p:spPr>
            <a:xfrm>
              <a:off x="-1159550" y="4098050"/>
              <a:ext cx="500" cy="525"/>
            </a:xfrm>
            <a:custGeom>
              <a:rect b="b" l="l" r="r" t="t"/>
              <a:pathLst>
                <a:path extrusionOk="0" h="21" w="20">
                  <a:moveTo>
                    <a:pt x="0" y="21"/>
                  </a:moveTo>
                  <a:lnTo>
                    <a:pt x="0" y="21"/>
                  </a:lnTo>
                  <a:lnTo>
                    <a:pt x="20" y="1"/>
                  </a:lnTo>
                  <a:lnTo>
                    <a:pt x="20" y="1"/>
                  </a:lnTo>
                  <a:lnTo>
                    <a:pt x="0" y="21"/>
                  </a:lnTo>
                  <a:lnTo>
                    <a:pt x="0" y="21"/>
                  </a:lnTo>
                  <a:lnTo>
                    <a:pt x="0" y="21"/>
                  </a:lnTo>
                  <a:lnTo>
                    <a:pt x="0" y="2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7" name="Google Shape;7727;p29"/>
            <p:cNvSpPr/>
            <p:nvPr/>
          </p:nvSpPr>
          <p:spPr>
            <a:xfrm>
              <a:off x="-1161050" y="4097075"/>
              <a:ext cx="2500" cy="1000"/>
            </a:xfrm>
            <a:custGeom>
              <a:rect b="b" l="l" r="r" t="t"/>
              <a:pathLst>
                <a:path extrusionOk="0" h="40" w="100">
                  <a:moveTo>
                    <a:pt x="100" y="0"/>
                  </a:moveTo>
                  <a:lnTo>
                    <a:pt x="60" y="20"/>
                  </a:lnTo>
                  <a:lnTo>
                    <a:pt x="1" y="40"/>
                  </a:lnTo>
                  <a:lnTo>
                    <a:pt x="1" y="40"/>
                  </a:lnTo>
                  <a:lnTo>
                    <a:pt x="80" y="20"/>
                  </a:lnTo>
                  <a:lnTo>
                    <a:pt x="10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8" name="Google Shape;7728;p29"/>
            <p:cNvSpPr/>
            <p:nvPr/>
          </p:nvSpPr>
          <p:spPr>
            <a:xfrm>
              <a:off x="-1159075" y="4096575"/>
              <a:ext cx="1025" cy="525"/>
            </a:xfrm>
            <a:custGeom>
              <a:rect b="b" l="l" r="r" t="t"/>
              <a:pathLst>
                <a:path extrusionOk="0" h="21" w="41">
                  <a:moveTo>
                    <a:pt x="1" y="1"/>
                  </a:moveTo>
                  <a:lnTo>
                    <a:pt x="1" y="20"/>
                  </a:lnTo>
                  <a:lnTo>
                    <a:pt x="40" y="20"/>
                  </a:lnTo>
                  <a:lnTo>
                    <a:pt x="4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9" name="Google Shape;7729;p29"/>
            <p:cNvSpPr/>
            <p:nvPr/>
          </p:nvSpPr>
          <p:spPr>
            <a:xfrm>
              <a:off x="-1164000" y="4095600"/>
              <a:ext cx="6450" cy="3475"/>
            </a:xfrm>
            <a:custGeom>
              <a:rect b="b" l="l" r="r" t="t"/>
              <a:pathLst>
                <a:path extrusionOk="0" h="139" w="258">
                  <a:moveTo>
                    <a:pt x="257" y="0"/>
                  </a:moveTo>
                  <a:lnTo>
                    <a:pt x="198" y="20"/>
                  </a:lnTo>
                  <a:lnTo>
                    <a:pt x="158" y="40"/>
                  </a:lnTo>
                  <a:lnTo>
                    <a:pt x="237" y="40"/>
                  </a:lnTo>
                  <a:lnTo>
                    <a:pt x="257" y="0"/>
                  </a:lnTo>
                  <a:close/>
                  <a:moveTo>
                    <a:pt x="79" y="40"/>
                  </a:moveTo>
                  <a:lnTo>
                    <a:pt x="0" y="99"/>
                  </a:lnTo>
                  <a:lnTo>
                    <a:pt x="20" y="99"/>
                  </a:lnTo>
                  <a:lnTo>
                    <a:pt x="0" y="138"/>
                  </a:lnTo>
                  <a:lnTo>
                    <a:pt x="40" y="99"/>
                  </a:lnTo>
                  <a:lnTo>
                    <a:pt x="79" y="99"/>
                  </a:lnTo>
                  <a:lnTo>
                    <a:pt x="60" y="119"/>
                  </a:lnTo>
                  <a:lnTo>
                    <a:pt x="139" y="59"/>
                  </a:lnTo>
                  <a:lnTo>
                    <a:pt x="99" y="59"/>
                  </a:lnTo>
                  <a:lnTo>
                    <a:pt x="119" y="4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0" name="Google Shape;7730;p29"/>
            <p:cNvSpPr/>
            <p:nvPr/>
          </p:nvSpPr>
          <p:spPr>
            <a:xfrm>
              <a:off x="-1174375" y="4056575"/>
              <a:ext cx="31625" cy="40025"/>
            </a:xfrm>
            <a:custGeom>
              <a:rect b="b" l="l" r="r" t="t"/>
              <a:pathLst>
                <a:path extrusionOk="0" h="1601" w="1265">
                  <a:moveTo>
                    <a:pt x="1028" y="149"/>
                  </a:moveTo>
                  <a:lnTo>
                    <a:pt x="1028" y="159"/>
                  </a:lnTo>
                  <a:lnTo>
                    <a:pt x="1047" y="159"/>
                  </a:lnTo>
                  <a:lnTo>
                    <a:pt x="1028" y="149"/>
                  </a:lnTo>
                  <a:close/>
                  <a:moveTo>
                    <a:pt x="60" y="573"/>
                  </a:moveTo>
                  <a:lnTo>
                    <a:pt x="40" y="593"/>
                  </a:lnTo>
                  <a:lnTo>
                    <a:pt x="60" y="593"/>
                  </a:lnTo>
                  <a:lnTo>
                    <a:pt x="50" y="603"/>
                  </a:lnTo>
                  <a:lnTo>
                    <a:pt x="50" y="603"/>
                  </a:lnTo>
                  <a:lnTo>
                    <a:pt x="99" y="593"/>
                  </a:lnTo>
                  <a:lnTo>
                    <a:pt x="99" y="573"/>
                  </a:lnTo>
                  <a:close/>
                  <a:moveTo>
                    <a:pt x="50" y="603"/>
                  </a:moveTo>
                  <a:lnTo>
                    <a:pt x="0" y="613"/>
                  </a:lnTo>
                  <a:lnTo>
                    <a:pt x="20" y="613"/>
                  </a:lnTo>
                  <a:lnTo>
                    <a:pt x="0" y="633"/>
                  </a:lnTo>
                  <a:lnTo>
                    <a:pt x="60" y="613"/>
                  </a:lnTo>
                  <a:lnTo>
                    <a:pt x="40" y="613"/>
                  </a:lnTo>
                  <a:lnTo>
                    <a:pt x="50" y="603"/>
                  </a:lnTo>
                  <a:close/>
                  <a:moveTo>
                    <a:pt x="336" y="1344"/>
                  </a:moveTo>
                  <a:lnTo>
                    <a:pt x="257" y="1383"/>
                  </a:lnTo>
                  <a:lnTo>
                    <a:pt x="277" y="1383"/>
                  </a:lnTo>
                  <a:lnTo>
                    <a:pt x="317" y="1364"/>
                  </a:lnTo>
                  <a:lnTo>
                    <a:pt x="336" y="1344"/>
                  </a:lnTo>
                  <a:close/>
                  <a:moveTo>
                    <a:pt x="791" y="1"/>
                  </a:moveTo>
                  <a:lnTo>
                    <a:pt x="791" y="20"/>
                  </a:lnTo>
                  <a:lnTo>
                    <a:pt x="652" y="20"/>
                  </a:lnTo>
                  <a:lnTo>
                    <a:pt x="692" y="40"/>
                  </a:lnTo>
                  <a:lnTo>
                    <a:pt x="672" y="40"/>
                  </a:lnTo>
                  <a:lnTo>
                    <a:pt x="652" y="60"/>
                  </a:lnTo>
                  <a:lnTo>
                    <a:pt x="534" y="60"/>
                  </a:lnTo>
                  <a:lnTo>
                    <a:pt x="514" y="80"/>
                  </a:lnTo>
                  <a:lnTo>
                    <a:pt x="534" y="80"/>
                  </a:lnTo>
                  <a:lnTo>
                    <a:pt x="554" y="99"/>
                  </a:lnTo>
                  <a:lnTo>
                    <a:pt x="534" y="119"/>
                  </a:lnTo>
                  <a:lnTo>
                    <a:pt x="475" y="99"/>
                  </a:lnTo>
                  <a:lnTo>
                    <a:pt x="494" y="119"/>
                  </a:lnTo>
                  <a:lnTo>
                    <a:pt x="415" y="119"/>
                  </a:lnTo>
                  <a:lnTo>
                    <a:pt x="514" y="139"/>
                  </a:lnTo>
                  <a:lnTo>
                    <a:pt x="573" y="139"/>
                  </a:lnTo>
                  <a:lnTo>
                    <a:pt x="554" y="159"/>
                  </a:lnTo>
                  <a:lnTo>
                    <a:pt x="514" y="159"/>
                  </a:lnTo>
                  <a:lnTo>
                    <a:pt x="435" y="139"/>
                  </a:lnTo>
                  <a:lnTo>
                    <a:pt x="415" y="159"/>
                  </a:lnTo>
                  <a:lnTo>
                    <a:pt x="396" y="178"/>
                  </a:lnTo>
                  <a:lnTo>
                    <a:pt x="297" y="178"/>
                  </a:lnTo>
                  <a:lnTo>
                    <a:pt x="317" y="198"/>
                  </a:lnTo>
                  <a:lnTo>
                    <a:pt x="356" y="218"/>
                  </a:lnTo>
                  <a:lnTo>
                    <a:pt x="336" y="218"/>
                  </a:lnTo>
                  <a:lnTo>
                    <a:pt x="336" y="238"/>
                  </a:lnTo>
                  <a:lnTo>
                    <a:pt x="297" y="238"/>
                  </a:lnTo>
                  <a:lnTo>
                    <a:pt x="317" y="257"/>
                  </a:lnTo>
                  <a:lnTo>
                    <a:pt x="238" y="257"/>
                  </a:lnTo>
                  <a:lnTo>
                    <a:pt x="218" y="277"/>
                  </a:lnTo>
                  <a:lnTo>
                    <a:pt x="257" y="277"/>
                  </a:lnTo>
                  <a:lnTo>
                    <a:pt x="257" y="297"/>
                  </a:lnTo>
                  <a:lnTo>
                    <a:pt x="317" y="297"/>
                  </a:lnTo>
                  <a:lnTo>
                    <a:pt x="238" y="317"/>
                  </a:lnTo>
                  <a:lnTo>
                    <a:pt x="435" y="317"/>
                  </a:lnTo>
                  <a:lnTo>
                    <a:pt x="396" y="336"/>
                  </a:lnTo>
                  <a:lnTo>
                    <a:pt x="198" y="336"/>
                  </a:lnTo>
                  <a:lnTo>
                    <a:pt x="257" y="356"/>
                  </a:lnTo>
                  <a:lnTo>
                    <a:pt x="218" y="356"/>
                  </a:lnTo>
                  <a:lnTo>
                    <a:pt x="218" y="376"/>
                  </a:lnTo>
                  <a:lnTo>
                    <a:pt x="139" y="376"/>
                  </a:lnTo>
                  <a:lnTo>
                    <a:pt x="139" y="396"/>
                  </a:lnTo>
                  <a:lnTo>
                    <a:pt x="99" y="415"/>
                  </a:lnTo>
                  <a:lnTo>
                    <a:pt x="79" y="415"/>
                  </a:lnTo>
                  <a:lnTo>
                    <a:pt x="159" y="435"/>
                  </a:lnTo>
                  <a:lnTo>
                    <a:pt x="119" y="455"/>
                  </a:lnTo>
                  <a:lnTo>
                    <a:pt x="99" y="455"/>
                  </a:lnTo>
                  <a:lnTo>
                    <a:pt x="99" y="475"/>
                  </a:lnTo>
                  <a:lnTo>
                    <a:pt x="79" y="494"/>
                  </a:lnTo>
                  <a:lnTo>
                    <a:pt x="99" y="494"/>
                  </a:lnTo>
                  <a:lnTo>
                    <a:pt x="60" y="514"/>
                  </a:lnTo>
                  <a:lnTo>
                    <a:pt x="119" y="514"/>
                  </a:lnTo>
                  <a:lnTo>
                    <a:pt x="119" y="534"/>
                  </a:lnTo>
                  <a:lnTo>
                    <a:pt x="99" y="534"/>
                  </a:lnTo>
                  <a:lnTo>
                    <a:pt x="60" y="554"/>
                  </a:lnTo>
                  <a:lnTo>
                    <a:pt x="238" y="554"/>
                  </a:lnTo>
                  <a:lnTo>
                    <a:pt x="178" y="573"/>
                  </a:lnTo>
                  <a:lnTo>
                    <a:pt x="99" y="593"/>
                  </a:lnTo>
                  <a:lnTo>
                    <a:pt x="119" y="593"/>
                  </a:lnTo>
                  <a:lnTo>
                    <a:pt x="159" y="613"/>
                  </a:lnTo>
                  <a:lnTo>
                    <a:pt x="297" y="613"/>
                  </a:lnTo>
                  <a:lnTo>
                    <a:pt x="257" y="633"/>
                  </a:lnTo>
                  <a:lnTo>
                    <a:pt x="198" y="653"/>
                  </a:lnTo>
                  <a:lnTo>
                    <a:pt x="139" y="653"/>
                  </a:lnTo>
                  <a:lnTo>
                    <a:pt x="159" y="672"/>
                  </a:lnTo>
                  <a:lnTo>
                    <a:pt x="79" y="712"/>
                  </a:lnTo>
                  <a:lnTo>
                    <a:pt x="178" y="692"/>
                  </a:lnTo>
                  <a:lnTo>
                    <a:pt x="198" y="692"/>
                  </a:lnTo>
                  <a:lnTo>
                    <a:pt x="178" y="712"/>
                  </a:lnTo>
                  <a:lnTo>
                    <a:pt x="99" y="732"/>
                  </a:lnTo>
                  <a:lnTo>
                    <a:pt x="99" y="751"/>
                  </a:lnTo>
                  <a:lnTo>
                    <a:pt x="79" y="791"/>
                  </a:lnTo>
                  <a:lnTo>
                    <a:pt x="60" y="811"/>
                  </a:lnTo>
                  <a:lnTo>
                    <a:pt x="79" y="830"/>
                  </a:lnTo>
                  <a:lnTo>
                    <a:pt x="139" y="801"/>
                  </a:lnTo>
                  <a:lnTo>
                    <a:pt x="139" y="801"/>
                  </a:lnTo>
                  <a:lnTo>
                    <a:pt x="198" y="791"/>
                  </a:lnTo>
                  <a:lnTo>
                    <a:pt x="317" y="771"/>
                  </a:lnTo>
                  <a:lnTo>
                    <a:pt x="297" y="791"/>
                  </a:lnTo>
                  <a:lnTo>
                    <a:pt x="257" y="791"/>
                  </a:lnTo>
                  <a:lnTo>
                    <a:pt x="297" y="811"/>
                  </a:lnTo>
                  <a:lnTo>
                    <a:pt x="317" y="791"/>
                  </a:lnTo>
                  <a:lnTo>
                    <a:pt x="356" y="791"/>
                  </a:lnTo>
                  <a:lnTo>
                    <a:pt x="317" y="811"/>
                  </a:lnTo>
                  <a:lnTo>
                    <a:pt x="257" y="830"/>
                  </a:lnTo>
                  <a:lnTo>
                    <a:pt x="336" y="830"/>
                  </a:lnTo>
                  <a:lnTo>
                    <a:pt x="297" y="850"/>
                  </a:lnTo>
                  <a:lnTo>
                    <a:pt x="198" y="850"/>
                  </a:lnTo>
                  <a:lnTo>
                    <a:pt x="159" y="870"/>
                  </a:lnTo>
                  <a:lnTo>
                    <a:pt x="119" y="870"/>
                  </a:lnTo>
                  <a:lnTo>
                    <a:pt x="119" y="890"/>
                  </a:lnTo>
                  <a:lnTo>
                    <a:pt x="40" y="909"/>
                  </a:lnTo>
                  <a:lnTo>
                    <a:pt x="60" y="909"/>
                  </a:lnTo>
                  <a:lnTo>
                    <a:pt x="60" y="929"/>
                  </a:lnTo>
                  <a:lnTo>
                    <a:pt x="119" y="929"/>
                  </a:lnTo>
                  <a:lnTo>
                    <a:pt x="60" y="969"/>
                  </a:lnTo>
                  <a:lnTo>
                    <a:pt x="60" y="1008"/>
                  </a:lnTo>
                  <a:lnTo>
                    <a:pt x="99" y="988"/>
                  </a:lnTo>
                  <a:lnTo>
                    <a:pt x="139" y="988"/>
                  </a:lnTo>
                  <a:lnTo>
                    <a:pt x="99" y="1008"/>
                  </a:lnTo>
                  <a:lnTo>
                    <a:pt x="79" y="1028"/>
                  </a:lnTo>
                  <a:lnTo>
                    <a:pt x="60" y="1028"/>
                  </a:lnTo>
                  <a:lnTo>
                    <a:pt x="79" y="1048"/>
                  </a:lnTo>
                  <a:lnTo>
                    <a:pt x="119" y="1048"/>
                  </a:lnTo>
                  <a:lnTo>
                    <a:pt x="218" y="1028"/>
                  </a:lnTo>
                  <a:lnTo>
                    <a:pt x="218" y="1048"/>
                  </a:lnTo>
                  <a:lnTo>
                    <a:pt x="178" y="1067"/>
                  </a:lnTo>
                  <a:lnTo>
                    <a:pt x="238" y="1048"/>
                  </a:lnTo>
                  <a:lnTo>
                    <a:pt x="277" y="1067"/>
                  </a:lnTo>
                  <a:lnTo>
                    <a:pt x="198" y="1067"/>
                  </a:lnTo>
                  <a:lnTo>
                    <a:pt x="159" y="1087"/>
                  </a:lnTo>
                  <a:lnTo>
                    <a:pt x="159" y="1107"/>
                  </a:lnTo>
                  <a:lnTo>
                    <a:pt x="159" y="1127"/>
                  </a:lnTo>
                  <a:lnTo>
                    <a:pt x="356" y="1107"/>
                  </a:lnTo>
                  <a:lnTo>
                    <a:pt x="475" y="1067"/>
                  </a:lnTo>
                  <a:lnTo>
                    <a:pt x="593" y="1048"/>
                  </a:lnTo>
                  <a:lnTo>
                    <a:pt x="593" y="1048"/>
                  </a:lnTo>
                  <a:lnTo>
                    <a:pt x="534" y="1087"/>
                  </a:lnTo>
                  <a:lnTo>
                    <a:pt x="514" y="1107"/>
                  </a:lnTo>
                  <a:lnTo>
                    <a:pt x="435" y="1127"/>
                  </a:lnTo>
                  <a:lnTo>
                    <a:pt x="396" y="1146"/>
                  </a:lnTo>
                  <a:lnTo>
                    <a:pt x="376" y="1146"/>
                  </a:lnTo>
                  <a:lnTo>
                    <a:pt x="435" y="1127"/>
                  </a:lnTo>
                  <a:lnTo>
                    <a:pt x="435" y="1107"/>
                  </a:lnTo>
                  <a:lnTo>
                    <a:pt x="297" y="1186"/>
                  </a:lnTo>
                  <a:lnTo>
                    <a:pt x="257" y="1186"/>
                  </a:lnTo>
                  <a:lnTo>
                    <a:pt x="297" y="1166"/>
                  </a:lnTo>
                  <a:lnTo>
                    <a:pt x="297" y="1166"/>
                  </a:lnTo>
                  <a:lnTo>
                    <a:pt x="238" y="1186"/>
                  </a:lnTo>
                  <a:lnTo>
                    <a:pt x="218" y="1186"/>
                  </a:lnTo>
                  <a:lnTo>
                    <a:pt x="119" y="1225"/>
                  </a:lnTo>
                  <a:lnTo>
                    <a:pt x="139" y="1245"/>
                  </a:lnTo>
                  <a:lnTo>
                    <a:pt x="159" y="1245"/>
                  </a:lnTo>
                  <a:lnTo>
                    <a:pt x="139" y="1265"/>
                  </a:lnTo>
                  <a:lnTo>
                    <a:pt x="198" y="1265"/>
                  </a:lnTo>
                  <a:lnTo>
                    <a:pt x="178" y="1285"/>
                  </a:lnTo>
                  <a:lnTo>
                    <a:pt x="257" y="1265"/>
                  </a:lnTo>
                  <a:lnTo>
                    <a:pt x="238" y="1285"/>
                  </a:lnTo>
                  <a:lnTo>
                    <a:pt x="198" y="1304"/>
                  </a:lnTo>
                  <a:lnTo>
                    <a:pt x="238" y="1304"/>
                  </a:lnTo>
                  <a:lnTo>
                    <a:pt x="238" y="1324"/>
                  </a:lnTo>
                  <a:lnTo>
                    <a:pt x="317" y="1285"/>
                  </a:lnTo>
                  <a:lnTo>
                    <a:pt x="415" y="1265"/>
                  </a:lnTo>
                  <a:lnTo>
                    <a:pt x="435" y="1265"/>
                  </a:lnTo>
                  <a:lnTo>
                    <a:pt x="455" y="1285"/>
                  </a:lnTo>
                  <a:lnTo>
                    <a:pt x="376" y="1285"/>
                  </a:lnTo>
                  <a:lnTo>
                    <a:pt x="435" y="1304"/>
                  </a:lnTo>
                  <a:lnTo>
                    <a:pt x="376" y="1324"/>
                  </a:lnTo>
                  <a:lnTo>
                    <a:pt x="356" y="1324"/>
                  </a:lnTo>
                  <a:lnTo>
                    <a:pt x="336" y="1344"/>
                  </a:lnTo>
                  <a:lnTo>
                    <a:pt x="356" y="1344"/>
                  </a:lnTo>
                  <a:lnTo>
                    <a:pt x="435" y="1324"/>
                  </a:lnTo>
                  <a:lnTo>
                    <a:pt x="415" y="1344"/>
                  </a:lnTo>
                  <a:lnTo>
                    <a:pt x="415" y="1364"/>
                  </a:lnTo>
                  <a:lnTo>
                    <a:pt x="415" y="1364"/>
                  </a:lnTo>
                  <a:lnTo>
                    <a:pt x="415" y="1364"/>
                  </a:lnTo>
                  <a:lnTo>
                    <a:pt x="317" y="1383"/>
                  </a:lnTo>
                  <a:lnTo>
                    <a:pt x="238" y="1403"/>
                  </a:lnTo>
                  <a:lnTo>
                    <a:pt x="257" y="1383"/>
                  </a:lnTo>
                  <a:lnTo>
                    <a:pt x="277" y="1364"/>
                  </a:lnTo>
                  <a:lnTo>
                    <a:pt x="238" y="1364"/>
                  </a:lnTo>
                  <a:lnTo>
                    <a:pt x="277" y="1344"/>
                  </a:lnTo>
                  <a:lnTo>
                    <a:pt x="277" y="1324"/>
                  </a:lnTo>
                  <a:lnTo>
                    <a:pt x="218" y="1324"/>
                  </a:lnTo>
                  <a:lnTo>
                    <a:pt x="198" y="1364"/>
                  </a:lnTo>
                  <a:lnTo>
                    <a:pt x="218" y="1383"/>
                  </a:lnTo>
                  <a:lnTo>
                    <a:pt x="178" y="1403"/>
                  </a:lnTo>
                  <a:lnTo>
                    <a:pt x="297" y="1423"/>
                  </a:lnTo>
                  <a:lnTo>
                    <a:pt x="356" y="1383"/>
                  </a:lnTo>
                  <a:lnTo>
                    <a:pt x="415" y="1364"/>
                  </a:lnTo>
                  <a:lnTo>
                    <a:pt x="415" y="1364"/>
                  </a:lnTo>
                  <a:lnTo>
                    <a:pt x="336" y="1403"/>
                  </a:lnTo>
                  <a:lnTo>
                    <a:pt x="297" y="1443"/>
                  </a:lnTo>
                  <a:lnTo>
                    <a:pt x="376" y="1423"/>
                  </a:lnTo>
                  <a:lnTo>
                    <a:pt x="455" y="1403"/>
                  </a:lnTo>
                  <a:lnTo>
                    <a:pt x="475" y="1383"/>
                  </a:lnTo>
                  <a:lnTo>
                    <a:pt x="534" y="1364"/>
                  </a:lnTo>
                  <a:lnTo>
                    <a:pt x="573" y="1364"/>
                  </a:lnTo>
                  <a:lnTo>
                    <a:pt x="554" y="1383"/>
                  </a:lnTo>
                  <a:lnTo>
                    <a:pt x="534" y="1383"/>
                  </a:lnTo>
                  <a:lnTo>
                    <a:pt x="514" y="1403"/>
                  </a:lnTo>
                  <a:lnTo>
                    <a:pt x="494" y="1423"/>
                  </a:lnTo>
                  <a:lnTo>
                    <a:pt x="317" y="1443"/>
                  </a:lnTo>
                  <a:lnTo>
                    <a:pt x="297" y="1462"/>
                  </a:lnTo>
                  <a:lnTo>
                    <a:pt x="317" y="1462"/>
                  </a:lnTo>
                  <a:lnTo>
                    <a:pt x="297" y="1482"/>
                  </a:lnTo>
                  <a:lnTo>
                    <a:pt x="297" y="1482"/>
                  </a:lnTo>
                  <a:lnTo>
                    <a:pt x="356" y="1462"/>
                  </a:lnTo>
                  <a:lnTo>
                    <a:pt x="396" y="1443"/>
                  </a:lnTo>
                  <a:lnTo>
                    <a:pt x="554" y="1443"/>
                  </a:lnTo>
                  <a:lnTo>
                    <a:pt x="494" y="1462"/>
                  </a:lnTo>
                  <a:lnTo>
                    <a:pt x="435" y="1482"/>
                  </a:lnTo>
                  <a:lnTo>
                    <a:pt x="396" y="1482"/>
                  </a:lnTo>
                  <a:lnTo>
                    <a:pt x="297" y="1522"/>
                  </a:lnTo>
                  <a:lnTo>
                    <a:pt x="356" y="1502"/>
                  </a:lnTo>
                  <a:lnTo>
                    <a:pt x="376" y="1502"/>
                  </a:lnTo>
                  <a:lnTo>
                    <a:pt x="356" y="1522"/>
                  </a:lnTo>
                  <a:lnTo>
                    <a:pt x="356" y="1541"/>
                  </a:lnTo>
                  <a:lnTo>
                    <a:pt x="396" y="1561"/>
                  </a:lnTo>
                  <a:lnTo>
                    <a:pt x="435" y="1541"/>
                  </a:lnTo>
                  <a:lnTo>
                    <a:pt x="455" y="1541"/>
                  </a:lnTo>
                  <a:lnTo>
                    <a:pt x="435" y="1561"/>
                  </a:lnTo>
                  <a:lnTo>
                    <a:pt x="455" y="1561"/>
                  </a:lnTo>
                  <a:lnTo>
                    <a:pt x="455" y="1581"/>
                  </a:lnTo>
                  <a:lnTo>
                    <a:pt x="475" y="1581"/>
                  </a:lnTo>
                  <a:lnTo>
                    <a:pt x="514" y="1561"/>
                  </a:lnTo>
                  <a:lnTo>
                    <a:pt x="554" y="1522"/>
                  </a:lnTo>
                  <a:lnTo>
                    <a:pt x="613" y="1541"/>
                  </a:lnTo>
                  <a:lnTo>
                    <a:pt x="692" y="1541"/>
                  </a:lnTo>
                  <a:lnTo>
                    <a:pt x="830" y="1304"/>
                  </a:lnTo>
                  <a:lnTo>
                    <a:pt x="968" y="1048"/>
                  </a:lnTo>
                  <a:lnTo>
                    <a:pt x="1245" y="396"/>
                  </a:lnTo>
                  <a:lnTo>
                    <a:pt x="1107" y="396"/>
                  </a:lnTo>
                  <a:lnTo>
                    <a:pt x="1166" y="376"/>
                  </a:lnTo>
                  <a:lnTo>
                    <a:pt x="1186" y="376"/>
                  </a:lnTo>
                  <a:lnTo>
                    <a:pt x="1166" y="356"/>
                  </a:lnTo>
                  <a:lnTo>
                    <a:pt x="1245" y="356"/>
                  </a:lnTo>
                  <a:lnTo>
                    <a:pt x="1245" y="336"/>
                  </a:lnTo>
                  <a:lnTo>
                    <a:pt x="1067" y="336"/>
                  </a:lnTo>
                  <a:lnTo>
                    <a:pt x="1047" y="317"/>
                  </a:lnTo>
                  <a:lnTo>
                    <a:pt x="1067" y="317"/>
                  </a:lnTo>
                  <a:lnTo>
                    <a:pt x="1008" y="277"/>
                  </a:lnTo>
                  <a:lnTo>
                    <a:pt x="988" y="238"/>
                  </a:lnTo>
                  <a:lnTo>
                    <a:pt x="968" y="198"/>
                  </a:lnTo>
                  <a:lnTo>
                    <a:pt x="1008" y="139"/>
                  </a:lnTo>
                  <a:lnTo>
                    <a:pt x="1028" y="149"/>
                  </a:lnTo>
                  <a:lnTo>
                    <a:pt x="1028" y="149"/>
                  </a:lnTo>
                  <a:lnTo>
                    <a:pt x="1028" y="139"/>
                  </a:lnTo>
                  <a:lnTo>
                    <a:pt x="1067" y="139"/>
                  </a:lnTo>
                  <a:lnTo>
                    <a:pt x="1087" y="119"/>
                  </a:lnTo>
                  <a:lnTo>
                    <a:pt x="1047" y="119"/>
                  </a:lnTo>
                  <a:lnTo>
                    <a:pt x="1087" y="99"/>
                  </a:lnTo>
                  <a:lnTo>
                    <a:pt x="1087" y="119"/>
                  </a:lnTo>
                  <a:lnTo>
                    <a:pt x="1107" y="99"/>
                  </a:lnTo>
                  <a:lnTo>
                    <a:pt x="1126" y="80"/>
                  </a:lnTo>
                  <a:lnTo>
                    <a:pt x="1146" y="80"/>
                  </a:lnTo>
                  <a:lnTo>
                    <a:pt x="1146" y="60"/>
                  </a:lnTo>
                  <a:lnTo>
                    <a:pt x="1265" y="60"/>
                  </a:lnTo>
                  <a:lnTo>
                    <a:pt x="1205" y="40"/>
                  </a:lnTo>
                  <a:lnTo>
                    <a:pt x="1146" y="40"/>
                  </a:lnTo>
                  <a:lnTo>
                    <a:pt x="1126" y="20"/>
                  </a:lnTo>
                  <a:lnTo>
                    <a:pt x="968" y="1"/>
                  </a:lnTo>
                  <a:close/>
                  <a:moveTo>
                    <a:pt x="475" y="1581"/>
                  </a:moveTo>
                  <a:lnTo>
                    <a:pt x="475" y="1601"/>
                  </a:lnTo>
                  <a:lnTo>
                    <a:pt x="514" y="158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1" name="Google Shape;7731;p29"/>
            <p:cNvSpPr/>
            <p:nvPr/>
          </p:nvSpPr>
          <p:spPr>
            <a:xfrm>
              <a:off x="-1164000" y="4095600"/>
              <a:ext cx="525" cy="500"/>
            </a:xfrm>
            <a:custGeom>
              <a:rect b="b" l="l" r="r" t="t"/>
              <a:pathLst>
                <a:path extrusionOk="0" h="20" w="21">
                  <a:moveTo>
                    <a:pt x="20" y="0"/>
                  </a:moveTo>
                  <a:lnTo>
                    <a:pt x="20" y="0"/>
                  </a:lnTo>
                  <a:lnTo>
                    <a:pt x="0" y="20"/>
                  </a:lnTo>
                  <a:lnTo>
                    <a:pt x="0" y="20"/>
                  </a:lnTo>
                  <a:lnTo>
                    <a:pt x="20" y="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2" name="Google Shape;7732;p29"/>
            <p:cNvSpPr/>
            <p:nvPr/>
          </p:nvSpPr>
          <p:spPr>
            <a:xfrm>
              <a:off x="-1395600" y="4100025"/>
              <a:ext cx="25" cy="25"/>
            </a:xfrm>
            <a:custGeom>
              <a:rect b="b" l="l" r="r" t="t"/>
              <a:pathLst>
                <a:path extrusionOk="0" h="1" w="1">
                  <a:moveTo>
                    <a:pt x="1" y="1"/>
                  </a:moveTo>
                  <a:lnTo>
                    <a:pt x="1" y="1"/>
                  </a:ln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3" name="Google Shape;7733;p29"/>
            <p:cNvSpPr/>
            <p:nvPr/>
          </p:nvSpPr>
          <p:spPr>
            <a:xfrm>
              <a:off x="-1397075" y="4099050"/>
              <a:ext cx="25" cy="25"/>
            </a:xfrm>
            <a:custGeom>
              <a:rect b="b" l="l" r="r" t="t"/>
              <a:pathLst>
                <a:path extrusionOk="0" h="1" w="1">
                  <a:moveTo>
                    <a:pt x="0" y="0"/>
                  </a:moveTo>
                  <a:lnTo>
                    <a:pt x="0" y="0"/>
                  </a:lnTo>
                  <a:lnTo>
                    <a:pt x="0" y="0"/>
                  </a:lnTo>
                  <a:lnTo>
                    <a:pt x="0" y="0"/>
                  </a:lnTo>
                  <a:lnTo>
                    <a:pt x="0" y="0"/>
                  </a:lnTo>
                  <a:lnTo>
                    <a:pt x="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4" name="Google Shape;7734;p29"/>
            <p:cNvSpPr/>
            <p:nvPr/>
          </p:nvSpPr>
          <p:spPr>
            <a:xfrm>
              <a:off x="-1435600" y="4052125"/>
              <a:ext cx="48425" cy="55350"/>
            </a:xfrm>
            <a:custGeom>
              <a:rect b="b" l="l" r="r" t="t"/>
              <a:pathLst>
                <a:path extrusionOk="0" h="2214" w="1937">
                  <a:moveTo>
                    <a:pt x="652" y="80"/>
                  </a:moveTo>
                  <a:lnTo>
                    <a:pt x="692" y="100"/>
                  </a:lnTo>
                  <a:lnTo>
                    <a:pt x="633" y="80"/>
                  </a:lnTo>
                  <a:close/>
                  <a:moveTo>
                    <a:pt x="1403" y="712"/>
                  </a:moveTo>
                  <a:lnTo>
                    <a:pt x="1403" y="732"/>
                  </a:lnTo>
                  <a:lnTo>
                    <a:pt x="1304" y="732"/>
                  </a:lnTo>
                  <a:lnTo>
                    <a:pt x="1344" y="712"/>
                  </a:lnTo>
                  <a:close/>
                  <a:moveTo>
                    <a:pt x="336" y="831"/>
                  </a:moveTo>
                  <a:lnTo>
                    <a:pt x="277" y="850"/>
                  </a:lnTo>
                  <a:lnTo>
                    <a:pt x="356" y="831"/>
                  </a:lnTo>
                  <a:close/>
                  <a:moveTo>
                    <a:pt x="218" y="969"/>
                  </a:moveTo>
                  <a:lnTo>
                    <a:pt x="198" y="989"/>
                  </a:lnTo>
                  <a:lnTo>
                    <a:pt x="238" y="989"/>
                  </a:lnTo>
                  <a:lnTo>
                    <a:pt x="218" y="969"/>
                  </a:lnTo>
                  <a:close/>
                  <a:moveTo>
                    <a:pt x="80" y="969"/>
                  </a:moveTo>
                  <a:lnTo>
                    <a:pt x="60" y="989"/>
                  </a:lnTo>
                  <a:lnTo>
                    <a:pt x="60" y="1008"/>
                  </a:lnTo>
                  <a:lnTo>
                    <a:pt x="40" y="1028"/>
                  </a:lnTo>
                  <a:lnTo>
                    <a:pt x="139" y="1048"/>
                  </a:lnTo>
                  <a:lnTo>
                    <a:pt x="198" y="1028"/>
                  </a:lnTo>
                  <a:lnTo>
                    <a:pt x="80" y="1028"/>
                  </a:lnTo>
                  <a:lnTo>
                    <a:pt x="99" y="1008"/>
                  </a:lnTo>
                  <a:lnTo>
                    <a:pt x="119" y="1008"/>
                  </a:lnTo>
                  <a:lnTo>
                    <a:pt x="99" y="989"/>
                  </a:lnTo>
                  <a:lnTo>
                    <a:pt x="139" y="989"/>
                  </a:lnTo>
                  <a:lnTo>
                    <a:pt x="139" y="969"/>
                  </a:lnTo>
                  <a:close/>
                  <a:moveTo>
                    <a:pt x="1778" y="1265"/>
                  </a:moveTo>
                  <a:lnTo>
                    <a:pt x="1719" y="1285"/>
                  </a:lnTo>
                  <a:lnTo>
                    <a:pt x="1739" y="1285"/>
                  </a:lnTo>
                  <a:lnTo>
                    <a:pt x="1778" y="1265"/>
                  </a:lnTo>
                  <a:close/>
                  <a:moveTo>
                    <a:pt x="376" y="1285"/>
                  </a:moveTo>
                  <a:lnTo>
                    <a:pt x="317" y="1305"/>
                  </a:lnTo>
                  <a:lnTo>
                    <a:pt x="317" y="1305"/>
                  </a:lnTo>
                  <a:lnTo>
                    <a:pt x="396" y="1285"/>
                  </a:lnTo>
                  <a:close/>
                  <a:moveTo>
                    <a:pt x="297" y="1245"/>
                  </a:moveTo>
                  <a:lnTo>
                    <a:pt x="198" y="1265"/>
                  </a:lnTo>
                  <a:lnTo>
                    <a:pt x="218" y="1265"/>
                  </a:lnTo>
                  <a:lnTo>
                    <a:pt x="218" y="1285"/>
                  </a:lnTo>
                  <a:lnTo>
                    <a:pt x="198" y="1305"/>
                  </a:lnTo>
                  <a:lnTo>
                    <a:pt x="198" y="1305"/>
                  </a:lnTo>
                  <a:lnTo>
                    <a:pt x="238" y="1285"/>
                  </a:lnTo>
                  <a:lnTo>
                    <a:pt x="336" y="1265"/>
                  </a:lnTo>
                  <a:lnTo>
                    <a:pt x="317" y="1265"/>
                  </a:lnTo>
                  <a:lnTo>
                    <a:pt x="336" y="1245"/>
                  </a:lnTo>
                  <a:close/>
                  <a:moveTo>
                    <a:pt x="1522" y="1324"/>
                  </a:moveTo>
                  <a:lnTo>
                    <a:pt x="1443" y="1344"/>
                  </a:lnTo>
                  <a:lnTo>
                    <a:pt x="1443" y="1349"/>
                  </a:lnTo>
                  <a:lnTo>
                    <a:pt x="1443" y="1349"/>
                  </a:lnTo>
                  <a:lnTo>
                    <a:pt x="1462" y="1344"/>
                  </a:lnTo>
                  <a:lnTo>
                    <a:pt x="1522" y="1324"/>
                  </a:lnTo>
                  <a:close/>
                  <a:moveTo>
                    <a:pt x="1482" y="1344"/>
                  </a:moveTo>
                  <a:lnTo>
                    <a:pt x="1443" y="1354"/>
                  </a:lnTo>
                  <a:lnTo>
                    <a:pt x="1443" y="1354"/>
                  </a:lnTo>
                  <a:lnTo>
                    <a:pt x="1443" y="1364"/>
                  </a:lnTo>
                  <a:lnTo>
                    <a:pt x="1482" y="1344"/>
                  </a:lnTo>
                  <a:close/>
                  <a:moveTo>
                    <a:pt x="1443" y="1349"/>
                  </a:moveTo>
                  <a:lnTo>
                    <a:pt x="1383" y="1364"/>
                  </a:lnTo>
                  <a:lnTo>
                    <a:pt x="1324" y="1384"/>
                  </a:lnTo>
                  <a:lnTo>
                    <a:pt x="1324" y="1384"/>
                  </a:lnTo>
                  <a:lnTo>
                    <a:pt x="1403" y="1364"/>
                  </a:lnTo>
                  <a:lnTo>
                    <a:pt x="1443" y="1354"/>
                  </a:lnTo>
                  <a:lnTo>
                    <a:pt x="1443" y="1354"/>
                  </a:lnTo>
                  <a:lnTo>
                    <a:pt x="1443" y="1349"/>
                  </a:lnTo>
                  <a:close/>
                  <a:moveTo>
                    <a:pt x="1798" y="1423"/>
                  </a:moveTo>
                  <a:lnTo>
                    <a:pt x="1786" y="1435"/>
                  </a:lnTo>
                  <a:lnTo>
                    <a:pt x="1786" y="1435"/>
                  </a:lnTo>
                  <a:lnTo>
                    <a:pt x="1798" y="1432"/>
                  </a:lnTo>
                  <a:lnTo>
                    <a:pt x="1798" y="1432"/>
                  </a:lnTo>
                  <a:lnTo>
                    <a:pt x="1798" y="1423"/>
                  </a:lnTo>
                  <a:close/>
                  <a:moveTo>
                    <a:pt x="1786" y="1435"/>
                  </a:moveTo>
                  <a:lnTo>
                    <a:pt x="1759" y="1443"/>
                  </a:lnTo>
                  <a:lnTo>
                    <a:pt x="1778" y="1443"/>
                  </a:lnTo>
                  <a:lnTo>
                    <a:pt x="1786" y="1435"/>
                  </a:lnTo>
                  <a:close/>
                  <a:moveTo>
                    <a:pt x="415" y="1443"/>
                  </a:moveTo>
                  <a:lnTo>
                    <a:pt x="396" y="1463"/>
                  </a:lnTo>
                  <a:lnTo>
                    <a:pt x="396" y="1463"/>
                  </a:lnTo>
                  <a:lnTo>
                    <a:pt x="455" y="1443"/>
                  </a:lnTo>
                  <a:close/>
                  <a:moveTo>
                    <a:pt x="1877" y="1443"/>
                  </a:moveTo>
                  <a:lnTo>
                    <a:pt x="1824" y="1456"/>
                  </a:lnTo>
                  <a:lnTo>
                    <a:pt x="1824" y="1456"/>
                  </a:lnTo>
                  <a:lnTo>
                    <a:pt x="1818" y="1463"/>
                  </a:lnTo>
                  <a:lnTo>
                    <a:pt x="1818" y="1463"/>
                  </a:lnTo>
                  <a:lnTo>
                    <a:pt x="1877" y="1443"/>
                  </a:lnTo>
                  <a:close/>
                  <a:moveTo>
                    <a:pt x="415" y="1463"/>
                  </a:moveTo>
                  <a:lnTo>
                    <a:pt x="415" y="1482"/>
                  </a:lnTo>
                  <a:lnTo>
                    <a:pt x="435" y="1489"/>
                  </a:lnTo>
                  <a:lnTo>
                    <a:pt x="435" y="1489"/>
                  </a:lnTo>
                  <a:lnTo>
                    <a:pt x="435" y="1482"/>
                  </a:lnTo>
                  <a:lnTo>
                    <a:pt x="435" y="1463"/>
                  </a:lnTo>
                  <a:close/>
                  <a:moveTo>
                    <a:pt x="435" y="1489"/>
                  </a:moveTo>
                  <a:lnTo>
                    <a:pt x="435" y="1502"/>
                  </a:lnTo>
                  <a:lnTo>
                    <a:pt x="458" y="1496"/>
                  </a:lnTo>
                  <a:lnTo>
                    <a:pt x="458" y="1496"/>
                  </a:lnTo>
                  <a:lnTo>
                    <a:pt x="435" y="1489"/>
                  </a:lnTo>
                  <a:close/>
                  <a:moveTo>
                    <a:pt x="514" y="1640"/>
                  </a:moveTo>
                  <a:lnTo>
                    <a:pt x="475" y="1660"/>
                  </a:lnTo>
                  <a:lnTo>
                    <a:pt x="514" y="1660"/>
                  </a:lnTo>
                  <a:lnTo>
                    <a:pt x="514" y="1640"/>
                  </a:lnTo>
                  <a:close/>
                  <a:moveTo>
                    <a:pt x="1818" y="1640"/>
                  </a:moveTo>
                  <a:lnTo>
                    <a:pt x="1778" y="1660"/>
                  </a:lnTo>
                  <a:lnTo>
                    <a:pt x="1818" y="1640"/>
                  </a:lnTo>
                  <a:close/>
                  <a:moveTo>
                    <a:pt x="1620" y="1719"/>
                  </a:moveTo>
                  <a:lnTo>
                    <a:pt x="1601" y="1739"/>
                  </a:lnTo>
                  <a:lnTo>
                    <a:pt x="1601" y="1739"/>
                  </a:lnTo>
                  <a:lnTo>
                    <a:pt x="1620" y="1731"/>
                  </a:lnTo>
                  <a:lnTo>
                    <a:pt x="1620" y="1731"/>
                  </a:lnTo>
                  <a:lnTo>
                    <a:pt x="1620" y="1719"/>
                  </a:lnTo>
                  <a:close/>
                  <a:moveTo>
                    <a:pt x="1778" y="1660"/>
                  </a:moveTo>
                  <a:lnTo>
                    <a:pt x="1739" y="1680"/>
                  </a:lnTo>
                  <a:lnTo>
                    <a:pt x="1620" y="1731"/>
                  </a:lnTo>
                  <a:lnTo>
                    <a:pt x="1620" y="1731"/>
                  </a:lnTo>
                  <a:lnTo>
                    <a:pt x="1620" y="1739"/>
                  </a:lnTo>
                  <a:lnTo>
                    <a:pt x="1699" y="1700"/>
                  </a:lnTo>
                  <a:lnTo>
                    <a:pt x="1778" y="1660"/>
                  </a:lnTo>
                  <a:close/>
                  <a:moveTo>
                    <a:pt x="850" y="1846"/>
                  </a:moveTo>
                  <a:lnTo>
                    <a:pt x="771" y="1877"/>
                  </a:lnTo>
                  <a:lnTo>
                    <a:pt x="791" y="1858"/>
                  </a:lnTo>
                  <a:lnTo>
                    <a:pt x="850" y="1846"/>
                  </a:lnTo>
                  <a:close/>
                  <a:moveTo>
                    <a:pt x="1581" y="1897"/>
                  </a:moveTo>
                  <a:lnTo>
                    <a:pt x="1561" y="1907"/>
                  </a:lnTo>
                  <a:lnTo>
                    <a:pt x="1561" y="1907"/>
                  </a:lnTo>
                  <a:lnTo>
                    <a:pt x="1561" y="1917"/>
                  </a:lnTo>
                  <a:lnTo>
                    <a:pt x="1581" y="1897"/>
                  </a:lnTo>
                  <a:close/>
                  <a:moveTo>
                    <a:pt x="1660" y="1858"/>
                  </a:moveTo>
                  <a:lnTo>
                    <a:pt x="1581" y="1897"/>
                  </a:lnTo>
                  <a:lnTo>
                    <a:pt x="1601" y="1917"/>
                  </a:lnTo>
                  <a:lnTo>
                    <a:pt x="1640" y="1897"/>
                  </a:lnTo>
                  <a:lnTo>
                    <a:pt x="1660" y="1877"/>
                  </a:lnTo>
                  <a:lnTo>
                    <a:pt x="1699" y="1858"/>
                  </a:lnTo>
                  <a:close/>
                  <a:moveTo>
                    <a:pt x="1522" y="1956"/>
                  </a:moveTo>
                  <a:lnTo>
                    <a:pt x="1502" y="1976"/>
                  </a:lnTo>
                  <a:lnTo>
                    <a:pt x="1522" y="1976"/>
                  </a:lnTo>
                  <a:lnTo>
                    <a:pt x="1541" y="1956"/>
                  </a:lnTo>
                  <a:close/>
                  <a:moveTo>
                    <a:pt x="731" y="1"/>
                  </a:moveTo>
                  <a:lnTo>
                    <a:pt x="771" y="21"/>
                  </a:lnTo>
                  <a:lnTo>
                    <a:pt x="731" y="21"/>
                  </a:lnTo>
                  <a:lnTo>
                    <a:pt x="751" y="40"/>
                  </a:lnTo>
                  <a:lnTo>
                    <a:pt x="692" y="21"/>
                  </a:lnTo>
                  <a:lnTo>
                    <a:pt x="593" y="21"/>
                  </a:lnTo>
                  <a:lnTo>
                    <a:pt x="613" y="40"/>
                  </a:lnTo>
                  <a:lnTo>
                    <a:pt x="633" y="40"/>
                  </a:lnTo>
                  <a:lnTo>
                    <a:pt x="613" y="60"/>
                  </a:lnTo>
                  <a:lnTo>
                    <a:pt x="554" y="40"/>
                  </a:lnTo>
                  <a:lnTo>
                    <a:pt x="573" y="60"/>
                  </a:lnTo>
                  <a:lnTo>
                    <a:pt x="562" y="72"/>
                  </a:lnTo>
                  <a:lnTo>
                    <a:pt x="562" y="72"/>
                  </a:lnTo>
                  <a:lnTo>
                    <a:pt x="514" y="60"/>
                  </a:lnTo>
                  <a:lnTo>
                    <a:pt x="475" y="80"/>
                  </a:lnTo>
                  <a:lnTo>
                    <a:pt x="475" y="100"/>
                  </a:lnTo>
                  <a:lnTo>
                    <a:pt x="455" y="80"/>
                  </a:lnTo>
                  <a:lnTo>
                    <a:pt x="376" y="80"/>
                  </a:lnTo>
                  <a:lnTo>
                    <a:pt x="376" y="100"/>
                  </a:lnTo>
                  <a:lnTo>
                    <a:pt x="415" y="100"/>
                  </a:lnTo>
                  <a:lnTo>
                    <a:pt x="435" y="119"/>
                  </a:lnTo>
                  <a:lnTo>
                    <a:pt x="376" y="119"/>
                  </a:lnTo>
                  <a:lnTo>
                    <a:pt x="376" y="139"/>
                  </a:lnTo>
                  <a:lnTo>
                    <a:pt x="317" y="139"/>
                  </a:lnTo>
                  <a:lnTo>
                    <a:pt x="317" y="159"/>
                  </a:lnTo>
                  <a:lnTo>
                    <a:pt x="376" y="179"/>
                  </a:lnTo>
                  <a:lnTo>
                    <a:pt x="297" y="179"/>
                  </a:lnTo>
                  <a:lnTo>
                    <a:pt x="415" y="198"/>
                  </a:lnTo>
                  <a:lnTo>
                    <a:pt x="317" y="198"/>
                  </a:lnTo>
                  <a:lnTo>
                    <a:pt x="277" y="218"/>
                  </a:lnTo>
                  <a:lnTo>
                    <a:pt x="178" y="218"/>
                  </a:lnTo>
                  <a:lnTo>
                    <a:pt x="159" y="238"/>
                  </a:lnTo>
                  <a:lnTo>
                    <a:pt x="139" y="238"/>
                  </a:lnTo>
                  <a:lnTo>
                    <a:pt x="198" y="258"/>
                  </a:lnTo>
                  <a:lnTo>
                    <a:pt x="119" y="258"/>
                  </a:lnTo>
                  <a:lnTo>
                    <a:pt x="139" y="277"/>
                  </a:lnTo>
                  <a:lnTo>
                    <a:pt x="119" y="297"/>
                  </a:lnTo>
                  <a:lnTo>
                    <a:pt x="139" y="297"/>
                  </a:lnTo>
                  <a:lnTo>
                    <a:pt x="178" y="317"/>
                  </a:lnTo>
                  <a:lnTo>
                    <a:pt x="159" y="317"/>
                  </a:lnTo>
                  <a:lnTo>
                    <a:pt x="80" y="337"/>
                  </a:lnTo>
                  <a:lnTo>
                    <a:pt x="257" y="356"/>
                  </a:lnTo>
                  <a:lnTo>
                    <a:pt x="218" y="356"/>
                  </a:lnTo>
                  <a:lnTo>
                    <a:pt x="119" y="376"/>
                  </a:lnTo>
                  <a:lnTo>
                    <a:pt x="119" y="376"/>
                  </a:lnTo>
                  <a:lnTo>
                    <a:pt x="139" y="356"/>
                  </a:lnTo>
                  <a:lnTo>
                    <a:pt x="119" y="356"/>
                  </a:lnTo>
                  <a:lnTo>
                    <a:pt x="20" y="376"/>
                  </a:lnTo>
                  <a:lnTo>
                    <a:pt x="40" y="376"/>
                  </a:lnTo>
                  <a:lnTo>
                    <a:pt x="20" y="396"/>
                  </a:lnTo>
                  <a:lnTo>
                    <a:pt x="139" y="396"/>
                  </a:lnTo>
                  <a:lnTo>
                    <a:pt x="60" y="376"/>
                  </a:lnTo>
                  <a:lnTo>
                    <a:pt x="178" y="376"/>
                  </a:lnTo>
                  <a:lnTo>
                    <a:pt x="218" y="396"/>
                  </a:lnTo>
                  <a:lnTo>
                    <a:pt x="317" y="416"/>
                  </a:lnTo>
                  <a:lnTo>
                    <a:pt x="257" y="435"/>
                  </a:lnTo>
                  <a:lnTo>
                    <a:pt x="139" y="416"/>
                  </a:lnTo>
                  <a:lnTo>
                    <a:pt x="178" y="435"/>
                  </a:lnTo>
                  <a:lnTo>
                    <a:pt x="159" y="435"/>
                  </a:lnTo>
                  <a:lnTo>
                    <a:pt x="80" y="455"/>
                  </a:lnTo>
                  <a:lnTo>
                    <a:pt x="198" y="455"/>
                  </a:lnTo>
                  <a:lnTo>
                    <a:pt x="178" y="475"/>
                  </a:lnTo>
                  <a:lnTo>
                    <a:pt x="99" y="475"/>
                  </a:lnTo>
                  <a:lnTo>
                    <a:pt x="99" y="495"/>
                  </a:lnTo>
                  <a:lnTo>
                    <a:pt x="60" y="514"/>
                  </a:lnTo>
                  <a:lnTo>
                    <a:pt x="40" y="534"/>
                  </a:lnTo>
                  <a:lnTo>
                    <a:pt x="60" y="554"/>
                  </a:lnTo>
                  <a:lnTo>
                    <a:pt x="139" y="534"/>
                  </a:lnTo>
                  <a:lnTo>
                    <a:pt x="297" y="534"/>
                  </a:lnTo>
                  <a:lnTo>
                    <a:pt x="277" y="554"/>
                  </a:lnTo>
                  <a:lnTo>
                    <a:pt x="336" y="554"/>
                  </a:lnTo>
                  <a:lnTo>
                    <a:pt x="297" y="574"/>
                  </a:lnTo>
                  <a:lnTo>
                    <a:pt x="257" y="574"/>
                  </a:lnTo>
                  <a:lnTo>
                    <a:pt x="317" y="593"/>
                  </a:lnTo>
                  <a:lnTo>
                    <a:pt x="257" y="593"/>
                  </a:lnTo>
                  <a:lnTo>
                    <a:pt x="178" y="574"/>
                  </a:lnTo>
                  <a:lnTo>
                    <a:pt x="139" y="593"/>
                  </a:lnTo>
                  <a:lnTo>
                    <a:pt x="20" y="593"/>
                  </a:lnTo>
                  <a:lnTo>
                    <a:pt x="20" y="613"/>
                  </a:lnTo>
                  <a:lnTo>
                    <a:pt x="1" y="613"/>
                  </a:lnTo>
                  <a:lnTo>
                    <a:pt x="80" y="633"/>
                  </a:lnTo>
                  <a:lnTo>
                    <a:pt x="20" y="653"/>
                  </a:lnTo>
                  <a:lnTo>
                    <a:pt x="1" y="672"/>
                  </a:lnTo>
                  <a:lnTo>
                    <a:pt x="80" y="672"/>
                  </a:lnTo>
                  <a:lnTo>
                    <a:pt x="60" y="692"/>
                  </a:lnTo>
                  <a:lnTo>
                    <a:pt x="1" y="692"/>
                  </a:lnTo>
                  <a:lnTo>
                    <a:pt x="20" y="712"/>
                  </a:lnTo>
                  <a:lnTo>
                    <a:pt x="60" y="732"/>
                  </a:lnTo>
                  <a:lnTo>
                    <a:pt x="99" y="732"/>
                  </a:lnTo>
                  <a:lnTo>
                    <a:pt x="178" y="751"/>
                  </a:lnTo>
                  <a:lnTo>
                    <a:pt x="198" y="751"/>
                  </a:lnTo>
                  <a:lnTo>
                    <a:pt x="178" y="771"/>
                  </a:lnTo>
                  <a:lnTo>
                    <a:pt x="119" y="751"/>
                  </a:lnTo>
                  <a:lnTo>
                    <a:pt x="80" y="751"/>
                  </a:lnTo>
                  <a:lnTo>
                    <a:pt x="80" y="771"/>
                  </a:lnTo>
                  <a:lnTo>
                    <a:pt x="80" y="791"/>
                  </a:lnTo>
                  <a:lnTo>
                    <a:pt x="277" y="811"/>
                  </a:lnTo>
                  <a:lnTo>
                    <a:pt x="455" y="811"/>
                  </a:lnTo>
                  <a:lnTo>
                    <a:pt x="415" y="831"/>
                  </a:lnTo>
                  <a:lnTo>
                    <a:pt x="336" y="850"/>
                  </a:lnTo>
                  <a:lnTo>
                    <a:pt x="277" y="850"/>
                  </a:lnTo>
                  <a:lnTo>
                    <a:pt x="198" y="870"/>
                  </a:lnTo>
                  <a:lnTo>
                    <a:pt x="139" y="850"/>
                  </a:lnTo>
                  <a:lnTo>
                    <a:pt x="119" y="850"/>
                  </a:lnTo>
                  <a:lnTo>
                    <a:pt x="20" y="870"/>
                  </a:lnTo>
                  <a:lnTo>
                    <a:pt x="80" y="870"/>
                  </a:lnTo>
                  <a:lnTo>
                    <a:pt x="40" y="890"/>
                  </a:lnTo>
                  <a:lnTo>
                    <a:pt x="60" y="910"/>
                  </a:lnTo>
                  <a:lnTo>
                    <a:pt x="80" y="910"/>
                  </a:lnTo>
                  <a:lnTo>
                    <a:pt x="60" y="929"/>
                  </a:lnTo>
                  <a:lnTo>
                    <a:pt x="139" y="910"/>
                  </a:lnTo>
                  <a:lnTo>
                    <a:pt x="139" y="929"/>
                  </a:lnTo>
                  <a:lnTo>
                    <a:pt x="119" y="929"/>
                  </a:lnTo>
                  <a:lnTo>
                    <a:pt x="60" y="949"/>
                  </a:lnTo>
                  <a:lnTo>
                    <a:pt x="317" y="949"/>
                  </a:lnTo>
                  <a:lnTo>
                    <a:pt x="317" y="969"/>
                  </a:lnTo>
                  <a:lnTo>
                    <a:pt x="277" y="969"/>
                  </a:lnTo>
                  <a:lnTo>
                    <a:pt x="297" y="989"/>
                  </a:lnTo>
                  <a:lnTo>
                    <a:pt x="277" y="1008"/>
                  </a:lnTo>
                  <a:lnTo>
                    <a:pt x="257" y="1028"/>
                  </a:lnTo>
                  <a:lnTo>
                    <a:pt x="277" y="1028"/>
                  </a:lnTo>
                  <a:lnTo>
                    <a:pt x="178" y="1048"/>
                  </a:lnTo>
                  <a:lnTo>
                    <a:pt x="139" y="1068"/>
                  </a:lnTo>
                  <a:lnTo>
                    <a:pt x="297" y="1068"/>
                  </a:lnTo>
                  <a:lnTo>
                    <a:pt x="336" y="1048"/>
                  </a:lnTo>
                  <a:lnTo>
                    <a:pt x="396" y="1048"/>
                  </a:lnTo>
                  <a:lnTo>
                    <a:pt x="376" y="1068"/>
                  </a:lnTo>
                  <a:lnTo>
                    <a:pt x="336" y="1087"/>
                  </a:lnTo>
                  <a:lnTo>
                    <a:pt x="159" y="1068"/>
                  </a:lnTo>
                  <a:lnTo>
                    <a:pt x="139" y="1087"/>
                  </a:lnTo>
                  <a:lnTo>
                    <a:pt x="119" y="1107"/>
                  </a:lnTo>
                  <a:lnTo>
                    <a:pt x="218" y="1087"/>
                  </a:lnTo>
                  <a:lnTo>
                    <a:pt x="317" y="1107"/>
                  </a:lnTo>
                  <a:lnTo>
                    <a:pt x="396" y="1127"/>
                  </a:lnTo>
                  <a:lnTo>
                    <a:pt x="178" y="1127"/>
                  </a:lnTo>
                  <a:lnTo>
                    <a:pt x="198" y="1147"/>
                  </a:lnTo>
                  <a:lnTo>
                    <a:pt x="178" y="1147"/>
                  </a:lnTo>
                  <a:lnTo>
                    <a:pt x="178" y="1166"/>
                  </a:lnTo>
                  <a:lnTo>
                    <a:pt x="198" y="1186"/>
                  </a:lnTo>
                  <a:lnTo>
                    <a:pt x="238" y="1166"/>
                  </a:lnTo>
                  <a:lnTo>
                    <a:pt x="257" y="1166"/>
                  </a:lnTo>
                  <a:lnTo>
                    <a:pt x="238" y="1186"/>
                  </a:lnTo>
                  <a:lnTo>
                    <a:pt x="257" y="1186"/>
                  </a:lnTo>
                  <a:lnTo>
                    <a:pt x="238" y="1206"/>
                  </a:lnTo>
                  <a:lnTo>
                    <a:pt x="257" y="1206"/>
                  </a:lnTo>
                  <a:lnTo>
                    <a:pt x="257" y="1226"/>
                  </a:lnTo>
                  <a:lnTo>
                    <a:pt x="297" y="1226"/>
                  </a:lnTo>
                  <a:lnTo>
                    <a:pt x="277" y="1206"/>
                  </a:lnTo>
                  <a:lnTo>
                    <a:pt x="317" y="1206"/>
                  </a:lnTo>
                  <a:lnTo>
                    <a:pt x="356" y="1186"/>
                  </a:lnTo>
                  <a:lnTo>
                    <a:pt x="415" y="1206"/>
                  </a:lnTo>
                  <a:lnTo>
                    <a:pt x="435" y="1206"/>
                  </a:lnTo>
                  <a:lnTo>
                    <a:pt x="455" y="1226"/>
                  </a:lnTo>
                  <a:lnTo>
                    <a:pt x="475" y="1206"/>
                  </a:lnTo>
                  <a:lnTo>
                    <a:pt x="494" y="1206"/>
                  </a:lnTo>
                  <a:lnTo>
                    <a:pt x="494" y="1226"/>
                  </a:lnTo>
                  <a:lnTo>
                    <a:pt x="435" y="1245"/>
                  </a:lnTo>
                  <a:lnTo>
                    <a:pt x="455" y="1265"/>
                  </a:lnTo>
                  <a:lnTo>
                    <a:pt x="435" y="1265"/>
                  </a:lnTo>
                  <a:lnTo>
                    <a:pt x="435" y="1285"/>
                  </a:lnTo>
                  <a:lnTo>
                    <a:pt x="396" y="1285"/>
                  </a:lnTo>
                  <a:lnTo>
                    <a:pt x="336" y="1305"/>
                  </a:lnTo>
                  <a:lnTo>
                    <a:pt x="356" y="1305"/>
                  </a:lnTo>
                  <a:lnTo>
                    <a:pt x="376" y="1324"/>
                  </a:lnTo>
                  <a:lnTo>
                    <a:pt x="415" y="1324"/>
                  </a:lnTo>
                  <a:lnTo>
                    <a:pt x="475" y="1305"/>
                  </a:lnTo>
                  <a:lnTo>
                    <a:pt x="554" y="1285"/>
                  </a:lnTo>
                  <a:lnTo>
                    <a:pt x="554" y="1305"/>
                  </a:lnTo>
                  <a:lnTo>
                    <a:pt x="573" y="1305"/>
                  </a:lnTo>
                  <a:lnTo>
                    <a:pt x="554" y="1324"/>
                  </a:lnTo>
                  <a:lnTo>
                    <a:pt x="573" y="1324"/>
                  </a:lnTo>
                  <a:lnTo>
                    <a:pt x="534" y="1344"/>
                  </a:lnTo>
                  <a:lnTo>
                    <a:pt x="494" y="1364"/>
                  </a:lnTo>
                  <a:lnTo>
                    <a:pt x="494" y="1344"/>
                  </a:lnTo>
                  <a:lnTo>
                    <a:pt x="475" y="1344"/>
                  </a:lnTo>
                  <a:lnTo>
                    <a:pt x="396" y="1364"/>
                  </a:lnTo>
                  <a:lnTo>
                    <a:pt x="376" y="1364"/>
                  </a:lnTo>
                  <a:lnTo>
                    <a:pt x="317" y="1384"/>
                  </a:lnTo>
                  <a:lnTo>
                    <a:pt x="376" y="1384"/>
                  </a:lnTo>
                  <a:lnTo>
                    <a:pt x="415" y="1374"/>
                  </a:lnTo>
                  <a:lnTo>
                    <a:pt x="396" y="1384"/>
                  </a:lnTo>
                  <a:lnTo>
                    <a:pt x="455" y="1384"/>
                  </a:lnTo>
                  <a:lnTo>
                    <a:pt x="336" y="1423"/>
                  </a:lnTo>
                  <a:lnTo>
                    <a:pt x="376" y="1423"/>
                  </a:lnTo>
                  <a:lnTo>
                    <a:pt x="415" y="1403"/>
                  </a:lnTo>
                  <a:lnTo>
                    <a:pt x="415" y="1423"/>
                  </a:lnTo>
                  <a:lnTo>
                    <a:pt x="396" y="1423"/>
                  </a:lnTo>
                  <a:lnTo>
                    <a:pt x="396" y="1443"/>
                  </a:lnTo>
                  <a:lnTo>
                    <a:pt x="415" y="1443"/>
                  </a:lnTo>
                  <a:lnTo>
                    <a:pt x="475" y="1423"/>
                  </a:lnTo>
                  <a:lnTo>
                    <a:pt x="494" y="1423"/>
                  </a:lnTo>
                  <a:lnTo>
                    <a:pt x="514" y="1443"/>
                  </a:lnTo>
                  <a:lnTo>
                    <a:pt x="554" y="1463"/>
                  </a:lnTo>
                  <a:lnTo>
                    <a:pt x="514" y="1482"/>
                  </a:lnTo>
                  <a:lnTo>
                    <a:pt x="458" y="1496"/>
                  </a:lnTo>
                  <a:lnTo>
                    <a:pt x="458" y="1496"/>
                  </a:lnTo>
                  <a:lnTo>
                    <a:pt x="475" y="1502"/>
                  </a:lnTo>
                  <a:lnTo>
                    <a:pt x="455" y="1522"/>
                  </a:lnTo>
                  <a:lnTo>
                    <a:pt x="396" y="1542"/>
                  </a:lnTo>
                  <a:lnTo>
                    <a:pt x="356" y="1561"/>
                  </a:lnTo>
                  <a:lnTo>
                    <a:pt x="435" y="1542"/>
                  </a:lnTo>
                  <a:lnTo>
                    <a:pt x="455" y="1542"/>
                  </a:lnTo>
                  <a:lnTo>
                    <a:pt x="455" y="1561"/>
                  </a:lnTo>
                  <a:lnTo>
                    <a:pt x="475" y="1542"/>
                  </a:lnTo>
                  <a:lnTo>
                    <a:pt x="514" y="1542"/>
                  </a:lnTo>
                  <a:lnTo>
                    <a:pt x="475" y="1561"/>
                  </a:lnTo>
                  <a:lnTo>
                    <a:pt x="435" y="1581"/>
                  </a:lnTo>
                  <a:lnTo>
                    <a:pt x="415" y="1601"/>
                  </a:lnTo>
                  <a:lnTo>
                    <a:pt x="435" y="1601"/>
                  </a:lnTo>
                  <a:lnTo>
                    <a:pt x="455" y="1581"/>
                  </a:lnTo>
                  <a:lnTo>
                    <a:pt x="554" y="1565"/>
                  </a:lnTo>
                  <a:lnTo>
                    <a:pt x="554" y="1581"/>
                  </a:lnTo>
                  <a:lnTo>
                    <a:pt x="593" y="1581"/>
                  </a:lnTo>
                  <a:lnTo>
                    <a:pt x="633" y="1561"/>
                  </a:lnTo>
                  <a:lnTo>
                    <a:pt x="613" y="1581"/>
                  </a:lnTo>
                  <a:lnTo>
                    <a:pt x="554" y="1601"/>
                  </a:lnTo>
                  <a:lnTo>
                    <a:pt x="633" y="1601"/>
                  </a:lnTo>
                  <a:lnTo>
                    <a:pt x="672" y="1581"/>
                  </a:lnTo>
                  <a:lnTo>
                    <a:pt x="731" y="1581"/>
                  </a:lnTo>
                  <a:lnTo>
                    <a:pt x="652" y="1621"/>
                  </a:lnTo>
                  <a:lnTo>
                    <a:pt x="613" y="1621"/>
                  </a:lnTo>
                  <a:lnTo>
                    <a:pt x="554" y="1660"/>
                  </a:lnTo>
                  <a:lnTo>
                    <a:pt x="534" y="1660"/>
                  </a:lnTo>
                  <a:lnTo>
                    <a:pt x="475" y="1680"/>
                  </a:lnTo>
                  <a:lnTo>
                    <a:pt x="514" y="1680"/>
                  </a:lnTo>
                  <a:lnTo>
                    <a:pt x="514" y="1700"/>
                  </a:lnTo>
                  <a:lnTo>
                    <a:pt x="554" y="1680"/>
                  </a:lnTo>
                  <a:lnTo>
                    <a:pt x="613" y="1660"/>
                  </a:lnTo>
                  <a:lnTo>
                    <a:pt x="554" y="1700"/>
                  </a:lnTo>
                  <a:lnTo>
                    <a:pt x="593" y="1700"/>
                  </a:lnTo>
                  <a:lnTo>
                    <a:pt x="672" y="1680"/>
                  </a:lnTo>
                  <a:lnTo>
                    <a:pt x="712" y="1640"/>
                  </a:lnTo>
                  <a:lnTo>
                    <a:pt x="771" y="1640"/>
                  </a:lnTo>
                  <a:lnTo>
                    <a:pt x="810" y="1621"/>
                  </a:lnTo>
                  <a:lnTo>
                    <a:pt x="850" y="1621"/>
                  </a:lnTo>
                  <a:lnTo>
                    <a:pt x="751" y="1680"/>
                  </a:lnTo>
                  <a:lnTo>
                    <a:pt x="633" y="1719"/>
                  </a:lnTo>
                  <a:lnTo>
                    <a:pt x="475" y="1759"/>
                  </a:lnTo>
                  <a:lnTo>
                    <a:pt x="514" y="1779"/>
                  </a:lnTo>
                  <a:lnTo>
                    <a:pt x="494" y="1798"/>
                  </a:lnTo>
                  <a:lnTo>
                    <a:pt x="573" y="1779"/>
                  </a:lnTo>
                  <a:lnTo>
                    <a:pt x="692" y="1739"/>
                  </a:lnTo>
                  <a:lnTo>
                    <a:pt x="672" y="1759"/>
                  </a:lnTo>
                  <a:lnTo>
                    <a:pt x="633" y="1759"/>
                  </a:lnTo>
                  <a:lnTo>
                    <a:pt x="692" y="1779"/>
                  </a:lnTo>
                  <a:lnTo>
                    <a:pt x="731" y="1779"/>
                  </a:lnTo>
                  <a:lnTo>
                    <a:pt x="791" y="1759"/>
                  </a:lnTo>
                  <a:lnTo>
                    <a:pt x="870" y="1739"/>
                  </a:lnTo>
                  <a:lnTo>
                    <a:pt x="890" y="1739"/>
                  </a:lnTo>
                  <a:lnTo>
                    <a:pt x="949" y="1719"/>
                  </a:lnTo>
                  <a:lnTo>
                    <a:pt x="949" y="1739"/>
                  </a:lnTo>
                  <a:lnTo>
                    <a:pt x="890" y="1759"/>
                  </a:lnTo>
                  <a:lnTo>
                    <a:pt x="909" y="1759"/>
                  </a:lnTo>
                  <a:lnTo>
                    <a:pt x="850" y="1779"/>
                  </a:lnTo>
                  <a:lnTo>
                    <a:pt x="810" y="1779"/>
                  </a:lnTo>
                  <a:lnTo>
                    <a:pt x="791" y="1798"/>
                  </a:lnTo>
                  <a:lnTo>
                    <a:pt x="751" y="1818"/>
                  </a:lnTo>
                  <a:lnTo>
                    <a:pt x="751" y="1818"/>
                  </a:lnTo>
                  <a:lnTo>
                    <a:pt x="810" y="1798"/>
                  </a:lnTo>
                  <a:lnTo>
                    <a:pt x="810" y="1798"/>
                  </a:lnTo>
                  <a:lnTo>
                    <a:pt x="751" y="1838"/>
                  </a:lnTo>
                  <a:lnTo>
                    <a:pt x="751" y="1858"/>
                  </a:lnTo>
                  <a:lnTo>
                    <a:pt x="751" y="1877"/>
                  </a:lnTo>
                  <a:lnTo>
                    <a:pt x="672" y="1937"/>
                  </a:lnTo>
                  <a:lnTo>
                    <a:pt x="672" y="1937"/>
                  </a:lnTo>
                  <a:lnTo>
                    <a:pt x="751" y="1917"/>
                  </a:lnTo>
                  <a:lnTo>
                    <a:pt x="791" y="1917"/>
                  </a:lnTo>
                  <a:lnTo>
                    <a:pt x="850" y="1897"/>
                  </a:lnTo>
                  <a:lnTo>
                    <a:pt x="909" y="1877"/>
                  </a:lnTo>
                  <a:lnTo>
                    <a:pt x="909" y="1858"/>
                  </a:lnTo>
                  <a:lnTo>
                    <a:pt x="870" y="1877"/>
                  </a:lnTo>
                  <a:lnTo>
                    <a:pt x="850" y="1877"/>
                  </a:lnTo>
                  <a:lnTo>
                    <a:pt x="868" y="1842"/>
                  </a:lnTo>
                  <a:lnTo>
                    <a:pt x="868" y="1842"/>
                  </a:lnTo>
                  <a:lnTo>
                    <a:pt x="890" y="1838"/>
                  </a:lnTo>
                  <a:lnTo>
                    <a:pt x="929" y="1818"/>
                  </a:lnTo>
                  <a:lnTo>
                    <a:pt x="949" y="1818"/>
                  </a:lnTo>
                  <a:lnTo>
                    <a:pt x="988" y="1798"/>
                  </a:lnTo>
                  <a:lnTo>
                    <a:pt x="988" y="1779"/>
                  </a:lnTo>
                  <a:lnTo>
                    <a:pt x="1087" y="1739"/>
                  </a:lnTo>
                  <a:lnTo>
                    <a:pt x="1225" y="1700"/>
                  </a:lnTo>
                  <a:lnTo>
                    <a:pt x="1225" y="1700"/>
                  </a:lnTo>
                  <a:lnTo>
                    <a:pt x="1166" y="1719"/>
                  </a:lnTo>
                  <a:lnTo>
                    <a:pt x="1245" y="1700"/>
                  </a:lnTo>
                  <a:lnTo>
                    <a:pt x="1146" y="1759"/>
                  </a:lnTo>
                  <a:lnTo>
                    <a:pt x="1166" y="1759"/>
                  </a:lnTo>
                  <a:lnTo>
                    <a:pt x="1166" y="1779"/>
                  </a:lnTo>
                  <a:lnTo>
                    <a:pt x="1206" y="1759"/>
                  </a:lnTo>
                  <a:lnTo>
                    <a:pt x="1186" y="1739"/>
                  </a:lnTo>
                  <a:lnTo>
                    <a:pt x="1225" y="1719"/>
                  </a:lnTo>
                  <a:lnTo>
                    <a:pt x="1225" y="1739"/>
                  </a:lnTo>
                  <a:lnTo>
                    <a:pt x="1265" y="1719"/>
                  </a:lnTo>
                  <a:lnTo>
                    <a:pt x="1344" y="1700"/>
                  </a:lnTo>
                  <a:lnTo>
                    <a:pt x="1344" y="1700"/>
                  </a:lnTo>
                  <a:lnTo>
                    <a:pt x="1324" y="1719"/>
                  </a:lnTo>
                  <a:lnTo>
                    <a:pt x="1245" y="1759"/>
                  </a:lnTo>
                  <a:lnTo>
                    <a:pt x="1107" y="1818"/>
                  </a:lnTo>
                  <a:lnTo>
                    <a:pt x="1146" y="1818"/>
                  </a:lnTo>
                  <a:lnTo>
                    <a:pt x="949" y="1877"/>
                  </a:lnTo>
                  <a:lnTo>
                    <a:pt x="929" y="1917"/>
                  </a:lnTo>
                  <a:lnTo>
                    <a:pt x="929" y="1937"/>
                  </a:lnTo>
                  <a:lnTo>
                    <a:pt x="810" y="1996"/>
                  </a:lnTo>
                  <a:lnTo>
                    <a:pt x="830" y="1996"/>
                  </a:lnTo>
                  <a:lnTo>
                    <a:pt x="830" y="2016"/>
                  </a:lnTo>
                  <a:lnTo>
                    <a:pt x="909" y="1996"/>
                  </a:lnTo>
                  <a:lnTo>
                    <a:pt x="909" y="1976"/>
                  </a:lnTo>
                  <a:lnTo>
                    <a:pt x="949" y="1956"/>
                  </a:lnTo>
                  <a:lnTo>
                    <a:pt x="1048" y="1917"/>
                  </a:lnTo>
                  <a:lnTo>
                    <a:pt x="1048" y="1897"/>
                  </a:lnTo>
                  <a:lnTo>
                    <a:pt x="1107" y="1897"/>
                  </a:lnTo>
                  <a:lnTo>
                    <a:pt x="969" y="1956"/>
                  </a:lnTo>
                  <a:lnTo>
                    <a:pt x="988" y="1956"/>
                  </a:lnTo>
                  <a:lnTo>
                    <a:pt x="969" y="1996"/>
                  </a:lnTo>
                  <a:lnTo>
                    <a:pt x="929" y="2016"/>
                  </a:lnTo>
                  <a:lnTo>
                    <a:pt x="890" y="2016"/>
                  </a:lnTo>
                  <a:lnTo>
                    <a:pt x="890" y="2035"/>
                  </a:lnTo>
                  <a:lnTo>
                    <a:pt x="870" y="2035"/>
                  </a:lnTo>
                  <a:lnTo>
                    <a:pt x="850" y="2055"/>
                  </a:lnTo>
                  <a:lnTo>
                    <a:pt x="850" y="2075"/>
                  </a:lnTo>
                  <a:lnTo>
                    <a:pt x="810" y="2095"/>
                  </a:lnTo>
                  <a:lnTo>
                    <a:pt x="909" y="2075"/>
                  </a:lnTo>
                  <a:lnTo>
                    <a:pt x="850" y="2114"/>
                  </a:lnTo>
                  <a:lnTo>
                    <a:pt x="791" y="2154"/>
                  </a:lnTo>
                  <a:lnTo>
                    <a:pt x="791" y="2154"/>
                  </a:lnTo>
                  <a:lnTo>
                    <a:pt x="870" y="2114"/>
                  </a:lnTo>
                  <a:lnTo>
                    <a:pt x="890" y="2114"/>
                  </a:lnTo>
                  <a:lnTo>
                    <a:pt x="909" y="2095"/>
                  </a:lnTo>
                  <a:lnTo>
                    <a:pt x="969" y="2075"/>
                  </a:lnTo>
                  <a:lnTo>
                    <a:pt x="1028" y="2055"/>
                  </a:lnTo>
                  <a:lnTo>
                    <a:pt x="1048" y="2055"/>
                  </a:lnTo>
                  <a:lnTo>
                    <a:pt x="890" y="2134"/>
                  </a:lnTo>
                  <a:lnTo>
                    <a:pt x="929" y="2134"/>
                  </a:lnTo>
                  <a:lnTo>
                    <a:pt x="909" y="2154"/>
                  </a:lnTo>
                  <a:lnTo>
                    <a:pt x="909" y="2154"/>
                  </a:lnTo>
                  <a:lnTo>
                    <a:pt x="969" y="2114"/>
                  </a:lnTo>
                  <a:lnTo>
                    <a:pt x="1028" y="2095"/>
                  </a:lnTo>
                  <a:lnTo>
                    <a:pt x="1067" y="2095"/>
                  </a:lnTo>
                  <a:lnTo>
                    <a:pt x="1166" y="2035"/>
                  </a:lnTo>
                  <a:lnTo>
                    <a:pt x="1146" y="2075"/>
                  </a:lnTo>
                  <a:lnTo>
                    <a:pt x="1048" y="2114"/>
                  </a:lnTo>
                  <a:lnTo>
                    <a:pt x="1067" y="2114"/>
                  </a:lnTo>
                  <a:lnTo>
                    <a:pt x="1028" y="2134"/>
                  </a:lnTo>
                  <a:lnTo>
                    <a:pt x="1048" y="2134"/>
                  </a:lnTo>
                  <a:lnTo>
                    <a:pt x="949" y="2213"/>
                  </a:lnTo>
                  <a:lnTo>
                    <a:pt x="988" y="2193"/>
                  </a:lnTo>
                  <a:lnTo>
                    <a:pt x="969" y="2213"/>
                  </a:lnTo>
                  <a:lnTo>
                    <a:pt x="988" y="2213"/>
                  </a:lnTo>
                  <a:lnTo>
                    <a:pt x="1028" y="2174"/>
                  </a:lnTo>
                  <a:lnTo>
                    <a:pt x="1048" y="2174"/>
                  </a:lnTo>
                  <a:lnTo>
                    <a:pt x="1097" y="2144"/>
                  </a:lnTo>
                  <a:lnTo>
                    <a:pt x="1097" y="2144"/>
                  </a:lnTo>
                  <a:lnTo>
                    <a:pt x="1087" y="2154"/>
                  </a:lnTo>
                  <a:lnTo>
                    <a:pt x="1206" y="2075"/>
                  </a:lnTo>
                  <a:lnTo>
                    <a:pt x="1304" y="2035"/>
                  </a:lnTo>
                  <a:lnTo>
                    <a:pt x="1285" y="2035"/>
                  </a:lnTo>
                  <a:lnTo>
                    <a:pt x="1186" y="2075"/>
                  </a:lnTo>
                  <a:lnTo>
                    <a:pt x="1146" y="2095"/>
                  </a:lnTo>
                  <a:lnTo>
                    <a:pt x="1206" y="2055"/>
                  </a:lnTo>
                  <a:lnTo>
                    <a:pt x="1225" y="2035"/>
                  </a:lnTo>
                  <a:lnTo>
                    <a:pt x="1265" y="1996"/>
                  </a:lnTo>
                  <a:lnTo>
                    <a:pt x="1186" y="2016"/>
                  </a:lnTo>
                  <a:lnTo>
                    <a:pt x="1133" y="2042"/>
                  </a:lnTo>
                  <a:lnTo>
                    <a:pt x="1133" y="2042"/>
                  </a:lnTo>
                  <a:lnTo>
                    <a:pt x="1146" y="2016"/>
                  </a:lnTo>
                  <a:lnTo>
                    <a:pt x="1186" y="2016"/>
                  </a:lnTo>
                  <a:lnTo>
                    <a:pt x="1265" y="1976"/>
                  </a:lnTo>
                  <a:lnTo>
                    <a:pt x="1383" y="1917"/>
                  </a:lnTo>
                  <a:lnTo>
                    <a:pt x="1482" y="1897"/>
                  </a:lnTo>
                  <a:lnTo>
                    <a:pt x="1541" y="1877"/>
                  </a:lnTo>
                  <a:lnTo>
                    <a:pt x="1561" y="1877"/>
                  </a:lnTo>
                  <a:lnTo>
                    <a:pt x="1601" y="1858"/>
                  </a:lnTo>
                  <a:lnTo>
                    <a:pt x="1640" y="1838"/>
                  </a:lnTo>
                  <a:lnTo>
                    <a:pt x="1640" y="1838"/>
                  </a:lnTo>
                  <a:lnTo>
                    <a:pt x="1620" y="1858"/>
                  </a:lnTo>
                  <a:lnTo>
                    <a:pt x="1601" y="1858"/>
                  </a:lnTo>
                  <a:lnTo>
                    <a:pt x="1462" y="1956"/>
                  </a:lnTo>
                  <a:lnTo>
                    <a:pt x="1324" y="2035"/>
                  </a:lnTo>
                  <a:lnTo>
                    <a:pt x="1364" y="2035"/>
                  </a:lnTo>
                  <a:lnTo>
                    <a:pt x="1186" y="2134"/>
                  </a:lnTo>
                  <a:lnTo>
                    <a:pt x="1225" y="2114"/>
                  </a:lnTo>
                  <a:lnTo>
                    <a:pt x="1285" y="2095"/>
                  </a:lnTo>
                  <a:lnTo>
                    <a:pt x="1245" y="2114"/>
                  </a:lnTo>
                  <a:lnTo>
                    <a:pt x="1225" y="2114"/>
                  </a:lnTo>
                  <a:lnTo>
                    <a:pt x="1225" y="2134"/>
                  </a:lnTo>
                  <a:lnTo>
                    <a:pt x="1245" y="2134"/>
                  </a:lnTo>
                  <a:lnTo>
                    <a:pt x="1304" y="2114"/>
                  </a:lnTo>
                  <a:lnTo>
                    <a:pt x="1285" y="2114"/>
                  </a:lnTo>
                  <a:lnTo>
                    <a:pt x="1383" y="2075"/>
                  </a:lnTo>
                  <a:lnTo>
                    <a:pt x="1364" y="2075"/>
                  </a:lnTo>
                  <a:lnTo>
                    <a:pt x="1383" y="2055"/>
                  </a:lnTo>
                  <a:lnTo>
                    <a:pt x="1364" y="2055"/>
                  </a:lnTo>
                  <a:lnTo>
                    <a:pt x="1423" y="2035"/>
                  </a:lnTo>
                  <a:lnTo>
                    <a:pt x="1522" y="1956"/>
                  </a:lnTo>
                  <a:lnTo>
                    <a:pt x="1561" y="1937"/>
                  </a:lnTo>
                  <a:lnTo>
                    <a:pt x="1541" y="1917"/>
                  </a:lnTo>
                  <a:lnTo>
                    <a:pt x="1561" y="1907"/>
                  </a:lnTo>
                  <a:lnTo>
                    <a:pt x="1561" y="1907"/>
                  </a:lnTo>
                  <a:lnTo>
                    <a:pt x="1561" y="1897"/>
                  </a:lnTo>
                  <a:lnTo>
                    <a:pt x="1680" y="1838"/>
                  </a:lnTo>
                  <a:lnTo>
                    <a:pt x="1699" y="1858"/>
                  </a:lnTo>
                  <a:lnTo>
                    <a:pt x="1739" y="1838"/>
                  </a:lnTo>
                  <a:lnTo>
                    <a:pt x="1818" y="1798"/>
                  </a:lnTo>
                  <a:lnTo>
                    <a:pt x="1877" y="1759"/>
                  </a:lnTo>
                  <a:lnTo>
                    <a:pt x="1818" y="1779"/>
                  </a:lnTo>
                  <a:lnTo>
                    <a:pt x="1857" y="1759"/>
                  </a:lnTo>
                  <a:lnTo>
                    <a:pt x="1818" y="1759"/>
                  </a:lnTo>
                  <a:lnTo>
                    <a:pt x="1778" y="1779"/>
                  </a:lnTo>
                  <a:lnTo>
                    <a:pt x="1739" y="1798"/>
                  </a:lnTo>
                  <a:lnTo>
                    <a:pt x="1640" y="1818"/>
                  </a:lnTo>
                  <a:lnTo>
                    <a:pt x="1640" y="1818"/>
                  </a:lnTo>
                  <a:lnTo>
                    <a:pt x="1778" y="1779"/>
                  </a:lnTo>
                  <a:lnTo>
                    <a:pt x="1798" y="1759"/>
                  </a:lnTo>
                  <a:lnTo>
                    <a:pt x="1778" y="1759"/>
                  </a:lnTo>
                  <a:lnTo>
                    <a:pt x="1719" y="1779"/>
                  </a:lnTo>
                  <a:lnTo>
                    <a:pt x="1739" y="1759"/>
                  </a:lnTo>
                  <a:lnTo>
                    <a:pt x="1660" y="1798"/>
                  </a:lnTo>
                  <a:lnTo>
                    <a:pt x="1601" y="1818"/>
                  </a:lnTo>
                  <a:lnTo>
                    <a:pt x="1601" y="1838"/>
                  </a:lnTo>
                  <a:lnTo>
                    <a:pt x="1620" y="1818"/>
                  </a:lnTo>
                  <a:lnTo>
                    <a:pt x="1660" y="1818"/>
                  </a:lnTo>
                  <a:lnTo>
                    <a:pt x="1581" y="1858"/>
                  </a:lnTo>
                  <a:lnTo>
                    <a:pt x="1522" y="1877"/>
                  </a:lnTo>
                  <a:lnTo>
                    <a:pt x="1581" y="1838"/>
                  </a:lnTo>
                  <a:lnTo>
                    <a:pt x="1601" y="1818"/>
                  </a:lnTo>
                  <a:lnTo>
                    <a:pt x="1581" y="1818"/>
                  </a:lnTo>
                  <a:lnTo>
                    <a:pt x="1640" y="1798"/>
                  </a:lnTo>
                  <a:lnTo>
                    <a:pt x="1660" y="1798"/>
                  </a:lnTo>
                  <a:lnTo>
                    <a:pt x="1739" y="1739"/>
                  </a:lnTo>
                  <a:lnTo>
                    <a:pt x="1680" y="1759"/>
                  </a:lnTo>
                  <a:lnTo>
                    <a:pt x="1660" y="1779"/>
                  </a:lnTo>
                  <a:lnTo>
                    <a:pt x="1680" y="1779"/>
                  </a:lnTo>
                  <a:lnTo>
                    <a:pt x="1581" y="1798"/>
                  </a:lnTo>
                  <a:lnTo>
                    <a:pt x="1541" y="1798"/>
                  </a:lnTo>
                  <a:lnTo>
                    <a:pt x="1561" y="1779"/>
                  </a:lnTo>
                  <a:lnTo>
                    <a:pt x="1482" y="1818"/>
                  </a:lnTo>
                  <a:lnTo>
                    <a:pt x="1462" y="1798"/>
                  </a:lnTo>
                  <a:lnTo>
                    <a:pt x="1522" y="1779"/>
                  </a:lnTo>
                  <a:lnTo>
                    <a:pt x="1502" y="1779"/>
                  </a:lnTo>
                  <a:lnTo>
                    <a:pt x="1403" y="1798"/>
                  </a:lnTo>
                  <a:lnTo>
                    <a:pt x="1324" y="1858"/>
                  </a:lnTo>
                  <a:lnTo>
                    <a:pt x="1285" y="1877"/>
                  </a:lnTo>
                  <a:lnTo>
                    <a:pt x="1285" y="1877"/>
                  </a:lnTo>
                  <a:lnTo>
                    <a:pt x="1304" y="1858"/>
                  </a:lnTo>
                  <a:lnTo>
                    <a:pt x="1344" y="1838"/>
                  </a:lnTo>
                  <a:lnTo>
                    <a:pt x="1344" y="1818"/>
                  </a:lnTo>
                  <a:lnTo>
                    <a:pt x="1324" y="1818"/>
                  </a:lnTo>
                  <a:lnTo>
                    <a:pt x="1462" y="1759"/>
                  </a:lnTo>
                  <a:lnTo>
                    <a:pt x="1383" y="1779"/>
                  </a:lnTo>
                  <a:lnTo>
                    <a:pt x="1383" y="1779"/>
                  </a:lnTo>
                  <a:lnTo>
                    <a:pt x="1482" y="1739"/>
                  </a:lnTo>
                  <a:lnTo>
                    <a:pt x="1522" y="1719"/>
                  </a:lnTo>
                  <a:lnTo>
                    <a:pt x="1502" y="1739"/>
                  </a:lnTo>
                  <a:lnTo>
                    <a:pt x="1541" y="1739"/>
                  </a:lnTo>
                  <a:lnTo>
                    <a:pt x="1522" y="1759"/>
                  </a:lnTo>
                  <a:lnTo>
                    <a:pt x="1581" y="1739"/>
                  </a:lnTo>
                  <a:lnTo>
                    <a:pt x="1601" y="1739"/>
                  </a:lnTo>
                  <a:lnTo>
                    <a:pt x="1660" y="1680"/>
                  </a:lnTo>
                  <a:lnTo>
                    <a:pt x="1778" y="1621"/>
                  </a:lnTo>
                  <a:lnTo>
                    <a:pt x="1818" y="1621"/>
                  </a:lnTo>
                  <a:lnTo>
                    <a:pt x="1818" y="1601"/>
                  </a:lnTo>
                  <a:lnTo>
                    <a:pt x="1620" y="1680"/>
                  </a:lnTo>
                  <a:lnTo>
                    <a:pt x="1601" y="1680"/>
                  </a:lnTo>
                  <a:lnTo>
                    <a:pt x="1601" y="1660"/>
                  </a:lnTo>
                  <a:lnTo>
                    <a:pt x="1739" y="1621"/>
                  </a:lnTo>
                  <a:lnTo>
                    <a:pt x="1699" y="1621"/>
                  </a:lnTo>
                  <a:lnTo>
                    <a:pt x="1719" y="1601"/>
                  </a:lnTo>
                  <a:lnTo>
                    <a:pt x="1719" y="1601"/>
                  </a:lnTo>
                  <a:lnTo>
                    <a:pt x="1680" y="1621"/>
                  </a:lnTo>
                  <a:lnTo>
                    <a:pt x="1699" y="1601"/>
                  </a:lnTo>
                  <a:lnTo>
                    <a:pt x="1759" y="1561"/>
                  </a:lnTo>
                  <a:lnTo>
                    <a:pt x="1778" y="1561"/>
                  </a:lnTo>
                  <a:lnTo>
                    <a:pt x="1759" y="1581"/>
                  </a:lnTo>
                  <a:lnTo>
                    <a:pt x="1778" y="1581"/>
                  </a:lnTo>
                  <a:lnTo>
                    <a:pt x="1818" y="1561"/>
                  </a:lnTo>
                  <a:lnTo>
                    <a:pt x="1857" y="1542"/>
                  </a:lnTo>
                  <a:lnTo>
                    <a:pt x="1857" y="1532"/>
                  </a:lnTo>
                  <a:lnTo>
                    <a:pt x="1857" y="1532"/>
                  </a:lnTo>
                  <a:lnTo>
                    <a:pt x="1917" y="1502"/>
                  </a:lnTo>
                  <a:lnTo>
                    <a:pt x="1897" y="1502"/>
                  </a:lnTo>
                  <a:lnTo>
                    <a:pt x="1917" y="1482"/>
                  </a:lnTo>
                  <a:lnTo>
                    <a:pt x="1936" y="1463"/>
                  </a:lnTo>
                  <a:lnTo>
                    <a:pt x="1917" y="1463"/>
                  </a:lnTo>
                  <a:lnTo>
                    <a:pt x="1857" y="1482"/>
                  </a:lnTo>
                  <a:lnTo>
                    <a:pt x="1759" y="1502"/>
                  </a:lnTo>
                  <a:lnTo>
                    <a:pt x="1857" y="1463"/>
                  </a:lnTo>
                  <a:lnTo>
                    <a:pt x="1897" y="1443"/>
                  </a:lnTo>
                  <a:lnTo>
                    <a:pt x="1798" y="1482"/>
                  </a:lnTo>
                  <a:lnTo>
                    <a:pt x="1719" y="1502"/>
                  </a:lnTo>
                  <a:lnTo>
                    <a:pt x="1719" y="1502"/>
                  </a:lnTo>
                  <a:lnTo>
                    <a:pt x="1798" y="1463"/>
                  </a:lnTo>
                  <a:lnTo>
                    <a:pt x="1824" y="1456"/>
                  </a:lnTo>
                  <a:lnTo>
                    <a:pt x="1824" y="1456"/>
                  </a:lnTo>
                  <a:lnTo>
                    <a:pt x="1838" y="1443"/>
                  </a:lnTo>
                  <a:lnTo>
                    <a:pt x="1897" y="1403"/>
                  </a:lnTo>
                  <a:lnTo>
                    <a:pt x="1897" y="1403"/>
                  </a:lnTo>
                  <a:lnTo>
                    <a:pt x="1798" y="1432"/>
                  </a:lnTo>
                  <a:lnTo>
                    <a:pt x="1798" y="1432"/>
                  </a:lnTo>
                  <a:lnTo>
                    <a:pt x="1798" y="1443"/>
                  </a:lnTo>
                  <a:lnTo>
                    <a:pt x="1719" y="1463"/>
                  </a:lnTo>
                  <a:lnTo>
                    <a:pt x="1739" y="1443"/>
                  </a:lnTo>
                  <a:lnTo>
                    <a:pt x="1778" y="1423"/>
                  </a:lnTo>
                  <a:lnTo>
                    <a:pt x="1818" y="1403"/>
                  </a:lnTo>
                  <a:lnTo>
                    <a:pt x="1818" y="1403"/>
                  </a:lnTo>
                  <a:lnTo>
                    <a:pt x="1798" y="1423"/>
                  </a:lnTo>
                  <a:lnTo>
                    <a:pt x="1877" y="1403"/>
                  </a:lnTo>
                  <a:lnTo>
                    <a:pt x="1818" y="1403"/>
                  </a:lnTo>
                  <a:lnTo>
                    <a:pt x="1818" y="1384"/>
                  </a:lnTo>
                  <a:lnTo>
                    <a:pt x="1838" y="1384"/>
                  </a:lnTo>
                  <a:lnTo>
                    <a:pt x="1838" y="1364"/>
                  </a:lnTo>
                  <a:lnTo>
                    <a:pt x="1778" y="1384"/>
                  </a:lnTo>
                  <a:lnTo>
                    <a:pt x="1699" y="1423"/>
                  </a:lnTo>
                  <a:lnTo>
                    <a:pt x="1759" y="1384"/>
                  </a:lnTo>
                  <a:lnTo>
                    <a:pt x="1778" y="1384"/>
                  </a:lnTo>
                  <a:lnTo>
                    <a:pt x="1798" y="1364"/>
                  </a:lnTo>
                  <a:lnTo>
                    <a:pt x="1778" y="1364"/>
                  </a:lnTo>
                  <a:lnTo>
                    <a:pt x="1818" y="1344"/>
                  </a:lnTo>
                  <a:lnTo>
                    <a:pt x="1759" y="1344"/>
                  </a:lnTo>
                  <a:lnTo>
                    <a:pt x="1818" y="1324"/>
                  </a:lnTo>
                  <a:lnTo>
                    <a:pt x="1680" y="1324"/>
                  </a:lnTo>
                  <a:lnTo>
                    <a:pt x="1778" y="1305"/>
                  </a:lnTo>
                  <a:lnTo>
                    <a:pt x="1818" y="1305"/>
                  </a:lnTo>
                  <a:lnTo>
                    <a:pt x="1838" y="1285"/>
                  </a:lnTo>
                  <a:lnTo>
                    <a:pt x="1818" y="1285"/>
                  </a:lnTo>
                  <a:lnTo>
                    <a:pt x="1838" y="1265"/>
                  </a:lnTo>
                  <a:lnTo>
                    <a:pt x="1719" y="1305"/>
                  </a:lnTo>
                  <a:lnTo>
                    <a:pt x="1719" y="1285"/>
                  </a:lnTo>
                  <a:lnTo>
                    <a:pt x="1699" y="1285"/>
                  </a:lnTo>
                  <a:lnTo>
                    <a:pt x="1739" y="1265"/>
                  </a:lnTo>
                  <a:lnTo>
                    <a:pt x="1680" y="1265"/>
                  </a:lnTo>
                  <a:lnTo>
                    <a:pt x="1601" y="1305"/>
                  </a:lnTo>
                  <a:lnTo>
                    <a:pt x="1601" y="1285"/>
                  </a:lnTo>
                  <a:lnTo>
                    <a:pt x="1561" y="1305"/>
                  </a:lnTo>
                  <a:lnTo>
                    <a:pt x="1581" y="1324"/>
                  </a:lnTo>
                  <a:lnTo>
                    <a:pt x="1601" y="1324"/>
                  </a:lnTo>
                  <a:lnTo>
                    <a:pt x="1561" y="1344"/>
                  </a:lnTo>
                  <a:lnTo>
                    <a:pt x="1482" y="1364"/>
                  </a:lnTo>
                  <a:lnTo>
                    <a:pt x="1443" y="1384"/>
                  </a:lnTo>
                  <a:lnTo>
                    <a:pt x="1364" y="1403"/>
                  </a:lnTo>
                  <a:lnTo>
                    <a:pt x="1324" y="1384"/>
                  </a:lnTo>
                  <a:lnTo>
                    <a:pt x="1344" y="1364"/>
                  </a:lnTo>
                  <a:lnTo>
                    <a:pt x="1364" y="1344"/>
                  </a:lnTo>
                  <a:lnTo>
                    <a:pt x="1344" y="1344"/>
                  </a:lnTo>
                  <a:lnTo>
                    <a:pt x="1403" y="1324"/>
                  </a:lnTo>
                  <a:lnTo>
                    <a:pt x="1482" y="1324"/>
                  </a:lnTo>
                  <a:lnTo>
                    <a:pt x="1601" y="1285"/>
                  </a:lnTo>
                  <a:lnTo>
                    <a:pt x="1719" y="1245"/>
                  </a:lnTo>
                  <a:lnTo>
                    <a:pt x="1699" y="1245"/>
                  </a:lnTo>
                  <a:lnTo>
                    <a:pt x="1739" y="1226"/>
                  </a:lnTo>
                  <a:lnTo>
                    <a:pt x="1660" y="1226"/>
                  </a:lnTo>
                  <a:lnTo>
                    <a:pt x="1719" y="1206"/>
                  </a:lnTo>
                  <a:lnTo>
                    <a:pt x="1699" y="1186"/>
                  </a:lnTo>
                  <a:lnTo>
                    <a:pt x="1660" y="1186"/>
                  </a:lnTo>
                  <a:lnTo>
                    <a:pt x="1719" y="1166"/>
                  </a:lnTo>
                  <a:lnTo>
                    <a:pt x="1719" y="1147"/>
                  </a:lnTo>
                  <a:lnTo>
                    <a:pt x="1601" y="1147"/>
                  </a:lnTo>
                  <a:lnTo>
                    <a:pt x="1601" y="1127"/>
                  </a:lnTo>
                  <a:lnTo>
                    <a:pt x="1620" y="1127"/>
                  </a:lnTo>
                  <a:lnTo>
                    <a:pt x="1660" y="1107"/>
                  </a:lnTo>
                  <a:lnTo>
                    <a:pt x="1620" y="1107"/>
                  </a:lnTo>
                  <a:lnTo>
                    <a:pt x="1680" y="1068"/>
                  </a:lnTo>
                  <a:lnTo>
                    <a:pt x="1620" y="1068"/>
                  </a:lnTo>
                  <a:lnTo>
                    <a:pt x="1541" y="1087"/>
                  </a:lnTo>
                  <a:lnTo>
                    <a:pt x="1541" y="1087"/>
                  </a:lnTo>
                  <a:lnTo>
                    <a:pt x="1660" y="1048"/>
                  </a:lnTo>
                  <a:lnTo>
                    <a:pt x="1601" y="1028"/>
                  </a:lnTo>
                  <a:lnTo>
                    <a:pt x="1561" y="989"/>
                  </a:lnTo>
                  <a:lnTo>
                    <a:pt x="1581" y="989"/>
                  </a:lnTo>
                  <a:lnTo>
                    <a:pt x="1561" y="969"/>
                  </a:lnTo>
                  <a:lnTo>
                    <a:pt x="1522" y="949"/>
                  </a:lnTo>
                  <a:lnTo>
                    <a:pt x="1482" y="949"/>
                  </a:lnTo>
                  <a:lnTo>
                    <a:pt x="1482" y="929"/>
                  </a:lnTo>
                  <a:lnTo>
                    <a:pt x="1383" y="929"/>
                  </a:lnTo>
                  <a:lnTo>
                    <a:pt x="1265" y="969"/>
                  </a:lnTo>
                  <a:lnTo>
                    <a:pt x="1245" y="949"/>
                  </a:lnTo>
                  <a:lnTo>
                    <a:pt x="1285" y="949"/>
                  </a:lnTo>
                  <a:lnTo>
                    <a:pt x="1344" y="929"/>
                  </a:lnTo>
                  <a:lnTo>
                    <a:pt x="1423" y="910"/>
                  </a:lnTo>
                  <a:lnTo>
                    <a:pt x="1443" y="910"/>
                  </a:lnTo>
                  <a:lnTo>
                    <a:pt x="1443" y="890"/>
                  </a:lnTo>
                  <a:lnTo>
                    <a:pt x="1462" y="870"/>
                  </a:lnTo>
                  <a:lnTo>
                    <a:pt x="1482" y="870"/>
                  </a:lnTo>
                  <a:lnTo>
                    <a:pt x="1482" y="890"/>
                  </a:lnTo>
                  <a:lnTo>
                    <a:pt x="1561" y="890"/>
                  </a:lnTo>
                  <a:lnTo>
                    <a:pt x="1522" y="870"/>
                  </a:lnTo>
                  <a:lnTo>
                    <a:pt x="1522" y="850"/>
                  </a:lnTo>
                  <a:lnTo>
                    <a:pt x="1423" y="850"/>
                  </a:lnTo>
                  <a:lnTo>
                    <a:pt x="1403" y="831"/>
                  </a:lnTo>
                  <a:lnTo>
                    <a:pt x="1482" y="811"/>
                  </a:lnTo>
                  <a:lnTo>
                    <a:pt x="1443" y="811"/>
                  </a:lnTo>
                  <a:lnTo>
                    <a:pt x="1423" y="791"/>
                  </a:lnTo>
                  <a:lnTo>
                    <a:pt x="1482" y="791"/>
                  </a:lnTo>
                  <a:lnTo>
                    <a:pt x="1482" y="771"/>
                  </a:lnTo>
                  <a:lnTo>
                    <a:pt x="1482" y="751"/>
                  </a:lnTo>
                  <a:lnTo>
                    <a:pt x="1522" y="751"/>
                  </a:lnTo>
                  <a:lnTo>
                    <a:pt x="1482" y="732"/>
                  </a:lnTo>
                  <a:lnTo>
                    <a:pt x="1403" y="712"/>
                  </a:lnTo>
                  <a:lnTo>
                    <a:pt x="1423" y="712"/>
                  </a:lnTo>
                  <a:lnTo>
                    <a:pt x="1423" y="692"/>
                  </a:lnTo>
                  <a:lnTo>
                    <a:pt x="1462" y="692"/>
                  </a:lnTo>
                  <a:lnTo>
                    <a:pt x="1443" y="672"/>
                  </a:lnTo>
                  <a:lnTo>
                    <a:pt x="1482" y="672"/>
                  </a:lnTo>
                  <a:lnTo>
                    <a:pt x="1462" y="653"/>
                  </a:lnTo>
                  <a:lnTo>
                    <a:pt x="1423" y="653"/>
                  </a:lnTo>
                  <a:lnTo>
                    <a:pt x="1324" y="633"/>
                  </a:lnTo>
                  <a:lnTo>
                    <a:pt x="1344" y="633"/>
                  </a:lnTo>
                  <a:lnTo>
                    <a:pt x="1324" y="613"/>
                  </a:lnTo>
                  <a:lnTo>
                    <a:pt x="1225" y="613"/>
                  </a:lnTo>
                  <a:lnTo>
                    <a:pt x="1265" y="593"/>
                  </a:lnTo>
                  <a:lnTo>
                    <a:pt x="1324" y="593"/>
                  </a:lnTo>
                  <a:lnTo>
                    <a:pt x="1324" y="613"/>
                  </a:lnTo>
                  <a:lnTo>
                    <a:pt x="1403" y="593"/>
                  </a:lnTo>
                  <a:lnTo>
                    <a:pt x="1443" y="574"/>
                  </a:lnTo>
                  <a:lnTo>
                    <a:pt x="1443" y="554"/>
                  </a:lnTo>
                  <a:lnTo>
                    <a:pt x="1423" y="534"/>
                  </a:lnTo>
                  <a:lnTo>
                    <a:pt x="1403" y="514"/>
                  </a:lnTo>
                  <a:lnTo>
                    <a:pt x="1383" y="514"/>
                  </a:lnTo>
                  <a:lnTo>
                    <a:pt x="1443" y="495"/>
                  </a:lnTo>
                  <a:lnTo>
                    <a:pt x="1443" y="475"/>
                  </a:lnTo>
                  <a:lnTo>
                    <a:pt x="1443" y="455"/>
                  </a:lnTo>
                  <a:lnTo>
                    <a:pt x="1423" y="435"/>
                  </a:lnTo>
                  <a:lnTo>
                    <a:pt x="1383" y="435"/>
                  </a:lnTo>
                  <a:lnTo>
                    <a:pt x="1443" y="416"/>
                  </a:lnTo>
                  <a:lnTo>
                    <a:pt x="1344" y="416"/>
                  </a:lnTo>
                  <a:lnTo>
                    <a:pt x="1304" y="376"/>
                  </a:lnTo>
                  <a:lnTo>
                    <a:pt x="1265" y="356"/>
                  </a:lnTo>
                  <a:lnTo>
                    <a:pt x="1146" y="337"/>
                  </a:lnTo>
                  <a:lnTo>
                    <a:pt x="1206" y="337"/>
                  </a:lnTo>
                  <a:lnTo>
                    <a:pt x="1265" y="356"/>
                  </a:lnTo>
                  <a:lnTo>
                    <a:pt x="1225" y="337"/>
                  </a:lnTo>
                  <a:lnTo>
                    <a:pt x="1285" y="337"/>
                  </a:lnTo>
                  <a:lnTo>
                    <a:pt x="1304" y="317"/>
                  </a:lnTo>
                  <a:lnTo>
                    <a:pt x="1206" y="317"/>
                  </a:lnTo>
                  <a:lnTo>
                    <a:pt x="1146" y="297"/>
                  </a:lnTo>
                  <a:lnTo>
                    <a:pt x="1107" y="297"/>
                  </a:lnTo>
                  <a:lnTo>
                    <a:pt x="1107" y="277"/>
                  </a:lnTo>
                  <a:lnTo>
                    <a:pt x="1107" y="277"/>
                  </a:lnTo>
                  <a:lnTo>
                    <a:pt x="1067" y="238"/>
                  </a:lnTo>
                  <a:lnTo>
                    <a:pt x="1048" y="198"/>
                  </a:lnTo>
                  <a:lnTo>
                    <a:pt x="1048" y="159"/>
                  </a:lnTo>
                  <a:lnTo>
                    <a:pt x="1067" y="139"/>
                  </a:lnTo>
                  <a:lnTo>
                    <a:pt x="1107" y="139"/>
                  </a:lnTo>
                  <a:lnTo>
                    <a:pt x="1127" y="119"/>
                  </a:lnTo>
                  <a:lnTo>
                    <a:pt x="1107" y="100"/>
                  </a:lnTo>
                  <a:lnTo>
                    <a:pt x="1206" y="100"/>
                  </a:lnTo>
                  <a:lnTo>
                    <a:pt x="1225" y="80"/>
                  </a:lnTo>
                  <a:lnTo>
                    <a:pt x="1344" y="80"/>
                  </a:lnTo>
                  <a:lnTo>
                    <a:pt x="1265" y="60"/>
                  </a:lnTo>
                  <a:lnTo>
                    <a:pt x="1225" y="40"/>
                  </a:lnTo>
                  <a:lnTo>
                    <a:pt x="1206" y="40"/>
                  </a:lnTo>
                  <a:lnTo>
                    <a:pt x="10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5" name="Google Shape;7735;p29"/>
            <p:cNvSpPr/>
            <p:nvPr/>
          </p:nvSpPr>
          <p:spPr>
            <a:xfrm>
              <a:off x="-1397075" y="4099050"/>
              <a:ext cx="525" cy="525"/>
            </a:xfrm>
            <a:custGeom>
              <a:rect b="b" l="l" r="r" t="t"/>
              <a:pathLst>
                <a:path extrusionOk="0" h="21" w="21">
                  <a:moveTo>
                    <a:pt x="0" y="0"/>
                  </a:moveTo>
                  <a:lnTo>
                    <a:pt x="0" y="20"/>
                  </a:lnTo>
                  <a:lnTo>
                    <a:pt x="20"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6" name="Google Shape;7736;p29"/>
            <p:cNvSpPr/>
            <p:nvPr/>
          </p:nvSpPr>
          <p:spPr>
            <a:xfrm>
              <a:off x="-1430175" y="4082250"/>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7" name="Google Shape;7737;p29"/>
            <p:cNvSpPr/>
            <p:nvPr/>
          </p:nvSpPr>
          <p:spPr>
            <a:xfrm>
              <a:off x="-1409425" y="4106450"/>
              <a:ext cx="25" cy="25"/>
            </a:xfrm>
            <a:custGeom>
              <a:rect b="b" l="l" r="r" t="t"/>
              <a:pathLst>
                <a:path extrusionOk="0" h="1" w="1">
                  <a:moveTo>
                    <a:pt x="1" y="1"/>
                  </a:moveTo>
                  <a:lnTo>
                    <a:pt x="1" y="1"/>
                  </a:lnTo>
                  <a:lnTo>
                    <a:pt x="1" y="1"/>
                  </a:lnTo>
                  <a:lnTo>
                    <a:pt x="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8" name="Google Shape;7738;p29"/>
            <p:cNvSpPr/>
            <p:nvPr/>
          </p:nvSpPr>
          <p:spPr>
            <a:xfrm>
              <a:off x="-1243500" y="4136575"/>
              <a:ext cx="500" cy="25"/>
            </a:xfrm>
            <a:custGeom>
              <a:rect b="b" l="l" r="r" t="t"/>
              <a:pathLst>
                <a:path extrusionOk="0" h="1" w="20">
                  <a:moveTo>
                    <a:pt x="20" y="1"/>
                  </a:moveTo>
                  <a:lnTo>
                    <a:pt x="0" y="1"/>
                  </a:lnTo>
                  <a:lnTo>
                    <a:pt x="0" y="1"/>
                  </a:lnTo>
                  <a:lnTo>
                    <a:pt x="20" y="1"/>
                  </a:lnTo>
                  <a:lnTo>
                    <a:pt x="2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9" name="Google Shape;7739;p29"/>
            <p:cNvSpPr/>
            <p:nvPr/>
          </p:nvSpPr>
          <p:spPr>
            <a:xfrm>
              <a:off x="-1245000" y="4137075"/>
              <a:ext cx="25" cy="25"/>
            </a:xfrm>
            <a:custGeom>
              <a:rect b="b" l="l" r="r" t="t"/>
              <a:pathLst>
                <a:path extrusionOk="0" h="1" w="1">
                  <a:moveTo>
                    <a:pt x="1" y="0"/>
                  </a:moveTo>
                  <a:lnTo>
                    <a:pt x="1" y="0"/>
                  </a:lnTo>
                  <a:lnTo>
                    <a:pt x="1" y="0"/>
                  </a:lnTo>
                  <a:lnTo>
                    <a:pt x="1" y="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0" name="Google Shape;7740;p29"/>
            <p:cNvSpPr/>
            <p:nvPr/>
          </p:nvSpPr>
          <p:spPr>
            <a:xfrm>
              <a:off x="-1295850" y="4123725"/>
              <a:ext cx="53850" cy="43975"/>
            </a:xfrm>
            <a:custGeom>
              <a:rect b="b" l="l" r="r" t="t"/>
              <a:pathLst>
                <a:path extrusionOk="0" h="1759" w="2154">
                  <a:moveTo>
                    <a:pt x="1699" y="100"/>
                  </a:moveTo>
                  <a:lnTo>
                    <a:pt x="1699" y="139"/>
                  </a:lnTo>
                  <a:lnTo>
                    <a:pt x="1709" y="100"/>
                  </a:lnTo>
                  <a:close/>
                  <a:moveTo>
                    <a:pt x="1976" y="179"/>
                  </a:moveTo>
                  <a:lnTo>
                    <a:pt x="1956" y="278"/>
                  </a:lnTo>
                  <a:lnTo>
                    <a:pt x="1943" y="370"/>
                  </a:lnTo>
                  <a:lnTo>
                    <a:pt x="1956" y="317"/>
                  </a:lnTo>
                  <a:lnTo>
                    <a:pt x="1976" y="179"/>
                  </a:lnTo>
                  <a:close/>
                  <a:moveTo>
                    <a:pt x="1943" y="370"/>
                  </a:moveTo>
                  <a:lnTo>
                    <a:pt x="1936" y="396"/>
                  </a:lnTo>
                  <a:lnTo>
                    <a:pt x="1936" y="416"/>
                  </a:lnTo>
                  <a:lnTo>
                    <a:pt x="1943" y="370"/>
                  </a:lnTo>
                  <a:close/>
                  <a:moveTo>
                    <a:pt x="2045" y="455"/>
                  </a:moveTo>
                  <a:lnTo>
                    <a:pt x="2035" y="475"/>
                  </a:lnTo>
                  <a:lnTo>
                    <a:pt x="2035" y="495"/>
                  </a:lnTo>
                  <a:lnTo>
                    <a:pt x="2045" y="455"/>
                  </a:lnTo>
                  <a:close/>
                  <a:moveTo>
                    <a:pt x="2035" y="495"/>
                  </a:moveTo>
                  <a:lnTo>
                    <a:pt x="2022" y="534"/>
                  </a:lnTo>
                  <a:lnTo>
                    <a:pt x="2035" y="534"/>
                  </a:lnTo>
                  <a:lnTo>
                    <a:pt x="2035" y="495"/>
                  </a:lnTo>
                  <a:close/>
                  <a:moveTo>
                    <a:pt x="2134" y="198"/>
                  </a:moveTo>
                  <a:lnTo>
                    <a:pt x="2114" y="258"/>
                  </a:lnTo>
                  <a:lnTo>
                    <a:pt x="2114" y="238"/>
                  </a:lnTo>
                  <a:lnTo>
                    <a:pt x="2114" y="218"/>
                  </a:lnTo>
                  <a:lnTo>
                    <a:pt x="2094" y="258"/>
                  </a:lnTo>
                  <a:lnTo>
                    <a:pt x="2094" y="297"/>
                  </a:lnTo>
                  <a:lnTo>
                    <a:pt x="2074" y="337"/>
                  </a:lnTo>
                  <a:lnTo>
                    <a:pt x="2074" y="297"/>
                  </a:lnTo>
                  <a:lnTo>
                    <a:pt x="2074" y="278"/>
                  </a:lnTo>
                  <a:lnTo>
                    <a:pt x="2055" y="337"/>
                  </a:lnTo>
                  <a:lnTo>
                    <a:pt x="2055" y="317"/>
                  </a:lnTo>
                  <a:lnTo>
                    <a:pt x="2035" y="396"/>
                  </a:lnTo>
                  <a:lnTo>
                    <a:pt x="2015" y="455"/>
                  </a:lnTo>
                  <a:lnTo>
                    <a:pt x="2035" y="475"/>
                  </a:lnTo>
                  <a:lnTo>
                    <a:pt x="2035" y="455"/>
                  </a:lnTo>
                  <a:lnTo>
                    <a:pt x="2055" y="416"/>
                  </a:lnTo>
                  <a:lnTo>
                    <a:pt x="2045" y="455"/>
                  </a:lnTo>
                  <a:lnTo>
                    <a:pt x="2055" y="436"/>
                  </a:lnTo>
                  <a:lnTo>
                    <a:pt x="2055" y="475"/>
                  </a:lnTo>
                  <a:lnTo>
                    <a:pt x="2055" y="653"/>
                  </a:lnTo>
                  <a:lnTo>
                    <a:pt x="2035" y="811"/>
                  </a:lnTo>
                  <a:lnTo>
                    <a:pt x="2055" y="791"/>
                  </a:lnTo>
                  <a:lnTo>
                    <a:pt x="2042" y="923"/>
                  </a:lnTo>
                  <a:lnTo>
                    <a:pt x="2042" y="923"/>
                  </a:lnTo>
                  <a:lnTo>
                    <a:pt x="2055" y="870"/>
                  </a:lnTo>
                  <a:lnTo>
                    <a:pt x="2055" y="910"/>
                  </a:lnTo>
                  <a:lnTo>
                    <a:pt x="2055" y="929"/>
                  </a:lnTo>
                  <a:lnTo>
                    <a:pt x="2074" y="870"/>
                  </a:lnTo>
                  <a:lnTo>
                    <a:pt x="2074" y="890"/>
                  </a:lnTo>
                  <a:lnTo>
                    <a:pt x="2094" y="791"/>
                  </a:lnTo>
                  <a:lnTo>
                    <a:pt x="2094" y="771"/>
                  </a:lnTo>
                  <a:lnTo>
                    <a:pt x="2074" y="791"/>
                  </a:lnTo>
                  <a:lnTo>
                    <a:pt x="2094" y="732"/>
                  </a:lnTo>
                  <a:lnTo>
                    <a:pt x="2094" y="613"/>
                  </a:lnTo>
                  <a:lnTo>
                    <a:pt x="2094" y="594"/>
                  </a:lnTo>
                  <a:lnTo>
                    <a:pt x="2094" y="574"/>
                  </a:lnTo>
                  <a:lnTo>
                    <a:pt x="2074" y="613"/>
                  </a:lnTo>
                  <a:lnTo>
                    <a:pt x="2074" y="574"/>
                  </a:lnTo>
                  <a:lnTo>
                    <a:pt x="2074" y="554"/>
                  </a:lnTo>
                  <a:lnTo>
                    <a:pt x="2074" y="534"/>
                  </a:lnTo>
                  <a:lnTo>
                    <a:pt x="2094" y="416"/>
                  </a:lnTo>
                  <a:lnTo>
                    <a:pt x="2114" y="396"/>
                  </a:lnTo>
                  <a:lnTo>
                    <a:pt x="2094" y="436"/>
                  </a:lnTo>
                  <a:lnTo>
                    <a:pt x="2094" y="515"/>
                  </a:lnTo>
                  <a:lnTo>
                    <a:pt x="2114" y="475"/>
                  </a:lnTo>
                  <a:lnTo>
                    <a:pt x="2114" y="455"/>
                  </a:lnTo>
                  <a:lnTo>
                    <a:pt x="2134" y="376"/>
                  </a:lnTo>
                  <a:lnTo>
                    <a:pt x="2134" y="357"/>
                  </a:lnTo>
                  <a:lnTo>
                    <a:pt x="2153" y="278"/>
                  </a:lnTo>
                  <a:lnTo>
                    <a:pt x="2153" y="198"/>
                  </a:lnTo>
                  <a:lnTo>
                    <a:pt x="2134" y="278"/>
                  </a:lnTo>
                  <a:lnTo>
                    <a:pt x="2134" y="258"/>
                  </a:lnTo>
                  <a:lnTo>
                    <a:pt x="2134" y="198"/>
                  </a:lnTo>
                  <a:close/>
                  <a:moveTo>
                    <a:pt x="1815" y="935"/>
                  </a:moveTo>
                  <a:lnTo>
                    <a:pt x="1810" y="981"/>
                  </a:lnTo>
                  <a:lnTo>
                    <a:pt x="1798" y="969"/>
                  </a:lnTo>
                  <a:lnTo>
                    <a:pt x="1815" y="935"/>
                  </a:lnTo>
                  <a:close/>
                  <a:moveTo>
                    <a:pt x="2042" y="923"/>
                  </a:moveTo>
                  <a:lnTo>
                    <a:pt x="2035" y="949"/>
                  </a:lnTo>
                  <a:lnTo>
                    <a:pt x="2035" y="989"/>
                  </a:lnTo>
                  <a:lnTo>
                    <a:pt x="2042" y="923"/>
                  </a:lnTo>
                  <a:close/>
                  <a:moveTo>
                    <a:pt x="1947" y="898"/>
                  </a:moveTo>
                  <a:lnTo>
                    <a:pt x="1936" y="989"/>
                  </a:lnTo>
                  <a:lnTo>
                    <a:pt x="1936" y="949"/>
                  </a:lnTo>
                  <a:lnTo>
                    <a:pt x="1936" y="910"/>
                  </a:lnTo>
                  <a:lnTo>
                    <a:pt x="1947" y="898"/>
                  </a:lnTo>
                  <a:close/>
                  <a:moveTo>
                    <a:pt x="2035" y="989"/>
                  </a:moveTo>
                  <a:lnTo>
                    <a:pt x="2035" y="989"/>
                  </a:lnTo>
                  <a:lnTo>
                    <a:pt x="2035" y="989"/>
                  </a:lnTo>
                  <a:close/>
                  <a:moveTo>
                    <a:pt x="1995" y="989"/>
                  </a:moveTo>
                  <a:lnTo>
                    <a:pt x="1988" y="1044"/>
                  </a:lnTo>
                  <a:lnTo>
                    <a:pt x="1995" y="1028"/>
                  </a:lnTo>
                  <a:lnTo>
                    <a:pt x="1995" y="989"/>
                  </a:lnTo>
                  <a:close/>
                  <a:moveTo>
                    <a:pt x="1620" y="1127"/>
                  </a:moveTo>
                  <a:lnTo>
                    <a:pt x="1620" y="1147"/>
                  </a:lnTo>
                  <a:lnTo>
                    <a:pt x="1625" y="1132"/>
                  </a:lnTo>
                  <a:lnTo>
                    <a:pt x="1625" y="1132"/>
                  </a:lnTo>
                  <a:lnTo>
                    <a:pt x="1620" y="1127"/>
                  </a:lnTo>
                  <a:close/>
                  <a:moveTo>
                    <a:pt x="1818" y="1127"/>
                  </a:moveTo>
                  <a:lnTo>
                    <a:pt x="1808" y="1137"/>
                  </a:lnTo>
                  <a:lnTo>
                    <a:pt x="1818" y="1147"/>
                  </a:lnTo>
                  <a:lnTo>
                    <a:pt x="1818" y="1127"/>
                  </a:lnTo>
                  <a:close/>
                  <a:moveTo>
                    <a:pt x="1995" y="1166"/>
                  </a:moveTo>
                  <a:lnTo>
                    <a:pt x="1976" y="1186"/>
                  </a:lnTo>
                  <a:lnTo>
                    <a:pt x="1976" y="1206"/>
                  </a:lnTo>
                  <a:lnTo>
                    <a:pt x="1995" y="1166"/>
                  </a:lnTo>
                  <a:close/>
                  <a:moveTo>
                    <a:pt x="1857" y="1226"/>
                  </a:moveTo>
                  <a:lnTo>
                    <a:pt x="1857" y="1226"/>
                  </a:lnTo>
                  <a:lnTo>
                    <a:pt x="1857" y="1226"/>
                  </a:lnTo>
                  <a:close/>
                  <a:moveTo>
                    <a:pt x="1719" y="1087"/>
                  </a:moveTo>
                  <a:lnTo>
                    <a:pt x="1699" y="1107"/>
                  </a:lnTo>
                  <a:lnTo>
                    <a:pt x="1679" y="1226"/>
                  </a:lnTo>
                  <a:lnTo>
                    <a:pt x="1679" y="1324"/>
                  </a:lnTo>
                  <a:lnTo>
                    <a:pt x="1699" y="1245"/>
                  </a:lnTo>
                  <a:lnTo>
                    <a:pt x="1719" y="1206"/>
                  </a:lnTo>
                  <a:lnTo>
                    <a:pt x="1719" y="1087"/>
                  </a:lnTo>
                  <a:close/>
                  <a:moveTo>
                    <a:pt x="1482" y="1344"/>
                  </a:moveTo>
                  <a:lnTo>
                    <a:pt x="1482" y="1344"/>
                  </a:lnTo>
                  <a:lnTo>
                    <a:pt x="1482" y="1344"/>
                  </a:lnTo>
                  <a:close/>
                  <a:moveTo>
                    <a:pt x="277" y="1285"/>
                  </a:moveTo>
                  <a:lnTo>
                    <a:pt x="277" y="1305"/>
                  </a:lnTo>
                  <a:lnTo>
                    <a:pt x="277" y="1324"/>
                  </a:lnTo>
                  <a:lnTo>
                    <a:pt x="297" y="1384"/>
                  </a:lnTo>
                  <a:lnTo>
                    <a:pt x="277" y="1285"/>
                  </a:lnTo>
                  <a:close/>
                  <a:moveTo>
                    <a:pt x="1344" y="1364"/>
                  </a:moveTo>
                  <a:lnTo>
                    <a:pt x="1330" y="1403"/>
                  </a:lnTo>
                  <a:lnTo>
                    <a:pt x="1344" y="1403"/>
                  </a:lnTo>
                  <a:lnTo>
                    <a:pt x="1344" y="1364"/>
                  </a:lnTo>
                  <a:close/>
                  <a:moveTo>
                    <a:pt x="1442" y="1364"/>
                  </a:moveTo>
                  <a:lnTo>
                    <a:pt x="1462" y="1403"/>
                  </a:lnTo>
                  <a:lnTo>
                    <a:pt x="1462" y="1384"/>
                  </a:lnTo>
                  <a:lnTo>
                    <a:pt x="1442" y="1364"/>
                  </a:lnTo>
                  <a:close/>
                  <a:moveTo>
                    <a:pt x="1304" y="1403"/>
                  </a:moveTo>
                  <a:lnTo>
                    <a:pt x="1324" y="1423"/>
                  </a:lnTo>
                  <a:lnTo>
                    <a:pt x="1330" y="1403"/>
                  </a:lnTo>
                  <a:close/>
                  <a:moveTo>
                    <a:pt x="1482" y="1344"/>
                  </a:moveTo>
                  <a:lnTo>
                    <a:pt x="1462" y="1423"/>
                  </a:lnTo>
                  <a:lnTo>
                    <a:pt x="1482" y="1403"/>
                  </a:lnTo>
                  <a:lnTo>
                    <a:pt x="1482" y="1384"/>
                  </a:lnTo>
                  <a:lnTo>
                    <a:pt x="1482" y="1344"/>
                  </a:lnTo>
                  <a:close/>
                  <a:moveTo>
                    <a:pt x="1265" y="1443"/>
                  </a:moveTo>
                  <a:lnTo>
                    <a:pt x="1265" y="1463"/>
                  </a:lnTo>
                  <a:lnTo>
                    <a:pt x="1284" y="1482"/>
                  </a:lnTo>
                  <a:lnTo>
                    <a:pt x="1265" y="1443"/>
                  </a:lnTo>
                  <a:close/>
                  <a:moveTo>
                    <a:pt x="988" y="1522"/>
                  </a:moveTo>
                  <a:lnTo>
                    <a:pt x="968" y="1542"/>
                  </a:lnTo>
                  <a:lnTo>
                    <a:pt x="988" y="1561"/>
                  </a:lnTo>
                  <a:lnTo>
                    <a:pt x="988" y="1542"/>
                  </a:lnTo>
                  <a:lnTo>
                    <a:pt x="988" y="1522"/>
                  </a:lnTo>
                  <a:close/>
                  <a:moveTo>
                    <a:pt x="1166" y="1423"/>
                  </a:moveTo>
                  <a:lnTo>
                    <a:pt x="1146" y="1443"/>
                  </a:lnTo>
                  <a:lnTo>
                    <a:pt x="1146" y="1482"/>
                  </a:lnTo>
                  <a:lnTo>
                    <a:pt x="1166" y="1581"/>
                  </a:lnTo>
                  <a:lnTo>
                    <a:pt x="1186" y="1601"/>
                  </a:lnTo>
                  <a:lnTo>
                    <a:pt x="1186" y="1601"/>
                  </a:lnTo>
                  <a:lnTo>
                    <a:pt x="1166" y="1561"/>
                  </a:lnTo>
                  <a:lnTo>
                    <a:pt x="1166" y="1522"/>
                  </a:lnTo>
                  <a:lnTo>
                    <a:pt x="1186" y="1542"/>
                  </a:lnTo>
                  <a:lnTo>
                    <a:pt x="1166" y="1443"/>
                  </a:lnTo>
                  <a:lnTo>
                    <a:pt x="1166" y="1423"/>
                  </a:lnTo>
                  <a:close/>
                  <a:moveTo>
                    <a:pt x="949" y="1423"/>
                  </a:moveTo>
                  <a:lnTo>
                    <a:pt x="968" y="1443"/>
                  </a:lnTo>
                  <a:lnTo>
                    <a:pt x="968" y="1463"/>
                  </a:lnTo>
                  <a:lnTo>
                    <a:pt x="988" y="1522"/>
                  </a:lnTo>
                  <a:lnTo>
                    <a:pt x="988" y="1463"/>
                  </a:lnTo>
                  <a:lnTo>
                    <a:pt x="1008" y="1502"/>
                  </a:lnTo>
                  <a:lnTo>
                    <a:pt x="1008" y="1621"/>
                  </a:lnTo>
                  <a:lnTo>
                    <a:pt x="988" y="1561"/>
                  </a:lnTo>
                  <a:lnTo>
                    <a:pt x="988" y="1561"/>
                  </a:lnTo>
                  <a:lnTo>
                    <a:pt x="1008" y="1640"/>
                  </a:lnTo>
                  <a:lnTo>
                    <a:pt x="988" y="1621"/>
                  </a:lnTo>
                  <a:lnTo>
                    <a:pt x="968" y="1621"/>
                  </a:lnTo>
                  <a:lnTo>
                    <a:pt x="968" y="1640"/>
                  </a:lnTo>
                  <a:lnTo>
                    <a:pt x="949" y="1463"/>
                  </a:lnTo>
                  <a:lnTo>
                    <a:pt x="949" y="1423"/>
                  </a:lnTo>
                  <a:close/>
                  <a:moveTo>
                    <a:pt x="534" y="1700"/>
                  </a:moveTo>
                  <a:lnTo>
                    <a:pt x="534" y="1700"/>
                  </a:lnTo>
                  <a:lnTo>
                    <a:pt x="534" y="1700"/>
                  </a:lnTo>
                  <a:close/>
                  <a:moveTo>
                    <a:pt x="652" y="1700"/>
                  </a:moveTo>
                  <a:lnTo>
                    <a:pt x="652" y="1700"/>
                  </a:lnTo>
                  <a:lnTo>
                    <a:pt x="652" y="1700"/>
                  </a:lnTo>
                  <a:close/>
                  <a:moveTo>
                    <a:pt x="534" y="1700"/>
                  </a:moveTo>
                  <a:lnTo>
                    <a:pt x="534" y="1700"/>
                  </a:lnTo>
                  <a:lnTo>
                    <a:pt x="534" y="1700"/>
                  </a:lnTo>
                  <a:close/>
                  <a:moveTo>
                    <a:pt x="652" y="1700"/>
                  </a:moveTo>
                  <a:lnTo>
                    <a:pt x="652" y="1700"/>
                  </a:lnTo>
                  <a:lnTo>
                    <a:pt x="652" y="1700"/>
                  </a:lnTo>
                  <a:close/>
                  <a:moveTo>
                    <a:pt x="1521" y="1"/>
                  </a:moveTo>
                  <a:lnTo>
                    <a:pt x="1502" y="40"/>
                  </a:lnTo>
                  <a:lnTo>
                    <a:pt x="1482" y="119"/>
                  </a:lnTo>
                  <a:lnTo>
                    <a:pt x="1462" y="119"/>
                  </a:lnTo>
                  <a:lnTo>
                    <a:pt x="1462" y="80"/>
                  </a:lnTo>
                  <a:lnTo>
                    <a:pt x="1442" y="139"/>
                  </a:lnTo>
                  <a:lnTo>
                    <a:pt x="1442" y="218"/>
                  </a:lnTo>
                  <a:lnTo>
                    <a:pt x="1462" y="278"/>
                  </a:lnTo>
                  <a:lnTo>
                    <a:pt x="1462" y="238"/>
                  </a:lnTo>
                  <a:lnTo>
                    <a:pt x="1482" y="218"/>
                  </a:lnTo>
                  <a:lnTo>
                    <a:pt x="1482" y="278"/>
                  </a:lnTo>
                  <a:lnTo>
                    <a:pt x="1482" y="357"/>
                  </a:lnTo>
                  <a:lnTo>
                    <a:pt x="1482" y="396"/>
                  </a:lnTo>
                  <a:lnTo>
                    <a:pt x="1482" y="495"/>
                  </a:lnTo>
                  <a:lnTo>
                    <a:pt x="1462" y="515"/>
                  </a:lnTo>
                  <a:lnTo>
                    <a:pt x="1462" y="436"/>
                  </a:lnTo>
                  <a:lnTo>
                    <a:pt x="1462" y="396"/>
                  </a:lnTo>
                  <a:lnTo>
                    <a:pt x="1462" y="297"/>
                  </a:lnTo>
                  <a:lnTo>
                    <a:pt x="1442" y="376"/>
                  </a:lnTo>
                  <a:lnTo>
                    <a:pt x="1442" y="436"/>
                  </a:lnTo>
                  <a:lnTo>
                    <a:pt x="1423" y="436"/>
                  </a:lnTo>
                  <a:lnTo>
                    <a:pt x="1423" y="455"/>
                  </a:lnTo>
                  <a:lnTo>
                    <a:pt x="1423" y="495"/>
                  </a:lnTo>
                  <a:lnTo>
                    <a:pt x="1403" y="416"/>
                  </a:lnTo>
                  <a:lnTo>
                    <a:pt x="1423" y="436"/>
                  </a:lnTo>
                  <a:lnTo>
                    <a:pt x="1423" y="396"/>
                  </a:lnTo>
                  <a:lnTo>
                    <a:pt x="1423" y="357"/>
                  </a:lnTo>
                  <a:lnTo>
                    <a:pt x="1423" y="297"/>
                  </a:lnTo>
                  <a:lnTo>
                    <a:pt x="1423" y="218"/>
                  </a:lnTo>
                  <a:lnTo>
                    <a:pt x="1442" y="100"/>
                  </a:lnTo>
                  <a:lnTo>
                    <a:pt x="1423" y="100"/>
                  </a:lnTo>
                  <a:lnTo>
                    <a:pt x="1423" y="60"/>
                  </a:lnTo>
                  <a:lnTo>
                    <a:pt x="1403" y="100"/>
                  </a:lnTo>
                  <a:lnTo>
                    <a:pt x="1383" y="159"/>
                  </a:lnTo>
                  <a:lnTo>
                    <a:pt x="1383" y="100"/>
                  </a:lnTo>
                  <a:lnTo>
                    <a:pt x="1363" y="100"/>
                  </a:lnTo>
                  <a:lnTo>
                    <a:pt x="1344" y="139"/>
                  </a:lnTo>
                  <a:lnTo>
                    <a:pt x="1344" y="80"/>
                  </a:lnTo>
                  <a:lnTo>
                    <a:pt x="1324" y="60"/>
                  </a:lnTo>
                  <a:lnTo>
                    <a:pt x="1324" y="80"/>
                  </a:lnTo>
                  <a:lnTo>
                    <a:pt x="1304" y="119"/>
                  </a:lnTo>
                  <a:lnTo>
                    <a:pt x="1284" y="179"/>
                  </a:lnTo>
                  <a:lnTo>
                    <a:pt x="1265" y="179"/>
                  </a:lnTo>
                  <a:lnTo>
                    <a:pt x="1265" y="139"/>
                  </a:lnTo>
                  <a:lnTo>
                    <a:pt x="1245" y="119"/>
                  </a:lnTo>
                  <a:lnTo>
                    <a:pt x="1245" y="159"/>
                  </a:lnTo>
                  <a:lnTo>
                    <a:pt x="1225" y="119"/>
                  </a:lnTo>
                  <a:lnTo>
                    <a:pt x="1225" y="139"/>
                  </a:lnTo>
                  <a:lnTo>
                    <a:pt x="1205" y="159"/>
                  </a:lnTo>
                  <a:lnTo>
                    <a:pt x="1205" y="100"/>
                  </a:lnTo>
                  <a:lnTo>
                    <a:pt x="1186" y="100"/>
                  </a:lnTo>
                  <a:lnTo>
                    <a:pt x="1186" y="139"/>
                  </a:lnTo>
                  <a:lnTo>
                    <a:pt x="1166" y="218"/>
                  </a:lnTo>
                  <a:lnTo>
                    <a:pt x="1166" y="119"/>
                  </a:lnTo>
                  <a:lnTo>
                    <a:pt x="1107" y="179"/>
                  </a:lnTo>
                  <a:lnTo>
                    <a:pt x="1047" y="218"/>
                  </a:lnTo>
                  <a:lnTo>
                    <a:pt x="1047" y="179"/>
                  </a:lnTo>
                  <a:lnTo>
                    <a:pt x="1028" y="198"/>
                  </a:lnTo>
                  <a:lnTo>
                    <a:pt x="1008" y="238"/>
                  </a:lnTo>
                  <a:lnTo>
                    <a:pt x="988" y="278"/>
                  </a:lnTo>
                  <a:lnTo>
                    <a:pt x="968" y="317"/>
                  </a:lnTo>
                  <a:lnTo>
                    <a:pt x="968" y="376"/>
                  </a:lnTo>
                  <a:lnTo>
                    <a:pt x="988" y="495"/>
                  </a:lnTo>
                  <a:lnTo>
                    <a:pt x="988" y="515"/>
                  </a:lnTo>
                  <a:lnTo>
                    <a:pt x="968" y="475"/>
                  </a:lnTo>
                  <a:lnTo>
                    <a:pt x="968" y="436"/>
                  </a:lnTo>
                  <a:lnTo>
                    <a:pt x="968" y="416"/>
                  </a:lnTo>
                  <a:lnTo>
                    <a:pt x="949" y="317"/>
                  </a:lnTo>
                  <a:lnTo>
                    <a:pt x="929" y="297"/>
                  </a:lnTo>
                  <a:lnTo>
                    <a:pt x="929" y="317"/>
                  </a:lnTo>
                  <a:lnTo>
                    <a:pt x="909" y="317"/>
                  </a:lnTo>
                  <a:lnTo>
                    <a:pt x="909" y="297"/>
                  </a:lnTo>
                  <a:lnTo>
                    <a:pt x="909" y="258"/>
                  </a:lnTo>
                  <a:lnTo>
                    <a:pt x="929" y="238"/>
                  </a:lnTo>
                  <a:lnTo>
                    <a:pt x="929" y="198"/>
                  </a:lnTo>
                  <a:lnTo>
                    <a:pt x="909" y="238"/>
                  </a:lnTo>
                  <a:lnTo>
                    <a:pt x="889" y="238"/>
                  </a:lnTo>
                  <a:lnTo>
                    <a:pt x="889" y="278"/>
                  </a:lnTo>
                  <a:lnTo>
                    <a:pt x="889" y="297"/>
                  </a:lnTo>
                  <a:lnTo>
                    <a:pt x="870" y="376"/>
                  </a:lnTo>
                  <a:lnTo>
                    <a:pt x="870" y="357"/>
                  </a:lnTo>
                  <a:lnTo>
                    <a:pt x="850" y="357"/>
                  </a:lnTo>
                  <a:lnTo>
                    <a:pt x="830" y="337"/>
                  </a:lnTo>
                  <a:lnTo>
                    <a:pt x="830" y="278"/>
                  </a:lnTo>
                  <a:lnTo>
                    <a:pt x="810" y="297"/>
                  </a:lnTo>
                  <a:lnTo>
                    <a:pt x="810" y="278"/>
                  </a:lnTo>
                  <a:lnTo>
                    <a:pt x="771" y="278"/>
                  </a:lnTo>
                  <a:lnTo>
                    <a:pt x="751" y="258"/>
                  </a:lnTo>
                  <a:lnTo>
                    <a:pt x="751" y="238"/>
                  </a:lnTo>
                  <a:lnTo>
                    <a:pt x="731" y="278"/>
                  </a:lnTo>
                  <a:lnTo>
                    <a:pt x="712" y="357"/>
                  </a:lnTo>
                  <a:lnTo>
                    <a:pt x="731" y="357"/>
                  </a:lnTo>
                  <a:lnTo>
                    <a:pt x="731" y="416"/>
                  </a:lnTo>
                  <a:lnTo>
                    <a:pt x="731" y="455"/>
                  </a:lnTo>
                  <a:lnTo>
                    <a:pt x="712" y="416"/>
                  </a:lnTo>
                  <a:lnTo>
                    <a:pt x="712" y="376"/>
                  </a:lnTo>
                  <a:lnTo>
                    <a:pt x="692" y="337"/>
                  </a:lnTo>
                  <a:lnTo>
                    <a:pt x="672" y="297"/>
                  </a:lnTo>
                  <a:lnTo>
                    <a:pt x="672" y="317"/>
                  </a:lnTo>
                  <a:lnTo>
                    <a:pt x="652" y="376"/>
                  </a:lnTo>
                  <a:lnTo>
                    <a:pt x="652" y="337"/>
                  </a:lnTo>
                  <a:lnTo>
                    <a:pt x="652" y="297"/>
                  </a:lnTo>
                  <a:lnTo>
                    <a:pt x="633" y="278"/>
                  </a:lnTo>
                  <a:lnTo>
                    <a:pt x="633" y="297"/>
                  </a:lnTo>
                  <a:lnTo>
                    <a:pt x="633" y="337"/>
                  </a:lnTo>
                  <a:lnTo>
                    <a:pt x="613" y="455"/>
                  </a:lnTo>
                  <a:lnTo>
                    <a:pt x="613" y="495"/>
                  </a:lnTo>
                  <a:lnTo>
                    <a:pt x="593" y="554"/>
                  </a:lnTo>
                  <a:lnTo>
                    <a:pt x="593" y="495"/>
                  </a:lnTo>
                  <a:lnTo>
                    <a:pt x="573" y="475"/>
                  </a:lnTo>
                  <a:lnTo>
                    <a:pt x="573" y="436"/>
                  </a:lnTo>
                  <a:lnTo>
                    <a:pt x="593" y="455"/>
                  </a:lnTo>
                  <a:lnTo>
                    <a:pt x="593" y="436"/>
                  </a:lnTo>
                  <a:lnTo>
                    <a:pt x="573" y="357"/>
                  </a:lnTo>
                  <a:lnTo>
                    <a:pt x="554" y="337"/>
                  </a:lnTo>
                  <a:lnTo>
                    <a:pt x="514" y="337"/>
                  </a:lnTo>
                  <a:lnTo>
                    <a:pt x="494" y="376"/>
                  </a:lnTo>
                  <a:lnTo>
                    <a:pt x="475" y="376"/>
                  </a:lnTo>
                  <a:lnTo>
                    <a:pt x="475" y="396"/>
                  </a:lnTo>
                  <a:lnTo>
                    <a:pt x="435" y="357"/>
                  </a:lnTo>
                  <a:lnTo>
                    <a:pt x="396" y="357"/>
                  </a:lnTo>
                  <a:lnTo>
                    <a:pt x="376" y="376"/>
                  </a:lnTo>
                  <a:lnTo>
                    <a:pt x="376" y="416"/>
                  </a:lnTo>
                  <a:lnTo>
                    <a:pt x="356" y="376"/>
                  </a:lnTo>
                  <a:lnTo>
                    <a:pt x="356" y="455"/>
                  </a:lnTo>
                  <a:lnTo>
                    <a:pt x="336" y="515"/>
                  </a:lnTo>
                  <a:lnTo>
                    <a:pt x="336" y="554"/>
                  </a:lnTo>
                  <a:lnTo>
                    <a:pt x="336" y="673"/>
                  </a:lnTo>
                  <a:lnTo>
                    <a:pt x="317" y="613"/>
                  </a:lnTo>
                  <a:lnTo>
                    <a:pt x="297" y="594"/>
                  </a:lnTo>
                  <a:lnTo>
                    <a:pt x="297" y="534"/>
                  </a:lnTo>
                  <a:lnTo>
                    <a:pt x="277" y="515"/>
                  </a:lnTo>
                  <a:lnTo>
                    <a:pt x="277" y="534"/>
                  </a:lnTo>
                  <a:lnTo>
                    <a:pt x="297" y="613"/>
                  </a:lnTo>
                  <a:lnTo>
                    <a:pt x="297" y="673"/>
                  </a:lnTo>
                  <a:lnTo>
                    <a:pt x="297" y="692"/>
                  </a:lnTo>
                  <a:lnTo>
                    <a:pt x="297" y="712"/>
                  </a:lnTo>
                  <a:lnTo>
                    <a:pt x="257" y="771"/>
                  </a:lnTo>
                  <a:lnTo>
                    <a:pt x="238" y="811"/>
                  </a:lnTo>
                  <a:lnTo>
                    <a:pt x="198" y="831"/>
                  </a:lnTo>
                  <a:lnTo>
                    <a:pt x="159" y="811"/>
                  </a:lnTo>
                  <a:lnTo>
                    <a:pt x="159" y="791"/>
                  </a:lnTo>
                  <a:lnTo>
                    <a:pt x="139" y="791"/>
                  </a:lnTo>
                  <a:lnTo>
                    <a:pt x="139" y="771"/>
                  </a:lnTo>
                  <a:lnTo>
                    <a:pt x="119" y="732"/>
                  </a:lnTo>
                  <a:lnTo>
                    <a:pt x="119" y="771"/>
                  </a:lnTo>
                  <a:lnTo>
                    <a:pt x="119" y="791"/>
                  </a:lnTo>
                  <a:lnTo>
                    <a:pt x="99" y="752"/>
                  </a:lnTo>
                  <a:lnTo>
                    <a:pt x="99" y="732"/>
                  </a:lnTo>
                  <a:lnTo>
                    <a:pt x="79" y="732"/>
                  </a:lnTo>
                  <a:lnTo>
                    <a:pt x="60" y="712"/>
                  </a:lnTo>
                  <a:lnTo>
                    <a:pt x="60" y="692"/>
                  </a:lnTo>
                  <a:lnTo>
                    <a:pt x="40" y="712"/>
                  </a:lnTo>
                  <a:lnTo>
                    <a:pt x="0" y="574"/>
                  </a:lnTo>
                  <a:lnTo>
                    <a:pt x="0" y="653"/>
                  </a:lnTo>
                  <a:lnTo>
                    <a:pt x="20" y="712"/>
                  </a:lnTo>
                  <a:lnTo>
                    <a:pt x="20" y="732"/>
                  </a:lnTo>
                  <a:lnTo>
                    <a:pt x="60" y="890"/>
                  </a:lnTo>
                  <a:lnTo>
                    <a:pt x="119" y="1048"/>
                  </a:lnTo>
                  <a:lnTo>
                    <a:pt x="139" y="1107"/>
                  </a:lnTo>
                  <a:lnTo>
                    <a:pt x="178" y="1166"/>
                  </a:lnTo>
                  <a:lnTo>
                    <a:pt x="159" y="1127"/>
                  </a:lnTo>
                  <a:lnTo>
                    <a:pt x="159" y="1127"/>
                  </a:lnTo>
                  <a:lnTo>
                    <a:pt x="178" y="1147"/>
                  </a:lnTo>
                  <a:lnTo>
                    <a:pt x="198" y="1186"/>
                  </a:lnTo>
                  <a:lnTo>
                    <a:pt x="198" y="1147"/>
                  </a:lnTo>
                  <a:lnTo>
                    <a:pt x="218" y="1206"/>
                  </a:lnTo>
                  <a:lnTo>
                    <a:pt x="238" y="1285"/>
                  </a:lnTo>
                  <a:lnTo>
                    <a:pt x="238" y="1265"/>
                  </a:lnTo>
                  <a:lnTo>
                    <a:pt x="238" y="1245"/>
                  </a:lnTo>
                  <a:lnTo>
                    <a:pt x="257" y="1285"/>
                  </a:lnTo>
                  <a:lnTo>
                    <a:pt x="257" y="1324"/>
                  </a:lnTo>
                  <a:lnTo>
                    <a:pt x="277" y="1305"/>
                  </a:lnTo>
                  <a:lnTo>
                    <a:pt x="257" y="1226"/>
                  </a:lnTo>
                  <a:lnTo>
                    <a:pt x="257" y="1186"/>
                  </a:lnTo>
                  <a:lnTo>
                    <a:pt x="277" y="1226"/>
                  </a:lnTo>
                  <a:lnTo>
                    <a:pt x="297" y="1285"/>
                  </a:lnTo>
                  <a:lnTo>
                    <a:pt x="297" y="1364"/>
                  </a:lnTo>
                  <a:lnTo>
                    <a:pt x="317" y="1384"/>
                  </a:lnTo>
                  <a:lnTo>
                    <a:pt x="336" y="1384"/>
                  </a:lnTo>
                  <a:lnTo>
                    <a:pt x="336" y="1423"/>
                  </a:lnTo>
                  <a:lnTo>
                    <a:pt x="356" y="1482"/>
                  </a:lnTo>
                  <a:lnTo>
                    <a:pt x="356" y="1443"/>
                  </a:lnTo>
                  <a:lnTo>
                    <a:pt x="356" y="1423"/>
                  </a:lnTo>
                  <a:lnTo>
                    <a:pt x="376" y="1443"/>
                  </a:lnTo>
                  <a:lnTo>
                    <a:pt x="376" y="1463"/>
                  </a:lnTo>
                  <a:lnTo>
                    <a:pt x="396" y="1522"/>
                  </a:lnTo>
                  <a:lnTo>
                    <a:pt x="415" y="1561"/>
                  </a:lnTo>
                  <a:lnTo>
                    <a:pt x="415" y="1522"/>
                  </a:lnTo>
                  <a:lnTo>
                    <a:pt x="415" y="1463"/>
                  </a:lnTo>
                  <a:lnTo>
                    <a:pt x="435" y="1522"/>
                  </a:lnTo>
                  <a:lnTo>
                    <a:pt x="415" y="1423"/>
                  </a:lnTo>
                  <a:lnTo>
                    <a:pt x="396" y="1344"/>
                  </a:lnTo>
                  <a:lnTo>
                    <a:pt x="435" y="1443"/>
                  </a:lnTo>
                  <a:lnTo>
                    <a:pt x="455" y="1561"/>
                  </a:lnTo>
                  <a:lnTo>
                    <a:pt x="455" y="1502"/>
                  </a:lnTo>
                  <a:lnTo>
                    <a:pt x="475" y="1542"/>
                  </a:lnTo>
                  <a:lnTo>
                    <a:pt x="475" y="1581"/>
                  </a:lnTo>
                  <a:lnTo>
                    <a:pt x="494" y="1640"/>
                  </a:lnTo>
                  <a:lnTo>
                    <a:pt x="494" y="1621"/>
                  </a:lnTo>
                  <a:lnTo>
                    <a:pt x="514" y="1660"/>
                  </a:lnTo>
                  <a:lnTo>
                    <a:pt x="514" y="1621"/>
                  </a:lnTo>
                  <a:lnTo>
                    <a:pt x="534" y="1700"/>
                  </a:lnTo>
                  <a:lnTo>
                    <a:pt x="534" y="1660"/>
                  </a:lnTo>
                  <a:lnTo>
                    <a:pt x="554" y="1680"/>
                  </a:lnTo>
                  <a:lnTo>
                    <a:pt x="554" y="1660"/>
                  </a:lnTo>
                  <a:lnTo>
                    <a:pt x="573" y="1700"/>
                  </a:lnTo>
                  <a:lnTo>
                    <a:pt x="573" y="1700"/>
                  </a:lnTo>
                  <a:lnTo>
                    <a:pt x="554" y="1621"/>
                  </a:lnTo>
                  <a:lnTo>
                    <a:pt x="573" y="1640"/>
                  </a:lnTo>
                  <a:lnTo>
                    <a:pt x="593" y="1700"/>
                  </a:lnTo>
                  <a:lnTo>
                    <a:pt x="554" y="1522"/>
                  </a:lnTo>
                  <a:lnTo>
                    <a:pt x="573" y="1581"/>
                  </a:lnTo>
                  <a:lnTo>
                    <a:pt x="593" y="1660"/>
                  </a:lnTo>
                  <a:lnTo>
                    <a:pt x="613" y="1759"/>
                  </a:lnTo>
                  <a:lnTo>
                    <a:pt x="613" y="1739"/>
                  </a:lnTo>
                  <a:lnTo>
                    <a:pt x="633" y="1759"/>
                  </a:lnTo>
                  <a:lnTo>
                    <a:pt x="633" y="1759"/>
                  </a:lnTo>
                  <a:lnTo>
                    <a:pt x="613" y="1660"/>
                  </a:lnTo>
                  <a:lnTo>
                    <a:pt x="613" y="1700"/>
                  </a:lnTo>
                  <a:lnTo>
                    <a:pt x="593" y="1640"/>
                  </a:lnTo>
                  <a:lnTo>
                    <a:pt x="593" y="1561"/>
                  </a:lnTo>
                  <a:lnTo>
                    <a:pt x="593" y="1463"/>
                  </a:lnTo>
                  <a:lnTo>
                    <a:pt x="613" y="1522"/>
                  </a:lnTo>
                  <a:lnTo>
                    <a:pt x="633" y="1640"/>
                  </a:lnTo>
                  <a:lnTo>
                    <a:pt x="633" y="1621"/>
                  </a:lnTo>
                  <a:lnTo>
                    <a:pt x="652" y="1700"/>
                  </a:lnTo>
                  <a:lnTo>
                    <a:pt x="633" y="1601"/>
                  </a:lnTo>
                  <a:lnTo>
                    <a:pt x="652" y="1581"/>
                  </a:lnTo>
                  <a:lnTo>
                    <a:pt x="652" y="1601"/>
                  </a:lnTo>
                  <a:lnTo>
                    <a:pt x="672" y="1660"/>
                  </a:lnTo>
                  <a:lnTo>
                    <a:pt x="672" y="1680"/>
                  </a:lnTo>
                  <a:lnTo>
                    <a:pt x="692" y="1700"/>
                  </a:lnTo>
                  <a:lnTo>
                    <a:pt x="712" y="1719"/>
                  </a:lnTo>
                  <a:lnTo>
                    <a:pt x="712" y="1700"/>
                  </a:lnTo>
                  <a:lnTo>
                    <a:pt x="672" y="1463"/>
                  </a:lnTo>
                  <a:lnTo>
                    <a:pt x="692" y="1482"/>
                  </a:lnTo>
                  <a:lnTo>
                    <a:pt x="692" y="1463"/>
                  </a:lnTo>
                  <a:lnTo>
                    <a:pt x="712" y="1522"/>
                  </a:lnTo>
                  <a:lnTo>
                    <a:pt x="712" y="1581"/>
                  </a:lnTo>
                  <a:lnTo>
                    <a:pt x="731" y="1680"/>
                  </a:lnTo>
                  <a:lnTo>
                    <a:pt x="751" y="1660"/>
                  </a:lnTo>
                  <a:lnTo>
                    <a:pt x="751" y="1739"/>
                  </a:lnTo>
                  <a:lnTo>
                    <a:pt x="771" y="1739"/>
                  </a:lnTo>
                  <a:lnTo>
                    <a:pt x="771" y="1680"/>
                  </a:lnTo>
                  <a:lnTo>
                    <a:pt x="791" y="1739"/>
                  </a:lnTo>
                  <a:lnTo>
                    <a:pt x="810" y="1759"/>
                  </a:lnTo>
                  <a:lnTo>
                    <a:pt x="810" y="1759"/>
                  </a:lnTo>
                  <a:lnTo>
                    <a:pt x="791" y="1700"/>
                  </a:lnTo>
                  <a:lnTo>
                    <a:pt x="791" y="1680"/>
                  </a:lnTo>
                  <a:lnTo>
                    <a:pt x="810" y="1700"/>
                  </a:lnTo>
                  <a:lnTo>
                    <a:pt x="810" y="1739"/>
                  </a:lnTo>
                  <a:lnTo>
                    <a:pt x="830" y="1739"/>
                  </a:lnTo>
                  <a:lnTo>
                    <a:pt x="830" y="1700"/>
                  </a:lnTo>
                  <a:lnTo>
                    <a:pt x="810" y="1601"/>
                  </a:lnTo>
                  <a:lnTo>
                    <a:pt x="830" y="1601"/>
                  </a:lnTo>
                  <a:lnTo>
                    <a:pt x="830" y="1621"/>
                  </a:lnTo>
                  <a:lnTo>
                    <a:pt x="850" y="1680"/>
                  </a:lnTo>
                  <a:lnTo>
                    <a:pt x="850" y="1660"/>
                  </a:lnTo>
                  <a:lnTo>
                    <a:pt x="870" y="1680"/>
                  </a:lnTo>
                  <a:lnTo>
                    <a:pt x="870" y="1463"/>
                  </a:lnTo>
                  <a:lnTo>
                    <a:pt x="830" y="1245"/>
                  </a:lnTo>
                  <a:lnTo>
                    <a:pt x="850" y="1285"/>
                  </a:lnTo>
                  <a:lnTo>
                    <a:pt x="870" y="1324"/>
                  </a:lnTo>
                  <a:lnTo>
                    <a:pt x="889" y="1403"/>
                  </a:lnTo>
                  <a:lnTo>
                    <a:pt x="889" y="1463"/>
                  </a:lnTo>
                  <a:lnTo>
                    <a:pt x="870" y="1403"/>
                  </a:lnTo>
                  <a:lnTo>
                    <a:pt x="909" y="1542"/>
                  </a:lnTo>
                  <a:lnTo>
                    <a:pt x="909" y="1601"/>
                  </a:lnTo>
                  <a:lnTo>
                    <a:pt x="889" y="1561"/>
                  </a:lnTo>
                  <a:lnTo>
                    <a:pt x="909" y="1640"/>
                  </a:lnTo>
                  <a:lnTo>
                    <a:pt x="909" y="1719"/>
                  </a:lnTo>
                  <a:lnTo>
                    <a:pt x="929" y="1719"/>
                  </a:lnTo>
                  <a:lnTo>
                    <a:pt x="929" y="1700"/>
                  </a:lnTo>
                  <a:lnTo>
                    <a:pt x="949" y="1680"/>
                  </a:lnTo>
                  <a:lnTo>
                    <a:pt x="949" y="1640"/>
                  </a:lnTo>
                  <a:lnTo>
                    <a:pt x="968" y="1680"/>
                  </a:lnTo>
                  <a:lnTo>
                    <a:pt x="988" y="1700"/>
                  </a:lnTo>
                  <a:lnTo>
                    <a:pt x="1008" y="1700"/>
                  </a:lnTo>
                  <a:lnTo>
                    <a:pt x="1008" y="1719"/>
                  </a:lnTo>
                  <a:lnTo>
                    <a:pt x="1028" y="1621"/>
                  </a:lnTo>
                  <a:lnTo>
                    <a:pt x="1008" y="1482"/>
                  </a:lnTo>
                  <a:lnTo>
                    <a:pt x="1028" y="1581"/>
                  </a:lnTo>
                  <a:lnTo>
                    <a:pt x="1047" y="1621"/>
                  </a:lnTo>
                  <a:lnTo>
                    <a:pt x="1028" y="1542"/>
                  </a:lnTo>
                  <a:lnTo>
                    <a:pt x="1028" y="1463"/>
                  </a:lnTo>
                  <a:lnTo>
                    <a:pt x="1028" y="1423"/>
                  </a:lnTo>
                  <a:lnTo>
                    <a:pt x="1028" y="1384"/>
                  </a:lnTo>
                  <a:lnTo>
                    <a:pt x="1047" y="1423"/>
                  </a:lnTo>
                  <a:lnTo>
                    <a:pt x="1047" y="1443"/>
                  </a:lnTo>
                  <a:lnTo>
                    <a:pt x="1067" y="1384"/>
                  </a:lnTo>
                  <a:lnTo>
                    <a:pt x="1067" y="1502"/>
                  </a:lnTo>
                  <a:lnTo>
                    <a:pt x="1067" y="1640"/>
                  </a:lnTo>
                  <a:lnTo>
                    <a:pt x="1087" y="1561"/>
                  </a:lnTo>
                  <a:lnTo>
                    <a:pt x="1087" y="1601"/>
                  </a:lnTo>
                  <a:lnTo>
                    <a:pt x="1107" y="1581"/>
                  </a:lnTo>
                  <a:lnTo>
                    <a:pt x="1107" y="1542"/>
                  </a:lnTo>
                  <a:lnTo>
                    <a:pt x="1126" y="1522"/>
                  </a:lnTo>
                  <a:lnTo>
                    <a:pt x="1146" y="1502"/>
                  </a:lnTo>
                  <a:lnTo>
                    <a:pt x="1126" y="1482"/>
                  </a:lnTo>
                  <a:lnTo>
                    <a:pt x="1126" y="1403"/>
                  </a:lnTo>
                  <a:lnTo>
                    <a:pt x="1126" y="1364"/>
                  </a:lnTo>
                  <a:lnTo>
                    <a:pt x="1146" y="1324"/>
                  </a:lnTo>
                  <a:lnTo>
                    <a:pt x="1146" y="1305"/>
                  </a:lnTo>
                  <a:lnTo>
                    <a:pt x="1146" y="1285"/>
                  </a:lnTo>
                  <a:lnTo>
                    <a:pt x="1166" y="1344"/>
                  </a:lnTo>
                  <a:lnTo>
                    <a:pt x="1166" y="1384"/>
                  </a:lnTo>
                  <a:lnTo>
                    <a:pt x="1186" y="1364"/>
                  </a:lnTo>
                  <a:lnTo>
                    <a:pt x="1186" y="1403"/>
                  </a:lnTo>
                  <a:lnTo>
                    <a:pt x="1186" y="1423"/>
                  </a:lnTo>
                  <a:lnTo>
                    <a:pt x="1205" y="1384"/>
                  </a:lnTo>
                  <a:lnTo>
                    <a:pt x="1205" y="1364"/>
                  </a:lnTo>
                  <a:lnTo>
                    <a:pt x="1205" y="1305"/>
                  </a:lnTo>
                  <a:lnTo>
                    <a:pt x="1205" y="1245"/>
                  </a:lnTo>
                  <a:lnTo>
                    <a:pt x="1225" y="1226"/>
                  </a:lnTo>
                  <a:lnTo>
                    <a:pt x="1245" y="1285"/>
                  </a:lnTo>
                  <a:lnTo>
                    <a:pt x="1245" y="1324"/>
                  </a:lnTo>
                  <a:lnTo>
                    <a:pt x="1245" y="1364"/>
                  </a:lnTo>
                  <a:lnTo>
                    <a:pt x="1265" y="1423"/>
                  </a:lnTo>
                  <a:lnTo>
                    <a:pt x="1265" y="1443"/>
                  </a:lnTo>
                  <a:lnTo>
                    <a:pt x="1284" y="1403"/>
                  </a:lnTo>
                  <a:lnTo>
                    <a:pt x="1284" y="1423"/>
                  </a:lnTo>
                  <a:lnTo>
                    <a:pt x="1304" y="1423"/>
                  </a:lnTo>
                  <a:lnTo>
                    <a:pt x="1304" y="1403"/>
                  </a:lnTo>
                  <a:lnTo>
                    <a:pt x="1284" y="1344"/>
                  </a:lnTo>
                  <a:lnTo>
                    <a:pt x="1304" y="1324"/>
                  </a:lnTo>
                  <a:lnTo>
                    <a:pt x="1324" y="1305"/>
                  </a:lnTo>
                  <a:lnTo>
                    <a:pt x="1324" y="1265"/>
                  </a:lnTo>
                  <a:lnTo>
                    <a:pt x="1344" y="1324"/>
                  </a:lnTo>
                  <a:lnTo>
                    <a:pt x="1344" y="1364"/>
                  </a:lnTo>
                  <a:lnTo>
                    <a:pt x="1363" y="1443"/>
                  </a:lnTo>
                  <a:lnTo>
                    <a:pt x="1363" y="1403"/>
                  </a:lnTo>
                  <a:lnTo>
                    <a:pt x="1383" y="1403"/>
                  </a:lnTo>
                  <a:lnTo>
                    <a:pt x="1383" y="1423"/>
                  </a:lnTo>
                  <a:lnTo>
                    <a:pt x="1403" y="1463"/>
                  </a:lnTo>
                  <a:lnTo>
                    <a:pt x="1403" y="1423"/>
                  </a:lnTo>
                  <a:lnTo>
                    <a:pt x="1403" y="1403"/>
                  </a:lnTo>
                  <a:lnTo>
                    <a:pt x="1403" y="1364"/>
                  </a:lnTo>
                  <a:lnTo>
                    <a:pt x="1423" y="1305"/>
                  </a:lnTo>
                  <a:lnTo>
                    <a:pt x="1403" y="1344"/>
                  </a:lnTo>
                  <a:lnTo>
                    <a:pt x="1403" y="1305"/>
                  </a:lnTo>
                  <a:lnTo>
                    <a:pt x="1423" y="1305"/>
                  </a:lnTo>
                  <a:lnTo>
                    <a:pt x="1423" y="1245"/>
                  </a:lnTo>
                  <a:lnTo>
                    <a:pt x="1442" y="1324"/>
                  </a:lnTo>
                  <a:lnTo>
                    <a:pt x="1442" y="1245"/>
                  </a:lnTo>
                  <a:lnTo>
                    <a:pt x="1442" y="1226"/>
                  </a:lnTo>
                  <a:lnTo>
                    <a:pt x="1462" y="1147"/>
                  </a:lnTo>
                  <a:lnTo>
                    <a:pt x="1462" y="1226"/>
                  </a:lnTo>
                  <a:lnTo>
                    <a:pt x="1462" y="1265"/>
                  </a:lnTo>
                  <a:lnTo>
                    <a:pt x="1462" y="1324"/>
                  </a:lnTo>
                  <a:lnTo>
                    <a:pt x="1462" y="1344"/>
                  </a:lnTo>
                  <a:lnTo>
                    <a:pt x="1482" y="1344"/>
                  </a:lnTo>
                  <a:lnTo>
                    <a:pt x="1482" y="1265"/>
                  </a:lnTo>
                  <a:lnTo>
                    <a:pt x="1502" y="1344"/>
                  </a:lnTo>
                  <a:lnTo>
                    <a:pt x="1502" y="1305"/>
                  </a:lnTo>
                  <a:lnTo>
                    <a:pt x="1502" y="1226"/>
                  </a:lnTo>
                  <a:lnTo>
                    <a:pt x="1502" y="1166"/>
                  </a:lnTo>
                  <a:lnTo>
                    <a:pt x="1502" y="1127"/>
                  </a:lnTo>
                  <a:lnTo>
                    <a:pt x="1502" y="1068"/>
                  </a:lnTo>
                  <a:lnTo>
                    <a:pt x="1521" y="1048"/>
                  </a:lnTo>
                  <a:lnTo>
                    <a:pt x="1521" y="1147"/>
                  </a:lnTo>
                  <a:lnTo>
                    <a:pt x="1521" y="1285"/>
                  </a:lnTo>
                  <a:lnTo>
                    <a:pt x="1521" y="1443"/>
                  </a:lnTo>
                  <a:lnTo>
                    <a:pt x="1541" y="1423"/>
                  </a:lnTo>
                  <a:lnTo>
                    <a:pt x="1541" y="1443"/>
                  </a:lnTo>
                  <a:lnTo>
                    <a:pt x="1561" y="1344"/>
                  </a:lnTo>
                  <a:lnTo>
                    <a:pt x="1561" y="1285"/>
                  </a:lnTo>
                  <a:lnTo>
                    <a:pt x="1581" y="1245"/>
                  </a:lnTo>
                  <a:lnTo>
                    <a:pt x="1600" y="1206"/>
                  </a:lnTo>
                  <a:lnTo>
                    <a:pt x="1600" y="1068"/>
                  </a:lnTo>
                  <a:lnTo>
                    <a:pt x="1620" y="1048"/>
                  </a:lnTo>
                  <a:lnTo>
                    <a:pt x="1620" y="989"/>
                  </a:lnTo>
                  <a:lnTo>
                    <a:pt x="1640" y="989"/>
                  </a:lnTo>
                  <a:lnTo>
                    <a:pt x="1620" y="1048"/>
                  </a:lnTo>
                  <a:lnTo>
                    <a:pt x="1640" y="1068"/>
                  </a:lnTo>
                  <a:lnTo>
                    <a:pt x="1640" y="1087"/>
                  </a:lnTo>
                  <a:lnTo>
                    <a:pt x="1625" y="1132"/>
                  </a:lnTo>
                  <a:lnTo>
                    <a:pt x="1625" y="1132"/>
                  </a:lnTo>
                  <a:lnTo>
                    <a:pt x="1640" y="1147"/>
                  </a:lnTo>
                  <a:lnTo>
                    <a:pt x="1660" y="1206"/>
                  </a:lnTo>
                  <a:lnTo>
                    <a:pt x="1679" y="1226"/>
                  </a:lnTo>
                  <a:lnTo>
                    <a:pt x="1679" y="1186"/>
                  </a:lnTo>
                  <a:lnTo>
                    <a:pt x="1679" y="1087"/>
                  </a:lnTo>
                  <a:lnTo>
                    <a:pt x="1699" y="1008"/>
                  </a:lnTo>
                  <a:lnTo>
                    <a:pt x="1699" y="969"/>
                  </a:lnTo>
                  <a:lnTo>
                    <a:pt x="1679" y="969"/>
                  </a:lnTo>
                  <a:lnTo>
                    <a:pt x="1679" y="870"/>
                  </a:lnTo>
                  <a:lnTo>
                    <a:pt x="1699" y="732"/>
                  </a:lnTo>
                  <a:lnTo>
                    <a:pt x="1699" y="791"/>
                  </a:lnTo>
                  <a:lnTo>
                    <a:pt x="1719" y="712"/>
                  </a:lnTo>
                  <a:lnTo>
                    <a:pt x="1719" y="831"/>
                  </a:lnTo>
                  <a:lnTo>
                    <a:pt x="1739" y="831"/>
                  </a:lnTo>
                  <a:lnTo>
                    <a:pt x="1739" y="850"/>
                  </a:lnTo>
                  <a:lnTo>
                    <a:pt x="1758" y="831"/>
                  </a:lnTo>
                  <a:lnTo>
                    <a:pt x="1739" y="771"/>
                  </a:lnTo>
                  <a:lnTo>
                    <a:pt x="1739" y="732"/>
                  </a:lnTo>
                  <a:lnTo>
                    <a:pt x="1758" y="732"/>
                  </a:lnTo>
                  <a:lnTo>
                    <a:pt x="1758" y="692"/>
                  </a:lnTo>
                  <a:lnTo>
                    <a:pt x="1758" y="613"/>
                  </a:lnTo>
                  <a:lnTo>
                    <a:pt x="1778" y="653"/>
                  </a:lnTo>
                  <a:lnTo>
                    <a:pt x="1778" y="732"/>
                  </a:lnTo>
                  <a:lnTo>
                    <a:pt x="1758" y="870"/>
                  </a:lnTo>
                  <a:lnTo>
                    <a:pt x="1758" y="870"/>
                  </a:lnTo>
                  <a:lnTo>
                    <a:pt x="1778" y="850"/>
                  </a:lnTo>
                  <a:lnTo>
                    <a:pt x="1778" y="850"/>
                  </a:lnTo>
                  <a:lnTo>
                    <a:pt x="1739" y="1068"/>
                  </a:lnTo>
                  <a:lnTo>
                    <a:pt x="1758" y="1087"/>
                  </a:lnTo>
                  <a:lnTo>
                    <a:pt x="1778" y="1087"/>
                  </a:lnTo>
                  <a:lnTo>
                    <a:pt x="1778" y="1226"/>
                  </a:lnTo>
                  <a:lnTo>
                    <a:pt x="1798" y="1285"/>
                  </a:lnTo>
                  <a:lnTo>
                    <a:pt x="1798" y="1226"/>
                  </a:lnTo>
                  <a:lnTo>
                    <a:pt x="1798" y="1147"/>
                  </a:lnTo>
                  <a:lnTo>
                    <a:pt x="1808" y="1137"/>
                  </a:lnTo>
                  <a:lnTo>
                    <a:pt x="1798" y="1127"/>
                  </a:lnTo>
                  <a:lnTo>
                    <a:pt x="1798" y="1087"/>
                  </a:lnTo>
                  <a:lnTo>
                    <a:pt x="1818" y="1048"/>
                  </a:lnTo>
                  <a:lnTo>
                    <a:pt x="1837" y="1107"/>
                  </a:lnTo>
                  <a:lnTo>
                    <a:pt x="1818" y="1166"/>
                  </a:lnTo>
                  <a:lnTo>
                    <a:pt x="1818" y="1206"/>
                  </a:lnTo>
                  <a:lnTo>
                    <a:pt x="1818" y="1226"/>
                  </a:lnTo>
                  <a:lnTo>
                    <a:pt x="1837" y="1245"/>
                  </a:lnTo>
                  <a:lnTo>
                    <a:pt x="1837" y="1285"/>
                  </a:lnTo>
                  <a:lnTo>
                    <a:pt x="1857" y="1186"/>
                  </a:lnTo>
                  <a:lnTo>
                    <a:pt x="1857" y="1226"/>
                  </a:lnTo>
                  <a:lnTo>
                    <a:pt x="1877" y="1186"/>
                  </a:lnTo>
                  <a:lnTo>
                    <a:pt x="1897" y="1127"/>
                  </a:lnTo>
                  <a:lnTo>
                    <a:pt x="1897" y="1087"/>
                  </a:lnTo>
                  <a:lnTo>
                    <a:pt x="1897" y="1048"/>
                  </a:lnTo>
                  <a:lnTo>
                    <a:pt x="1916" y="1008"/>
                  </a:lnTo>
                  <a:lnTo>
                    <a:pt x="1897" y="1226"/>
                  </a:lnTo>
                  <a:lnTo>
                    <a:pt x="1916" y="1087"/>
                  </a:lnTo>
                  <a:lnTo>
                    <a:pt x="1936" y="1087"/>
                  </a:lnTo>
                  <a:lnTo>
                    <a:pt x="1936" y="1048"/>
                  </a:lnTo>
                  <a:lnTo>
                    <a:pt x="1956" y="949"/>
                  </a:lnTo>
                  <a:lnTo>
                    <a:pt x="1976" y="989"/>
                  </a:lnTo>
                  <a:lnTo>
                    <a:pt x="1956" y="1087"/>
                  </a:lnTo>
                  <a:lnTo>
                    <a:pt x="1956" y="1107"/>
                  </a:lnTo>
                  <a:lnTo>
                    <a:pt x="1976" y="1087"/>
                  </a:lnTo>
                  <a:lnTo>
                    <a:pt x="1956" y="1206"/>
                  </a:lnTo>
                  <a:lnTo>
                    <a:pt x="1976" y="1186"/>
                  </a:lnTo>
                  <a:lnTo>
                    <a:pt x="1976" y="1147"/>
                  </a:lnTo>
                  <a:lnTo>
                    <a:pt x="1976" y="1127"/>
                  </a:lnTo>
                  <a:lnTo>
                    <a:pt x="1988" y="1044"/>
                  </a:lnTo>
                  <a:lnTo>
                    <a:pt x="1976" y="1068"/>
                  </a:lnTo>
                  <a:lnTo>
                    <a:pt x="1991" y="957"/>
                  </a:lnTo>
                  <a:lnTo>
                    <a:pt x="1991" y="957"/>
                  </a:lnTo>
                  <a:lnTo>
                    <a:pt x="1976" y="989"/>
                  </a:lnTo>
                  <a:lnTo>
                    <a:pt x="1976" y="989"/>
                  </a:lnTo>
                  <a:lnTo>
                    <a:pt x="1995" y="929"/>
                  </a:lnTo>
                  <a:lnTo>
                    <a:pt x="1991" y="957"/>
                  </a:lnTo>
                  <a:lnTo>
                    <a:pt x="1991" y="957"/>
                  </a:lnTo>
                  <a:lnTo>
                    <a:pt x="1995" y="949"/>
                  </a:lnTo>
                  <a:lnTo>
                    <a:pt x="2015" y="850"/>
                  </a:lnTo>
                  <a:lnTo>
                    <a:pt x="2015" y="831"/>
                  </a:lnTo>
                  <a:lnTo>
                    <a:pt x="1995" y="929"/>
                  </a:lnTo>
                  <a:lnTo>
                    <a:pt x="1976" y="890"/>
                  </a:lnTo>
                  <a:lnTo>
                    <a:pt x="1956" y="831"/>
                  </a:lnTo>
                  <a:lnTo>
                    <a:pt x="1976" y="692"/>
                  </a:lnTo>
                  <a:lnTo>
                    <a:pt x="2015" y="613"/>
                  </a:lnTo>
                  <a:lnTo>
                    <a:pt x="2015" y="554"/>
                  </a:lnTo>
                  <a:lnTo>
                    <a:pt x="2022" y="534"/>
                  </a:lnTo>
                  <a:lnTo>
                    <a:pt x="2015" y="534"/>
                  </a:lnTo>
                  <a:lnTo>
                    <a:pt x="2015" y="475"/>
                  </a:lnTo>
                  <a:lnTo>
                    <a:pt x="2015" y="455"/>
                  </a:lnTo>
                  <a:lnTo>
                    <a:pt x="1995" y="475"/>
                  </a:lnTo>
                  <a:lnTo>
                    <a:pt x="2015" y="416"/>
                  </a:lnTo>
                  <a:lnTo>
                    <a:pt x="2015" y="396"/>
                  </a:lnTo>
                  <a:lnTo>
                    <a:pt x="2035" y="357"/>
                  </a:lnTo>
                  <a:lnTo>
                    <a:pt x="2035" y="317"/>
                  </a:lnTo>
                  <a:lnTo>
                    <a:pt x="2015" y="357"/>
                  </a:lnTo>
                  <a:lnTo>
                    <a:pt x="2015" y="376"/>
                  </a:lnTo>
                  <a:lnTo>
                    <a:pt x="1995" y="455"/>
                  </a:lnTo>
                  <a:lnTo>
                    <a:pt x="1976" y="455"/>
                  </a:lnTo>
                  <a:lnTo>
                    <a:pt x="1956" y="475"/>
                  </a:lnTo>
                  <a:lnTo>
                    <a:pt x="1956" y="455"/>
                  </a:lnTo>
                  <a:lnTo>
                    <a:pt x="1936" y="554"/>
                  </a:lnTo>
                  <a:lnTo>
                    <a:pt x="1916" y="574"/>
                  </a:lnTo>
                  <a:lnTo>
                    <a:pt x="1936" y="495"/>
                  </a:lnTo>
                  <a:lnTo>
                    <a:pt x="1916" y="495"/>
                  </a:lnTo>
                  <a:lnTo>
                    <a:pt x="1916" y="515"/>
                  </a:lnTo>
                  <a:lnTo>
                    <a:pt x="1877" y="613"/>
                  </a:lnTo>
                  <a:lnTo>
                    <a:pt x="1897" y="712"/>
                  </a:lnTo>
                  <a:lnTo>
                    <a:pt x="1877" y="752"/>
                  </a:lnTo>
                  <a:lnTo>
                    <a:pt x="1877" y="732"/>
                  </a:lnTo>
                  <a:lnTo>
                    <a:pt x="1877" y="692"/>
                  </a:lnTo>
                  <a:lnTo>
                    <a:pt x="1877" y="534"/>
                  </a:lnTo>
                  <a:lnTo>
                    <a:pt x="1857" y="633"/>
                  </a:lnTo>
                  <a:lnTo>
                    <a:pt x="1857" y="515"/>
                  </a:lnTo>
                  <a:lnTo>
                    <a:pt x="1877" y="475"/>
                  </a:lnTo>
                  <a:lnTo>
                    <a:pt x="1897" y="495"/>
                  </a:lnTo>
                  <a:lnTo>
                    <a:pt x="1897" y="475"/>
                  </a:lnTo>
                  <a:lnTo>
                    <a:pt x="1916" y="475"/>
                  </a:lnTo>
                  <a:lnTo>
                    <a:pt x="1916" y="436"/>
                  </a:lnTo>
                  <a:lnTo>
                    <a:pt x="1936" y="416"/>
                  </a:lnTo>
                  <a:lnTo>
                    <a:pt x="1916" y="337"/>
                  </a:lnTo>
                  <a:lnTo>
                    <a:pt x="1916" y="317"/>
                  </a:lnTo>
                  <a:lnTo>
                    <a:pt x="1916" y="198"/>
                  </a:lnTo>
                  <a:lnTo>
                    <a:pt x="1936" y="198"/>
                  </a:lnTo>
                  <a:lnTo>
                    <a:pt x="1936" y="179"/>
                  </a:lnTo>
                  <a:lnTo>
                    <a:pt x="1936" y="159"/>
                  </a:lnTo>
                  <a:lnTo>
                    <a:pt x="1916" y="159"/>
                  </a:lnTo>
                  <a:lnTo>
                    <a:pt x="1877" y="357"/>
                  </a:lnTo>
                  <a:lnTo>
                    <a:pt x="1877" y="396"/>
                  </a:lnTo>
                  <a:lnTo>
                    <a:pt x="1857" y="376"/>
                  </a:lnTo>
                  <a:lnTo>
                    <a:pt x="1877" y="317"/>
                  </a:lnTo>
                  <a:lnTo>
                    <a:pt x="1877" y="238"/>
                  </a:lnTo>
                  <a:lnTo>
                    <a:pt x="1857" y="278"/>
                  </a:lnTo>
                  <a:lnTo>
                    <a:pt x="1857" y="258"/>
                  </a:lnTo>
                  <a:lnTo>
                    <a:pt x="1837" y="179"/>
                  </a:lnTo>
                  <a:lnTo>
                    <a:pt x="1877" y="179"/>
                  </a:lnTo>
                  <a:lnTo>
                    <a:pt x="1877" y="139"/>
                  </a:lnTo>
                  <a:lnTo>
                    <a:pt x="1877" y="100"/>
                  </a:lnTo>
                  <a:lnTo>
                    <a:pt x="1857" y="100"/>
                  </a:lnTo>
                  <a:lnTo>
                    <a:pt x="1857" y="21"/>
                  </a:lnTo>
                  <a:lnTo>
                    <a:pt x="1837" y="1"/>
                  </a:lnTo>
                  <a:lnTo>
                    <a:pt x="1818" y="21"/>
                  </a:lnTo>
                  <a:lnTo>
                    <a:pt x="1798" y="60"/>
                  </a:lnTo>
                  <a:lnTo>
                    <a:pt x="1778" y="60"/>
                  </a:lnTo>
                  <a:lnTo>
                    <a:pt x="1778" y="119"/>
                  </a:lnTo>
                  <a:lnTo>
                    <a:pt x="1758" y="198"/>
                  </a:lnTo>
                  <a:lnTo>
                    <a:pt x="1739" y="198"/>
                  </a:lnTo>
                  <a:lnTo>
                    <a:pt x="1758" y="100"/>
                  </a:lnTo>
                  <a:lnTo>
                    <a:pt x="1739" y="60"/>
                  </a:lnTo>
                  <a:lnTo>
                    <a:pt x="1739" y="1"/>
                  </a:lnTo>
                  <a:lnTo>
                    <a:pt x="1719" y="60"/>
                  </a:lnTo>
                  <a:lnTo>
                    <a:pt x="1709" y="100"/>
                  </a:lnTo>
                  <a:lnTo>
                    <a:pt x="1719" y="100"/>
                  </a:lnTo>
                  <a:lnTo>
                    <a:pt x="1699" y="179"/>
                  </a:lnTo>
                  <a:lnTo>
                    <a:pt x="1699" y="159"/>
                  </a:lnTo>
                  <a:lnTo>
                    <a:pt x="1679" y="100"/>
                  </a:lnTo>
                  <a:lnTo>
                    <a:pt x="1699" y="80"/>
                  </a:lnTo>
                  <a:lnTo>
                    <a:pt x="1699" y="60"/>
                  </a:lnTo>
                  <a:lnTo>
                    <a:pt x="1699" y="40"/>
                  </a:lnTo>
                  <a:lnTo>
                    <a:pt x="1679" y="40"/>
                  </a:lnTo>
                  <a:lnTo>
                    <a:pt x="1679" y="60"/>
                  </a:lnTo>
                  <a:lnTo>
                    <a:pt x="1660" y="60"/>
                  </a:lnTo>
                  <a:lnTo>
                    <a:pt x="1660" y="40"/>
                  </a:lnTo>
                  <a:lnTo>
                    <a:pt x="1660" y="21"/>
                  </a:lnTo>
                  <a:lnTo>
                    <a:pt x="1640" y="80"/>
                  </a:lnTo>
                  <a:lnTo>
                    <a:pt x="1620" y="80"/>
                  </a:lnTo>
                  <a:lnTo>
                    <a:pt x="1600" y="218"/>
                  </a:lnTo>
                  <a:lnTo>
                    <a:pt x="1600" y="119"/>
                  </a:lnTo>
                  <a:lnTo>
                    <a:pt x="1600" y="80"/>
                  </a:lnTo>
                  <a:lnTo>
                    <a:pt x="1581" y="40"/>
                  </a:lnTo>
                  <a:lnTo>
                    <a:pt x="1561" y="80"/>
                  </a:lnTo>
                  <a:lnTo>
                    <a:pt x="1541" y="119"/>
                  </a:lnTo>
                  <a:lnTo>
                    <a:pt x="1521" y="159"/>
                  </a:lnTo>
                  <a:lnTo>
                    <a:pt x="1541" y="60"/>
                  </a:lnTo>
                  <a:lnTo>
                    <a:pt x="1541" y="21"/>
                  </a:lnTo>
                  <a:lnTo>
                    <a:pt x="1541" y="1"/>
                  </a:lnTo>
                  <a:lnTo>
                    <a:pt x="1521" y="21"/>
                  </a:lnTo>
                  <a:lnTo>
                    <a:pt x="1521" y="1"/>
                  </a:lnTo>
                  <a:close/>
                  <a:moveTo>
                    <a:pt x="613" y="1759"/>
                  </a:moveTo>
                  <a:lnTo>
                    <a:pt x="613" y="1759"/>
                  </a:lnTo>
                  <a:lnTo>
                    <a:pt x="613" y="1759"/>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1" name="Google Shape;7741;p29"/>
            <p:cNvSpPr/>
            <p:nvPr/>
          </p:nvSpPr>
          <p:spPr>
            <a:xfrm>
              <a:off x="-1245000" y="4137075"/>
              <a:ext cx="25" cy="525"/>
            </a:xfrm>
            <a:custGeom>
              <a:rect b="b" l="l" r="r" t="t"/>
              <a:pathLst>
                <a:path extrusionOk="0" h="21" w="1">
                  <a:moveTo>
                    <a:pt x="1" y="0"/>
                  </a:moveTo>
                  <a:lnTo>
                    <a:pt x="1" y="0"/>
                  </a:lnTo>
                  <a:lnTo>
                    <a:pt x="1" y="0"/>
                  </a:lnTo>
                  <a:lnTo>
                    <a:pt x="1" y="20"/>
                  </a:lnTo>
                  <a:lnTo>
                    <a:pt x="1" y="20"/>
                  </a:lnTo>
                  <a:lnTo>
                    <a:pt x="1"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2" name="Google Shape;7742;p29"/>
            <p:cNvSpPr/>
            <p:nvPr/>
          </p:nvSpPr>
          <p:spPr>
            <a:xfrm>
              <a:off x="-1267700" y="4162250"/>
              <a:ext cx="25" cy="525"/>
            </a:xfrm>
            <a:custGeom>
              <a:rect b="b" l="l" r="r" t="t"/>
              <a:pathLst>
                <a:path extrusionOk="0" h="21" w="1">
                  <a:moveTo>
                    <a:pt x="0" y="1"/>
                  </a:moveTo>
                  <a:lnTo>
                    <a:pt x="0" y="1"/>
                  </a:lnTo>
                  <a:lnTo>
                    <a:pt x="0" y="20"/>
                  </a:lnTo>
                  <a:lnTo>
                    <a:pt x="0" y="20"/>
                  </a:lnTo>
                  <a:lnTo>
                    <a:pt x="0" y="1"/>
                  </a:lnTo>
                  <a:lnTo>
                    <a:pt x="0"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3" name="Google Shape;7743;p29"/>
            <p:cNvSpPr/>
            <p:nvPr/>
          </p:nvSpPr>
          <p:spPr>
            <a:xfrm>
              <a:off x="-1246475" y="4151400"/>
              <a:ext cx="525" cy="500"/>
            </a:xfrm>
            <a:custGeom>
              <a:rect b="b" l="l" r="r" t="t"/>
              <a:pathLst>
                <a:path extrusionOk="0" h="20" w="21">
                  <a:moveTo>
                    <a:pt x="1" y="20"/>
                  </a:moveTo>
                  <a:lnTo>
                    <a:pt x="1" y="20"/>
                  </a:lnTo>
                  <a:lnTo>
                    <a:pt x="20" y="0"/>
                  </a:lnTo>
                  <a:lnTo>
                    <a:pt x="1" y="2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4" name="Google Shape;7744;p29"/>
            <p:cNvSpPr/>
            <p:nvPr/>
          </p:nvSpPr>
          <p:spPr>
            <a:xfrm>
              <a:off x="-1245000" y="4279275"/>
              <a:ext cx="525" cy="25"/>
            </a:xfrm>
            <a:custGeom>
              <a:rect b="b" l="l" r="r" t="t"/>
              <a:pathLst>
                <a:path extrusionOk="0" h="1" w="21">
                  <a:moveTo>
                    <a:pt x="21" y="1"/>
                  </a:moveTo>
                  <a:lnTo>
                    <a:pt x="21" y="1"/>
                  </a:lnTo>
                  <a:lnTo>
                    <a:pt x="1" y="1"/>
                  </a:lnTo>
                  <a:lnTo>
                    <a:pt x="1" y="1"/>
                  </a:lnTo>
                  <a:lnTo>
                    <a:pt x="21" y="1"/>
                  </a:lnTo>
                  <a:lnTo>
                    <a:pt x="21"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5" name="Google Shape;7745;p29"/>
            <p:cNvSpPr/>
            <p:nvPr/>
          </p:nvSpPr>
          <p:spPr>
            <a:xfrm>
              <a:off x="-1226225" y="4308925"/>
              <a:ext cx="525" cy="0"/>
            </a:xfrm>
            <a:custGeom>
              <a:rect b="b" l="l" r="r" t="t"/>
              <a:pathLst>
                <a:path extrusionOk="0" h="0" w="21">
                  <a:moveTo>
                    <a:pt x="1" y="0"/>
                  </a:moveTo>
                  <a:lnTo>
                    <a:pt x="1" y="0"/>
                  </a:lnTo>
                  <a:lnTo>
                    <a:pt x="20" y="0"/>
                  </a:lnTo>
                  <a:lnTo>
                    <a:pt x="1"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8_1">
    <p:spTree>
      <p:nvGrpSpPr>
        <p:cNvPr id="7746" name="Shape 7746"/>
        <p:cNvGrpSpPr/>
        <p:nvPr/>
      </p:nvGrpSpPr>
      <p:grpSpPr>
        <a:xfrm>
          <a:off x="0" y="0"/>
          <a:ext cx="0" cy="0"/>
          <a:chOff x="0" y="0"/>
          <a:chExt cx="0" cy="0"/>
        </a:xfrm>
      </p:grpSpPr>
      <p:grpSp>
        <p:nvGrpSpPr>
          <p:cNvPr id="7747" name="Google Shape;7747;p30"/>
          <p:cNvGrpSpPr/>
          <p:nvPr/>
        </p:nvGrpSpPr>
        <p:grpSpPr>
          <a:xfrm flipH="1">
            <a:off x="28" y="16530"/>
            <a:ext cx="9143944" cy="4940153"/>
            <a:chOff x="0" y="0"/>
            <a:chExt cx="2940175" cy="3566125"/>
          </a:xfrm>
        </p:grpSpPr>
        <p:sp>
          <p:nvSpPr>
            <p:cNvPr id="7748" name="Google Shape;7748;p30"/>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9" name="Google Shape;7749;p30"/>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0" name="Google Shape;7750;p30"/>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1" name="Google Shape;7751;p30"/>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2" name="Google Shape;7752;p30"/>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3" name="Google Shape;7753;p30"/>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4" name="Google Shape;7754;p30"/>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5" name="Google Shape;7755;p30"/>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6" name="Google Shape;7756;p30"/>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7" name="Google Shape;7757;p30"/>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8" name="Google Shape;7758;p30"/>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9" name="Google Shape;7759;p30"/>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0" name="Google Shape;7760;p30"/>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1" name="Google Shape;7761;p30"/>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2" name="Google Shape;7762;p30"/>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3" name="Google Shape;7763;p30"/>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4" name="Google Shape;7764;p30"/>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5" name="Google Shape;7765;p30"/>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6" name="Google Shape;7766;p30"/>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7" name="Google Shape;7767;p30"/>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8" name="Google Shape;7768;p30"/>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9" name="Google Shape;7769;p30"/>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0" name="Google Shape;7770;p30"/>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1" name="Google Shape;7771;p30"/>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2" name="Google Shape;7772;p30"/>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3" name="Google Shape;7773;p30"/>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4" name="Google Shape;7774;p30"/>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5" name="Google Shape;7775;p30"/>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6" name="Google Shape;7776;p30"/>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7" name="Google Shape;7777;p30"/>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8" name="Google Shape;7778;p30"/>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9" name="Google Shape;7779;p30"/>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0" name="Google Shape;7780;p30"/>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1" name="Google Shape;7781;p30"/>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2" name="Google Shape;7782;p30"/>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3" name="Google Shape;7783;p30"/>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4" name="Google Shape;7784;p30"/>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5" name="Google Shape;7785;p30"/>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6" name="Google Shape;7786;p30"/>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7" name="Google Shape;7787;p30"/>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8" name="Google Shape;7788;p30"/>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9" name="Google Shape;7789;p30"/>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0" name="Google Shape;7790;p30"/>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1" name="Google Shape;7791;p30"/>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2" name="Google Shape;7792;p30"/>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3" name="Google Shape;7793;p30"/>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4" name="Google Shape;7794;p30"/>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5" name="Google Shape;7795;p30"/>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6" name="Google Shape;7796;p30"/>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7" name="Google Shape;7797;p30"/>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8" name="Google Shape;7798;p30"/>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9" name="Google Shape;7799;p30"/>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0" name="Google Shape;7800;p30"/>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1" name="Google Shape;7801;p30"/>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2" name="Google Shape;7802;p30"/>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3" name="Google Shape;7803;p30"/>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4" name="Google Shape;7804;p30"/>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5" name="Google Shape;7805;p30"/>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6" name="Google Shape;7806;p30"/>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7" name="Google Shape;7807;p30"/>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8" name="Google Shape;7808;p30"/>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9" name="Google Shape;7809;p30"/>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0" name="Google Shape;7810;p30"/>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1" name="Google Shape;7811;p30"/>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2" name="Google Shape;7812;p30"/>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3" name="Google Shape;7813;p30"/>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4" name="Google Shape;7814;p30"/>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5" name="Google Shape;7815;p30"/>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6" name="Google Shape;7816;p30"/>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7" name="Google Shape;7817;p30"/>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8" name="Google Shape;7818;p30"/>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9" name="Google Shape;7819;p30"/>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0" name="Google Shape;7820;p30"/>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1" name="Google Shape;7821;p30"/>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2" name="Google Shape;7822;p30"/>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3" name="Google Shape;7823;p30"/>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4" name="Google Shape;7824;p30"/>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5" name="Google Shape;7825;p30"/>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6" name="Google Shape;7826;p30"/>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7" name="Google Shape;7827;p30"/>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8" name="Google Shape;7828;p30"/>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9" name="Google Shape;7829;p30"/>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0" name="Google Shape;7830;p30"/>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1" name="Google Shape;7831;p30"/>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2" name="Google Shape;7832;p30"/>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3" name="Google Shape;7833;p30"/>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4" name="Google Shape;7834;p30"/>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5" name="Google Shape;7835;p30"/>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6" name="Google Shape;7836;p30"/>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7" name="Google Shape;7837;p30"/>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8" name="Google Shape;7838;p30"/>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9" name="Google Shape;7839;p30"/>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0" name="Google Shape;7840;p30"/>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1" name="Google Shape;7841;p30"/>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2" name="Google Shape;7842;p30"/>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3" name="Google Shape;7843;p30"/>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4" name="Google Shape;7844;p30"/>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5" name="Google Shape;7845;p30"/>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6" name="Google Shape;7846;p30"/>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7" name="Google Shape;7847;p30"/>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8" name="Google Shape;7848;p30"/>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9" name="Google Shape;7849;p30"/>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0" name="Google Shape;7850;p30"/>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1" name="Google Shape;7851;p30"/>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2" name="Google Shape;7852;p30"/>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3" name="Google Shape;7853;p30"/>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4" name="Google Shape;7854;p30"/>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5" name="Google Shape;7855;p30"/>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6" name="Google Shape;7856;p30"/>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7" name="Google Shape;7857;p30"/>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8" name="Google Shape;7858;p30"/>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9" name="Google Shape;7859;p30"/>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0" name="Google Shape;7860;p30"/>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1" name="Google Shape;7861;p30"/>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2" name="Google Shape;7862;p30"/>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3" name="Google Shape;7863;p30"/>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4" name="Google Shape;7864;p30"/>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865" name="Google Shape;7865;p30"/>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6" name="Google Shape;7866;p30"/>
          <p:cNvSpPr txBox="1"/>
          <p:nvPr>
            <p:ph type="title"/>
          </p:nvPr>
        </p:nvSpPr>
        <p:spPr>
          <a:xfrm>
            <a:off x="710462" y="2859750"/>
            <a:ext cx="22728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867" name="Google Shape;7867;p30"/>
          <p:cNvSpPr txBox="1"/>
          <p:nvPr>
            <p:ph idx="2" type="title"/>
          </p:nvPr>
        </p:nvSpPr>
        <p:spPr>
          <a:xfrm>
            <a:off x="3435600" y="2859750"/>
            <a:ext cx="22728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868" name="Google Shape;7868;p30"/>
          <p:cNvSpPr txBox="1"/>
          <p:nvPr>
            <p:ph hasCustomPrompt="1" idx="3" type="title"/>
          </p:nvPr>
        </p:nvSpPr>
        <p:spPr>
          <a:xfrm>
            <a:off x="1467362" y="1802850"/>
            <a:ext cx="7590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500">
                <a:solidFill>
                  <a:schemeClr val="dk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7869" name="Google Shape;7869;p30"/>
          <p:cNvSpPr txBox="1"/>
          <p:nvPr>
            <p:ph idx="1" type="subTitle"/>
          </p:nvPr>
        </p:nvSpPr>
        <p:spPr>
          <a:xfrm>
            <a:off x="711212" y="3074058"/>
            <a:ext cx="2271300" cy="73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7870" name="Google Shape;7870;p30"/>
          <p:cNvSpPr txBox="1"/>
          <p:nvPr>
            <p:ph hasCustomPrompt="1" idx="4" type="title"/>
          </p:nvPr>
        </p:nvSpPr>
        <p:spPr>
          <a:xfrm>
            <a:off x="4192500" y="1802850"/>
            <a:ext cx="7590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500">
                <a:solidFill>
                  <a:schemeClr val="dk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7871" name="Google Shape;7871;p30"/>
          <p:cNvSpPr txBox="1"/>
          <p:nvPr>
            <p:ph idx="5" type="subTitle"/>
          </p:nvPr>
        </p:nvSpPr>
        <p:spPr>
          <a:xfrm>
            <a:off x="3436350" y="3074058"/>
            <a:ext cx="2271300" cy="73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7872" name="Google Shape;7872;p30"/>
          <p:cNvSpPr txBox="1"/>
          <p:nvPr>
            <p:ph idx="6" type="title"/>
          </p:nvPr>
        </p:nvSpPr>
        <p:spPr>
          <a:xfrm>
            <a:off x="720000" y="337185"/>
            <a:ext cx="7704000" cy="5487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2800"/>
              <a:buNone/>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7873" name="Google Shape;7873;p30"/>
          <p:cNvSpPr txBox="1"/>
          <p:nvPr>
            <p:ph idx="7" type="title"/>
          </p:nvPr>
        </p:nvSpPr>
        <p:spPr>
          <a:xfrm>
            <a:off x="6159496" y="2859750"/>
            <a:ext cx="2272800" cy="365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2000">
                <a:solidFill>
                  <a:schemeClr val="dk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874" name="Google Shape;7874;p30"/>
          <p:cNvSpPr txBox="1"/>
          <p:nvPr>
            <p:ph hasCustomPrompt="1" idx="8" type="title"/>
          </p:nvPr>
        </p:nvSpPr>
        <p:spPr>
          <a:xfrm>
            <a:off x="6916396" y="1802850"/>
            <a:ext cx="7590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1500">
                <a:solidFill>
                  <a:schemeClr val="dk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7875" name="Google Shape;7875;p30"/>
          <p:cNvSpPr txBox="1"/>
          <p:nvPr>
            <p:ph idx="9" type="subTitle"/>
          </p:nvPr>
        </p:nvSpPr>
        <p:spPr>
          <a:xfrm>
            <a:off x="6160246" y="3074058"/>
            <a:ext cx="2271300" cy="73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grpSp>
        <p:nvGrpSpPr>
          <p:cNvPr id="7876" name="Google Shape;7876;p30"/>
          <p:cNvGrpSpPr/>
          <p:nvPr/>
        </p:nvGrpSpPr>
        <p:grpSpPr>
          <a:xfrm>
            <a:off x="8424000" y="1322517"/>
            <a:ext cx="679382" cy="871990"/>
            <a:chOff x="8619938" y="2813305"/>
            <a:chExt cx="679382" cy="871990"/>
          </a:xfrm>
        </p:grpSpPr>
        <p:sp>
          <p:nvSpPr>
            <p:cNvPr id="7877" name="Google Shape;7877;p30"/>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8" name="Google Shape;7878;p30"/>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9" name="Google Shape;7879;p30"/>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0" name="Google Shape;7880;p30"/>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1" name="Google Shape;7881;p30"/>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2" name="Google Shape;7882;p30"/>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3" name="Google Shape;7883;p30"/>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4" name="Google Shape;7884;p30"/>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5" name="Google Shape;7885;p30"/>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6" name="Google Shape;7886;p30"/>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7" name="Google Shape;7887;p30"/>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8" name="Google Shape;7888;p30"/>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9" name="Google Shape;7889;p30"/>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0" name="Google Shape;7890;p30"/>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1" name="Google Shape;7891;p30"/>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2" name="Google Shape;7892;p30"/>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3" name="Google Shape;7893;p30"/>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4" name="Google Shape;7894;p30"/>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5" name="Google Shape;7895;p30"/>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6" name="Google Shape;7896;p30"/>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7" name="Google Shape;7897;p30"/>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8" name="Google Shape;7898;p30"/>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9" name="Google Shape;7899;p30"/>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0" name="Google Shape;7900;p30"/>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1" name="Google Shape;7901;p30"/>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2" name="Google Shape;7902;p30"/>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3" name="Google Shape;7903;p30"/>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4" name="Google Shape;7904;p30"/>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05" name="Google Shape;7905;p30"/>
            <p:cNvGrpSpPr/>
            <p:nvPr/>
          </p:nvGrpSpPr>
          <p:grpSpPr>
            <a:xfrm>
              <a:off x="8619938" y="2813305"/>
              <a:ext cx="679382" cy="871990"/>
              <a:chOff x="8619938" y="2813305"/>
              <a:chExt cx="679382" cy="871990"/>
            </a:xfrm>
          </p:grpSpPr>
          <p:sp>
            <p:nvSpPr>
              <p:cNvPr id="7906" name="Google Shape;7906;p30"/>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7" name="Google Shape;7907;p30"/>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08" name="Google Shape;7908;p30"/>
          <p:cNvGrpSpPr/>
          <p:nvPr/>
        </p:nvGrpSpPr>
        <p:grpSpPr>
          <a:xfrm rot="9596373">
            <a:off x="-25477" y="427234"/>
            <a:ext cx="679359" cy="871961"/>
            <a:chOff x="8619938" y="2813305"/>
            <a:chExt cx="679382" cy="871990"/>
          </a:xfrm>
        </p:grpSpPr>
        <p:sp>
          <p:nvSpPr>
            <p:cNvPr id="7909" name="Google Shape;7909;p30"/>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0" name="Google Shape;7910;p30"/>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1" name="Google Shape;7911;p30"/>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2" name="Google Shape;7912;p30"/>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3" name="Google Shape;7913;p30"/>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4" name="Google Shape;7914;p30"/>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5" name="Google Shape;7915;p30"/>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6" name="Google Shape;7916;p30"/>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7" name="Google Shape;7917;p30"/>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8" name="Google Shape;7918;p30"/>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9" name="Google Shape;7919;p30"/>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0" name="Google Shape;7920;p30"/>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1" name="Google Shape;7921;p30"/>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2" name="Google Shape;7922;p30"/>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3" name="Google Shape;7923;p30"/>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4" name="Google Shape;7924;p30"/>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5" name="Google Shape;7925;p30"/>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6" name="Google Shape;7926;p30"/>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7" name="Google Shape;7927;p30"/>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8" name="Google Shape;7928;p30"/>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9" name="Google Shape;7929;p30"/>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0" name="Google Shape;7930;p30"/>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1" name="Google Shape;7931;p30"/>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2" name="Google Shape;7932;p30"/>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3" name="Google Shape;7933;p30"/>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4" name="Google Shape;7934;p30"/>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5" name="Google Shape;7935;p30"/>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6" name="Google Shape;7936;p30"/>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37" name="Google Shape;7937;p30"/>
            <p:cNvGrpSpPr/>
            <p:nvPr/>
          </p:nvGrpSpPr>
          <p:grpSpPr>
            <a:xfrm>
              <a:off x="8619938" y="2813305"/>
              <a:ext cx="679382" cy="871990"/>
              <a:chOff x="8619938" y="2813305"/>
              <a:chExt cx="679382" cy="871990"/>
            </a:xfrm>
          </p:grpSpPr>
          <p:sp>
            <p:nvSpPr>
              <p:cNvPr id="7938" name="Google Shape;7938;p30"/>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9" name="Google Shape;7939;p30"/>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40" name="Google Shape;7940;p30"/>
          <p:cNvGrpSpPr/>
          <p:nvPr/>
        </p:nvGrpSpPr>
        <p:grpSpPr>
          <a:xfrm flipH="1" rot="-7564507">
            <a:off x="7901328" y="4226458"/>
            <a:ext cx="1294629" cy="1350947"/>
            <a:chOff x="8465725" y="2863051"/>
            <a:chExt cx="1956212" cy="2041561"/>
          </a:xfrm>
        </p:grpSpPr>
        <p:sp>
          <p:nvSpPr>
            <p:cNvPr id="7941" name="Google Shape;7941;p30"/>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2" name="Google Shape;7942;p30"/>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3" name="Google Shape;7943;p30"/>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4" name="Google Shape;7944;p30"/>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5" name="Google Shape;7945;p30"/>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6" name="Google Shape;7946;p30"/>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7" name="Google Shape;7947;p30"/>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8" name="Google Shape;7948;p30"/>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9" name="Google Shape;7949;p30"/>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0" name="Google Shape;7950;p30"/>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1" name="Google Shape;7951;p30"/>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2" name="Google Shape;7952;p30"/>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3" name="Google Shape;7953;p30"/>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4" name="Google Shape;7954;p30"/>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5" name="Google Shape;7955;p30"/>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6" name="Google Shape;7956;p30"/>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7" name="Google Shape;7957;p30"/>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8" name="Google Shape;7958;p30"/>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9" name="Google Shape;7959;p30"/>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0" name="Google Shape;7960;p30"/>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1" name="Google Shape;7961;p30"/>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2" name="Google Shape;7962;p30"/>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3" name="Google Shape;7963;p30"/>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4" name="Google Shape;7964;p30"/>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5" name="Google Shape;7965;p30"/>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6" name="Google Shape;7966;p30"/>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7" name="Google Shape;7967;p30"/>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8" name="Google Shape;7968;p30"/>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9" name="Google Shape;7969;p30"/>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0" name="Google Shape;7970;p30"/>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1" name="Google Shape;7971;p30"/>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2" name="Google Shape;7972;p30"/>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3" name="Google Shape;7973;p30"/>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4" name="Google Shape;7974;p30"/>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5" name="Google Shape;7975;p30"/>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6" name="Google Shape;7976;p30"/>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7" name="Google Shape;7977;p30"/>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8" name="Google Shape;7978;p30"/>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9" name="Google Shape;7979;p30"/>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0" name="Google Shape;7980;p30"/>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1" name="Google Shape;7981;p30"/>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2" name="Google Shape;7982;p30"/>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3" name="Google Shape;7983;p30"/>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4" name="Google Shape;7984;p30"/>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
    <p:spTree>
      <p:nvGrpSpPr>
        <p:cNvPr id="7985" name="Shape 7985"/>
        <p:cNvGrpSpPr/>
        <p:nvPr/>
      </p:nvGrpSpPr>
      <p:grpSpPr>
        <a:xfrm>
          <a:off x="0" y="0"/>
          <a:ext cx="0" cy="0"/>
          <a:chOff x="0" y="0"/>
          <a:chExt cx="0" cy="0"/>
        </a:xfrm>
      </p:grpSpPr>
      <p:grpSp>
        <p:nvGrpSpPr>
          <p:cNvPr id="7986" name="Google Shape;7986;p31"/>
          <p:cNvGrpSpPr/>
          <p:nvPr/>
        </p:nvGrpSpPr>
        <p:grpSpPr>
          <a:xfrm flipH="1">
            <a:off x="28" y="16530"/>
            <a:ext cx="9143944" cy="4940153"/>
            <a:chOff x="0" y="0"/>
            <a:chExt cx="2940175" cy="3566125"/>
          </a:xfrm>
        </p:grpSpPr>
        <p:sp>
          <p:nvSpPr>
            <p:cNvPr id="7987" name="Google Shape;7987;p31"/>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8" name="Google Shape;7988;p31"/>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9" name="Google Shape;7989;p31"/>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0" name="Google Shape;7990;p31"/>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1" name="Google Shape;7991;p31"/>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2" name="Google Shape;7992;p31"/>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3" name="Google Shape;7993;p31"/>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4" name="Google Shape;7994;p31"/>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5" name="Google Shape;7995;p31"/>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6" name="Google Shape;7996;p31"/>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7" name="Google Shape;7997;p31"/>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8" name="Google Shape;7998;p31"/>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9" name="Google Shape;7999;p31"/>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0" name="Google Shape;8000;p31"/>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1" name="Google Shape;8001;p31"/>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2" name="Google Shape;8002;p31"/>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3" name="Google Shape;8003;p31"/>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4" name="Google Shape;8004;p31"/>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5" name="Google Shape;8005;p31"/>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6" name="Google Shape;8006;p31"/>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7" name="Google Shape;8007;p31"/>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8" name="Google Shape;8008;p31"/>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9" name="Google Shape;8009;p31"/>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0" name="Google Shape;8010;p31"/>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1" name="Google Shape;8011;p31"/>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2" name="Google Shape;8012;p31"/>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3" name="Google Shape;8013;p31"/>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4" name="Google Shape;8014;p31"/>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5" name="Google Shape;8015;p31"/>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6" name="Google Shape;8016;p31"/>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7" name="Google Shape;8017;p31"/>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8" name="Google Shape;8018;p31"/>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9" name="Google Shape;8019;p31"/>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0" name="Google Shape;8020;p31"/>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1" name="Google Shape;8021;p31"/>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2" name="Google Shape;8022;p31"/>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3" name="Google Shape;8023;p31"/>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4" name="Google Shape;8024;p31"/>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5" name="Google Shape;8025;p31"/>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6" name="Google Shape;8026;p31"/>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7" name="Google Shape;8027;p31"/>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8" name="Google Shape;8028;p31"/>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9" name="Google Shape;8029;p31"/>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0" name="Google Shape;8030;p31"/>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1" name="Google Shape;8031;p31"/>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2" name="Google Shape;8032;p31"/>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3" name="Google Shape;8033;p31"/>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4" name="Google Shape;8034;p31"/>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5" name="Google Shape;8035;p31"/>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6" name="Google Shape;8036;p31"/>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7" name="Google Shape;8037;p31"/>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8" name="Google Shape;8038;p31"/>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9" name="Google Shape;8039;p31"/>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0" name="Google Shape;8040;p31"/>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1" name="Google Shape;8041;p31"/>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2" name="Google Shape;8042;p31"/>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3" name="Google Shape;8043;p31"/>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4" name="Google Shape;8044;p31"/>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5" name="Google Shape;8045;p31"/>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6" name="Google Shape;8046;p31"/>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7" name="Google Shape;8047;p31"/>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8" name="Google Shape;8048;p31"/>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9" name="Google Shape;8049;p31"/>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0" name="Google Shape;8050;p31"/>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1" name="Google Shape;8051;p31"/>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2" name="Google Shape;8052;p31"/>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3" name="Google Shape;8053;p31"/>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4" name="Google Shape;8054;p31"/>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5" name="Google Shape;8055;p31"/>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6" name="Google Shape;8056;p31"/>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7" name="Google Shape;8057;p31"/>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8" name="Google Shape;8058;p31"/>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9" name="Google Shape;8059;p31"/>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0" name="Google Shape;8060;p31"/>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1" name="Google Shape;8061;p31"/>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2" name="Google Shape;8062;p31"/>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3" name="Google Shape;8063;p31"/>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4" name="Google Shape;8064;p31"/>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5" name="Google Shape;8065;p31"/>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6" name="Google Shape;8066;p31"/>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7" name="Google Shape;8067;p31"/>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8" name="Google Shape;8068;p31"/>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9" name="Google Shape;8069;p31"/>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0" name="Google Shape;8070;p31"/>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1" name="Google Shape;8071;p31"/>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2" name="Google Shape;8072;p31"/>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3" name="Google Shape;8073;p31"/>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4" name="Google Shape;8074;p31"/>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5" name="Google Shape;8075;p31"/>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6" name="Google Shape;8076;p31"/>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7" name="Google Shape;8077;p31"/>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8" name="Google Shape;8078;p31"/>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9" name="Google Shape;8079;p31"/>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0" name="Google Shape;8080;p31"/>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1" name="Google Shape;8081;p31"/>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2" name="Google Shape;8082;p31"/>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3" name="Google Shape;8083;p31"/>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4" name="Google Shape;8084;p31"/>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5" name="Google Shape;8085;p31"/>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6" name="Google Shape;8086;p31"/>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7" name="Google Shape;8087;p31"/>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8" name="Google Shape;8088;p31"/>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9" name="Google Shape;8089;p31"/>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0" name="Google Shape;8090;p31"/>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1" name="Google Shape;8091;p31"/>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2" name="Google Shape;8092;p31"/>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3" name="Google Shape;8093;p31"/>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4" name="Google Shape;8094;p31"/>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5" name="Google Shape;8095;p31"/>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6" name="Google Shape;8096;p31"/>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7" name="Google Shape;8097;p31"/>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8" name="Google Shape;8098;p31"/>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9" name="Google Shape;8099;p31"/>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0" name="Google Shape;8100;p31"/>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1" name="Google Shape;8101;p31"/>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2" name="Google Shape;8102;p31"/>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3" name="Google Shape;8103;p31"/>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104" name="Google Shape;8104;p31"/>
          <p:cNvSpPr/>
          <p:nvPr/>
        </p:nvSpPr>
        <p:spPr>
          <a:xfrm rot="-5400000">
            <a:off x="2302741" y="-680239"/>
            <a:ext cx="4538517" cy="6503979"/>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5" name="Google Shape;8105;p31"/>
          <p:cNvSpPr txBox="1"/>
          <p:nvPr>
            <p:ph type="title"/>
          </p:nvPr>
        </p:nvSpPr>
        <p:spPr>
          <a:xfrm>
            <a:off x="1892250" y="576050"/>
            <a:ext cx="5355600" cy="1097400"/>
          </a:xfrm>
          <a:prstGeom prst="rect">
            <a:avLst/>
          </a:prstGeom>
          <a:noFill/>
        </p:spPr>
        <p:txBody>
          <a:bodyPr anchorCtr="0" anchor="t" bIns="91425" lIns="91425" spcFirstLastPara="1" rIns="91425" wrap="square" tIns="91425">
            <a:noAutofit/>
          </a:bodyPr>
          <a:lstStyle>
            <a:lvl1pPr lvl="0" rtl="0">
              <a:spcBef>
                <a:spcPts val="0"/>
              </a:spcBef>
              <a:spcAft>
                <a:spcPts val="0"/>
              </a:spcAft>
              <a:buSzPts val="3000"/>
              <a:buNone/>
              <a:defRPr sz="7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8106" name="Google Shape;8106;p31"/>
          <p:cNvSpPr txBox="1"/>
          <p:nvPr>
            <p:ph idx="1" type="subTitle"/>
          </p:nvPr>
        </p:nvSpPr>
        <p:spPr>
          <a:xfrm>
            <a:off x="1892250" y="1674598"/>
            <a:ext cx="5359500" cy="91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8107" name="Google Shape;8107;p31"/>
          <p:cNvGrpSpPr/>
          <p:nvPr/>
        </p:nvGrpSpPr>
        <p:grpSpPr>
          <a:xfrm>
            <a:off x="8161488" y="-117259"/>
            <a:ext cx="1363145" cy="1433258"/>
            <a:chOff x="8529150" y="-173700"/>
            <a:chExt cx="1669089" cy="1754724"/>
          </a:xfrm>
        </p:grpSpPr>
        <p:sp>
          <p:nvSpPr>
            <p:cNvPr id="8108" name="Google Shape;8108;p31"/>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9" name="Google Shape;8109;p31"/>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0" name="Google Shape;8110;p31"/>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1" name="Google Shape;8111;p31"/>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2" name="Google Shape;8112;p31"/>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3" name="Google Shape;8113;p31"/>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4" name="Google Shape;8114;p31"/>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5" name="Google Shape;8115;p31"/>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6" name="Google Shape;8116;p31"/>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7" name="Google Shape;8117;p31"/>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8" name="Google Shape;8118;p31"/>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9" name="Google Shape;8119;p31"/>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0" name="Google Shape;8120;p31"/>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1" name="Google Shape;8121;p31"/>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2" name="Google Shape;8122;p31"/>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3" name="Google Shape;8123;p31"/>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4" name="Google Shape;8124;p31"/>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5" name="Google Shape;8125;p31"/>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6" name="Google Shape;8126;p31"/>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7" name="Google Shape;8127;p31"/>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8" name="Google Shape;8128;p31"/>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9" name="Google Shape;8129;p31"/>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0" name="Google Shape;8130;p31"/>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1" name="Google Shape;8131;p31"/>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2" name="Google Shape;8132;p31"/>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3" name="Google Shape;8133;p31"/>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4" name="Google Shape;8134;p31"/>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5" name="Google Shape;8135;p31"/>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6" name="Google Shape;8136;p31"/>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7" name="Google Shape;8137;p31"/>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8" name="Google Shape;8138;p31"/>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9" name="Google Shape;8139;p31"/>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0" name="Google Shape;8140;p31"/>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1" name="Google Shape;8141;p31"/>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2" name="Google Shape;8142;p31"/>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3" name="Google Shape;8143;p31"/>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4" name="Google Shape;8144;p31"/>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5" name="Google Shape;8145;p31"/>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6" name="Google Shape;8146;p31"/>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7" name="Google Shape;8147;p31"/>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8" name="Google Shape;8148;p31"/>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9" name="Google Shape;8149;p31"/>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50" name="Google Shape;8150;p31"/>
          <p:cNvGrpSpPr/>
          <p:nvPr/>
        </p:nvGrpSpPr>
        <p:grpSpPr>
          <a:xfrm>
            <a:off x="-184950" y="4376725"/>
            <a:ext cx="898165" cy="766770"/>
            <a:chOff x="-252625" y="2918525"/>
            <a:chExt cx="898165" cy="766770"/>
          </a:xfrm>
        </p:grpSpPr>
        <p:sp>
          <p:nvSpPr>
            <p:cNvPr id="8151" name="Google Shape;8151;p31"/>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2" name="Google Shape;8152;p31"/>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3" name="Google Shape;8153;p31"/>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4" name="Google Shape;8154;p31"/>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5" name="Google Shape;8155;p31"/>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6" name="Google Shape;8156;p31"/>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7" name="Google Shape;8157;p31"/>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8" name="Google Shape;8158;p31"/>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9" name="Google Shape;8159;p31"/>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0" name="Google Shape;8160;p31"/>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1" name="Google Shape;8161;p31"/>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2" name="Google Shape;8162;p31"/>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3" name="Google Shape;8163;p31"/>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4" name="Google Shape;8164;p31"/>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5" name="Google Shape;8165;p31"/>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6" name="Google Shape;8166;p31"/>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7" name="Google Shape;8167;p31"/>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8" name="Google Shape;8168;p31"/>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9" name="Google Shape;8169;p31"/>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0" name="Google Shape;8170;p31"/>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1" name="Google Shape;8171;p31"/>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2" name="Google Shape;8172;p31"/>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3" name="Google Shape;8173;p31"/>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4" name="Google Shape;8174;p31"/>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5" name="Google Shape;8175;p31"/>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6" name="Google Shape;8176;p31"/>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7" name="Google Shape;8177;p31"/>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8" name="Google Shape;8178;p31"/>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9" name="Google Shape;8179;p31"/>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0" name="Google Shape;8180;p31"/>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1" name="Google Shape;8181;p31"/>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2" name="Google Shape;8182;p31"/>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3" name="Google Shape;8183;p31"/>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4" name="Google Shape;8184;p31"/>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5" name="Google Shape;8185;p31"/>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6" name="Google Shape;8186;p31"/>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87" name="Google Shape;8187;p31"/>
          <p:cNvGrpSpPr/>
          <p:nvPr/>
        </p:nvGrpSpPr>
        <p:grpSpPr>
          <a:xfrm>
            <a:off x="45463" y="-42262"/>
            <a:ext cx="925639" cy="688028"/>
            <a:chOff x="8588925" y="2091476"/>
            <a:chExt cx="925639" cy="688028"/>
          </a:xfrm>
        </p:grpSpPr>
        <p:sp>
          <p:nvSpPr>
            <p:cNvPr id="8188" name="Google Shape;8188;p31"/>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9" name="Google Shape;8189;p31"/>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0" name="Google Shape;8190;p31"/>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1" name="Google Shape;8191;p31"/>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2" name="Google Shape;8192;p31"/>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3" name="Google Shape;8193;p31"/>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4" name="Google Shape;8194;p31"/>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5" name="Google Shape;8195;p31"/>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6" name="Google Shape;8196;p31"/>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7" name="Google Shape;8197;p31"/>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8" name="Google Shape;8198;p31"/>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9" name="Google Shape;8199;p31"/>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0" name="Google Shape;8200;p31"/>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1" name="Google Shape;8201;p31"/>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02" name="Google Shape;8202;p31"/>
          <p:cNvGrpSpPr/>
          <p:nvPr/>
        </p:nvGrpSpPr>
        <p:grpSpPr>
          <a:xfrm>
            <a:off x="7939200" y="3677975"/>
            <a:ext cx="1436750" cy="1718156"/>
            <a:chOff x="3853575" y="-2474775"/>
            <a:chExt cx="1436750" cy="1718156"/>
          </a:xfrm>
        </p:grpSpPr>
        <p:sp>
          <p:nvSpPr>
            <p:cNvPr id="8203" name="Google Shape;8203;p31"/>
            <p:cNvSpPr/>
            <p:nvPr/>
          </p:nvSpPr>
          <p:spPr>
            <a:xfrm>
              <a:off x="3873611" y="-1465718"/>
              <a:ext cx="573999" cy="351203"/>
            </a:xfrm>
            <a:custGeom>
              <a:rect b="b" l="l" r="r" t="t"/>
              <a:pathLst>
                <a:path extrusionOk="0" h="9343" w="15270">
                  <a:moveTo>
                    <a:pt x="9205" y="0"/>
                  </a:moveTo>
                  <a:lnTo>
                    <a:pt x="8988" y="20"/>
                  </a:lnTo>
                  <a:lnTo>
                    <a:pt x="8751" y="79"/>
                  </a:lnTo>
                  <a:lnTo>
                    <a:pt x="8514" y="178"/>
                  </a:lnTo>
                  <a:lnTo>
                    <a:pt x="8277" y="316"/>
                  </a:lnTo>
                  <a:lnTo>
                    <a:pt x="8040" y="454"/>
                  </a:lnTo>
                  <a:lnTo>
                    <a:pt x="7783" y="632"/>
                  </a:lnTo>
                  <a:lnTo>
                    <a:pt x="7309" y="1008"/>
                  </a:lnTo>
                  <a:lnTo>
                    <a:pt x="6855" y="1363"/>
                  </a:lnTo>
                  <a:lnTo>
                    <a:pt x="6420" y="1699"/>
                  </a:lnTo>
                  <a:lnTo>
                    <a:pt x="6223" y="1817"/>
                  </a:lnTo>
                  <a:lnTo>
                    <a:pt x="6025" y="1916"/>
                  </a:lnTo>
                  <a:lnTo>
                    <a:pt x="5867" y="1975"/>
                  </a:lnTo>
                  <a:lnTo>
                    <a:pt x="5709" y="1995"/>
                  </a:lnTo>
                  <a:lnTo>
                    <a:pt x="5551" y="1975"/>
                  </a:lnTo>
                  <a:lnTo>
                    <a:pt x="5354" y="1916"/>
                  </a:lnTo>
                  <a:lnTo>
                    <a:pt x="4840" y="1778"/>
                  </a:lnTo>
                  <a:lnTo>
                    <a:pt x="4228" y="1600"/>
                  </a:lnTo>
                  <a:lnTo>
                    <a:pt x="3576" y="1363"/>
                  </a:lnTo>
                  <a:lnTo>
                    <a:pt x="2312" y="968"/>
                  </a:lnTo>
                  <a:lnTo>
                    <a:pt x="1798" y="810"/>
                  </a:lnTo>
                  <a:lnTo>
                    <a:pt x="1581" y="770"/>
                  </a:lnTo>
                  <a:lnTo>
                    <a:pt x="1423" y="751"/>
                  </a:lnTo>
                  <a:lnTo>
                    <a:pt x="1028" y="751"/>
                  </a:lnTo>
                  <a:lnTo>
                    <a:pt x="831" y="790"/>
                  </a:lnTo>
                  <a:lnTo>
                    <a:pt x="633" y="869"/>
                  </a:lnTo>
                  <a:lnTo>
                    <a:pt x="455" y="968"/>
                  </a:lnTo>
                  <a:lnTo>
                    <a:pt x="317" y="1106"/>
                  </a:lnTo>
                  <a:lnTo>
                    <a:pt x="238" y="1185"/>
                  </a:lnTo>
                  <a:lnTo>
                    <a:pt x="179" y="1284"/>
                  </a:lnTo>
                  <a:lnTo>
                    <a:pt x="139" y="1383"/>
                  </a:lnTo>
                  <a:lnTo>
                    <a:pt x="100" y="1501"/>
                  </a:lnTo>
                  <a:lnTo>
                    <a:pt x="60" y="1699"/>
                  </a:lnTo>
                  <a:lnTo>
                    <a:pt x="21" y="1877"/>
                  </a:lnTo>
                  <a:lnTo>
                    <a:pt x="1" y="2054"/>
                  </a:lnTo>
                  <a:lnTo>
                    <a:pt x="1" y="2232"/>
                  </a:lnTo>
                  <a:lnTo>
                    <a:pt x="21" y="2410"/>
                  </a:lnTo>
                  <a:lnTo>
                    <a:pt x="60" y="2568"/>
                  </a:lnTo>
                  <a:lnTo>
                    <a:pt x="139" y="2726"/>
                  </a:lnTo>
                  <a:lnTo>
                    <a:pt x="238" y="2884"/>
                  </a:lnTo>
                  <a:lnTo>
                    <a:pt x="356" y="3002"/>
                  </a:lnTo>
                  <a:lnTo>
                    <a:pt x="495" y="3121"/>
                  </a:lnTo>
                  <a:lnTo>
                    <a:pt x="653" y="3239"/>
                  </a:lnTo>
                  <a:lnTo>
                    <a:pt x="1008" y="3477"/>
                  </a:lnTo>
                  <a:lnTo>
                    <a:pt x="1403" y="3674"/>
                  </a:lnTo>
                  <a:lnTo>
                    <a:pt x="1798" y="3852"/>
                  </a:lnTo>
                  <a:lnTo>
                    <a:pt x="1937" y="3911"/>
                  </a:lnTo>
                  <a:lnTo>
                    <a:pt x="1996" y="3931"/>
                  </a:lnTo>
                  <a:lnTo>
                    <a:pt x="2766" y="4207"/>
                  </a:lnTo>
                  <a:lnTo>
                    <a:pt x="3300" y="4385"/>
                  </a:lnTo>
                  <a:lnTo>
                    <a:pt x="3616" y="4464"/>
                  </a:lnTo>
                  <a:lnTo>
                    <a:pt x="3714" y="4484"/>
                  </a:lnTo>
                  <a:lnTo>
                    <a:pt x="3793" y="4622"/>
                  </a:lnTo>
                  <a:lnTo>
                    <a:pt x="4011" y="4918"/>
                  </a:lnTo>
                  <a:lnTo>
                    <a:pt x="4169" y="5116"/>
                  </a:lnTo>
                  <a:lnTo>
                    <a:pt x="4366" y="5313"/>
                  </a:lnTo>
                  <a:lnTo>
                    <a:pt x="4564" y="5531"/>
                  </a:lnTo>
                  <a:lnTo>
                    <a:pt x="4801" y="5709"/>
                  </a:lnTo>
                  <a:lnTo>
                    <a:pt x="5038" y="5886"/>
                  </a:lnTo>
                  <a:lnTo>
                    <a:pt x="5275" y="6005"/>
                  </a:lnTo>
                  <a:lnTo>
                    <a:pt x="5512" y="6104"/>
                  </a:lnTo>
                  <a:lnTo>
                    <a:pt x="5709" y="6163"/>
                  </a:lnTo>
                  <a:lnTo>
                    <a:pt x="6025" y="6242"/>
                  </a:lnTo>
                  <a:lnTo>
                    <a:pt x="6144" y="6262"/>
                  </a:lnTo>
                  <a:lnTo>
                    <a:pt x="6164" y="6400"/>
                  </a:lnTo>
                  <a:lnTo>
                    <a:pt x="6183" y="6578"/>
                  </a:lnTo>
                  <a:lnTo>
                    <a:pt x="6262" y="6775"/>
                  </a:lnTo>
                  <a:lnTo>
                    <a:pt x="6341" y="6992"/>
                  </a:lnTo>
                  <a:lnTo>
                    <a:pt x="6480" y="7210"/>
                  </a:lnTo>
                  <a:lnTo>
                    <a:pt x="6578" y="7308"/>
                  </a:lnTo>
                  <a:lnTo>
                    <a:pt x="6677" y="7407"/>
                  </a:lnTo>
                  <a:lnTo>
                    <a:pt x="6796" y="7506"/>
                  </a:lnTo>
                  <a:lnTo>
                    <a:pt x="6914" y="7585"/>
                  </a:lnTo>
                  <a:lnTo>
                    <a:pt x="7309" y="7802"/>
                  </a:lnTo>
                  <a:lnTo>
                    <a:pt x="7605" y="7921"/>
                  </a:lnTo>
                  <a:lnTo>
                    <a:pt x="7783" y="7980"/>
                  </a:lnTo>
                  <a:lnTo>
                    <a:pt x="7862" y="7980"/>
                  </a:lnTo>
                  <a:lnTo>
                    <a:pt x="7961" y="8138"/>
                  </a:lnTo>
                  <a:lnTo>
                    <a:pt x="8080" y="8296"/>
                  </a:lnTo>
                  <a:lnTo>
                    <a:pt x="8218" y="8474"/>
                  </a:lnTo>
                  <a:lnTo>
                    <a:pt x="8415" y="8671"/>
                  </a:lnTo>
                  <a:lnTo>
                    <a:pt x="8613" y="8849"/>
                  </a:lnTo>
                  <a:lnTo>
                    <a:pt x="8830" y="9007"/>
                  </a:lnTo>
                  <a:lnTo>
                    <a:pt x="8949" y="9066"/>
                  </a:lnTo>
                  <a:lnTo>
                    <a:pt x="9067" y="9106"/>
                  </a:lnTo>
                  <a:lnTo>
                    <a:pt x="9541" y="9205"/>
                  </a:lnTo>
                  <a:lnTo>
                    <a:pt x="10015" y="9284"/>
                  </a:lnTo>
                  <a:lnTo>
                    <a:pt x="10489" y="9343"/>
                  </a:lnTo>
                  <a:lnTo>
                    <a:pt x="11398" y="9343"/>
                  </a:lnTo>
                  <a:lnTo>
                    <a:pt x="11813" y="9303"/>
                  </a:lnTo>
                  <a:lnTo>
                    <a:pt x="12208" y="9264"/>
                  </a:lnTo>
                  <a:lnTo>
                    <a:pt x="12583" y="9185"/>
                  </a:lnTo>
                  <a:lnTo>
                    <a:pt x="12938" y="9126"/>
                  </a:lnTo>
                  <a:lnTo>
                    <a:pt x="13235" y="9047"/>
                  </a:lnTo>
                  <a:lnTo>
                    <a:pt x="13748" y="8889"/>
                  </a:lnTo>
                  <a:lnTo>
                    <a:pt x="14064" y="8790"/>
                  </a:lnTo>
                  <a:lnTo>
                    <a:pt x="14183" y="8731"/>
                  </a:lnTo>
                  <a:lnTo>
                    <a:pt x="15269" y="869"/>
                  </a:lnTo>
                  <a:lnTo>
                    <a:pt x="14479" y="731"/>
                  </a:lnTo>
                  <a:lnTo>
                    <a:pt x="12682" y="454"/>
                  </a:lnTo>
                  <a:lnTo>
                    <a:pt x="11635" y="296"/>
                  </a:lnTo>
                  <a:lnTo>
                    <a:pt x="10647" y="158"/>
                  </a:lnTo>
                  <a:lnTo>
                    <a:pt x="9798" y="59"/>
                  </a:lnTo>
                  <a:lnTo>
                    <a:pt x="920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4" name="Google Shape;8204;p31"/>
            <p:cNvSpPr/>
            <p:nvPr/>
          </p:nvSpPr>
          <p:spPr>
            <a:xfrm>
              <a:off x="4013224" y="-1297197"/>
              <a:ext cx="118822" cy="26050"/>
            </a:xfrm>
            <a:custGeom>
              <a:rect b="b" l="l" r="r" t="t"/>
              <a:pathLst>
                <a:path extrusionOk="0" h="693" w="3161">
                  <a:moveTo>
                    <a:pt x="0" y="1"/>
                  </a:moveTo>
                  <a:lnTo>
                    <a:pt x="158" y="258"/>
                  </a:lnTo>
                  <a:lnTo>
                    <a:pt x="1620" y="554"/>
                  </a:lnTo>
                  <a:lnTo>
                    <a:pt x="1896" y="613"/>
                  </a:lnTo>
                  <a:lnTo>
                    <a:pt x="2153" y="633"/>
                  </a:lnTo>
                  <a:lnTo>
                    <a:pt x="2647" y="672"/>
                  </a:lnTo>
                  <a:lnTo>
                    <a:pt x="3003" y="692"/>
                  </a:lnTo>
                  <a:lnTo>
                    <a:pt x="3161" y="692"/>
                  </a:lnTo>
                  <a:lnTo>
                    <a:pt x="2904" y="613"/>
                  </a:lnTo>
                  <a:lnTo>
                    <a:pt x="2568" y="554"/>
                  </a:lnTo>
                  <a:lnTo>
                    <a:pt x="2074" y="495"/>
                  </a:lnTo>
                  <a:lnTo>
                    <a:pt x="1758" y="435"/>
                  </a:lnTo>
                  <a:lnTo>
                    <a:pt x="1403" y="376"/>
                  </a:lnTo>
                  <a:lnTo>
                    <a:pt x="731" y="218"/>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5" name="Google Shape;8205;p31"/>
            <p:cNvSpPr/>
            <p:nvPr/>
          </p:nvSpPr>
          <p:spPr>
            <a:xfrm>
              <a:off x="4103067" y="-1230360"/>
              <a:ext cx="60896" cy="10450"/>
            </a:xfrm>
            <a:custGeom>
              <a:rect b="b" l="l" r="r" t="t"/>
              <a:pathLst>
                <a:path extrusionOk="0" h="278" w="1620">
                  <a:moveTo>
                    <a:pt x="40" y="1"/>
                  </a:moveTo>
                  <a:lnTo>
                    <a:pt x="20" y="20"/>
                  </a:lnTo>
                  <a:lnTo>
                    <a:pt x="0" y="99"/>
                  </a:lnTo>
                  <a:lnTo>
                    <a:pt x="20" y="178"/>
                  </a:lnTo>
                  <a:lnTo>
                    <a:pt x="40" y="218"/>
                  </a:lnTo>
                  <a:lnTo>
                    <a:pt x="79" y="238"/>
                  </a:lnTo>
                  <a:lnTo>
                    <a:pt x="178" y="257"/>
                  </a:lnTo>
                  <a:lnTo>
                    <a:pt x="356" y="277"/>
                  </a:lnTo>
                  <a:lnTo>
                    <a:pt x="889" y="277"/>
                  </a:lnTo>
                  <a:lnTo>
                    <a:pt x="1620" y="257"/>
                  </a:lnTo>
                  <a:lnTo>
                    <a:pt x="1264" y="218"/>
                  </a:lnTo>
                  <a:lnTo>
                    <a:pt x="929" y="178"/>
                  </a:lnTo>
                  <a:lnTo>
                    <a:pt x="514" y="99"/>
                  </a:lnTo>
                  <a:lnTo>
                    <a:pt x="4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6" name="Google Shape;8206;p31"/>
            <p:cNvSpPr/>
            <p:nvPr/>
          </p:nvSpPr>
          <p:spPr>
            <a:xfrm>
              <a:off x="4169152" y="-1165779"/>
              <a:ext cx="41612" cy="11202"/>
            </a:xfrm>
            <a:custGeom>
              <a:rect b="b" l="l" r="r" t="t"/>
              <a:pathLst>
                <a:path extrusionOk="0" h="298" w="1107">
                  <a:moveTo>
                    <a:pt x="0" y="1"/>
                  </a:moveTo>
                  <a:lnTo>
                    <a:pt x="40" y="120"/>
                  </a:lnTo>
                  <a:lnTo>
                    <a:pt x="99" y="199"/>
                  </a:lnTo>
                  <a:lnTo>
                    <a:pt x="138" y="278"/>
                  </a:lnTo>
                  <a:lnTo>
                    <a:pt x="218" y="297"/>
                  </a:lnTo>
                  <a:lnTo>
                    <a:pt x="356" y="278"/>
                  </a:lnTo>
                  <a:lnTo>
                    <a:pt x="711" y="199"/>
                  </a:lnTo>
                  <a:lnTo>
                    <a:pt x="1047" y="100"/>
                  </a:lnTo>
                  <a:lnTo>
                    <a:pt x="1106" y="60"/>
                  </a:lnTo>
                  <a:lnTo>
                    <a:pt x="1087" y="40"/>
                  </a:lnTo>
                  <a:lnTo>
                    <a:pt x="455" y="21"/>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7" name="Google Shape;8207;p31"/>
            <p:cNvSpPr/>
            <p:nvPr/>
          </p:nvSpPr>
          <p:spPr>
            <a:xfrm>
              <a:off x="3882520" y="-1393693"/>
              <a:ext cx="75030" cy="75030"/>
            </a:xfrm>
            <a:custGeom>
              <a:rect b="b" l="l" r="r" t="t"/>
              <a:pathLst>
                <a:path extrusionOk="0" h="1996" w="1996">
                  <a:moveTo>
                    <a:pt x="376" y="0"/>
                  </a:moveTo>
                  <a:lnTo>
                    <a:pt x="1" y="968"/>
                  </a:lnTo>
                  <a:lnTo>
                    <a:pt x="119" y="1086"/>
                  </a:lnTo>
                  <a:lnTo>
                    <a:pt x="416" y="198"/>
                  </a:lnTo>
                  <a:lnTo>
                    <a:pt x="1048" y="494"/>
                  </a:lnTo>
                  <a:lnTo>
                    <a:pt x="1502" y="731"/>
                  </a:lnTo>
                  <a:lnTo>
                    <a:pt x="1680" y="830"/>
                  </a:lnTo>
                  <a:lnTo>
                    <a:pt x="1779" y="909"/>
                  </a:lnTo>
                  <a:lnTo>
                    <a:pt x="1798" y="968"/>
                  </a:lnTo>
                  <a:lnTo>
                    <a:pt x="1838" y="1067"/>
                  </a:lnTo>
                  <a:lnTo>
                    <a:pt x="1838" y="1146"/>
                  </a:lnTo>
                  <a:lnTo>
                    <a:pt x="1838" y="1264"/>
                  </a:lnTo>
                  <a:lnTo>
                    <a:pt x="1798" y="1482"/>
                  </a:lnTo>
                  <a:lnTo>
                    <a:pt x="1719" y="1719"/>
                  </a:lnTo>
                  <a:lnTo>
                    <a:pt x="1640" y="1857"/>
                  </a:lnTo>
                  <a:lnTo>
                    <a:pt x="1561" y="1936"/>
                  </a:lnTo>
                  <a:lnTo>
                    <a:pt x="1700" y="1995"/>
                  </a:lnTo>
                  <a:lnTo>
                    <a:pt x="1779" y="1896"/>
                  </a:lnTo>
                  <a:lnTo>
                    <a:pt x="1838" y="1738"/>
                  </a:lnTo>
                  <a:lnTo>
                    <a:pt x="1897" y="1580"/>
                  </a:lnTo>
                  <a:lnTo>
                    <a:pt x="1956" y="1402"/>
                  </a:lnTo>
                  <a:lnTo>
                    <a:pt x="1976" y="1244"/>
                  </a:lnTo>
                  <a:lnTo>
                    <a:pt x="1996" y="1067"/>
                  </a:lnTo>
                  <a:lnTo>
                    <a:pt x="1956" y="928"/>
                  </a:lnTo>
                  <a:lnTo>
                    <a:pt x="1937" y="869"/>
                  </a:lnTo>
                  <a:lnTo>
                    <a:pt x="1897" y="810"/>
                  </a:lnTo>
                  <a:lnTo>
                    <a:pt x="1798" y="711"/>
                  </a:lnTo>
                  <a:lnTo>
                    <a:pt x="1640" y="593"/>
                  </a:lnTo>
                  <a:lnTo>
                    <a:pt x="1463" y="494"/>
                  </a:lnTo>
                  <a:lnTo>
                    <a:pt x="1285" y="395"/>
                  </a:lnTo>
                  <a:lnTo>
                    <a:pt x="989" y="257"/>
                  </a:lnTo>
                  <a:lnTo>
                    <a:pt x="870" y="217"/>
                  </a:lnTo>
                  <a:lnTo>
                    <a:pt x="37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8" name="Google Shape;8208;p31"/>
            <p:cNvSpPr/>
            <p:nvPr/>
          </p:nvSpPr>
          <p:spPr>
            <a:xfrm>
              <a:off x="4047357" y="-2278023"/>
              <a:ext cx="1045453" cy="331920"/>
            </a:xfrm>
            <a:custGeom>
              <a:rect b="b" l="l" r="r" t="t"/>
              <a:pathLst>
                <a:path extrusionOk="0" h="8830" w="27812">
                  <a:moveTo>
                    <a:pt x="9581" y="0"/>
                  </a:moveTo>
                  <a:lnTo>
                    <a:pt x="9363" y="40"/>
                  </a:lnTo>
                  <a:lnTo>
                    <a:pt x="9166" y="60"/>
                  </a:lnTo>
                  <a:lnTo>
                    <a:pt x="8988" y="119"/>
                  </a:lnTo>
                  <a:lnTo>
                    <a:pt x="8830" y="178"/>
                  </a:lnTo>
                  <a:lnTo>
                    <a:pt x="8692" y="237"/>
                  </a:lnTo>
                  <a:lnTo>
                    <a:pt x="8573" y="297"/>
                  </a:lnTo>
                  <a:lnTo>
                    <a:pt x="8396" y="435"/>
                  </a:lnTo>
                  <a:lnTo>
                    <a:pt x="8277" y="553"/>
                  </a:lnTo>
                  <a:lnTo>
                    <a:pt x="8178" y="692"/>
                  </a:lnTo>
                  <a:lnTo>
                    <a:pt x="8099" y="672"/>
                  </a:lnTo>
                  <a:lnTo>
                    <a:pt x="7862" y="672"/>
                  </a:lnTo>
                  <a:lnTo>
                    <a:pt x="7507" y="692"/>
                  </a:lnTo>
                  <a:lnTo>
                    <a:pt x="7309" y="731"/>
                  </a:lnTo>
                  <a:lnTo>
                    <a:pt x="7092" y="771"/>
                  </a:lnTo>
                  <a:lnTo>
                    <a:pt x="6875" y="830"/>
                  </a:lnTo>
                  <a:lnTo>
                    <a:pt x="6638" y="929"/>
                  </a:lnTo>
                  <a:lnTo>
                    <a:pt x="6401" y="1027"/>
                  </a:lnTo>
                  <a:lnTo>
                    <a:pt x="6183" y="1166"/>
                  </a:lnTo>
                  <a:lnTo>
                    <a:pt x="5966" y="1324"/>
                  </a:lnTo>
                  <a:lnTo>
                    <a:pt x="5749" y="1521"/>
                  </a:lnTo>
                  <a:lnTo>
                    <a:pt x="5571" y="1758"/>
                  </a:lnTo>
                  <a:lnTo>
                    <a:pt x="5413" y="2035"/>
                  </a:lnTo>
                  <a:lnTo>
                    <a:pt x="5354" y="2035"/>
                  </a:lnTo>
                  <a:lnTo>
                    <a:pt x="5196" y="2074"/>
                  </a:lnTo>
                  <a:lnTo>
                    <a:pt x="4959" y="2153"/>
                  </a:lnTo>
                  <a:lnTo>
                    <a:pt x="4820" y="2213"/>
                  </a:lnTo>
                  <a:lnTo>
                    <a:pt x="4662" y="2292"/>
                  </a:lnTo>
                  <a:lnTo>
                    <a:pt x="4504" y="2390"/>
                  </a:lnTo>
                  <a:lnTo>
                    <a:pt x="4346" y="2509"/>
                  </a:lnTo>
                  <a:lnTo>
                    <a:pt x="4169" y="2647"/>
                  </a:lnTo>
                  <a:lnTo>
                    <a:pt x="3991" y="2825"/>
                  </a:lnTo>
                  <a:lnTo>
                    <a:pt x="3813" y="3022"/>
                  </a:lnTo>
                  <a:lnTo>
                    <a:pt x="3655" y="3259"/>
                  </a:lnTo>
                  <a:lnTo>
                    <a:pt x="3497" y="3536"/>
                  </a:lnTo>
                  <a:lnTo>
                    <a:pt x="3339" y="3832"/>
                  </a:lnTo>
                  <a:lnTo>
                    <a:pt x="2983" y="3813"/>
                  </a:lnTo>
                  <a:lnTo>
                    <a:pt x="2628" y="3793"/>
                  </a:lnTo>
                  <a:lnTo>
                    <a:pt x="2174" y="3813"/>
                  </a:lnTo>
                  <a:lnTo>
                    <a:pt x="1937" y="3832"/>
                  </a:lnTo>
                  <a:lnTo>
                    <a:pt x="1680" y="3872"/>
                  </a:lnTo>
                  <a:lnTo>
                    <a:pt x="1443" y="3931"/>
                  </a:lnTo>
                  <a:lnTo>
                    <a:pt x="1206" y="3990"/>
                  </a:lnTo>
                  <a:lnTo>
                    <a:pt x="969" y="4069"/>
                  </a:lnTo>
                  <a:lnTo>
                    <a:pt x="751" y="4168"/>
                  </a:lnTo>
                  <a:lnTo>
                    <a:pt x="554" y="4306"/>
                  </a:lnTo>
                  <a:lnTo>
                    <a:pt x="376" y="4445"/>
                  </a:lnTo>
                  <a:lnTo>
                    <a:pt x="238" y="4603"/>
                  </a:lnTo>
                  <a:lnTo>
                    <a:pt x="139" y="4780"/>
                  </a:lnTo>
                  <a:lnTo>
                    <a:pt x="60" y="4938"/>
                  </a:lnTo>
                  <a:lnTo>
                    <a:pt x="21" y="5096"/>
                  </a:lnTo>
                  <a:lnTo>
                    <a:pt x="1" y="5254"/>
                  </a:lnTo>
                  <a:lnTo>
                    <a:pt x="1" y="5393"/>
                  </a:lnTo>
                  <a:lnTo>
                    <a:pt x="40" y="5551"/>
                  </a:lnTo>
                  <a:lnTo>
                    <a:pt x="80" y="5669"/>
                  </a:lnTo>
                  <a:lnTo>
                    <a:pt x="159" y="5807"/>
                  </a:lnTo>
                  <a:lnTo>
                    <a:pt x="238" y="5906"/>
                  </a:lnTo>
                  <a:lnTo>
                    <a:pt x="337" y="6005"/>
                  </a:lnTo>
                  <a:lnTo>
                    <a:pt x="435" y="6104"/>
                  </a:lnTo>
                  <a:lnTo>
                    <a:pt x="534" y="6163"/>
                  </a:lnTo>
                  <a:lnTo>
                    <a:pt x="653" y="6203"/>
                  </a:lnTo>
                  <a:lnTo>
                    <a:pt x="751" y="6242"/>
                  </a:lnTo>
                  <a:lnTo>
                    <a:pt x="870" y="6242"/>
                  </a:lnTo>
                  <a:lnTo>
                    <a:pt x="1265" y="6262"/>
                  </a:lnTo>
                  <a:lnTo>
                    <a:pt x="1937" y="6321"/>
                  </a:lnTo>
                  <a:lnTo>
                    <a:pt x="3813" y="6479"/>
                  </a:lnTo>
                  <a:lnTo>
                    <a:pt x="5808" y="6677"/>
                  </a:lnTo>
                  <a:lnTo>
                    <a:pt x="6598" y="6756"/>
                  </a:lnTo>
                  <a:lnTo>
                    <a:pt x="7171" y="6835"/>
                  </a:lnTo>
                  <a:lnTo>
                    <a:pt x="7388" y="6894"/>
                  </a:lnTo>
                  <a:lnTo>
                    <a:pt x="7625" y="6973"/>
                  </a:lnTo>
                  <a:lnTo>
                    <a:pt x="8198" y="7170"/>
                  </a:lnTo>
                  <a:lnTo>
                    <a:pt x="8810" y="7427"/>
                  </a:lnTo>
                  <a:lnTo>
                    <a:pt x="9482" y="7704"/>
                  </a:lnTo>
                  <a:lnTo>
                    <a:pt x="10134" y="7980"/>
                  </a:lnTo>
                  <a:lnTo>
                    <a:pt x="10766" y="8217"/>
                  </a:lnTo>
                  <a:lnTo>
                    <a:pt x="11062" y="8316"/>
                  </a:lnTo>
                  <a:lnTo>
                    <a:pt x="11319" y="8395"/>
                  </a:lnTo>
                  <a:lnTo>
                    <a:pt x="11576" y="8434"/>
                  </a:lnTo>
                  <a:lnTo>
                    <a:pt x="11793" y="8454"/>
                  </a:lnTo>
                  <a:lnTo>
                    <a:pt x="16336" y="8593"/>
                  </a:lnTo>
                  <a:lnTo>
                    <a:pt x="17837" y="8632"/>
                  </a:lnTo>
                  <a:lnTo>
                    <a:pt x="24493" y="8790"/>
                  </a:lnTo>
                  <a:lnTo>
                    <a:pt x="26864" y="8830"/>
                  </a:lnTo>
                  <a:lnTo>
                    <a:pt x="27555" y="8830"/>
                  </a:lnTo>
                  <a:lnTo>
                    <a:pt x="27812" y="8810"/>
                  </a:lnTo>
                  <a:lnTo>
                    <a:pt x="27792" y="8691"/>
                  </a:lnTo>
                  <a:lnTo>
                    <a:pt x="27654" y="8415"/>
                  </a:lnTo>
                  <a:lnTo>
                    <a:pt x="27199" y="7427"/>
                  </a:lnTo>
                  <a:lnTo>
                    <a:pt x="25758" y="4484"/>
                  </a:lnTo>
                  <a:lnTo>
                    <a:pt x="23644" y="257"/>
                  </a:lnTo>
                  <a:lnTo>
                    <a:pt x="16178" y="771"/>
                  </a:lnTo>
                  <a:lnTo>
                    <a:pt x="16138" y="771"/>
                  </a:lnTo>
                  <a:lnTo>
                    <a:pt x="16099" y="790"/>
                  </a:lnTo>
                  <a:lnTo>
                    <a:pt x="15309" y="830"/>
                  </a:lnTo>
                  <a:lnTo>
                    <a:pt x="13985" y="929"/>
                  </a:lnTo>
                  <a:lnTo>
                    <a:pt x="13590" y="810"/>
                  </a:lnTo>
                  <a:lnTo>
                    <a:pt x="12583" y="514"/>
                  </a:lnTo>
                  <a:lnTo>
                    <a:pt x="11951" y="356"/>
                  </a:lnTo>
                  <a:lnTo>
                    <a:pt x="11299" y="218"/>
                  </a:lnTo>
                  <a:lnTo>
                    <a:pt x="10667" y="99"/>
                  </a:lnTo>
                  <a:lnTo>
                    <a:pt x="10074" y="20"/>
                  </a:lnTo>
                  <a:lnTo>
                    <a:pt x="9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9" name="Google Shape;8209;p31"/>
            <p:cNvSpPr/>
            <p:nvPr/>
          </p:nvSpPr>
          <p:spPr>
            <a:xfrm>
              <a:off x="4160957" y="-2074580"/>
              <a:ext cx="235426" cy="66873"/>
            </a:xfrm>
            <a:custGeom>
              <a:rect b="b" l="l" r="r" t="t"/>
              <a:pathLst>
                <a:path extrusionOk="0" h="1779" w="6263">
                  <a:moveTo>
                    <a:pt x="1482" y="0"/>
                  </a:moveTo>
                  <a:lnTo>
                    <a:pt x="1305" y="40"/>
                  </a:lnTo>
                  <a:lnTo>
                    <a:pt x="1127" y="79"/>
                  </a:lnTo>
                  <a:lnTo>
                    <a:pt x="969" y="139"/>
                  </a:lnTo>
                  <a:lnTo>
                    <a:pt x="831" y="198"/>
                  </a:lnTo>
                  <a:lnTo>
                    <a:pt x="712" y="297"/>
                  </a:lnTo>
                  <a:lnTo>
                    <a:pt x="495" y="494"/>
                  </a:lnTo>
                  <a:lnTo>
                    <a:pt x="317" y="672"/>
                  </a:lnTo>
                  <a:lnTo>
                    <a:pt x="198" y="850"/>
                  </a:lnTo>
                  <a:lnTo>
                    <a:pt x="119" y="1008"/>
                  </a:lnTo>
                  <a:lnTo>
                    <a:pt x="40" y="1126"/>
                  </a:lnTo>
                  <a:lnTo>
                    <a:pt x="21" y="1225"/>
                  </a:lnTo>
                  <a:lnTo>
                    <a:pt x="1" y="1304"/>
                  </a:lnTo>
                  <a:lnTo>
                    <a:pt x="969" y="1403"/>
                  </a:lnTo>
                  <a:lnTo>
                    <a:pt x="3122" y="1600"/>
                  </a:lnTo>
                  <a:lnTo>
                    <a:pt x="4267" y="1699"/>
                  </a:lnTo>
                  <a:lnTo>
                    <a:pt x="5255" y="1758"/>
                  </a:lnTo>
                  <a:lnTo>
                    <a:pt x="5986" y="1778"/>
                  </a:lnTo>
                  <a:lnTo>
                    <a:pt x="6183" y="1758"/>
                  </a:lnTo>
                  <a:lnTo>
                    <a:pt x="6243" y="1758"/>
                  </a:lnTo>
                  <a:lnTo>
                    <a:pt x="6262" y="1739"/>
                  </a:lnTo>
                  <a:lnTo>
                    <a:pt x="6243" y="1699"/>
                  </a:lnTo>
                  <a:lnTo>
                    <a:pt x="6223" y="1660"/>
                  </a:lnTo>
                  <a:lnTo>
                    <a:pt x="6144" y="1541"/>
                  </a:lnTo>
                  <a:lnTo>
                    <a:pt x="6025" y="1403"/>
                  </a:lnTo>
                  <a:lnTo>
                    <a:pt x="5848" y="1265"/>
                  </a:lnTo>
                  <a:lnTo>
                    <a:pt x="5670" y="1146"/>
                  </a:lnTo>
                  <a:lnTo>
                    <a:pt x="5472" y="1028"/>
                  </a:lnTo>
                  <a:lnTo>
                    <a:pt x="5294" y="949"/>
                  </a:lnTo>
                  <a:lnTo>
                    <a:pt x="5117" y="889"/>
                  </a:lnTo>
                  <a:lnTo>
                    <a:pt x="4939" y="850"/>
                  </a:lnTo>
                  <a:lnTo>
                    <a:pt x="4761" y="791"/>
                  </a:lnTo>
                  <a:lnTo>
                    <a:pt x="4327" y="613"/>
                  </a:lnTo>
                  <a:lnTo>
                    <a:pt x="3872" y="415"/>
                  </a:lnTo>
                  <a:lnTo>
                    <a:pt x="3616" y="316"/>
                  </a:lnTo>
                  <a:lnTo>
                    <a:pt x="3379" y="237"/>
                  </a:lnTo>
                  <a:lnTo>
                    <a:pt x="3082" y="158"/>
                  </a:lnTo>
                  <a:lnTo>
                    <a:pt x="2766" y="99"/>
                  </a:lnTo>
                  <a:lnTo>
                    <a:pt x="2411" y="40"/>
                  </a:lnTo>
                  <a:lnTo>
                    <a:pt x="2035"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0" name="Google Shape;8210;p31"/>
            <p:cNvSpPr/>
            <p:nvPr/>
          </p:nvSpPr>
          <p:spPr>
            <a:xfrm>
              <a:off x="3853575" y="-2047101"/>
              <a:ext cx="670493" cy="670493"/>
            </a:xfrm>
            <a:custGeom>
              <a:rect b="b" l="l" r="r" t="t"/>
              <a:pathLst>
                <a:path extrusionOk="0" h="17837" w="17837">
                  <a:moveTo>
                    <a:pt x="8395" y="0"/>
                  </a:moveTo>
                  <a:lnTo>
                    <a:pt x="8040" y="20"/>
                  </a:lnTo>
                  <a:lnTo>
                    <a:pt x="7684" y="40"/>
                  </a:lnTo>
                  <a:lnTo>
                    <a:pt x="7329" y="99"/>
                  </a:lnTo>
                  <a:lnTo>
                    <a:pt x="6993" y="158"/>
                  </a:lnTo>
                  <a:lnTo>
                    <a:pt x="6657" y="237"/>
                  </a:lnTo>
                  <a:lnTo>
                    <a:pt x="6341" y="336"/>
                  </a:lnTo>
                  <a:lnTo>
                    <a:pt x="6025" y="455"/>
                  </a:lnTo>
                  <a:lnTo>
                    <a:pt x="5709" y="573"/>
                  </a:lnTo>
                  <a:lnTo>
                    <a:pt x="5413" y="711"/>
                  </a:lnTo>
                  <a:lnTo>
                    <a:pt x="5116" y="869"/>
                  </a:lnTo>
                  <a:lnTo>
                    <a:pt x="4840" y="1027"/>
                  </a:lnTo>
                  <a:lnTo>
                    <a:pt x="4563" y="1185"/>
                  </a:lnTo>
                  <a:lnTo>
                    <a:pt x="4307" y="1363"/>
                  </a:lnTo>
                  <a:lnTo>
                    <a:pt x="3793" y="1738"/>
                  </a:lnTo>
                  <a:lnTo>
                    <a:pt x="3339" y="2153"/>
                  </a:lnTo>
                  <a:lnTo>
                    <a:pt x="2904" y="2568"/>
                  </a:lnTo>
                  <a:lnTo>
                    <a:pt x="2489" y="2983"/>
                  </a:lnTo>
                  <a:lnTo>
                    <a:pt x="2134" y="3417"/>
                  </a:lnTo>
                  <a:lnTo>
                    <a:pt x="1798" y="3832"/>
                  </a:lnTo>
                  <a:lnTo>
                    <a:pt x="1482" y="4267"/>
                  </a:lnTo>
                  <a:lnTo>
                    <a:pt x="1186" y="4741"/>
                  </a:lnTo>
                  <a:lnTo>
                    <a:pt x="929" y="5254"/>
                  </a:lnTo>
                  <a:lnTo>
                    <a:pt x="692" y="5807"/>
                  </a:lnTo>
                  <a:lnTo>
                    <a:pt x="475" y="6380"/>
                  </a:lnTo>
                  <a:lnTo>
                    <a:pt x="297" y="6992"/>
                  </a:lnTo>
                  <a:lnTo>
                    <a:pt x="159" y="7625"/>
                  </a:lnTo>
                  <a:lnTo>
                    <a:pt x="60" y="8276"/>
                  </a:lnTo>
                  <a:lnTo>
                    <a:pt x="20" y="8612"/>
                  </a:lnTo>
                  <a:lnTo>
                    <a:pt x="1" y="8948"/>
                  </a:lnTo>
                  <a:lnTo>
                    <a:pt x="1" y="9284"/>
                  </a:lnTo>
                  <a:lnTo>
                    <a:pt x="1" y="9639"/>
                  </a:lnTo>
                  <a:lnTo>
                    <a:pt x="20" y="9975"/>
                  </a:lnTo>
                  <a:lnTo>
                    <a:pt x="40" y="10331"/>
                  </a:lnTo>
                  <a:lnTo>
                    <a:pt x="99" y="10706"/>
                  </a:lnTo>
                  <a:lnTo>
                    <a:pt x="159" y="11061"/>
                  </a:lnTo>
                  <a:lnTo>
                    <a:pt x="218" y="11417"/>
                  </a:lnTo>
                  <a:lnTo>
                    <a:pt x="317" y="11792"/>
                  </a:lnTo>
                  <a:lnTo>
                    <a:pt x="415" y="12148"/>
                  </a:lnTo>
                  <a:lnTo>
                    <a:pt x="534" y="12523"/>
                  </a:lnTo>
                  <a:lnTo>
                    <a:pt x="672" y="12879"/>
                  </a:lnTo>
                  <a:lnTo>
                    <a:pt x="830" y="13254"/>
                  </a:lnTo>
                  <a:lnTo>
                    <a:pt x="1008" y="13629"/>
                  </a:lnTo>
                  <a:lnTo>
                    <a:pt x="1205" y="14004"/>
                  </a:lnTo>
                  <a:lnTo>
                    <a:pt x="1403" y="14360"/>
                  </a:lnTo>
                  <a:lnTo>
                    <a:pt x="1640" y="14696"/>
                  </a:lnTo>
                  <a:lnTo>
                    <a:pt x="1877" y="15012"/>
                  </a:lnTo>
                  <a:lnTo>
                    <a:pt x="2134" y="15288"/>
                  </a:lnTo>
                  <a:lnTo>
                    <a:pt x="2410" y="15565"/>
                  </a:lnTo>
                  <a:lnTo>
                    <a:pt x="2687" y="15822"/>
                  </a:lnTo>
                  <a:lnTo>
                    <a:pt x="2983" y="16059"/>
                  </a:lnTo>
                  <a:lnTo>
                    <a:pt x="3299" y="16256"/>
                  </a:lnTo>
                  <a:lnTo>
                    <a:pt x="3595" y="16454"/>
                  </a:lnTo>
                  <a:lnTo>
                    <a:pt x="3912" y="16632"/>
                  </a:lnTo>
                  <a:lnTo>
                    <a:pt x="4228" y="16809"/>
                  </a:lnTo>
                  <a:lnTo>
                    <a:pt x="4544" y="16948"/>
                  </a:lnTo>
                  <a:lnTo>
                    <a:pt x="4860" y="17086"/>
                  </a:lnTo>
                  <a:lnTo>
                    <a:pt x="5195" y="17204"/>
                  </a:lnTo>
                  <a:lnTo>
                    <a:pt x="5808" y="17402"/>
                  </a:lnTo>
                  <a:lnTo>
                    <a:pt x="6420" y="17560"/>
                  </a:lnTo>
                  <a:lnTo>
                    <a:pt x="6973" y="17659"/>
                  </a:lnTo>
                  <a:lnTo>
                    <a:pt x="7487" y="17738"/>
                  </a:lnTo>
                  <a:lnTo>
                    <a:pt x="7921" y="17797"/>
                  </a:lnTo>
                  <a:lnTo>
                    <a:pt x="8296" y="17817"/>
                  </a:lnTo>
                  <a:lnTo>
                    <a:pt x="8573" y="17836"/>
                  </a:lnTo>
                  <a:lnTo>
                    <a:pt x="8830" y="17836"/>
                  </a:lnTo>
                  <a:lnTo>
                    <a:pt x="9363" y="17817"/>
                  </a:lnTo>
                  <a:lnTo>
                    <a:pt x="9877" y="17777"/>
                  </a:lnTo>
                  <a:lnTo>
                    <a:pt x="10390" y="17718"/>
                  </a:lnTo>
                  <a:lnTo>
                    <a:pt x="10884" y="17619"/>
                  </a:lnTo>
                  <a:lnTo>
                    <a:pt x="11358" y="17481"/>
                  </a:lnTo>
                  <a:lnTo>
                    <a:pt x="11832" y="17343"/>
                  </a:lnTo>
                  <a:lnTo>
                    <a:pt x="12267" y="17165"/>
                  </a:lnTo>
                  <a:lnTo>
                    <a:pt x="12701" y="16967"/>
                  </a:lnTo>
                  <a:lnTo>
                    <a:pt x="13116" y="16730"/>
                  </a:lnTo>
                  <a:lnTo>
                    <a:pt x="13531" y="16493"/>
                  </a:lnTo>
                  <a:lnTo>
                    <a:pt x="13906" y="16236"/>
                  </a:lnTo>
                  <a:lnTo>
                    <a:pt x="14281" y="15960"/>
                  </a:lnTo>
                  <a:lnTo>
                    <a:pt x="14617" y="15664"/>
                  </a:lnTo>
                  <a:lnTo>
                    <a:pt x="14953" y="15348"/>
                  </a:lnTo>
                  <a:lnTo>
                    <a:pt x="15269" y="15012"/>
                  </a:lnTo>
                  <a:lnTo>
                    <a:pt x="15565" y="14676"/>
                  </a:lnTo>
                  <a:lnTo>
                    <a:pt x="15842" y="14321"/>
                  </a:lnTo>
                  <a:lnTo>
                    <a:pt x="16118" y="13965"/>
                  </a:lnTo>
                  <a:lnTo>
                    <a:pt x="16355" y="13590"/>
                  </a:lnTo>
                  <a:lnTo>
                    <a:pt x="16592" y="13195"/>
                  </a:lnTo>
                  <a:lnTo>
                    <a:pt x="16790" y="12800"/>
                  </a:lnTo>
                  <a:lnTo>
                    <a:pt x="16987" y="12405"/>
                  </a:lnTo>
                  <a:lnTo>
                    <a:pt x="17165" y="12010"/>
                  </a:lnTo>
                  <a:lnTo>
                    <a:pt x="17303" y="11595"/>
                  </a:lnTo>
                  <a:lnTo>
                    <a:pt x="17442" y="11180"/>
                  </a:lnTo>
                  <a:lnTo>
                    <a:pt x="17560" y="10765"/>
                  </a:lnTo>
                  <a:lnTo>
                    <a:pt x="17659" y="10350"/>
                  </a:lnTo>
                  <a:lnTo>
                    <a:pt x="17738" y="9936"/>
                  </a:lnTo>
                  <a:lnTo>
                    <a:pt x="17797" y="9541"/>
                  </a:lnTo>
                  <a:lnTo>
                    <a:pt x="17837" y="9126"/>
                  </a:lnTo>
                  <a:lnTo>
                    <a:pt x="17837" y="8711"/>
                  </a:lnTo>
                  <a:lnTo>
                    <a:pt x="17837" y="8316"/>
                  </a:lnTo>
                  <a:lnTo>
                    <a:pt x="17797" y="7723"/>
                  </a:lnTo>
                  <a:lnTo>
                    <a:pt x="17698" y="7151"/>
                  </a:lnTo>
                  <a:lnTo>
                    <a:pt x="17639" y="6854"/>
                  </a:lnTo>
                  <a:lnTo>
                    <a:pt x="17580" y="6578"/>
                  </a:lnTo>
                  <a:lnTo>
                    <a:pt x="17481" y="6281"/>
                  </a:lnTo>
                  <a:lnTo>
                    <a:pt x="17382" y="6005"/>
                  </a:lnTo>
                  <a:lnTo>
                    <a:pt x="17284" y="5728"/>
                  </a:lnTo>
                  <a:lnTo>
                    <a:pt x="17165" y="5452"/>
                  </a:lnTo>
                  <a:lnTo>
                    <a:pt x="17027" y="5175"/>
                  </a:lnTo>
                  <a:lnTo>
                    <a:pt x="16889" y="4919"/>
                  </a:lnTo>
                  <a:lnTo>
                    <a:pt x="16731" y="4642"/>
                  </a:lnTo>
                  <a:lnTo>
                    <a:pt x="16553" y="4385"/>
                  </a:lnTo>
                  <a:lnTo>
                    <a:pt x="16375" y="4128"/>
                  </a:lnTo>
                  <a:lnTo>
                    <a:pt x="16178" y="3872"/>
                  </a:lnTo>
                  <a:lnTo>
                    <a:pt x="15960" y="3615"/>
                  </a:lnTo>
                  <a:lnTo>
                    <a:pt x="15743" y="3378"/>
                  </a:lnTo>
                  <a:lnTo>
                    <a:pt x="15506" y="3141"/>
                  </a:lnTo>
                  <a:lnTo>
                    <a:pt x="15249" y="2904"/>
                  </a:lnTo>
                  <a:lnTo>
                    <a:pt x="14992" y="2667"/>
                  </a:lnTo>
                  <a:lnTo>
                    <a:pt x="14716" y="2430"/>
                  </a:lnTo>
                  <a:lnTo>
                    <a:pt x="14420" y="2212"/>
                  </a:lnTo>
                  <a:lnTo>
                    <a:pt x="14123" y="1995"/>
                  </a:lnTo>
                  <a:lnTo>
                    <a:pt x="13807" y="1798"/>
                  </a:lnTo>
                  <a:lnTo>
                    <a:pt x="13471" y="1600"/>
                  </a:lnTo>
                  <a:lnTo>
                    <a:pt x="13116" y="1403"/>
                  </a:lnTo>
                  <a:lnTo>
                    <a:pt x="12760" y="1205"/>
                  </a:lnTo>
                  <a:lnTo>
                    <a:pt x="12385" y="1027"/>
                  </a:lnTo>
                  <a:lnTo>
                    <a:pt x="12010" y="850"/>
                  </a:lnTo>
                  <a:lnTo>
                    <a:pt x="11595" y="672"/>
                  </a:lnTo>
                  <a:lnTo>
                    <a:pt x="11180" y="514"/>
                  </a:lnTo>
                  <a:lnTo>
                    <a:pt x="10765" y="376"/>
                  </a:lnTo>
                  <a:lnTo>
                    <a:pt x="10351" y="257"/>
                  </a:lnTo>
                  <a:lnTo>
                    <a:pt x="9936" y="158"/>
                  </a:lnTo>
                  <a:lnTo>
                    <a:pt x="9541" y="79"/>
                  </a:lnTo>
                  <a:lnTo>
                    <a:pt x="9146" y="40"/>
                  </a:lnTo>
                  <a:lnTo>
                    <a:pt x="8771"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1" name="Google Shape;8211;p31"/>
            <p:cNvSpPr/>
            <p:nvPr/>
          </p:nvSpPr>
          <p:spPr>
            <a:xfrm>
              <a:off x="4167648" y="-2064920"/>
              <a:ext cx="414355" cy="185657"/>
            </a:xfrm>
            <a:custGeom>
              <a:rect b="b" l="l" r="r" t="t"/>
              <a:pathLst>
                <a:path extrusionOk="0" h="4939" w="11023">
                  <a:moveTo>
                    <a:pt x="1620" y="0"/>
                  </a:moveTo>
                  <a:lnTo>
                    <a:pt x="1443" y="20"/>
                  </a:lnTo>
                  <a:lnTo>
                    <a:pt x="1265" y="40"/>
                  </a:lnTo>
                  <a:lnTo>
                    <a:pt x="1087" y="79"/>
                  </a:lnTo>
                  <a:lnTo>
                    <a:pt x="929" y="138"/>
                  </a:lnTo>
                  <a:lnTo>
                    <a:pt x="791" y="198"/>
                  </a:lnTo>
                  <a:lnTo>
                    <a:pt x="653" y="277"/>
                  </a:lnTo>
                  <a:lnTo>
                    <a:pt x="534" y="356"/>
                  </a:lnTo>
                  <a:lnTo>
                    <a:pt x="435" y="455"/>
                  </a:lnTo>
                  <a:lnTo>
                    <a:pt x="337" y="573"/>
                  </a:lnTo>
                  <a:lnTo>
                    <a:pt x="258" y="711"/>
                  </a:lnTo>
                  <a:lnTo>
                    <a:pt x="178" y="850"/>
                  </a:lnTo>
                  <a:lnTo>
                    <a:pt x="119" y="1008"/>
                  </a:lnTo>
                  <a:lnTo>
                    <a:pt x="60" y="1185"/>
                  </a:lnTo>
                  <a:lnTo>
                    <a:pt x="20" y="1383"/>
                  </a:lnTo>
                  <a:lnTo>
                    <a:pt x="1" y="1561"/>
                  </a:lnTo>
                  <a:lnTo>
                    <a:pt x="20" y="1738"/>
                  </a:lnTo>
                  <a:lnTo>
                    <a:pt x="60" y="1916"/>
                  </a:lnTo>
                  <a:lnTo>
                    <a:pt x="119" y="2074"/>
                  </a:lnTo>
                  <a:lnTo>
                    <a:pt x="218" y="2212"/>
                  </a:lnTo>
                  <a:lnTo>
                    <a:pt x="337" y="2351"/>
                  </a:lnTo>
                  <a:lnTo>
                    <a:pt x="475" y="2489"/>
                  </a:lnTo>
                  <a:lnTo>
                    <a:pt x="633" y="2607"/>
                  </a:lnTo>
                  <a:lnTo>
                    <a:pt x="811" y="2726"/>
                  </a:lnTo>
                  <a:lnTo>
                    <a:pt x="1008" y="2825"/>
                  </a:lnTo>
                  <a:lnTo>
                    <a:pt x="1206" y="2924"/>
                  </a:lnTo>
                  <a:lnTo>
                    <a:pt x="1403" y="3003"/>
                  </a:lnTo>
                  <a:lnTo>
                    <a:pt x="1838" y="3141"/>
                  </a:lnTo>
                  <a:lnTo>
                    <a:pt x="2292" y="3240"/>
                  </a:lnTo>
                  <a:lnTo>
                    <a:pt x="2549" y="3299"/>
                  </a:lnTo>
                  <a:lnTo>
                    <a:pt x="2825" y="3378"/>
                  </a:lnTo>
                  <a:lnTo>
                    <a:pt x="3536" y="3635"/>
                  </a:lnTo>
                  <a:lnTo>
                    <a:pt x="4346" y="3951"/>
                  </a:lnTo>
                  <a:lnTo>
                    <a:pt x="5215" y="4286"/>
                  </a:lnTo>
                  <a:lnTo>
                    <a:pt x="5670" y="4444"/>
                  </a:lnTo>
                  <a:lnTo>
                    <a:pt x="6124" y="4583"/>
                  </a:lnTo>
                  <a:lnTo>
                    <a:pt x="6558" y="4721"/>
                  </a:lnTo>
                  <a:lnTo>
                    <a:pt x="6993" y="4820"/>
                  </a:lnTo>
                  <a:lnTo>
                    <a:pt x="7408" y="4899"/>
                  </a:lnTo>
                  <a:lnTo>
                    <a:pt x="7783" y="4938"/>
                  </a:lnTo>
                  <a:lnTo>
                    <a:pt x="8139" y="4918"/>
                  </a:lnTo>
                  <a:lnTo>
                    <a:pt x="8316" y="4918"/>
                  </a:lnTo>
                  <a:lnTo>
                    <a:pt x="8474" y="4879"/>
                  </a:lnTo>
                  <a:lnTo>
                    <a:pt x="8771" y="4800"/>
                  </a:lnTo>
                  <a:lnTo>
                    <a:pt x="9047" y="4681"/>
                  </a:lnTo>
                  <a:lnTo>
                    <a:pt x="9304" y="4523"/>
                  </a:lnTo>
                  <a:lnTo>
                    <a:pt x="9541" y="4365"/>
                  </a:lnTo>
                  <a:lnTo>
                    <a:pt x="9778" y="4188"/>
                  </a:lnTo>
                  <a:lnTo>
                    <a:pt x="9975" y="4010"/>
                  </a:lnTo>
                  <a:lnTo>
                    <a:pt x="10173" y="3812"/>
                  </a:lnTo>
                  <a:lnTo>
                    <a:pt x="10351" y="3615"/>
                  </a:lnTo>
                  <a:lnTo>
                    <a:pt x="10627" y="3240"/>
                  </a:lnTo>
                  <a:lnTo>
                    <a:pt x="10845" y="2943"/>
                  </a:lnTo>
                  <a:lnTo>
                    <a:pt x="11022" y="2647"/>
                  </a:lnTo>
                  <a:lnTo>
                    <a:pt x="10469" y="2390"/>
                  </a:lnTo>
                  <a:lnTo>
                    <a:pt x="9857" y="2133"/>
                  </a:lnTo>
                  <a:lnTo>
                    <a:pt x="9146" y="1837"/>
                  </a:lnTo>
                  <a:lnTo>
                    <a:pt x="8356" y="1561"/>
                  </a:lnTo>
                  <a:lnTo>
                    <a:pt x="7586" y="1304"/>
                  </a:lnTo>
                  <a:lnTo>
                    <a:pt x="7230" y="1205"/>
                  </a:lnTo>
                  <a:lnTo>
                    <a:pt x="6894" y="1126"/>
                  </a:lnTo>
                  <a:lnTo>
                    <a:pt x="6578" y="1067"/>
                  </a:lnTo>
                  <a:lnTo>
                    <a:pt x="6321" y="1047"/>
                  </a:lnTo>
                  <a:lnTo>
                    <a:pt x="6084" y="1047"/>
                  </a:lnTo>
                  <a:lnTo>
                    <a:pt x="5828" y="1008"/>
                  </a:lnTo>
                  <a:lnTo>
                    <a:pt x="5551" y="968"/>
                  </a:lnTo>
                  <a:lnTo>
                    <a:pt x="5294" y="909"/>
                  </a:lnTo>
                  <a:lnTo>
                    <a:pt x="4721" y="751"/>
                  </a:lnTo>
                  <a:lnTo>
                    <a:pt x="4149" y="573"/>
                  </a:lnTo>
                  <a:lnTo>
                    <a:pt x="3576" y="395"/>
                  </a:lnTo>
                  <a:lnTo>
                    <a:pt x="3023" y="237"/>
                  </a:lnTo>
                  <a:lnTo>
                    <a:pt x="2509" y="99"/>
                  </a:lnTo>
                  <a:lnTo>
                    <a:pt x="2272" y="59"/>
                  </a:lnTo>
                  <a:lnTo>
                    <a:pt x="2035" y="20"/>
                  </a:lnTo>
                  <a:lnTo>
                    <a:pt x="1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2" name="Google Shape;8212;p31"/>
            <p:cNvSpPr/>
            <p:nvPr/>
          </p:nvSpPr>
          <p:spPr>
            <a:xfrm>
              <a:off x="4172836" y="-2147357"/>
              <a:ext cx="207948" cy="21577"/>
            </a:xfrm>
            <a:custGeom>
              <a:rect b="b" l="l" r="r" t="t"/>
              <a:pathLst>
                <a:path extrusionOk="0" h="574" w="5532">
                  <a:moveTo>
                    <a:pt x="1305" y="1"/>
                  </a:moveTo>
                  <a:lnTo>
                    <a:pt x="969" y="40"/>
                  </a:lnTo>
                  <a:lnTo>
                    <a:pt x="673" y="80"/>
                  </a:lnTo>
                  <a:lnTo>
                    <a:pt x="436" y="119"/>
                  </a:lnTo>
                  <a:lnTo>
                    <a:pt x="238" y="178"/>
                  </a:lnTo>
                  <a:lnTo>
                    <a:pt x="100" y="218"/>
                  </a:lnTo>
                  <a:lnTo>
                    <a:pt x="1" y="356"/>
                  </a:lnTo>
                  <a:lnTo>
                    <a:pt x="811" y="356"/>
                  </a:lnTo>
                  <a:lnTo>
                    <a:pt x="1739" y="376"/>
                  </a:lnTo>
                  <a:lnTo>
                    <a:pt x="2885" y="416"/>
                  </a:lnTo>
                  <a:lnTo>
                    <a:pt x="5532" y="574"/>
                  </a:lnTo>
                  <a:lnTo>
                    <a:pt x="4228" y="356"/>
                  </a:lnTo>
                  <a:lnTo>
                    <a:pt x="3102" y="178"/>
                  </a:lnTo>
                  <a:lnTo>
                    <a:pt x="2095" y="40"/>
                  </a:lnTo>
                  <a:lnTo>
                    <a:pt x="16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3" name="Google Shape;8213;p31"/>
            <p:cNvSpPr/>
            <p:nvPr/>
          </p:nvSpPr>
          <p:spPr>
            <a:xfrm>
              <a:off x="4250800" y="-2217126"/>
              <a:ext cx="159682" cy="15600"/>
            </a:xfrm>
            <a:custGeom>
              <a:rect b="b" l="l" r="r" t="t"/>
              <a:pathLst>
                <a:path extrusionOk="0" h="415" w="4248">
                  <a:moveTo>
                    <a:pt x="1621" y="0"/>
                  </a:moveTo>
                  <a:lnTo>
                    <a:pt x="1305" y="20"/>
                  </a:lnTo>
                  <a:lnTo>
                    <a:pt x="969" y="59"/>
                  </a:lnTo>
                  <a:lnTo>
                    <a:pt x="673" y="119"/>
                  </a:lnTo>
                  <a:lnTo>
                    <a:pt x="396" y="198"/>
                  </a:lnTo>
                  <a:lnTo>
                    <a:pt x="198" y="257"/>
                  </a:lnTo>
                  <a:lnTo>
                    <a:pt x="40" y="336"/>
                  </a:lnTo>
                  <a:lnTo>
                    <a:pt x="1" y="375"/>
                  </a:lnTo>
                  <a:lnTo>
                    <a:pt x="1" y="415"/>
                  </a:lnTo>
                  <a:lnTo>
                    <a:pt x="198" y="375"/>
                  </a:lnTo>
                  <a:lnTo>
                    <a:pt x="732" y="277"/>
                  </a:lnTo>
                  <a:lnTo>
                    <a:pt x="1107" y="237"/>
                  </a:lnTo>
                  <a:lnTo>
                    <a:pt x="1502" y="217"/>
                  </a:lnTo>
                  <a:lnTo>
                    <a:pt x="1937" y="217"/>
                  </a:lnTo>
                  <a:lnTo>
                    <a:pt x="2411" y="237"/>
                  </a:lnTo>
                  <a:lnTo>
                    <a:pt x="3793" y="336"/>
                  </a:lnTo>
                  <a:lnTo>
                    <a:pt x="4248" y="375"/>
                  </a:lnTo>
                  <a:lnTo>
                    <a:pt x="4011" y="316"/>
                  </a:lnTo>
                  <a:lnTo>
                    <a:pt x="3418" y="198"/>
                  </a:lnTo>
                  <a:lnTo>
                    <a:pt x="2667" y="59"/>
                  </a:lnTo>
                  <a:lnTo>
                    <a:pt x="2292" y="20"/>
                  </a:lnTo>
                  <a:lnTo>
                    <a:pt x="195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4" name="Google Shape;8214;p31"/>
            <p:cNvSpPr/>
            <p:nvPr/>
          </p:nvSpPr>
          <p:spPr>
            <a:xfrm>
              <a:off x="4354777" y="-2259453"/>
              <a:ext cx="69090" cy="17103"/>
            </a:xfrm>
            <a:custGeom>
              <a:rect b="b" l="l" r="r" t="t"/>
              <a:pathLst>
                <a:path extrusionOk="0" h="455" w="1838">
                  <a:moveTo>
                    <a:pt x="138" y="0"/>
                  </a:moveTo>
                  <a:lnTo>
                    <a:pt x="99" y="20"/>
                  </a:lnTo>
                  <a:lnTo>
                    <a:pt x="59" y="40"/>
                  </a:lnTo>
                  <a:lnTo>
                    <a:pt x="20" y="99"/>
                  </a:lnTo>
                  <a:lnTo>
                    <a:pt x="0" y="158"/>
                  </a:lnTo>
                  <a:lnTo>
                    <a:pt x="0" y="198"/>
                  </a:lnTo>
                  <a:lnTo>
                    <a:pt x="652" y="277"/>
                  </a:lnTo>
                  <a:lnTo>
                    <a:pt x="1521" y="395"/>
                  </a:lnTo>
                  <a:lnTo>
                    <a:pt x="1837" y="454"/>
                  </a:lnTo>
                  <a:lnTo>
                    <a:pt x="1047" y="217"/>
                  </a:lnTo>
                  <a:lnTo>
                    <a:pt x="455" y="59"/>
                  </a:lnTo>
                  <a:lnTo>
                    <a:pt x="257" y="20"/>
                  </a:lnTo>
                  <a:lnTo>
                    <a:pt x="138"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5" name="Google Shape;8215;p31"/>
            <p:cNvSpPr/>
            <p:nvPr/>
          </p:nvSpPr>
          <p:spPr>
            <a:xfrm>
              <a:off x="4064461" y="-2125065"/>
              <a:ext cx="73526" cy="41612"/>
            </a:xfrm>
            <a:custGeom>
              <a:rect b="b" l="l" r="r" t="t"/>
              <a:pathLst>
                <a:path extrusionOk="0" h="1107" w="1956">
                  <a:moveTo>
                    <a:pt x="1936" y="0"/>
                  </a:moveTo>
                  <a:lnTo>
                    <a:pt x="1896" y="158"/>
                  </a:lnTo>
                  <a:lnTo>
                    <a:pt x="1798" y="415"/>
                  </a:lnTo>
                  <a:lnTo>
                    <a:pt x="1719" y="553"/>
                  </a:lnTo>
                  <a:lnTo>
                    <a:pt x="1640" y="672"/>
                  </a:lnTo>
                  <a:lnTo>
                    <a:pt x="1561" y="771"/>
                  </a:lnTo>
                  <a:lnTo>
                    <a:pt x="1462" y="850"/>
                  </a:lnTo>
                  <a:lnTo>
                    <a:pt x="1343" y="889"/>
                  </a:lnTo>
                  <a:lnTo>
                    <a:pt x="1146" y="929"/>
                  </a:lnTo>
                  <a:lnTo>
                    <a:pt x="711" y="948"/>
                  </a:lnTo>
                  <a:lnTo>
                    <a:pt x="336" y="968"/>
                  </a:lnTo>
                  <a:lnTo>
                    <a:pt x="178" y="948"/>
                  </a:lnTo>
                  <a:lnTo>
                    <a:pt x="257" y="316"/>
                  </a:lnTo>
                  <a:lnTo>
                    <a:pt x="79" y="494"/>
                  </a:lnTo>
                  <a:lnTo>
                    <a:pt x="0" y="1087"/>
                  </a:lnTo>
                  <a:lnTo>
                    <a:pt x="198" y="1106"/>
                  </a:lnTo>
                  <a:lnTo>
                    <a:pt x="909" y="1106"/>
                  </a:lnTo>
                  <a:lnTo>
                    <a:pt x="1166" y="1087"/>
                  </a:lnTo>
                  <a:lnTo>
                    <a:pt x="1403" y="1027"/>
                  </a:lnTo>
                  <a:lnTo>
                    <a:pt x="1521" y="988"/>
                  </a:lnTo>
                  <a:lnTo>
                    <a:pt x="1600" y="948"/>
                  </a:lnTo>
                  <a:lnTo>
                    <a:pt x="1679" y="889"/>
                  </a:lnTo>
                  <a:lnTo>
                    <a:pt x="1738" y="830"/>
                  </a:lnTo>
                  <a:lnTo>
                    <a:pt x="1837" y="692"/>
                  </a:lnTo>
                  <a:lnTo>
                    <a:pt x="1896" y="534"/>
                  </a:lnTo>
                  <a:lnTo>
                    <a:pt x="1936" y="376"/>
                  </a:lnTo>
                  <a:lnTo>
                    <a:pt x="1956" y="237"/>
                  </a:lnTo>
                  <a:lnTo>
                    <a:pt x="1956" y="119"/>
                  </a:lnTo>
                  <a:lnTo>
                    <a:pt x="193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6" name="Google Shape;8216;p31"/>
            <p:cNvSpPr/>
            <p:nvPr/>
          </p:nvSpPr>
          <p:spPr>
            <a:xfrm>
              <a:off x="4368122" y="-1450155"/>
              <a:ext cx="596253" cy="494534"/>
            </a:xfrm>
            <a:custGeom>
              <a:rect b="b" l="l" r="r" t="t"/>
              <a:pathLst>
                <a:path extrusionOk="0" h="13156" w="15862">
                  <a:moveTo>
                    <a:pt x="1680" y="1"/>
                  </a:moveTo>
                  <a:lnTo>
                    <a:pt x="1" y="7902"/>
                  </a:lnTo>
                  <a:lnTo>
                    <a:pt x="2865" y="9423"/>
                  </a:lnTo>
                  <a:lnTo>
                    <a:pt x="4129" y="10094"/>
                  </a:lnTo>
                  <a:lnTo>
                    <a:pt x="8020" y="12148"/>
                  </a:lnTo>
                  <a:lnTo>
                    <a:pt x="9403" y="12860"/>
                  </a:lnTo>
                  <a:lnTo>
                    <a:pt x="9995" y="13156"/>
                  </a:lnTo>
                  <a:lnTo>
                    <a:pt x="10035" y="13136"/>
                  </a:lnTo>
                  <a:lnTo>
                    <a:pt x="10094" y="13077"/>
                  </a:lnTo>
                  <a:lnTo>
                    <a:pt x="10311" y="12800"/>
                  </a:lnTo>
                  <a:lnTo>
                    <a:pt x="10627" y="12405"/>
                  </a:lnTo>
                  <a:lnTo>
                    <a:pt x="11042" y="11872"/>
                  </a:lnTo>
                  <a:lnTo>
                    <a:pt x="12010" y="10509"/>
                  </a:lnTo>
                  <a:lnTo>
                    <a:pt x="13116" y="8949"/>
                  </a:lnTo>
                  <a:lnTo>
                    <a:pt x="14183" y="7388"/>
                  </a:lnTo>
                  <a:lnTo>
                    <a:pt x="15091" y="6025"/>
                  </a:lnTo>
                  <a:lnTo>
                    <a:pt x="15447" y="5492"/>
                  </a:lnTo>
                  <a:lnTo>
                    <a:pt x="15684" y="5057"/>
                  </a:lnTo>
                  <a:lnTo>
                    <a:pt x="15842" y="4781"/>
                  </a:lnTo>
                  <a:lnTo>
                    <a:pt x="15862" y="4722"/>
                  </a:lnTo>
                  <a:lnTo>
                    <a:pt x="15862" y="4702"/>
                  </a:lnTo>
                  <a:lnTo>
                    <a:pt x="15842" y="4682"/>
                  </a:lnTo>
                  <a:lnTo>
                    <a:pt x="15585" y="4623"/>
                  </a:lnTo>
                  <a:lnTo>
                    <a:pt x="14973" y="4425"/>
                  </a:lnTo>
                  <a:lnTo>
                    <a:pt x="12899" y="3754"/>
                  </a:lnTo>
                  <a:lnTo>
                    <a:pt x="7131" y="1818"/>
                  </a:lnTo>
                  <a:lnTo>
                    <a:pt x="6005" y="1443"/>
                  </a:lnTo>
                  <a:lnTo>
                    <a:pt x="5946" y="1423"/>
                  </a:lnTo>
                  <a:lnTo>
                    <a:pt x="5907" y="1423"/>
                  </a:lnTo>
                  <a:lnTo>
                    <a:pt x="1680"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7" name="Google Shape;8217;p31"/>
            <p:cNvSpPr/>
            <p:nvPr/>
          </p:nvSpPr>
          <p:spPr>
            <a:xfrm>
              <a:off x="4091188" y="-1384784"/>
              <a:ext cx="191596" cy="27478"/>
            </a:xfrm>
            <a:custGeom>
              <a:rect b="b" l="l" r="r" t="t"/>
              <a:pathLst>
                <a:path extrusionOk="0" h="731" w="5097">
                  <a:moveTo>
                    <a:pt x="0" y="0"/>
                  </a:moveTo>
                  <a:lnTo>
                    <a:pt x="158" y="59"/>
                  </a:lnTo>
                  <a:lnTo>
                    <a:pt x="593" y="217"/>
                  </a:lnTo>
                  <a:lnTo>
                    <a:pt x="1245" y="415"/>
                  </a:lnTo>
                  <a:lnTo>
                    <a:pt x="1620" y="514"/>
                  </a:lnTo>
                  <a:lnTo>
                    <a:pt x="2015" y="593"/>
                  </a:lnTo>
                  <a:lnTo>
                    <a:pt x="2430" y="672"/>
                  </a:lnTo>
                  <a:lnTo>
                    <a:pt x="2864" y="711"/>
                  </a:lnTo>
                  <a:lnTo>
                    <a:pt x="3299" y="731"/>
                  </a:lnTo>
                  <a:lnTo>
                    <a:pt x="3694" y="731"/>
                  </a:lnTo>
                  <a:lnTo>
                    <a:pt x="4069" y="691"/>
                  </a:lnTo>
                  <a:lnTo>
                    <a:pt x="4405" y="632"/>
                  </a:lnTo>
                  <a:lnTo>
                    <a:pt x="4681" y="553"/>
                  </a:lnTo>
                  <a:lnTo>
                    <a:pt x="4780" y="514"/>
                  </a:lnTo>
                  <a:lnTo>
                    <a:pt x="4879" y="454"/>
                  </a:lnTo>
                  <a:lnTo>
                    <a:pt x="4998" y="356"/>
                  </a:lnTo>
                  <a:lnTo>
                    <a:pt x="5077" y="296"/>
                  </a:lnTo>
                  <a:lnTo>
                    <a:pt x="5096" y="237"/>
                  </a:lnTo>
                  <a:lnTo>
                    <a:pt x="5077" y="198"/>
                  </a:lnTo>
                  <a:lnTo>
                    <a:pt x="5057" y="178"/>
                  </a:lnTo>
                  <a:lnTo>
                    <a:pt x="4978" y="178"/>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8" name="Google Shape;8218;p31"/>
            <p:cNvSpPr/>
            <p:nvPr/>
          </p:nvSpPr>
          <p:spPr>
            <a:xfrm>
              <a:off x="4190692" y="-2054544"/>
              <a:ext cx="86908" cy="92096"/>
            </a:xfrm>
            <a:custGeom>
              <a:rect b="b" l="l" r="r" t="t"/>
              <a:pathLst>
                <a:path extrusionOk="0" h="2450" w="2312">
                  <a:moveTo>
                    <a:pt x="711" y="139"/>
                  </a:moveTo>
                  <a:lnTo>
                    <a:pt x="849" y="179"/>
                  </a:lnTo>
                  <a:lnTo>
                    <a:pt x="1205" y="258"/>
                  </a:lnTo>
                  <a:lnTo>
                    <a:pt x="1422" y="337"/>
                  </a:lnTo>
                  <a:lnTo>
                    <a:pt x="1639" y="416"/>
                  </a:lnTo>
                  <a:lnTo>
                    <a:pt x="1857" y="495"/>
                  </a:lnTo>
                  <a:lnTo>
                    <a:pt x="2015" y="613"/>
                  </a:lnTo>
                  <a:lnTo>
                    <a:pt x="2094" y="672"/>
                  </a:lnTo>
                  <a:lnTo>
                    <a:pt x="2133" y="751"/>
                  </a:lnTo>
                  <a:lnTo>
                    <a:pt x="2173" y="850"/>
                  </a:lnTo>
                  <a:lnTo>
                    <a:pt x="2193" y="969"/>
                  </a:lnTo>
                  <a:lnTo>
                    <a:pt x="2193" y="1107"/>
                  </a:lnTo>
                  <a:lnTo>
                    <a:pt x="2173" y="1225"/>
                  </a:lnTo>
                  <a:lnTo>
                    <a:pt x="2114" y="1502"/>
                  </a:lnTo>
                  <a:lnTo>
                    <a:pt x="2015" y="1778"/>
                  </a:lnTo>
                  <a:lnTo>
                    <a:pt x="1896" y="2015"/>
                  </a:lnTo>
                  <a:lnTo>
                    <a:pt x="1778" y="2193"/>
                  </a:lnTo>
                  <a:lnTo>
                    <a:pt x="1699" y="2252"/>
                  </a:lnTo>
                  <a:lnTo>
                    <a:pt x="1639" y="2292"/>
                  </a:lnTo>
                  <a:lnTo>
                    <a:pt x="1560" y="2312"/>
                  </a:lnTo>
                  <a:lnTo>
                    <a:pt x="1481" y="2312"/>
                  </a:lnTo>
                  <a:lnTo>
                    <a:pt x="1264" y="2272"/>
                  </a:lnTo>
                  <a:lnTo>
                    <a:pt x="1007" y="2213"/>
                  </a:lnTo>
                  <a:lnTo>
                    <a:pt x="770" y="2114"/>
                  </a:lnTo>
                  <a:lnTo>
                    <a:pt x="533" y="2015"/>
                  </a:lnTo>
                  <a:lnTo>
                    <a:pt x="316" y="1917"/>
                  </a:lnTo>
                  <a:lnTo>
                    <a:pt x="178" y="1838"/>
                  </a:lnTo>
                  <a:lnTo>
                    <a:pt x="138" y="1798"/>
                  </a:lnTo>
                  <a:lnTo>
                    <a:pt x="119" y="1759"/>
                  </a:lnTo>
                  <a:lnTo>
                    <a:pt x="138" y="1660"/>
                  </a:lnTo>
                  <a:lnTo>
                    <a:pt x="158" y="1462"/>
                  </a:lnTo>
                  <a:lnTo>
                    <a:pt x="217" y="1206"/>
                  </a:lnTo>
                  <a:lnTo>
                    <a:pt x="296" y="929"/>
                  </a:lnTo>
                  <a:lnTo>
                    <a:pt x="395" y="633"/>
                  </a:lnTo>
                  <a:lnTo>
                    <a:pt x="494" y="396"/>
                  </a:lnTo>
                  <a:lnTo>
                    <a:pt x="553" y="297"/>
                  </a:lnTo>
                  <a:lnTo>
                    <a:pt x="593" y="218"/>
                  </a:lnTo>
                  <a:lnTo>
                    <a:pt x="652" y="159"/>
                  </a:lnTo>
                  <a:lnTo>
                    <a:pt x="711" y="139"/>
                  </a:lnTo>
                  <a:close/>
                  <a:moveTo>
                    <a:pt x="652" y="1"/>
                  </a:moveTo>
                  <a:lnTo>
                    <a:pt x="593" y="40"/>
                  </a:lnTo>
                  <a:lnTo>
                    <a:pt x="533" y="99"/>
                  </a:lnTo>
                  <a:lnTo>
                    <a:pt x="474" y="179"/>
                  </a:lnTo>
                  <a:lnTo>
                    <a:pt x="415" y="297"/>
                  </a:lnTo>
                  <a:lnTo>
                    <a:pt x="296" y="574"/>
                  </a:lnTo>
                  <a:lnTo>
                    <a:pt x="198" y="890"/>
                  </a:lnTo>
                  <a:lnTo>
                    <a:pt x="119" y="1225"/>
                  </a:lnTo>
                  <a:lnTo>
                    <a:pt x="40" y="1502"/>
                  </a:lnTo>
                  <a:lnTo>
                    <a:pt x="0" y="1719"/>
                  </a:lnTo>
                  <a:lnTo>
                    <a:pt x="0" y="1838"/>
                  </a:lnTo>
                  <a:lnTo>
                    <a:pt x="20" y="1877"/>
                  </a:lnTo>
                  <a:lnTo>
                    <a:pt x="59" y="1917"/>
                  </a:lnTo>
                  <a:lnTo>
                    <a:pt x="217" y="2015"/>
                  </a:lnTo>
                  <a:lnTo>
                    <a:pt x="454" y="2134"/>
                  </a:lnTo>
                  <a:lnTo>
                    <a:pt x="711" y="2233"/>
                  </a:lnTo>
                  <a:lnTo>
                    <a:pt x="1007" y="2351"/>
                  </a:lnTo>
                  <a:lnTo>
                    <a:pt x="1284" y="2410"/>
                  </a:lnTo>
                  <a:lnTo>
                    <a:pt x="1521" y="2450"/>
                  </a:lnTo>
                  <a:lnTo>
                    <a:pt x="1620" y="2450"/>
                  </a:lnTo>
                  <a:lnTo>
                    <a:pt x="1699" y="2430"/>
                  </a:lnTo>
                  <a:lnTo>
                    <a:pt x="1778" y="2391"/>
                  </a:lnTo>
                  <a:lnTo>
                    <a:pt x="1857" y="2312"/>
                  </a:lnTo>
                  <a:lnTo>
                    <a:pt x="1936" y="2233"/>
                  </a:lnTo>
                  <a:lnTo>
                    <a:pt x="1995" y="2114"/>
                  </a:lnTo>
                  <a:lnTo>
                    <a:pt x="2133" y="1857"/>
                  </a:lnTo>
                  <a:lnTo>
                    <a:pt x="2232" y="1561"/>
                  </a:lnTo>
                  <a:lnTo>
                    <a:pt x="2311" y="1245"/>
                  </a:lnTo>
                  <a:lnTo>
                    <a:pt x="2311" y="1087"/>
                  </a:lnTo>
                  <a:lnTo>
                    <a:pt x="2311" y="949"/>
                  </a:lnTo>
                  <a:lnTo>
                    <a:pt x="2311" y="811"/>
                  </a:lnTo>
                  <a:lnTo>
                    <a:pt x="2272" y="712"/>
                  </a:lnTo>
                  <a:lnTo>
                    <a:pt x="2212" y="613"/>
                  </a:lnTo>
                  <a:lnTo>
                    <a:pt x="2133" y="534"/>
                  </a:lnTo>
                  <a:lnTo>
                    <a:pt x="1936" y="416"/>
                  </a:lnTo>
                  <a:lnTo>
                    <a:pt x="1718" y="317"/>
                  </a:lnTo>
                  <a:lnTo>
                    <a:pt x="1462" y="218"/>
                  </a:lnTo>
                  <a:lnTo>
                    <a:pt x="1225" y="159"/>
                  </a:lnTo>
                  <a:lnTo>
                    <a:pt x="830" y="40"/>
                  </a:lnTo>
                  <a:lnTo>
                    <a:pt x="652"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9" name="Google Shape;8219;p31"/>
            <p:cNvSpPr/>
            <p:nvPr/>
          </p:nvSpPr>
          <p:spPr>
            <a:xfrm>
              <a:off x="4035478" y="-1510263"/>
              <a:ext cx="409167" cy="144797"/>
            </a:xfrm>
            <a:custGeom>
              <a:rect b="b" l="l" r="r" t="t"/>
              <a:pathLst>
                <a:path extrusionOk="0" h="3852" w="10885">
                  <a:moveTo>
                    <a:pt x="7665" y="0"/>
                  </a:moveTo>
                  <a:lnTo>
                    <a:pt x="6894" y="20"/>
                  </a:lnTo>
                  <a:lnTo>
                    <a:pt x="6084" y="59"/>
                  </a:lnTo>
                  <a:lnTo>
                    <a:pt x="5275" y="138"/>
                  </a:lnTo>
                  <a:lnTo>
                    <a:pt x="4485" y="217"/>
                  </a:lnTo>
                  <a:lnTo>
                    <a:pt x="3734" y="277"/>
                  </a:lnTo>
                  <a:lnTo>
                    <a:pt x="3043" y="316"/>
                  </a:lnTo>
                  <a:lnTo>
                    <a:pt x="2727" y="336"/>
                  </a:lnTo>
                  <a:lnTo>
                    <a:pt x="2430" y="316"/>
                  </a:lnTo>
                  <a:lnTo>
                    <a:pt x="1937" y="296"/>
                  </a:lnTo>
                  <a:lnTo>
                    <a:pt x="1502" y="277"/>
                  </a:lnTo>
                  <a:lnTo>
                    <a:pt x="1166" y="296"/>
                  </a:lnTo>
                  <a:lnTo>
                    <a:pt x="1008" y="316"/>
                  </a:lnTo>
                  <a:lnTo>
                    <a:pt x="870" y="356"/>
                  </a:lnTo>
                  <a:lnTo>
                    <a:pt x="751" y="395"/>
                  </a:lnTo>
                  <a:lnTo>
                    <a:pt x="633" y="474"/>
                  </a:lnTo>
                  <a:lnTo>
                    <a:pt x="534" y="533"/>
                  </a:lnTo>
                  <a:lnTo>
                    <a:pt x="455" y="632"/>
                  </a:lnTo>
                  <a:lnTo>
                    <a:pt x="356" y="751"/>
                  </a:lnTo>
                  <a:lnTo>
                    <a:pt x="277" y="889"/>
                  </a:lnTo>
                  <a:lnTo>
                    <a:pt x="218" y="1027"/>
                  </a:lnTo>
                  <a:lnTo>
                    <a:pt x="139" y="1205"/>
                  </a:lnTo>
                  <a:lnTo>
                    <a:pt x="80" y="1383"/>
                  </a:lnTo>
                  <a:lnTo>
                    <a:pt x="40" y="1560"/>
                  </a:lnTo>
                  <a:lnTo>
                    <a:pt x="21" y="1718"/>
                  </a:lnTo>
                  <a:lnTo>
                    <a:pt x="1" y="1876"/>
                  </a:lnTo>
                  <a:lnTo>
                    <a:pt x="1" y="2015"/>
                  </a:lnTo>
                  <a:lnTo>
                    <a:pt x="21" y="2153"/>
                  </a:lnTo>
                  <a:lnTo>
                    <a:pt x="60" y="2291"/>
                  </a:lnTo>
                  <a:lnTo>
                    <a:pt x="100" y="2410"/>
                  </a:lnTo>
                  <a:lnTo>
                    <a:pt x="159" y="2528"/>
                  </a:lnTo>
                  <a:lnTo>
                    <a:pt x="238" y="2647"/>
                  </a:lnTo>
                  <a:lnTo>
                    <a:pt x="317" y="2765"/>
                  </a:lnTo>
                  <a:lnTo>
                    <a:pt x="416" y="2864"/>
                  </a:lnTo>
                  <a:lnTo>
                    <a:pt x="613" y="3042"/>
                  </a:lnTo>
                  <a:lnTo>
                    <a:pt x="870" y="3200"/>
                  </a:lnTo>
                  <a:lnTo>
                    <a:pt x="1028" y="3279"/>
                  </a:lnTo>
                  <a:lnTo>
                    <a:pt x="1186" y="3338"/>
                  </a:lnTo>
                  <a:lnTo>
                    <a:pt x="1384" y="3397"/>
                  </a:lnTo>
                  <a:lnTo>
                    <a:pt x="1601" y="3457"/>
                  </a:lnTo>
                  <a:lnTo>
                    <a:pt x="2095" y="3536"/>
                  </a:lnTo>
                  <a:lnTo>
                    <a:pt x="2628" y="3595"/>
                  </a:lnTo>
                  <a:lnTo>
                    <a:pt x="3754" y="3694"/>
                  </a:lnTo>
                  <a:lnTo>
                    <a:pt x="4287" y="3733"/>
                  </a:lnTo>
                  <a:lnTo>
                    <a:pt x="4781" y="3792"/>
                  </a:lnTo>
                  <a:lnTo>
                    <a:pt x="5275" y="3832"/>
                  </a:lnTo>
                  <a:lnTo>
                    <a:pt x="5788" y="3852"/>
                  </a:lnTo>
                  <a:lnTo>
                    <a:pt x="6341" y="3852"/>
                  </a:lnTo>
                  <a:lnTo>
                    <a:pt x="6934" y="3812"/>
                  </a:lnTo>
                  <a:lnTo>
                    <a:pt x="7507" y="3753"/>
                  </a:lnTo>
                  <a:lnTo>
                    <a:pt x="8079" y="3674"/>
                  </a:lnTo>
                  <a:lnTo>
                    <a:pt x="8632" y="3575"/>
                  </a:lnTo>
                  <a:lnTo>
                    <a:pt x="9166" y="3437"/>
                  </a:lnTo>
                  <a:lnTo>
                    <a:pt x="9640" y="3299"/>
                  </a:lnTo>
                  <a:lnTo>
                    <a:pt x="10015" y="3180"/>
                  </a:lnTo>
                  <a:lnTo>
                    <a:pt x="10311" y="3062"/>
                  </a:lnTo>
                  <a:lnTo>
                    <a:pt x="10548" y="2943"/>
                  </a:lnTo>
                  <a:lnTo>
                    <a:pt x="10805" y="2805"/>
                  </a:lnTo>
                  <a:lnTo>
                    <a:pt x="10884" y="2746"/>
                  </a:lnTo>
                  <a:lnTo>
                    <a:pt x="10884" y="2627"/>
                  </a:lnTo>
                  <a:lnTo>
                    <a:pt x="10825" y="2351"/>
                  </a:lnTo>
                  <a:lnTo>
                    <a:pt x="10785" y="2153"/>
                  </a:lnTo>
                  <a:lnTo>
                    <a:pt x="10726" y="1936"/>
                  </a:lnTo>
                  <a:lnTo>
                    <a:pt x="10627" y="1718"/>
                  </a:lnTo>
                  <a:lnTo>
                    <a:pt x="10529" y="1481"/>
                  </a:lnTo>
                  <a:lnTo>
                    <a:pt x="10390" y="1225"/>
                  </a:lnTo>
                  <a:lnTo>
                    <a:pt x="10213" y="988"/>
                  </a:lnTo>
                  <a:lnTo>
                    <a:pt x="10015" y="770"/>
                  </a:lnTo>
                  <a:lnTo>
                    <a:pt x="9778" y="553"/>
                  </a:lnTo>
                  <a:lnTo>
                    <a:pt x="9640" y="454"/>
                  </a:lnTo>
                  <a:lnTo>
                    <a:pt x="9502" y="375"/>
                  </a:lnTo>
                  <a:lnTo>
                    <a:pt x="9344" y="296"/>
                  </a:lnTo>
                  <a:lnTo>
                    <a:pt x="9186" y="217"/>
                  </a:lnTo>
                  <a:lnTo>
                    <a:pt x="9008" y="158"/>
                  </a:lnTo>
                  <a:lnTo>
                    <a:pt x="8830" y="99"/>
                  </a:lnTo>
                  <a:lnTo>
                    <a:pt x="8632" y="59"/>
                  </a:lnTo>
                  <a:lnTo>
                    <a:pt x="8415" y="40"/>
                  </a:lnTo>
                  <a:lnTo>
                    <a:pt x="8040" y="20"/>
                  </a:lnTo>
                  <a:lnTo>
                    <a:pt x="766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0" name="Google Shape;8220;p31"/>
            <p:cNvSpPr/>
            <p:nvPr/>
          </p:nvSpPr>
          <p:spPr>
            <a:xfrm>
              <a:off x="4061491" y="-1489475"/>
              <a:ext cx="86156" cy="83938"/>
            </a:xfrm>
            <a:custGeom>
              <a:rect b="b" l="l" r="r" t="t"/>
              <a:pathLst>
                <a:path extrusionOk="0" h="2233" w="2292">
                  <a:moveTo>
                    <a:pt x="1106" y="119"/>
                  </a:moveTo>
                  <a:lnTo>
                    <a:pt x="1343" y="138"/>
                  </a:lnTo>
                  <a:lnTo>
                    <a:pt x="1580" y="138"/>
                  </a:lnTo>
                  <a:lnTo>
                    <a:pt x="1798" y="178"/>
                  </a:lnTo>
                  <a:lnTo>
                    <a:pt x="1956" y="237"/>
                  </a:lnTo>
                  <a:lnTo>
                    <a:pt x="2015" y="277"/>
                  </a:lnTo>
                  <a:lnTo>
                    <a:pt x="2074" y="356"/>
                  </a:lnTo>
                  <a:lnTo>
                    <a:pt x="2114" y="435"/>
                  </a:lnTo>
                  <a:lnTo>
                    <a:pt x="2153" y="533"/>
                  </a:lnTo>
                  <a:lnTo>
                    <a:pt x="2193" y="770"/>
                  </a:lnTo>
                  <a:lnTo>
                    <a:pt x="2193" y="1047"/>
                  </a:lnTo>
                  <a:lnTo>
                    <a:pt x="2153" y="1323"/>
                  </a:lnTo>
                  <a:lnTo>
                    <a:pt x="2133" y="1442"/>
                  </a:lnTo>
                  <a:lnTo>
                    <a:pt x="2074" y="1580"/>
                  </a:lnTo>
                  <a:lnTo>
                    <a:pt x="2035" y="1679"/>
                  </a:lnTo>
                  <a:lnTo>
                    <a:pt x="1956" y="1778"/>
                  </a:lnTo>
                  <a:lnTo>
                    <a:pt x="1877" y="1877"/>
                  </a:lnTo>
                  <a:lnTo>
                    <a:pt x="1798" y="1936"/>
                  </a:lnTo>
                  <a:lnTo>
                    <a:pt x="1699" y="1975"/>
                  </a:lnTo>
                  <a:lnTo>
                    <a:pt x="1580" y="2015"/>
                  </a:lnTo>
                  <a:lnTo>
                    <a:pt x="1343" y="2074"/>
                  </a:lnTo>
                  <a:lnTo>
                    <a:pt x="1067" y="2094"/>
                  </a:lnTo>
                  <a:lnTo>
                    <a:pt x="810" y="2114"/>
                  </a:lnTo>
                  <a:lnTo>
                    <a:pt x="553" y="2094"/>
                  </a:lnTo>
                  <a:lnTo>
                    <a:pt x="356" y="2054"/>
                  </a:lnTo>
                  <a:lnTo>
                    <a:pt x="217" y="1995"/>
                  </a:lnTo>
                  <a:lnTo>
                    <a:pt x="178" y="1956"/>
                  </a:lnTo>
                  <a:lnTo>
                    <a:pt x="158" y="1936"/>
                  </a:lnTo>
                  <a:lnTo>
                    <a:pt x="158" y="1798"/>
                  </a:lnTo>
                  <a:lnTo>
                    <a:pt x="158" y="1600"/>
                  </a:lnTo>
                  <a:lnTo>
                    <a:pt x="178" y="1343"/>
                  </a:lnTo>
                  <a:lnTo>
                    <a:pt x="217" y="1047"/>
                  </a:lnTo>
                  <a:lnTo>
                    <a:pt x="257" y="751"/>
                  </a:lnTo>
                  <a:lnTo>
                    <a:pt x="336" y="494"/>
                  </a:lnTo>
                  <a:lnTo>
                    <a:pt x="415" y="277"/>
                  </a:lnTo>
                  <a:lnTo>
                    <a:pt x="454" y="198"/>
                  </a:lnTo>
                  <a:lnTo>
                    <a:pt x="494" y="158"/>
                  </a:lnTo>
                  <a:lnTo>
                    <a:pt x="672" y="138"/>
                  </a:lnTo>
                  <a:lnTo>
                    <a:pt x="1106" y="119"/>
                  </a:lnTo>
                  <a:close/>
                  <a:moveTo>
                    <a:pt x="1067" y="0"/>
                  </a:moveTo>
                  <a:lnTo>
                    <a:pt x="593" y="20"/>
                  </a:lnTo>
                  <a:lnTo>
                    <a:pt x="395" y="40"/>
                  </a:lnTo>
                  <a:lnTo>
                    <a:pt x="336" y="99"/>
                  </a:lnTo>
                  <a:lnTo>
                    <a:pt x="277" y="178"/>
                  </a:lnTo>
                  <a:lnTo>
                    <a:pt x="198" y="415"/>
                  </a:lnTo>
                  <a:lnTo>
                    <a:pt x="119" y="711"/>
                  </a:lnTo>
                  <a:lnTo>
                    <a:pt x="59" y="1047"/>
                  </a:lnTo>
                  <a:lnTo>
                    <a:pt x="20" y="1363"/>
                  </a:lnTo>
                  <a:lnTo>
                    <a:pt x="0" y="1659"/>
                  </a:lnTo>
                  <a:lnTo>
                    <a:pt x="0" y="1896"/>
                  </a:lnTo>
                  <a:lnTo>
                    <a:pt x="0" y="2035"/>
                  </a:lnTo>
                  <a:lnTo>
                    <a:pt x="20" y="2074"/>
                  </a:lnTo>
                  <a:lnTo>
                    <a:pt x="59" y="2114"/>
                  </a:lnTo>
                  <a:lnTo>
                    <a:pt x="237" y="2173"/>
                  </a:lnTo>
                  <a:lnTo>
                    <a:pt x="454" y="2212"/>
                  </a:lnTo>
                  <a:lnTo>
                    <a:pt x="731" y="2232"/>
                  </a:lnTo>
                  <a:lnTo>
                    <a:pt x="1027" y="2232"/>
                  </a:lnTo>
                  <a:lnTo>
                    <a:pt x="1324" y="2193"/>
                  </a:lnTo>
                  <a:lnTo>
                    <a:pt x="1600" y="2133"/>
                  </a:lnTo>
                  <a:lnTo>
                    <a:pt x="1738" y="2094"/>
                  </a:lnTo>
                  <a:lnTo>
                    <a:pt x="1837" y="2035"/>
                  </a:lnTo>
                  <a:lnTo>
                    <a:pt x="1936" y="1975"/>
                  </a:lnTo>
                  <a:lnTo>
                    <a:pt x="2035" y="1877"/>
                  </a:lnTo>
                  <a:lnTo>
                    <a:pt x="2114" y="1758"/>
                  </a:lnTo>
                  <a:lnTo>
                    <a:pt x="2173" y="1640"/>
                  </a:lnTo>
                  <a:lnTo>
                    <a:pt x="2212" y="1501"/>
                  </a:lnTo>
                  <a:lnTo>
                    <a:pt x="2252" y="1343"/>
                  </a:lnTo>
                  <a:lnTo>
                    <a:pt x="2291" y="1047"/>
                  </a:lnTo>
                  <a:lnTo>
                    <a:pt x="2291" y="731"/>
                  </a:lnTo>
                  <a:lnTo>
                    <a:pt x="2272" y="593"/>
                  </a:lnTo>
                  <a:lnTo>
                    <a:pt x="2252" y="474"/>
                  </a:lnTo>
                  <a:lnTo>
                    <a:pt x="2212" y="356"/>
                  </a:lnTo>
                  <a:lnTo>
                    <a:pt x="2153" y="257"/>
                  </a:lnTo>
                  <a:lnTo>
                    <a:pt x="2094" y="178"/>
                  </a:lnTo>
                  <a:lnTo>
                    <a:pt x="2035" y="119"/>
                  </a:lnTo>
                  <a:lnTo>
                    <a:pt x="1857" y="59"/>
                  </a:lnTo>
                  <a:lnTo>
                    <a:pt x="1600" y="20"/>
                  </a:lnTo>
                  <a:lnTo>
                    <a:pt x="1343" y="20"/>
                  </a:lnTo>
                  <a:lnTo>
                    <a:pt x="106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1" name="Google Shape;8221;p31"/>
            <p:cNvSpPr/>
            <p:nvPr/>
          </p:nvSpPr>
          <p:spPr>
            <a:xfrm>
              <a:off x="4011006" y="-1882265"/>
              <a:ext cx="351955" cy="350489"/>
            </a:xfrm>
            <a:custGeom>
              <a:rect b="b" l="l" r="r" t="t"/>
              <a:pathLst>
                <a:path extrusionOk="0" h="9324" w="9363">
                  <a:moveTo>
                    <a:pt x="4859" y="376"/>
                  </a:moveTo>
                  <a:lnTo>
                    <a:pt x="5234" y="395"/>
                  </a:lnTo>
                  <a:lnTo>
                    <a:pt x="5610" y="455"/>
                  </a:lnTo>
                  <a:lnTo>
                    <a:pt x="5965" y="514"/>
                  </a:lnTo>
                  <a:lnTo>
                    <a:pt x="6163" y="573"/>
                  </a:lnTo>
                  <a:lnTo>
                    <a:pt x="6340" y="632"/>
                  </a:lnTo>
                  <a:lnTo>
                    <a:pt x="6696" y="771"/>
                  </a:lnTo>
                  <a:lnTo>
                    <a:pt x="7052" y="968"/>
                  </a:lnTo>
                  <a:lnTo>
                    <a:pt x="7387" y="1205"/>
                  </a:lnTo>
                  <a:lnTo>
                    <a:pt x="7684" y="1482"/>
                  </a:lnTo>
                  <a:lnTo>
                    <a:pt x="7980" y="1798"/>
                  </a:lnTo>
                  <a:lnTo>
                    <a:pt x="8237" y="2133"/>
                  </a:lnTo>
                  <a:lnTo>
                    <a:pt x="8454" y="2489"/>
                  </a:lnTo>
                  <a:lnTo>
                    <a:pt x="8651" y="2884"/>
                  </a:lnTo>
                  <a:lnTo>
                    <a:pt x="8790" y="3299"/>
                  </a:lnTo>
                  <a:lnTo>
                    <a:pt x="8849" y="3496"/>
                  </a:lnTo>
                  <a:lnTo>
                    <a:pt x="8908" y="3714"/>
                  </a:lnTo>
                  <a:lnTo>
                    <a:pt x="8928" y="3931"/>
                  </a:lnTo>
                  <a:lnTo>
                    <a:pt x="8948" y="4168"/>
                  </a:lnTo>
                  <a:lnTo>
                    <a:pt x="8967" y="4385"/>
                  </a:lnTo>
                  <a:lnTo>
                    <a:pt x="8948" y="4622"/>
                  </a:lnTo>
                  <a:lnTo>
                    <a:pt x="8928" y="4839"/>
                  </a:lnTo>
                  <a:lnTo>
                    <a:pt x="8908" y="5077"/>
                  </a:lnTo>
                  <a:lnTo>
                    <a:pt x="8849" y="5294"/>
                  </a:lnTo>
                  <a:lnTo>
                    <a:pt x="8790" y="5531"/>
                  </a:lnTo>
                  <a:lnTo>
                    <a:pt x="8711" y="5768"/>
                  </a:lnTo>
                  <a:lnTo>
                    <a:pt x="8612" y="6005"/>
                  </a:lnTo>
                  <a:lnTo>
                    <a:pt x="8493" y="6242"/>
                  </a:lnTo>
                  <a:lnTo>
                    <a:pt x="8375" y="6459"/>
                  </a:lnTo>
                  <a:lnTo>
                    <a:pt x="8237" y="6676"/>
                  </a:lnTo>
                  <a:lnTo>
                    <a:pt x="8098" y="6894"/>
                  </a:lnTo>
                  <a:lnTo>
                    <a:pt x="7940" y="7111"/>
                  </a:lnTo>
                  <a:lnTo>
                    <a:pt x="7782" y="7308"/>
                  </a:lnTo>
                  <a:lnTo>
                    <a:pt x="7605" y="7486"/>
                  </a:lnTo>
                  <a:lnTo>
                    <a:pt x="7427" y="7664"/>
                  </a:lnTo>
                  <a:lnTo>
                    <a:pt x="7249" y="7842"/>
                  </a:lnTo>
                  <a:lnTo>
                    <a:pt x="7052" y="8000"/>
                  </a:lnTo>
                  <a:lnTo>
                    <a:pt x="6854" y="8158"/>
                  </a:lnTo>
                  <a:lnTo>
                    <a:pt x="6637" y="8296"/>
                  </a:lnTo>
                  <a:lnTo>
                    <a:pt x="6439" y="8415"/>
                  </a:lnTo>
                  <a:lnTo>
                    <a:pt x="6222" y="8533"/>
                  </a:lnTo>
                  <a:lnTo>
                    <a:pt x="6005" y="8632"/>
                  </a:lnTo>
                  <a:lnTo>
                    <a:pt x="5768" y="8711"/>
                  </a:lnTo>
                  <a:lnTo>
                    <a:pt x="5531" y="8790"/>
                  </a:lnTo>
                  <a:lnTo>
                    <a:pt x="5313" y="8849"/>
                  </a:lnTo>
                  <a:lnTo>
                    <a:pt x="5076" y="8908"/>
                  </a:lnTo>
                  <a:lnTo>
                    <a:pt x="4820" y="8928"/>
                  </a:lnTo>
                  <a:lnTo>
                    <a:pt x="4583" y="8948"/>
                  </a:lnTo>
                  <a:lnTo>
                    <a:pt x="4345" y="8948"/>
                  </a:lnTo>
                  <a:lnTo>
                    <a:pt x="4089" y="8928"/>
                  </a:lnTo>
                  <a:lnTo>
                    <a:pt x="3852" y="8889"/>
                  </a:lnTo>
                  <a:lnTo>
                    <a:pt x="3595" y="8829"/>
                  </a:lnTo>
                  <a:lnTo>
                    <a:pt x="3338" y="8750"/>
                  </a:lnTo>
                  <a:lnTo>
                    <a:pt x="3101" y="8671"/>
                  </a:lnTo>
                  <a:lnTo>
                    <a:pt x="2844" y="8553"/>
                  </a:lnTo>
                  <a:lnTo>
                    <a:pt x="2607" y="8434"/>
                  </a:lnTo>
                  <a:lnTo>
                    <a:pt x="2351" y="8276"/>
                  </a:lnTo>
                  <a:lnTo>
                    <a:pt x="2114" y="8099"/>
                  </a:lnTo>
                  <a:lnTo>
                    <a:pt x="1857" y="7921"/>
                  </a:lnTo>
                  <a:lnTo>
                    <a:pt x="1521" y="7605"/>
                  </a:lnTo>
                  <a:lnTo>
                    <a:pt x="1343" y="7427"/>
                  </a:lnTo>
                  <a:lnTo>
                    <a:pt x="1165" y="7229"/>
                  </a:lnTo>
                  <a:lnTo>
                    <a:pt x="988" y="7012"/>
                  </a:lnTo>
                  <a:lnTo>
                    <a:pt x="830" y="6775"/>
                  </a:lnTo>
                  <a:lnTo>
                    <a:pt x="691" y="6518"/>
                  </a:lnTo>
                  <a:lnTo>
                    <a:pt x="573" y="6262"/>
                  </a:lnTo>
                  <a:lnTo>
                    <a:pt x="474" y="5965"/>
                  </a:lnTo>
                  <a:lnTo>
                    <a:pt x="395" y="5669"/>
                  </a:lnTo>
                  <a:lnTo>
                    <a:pt x="356" y="5333"/>
                  </a:lnTo>
                  <a:lnTo>
                    <a:pt x="356" y="4998"/>
                  </a:lnTo>
                  <a:lnTo>
                    <a:pt x="375" y="4622"/>
                  </a:lnTo>
                  <a:lnTo>
                    <a:pt x="454" y="4247"/>
                  </a:lnTo>
                  <a:lnTo>
                    <a:pt x="593" y="3832"/>
                  </a:lnTo>
                  <a:lnTo>
                    <a:pt x="770" y="3398"/>
                  </a:lnTo>
                  <a:lnTo>
                    <a:pt x="1007" y="2904"/>
                  </a:lnTo>
                  <a:lnTo>
                    <a:pt x="1264" y="2469"/>
                  </a:lnTo>
                  <a:lnTo>
                    <a:pt x="1541" y="2074"/>
                  </a:lnTo>
                  <a:lnTo>
                    <a:pt x="1837" y="1719"/>
                  </a:lnTo>
                  <a:lnTo>
                    <a:pt x="2133" y="1422"/>
                  </a:lnTo>
                  <a:lnTo>
                    <a:pt x="2449" y="1166"/>
                  </a:lnTo>
                  <a:lnTo>
                    <a:pt x="2765" y="948"/>
                  </a:lnTo>
                  <a:lnTo>
                    <a:pt x="3101" y="751"/>
                  </a:lnTo>
                  <a:lnTo>
                    <a:pt x="3437" y="613"/>
                  </a:lnTo>
                  <a:lnTo>
                    <a:pt x="3792" y="514"/>
                  </a:lnTo>
                  <a:lnTo>
                    <a:pt x="4148" y="435"/>
                  </a:lnTo>
                  <a:lnTo>
                    <a:pt x="4504" y="395"/>
                  </a:lnTo>
                  <a:lnTo>
                    <a:pt x="4859" y="376"/>
                  </a:lnTo>
                  <a:close/>
                  <a:moveTo>
                    <a:pt x="4899" y="0"/>
                  </a:moveTo>
                  <a:lnTo>
                    <a:pt x="4504" y="20"/>
                  </a:lnTo>
                  <a:lnTo>
                    <a:pt x="4108" y="59"/>
                  </a:lnTo>
                  <a:lnTo>
                    <a:pt x="3733" y="138"/>
                  </a:lnTo>
                  <a:lnTo>
                    <a:pt x="3358" y="257"/>
                  </a:lnTo>
                  <a:lnTo>
                    <a:pt x="2983" y="415"/>
                  </a:lnTo>
                  <a:lnTo>
                    <a:pt x="2627" y="613"/>
                  </a:lnTo>
                  <a:lnTo>
                    <a:pt x="2272" y="850"/>
                  </a:lnTo>
                  <a:lnTo>
                    <a:pt x="1936" y="1146"/>
                  </a:lnTo>
                  <a:lnTo>
                    <a:pt x="1600" y="1462"/>
                  </a:lnTo>
                  <a:lnTo>
                    <a:pt x="1284" y="1857"/>
                  </a:lnTo>
                  <a:lnTo>
                    <a:pt x="988" y="2272"/>
                  </a:lnTo>
                  <a:lnTo>
                    <a:pt x="711" y="2766"/>
                  </a:lnTo>
                  <a:lnTo>
                    <a:pt x="435" y="3299"/>
                  </a:lnTo>
                  <a:lnTo>
                    <a:pt x="257" y="3753"/>
                  </a:lnTo>
                  <a:lnTo>
                    <a:pt x="119" y="4207"/>
                  </a:lnTo>
                  <a:lnTo>
                    <a:pt x="20" y="4622"/>
                  </a:lnTo>
                  <a:lnTo>
                    <a:pt x="0" y="5017"/>
                  </a:lnTo>
                  <a:lnTo>
                    <a:pt x="0" y="5393"/>
                  </a:lnTo>
                  <a:lnTo>
                    <a:pt x="40" y="5748"/>
                  </a:lnTo>
                  <a:lnTo>
                    <a:pt x="119" y="6084"/>
                  </a:lnTo>
                  <a:lnTo>
                    <a:pt x="237" y="6400"/>
                  </a:lnTo>
                  <a:lnTo>
                    <a:pt x="375" y="6696"/>
                  </a:lnTo>
                  <a:lnTo>
                    <a:pt x="514" y="6953"/>
                  </a:lnTo>
                  <a:lnTo>
                    <a:pt x="691" y="7210"/>
                  </a:lnTo>
                  <a:lnTo>
                    <a:pt x="869" y="7447"/>
                  </a:lnTo>
                  <a:lnTo>
                    <a:pt x="1067" y="7664"/>
                  </a:lnTo>
                  <a:lnTo>
                    <a:pt x="1264" y="7862"/>
                  </a:lnTo>
                  <a:lnTo>
                    <a:pt x="1639" y="8197"/>
                  </a:lnTo>
                  <a:lnTo>
                    <a:pt x="1896" y="8415"/>
                  </a:lnTo>
                  <a:lnTo>
                    <a:pt x="2173" y="8592"/>
                  </a:lnTo>
                  <a:lnTo>
                    <a:pt x="2430" y="8750"/>
                  </a:lnTo>
                  <a:lnTo>
                    <a:pt x="2706" y="8908"/>
                  </a:lnTo>
                  <a:lnTo>
                    <a:pt x="2983" y="9027"/>
                  </a:lnTo>
                  <a:lnTo>
                    <a:pt x="3259" y="9126"/>
                  </a:lnTo>
                  <a:lnTo>
                    <a:pt x="3516" y="9205"/>
                  </a:lnTo>
                  <a:lnTo>
                    <a:pt x="3792" y="9264"/>
                  </a:lnTo>
                  <a:lnTo>
                    <a:pt x="4069" y="9303"/>
                  </a:lnTo>
                  <a:lnTo>
                    <a:pt x="4326" y="9323"/>
                  </a:lnTo>
                  <a:lnTo>
                    <a:pt x="4602" y="9323"/>
                  </a:lnTo>
                  <a:lnTo>
                    <a:pt x="4859" y="9303"/>
                  </a:lnTo>
                  <a:lnTo>
                    <a:pt x="5136" y="9264"/>
                  </a:lnTo>
                  <a:lnTo>
                    <a:pt x="5392" y="9224"/>
                  </a:lnTo>
                  <a:lnTo>
                    <a:pt x="5629" y="9165"/>
                  </a:lnTo>
                  <a:lnTo>
                    <a:pt x="5886" y="9086"/>
                  </a:lnTo>
                  <a:lnTo>
                    <a:pt x="6143" y="8987"/>
                  </a:lnTo>
                  <a:lnTo>
                    <a:pt x="6380" y="8869"/>
                  </a:lnTo>
                  <a:lnTo>
                    <a:pt x="6617" y="8750"/>
                  </a:lnTo>
                  <a:lnTo>
                    <a:pt x="6834" y="8612"/>
                  </a:lnTo>
                  <a:lnTo>
                    <a:pt x="7071" y="8454"/>
                  </a:lnTo>
                  <a:lnTo>
                    <a:pt x="7289" y="8296"/>
                  </a:lnTo>
                  <a:lnTo>
                    <a:pt x="7486" y="8118"/>
                  </a:lnTo>
                  <a:lnTo>
                    <a:pt x="7684" y="7941"/>
                  </a:lnTo>
                  <a:lnTo>
                    <a:pt x="7881" y="7743"/>
                  </a:lnTo>
                  <a:lnTo>
                    <a:pt x="8079" y="7546"/>
                  </a:lnTo>
                  <a:lnTo>
                    <a:pt x="8256" y="7328"/>
                  </a:lnTo>
                  <a:lnTo>
                    <a:pt x="8414" y="7091"/>
                  </a:lnTo>
                  <a:lnTo>
                    <a:pt x="8572" y="6854"/>
                  </a:lnTo>
                  <a:lnTo>
                    <a:pt x="8711" y="6617"/>
                  </a:lnTo>
                  <a:lnTo>
                    <a:pt x="8849" y="6380"/>
                  </a:lnTo>
                  <a:lnTo>
                    <a:pt x="8987" y="6123"/>
                  </a:lnTo>
                  <a:lnTo>
                    <a:pt x="9086" y="5867"/>
                  </a:lnTo>
                  <a:lnTo>
                    <a:pt x="9165" y="5610"/>
                  </a:lnTo>
                  <a:lnTo>
                    <a:pt x="9244" y="5353"/>
                  </a:lnTo>
                  <a:lnTo>
                    <a:pt x="9303" y="5116"/>
                  </a:lnTo>
                  <a:lnTo>
                    <a:pt x="9343" y="4859"/>
                  </a:lnTo>
                  <a:lnTo>
                    <a:pt x="9363" y="4602"/>
                  </a:lnTo>
                  <a:lnTo>
                    <a:pt x="9363" y="4365"/>
                  </a:lnTo>
                  <a:lnTo>
                    <a:pt x="9363" y="4109"/>
                  </a:lnTo>
                  <a:lnTo>
                    <a:pt x="9323" y="3872"/>
                  </a:lnTo>
                  <a:lnTo>
                    <a:pt x="9303" y="3635"/>
                  </a:lnTo>
                  <a:lnTo>
                    <a:pt x="9244" y="3398"/>
                  </a:lnTo>
                  <a:lnTo>
                    <a:pt x="9185" y="3180"/>
                  </a:lnTo>
                  <a:lnTo>
                    <a:pt x="9106" y="2943"/>
                  </a:lnTo>
                  <a:lnTo>
                    <a:pt x="9027" y="2726"/>
                  </a:lnTo>
                  <a:lnTo>
                    <a:pt x="8928" y="2509"/>
                  </a:lnTo>
                  <a:lnTo>
                    <a:pt x="8809" y="2311"/>
                  </a:lnTo>
                  <a:lnTo>
                    <a:pt x="8572" y="1916"/>
                  </a:lnTo>
                  <a:lnTo>
                    <a:pt x="8296" y="1541"/>
                  </a:lnTo>
                  <a:lnTo>
                    <a:pt x="7980" y="1205"/>
                  </a:lnTo>
                  <a:lnTo>
                    <a:pt x="7644" y="909"/>
                  </a:lnTo>
                  <a:lnTo>
                    <a:pt x="7289" y="652"/>
                  </a:lnTo>
                  <a:lnTo>
                    <a:pt x="6913" y="435"/>
                  </a:lnTo>
                  <a:lnTo>
                    <a:pt x="6716" y="336"/>
                  </a:lnTo>
                  <a:lnTo>
                    <a:pt x="6518" y="257"/>
                  </a:lnTo>
                  <a:lnTo>
                    <a:pt x="6321" y="198"/>
                  </a:lnTo>
                  <a:lnTo>
                    <a:pt x="6103" y="158"/>
                  </a:lnTo>
                  <a:lnTo>
                    <a:pt x="5708" y="79"/>
                  </a:lnTo>
                  <a:lnTo>
                    <a:pt x="5313" y="20"/>
                  </a:lnTo>
                  <a:lnTo>
                    <a:pt x="489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2" name="Google Shape;8222;p31"/>
            <p:cNvSpPr/>
            <p:nvPr/>
          </p:nvSpPr>
          <p:spPr>
            <a:xfrm>
              <a:off x="4556002" y="-1142735"/>
              <a:ext cx="752" cy="789"/>
            </a:xfrm>
            <a:custGeom>
              <a:rect b="b" l="l" r="r" t="t"/>
              <a:pathLst>
                <a:path extrusionOk="0" h="21" w="20">
                  <a:moveTo>
                    <a:pt x="20" y="20"/>
                  </a:moveTo>
                  <a:lnTo>
                    <a:pt x="20" y="20"/>
                  </a:lnTo>
                  <a:lnTo>
                    <a:pt x="0" y="0"/>
                  </a:lnTo>
                  <a:lnTo>
                    <a:pt x="0" y="0"/>
                  </a:lnTo>
                  <a:lnTo>
                    <a:pt x="20" y="20"/>
                  </a:lnTo>
                  <a:lnTo>
                    <a:pt x="2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3" name="Google Shape;8223;p31"/>
            <p:cNvSpPr/>
            <p:nvPr/>
          </p:nvSpPr>
          <p:spPr>
            <a:xfrm>
              <a:off x="4619831" y="-1325390"/>
              <a:ext cx="38" cy="789"/>
            </a:xfrm>
            <a:custGeom>
              <a:rect b="b" l="l" r="r" t="t"/>
              <a:pathLst>
                <a:path extrusionOk="0" h="21" w="1">
                  <a:moveTo>
                    <a:pt x="1" y="20"/>
                  </a:moveTo>
                  <a:lnTo>
                    <a:pt x="1" y="20"/>
                  </a:lnTo>
                  <a:lnTo>
                    <a:pt x="1" y="0"/>
                  </a:lnTo>
                  <a:lnTo>
                    <a:pt x="1" y="0"/>
                  </a:lnTo>
                  <a:lnTo>
                    <a:pt x="1" y="20"/>
                  </a:lnTo>
                  <a:lnTo>
                    <a:pt x="1"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4" name="Google Shape;8224;p31"/>
            <p:cNvSpPr/>
            <p:nvPr/>
          </p:nvSpPr>
          <p:spPr>
            <a:xfrm>
              <a:off x="4475782" y="-1401136"/>
              <a:ext cx="160434" cy="330454"/>
            </a:xfrm>
            <a:custGeom>
              <a:rect b="b" l="l" r="r" t="t"/>
              <a:pathLst>
                <a:path extrusionOk="0" h="8791" w="4268">
                  <a:moveTo>
                    <a:pt x="2450" y="5551"/>
                  </a:moveTo>
                  <a:lnTo>
                    <a:pt x="2470" y="5610"/>
                  </a:lnTo>
                  <a:lnTo>
                    <a:pt x="2490" y="5669"/>
                  </a:lnTo>
                  <a:lnTo>
                    <a:pt x="2509" y="5669"/>
                  </a:lnTo>
                  <a:lnTo>
                    <a:pt x="2529" y="5650"/>
                  </a:lnTo>
                  <a:lnTo>
                    <a:pt x="2529" y="5610"/>
                  </a:lnTo>
                  <a:lnTo>
                    <a:pt x="2569" y="5590"/>
                  </a:lnTo>
                  <a:lnTo>
                    <a:pt x="2529" y="5590"/>
                  </a:lnTo>
                  <a:lnTo>
                    <a:pt x="2509" y="5571"/>
                  </a:lnTo>
                  <a:lnTo>
                    <a:pt x="2470" y="5551"/>
                  </a:lnTo>
                  <a:close/>
                  <a:moveTo>
                    <a:pt x="3062" y="1"/>
                  </a:moveTo>
                  <a:lnTo>
                    <a:pt x="3082" y="40"/>
                  </a:lnTo>
                  <a:lnTo>
                    <a:pt x="3082" y="60"/>
                  </a:lnTo>
                  <a:lnTo>
                    <a:pt x="3043" y="119"/>
                  </a:lnTo>
                  <a:lnTo>
                    <a:pt x="3043" y="139"/>
                  </a:lnTo>
                  <a:lnTo>
                    <a:pt x="3043" y="159"/>
                  </a:lnTo>
                  <a:lnTo>
                    <a:pt x="3023" y="198"/>
                  </a:lnTo>
                  <a:lnTo>
                    <a:pt x="3003" y="238"/>
                  </a:lnTo>
                  <a:lnTo>
                    <a:pt x="2944" y="297"/>
                  </a:lnTo>
                  <a:lnTo>
                    <a:pt x="2924" y="317"/>
                  </a:lnTo>
                  <a:lnTo>
                    <a:pt x="2924" y="336"/>
                  </a:lnTo>
                  <a:lnTo>
                    <a:pt x="2924" y="376"/>
                  </a:lnTo>
                  <a:lnTo>
                    <a:pt x="2964" y="415"/>
                  </a:lnTo>
                  <a:lnTo>
                    <a:pt x="3003" y="396"/>
                  </a:lnTo>
                  <a:lnTo>
                    <a:pt x="3043" y="396"/>
                  </a:lnTo>
                  <a:lnTo>
                    <a:pt x="3062" y="415"/>
                  </a:lnTo>
                  <a:lnTo>
                    <a:pt x="3023" y="435"/>
                  </a:lnTo>
                  <a:lnTo>
                    <a:pt x="3003" y="455"/>
                  </a:lnTo>
                  <a:lnTo>
                    <a:pt x="2983" y="475"/>
                  </a:lnTo>
                  <a:lnTo>
                    <a:pt x="2964" y="475"/>
                  </a:lnTo>
                  <a:lnTo>
                    <a:pt x="2944" y="435"/>
                  </a:lnTo>
                  <a:lnTo>
                    <a:pt x="2904" y="514"/>
                  </a:lnTo>
                  <a:lnTo>
                    <a:pt x="2885" y="554"/>
                  </a:lnTo>
                  <a:lnTo>
                    <a:pt x="2964" y="593"/>
                  </a:lnTo>
                  <a:lnTo>
                    <a:pt x="2983" y="633"/>
                  </a:lnTo>
                  <a:lnTo>
                    <a:pt x="3003" y="652"/>
                  </a:lnTo>
                  <a:lnTo>
                    <a:pt x="2964" y="672"/>
                  </a:lnTo>
                  <a:lnTo>
                    <a:pt x="2944" y="672"/>
                  </a:lnTo>
                  <a:lnTo>
                    <a:pt x="2904" y="652"/>
                  </a:lnTo>
                  <a:lnTo>
                    <a:pt x="2865" y="613"/>
                  </a:lnTo>
                  <a:lnTo>
                    <a:pt x="2845" y="593"/>
                  </a:lnTo>
                  <a:lnTo>
                    <a:pt x="2806" y="613"/>
                  </a:lnTo>
                  <a:lnTo>
                    <a:pt x="2825" y="731"/>
                  </a:lnTo>
                  <a:lnTo>
                    <a:pt x="2766" y="731"/>
                  </a:lnTo>
                  <a:lnTo>
                    <a:pt x="2727" y="771"/>
                  </a:lnTo>
                  <a:lnTo>
                    <a:pt x="2707" y="830"/>
                  </a:lnTo>
                  <a:lnTo>
                    <a:pt x="2707" y="949"/>
                  </a:lnTo>
                  <a:lnTo>
                    <a:pt x="2707" y="1067"/>
                  </a:lnTo>
                  <a:lnTo>
                    <a:pt x="2707" y="1126"/>
                  </a:lnTo>
                  <a:lnTo>
                    <a:pt x="2687" y="1186"/>
                  </a:lnTo>
                  <a:lnTo>
                    <a:pt x="2648" y="1146"/>
                  </a:lnTo>
                  <a:lnTo>
                    <a:pt x="2628" y="1087"/>
                  </a:lnTo>
                  <a:lnTo>
                    <a:pt x="2628" y="1028"/>
                  </a:lnTo>
                  <a:lnTo>
                    <a:pt x="2628" y="988"/>
                  </a:lnTo>
                  <a:lnTo>
                    <a:pt x="2608" y="988"/>
                  </a:lnTo>
                  <a:lnTo>
                    <a:pt x="2588" y="1008"/>
                  </a:lnTo>
                  <a:lnTo>
                    <a:pt x="2569" y="1067"/>
                  </a:lnTo>
                  <a:lnTo>
                    <a:pt x="2569" y="1107"/>
                  </a:lnTo>
                  <a:lnTo>
                    <a:pt x="2549" y="1126"/>
                  </a:lnTo>
                  <a:lnTo>
                    <a:pt x="2529" y="1146"/>
                  </a:lnTo>
                  <a:lnTo>
                    <a:pt x="2509" y="1205"/>
                  </a:lnTo>
                  <a:lnTo>
                    <a:pt x="2529" y="1245"/>
                  </a:lnTo>
                  <a:lnTo>
                    <a:pt x="2549" y="1284"/>
                  </a:lnTo>
                  <a:lnTo>
                    <a:pt x="2588" y="1304"/>
                  </a:lnTo>
                  <a:lnTo>
                    <a:pt x="2588" y="1344"/>
                  </a:lnTo>
                  <a:lnTo>
                    <a:pt x="2549" y="1344"/>
                  </a:lnTo>
                  <a:lnTo>
                    <a:pt x="2509" y="1324"/>
                  </a:lnTo>
                  <a:lnTo>
                    <a:pt x="2529" y="1383"/>
                  </a:lnTo>
                  <a:lnTo>
                    <a:pt x="2529" y="1442"/>
                  </a:lnTo>
                  <a:lnTo>
                    <a:pt x="2509" y="1541"/>
                  </a:lnTo>
                  <a:lnTo>
                    <a:pt x="2450" y="1521"/>
                  </a:lnTo>
                  <a:lnTo>
                    <a:pt x="2470" y="1640"/>
                  </a:lnTo>
                  <a:lnTo>
                    <a:pt x="2509" y="1640"/>
                  </a:lnTo>
                  <a:lnTo>
                    <a:pt x="2569" y="1680"/>
                  </a:lnTo>
                  <a:lnTo>
                    <a:pt x="2549" y="1699"/>
                  </a:lnTo>
                  <a:lnTo>
                    <a:pt x="2608" y="1680"/>
                  </a:lnTo>
                  <a:lnTo>
                    <a:pt x="2628" y="1660"/>
                  </a:lnTo>
                  <a:lnTo>
                    <a:pt x="2628" y="1561"/>
                  </a:lnTo>
                  <a:lnTo>
                    <a:pt x="2648" y="1521"/>
                  </a:lnTo>
                  <a:lnTo>
                    <a:pt x="2648" y="1482"/>
                  </a:lnTo>
                  <a:lnTo>
                    <a:pt x="2687" y="1442"/>
                  </a:lnTo>
                  <a:lnTo>
                    <a:pt x="2746" y="1442"/>
                  </a:lnTo>
                  <a:lnTo>
                    <a:pt x="2766" y="1462"/>
                  </a:lnTo>
                  <a:lnTo>
                    <a:pt x="2786" y="1462"/>
                  </a:lnTo>
                  <a:lnTo>
                    <a:pt x="2806" y="1482"/>
                  </a:lnTo>
                  <a:lnTo>
                    <a:pt x="2786" y="1502"/>
                  </a:lnTo>
                  <a:lnTo>
                    <a:pt x="2746" y="1502"/>
                  </a:lnTo>
                  <a:lnTo>
                    <a:pt x="2806" y="1541"/>
                  </a:lnTo>
                  <a:lnTo>
                    <a:pt x="2825" y="1561"/>
                  </a:lnTo>
                  <a:lnTo>
                    <a:pt x="2825" y="1541"/>
                  </a:lnTo>
                  <a:lnTo>
                    <a:pt x="2865" y="1561"/>
                  </a:lnTo>
                  <a:lnTo>
                    <a:pt x="2885" y="1581"/>
                  </a:lnTo>
                  <a:lnTo>
                    <a:pt x="2904" y="1640"/>
                  </a:lnTo>
                  <a:lnTo>
                    <a:pt x="2885" y="1699"/>
                  </a:lnTo>
                  <a:lnTo>
                    <a:pt x="2885" y="1759"/>
                  </a:lnTo>
                  <a:lnTo>
                    <a:pt x="2825" y="1759"/>
                  </a:lnTo>
                  <a:lnTo>
                    <a:pt x="2806" y="1719"/>
                  </a:lnTo>
                  <a:lnTo>
                    <a:pt x="2786" y="1660"/>
                  </a:lnTo>
                  <a:lnTo>
                    <a:pt x="2766" y="1600"/>
                  </a:lnTo>
                  <a:lnTo>
                    <a:pt x="2766" y="1660"/>
                  </a:lnTo>
                  <a:lnTo>
                    <a:pt x="2766" y="1680"/>
                  </a:lnTo>
                  <a:lnTo>
                    <a:pt x="2746" y="1699"/>
                  </a:lnTo>
                  <a:lnTo>
                    <a:pt x="2667" y="1660"/>
                  </a:lnTo>
                  <a:lnTo>
                    <a:pt x="2687" y="1719"/>
                  </a:lnTo>
                  <a:lnTo>
                    <a:pt x="2707" y="1739"/>
                  </a:lnTo>
                  <a:lnTo>
                    <a:pt x="2746" y="1739"/>
                  </a:lnTo>
                  <a:lnTo>
                    <a:pt x="2806" y="1778"/>
                  </a:lnTo>
                  <a:lnTo>
                    <a:pt x="2825" y="1798"/>
                  </a:lnTo>
                  <a:lnTo>
                    <a:pt x="2845" y="1818"/>
                  </a:lnTo>
                  <a:lnTo>
                    <a:pt x="2825" y="1838"/>
                  </a:lnTo>
                  <a:lnTo>
                    <a:pt x="2786" y="1857"/>
                  </a:lnTo>
                  <a:lnTo>
                    <a:pt x="2746" y="1877"/>
                  </a:lnTo>
                  <a:lnTo>
                    <a:pt x="2746" y="1838"/>
                  </a:lnTo>
                  <a:lnTo>
                    <a:pt x="2727" y="1897"/>
                  </a:lnTo>
                  <a:lnTo>
                    <a:pt x="2727" y="1936"/>
                  </a:lnTo>
                  <a:lnTo>
                    <a:pt x="2727" y="1976"/>
                  </a:lnTo>
                  <a:lnTo>
                    <a:pt x="2727" y="2015"/>
                  </a:lnTo>
                  <a:lnTo>
                    <a:pt x="2667" y="2015"/>
                  </a:lnTo>
                  <a:lnTo>
                    <a:pt x="2687" y="1976"/>
                  </a:lnTo>
                  <a:lnTo>
                    <a:pt x="2667" y="1936"/>
                  </a:lnTo>
                  <a:lnTo>
                    <a:pt x="2628" y="1877"/>
                  </a:lnTo>
                  <a:lnTo>
                    <a:pt x="2628" y="1857"/>
                  </a:lnTo>
                  <a:lnTo>
                    <a:pt x="2549" y="1857"/>
                  </a:lnTo>
                  <a:lnTo>
                    <a:pt x="2529" y="1838"/>
                  </a:lnTo>
                  <a:lnTo>
                    <a:pt x="2490" y="1818"/>
                  </a:lnTo>
                  <a:lnTo>
                    <a:pt x="2411" y="1680"/>
                  </a:lnTo>
                  <a:lnTo>
                    <a:pt x="2411" y="1719"/>
                  </a:lnTo>
                  <a:lnTo>
                    <a:pt x="2391" y="1739"/>
                  </a:lnTo>
                  <a:lnTo>
                    <a:pt x="2371" y="1778"/>
                  </a:lnTo>
                  <a:lnTo>
                    <a:pt x="2332" y="1778"/>
                  </a:lnTo>
                  <a:lnTo>
                    <a:pt x="2351" y="1818"/>
                  </a:lnTo>
                  <a:lnTo>
                    <a:pt x="2332" y="1857"/>
                  </a:lnTo>
                  <a:lnTo>
                    <a:pt x="2312" y="1917"/>
                  </a:lnTo>
                  <a:lnTo>
                    <a:pt x="2272" y="1976"/>
                  </a:lnTo>
                  <a:lnTo>
                    <a:pt x="2292" y="2015"/>
                  </a:lnTo>
                  <a:lnTo>
                    <a:pt x="2312" y="2055"/>
                  </a:lnTo>
                  <a:lnTo>
                    <a:pt x="2292" y="2055"/>
                  </a:lnTo>
                  <a:lnTo>
                    <a:pt x="2272" y="2035"/>
                  </a:lnTo>
                  <a:lnTo>
                    <a:pt x="2253" y="2015"/>
                  </a:lnTo>
                  <a:lnTo>
                    <a:pt x="2253" y="2035"/>
                  </a:lnTo>
                  <a:lnTo>
                    <a:pt x="2193" y="2154"/>
                  </a:lnTo>
                  <a:lnTo>
                    <a:pt x="2193" y="2233"/>
                  </a:lnTo>
                  <a:lnTo>
                    <a:pt x="2193" y="2312"/>
                  </a:lnTo>
                  <a:lnTo>
                    <a:pt x="2174" y="2331"/>
                  </a:lnTo>
                  <a:lnTo>
                    <a:pt x="2154" y="2331"/>
                  </a:lnTo>
                  <a:lnTo>
                    <a:pt x="2095" y="2312"/>
                  </a:lnTo>
                  <a:lnTo>
                    <a:pt x="2055" y="2391"/>
                  </a:lnTo>
                  <a:lnTo>
                    <a:pt x="2035" y="2450"/>
                  </a:lnTo>
                  <a:lnTo>
                    <a:pt x="2035" y="2588"/>
                  </a:lnTo>
                  <a:lnTo>
                    <a:pt x="2035" y="2726"/>
                  </a:lnTo>
                  <a:lnTo>
                    <a:pt x="2016" y="2805"/>
                  </a:lnTo>
                  <a:lnTo>
                    <a:pt x="1976" y="2884"/>
                  </a:lnTo>
                  <a:lnTo>
                    <a:pt x="1956" y="2825"/>
                  </a:lnTo>
                  <a:lnTo>
                    <a:pt x="1917" y="2884"/>
                  </a:lnTo>
                  <a:lnTo>
                    <a:pt x="1917" y="2924"/>
                  </a:lnTo>
                  <a:lnTo>
                    <a:pt x="1937" y="2944"/>
                  </a:lnTo>
                  <a:lnTo>
                    <a:pt x="1877" y="2963"/>
                  </a:lnTo>
                  <a:lnTo>
                    <a:pt x="1858" y="2983"/>
                  </a:lnTo>
                  <a:lnTo>
                    <a:pt x="1858" y="3062"/>
                  </a:lnTo>
                  <a:lnTo>
                    <a:pt x="1838" y="3121"/>
                  </a:lnTo>
                  <a:lnTo>
                    <a:pt x="1838" y="3161"/>
                  </a:lnTo>
                  <a:lnTo>
                    <a:pt x="1798" y="3181"/>
                  </a:lnTo>
                  <a:lnTo>
                    <a:pt x="1759" y="3200"/>
                  </a:lnTo>
                  <a:lnTo>
                    <a:pt x="1739" y="3240"/>
                  </a:lnTo>
                  <a:lnTo>
                    <a:pt x="1719" y="3260"/>
                  </a:lnTo>
                  <a:lnTo>
                    <a:pt x="1739" y="3319"/>
                  </a:lnTo>
                  <a:lnTo>
                    <a:pt x="1778" y="3378"/>
                  </a:lnTo>
                  <a:lnTo>
                    <a:pt x="1798" y="3437"/>
                  </a:lnTo>
                  <a:lnTo>
                    <a:pt x="1739" y="3398"/>
                  </a:lnTo>
                  <a:lnTo>
                    <a:pt x="1680" y="3398"/>
                  </a:lnTo>
                  <a:lnTo>
                    <a:pt x="1620" y="3615"/>
                  </a:lnTo>
                  <a:lnTo>
                    <a:pt x="1581" y="3813"/>
                  </a:lnTo>
                  <a:lnTo>
                    <a:pt x="1443" y="4208"/>
                  </a:lnTo>
                  <a:lnTo>
                    <a:pt x="1423" y="4188"/>
                  </a:lnTo>
                  <a:lnTo>
                    <a:pt x="1403" y="4247"/>
                  </a:lnTo>
                  <a:lnTo>
                    <a:pt x="1383" y="4326"/>
                  </a:lnTo>
                  <a:lnTo>
                    <a:pt x="1364" y="4465"/>
                  </a:lnTo>
                  <a:lnTo>
                    <a:pt x="1344" y="4623"/>
                  </a:lnTo>
                  <a:lnTo>
                    <a:pt x="1324" y="4682"/>
                  </a:lnTo>
                  <a:lnTo>
                    <a:pt x="1285" y="4741"/>
                  </a:lnTo>
                  <a:lnTo>
                    <a:pt x="1304" y="4820"/>
                  </a:lnTo>
                  <a:lnTo>
                    <a:pt x="1324" y="4860"/>
                  </a:lnTo>
                  <a:lnTo>
                    <a:pt x="1423" y="4860"/>
                  </a:lnTo>
                  <a:lnTo>
                    <a:pt x="1502" y="4879"/>
                  </a:lnTo>
                  <a:lnTo>
                    <a:pt x="1502" y="4919"/>
                  </a:lnTo>
                  <a:lnTo>
                    <a:pt x="1482" y="4958"/>
                  </a:lnTo>
                  <a:lnTo>
                    <a:pt x="1383" y="4958"/>
                  </a:lnTo>
                  <a:lnTo>
                    <a:pt x="1364" y="4978"/>
                  </a:lnTo>
                  <a:lnTo>
                    <a:pt x="1364" y="4998"/>
                  </a:lnTo>
                  <a:lnTo>
                    <a:pt x="1304" y="4978"/>
                  </a:lnTo>
                  <a:lnTo>
                    <a:pt x="1265" y="4939"/>
                  </a:lnTo>
                  <a:lnTo>
                    <a:pt x="1245" y="4899"/>
                  </a:lnTo>
                  <a:lnTo>
                    <a:pt x="1206" y="4879"/>
                  </a:lnTo>
                  <a:lnTo>
                    <a:pt x="1225" y="5037"/>
                  </a:lnTo>
                  <a:lnTo>
                    <a:pt x="1186" y="5077"/>
                  </a:lnTo>
                  <a:lnTo>
                    <a:pt x="1166" y="5136"/>
                  </a:lnTo>
                  <a:lnTo>
                    <a:pt x="1146" y="5195"/>
                  </a:lnTo>
                  <a:lnTo>
                    <a:pt x="1107" y="5235"/>
                  </a:lnTo>
                  <a:lnTo>
                    <a:pt x="1107" y="5215"/>
                  </a:lnTo>
                  <a:lnTo>
                    <a:pt x="1087" y="5195"/>
                  </a:lnTo>
                  <a:lnTo>
                    <a:pt x="1067" y="5176"/>
                  </a:lnTo>
                  <a:lnTo>
                    <a:pt x="1087" y="5156"/>
                  </a:lnTo>
                  <a:lnTo>
                    <a:pt x="1107" y="5176"/>
                  </a:lnTo>
                  <a:lnTo>
                    <a:pt x="1127" y="5116"/>
                  </a:lnTo>
                  <a:lnTo>
                    <a:pt x="1127" y="5097"/>
                  </a:lnTo>
                  <a:lnTo>
                    <a:pt x="1107" y="5057"/>
                  </a:lnTo>
                  <a:lnTo>
                    <a:pt x="1087" y="5018"/>
                  </a:lnTo>
                  <a:lnTo>
                    <a:pt x="1067" y="5156"/>
                  </a:lnTo>
                  <a:lnTo>
                    <a:pt x="1048" y="5235"/>
                  </a:lnTo>
                  <a:lnTo>
                    <a:pt x="1008" y="5274"/>
                  </a:lnTo>
                  <a:lnTo>
                    <a:pt x="1048" y="5294"/>
                  </a:lnTo>
                  <a:lnTo>
                    <a:pt x="1048" y="5334"/>
                  </a:lnTo>
                  <a:lnTo>
                    <a:pt x="1048" y="5373"/>
                  </a:lnTo>
                  <a:lnTo>
                    <a:pt x="1067" y="5393"/>
                  </a:lnTo>
                  <a:lnTo>
                    <a:pt x="1048" y="5393"/>
                  </a:lnTo>
                  <a:lnTo>
                    <a:pt x="1067" y="5413"/>
                  </a:lnTo>
                  <a:lnTo>
                    <a:pt x="1087" y="5452"/>
                  </a:lnTo>
                  <a:lnTo>
                    <a:pt x="1087" y="5492"/>
                  </a:lnTo>
                  <a:lnTo>
                    <a:pt x="988" y="5472"/>
                  </a:lnTo>
                  <a:lnTo>
                    <a:pt x="988" y="5492"/>
                  </a:lnTo>
                  <a:lnTo>
                    <a:pt x="1028" y="5492"/>
                  </a:lnTo>
                  <a:lnTo>
                    <a:pt x="1048" y="5511"/>
                  </a:lnTo>
                  <a:lnTo>
                    <a:pt x="1028" y="5571"/>
                  </a:lnTo>
                  <a:lnTo>
                    <a:pt x="1008" y="5650"/>
                  </a:lnTo>
                  <a:lnTo>
                    <a:pt x="949" y="5709"/>
                  </a:lnTo>
                  <a:lnTo>
                    <a:pt x="909" y="5729"/>
                  </a:lnTo>
                  <a:lnTo>
                    <a:pt x="870" y="5729"/>
                  </a:lnTo>
                  <a:lnTo>
                    <a:pt x="870" y="5768"/>
                  </a:lnTo>
                  <a:lnTo>
                    <a:pt x="890" y="5808"/>
                  </a:lnTo>
                  <a:lnTo>
                    <a:pt x="890" y="5827"/>
                  </a:lnTo>
                  <a:lnTo>
                    <a:pt x="870" y="5867"/>
                  </a:lnTo>
                  <a:lnTo>
                    <a:pt x="830" y="5827"/>
                  </a:lnTo>
                  <a:lnTo>
                    <a:pt x="751" y="6025"/>
                  </a:lnTo>
                  <a:lnTo>
                    <a:pt x="692" y="6143"/>
                  </a:lnTo>
                  <a:lnTo>
                    <a:pt x="633" y="6222"/>
                  </a:lnTo>
                  <a:lnTo>
                    <a:pt x="613" y="6361"/>
                  </a:lnTo>
                  <a:lnTo>
                    <a:pt x="613" y="6440"/>
                  </a:lnTo>
                  <a:lnTo>
                    <a:pt x="633" y="6499"/>
                  </a:lnTo>
                  <a:lnTo>
                    <a:pt x="653" y="6479"/>
                  </a:lnTo>
                  <a:lnTo>
                    <a:pt x="672" y="6460"/>
                  </a:lnTo>
                  <a:lnTo>
                    <a:pt x="692" y="6440"/>
                  </a:lnTo>
                  <a:lnTo>
                    <a:pt x="732" y="6479"/>
                  </a:lnTo>
                  <a:lnTo>
                    <a:pt x="751" y="6519"/>
                  </a:lnTo>
                  <a:lnTo>
                    <a:pt x="751" y="6539"/>
                  </a:lnTo>
                  <a:lnTo>
                    <a:pt x="732" y="6598"/>
                  </a:lnTo>
                  <a:lnTo>
                    <a:pt x="692" y="6598"/>
                  </a:lnTo>
                  <a:lnTo>
                    <a:pt x="672" y="6618"/>
                  </a:lnTo>
                  <a:lnTo>
                    <a:pt x="653" y="6637"/>
                  </a:lnTo>
                  <a:lnTo>
                    <a:pt x="633" y="6598"/>
                  </a:lnTo>
                  <a:lnTo>
                    <a:pt x="593" y="6598"/>
                  </a:lnTo>
                  <a:lnTo>
                    <a:pt x="574" y="6618"/>
                  </a:lnTo>
                  <a:lnTo>
                    <a:pt x="554" y="6677"/>
                  </a:lnTo>
                  <a:lnTo>
                    <a:pt x="534" y="6716"/>
                  </a:lnTo>
                  <a:lnTo>
                    <a:pt x="514" y="6736"/>
                  </a:lnTo>
                  <a:lnTo>
                    <a:pt x="475" y="6736"/>
                  </a:lnTo>
                  <a:lnTo>
                    <a:pt x="495" y="6776"/>
                  </a:lnTo>
                  <a:lnTo>
                    <a:pt x="475" y="6815"/>
                  </a:lnTo>
                  <a:lnTo>
                    <a:pt x="475" y="6874"/>
                  </a:lnTo>
                  <a:lnTo>
                    <a:pt x="495" y="6934"/>
                  </a:lnTo>
                  <a:lnTo>
                    <a:pt x="455" y="6914"/>
                  </a:lnTo>
                  <a:lnTo>
                    <a:pt x="455" y="6894"/>
                  </a:lnTo>
                  <a:lnTo>
                    <a:pt x="455" y="6874"/>
                  </a:lnTo>
                  <a:lnTo>
                    <a:pt x="435" y="6855"/>
                  </a:lnTo>
                  <a:lnTo>
                    <a:pt x="435" y="6914"/>
                  </a:lnTo>
                  <a:lnTo>
                    <a:pt x="396" y="6894"/>
                  </a:lnTo>
                  <a:lnTo>
                    <a:pt x="376" y="6934"/>
                  </a:lnTo>
                  <a:lnTo>
                    <a:pt x="376" y="6953"/>
                  </a:lnTo>
                  <a:lnTo>
                    <a:pt x="416" y="7013"/>
                  </a:lnTo>
                  <a:lnTo>
                    <a:pt x="435" y="7072"/>
                  </a:lnTo>
                  <a:lnTo>
                    <a:pt x="455" y="7131"/>
                  </a:lnTo>
                  <a:lnTo>
                    <a:pt x="455" y="7171"/>
                  </a:lnTo>
                  <a:lnTo>
                    <a:pt x="376" y="7092"/>
                  </a:lnTo>
                  <a:lnTo>
                    <a:pt x="376" y="7131"/>
                  </a:lnTo>
                  <a:lnTo>
                    <a:pt x="396" y="7190"/>
                  </a:lnTo>
                  <a:lnTo>
                    <a:pt x="416" y="7250"/>
                  </a:lnTo>
                  <a:lnTo>
                    <a:pt x="416" y="7289"/>
                  </a:lnTo>
                  <a:lnTo>
                    <a:pt x="396" y="7289"/>
                  </a:lnTo>
                  <a:lnTo>
                    <a:pt x="396" y="7348"/>
                  </a:lnTo>
                  <a:lnTo>
                    <a:pt x="376" y="7329"/>
                  </a:lnTo>
                  <a:lnTo>
                    <a:pt x="416" y="7388"/>
                  </a:lnTo>
                  <a:lnTo>
                    <a:pt x="416" y="7447"/>
                  </a:lnTo>
                  <a:lnTo>
                    <a:pt x="416" y="7506"/>
                  </a:lnTo>
                  <a:lnTo>
                    <a:pt x="435" y="7546"/>
                  </a:lnTo>
                  <a:lnTo>
                    <a:pt x="356" y="7566"/>
                  </a:lnTo>
                  <a:lnTo>
                    <a:pt x="337" y="7585"/>
                  </a:lnTo>
                  <a:lnTo>
                    <a:pt x="356" y="7625"/>
                  </a:lnTo>
                  <a:lnTo>
                    <a:pt x="258" y="7585"/>
                  </a:lnTo>
                  <a:lnTo>
                    <a:pt x="277" y="7526"/>
                  </a:lnTo>
                  <a:lnTo>
                    <a:pt x="297" y="7526"/>
                  </a:lnTo>
                  <a:lnTo>
                    <a:pt x="337" y="7506"/>
                  </a:lnTo>
                  <a:lnTo>
                    <a:pt x="337" y="7447"/>
                  </a:lnTo>
                  <a:lnTo>
                    <a:pt x="277" y="7467"/>
                  </a:lnTo>
                  <a:lnTo>
                    <a:pt x="238" y="7506"/>
                  </a:lnTo>
                  <a:lnTo>
                    <a:pt x="159" y="7605"/>
                  </a:lnTo>
                  <a:lnTo>
                    <a:pt x="100" y="7724"/>
                  </a:lnTo>
                  <a:lnTo>
                    <a:pt x="60" y="7842"/>
                  </a:lnTo>
                  <a:lnTo>
                    <a:pt x="60" y="7901"/>
                  </a:lnTo>
                  <a:lnTo>
                    <a:pt x="40" y="7980"/>
                  </a:lnTo>
                  <a:lnTo>
                    <a:pt x="1" y="8040"/>
                  </a:lnTo>
                  <a:lnTo>
                    <a:pt x="1" y="8119"/>
                  </a:lnTo>
                  <a:lnTo>
                    <a:pt x="1265" y="8790"/>
                  </a:lnTo>
                  <a:lnTo>
                    <a:pt x="1383" y="8652"/>
                  </a:lnTo>
                  <a:lnTo>
                    <a:pt x="1423" y="8593"/>
                  </a:lnTo>
                  <a:lnTo>
                    <a:pt x="1423" y="8514"/>
                  </a:lnTo>
                  <a:lnTo>
                    <a:pt x="1304" y="8533"/>
                  </a:lnTo>
                  <a:lnTo>
                    <a:pt x="1383" y="8593"/>
                  </a:lnTo>
                  <a:lnTo>
                    <a:pt x="1324" y="8593"/>
                  </a:lnTo>
                  <a:lnTo>
                    <a:pt x="1265" y="8553"/>
                  </a:lnTo>
                  <a:lnTo>
                    <a:pt x="1166" y="8454"/>
                  </a:lnTo>
                  <a:lnTo>
                    <a:pt x="1186" y="8454"/>
                  </a:lnTo>
                  <a:lnTo>
                    <a:pt x="1206" y="8415"/>
                  </a:lnTo>
                  <a:lnTo>
                    <a:pt x="1245" y="8415"/>
                  </a:lnTo>
                  <a:lnTo>
                    <a:pt x="1245" y="8336"/>
                  </a:lnTo>
                  <a:lnTo>
                    <a:pt x="1206" y="8336"/>
                  </a:lnTo>
                  <a:lnTo>
                    <a:pt x="1206" y="8356"/>
                  </a:lnTo>
                  <a:lnTo>
                    <a:pt x="1186" y="8356"/>
                  </a:lnTo>
                  <a:lnTo>
                    <a:pt x="1166" y="8336"/>
                  </a:lnTo>
                  <a:lnTo>
                    <a:pt x="1225" y="8277"/>
                  </a:lnTo>
                  <a:lnTo>
                    <a:pt x="1265" y="8277"/>
                  </a:lnTo>
                  <a:lnTo>
                    <a:pt x="1285" y="8316"/>
                  </a:lnTo>
                  <a:lnTo>
                    <a:pt x="1285" y="8277"/>
                  </a:lnTo>
                  <a:lnTo>
                    <a:pt x="1285" y="8237"/>
                  </a:lnTo>
                  <a:lnTo>
                    <a:pt x="1285" y="8198"/>
                  </a:lnTo>
                  <a:lnTo>
                    <a:pt x="1245" y="8198"/>
                  </a:lnTo>
                  <a:lnTo>
                    <a:pt x="1265" y="8178"/>
                  </a:lnTo>
                  <a:lnTo>
                    <a:pt x="1304" y="8198"/>
                  </a:lnTo>
                  <a:lnTo>
                    <a:pt x="1364" y="8277"/>
                  </a:lnTo>
                  <a:lnTo>
                    <a:pt x="1403" y="8257"/>
                  </a:lnTo>
                  <a:lnTo>
                    <a:pt x="1423" y="8257"/>
                  </a:lnTo>
                  <a:lnTo>
                    <a:pt x="1482" y="8296"/>
                  </a:lnTo>
                  <a:lnTo>
                    <a:pt x="1502" y="8217"/>
                  </a:lnTo>
                  <a:lnTo>
                    <a:pt x="1541" y="8237"/>
                  </a:lnTo>
                  <a:lnTo>
                    <a:pt x="1561" y="8277"/>
                  </a:lnTo>
                  <a:lnTo>
                    <a:pt x="1581" y="8237"/>
                  </a:lnTo>
                  <a:lnTo>
                    <a:pt x="1581" y="8198"/>
                  </a:lnTo>
                  <a:lnTo>
                    <a:pt x="1581" y="8178"/>
                  </a:lnTo>
                  <a:lnTo>
                    <a:pt x="1620" y="8158"/>
                  </a:lnTo>
                  <a:lnTo>
                    <a:pt x="1561" y="8099"/>
                  </a:lnTo>
                  <a:lnTo>
                    <a:pt x="1680" y="8000"/>
                  </a:lnTo>
                  <a:lnTo>
                    <a:pt x="1739" y="7882"/>
                  </a:lnTo>
                  <a:lnTo>
                    <a:pt x="1680" y="7882"/>
                  </a:lnTo>
                  <a:lnTo>
                    <a:pt x="1660" y="7842"/>
                  </a:lnTo>
                  <a:lnTo>
                    <a:pt x="1680" y="7822"/>
                  </a:lnTo>
                  <a:lnTo>
                    <a:pt x="1719" y="7803"/>
                  </a:lnTo>
                  <a:lnTo>
                    <a:pt x="1778" y="7763"/>
                  </a:lnTo>
                  <a:lnTo>
                    <a:pt x="1798" y="7743"/>
                  </a:lnTo>
                  <a:lnTo>
                    <a:pt x="1798" y="7704"/>
                  </a:lnTo>
                  <a:lnTo>
                    <a:pt x="1798" y="7645"/>
                  </a:lnTo>
                  <a:lnTo>
                    <a:pt x="1798" y="7585"/>
                  </a:lnTo>
                  <a:lnTo>
                    <a:pt x="1759" y="7546"/>
                  </a:lnTo>
                  <a:lnTo>
                    <a:pt x="1719" y="7526"/>
                  </a:lnTo>
                  <a:lnTo>
                    <a:pt x="1719" y="7506"/>
                  </a:lnTo>
                  <a:lnTo>
                    <a:pt x="1739" y="7487"/>
                  </a:lnTo>
                  <a:lnTo>
                    <a:pt x="1798" y="7487"/>
                  </a:lnTo>
                  <a:lnTo>
                    <a:pt x="1739" y="7368"/>
                  </a:lnTo>
                  <a:lnTo>
                    <a:pt x="1739" y="7329"/>
                  </a:lnTo>
                  <a:lnTo>
                    <a:pt x="1759" y="7309"/>
                  </a:lnTo>
                  <a:lnTo>
                    <a:pt x="1778" y="7289"/>
                  </a:lnTo>
                  <a:lnTo>
                    <a:pt x="1798" y="7408"/>
                  </a:lnTo>
                  <a:lnTo>
                    <a:pt x="1838" y="7408"/>
                  </a:lnTo>
                  <a:lnTo>
                    <a:pt x="1858" y="7368"/>
                  </a:lnTo>
                  <a:lnTo>
                    <a:pt x="1877" y="7309"/>
                  </a:lnTo>
                  <a:lnTo>
                    <a:pt x="1917" y="7269"/>
                  </a:lnTo>
                  <a:lnTo>
                    <a:pt x="1858" y="7131"/>
                  </a:lnTo>
                  <a:lnTo>
                    <a:pt x="1798" y="6953"/>
                  </a:lnTo>
                  <a:lnTo>
                    <a:pt x="1739" y="6934"/>
                  </a:lnTo>
                  <a:lnTo>
                    <a:pt x="1680" y="6914"/>
                  </a:lnTo>
                  <a:lnTo>
                    <a:pt x="1620" y="6874"/>
                  </a:lnTo>
                  <a:lnTo>
                    <a:pt x="1581" y="6815"/>
                  </a:lnTo>
                  <a:lnTo>
                    <a:pt x="1620" y="6815"/>
                  </a:lnTo>
                  <a:lnTo>
                    <a:pt x="1640" y="6795"/>
                  </a:lnTo>
                  <a:lnTo>
                    <a:pt x="1680" y="6756"/>
                  </a:lnTo>
                  <a:lnTo>
                    <a:pt x="1719" y="6716"/>
                  </a:lnTo>
                  <a:lnTo>
                    <a:pt x="1759" y="6736"/>
                  </a:lnTo>
                  <a:lnTo>
                    <a:pt x="1818" y="6716"/>
                  </a:lnTo>
                  <a:lnTo>
                    <a:pt x="1858" y="6736"/>
                  </a:lnTo>
                  <a:lnTo>
                    <a:pt x="1858" y="6776"/>
                  </a:lnTo>
                  <a:lnTo>
                    <a:pt x="1798" y="6776"/>
                  </a:lnTo>
                  <a:lnTo>
                    <a:pt x="1759" y="6795"/>
                  </a:lnTo>
                  <a:lnTo>
                    <a:pt x="1759" y="6815"/>
                  </a:lnTo>
                  <a:lnTo>
                    <a:pt x="1858" y="6795"/>
                  </a:lnTo>
                  <a:lnTo>
                    <a:pt x="1976" y="6736"/>
                  </a:lnTo>
                  <a:lnTo>
                    <a:pt x="2016" y="6776"/>
                  </a:lnTo>
                  <a:lnTo>
                    <a:pt x="2016" y="6835"/>
                  </a:lnTo>
                  <a:lnTo>
                    <a:pt x="1976" y="6815"/>
                  </a:lnTo>
                  <a:lnTo>
                    <a:pt x="1956" y="6815"/>
                  </a:lnTo>
                  <a:lnTo>
                    <a:pt x="1956" y="6855"/>
                  </a:lnTo>
                  <a:lnTo>
                    <a:pt x="1976" y="6874"/>
                  </a:lnTo>
                  <a:lnTo>
                    <a:pt x="2035" y="6874"/>
                  </a:lnTo>
                  <a:lnTo>
                    <a:pt x="2095" y="6855"/>
                  </a:lnTo>
                  <a:lnTo>
                    <a:pt x="2134" y="6874"/>
                  </a:lnTo>
                  <a:lnTo>
                    <a:pt x="2134" y="6815"/>
                  </a:lnTo>
                  <a:lnTo>
                    <a:pt x="2134" y="6795"/>
                  </a:lnTo>
                  <a:lnTo>
                    <a:pt x="2114" y="6795"/>
                  </a:lnTo>
                  <a:lnTo>
                    <a:pt x="2154" y="6776"/>
                  </a:lnTo>
                  <a:lnTo>
                    <a:pt x="2174" y="6756"/>
                  </a:lnTo>
                  <a:lnTo>
                    <a:pt x="2174" y="6677"/>
                  </a:lnTo>
                  <a:lnTo>
                    <a:pt x="2174" y="6618"/>
                  </a:lnTo>
                  <a:lnTo>
                    <a:pt x="2193" y="6578"/>
                  </a:lnTo>
                  <a:lnTo>
                    <a:pt x="2233" y="6558"/>
                  </a:lnTo>
                  <a:lnTo>
                    <a:pt x="2174" y="6558"/>
                  </a:lnTo>
                  <a:lnTo>
                    <a:pt x="2154" y="6519"/>
                  </a:lnTo>
                  <a:lnTo>
                    <a:pt x="2174" y="6479"/>
                  </a:lnTo>
                  <a:lnTo>
                    <a:pt x="2193" y="6479"/>
                  </a:lnTo>
                  <a:lnTo>
                    <a:pt x="2253" y="6460"/>
                  </a:lnTo>
                  <a:lnTo>
                    <a:pt x="2253" y="6420"/>
                  </a:lnTo>
                  <a:lnTo>
                    <a:pt x="2233" y="6381"/>
                  </a:lnTo>
                  <a:lnTo>
                    <a:pt x="2253" y="6341"/>
                  </a:lnTo>
                  <a:lnTo>
                    <a:pt x="2253" y="6321"/>
                  </a:lnTo>
                  <a:lnTo>
                    <a:pt x="2233" y="6321"/>
                  </a:lnTo>
                  <a:lnTo>
                    <a:pt x="2174" y="6301"/>
                  </a:lnTo>
                  <a:lnTo>
                    <a:pt x="2114" y="6301"/>
                  </a:lnTo>
                  <a:lnTo>
                    <a:pt x="2095" y="6282"/>
                  </a:lnTo>
                  <a:lnTo>
                    <a:pt x="2095" y="6262"/>
                  </a:lnTo>
                  <a:lnTo>
                    <a:pt x="2055" y="6203"/>
                  </a:lnTo>
                  <a:lnTo>
                    <a:pt x="2075" y="6163"/>
                  </a:lnTo>
                  <a:lnTo>
                    <a:pt x="2095" y="6143"/>
                  </a:lnTo>
                  <a:lnTo>
                    <a:pt x="2114" y="6104"/>
                  </a:lnTo>
                  <a:lnTo>
                    <a:pt x="2154" y="6104"/>
                  </a:lnTo>
                  <a:lnTo>
                    <a:pt x="2154" y="6124"/>
                  </a:lnTo>
                  <a:lnTo>
                    <a:pt x="2134" y="6163"/>
                  </a:lnTo>
                  <a:lnTo>
                    <a:pt x="2154" y="6203"/>
                  </a:lnTo>
                  <a:lnTo>
                    <a:pt x="2174" y="6025"/>
                  </a:lnTo>
                  <a:lnTo>
                    <a:pt x="2213" y="6025"/>
                  </a:lnTo>
                  <a:lnTo>
                    <a:pt x="2233" y="6045"/>
                  </a:lnTo>
                  <a:lnTo>
                    <a:pt x="2233" y="6084"/>
                  </a:lnTo>
                  <a:lnTo>
                    <a:pt x="2213" y="6124"/>
                  </a:lnTo>
                  <a:lnTo>
                    <a:pt x="2253" y="6084"/>
                  </a:lnTo>
                  <a:lnTo>
                    <a:pt x="2272" y="6025"/>
                  </a:lnTo>
                  <a:lnTo>
                    <a:pt x="2253" y="5985"/>
                  </a:lnTo>
                  <a:lnTo>
                    <a:pt x="2213" y="5926"/>
                  </a:lnTo>
                  <a:lnTo>
                    <a:pt x="2253" y="5887"/>
                  </a:lnTo>
                  <a:lnTo>
                    <a:pt x="2292" y="5847"/>
                  </a:lnTo>
                  <a:lnTo>
                    <a:pt x="2312" y="5887"/>
                  </a:lnTo>
                  <a:lnTo>
                    <a:pt x="2371" y="5926"/>
                  </a:lnTo>
                  <a:lnTo>
                    <a:pt x="2411" y="5966"/>
                  </a:lnTo>
                  <a:lnTo>
                    <a:pt x="2430" y="6005"/>
                  </a:lnTo>
                  <a:lnTo>
                    <a:pt x="2411" y="6045"/>
                  </a:lnTo>
                  <a:lnTo>
                    <a:pt x="2391" y="6045"/>
                  </a:lnTo>
                  <a:lnTo>
                    <a:pt x="2371" y="6025"/>
                  </a:lnTo>
                  <a:lnTo>
                    <a:pt x="2332" y="6005"/>
                  </a:lnTo>
                  <a:lnTo>
                    <a:pt x="2312" y="6005"/>
                  </a:lnTo>
                  <a:lnTo>
                    <a:pt x="2292" y="6025"/>
                  </a:lnTo>
                  <a:lnTo>
                    <a:pt x="2371" y="6045"/>
                  </a:lnTo>
                  <a:lnTo>
                    <a:pt x="2351" y="6064"/>
                  </a:lnTo>
                  <a:lnTo>
                    <a:pt x="2332" y="6104"/>
                  </a:lnTo>
                  <a:lnTo>
                    <a:pt x="2351" y="6163"/>
                  </a:lnTo>
                  <a:lnTo>
                    <a:pt x="2312" y="6163"/>
                  </a:lnTo>
                  <a:lnTo>
                    <a:pt x="2312" y="6124"/>
                  </a:lnTo>
                  <a:lnTo>
                    <a:pt x="2272" y="6222"/>
                  </a:lnTo>
                  <a:lnTo>
                    <a:pt x="2272" y="6262"/>
                  </a:lnTo>
                  <a:lnTo>
                    <a:pt x="2292" y="6321"/>
                  </a:lnTo>
                  <a:lnTo>
                    <a:pt x="2332" y="6301"/>
                  </a:lnTo>
                  <a:lnTo>
                    <a:pt x="2351" y="6262"/>
                  </a:lnTo>
                  <a:lnTo>
                    <a:pt x="2371" y="6183"/>
                  </a:lnTo>
                  <a:lnTo>
                    <a:pt x="2411" y="6104"/>
                  </a:lnTo>
                  <a:lnTo>
                    <a:pt x="2430" y="6084"/>
                  </a:lnTo>
                  <a:lnTo>
                    <a:pt x="2470" y="6064"/>
                  </a:lnTo>
                  <a:lnTo>
                    <a:pt x="2430" y="5847"/>
                  </a:lnTo>
                  <a:lnTo>
                    <a:pt x="2332" y="5847"/>
                  </a:lnTo>
                  <a:lnTo>
                    <a:pt x="2292" y="5808"/>
                  </a:lnTo>
                  <a:lnTo>
                    <a:pt x="2351" y="5808"/>
                  </a:lnTo>
                  <a:lnTo>
                    <a:pt x="2411" y="5788"/>
                  </a:lnTo>
                  <a:lnTo>
                    <a:pt x="2450" y="5748"/>
                  </a:lnTo>
                  <a:lnTo>
                    <a:pt x="2490" y="5709"/>
                  </a:lnTo>
                  <a:lnTo>
                    <a:pt x="2470" y="5709"/>
                  </a:lnTo>
                  <a:lnTo>
                    <a:pt x="2450" y="5689"/>
                  </a:lnTo>
                  <a:lnTo>
                    <a:pt x="2430" y="5630"/>
                  </a:lnTo>
                  <a:lnTo>
                    <a:pt x="2411" y="5590"/>
                  </a:lnTo>
                  <a:lnTo>
                    <a:pt x="2391" y="5571"/>
                  </a:lnTo>
                  <a:lnTo>
                    <a:pt x="2371" y="5571"/>
                  </a:lnTo>
                  <a:lnTo>
                    <a:pt x="2371" y="5590"/>
                  </a:lnTo>
                  <a:lnTo>
                    <a:pt x="2351" y="5610"/>
                  </a:lnTo>
                  <a:lnTo>
                    <a:pt x="2312" y="5610"/>
                  </a:lnTo>
                  <a:lnTo>
                    <a:pt x="2312" y="5571"/>
                  </a:lnTo>
                  <a:lnTo>
                    <a:pt x="2272" y="5551"/>
                  </a:lnTo>
                  <a:lnTo>
                    <a:pt x="2253" y="5551"/>
                  </a:lnTo>
                  <a:lnTo>
                    <a:pt x="2233" y="5531"/>
                  </a:lnTo>
                  <a:lnTo>
                    <a:pt x="2272" y="5472"/>
                  </a:lnTo>
                  <a:lnTo>
                    <a:pt x="2312" y="5492"/>
                  </a:lnTo>
                  <a:lnTo>
                    <a:pt x="2332" y="5492"/>
                  </a:lnTo>
                  <a:lnTo>
                    <a:pt x="2371" y="5452"/>
                  </a:lnTo>
                  <a:lnTo>
                    <a:pt x="2450" y="5551"/>
                  </a:lnTo>
                  <a:lnTo>
                    <a:pt x="2430" y="5373"/>
                  </a:lnTo>
                  <a:lnTo>
                    <a:pt x="2430" y="5255"/>
                  </a:lnTo>
                  <a:lnTo>
                    <a:pt x="2450" y="5156"/>
                  </a:lnTo>
                  <a:lnTo>
                    <a:pt x="2470" y="5195"/>
                  </a:lnTo>
                  <a:lnTo>
                    <a:pt x="2509" y="5235"/>
                  </a:lnTo>
                  <a:lnTo>
                    <a:pt x="2529" y="5314"/>
                  </a:lnTo>
                  <a:lnTo>
                    <a:pt x="2529" y="5353"/>
                  </a:lnTo>
                  <a:lnTo>
                    <a:pt x="2549" y="5393"/>
                  </a:lnTo>
                  <a:lnTo>
                    <a:pt x="2588" y="5413"/>
                  </a:lnTo>
                  <a:lnTo>
                    <a:pt x="2628" y="5432"/>
                  </a:lnTo>
                  <a:lnTo>
                    <a:pt x="2628" y="5393"/>
                  </a:lnTo>
                  <a:lnTo>
                    <a:pt x="2608" y="5353"/>
                  </a:lnTo>
                  <a:lnTo>
                    <a:pt x="2588" y="5334"/>
                  </a:lnTo>
                  <a:lnTo>
                    <a:pt x="2608" y="5294"/>
                  </a:lnTo>
                  <a:lnTo>
                    <a:pt x="2628" y="5294"/>
                  </a:lnTo>
                  <a:lnTo>
                    <a:pt x="2648" y="5274"/>
                  </a:lnTo>
                  <a:lnTo>
                    <a:pt x="2687" y="5215"/>
                  </a:lnTo>
                  <a:lnTo>
                    <a:pt x="2687" y="5136"/>
                  </a:lnTo>
                  <a:lnTo>
                    <a:pt x="2707" y="5077"/>
                  </a:lnTo>
                  <a:lnTo>
                    <a:pt x="2648" y="5097"/>
                  </a:lnTo>
                  <a:lnTo>
                    <a:pt x="2648" y="5057"/>
                  </a:lnTo>
                  <a:lnTo>
                    <a:pt x="2648" y="5037"/>
                  </a:lnTo>
                  <a:lnTo>
                    <a:pt x="2687" y="4978"/>
                  </a:lnTo>
                  <a:lnTo>
                    <a:pt x="2707" y="4998"/>
                  </a:lnTo>
                  <a:lnTo>
                    <a:pt x="2707" y="4939"/>
                  </a:lnTo>
                  <a:lnTo>
                    <a:pt x="2707" y="4899"/>
                  </a:lnTo>
                  <a:lnTo>
                    <a:pt x="2727" y="4840"/>
                  </a:lnTo>
                  <a:lnTo>
                    <a:pt x="2766" y="4781"/>
                  </a:lnTo>
                  <a:lnTo>
                    <a:pt x="2766" y="4721"/>
                  </a:lnTo>
                  <a:lnTo>
                    <a:pt x="2746" y="4721"/>
                  </a:lnTo>
                  <a:lnTo>
                    <a:pt x="2727" y="4741"/>
                  </a:lnTo>
                  <a:lnTo>
                    <a:pt x="2727" y="4781"/>
                  </a:lnTo>
                  <a:lnTo>
                    <a:pt x="2727" y="4820"/>
                  </a:lnTo>
                  <a:lnTo>
                    <a:pt x="2667" y="4840"/>
                  </a:lnTo>
                  <a:lnTo>
                    <a:pt x="2648" y="4860"/>
                  </a:lnTo>
                  <a:lnTo>
                    <a:pt x="2608" y="4840"/>
                  </a:lnTo>
                  <a:lnTo>
                    <a:pt x="2628" y="4761"/>
                  </a:lnTo>
                  <a:lnTo>
                    <a:pt x="2628" y="4682"/>
                  </a:lnTo>
                  <a:lnTo>
                    <a:pt x="2628" y="4623"/>
                  </a:lnTo>
                  <a:lnTo>
                    <a:pt x="2648" y="4544"/>
                  </a:lnTo>
                  <a:lnTo>
                    <a:pt x="2608" y="4563"/>
                  </a:lnTo>
                  <a:lnTo>
                    <a:pt x="2588" y="4524"/>
                  </a:lnTo>
                  <a:lnTo>
                    <a:pt x="2608" y="4504"/>
                  </a:lnTo>
                  <a:lnTo>
                    <a:pt x="2628" y="4425"/>
                  </a:lnTo>
                  <a:lnTo>
                    <a:pt x="2667" y="4405"/>
                  </a:lnTo>
                  <a:lnTo>
                    <a:pt x="2687" y="4405"/>
                  </a:lnTo>
                  <a:lnTo>
                    <a:pt x="2707" y="4445"/>
                  </a:lnTo>
                  <a:lnTo>
                    <a:pt x="2727" y="4484"/>
                  </a:lnTo>
                  <a:lnTo>
                    <a:pt x="2746" y="4504"/>
                  </a:lnTo>
                  <a:lnTo>
                    <a:pt x="2766" y="4484"/>
                  </a:lnTo>
                  <a:lnTo>
                    <a:pt x="2766" y="4524"/>
                  </a:lnTo>
                  <a:lnTo>
                    <a:pt x="2766" y="4563"/>
                  </a:lnTo>
                  <a:lnTo>
                    <a:pt x="2766" y="4603"/>
                  </a:lnTo>
                  <a:lnTo>
                    <a:pt x="2786" y="4623"/>
                  </a:lnTo>
                  <a:lnTo>
                    <a:pt x="2904" y="4603"/>
                  </a:lnTo>
                  <a:lnTo>
                    <a:pt x="2904" y="4563"/>
                  </a:lnTo>
                  <a:lnTo>
                    <a:pt x="2924" y="4544"/>
                  </a:lnTo>
                  <a:lnTo>
                    <a:pt x="2964" y="4504"/>
                  </a:lnTo>
                  <a:lnTo>
                    <a:pt x="2983" y="4484"/>
                  </a:lnTo>
                  <a:lnTo>
                    <a:pt x="2924" y="4504"/>
                  </a:lnTo>
                  <a:lnTo>
                    <a:pt x="2904" y="4484"/>
                  </a:lnTo>
                  <a:lnTo>
                    <a:pt x="2904" y="4465"/>
                  </a:lnTo>
                  <a:lnTo>
                    <a:pt x="2944" y="4445"/>
                  </a:lnTo>
                  <a:lnTo>
                    <a:pt x="2825" y="4425"/>
                  </a:lnTo>
                  <a:lnTo>
                    <a:pt x="2806" y="4465"/>
                  </a:lnTo>
                  <a:lnTo>
                    <a:pt x="2825" y="4504"/>
                  </a:lnTo>
                  <a:lnTo>
                    <a:pt x="2825" y="4544"/>
                  </a:lnTo>
                  <a:lnTo>
                    <a:pt x="2786" y="4563"/>
                  </a:lnTo>
                  <a:lnTo>
                    <a:pt x="2786" y="4484"/>
                  </a:lnTo>
                  <a:lnTo>
                    <a:pt x="2746" y="4445"/>
                  </a:lnTo>
                  <a:lnTo>
                    <a:pt x="2727" y="4386"/>
                  </a:lnTo>
                  <a:lnTo>
                    <a:pt x="2746" y="4326"/>
                  </a:lnTo>
                  <a:lnTo>
                    <a:pt x="2766" y="4326"/>
                  </a:lnTo>
                  <a:lnTo>
                    <a:pt x="2766" y="4346"/>
                  </a:lnTo>
                  <a:lnTo>
                    <a:pt x="2766" y="4366"/>
                  </a:lnTo>
                  <a:lnTo>
                    <a:pt x="2786" y="4346"/>
                  </a:lnTo>
                  <a:lnTo>
                    <a:pt x="2786" y="4307"/>
                  </a:lnTo>
                  <a:lnTo>
                    <a:pt x="2786" y="4267"/>
                  </a:lnTo>
                  <a:lnTo>
                    <a:pt x="2806" y="4228"/>
                  </a:lnTo>
                  <a:lnTo>
                    <a:pt x="2845" y="4307"/>
                  </a:lnTo>
                  <a:lnTo>
                    <a:pt x="2865" y="4326"/>
                  </a:lnTo>
                  <a:lnTo>
                    <a:pt x="2904" y="4326"/>
                  </a:lnTo>
                  <a:lnTo>
                    <a:pt x="2845" y="4267"/>
                  </a:lnTo>
                  <a:lnTo>
                    <a:pt x="2885" y="4247"/>
                  </a:lnTo>
                  <a:lnTo>
                    <a:pt x="2904" y="4247"/>
                  </a:lnTo>
                  <a:lnTo>
                    <a:pt x="2904" y="4228"/>
                  </a:lnTo>
                  <a:lnTo>
                    <a:pt x="2885" y="4228"/>
                  </a:lnTo>
                  <a:lnTo>
                    <a:pt x="2865" y="4208"/>
                  </a:lnTo>
                  <a:lnTo>
                    <a:pt x="2865" y="4168"/>
                  </a:lnTo>
                  <a:lnTo>
                    <a:pt x="2924" y="4168"/>
                  </a:lnTo>
                  <a:lnTo>
                    <a:pt x="2944" y="4129"/>
                  </a:lnTo>
                  <a:lnTo>
                    <a:pt x="2924" y="4109"/>
                  </a:lnTo>
                  <a:lnTo>
                    <a:pt x="2924" y="4089"/>
                  </a:lnTo>
                  <a:lnTo>
                    <a:pt x="2904" y="4030"/>
                  </a:lnTo>
                  <a:lnTo>
                    <a:pt x="2885" y="4050"/>
                  </a:lnTo>
                  <a:lnTo>
                    <a:pt x="2865" y="4070"/>
                  </a:lnTo>
                  <a:lnTo>
                    <a:pt x="2825" y="4070"/>
                  </a:lnTo>
                  <a:lnTo>
                    <a:pt x="2786" y="4030"/>
                  </a:lnTo>
                  <a:lnTo>
                    <a:pt x="2766" y="3991"/>
                  </a:lnTo>
                  <a:lnTo>
                    <a:pt x="2806" y="3911"/>
                  </a:lnTo>
                  <a:lnTo>
                    <a:pt x="2806" y="3852"/>
                  </a:lnTo>
                  <a:lnTo>
                    <a:pt x="2845" y="3813"/>
                  </a:lnTo>
                  <a:lnTo>
                    <a:pt x="2904" y="3793"/>
                  </a:lnTo>
                  <a:lnTo>
                    <a:pt x="2865" y="3734"/>
                  </a:lnTo>
                  <a:lnTo>
                    <a:pt x="2904" y="3753"/>
                  </a:lnTo>
                  <a:lnTo>
                    <a:pt x="2924" y="3714"/>
                  </a:lnTo>
                  <a:lnTo>
                    <a:pt x="2944" y="3655"/>
                  </a:lnTo>
                  <a:lnTo>
                    <a:pt x="2964" y="3674"/>
                  </a:lnTo>
                  <a:lnTo>
                    <a:pt x="2983" y="3694"/>
                  </a:lnTo>
                  <a:lnTo>
                    <a:pt x="2964" y="3734"/>
                  </a:lnTo>
                  <a:lnTo>
                    <a:pt x="2964" y="3793"/>
                  </a:lnTo>
                  <a:lnTo>
                    <a:pt x="2983" y="3832"/>
                  </a:lnTo>
                  <a:lnTo>
                    <a:pt x="3023" y="3852"/>
                  </a:lnTo>
                  <a:lnTo>
                    <a:pt x="3043" y="3832"/>
                  </a:lnTo>
                  <a:lnTo>
                    <a:pt x="3062" y="3832"/>
                  </a:lnTo>
                  <a:lnTo>
                    <a:pt x="3122" y="3872"/>
                  </a:lnTo>
                  <a:lnTo>
                    <a:pt x="3102" y="3832"/>
                  </a:lnTo>
                  <a:lnTo>
                    <a:pt x="3082" y="3813"/>
                  </a:lnTo>
                  <a:lnTo>
                    <a:pt x="3023" y="3793"/>
                  </a:lnTo>
                  <a:lnTo>
                    <a:pt x="2983" y="3753"/>
                  </a:lnTo>
                  <a:lnTo>
                    <a:pt x="3023" y="3753"/>
                  </a:lnTo>
                  <a:lnTo>
                    <a:pt x="3043" y="3714"/>
                  </a:lnTo>
                  <a:lnTo>
                    <a:pt x="3062" y="3694"/>
                  </a:lnTo>
                  <a:lnTo>
                    <a:pt x="3102" y="3714"/>
                  </a:lnTo>
                  <a:lnTo>
                    <a:pt x="3102" y="3674"/>
                  </a:lnTo>
                  <a:lnTo>
                    <a:pt x="3082" y="3655"/>
                  </a:lnTo>
                  <a:lnTo>
                    <a:pt x="3082" y="3615"/>
                  </a:lnTo>
                  <a:lnTo>
                    <a:pt x="3082" y="3595"/>
                  </a:lnTo>
                  <a:lnTo>
                    <a:pt x="3201" y="3655"/>
                  </a:lnTo>
                  <a:lnTo>
                    <a:pt x="3181" y="3635"/>
                  </a:lnTo>
                  <a:lnTo>
                    <a:pt x="3201" y="3615"/>
                  </a:lnTo>
                  <a:lnTo>
                    <a:pt x="3240" y="3595"/>
                  </a:lnTo>
                  <a:lnTo>
                    <a:pt x="3201" y="3576"/>
                  </a:lnTo>
                  <a:lnTo>
                    <a:pt x="3181" y="3576"/>
                  </a:lnTo>
                  <a:lnTo>
                    <a:pt x="3181" y="3595"/>
                  </a:lnTo>
                  <a:lnTo>
                    <a:pt x="3161" y="3576"/>
                  </a:lnTo>
                  <a:lnTo>
                    <a:pt x="3161" y="3556"/>
                  </a:lnTo>
                  <a:lnTo>
                    <a:pt x="3161" y="3516"/>
                  </a:lnTo>
                  <a:lnTo>
                    <a:pt x="3181" y="3497"/>
                  </a:lnTo>
                  <a:lnTo>
                    <a:pt x="3181" y="3477"/>
                  </a:lnTo>
                  <a:lnTo>
                    <a:pt x="3201" y="3457"/>
                  </a:lnTo>
                  <a:lnTo>
                    <a:pt x="3220" y="3418"/>
                  </a:lnTo>
                  <a:lnTo>
                    <a:pt x="3240" y="3378"/>
                  </a:lnTo>
                  <a:lnTo>
                    <a:pt x="3280" y="3339"/>
                  </a:lnTo>
                  <a:lnTo>
                    <a:pt x="3220" y="3319"/>
                  </a:lnTo>
                  <a:lnTo>
                    <a:pt x="3201" y="3319"/>
                  </a:lnTo>
                  <a:lnTo>
                    <a:pt x="3201" y="3339"/>
                  </a:lnTo>
                  <a:lnTo>
                    <a:pt x="3201" y="3358"/>
                  </a:lnTo>
                  <a:lnTo>
                    <a:pt x="3201" y="3398"/>
                  </a:lnTo>
                  <a:lnTo>
                    <a:pt x="3201" y="3418"/>
                  </a:lnTo>
                  <a:lnTo>
                    <a:pt x="3141" y="3418"/>
                  </a:lnTo>
                  <a:lnTo>
                    <a:pt x="3141" y="3339"/>
                  </a:lnTo>
                  <a:lnTo>
                    <a:pt x="3181" y="3240"/>
                  </a:lnTo>
                  <a:lnTo>
                    <a:pt x="3201" y="3141"/>
                  </a:lnTo>
                  <a:lnTo>
                    <a:pt x="3220" y="3102"/>
                  </a:lnTo>
                  <a:lnTo>
                    <a:pt x="3201" y="3042"/>
                  </a:lnTo>
                  <a:lnTo>
                    <a:pt x="3260" y="3023"/>
                  </a:lnTo>
                  <a:lnTo>
                    <a:pt x="3280" y="3023"/>
                  </a:lnTo>
                  <a:lnTo>
                    <a:pt x="3299" y="3062"/>
                  </a:lnTo>
                  <a:lnTo>
                    <a:pt x="3339" y="3082"/>
                  </a:lnTo>
                  <a:lnTo>
                    <a:pt x="3339" y="3141"/>
                  </a:lnTo>
                  <a:lnTo>
                    <a:pt x="3319" y="3181"/>
                  </a:lnTo>
                  <a:lnTo>
                    <a:pt x="3280" y="3220"/>
                  </a:lnTo>
                  <a:lnTo>
                    <a:pt x="3280" y="3260"/>
                  </a:lnTo>
                  <a:lnTo>
                    <a:pt x="3319" y="3200"/>
                  </a:lnTo>
                  <a:lnTo>
                    <a:pt x="3359" y="3121"/>
                  </a:lnTo>
                  <a:lnTo>
                    <a:pt x="3359" y="3042"/>
                  </a:lnTo>
                  <a:lnTo>
                    <a:pt x="3359" y="2983"/>
                  </a:lnTo>
                  <a:lnTo>
                    <a:pt x="3378" y="2944"/>
                  </a:lnTo>
                  <a:lnTo>
                    <a:pt x="3398" y="2944"/>
                  </a:lnTo>
                  <a:lnTo>
                    <a:pt x="3477" y="2924"/>
                  </a:lnTo>
                  <a:lnTo>
                    <a:pt x="3536" y="2884"/>
                  </a:lnTo>
                  <a:lnTo>
                    <a:pt x="3556" y="2865"/>
                  </a:lnTo>
                  <a:lnTo>
                    <a:pt x="3576" y="2825"/>
                  </a:lnTo>
                  <a:lnTo>
                    <a:pt x="3497" y="2825"/>
                  </a:lnTo>
                  <a:lnTo>
                    <a:pt x="3457" y="2845"/>
                  </a:lnTo>
                  <a:lnTo>
                    <a:pt x="3457" y="2805"/>
                  </a:lnTo>
                  <a:lnTo>
                    <a:pt x="3477" y="2786"/>
                  </a:lnTo>
                  <a:lnTo>
                    <a:pt x="3497" y="2746"/>
                  </a:lnTo>
                  <a:lnTo>
                    <a:pt x="3477" y="2726"/>
                  </a:lnTo>
                  <a:lnTo>
                    <a:pt x="3457" y="2746"/>
                  </a:lnTo>
                  <a:lnTo>
                    <a:pt x="3438" y="2746"/>
                  </a:lnTo>
                  <a:lnTo>
                    <a:pt x="3418" y="2726"/>
                  </a:lnTo>
                  <a:lnTo>
                    <a:pt x="3457" y="2687"/>
                  </a:lnTo>
                  <a:lnTo>
                    <a:pt x="3477" y="2687"/>
                  </a:lnTo>
                  <a:lnTo>
                    <a:pt x="3497" y="2707"/>
                  </a:lnTo>
                  <a:lnTo>
                    <a:pt x="3517" y="2667"/>
                  </a:lnTo>
                  <a:lnTo>
                    <a:pt x="3517" y="2647"/>
                  </a:lnTo>
                  <a:lnTo>
                    <a:pt x="3576" y="2647"/>
                  </a:lnTo>
                  <a:lnTo>
                    <a:pt x="3615" y="2628"/>
                  </a:lnTo>
                  <a:lnTo>
                    <a:pt x="3615" y="2608"/>
                  </a:lnTo>
                  <a:lnTo>
                    <a:pt x="3596" y="2568"/>
                  </a:lnTo>
                  <a:lnTo>
                    <a:pt x="3576" y="2568"/>
                  </a:lnTo>
                  <a:lnTo>
                    <a:pt x="3576" y="2588"/>
                  </a:lnTo>
                  <a:lnTo>
                    <a:pt x="3576" y="2608"/>
                  </a:lnTo>
                  <a:lnTo>
                    <a:pt x="3536" y="2588"/>
                  </a:lnTo>
                  <a:lnTo>
                    <a:pt x="3497" y="2549"/>
                  </a:lnTo>
                  <a:lnTo>
                    <a:pt x="3477" y="2470"/>
                  </a:lnTo>
                  <a:lnTo>
                    <a:pt x="3517" y="2470"/>
                  </a:lnTo>
                  <a:lnTo>
                    <a:pt x="3536" y="2410"/>
                  </a:lnTo>
                  <a:lnTo>
                    <a:pt x="3556" y="2430"/>
                  </a:lnTo>
                  <a:lnTo>
                    <a:pt x="3556" y="2470"/>
                  </a:lnTo>
                  <a:lnTo>
                    <a:pt x="3536" y="2489"/>
                  </a:lnTo>
                  <a:lnTo>
                    <a:pt x="3556" y="2529"/>
                  </a:lnTo>
                  <a:lnTo>
                    <a:pt x="3596" y="2450"/>
                  </a:lnTo>
                  <a:lnTo>
                    <a:pt x="3576" y="2470"/>
                  </a:lnTo>
                  <a:lnTo>
                    <a:pt x="3556" y="2351"/>
                  </a:lnTo>
                  <a:lnTo>
                    <a:pt x="3536" y="2391"/>
                  </a:lnTo>
                  <a:lnTo>
                    <a:pt x="3517" y="2371"/>
                  </a:lnTo>
                  <a:lnTo>
                    <a:pt x="3477" y="2351"/>
                  </a:lnTo>
                  <a:lnTo>
                    <a:pt x="3477" y="2331"/>
                  </a:lnTo>
                  <a:lnTo>
                    <a:pt x="3536" y="2252"/>
                  </a:lnTo>
                  <a:lnTo>
                    <a:pt x="3576" y="2233"/>
                  </a:lnTo>
                  <a:lnTo>
                    <a:pt x="3615" y="2252"/>
                  </a:lnTo>
                  <a:lnTo>
                    <a:pt x="3576" y="2213"/>
                  </a:lnTo>
                  <a:lnTo>
                    <a:pt x="3576" y="2173"/>
                  </a:lnTo>
                  <a:lnTo>
                    <a:pt x="3596" y="2094"/>
                  </a:lnTo>
                  <a:lnTo>
                    <a:pt x="3536" y="2094"/>
                  </a:lnTo>
                  <a:lnTo>
                    <a:pt x="3517" y="2035"/>
                  </a:lnTo>
                  <a:lnTo>
                    <a:pt x="3615" y="1996"/>
                  </a:lnTo>
                  <a:lnTo>
                    <a:pt x="3615" y="2035"/>
                  </a:lnTo>
                  <a:lnTo>
                    <a:pt x="3734" y="2035"/>
                  </a:lnTo>
                  <a:lnTo>
                    <a:pt x="3754" y="2075"/>
                  </a:lnTo>
                  <a:lnTo>
                    <a:pt x="3754" y="2114"/>
                  </a:lnTo>
                  <a:lnTo>
                    <a:pt x="3694" y="2173"/>
                  </a:lnTo>
                  <a:lnTo>
                    <a:pt x="3754" y="2154"/>
                  </a:lnTo>
                  <a:lnTo>
                    <a:pt x="3773" y="2134"/>
                  </a:lnTo>
                  <a:lnTo>
                    <a:pt x="3773" y="2114"/>
                  </a:lnTo>
                  <a:lnTo>
                    <a:pt x="3773" y="2075"/>
                  </a:lnTo>
                  <a:lnTo>
                    <a:pt x="3754" y="2015"/>
                  </a:lnTo>
                  <a:lnTo>
                    <a:pt x="3754" y="1996"/>
                  </a:lnTo>
                  <a:lnTo>
                    <a:pt x="3773" y="1956"/>
                  </a:lnTo>
                  <a:lnTo>
                    <a:pt x="3813" y="1976"/>
                  </a:lnTo>
                  <a:lnTo>
                    <a:pt x="3833" y="2015"/>
                  </a:lnTo>
                  <a:lnTo>
                    <a:pt x="3833" y="1956"/>
                  </a:lnTo>
                  <a:lnTo>
                    <a:pt x="3833" y="1917"/>
                  </a:lnTo>
                  <a:lnTo>
                    <a:pt x="3852" y="1897"/>
                  </a:lnTo>
                  <a:lnTo>
                    <a:pt x="3793" y="1897"/>
                  </a:lnTo>
                  <a:lnTo>
                    <a:pt x="3754" y="1877"/>
                  </a:lnTo>
                  <a:lnTo>
                    <a:pt x="3734" y="1838"/>
                  </a:lnTo>
                  <a:lnTo>
                    <a:pt x="3852" y="1798"/>
                  </a:lnTo>
                  <a:lnTo>
                    <a:pt x="3872" y="1778"/>
                  </a:lnTo>
                  <a:lnTo>
                    <a:pt x="3872" y="1759"/>
                  </a:lnTo>
                  <a:lnTo>
                    <a:pt x="3833" y="1739"/>
                  </a:lnTo>
                  <a:lnTo>
                    <a:pt x="3793" y="1699"/>
                  </a:lnTo>
                  <a:lnTo>
                    <a:pt x="3773" y="1660"/>
                  </a:lnTo>
                  <a:lnTo>
                    <a:pt x="3694" y="1660"/>
                  </a:lnTo>
                  <a:lnTo>
                    <a:pt x="3675" y="1640"/>
                  </a:lnTo>
                  <a:lnTo>
                    <a:pt x="3675" y="1600"/>
                  </a:lnTo>
                  <a:lnTo>
                    <a:pt x="3694" y="1581"/>
                  </a:lnTo>
                  <a:lnTo>
                    <a:pt x="3655" y="1541"/>
                  </a:lnTo>
                  <a:lnTo>
                    <a:pt x="3655" y="1581"/>
                  </a:lnTo>
                  <a:lnTo>
                    <a:pt x="3655" y="1600"/>
                  </a:lnTo>
                  <a:lnTo>
                    <a:pt x="3655" y="1640"/>
                  </a:lnTo>
                  <a:lnTo>
                    <a:pt x="3655" y="1660"/>
                  </a:lnTo>
                  <a:lnTo>
                    <a:pt x="3615" y="1640"/>
                  </a:lnTo>
                  <a:lnTo>
                    <a:pt x="3596" y="1620"/>
                  </a:lnTo>
                  <a:lnTo>
                    <a:pt x="3615" y="1581"/>
                  </a:lnTo>
                  <a:lnTo>
                    <a:pt x="3596" y="1541"/>
                  </a:lnTo>
                  <a:lnTo>
                    <a:pt x="3675" y="1482"/>
                  </a:lnTo>
                  <a:lnTo>
                    <a:pt x="3754" y="1442"/>
                  </a:lnTo>
                  <a:lnTo>
                    <a:pt x="3833" y="1502"/>
                  </a:lnTo>
                  <a:lnTo>
                    <a:pt x="3872" y="1561"/>
                  </a:lnTo>
                  <a:lnTo>
                    <a:pt x="3931" y="1640"/>
                  </a:lnTo>
                  <a:lnTo>
                    <a:pt x="3971" y="1660"/>
                  </a:lnTo>
                  <a:lnTo>
                    <a:pt x="4010" y="1680"/>
                  </a:lnTo>
                  <a:lnTo>
                    <a:pt x="4050" y="1521"/>
                  </a:lnTo>
                  <a:lnTo>
                    <a:pt x="4089" y="1442"/>
                  </a:lnTo>
                  <a:lnTo>
                    <a:pt x="4129" y="1403"/>
                  </a:lnTo>
                  <a:lnTo>
                    <a:pt x="4109" y="1344"/>
                  </a:lnTo>
                  <a:lnTo>
                    <a:pt x="4070" y="1304"/>
                  </a:lnTo>
                  <a:lnTo>
                    <a:pt x="4030" y="1284"/>
                  </a:lnTo>
                  <a:lnTo>
                    <a:pt x="3971" y="1265"/>
                  </a:lnTo>
                  <a:lnTo>
                    <a:pt x="3971" y="1205"/>
                  </a:lnTo>
                  <a:lnTo>
                    <a:pt x="4010" y="1186"/>
                  </a:lnTo>
                  <a:lnTo>
                    <a:pt x="4030" y="1245"/>
                  </a:lnTo>
                  <a:lnTo>
                    <a:pt x="4030" y="1107"/>
                  </a:lnTo>
                  <a:lnTo>
                    <a:pt x="4050" y="1028"/>
                  </a:lnTo>
                  <a:lnTo>
                    <a:pt x="4070" y="949"/>
                  </a:lnTo>
                  <a:lnTo>
                    <a:pt x="4070" y="909"/>
                  </a:lnTo>
                  <a:lnTo>
                    <a:pt x="4030" y="889"/>
                  </a:lnTo>
                  <a:lnTo>
                    <a:pt x="3931" y="870"/>
                  </a:lnTo>
                  <a:lnTo>
                    <a:pt x="3951" y="791"/>
                  </a:lnTo>
                  <a:lnTo>
                    <a:pt x="3931" y="810"/>
                  </a:lnTo>
                  <a:lnTo>
                    <a:pt x="3892" y="771"/>
                  </a:lnTo>
                  <a:lnTo>
                    <a:pt x="3892" y="731"/>
                  </a:lnTo>
                  <a:lnTo>
                    <a:pt x="3931" y="672"/>
                  </a:lnTo>
                  <a:lnTo>
                    <a:pt x="3971" y="692"/>
                  </a:lnTo>
                  <a:lnTo>
                    <a:pt x="3991" y="712"/>
                  </a:lnTo>
                  <a:lnTo>
                    <a:pt x="4010" y="692"/>
                  </a:lnTo>
                  <a:lnTo>
                    <a:pt x="4030" y="672"/>
                  </a:lnTo>
                  <a:lnTo>
                    <a:pt x="4030" y="633"/>
                  </a:lnTo>
                  <a:lnTo>
                    <a:pt x="4030" y="593"/>
                  </a:lnTo>
                  <a:lnTo>
                    <a:pt x="4089" y="633"/>
                  </a:lnTo>
                  <a:lnTo>
                    <a:pt x="4089" y="672"/>
                  </a:lnTo>
                  <a:lnTo>
                    <a:pt x="4070" y="692"/>
                  </a:lnTo>
                  <a:lnTo>
                    <a:pt x="4050" y="692"/>
                  </a:lnTo>
                  <a:lnTo>
                    <a:pt x="4050" y="791"/>
                  </a:lnTo>
                  <a:lnTo>
                    <a:pt x="4070" y="731"/>
                  </a:lnTo>
                  <a:lnTo>
                    <a:pt x="4129" y="692"/>
                  </a:lnTo>
                  <a:lnTo>
                    <a:pt x="4188" y="692"/>
                  </a:lnTo>
                  <a:lnTo>
                    <a:pt x="4247" y="712"/>
                  </a:lnTo>
                  <a:lnTo>
                    <a:pt x="4228" y="672"/>
                  </a:lnTo>
                  <a:lnTo>
                    <a:pt x="4149" y="672"/>
                  </a:lnTo>
                  <a:lnTo>
                    <a:pt x="4149" y="652"/>
                  </a:lnTo>
                  <a:lnTo>
                    <a:pt x="4149" y="633"/>
                  </a:lnTo>
                  <a:lnTo>
                    <a:pt x="4228" y="573"/>
                  </a:lnTo>
                  <a:lnTo>
                    <a:pt x="4267" y="514"/>
                  </a:lnTo>
                  <a:lnTo>
                    <a:pt x="3141" y="139"/>
                  </a:lnTo>
                  <a:lnTo>
                    <a:pt x="3102" y="178"/>
                  </a:lnTo>
                  <a:lnTo>
                    <a:pt x="3082" y="119"/>
                  </a:lnTo>
                  <a:lnTo>
                    <a:pt x="3082" y="99"/>
                  </a:lnTo>
                  <a:lnTo>
                    <a:pt x="3102" y="119"/>
                  </a:lnTo>
                  <a:lnTo>
                    <a:pt x="3082" y="80"/>
                  </a:lnTo>
                  <a:lnTo>
                    <a:pt x="3102" y="60"/>
                  </a:lnTo>
                  <a:lnTo>
                    <a:pt x="3082" y="20"/>
                  </a:lnTo>
                  <a:lnTo>
                    <a:pt x="306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5" name="Google Shape;8225;p31"/>
            <p:cNvSpPr/>
            <p:nvPr/>
          </p:nvSpPr>
          <p:spPr>
            <a:xfrm>
              <a:off x="4577504" y="-1215512"/>
              <a:ext cx="789" cy="789"/>
            </a:xfrm>
            <a:custGeom>
              <a:rect b="b" l="l" r="r" t="t"/>
              <a:pathLst>
                <a:path extrusionOk="0" h="21" w="21">
                  <a:moveTo>
                    <a:pt x="1" y="1"/>
                  </a:moveTo>
                  <a:lnTo>
                    <a:pt x="1" y="1"/>
                  </a:lnTo>
                  <a:lnTo>
                    <a:pt x="21" y="20"/>
                  </a:lnTo>
                  <a:lnTo>
                    <a:pt x="21" y="20"/>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6" name="Google Shape;8226;p31"/>
            <p:cNvSpPr/>
            <p:nvPr/>
          </p:nvSpPr>
          <p:spPr>
            <a:xfrm>
              <a:off x="4712644" y="-2018156"/>
              <a:ext cx="789" cy="38"/>
            </a:xfrm>
            <a:custGeom>
              <a:rect b="b" l="l" r="r" t="t"/>
              <a:pathLst>
                <a:path extrusionOk="0" h="1" w="21">
                  <a:moveTo>
                    <a:pt x="1" y="1"/>
                  </a:moveTo>
                  <a:lnTo>
                    <a:pt x="1" y="1"/>
                  </a:lnTo>
                  <a:lnTo>
                    <a:pt x="20" y="1"/>
                  </a:lnTo>
                  <a:lnTo>
                    <a:pt x="20" y="1"/>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7" name="Google Shape;8227;p31"/>
            <p:cNvSpPr/>
            <p:nvPr/>
          </p:nvSpPr>
          <p:spPr>
            <a:xfrm>
              <a:off x="4622049" y="-2251296"/>
              <a:ext cx="96569" cy="297788"/>
            </a:xfrm>
            <a:custGeom>
              <a:rect b="b" l="l" r="r" t="t"/>
              <a:pathLst>
                <a:path extrusionOk="0" h="7922" w="2569">
                  <a:moveTo>
                    <a:pt x="1206" y="60"/>
                  </a:moveTo>
                  <a:lnTo>
                    <a:pt x="1186" y="79"/>
                  </a:lnTo>
                  <a:lnTo>
                    <a:pt x="1186" y="119"/>
                  </a:lnTo>
                  <a:lnTo>
                    <a:pt x="1226" y="178"/>
                  </a:lnTo>
                  <a:lnTo>
                    <a:pt x="1245" y="237"/>
                  </a:lnTo>
                  <a:lnTo>
                    <a:pt x="1245" y="257"/>
                  </a:lnTo>
                  <a:lnTo>
                    <a:pt x="1206" y="277"/>
                  </a:lnTo>
                  <a:lnTo>
                    <a:pt x="1245" y="297"/>
                  </a:lnTo>
                  <a:lnTo>
                    <a:pt x="1265" y="316"/>
                  </a:lnTo>
                  <a:lnTo>
                    <a:pt x="1344" y="336"/>
                  </a:lnTo>
                  <a:lnTo>
                    <a:pt x="1344" y="376"/>
                  </a:lnTo>
                  <a:lnTo>
                    <a:pt x="1384" y="356"/>
                  </a:lnTo>
                  <a:lnTo>
                    <a:pt x="1463" y="316"/>
                  </a:lnTo>
                  <a:lnTo>
                    <a:pt x="1364" y="218"/>
                  </a:lnTo>
                  <a:lnTo>
                    <a:pt x="1344" y="178"/>
                  </a:lnTo>
                  <a:lnTo>
                    <a:pt x="1324" y="99"/>
                  </a:lnTo>
                  <a:lnTo>
                    <a:pt x="1285" y="99"/>
                  </a:lnTo>
                  <a:lnTo>
                    <a:pt x="1265" y="79"/>
                  </a:lnTo>
                  <a:lnTo>
                    <a:pt x="1245" y="60"/>
                  </a:lnTo>
                  <a:close/>
                  <a:moveTo>
                    <a:pt x="21" y="593"/>
                  </a:moveTo>
                  <a:lnTo>
                    <a:pt x="60" y="613"/>
                  </a:lnTo>
                  <a:lnTo>
                    <a:pt x="60" y="593"/>
                  </a:lnTo>
                  <a:close/>
                  <a:moveTo>
                    <a:pt x="1265" y="1521"/>
                  </a:moveTo>
                  <a:lnTo>
                    <a:pt x="1265" y="1561"/>
                  </a:lnTo>
                  <a:lnTo>
                    <a:pt x="1285" y="1581"/>
                  </a:lnTo>
                  <a:lnTo>
                    <a:pt x="1305" y="1600"/>
                  </a:lnTo>
                  <a:lnTo>
                    <a:pt x="1305" y="1561"/>
                  </a:lnTo>
                  <a:lnTo>
                    <a:pt x="1305" y="1541"/>
                  </a:lnTo>
                  <a:lnTo>
                    <a:pt x="1265" y="1521"/>
                  </a:lnTo>
                  <a:close/>
                  <a:moveTo>
                    <a:pt x="2068" y="5065"/>
                  </a:moveTo>
                  <a:lnTo>
                    <a:pt x="2075" y="5077"/>
                  </a:lnTo>
                  <a:lnTo>
                    <a:pt x="2079" y="5073"/>
                  </a:lnTo>
                  <a:lnTo>
                    <a:pt x="2079" y="5073"/>
                  </a:lnTo>
                  <a:lnTo>
                    <a:pt x="2068" y="5065"/>
                  </a:lnTo>
                  <a:close/>
                  <a:moveTo>
                    <a:pt x="2095" y="5057"/>
                  </a:moveTo>
                  <a:lnTo>
                    <a:pt x="2079" y="5073"/>
                  </a:lnTo>
                  <a:lnTo>
                    <a:pt x="2079" y="5073"/>
                  </a:lnTo>
                  <a:lnTo>
                    <a:pt x="2114" y="5096"/>
                  </a:lnTo>
                  <a:lnTo>
                    <a:pt x="2154" y="5136"/>
                  </a:lnTo>
                  <a:lnTo>
                    <a:pt x="2174" y="5136"/>
                  </a:lnTo>
                  <a:lnTo>
                    <a:pt x="2174" y="5096"/>
                  </a:lnTo>
                  <a:lnTo>
                    <a:pt x="2174" y="5077"/>
                  </a:lnTo>
                  <a:lnTo>
                    <a:pt x="2193" y="5057"/>
                  </a:lnTo>
                  <a:close/>
                  <a:moveTo>
                    <a:pt x="613" y="5254"/>
                  </a:moveTo>
                  <a:lnTo>
                    <a:pt x="673" y="5373"/>
                  </a:lnTo>
                  <a:lnTo>
                    <a:pt x="673" y="5393"/>
                  </a:lnTo>
                  <a:lnTo>
                    <a:pt x="692" y="5373"/>
                  </a:lnTo>
                  <a:lnTo>
                    <a:pt x="712" y="5373"/>
                  </a:lnTo>
                  <a:lnTo>
                    <a:pt x="692" y="5314"/>
                  </a:lnTo>
                  <a:lnTo>
                    <a:pt x="673" y="5294"/>
                  </a:lnTo>
                  <a:lnTo>
                    <a:pt x="653" y="5294"/>
                  </a:lnTo>
                  <a:lnTo>
                    <a:pt x="613" y="5254"/>
                  </a:lnTo>
                  <a:close/>
                  <a:moveTo>
                    <a:pt x="890" y="0"/>
                  </a:moveTo>
                  <a:lnTo>
                    <a:pt x="850" y="60"/>
                  </a:lnTo>
                  <a:lnTo>
                    <a:pt x="850" y="139"/>
                  </a:lnTo>
                  <a:lnTo>
                    <a:pt x="811" y="139"/>
                  </a:lnTo>
                  <a:lnTo>
                    <a:pt x="791" y="119"/>
                  </a:lnTo>
                  <a:lnTo>
                    <a:pt x="811" y="79"/>
                  </a:lnTo>
                  <a:lnTo>
                    <a:pt x="21" y="119"/>
                  </a:lnTo>
                  <a:lnTo>
                    <a:pt x="1" y="158"/>
                  </a:lnTo>
                  <a:lnTo>
                    <a:pt x="40" y="139"/>
                  </a:lnTo>
                  <a:lnTo>
                    <a:pt x="80" y="158"/>
                  </a:lnTo>
                  <a:lnTo>
                    <a:pt x="179" y="158"/>
                  </a:lnTo>
                  <a:lnTo>
                    <a:pt x="218" y="198"/>
                  </a:lnTo>
                  <a:lnTo>
                    <a:pt x="218" y="237"/>
                  </a:lnTo>
                  <a:lnTo>
                    <a:pt x="218" y="297"/>
                  </a:lnTo>
                  <a:lnTo>
                    <a:pt x="179" y="297"/>
                  </a:lnTo>
                  <a:lnTo>
                    <a:pt x="159" y="277"/>
                  </a:lnTo>
                  <a:lnTo>
                    <a:pt x="119" y="237"/>
                  </a:lnTo>
                  <a:lnTo>
                    <a:pt x="80" y="198"/>
                  </a:lnTo>
                  <a:lnTo>
                    <a:pt x="60" y="198"/>
                  </a:lnTo>
                  <a:lnTo>
                    <a:pt x="21" y="218"/>
                  </a:lnTo>
                  <a:lnTo>
                    <a:pt x="21" y="237"/>
                  </a:lnTo>
                  <a:lnTo>
                    <a:pt x="40" y="257"/>
                  </a:lnTo>
                  <a:lnTo>
                    <a:pt x="80" y="257"/>
                  </a:lnTo>
                  <a:lnTo>
                    <a:pt x="100" y="237"/>
                  </a:lnTo>
                  <a:lnTo>
                    <a:pt x="80" y="336"/>
                  </a:lnTo>
                  <a:lnTo>
                    <a:pt x="40" y="395"/>
                  </a:lnTo>
                  <a:lnTo>
                    <a:pt x="1" y="435"/>
                  </a:lnTo>
                  <a:lnTo>
                    <a:pt x="40" y="474"/>
                  </a:lnTo>
                  <a:lnTo>
                    <a:pt x="80" y="514"/>
                  </a:lnTo>
                  <a:lnTo>
                    <a:pt x="100" y="534"/>
                  </a:lnTo>
                  <a:lnTo>
                    <a:pt x="159" y="573"/>
                  </a:lnTo>
                  <a:lnTo>
                    <a:pt x="139" y="553"/>
                  </a:lnTo>
                  <a:lnTo>
                    <a:pt x="119" y="534"/>
                  </a:lnTo>
                  <a:lnTo>
                    <a:pt x="100" y="514"/>
                  </a:lnTo>
                  <a:lnTo>
                    <a:pt x="119" y="494"/>
                  </a:lnTo>
                  <a:lnTo>
                    <a:pt x="218" y="534"/>
                  </a:lnTo>
                  <a:lnTo>
                    <a:pt x="198" y="593"/>
                  </a:lnTo>
                  <a:lnTo>
                    <a:pt x="179" y="632"/>
                  </a:lnTo>
                  <a:lnTo>
                    <a:pt x="139" y="712"/>
                  </a:lnTo>
                  <a:lnTo>
                    <a:pt x="80" y="652"/>
                  </a:lnTo>
                  <a:lnTo>
                    <a:pt x="100" y="652"/>
                  </a:lnTo>
                  <a:lnTo>
                    <a:pt x="80" y="632"/>
                  </a:lnTo>
                  <a:lnTo>
                    <a:pt x="60" y="613"/>
                  </a:lnTo>
                  <a:lnTo>
                    <a:pt x="60" y="652"/>
                  </a:lnTo>
                  <a:lnTo>
                    <a:pt x="60" y="692"/>
                  </a:lnTo>
                  <a:lnTo>
                    <a:pt x="80" y="712"/>
                  </a:lnTo>
                  <a:lnTo>
                    <a:pt x="60" y="712"/>
                  </a:lnTo>
                  <a:lnTo>
                    <a:pt x="80" y="751"/>
                  </a:lnTo>
                  <a:lnTo>
                    <a:pt x="80" y="791"/>
                  </a:lnTo>
                  <a:lnTo>
                    <a:pt x="60" y="850"/>
                  </a:lnTo>
                  <a:lnTo>
                    <a:pt x="40" y="889"/>
                  </a:lnTo>
                  <a:lnTo>
                    <a:pt x="40" y="909"/>
                  </a:lnTo>
                  <a:lnTo>
                    <a:pt x="60" y="929"/>
                  </a:lnTo>
                  <a:lnTo>
                    <a:pt x="119" y="949"/>
                  </a:lnTo>
                  <a:lnTo>
                    <a:pt x="159" y="929"/>
                  </a:lnTo>
                  <a:lnTo>
                    <a:pt x="179" y="909"/>
                  </a:lnTo>
                  <a:lnTo>
                    <a:pt x="218" y="909"/>
                  </a:lnTo>
                  <a:lnTo>
                    <a:pt x="198" y="929"/>
                  </a:lnTo>
                  <a:lnTo>
                    <a:pt x="179" y="968"/>
                  </a:lnTo>
                  <a:lnTo>
                    <a:pt x="159" y="988"/>
                  </a:lnTo>
                  <a:lnTo>
                    <a:pt x="139" y="988"/>
                  </a:lnTo>
                  <a:lnTo>
                    <a:pt x="119" y="968"/>
                  </a:lnTo>
                  <a:lnTo>
                    <a:pt x="100" y="1047"/>
                  </a:lnTo>
                  <a:lnTo>
                    <a:pt x="119" y="1087"/>
                  </a:lnTo>
                  <a:lnTo>
                    <a:pt x="198" y="1087"/>
                  </a:lnTo>
                  <a:lnTo>
                    <a:pt x="238" y="1107"/>
                  </a:lnTo>
                  <a:lnTo>
                    <a:pt x="258" y="1126"/>
                  </a:lnTo>
                  <a:lnTo>
                    <a:pt x="238" y="1146"/>
                  </a:lnTo>
                  <a:lnTo>
                    <a:pt x="218" y="1166"/>
                  </a:lnTo>
                  <a:lnTo>
                    <a:pt x="179" y="1146"/>
                  </a:lnTo>
                  <a:lnTo>
                    <a:pt x="100" y="1146"/>
                  </a:lnTo>
                  <a:lnTo>
                    <a:pt x="60" y="1166"/>
                  </a:lnTo>
                  <a:lnTo>
                    <a:pt x="139" y="1245"/>
                  </a:lnTo>
                  <a:lnTo>
                    <a:pt x="80" y="1284"/>
                  </a:lnTo>
                  <a:lnTo>
                    <a:pt x="80" y="1324"/>
                  </a:lnTo>
                  <a:lnTo>
                    <a:pt x="80" y="1383"/>
                  </a:lnTo>
                  <a:lnTo>
                    <a:pt x="139" y="1462"/>
                  </a:lnTo>
                  <a:lnTo>
                    <a:pt x="198" y="1561"/>
                  </a:lnTo>
                  <a:lnTo>
                    <a:pt x="218" y="1600"/>
                  </a:lnTo>
                  <a:lnTo>
                    <a:pt x="238" y="1660"/>
                  </a:lnTo>
                  <a:lnTo>
                    <a:pt x="179" y="1660"/>
                  </a:lnTo>
                  <a:lnTo>
                    <a:pt x="119" y="1620"/>
                  </a:lnTo>
                  <a:lnTo>
                    <a:pt x="100" y="1561"/>
                  </a:lnTo>
                  <a:lnTo>
                    <a:pt x="80" y="1521"/>
                  </a:lnTo>
                  <a:lnTo>
                    <a:pt x="60" y="1541"/>
                  </a:lnTo>
                  <a:lnTo>
                    <a:pt x="60" y="1561"/>
                  </a:lnTo>
                  <a:lnTo>
                    <a:pt x="60" y="1620"/>
                  </a:lnTo>
                  <a:lnTo>
                    <a:pt x="80" y="1660"/>
                  </a:lnTo>
                  <a:lnTo>
                    <a:pt x="80" y="1679"/>
                  </a:lnTo>
                  <a:lnTo>
                    <a:pt x="80" y="1699"/>
                  </a:lnTo>
                  <a:lnTo>
                    <a:pt x="80" y="1739"/>
                  </a:lnTo>
                  <a:lnTo>
                    <a:pt x="119" y="1778"/>
                  </a:lnTo>
                  <a:lnTo>
                    <a:pt x="159" y="1798"/>
                  </a:lnTo>
                  <a:lnTo>
                    <a:pt x="198" y="1798"/>
                  </a:lnTo>
                  <a:lnTo>
                    <a:pt x="198" y="1818"/>
                  </a:lnTo>
                  <a:lnTo>
                    <a:pt x="179" y="1837"/>
                  </a:lnTo>
                  <a:lnTo>
                    <a:pt x="139" y="1857"/>
                  </a:lnTo>
                  <a:lnTo>
                    <a:pt x="179" y="1877"/>
                  </a:lnTo>
                  <a:lnTo>
                    <a:pt x="218" y="1916"/>
                  </a:lnTo>
                  <a:lnTo>
                    <a:pt x="238" y="2015"/>
                  </a:lnTo>
                  <a:lnTo>
                    <a:pt x="179" y="2015"/>
                  </a:lnTo>
                  <a:lnTo>
                    <a:pt x="258" y="2114"/>
                  </a:lnTo>
                  <a:lnTo>
                    <a:pt x="258" y="2094"/>
                  </a:lnTo>
                  <a:lnTo>
                    <a:pt x="337" y="2094"/>
                  </a:lnTo>
                  <a:lnTo>
                    <a:pt x="337" y="2114"/>
                  </a:lnTo>
                  <a:lnTo>
                    <a:pt x="376" y="2074"/>
                  </a:lnTo>
                  <a:lnTo>
                    <a:pt x="396" y="2055"/>
                  </a:lnTo>
                  <a:lnTo>
                    <a:pt x="356" y="1976"/>
                  </a:lnTo>
                  <a:lnTo>
                    <a:pt x="337" y="1936"/>
                  </a:lnTo>
                  <a:lnTo>
                    <a:pt x="337" y="1897"/>
                  </a:lnTo>
                  <a:lnTo>
                    <a:pt x="337" y="1857"/>
                  </a:lnTo>
                  <a:lnTo>
                    <a:pt x="396" y="1837"/>
                  </a:lnTo>
                  <a:lnTo>
                    <a:pt x="475" y="1837"/>
                  </a:lnTo>
                  <a:lnTo>
                    <a:pt x="455" y="1857"/>
                  </a:lnTo>
                  <a:lnTo>
                    <a:pt x="436" y="1877"/>
                  </a:lnTo>
                  <a:lnTo>
                    <a:pt x="495" y="1897"/>
                  </a:lnTo>
                  <a:lnTo>
                    <a:pt x="515" y="1897"/>
                  </a:lnTo>
                  <a:lnTo>
                    <a:pt x="515" y="1877"/>
                  </a:lnTo>
                  <a:lnTo>
                    <a:pt x="594" y="1877"/>
                  </a:lnTo>
                  <a:lnTo>
                    <a:pt x="613" y="1916"/>
                  </a:lnTo>
                  <a:lnTo>
                    <a:pt x="633" y="1976"/>
                  </a:lnTo>
                  <a:lnTo>
                    <a:pt x="673" y="2015"/>
                  </a:lnTo>
                  <a:lnTo>
                    <a:pt x="613" y="2035"/>
                  </a:lnTo>
                  <a:lnTo>
                    <a:pt x="574" y="2015"/>
                  </a:lnTo>
                  <a:lnTo>
                    <a:pt x="534" y="1976"/>
                  </a:lnTo>
                  <a:lnTo>
                    <a:pt x="475" y="1956"/>
                  </a:lnTo>
                  <a:lnTo>
                    <a:pt x="515" y="1995"/>
                  </a:lnTo>
                  <a:lnTo>
                    <a:pt x="534" y="2015"/>
                  </a:lnTo>
                  <a:lnTo>
                    <a:pt x="515" y="2035"/>
                  </a:lnTo>
                  <a:lnTo>
                    <a:pt x="436" y="2035"/>
                  </a:lnTo>
                  <a:lnTo>
                    <a:pt x="475" y="2074"/>
                  </a:lnTo>
                  <a:lnTo>
                    <a:pt x="534" y="2074"/>
                  </a:lnTo>
                  <a:lnTo>
                    <a:pt x="594" y="2055"/>
                  </a:lnTo>
                  <a:lnTo>
                    <a:pt x="653" y="2074"/>
                  </a:lnTo>
                  <a:lnTo>
                    <a:pt x="653" y="2114"/>
                  </a:lnTo>
                  <a:lnTo>
                    <a:pt x="613" y="2153"/>
                  </a:lnTo>
                  <a:lnTo>
                    <a:pt x="613" y="2173"/>
                  </a:lnTo>
                  <a:lnTo>
                    <a:pt x="594" y="2134"/>
                  </a:lnTo>
                  <a:lnTo>
                    <a:pt x="574" y="2193"/>
                  </a:lnTo>
                  <a:lnTo>
                    <a:pt x="613" y="2213"/>
                  </a:lnTo>
                  <a:lnTo>
                    <a:pt x="633" y="2252"/>
                  </a:lnTo>
                  <a:lnTo>
                    <a:pt x="653" y="2292"/>
                  </a:lnTo>
                  <a:lnTo>
                    <a:pt x="574" y="2331"/>
                  </a:lnTo>
                  <a:lnTo>
                    <a:pt x="594" y="2292"/>
                  </a:lnTo>
                  <a:lnTo>
                    <a:pt x="594" y="2272"/>
                  </a:lnTo>
                  <a:lnTo>
                    <a:pt x="554" y="2232"/>
                  </a:lnTo>
                  <a:lnTo>
                    <a:pt x="495" y="2213"/>
                  </a:lnTo>
                  <a:lnTo>
                    <a:pt x="475" y="2213"/>
                  </a:lnTo>
                  <a:lnTo>
                    <a:pt x="495" y="2193"/>
                  </a:lnTo>
                  <a:lnTo>
                    <a:pt x="455" y="2213"/>
                  </a:lnTo>
                  <a:lnTo>
                    <a:pt x="416" y="2232"/>
                  </a:lnTo>
                  <a:lnTo>
                    <a:pt x="356" y="2232"/>
                  </a:lnTo>
                  <a:lnTo>
                    <a:pt x="218" y="2153"/>
                  </a:lnTo>
                  <a:lnTo>
                    <a:pt x="218" y="2213"/>
                  </a:lnTo>
                  <a:lnTo>
                    <a:pt x="218" y="2252"/>
                  </a:lnTo>
                  <a:lnTo>
                    <a:pt x="179" y="2272"/>
                  </a:lnTo>
                  <a:lnTo>
                    <a:pt x="218" y="2292"/>
                  </a:lnTo>
                  <a:lnTo>
                    <a:pt x="238" y="2331"/>
                  </a:lnTo>
                  <a:lnTo>
                    <a:pt x="238" y="2390"/>
                  </a:lnTo>
                  <a:lnTo>
                    <a:pt x="238" y="2430"/>
                  </a:lnTo>
                  <a:lnTo>
                    <a:pt x="258" y="2469"/>
                  </a:lnTo>
                  <a:lnTo>
                    <a:pt x="297" y="2489"/>
                  </a:lnTo>
                  <a:lnTo>
                    <a:pt x="277" y="2509"/>
                  </a:lnTo>
                  <a:lnTo>
                    <a:pt x="258" y="2489"/>
                  </a:lnTo>
                  <a:lnTo>
                    <a:pt x="238" y="2489"/>
                  </a:lnTo>
                  <a:lnTo>
                    <a:pt x="238" y="2509"/>
                  </a:lnTo>
                  <a:lnTo>
                    <a:pt x="258" y="2608"/>
                  </a:lnTo>
                  <a:lnTo>
                    <a:pt x="277" y="2667"/>
                  </a:lnTo>
                  <a:lnTo>
                    <a:pt x="317" y="2726"/>
                  </a:lnTo>
                  <a:lnTo>
                    <a:pt x="297" y="2746"/>
                  </a:lnTo>
                  <a:lnTo>
                    <a:pt x="277" y="2766"/>
                  </a:lnTo>
                  <a:lnTo>
                    <a:pt x="238" y="2785"/>
                  </a:lnTo>
                  <a:lnTo>
                    <a:pt x="238" y="2845"/>
                  </a:lnTo>
                  <a:lnTo>
                    <a:pt x="238" y="2904"/>
                  </a:lnTo>
                  <a:lnTo>
                    <a:pt x="317" y="3003"/>
                  </a:lnTo>
                  <a:lnTo>
                    <a:pt x="376" y="3121"/>
                  </a:lnTo>
                  <a:lnTo>
                    <a:pt x="396" y="3181"/>
                  </a:lnTo>
                  <a:lnTo>
                    <a:pt x="396" y="3260"/>
                  </a:lnTo>
                  <a:lnTo>
                    <a:pt x="337" y="3220"/>
                  </a:lnTo>
                  <a:lnTo>
                    <a:pt x="337" y="3299"/>
                  </a:lnTo>
                  <a:lnTo>
                    <a:pt x="356" y="3319"/>
                  </a:lnTo>
                  <a:lnTo>
                    <a:pt x="396" y="3339"/>
                  </a:lnTo>
                  <a:lnTo>
                    <a:pt x="356" y="3358"/>
                  </a:lnTo>
                  <a:lnTo>
                    <a:pt x="337" y="3398"/>
                  </a:lnTo>
                  <a:lnTo>
                    <a:pt x="376" y="3457"/>
                  </a:lnTo>
                  <a:lnTo>
                    <a:pt x="396" y="3497"/>
                  </a:lnTo>
                  <a:lnTo>
                    <a:pt x="396" y="3536"/>
                  </a:lnTo>
                  <a:lnTo>
                    <a:pt x="376" y="3576"/>
                  </a:lnTo>
                  <a:lnTo>
                    <a:pt x="337" y="3595"/>
                  </a:lnTo>
                  <a:lnTo>
                    <a:pt x="337" y="3635"/>
                  </a:lnTo>
                  <a:lnTo>
                    <a:pt x="356" y="3655"/>
                  </a:lnTo>
                  <a:lnTo>
                    <a:pt x="396" y="3694"/>
                  </a:lnTo>
                  <a:lnTo>
                    <a:pt x="455" y="3714"/>
                  </a:lnTo>
                  <a:lnTo>
                    <a:pt x="495" y="3753"/>
                  </a:lnTo>
                  <a:lnTo>
                    <a:pt x="416" y="3753"/>
                  </a:lnTo>
                  <a:lnTo>
                    <a:pt x="396" y="3773"/>
                  </a:lnTo>
                  <a:lnTo>
                    <a:pt x="376" y="3793"/>
                  </a:lnTo>
                  <a:lnTo>
                    <a:pt x="475" y="4129"/>
                  </a:lnTo>
                  <a:lnTo>
                    <a:pt x="554" y="4504"/>
                  </a:lnTo>
                  <a:lnTo>
                    <a:pt x="515" y="4484"/>
                  </a:lnTo>
                  <a:lnTo>
                    <a:pt x="534" y="4543"/>
                  </a:lnTo>
                  <a:lnTo>
                    <a:pt x="554" y="4603"/>
                  </a:lnTo>
                  <a:lnTo>
                    <a:pt x="613" y="4721"/>
                  </a:lnTo>
                  <a:lnTo>
                    <a:pt x="653" y="4840"/>
                  </a:lnTo>
                  <a:lnTo>
                    <a:pt x="673" y="4899"/>
                  </a:lnTo>
                  <a:lnTo>
                    <a:pt x="653" y="4958"/>
                  </a:lnTo>
                  <a:lnTo>
                    <a:pt x="712" y="5017"/>
                  </a:lnTo>
                  <a:lnTo>
                    <a:pt x="752" y="5037"/>
                  </a:lnTo>
                  <a:lnTo>
                    <a:pt x="791" y="5017"/>
                  </a:lnTo>
                  <a:lnTo>
                    <a:pt x="811" y="4998"/>
                  </a:lnTo>
                  <a:lnTo>
                    <a:pt x="831" y="4978"/>
                  </a:lnTo>
                  <a:lnTo>
                    <a:pt x="929" y="4978"/>
                  </a:lnTo>
                  <a:lnTo>
                    <a:pt x="949" y="5017"/>
                  </a:lnTo>
                  <a:lnTo>
                    <a:pt x="949" y="5037"/>
                  </a:lnTo>
                  <a:lnTo>
                    <a:pt x="910" y="5057"/>
                  </a:lnTo>
                  <a:lnTo>
                    <a:pt x="850" y="5077"/>
                  </a:lnTo>
                  <a:lnTo>
                    <a:pt x="850" y="5096"/>
                  </a:lnTo>
                  <a:lnTo>
                    <a:pt x="850" y="5136"/>
                  </a:lnTo>
                  <a:lnTo>
                    <a:pt x="771" y="5136"/>
                  </a:lnTo>
                  <a:lnTo>
                    <a:pt x="752" y="5116"/>
                  </a:lnTo>
                  <a:lnTo>
                    <a:pt x="712" y="5096"/>
                  </a:lnTo>
                  <a:lnTo>
                    <a:pt x="653" y="5096"/>
                  </a:lnTo>
                  <a:lnTo>
                    <a:pt x="752" y="5215"/>
                  </a:lnTo>
                  <a:lnTo>
                    <a:pt x="732" y="5254"/>
                  </a:lnTo>
                  <a:lnTo>
                    <a:pt x="752" y="5314"/>
                  </a:lnTo>
                  <a:lnTo>
                    <a:pt x="752" y="5353"/>
                  </a:lnTo>
                  <a:lnTo>
                    <a:pt x="732" y="5413"/>
                  </a:lnTo>
                  <a:lnTo>
                    <a:pt x="732" y="5393"/>
                  </a:lnTo>
                  <a:lnTo>
                    <a:pt x="673" y="5393"/>
                  </a:lnTo>
                  <a:lnTo>
                    <a:pt x="673" y="5432"/>
                  </a:lnTo>
                  <a:lnTo>
                    <a:pt x="673" y="5492"/>
                  </a:lnTo>
                  <a:lnTo>
                    <a:pt x="712" y="5492"/>
                  </a:lnTo>
                  <a:lnTo>
                    <a:pt x="732" y="5511"/>
                  </a:lnTo>
                  <a:lnTo>
                    <a:pt x="752" y="5531"/>
                  </a:lnTo>
                  <a:lnTo>
                    <a:pt x="771" y="5551"/>
                  </a:lnTo>
                  <a:lnTo>
                    <a:pt x="771" y="5571"/>
                  </a:lnTo>
                  <a:lnTo>
                    <a:pt x="811" y="5571"/>
                  </a:lnTo>
                  <a:lnTo>
                    <a:pt x="850" y="5610"/>
                  </a:lnTo>
                  <a:lnTo>
                    <a:pt x="732" y="5650"/>
                  </a:lnTo>
                  <a:lnTo>
                    <a:pt x="811" y="5650"/>
                  </a:lnTo>
                  <a:lnTo>
                    <a:pt x="831" y="5709"/>
                  </a:lnTo>
                  <a:lnTo>
                    <a:pt x="831" y="5768"/>
                  </a:lnTo>
                  <a:lnTo>
                    <a:pt x="811" y="5847"/>
                  </a:lnTo>
                  <a:lnTo>
                    <a:pt x="791" y="5867"/>
                  </a:lnTo>
                  <a:lnTo>
                    <a:pt x="771" y="5887"/>
                  </a:lnTo>
                  <a:lnTo>
                    <a:pt x="771" y="5906"/>
                  </a:lnTo>
                  <a:lnTo>
                    <a:pt x="811" y="5926"/>
                  </a:lnTo>
                  <a:lnTo>
                    <a:pt x="831" y="5966"/>
                  </a:lnTo>
                  <a:lnTo>
                    <a:pt x="831" y="5985"/>
                  </a:lnTo>
                  <a:lnTo>
                    <a:pt x="771" y="5985"/>
                  </a:lnTo>
                  <a:lnTo>
                    <a:pt x="771" y="6064"/>
                  </a:lnTo>
                  <a:lnTo>
                    <a:pt x="791" y="6163"/>
                  </a:lnTo>
                  <a:lnTo>
                    <a:pt x="791" y="6262"/>
                  </a:lnTo>
                  <a:lnTo>
                    <a:pt x="771" y="6361"/>
                  </a:lnTo>
                  <a:lnTo>
                    <a:pt x="831" y="6479"/>
                  </a:lnTo>
                  <a:lnTo>
                    <a:pt x="870" y="6519"/>
                  </a:lnTo>
                  <a:lnTo>
                    <a:pt x="910" y="6578"/>
                  </a:lnTo>
                  <a:lnTo>
                    <a:pt x="910" y="6538"/>
                  </a:lnTo>
                  <a:lnTo>
                    <a:pt x="929" y="6519"/>
                  </a:lnTo>
                  <a:lnTo>
                    <a:pt x="949" y="6499"/>
                  </a:lnTo>
                  <a:lnTo>
                    <a:pt x="989" y="6519"/>
                  </a:lnTo>
                  <a:lnTo>
                    <a:pt x="1008" y="6519"/>
                  </a:lnTo>
                  <a:lnTo>
                    <a:pt x="1028" y="6558"/>
                  </a:lnTo>
                  <a:lnTo>
                    <a:pt x="1048" y="6598"/>
                  </a:lnTo>
                  <a:lnTo>
                    <a:pt x="1008" y="6617"/>
                  </a:lnTo>
                  <a:lnTo>
                    <a:pt x="1008" y="6637"/>
                  </a:lnTo>
                  <a:lnTo>
                    <a:pt x="989" y="6657"/>
                  </a:lnTo>
                  <a:lnTo>
                    <a:pt x="969" y="6637"/>
                  </a:lnTo>
                  <a:lnTo>
                    <a:pt x="929" y="6657"/>
                  </a:lnTo>
                  <a:lnTo>
                    <a:pt x="910" y="6677"/>
                  </a:lnTo>
                  <a:lnTo>
                    <a:pt x="929" y="6736"/>
                  </a:lnTo>
                  <a:lnTo>
                    <a:pt x="929" y="6775"/>
                  </a:lnTo>
                  <a:lnTo>
                    <a:pt x="910" y="6795"/>
                  </a:lnTo>
                  <a:lnTo>
                    <a:pt x="890" y="6815"/>
                  </a:lnTo>
                  <a:lnTo>
                    <a:pt x="910" y="6835"/>
                  </a:lnTo>
                  <a:lnTo>
                    <a:pt x="929" y="6874"/>
                  </a:lnTo>
                  <a:lnTo>
                    <a:pt x="949" y="6933"/>
                  </a:lnTo>
                  <a:lnTo>
                    <a:pt x="989" y="6953"/>
                  </a:lnTo>
                  <a:lnTo>
                    <a:pt x="949" y="6953"/>
                  </a:lnTo>
                  <a:lnTo>
                    <a:pt x="929" y="6933"/>
                  </a:lnTo>
                  <a:lnTo>
                    <a:pt x="929" y="6914"/>
                  </a:lnTo>
                  <a:lnTo>
                    <a:pt x="910" y="6914"/>
                  </a:lnTo>
                  <a:lnTo>
                    <a:pt x="929" y="6953"/>
                  </a:lnTo>
                  <a:lnTo>
                    <a:pt x="890" y="6953"/>
                  </a:lnTo>
                  <a:lnTo>
                    <a:pt x="890" y="6993"/>
                  </a:lnTo>
                  <a:lnTo>
                    <a:pt x="910" y="7012"/>
                  </a:lnTo>
                  <a:lnTo>
                    <a:pt x="949" y="7052"/>
                  </a:lnTo>
                  <a:lnTo>
                    <a:pt x="1008" y="7072"/>
                  </a:lnTo>
                  <a:lnTo>
                    <a:pt x="1048" y="7111"/>
                  </a:lnTo>
                  <a:lnTo>
                    <a:pt x="1028" y="7111"/>
                  </a:lnTo>
                  <a:lnTo>
                    <a:pt x="1068" y="7151"/>
                  </a:lnTo>
                  <a:lnTo>
                    <a:pt x="949" y="7111"/>
                  </a:lnTo>
                  <a:lnTo>
                    <a:pt x="989" y="7151"/>
                  </a:lnTo>
                  <a:lnTo>
                    <a:pt x="1028" y="7190"/>
                  </a:lnTo>
                  <a:lnTo>
                    <a:pt x="1068" y="7210"/>
                  </a:lnTo>
                  <a:lnTo>
                    <a:pt x="1087" y="7249"/>
                  </a:lnTo>
                  <a:lnTo>
                    <a:pt x="1068" y="7269"/>
                  </a:lnTo>
                  <a:lnTo>
                    <a:pt x="1107" y="7309"/>
                  </a:lnTo>
                  <a:lnTo>
                    <a:pt x="1068" y="7309"/>
                  </a:lnTo>
                  <a:lnTo>
                    <a:pt x="1127" y="7328"/>
                  </a:lnTo>
                  <a:lnTo>
                    <a:pt x="1147" y="7368"/>
                  </a:lnTo>
                  <a:lnTo>
                    <a:pt x="1186" y="7407"/>
                  </a:lnTo>
                  <a:lnTo>
                    <a:pt x="1226" y="7447"/>
                  </a:lnTo>
                  <a:lnTo>
                    <a:pt x="1166" y="7486"/>
                  </a:lnTo>
                  <a:lnTo>
                    <a:pt x="1147" y="7506"/>
                  </a:lnTo>
                  <a:lnTo>
                    <a:pt x="1186" y="7526"/>
                  </a:lnTo>
                  <a:lnTo>
                    <a:pt x="1068" y="7546"/>
                  </a:lnTo>
                  <a:lnTo>
                    <a:pt x="1068" y="7486"/>
                  </a:lnTo>
                  <a:lnTo>
                    <a:pt x="1087" y="7467"/>
                  </a:lnTo>
                  <a:lnTo>
                    <a:pt x="1107" y="7447"/>
                  </a:lnTo>
                  <a:lnTo>
                    <a:pt x="1087" y="7407"/>
                  </a:lnTo>
                  <a:lnTo>
                    <a:pt x="1048" y="7447"/>
                  </a:lnTo>
                  <a:lnTo>
                    <a:pt x="1028" y="7486"/>
                  </a:lnTo>
                  <a:lnTo>
                    <a:pt x="989" y="7605"/>
                  </a:lnTo>
                  <a:lnTo>
                    <a:pt x="1008" y="7704"/>
                  </a:lnTo>
                  <a:lnTo>
                    <a:pt x="1028" y="7803"/>
                  </a:lnTo>
                  <a:lnTo>
                    <a:pt x="1048" y="7842"/>
                  </a:lnTo>
                  <a:lnTo>
                    <a:pt x="1048" y="7882"/>
                  </a:lnTo>
                  <a:lnTo>
                    <a:pt x="2549" y="7921"/>
                  </a:lnTo>
                  <a:lnTo>
                    <a:pt x="2569" y="7842"/>
                  </a:lnTo>
                  <a:lnTo>
                    <a:pt x="2549" y="7783"/>
                  </a:lnTo>
                  <a:lnTo>
                    <a:pt x="2529" y="7743"/>
                  </a:lnTo>
                  <a:lnTo>
                    <a:pt x="2450" y="7822"/>
                  </a:lnTo>
                  <a:lnTo>
                    <a:pt x="2549" y="7822"/>
                  </a:lnTo>
                  <a:lnTo>
                    <a:pt x="2490" y="7862"/>
                  </a:lnTo>
                  <a:lnTo>
                    <a:pt x="2411" y="7862"/>
                  </a:lnTo>
                  <a:lnTo>
                    <a:pt x="2272" y="7822"/>
                  </a:lnTo>
                  <a:lnTo>
                    <a:pt x="2292" y="7803"/>
                  </a:lnTo>
                  <a:lnTo>
                    <a:pt x="2292" y="7783"/>
                  </a:lnTo>
                  <a:lnTo>
                    <a:pt x="2312" y="7763"/>
                  </a:lnTo>
                  <a:lnTo>
                    <a:pt x="2332" y="7763"/>
                  </a:lnTo>
                  <a:lnTo>
                    <a:pt x="2292" y="7684"/>
                  </a:lnTo>
                  <a:lnTo>
                    <a:pt x="2272" y="7704"/>
                  </a:lnTo>
                  <a:lnTo>
                    <a:pt x="2253" y="7723"/>
                  </a:lnTo>
                  <a:lnTo>
                    <a:pt x="2233" y="7723"/>
                  </a:lnTo>
                  <a:lnTo>
                    <a:pt x="2272" y="7664"/>
                  </a:lnTo>
                  <a:lnTo>
                    <a:pt x="2292" y="7644"/>
                  </a:lnTo>
                  <a:lnTo>
                    <a:pt x="2312" y="7664"/>
                  </a:lnTo>
                  <a:lnTo>
                    <a:pt x="2292" y="7605"/>
                  </a:lnTo>
                  <a:lnTo>
                    <a:pt x="2272" y="7585"/>
                  </a:lnTo>
                  <a:lnTo>
                    <a:pt x="2233" y="7585"/>
                  </a:lnTo>
                  <a:lnTo>
                    <a:pt x="2233" y="7565"/>
                  </a:lnTo>
                  <a:lnTo>
                    <a:pt x="2292" y="7565"/>
                  </a:lnTo>
                  <a:lnTo>
                    <a:pt x="2391" y="7605"/>
                  </a:lnTo>
                  <a:lnTo>
                    <a:pt x="2391" y="7565"/>
                  </a:lnTo>
                  <a:lnTo>
                    <a:pt x="2490" y="7565"/>
                  </a:lnTo>
                  <a:lnTo>
                    <a:pt x="2470" y="7486"/>
                  </a:lnTo>
                  <a:lnTo>
                    <a:pt x="2569" y="7506"/>
                  </a:lnTo>
                  <a:lnTo>
                    <a:pt x="2569" y="7486"/>
                  </a:lnTo>
                  <a:lnTo>
                    <a:pt x="2549" y="7447"/>
                  </a:lnTo>
                  <a:lnTo>
                    <a:pt x="2529" y="7427"/>
                  </a:lnTo>
                  <a:lnTo>
                    <a:pt x="2549" y="7388"/>
                  </a:lnTo>
                  <a:lnTo>
                    <a:pt x="2470" y="7388"/>
                  </a:lnTo>
                  <a:lnTo>
                    <a:pt x="2529" y="7249"/>
                  </a:lnTo>
                  <a:lnTo>
                    <a:pt x="2529" y="7131"/>
                  </a:lnTo>
                  <a:lnTo>
                    <a:pt x="2470" y="7170"/>
                  </a:lnTo>
                  <a:lnTo>
                    <a:pt x="2450" y="7131"/>
                  </a:lnTo>
                  <a:lnTo>
                    <a:pt x="2450" y="7111"/>
                  </a:lnTo>
                  <a:lnTo>
                    <a:pt x="2470" y="7072"/>
                  </a:lnTo>
                  <a:lnTo>
                    <a:pt x="2509" y="7032"/>
                  </a:lnTo>
                  <a:lnTo>
                    <a:pt x="2509" y="7012"/>
                  </a:lnTo>
                  <a:lnTo>
                    <a:pt x="2509" y="6973"/>
                  </a:lnTo>
                  <a:lnTo>
                    <a:pt x="2470" y="6933"/>
                  </a:lnTo>
                  <a:lnTo>
                    <a:pt x="2430" y="6894"/>
                  </a:lnTo>
                  <a:lnTo>
                    <a:pt x="2391" y="6874"/>
                  </a:lnTo>
                  <a:lnTo>
                    <a:pt x="2332" y="6874"/>
                  </a:lnTo>
                  <a:lnTo>
                    <a:pt x="2332" y="6854"/>
                  </a:lnTo>
                  <a:lnTo>
                    <a:pt x="2332" y="6835"/>
                  </a:lnTo>
                  <a:lnTo>
                    <a:pt x="2391" y="6815"/>
                  </a:lnTo>
                  <a:lnTo>
                    <a:pt x="2292" y="6756"/>
                  </a:lnTo>
                  <a:lnTo>
                    <a:pt x="2272" y="6716"/>
                  </a:lnTo>
                  <a:lnTo>
                    <a:pt x="2272" y="6696"/>
                  </a:lnTo>
                  <a:lnTo>
                    <a:pt x="2272" y="6677"/>
                  </a:lnTo>
                  <a:lnTo>
                    <a:pt x="2351" y="6756"/>
                  </a:lnTo>
                  <a:lnTo>
                    <a:pt x="2391" y="6736"/>
                  </a:lnTo>
                  <a:lnTo>
                    <a:pt x="2391" y="6677"/>
                  </a:lnTo>
                  <a:lnTo>
                    <a:pt x="2391" y="6637"/>
                  </a:lnTo>
                  <a:lnTo>
                    <a:pt x="2391" y="6598"/>
                  </a:lnTo>
                  <a:lnTo>
                    <a:pt x="2154" y="6400"/>
                  </a:lnTo>
                  <a:lnTo>
                    <a:pt x="2095" y="6420"/>
                  </a:lnTo>
                  <a:lnTo>
                    <a:pt x="2016" y="6440"/>
                  </a:lnTo>
                  <a:lnTo>
                    <a:pt x="1956" y="6420"/>
                  </a:lnTo>
                  <a:lnTo>
                    <a:pt x="1897" y="6400"/>
                  </a:lnTo>
                  <a:lnTo>
                    <a:pt x="1917" y="6380"/>
                  </a:lnTo>
                  <a:lnTo>
                    <a:pt x="1937" y="6341"/>
                  </a:lnTo>
                  <a:lnTo>
                    <a:pt x="1976" y="6262"/>
                  </a:lnTo>
                  <a:lnTo>
                    <a:pt x="2016" y="6262"/>
                  </a:lnTo>
                  <a:lnTo>
                    <a:pt x="2055" y="6222"/>
                  </a:lnTo>
                  <a:lnTo>
                    <a:pt x="2095" y="6203"/>
                  </a:lnTo>
                  <a:lnTo>
                    <a:pt x="2114" y="6222"/>
                  </a:lnTo>
                  <a:lnTo>
                    <a:pt x="2114" y="6242"/>
                  </a:lnTo>
                  <a:lnTo>
                    <a:pt x="2075" y="6282"/>
                  </a:lnTo>
                  <a:lnTo>
                    <a:pt x="2055" y="6301"/>
                  </a:lnTo>
                  <a:lnTo>
                    <a:pt x="2055" y="6321"/>
                  </a:lnTo>
                  <a:lnTo>
                    <a:pt x="2134" y="6262"/>
                  </a:lnTo>
                  <a:lnTo>
                    <a:pt x="2213" y="6163"/>
                  </a:lnTo>
                  <a:lnTo>
                    <a:pt x="2253" y="6183"/>
                  </a:lnTo>
                  <a:lnTo>
                    <a:pt x="2272" y="6222"/>
                  </a:lnTo>
                  <a:lnTo>
                    <a:pt x="2213" y="6222"/>
                  </a:lnTo>
                  <a:lnTo>
                    <a:pt x="2253" y="6262"/>
                  </a:lnTo>
                  <a:lnTo>
                    <a:pt x="2272" y="6262"/>
                  </a:lnTo>
                  <a:lnTo>
                    <a:pt x="2312" y="6242"/>
                  </a:lnTo>
                  <a:lnTo>
                    <a:pt x="2351" y="6203"/>
                  </a:lnTo>
                  <a:lnTo>
                    <a:pt x="2411" y="6203"/>
                  </a:lnTo>
                  <a:lnTo>
                    <a:pt x="2391" y="6143"/>
                  </a:lnTo>
                  <a:lnTo>
                    <a:pt x="2351" y="6143"/>
                  </a:lnTo>
                  <a:lnTo>
                    <a:pt x="2371" y="6124"/>
                  </a:lnTo>
                  <a:lnTo>
                    <a:pt x="2391" y="6084"/>
                  </a:lnTo>
                  <a:lnTo>
                    <a:pt x="2351" y="6045"/>
                  </a:lnTo>
                  <a:lnTo>
                    <a:pt x="2332" y="5985"/>
                  </a:lnTo>
                  <a:lnTo>
                    <a:pt x="2332" y="5946"/>
                  </a:lnTo>
                  <a:lnTo>
                    <a:pt x="2351" y="5926"/>
                  </a:lnTo>
                  <a:lnTo>
                    <a:pt x="2312" y="5946"/>
                  </a:lnTo>
                  <a:lnTo>
                    <a:pt x="2292" y="5946"/>
                  </a:lnTo>
                  <a:lnTo>
                    <a:pt x="2253" y="5926"/>
                  </a:lnTo>
                  <a:lnTo>
                    <a:pt x="2253" y="5887"/>
                  </a:lnTo>
                  <a:lnTo>
                    <a:pt x="2272" y="5867"/>
                  </a:lnTo>
                  <a:lnTo>
                    <a:pt x="2332" y="5827"/>
                  </a:lnTo>
                  <a:lnTo>
                    <a:pt x="2292" y="5808"/>
                  </a:lnTo>
                  <a:lnTo>
                    <a:pt x="2272" y="5788"/>
                  </a:lnTo>
                  <a:lnTo>
                    <a:pt x="2272" y="5748"/>
                  </a:lnTo>
                  <a:lnTo>
                    <a:pt x="2233" y="5729"/>
                  </a:lnTo>
                  <a:lnTo>
                    <a:pt x="2174" y="5748"/>
                  </a:lnTo>
                  <a:lnTo>
                    <a:pt x="2134" y="5768"/>
                  </a:lnTo>
                  <a:lnTo>
                    <a:pt x="2075" y="5748"/>
                  </a:lnTo>
                  <a:lnTo>
                    <a:pt x="2035" y="5729"/>
                  </a:lnTo>
                  <a:lnTo>
                    <a:pt x="2016" y="5689"/>
                  </a:lnTo>
                  <a:lnTo>
                    <a:pt x="2035" y="5650"/>
                  </a:lnTo>
                  <a:lnTo>
                    <a:pt x="2016" y="5630"/>
                  </a:lnTo>
                  <a:lnTo>
                    <a:pt x="2055" y="5610"/>
                  </a:lnTo>
                  <a:lnTo>
                    <a:pt x="2075" y="5630"/>
                  </a:lnTo>
                  <a:lnTo>
                    <a:pt x="2095" y="5669"/>
                  </a:lnTo>
                  <a:lnTo>
                    <a:pt x="2114" y="5689"/>
                  </a:lnTo>
                  <a:lnTo>
                    <a:pt x="2035" y="5551"/>
                  </a:lnTo>
                  <a:lnTo>
                    <a:pt x="2075" y="5531"/>
                  </a:lnTo>
                  <a:lnTo>
                    <a:pt x="2114" y="5531"/>
                  </a:lnTo>
                  <a:lnTo>
                    <a:pt x="2134" y="5571"/>
                  </a:lnTo>
                  <a:lnTo>
                    <a:pt x="2134" y="5610"/>
                  </a:lnTo>
                  <a:lnTo>
                    <a:pt x="2154" y="5551"/>
                  </a:lnTo>
                  <a:lnTo>
                    <a:pt x="2134" y="5511"/>
                  </a:lnTo>
                  <a:lnTo>
                    <a:pt x="2095" y="5472"/>
                  </a:lnTo>
                  <a:lnTo>
                    <a:pt x="2035" y="5452"/>
                  </a:lnTo>
                  <a:lnTo>
                    <a:pt x="2055" y="5413"/>
                  </a:lnTo>
                  <a:lnTo>
                    <a:pt x="2055" y="5353"/>
                  </a:lnTo>
                  <a:lnTo>
                    <a:pt x="2114" y="5373"/>
                  </a:lnTo>
                  <a:lnTo>
                    <a:pt x="2174" y="5373"/>
                  </a:lnTo>
                  <a:lnTo>
                    <a:pt x="2233" y="5393"/>
                  </a:lnTo>
                  <a:lnTo>
                    <a:pt x="2272" y="5413"/>
                  </a:lnTo>
                  <a:lnTo>
                    <a:pt x="2253" y="5452"/>
                  </a:lnTo>
                  <a:lnTo>
                    <a:pt x="2154" y="5452"/>
                  </a:lnTo>
                  <a:lnTo>
                    <a:pt x="2154" y="5472"/>
                  </a:lnTo>
                  <a:lnTo>
                    <a:pt x="2233" y="5472"/>
                  </a:lnTo>
                  <a:lnTo>
                    <a:pt x="2213" y="5511"/>
                  </a:lnTo>
                  <a:lnTo>
                    <a:pt x="2233" y="5531"/>
                  </a:lnTo>
                  <a:lnTo>
                    <a:pt x="2253" y="5571"/>
                  </a:lnTo>
                  <a:lnTo>
                    <a:pt x="2233" y="5571"/>
                  </a:lnTo>
                  <a:lnTo>
                    <a:pt x="2213" y="5551"/>
                  </a:lnTo>
                  <a:lnTo>
                    <a:pt x="2233" y="5650"/>
                  </a:lnTo>
                  <a:lnTo>
                    <a:pt x="2253" y="5689"/>
                  </a:lnTo>
                  <a:lnTo>
                    <a:pt x="2292" y="5709"/>
                  </a:lnTo>
                  <a:lnTo>
                    <a:pt x="2312" y="5669"/>
                  </a:lnTo>
                  <a:lnTo>
                    <a:pt x="2312" y="5650"/>
                  </a:lnTo>
                  <a:lnTo>
                    <a:pt x="2292" y="5571"/>
                  </a:lnTo>
                  <a:lnTo>
                    <a:pt x="2292" y="5492"/>
                  </a:lnTo>
                  <a:lnTo>
                    <a:pt x="2292" y="5472"/>
                  </a:lnTo>
                  <a:lnTo>
                    <a:pt x="2332" y="5452"/>
                  </a:lnTo>
                  <a:lnTo>
                    <a:pt x="2193" y="5294"/>
                  </a:lnTo>
                  <a:lnTo>
                    <a:pt x="2134" y="5333"/>
                  </a:lnTo>
                  <a:lnTo>
                    <a:pt x="2095" y="5333"/>
                  </a:lnTo>
                  <a:lnTo>
                    <a:pt x="2055" y="5314"/>
                  </a:lnTo>
                  <a:lnTo>
                    <a:pt x="2114" y="5294"/>
                  </a:lnTo>
                  <a:lnTo>
                    <a:pt x="2154" y="5254"/>
                  </a:lnTo>
                  <a:lnTo>
                    <a:pt x="2174" y="5215"/>
                  </a:lnTo>
                  <a:lnTo>
                    <a:pt x="2174" y="5175"/>
                  </a:lnTo>
                  <a:lnTo>
                    <a:pt x="2134" y="5175"/>
                  </a:lnTo>
                  <a:lnTo>
                    <a:pt x="2095" y="5136"/>
                  </a:lnTo>
                  <a:lnTo>
                    <a:pt x="2055" y="5116"/>
                  </a:lnTo>
                  <a:lnTo>
                    <a:pt x="1996" y="5116"/>
                  </a:lnTo>
                  <a:lnTo>
                    <a:pt x="2016" y="5136"/>
                  </a:lnTo>
                  <a:lnTo>
                    <a:pt x="2016" y="5156"/>
                  </a:lnTo>
                  <a:lnTo>
                    <a:pt x="1976" y="5175"/>
                  </a:lnTo>
                  <a:lnTo>
                    <a:pt x="1956" y="5136"/>
                  </a:lnTo>
                  <a:lnTo>
                    <a:pt x="1917" y="5136"/>
                  </a:lnTo>
                  <a:lnTo>
                    <a:pt x="1877" y="5156"/>
                  </a:lnTo>
                  <a:lnTo>
                    <a:pt x="1877" y="5136"/>
                  </a:lnTo>
                  <a:lnTo>
                    <a:pt x="1877" y="5077"/>
                  </a:lnTo>
                  <a:lnTo>
                    <a:pt x="1937" y="5077"/>
                  </a:lnTo>
                  <a:lnTo>
                    <a:pt x="1956" y="5017"/>
                  </a:lnTo>
                  <a:lnTo>
                    <a:pt x="2055" y="5057"/>
                  </a:lnTo>
                  <a:lnTo>
                    <a:pt x="2068" y="5065"/>
                  </a:lnTo>
                  <a:lnTo>
                    <a:pt x="1976" y="4919"/>
                  </a:lnTo>
                  <a:lnTo>
                    <a:pt x="1917" y="4859"/>
                  </a:lnTo>
                  <a:lnTo>
                    <a:pt x="1877" y="4780"/>
                  </a:lnTo>
                  <a:lnTo>
                    <a:pt x="1917" y="4780"/>
                  </a:lnTo>
                  <a:lnTo>
                    <a:pt x="1956" y="4800"/>
                  </a:lnTo>
                  <a:lnTo>
                    <a:pt x="2016" y="4859"/>
                  </a:lnTo>
                  <a:lnTo>
                    <a:pt x="2075" y="4899"/>
                  </a:lnTo>
                  <a:lnTo>
                    <a:pt x="2174" y="4899"/>
                  </a:lnTo>
                  <a:lnTo>
                    <a:pt x="2154" y="4859"/>
                  </a:lnTo>
                  <a:lnTo>
                    <a:pt x="2114" y="4840"/>
                  </a:lnTo>
                  <a:lnTo>
                    <a:pt x="2095" y="4840"/>
                  </a:lnTo>
                  <a:lnTo>
                    <a:pt x="2075" y="4800"/>
                  </a:lnTo>
                  <a:lnTo>
                    <a:pt x="2095" y="4780"/>
                  </a:lnTo>
                  <a:lnTo>
                    <a:pt x="2114" y="4761"/>
                  </a:lnTo>
                  <a:lnTo>
                    <a:pt x="2114" y="4721"/>
                  </a:lnTo>
                  <a:lnTo>
                    <a:pt x="2075" y="4662"/>
                  </a:lnTo>
                  <a:lnTo>
                    <a:pt x="2055" y="4603"/>
                  </a:lnTo>
                  <a:lnTo>
                    <a:pt x="2016" y="4642"/>
                  </a:lnTo>
                  <a:lnTo>
                    <a:pt x="1996" y="4622"/>
                  </a:lnTo>
                  <a:lnTo>
                    <a:pt x="1996" y="4583"/>
                  </a:lnTo>
                  <a:lnTo>
                    <a:pt x="2016" y="4524"/>
                  </a:lnTo>
                  <a:lnTo>
                    <a:pt x="2035" y="4524"/>
                  </a:lnTo>
                  <a:lnTo>
                    <a:pt x="1996" y="4504"/>
                  </a:lnTo>
                  <a:lnTo>
                    <a:pt x="2016" y="4484"/>
                  </a:lnTo>
                  <a:lnTo>
                    <a:pt x="1996" y="4464"/>
                  </a:lnTo>
                  <a:lnTo>
                    <a:pt x="1976" y="4405"/>
                  </a:lnTo>
                  <a:lnTo>
                    <a:pt x="1976" y="4346"/>
                  </a:lnTo>
                  <a:lnTo>
                    <a:pt x="1956" y="4306"/>
                  </a:lnTo>
                  <a:lnTo>
                    <a:pt x="1937" y="4306"/>
                  </a:lnTo>
                  <a:lnTo>
                    <a:pt x="1937" y="4346"/>
                  </a:lnTo>
                  <a:lnTo>
                    <a:pt x="1956" y="4366"/>
                  </a:lnTo>
                  <a:lnTo>
                    <a:pt x="1956" y="4405"/>
                  </a:lnTo>
                  <a:lnTo>
                    <a:pt x="1937" y="4445"/>
                  </a:lnTo>
                  <a:lnTo>
                    <a:pt x="1897" y="4464"/>
                  </a:lnTo>
                  <a:lnTo>
                    <a:pt x="1877" y="4445"/>
                  </a:lnTo>
                  <a:lnTo>
                    <a:pt x="1858" y="4385"/>
                  </a:lnTo>
                  <a:lnTo>
                    <a:pt x="1818" y="4346"/>
                  </a:lnTo>
                  <a:lnTo>
                    <a:pt x="1779" y="4287"/>
                  </a:lnTo>
                  <a:lnTo>
                    <a:pt x="1759" y="4227"/>
                  </a:lnTo>
                  <a:lnTo>
                    <a:pt x="1739" y="4247"/>
                  </a:lnTo>
                  <a:lnTo>
                    <a:pt x="1719" y="4227"/>
                  </a:lnTo>
                  <a:lnTo>
                    <a:pt x="1700" y="4208"/>
                  </a:lnTo>
                  <a:lnTo>
                    <a:pt x="1700" y="4148"/>
                  </a:lnTo>
                  <a:lnTo>
                    <a:pt x="1719" y="4109"/>
                  </a:lnTo>
                  <a:lnTo>
                    <a:pt x="1739" y="4109"/>
                  </a:lnTo>
                  <a:lnTo>
                    <a:pt x="1779" y="4129"/>
                  </a:lnTo>
                  <a:lnTo>
                    <a:pt x="1818" y="4148"/>
                  </a:lnTo>
                  <a:lnTo>
                    <a:pt x="1838" y="4129"/>
                  </a:lnTo>
                  <a:lnTo>
                    <a:pt x="1877" y="4168"/>
                  </a:lnTo>
                  <a:lnTo>
                    <a:pt x="1877" y="4188"/>
                  </a:lnTo>
                  <a:lnTo>
                    <a:pt x="1897" y="4208"/>
                  </a:lnTo>
                  <a:lnTo>
                    <a:pt x="1937" y="4227"/>
                  </a:lnTo>
                  <a:lnTo>
                    <a:pt x="2035" y="4168"/>
                  </a:lnTo>
                  <a:lnTo>
                    <a:pt x="1996" y="4129"/>
                  </a:lnTo>
                  <a:lnTo>
                    <a:pt x="2016" y="4089"/>
                  </a:lnTo>
                  <a:lnTo>
                    <a:pt x="2035" y="4069"/>
                  </a:lnTo>
                  <a:lnTo>
                    <a:pt x="2035" y="4030"/>
                  </a:lnTo>
                  <a:lnTo>
                    <a:pt x="1996" y="4069"/>
                  </a:lnTo>
                  <a:lnTo>
                    <a:pt x="1956" y="4069"/>
                  </a:lnTo>
                  <a:lnTo>
                    <a:pt x="1956" y="4050"/>
                  </a:lnTo>
                  <a:lnTo>
                    <a:pt x="1976" y="4030"/>
                  </a:lnTo>
                  <a:lnTo>
                    <a:pt x="1858" y="4050"/>
                  </a:lnTo>
                  <a:lnTo>
                    <a:pt x="1877" y="4089"/>
                  </a:lnTo>
                  <a:lnTo>
                    <a:pt x="1897" y="4109"/>
                  </a:lnTo>
                  <a:lnTo>
                    <a:pt x="1917" y="4148"/>
                  </a:lnTo>
                  <a:lnTo>
                    <a:pt x="1897" y="4168"/>
                  </a:lnTo>
                  <a:lnTo>
                    <a:pt x="1858" y="4129"/>
                  </a:lnTo>
                  <a:lnTo>
                    <a:pt x="1798" y="4109"/>
                  </a:lnTo>
                  <a:lnTo>
                    <a:pt x="1759" y="4069"/>
                  </a:lnTo>
                  <a:lnTo>
                    <a:pt x="1739" y="4010"/>
                  </a:lnTo>
                  <a:lnTo>
                    <a:pt x="1759" y="4010"/>
                  </a:lnTo>
                  <a:lnTo>
                    <a:pt x="1779" y="4030"/>
                  </a:lnTo>
                  <a:lnTo>
                    <a:pt x="1798" y="4050"/>
                  </a:lnTo>
                  <a:lnTo>
                    <a:pt x="1798" y="4010"/>
                  </a:lnTo>
                  <a:lnTo>
                    <a:pt x="1779" y="3990"/>
                  </a:lnTo>
                  <a:lnTo>
                    <a:pt x="1759" y="3951"/>
                  </a:lnTo>
                  <a:lnTo>
                    <a:pt x="1759" y="3911"/>
                  </a:lnTo>
                  <a:lnTo>
                    <a:pt x="1818" y="3951"/>
                  </a:lnTo>
                  <a:lnTo>
                    <a:pt x="1858" y="3971"/>
                  </a:lnTo>
                  <a:lnTo>
                    <a:pt x="1897" y="3951"/>
                  </a:lnTo>
                  <a:lnTo>
                    <a:pt x="1798" y="3931"/>
                  </a:lnTo>
                  <a:lnTo>
                    <a:pt x="1838" y="3892"/>
                  </a:lnTo>
                  <a:lnTo>
                    <a:pt x="1858" y="3892"/>
                  </a:lnTo>
                  <a:lnTo>
                    <a:pt x="1838" y="3872"/>
                  </a:lnTo>
                  <a:lnTo>
                    <a:pt x="1779" y="3872"/>
                  </a:lnTo>
                  <a:lnTo>
                    <a:pt x="1779" y="3852"/>
                  </a:lnTo>
                  <a:lnTo>
                    <a:pt x="1798" y="3832"/>
                  </a:lnTo>
                  <a:lnTo>
                    <a:pt x="1838" y="3813"/>
                  </a:lnTo>
                  <a:lnTo>
                    <a:pt x="1818" y="3793"/>
                  </a:lnTo>
                  <a:lnTo>
                    <a:pt x="1818" y="3773"/>
                  </a:lnTo>
                  <a:lnTo>
                    <a:pt x="1779" y="3753"/>
                  </a:lnTo>
                  <a:lnTo>
                    <a:pt x="1759" y="3734"/>
                  </a:lnTo>
                  <a:lnTo>
                    <a:pt x="1739" y="3773"/>
                  </a:lnTo>
                  <a:lnTo>
                    <a:pt x="1640" y="3773"/>
                  </a:lnTo>
                  <a:lnTo>
                    <a:pt x="1601" y="3753"/>
                  </a:lnTo>
                  <a:lnTo>
                    <a:pt x="1601" y="3694"/>
                  </a:lnTo>
                  <a:lnTo>
                    <a:pt x="1581" y="3635"/>
                  </a:lnTo>
                  <a:lnTo>
                    <a:pt x="1601" y="3595"/>
                  </a:lnTo>
                  <a:lnTo>
                    <a:pt x="1640" y="3536"/>
                  </a:lnTo>
                  <a:lnTo>
                    <a:pt x="1581" y="3516"/>
                  </a:lnTo>
                  <a:lnTo>
                    <a:pt x="1621" y="3516"/>
                  </a:lnTo>
                  <a:lnTo>
                    <a:pt x="1621" y="3477"/>
                  </a:lnTo>
                  <a:lnTo>
                    <a:pt x="1621" y="3437"/>
                  </a:lnTo>
                  <a:lnTo>
                    <a:pt x="1660" y="3437"/>
                  </a:lnTo>
                  <a:lnTo>
                    <a:pt x="1660" y="3477"/>
                  </a:lnTo>
                  <a:lnTo>
                    <a:pt x="1700" y="3516"/>
                  </a:lnTo>
                  <a:lnTo>
                    <a:pt x="1719" y="3536"/>
                  </a:lnTo>
                  <a:lnTo>
                    <a:pt x="1759" y="3536"/>
                  </a:lnTo>
                  <a:lnTo>
                    <a:pt x="1779" y="3516"/>
                  </a:lnTo>
                  <a:lnTo>
                    <a:pt x="1798" y="3497"/>
                  </a:lnTo>
                  <a:lnTo>
                    <a:pt x="1858" y="3516"/>
                  </a:lnTo>
                  <a:lnTo>
                    <a:pt x="1858" y="3516"/>
                  </a:lnTo>
                  <a:lnTo>
                    <a:pt x="1838" y="3497"/>
                  </a:lnTo>
                  <a:lnTo>
                    <a:pt x="1798" y="3477"/>
                  </a:lnTo>
                  <a:lnTo>
                    <a:pt x="1739" y="3497"/>
                  </a:lnTo>
                  <a:lnTo>
                    <a:pt x="1700" y="3477"/>
                  </a:lnTo>
                  <a:lnTo>
                    <a:pt x="1719" y="3457"/>
                  </a:lnTo>
                  <a:lnTo>
                    <a:pt x="1719" y="3437"/>
                  </a:lnTo>
                  <a:lnTo>
                    <a:pt x="1739" y="3418"/>
                  </a:lnTo>
                  <a:lnTo>
                    <a:pt x="1779" y="3418"/>
                  </a:lnTo>
                  <a:lnTo>
                    <a:pt x="1759" y="3378"/>
                  </a:lnTo>
                  <a:lnTo>
                    <a:pt x="1739" y="3358"/>
                  </a:lnTo>
                  <a:lnTo>
                    <a:pt x="1700" y="3339"/>
                  </a:lnTo>
                  <a:lnTo>
                    <a:pt x="1700" y="3319"/>
                  </a:lnTo>
                  <a:lnTo>
                    <a:pt x="1818" y="3319"/>
                  </a:lnTo>
                  <a:lnTo>
                    <a:pt x="1818" y="3299"/>
                  </a:lnTo>
                  <a:lnTo>
                    <a:pt x="1818" y="3279"/>
                  </a:lnTo>
                  <a:lnTo>
                    <a:pt x="1838" y="3260"/>
                  </a:lnTo>
                  <a:lnTo>
                    <a:pt x="1779" y="3260"/>
                  </a:lnTo>
                  <a:lnTo>
                    <a:pt x="1779" y="3279"/>
                  </a:lnTo>
                  <a:lnTo>
                    <a:pt x="1759" y="3260"/>
                  </a:lnTo>
                  <a:lnTo>
                    <a:pt x="1739" y="3240"/>
                  </a:lnTo>
                  <a:lnTo>
                    <a:pt x="1739" y="3200"/>
                  </a:lnTo>
                  <a:lnTo>
                    <a:pt x="1719" y="3181"/>
                  </a:lnTo>
                  <a:lnTo>
                    <a:pt x="1739" y="3161"/>
                  </a:lnTo>
                  <a:lnTo>
                    <a:pt x="1739" y="3121"/>
                  </a:lnTo>
                  <a:lnTo>
                    <a:pt x="1739" y="3082"/>
                  </a:lnTo>
                  <a:lnTo>
                    <a:pt x="1739" y="3042"/>
                  </a:lnTo>
                  <a:lnTo>
                    <a:pt x="1700" y="3062"/>
                  </a:lnTo>
                  <a:lnTo>
                    <a:pt x="1680" y="3062"/>
                  </a:lnTo>
                  <a:lnTo>
                    <a:pt x="1680" y="3082"/>
                  </a:lnTo>
                  <a:lnTo>
                    <a:pt x="1700" y="3102"/>
                  </a:lnTo>
                  <a:lnTo>
                    <a:pt x="1719" y="3121"/>
                  </a:lnTo>
                  <a:lnTo>
                    <a:pt x="1719" y="3141"/>
                  </a:lnTo>
                  <a:lnTo>
                    <a:pt x="1680" y="3161"/>
                  </a:lnTo>
                  <a:lnTo>
                    <a:pt x="1640" y="3102"/>
                  </a:lnTo>
                  <a:lnTo>
                    <a:pt x="1621" y="3022"/>
                  </a:lnTo>
                  <a:lnTo>
                    <a:pt x="1601" y="2924"/>
                  </a:lnTo>
                  <a:lnTo>
                    <a:pt x="1561" y="2864"/>
                  </a:lnTo>
                  <a:lnTo>
                    <a:pt x="1581" y="2825"/>
                  </a:lnTo>
                  <a:lnTo>
                    <a:pt x="1700" y="2825"/>
                  </a:lnTo>
                  <a:lnTo>
                    <a:pt x="1700" y="2864"/>
                  </a:lnTo>
                  <a:lnTo>
                    <a:pt x="1700" y="2904"/>
                  </a:lnTo>
                  <a:lnTo>
                    <a:pt x="1700" y="2943"/>
                  </a:lnTo>
                  <a:lnTo>
                    <a:pt x="1719" y="2983"/>
                  </a:lnTo>
                  <a:lnTo>
                    <a:pt x="1719" y="2924"/>
                  </a:lnTo>
                  <a:lnTo>
                    <a:pt x="1719" y="2864"/>
                  </a:lnTo>
                  <a:lnTo>
                    <a:pt x="1700" y="2785"/>
                  </a:lnTo>
                  <a:lnTo>
                    <a:pt x="1640" y="2746"/>
                  </a:lnTo>
                  <a:lnTo>
                    <a:pt x="1660" y="2706"/>
                  </a:lnTo>
                  <a:lnTo>
                    <a:pt x="1680" y="2687"/>
                  </a:lnTo>
                  <a:lnTo>
                    <a:pt x="1719" y="2647"/>
                  </a:lnTo>
                  <a:lnTo>
                    <a:pt x="1779" y="2608"/>
                  </a:lnTo>
                  <a:lnTo>
                    <a:pt x="1779" y="2568"/>
                  </a:lnTo>
                  <a:lnTo>
                    <a:pt x="1779" y="2548"/>
                  </a:lnTo>
                  <a:lnTo>
                    <a:pt x="1719" y="2568"/>
                  </a:lnTo>
                  <a:lnTo>
                    <a:pt x="1680" y="2588"/>
                  </a:lnTo>
                  <a:lnTo>
                    <a:pt x="1660" y="2568"/>
                  </a:lnTo>
                  <a:lnTo>
                    <a:pt x="1660" y="2548"/>
                  </a:lnTo>
                  <a:lnTo>
                    <a:pt x="1680" y="2509"/>
                  </a:lnTo>
                  <a:lnTo>
                    <a:pt x="1640" y="2509"/>
                  </a:lnTo>
                  <a:lnTo>
                    <a:pt x="1640" y="2529"/>
                  </a:lnTo>
                  <a:lnTo>
                    <a:pt x="1621" y="2529"/>
                  </a:lnTo>
                  <a:lnTo>
                    <a:pt x="1601" y="2509"/>
                  </a:lnTo>
                  <a:lnTo>
                    <a:pt x="1601" y="2489"/>
                  </a:lnTo>
                  <a:lnTo>
                    <a:pt x="1621" y="2469"/>
                  </a:lnTo>
                  <a:lnTo>
                    <a:pt x="1660" y="2469"/>
                  </a:lnTo>
                  <a:lnTo>
                    <a:pt x="1640" y="2450"/>
                  </a:lnTo>
                  <a:lnTo>
                    <a:pt x="1640" y="2430"/>
                  </a:lnTo>
                  <a:lnTo>
                    <a:pt x="1680" y="2390"/>
                  </a:lnTo>
                  <a:lnTo>
                    <a:pt x="1719" y="2371"/>
                  </a:lnTo>
                  <a:lnTo>
                    <a:pt x="1700" y="2351"/>
                  </a:lnTo>
                  <a:lnTo>
                    <a:pt x="1680" y="2331"/>
                  </a:lnTo>
                  <a:lnTo>
                    <a:pt x="1660" y="2331"/>
                  </a:lnTo>
                  <a:lnTo>
                    <a:pt x="1660" y="2351"/>
                  </a:lnTo>
                  <a:lnTo>
                    <a:pt x="1660" y="2371"/>
                  </a:lnTo>
                  <a:lnTo>
                    <a:pt x="1621" y="2371"/>
                  </a:lnTo>
                  <a:lnTo>
                    <a:pt x="1581" y="2351"/>
                  </a:lnTo>
                  <a:lnTo>
                    <a:pt x="1522" y="2311"/>
                  </a:lnTo>
                  <a:lnTo>
                    <a:pt x="1542" y="2311"/>
                  </a:lnTo>
                  <a:lnTo>
                    <a:pt x="1542" y="2292"/>
                  </a:lnTo>
                  <a:lnTo>
                    <a:pt x="1542" y="2252"/>
                  </a:lnTo>
                  <a:lnTo>
                    <a:pt x="1581" y="2252"/>
                  </a:lnTo>
                  <a:lnTo>
                    <a:pt x="1581" y="2272"/>
                  </a:lnTo>
                  <a:lnTo>
                    <a:pt x="1601" y="2311"/>
                  </a:lnTo>
                  <a:lnTo>
                    <a:pt x="1621" y="2311"/>
                  </a:lnTo>
                  <a:lnTo>
                    <a:pt x="1621" y="2252"/>
                  </a:lnTo>
                  <a:lnTo>
                    <a:pt x="1601" y="2272"/>
                  </a:lnTo>
                  <a:lnTo>
                    <a:pt x="1542" y="2193"/>
                  </a:lnTo>
                  <a:lnTo>
                    <a:pt x="1542" y="2213"/>
                  </a:lnTo>
                  <a:lnTo>
                    <a:pt x="1502" y="2232"/>
                  </a:lnTo>
                  <a:lnTo>
                    <a:pt x="1463" y="2213"/>
                  </a:lnTo>
                  <a:lnTo>
                    <a:pt x="1443" y="2193"/>
                  </a:lnTo>
                  <a:lnTo>
                    <a:pt x="1463" y="2114"/>
                  </a:lnTo>
                  <a:lnTo>
                    <a:pt x="1502" y="2094"/>
                  </a:lnTo>
                  <a:lnTo>
                    <a:pt x="1542" y="2094"/>
                  </a:lnTo>
                  <a:lnTo>
                    <a:pt x="1502" y="2074"/>
                  </a:lnTo>
                  <a:lnTo>
                    <a:pt x="1463" y="2055"/>
                  </a:lnTo>
                  <a:lnTo>
                    <a:pt x="1443" y="1976"/>
                  </a:lnTo>
                  <a:lnTo>
                    <a:pt x="1423" y="1995"/>
                  </a:lnTo>
                  <a:lnTo>
                    <a:pt x="1403" y="1995"/>
                  </a:lnTo>
                  <a:lnTo>
                    <a:pt x="1344" y="1976"/>
                  </a:lnTo>
                  <a:lnTo>
                    <a:pt x="1423" y="1877"/>
                  </a:lnTo>
                  <a:lnTo>
                    <a:pt x="1443" y="1916"/>
                  </a:lnTo>
                  <a:lnTo>
                    <a:pt x="1463" y="1916"/>
                  </a:lnTo>
                  <a:lnTo>
                    <a:pt x="1502" y="1877"/>
                  </a:lnTo>
                  <a:lnTo>
                    <a:pt x="1542" y="1877"/>
                  </a:lnTo>
                  <a:lnTo>
                    <a:pt x="1581" y="1897"/>
                  </a:lnTo>
                  <a:lnTo>
                    <a:pt x="1601" y="1936"/>
                  </a:lnTo>
                  <a:lnTo>
                    <a:pt x="1581" y="1995"/>
                  </a:lnTo>
                  <a:lnTo>
                    <a:pt x="1621" y="1956"/>
                  </a:lnTo>
                  <a:lnTo>
                    <a:pt x="1621" y="1936"/>
                  </a:lnTo>
                  <a:lnTo>
                    <a:pt x="1621" y="1916"/>
                  </a:lnTo>
                  <a:lnTo>
                    <a:pt x="1601" y="1897"/>
                  </a:lnTo>
                  <a:lnTo>
                    <a:pt x="1561" y="1857"/>
                  </a:lnTo>
                  <a:lnTo>
                    <a:pt x="1542" y="1837"/>
                  </a:lnTo>
                  <a:lnTo>
                    <a:pt x="1561" y="1798"/>
                  </a:lnTo>
                  <a:lnTo>
                    <a:pt x="1601" y="1798"/>
                  </a:lnTo>
                  <a:lnTo>
                    <a:pt x="1621" y="1818"/>
                  </a:lnTo>
                  <a:lnTo>
                    <a:pt x="1601" y="1778"/>
                  </a:lnTo>
                  <a:lnTo>
                    <a:pt x="1581" y="1739"/>
                  </a:lnTo>
                  <a:lnTo>
                    <a:pt x="1601" y="1719"/>
                  </a:lnTo>
                  <a:lnTo>
                    <a:pt x="1542" y="1739"/>
                  </a:lnTo>
                  <a:lnTo>
                    <a:pt x="1502" y="1739"/>
                  </a:lnTo>
                  <a:lnTo>
                    <a:pt x="1463" y="1719"/>
                  </a:lnTo>
                  <a:lnTo>
                    <a:pt x="1542" y="1640"/>
                  </a:lnTo>
                  <a:lnTo>
                    <a:pt x="1542" y="1620"/>
                  </a:lnTo>
                  <a:lnTo>
                    <a:pt x="1542" y="1600"/>
                  </a:lnTo>
                  <a:lnTo>
                    <a:pt x="1443" y="1600"/>
                  </a:lnTo>
                  <a:lnTo>
                    <a:pt x="1403" y="1561"/>
                  </a:lnTo>
                  <a:lnTo>
                    <a:pt x="1344" y="1620"/>
                  </a:lnTo>
                  <a:lnTo>
                    <a:pt x="1305" y="1600"/>
                  </a:lnTo>
                  <a:lnTo>
                    <a:pt x="1305" y="1640"/>
                  </a:lnTo>
                  <a:lnTo>
                    <a:pt x="1265" y="1640"/>
                  </a:lnTo>
                  <a:lnTo>
                    <a:pt x="1245" y="1620"/>
                  </a:lnTo>
                  <a:lnTo>
                    <a:pt x="1226" y="1581"/>
                  </a:lnTo>
                  <a:lnTo>
                    <a:pt x="1206" y="1561"/>
                  </a:lnTo>
                  <a:lnTo>
                    <a:pt x="1245" y="1482"/>
                  </a:lnTo>
                  <a:lnTo>
                    <a:pt x="1305" y="1423"/>
                  </a:lnTo>
                  <a:lnTo>
                    <a:pt x="1384" y="1423"/>
                  </a:lnTo>
                  <a:lnTo>
                    <a:pt x="1463" y="1462"/>
                  </a:lnTo>
                  <a:lnTo>
                    <a:pt x="1542" y="1482"/>
                  </a:lnTo>
                  <a:lnTo>
                    <a:pt x="1640" y="1482"/>
                  </a:lnTo>
                  <a:lnTo>
                    <a:pt x="1601" y="1363"/>
                  </a:lnTo>
                  <a:lnTo>
                    <a:pt x="1581" y="1284"/>
                  </a:lnTo>
                  <a:lnTo>
                    <a:pt x="1601" y="1245"/>
                  </a:lnTo>
                  <a:lnTo>
                    <a:pt x="1561" y="1205"/>
                  </a:lnTo>
                  <a:lnTo>
                    <a:pt x="1522" y="1186"/>
                  </a:lnTo>
                  <a:lnTo>
                    <a:pt x="1384" y="1186"/>
                  </a:lnTo>
                  <a:lnTo>
                    <a:pt x="1384" y="1146"/>
                  </a:lnTo>
                  <a:lnTo>
                    <a:pt x="1403" y="1126"/>
                  </a:lnTo>
                  <a:lnTo>
                    <a:pt x="1443" y="1166"/>
                  </a:lnTo>
                  <a:lnTo>
                    <a:pt x="1384" y="1047"/>
                  </a:lnTo>
                  <a:lnTo>
                    <a:pt x="1364" y="988"/>
                  </a:lnTo>
                  <a:lnTo>
                    <a:pt x="1364" y="929"/>
                  </a:lnTo>
                  <a:lnTo>
                    <a:pt x="1324" y="889"/>
                  </a:lnTo>
                  <a:lnTo>
                    <a:pt x="1285" y="889"/>
                  </a:lnTo>
                  <a:lnTo>
                    <a:pt x="1186" y="909"/>
                  </a:lnTo>
                  <a:lnTo>
                    <a:pt x="1166" y="850"/>
                  </a:lnTo>
                  <a:lnTo>
                    <a:pt x="1107" y="850"/>
                  </a:lnTo>
                  <a:lnTo>
                    <a:pt x="1107" y="810"/>
                  </a:lnTo>
                  <a:lnTo>
                    <a:pt x="1107" y="751"/>
                  </a:lnTo>
                  <a:lnTo>
                    <a:pt x="1147" y="771"/>
                  </a:lnTo>
                  <a:lnTo>
                    <a:pt x="1166" y="771"/>
                  </a:lnTo>
                  <a:lnTo>
                    <a:pt x="1186" y="751"/>
                  </a:lnTo>
                  <a:lnTo>
                    <a:pt x="1186" y="712"/>
                  </a:lnTo>
                  <a:lnTo>
                    <a:pt x="1166" y="672"/>
                  </a:lnTo>
                  <a:lnTo>
                    <a:pt x="1147" y="652"/>
                  </a:lnTo>
                  <a:lnTo>
                    <a:pt x="1226" y="672"/>
                  </a:lnTo>
                  <a:lnTo>
                    <a:pt x="1245" y="692"/>
                  </a:lnTo>
                  <a:lnTo>
                    <a:pt x="1245" y="712"/>
                  </a:lnTo>
                  <a:lnTo>
                    <a:pt x="1206" y="731"/>
                  </a:lnTo>
                  <a:lnTo>
                    <a:pt x="1265" y="791"/>
                  </a:lnTo>
                  <a:lnTo>
                    <a:pt x="1245" y="731"/>
                  </a:lnTo>
                  <a:lnTo>
                    <a:pt x="1285" y="692"/>
                  </a:lnTo>
                  <a:lnTo>
                    <a:pt x="1324" y="672"/>
                  </a:lnTo>
                  <a:lnTo>
                    <a:pt x="1403" y="672"/>
                  </a:lnTo>
                  <a:lnTo>
                    <a:pt x="1384" y="652"/>
                  </a:lnTo>
                  <a:lnTo>
                    <a:pt x="1364" y="632"/>
                  </a:lnTo>
                  <a:lnTo>
                    <a:pt x="1324" y="652"/>
                  </a:lnTo>
                  <a:lnTo>
                    <a:pt x="1305" y="672"/>
                  </a:lnTo>
                  <a:lnTo>
                    <a:pt x="1285" y="652"/>
                  </a:lnTo>
                  <a:lnTo>
                    <a:pt x="1265" y="632"/>
                  </a:lnTo>
                  <a:lnTo>
                    <a:pt x="1324" y="593"/>
                  </a:lnTo>
                  <a:lnTo>
                    <a:pt x="1344" y="534"/>
                  </a:lnTo>
                  <a:lnTo>
                    <a:pt x="1344" y="455"/>
                  </a:lnTo>
                  <a:lnTo>
                    <a:pt x="1344" y="415"/>
                  </a:lnTo>
                  <a:lnTo>
                    <a:pt x="1344" y="376"/>
                  </a:lnTo>
                  <a:lnTo>
                    <a:pt x="1324" y="395"/>
                  </a:lnTo>
                  <a:lnTo>
                    <a:pt x="1305" y="395"/>
                  </a:lnTo>
                  <a:lnTo>
                    <a:pt x="1285" y="376"/>
                  </a:lnTo>
                  <a:lnTo>
                    <a:pt x="1245" y="356"/>
                  </a:lnTo>
                  <a:lnTo>
                    <a:pt x="1186" y="356"/>
                  </a:lnTo>
                  <a:lnTo>
                    <a:pt x="1147" y="336"/>
                  </a:lnTo>
                  <a:lnTo>
                    <a:pt x="1127" y="316"/>
                  </a:lnTo>
                  <a:lnTo>
                    <a:pt x="1127" y="277"/>
                  </a:lnTo>
                  <a:lnTo>
                    <a:pt x="1087" y="297"/>
                  </a:lnTo>
                  <a:lnTo>
                    <a:pt x="1068" y="336"/>
                  </a:lnTo>
                  <a:lnTo>
                    <a:pt x="1068" y="415"/>
                  </a:lnTo>
                  <a:lnTo>
                    <a:pt x="1008" y="415"/>
                  </a:lnTo>
                  <a:lnTo>
                    <a:pt x="969" y="435"/>
                  </a:lnTo>
                  <a:lnTo>
                    <a:pt x="890" y="376"/>
                  </a:lnTo>
                  <a:lnTo>
                    <a:pt x="811" y="316"/>
                  </a:lnTo>
                  <a:lnTo>
                    <a:pt x="870" y="316"/>
                  </a:lnTo>
                  <a:lnTo>
                    <a:pt x="771" y="218"/>
                  </a:lnTo>
                  <a:lnTo>
                    <a:pt x="850" y="178"/>
                  </a:lnTo>
                  <a:lnTo>
                    <a:pt x="910" y="198"/>
                  </a:lnTo>
                  <a:lnTo>
                    <a:pt x="910" y="119"/>
                  </a:lnTo>
                  <a:lnTo>
                    <a:pt x="890" y="60"/>
                  </a:lnTo>
                  <a:lnTo>
                    <a:pt x="890" y="40"/>
                  </a:lnTo>
                  <a:lnTo>
                    <a:pt x="949" y="20"/>
                  </a:lnTo>
                  <a:lnTo>
                    <a:pt x="92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8" name="Google Shape;8228;p31"/>
            <p:cNvSpPr/>
            <p:nvPr/>
          </p:nvSpPr>
          <p:spPr>
            <a:xfrm>
              <a:off x="4697795" y="-2082738"/>
              <a:ext cx="789" cy="752"/>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9" name="Google Shape;8229;p31"/>
            <p:cNvSpPr/>
            <p:nvPr/>
          </p:nvSpPr>
          <p:spPr>
            <a:xfrm>
              <a:off x="4509953" y="-1421173"/>
              <a:ext cx="679402" cy="664554"/>
            </a:xfrm>
            <a:custGeom>
              <a:rect b="b" l="l" r="r" t="t"/>
              <a:pathLst>
                <a:path extrusionOk="0" h="17679" w="18074">
                  <a:moveTo>
                    <a:pt x="3892" y="0"/>
                  </a:moveTo>
                  <a:lnTo>
                    <a:pt x="3832" y="40"/>
                  </a:lnTo>
                  <a:lnTo>
                    <a:pt x="3734" y="139"/>
                  </a:lnTo>
                  <a:lnTo>
                    <a:pt x="3635" y="277"/>
                  </a:lnTo>
                  <a:lnTo>
                    <a:pt x="3516" y="455"/>
                  </a:lnTo>
                  <a:lnTo>
                    <a:pt x="3240" y="948"/>
                  </a:lnTo>
                  <a:lnTo>
                    <a:pt x="2924" y="1580"/>
                  </a:lnTo>
                  <a:lnTo>
                    <a:pt x="2588" y="2311"/>
                  </a:lnTo>
                  <a:lnTo>
                    <a:pt x="2232" y="3141"/>
                  </a:lnTo>
                  <a:lnTo>
                    <a:pt x="1877" y="4010"/>
                  </a:lnTo>
                  <a:lnTo>
                    <a:pt x="1521" y="4938"/>
                  </a:lnTo>
                  <a:lnTo>
                    <a:pt x="1166" y="5847"/>
                  </a:lnTo>
                  <a:lnTo>
                    <a:pt x="850" y="6736"/>
                  </a:lnTo>
                  <a:lnTo>
                    <a:pt x="573" y="7565"/>
                  </a:lnTo>
                  <a:lnTo>
                    <a:pt x="336" y="8316"/>
                  </a:lnTo>
                  <a:lnTo>
                    <a:pt x="158" y="8968"/>
                  </a:lnTo>
                  <a:lnTo>
                    <a:pt x="40" y="9481"/>
                  </a:lnTo>
                  <a:lnTo>
                    <a:pt x="20" y="9679"/>
                  </a:lnTo>
                  <a:lnTo>
                    <a:pt x="0" y="9837"/>
                  </a:lnTo>
                  <a:lnTo>
                    <a:pt x="20" y="9936"/>
                  </a:lnTo>
                  <a:lnTo>
                    <a:pt x="40" y="9975"/>
                  </a:lnTo>
                  <a:lnTo>
                    <a:pt x="60" y="9995"/>
                  </a:lnTo>
                  <a:lnTo>
                    <a:pt x="2272" y="11318"/>
                  </a:lnTo>
                  <a:lnTo>
                    <a:pt x="6578" y="13945"/>
                  </a:lnTo>
                  <a:lnTo>
                    <a:pt x="12701" y="17678"/>
                  </a:lnTo>
                  <a:lnTo>
                    <a:pt x="18074" y="4148"/>
                  </a:lnTo>
                  <a:lnTo>
                    <a:pt x="15960" y="3477"/>
                  </a:lnTo>
                  <a:lnTo>
                    <a:pt x="11239" y="2035"/>
                  </a:lnTo>
                  <a:lnTo>
                    <a:pt x="8691" y="1264"/>
                  </a:lnTo>
                  <a:lnTo>
                    <a:pt x="6400" y="613"/>
                  </a:lnTo>
                  <a:lnTo>
                    <a:pt x="5472" y="356"/>
                  </a:lnTo>
                  <a:lnTo>
                    <a:pt x="4701" y="158"/>
                  </a:lnTo>
                  <a:lnTo>
                    <a:pt x="4168" y="40"/>
                  </a:lnTo>
                  <a:lnTo>
                    <a:pt x="401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0" name="Google Shape;8230;p31"/>
            <p:cNvSpPr/>
            <p:nvPr/>
          </p:nvSpPr>
          <p:spPr>
            <a:xfrm>
              <a:off x="4648062" y="-2474775"/>
              <a:ext cx="642263" cy="596967"/>
            </a:xfrm>
            <a:custGeom>
              <a:rect b="b" l="l" r="r" t="t"/>
              <a:pathLst>
                <a:path extrusionOk="0" h="15881" w="17086">
                  <a:moveTo>
                    <a:pt x="12345" y="0"/>
                  </a:moveTo>
                  <a:lnTo>
                    <a:pt x="0" y="4444"/>
                  </a:lnTo>
                  <a:lnTo>
                    <a:pt x="1699" y="15802"/>
                  </a:lnTo>
                  <a:lnTo>
                    <a:pt x="1778" y="15821"/>
                  </a:lnTo>
                  <a:lnTo>
                    <a:pt x="1936" y="15861"/>
                  </a:lnTo>
                  <a:lnTo>
                    <a:pt x="2173" y="15861"/>
                  </a:lnTo>
                  <a:lnTo>
                    <a:pt x="2469" y="15881"/>
                  </a:lnTo>
                  <a:lnTo>
                    <a:pt x="3259" y="15861"/>
                  </a:lnTo>
                  <a:lnTo>
                    <a:pt x="4267" y="15802"/>
                  </a:lnTo>
                  <a:lnTo>
                    <a:pt x="5452" y="15723"/>
                  </a:lnTo>
                  <a:lnTo>
                    <a:pt x="6736" y="15644"/>
                  </a:lnTo>
                  <a:lnTo>
                    <a:pt x="9541" y="15407"/>
                  </a:lnTo>
                  <a:lnTo>
                    <a:pt x="12326" y="15170"/>
                  </a:lnTo>
                  <a:lnTo>
                    <a:pt x="14735" y="14933"/>
                  </a:lnTo>
                  <a:lnTo>
                    <a:pt x="17086" y="14696"/>
                  </a:lnTo>
                  <a:lnTo>
                    <a:pt x="1234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31" name="Google Shape;8231;p31"/>
          <p:cNvSpPr txBox="1"/>
          <p:nvPr/>
        </p:nvSpPr>
        <p:spPr>
          <a:xfrm>
            <a:off x="2547900" y="3461375"/>
            <a:ext cx="4048200" cy="7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chemeClr val="lt1"/>
                </a:solidFill>
                <a:latin typeface="Open Sans"/>
                <a:ea typeface="Open Sans"/>
                <a:cs typeface="Open Sans"/>
                <a:sym typeface="Open Sans"/>
              </a:rPr>
              <a:t>CREDITS: This presentation template was created by </a:t>
            </a:r>
            <a:r>
              <a:rPr b="1" lang="en" sz="1200" u="sng">
                <a:solidFill>
                  <a:schemeClr val="lt1"/>
                </a:solidFill>
                <a:latin typeface="Open Sans"/>
                <a:ea typeface="Open Sans"/>
                <a:cs typeface="Open Sans"/>
                <a:sym typeface="Open Sans"/>
                <a:hlinkClick r:id="rId2">
                  <a:extLst>
                    <a:ext uri="{A12FA001-AC4F-418D-AE19-62706E023703}">
                      <ahyp:hlinkClr val="tx"/>
                    </a:ext>
                  </a:extLst>
                </a:hlinkClick>
              </a:rPr>
              <a:t>Slidesgo</a:t>
            </a:r>
            <a:r>
              <a:rPr lang="en" sz="1200">
                <a:solidFill>
                  <a:schemeClr val="lt1"/>
                </a:solidFill>
                <a:latin typeface="Open Sans"/>
                <a:ea typeface="Open Sans"/>
                <a:cs typeface="Open Sans"/>
                <a:sym typeface="Open Sans"/>
              </a:rPr>
              <a:t>, including icons by </a:t>
            </a:r>
            <a:r>
              <a:rPr b="1" lang="en" sz="1200" u="sng">
                <a:solidFill>
                  <a:schemeClr val="lt1"/>
                </a:solidFill>
                <a:latin typeface="Open Sans"/>
                <a:ea typeface="Open Sans"/>
                <a:cs typeface="Open Sans"/>
                <a:sym typeface="Open Sans"/>
                <a:hlinkClick r:id="rId3">
                  <a:extLst>
                    <a:ext uri="{A12FA001-AC4F-418D-AE19-62706E023703}">
                      <ahyp:hlinkClr val="tx"/>
                    </a:ext>
                  </a:extLst>
                </a:hlinkClick>
              </a:rPr>
              <a:t>Flaticon</a:t>
            </a:r>
            <a:r>
              <a:rPr lang="en" sz="1200">
                <a:solidFill>
                  <a:schemeClr val="lt1"/>
                </a:solidFill>
                <a:latin typeface="Open Sans"/>
                <a:ea typeface="Open Sans"/>
                <a:cs typeface="Open Sans"/>
                <a:sym typeface="Open Sans"/>
              </a:rPr>
              <a:t>, infographics &amp; images by </a:t>
            </a:r>
            <a:r>
              <a:rPr b="1" lang="en" sz="1200" u="sng">
                <a:solidFill>
                  <a:schemeClr val="lt1"/>
                </a:solidFill>
                <a:latin typeface="Open Sans"/>
                <a:ea typeface="Open Sans"/>
                <a:cs typeface="Open Sans"/>
                <a:sym typeface="Open Sans"/>
                <a:hlinkClick r:id="rId4">
                  <a:extLst>
                    <a:ext uri="{A12FA001-AC4F-418D-AE19-62706E023703}">
                      <ahyp:hlinkClr val="tx"/>
                    </a:ext>
                  </a:extLst>
                </a:hlinkClick>
              </a:rPr>
              <a:t>Freepik</a:t>
            </a:r>
            <a:endParaRPr b="1" sz="1200" u="sng">
              <a:solidFill>
                <a:schemeClr val="lt1"/>
              </a:solidFill>
              <a:latin typeface="Open Sans"/>
              <a:ea typeface="Open Sans"/>
              <a:cs typeface="Open Sans"/>
              <a:sym typeface="Open Sans"/>
            </a:endParaRPr>
          </a:p>
        </p:txBody>
      </p:sp>
      <p:grpSp>
        <p:nvGrpSpPr>
          <p:cNvPr id="8232" name="Google Shape;8232;p31"/>
          <p:cNvGrpSpPr/>
          <p:nvPr/>
        </p:nvGrpSpPr>
        <p:grpSpPr>
          <a:xfrm flipH="1" rot="998323">
            <a:off x="-364210" y="1988007"/>
            <a:ext cx="1294642" cy="1350930"/>
            <a:chOff x="8465725" y="2863051"/>
            <a:chExt cx="1956212" cy="2041561"/>
          </a:xfrm>
        </p:grpSpPr>
        <p:sp>
          <p:nvSpPr>
            <p:cNvPr id="8233" name="Google Shape;8233;p31"/>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4" name="Google Shape;8234;p31"/>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5" name="Google Shape;8235;p31"/>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6" name="Google Shape;8236;p31"/>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7" name="Google Shape;8237;p31"/>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8" name="Google Shape;8238;p31"/>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9" name="Google Shape;8239;p31"/>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0" name="Google Shape;8240;p31"/>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1" name="Google Shape;8241;p31"/>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2" name="Google Shape;8242;p31"/>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3" name="Google Shape;8243;p31"/>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4" name="Google Shape;8244;p31"/>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5" name="Google Shape;8245;p31"/>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6" name="Google Shape;8246;p31"/>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7" name="Google Shape;8247;p31"/>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8" name="Google Shape;8248;p31"/>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9" name="Google Shape;8249;p31"/>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0" name="Google Shape;8250;p31"/>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1" name="Google Shape;8251;p31"/>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2" name="Google Shape;8252;p31"/>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3" name="Google Shape;8253;p31"/>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4" name="Google Shape;8254;p31"/>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5" name="Google Shape;8255;p31"/>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6" name="Google Shape;8256;p31"/>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7" name="Google Shape;8257;p31"/>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8" name="Google Shape;8258;p31"/>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9" name="Google Shape;8259;p31"/>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0" name="Google Shape;8260;p31"/>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1" name="Google Shape;8261;p31"/>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2" name="Google Shape;8262;p31"/>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3" name="Google Shape;8263;p31"/>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4" name="Google Shape;8264;p31"/>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5" name="Google Shape;8265;p31"/>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6" name="Google Shape;8266;p31"/>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7" name="Google Shape;8267;p31"/>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8" name="Google Shape;8268;p31"/>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9" name="Google Shape;8269;p31"/>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0" name="Google Shape;8270;p31"/>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1" name="Google Shape;8271;p31"/>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2" name="Google Shape;8272;p31"/>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3" name="Google Shape;8273;p31"/>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4" name="Google Shape;8274;p31"/>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5" name="Google Shape;8275;p31"/>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6" name="Google Shape;8276;p31"/>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77" name="Google Shape;8277;p31"/>
          <p:cNvGrpSpPr/>
          <p:nvPr/>
        </p:nvGrpSpPr>
        <p:grpSpPr>
          <a:xfrm rot="1746615">
            <a:off x="8286991" y="1597482"/>
            <a:ext cx="1047275" cy="979617"/>
            <a:chOff x="-252624" y="1601574"/>
            <a:chExt cx="1047258" cy="979600"/>
          </a:xfrm>
        </p:grpSpPr>
        <p:sp>
          <p:nvSpPr>
            <p:cNvPr id="8278" name="Google Shape;8278;p31"/>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9" name="Google Shape;8279;p31"/>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0" name="Google Shape;8280;p31"/>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1" name="Google Shape;8281;p31"/>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2" name="Google Shape;8282;p31"/>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3" name="Google Shape;8283;p31"/>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4" name="Google Shape;8284;p31"/>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5" name="Google Shape;8285;p31"/>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6" name="Google Shape;8286;p31"/>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7" name="Google Shape;8287;p31"/>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8" name="Google Shape;8288;p31"/>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9" name="Google Shape;8289;p31"/>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0" name="Google Shape;8290;p31"/>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91" name="Google Shape;8291;p31"/>
          <p:cNvGrpSpPr/>
          <p:nvPr/>
        </p:nvGrpSpPr>
        <p:grpSpPr>
          <a:xfrm>
            <a:off x="0" y="1002280"/>
            <a:ext cx="679382" cy="871990"/>
            <a:chOff x="8619938" y="2813305"/>
            <a:chExt cx="679382" cy="871990"/>
          </a:xfrm>
        </p:grpSpPr>
        <p:sp>
          <p:nvSpPr>
            <p:cNvPr id="8292" name="Google Shape;8292;p31"/>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3" name="Google Shape;8293;p31"/>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4" name="Google Shape;8294;p31"/>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5" name="Google Shape;8295;p31"/>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6" name="Google Shape;8296;p31"/>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7" name="Google Shape;8297;p31"/>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8" name="Google Shape;8298;p31"/>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9" name="Google Shape;8299;p31"/>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0" name="Google Shape;8300;p31"/>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1" name="Google Shape;8301;p31"/>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2" name="Google Shape;8302;p31"/>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3" name="Google Shape;8303;p31"/>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4" name="Google Shape;8304;p31"/>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5" name="Google Shape;8305;p31"/>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6" name="Google Shape;8306;p31"/>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7" name="Google Shape;8307;p31"/>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8" name="Google Shape;8308;p31"/>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9" name="Google Shape;8309;p31"/>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0" name="Google Shape;8310;p31"/>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1" name="Google Shape;8311;p31"/>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2" name="Google Shape;8312;p31"/>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3" name="Google Shape;8313;p31"/>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4" name="Google Shape;8314;p31"/>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5" name="Google Shape;8315;p31"/>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6" name="Google Shape;8316;p31"/>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7" name="Google Shape;8317;p31"/>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8" name="Google Shape;8318;p31"/>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9" name="Google Shape;8319;p31"/>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320" name="Google Shape;8320;p31"/>
            <p:cNvGrpSpPr/>
            <p:nvPr/>
          </p:nvGrpSpPr>
          <p:grpSpPr>
            <a:xfrm>
              <a:off x="8619938" y="2813305"/>
              <a:ext cx="679382" cy="871990"/>
              <a:chOff x="8619938" y="2813305"/>
              <a:chExt cx="679382" cy="871990"/>
            </a:xfrm>
          </p:grpSpPr>
          <p:sp>
            <p:nvSpPr>
              <p:cNvPr id="8321" name="Google Shape;8321;p31"/>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2" name="Google Shape;8322;p31"/>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8323" name="Shape 8323"/>
        <p:cNvGrpSpPr/>
        <p:nvPr/>
      </p:nvGrpSpPr>
      <p:grpSpPr>
        <a:xfrm>
          <a:off x="0" y="0"/>
          <a:ext cx="0" cy="0"/>
          <a:chOff x="0" y="0"/>
          <a:chExt cx="0" cy="0"/>
        </a:xfrm>
      </p:grpSpPr>
      <p:grpSp>
        <p:nvGrpSpPr>
          <p:cNvPr id="8324" name="Google Shape;8324;p32"/>
          <p:cNvGrpSpPr/>
          <p:nvPr/>
        </p:nvGrpSpPr>
        <p:grpSpPr>
          <a:xfrm flipH="1">
            <a:off x="28" y="16530"/>
            <a:ext cx="9143944" cy="4940153"/>
            <a:chOff x="0" y="0"/>
            <a:chExt cx="2940175" cy="3566125"/>
          </a:xfrm>
        </p:grpSpPr>
        <p:sp>
          <p:nvSpPr>
            <p:cNvPr id="8325" name="Google Shape;8325;p32"/>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6" name="Google Shape;8326;p32"/>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7" name="Google Shape;8327;p32"/>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8" name="Google Shape;8328;p32"/>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9" name="Google Shape;8329;p32"/>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0" name="Google Shape;8330;p32"/>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1" name="Google Shape;8331;p32"/>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2" name="Google Shape;8332;p32"/>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3" name="Google Shape;8333;p32"/>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4" name="Google Shape;8334;p32"/>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5" name="Google Shape;8335;p32"/>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6" name="Google Shape;8336;p32"/>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7" name="Google Shape;8337;p32"/>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8" name="Google Shape;8338;p32"/>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9" name="Google Shape;8339;p32"/>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0" name="Google Shape;8340;p32"/>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1" name="Google Shape;8341;p32"/>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2" name="Google Shape;8342;p32"/>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3" name="Google Shape;8343;p32"/>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4" name="Google Shape;8344;p32"/>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5" name="Google Shape;8345;p32"/>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6" name="Google Shape;8346;p32"/>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7" name="Google Shape;8347;p32"/>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8" name="Google Shape;8348;p32"/>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9" name="Google Shape;8349;p32"/>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0" name="Google Shape;8350;p32"/>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1" name="Google Shape;8351;p32"/>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2" name="Google Shape;8352;p32"/>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3" name="Google Shape;8353;p32"/>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4" name="Google Shape;8354;p32"/>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5" name="Google Shape;8355;p32"/>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6" name="Google Shape;8356;p32"/>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7" name="Google Shape;8357;p32"/>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8" name="Google Shape;8358;p32"/>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9" name="Google Shape;8359;p32"/>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0" name="Google Shape;8360;p32"/>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1" name="Google Shape;8361;p32"/>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2" name="Google Shape;8362;p32"/>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3" name="Google Shape;8363;p32"/>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4" name="Google Shape;8364;p32"/>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5" name="Google Shape;8365;p32"/>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6" name="Google Shape;8366;p32"/>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7" name="Google Shape;8367;p32"/>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8" name="Google Shape;8368;p32"/>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9" name="Google Shape;8369;p32"/>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0" name="Google Shape;8370;p32"/>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1" name="Google Shape;8371;p32"/>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2" name="Google Shape;8372;p32"/>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3" name="Google Shape;8373;p32"/>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4" name="Google Shape;8374;p32"/>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5" name="Google Shape;8375;p32"/>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6" name="Google Shape;8376;p32"/>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7" name="Google Shape;8377;p32"/>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8" name="Google Shape;8378;p32"/>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9" name="Google Shape;8379;p32"/>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0" name="Google Shape;8380;p32"/>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1" name="Google Shape;8381;p32"/>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2" name="Google Shape;8382;p32"/>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3" name="Google Shape;8383;p32"/>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4" name="Google Shape;8384;p32"/>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5" name="Google Shape;8385;p32"/>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6" name="Google Shape;8386;p32"/>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7" name="Google Shape;8387;p32"/>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8" name="Google Shape;8388;p32"/>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9" name="Google Shape;8389;p32"/>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0" name="Google Shape;8390;p32"/>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1" name="Google Shape;8391;p32"/>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2" name="Google Shape;8392;p32"/>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3" name="Google Shape;8393;p32"/>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4" name="Google Shape;8394;p32"/>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5" name="Google Shape;8395;p32"/>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6" name="Google Shape;8396;p32"/>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7" name="Google Shape;8397;p32"/>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8" name="Google Shape;8398;p32"/>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9" name="Google Shape;8399;p32"/>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0" name="Google Shape;8400;p32"/>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1" name="Google Shape;8401;p32"/>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2" name="Google Shape;8402;p32"/>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3" name="Google Shape;8403;p32"/>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4" name="Google Shape;8404;p32"/>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5" name="Google Shape;8405;p32"/>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6" name="Google Shape;8406;p32"/>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7" name="Google Shape;8407;p32"/>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8" name="Google Shape;8408;p32"/>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9" name="Google Shape;8409;p32"/>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0" name="Google Shape;8410;p32"/>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1" name="Google Shape;8411;p32"/>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2" name="Google Shape;8412;p32"/>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3" name="Google Shape;8413;p32"/>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4" name="Google Shape;8414;p32"/>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5" name="Google Shape;8415;p32"/>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6" name="Google Shape;8416;p32"/>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7" name="Google Shape;8417;p32"/>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8" name="Google Shape;8418;p32"/>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9" name="Google Shape;8419;p32"/>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0" name="Google Shape;8420;p32"/>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1" name="Google Shape;8421;p32"/>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2" name="Google Shape;8422;p32"/>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3" name="Google Shape;8423;p32"/>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4" name="Google Shape;8424;p32"/>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5" name="Google Shape;8425;p32"/>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6" name="Google Shape;8426;p32"/>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7" name="Google Shape;8427;p32"/>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8" name="Google Shape;8428;p32"/>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9" name="Google Shape;8429;p32"/>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0" name="Google Shape;8430;p32"/>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1" name="Google Shape;8431;p32"/>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2" name="Google Shape;8432;p32"/>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3" name="Google Shape;8433;p32"/>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4" name="Google Shape;8434;p32"/>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5" name="Google Shape;8435;p32"/>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6" name="Google Shape;8436;p32"/>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7" name="Google Shape;8437;p32"/>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8" name="Google Shape;8438;p32"/>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9" name="Google Shape;8439;p32"/>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0" name="Google Shape;8440;p32"/>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1" name="Google Shape;8441;p32"/>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42" name="Google Shape;8442;p32"/>
          <p:cNvSpPr/>
          <p:nvPr/>
        </p:nvSpPr>
        <p:spPr>
          <a:xfrm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43" name="Google Shape;8443;p32"/>
          <p:cNvGrpSpPr/>
          <p:nvPr/>
        </p:nvGrpSpPr>
        <p:grpSpPr>
          <a:xfrm flipH="1" rot="-1803311">
            <a:off x="-306832" y="3944345"/>
            <a:ext cx="1294810" cy="1351125"/>
            <a:chOff x="8465725" y="2863051"/>
            <a:chExt cx="1956212" cy="2041561"/>
          </a:xfrm>
        </p:grpSpPr>
        <p:sp>
          <p:nvSpPr>
            <p:cNvPr id="8444" name="Google Shape;8444;p32"/>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5" name="Google Shape;8445;p32"/>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6" name="Google Shape;8446;p32"/>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7" name="Google Shape;8447;p32"/>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8" name="Google Shape;8448;p32"/>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9" name="Google Shape;8449;p32"/>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0" name="Google Shape;8450;p32"/>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1" name="Google Shape;8451;p32"/>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2" name="Google Shape;8452;p32"/>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3" name="Google Shape;8453;p32"/>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4" name="Google Shape;8454;p32"/>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5" name="Google Shape;8455;p32"/>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6" name="Google Shape;8456;p32"/>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7" name="Google Shape;8457;p32"/>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8" name="Google Shape;8458;p32"/>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9" name="Google Shape;8459;p32"/>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0" name="Google Shape;8460;p32"/>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1" name="Google Shape;8461;p32"/>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2" name="Google Shape;8462;p32"/>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3" name="Google Shape;8463;p32"/>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4" name="Google Shape;8464;p32"/>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5" name="Google Shape;8465;p32"/>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6" name="Google Shape;8466;p32"/>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7" name="Google Shape;8467;p32"/>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8" name="Google Shape;8468;p32"/>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9" name="Google Shape;8469;p32"/>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0" name="Google Shape;8470;p32"/>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1" name="Google Shape;8471;p32"/>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2" name="Google Shape;8472;p32"/>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3" name="Google Shape;8473;p32"/>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4" name="Google Shape;8474;p32"/>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5" name="Google Shape;8475;p32"/>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6" name="Google Shape;8476;p32"/>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7" name="Google Shape;8477;p32"/>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8" name="Google Shape;8478;p32"/>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9" name="Google Shape;8479;p32"/>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0" name="Google Shape;8480;p32"/>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1" name="Google Shape;8481;p32"/>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2" name="Google Shape;8482;p32"/>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3" name="Google Shape;8483;p32"/>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4" name="Google Shape;8484;p32"/>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5" name="Google Shape;8485;p32"/>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6" name="Google Shape;8486;p32"/>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7" name="Google Shape;8487;p32"/>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88" name="Google Shape;8488;p32"/>
          <p:cNvGrpSpPr/>
          <p:nvPr/>
        </p:nvGrpSpPr>
        <p:grpSpPr>
          <a:xfrm rot="-10117629">
            <a:off x="-252693" y="-166321"/>
            <a:ext cx="1047295" cy="979635"/>
            <a:chOff x="-252624" y="1601574"/>
            <a:chExt cx="1047258" cy="979600"/>
          </a:xfrm>
        </p:grpSpPr>
        <p:sp>
          <p:nvSpPr>
            <p:cNvPr id="8489" name="Google Shape;8489;p32"/>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0" name="Google Shape;8490;p32"/>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1" name="Google Shape;8491;p32"/>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2" name="Google Shape;8492;p32"/>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3" name="Google Shape;8493;p32"/>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4" name="Google Shape;8494;p32"/>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5" name="Google Shape;8495;p32"/>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6" name="Google Shape;8496;p32"/>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7" name="Google Shape;8497;p32"/>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8" name="Google Shape;8498;p32"/>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9" name="Google Shape;8499;p32"/>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0" name="Google Shape;8500;p32"/>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1" name="Google Shape;8501;p32"/>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02" name="Google Shape;8502;p32"/>
          <p:cNvGrpSpPr/>
          <p:nvPr/>
        </p:nvGrpSpPr>
        <p:grpSpPr>
          <a:xfrm rot="10800000">
            <a:off x="8234127" y="4619125"/>
            <a:ext cx="925639" cy="688028"/>
            <a:chOff x="8588925" y="2091476"/>
            <a:chExt cx="925639" cy="688028"/>
          </a:xfrm>
        </p:grpSpPr>
        <p:sp>
          <p:nvSpPr>
            <p:cNvPr id="8503" name="Google Shape;8503;p32"/>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4" name="Google Shape;8504;p32"/>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5" name="Google Shape;8505;p32"/>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6" name="Google Shape;8506;p32"/>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7" name="Google Shape;8507;p32"/>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8" name="Google Shape;8508;p32"/>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9" name="Google Shape;8509;p32"/>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0" name="Google Shape;8510;p32"/>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1" name="Google Shape;8511;p32"/>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2" name="Google Shape;8512;p32"/>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3" name="Google Shape;8513;p32"/>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4" name="Google Shape;8514;p32"/>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5" name="Google Shape;8515;p32"/>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6" name="Google Shape;8516;p32"/>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8517" name="Shape 8517"/>
        <p:cNvGrpSpPr/>
        <p:nvPr/>
      </p:nvGrpSpPr>
      <p:grpSpPr>
        <a:xfrm>
          <a:off x="0" y="0"/>
          <a:ext cx="0" cy="0"/>
          <a:chOff x="0" y="0"/>
          <a:chExt cx="0" cy="0"/>
        </a:xfrm>
      </p:grpSpPr>
      <p:grpSp>
        <p:nvGrpSpPr>
          <p:cNvPr id="8518" name="Google Shape;8518;p33"/>
          <p:cNvGrpSpPr/>
          <p:nvPr/>
        </p:nvGrpSpPr>
        <p:grpSpPr>
          <a:xfrm flipH="1">
            <a:off x="28" y="16530"/>
            <a:ext cx="9143944" cy="4940153"/>
            <a:chOff x="0" y="0"/>
            <a:chExt cx="2940175" cy="3566125"/>
          </a:xfrm>
        </p:grpSpPr>
        <p:sp>
          <p:nvSpPr>
            <p:cNvPr id="8519" name="Google Shape;8519;p33"/>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0" name="Google Shape;8520;p33"/>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1" name="Google Shape;8521;p33"/>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2" name="Google Shape;8522;p33"/>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3" name="Google Shape;8523;p33"/>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4" name="Google Shape;8524;p33"/>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5" name="Google Shape;8525;p33"/>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6" name="Google Shape;8526;p33"/>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7" name="Google Shape;8527;p33"/>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8" name="Google Shape;8528;p33"/>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9" name="Google Shape;8529;p33"/>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0" name="Google Shape;8530;p33"/>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1" name="Google Shape;8531;p33"/>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2" name="Google Shape;8532;p33"/>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3" name="Google Shape;8533;p33"/>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4" name="Google Shape;8534;p33"/>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5" name="Google Shape;8535;p33"/>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6" name="Google Shape;8536;p33"/>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7" name="Google Shape;8537;p33"/>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8" name="Google Shape;8538;p33"/>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9" name="Google Shape;8539;p33"/>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0" name="Google Shape;8540;p33"/>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1" name="Google Shape;8541;p33"/>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2" name="Google Shape;8542;p33"/>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3" name="Google Shape;8543;p33"/>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4" name="Google Shape;8544;p33"/>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5" name="Google Shape;8545;p33"/>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6" name="Google Shape;8546;p33"/>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7" name="Google Shape;8547;p33"/>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8" name="Google Shape;8548;p33"/>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9" name="Google Shape;8549;p33"/>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0" name="Google Shape;8550;p33"/>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1" name="Google Shape;8551;p33"/>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2" name="Google Shape;8552;p33"/>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3" name="Google Shape;8553;p33"/>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4" name="Google Shape;8554;p33"/>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5" name="Google Shape;8555;p33"/>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6" name="Google Shape;8556;p33"/>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7" name="Google Shape;8557;p33"/>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8" name="Google Shape;8558;p33"/>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9" name="Google Shape;8559;p33"/>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0" name="Google Shape;8560;p33"/>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1" name="Google Shape;8561;p33"/>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2" name="Google Shape;8562;p33"/>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3" name="Google Shape;8563;p33"/>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4" name="Google Shape;8564;p33"/>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5" name="Google Shape;8565;p33"/>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6" name="Google Shape;8566;p33"/>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7" name="Google Shape;8567;p33"/>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8" name="Google Shape;8568;p33"/>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9" name="Google Shape;8569;p33"/>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0" name="Google Shape;8570;p33"/>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1" name="Google Shape;8571;p33"/>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2" name="Google Shape;8572;p33"/>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3" name="Google Shape;8573;p33"/>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4" name="Google Shape;8574;p33"/>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5" name="Google Shape;8575;p33"/>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6" name="Google Shape;8576;p33"/>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7" name="Google Shape;8577;p33"/>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8" name="Google Shape;8578;p33"/>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9" name="Google Shape;8579;p33"/>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0" name="Google Shape;8580;p33"/>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1" name="Google Shape;8581;p33"/>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2" name="Google Shape;8582;p33"/>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3" name="Google Shape;8583;p33"/>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4" name="Google Shape;8584;p33"/>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5" name="Google Shape;8585;p33"/>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6" name="Google Shape;8586;p33"/>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7" name="Google Shape;8587;p33"/>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8" name="Google Shape;8588;p33"/>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9" name="Google Shape;8589;p33"/>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0" name="Google Shape;8590;p33"/>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1" name="Google Shape;8591;p33"/>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2" name="Google Shape;8592;p33"/>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3" name="Google Shape;8593;p33"/>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4" name="Google Shape;8594;p33"/>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5" name="Google Shape;8595;p33"/>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6" name="Google Shape;8596;p33"/>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7" name="Google Shape;8597;p33"/>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8" name="Google Shape;8598;p33"/>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9" name="Google Shape;8599;p33"/>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0" name="Google Shape;8600;p33"/>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1" name="Google Shape;8601;p33"/>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2" name="Google Shape;8602;p33"/>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3" name="Google Shape;8603;p33"/>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4" name="Google Shape;8604;p33"/>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5" name="Google Shape;8605;p33"/>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6" name="Google Shape;8606;p33"/>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7" name="Google Shape;8607;p33"/>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8" name="Google Shape;8608;p33"/>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9" name="Google Shape;8609;p33"/>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0" name="Google Shape;8610;p33"/>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1" name="Google Shape;8611;p33"/>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2" name="Google Shape;8612;p33"/>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3" name="Google Shape;8613;p33"/>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4" name="Google Shape;8614;p33"/>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5" name="Google Shape;8615;p33"/>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6" name="Google Shape;8616;p33"/>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7" name="Google Shape;8617;p33"/>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8" name="Google Shape;8618;p33"/>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9" name="Google Shape;8619;p33"/>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0" name="Google Shape;8620;p33"/>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1" name="Google Shape;8621;p33"/>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2" name="Google Shape;8622;p33"/>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3" name="Google Shape;8623;p33"/>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4" name="Google Shape;8624;p33"/>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5" name="Google Shape;8625;p33"/>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6" name="Google Shape;8626;p33"/>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7" name="Google Shape;8627;p33"/>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8" name="Google Shape;8628;p33"/>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9" name="Google Shape;8629;p33"/>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0" name="Google Shape;8630;p33"/>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1" name="Google Shape;8631;p33"/>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2" name="Google Shape;8632;p33"/>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3" name="Google Shape;8633;p33"/>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4" name="Google Shape;8634;p33"/>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5" name="Google Shape;8635;p33"/>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636" name="Google Shape;8636;p33"/>
          <p:cNvSpPr/>
          <p:nvPr/>
        </p:nvSpPr>
        <p:spPr>
          <a:xfrm flipH="1" rot="5400000">
            <a:off x="2148607" y="-1809293"/>
            <a:ext cx="4846787" cy="8762086"/>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37" name="Google Shape;8637;p33"/>
          <p:cNvGrpSpPr/>
          <p:nvPr/>
        </p:nvGrpSpPr>
        <p:grpSpPr>
          <a:xfrm flipH="1" rot="-6417267">
            <a:off x="8427249" y="1479732"/>
            <a:ext cx="925603" cy="688001"/>
            <a:chOff x="8588925" y="2091476"/>
            <a:chExt cx="925639" cy="688028"/>
          </a:xfrm>
        </p:grpSpPr>
        <p:sp>
          <p:nvSpPr>
            <p:cNvPr id="8638" name="Google Shape;8638;p33"/>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9" name="Google Shape;8639;p33"/>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0" name="Google Shape;8640;p33"/>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1" name="Google Shape;8641;p33"/>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2" name="Google Shape;8642;p33"/>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3" name="Google Shape;8643;p33"/>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4" name="Google Shape;8644;p33"/>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5" name="Google Shape;8645;p33"/>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6" name="Google Shape;8646;p33"/>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7" name="Google Shape;8647;p33"/>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8" name="Google Shape;8648;p33"/>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9" name="Google Shape;8649;p33"/>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0" name="Google Shape;8650;p33"/>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1" name="Google Shape;8651;p33"/>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52" name="Google Shape;8652;p33"/>
          <p:cNvGrpSpPr/>
          <p:nvPr/>
        </p:nvGrpSpPr>
        <p:grpSpPr>
          <a:xfrm flipH="1" rot="-6417267">
            <a:off x="-115226" y="4013532"/>
            <a:ext cx="925603" cy="688001"/>
            <a:chOff x="8588925" y="2091476"/>
            <a:chExt cx="925639" cy="688028"/>
          </a:xfrm>
        </p:grpSpPr>
        <p:sp>
          <p:nvSpPr>
            <p:cNvPr id="8653" name="Google Shape;8653;p33"/>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4" name="Google Shape;8654;p33"/>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5" name="Google Shape;8655;p33"/>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6" name="Google Shape;8656;p33"/>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7" name="Google Shape;8657;p33"/>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8" name="Google Shape;8658;p33"/>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9" name="Google Shape;8659;p33"/>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0" name="Google Shape;8660;p33"/>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1" name="Google Shape;8661;p33"/>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2" name="Google Shape;8662;p33"/>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3" name="Google Shape;8663;p33"/>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4" name="Google Shape;8664;p33"/>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5" name="Google Shape;8665;p33"/>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6" name="Google Shape;8666;p33"/>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67" name="Google Shape;8667;p33"/>
          <p:cNvGrpSpPr/>
          <p:nvPr/>
        </p:nvGrpSpPr>
        <p:grpSpPr>
          <a:xfrm flipH="1" rot="-6127006">
            <a:off x="-224632" y="49716"/>
            <a:ext cx="1047234" cy="979578"/>
            <a:chOff x="-252624" y="1601574"/>
            <a:chExt cx="1047258" cy="979600"/>
          </a:xfrm>
        </p:grpSpPr>
        <p:sp>
          <p:nvSpPr>
            <p:cNvPr id="8668" name="Google Shape;8668;p33"/>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9" name="Google Shape;8669;p33"/>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0" name="Google Shape;8670;p33"/>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1" name="Google Shape;8671;p33"/>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2" name="Google Shape;8672;p33"/>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3" name="Google Shape;8673;p33"/>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4" name="Google Shape;8674;p33"/>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5" name="Google Shape;8675;p33"/>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6" name="Google Shape;8676;p33"/>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7" name="Google Shape;8677;p33"/>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8" name="Google Shape;8678;p33"/>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9" name="Google Shape;8679;p33"/>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0" name="Google Shape;8680;p33"/>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81" name="Google Shape;8681;p33"/>
          <p:cNvGrpSpPr/>
          <p:nvPr/>
        </p:nvGrpSpPr>
        <p:grpSpPr>
          <a:xfrm flipH="1">
            <a:off x="6446467" y="4599425"/>
            <a:ext cx="898165" cy="766770"/>
            <a:chOff x="-252625" y="2918525"/>
            <a:chExt cx="898165" cy="766770"/>
          </a:xfrm>
        </p:grpSpPr>
        <p:sp>
          <p:nvSpPr>
            <p:cNvPr id="8682" name="Google Shape;8682;p33"/>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3" name="Google Shape;8683;p33"/>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4" name="Google Shape;8684;p33"/>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5" name="Google Shape;8685;p33"/>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6" name="Google Shape;8686;p33"/>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7" name="Google Shape;8687;p33"/>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8" name="Google Shape;8688;p33"/>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9" name="Google Shape;8689;p33"/>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0" name="Google Shape;8690;p33"/>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1" name="Google Shape;8691;p33"/>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2" name="Google Shape;8692;p33"/>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3" name="Google Shape;8693;p33"/>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4" name="Google Shape;8694;p33"/>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5" name="Google Shape;8695;p33"/>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6" name="Google Shape;8696;p33"/>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7" name="Google Shape;8697;p33"/>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8" name="Google Shape;8698;p33"/>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9" name="Google Shape;8699;p33"/>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0" name="Google Shape;8700;p33"/>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1" name="Google Shape;8701;p33"/>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2" name="Google Shape;8702;p33"/>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3" name="Google Shape;8703;p33"/>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4" name="Google Shape;8704;p33"/>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5" name="Google Shape;8705;p33"/>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6" name="Google Shape;8706;p33"/>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7" name="Google Shape;8707;p33"/>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8" name="Google Shape;8708;p33"/>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9" name="Google Shape;8709;p33"/>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0" name="Google Shape;8710;p33"/>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1" name="Google Shape;8711;p33"/>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2" name="Google Shape;8712;p33"/>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3" name="Google Shape;8713;p33"/>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4" name="Google Shape;8714;p33"/>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5" name="Google Shape;8715;p33"/>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6" name="Google Shape;8716;p33"/>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7" name="Google Shape;8717;p33"/>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9_1_1">
    <p:spTree>
      <p:nvGrpSpPr>
        <p:cNvPr id="8718" name="Shape 8718"/>
        <p:cNvGrpSpPr/>
        <p:nvPr/>
      </p:nvGrpSpPr>
      <p:grpSpPr>
        <a:xfrm>
          <a:off x="0" y="0"/>
          <a:ext cx="0" cy="0"/>
          <a:chOff x="0" y="0"/>
          <a:chExt cx="0" cy="0"/>
        </a:xfrm>
      </p:grpSpPr>
      <p:grpSp>
        <p:nvGrpSpPr>
          <p:cNvPr id="8719" name="Google Shape;8719;p34"/>
          <p:cNvGrpSpPr/>
          <p:nvPr/>
        </p:nvGrpSpPr>
        <p:grpSpPr>
          <a:xfrm flipH="1">
            <a:off x="28" y="16530"/>
            <a:ext cx="9143944" cy="4940153"/>
            <a:chOff x="0" y="0"/>
            <a:chExt cx="2940175" cy="3566125"/>
          </a:xfrm>
        </p:grpSpPr>
        <p:sp>
          <p:nvSpPr>
            <p:cNvPr id="8720" name="Google Shape;8720;p34"/>
            <p:cNvSpPr/>
            <p:nvPr/>
          </p:nvSpPr>
          <p:spPr>
            <a:xfrm>
              <a:off x="0" y="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1" name="Google Shape;8721;p34"/>
            <p:cNvSpPr/>
            <p:nvPr/>
          </p:nvSpPr>
          <p:spPr>
            <a:xfrm>
              <a:off x="0" y="1224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2" name="Google Shape;8722;p34"/>
            <p:cNvSpPr/>
            <p:nvPr/>
          </p:nvSpPr>
          <p:spPr>
            <a:xfrm>
              <a:off x="0" y="1224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3" name="Google Shape;8723;p34"/>
            <p:cNvSpPr/>
            <p:nvPr/>
          </p:nvSpPr>
          <p:spPr>
            <a:xfrm>
              <a:off x="0" y="1257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4" name="Google Shape;8724;p34"/>
            <p:cNvSpPr/>
            <p:nvPr/>
          </p:nvSpPr>
          <p:spPr>
            <a:xfrm>
              <a:off x="0" y="1257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5" name="Google Shape;8725;p34"/>
            <p:cNvSpPr/>
            <p:nvPr/>
          </p:nvSpPr>
          <p:spPr>
            <a:xfrm>
              <a:off x="0" y="24535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6" name="Google Shape;8726;p34"/>
            <p:cNvSpPr/>
            <p:nvPr/>
          </p:nvSpPr>
          <p:spPr>
            <a:xfrm>
              <a:off x="0" y="245350"/>
              <a:ext cx="2940175" cy="8400"/>
            </a:xfrm>
            <a:custGeom>
              <a:rect b="b" l="l" r="r" t="t"/>
              <a:pathLst>
                <a:path extrusionOk="0" fill="none" h="336" w="117607">
                  <a:moveTo>
                    <a:pt x="117606" y="0"/>
                  </a:moveTo>
                  <a:lnTo>
                    <a:pt x="1" y="0"/>
                  </a:lnTo>
                  <a:lnTo>
                    <a:pt x="1" y="336"/>
                  </a:lnTo>
                  <a:lnTo>
                    <a:pt x="117606" y="336"/>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7" name="Google Shape;8727;p34"/>
            <p:cNvSpPr/>
            <p:nvPr/>
          </p:nvSpPr>
          <p:spPr>
            <a:xfrm>
              <a:off x="0" y="248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8" name="Google Shape;8728;p34"/>
            <p:cNvSpPr/>
            <p:nvPr/>
          </p:nvSpPr>
          <p:spPr>
            <a:xfrm>
              <a:off x="0" y="248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9" name="Google Shape;8729;p34"/>
            <p:cNvSpPr/>
            <p:nvPr/>
          </p:nvSpPr>
          <p:spPr>
            <a:xfrm>
              <a:off x="0" y="367725"/>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0" name="Google Shape;8730;p34"/>
            <p:cNvSpPr/>
            <p:nvPr/>
          </p:nvSpPr>
          <p:spPr>
            <a:xfrm>
              <a:off x="0" y="367725"/>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1" name="Google Shape;8731;p34"/>
            <p:cNvSpPr/>
            <p:nvPr/>
          </p:nvSpPr>
          <p:spPr>
            <a:xfrm>
              <a:off x="0" y="371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2" name="Google Shape;8732;p34"/>
            <p:cNvSpPr/>
            <p:nvPr/>
          </p:nvSpPr>
          <p:spPr>
            <a:xfrm>
              <a:off x="0" y="371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3" name="Google Shape;8733;p34"/>
            <p:cNvSpPr/>
            <p:nvPr/>
          </p:nvSpPr>
          <p:spPr>
            <a:xfrm>
              <a:off x="0" y="4906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4" name="Google Shape;8734;p34"/>
            <p:cNvSpPr/>
            <p:nvPr/>
          </p:nvSpPr>
          <p:spPr>
            <a:xfrm>
              <a:off x="0" y="490675"/>
              <a:ext cx="2940175" cy="8425"/>
            </a:xfrm>
            <a:custGeom>
              <a:rect b="b" l="l" r="r" t="t"/>
              <a:pathLst>
                <a:path extrusionOk="0" fill="none" h="337" w="117607">
                  <a:moveTo>
                    <a:pt x="117606" y="1"/>
                  </a:moveTo>
                  <a:lnTo>
                    <a:pt x="1" y="1"/>
                  </a:lnTo>
                  <a:lnTo>
                    <a:pt x="1" y="336"/>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5" name="Google Shape;8735;p34"/>
            <p:cNvSpPr/>
            <p:nvPr/>
          </p:nvSpPr>
          <p:spPr>
            <a:xfrm>
              <a:off x="0" y="493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6" name="Google Shape;8736;p34"/>
            <p:cNvSpPr/>
            <p:nvPr/>
          </p:nvSpPr>
          <p:spPr>
            <a:xfrm>
              <a:off x="0" y="493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7" name="Google Shape;8737;p34"/>
            <p:cNvSpPr/>
            <p:nvPr/>
          </p:nvSpPr>
          <p:spPr>
            <a:xfrm>
              <a:off x="0" y="613075"/>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8" name="Google Shape;8738;p34"/>
            <p:cNvSpPr/>
            <p:nvPr/>
          </p:nvSpPr>
          <p:spPr>
            <a:xfrm>
              <a:off x="0" y="613075"/>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9" name="Google Shape;8739;p34"/>
            <p:cNvSpPr/>
            <p:nvPr/>
          </p:nvSpPr>
          <p:spPr>
            <a:xfrm>
              <a:off x="0" y="616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0" name="Google Shape;8740;p34"/>
            <p:cNvSpPr/>
            <p:nvPr/>
          </p:nvSpPr>
          <p:spPr>
            <a:xfrm>
              <a:off x="0" y="616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1" name="Google Shape;8741;p34"/>
            <p:cNvSpPr/>
            <p:nvPr/>
          </p:nvSpPr>
          <p:spPr>
            <a:xfrm>
              <a:off x="0" y="7360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2" name="Google Shape;8742;p34"/>
            <p:cNvSpPr/>
            <p:nvPr/>
          </p:nvSpPr>
          <p:spPr>
            <a:xfrm>
              <a:off x="0" y="736025"/>
              <a:ext cx="2940175" cy="8400"/>
            </a:xfrm>
            <a:custGeom>
              <a:rect b="b" l="l" r="r" t="t"/>
              <a:pathLst>
                <a:path extrusionOk="0" fill="none" h="336" w="117607">
                  <a:moveTo>
                    <a:pt x="117606" y="0"/>
                  </a:moveTo>
                  <a:lnTo>
                    <a:pt x="1" y="0"/>
                  </a:lnTo>
                  <a:lnTo>
                    <a:pt x="1" y="336"/>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3" name="Google Shape;8743;p34"/>
            <p:cNvSpPr/>
            <p:nvPr/>
          </p:nvSpPr>
          <p:spPr>
            <a:xfrm>
              <a:off x="0" y="738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4" name="Google Shape;8744;p34"/>
            <p:cNvSpPr/>
            <p:nvPr/>
          </p:nvSpPr>
          <p:spPr>
            <a:xfrm>
              <a:off x="0" y="738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5" name="Google Shape;8745;p34"/>
            <p:cNvSpPr/>
            <p:nvPr/>
          </p:nvSpPr>
          <p:spPr>
            <a:xfrm>
              <a:off x="0" y="858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6" name="Google Shape;8746;p34"/>
            <p:cNvSpPr/>
            <p:nvPr/>
          </p:nvSpPr>
          <p:spPr>
            <a:xfrm>
              <a:off x="0" y="858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7" name="Google Shape;8747;p34"/>
            <p:cNvSpPr/>
            <p:nvPr/>
          </p:nvSpPr>
          <p:spPr>
            <a:xfrm>
              <a:off x="0" y="861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8" name="Google Shape;8748;p34"/>
            <p:cNvSpPr/>
            <p:nvPr/>
          </p:nvSpPr>
          <p:spPr>
            <a:xfrm>
              <a:off x="0" y="861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9" name="Google Shape;8749;p34"/>
            <p:cNvSpPr/>
            <p:nvPr/>
          </p:nvSpPr>
          <p:spPr>
            <a:xfrm>
              <a:off x="0" y="981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0" name="Google Shape;8750;p34"/>
            <p:cNvSpPr/>
            <p:nvPr/>
          </p:nvSpPr>
          <p:spPr>
            <a:xfrm>
              <a:off x="0" y="981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1" name="Google Shape;8751;p34"/>
            <p:cNvSpPr/>
            <p:nvPr/>
          </p:nvSpPr>
          <p:spPr>
            <a:xfrm>
              <a:off x="0" y="984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2" name="Google Shape;8752;p34"/>
            <p:cNvSpPr/>
            <p:nvPr/>
          </p:nvSpPr>
          <p:spPr>
            <a:xfrm>
              <a:off x="0" y="984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3" name="Google Shape;8753;p34"/>
            <p:cNvSpPr/>
            <p:nvPr/>
          </p:nvSpPr>
          <p:spPr>
            <a:xfrm>
              <a:off x="0" y="1103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4" name="Google Shape;8754;p34"/>
            <p:cNvSpPr/>
            <p:nvPr/>
          </p:nvSpPr>
          <p:spPr>
            <a:xfrm>
              <a:off x="0" y="1103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5" name="Google Shape;8755;p34"/>
            <p:cNvSpPr/>
            <p:nvPr/>
          </p:nvSpPr>
          <p:spPr>
            <a:xfrm>
              <a:off x="0" y="1107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6" name="Google Shape;8756;p34"/>
            <p:cNvSpPr/>
            <p:nvPr/>
          </p:nvSpPr>
          <p:spPr>
            <a:xfrm>
              <a:off x="0" y="1107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7" name="Google Shape;8757;p34"/>
            <p:cNvSpPr/>
            <p:nvPr/>
          </p:nvSpPr>
          <p:spPr>
            <a:xfrm>
              <a:off x="0" y="1226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8" name="Google Shape;8758;p34"/>
            <p:cNvSpPr/>
            <p:nvPr/>
          </p:nvSpPr>
          <p:spPr>
            <a:xfrm>
              <a:off x="0" y="1226700"/>
              <a:ext cx="2940175" cy="8975"/>
            </a:xfrm>
            <a:custGeom>
              <a:rect b="b" l="l" r="r" t="t"/>
              <a:pathLst>
                <a:path extrusionOk="0" fill="none" h="359" w="117607">
                  <a:moveTo>
                    <a:pt x="117606" y="1"/>
                  </a:moveTo>
                  <a:lnTo>
                    <a:pt x="1" y="1"/>
                  </a:lnTo>
                  <a:lnTo>
                    <a:pt x="1" y="358"/>
                  </a:lnTo>
                  <a:lnTo>
                    <a:pt x="117606" y="358"/>
                  </a:lnTo>
                  <a:lnTo>
                    <a:pt x="1" y="358"/>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9" name="Google Shape;8759;p34"/>
            <p:cNvSpPr/>
            <p:nvPr/>
          </p:nvSpPr>
          <p:spPr>
            <a:xfrm>
              <a:off x="0" y="12295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0" name="Google Shape;8760;p34"/>
            <p:cNvSpPr/>
            <p:nvPr/>
          </p:nvSpPr>
          <p:spPr>
            <a:xfrm>
              <a:off x="0" y="1229500"/>
              <a:ext cx="2940175" cy="6175"/>
            </a:xfrm>
            <a:custGeom>
              <a:rect b="b" l="l" r="r" t="t"/>
              <a:pathLst>
                <a:path extrusionOk="0" fill="none" h="247" w="117607">
                  <a:moveTo>
                    <a:pt x="117606" y="0"/>
                  </a:moveTo>
                  <a:lnTo>
                    <a:pt x="117606" y="0"/>
                  </a:lnTo>
                  <a:lnTo>
                    <a:pt x="1" y="0"/>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1" name="Google Shape;8761;p34"/>
            <p:cNvSpPr/>
            <p:nvPr/>
          </p:nvSpPr>
          <p:spPr>
            <a:xfrm>
              <a:off x="0" y="13491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2" name="Google Shape;8762;p34"/>
            <p:cNvSpPr/>
            <p:nvPr/>
          </p:nvSpPr>
          <p:spPr>
            <a:xfrm>
              <a:off x="0" y="134910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3" name="Google Shape;8763;p34"/>
            <p:cNvSpPr/>
            <p:nvPr/>
          </p:nvSpPr>
          <p:spPr>
            <a:xfrm>
              <a:off x="0" y="13524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4" name="Google Shape;8764;p34"/>
            <p:cNvSpPr/>
            <p:nvPr/>
          </p:nvSpPr>
          <p:spPr>
            <a:xfrm>
              <a:off x="0" y="135245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5" name="Google Shape;8765;p34"/>
            <p:cNvSpPr/>
            <p:nvPr/>
          </p:nvSpPr>
          <p:spPr>
            <a:xfrm>
              <a:off x="0" y="1472050"/>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6" name="Google Shape;8766;p34"/>
            <p:cNvSpPr/>
            <p:nvPr/>
          </p:nvSpPr>
          <p:spPr>
            <a:xfrm>
              <a:off x="0" y="1472050"/>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7" name="Google Shape;8767;p34"/>
            <p:cNvSpPr/>
            <p:nvPr/>
          </p:nvSpPr>
          <p:spPr>
            <a:xfrm>
              <a:off x="0" y="1474825"/>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8" name="Google Shape;8768;p34"/>
            <p:cNvSpPr/>
            <p:nvPr/>
          </p:nvSpPr>
          <p:spPr>
            <a:xfrm>
              <a:off x="0" y="1474825"/>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9" name="Google Shape;8769;p34"/>
            <p:cNvSpPr/>
            <p:nvPr/>
          </p:nvSpPr>
          <p:spPr>
            <a:xfrm>
              <a:off x="0" y="15944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0" name="Google Shape;8770;p34"/>
            <p:cNvSpPr/>
            <p:nvPr/>
          </p:nvSpPr>
          <p:spPr>
            <a:xfrm>
              <a:off x="0" y="15944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1" name="Google Shape;8771;p34"/>
            <p:cNvSpPr/>
            <p:nvPr/>
          </p:nvSpPr>
          <p:spPr>
            <a:xfrm>
              <a:off x="0" y="15977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2" name="Google Shape;8772;p34"/>
            <p:cNvSpPr/>
            <p:nvPr/>
          </p:nvSpPr>
          <p:spPr>
            <a:xfrm>
              <a:off x="0" y="15977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3" name="Google Shape;8773;p34"/>
            <p:cNvSpPr/>
            <p:nvPr/>
          </p:nvSpPr>
          <p:spPr>
            <a:xfrm>
              <a:off x="0" y="1717375"/>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4" name="Google Shape;8774;p34"/>
            <p:cNvSpPr/>
            <p:nvPr/>
          </p:nvSpPr>
          <p:spPr>
            <a:xfrm>
              <a:off x="0" y="1717375"/>
              <a:ext cx="2940175" cy="8975"/>
            </a:xfrm>
            <a:custGeom>
              <a:rect b="b" l="l" r="r" t="t"/>
              <a:pathLst>
                <a:path extrusionOk="0" fill="none" h="359" w="117607">
                  <a:moveTo>
                    <a:pt x="117606" y="1"/>
                  </a:moveTo>
                  <a:lnTo>
                    <a:pt x="1" y="1"/>
                  </a:lnTo>
                  <a:lnTo>
                    <a:pt x="1" y="358"/>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5" name="Google Shape;8775;p34"/>
            <p:cNvSpPr/>
            <p:nvPr/>
          </p:nvSpPr>
          <p:spPr>
            <a:xfrm>
              <a:off x="0" y="1720175"/>
              <a:ext cx="2940175" cy="6175"/>
            </a:xfrm>
            <a:custGeom>
              <a:rect b="b" l="l" r="r" t="t"/>
              <a:pathLst>
                <a:path extrusionOk="0" h="247" w="117607">
                  <a:moveTo>
                    <a:pt x="1" y="1"/>
                  </a:moveTo>
                  <a:lnTo>
                    <a:pt x="1" y="246"/>
                  </a:lnTo>
                  <a:lnTo>
                    <a:pt x="117606" y="246"/>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6" name="Google Shape;8776;p34"/>
            <p:cNvSpPr/>
            <p:nvPr/>
          </p:nvSpPr>
          <p:spPr>
            <a:xfrm>
              <a:off x="0" y="1720175"/>
              <a:ext cx="2940175" cy="6175"/>
            </a:xfrm>
            <a:custGeom>
              <a:rect b="b" l="l" r="r" t="t"/>
              <a:pathLst>
                <a:path extrusionOk="0" fill="none" h="247" w="117607">
                  <a:moveTo>
                    <a:pt x="117606" y="1"/>
                  </a:moveTo>
                  <a:lnTo>
                    <a:pt x="117606" y="1"/>
                  </a:lnTo>
                  <a:lnTo>
                    <a:pt x="1" y="1"/>
                  </a:lnTo>
                  <a:lnTo>
                    <a:pt x="1" y="246"/>
                  </a:lnTo>
                  <a:lnTo>
                    <a:pt x="1" y="246"/>
                  </a:lnTo>
                  <a:lnTo>
                    <a:pt x="117606" y="246"/>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7" name="Google Shape;8777;p34"/>
            <p:cNvSpPr/>
            <p:nvPr/>
          </p:nvSpPr>
          <p:spPr>
            <a:xfrm>
              <a:off x="0" y="18397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8" name="Google Shape;8778;p34"/>
            <p:cNvSpPr/>
            <p:nvPr/>
          </p:nvSpPr>
          <p:spPr>
            <a:xfrm>
              <a:off x="0" y="1839775"/>
              <a:ext cx="2940175" cy="8975"/>
            </a:xfrm>
            <a:custGeom>
              <a:rect b="b" l="l" r="r" t="t"/>
              <a:pathLst>
                <a:path extrusionOk="0" fill="none" h="359"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9" name="Google Shape;8779;p34"/>
            <p:cNvSpPr/>
            <p:nvPr/>
          </p:nvSpPr>
          <p:spPr>
            <a:xfrm>
              <a:off x="0" y="1843125"/>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0" name="Google Shape;8780;p34"/>
            <p:cNvSpPr/>
            <p:nvPr/>
          </p:nvSpPr>
          <p:spPr>
            <a:xfrm>
              <a:off x="0" y="1843125"/>
              <a:ext cx="2940175" cy="5625"/>
            </a:xfrm>
            <a:custGeom>
              <a:rect b="b" l="l" r="r" t="t"/>
              <a:pathLst>
                <a:path extrusionOk="0" fill="none" h="225"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1" name="Google Shape;8781;p34"/>
            <p:cNvSpPr/>
            <p:nvPr/>
          </p:nvSpPr>
          <p:spPr>
            <a:xfrm>
              <a:off x="0" y="1962725"/>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2" name="Google Shape;8782;p34"/>
            <p:cNvSpPr/>
            <p:nvPr/>
          </p:nvSpPr>
          <p:spPr>
            <a:xfrm>
              <a:off x="0" y="1962725"/>
              <a:ext cx="2940175" cy="8950"/>
            </a:xfrm>
            <a:custGeom>
              <a:rect b="b" l="l" r="r" t="t"/>
              <a:pathLst>
                <a:path extrusionOk="0" fill="none" h="358"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3" name="Google Shape;8783;p34"/>
            <p:cNvSpPr/>
            <p:nvPr/>
          </p:nvSpPr>
          <p:spPr>
            <a:xfrm>
              <a:off x="0" y="1965525"/>
              <a:ext cx="2940175" cy="6150"/>
            </a:xfrm>
            <a:custGeom>
              <a:rect b="b" l="l" r="r" t="t"/>
              <a:pathLst>
                <a:path extrusionOk="0" h="246"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4" name="Google Shape;8784;p34"/>
            <p:cNvSpPr/>
            <p:nvPr/>
          </p:nvSpPr>
          <p:spPr>
            <a:xfrm>
              <a:off x="0" y="1965525"/>
              <a:ext cx="2940175" cy="6150"/>
            </a:xfrm>
            <a:custGeom>
              <a:rect b="b" l="l" r="r" t="t"/>
              <a:pathLst>
                <a:path extrusionOk="0" fill="none" h="246"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5" name="Google Shape;8785;p34"/>
            <p:cNvSpPr/>
            <p:nvPr/>
          </p:nvSpPr>
          <p:spPr>
            <a:xfrm>
              <a:off x="0" y="2085100"/>
              <a:ext cx="2940175" cy="3400"/>
            </a:xfrm>
            <a:custGeom>
              <a:rect b="b" l="l" r="r" t="t"/>
              <a:pathLst>
                <a:path extrusionOk="0" h="136"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6" name="Google Shape;8786;p34"/>
            <p:cNvSpPr/>
            <p:nvPr/>
          </p:nvSpPr>
          <p:spPr>
            <a:xfrm>
              <a:off x="0" y="2085100"/>
              <a:ext cx="2940175" cy="8975"/>
            </a:xfrm>
            <a:custGeom>
              <a:rect b="b" l="l" r="r" t="t"/>
              <a:pathLst>
                <a:path extrusionOk="0" fill="none" h="359" w="117607">
                  <a:moveTo>
                    <a:pt x="117606" y="1"/>
                  </a:moveTo>
                  <a:lnTo>
                    <a:pt x="1" y="1"/>
                  </a:lnTo>
                  <a:lnTo>
                    <a:pt x="1" y="359"/>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7" name="Google Shape;8787;p34"/>
            <p:cNvSpPr/>
            <p:nvPr/>
          </p:nvSpPr>
          <p:spPr>
            <a:xfrm>
              <a:off x="0" y="20884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8" name="Google Shape;8788;p34"/>
            <p:cNvSpPr/>
            <p:nvPr/>
          </p:nvSpPr>
          <p:spPr>
            <a:xfrm>
              <a:off x="0" y="20884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9" name="Google Shape;8789;p34"/>
            <p:cNvSpPr/>
            <p:nvPr/>
          </p:nvSpPr>
          <p:spPr>
            <a:xfrm>
              <a:off x="0" y="2208050"/>
              <a:ext cx="2940175" cy="2825"/>
            </a:xfrm>
            <a:custGeom>
              <a:rect b="b" l="l" r="r" t="t"/>
              <a:pathLst>
                <a:path extrusionOk="0" h="113" w="117607">
                  <a:moveTo>
                    <a:pt x="1" y="1"/>
                  </a:moveTo>
                  <a:lnTo>
                    <a:pt x="1" y="113"/>
                  </a:lnTo>
                  <a:lnTo>
                    <a:pt x="117606" y="113"/>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0" name="Google Shape;8790;p34"/>
            <p:cNvSpPr/>
            <p:nvPr/>
          </p:nvSpPr>
          <p:spPr>
            <a:xfrm>
              <a:off x="0" y="2208050"/>
              <a:ext cx="2940175" cy="8975"/>
            </a:xfrm>
            <a:custGeom>
              <a:rect b="b" l="l" r="r" t="t"/>
              <a:pathLst>
                <a:path extrusionOk="0" fill="none" h="359" w="117607">
                  <a:moveTo>
                    <a:pt x="117606" y="1"/>
                  </a:moveTo>
                  <a:lnTo>
                    <a:pt x="1" y="1"/>
                  </a:lnTo>
                  <a:lnTo>
                    <a:pt x="1" y="359"/>
                  </a:lnTo>
                  <a:lnTo>
                    <a:pt x="1" y="113"/>
                  </a:lnTo>
                  <a:lnTo>
                    <a:pt x="117606" y="113"/>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1" name="Google Shape;8791;p34"/>
            <p:cNvSpPr/>
            <p:nvPr/>
          </p:nvSpPr>
          <p:spPr>
            <a:xfrm>
              <a:off x="0" y="2210850"/>
              <a:ext cx="2940175" cy="6175"/>
            </a:xfrm>
            <a:custGeom>
              <a:rect b="b" l="l" r="r" t="t"/>
              <a:pathLst>
                <a:path extrusionOk="0" h="247" w="117607">
                  <a:moveTo>
                    <a:pt x="1" y="1"/>
                  </a:moveTo>
                  <a:lnTo>
                    <a:pt x="1" y="247"/>
                  </a:lnTo>
                  <a:lnTo>
                    <a:pt x="117606" y="247"/>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2" name="Google Shape;8792;p34"/>
            <p:cNvSpPr/>
            <p:nvPr/>
          </p:nvSpPr>
          <p:spPr>
            <a:xfrm>
              <a:off x="0" y="2210850"/>
              <a:ext cx="2940175" cy="6175"/>
            </a:xfrm>
            <a:custGeom>
              <a:rect b="b" l="l" r="r" t="t"/>
              <a:pathLst>
                <a:path extrusionOk="0" fill="none" h="247" w="117607">
                  <a:moveTo>
                    <a:pt x="117606" y="1"/>
                  </a:moveTo>
                  <a:lnTo>
                    <a:pt x="117606" y="1"/>
                  </a:lnTo>
                  <a:lnTo>
                    <a:pt x="1" y="1"/>
                  </a:lnTo>
                  <a:lnTo>
                    <a:pt x="1" y="247"/>
                  </a:lnTo>
                  <a:lnTo>
                    <a:pt x="1" y="247"/>
                  </a:lnTo>
                  <a:lnTo>
                    <a:pt x="117606" y="247"/>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3" name="Google Shape;8793;p34"/>
            <p:cNvSpPr/>
            <p:nvPr/>
          </p:nvSpPr>
          <p:spPr>
            <a:xfrm>
              <a:off x="0" y="2330450"/>
              <a:ext cx="2940175" cy="3375"/>
            </a:xfrm>
            <a:custGeom>
              <a:rect b="b" l="l" r="r" t="t"/>
              <a:pathLst>
                <a:path extrusionOk="0" h="135" w="117607">
                  <a:moveTo>
                    <a:pt x="1" y="0"/>
                  </a:moveTo>
                  <a:lnTo>
                    <a:pt x="1" y="135"/>
                  </a:lnTo>
                  <a:lnTo>
                    <a:pt x="117606" y="135"/>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4" name="Google Shape;8794;p34"/>
            <p:cNvSpPr/>
            <p:nvPr/>
          </p:nvSpPr>
          <p:spPr>
            <a:xfrm>
              <a:off x="0" y="2330450"/>
              <a:ext cx="2940175" cy="8975"/>
            </a:xfrm>
            <a:custGeom>
              <a:rect b="b" l="l" r="r" t="t"/>
              <a:pathLst>
                <a:path extrusionOk="0" fill="none" h="359" w="117607">
                  <a:moveTo>
                    <a:pt x="117606" y="0"/>
                  </a:moveTo>
                  <a:lnTo>
                    <a:pt x="1" y="0"/>
                  </a:lnTo>
                  <a:lnTo>
                    <a:pt x="1" y="358"/>
                  </a:lnTo>
                  <a:lnTo>
                    <a:pt x="1" y="135"/>
                  </a:lnTo>
                  <a:lnTo>
                    <a:pt x="117606" y="135"/>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5" name="Google Shape;8795;p34"/>
            <p:cNvSpPr/>
            <p:nvPr/>
          </p:nvSpPr>
          <p:spPr>
            <a:xfrm>
              <a:off x="0" y="23338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6" name="Google Shape;8796;p34"/>
            <p:cNvSpPr/>
            <p:nvPr/>
          </p:nvSpPr>
          <p:spPr>
            <a:xfrm>
              <a:off x="0" y="23338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7" name="Google Shape;8797;p34"/>
            <p:cNvSpPr/>
            <p:nvPr/>
          </p:nvSpPr>
          <p:spPr>
            <a:xfrm>
              <a:off x="0" y="2453400"/>
              <a:ext cx="2940175" cy="2825"/>
            </a:xfrm>
            <a:custGeom>
              <a:rect b="b" l="l" r="r" t="t"/>
              <a:pathLst>
                <a:path extrusionOk="0" h="113"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8" name="Google Shape;8798;p34"/>
            <p:cNvSpPr/>
            <p:nvPr/>
          </p:nvSpPr>
          <p:spPr>
            <a:xfrm>
              <a:off x="0" y="2453400"/>
              <a:ext cx="2940175" cy="8975"/>
            </a:xfrm>
            <a:custGeom>
              <a:rect b="b" l="l" r="r" t="t"/>
              <a:pathLst>
                <a:path extrusionOk="0" fill="none" h="359" w="117607">
                  <a:moveTo>
                    <a:pt x="117606" y="0"/>
                  </a:moveTo>
                  <a:lnTo>
                    <a:pt x="1" y="0"/>
                  </a:lnTo>
                  <a:lnTo>
                    <a:pt x="1" y="358"/>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9" name="Google Shape;8799;p34"/>
            <p:cNvSpPr/>
            <p:nvPr/>
          </p:nvSpPr>
          <p:spPr>
            <a:xfrm>
              <a:off x="0" y="2456200"/>
              <a:ext cx="2940175" cy="6175"/>
            </a:xfrm>
            <a:custGeom>
              <a:rect b="b" l="l" r="r" t="t"/>
              <a:pathLst>
                <a:path extrusionOk="0" h="247" w="117607">
                  <a:moveTo>
                    <a:pt x="1" y="0"/>
                  </a:moveTo>
                  <a:lnTo>
                    <a:pt x="1" y="246"/>
                  </a:lnTo>
                  <a:lnTo>
                    <a:pt x="117606" y="246"/>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0" name="Google Shape;8800;p34"/>
            <p:cNvSpPr/>
            <p:nvPr/>
          </p:nvSpPr>
          <p:spPr>
            <a:xfrm>
              <a:off x="0" y="2456200"/>
              <a:ext cx="2940175" cy="6175"/>
            </a:xfrm>
            <a:custGeom>
              <a:rect b="b" l="l" r="r" t="t"/>
              <a:pathLst>
                <a:path extrusionOk="0" fill="none" h="247" w="117607">
                  <a:moveTo>
                    <a:pt x="117606" y="0"/>
                  </a:moveTo>
                  <a:lnTo>
                    <a:pt x="117606" y="0"/>
                  </a:lnTo>
                  <a:lnTo>
                    <a:pt x="1" y="0"/>
                  </a:lnTo>
                  <a:lnTo>
                    <a:pt x="1" y="246"/>
                  </a:lnTo>
                  <a:lnTo>
                    <a:pt x="1" y="246"/>
                  </a:lnTo>
                  <a:lnTo>
                    <a:pt x="117606" y="246"/>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1" name="Google Shape;8801;p34"/>
            <p:cNvSpPr/>
            <p:nvPr/>
          </p:nvSpPr>
          <p:spPr>
            <a:xfrm>
              <a:off x="0" y="257580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2" name="Google Shape;8802;p34"/>
            <p:cNvSpPr/>
            <p:nvPr/>
          </p:nvSpPr>
          <p:spPr>
            <a:xfrm>
              <a:off x="0" y="2575800"/>
              <a:ext cx="2940175" cy="8950"/>
            </a:xfrm>
            <a:custGeom>
              <a:rect b="b" l="l" r="r" t="t"/>
              <a:pathLst>
                <a:path extrusionOk="0" fill="none" h="358" w="117607">
                  <a:moveTo>
                    <a:pt x="117606" y="0"/>
                  </a:moveTo>
                  <a:lnTo>
                    <a:pt x="1" y="0"/>
                  </a:lnTo>
                  <a:lnTo>
                    <a:pt x="1" y="358"/>
                  </a:lnTo>
                  <a:lnTo>
                    <a:pt x="117606" y="358"/>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3" name="Google Shape;8803;p34"/>
            <p:cNvSpPr/>
            <p:nvPr/>
          </p:nvSpPr>
          <p:spPr>
            <a:xfrm>
              <a:off x="0" y="257915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4" name="Google Shape;8804;p34"/>
            <p:cNvSpPr/>
            <p:nvPr/>
          </p:nvSpPr>
          <p:spPr>
            <a:xfrm>
              <a:off x="0" y="2579150"/>
              <a:ext cx="2940175" cy="5600"/>
            </a:xfrm>
            <a:custGeom>
              <a:rect b="b" l="l" r="r" t="t"/>
              <a:pathLst>
                <a:path extrusionOk="0" fill="none" h="224" w="117607">
                  <a:moveTo>
                    <a:pt x="117606" y="0"/>
                  </a:moveTo>
                  <a:lnTo>
                    <a:pt x="117606" y="0"/>
                  </a:lnTo>
                  <a:lnTo>
                    <a:pt x="1" y="0"/>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5" name="Google Shape;8805;p34"/>
            <p:cNvSpPr/>
            <p:nvPr/>
          </p:nvSpPr>
          <p:spPr>
            <a:xfrm>
              <a:off x="0" y="2698750"/>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6" name="Google Shape;8806;p34"/>
            <p:cNvSpPr/>
            <p:nvPr/>
          </p:nvSpPr>
          <p:spPr>
            <a:xfrm>
              <a:off x="0" y="2698750"/>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7" name="Google Shape;8807;p34"/>
            <p:cNvSpPr/>
            <p:nvPr/>
          </p:nvSpPr>
          <p:spPr>
            <a:xfrm>
              <a:off x="0" y="2702100"/>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8" name="Google Shape;8808;p34"/>
            <p:cNvSpPr/>
            <p:nvPr/>
          </p:nvSpPr>
          <p:spPr>
            <a:xfrm>
              <a:off x="0" y="2702100"/>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9" name="Google Shape;8809;p34"/>
            <p:cNvSpPr/>
            <p:nvPr/>
          </p:nvSpPr>
          <p:spPr>
            <a:xfrm>
              <a:off x="0" y="282112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0" name="Google Shape;8810;p34"/>
            <p:cNvSpPr/>
            <p:nvPr/>
          </p:nvSpPr>
          <p:spPr>
            <a:xfrm>
              <a:off x="0" y="282112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1" name="Google Shape;8811;p34"/>
            <p:cNvSpPr/>
            <p:nvPr/>
          </p:nvSpPr>
          <p:spPr>
            <a:xfrm>
              <a:off x="0" y="282447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2" name="Google Shape;8812;p34"/>
            <p:cNvSpPr/>
            <p:nvPr/>
          </p:nvSpPr>
          <p:spPr>
            <a:xfrm>
              <a:off x="0" y="282447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3" name="Google Shape;8813;p34"/>
            <p:cNvSpPr/>
            <p:nvPr/>
          </p:nvSpPr>
          <p:spPr>
            <a:xfrm>
              <a:off x="0" y="2944075"/>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4" name="Google Shape;8814;p34"/>
            <p:cNvSpPr/>
            <p:nvPr/>
          </p:nvSpPr>
          <p:spPr>
            <a:xfrm>
              <a:off x="0" y="2944075"/>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5" name="Google Shape;8815;p34"/>
            <p:cNvSpPr/>
            <p:nvPr/>
          </p:nvSpPr>
          <p:spPr>
            <a:xfrm>
              <a:off x="0" y="2947425"/>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6" name="Google Shape;8816;p34"/>
            <p:cNvSpPr/>
            <p:nvPr/>
          </p:nvSpPr>
          <p:spPr>
            <a:xfrm>
              <a:off x="0" y="2947425"/>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7" name="Google Shape;8817;p34"/>
            <p:cNvSpPr/>
            <p:nvPr/>
          </p:nvSpPr>
          <p:spPr>
            <a:xfrm>
              <a:off x="0" y="306647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8" name="Google Shape;8818;p34"/>
            <p:cNvSpPr/>
            <p:nvPr/>
          </p:nvSpPr>
          <p:spPr>
            <a:xfrm>
              <a:off x="0" y="306647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9" name="Google Shape;8819;p34"/>
            <p:cNvSpPr/>
            <p:nvPr/>
          </p:nvSpPr>
          <p:spPr>
            <a:xfrm>
              <a:off x="0" y="306982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0" name="Google Shape;8820;p34"/>
            <p:cNvSpPr/>
            <p:nvPr/>
          </p:nvSpPr>
          <p:spPr>
            <a:xfrm>
              <a:off x="0" y="306982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1" name="Google Shape;8821;p34"/>
            <p:cNvSpPr/>
            <p:nvPr/>
          </p:nvSpPr>
          <p:spPr>
            <a:xfrm>
              <a:off x="0" y="3189425"/>
              <a:ext cx="2940175" cy="3375"/>
            </a:xfrm>
            <a:custGeom>
              <a:rect b="b" l="l" r="r" t="t"/>
              <a:pathLst>
                <a:path extrusionOk="0" h="135" w="117607">
                  <a:moveTo>
                    <a:pt x="1" y="0"/>
                  </a:moveTo>
                  <a:lnTo>
                    <a:pt x="1" y="134"/>
                  </a:lnTo>
                  <a:lnTo>
                    <a:pt x="117606" y="13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2" name="Google Shape;8822;p34"/>
            <p:cNvSpPr/>
            <p:nvPr/>
          </p:nvSpPr>
          <p:spPr>
            <a:xfrm>
              <a:off x="0" y="3189425"/>
              <a:ext cx="2940175" cy="8950"/>
            </a:xfrm>
            <a:custGeom>
              <a:rect b="b" l="l" r="r" t="t"/>
              <a:pathLst>
                <a:path extrusionOk="0" fill="none" h="358" w="117607">
                  <a:moveTo>
                    <a:pt x="117606" y="0"/>
                  </a:moveTo>
                  <a:lnTo>
                    <a:pt x="1" y="0"/>
                  </a:lnTo>
                  <a:lnTo>
                    <a:pt x="1" y="358"/>
                  </a:lnTo>
                  <a:lnTo>
                    <a:pt x="1" y="134"/>
                  </a:lnTo>
                  <a:lnTo>
                    <a:pt x="117606" y="13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3" name="Google Shape;8823;p34"/>
            <p:cNvSpPr/>
            <p:nvPr/>
          </p:nvSpPr>
          <p:spPr>
            <a:xfrm>
              <a:off x="0" y="3192775"/>
              <a:ext cx="2940175" cy="5600"/>
            </a:xfrm>
            <a:custGeom>
              <a:rect b="b" l="l" r="r" t="t"/>
              <a:pathLst>
                <a:path extrusionOk="0" h="224"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4" name="Google Shape;8824;p34"/>
            <p:cNvSpPr/>
            <p:nvPr/>
          </p:nvSpPr>
          <p:spPr>
            <a:xfrm>
              <a:off x="0" y="3192775"/>
              <a:ext cx="2940175" cy="5600"/>
            </a:xfrm>
            <a:custGeom>
              <a:rect b="b" l="l" r="r" t="t"/>
              <a:pathLst>
                <a:path extrusionOk="0" fill="none" h="224"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5" name="Google Shape;8825;p34"/>
            <p:cNvSpPr/>
            <p:nvPr/>
          </p:nvSpPr>
          <p:spPr>
            <a:xfrm>
              <a:off x="0" y="3312375"/>
              <a:ext cx="2940175" cy="2800"/>
            </a:xfrm>
            <a:custGeom>
              <a:rect b="b" l="l" r="r" t="t"/>
              <a:pathLst>
                <a:path extrusionOk="0" h="112" w="117607">
                  <a:moveTo>
                    <a:pt x="1" y="0"/>
                  </a:moveTo>
                  <a:lnTo>
                    <a:pt x="1" y="112"/>
                  </a:lnTo>
                  <a:lnTo>
                    <a:pt x="117606" y="112"/>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6" name="Google Shape;8826;p34"/>
            <p:cNvSpPr/>
            <p:nvPr/>
          </p:nvSpPr>
          <p:spPr>
            <a:xfrm>
              <a:off x="0" y="3312375"/>
              <a:ext cx="2940175" cy="8400"/>
            </a:xfrm>
            <a:custGeom>
              <a:rect b="b" l="l" r="r" t="t"/>
              <a:pathLst>
                <a:path extrusionOk="0" fill="none" h="336" w="117607">
                  <a:moveTo>
                    <a:pt x="117606" y="0"/>
                  </a:moveTo>
                  <a:lnTo>
                    <a:pt x="1" y="0"/>
                  </a:lnTo>
                  <a:lnTo>
                    <a:pt x="1" y="335"/>
                  </a:lnTo>
                  <a:lnTo>
                    <a:pt x="1" y="112"/>
                  </a:lnTo>
                  <a:lnTo>
                    <a:pt x="117606" y="112"/>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7" name="Google Shape;8827;p34"/>
            <p:cNvSpPr/>
            <p:nvPr/>
          </p:nvSpPr>
          <p:spPr>
            <a:xfrm>
              <a:off x="0" y="331515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8" name="Google Shape;8828;p34"/>
            <p:cNvSpPr/>
            <p:nvPr/>
          </p:nvSpPr>
          <p:spPr>
            <a:xfrm>
              <a:off x="0" y="331515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9" name="Google Shape;8829;p34"/>
            <p:cNvSpPr/>
            <p:nvPr/>
          </p:nvSpPr>
          <p:spPr>
            <a:xfrm>
              <a:off x="0" y="3434750"/>
              <a:ext cx="2940175" cy="3375"/>
            </a:xfrm>
            <a:custGeom>
              <a:rect b="b" l="l" r="r" t="t"/>
              <a:pathLst>
                <a:path extrusionOk="0" h="135" w="117607">
                  <a:moveTo>
                    <a:pt x="1" y="1"/>
                  </a:moveTo>
                  <a:lnTo>
                    <a:pt x="1" y="135"/>
                  </a:lnTo>
                  <a:lnTo>
                    <a:pt x="117606" y="135"/>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0" name="Google Shape;8830;p34"/>
            <p:cNvSpPr/>
            <p:nvPr/>
          </p:nvSpPr>
          <p:spPr>
            <a:xfrm>
              <a:off x="0" y="3434750"/>
              <a:ext cx="2940175" cy="8975"/>
            </a:xfrm>
            <a:custGeom>
              <a:rect b="b" l="l" r="r" t="t"/>
              <a:pathLst>
                <a:path extrusionOk="0" fill="none" h="359" w="117607">
                  <a:moveTo>
                    <a:pt x="117606" y="1"/>
                  </a:moveTo>
                  <a:lnTo>
                    <a:pt x="1" y="1"/>
                  </a:lnTo>
                  <a:lnTo>
                    <a:pt x="1" y="358"/>
                  </a:lnTo>
                  <a:lnTo>
                    <a:pt x="1" y="135"/>
                  </a:lnTo>
                  <a:lnTo>
                    <a:pt x="117606" y="135"/>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1" name="Google Shape;8831;p34"/>
            <p:cNvSpPr/>
            <p:nvPr/>
          </p:nvSpPr>
          <p:spPr>
            <a:xfrm>
              <a:off x="0" y="3438100"/>
              <a:ext cx="2940175" cy="5625"/>
            </a:xfrm>
            <a:custGeom>
              <a:rect b="b" l="l" r="r" t="t"/>
              <a:pathLst>
                <a:path extrusionOk="0" h="225" w="117607">
                  <a:moveTo>
                    <a:pt x="1" y="1"/>
                  </a:moveTo>
                  <a:lnTo>
                    <a:pt x="1" y="224"/>
                  </a:lnTo>
                  <a:lnTo>
                    <a:pt x="117606" y="224"/>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2" name="Google Shape;8832;p34"/>
            <p:cNvSpPr/>
            <p:nvPr/>
          </p:nvSpPr>
          <p:spPr>
            <a:xfrm>
              <a:off x="0" y="3438100"/>
              <a:ext cx="2940175" cy="5625"/>
            </a:xfrm>
            <a:custGeom>
              <a:rect b="b" l="l" r="r" t="t"/>
              <a:pathLst>
                <a:path extrusionOk="0" fill="none" h="225" w="117607">
                  <a:moveTo>
                    <a:pt x="117606" y="1"/>
                  </a:moveTo>
                  <a:lnTo>
                    <a:pt x="117606" y="1"/>
                  </a:lnTo>
                  <a:lnTo>
                    <a:pt x="1" y="1"/>
                  </a:lnTo>
                  <a:lnTo>
                    <a:pt x="1" y="224"/>
                  </a:lnTo>
                  <a:lnTo>
                    <a:pt x="1" y="224"/>
                  </a:lnTo>
                  <a:lnTo>
                    <a:pt x="117606" y="224"/>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3" name="Google Shape;8833;p34"/>
            <p:cNvSpPr/>
            <p:nvPr/>
          </p:nvSpPr>
          <p:spPr>
            <a:xfrm>
              <a:off x="0" y="3557700"/>
              <a:ext cx="2940175" cy="2825"/>
            </a:xfrm>
            <a:custGeom>
              <a:rect b="b" l="l" r="r" t="t"/>
              <a:pathLst>
                <a:path extrusionOk="0" h="113" w="117607">
                  <a:moveTo>
                    <a:pt x="1" y="1"/>
                  </a:moveTo>
                  <a:lnTo>
                    <a:pt x="1" y="112"/>
                  </a:lnTo>
                  <a:lnTo>
                    <a:pt x="117606" y="112"/>
                  </a:lnTo>
                  <a:lnTo>
                    <a:pt x="117606"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4" name="Google Shape;8834;p34"/>
            <p:cNvSpPr/>
            <p:nvPr/>
          </p:nvSpPr>
          <p:spPr>
            <a:xfrm>
              <a:off x="0" y="3557700"/>
              <a:ext cx="2940175" cy="8425"/>
            </a:xfrm>
            <a:custGeom>
              <a:rect b="b" l="l" r="r" t="t"/>
              <a:pathLst>
                <a:path extrusionOk="0" fill="none" h="337" w="117607">
                  <a:moveTo>
                    <a:pt x="117606" y="1"/>
                  </a:moveTo>
                  <a:lnTo>
                    <a:pt x="1" y="1"/>
                  </a:lnTo>
                  <a:lnTo>
                    <a:pt x="1" y="336"/>
                  </a:lnTo>
                  <a:lnTo>
                    <a:pt x="1" y="112"/>
                  </a:lnTo>
                  <a:lnTo>
                    <a:pt x="117606" y="112"/>
                  </a:lnTo>
                  <a:lnTo>
                    <a:pt x="117606" y="1"/>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5" name="Google Shape;8835;p34"/>
            <p:cNvSpPr/>
            <p:nvPr/>
          </p:nvSpPr>
          <p:spPr>
            <a:xfrm>
              <a:off x="0" y="3560500"/>
              <a:ext cx="2940175" cy="5625"/>
            </a:xfrm>
            <a:custGeom>
              <a:rect b="b" l="l" r="r" t="t"/>
              <a:pathLst>
                <a:path extrusionOk="0" h="225" w="117607">
                  <a:moveTo>
                    <a:pt x="1" y="0"/>
                  </a:moveTo>
                  <a:lnTo>
                    <a:pt x="1" y="224"/>
                  </a:lnTo>
                  <a:lnTo>
                    <a:pt x="117606" y="224"/>
                  </a:lnTo>
                  <a:lnTo>
                    <a:pt x="117606"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6" name="Google Shape;8836;p34"/>
            <p:cNvSpPr/>
            <p:nvPr/>
          </p:nvSpPr>
          <p:spPr>
            <a:xfrm>
              <a:off x="0" y="3560500"/>
              <a:ext cx="2940175" cy="5625"/>
            </a:xfrm>
            <a:custGeom>
              <a:rect b="b" l="l" r="r" t="t"/>
              <a:pathLst>
                <a:path extrusionOk="0" fill="none" h="225" w="117607">
                  <a:moveTo>
                    <a:pt x="117606" y="0"/>
                  </a:moveTo>
                  <a:lnTo>
                    <a:pt x="117606" y="0"/>
                  </a:lnTo>
                  <a:lnTo>
                    <a:pt x="1" y="0"/>
                  </a:lnTo>
                  <a:lnTo>
                    <a:pt x="1" y="224"/>
                  </a:lnTo>
                  <a:lnTo>
                    <a:pt x="1" y="224"/>
                  </a:lnTo>
                  <a:lnTo>
                    <a:pt x="117606" y="224"/>
                  </a:lnTo>
                  <a:lnTo>
                    <a:pt x="117606" y="0"/>
                  </a:lnTo>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37" name="Google Shape;8837;p34"/>
          <p:cNvGrpSpPr/>
          <p:nvPr/>
        </p:nvGrpSpPr>
        <p:grpSpPr>
          <a:xfrm>
            <a:off x="8161488" y="-117259"/>
            <a:ext cx="1363145" cy="1433258"/>
            <a:chOff x="8529150" y="-173700"/>
            <a:chExt cx="1669089" cy="1754724"/>
          </a:xfrm>
        </p:grpSpPr>
        <p:sp>
          <p:nvSpPr>
            <p:cNvPr id="8838" name="Google Shape;8838;p34"/>
            <p:cNvSpPr/>
            <p:nvPr/>
          </p:nvSpPr>
          <p:spPr>
            <a:xfrm>
              <a:off x="9476745" y="1051933"/>
              <a:ext cx="272948" cy="372487"/>
            </a:xfrm>
            <a:custGeom>
              <a:rect b="b" l="l" r="r" t="t"/>
              <a:pathLst>
                <a:path extrusionOk="0" h="10055" w="7368">
                  <a:moveTo>
                    <a:pt x="1185" y="1"/>
                  </a:moveTo>
                  <a:lnTo>
                    <a:pt x="1146" y="40"/>
                  </a:lnTo>
                  <a:lnTo>
                    <a:pt x="1087" y="139"/>
                  </a:lnTo>
                  <a:lnTo>
                    <a:pt x="988" y="396"/>
                  </a:lnTo>
                  <a:lnTo>
                    <a:pt x="869" y="791"/>
                  </a:lnTo>
                  <a:lnTo>
                    <a:pt x="751" y="1285"/>
                  </a:lnTo>
                  <a:lnTo>
                    <a:pt x="632" y="1857"/>
                  </a:lnTo>
                  <a:lnTo>
                    <a:pt x="494" y="2509"/>
                  </a:lnTo>
                  <a:lnTo>
                    <a:pt x="375" y="3201"/>
                  </a:lnTo>
                  <a:lnTo>
                    <a:pt x="277" y="3931"/>
                  </a:lnTo>
                  <a:lnTo>
                    <a:pt x="178" y="4682"/>
                  </a:lnTo>
                  <a:lnTo>
                    <a:pt x="99" y="5413"/>
                  </a:lnTo>
                  <a:lnTo>
                    <a:pt x="40" y="6124"/>
                  </a:lnTo>
                  <a:lnTo>
                    <a:pt x="0" y="6795"/>
                  </a:lnTo>
                  <a:lnTo>
                    <a:pt x="0" y="7408"/>
                  </a:lnTo>
                  <a:lnTo>
                    <a:pt x="40" y="7941"/>
                  </a:lnTo>
                  <a:lnTo>
                    <a:pt x="59" y="8178"/>
                  </a:lnTo>
                  <a:lnTo>
                    <a:pt x="99" y="8376"/>
                  </a:lnTo>
                  <a:lnTo>
                    <a:pt x="158" y="8553"/>
                  </a:lnTo>
                  <a:lnTo>
                    <a:pt x="217" y="8711"/>
                  </a:lnTo>
                  <a:lnTo>
                    <a:pt x="296" y="8830"/>
                  </a:lnTo>
                  <a:lnTo>
                    <a:pt x="395" y="8948"/>
                  </a:lnTo>
                  <a:lnTo>
                    <a:pt x="533" y="9067"/>
                  </a:lnTo>
                  <a:lnTo>
                    <a:pt x="711" y="9166"/>
                  </a:lnTo>
                  <a:lnTo>
                    <a:pt x="889" y="9264"/>
                  </a:lnTo>
                  <a:lnTo>
                    <a:pt x="1106" y="9363"/>
                  </a:lnTo>
                  <a:lnTo>
                    <a:pt x="1343" y="9442"/>
                  </a:lnTo>
                  <a:lnTo>
                    <a:pt x="1580" y="9521"/>
                  </a:lnTo>
                  <a:lnTo>
                    <a:pt x="2133" y="9660"/>
                  </a:lnTo>
                  <a:lnTo>
                    <a:pt x="2726" y="9758"/>
                  </a:lnTo>
                  <a:lnTo>
                    <a:pt x="3338" y="9857"/>
                  </a:lnTo>
                  <a:lnTo>
                    <a:pt x="3951" y="9936"/>
                  </a:lnTo>
                  <a:lnTo>
                    <a:pt x="4583" y="9976"/>
                  </a:lnTo>
                  <a:lnTo>
                    <a:pt x="5175" y="10015"/>
                  </a:lnTo>
                  <a:lnTo>
                    <a:pt x="6222" y="10055"/>
                  </a:lnTo>
                  <a:lnTo>
                    <a:pt x="6973" y="10055"/>
                  </a:lnTo>
                  <a:lnTo>
                    <a:pt x="7210" y="10035"/>
                  </a:lnTo>
                  <a:lnTo>
                    <a:pt x="7289" y="10035"/>
                  </a:lnTo>
                  <a:lnTo>
                    <a:pt x="7328" y="9995"/>
                  </a:lnTo>
                  <a:lnTo>
                    <a:pt x="7328" y="9956"/>
                  </a:lnTo>
                  <a:lnTo>
                    <a:pt x="7368" y="9798"/>
                  </a:lnTo>
                  <a:lnTo>
                    <a:pt x="7368" y="9581"/>
                  </a:lnTo>
                  <a:lnTo>
                    <a:pt x="7368" y="9284"/>
                  </a:lnTo>
                  <a:lnTo>
                    <a:pt x="7328" y="8474"/>
                  </a:lnTo>
                  <a:lnTo>
                    <a:pt x="7308" y="7428"/>
                  </a:lnTo>
                  <a:lnTo>
                    <a:pt x="7249" y="5946"/>
                  </a:lnTo>
                  <a:lnTo>
                    <a:pt x="7150" y="4208"/>
                  </a:lnTo>
                  <a:lnTo>
                    <a:pt x="7032" y="2134"/>
                  </a:lnTo>
                  <a:lnTo>
                    <a:pt x="6933" y="2035"/>
                  </a:lnTo>
                  <a:lnTo>
                    <a:pt x="6815" y="1917"/>
                  </a:lnTo>
                  <a:lnTo>
                    <a:pt x="6617" y="1759"/>
                  </a:lnTo>
                  <a:lnTo>
                    <a:pt x="6380" y="1561"/>
                  </a:lnTo>
                  <a:lnTo>
                    <a:pt x="6084" y="1364"/>
                  </a:lnTo>
                  <a:lnTo>
                    <a:pt x="5728" y="1166"/>
                  </a:lnTo>
                  <a:lnTo>
                    <a:pt x="5313" y="969"/>
                  </a:lnTo>
                  <a:lnTo>
                    <a:pt x="4978" y="830"/>
                  </a:lnTo>
                  <a:lnTo>
                    <a:pt x="4563" y="712"/>
                  </a:lnTo>
                  <a:lnTo>
                    <a:pt x="3891" y="534"/>
                  </a:lnTo>
                  <a:lnTo>
                    <a:pt x="3180" y="376"/>
                  </a:lnTo>
                  <a:lnTo>
                    <a:pt x="2430" y="218"/>
                  </a:lnTo>
                  <a:lnTo>
                    <a:pt x="1798" y="100"/>
                  </a:lnTo>
                  <a:lnTo>
                    <a:pt x="1185"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9" name="Google Shape;8839;p34"/>
            <p:cNvSpPr/>
            <p:nvPr/>
          </p:nvSpPr>
          <p:spPr>
            <a:xfrm>
              <a:off x="9527239" y="1298549"/>
              <a:ext cx="144179" cy="48307"/>
            </a:xfrm>
            <a:custGeom>
              <a:rect b="b" l="l" r="r" t="t"/>
              <a:pathLst>
                <a:path extrusionOk="0" h="1304" w="3892">
                  <a:moveTo>
                    <a:pt x="2074" y="0"/>
                  </a:moveTo>
                  <a:lnTo>
                    <a:pt x="1936" y="20"/>
                  </a:lnTo>
                  <a:lnTo>
                    <a:pt x="1620" y="59"/>
                  </a:lnTo>
                  <a:lnTo>
                    <a:pt x="1304" y="158"/>
                  </a:lnTo>
                  <a:lnTo>
                    <a:pt x="988" y="277"/>
                  </a:lnTo>
                  <a:lnTo>
                    <a:pt x="474" y="494"/>
                  </a:lnTo>
                  <a:lnTo>
                    <a:pt x="257" y="593"/>
                  </a:lnTo>
                  <a:lnTo>
                    <a:pt x="0" y="1304"/>
                  </a:lnTo>
                  <a:lnTo>
                    <a:pt x="0" y="1304"/>
                  </a:lnTo>
                  <a:lnTo>
                    <a:pt x="178" y="1166"/>
                  </a:lnTo>
                  <a:lnTo>
                    <a:pt x="395" y="1008"/>
                  </a:lnTo>
                  <a:lnTo>
                    <a:pt x="672" y="850"/>
                  </a:lnTo>
                  <a:lnTo>
                    <a:pt x="988" y="692"/>
                  </a:lnTo>
                  <a:lnTo>
                    <a:pt x="1343" y="534"/>
                  </a:lnTo>
                  <a:lnTo>
                    <a:pt x="1541" y="474"/>
                  </a:lnTo>
                  <a:lnTo>
                    <a:pt x="1718" y="435"/>
                  </a:lnTo>
                  <a:lnTo>
                    <a:pt x="1916" y="395"/>
                  </a:lnTo>
                  <a:lnTo>
                    <a:pt x="2094" y="376"/>
                  </a:lnTo>
                  <a:lnTo>
                    <a:pt x="2805" y="376"/>
                  </a:lnTo>
                  <a:lnTo>
                    <a:pt x="3378" y="415"/>
                  </a:lnTo>
                  <a:lnTo>
                    <a:pt x="3891" y="455"/>
                  </a:lnTo>
                  <a:lnTo>
                    <a:pt x="3733" y="395"/>
                  </a:lnTo>
                  <a:lnTo>
                    <a:pt x="3318" y="257"/>
                  </a:lnTo>
                  <a:lnTo>
                    <a:pt x="2765" y="119"/>
                  </a:lnTo>
                  <a:lnTo>
                    <a:pt x="2489" y="59"/>
                  </a:lnTo>
                  <a:lnTo>
                    <a:pt x="2212"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0" name="Google Shape;8840;p34"/>
            <p:cNvSpPr/>
            <p:nvPr/>
          </p:nvSpPr>
          <p:spPr>
            <a:xfrm>
              <a:off x="9304779" y="1310255"/>
              <a:ext cx="441984" cy="270762"/>
            </a:xfrm>
            <a:custGeom>
              <a:rect b="b" l="l" r="r" t="t"/>
              <a:pathLst>
                <a:path extrusionOk="0" h="7309" w="11931">
                  <a:moveTo>
                    <a:pt x="8158" y="0"/>
                  </a:moveTo>
                  <a:lnTo>
                    <a:pt x="7921" y="40"/>
                  </a:lnTo>
                  <a:lnTo>
                    <a:pt x="7684" y="79"/>
                  </a:lnTo>
                  <a:lnTo>
                    <a:pt x="7467" y="139"/>
                  </a:lnTo>
                  <a:lnTo>
                    <a:pt x="7249" y="218"/>
                  </a:lnTo>
                  <a:lnTo>
                    <a:pt x="7032" y="316"/>
                  </a:lnTo>
                  <a:lnTo>
                    <a:pt x="6815" y="435"/>
                  </a:lnTo>
                  <a:lnTo>
                    <a:pt x="6617" y="553"/>
                  </a:lnTo>
                  <a:lnTo>
                    <a:pt x="6420" y="692"/>
                  </a:lnTo>
                  <a:lnTo>
                    <a:pt x="6242" y="850"/>
                  </a:lnTo>
                  <a:lnTo>
                    <a:pt x="5531" y="1442"/>
                  </a:lnTo>
                  <a:lnTo>
                    <a:pt x="4859" y="1995"/>
                  </a:lnTo>
                  <a:lnTo>
                    <a:pt x="4227" y="2469"/>
                  </a:lnTo>
                  <a:lnTo>
                    <a:pt x="3714" y="2845"/>
                  </a:lnTo>
                  <a:lnTo>
                    <a:pt x="3378" y="3042"/>
                  </a:lnTo>
                  <a:lnTo>
                    <a:pt x="2904" y="3279"/>
                  </a:lnTo>
                  <a:lnTo>
                    <a:pt x="1739" y="3872"/>
                  </a:lnTo>
                  <a:lnTo>
                    <a:pt x="1146" y="4188"/>
                  </a:lnTo>
                  <a:lnTo>
                    <a:pt x="889" y="4346"/>
                  </a:lnTo>
                  <a:lnTo>
                    <a:pt x="632" y="4504"/>
                  </a:lnTo>
                  <a:lnTo>
                    <a:pt x="435" y="4662"/>
                  </a:lnTo>
                  <a:lnTo>
                    <a:pt x="257" y="4800"/>
                  </a:lnTo>
                  <a:lnTo>
                    <a:pt x="139" y="4938"/>
                  </a:lnTo>
                  <a:lnTo>
                    <a:pt x="99" y="5017"/>
                  </a:lnTo>
                  <a:lnTo>
                    <a:pt x="79" y="5077"/>
                  </a:lnTo>
                  <a:lnTo>
                    <a:pt x="20" y="5353"/>
                  </a:lnTo>
                  <a:lnTo>
                    <a:pt x="0" y="5669"/>
                  </a:lnTo>
                  <a:lnTo>
                    <a:pt x="0" y="5847"/>
                  </a:lnTo>
                  <a:lnTo>
                    <a:pt x="20" y="6005"/>
                  </a:lnTo>
                  <a:lnTo>
                    <a:pt x="60" y="6183"/>
                  </a:lnTo>
                  <a:lnTo>
                    <a:pt x="99" y="6341"/>
                  </a:lnTo>
                  <a:lnTo>
                    <a:pt x="178" y="6499"/>
                  </a:lnTo>
                  <a:lnTo>
                    <a:pt x="257" y="6657"/>
                  </a:lnTo>
                  <a:lnTo>
                    <a:pt x="376" y="6795"/>
                  </a:lnTo>
                  <a:lnTo>
                    <a:pt x="514" y="6933"/>
                  </a:lnTo>
                  <a:lnTo>
                    <a:pt x="672" y="7052"/>
                  </a:lnTo>
                  <a:lnTo>
                    <a:pt x="870" y="7151"/>
                  </a:lnTo>
                  <a:lnTo>
                    <a:pt x="1067" y="7230"/>
                  </a:lnTo>
                  <a:lnTo>
                    <a:pt x="1324" y="7269"/>
                  </a:lnTo>
                  <a:lnTo>
                    <a:pt x="1344" y="7269"/>
                  </a:lnTo>
                  <a:lnTo>
                    <a:pt x="1600" y="7309"/>
                  </a:lnTo>
                  <a:lnTo>
                    <a:pt x="2153" y="7309"/>
                  </a:lnTo>
                  <a:lnTo>
                    <a:pt x="2410" y="7269"/>
                  </a:lnTo>
                  <a:lnTo>
                    <a:pt x="2667" y="7210"/>
                  </a:lnTo>
                  <a:lnTo>
                    <a:pt x="2924" y="7151"/>
                  </a:lnTo>
                  <a:lnTo>
                    <a:pt x="3180" y="7072"/>
                  </a:lnTo>
                  <a:lnTo>
                    <a:pt x="3674" y="6894"/>
                  </a:lnTo>
                  <a:lnTo>
                    <a:pt x="3852" y="6815"/>
                  </a:lnTo>
                  <a:lnTo>
                    <a:pt x="4445" y="6597"/>
                  </a:lnTo>
                  <a:lnTo>
                    <a:pt x="4721" y="6479"/>
                  </a:lnTo>
                  <a:lnTo>
                    <a:pt x="4998" y="6400"/>
                  </a:lnTo>
                  <a:lnTo>
                    <a:pt x="5215" y="6341"/>
                  </a:lnTo>
                  <a:lnTo>
                    <a:pt x="5452" y="6301"/>
                  </a:lnTo>
                  <a:lnTo>
                    <a:pt x="5985" y="6242"/>
                  </a:lnTo>
                  <a:lnTo>
                    <a:pt x="6578" y="6202"/>
                  </a:lnTo>
                  <a:lnTo>
                    <a:pt x="7210" y="6183"/>
                  </a:lnTo>
                  <a:lnTo>
                    <a:pt x="7862" y="6123"/>
                  </a:lnTo>
                  <a:lnTo>
                    <a:pt x="8494" y="6064"/>
                  </a:lnTo>
                  <a:lnTo>
                    <a:pt x="8810" y="6005"/>
                  </a:lnTo>
                  <a:lnTo>
                    <a:pt x="9106" y="5946"/>
                  </a:lnTo>
                  <a:lnTo>
                    <a:pt x="9402" y="5867"/>
                  </a:lnTo>
                  <a:lnTo>
                    <a:pt x="9679" y="5788"/>
                  </a:lnTo>
                  <a:lnTo>
                    <a:pt x="10034" y="5630"/>
                  </a:lnTo>
                  <a:lnTo>
                    <a:pt x="10370" y="5452"/>
                  </a:lnTo>
                  <a:lnTo>
                    <a:pt x="10647" y="5254"/>
                  </a:lnTo>
                  <a:lnTo>
                    <a:pt x="10904" y="5037"/>
                  </a:lnTo>
                  <a:lnTo>
                    <a:pt x="11121" y="4800"/>
                  </a:lnTo>
                  <a:lnTo>
                    <a:pt x="11299" y="4583"/>
                  </a:lnTo>
                  <a:lnTo>
                    <a:pt x="11457" y="4346"/>
                  </a:lnTo>
                  <a:lnTo>
                    <a:pt x="11575" y="4128"/>
                  </a:lnTo>
                  <a:lnTo>
                    <a:pt x="11674" y="3911"/>
                  </a:lnTo>
                  <a:lnTo>
                    <a:pt x="11773" y="3714"/>
                  </a:lnTo>
                  <a:lnTo>
                    <a:pt x="11871" y="3378"/>
                  </a:lnTo>
                  <a:lnTo>
                    <a:pt x="11931" y="3141"/>
                  </a:lnTo>
                  <a:lnTo>
                    <a:pt x="11931" y="3062"/>
                  </a:lnTo>
                  <a:lnTo>
                    <a:pt x="11753" y="2766"/>
                  </a:lnTo>
                  <a:lnTo>
                    <a:pt x="11536" y="2430"/>
                  </a:lnTo>
                  <a:lnTo>
                    <a:pt x="11259" y="2035"/>
                  </a:lnTo>
                  <a:lnTo>
                    <a:pt x="10923" y="1620"/>
                  </a:lnTo>
                  <a:lnTo>
                    <a:pt x="10548" y="1185"/>
                  </a:lnTo>
                  <a:lnTo>
                    <a:pt x="10350" y="968"/>
                  </a:lnTo>
                  <a:lnTo>
                    <a:pt x="10153" y="771"/>
                  </a:lnTo>
                  <a:lnTo>
                    <a:pt x="9936" y="593"/>
                  </a:lnTo>
                  <a:lnTo>
                    <a:pt x="9718" y="435"/>
                  </a:lnTo>
                  <a:lnTo>
                    <a:pt x="9521" y="297"/>
                  </a:lnTo>
                  <a:lnTo>
                    <a:pt x="9304" y="198"/>
                  </a:lnTo>
                  <a:lnTo>
                    <a:pt x="9067" y="99"/>
                  </a:lnTo>
                  <a:lnTo>
                    <a:pt x="8849" y="40"/>
                  </a:lnTo>
                  <a:lnTo>
                    <a:pt x="8612"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1" name="Google Shape;8841;p34"/>
            <p:cNvSpPr/>
            <p:nvPr/>
          </p:nvSpPr>
          <p:spPr>
            <a:xfrm>
              <a:off x="8911833" y="245551"/>
              <a:ext cx="357855" cy="378341"/>
            </a:xfrm>
            <a:custGeom>
              <a:rect b="b" l="l" r="r" t="t"/>
              <a:pathLst>
                <a:path extrusionOk="0" h="10213" w="9660">
                  <a:moveTo>
                    <a:pt x="2707" y="1"/>
                  </a:moveTo>
                  <a:lnTo>
                    <a:pt x="1" y="6006"/>
                  </a:lnTo>
                  <a:lnTo>
                    <a:pt x="7645" y="10213"/>
                  </a:lnTo>
                  <a:lnTo>
                    <a:pt x="7862" y="9996"/>
                  </a:lnTo>
                  <a:lnTo>
                    <a:pt x="8079" y="9739"/>
                  </a:lnTo>
                  <a:lnTo>
                    <a:pt x="8336" y="9383"/>
                  </a:lnTo>
                  <a:lnTo>
                    <a:pt x="8632" y="8949"/>
                  </a:lnTo>
                  <a:lnTo>
                    <a:pt x="8928" y="8435"/>
                  </a:lnTo>
                  <a:lnTo>
                    <a:pt x="9067" y="8159"/>
                  </a:lnTo>
                  <a:lnTo>
                    <a:pt x="9205" y="7862"/>
                  </a:lnTo>
                  <a:lnTo>
                    <a:pt x="9343" y="7546"/>
                  </a:lnTo>
                  <a:lnTo>
                    <a:pt x="9462" y="7210"/>
                  </a:lnTo>
                  <a:lnTo>
                    <a:pt x="9482" y="7151"/>
                  </a:lnTo>
                  <a:lnTo>
                    <a:pt x="9501" y="7092"/>
                  </a:lnTo>
                  <a:lnTo>
                    <a:pt x="9580" y="6776"/>
                  </a:lnTo>
                  <a:lnTo>
                    <a:pt x="9640" y="6460"/>
                  </a:lnTo>
                  <a:lnTo>
                    <a:pt x="9659" y="6164"/>
                  </a:lnTo>
                  <a:lnTo>
                    <a:pt x="9659" y="5867"/>
                  </a:lnTo>
                  <a:lnTo>
                    <a:pt x="9640" y="5690"/>
                  </a:lnTo>
                  <a:lnTo>
                    <a:pt x="9640" y="5551"/>
                  </a:lnTo>
                  <a:lnTo>
                    <a:pt x="9620" y="5453"/>
                  </a:lnTo>
                  <a:lnTo>
                    <a:pt x="9541" y="5057"/>
                  </a:lnTo>
                  <a:lnTo>
                    <a:pt x="9442" y="4702"/>
                  </a:lnTo>
                  <a:lnTo>
                    <a:pt x="9343" y="4386"/>
                  </a:lnTo>
                  <a:lnTo>
                    <a:pt x="9225" y="4109"/>
                  </a:lnTo>
                  <a:lnTo>
                    <a:pt x="9126" y="3892"/>
                  </a:lnTo>
                  <a:lnTo>
                    <a:pt x="9027" y="3734"/>
                  </a:lnTo>
                  <a:lnTo>
                    <a:pt x="8948" y="3596"/>
                  </a:lnTo>
                  <a:lnTo>
                    <a:pt x="2707"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2" name="Google Shape;8842;p34"/>
            <p:cNvSpPr/>
            <p:nvPr/>
          </p:nvSpPr>
          <p:spPr>
            <a:xfrm>
              <a:off x="8932320" y="367025"/>
              <a:ext cx="170518" cy="113469"/>
            </a:xfrm>
            <a:custGeom>
              <a:rect b="b" l="l" r="r" t="t"/>
              <a:pathLst>
                <a:path extrusionOk="0" h="3063" w="4603">
                  <a:moveTo>
                    <a:pt x="4603" y="1"/>
                  </a:moveTo>
                  <a:lnTo>
                    <a:pt x="4445" y="218"/>
                  </a:lnTo>
                  <a:lnTo>
                    <a:pt x="4010" y="751"/>
                  </a:lnTo>
                  <a:lnTo>
                    <a:pt x="3714" y="1087"/>
                  </a:lnTo>
                  <a:lnTo>
                    <a:pt x="3378" y="1423"/>
                  </a:lnTo>
                  <a:lnTo>
                    <a:pt x="3023" y="1759"/>
                  </a:lnTo>
                  <a:lnTo>
                    <a:pt x="2647" y="2075"/>
                  </a:lnTo>
                  <a:lnTo>
                    <a:pt x="2450" y="2213"/>
                  </a:lnTo>
                  <a:lnTo>
                    <a:pt x="2252" y="2332"/>
                  </a:lnTo>
                  <a:lnTo>
                    <a:pt x="2035" y="2430"/>
                  </a:lnTo>
                  <a:lnTo>
                    <a:pt x="1818" y="2529"/>
                  </a:lnTo>
                  <a:lnTo>
                    <a:pt x="1364" y="2687"/>
                  </a:lnTo>
                  <a:lnTo>
                    <a:pt x="949" y="2786"/>
                  </a:lnTo>
                  <a:lnTo>
                    <a:pt x="573" y="2865"/>
                  </a:lnTo>
                  <a:lnTo>
                    <a:pt x="277" y="2924"/>
                  </a:lnTo>
                  <a:lnTo>
                    <a:pt x="1" y="2944"/>
                  </a:lnTo>
                  <a:lnTo>
                    <a:pt x="80" y="2983"/>
                  </a:lnTo>
                  <a:lnTo>
                    <a:pt x="178" y="3023"/>
                  </a:lnTo>
                  <a:lnTo>
                    <a:pt x="415" y="3062"/>
                  </a:lnTo>
                  <a:lnTo>
                    <a:pt x="731" y="3062"/>
                  </a:lnTo>
                  <a:lnTo>
                    <a:pt x="1067" y="3043"/>
                  </a:lnTo>
                  <a:lnTo>
                    <a:pt x="1403" y="2983"/>
                  </a:lnTo>
                  <a:lnTo>
                    <a:pt x="1719" y="2944"/>
                  </a:lnTo>
                  <a:lnTo>
                    <a:pt x="1976" y="2865"/>
                  </a:lnTo>
                  <a:lnTo>
                    <a:pt x="2173" y="2806"/>
                  </a:lnTo>
                  <a:lnTo>
                    <a:pt x="2351" y="2727"/>
                  </a:lnTo>
                  <a:lnTo>
                    <a:pt x="2549" y="2608"/>
                  </a:lnTo>
                  <a:lnTo>
                    <a:pt x="2786" y="2450"/>
                  </a:lnTo>
                  <a:lnTo>
                    <a:pt x="3023" y="2272"/>
                  </a:lnTo>
                  <a:lnTo>
                    <a:pt x="3260" y="2075"/>
                  </a:lnTo>
                  <a:lnTo>
                    <a:pt x="3477" y="1857"/>
                  </a:lnTo>
                  <a:lnTo>
                    <a:pt x="3694" y="1620"/>
                  </a:lnTo>
                  <a:lnTo>
                    <a:pt x="3892" y="1344"/>
                  </a:lnTo>
                  <a:lnTo>
                    <a:pt x="4070" y="1087"/>
                  </a:lnTo>
                  <a:lnTo>
                    <a:pt x="4208" y="830"/>
                  </a:lnTo>
                  <a:lnTo>
                    <a:pt x="4425" y="416"/>
                  </a:lnTo>
                  <a:lnTo>
                    <a:pt x="4563" y="119"/>
                  </a:lnTo>
                  <a:lnTo>
                    <a:pt x="4603"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3" name="Google Shape;8843;p34"/>
            <p:cNvSpPr/>
            <p:nvPr/>
          </p:nvSpPr>
          <p:spPr>
            <a:xfrm>
              <a:off x="9075761" y="503873"/>
              <a:ext cx="741" cy="1482"/>
            </a:xfrm>
            <a:custGeom>
              <a:rect b="b" l="l" r="r" t="t"/>
              <a:pathLst>
                <a:path extrusionOk="0" h="40" w="20">
                  <a:moveTo>
                    <a:pt x="20" y="0"/>
                  </a:moveTo>
                  <a:lnTo>
                    <a:pt x="20" y="0"/>
                  </a:lnTo>
                  <a:lnTo>
                    <a:pt x="0" y="40"/>
                  </a:lnTo>
                  <a:lnTo>
                    <a:pt x="0" y="40"/>
                  </a:lnTo>
                  <a:lnTo>
                    <a:pt x="20" y="0"/>
                  </a:lnTo>
                  <a:lnTo>
                    <a:pt x="2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4" name="Google Shape;8844;p34"/>
            <p:cNvSpPr/>
            <p:nvPr/>
          </p:nvSpPr>
          <p:spPr>
            <a:xfrm>
              <a:off x="8997446" y="428484"/>
              <a:ext cx="272244" cy="89315"/>
            </a:xfrm>
            <a:custGeom>
              <a:rect b="b" l="l" r="r" t="t"/>
              <a:pathLst>
                <a:path extrusionOk="0" h="2411" w="7349">
                  <a:moveTo>
                    <a:pt x="3418" y="21"/>
                  </a:moveTo>
                  <a:lnTo>
                    <a:pt x="3418" y="21"/>
                  </a:lnTo>
                  <a:lnTo>
                    <a:pt x="3418" y="21"/>
                  </a:lnTo>
                  <a:close/>
                  <a:moveTo>
                    <a:pt x="7329" y="613"/>
                  </a:moveTo>
                  <a:lnTo>
                    <a:pt x="7289" y="673"/>
                  </a:lnTo>
                  <a:lnTo>
                    <a:pt x="7269" y="673"/>
                  </a:lnTo>
                  <a:lnTo>
                    <a:pt x="7269" y="712"/>
                  </a:lnTo>
                  <a:lnTo>
                    <a:pt x="7289" y="752"/>
                  </a:lnTo>
                  <a:lnTo>
                    <a:pt x="7329" y="752"/>
                  </a:lnTo>
                  <a:lnTo>
                    <a:pt x="7329" y="613"/>
                  </a:lnTo>
                  <a:close/>
                  <a:moveTo>
                    <a:pt x="949" y="1542"/>
                  </a:moveTo>
                  <a:lnTo>
                    <a:pt x="949" y="1561"/>
                  </a:lnTo>
                  <a:lnTo>
                    <a:pt x="968" y="1561"/>
                  </a:lnTo>
                  <a:lnTo>
                    <a:pt x="949" y="1542"/>
                  </a:lnTo>
                  <a:close/>
                  <a:moveTo>
                    <a:pt x="1304" y="1719"/>
                  </a:moveTo>
                  <a:lnTo>
                    <a:pt x="1304" y="1719"/>
                  </a:lnTo>
                  <a:lnTo>
                    <a:pt x="1304" y="1719"/>
                  </a:lnTo>
                  <a:close/>
                  <a:moveTo>
                    <a:pt x="2707" y="1719"/>
                  </a:moveTo>
                  <a:lnTo>
                    <a:pt x="2707" y="1719"/>
                  </a:lnTo>
                  <a:lnTo>
                    <a:pt x="2707" y="1719"/>
                  </a:lnTo>
                  <a:close/>
                  <a:moveTo>
                    <a:pt x="1166" y="1779"/>
                  </a:moveTo>
                  <a:lnTo>
                    <a:pt x="1166" y="1779"/>
                  </a:lnTo>
                  <a:lnTo>
                    <a:pt x="1166" y="1779"/>
                  </a:lnTo>
                  <a:close/>
                  <a:moveTo>
                    <a:pt x="5432" y="1818"/>
                  </a:moveTo>
                  <a:lnTo>
                    <a:pt x="5432" y="1818"/>
                  </a:lnTo>
                  <a:lnTo>
                    <a:pt x="5432" y="1818"/>
                  </a:lnTo>
                  <a:close/>
                  <a:moveTo>
                    <a:pt x="3358" y="1937"/>
                  </a:moveTo>
                  <a:lnTo>
                    <a:pt x="3358" y="1937"/>
                  </a:lnTo>
                  <a:lnTo>
                    <a:pt x="3358" y="1937"/>
                  </a:lnTo>
                  <a:close/>
                  <a:moveTo>
                    <a:pt x="2075" y="1897"/>
                  </a:moveTo>
                  <a:lnTo>
                    <a:pt x="2075" y="1917"/>
                  </a:lnTo>
                  <a:lnTo>
                    <a:pt x="2075" y="1956"/>
                  </a:lnTo>
                  <a:lnTo>
                    <a:pt x="2094" y="1976"/>
                  </a:lnTo>
                  <a:lnTo>
                    <a:pt x="2094" y="1956"/>
                  </a:lnTo>
                  <a:lnTo>
                    <a:pt x="2094" y="1937"/>
                  </a:lnTo>
                  <a:lnTo>
                    <a:pt x="2114" y="1917"/>
                  </a:lnTo>
                  <a:lnTo>
                    <a:pt x="2075" y="1897"/>
                  </a:lnTo>
                  <a:close/>
                  <a:moveTo>
                    <a:pt x="4721" y="2016"/>
                  </a:moveTo>
                  <a:lnTo>
                    <a:pt x="4721" y="2016"/>
                  </a:lnTo>
                  <a:lnTo>
                    <a:pt x="4721" y="2016"/>
                  </a:lnTo>
                  <a:close/>
                  <a:moveTo>
                    <a:pt x="6282" y="2016"/>
                  </a:moveTo>
                  <a:lnTo>
                    <a:pt x="6282" y="2016"/>
                  </a:lnTo>
                  <a:lnTo>
                    <a:pt x="6282" y="2016"/>
                  </a:lnTo>
                  <a:close/>
                  <a:moveTo>
                    <a:pt x="5215" y="1818"/>
                  </a:moveTo>
                  <a:lnTo>
                    <a:pt x="5195" y="1877"/>
                  </a:lnTo>
                  <a:lnTo>
                    <a:pt x="5215" y="1996"/>
                  </a:lnTo>
                  <a:lnTo>
                    <a:pt x="5235" y="1976"/>
                  </a:lnTo>
                  <a:lnTo>
                    <a:pt x="5255" y="1996"/>
                  </a:lnTo>
                  <a:lnTo>
                    <a:pt x="5274" y="2035"/>
                  </a:lnTo>
                  <a:lnTo>
                    <a:pt x="5294" y="2035"/>
                  </a:lnTo>
                  <a:lnTo>
                    <a:pt x="5274" y="1976"/>
                  </a:lnTo>
                  <a:lnTo>
                    <a:pt x="5294" y="1937"/>
                  </a:lnTo>
                  <a:lnTo>
                    <a:pt x="5314" y="1976"/>
                  </a:lnTo>
                  <a:lnTo>
                    <a:pt x="5314" y="1838"/>
                  </a:lnTo>
                  <a:lnTo>
                    <a:pt x="5294" y="1838"/>
                  </a:lnTo>
                  <a:lnTo>
                    <a:pt x="5274" y="1858"/>
                  </a:lnTo>
                  <a:lnTo>
                    <a:pt x="5255" y="1858"/>
                  </a:lnTo>
                  <a:lnTo>
                    <a:pt x="5235" y="1838"/>
                  </a:lnTo>
                  <a:lnTo>
                    <a:pt x="5255" y="1818"/>
                  </a:lnTo>
                  <a:close/>
                  <a:moveTo>
                    <a:pt x="3892" y="1"/>
                  </a:moveTo>
                  <a:lnTo>
                    <a:pt x="3793" y="40"/>
                  </a:lnTo>
                  <a:lnTo>
                    <a:pt x="3753" y="80"/>
                  </a:lnTo>
                  <a:lnTo>
                    <a:pt x="3714" y="139"/>
                  </a:lnTo>
                  <a:lnTo>
                    <a:pt x="3734" y="139"/>
                  </a:lnTo>
                  <a:lnTo>
                    <a:pt x="3753" y="159"/>
                  </a:lnTo>
                  <a:lnTo>
                    <a:pt x="3773" y="179"/>
                  </a:lnTo>
                  <a:lnTo>
                    <a:pt x="3753" y="238"/>
                  </a:lnTo>
                  <a:lnTo>
                    <a:pt x="3734" y="258"/>
                  </a:lnTo>
                  <a:lnTo>
                    <a:pt x="3714" y="278"/>
                  </a:lnTo>
                  <a:lnTo>
                    <a:pt x="3674" y="297"/>
                  </a:lnTo>
                  <a:lnTo>
                    <a:pt x="3674" y="258"/>
                  </a:lnTo>
                  <a:lnTo>
                    <a:pt x="3655" y="218"/>
                  </a:lnTo>
                  <a:lnTo>
                    <a:pt x="3655" y="198"/>
                  </a:lnTo>
                  <a:lnTo>
                    <a:pt x="3674" y="179"/>
                  </a:lnTo>
                  <a:lnTo>
                    <a:pt x="3655" y="139"/>
                  </a:lnTo>
                  <a:lnTo>
                    <a:pt x="3655" y="119"/>
                  </a:lnTo>
                  <a:lnTo>
                    <a:pt x="3576" y="119"/>
                  </a:lnTo>
                  <a:lnTo>
                    <a:pt x="3556" y="100"/>
                  </a:lnTo>
                  <a:lnTo>
                    <a:pt x="3556" y="60"/>
                  </a:lnTo>
                  <a:lnTo>
                    <a:pt x="3536" y="80"/>
                  </a:lnTo>
                  <a:lnTo>
                    <a:pt x="3497" y="80"/>
                  </a:lnTo>
                  <a:lnTo>
                    <a:pt x="3457" y="100"/>
                  </a:lnTo>
                  <a:lnTo>
                    <a:pt x="3457" y="80"/>
                  </a:lnTo>
                  <a:lnTo>
                    <a:pt x="3477" y="60"/>
                  </a:lnTo>
                  <a:lnTo>
                    <a:pt x="3437" y="80"/>
                  </a:lnTo>
                  <a:lnTo>
                    <a:pt x="3437" y="40"/>
                  </a:lnTo>
                  <a:lnTo>
                    <a:pt x="3418" y="21"/>
                  </a:lnTo>
                  <a:lnTo>
                    <a:pt x="3398" y="40"/>
                  </a:lnTo>
                  <a:lnTo>
                    <a:pt x="3358" y="100"/>
                  </a:lnTo>
                  <a:lnTo>
                    <a:pt x="3339" y="159"/>
                  </a:lnTo>
                  <a:lnTo>
                    <a:pt x="3315" y="183"/>
                  </a:lnTo>
                  <a:lnTo>
                    <a:pt x="3279" y="218"/>
                  </a:lnTo>
                  <a:lnTo>
                    <a:pt x="3319" y="80"/>
                  </a:lnTo>
                  <a:lnTo>
                    <a:pt x="3279" y="119"/>
                  </a:lnTo>
                  <a:lnTo>
                    <a:pt x="3260" y="159"/>
                  </a:lnTo>
                  <a:lnTo>
                    <a:pt x="3220" y="198"/>
                  </a:lnTo>
                  <a:lnTo>
                    <a:pt x="3200" y="238"/>
                  </a:lnTo>
                  <a:lnTo>
                    <a:pt x="3200" y="198"/>
                  </a:lnTo>
                  <a:lnTo>
                    <a:pt x="3161" y="238"/>
                  </a:lnTo>
                  <a:lnTo>
                    <a:pt x="3161" y="198"/>
                  </a:lnTo>
                  <a:lnTo>
                    <a:pt x="3141" y="258"/>
                  </a:lnTo>
                  <a:lnTo>
                    <a:pt x="3102" y="297"/>
                  </a:lnTo>
                  <a:lnTo>
                    <a:pt x="3062" y="317"/>
                  </a:lnTo>
                  <a:lnTo>
                    <a:pt x="3042" y="376"/>
                  </a:lnTo>
                  <a:lnTo>
                    <a:pt x="3003" y="297"/>
                  </a:lnTo>
                  <a:lnTo>
                    <a:pt x="3003" y="278"/>
                  </a:lnTo>
                  <a:lnTo>
                    <a:pt x="2983" y="297"/>
                  </a:lnTo>
                  <a:lnTo>
                    <a:pt x="2983" y="159"/>
                  </a:lnTo>
                  <a:lnTo>
                    <a:pt x="3003" y="159"/>
                  </a:lnTo>
                  <a:lnTo>
                    <a:pt x="3023" y="179"/>
                  </a:lnTo>
                  <a:lnTo>
                    <a:pt x="3023" y="198"/>
                  </a:lnTo>
                  <a:lnTo>
                    <a:pt x="3042" y="218"/>
                  </a:lnTo>
                  <a:lnTo>
                    <a:pt x="3082" y="218"/>
                  </a:lnTo>
                  <a:lnTo>
                    <a:pt x="3062" y="159"/>
                  </a:lnTo>
                  <a:lnTo>
                    <a:pt x="3023" y="100"/>
                  </a:lnTo>
                  <a:lnTo>
                    <a:pt x="2983" y="80"/>
                  </a:lnTo>
                  <a:lnTo>
                    <a:pt x="2944" y="60"/>
                  </a:lnTo>
                  <a:lnTo>
                    <a:pt x="2865" y="40"/>
                  </a:lnTo>
                  <a:lnTo>
                    <a:pt x="2786" y="60"/>
                  </a:lnTo>
                  <a:lnTo>
                    <a:pt x="2746" y="80"/>
                  </a:lnTo>
                  <a:lnTo>
                    <a:pt x="2707" y="100"/>
                  </a:lnTo>
                  <a:lnTo>
                    <a:pt x="2608" y="100"/>
                  </a:lnTo>
                  <a:lnTo>
                    <a:pt x="2568" y="119"/>
                  </a:lnTo>
                  <a:lnTo>
                    <a:pt x="2549" y="139"/>
                  </a:lnTo>
                  <a:lnTo>
                    <a:pt x="2529" y="218"/>
                  </a:lnTo>
                  <a:lnTo>
                    <a:pt x="2529" y="119"/>
                  </a:lnTo>
                  <a:lnTo>
                    <a:pt x="2391" y="60"/>
                  </a:lnTo>
                  <a:lnTo>
                    <a:pt x="2312" y="80"/>
                  </a:lnTo>
                  <a:lnTo>
                    <a:pt x="2213" y="80"/>
                  </a:lnTo>
                  <a:lnTo>
                    <a:pt x="2134" y="100"/>
                  </a:lnTo>
                  <a:lnTo>
                    <a:pt x="2094" y="119"/>
                  </a:lnTo>
                  <a:lnTo>
                    <a:pt x="2075" y="159"/>
                  </a:lnTo>
                  <a:lnTo>
                    <a:pt x="2035" y="80"/>
                  </a:lnTo>
                  <a:lnTo>
                    <a:pt x="1996" y="159"/>
                  </a:lnTo>
                  <a:lnTo>
                    <a:pt x="1956" y="218"/>
                  </a:lnTo>
                  <a:lnTo>
                    <a:pt x="1838" y="278"/>
                  </a:lnTo>
                  <a:lnTo>
                    <a:pt x="1798" y="317"/>
                  </a:lnTo>
                  <a:lnTo>
                    <a:pt x="1739" y="357"/>
                  </a:lnTo>
                  <a:lnTo>
                    <a:pt x="1719" y="436"/>
                  </a:lnTo>
                  <a:lnTo>
                    <a:pt x="1699" y="515"/>
                  </a:lnTo>
                  <a:lnTo>
                    <a:pt x="1660" y="475"/>
                  </a:lnTo>
                  <a:lnTo>
                    <a:pt x="1660" y="436"/>
                  </a:lnTo>
                  <a:lnTo>
                    <a:pt x="1699" y="357"/>
                  </a:lnTo>
                  <a:lnTo>
                    <a:pt x="1679" y="357"/>
                  </a:lnTo>
                  <a:lnTo>
                    <a:pt x="1660" y="376"/>
                  </a:lnTo>
                  <a:lnTo>
                    <a:pt x="1620" y="416"/>
                  </a:lnTo>
                  <a:lnTo>
                    <a:pt x="1600" y="455"/>
                  </a:lnTo>
                  <a:lnTo>
                    <a:pt x="1581" y="436"/>
                  </a:lnTo>
                  <a:lnTo>
                    <a:pt x="1561" y="416"/>
                  </a:lnTo>
                  <a:lnTo>
                    <a:pt x="1561" y="376"/>
                  </a:lnTo>
                  <a:lnTo>
                    <a:pt x="1581" y="357"/>
                  </a:lnTo>
                  <a:lnTo>
                    <a:pt x="1581" y="337"/>
                  </a:lnTo>
                  <a:lnTo>
                    <a:pt x="1541" y="317"/>
                  </a:lnTo>
                  <a:lnTo>
                    <a:pt x="1541" y="337"/>
                  </a:lnTo>
                  <a:lnTo>
                    <a:pt x="1521" y="357"/>
                  </a:lnTo>
                  <a:lnTo>
                    <a:pt x="1502" y="337"/>
                  </a:lnTo>
                  <a:lnTo>
                    <a:pt x="1502" y="396"/>
                  </a:lnTo>
                  <a:lnTo>
                    <a:pt x="1482" y="475"/>
                  </a:lnTo>
                  <a:lnTo>
                    <a:pt x="1462" y="515"/>
                  </a:lnTo>
                  <a:lnTo>
                    <a:pt x="1423" y="554"/>
                  </a:lnTo>
                  <a:lnTo>
                    <a:pt x="1442" y="574"/>
                  </a:lnTo>
                  <a:lnTo>
                    <a:pt x="1442" y="613"/>
                  </a:lnTo>
                  <a:lnTo>
                    <a:pt x="1403" y="633"/>
                  </a:lnTo>
                  <a:lnTo>
                    <a:pt x="1403" y="613"/>
                  </a:lnTo>
                  <a:lnTo>
                    <a:pt x="1245" y="732"/>
                  </a:lnTo>
                  <a:lnTo>
                    <a:pt x="1067" y="811"/>
                  </a:lnTo>
                  <a:lnTo>
                    <a:pt x="870" y="870"/>
                  </a:lnTo>
                  <a:lnTo>
                    <a:pt x="672" y="910"/>
                  </a:lnTo>
                  <a:lnTo>
                    <a:pt x="672" y="910"/>
                  </a:lnTo>
                  <a:lnTo>
                    <a:pt x="692" y="831"/>
                  </a:lnTo>
                  <a:lnTo>
                    <a:pt x="672" y="870"/>
                  </a:lnTo>
                  <a:lnTo>
                    <a:pt x="633" y="890"/>
                  </a:lnTo>
                  <a:lnTo>
                    <a:pt x="573" y="870"/>
                  </a:lnTo>
                  <a:lnTo>
                    <a:pt x="534" y="850"/>
                  </a:lnTo>
                  <a:lnTo>
                    <a:pt x="514" y="850"/>
                  </a:lnTo>
                  <a:lnTo>
                    <a:pt x="514" y="890"/>
                  </a:lnTo>
                  <a:lnTo>
                    <a:pt x="494" y="929"/>
                  </a:lnTo>
                  <a:lnTo>
                    <a:pt x="475" y="929"/>
                  </a:lnTo>
                  <a:lnTo>
                    <a:pt x="435" y="910"/>
                  </a:lnTo>
                  <a:lnTo>
                    <a:pt x="455" y="890"/>
                  </a:lnTo>
                  <a:lnTo>
                    <a:pt x="376" y="910"/>
                  </a:lnTo>
                  <a:lnTo>
                    <a:pt x="317" y="890"/>
                  </a:lnTo>
                  <a:lnTo>
                    <a:pt x="257" y="890"/>
                  </a:lnTo>
                  <a:lnTo>
                    <a:pt x="238" y="910"/>
                  </a:lnTo>
                  <a:lnTo>
                    <a:pt x="218" y="949"/>
                  </a:lnTo>
                  <a:lnTo>
                    <a:pt x="159" y="929"/>
                  </a:lnTo>
                  <a:lnTo>
                    <a:pt x="99" y="910"/>
                  </a:lnTo>
                  <a:lnTo>
                    <a:pt x="60" y="870"/>
                  </a:lnTo>
                  <a:lnTo>
                    <a:pt x="20" y="850"/>
                  </a:lnTo>
                  <a:lnTo>
                    <a:pt x="1" y="870"/>
                  </a:lnTo>
                  <a:lnTo>
                    <a:pt x="1" y="910"/>
                  </a:lnTo>
                  <a:lnTo>
                    <a:pt x="20" y="969"/>
                  </a:lnTo>
                  <a:lnTo>
                    <a:pt x="40" y="969"/>
                  </a:lnTo>
                  <a:lnTo>
                    <a:pt x="60" y="1008"/>
                  </a:lnTo>
                  <a:lnTo>
                    <a:pt x="60" y="1028"/>
                  </a:lnTo>
                  <a:lnTo>
                    <a:pt x="40" y="1087"/>
                  </a:lnTo>
                  <a:lnTo>
                    <a:pt x="178" y="1265"/>
                  </a:lnTo>
                  <a:lnTo>
                    <a:pt x="277" y="1344"/>
                  </a:lnTo>
                  <a:lnTo>
                    <a:pt x="356" y="1423"/>
                  </a:lnTo>
                  <a:lnTo>
                    <a:pt x="376" y="1403"/>
                  </a:lnTo>
                  <a:lnTo>
                    <a:pt x="396" y="1403"/>
                  </a:lnTo>
                  <a:lnTo>
                    <a:pt x="455" y="1463"/>
                  </a:lnTo>
                  <a:lnTo>
                    <a:pt x="514" y="1502"/>
                  </a:lnTo>
                  <a:lnTo>
                    <a:pt x="534" y="1522"/>
                  </a:lnTo>
                  <a:lnTo>
                    <a:pt x="554" y="1522"/>
                  </a:lnTo>
                  <a:lnTo>
                    <a:pt x="534" y="1463"/>
                  </a:lnTo>
                  <a:lnTo>
                    <a:pt x="593" y="1463"/>
                  </a:lnTo>
                  <a:lnTo>
                    <a:pt x="633" y="1482"/>
                  </a:lnTo>
                  <a:lnTo>
                    <a:pt x="652" y="1482"/>
                  </a:lnTo>
                  <a:lnTo>
                    <a:pt x="652" y="1443"/>
                  </a:lnTo>
                  <a:lnTo>
                    <a:pt x="672" y="1482"/>
                  </a:lnTo>
                  <a:lnTo>
                    <a:pt x="692" y="1502"/>
                  </a:lnTo>
                  <a:lnTo>
                    <a:pt x="731" y="1522"/>
                  </a:lnTo>
                  <a:lnTo>
                    <a:pt x="751" y="1601"/>
                  </a:lnTo>
                  <a:lnTo>
                    <a:pt x="771" y="1601"/>
                  </a:lnTo>
                  <a:lnTo>
                    <a:pt x="791" y="1561"/>
                  </a:lnTo>
                  <a:lnTo>
                    <a:pt x="810" y="1522"/>
                  </a:lnTo>
                  <a:lnTo>
                    <a:pt x="830" y="1522"/>
                  </a:lnTo>
                  <a:lnTo>
                    <a:pt x="870" y="1542"/>
                  </a:lnTo>
                  <a:lnTo>
                    <a:pt x="889" y="1621"/>
                  </a:lnTo>
                  <a:lnTo>
                    <a:pt x="889" y="1601"/>
                  </a:lnTo>
                  <a:lnTo>
                    <a:pt x="889" y="1581"/>
                  </a:lnTo>
                  <a:lnTo>
                    <a:pt x="929" y="1621"/>
                  </a:lnTo>
                  <a:lnTo>
                    <a:pt x="949" y="1640"/>
                  </a:lnTo>
                  <a:lnTo>
                    <a:pt x="968" y="1660"/>
                  </a:lnTo>
                  <a:lnTo>
                    <a:pt x="929" y="1542"/>
                  </a:lnTo>
                  <a:lnTo>
                    <a:pt x="949" y="1542"/>
                  </a:lnTo>
                  <a:lnTo>
                    <a:pt x="929" y="1522"/>
                  </a:lnTo>
                  <a:lnTo>
                    <a:pt x="909" y="1463"/>
                  </a:lnTo>
                  <a:lnTo>
                    <a:pt x="909" y="1403"/>
                  </a:lnTo>
                  <a:lnTo>
                    <a:pt x="929" y="1384"/>
                  </a:lnTo>
                  <a:lnTo>
                    <a:pt x="929" y="1423"/>
                  </a:lnTo>
                  <a:lnTo>
                    <a:pt x="929" y="1463"/>
                  </a:lnTo>
                  <a:lnTo>
                    <a:pt x="949" y="1463"/>
                  </a:lnTo>
                  <a:lnTo>
                    <a:pt x="968" y="1482"/>
                  </a:lnTo>
                  <a:lnTo>
                    <a:pt x="988" y="1502"/>
                  </a:lnTo>
                  <a:lnTo>
                    <a:pt x="988" y="1561"/>
                  </a:lnTo>
                  <a:lnTo>
                    <a:pt x="988" y="1621"/>
                  </a:lnTo>
                  <a:lnTo>
                    <a:pt x="1028" y="1640"/>
                  </a:lnTo>
                  <a:lnTo>
                    <a:pt x="1028" y="1660"/>
                  </a:lnTo>
                  <a:lnTo>
                    <a:pt x="1047" y="1680"/>
                  </a:lnTo>
                  <a:lnTo>
                    <a:pt x="1067" y="1739"/>
                  </a:lnTo>
                  <a:lnTo>
                    <a:pt x="1047" y="1660"/>
                  </a:lnTo>
                  <a:lnTo>
                    <a:pt x="1047" y="1640"/>
                  </a:lnTo>
                  <a:lnTo>
                    <a:pt x="1087" y="1640"/>
                  </a:lnTo>
                  <a:lnTo>
                    <a:pt x="1107" y="1621"/>
                  </a:lnTo>
                  <a:lnTo>
                    <a:pt x="1107" y="1660"/>
                  </a:lnTo>
                  <a:lnTo>
                    <a:pt x="1107" y="1680"/>
                  </a:lnTo>
                  <a:lnTo>
                    <a:pt x="1107" y="1700"/>
                  </a:lnTo>
                  <a:lnTo>
                    <a:pt x="1146" y="1759"/>
                  </a:lnTo>
                  <a:lnTo>
                    <a:pt x="1166" y="1779"/>
                  </a:lnTo>
                  <a:lnTo>
                    <a:pt x="1166" y="1759"/>
                  </a:lnTo>
                  <a:lnTo>
                    <a:pt x="1186" y="1739"/>
                  </a:lnTo>
                  <a:lnTo>
                    <a:pt x="1186" y="1680"/>
                  </a:lnTo>
                  <a:lnTo>
                    <a:pt x="1205" y="1660"/>
                  </a:lnTo>
                  <a:lnTo>
                    <a:pt x="1225" y="1660"/>
                  </a:lnTo>
                  <a:lnTo>
                    <a:pt x="1225" y="1700"/>
                  </a:lnTo>
                  <a:lnTo>
                    <a:pt x="1245" y="1680"/>
                  </a:lnTo>
                  <a:lnTo>
                    <a:pt x="1265" y="1700"/>
                  </a:lnTo>
                  <a:lnTo>
                    <a:pt x="1304" y="1719"/>
                  </a:lnTo>
                  <a:lnTo>
                    <a:pt x="1304" y="1680"/>
                  </a:lnTo>
                  <a:lnTo>
                    <a:pt x="1324" y="1719"/>
                  </a:lnTo>
                  <a:lnTo>
                    <a:pt x="1344" y="1759"/>
                  </a:lnTo>
                  <a:lnTo>
                    <a:pt x="1363" y="1818"/>
                  </a:lnTo>
                  <a:lnTo>
                    <a:pt x="1383" y="1818"/>
                  </a:lnTo>
                  <a:lnTo>
                    <a:pt x="1383" y="1759"/>
                  </a:lnTo>
                  <a:lnTo>
                    <a:pt x="1423" y="1759"/>
                  </a:lnTo>
                  <a:lnTo>
                    <a:pt x="1403" y="1680"/>
                  </a:lnTo>
                  <a:lnTo>
                    <a:pt x="1462" y="1759"/>
                  </a:lnTo>
                  <a:lnTo>
                    <a:pt x="1462" y="1700"/>
                  </a:lnTo>
                  <a:lnTo>
                    <a:pt x="1442" y="1601"/>
                  </a:lnTo>
                  <a:lnTo>
                    <a:pt x="1442" y="1542"/>
                  </a:lnTo>
                  <a:lnTo>
                    <a:pt x="1442" y="1502"/>
                  </a:lnTo>
                  <a:lnTo>
                    <a:pt x="1462" y="1482"/>
                  </a:lnTo>
                  <a:lnTo>
                    <a:pt x="1482" y="1522"/>
                  </a:lnTo>
                  <a:lnTo>
                    <a:pt x="1502" y="1542"/>
                  </a:lnTo>
                  <a:lnTo>
                    <a:pt x="1521" y="1640"/>
                  </a:lnTo>
                  <a:lnTo>
                    <a:pt x="1521" y="1739"/>
                  </a:lnTo>
                  <a:lnTo>
                    <a:pt x="1561" y="1818"/>
                  </a:lnTo>
                  <a:lnTo>
                    <a:pt x="1541" y="1719"/>
                  </a:lnTo>
                  <a:lnTo>
                    <a:pt x="1581" y="1779"/>
                  </a:lnTo>
                  <a:lnTo>
                    <a:pt x="1600" y="1779"/>
                  </a:lnTo>
                  <a:lnTo>
                    <a:pt x="1640" y="1818"/>
                  </a:lnTo>
                  <a:lnTo>
                    <a:pt x="1620" y="1858"/>
                  </a:lnTo>
                  <a:lnTo>
                    <a:pt x="1620" y="1897"/>
                  </a:lnTo>
                  <a:lnTo>
                    <a:pt x="1640" y="1877"/>
                  </a:lnTo>
                  <a:lnTo>
                    <a:pt x="1660" y="1877"/>
                  </a:lnTo>
                  <a:lnTo>
                    <a:pt x="1699" y="1937"/>
                  </a:lnTo>
                  <a:lnTo>
                    <a:pt x="1739" y="1937"/>
                  </a:lnTo>
                  <a:lnTo>
                    <a:pt x="1759" y="1917"/>
                  </a:lnTo>
                  <a:lnTo>
                    <a:pt x="1759" y="1858"/>
                  </a:lnTo>
                  <a:lnTo>
                    <a:pt x="1778" y="1897"/>
                  </a:lnTo>
                  <a:lnTo>
                    <a:pt x="1798" y="1917"/>
                  </a:lnTo>
                  <a:lnTo>
                    <a:pt x="1818" y="1956"/>
                  </a:lnTo>
                  <a:lnTo>
                    <a:pt x="1818" y="1917"/>
                  </a:lnTo>
                  <a:lnTo>
                    <a:pt x="1857" y="1917"/>
                  </a:lnTo>
                  <a:lnTo>
                    <a:pt x="1877" y="1937"/>
                  </a:lnTo>
                  <a:lnTo>
                    <a:pt x="1897" y="1937"/>
                  </a:lnTo>
                  <a:lnTo>
                    <a:pt x="1897" y="1917"/>
                  </a:lnTo>
                  <a:lnTo>
                    <a:pt x="1917" y="1956"/>
                  </a:lnTo>
                  <a:lnTo>
                    <a:pt x="1936" y="1976"/>
                  </a:lnTo>
                  <a:lnTo>
                    <a:pt x="1917" y="1917"/>
                  </a:lnTo>
                  <a:lnTo>
                    <a:pt x="1936" y="1838"/>
                  </a:lnTo>
                  <a:lnTo>
                    <a:pt x="1956" y="1877"/>
                  </a:lnTo>
                  <a:lnTo>
                    <a:pt x="1976" y="1877"/>
                  </a:lnTo>
                  <a:lnTo>
                    <a:pt x="1996" y="1897"/>
                  </a:lnTo>
                  <a:lnTo>
                    <a:pt x="2015" y="1956"/>
                  </a:lnTo>
                  <a:lnTo>
                    <a:pt x="2035" y="1897"/>
                  </a:lnTo>
                  <a:lnTo>
                    <a:pt x="2035" y="1838"/>
                  </a:lnTo>
                  <a:lnTo>
                    <a:pt x="2035" y="1719"/>
                  </a:lnTo>
                  <a:lnTo>
                    <a:pt x="2055" y="1759"/>
                  </a:lnTo>
                  <a:lnTo>
                    <a:pt x="2075" y="1779"/>
                  </a:lnTo>
                  <a:lnTo>
                    <a:pt x="2114" y="1838"/>
                  </a:lnTo>
                  <a:lnTo>
                    <a:pt x="2114" y="1917"/>
                  </a:lnTo>
                  <a:lnTo>
                    <a:pt x="2114" y="1956"/>
                  </a:lnTo>
                  <a:lnTo>
                    <a:pt x="2134" y="2035"/>
                  </a:lnTo>
                  <a:lnTo>
                    <a:pt x="2154" y="2016"/>
                  </a:lnTo>
                  <a:lnTo>
                    <a:pt x="2193" y="2035"/>
                  </a:lnTo>
                  <a:lnTo>
                    <a:pt x="2173" y="1996"/>
                  </a:lnTo>
                  <a:lnTo>
                    <a:pt x="2173" y="1956"/>
                  </a:lnTo>
                  <a:lnTo>
                    <a:pt x="2193" y="1917"/>
                  </a:lnTo>
                  <a:lnTo>
                    <a:pt x="2193" y="1877"/>
                  </a:lnTo>
                  <a:lnTo>
                    <a:pt x="2154" y="1996"/>
                  </a:lnTo>
                  <a:lnTo>
                    <a:pt x="2134" y="1976"/>
                  </a:lnTo>
                  <a:lnTo>
                    <a:pt x="2134" y="1956"/>
                  </a:lnTo>
                  <a:lnTo>
                    <a:pt x="2134" y="1877"/>
                  </a:lnTo>
                  <a:lnTo>
                    <a:pt x="2154" y="1838"/>
                  </a:lnTo>
                  <a:lnTo>
                    <a:pt x="2173" y="1779"/>
                  </a:lnTo>
                  <a:lnTo>
                    <a:pt x="2193" y="1700"/>
                  </a:lnTo>
                  <a:lnTo>
                    <a:pt x="2233" y="1640"/>
                  </a:lnTo>
                  <a:lnTo>
                    <a:pt x="2292" y="1700"/>
                  </a:lnTo>
                  <a:lnTo>
                    <a:pt x="2272" y="1719"/>
                  </a:lnTo>
                  <a:lnTo>
                    <a:pt x="2272" y="1779"/>
                  </a:lnTo>
                  <a:lnTo>
                    <a:pt x="2292" y="1858"/>
                  </a:lnTo>
                  <a:lnTo>
                    <a:pt x="2292" y="1838"/>
                  </a:lnTo>
                  <a:lnTo>
                    <a:pt x="2312" y="1818"/>
                  </a:lnTo>
                  <a:lnTo>
                    <a:pt x="2331" y="1838"/>
                  </a:lnTo>
                  <a:lnTo>
                    <a:pt x="2391" y="1937"/>
                  </a:lnTo>
                  <a:lnTo>
                    <a:pt x="2371" y="1877"/>
                  </a:lnTo>
                  <a:lnTo>
                    <a:pt x="2391" y="1798"/>
                  </a:lnTo>
                  <a:lnTo>
                    <a:pt x="2410" y="1779"/>
                  </a:lnTo>
                  <a:lnTo>
                    <a:pt x="2430" y="1798"/>
                  </a:lnTo>
                  <a:lnTo>
                    <a:pt x="2430" y="1858"/>
                  </a:lnTo>
                  <a:lnTo>
                    <a:pt x="2450" y="1917"/>
                  </a:lnTo>
                  <a:lnTo>
                    <a:pt x="2509" y="1917"/>
                  </a:lnTo>
                  <a:lnTo>
                    <a:pt x="2568" y="1956"/>
                  </a:lnTo>
                  <a:lnTo>
                    <a:pt x="2628" y="1996"/>
                  </a:lnTo>
                  <a:lnTo>
                    <a:pt x="2667" y="1996"/>
                  </a:lnTo>
                  <a:lnTo>
                    <a:pt x="2707" y="1976"/>
                  </a:lnTo>
                  <a:lnTo>
                    <a:pt x="2647" y="1858"/>
                  </a:lnTo>
                  <a:lnTo>
                    <a:pt x="2647" y="1956"/>
                  </a:lnTo>
                  <a:lnTo>
                    <a:pt x="2628" y="1877"/>
                  </a:lnTo>
                  <a:lnTo>
                    <a:pt x="2647" y="1798"/>
                  </a:lnTo>
                  <a:lnTo>
                    <a:pt x="2667" y="1640"/>
                  </a:lnTo>
                  <a:lnTo>
                    <a:pt x="2687" y="1660"/>
                  </a:lnTo>
                  <a:lnTo>
                    <a:pt x="2707" y="1680"/>
                  </a:lnTo>
                  <a:lnTo>
                    <a:pt x="2707" y="1719"/>
                  </a:lnTo>
                  <a:lnTo>
                    <a:pt x="2746" y="1660"/>
                  </a:lnTo>
                  <a:lnTo>
                    <a:pt x="2746" y="1640"/>
                  </a:lnTo>
                  <a:lnTo>
                    <a:pt x="2726" y="1621"/>
                  </a:lnTo>
                  <a:lnTo>
                    <a:pt x="2746" y="1581"/>
                  </a:lnTo>
                  <a:lnTo>
                    <a:pt x="2786" y="1640"/>
                  </a:lnTo>
                  <a:lnTo>
                    <a:pt x="2786" y="1680"/>
                  </a:lnTo>
                  <a:lnTo>
                    <a:pt x="2766" y="1719"/>
                  </a:lnTo>
                  <a:lnTo>
                    <a:pt x="2805" y="1700"/>
                  </a:lnTo>
                  <a:lnTo>
                    <a:pt x="2825" y="1680"/>
                  </a:lnTo>
                  <a:lnTo>
                    <a:pt x="2825" y="1660"/>
                  </a:lnTo>
                  <a:lnTo>
                    <a:pt x="2825" y="1621"/>
                  </a:lnTo>
                  <a:lnTo>
                    <a:pt x="2845" y="1621"/>
                  </a:lnTo>
                  <a:lnTo>
                    <a:pt x="2845" y="1640"/>
                  </a:lnTo>
                  <a:lnTo>
                    <a:pt x="2845" y="1680"/>
                  </a:lnTo>
                  <a:lnTo>
                    <a:pt x="2805" y="1798"/>
                  </a:lnTo>
                  <a:lnTo>
                    <a:pt x="2825" y="1818"/>
                  </a:lnTo>
                  <a:lnTo>
                    <a:pt x="2825" y="1858"/>
                  </a:lnTo>
                  <a:lnTo>
                    <a:pt x="2825" y="1937"/>
                  </a:lnTo>
                  <a:lnTo>
                    <a:pt x="2884" y="1917"/>
                  </a:lnTo>
                  <a:lnTo>
                    <a:pt x="2845" y="2035"/>
                  </a:lnTo>
                  <a:lnTo>
                    <a:pt x="2884" y="2035"/>
                  </a:lnTo>
                  <a:lnTo>
                    <a:pt x="2904" y="2016"/>
                  </a:lnTo>
                  <a:lnTo>
                    <a:pt x="2924" y="2016"/>
                  </a:lnTo>
                  <a:lnTo>
                    <a:pt x="2944" y="2055"/>
                  </a:lnTo>
                  <a:lnTo>
                    <a:pt x="2944" y="1956"/>
                  </a:lnTo>
                  <a:lnTo>
                    <a:pt x="3023" y="2035"/>
                  </a:lnTo>
                  <a:lnTo>
                    <a:pt x="3062" y="2035"/>
                  </a:lnTo>
                  <a:lnTo>
                    <a:pt x="3102" y="2055"/>
                  </a:lnTo>
                  <a:lnTo>
                    <a:pt x="3102" y="1976"/>
                  </a:lnTo>
                  <a:lnTo>
                    <a:pt x="3121" y="1956"/>
                  </a:lnTo>
                  <a:lnTo>
                    <a:pt x="3141" y="1956"/>
                  </a:lnTo>
                  <a:lnTo>
                    <a:pt x="3161" y="1996"/>
                  </a:lnTo>
                  <a:lnTo>
                    <a:pt x="3181" y="2035"/>
                  </a:lnTo>
                  <a:lnTo>
                    <a:pt x="3200" y="2055"/>
                  </a:lnTo>
                  <a:lnTo>
                    <a:pt x="3220" y="2055"/>
                  </a:lnTo>
                  <a:lnTo>
                    <a:pt x="3279" y="1976"/>
                  </a:lnTo>
                  <a:lnTo>
                    <a:pt x="3299" y="1937"/>
                  </a:lnTo>
                  <a:lnTo>
                    <a:pt x="3319" y="1858"/>
                  </a:lnTo>
                  <a:lnTo>
                    <a:pt x="3339" y="1858"/>
                  </a:lnTo>
                  <a:lnTo>
                    <a:pt x="3358" y="1937"/>
                  </a:lnTo>
                  <a:lnTo>
                    <a:pt x="3398" y="1838"/>
                  </a:lnTo>
                  <a:lnTo>
                    <a:pt x="3437" y="1798"/>
                  </a:lnTo>
                  <a:lnTo>
                    <a:pt x="3457" y="1818"/>
                  </a:lnTo>
                  <a:lnTo>
                    <a:pt x="3398" y="1897"/>
                  </a:lnTo>
                  <a:lnTo>
                    <a:pt x="3418" y="1956"/>
                  </a:lnTo>
                  <a:lnTo>
                    <a:pt x="3437" y="1976"/>
                  </a:lnTo>
                  <a:lnTo>
                    <a:pt x="3477" y="1956"/>
                  </a:lnTo>
                  <a:lnTo>
                    <a:pt x="3497" y="1976"/>
                  </a:lnTo>
                  <a:lnTo>
                    <a:pt x="3674" y="1700"/>
                  </a:lnTo>
                  <a:lnTo>
                    <a:pt x="3674" y="1542"/>
                  </a:lnTo>
                  <a:lnTo>
                    <a:pt x="3694" y="1463"/>
                  </a:lnTo>
                  <a:lnTo>
                    <a:pt x="3714" y="1384"/>
                  </a:lnTo>
                  <a:lnTo>
                    <a:pt x="3714" y="1423"/>
                  </a:lnTo>
                  <a:lnTo>
                    <a:pt x="3734" y="1463"/>
                  </a:lnTo>
                  <a:lnTo>
                    <a:pt x="3773" y="1482"/>
                  </a:lnTo>
                  <a:lnTo>
                    <a:pt x="3793" y="1502"/>
                  </a:lnTo>
                  <a:lnTo>
                    <a:pt x="3793" y="1561"/>
                  </a:lnTo>
                  <a:lnTo>
                    <a:pt x="3813" y="1621"/>
                  </a:lnTo>
                  <a:lnTo>
                    <a:pt x="3813" y="1680"/>
                  </a:lnTo>
                  <a:lnTo>
                    <a:pt x="3813" y="1700"/>
                  </a:lnTo>
                  <a:lnTo>
                    <a:pt x="3793" y="1700"/>
                  </a:lnTo>
                  <a:lnTo>
                    <a:pt x="3773" y="1621"/>
                  </a:lnTo>
                  <a:lnTo>
                    <a:pt x="3753" y="1601"/>
                  </a:lnTo>
                  <a:lnTo>
                    <a:pt x="3773" y="1719"/>
                  </a:lnTo>
                  <a:lnTo>
                    <a:pt x="3832" y="1818"/>
                  </a:lnTo>
                  <a:lnTo>
                    <a:pt x="3813" y="1877"/>
                  </a:lnTo>
                  <a:lnTo>
                    <a:pt x="3793" y="1897"/>
                  </a:lnTo>
                  <a:lnTo>
                    <a:pt x="3793" y="1858"/>
                  </a:lnTo>
                  <a:lnTo>
                    <a:pt x="3793" y="1818"/>
                  </a:lnTo>
                  <a:lnTo>
                    <a:pt x="3773" y="1858"/>
                  </a:lnTo>
                  <a:lnTo>
                    <a:pt x="3753" y="1877"/>
                  </a:lnTo>
                  <a:lnTo>
                    <a:pt x="3773" y="1937"/>
                  </a:lnTo>
                  <a:lnTo>
                    <a:pt x="3773" y="2016"/>
                  </a:lnTo>
                  <a:lnTo>
                    <a:pt x="3793" y="2075"/>
                  </a:lnTo>
                  <a:lnTo>
                    <a:pt x="3813" y="2055"/>
                  </a:lnTo>
                  <a:lnTo>
                    <a:pt x="3832" y="2035"/>
                  </a:lnTo>
                  <a:lnTo>
                    <a:pt x="3832" y="2016"/>
                  </a:lnTo>
                  <a:lnTo>
                    <a:pt x="3852" y="2055"/>
                  </a:lnTo>
                  <a:lnTo>
                    <a:pt x="3872" y="2055"/>
                  </a:lnTo>
                  <a:lnTo>
                    <a:pt x="3911" y="2035"/>
                  </a:lnTo>
                  <a:lnTo>
                    <a:pt x="3951" y="2016"/>
                  </a:lnTo>
                  <a:lnTo>
                    <a:pt x="3971" y="2016"/>
                  </a:lnTo>
                  <a:lnTo>
                    <a:pt x="3990" y="2055"/>
                  </a:lnTo>
                  <a:lnTo>
                    <a:pt x="3990" y="1996"/>
                  </a:lnTo>
                  <a:lnTo>
                    <a:pt x="3990" y="1956"/>
                  </a:lnTo>
                  <a:lnTo>
                    <a:pt x="3990" y="1937"/>
                  </a:lnTo>
                  <a:lnTo>
                    <a:pt x="4030" y="1937"/>
                  </a:lnTo>
                  <a:lnTo>
                    <a:pt x="4030" y="1956"/>
                  </a:lnTo>
                  <a:lnTo>
                    <a:pt x="4050" y="2035"/>
                  </a:lnTo>
                  <a:lnTo>
                    <a:pt x="4069" y="1996"/>
                  </a:lnTo>
                  <a:lnTo>
                    <a:pt x="4089" y="1976"/>
                  </a:lnTo>
                  <a:lnTo>
                    <a:pt x="4129" y="1976"/>
                  </a:lnTo>
                  <a:lnTo>
                    <a:pt x="4129" y="1937"/>
                  </a:lnTo>
                  <a:lnTo>
                    <a:pt x="4129" y="1877"/>
                  </a:lnTo>
                  <a:lnTo>
                    <a:pt x="4129" y="1798"/>
                  </a:lnTo>
                  <a:lnTo>
                    <a:pt x="4148" y="1739"/>
                  </a:lnTo>
                  <a:lnTo>
                    <a:pt x="4168" y="1680"/>
                  </a:lnTo>
                  <a:lnTo>
                    <a:pt x="4188" y="1680"/>
                  </a:lnTo>
                  <a:lnTo>
                    <a:pt x="4228" y="1700"/>
                  </a:lnTo>
                  <a:lnTo>
                    <a:pt x="4247" y="1700"/>
                  </a:lnTo>
                  <a:lnTo>
                    <a:pt x="4247" y="1739"/>
                  </a:lnTo>
                  <a:lnTo>
                    <a:pt x="4228" y="1759"/>
                  </a:lnTo>
                  <a:lnTo>
                    <a:pt x="4208" y="1759"/>
                  </a:lnTo>
                  <a:lnTo>
                    <a:pt x="4188" y="1779"/>
                  </a:lnTo>
                  <a:lnTo>
                    <a:pt x="4188" y="1779"/>
                  </a:lnTo>
                  <a:lnTo>
                    <a:pt x="4287" y="1739"/>
                  </a:lnTo>
                  <a:lnTo>
                    <a:pt x="4307" y="1779"/>
                  </a:lnTo>
                  <a:lnTo>
                    <a:pt x="4287" y="1818"/>
                  </a:lnTo>
                  <a:lnTo>
                    <a:pt x="4267" y="1838"/>
                  </a:lnTo>
                  <a:lnTo>
                    <a:pt x="4247" y="1838"/>
                  </a:lnTo>
                  <a:lnTo>
                    <a:pt x="4287" y="1858"/>
                  </a:lnTo>
                  <a:lnTo>
                    <a:pt x="4307" y="1858"/>
                  </a:lnTo>
                  <a:lnTo>
                    <a:pt x="4346" y="1818"/>
                  </a:lnTo>
                  <a:lnTo>
                    <a:pt x="4366" y="1739"/>
                  </a:lnTo>
                  <a:lnTo>
                    <a:pt x="4386" y="1759"/>
                  </a:lnTo>
                  <a:lnTo>
                    <a:pt x="4425" y="1798"/>
                  </a:lnTo>
                  <a:lnTo>
                    <a:pt x="4386" y="1917"/>
                  </a:lnTo>
                  <a:lnTo>
                    <a:pt x="4366" y="1996"/>
                  </a:lnTo>
                  <a:lnTo>
                    <a:pt x="4346" y="2035"/>
                  </a:lnTo>
                  <a:lnTo>
                    <a:pt x="4326" y="2016"/>
                  </a:lnTo>
                  <a:lnTo>
                    <a:pt x="4326" y="1956"/>
                  </a:lnTo>
                  <a:lnTo>
                    <a:pt x="4346" y="1917"/>
                  </a:lnTo>
                  <a:lnTo>
                    <a:pt x="4346" y="1897"/>
                  </a:lnTo>
                  <a:lnTo>
                    <a:pt x="4326" y="1877"/>
                  </a:lnTo>
                  <a:lnTo>
                    <a:pt x="4307" y="1976"/>
                  </a:lnTo>
                  <a:lnTo>
                    <a:pt x="4307" y="1956"/>
                  </a:lnTo>
                  <a:lnTo>
                    <a:pt x="4287" y="1956"/>
                  </a:lnTo>
                  <a:lnTo>
                    <a:pt x="4247" y="1996"/>
                  </a:lnTo>
                  <a:lnTo>
                    <a:pt x="4247" y="1976"/>
                  </a:lnTo>
                  <a:lnTo>
                    <a:pt x="4267" y="1956"/>
                  </a:lnTo>
                  <a:lnTo>
                    <a:pt x="4208" y="1937"/>
                  </a:lnTo>
                  <a:lnTo>
                    <a:pt x="4168" y="1956"/>
                  </a:lnTo>
                  <a:lnTo>
                    <a:pt x="4148" y="2016"/>
                  </a:lnTo>
                  <a:lnTo>
                    <a:pt x="4168" y="2035"/>
                  </a:lnTo>
                  <a:lnTo>
                    <a:pt x="4188" y="2055"/>
                  </a:lnTo>
                  <a:lnTo>
                    <a:pt x="4287" y="2055"/>
                  </a:lnTo>
                  <a:lnTo>
                    <a:pt x="4307" y="2075"/>
                  </a:lnTo>
                  <a:lnTo>
                    <a:pt x="4326" y="2095"/>
                  </a:lnTo>
                  <a:lnTo>
                    <a:pt x="4445" y="1976"/>
                  </a:lnTo>
                  <a:lnTo>
                    <a:pt x="4425" y="1877"/>
                  </a:lnTo>
                  <a:lnTo>
                    <a:pt x="4425" y="1838"/>
                  </a:lnTo>
                  <a:lnTo>
                    <a:pt x="4445" y="1779"/>
                  </a:lnTo>
                  <a:lnTo>
                    <a:pt x="4465" y="1858"/>
                  </a:lnTo>
                  <a:lnTo>
                    <a:pt x="4484" y="1917"/>
                  </a:lnTo>
                  <a:lnTo>
                    <a:pt x="4504" y="1956"/>
                  </a:lnTo>
                  <a:lnTo>
                    <a:pt x="4524" y="1976"/>
                  </a:lnTo>
                  <a:lnTo>
                    <a:pt x="4544" y="1917"/>
                  </a:lnTo>
                  <a:lnTo>
                    <a:pt x="4563" y="1858"/>
                  </a:lnTo>
                  <a:lnTo>
                    <a:pt x="4583" y="1818"/>
                  </a:lnTo>
                  <a:lnTo>
                    <a:pt x="4603" y="1779"/>
                  </a:lnTo>
                  <a:lnTo>
                    <a:pt x="4583" y="1798"/>
                  </a:lnTo>
                  <a:lnTo>
                    <a:pt x="4563" y="1779"/>
                  </a:lnTo>
                  <a:lnTo>
                    <a:pt x="4563" y="1719"/>
                  </a:lnTo>
                  <a:lnTo>
                    <a:pt x="4583" y="1700"/>
                  </a:lnTo>
                  <a:lnTo>
                    <a:pt x="4583" y="1660"/>
                  </a:lnTo>
                  <a:lnTo>
                    <a:pt x="4603" y="1621"/>
                  </a:lnTo>
                  <a:lnTo>
                    <a:pt x="4603" y="1601"/>
                  </a:lnTo>
                  <a:lnTo>
                    <a:pt x="4642" y="1621"/>
                  </a:lnTo>
                  <a:lnTo>
                    <a:pt x="4642" y="1660"/>
                  </a:lnTo>
                  <a:lnTo>
                    <a:pt x="4642" y="1680"/>
                  </a:lnTo>
                  <a:lnTo>
                    <a:pt x="4682" y="1719"/>
                  </a:lnTo>
                  <a:lnTo>
                    <a:pt x="4623" y="1838"/>
                  </a:lnTo>
                  <a:lnTo>
                    <a:pt x="4544" y="1956"/>
                  </a:lnTo>
                  <a:lnTo>
                    <a:pt x="4563" y="1976"/>
                  </a:lnTo>
                  <a:lnTo>
                    <a:pt x="4603" y="1976"/>
                  </a:lnTo>
                  <a:lnTo>
                    <a:pt x="4623" y="1917"/>
                  </a:lnTo>
                  <a:lnTo>
                    <a:pt x="4623" y="1897"/>
                  </a:lnTo>
                  <a:lnTo>
                    <a:pt x="4623" y="1858"/>
                  </a:lnTo>
                  <a:lnTo>
                    <a:pt x="4721" y="1759"/>
                  </a:lnTo>
                  <a:lnTo>
                    <a:pt x="4781" y="1700"/>
                  </a:lnTo>
                  <a:lnTo>
                    <a:pt x="4860" y="1680"/>
                  </a:lnTo>
                  <a:lnTo>
                    <a:pt x="4840" y="1739"/>
                  </a:lnTo>
                  <a:lnTo>
                    <a:pt x="4820" y="1779"/>
                  </a:lnTo>
                  <a:lnTo>
                    <a:pt x="4761" y="1838"/>
                  </a:lnTo>
                  <a:lnTo>
                    <a:pt x="4721" y="1897"/>
                  </a:lnTo>
                  <a:lnTo>
                    <a:pt x="4721" y="1956"/>
                  </a:lnTo>
                  <a:lnTo>
                    <a:pt x="4721" y="2016"/>
                  </a:lnTo>
                  <a:lnTo>
                    <a:pt x="4741" y="1996"/>
                  </a:lnTo>
                  <a:lnTo>
                    <a:pt x="4761" y="1956"/>
                  </a:lnTo>
                  <a:lnTo>
                    <a:pt x="4781" y="1937"/>
                  </a:lnTo>
                  <a:lnTo>
                    <a:pt x="4781" y="1917"/>
                  </a:lnTo>
                  <a:lnTo>
                    <a:pt x="4820" y="1976"/>
                  </a:lnTo>
                  <a:lnTo>
                    <a:pt x="4840" y="1976"/>
                  </a:lnTo>
                  <a:lnTo>
                    <a:pt x="4879" y="1956"/>
                  </a:lnTo>
                  <a:lnTo>
                    <a:pt x="4919" y="1956"/>
                  </a:lnTo>
                  <a:lnTo>
                    <a:pt x="4919" y="1897"/>
                  </a:lnTo>
                  <a:lnTo>
                    <a:pt x="4939" y="1877"/>
                  </a:lnTo>
                  <a:lnTo>
                    <a:pt x="4958" y="1877"/>
                  </a:lnTo>
                  <a:lnTo>
                    <a:pt x="4978" y="1897"/>
                  </a:lnTo>
                  <a:lnTo>
                    <a:pt x="4978" y="1917"/>
                  </a:lnTo>
                  <a:lnTo>
                    <a:pt x="4998" y="1897"/>
                  </a:lnTo>
                  <a:lnTo>
                    <a:pt x="4998" y="1917"/>
                  </a:lnTo>
                  <a:lnTo>
                    <a:pt x="5037" y="1877"/>
                  </a:lnTo>
                  <a:lnTo>
                    <a:pt x="5057" y="1897"/>
                  </a:lnTo>
                  <a:lnTo>
                    <a:pt x="5136" y="1897"/>
                  </a:lnTo>
                  <a:lnTo>
                    <a:pt x="5136" y="1858"/>
                  </a:lnTo>
                  <a:lnTo>
                    <a:pt x="5077" y="1858"/>
                  </a:lnTo>
                  <a:lnTo>
                    <a:pt x="5057" y="1818"/>
                  </a:lnTo>
                  <a:lnTo>
                    <a:pt x="5057" y="1779"/>
                  </a:lnTo>
                  <a:lnTo>
                    <a:pt x="5057" y="1739"/>
                  </a:lnTo>
                  <a:lnTo>
                    <a:pt x="5097" y="1719"/>
                  </a:lnTo>
                  <a:lnTo>
                    <a:pt x="5156" y="1700"/>
                  </a:lnTo>
                  <a:lnTo>
                    <a:pt x="5195" y="1660"/>
                  </a:lnTo>
                  <a:lnTo>
                    <a:pt x="5235" y="1660"/>
                  </a:lnTo>
                  <a:lnTo>
                    <a:pt x="5215" y="1621"/>
                  </a:lnTo>
                  <a:lnTo>
                    <a:pt x="5235" y="1601"/>
                  </a:lnTo>
                  <a:lnTo>
                    <a:pt x="5314" y="1601"/>
                  </a:lnTo>
                  <a:lnTo>
                    <a:pt x="5314" y="1660"/>
                  </a:lnTo>
                  <a:lnTo>
                    <a:pt x="5294" y="1700"/>
                  </a:lnTo>
                  <a:lnTo>
                    <a:pt x="5274" y="1739"/>
                  </a:lnTo>
                  <a:lnTo>
                    <a:pt x="5274" y="1779"/>
                  </a:lnTo>
                  <a:lnTo>
                    <a:pt x="5255" y="1818"/>
                  </a:lnTo>
                  <a:lnTo>
                    <a:pt x="5274" y="1798"/>
                  </a:lnTo>
                  <a:lnTo>
                    <a:pt x="5294" y="1739"/>
                  </a:lnTo>
                  <a:lnTo>
                    <a:pt x="5334" y="1700"/>
                  </a:lnTo>
                  <a:lnTo>
                    <a:pt x="5373" y="1680"/>
                  </a:lnTo>
                  <a:lnTo>
                    <a:pt x="5353" y="1719"/>
                  </a:lnTo>
                  <a:lnTo>
                    <a:pt x="5353" y="1739"/>
                  </a:lnTo>
                  <a:lnTo>
                    <a:pt x="5353" y="1759"/>
                  </a:lnTo>
                  <a:lnTo>
                    <a:pt x="5393" y="1739"/>
                  </a:lnTo>
                  <a:lnTo>
                    <a:pt x="5413" y="1719"/>
                  </a:lnTo>
                  <a:lnTo>
                    <a:pt x="5432" y="1739"/>
                  </a:lnTo>
                  <a:lnTo>
                    <a:pt x="5393" y="1798"/>
                  </a:lnTo>
                  <a:lnTo>
                    <a:pt x="5373" y="1838"/>
                  </a:lnTo>
                  <a:lnTo>
                    <a:pt x="5373" y="1897"/>
                  </a:lnTo>
                  <a:lnTo>
                    <a:pt x="5413" y="1779"/>
                  </a:lnTo>
                  <a:lnTo>
                    <a:pt x="5432" y="1818"/>
                  </a:lnTo>
                  <a:lnTo>
                    <a:pt x="5452" y="1779"/>
                  </a:lnTo>
                  <a:lnTo>
                    <a:pt x="5452" y="1759"/>
                  </a:lnTo>
                  <a:lnTo>
                    <a:pt x="5472" y="1779"/>
                  </a:lnTo>
                  <a:lnTo>
                    <a:pt x="5472" y="1798"/>
                  </a:lnTo>
                  <a:lnTo>
                    <a:pt x="5472" y="1838"/>
                  </a:lnTo>
                  <a:lnTo>
                    <a:pt x="5511" y="1838"/>
                  </a:lnTo>
                  <a:lnTo>
                    <a:pt x="5551" y="1779"/>
                  </a:lnTo>
                  <a:lnTo>
                    <a:pt x="5531" y="1739"/>
                  </a:lnTo>
                  <a:lnTo>
                    <a:pt x="5531" y="1680"/>
                  </a:lnTo>
                  <a:lnTo>
                    <a:pt x="5551" y="1621"/>
                  </a:lnTo>
                  <a:lnTo>
                    <a:pt x="5590" y="1581"/>
                  </a:lnTo>
                  <a:lnTo>
                    <a:pt x="5630" y="1601"/>
                  </a:lnTo>
                  <a:lnTo>
                    <a:pt x="5689" y="1601"/>
                  </a:lnTo>
                  <a:lnTo>
                    <a:pt x="5709" y="1680"/>
                  </a:lnTo>
                  <a:lnTo>
                    <a:pt x="5748" y="1621"/>
                  </a:lnTo>
                  <a:lnTo>
                    <a:pt x="5748" y="1621"/>
                  </a:lnTo>
                  <a:lnTo>
                    <a:pt x="5729" y="1660"/>
                  </a:lnTo>
                  <a:lnTo>
                    <a:pt x="5748" y="1680"/>
                  </a:lnTo>
                  <a:lnTo>
                    <a:pt x="5788" y="1680"/>
                  </a:lnTo>
                  <a:lnTo>
                    <a:pt x="5768" y="1719"/>
                  </a:lnTo>
                  <a:lnTo>
                    <a:pt x="5729" y="1739"/>
                  </a:lnTo>
                  <a:lnTo>
                    <a:pt x="5689" y="1759"/>
                  </a:lnTo>
                  <a:lnTo>
                    <a:pt x="5669" y="1838"/>
                  </a:lnTo>
                  <a:lnTo>
                    <a:pt x="5669" y="1858"/>
                  </a:lnTo>
                  <a:lnTo>
                    <a:pt x="5669" y="1897"/>
                  </a:lnTo>
                  <a:lnTo>
                    <a:pt x="5650" y="1956"/>
                  </a:lnTo>
                  <a:lnTo>
                    <a:pt x="5669" y="1937"/>
                  </a:lnTo>
                  <a:lnTo>
                    <a:pt x="5689" y="1877"/>
                  </a:lnTo>
                  <a:lnTo>
                    <a:pt x="5729" y="1759"/>
                  </a:lnTo>
                  <a:lnTo>
                    <a:pt x="5729" y="1798"/>
                  </a:lnTo>
                  <a:lnTo>
                    <a:pt x="5748" y="1798"/>
                  </a:lnTo>
                  <a:lnTo>
                    <a:pt x="5748" y="1838"/>
                  </a:lnTo>
                  <a:lnTo>
                    <a:pt x="5729" y="1877"/>
                  </a:lnTo>
                  <a:lnTo>
                    <a:pt x="5768" y="1877"/>
                  </a:lnTo>
                  <a:lnTo>
                    <a:pt x="5788" y="1838"/>
                  </a:lnTo>
                  <a:lnTo>
                    <a:pt x="5808" y="1818"/>
                  </a:lnTo>
                  <a:lnTo>
                    <a:pt x="5827" y="1818"/>
                  </a:lnTo>
                  <a:lnTo>
                    <a:pt x="5768" y="1956"/>
                  </a:lnTo>
                  <a:lnTo>
                    <a:pt x="5788" y="1956"/>
                  </a:lnTo>
                  <a:lnTo>
                    <a:pt x="5808" y="1996"/>
                  </a:lnTo>
                  <a:lnTo>
                    <a:pt x="5827" y="1937"/>
                  </a:lnTo>
                  <a:lnTo>
                    <a:pt x="5827" y="1917"/>
                  </a:lnTo>
                  <a:lnTo>
                    <a:pt x="5808" y="1917"/>
                  </a:lnTo>
                  <a:lnTo>
                    <a:pt x="5827" y="1877"/>
                  </a:lnTo>
                  <a:lnTo>
                    <a:pt x="5847" y="1897"/>
                  </a:lnTo>
                  <a:lnTo>
                    <a:pt x="5867" y="1897"/>
                  </a:lnTo>
                  <a:lnTo>
                    <a:pt x="5887" y="1858"/>
                  </a:lnTo>
                  <a:lnTo>
                    <a:pt x="5887" y="1917"/>
                  </a:lnTo>
                  <a:lnTo>
                    <a:pt x="5906" y="1917"/>
                  </a:lnTo>
                  <a:lnTo>
                    <a:pt x="5946" y="1937"/>
                  </a:lnTo>
                  <a:lnTo>
                    <a:pt x="5966" y="1956"/>
                  </a:lnTo>
                  <a:lnTo>
                    <a:pt x="5966" y="1858"/>
                  </a:lnTo>
                  <a:lnTo>
                    <a:pt x="5946" y="1877"/>
                  </a:lnTo>
                  <a:lnTo>
                    <a:pt x="5926" y="1897"/>
                  </a:lnTo>
                  <a:lnTo>
                    <a:pt x="5926" y="1877"/>
                  </a:lnTo>
                  <a:lnTo>
                    <a:pt x="5926" y="1838"/>
                  </a:lnTo>
                  <a:lnTo>
                    <a:pt x="5966" y="1798"/>
                  </a:lnTo>
                  <a:lnTo>
                    <a:pt x="6025" y="1798"/>
                  </a:lnTo>
                  <a:lnTo>
                    <a:pt x="6084" y="1818"/>
                  </a:lnTo>
                  <a:lnTo>
                    <a:pt x="6143" y="1779"/>
                  </a:lnTo>
                  <a:lnTo>
                    <a:pt x="6163" y="1818"/>
                  </a:lnTo>
                  <a:lnTo>
                    <a:pt x="6143" y="1858"/>
                  </a:lnTo>
                  <a:lnTo>
                    <a:pt x="6124" y="1897"/>
                  </a:lnTo>
                  <a:lnTo>
                    <a:pt x="6104" y="1956"/>
                  </a:lnTo>
                  <a:lnTo>
                    <a:pt x="6064" y="1956"/>
                  </a:lnTo>
                  <a:lnTo>
                    <a:pt x="6045" y="1937"/>
                  </a:lnTo>
                  <a:lnTo>
                    <a:pt x="6025" y="1917"/>
                  </a:lnTo>
                  <a:lnTo>
                    <a:pt x="6005" y="1937"/>
                  </a:lnTo>
                  <a:lnTo>
                    <a:pt x="6025" y="1956"/>
                  </a:lnTo>
                  <a:lnTo>
                    <a:pt x="6084" y="1976"/>
                  </a:lnTo>
                  <a:lnTo>
                    <a:pt x="6124" y="1956"/>
                  </a:lnTo>
                  <a:lnTo>
                    <a:pt x="6163" y="1917"/>
                  </a:lnTo>
                  <a:lnTo>
                    <a:pt x="6183" y="1937"/>
                  </a:lnTo>
                  <a:lnTo>
                    <a:pt x="6183" y="1956"/>
                  </a:lnTo>
                  <a:lnTo>
                    <a:pt x="6183" y="2035"/>
                  </a:lnTo>
                  <a:lnTo>
                    <a:pt x="6183" y="2114"/>
                  </a:lnTo>
                  <a:lnTo>
                    <a:pt x="6203" y="2134"/>
                  </a:lnTo>
                  <a:lnTo>
                    <a:pt x="6222" y="2134"/>
                  </a:lnTo>
                  <a:lnTo>
                    <a:pt x="6242" y="2055"/>
                  </a:lnTo>
                  <a:lnTo>
                    <a:pt x="6242" y="1996"/>
                  </a:lnTo>
                  <a:lnTo>
                    <a:pt x="6262" y="1996"/>
                  </a:lnTo>
                  <a:lnTo>
                    <a:pt x="6282" y="2016"/>
                  </a:lnTo>
                  <a:lnTo>
                    <a:pt x="6301" y="1996"/>
                  </a:lnTo>
                  <a:lnTo>
                    <a:pt x="6301" y="1976"/>
                  </a:lnTo>
                  <a:lnTo>
                    <a:pt x="6301" y="1956"/>
                  </a:lnTo>
                  <a:lnTo>
                    <a:pt x="6321" y="1937"/>
                  </a:lnTo>
                  <a:lnTo>
                    <a:pt x="6321" y="1956"/>
                  </a:lnTo>
                  <a:lnTo>
                    <a:pt x="6321" y="2016"/>
                  </a:lnTo>
                  <a:lnTo>
                    <a:pt x="6341" y="2016"/>
                  </a:lnTo>
                  <a:lnTo>
                    <a:pt x="6341" y="2075"/>
                  </a:lnTo>
                  <a:lnTo>
                    <a:pt x="6341" y="2114"/>
                  </a:lnTo>
                  <a:lnTo>
                    <a:pt x="6380" y="2075"/>
                  </a:lnTo>
                  <a:lnTo>
                    <a:pt x="6361" y="2075"/>
                  </a:lnTo>
                  <a:lnTo>
                    <a:pt x="6361" y="2055"/>
                  </a:lnTo>
                  <a:lnTo>
                    <a:pt x="6400" y="1976"/>
                  </a:lnTo>
                  <a:lnTo>
                    <a:pt x="6459" y="1917"/>
                  </a:lnTo>
                  <a:lnTo>
                    <a:pt x="6459" y="1937"/>
                  </a:lnTo>
                  <a:lnTo>
                    <a:pt x="6459" y="1956"/>
                  </a:lnTo>
                  <a:lnTo>
                    <a:pt x="6499" y="1956"/>
                  </a:lnTo>
                  <a:lnTo>
                    <a:pt x="6479" y="1996"/>
                  </a:lnTo>
                  <a:lnTo>
                    <a:pt x="6440" y="1996"/>
                  </a:lnTo>
                  <a:lnTo>
                    <a:pt x="6420" y="2016"/>
                  </a:lnTo>
                  <a:lnTo>
                    <a:pt x="6440" y="2035"/>
                  </a:lnTo>
                  <a:lnTo>
                    <a:pt x="6519" y="1976"/>
                  </a:lnTo>
                  <a:lnTo>
                    <a:pt x="6519" y="1956"/>
                  </a:lnTo>
                  <a:lnTo>
                    <a:pt x="6519" y="1937"/>
                  </a:lnTo>
                  <a:lnTo>
                    <a:pt x="6578" y="1858"/>
                  </a:lnTo>
                  <a:lnTo>
                    <a:pt x="6598" y="1917"/>
                  </a:lnTo>
                  <a:lnTo>
                    <a:pt x="6598" y="1956"/>
                  </a:lnTo>
                  <a:lnTo>
                    <a:pt x="6578" y="2016"/>
                  </a:lnTo>
                  <a:lnTo>
                    <a:pt x="6617" y="1976"/>
                  </a:lnTo>
                  <a:lnTo>
                    <a:pt x="6637" y="1956"/>
                  </a:lnTo>
                  <a:lnTo>
                    <a:pt x="6697" y="1937"/>
                  </a:lnTo>
                  <a:lnTo>
                    <a:pt x="6697" y="1917"/>
                  </a:lnTo>
                  <a:lnTo>
                    <a:pt x="6716" y="1877"/>
                  </a:lnTo>
                  <a:lnTo>
                    <a:pt x="6756" y="1838"/>
                  </a:lnTo>
                  <a:lnTo>
                    <a:pt x="6756" y="1956"/>
                  </a:lnTo>
                  <a:lnTo>
                    <a:pt x="6736" y="1976"/>
                  </a:lnTo>
                  <a:lnTo>
                    <a:pt x="6716" y="1996"/>
                  </a:lnTo>
                  <a:lnTo>
                    <a:pt x="6716" y="2055"/>
                  </a:lnTo>
                  <a:lnTo>
                    <a:pt x="6697" y="2095"/>
                  </a:lnTo>
                  <a:lnTo>
                    <a:pt x="6657" y="2134"/>
                  </a:lnTo>
                  <a:lnTo>
                    <a:pt x="6637" y="2134"/>
                  </a:lnTo>
                  <a:lnTo>
                    <a:pt x="6617" y="2095"/>
                  </a:lnTo>
                  <a:lnTo>
                    <a:pt x="6598" y="2134"/>
                  </a:lnTo>
                  <a:lnTo>
                    <a:pt x="6617" y="2154"/>
                  </a:lnTo>
                  <a:lnTo>
                    <a:pt x="6657" y="2154"/>
                  </a:lnTo>
                  <a:lnTo>
                    <a:pt x="6697" y="2114"/>
                  </a:lnTo>
                  <a:lnTo>
                    <a:pt x="6716" y="2114"/>
                  </a:lnTo>
                  <a:lnTo>
                    <a:pt x="6716" y="2134"/>
                  </a:lnTo>
                  <a:lnTo>
                    <a:pt x="6677" y="2213"/>
                  </a:lnTo>
                  <a:lnTo>
                    <a:pt x="6716" y="2193"/>
                  </a:lnTo>
                  <a:lnTo>
                    <a:pt x="6736" y="2193"/>
                  </a:lnTo>
                  <a:lnTo>
                    <a:pt x="6736" y="2213"/>
                  </a:lnTo>
                  <a:lnTo>
                    <a:pt x="6776" y="2134"/>
                  </a:lnTo>
                  <a:lnTo>
                    <a:pt x="6795" y="2095"/>
                  </a:lnTo>
                  <a:lnTo>
                    <a:pt x="6835" y="2075"/>
                  </a:lnTo>
                  <a:lnTo>
                    <a:pt x="6815" y="2193"/>
                  </a:lnTo>
                  <a:lnTo>
                    <a:pt x="6835" y="2193"/>
                  </a:lnTo>
                  <a:lnTo>
                    <a:pt x="6874" y="2154"/>
                  </a:lnTo>
                  <a:lnTo>
                    <a:pt x="6894" y="2095"/>
                  </a:lnTo>
                  <a:lnTo>
                    <a:pt x="6953" y="2055"/>
                  </a:lnTo>
                  <a:lnTo>
                    <a:pt x="6953" y="1976"/>
                  </a:lnTo>
                  <a:lnTo>
                    <a:pt x="6993" y="1956"/>
                  </a:lnTo>
                  <a:lnTo>
                    <a:pt x="7032" y="1956"/>
                  </a:lnTo>
                  <a:lnTo>
                    <a:pt x="7072" y="1917"/>
                  </a:lnTo>
                  <a:lnTo>
                    <a:pt x="7052" y="1917"/>
                  </a:lnTo>
                  <a:lnTo>
                    <a:pt x="7013" y="1937"/>
                  </a:lnTo>
                  <a:lnTo>
                    <a:pt x="6973" y="1937"/>
                  </a:lnTo>
                  <a:lnTo>
                    <a:pt x="7013" y="1877"/>
                  </a:lnTo>
                  <a:lnTo>
                    <a:pt x="7052" y="1877"/>
                  </a:lnTo>
                  <a:lnTo>
                    <a:pt x="7072" y="1858"/>
                  </a:lnTo>
                  <a:lnTo>
                    <a:pt x="7092" y="1917"/>
                  </a:lnTo>
                  <a:lnTo>
                    <a:pt x="7092" y="2016"/>
                  </a:lnTo>
                  <a:lnTo>
                    <a:pt x="7032" y="2095"/>
                  </a:lnTo>
                  <a:lnTo>
                    <a:pt x="6973" y="2174"/>
                  </a:lnTo>
                  <a:lnTo>
                    <a:pt x="6894" y="2233"/>
                  </a:lnTo>
                  <a:lnTo>
                    <a:pt x="6835" y="2351"/>
                  </a:lnTo>
                  <a:lnTo>
                    <a:pt x="6934" y="2351"/>
                  </a:lnTo>
                  <a:lnTo>
                    <a:pt x="6973" y="2371"/>
                  </a:lnTo>
                  <a:lnTo>
                    <a:pt x="6993" y="2411"/>
                  </a:lnTo>
                  <a:lnTo>
                    <a:pt x="7032" y="2391"/>
                  </a:lnTo>
                  <a:lnTo>
                    <a:pt x="7092" y="2332"/>
                  </a:lnTo>
                  <a:lnTo>
                    <a:pt x="7171" y="2213"/>
                  </a:lnTo>
                  <a:lnTo>
                    <a:pt x="7190" y="2154"/>
                  </a:lnTo>
                  <a:lnTo>
                    <a:pt x="7269" y="1838"/>
                  </a:lnTo>
                  <a:lnTo>
                    <a:pt x="7329" y="1522"/>
                  </a:lnTo>
                  <a:lnTo>
                    <a:pt x="7348" y="1226"/>
                  </a:lnTo>
                  <a:lnTo>
                    <a:pt x="7348" y="929"/>
                  </a:lnTo>
                  <a:lnTo>
                    <a:pt x="7329" y="949"/>
                  </a:lnTo>
                  <a:lnTo>
                    <a:pt x="7329" y="969"/>
                  </a:lnTo>
                  <a:lnTo>
                    <a:pt x="7289" y="1048"/>
                  </a:lnTo>
                  <a:lnTo>
                    <a:pt x="7230" y="1068"/>
                  </a:lnTo>
                  <a:lnTo>
                    <a:pt x="7131" y="1068"/>
                  </a:lnTo>
                  <a:lnTo>
                    <a:pt x="7151" y="1008"/>
                  </a:lnTo>
                  <a:lnTo>
                    <a:pt x="7210" y="969"/>
                  </a:lnTo>
                  <a:lnTo>
                    <a:pt x="7289" y="890"/>
                  </a:lnTo>
                  <a:lnTo>
                    <a:pt x="7250" y="910"/>
                  </a:lnTo>
                  <a:lnTo>
                    <a:pt x="7230" y="929"/>
                  </a:lnTo>
                  <a:lnTo>
                    <a:pt x="7230" y="910"/>
                  </a:lnTo>
                  <a:lnTo>
                    <a:pt x="7269" y="791"/>
                  </a:lnTo>
                  <a:lnTo>
                    <a:pt x="7230" y="831"/>
                  </a:lnTo>
                  <a:lnTo>
                    <a:pt x="7210" y="870"/>
                  </a:lnTo>
                  <a:lnTo>
                    <a:pt x="7190" y="910"/>
                  </a:lnTo>
                  <a:lnTo>
                    <a:pt x="7151" y="969"/>
                  </a:lnTo>
                  <a:lnTo>
                    <a:pt x="7111" y="1028"/>
                  </a:lnTo>
                  <a:lnTo>
                    <a:pt x="7092" y="1028"/>
                  </a:lnTo>
                  <a:lnTo>
                    <a:pt x="7092" y="1008"/>
                  </a:lnTo>
                  <a:lnTo>
                    <a:pt x="7072" y="969"/>
                  </a:lnTo>
                  <a:lnTo>
                    <a:pt x="7072" y="949"/>
                  </a:lnTo>
                  <a:lnTo>
                    <a:pt x="7111" y="929"/>
                  </a:lnTo>
                  <a:lnTo>
                    <a:pt x="7092" y="910"/>
                  </a:lnTo>
                  <a:lnTo>
                    <a:pt x="7032" y="910"/>
                  </a:lnTo>
                  <a:lnTo>
                    <a:pt x="6993" y="929"/>
                  </a:lnTo>
                  <a:lnTo>
                    <a:pt x="6973" y="929"/>
                  </a:lnTo>
                  <a:lnTo>
                    <a:pt x="6973" y="850"/>
                  </a:lnTo>
                  <a:lnTo>
                    <a:pt x="6993" y="870"/>
                  </a:lnTo>
                  <a:lnTo>
                    <a:pt x="7013" y="870"/>
                  </a:lnTo>
                  <a:lnTo>
                    <a:pt x="7052" y="850"/>
                  </a:lnTo>
                  <a:lnTo>
                    <a:pt x="7111" y="791"/>
                  </a:lnTo>
                  <a:lnTo>
                    <a:pt x="7131" y="791"/>
                  </a:lnTo>
                  <a:lnTo>
                    <a:pt x="7131" y="752"/>
                  </a:lnTo>
                  <a:lnTo>
                    <a:pt x="7131" y="712"/>
                  </a:lnTo>
                  <a:lnTo>
                    <a:pt x="7171" y="633"/>
                  </a:lnTo>
                  <a:lnTo>
                    <a:pt x="7309" y="515"/>
                  </a:lnTo>
                  <a:lnTo>
                    <a:pt x="7289" y="495"/>
                  </a:lnTo>
                  <a:lnTo>
                    <a:pt x="7269" y="495"/>
                  </a:lnTo>
                  <a:lnTo>
                    <a:pt x="7250" y="455"/>
                  </a:lnTo>
                  <a:lnTo>
                    <a:pt x="7250" y="416"/>
                  </a:lnTo>
                  <a:lnTo>
                    <a:pt x="7210" y="436"/>
                  </a:lnTo>
                  <a:lnTo>
                    <a:pt x="7171" y="455"/>
                  </a:lnTo>
                  <a:lnTo>
                    <a:pt x="7131" y="416"/>
                  </a:lnTo>
                  <a:lnTo>
                    <a:pt x="7111" y="416"/>
                  </a:lnTo>
                  <a:lnTo>
                    <a:pt x="7092" y="396"/>
                  </a:lnTo>
                  <a:lnTo>
                    <a:pt x="7052" y="416"/>
                  </a:lnTo>
                  <a:lnTo>
                    <a:pt x="7013" y="455"/>
                  </a:lnTo>
                  <a:lnTo>
                    <a:pt x="7013" y="436"/>
                  </a:lnTo>
                  <a:lnTo>
                    <a:pt x="7032" y="396"/>
                  </a:lnTo>
                  <a:lnTo>
                    <a:pt x="7052" y="376"/>
                  </a:lnTo>
                  <a:lnTo>
                    <a:pt x="7032" y="376"/>
                  </a:lnTo>
                  <a:lnTo>
                    <a:pt x="6993" y="357"/>
                  </a:lnTo>
                  <a:lnTo>
                    <a:pt x="6934" y="337"/>
                  </a:lnTo>
                  <a:lnTo>
                    <a:pt x="6874" y="337"/>
                  </a:lnTo>
                  <a:lnTo>
                    <a:pt x="6815" y="357"/>
                  </a:lnTo>
                  <a:lnTo>
                    <a:pt x="6795" y="357"/>
                  </a:lnTo>
                  <a:lnTo>
                    <a:pt x="6795" y="317"/>
                  </a:lnTo>
                  <a:lnTo>
                    <a:pt x="6815" y="258"/>
                  </a:lnTo>
                  <a:lnTo>
                    <a:pt x="6756" y="218"/>
                  </a:lnTo>
                  <a:lnTo>
                    <a:pt x="6716" y="218"/>
                  </a:lnTo>
                  <a:lnTo>
                    <a:pt x="6598" y="258"/>
                  </a:lnTo>
                  <a:lnTo>
                    <a:pt x="6479" y="297"/>
                  </a:lnTo>
                  <a:lnTo>
                    <a:pt x="6420" y="297"/>
                  </a:lnTo>
                  <a:lnTo>
                    <a:pt x="6361" y="258"/>
                  </a:lnTo>
                  <a:lnTo>
                    <a:pt x="6420" y="198"/>
                  </a:lnTo>
                  <a:lnTo>
                    <a:pt x="6361" y="179"/>
                  </a:lnTo>
                  <a:lnTo>
                    <a:pt x="6341" y="198"/>
                  </a:lnTo>
                  <a:lnTo>
                    <a:pt x="6301" y="238"/>
                  </a:lnTo>
                  <a:lnTo>
                    <a:pt x="6301" y="179"/>
                  </a:lnTo>
                  <a:lnTo>
                    <a:pt x="6282" y="159"/>
                  </a:lnTo>
                  <a:lnTo>
                    <a:pt x="6222" y="159"/>
                  </a:lnTo>
                  <a:lnTo>
                    <a:pt x="6183" y="179"/>
                  </a:lnTo>
                  <a:lnTo>
                    <a:pt x="6143" y="179"/>
                  </a:lnTo>
                  <a:lnTo>
                    <a:pt x="6124" y="159"/>
                  </a:lnTo>
                  <a:lnTo>
                    <a:pt x="6104" y="100"/>
                  </a:lnTo>
                  <a:lnTo>
                    <a:pt x="6084" y="80"/>
                  </a:lnTo>
                  <a:lnTo>
                    <a:pt x="6064" y="80"/>
                  </a:lnTo>
                  <a:lnTo>
                    <a:pt x="6025" y="119"/>
                  </a:lnTo>
                  <a:lnTo>
                    <a:pt x="5985" y="179"/>
                  </a:lnTo>
                  <a:lnTo>
                    <a:pt x="5926" y="218"/>
                  </a:lnTo>
                  <a:lnTo>
                    <a:pt x="5966" y="139"/>
                  </a:lnTo>
                  <a:lnTo>
                    <a:pt x="5966" y="100"/>
                  </a:lnTo>
                  <a:lnTo>
                    <a:pt x="5946" y="80"/>
                  </a:lnTo>
                  <a:lnTo>
                    <a:pt x="5650" y="100"/>
                  </a:lnTo>
                  <a:lnTo>
                    <a:pt x="5334" y="100"/>
                  </a:lnTo>
                  <a:lnTo>
                    <a:pt x="5353" y="60"/>
                  </a:lnTo>
                  <a:lnTo>
                    <a:pt x="5255" y="60"/>
                  </a:lnTo>
                  <a:lnTo>
                    <a:pt x="5156" y="100"/>
                  </a:lnTo>
                  <a:lnTo>
                    <a:pt x="5057" y="139"/>
                  </a:lnTo>
                  <a:lnTo>
                    <a:pt x="4958" y="139"/>
                  </a:lnTo>
                  <a:lnTo>
                    <a:pt x="4919" y="179"/>
                  </a:lnTo>
                  <a:lnTo>
                    <a:pt x="4899" y="218"/>
                  </a:lnTo>
                  <a:lnTo>
                    <a:pt x="4879" y="278"/>
                  </a:lnTo>
                  <a:lnTo>
                    <a:pt x="4899" y="297"/>
                  </a:lnTo>
                  <a:lnTo>
                    <a:pt x="4899" y="337"/>
                  </a:lnTo>
                  <a:lnTo>
                    <a:pt x="4899" y="455"/>
                  </a:lnTo>
                  <a:lnTo>
                    <a:pt x="4860" y="475"/>
                  </a:lnTo>
                  <a:lnTo>
                    <a:pt x="4840" y="455"/>
                  </a:lnTo>
                  <a:lnTo>
                    <a:pt x="4840" y="416"/>
                  </a:lnTo>
                  <a:lnTo>
                    <a:pt x="4820" y="337"/>
                  </a:lnTo>
                  <a:lnTo>
                    <a:pt x="4820" y="317"/>
                  </a:lnTo>
                  <a:lnTo>
                    <a:pt x="4800" y="317"/>
                  </a:lnTo>
                  <a:lnTo>
                    <a:pt x="4800" y="238"/>
                  </a:lnTo>
                  <a:lnTo>
                    <a:pt x="4820" y="198"/>
                  </a:lnTo>
                  <a:lnTo>
                    <a:pt x="4840" y="159"/>
                  </a:lnTo>
                  <a:lnTo>
                    <a:pt x="4860" y="80"/>
                  </a:lnTo>
                  <a:lnTo>
                    <a:pt x="4761" y="179"/>
                  </a:lnTo>
                  <a:lnTo>
                    <a:pt x="4721" y="159"/>
                  </a:lnTo>
                  <a:lnTo>
                    <a:pt x="4642" y="159"/>
                  </a:lnTo>
                  <a:lnTo>
                    <a:pt x="4603" y="139"/>
                  </a:lnTo>
                  <a:lnTo>
                    <a:pt x="4623" y="119"/>
                  </a:lnTo>
                  <a:lnTo>
                    <a:pt x="4623" y="100"/>
                  </a:lnTo>
                  <a:lnTo>
                    <a:pt x="4623" y="60"/>
                  </a:lnTo>
                  <a:lnTo>
                    <a:pt x="4642" y="80"/>
                  </a:lnTo>
                  <a:lnTo>
                    <a:pt x="4642" y="100"/>
                  </a:lnTo>
                  <a:lnTo>
                    <a:pt x="4682" y="100"/>
                  </a:lnTo>
                  <a:lnTo>
                    <a:pt x="4702" y="80"/>
                  </a:lnTo>
                  <a:lnTo>
                    <a:pt x="4721" y="40"/>
                  </a:lnTo>
                  <a:lnTo>
                    <a:pt x="4741" y="21"/>
                  </a:lnTo>
                  <a:lnTo>
                    <a:pt x="4741" y="21"/>
                  </a:lnTo>
                  <a:lnTo>
                    <a:pt x="4642" y="40"/>
                  </a:lnTo>
                  <a:lnTo>
                    <a:pt x="4563" y="40"/>
                  </a:lnTo>
                  <a:lnTo>
                    <a:pt x="4544" y="80"/>
                  </a:lnTo>
                  <a:lnTo>
                    <a:pt x="4524" y="100"/>
                  </a:lnTo>
                  <a:lnTo>
                    <a:pt x="4504" y="119"/>
                  </a:lnTo>
                  <a:lnTo>
                    <a:pt x="4484" y="139"/>
                  </a:lnTo>
                  <a:lnTo>
                    <a:pt x="4465" y="198"/>
                  </a:lnTo>
                  <a:lnTo>
                    <a:pt x="4445" y="218"/>
                  </a:lnTo>
                  <a:lnTo>
                    <a:pt x="4425" y="80"/>
                  </a:lnTo>
                  <a:lnTo>
                    <a:pt x="4425" y="100"/>
                  </a:lnTo>
                  <a:lnTo>
                    <a:pt x="4425" y="119"/>
                  </a:lnTo>
                  <a:lnTo>
                    <a:pt x="4425" y="159"/>
                  </a:lnTo>
                  <a:lnTo>
                    <a:pt x="4405" y="179"/>
                  </a:lnTo>
                  <a:lnTo>
                    <a:pt x="4326" y="179"/>
                  </a:lnTo>
                  <a:lnTo>
                    <a:pt x="4267" y="139"/>
                  </a:lnTo>
                  <a:lnTo>
                    <a:pt x="4267" y="119"/>
                  </a:lnTo>
                  <a:lnTo>
                    <a:pt x="4247" y="60"/>
                  </a:lnTo>
                  <a:lnTo>
                    <a:pt x="4228" y="80"/>
                  </a:lnTo>
                  <a:lnTo>
                    <a:pt x="4208" y="119"/>
                  </a:lnTo>
                  <a:lnTo>
                    <a:pt x="4188" y="139"/>
                  </a:lnTo>
                  <a:lnTo>
                    <a:pt x="4148" y="139"/>
                  </a:lnTo>
                  <a:lnTo>
                    <a:pt x="4168" y="60"/>
                  </a:lnTo>
                  <a:lnTo>
                    <a:pt x="4030" y="60"/>
                  </a:lnTo>
                  <a:lnTo>
                    <a:pt x="3951" y="40"/>
                  </a:lnTo>
                  <a:lnTo>
                    <a:pt x="3892"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5" name="Google Shape;8845;p34"/>
            <p:cNvSpPr/>
            <p:nvPr/>
          </p:nvSpPr>
          <p:spPr>
            <a:xfrm>
              <a:off x="9182564" y="499464"/>
              <a:ext cx="37" cy="778"/>
            </a:xfrm>
            <a:custGeom>
              <a:rect b="b" l="l" r="r" t="t"/>
              <a:pathLst>
                <a:path extrusionOk="0" h="21" w="1">
                  <a:moveTo>
                    <a:pt x="1" y="1"/>
                  </a:moveTo>
                  <a:lnTo>
                    <a:pt x="1" y="1"/>
                  </a:lnTo>
                  <a:lnTo>
                    <a:pt x="1" y="21"/>
                  </a:lnTo>
                  <a:lnTo>
                    <a:pt x="1" y="21"/>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6" name="Google Shape;8846;p34"/>
            <p:cNvSpPr/>
            <p:nvPr/>
          </p:nvSpPr>
          <p:spPr>
            <a:xfrm>
              <a:off x="9604035" y="1288287"/>
              <a:ext cx="37" cy="1519"/>
            </a:xfrm>
            <a:custGeom>
              <a:rect b="b" l="l" r="r" t="t"/>
              <a:pathLst>
                <a:path extrusionOk="0" h="41" w="1">
                  <a:moveTo>
                    <a:pt x="1" y="1"/>
                  </a:moveTo>
                  <a:lnTo>
                    <a:pt x="1" y="1"/>
                  </a:lnTo>
                  <a:lnTo>
                    <a:pt x="1" y="40"/>
                  </a:lnTo>
                  <a:lnTo>
                    <a:pt x="1" y="40"/>
                  </a:lnTo>
                  <a:lnTo>
                    <a:pt x="1"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7" name="Google Shape;8847;p34"/>
            <p:cNvSpPr/>
            <p:nvPr/>
          </p:nvSpPr>
          <p:spPr>
            <a:xfrm>
              <a:off x="9509642" y="1065862"/>
              <a:ext cx="152996" cy="245868"/>
            </a:xfrm>
            <a:custGeom>
              <a:rect b="b" l="l" r="r" t="t"/>
              <a:pathLst>
                <a:path extrusionOk="0" h="6637" w="4130">
                  <a:moveTo>
                    <a:pt x="3793" y="1857"/>
                  </a:moveTo>
                  <a:lnTo>
                    <a:pt x="3774" y="1877"/>
                  </a:lnTo>
                  <a:lnTo>
                    <a:pt x="3754" y="1896"/>
                  </a:lnTo>
                  <a:lnTo>
                    <a:pt x="3754" y="1936"/>
                  </a:lnTo>
                  <a:lnTo>
                    <a:pt x="3793" y="1896"/>
                  </a:lnTo>
                  <a:lnTo>
                    <a:pt x="3793" y="1857"/>
                  </a:lnTo>
                  <a:close/>
                  <a:moveTo>
                    <a:pt x="3774" y="2168"/>
                  </a:moveTo>
                  <a:lnTo>
                    <a:pt x="3774" y="2173"/>
                  </a:lnTo>
                  <a:lnTo>
                    <a:pt x="3793" y="2173"/>
                  </a:lnTo>
                  <a:lnTo>
                    <a:pt x="3774" y="2168"/>
                  </a:lnTo>
                  <a:close/>
                  <a:moveTo>
                    <a:pt x="2430" y="5945"/>
                  </a:moveTo>
                  <a:lnTo>
                    <a:pt x="2391" y="5965"/>
                  </a:lnTo>
                  <a:lnTo>
                    <a:pt x="2411" y="5985"/>
                  </a:lnTo>
                  <a:lnTo>
                    <a:pt x="2450" y="6024"/>
                  </a:lnTo>
                  <a:lnTo>
                    <a:pt x="2470" y="6005"/>
                  </a:lnTo>
                  <a:lnTo>
                    <a:pt x="2450" y="5985"/>
                  </a:lnTo>
                  <a:lnTo>
                    <a:pt x="2430" y="5965"/>
                  </a:lnTo>
                  <a:lnTo>
                    <a:pt x="2430" y="5945"/>
                  </a:lnTo>
                  <a:close/>
                  <a:moveTo>
                    <a:pt x="2272" y="0"/>
                  </a:moveTo>
                  <a:lnTo>
                    <a:pt x="2272" y="20"/>
                  </a:lnTo>
                  <a:lnTo>
                    <a:pt x="2351" y="59"/>
                  </a:lnTo>
                  <a:lnTo>
                    <a:pt x="2470" y="59"/>
                  </a:lnTo>
                  <a:lnTo>
                    <a:pt x="2450" y="79"/>
                  </a:lnTo>
                  <a:lnTo>
                    <a:pt x="2430" y="79"/>
                  </a:lnTo>
                  <a:lnTo>
                    <a:pt x="2411" y="99"/>
                  </a:lnTo>
                  <a:lnTo>
                    <a:pt x="2371" y="99"/>
                  </a:lnTo>
                  <a:lnTo>
                    <a:pt x="2351" y="79"/>
                  </a:lnTo>
                  <a:lnTo>
                    <a:pt x="2332" y="119"/>
                  </a:lnTo>
                  <a:lnTo>
                    <a:pt x="2332" y="138"/>
                  </a:lnTo>
                  <a:lnTo>
                    <a:pt x="2430" y="178"/>
                  </a:lnTo>
                  <a:lnTo>
                    <a:pt x="2490" y="217"/>
                  </a:lnTo>
                  <a:lnTo>
                    <a:pt x="2450" y="217"/>
                  </a:lnTo>
                  <a:lnTo>
                    <a:pt x="2391" y="198"/>
                  </a:lnTo>
                  <a:lnTo>
                    <a:pt x="2312" y="178"/>
                  </a:lnTo>
                  <a:lnTo>
                    <a:pt x="2253" y="178"/>
                  </a:lnTo>
                  <a:lnTo>
                    <a:pt x="2312" y="257"/>
                  </a:lnTo>
                  <a:lnTo>
                    <a:pt x="2253" y="257"/>
                  </a:lnTo>
                  <a:lnTo>
                    <a:pt x="2233" y="277"/>
                  </a:lnTo>
                  <a:lnTo>
                    <a:pt x="2233" y="316"/>
                  </a:lnTo>
                  <a:lnTo>
                    <a:pt x="2272" y="375"/>
                  </a:lnTo>
                  <a:lnTo>
                    <a:pt x="2332" y="454"/>
                  </a:lnTo>
                  <a:lnTo>
                    <a:pt x="2351" y="494"/>
                  </a:lnTo>
                  <a:lnTo>
                    <a:pt x="2351" y="533"/>
                  </a:lnTo>
                  <a:lnTo>
                    <a:pt x="2272" y="494"/>
                  </a:lnTo>
                  <a:lnTo>
                    <a:pt x="2233" y="474"/>
                  </a:lnTo>
                  <a:lnTo>
                    <a:pt x="2213" y="435"/>
                  </a:lnTo>
                  <a:lnTo>
                    <a:pt x="2193" y="395"/>
                  </a:lnTo>
                  <a:lnTo>
                    <a:pt x="2154" y="415"/>
                  </a:lnTo>
                  <a:lnTo>
                    <a:pt x="2154" y="454"/>
                  </a:lnTo>
                  <a:lnTo>
                    <a:pt x="2174" y="474"/>
                  </a:lnTo>
                  <a:lnTo>
                    <a:pt x="2154" y="494"/>
                  </a:lnTo>
                  <a:lnTo>
                    <a:pt x="2134" y="494"/>
                  </a:lnTo>
                  <a:lnTo>
                    <a:pt x="2134" y="533"/>
                  </a:lnTo>
                  <a:lnTo>
                    <a:pt x="2174" y="553"/>
                  </a:lnTo>
                  <a:lnTo>
                    <a:pt x="2272" y="593"/>
                  </a:lnTo>
                  <a:lnTo>
                    <a:pt x="2272" y="612"/>
                  </a:lnTo>
                  <a:lnTo>
                    <a:pt x="2174" y="612"/>
                  </a:lnTo>
                  <a:lnTo>
                    <a:pt x="2233" y="652"/>
                  </a:lnTo>
                  <a:lnTo>
                    <a:pt x="2253" y="672"/>
                  </a:lnTo>
                  <a:lnTo>
                    <a:pt x="2253" y="711"/>
                  </a:lnTo>
                  <a:lnTo>
                    <a:pt x="2253" y="731"/>
                  </a:lnTo>
                  <a:lnTo>
                    <a:pt x="2193" y="731"/>
                  </a:lnTo>
                  <a:lnTo>
                    <a:pt x="2253" y="810"/>
                  </a:lnTo>
                  <a:lnTo>
                    <a:pt x="2312" y="810"/>
                  </a:lnTo>
                  <a:lnTo>
                    <a:pt x="2371" y="830"/>
                  </a:lnTo>
                  <a:lnTo>
                    <a:pt x="2371" y="849"/>
                  </a:lnTo>
                  <a:lnTo>
                    <a:pt x="2430" y="830"/>
                  </a:lnTo>
                  <a:lnTo>
                    <a:pt x="2450" y="810"/>
                  </a:lnTo>
                  <a:lnTo>
                    <a:pt x="2430" y="790"/>
                  </a:lnTo>
                  <a:lnTo>
                    <a:pt x="2430" y="770"/>
                  </a:lnTo>
                  <a:lnTo>
                    <a:pt x="2411" y="731"/>
                  </a:lnTo>
                  <a:lnTo>
                    <a:pt x="2411" y="711"/>
                  </a:lnTo>
                  <a:lnTo>
                    <a:pt x="2430" y="691"/>
                  </a:lnTo>
                  <a:lnTo>
                    <a:pt x="2490" y="691"/>
                  </a:lnTo>
                  <a:lnTo>
                    <a:pt x="2549" y="711"/>
                  </a:lnTo>
                  <a:lnTo>
                    <a:pt x="2589" y="731"/>
                  </a:lnTo>
                  <a:lnTo>
                    <a:pt x="2529" y="731"/>
                  </a:lnTo>
                  <a:lnTo>
                    <a:pt x="2608" y="770"/>
                  </a:lnTo>
                  <a:lnTo>
                    <a:pt x="2628" y="770"/>
                  </a:lnTo>
                  <a:lnTo>
                    <a:pt x="2648" y="751"/>
                  </a:lnTo>
                  <a:lnTo>
                    <a:pt x="2727" y="790"/>
                  </a:lnTo>
                  <a:lnTo>
                    <a:pt x="2747" y="830"/>
                  </a:lnTo>
                  <a:lnTo>
                    <a:pt x="2766" y="869"/>
                  </a:lnTo>
                  <a:lnTo>
                    <a:pt x="2786" y="909"/>
                  </a:lnTo>
                  <a:lnTo>
                    <a:pt x="2786" y="909"/>
                  </a:lnTo>
                  <a:lnTo>
                    <a:pt x="2707" y="889"/>
                  </a:lnTo>
                  <a:lnTo>
                    <a:pt x="2668" y="869"/>
                  </a:lnTo>
                  <a:lnTo>
                    <a:pt x="2589" y="790"/>
                  </a:lnTo>
                  <a:lnTo>
                    <a:pt x="2608" y="830"/>
                  </a:lnTo>
                  <a:lnTo>
                    <a:pt x="2628" y="849"/>
                  </a:lnTo>
                  <a:lnTo>
                    <a:pt x="2608" y="849"/>
                  </a:lnTo>
                  <a:lnTo>
                    <a:pt x="2490" y="830"/>
                  </a:lnTo>
                  <a:lnTo>
                    <a:pt x="2529" y="869"/>
                  </a:lnTo>
                  <a:lnTo>
                    <a:pt x="2569" y="869"/>
                  </a:lnTo>
                  <a:lnTo>
                    <a:pt x="2687" y="909"/>
                  </a:lnTo>
                  <a:lnTo>
                    <a:pt x="2747" y="928"/>
                  </a:lnTo>
                  <a:lnTo>
                    <a:pt x="2747" y="948"/>
                  </a:lnTo>
                  <a:lnTo>
                    <a:pt x="2727" y="948"/>
                  </a:lnTo>
                  <a:lnTo>
                    <a:pt x="2707" y="968"/>
                  </a:lnTo>
                  <a:lnTo>
                    <a:pt x="2687" y="968"/>
                  </a:lnTo>
                  <a:lnTo>
                    <a:pt x="2648" y="948"/>
                  </a:lnTo>
                  <a:lnTo>
                    <a:pt x="2648" y="968"/>
                  </a:lnTo>
                  <a:lnTo>
                    <a:pt x="2668" y="1007"/>
                  </a:lnTo>
                  <a:lnTo>
                    <a:pt x="2687" y="1027"/>
                  </a:lnTo>
                  <a:lnTo>
                    <a:pt x="2687" y="1067"/>
                  </a:lnTo>
                  <a:lnTo>
                    <a:pt x="2608" y="1047"/>
                  </a:lnTo>
                  <a:lnTo>
                    <a:pt x="2628" y="1047"/>
                  </a:lnTo>
                  <a:lnTo>
                    <a:pt x="2628" y="1027"/>
                  </a:lnTo>
                  <a:lnTo>
                    <a:pt x="2589" y="1007"/>
                  </a:lnTo>
                  <a:lnTo>
                    <a:pt x="2529" y="968"/>
                  </a:lnTo>
                  <a:lnTo>
                    <a:pt x="2509" y="948"/>
                  </a:lnTo>
                  <a:lnTo>
                    <a:pt x="2430" y="948"/>
                  </a:lnTo>
                  <a:lnTo>
                    <a:pt x="2351" y="909"/>
                  </a:lnTo>
                  <a:lnTo>
                    <a:pt x="2213" y="810"/>
                  </a:lnTo>
                  <a:lnTo>
                    <a:pt x="2213" y="849"/>
                  </a:lnTo>
                  <a:lnTo>
                    <a:pt x="2193" y="849"/>
                  </a:lnTo>
                  <a:lnTo>
                    <a:pt x="2174" y="869"/>
                  </a:lnTo>
                  <a:lnTo>
                    <a:pt x="2134" y="869"/>
                  </a:lnTo>
                  <a:lnTo>
                    <a:pt x="2174" y="909"/>
                  </a:lnTo>
                  <a:lnTo>
                    <a:pt x="2174" y="928"/>
                  </a:lnTo>
                  <a:lnTo>
                    <a:pt x="2174" y="968"/>
                  </a:lnTo>
                  <a:lnTo>
                    <a:pt x="2154" y="968"/>
                  </a:lnTo>
                  <a:lnTo>
                    <a:pt x="2154" y="988"/>
                  </a:lnTo>
                  <a:lnTo>
                    <a:pt x="2174" y="1007"/>
                  </a:lnTo>
                  <a:lnTo>
                    <a:pt x="2213" y="1047"/>
                  </a:lnTo>
                  <a:lnTo>
                    <a:pt x="2193" y="1047"/>
                  </a:lnTo>
                  <a:lnTo>
                    <a:pt x="2174" y="1027"/>
                  </a:lnTo>
                  <a:lnTo>
                    <a:pt x="2134" y="1027"/>
                  </a:lnTo>
                  <a:lnTo>
                    <a:pt x="2114" y="1067"/>
                  </a:lnTo>
                  <a:lnTo>
                    <a:pt x="2114" y="1106"/>
                  </a:lnTo>
                  <a:lnTo>
                    <a:pt x="2134" y="1146"/>
                  </a:lnTo>
                  <a:lnTo>
                    <a:pt x="2174" y="1185"/>
                  </a:lnTo>
                  <a:lnTo>
                    <a:pt x="2154" y="1205"/>
                  </a:lnTo>
                  <a:lnTo>
                    <a:pt x="2134" y="1185"/>
                  </a:lnTo>
                  <a:lnTo>
                    <a:pt x="2055" y="1185"/>
                  </a:lnTo>
                  <a:lnTo>
                    <a:pt x="2035" y="1225"/>
                  </a:lnTo>
                  <a:lnTo>
                    <a:pt x="2035" y="1264"/>
                  </a:lnTo>
                  <a:lnTo>
                    <a:pt x="2075" y="1343"/>
                  </a:lnTo>
                  <a:lnTo>
                    <a:pt x="2134" y="1442"/>
                  </a:lnTo>
                  <a:lnTo>
                    <a:pt x="2134" y="1481"/>
                  </a:lnTo>
                  <a:lnTo>
                    <a:pt x="2095" y="1521"/>
                  </a:lnTo>
                  <a:lnTo>
                    <a:pt x="2055" y="1481"/>
                  </a:lnTo>
                  <a:lnTo>
                    <a:pt x="2016" y="1521"/>
                  </a:lnTo>
                  <a:lnTo>
                    <a:pt x="2035" y="1541"/>
                  </a:lnTo>
                  <a:lnTo>
                    <a:pt x="2075" y="1580"/>
                  </a:lnTo>
                  <a:lnTo>
                    <a:pt x="1996" y="1580"/>
                  </a:lnTo>
                  <a:lnTo>
                    <a:pt x="1996" y="1620"/>
                  </a:lnTo>
                  <a:lnTo>
                    <a:pt x="2016" y="1639"/>
                  </a:lnTo>
                  <a:lnTo>
                    <a:pt x="2016" y="1679"/>
                  </a:lnTo>
                  <a:lnTo>
                    <a:pt x="2016" y="1699"/>
                  </a:lnTo>
                  <a:lnTo>
                    <a:pt x="1996" y="1718"/>
                  </a:lnTo>
                  <a:lnTo>
                    <a:pt x="1937" y="1718"/>
                  </a:lnTo>
                  <a:lnTo>
                    <a:pt x="1917" y="1738"/>
                  </a:lnTo>
                  <a:lnTo>
                    <a:pt x="1937" y="1758"/>
                  </a:lnTo>
                  <a:lnTo>
                    <a:pt x="1976" y="1797"/>
                  </a:lnTo>
                  <a:lnTo>
                    <a:pt x="2035" y="1837"/>
                  </a:lnTo>
                  <a:lnTo>
                    <a:pt x="2055" y="1877"/>
                  </a:lnTo>
                  <a:lnTo>
                    <a:pt x="1976" y="1857"/>
                  </a:lnTo>
                  <a:lnTo>
                    <a:pt x="1937" y="1837"/>
                  </a:lnTo>
                  <a:lnTo>
                    <a:pt x="1917" y="1837"/>
                  </a:lnTo>
                  <a:lnTo>
                    <a:pt x="1917" y="1975"/>
                  </a:lnTo>
                  <a:lnTo>
                    <a:pt x="1917" y="2094"/>
                  </a:lnTo>
                  <a:lnTo>
                    <a:pt x="1897" y="2351"/>
                  </a:lnTo>
                  <a:lnTo>
                    <a:pt x="1858" y="2331"/>
                  </a:lnTo>
                  <a:lnTo>
                    <a:pt x="1838" y="2370"/>
                  </a:lnTo>
                  <a:lnTo>
                    <a:pt x="1858" y="2410"/>
                  </a:lnTo>
                  <a:lnTo>
                    <a:pt x="1877" y="2509"/>
                  </a:lnTo>
                  <a:lnTo>
                    <a:pt x="1897" y="2607"/>
                  </a:lnTo>
                  <a:lnTo>
                    <a:pt x="1897" y="2647"/>
                  </a:lnTo>
                  <a:lnTo>
                    <a:pt x="1877" y="2667"/>
                  </a:lnTo>
                  <a:lnTo>
                    <a:pt x="1917" y="2726"/>
                  </a:lnTo>
                  <a:lnTo>
                    <a:pt x="1937" y="2765"/>
                  </a:lnTo>
                  <a:lnTo>
                    <a:pt x="2075" y="2765"/>
                  </a:lnTo>
                  <a:lnTo>
                    <a:pt x="2174" y="2805"/>
                  </a:lnTo>
                  <a:lnTo>
                    <a:pt x="2174" y="2825"/>
                  </a:lnTo>
                  <a:lnTo>
                    <a:pt x="2174" y="2844"/>
                  </a:lnTo>
                  <a:lnTo>
                    <a:pt x="2035" y="2844"/>
                  </a:lnTo>
                  <a:lnTo>
                    <a:pt x="2035" y="2864"/>
                  </a:lnTo>
                  <a:lnTo>
                    <a:pt x="1956" y="2844"/>
                  </a:lnTo>
                  <a:lnTo>
                    <a:pt x="1917" y="2805"/>
                  </a:lnTo>
                  <a:lnTo>
                    <a:pt x="1877" y="2785"/>
                  </a:lnTo>
                  <a:lnTo>
                    <a:pt x="1818" y="2765"/>
                  </a:lnTo>
                  <a:lnTo>
                    <a:pt x="1818" y="2765"/>
                  </a:lnTo>
                  <a:lnTo>
                    <a:pt x="1877" y="2864"/>
                  </a:lnTo>
                  <a:lnTo>
                    <a:pt x="1858" y="2904"/>
                  </a:lnTo>
                  <a:lnTo>
                    <a:pt x="1858" y="2923"/>
                  </a:lnTo>
                  <a:lnTo>
                    <a:pt x="1838" y="2963"/>
                  </a:lnTo>
                  <a:lnTo>
                    <a:pt x="1798" y="2983"/>
                  </a:lnTo>
                  <a:lnTo>
                    <a:pt x="1779" y="2963"/>
                  </a:lnTo>
                  <a:lnTo>
                    <a:pt x="1739" y="2943"/>
                  </a:lnTo>
                  <a:lnTo>
                    <a:pt x="1759" y="2923"/>
                  </a:lnTo>
                  <a:lnTo>
                    <a:pt x="1779" y="2943"/>
                  </a:lnTo>
                  <a:lnTo>
                    <a:pt x="1798" y="2904"/>
                  </a:lnTo>
                  <a:lnTo>
                    <a:pt x="1759" y="2884"/>
                  </a:lnTo>
                  <a:lnTo>
                    <a:pt x="1739" y="2864"/>
                  </a:lnTo>
                  <a:lnTo>
                    <a:pt x="1719" y="2825"/>
                  </a:lnTo>
                  <a:lnTo>
                    <a:pt x="1739" y="2923"/>
                  </a:lnTo>
                  <a:lnTo>
                    <a:pt x="1719" y="2963"/>
                  </a:lnTo>
                  <a:lnTo>
                    <a:pt x="1700" y="3002"/>
                  </a:lnTo>
                  <a:lnTo>
                    <a:pt x="1759" y="3022"/>
                  </a:lnTo>
                  <a:lnTo>
                    <a:pt x="1759" y="3042"/>
                  </a:lnTo>
                  <a:lnTo>
                    <a:pt x="1779" y="3062"/>
                  </a:lnTo>
                  <a:lnTo>
                    <a:pt x="1798" y="3081"/>
                  </a:lnTo>
                  <a:lnTo>
                    <a:pt x="1779" y="3081"/>
                  </a:lnTo>
                  <a:lnTo>
                    <a:pt x="1838" y="3121"/>
                  </a:lnTo>
                  <a:lnTo>
                    <a:pt x="1858" y="3141"/>
                  </a:lnTo>
                  <a:lnTo>
                    <a:pt x="1858" y="3141"/>
                  </a:lnTo>
                  <a:lnTo>
                    <a:pt x="1739" y="3121"/>
                  </a:lnTo>
                  <a:lnTo>
                    <a:pt x="1739" y="3141"/>
                  </a:lnTo>
                  <a:lnTo>
                    <a:pt x="1798" y="3141"/>
                  </a:lnTo>
                  <a:lnTo>
                    <a:pt x="1798" y="3160"/>
                  </a:lnTo>
                  <a:lnTo>
                    <a:pt x="1818" y="3200"/>
                  </a:lnTo>
                  <a:lnTo>
                    <a:pt x="1798" y="3239"/>
                  </a:lnTo>
                  <a:lnTo>
                    <a:pt x="1759" y="3259"/>
                  </a:lnTo>
                  <a:lnTo>
                    <a:pt x="1680" y="3259"/>
                  </a:lnTo>
                  <a:lnTo>
                    <a:pt x="1680" y="3299"/>
                  </a:lnTo>
                  <a:lnTo>
                    <a:pt x="1700" y="3318"/>
                  </a:lnTo>
                  <a:lnTo>
                    <a:pt x="1719" y="3338"/>
                  </a:lnTo>
                  <a:lnTo>
                    <a:pt x="1719" y="3358"/>
                  </a:lnTo>
                  <a:lnTo>
                    <a:pt x="1660" y="3338"/>
                  </a:lnTo>
                  <a:lnTo>
                    <a:pt x="1621" y="3378"/>
                  </a:lnTo>
                  <a:lnTo>
                    <a:pt x="1601" y="3437"/>
                  </a:lnTo>
                  <a:lnTo>
                    <a:pt x="1581" y="3496"/>
                  </a:lnTo>
                  <a:lnTo>
                    <a:pt x="1522" y="3536"/>
                  </a:lnTo>
                  <a:lnTo>
                    <a:pt x="1542" y="3634"/>
                  </a:lnTo>
                  <a:lnTo>
                    <a:pt x="1581" y="3674"/>
                  </a:lnTo>
                  <a:lnTo>
                    <a:pt x="1621" y="3713"/>
                  </a:lnTo>
                  <a:lnTo>
                    <a:pt x="1621" y="3694"/>
                  </a:lnTo>
                  <a:lnTo>
                    <a:pt x="1680" y="3694"/>
                  </a:lnTo>
                  <a:lnTo>
                    <a:pt x="1719" y="3713"/>
                  </a:lnTo>
                  <a:lnTo>
                    <a:pt x="1739" y="3733"/>
                  </a:lnTo>
                  <a:lnTo>
                    <a:pt x="1759" y="3753"/>
                  </a:lnTo>
                  <a:lnTo>
                    <a:pt x="1759" y="3792"/>
                  </a:lnTo>
                  <a:lnTo>
                    <a:pt x="1660" y="3792"/>
                  </a:lnTo>
                  <a:lnTo>
                    <a:pt x="1640" y="3773"/>
                  </a:lnTo>
                  <a:lnTo>
                    <a:pt x="1581" y="3773"/>
                  </a:lnTo>
                  <a:lnTo>
                    <a:pt x="1561" y="3792"/>
                  </a:lnTo>
                  <a:lnTo>
                    <a:pt x="1561" y="3832"/>
                  </a:lnTo>
                  <a:lnTo>
                    <a:pt x="1542" y="3832"/>
                  </a:lnTo>
                  <a:lnTo>
                    <a:pt x="1482" y="3812"/>
                  </a:lnTo>
                  <a:lnTo>
                    <a:pt x="1482" y="3812"/>
                  </a:lnTo>
                  <a:lnTo>
                    <a:pt x="1502" y="3852"/>
                  </a:lnTo>
                  <a:lnTo>
                    <a:pt x="1502" y="3871"/>
                  </a:lnTo>
                  <a:lnTo>
                    <a:pt x="1522" y="3911"/>
                  </a:lnTo>
                  <a:lnTo>
                    <a:pt x="1542" y="3950"/>
                  </a:lnTo>
                  <a:lnTo>
                    <a:pt x="1542" y="3950"/>
                  </a:lnTo>
                  <a:lnTo>
                    <a:pt x="1522" y="3931"/>
                  </a:lnTo>
                  <a:lnTo>
                    <a:pt x="1502" y="3911"/>
                  </a:lnTo>
                  <a:lnTo>
                    <a:pt x="1502" y="3891"/>
                  </a:lnTo>
                  <a:lnTo>
                    <a:pt x="1482" y="3891"/>
                  </a:lnTo>
                  <a:lnTo>
                    <a:pt x="1482" y="3911"/>
                  </a:lnTo>
                  <a:lnTo>
                    <a:pt x="1443" y="3891"/>
                  </a:lnTo>
                  <a:lnTo>
                    <a:pt x="1423" y="3911"/>
                  </a:lnTo>
                  <a:lnTo>
                    <a:pt x="1443" y="3931"/>
                  </a:lnTo>
                  <a:lnTo>
                    <a:pt x="1482" y="3970"/>
                  </a:lnTo>
                  <a:lnTo>
                    <a:pt x="1542" y="4029"/>
                  </a:lnTo>
                  <a:lnTo>
                    <a:pt x="1561" y="4069"/>
                  </a:lnTo>
                  <a:lnTo>
                    <a:pt x="1561" y="4089"/>
                  </a:lnTo>
                  <a:lnTo>
                    <a:pt x="1463" y="4010"/>
                  </a:lnTo>
                  <a:lnTo>
                    <a:pt x="1482" y="4049"/>
                  </a:lnTo>
                  <a:lnTo>
                    <a:pt x="1522" y="4089"/>
                  </a:lnTo>
                  <a:lnTo>
                    <a:pt x="1542" y="4128"/>
                  </a:lnTo>
                  <a:lnTo>
                    <a:pt x="1561" y="4148"/>
                  </a:lnTo>
                  <a:lnTo>
                    <a:pt x="1522" y="4148"/>
                  </a:lnTo>
                  <a:lnTo>
                    <a:pt x="1561" y="4187"/>
                  </a:lnTo>
                  <a:lnTo>
                    <a:pt x="1522" y="4168"/>
                  </a:lnTo>
                  <a:lnTo>
                    <a:pt x="1561" y="4207"/>
                  </a:lnTo>
                  <a:lnTo>
                    <a:pt x="1581" y="4247"/>
                  </a:lnTo>
                  <a:lnTo>
                    <a:pt x="1601" y="4286"/>
                  </a:lnTo>
                  <a:lnTo>
                    <a:pt x="1640" y="4326"/>
                  </a:lnTo>
                  <a:lnTo>
                    <a:pt x="1542" y="4326"/>
                  </a:lnTo>
                  <a:lnTo>
                    <a:pt x="1561" y="4346"/>
                  </a:lnTo>
                  <a:lnTo>
                    <a:pt x="1561" y="4346"/>
                  </a:lnTo>
                  <a:lnTo>
                    <a:pt x="1423" y="4286"/>
                  </a:lnTo>
                  <a:lnTo>
                    <a:pt x="1443" y="4267"/>
                  </a:lnTo>
                  <a:lnTo>
                    <a:pt x="1502" y="4267"/>
                  </a:lnTo>
                  <a:lnTo>
                    <a:pt x="1502" y="4227"/>
                  </a:lnTo>
                  <a:lnTo>
                    <a:pt x="1403" y="4227"/>
                  </a:lnTo>
                  <a:lnTo>
                    <a:pt x="1324" y="4267"/>
                  </a:lnTo>
                  <a:lnTo>
                    <a:pt x="1285" y="4306"/>
                  </a:lnTo>
                  <a:lnTo>
                    <a:pt x="1265" y="4365"/>
                  </a:lnTo>
                  <a:lnTo>
                    <a:pt x="1285" y="4405"/>
                  </a:lnTo>
                  <a:lnTo>
                    <a:pt x="1265" y="4425"/>
                  </a:lnTo>
                  <a:lnTo>
                    <a:pt x="1245" y="4484"/>
                  </a:lnTo>
                  <a:lnTo>
                    <a:pt x="1245" y="4504"/>
                  </a:lnTo>
                  <a:lnTo>
                    <a:pt x="1245" y="4523"/>
                  </a:lnTo>
                  <a:lnTo>
                    <a:pt x="1265" y="4563"/>
                  </a:lnTo>
                  <a:lnTo>
                    <a:pt x="1305" y="4602"/>
                  </a:lnTo>
                  <a:lnTo>
                    <a:pt x="1245" y="4563"/>
                  </a:lnTo>
                  <a:lnTo>
                    <a:pt x="1127" y="4602"/>
                  </a:lnTo>
                  <a:lnTo>
                    <a:pt x="1107" y="4662"/>
                  </a:lnTo>
                  <a:lnTo>
                    <a:pt x="1068" y="4721"/>
                  </a:lnTo>
                  <a:lnTo>
                    <a:pt x="1048" y="4780"/>
                  </a:lnTo>
                  <a:lnTo>
                    <a:pt x="1068" y="4859"/>
                  </a:lnTo>
                  <a:lnTo>
                    <a:pt x="989" y="4820"/>
                  </a:lnTo>
                  <a:lnTo>
                    <a:pt x="1028" y="4899"/>
                  </a:lnTo>
                  <a:lnTo>
                    <a:pt x="1048" y="4958"/>
                  </a:lnTo>
                  <a:lnTo>
                    <a:pt x="1048" y="5057"/>
                  </a:lnTo>
                  <a:lnTo>
                    <a:pt x="1048" y="5096"/>
                  </a:lnTo>
                  <a:lnTo>
                    <a:pt x="1048" y="5155"/>
                  </a:lnTo>
                  <a:lnTo>
                    <a:pt x="1068" y="5215"/>
                  </a:lnTo>
                  <a:lnTo>
                    <a:pt x="1127" y="5294"/>
                  </a:lnTo>
                  <a:lnTo>
                    <a:pt x="1087" y="5274"/>
                  </a:lnTo>
                  <a:lnTo>
                    <a:pt x="1068" y="5254"/>
                  </a:lnTo>
                  <a:lnTo>
                    <a:pt x="1008" y="5175"/>
                  </a:lnTo>
                  <a:lnTo>
                    <a:pt x="1008" y="5195"/>
                  </a:lnTo>
                  <a:lnTo>
                    <a:pt x="1008" y="5215"/>
                  </a:lnTo>
                  <a:lnTo>
                    <a:pt x="1028" y="5254"/>
                  </a:lnTo>
                  <a:lnTo>
                    <a:pt x="1028" y="5294"/>
                  </a:lnTo>
                  <a:lnTo>
                    <a:pt x="969" y="5294"/>
                  </a:lnTo>
                  <a:lnTo>
                    <a:pt x="949" y="5274"/>
                  </a:lnTo>
                  <a:lnTo>
                    <a:pt x="949" y="5254"/>
                  </a:lnTo>
                  <a:lnTo>
                    <a:pt x="949" y="5234"/>
                  </a:lnTo>
                  <a:lnTo>
                    <a:pt x="929" y="5215"/>
                  </a:lnTo>
                  <a:lnTo>
                    <a:pt x="910" y="5215"/>
                  </a:lnTo>
                  <a:lnTo>
                    <a:pt x="910" y="5234"/>
                  </a:lnTo>
                  <a:lnTo>
                    <a:pt x="929" y="5274"/>
                  </a:lnTo>
                  <a:lnTo>
                    <a:pt x="929" y="5274"/>
                  </a:lnTo>
                  <a:lnTo>
                    <a:pt x="890" y="5254"/>
                  </a:lnTo>
                  <a:lnTo>
                    <a:pt x="929" y="5313"/>
                  </a:lnTo>
                  <a:lnTo>
                    <a:pt x="969" y="5353"/>
                  </a:lnTo>
                  <a:lnTo>
                    <a:pt x="989" y="5412"/>
                  </a:lnTo>
                  <a:lnTo>
                    <a:pt x="989" y="5452"/>
                  </a:lnTo>
                  <a:lnTo>
                    <a:pt x="1008" y="5452"/>
                  </a:lnTo>
                  <a:lnTo>
                    <a:pt x="1028" y="5471"/>
                  </a:lnTo>
                  <a:lnTo>
                    <a:pt x="1048" y="5491"/>
                  </a:lnTo>
                  <a:lnTo>
                    <a:pt x="1028" y="5531"/>
                  </a:lnTo>
                  <a:lnTo>
                    <a:pt x="1008" y="5511"/>
                  </a:lnTo>
                  <a:lnTo>
                    <a:pt x="969" y="5669"/>
                  </a:lnTo>
                  <a:lnTo>
                    <a:pt x="890" y="5807"/>
                  </a:lnTo>
                  <a:lnTo>
                    <a:pt x="752" y="5945"/>
                  </a:lnTo>
                  <a:lnTo>
                    <a:pt x="613" y="6044"/>
                  </a:lnTo>
                  <a:lnTo>
                    <a:pt x="594" y="5965"/>
                  </a:lnTo>
                  <a:lnTo>
                    <a:pt x="574" y="6005"/>
                  </a:lnTo>
                  <a:lnTo>
                    <a:pt x="554" y="6044"/>
                  </a:lnTo>
                  <a:lnTo>
                    <a:pt x="495" y="6064"/>
                  </a:lnTo>
                  <a:lnTo>
                    <a:pt x="436" y="6064"/>
                  </a:lnTo>
                  <a:lnTo>
                    <a:pt x="455" y="6123"/>
                  </a:lnTo>
                  <a:lnTo>
                    <a:pt x="455" y="6163"/>
                  </a:lnTo>
                  <a:lnTo>
                    <a:pt x="396" y="6163"/>
                  </a:lnTo>
                  <a:lnTo>
                    <a:pt x="396" y="6143"/>
                  </a:lnTo>
                  <a:lnTo>
                    <a:pt x="337" y="6182"/>
                  </a:lnTo>
                  <a:lnTo>
                    <a:pt x="278" y="6222"/>
                  </a:lnTo>
                  <a:lnTo>
                    <a:pt x="218" y="6261"/>
                  </a:lnTo>
                  <a:lnTo>
                    <a:pt x="218" y="6301"/>
                  </a:lnTo>
                  <a:lnTo>
                    <a:pt x="218" y="6340"/>
                  </a:lnTo>
                  <a:lnTo>
                    <a:pt x="159" y="6360"/>
                  </a:lnTo>
                  <a:lnTo>
                    <a:pt x="60" y="6360"/>
                  </a:lnTo>
                  <a:lnTo>
                    <a:pt x="1" y="6380"/>
                  </a:lnTo>
                  <a:lnTo>
                    <a:pt x="1" y="6419"/>
                  </a:lnTo>
                  <a:lnTo>
                    <a:pt x="21" y="6439"/>
                  </a:lnTo>
                  <a:lnTo>
                    <a:pt x="80" y="6479"/>
                  </a:lnTo>
                  <a:lnTo>
                    <a:pt x="100" y="6459"/>
                  </a:lnTo>
                  <a:lnTo>
                    <a:pt x="139" y="6479"/>
                  </a:lnTo>
                  <a:lnTo>
                    <a:pt x="159" y="6498"/>
                  </a:lnTo>
                  <a:lnTo>
                    <a:pt x="179" y="6578"/>
                  </a:lnTo>
                  <a:lnTo>
                    <a:pt x="396" y="6617"/>
                  </a:lnTo>
                  <a:lnTo>
                    <a:pt x="515" y="6637"/>
                  </a:lnTo>
                  <a:lnTo>
                    <a:pt x="613" y="6637"/>
                  </a:lnTo>
                  <a:lnTo>
                    <a:pt x="613" y="6617"/>
                  </a:lnTo>
                  <a:lnTo>
                    <a:pt x="712" y="6617"/>
                  </a:lnTo>
                  <a:lnTo>
                    <a:pt x="791" y="6637"/>
                  </a:lnTo>
                  <a:lnTo>
                    <a:pt x="811" y="6637"/>
                  </a:lnTo>
                  <a:lnTo>
                    <a:pt x="811" y="6617"/>
                  </a:lnTo>
                  <a:lnTo>
                    <a:pt x="771" y="6597"/>
                  </a:lnTo>
                  <a:lnTo>
                    <a:pt x="771" y="6578"/>
                  </a:lnTo>
                  <a:lnTo>
                    <a:pt x="811" y="6558"/>
                  </a:lnTo>
                  <a:lnTo>
                    <a:pt x="870" y="6558"/>
                  </a:lnTo>
                  <a:lnTo>
                    <a:pt x="870" y="6538"/>
                  </a:lnTo>
                  <a:lnTo>
                    <a:pt x="831" y="6518"/>
                  </a:lnTo>
                  <a:lnTo>
                    <a:pt x="890" y="6538"/>
                  </a:lnTo>
                  <a:lnTo>
                    <a:pt x="929" y="6538"/>
                  </a:lnTo>
                  <a:lnTo>
                    <a:pt x="949" y="6558"/>
                  </a:lnTo>
                  <a:lnTo>
                    <a:pt x="1008" y="6597"/>
                  </a:lnTo>
                  <a:lnTo>
                    <a:pt x="1028" y="6597"/>
                  </a:lnTo>
                  <a:lnTo>
                    <a:pt x="1028" y="6558"/>
                  </a:lnTo>
                  <a:lnTo>
                    <a:pt x="1028" y="6518"/>
                  </a:lnTo>
                  <a:lnTo>
                    <a:pt x="1068" y="6518"/>
                  </a:lnTo>
                  <a:lnTo>
                    <a:pt x="1107" y="6578"/>
                  </a:lnTo>
                  <a:lnTo>
                    <a:pt x="1107" y="6558"/>
                  </a:lnTo>
                  <a:lnTo>
                    <a:pt x="1147" y="6558"/>
                  </a:lnTo>
                  <a:lnTo>
                    <a:pt x="1186" y="6578"/>
                  </a:lnTo>
                  <a:lnTo>
                    <a:pt x="1206" y="6578"/>
                  </a:lnTo>
                  <a:lnTo>
                    <a:pt x="1127" y="6498"/>
                  </a:lnTo>
                  <a:lnTo>
                    <a:pt x="1147" y="6518"/>
                  </a:lnTo>
                  <a:lnTo>
                    <a:pt x="1147" y="6498"/>
                  </a:lnTo>
                  <a:lnTo>
                    <a:pt x="1107" y="6479"/>
                  </a:lnTo>
                  <a:lnTo>
                    <a:pt x="1048" y="6439"/>
                  </a:lnTo>
                  <a:lnTo>
                    <a:pt x="1028" y="6400"/>
                  </a:lnTo>
                  <a:lnTo>
                    <a:pt x="1028" y="6360"/>
                  </a:lnTo>
                  <a:lnTo>
                    <a:pt x="1068" y="6400"/>
                  </a:lnTo>
                  <a:lnTo>
                    <a:pt x="1087" y="6439"/>
                  </a:lnTo>
                  <a:lnTo>
                    <a:pt x="1107" y="6419"/>
                  </a:lnTo>
                  <a:lnTo>
                    <a:pt x="1127" y="6419"/>
                  </a:lnTo>
                  <a:lnTo>
                    <a:pt x="1147" y="6439"/>
                  </a:lnTo>
                  <a:lnTo>
                    <a:pt x="1166" y="6498"/>
                  </a:lnTo>
                  <a:lnTo>
                    <a:pt x="1206" y="6558"/>
                  </a:lnTo>
                  <a:lnTo>
                    <a:pt x="1245" y="6558"/>
                  </a:lnTo>
                  <a:lnTo>
                    <a:pt x="1265" y="6578"/>
                  </a:lnTo>
                  <a:lnTo>
                    <a:pt x="1265" y="6538"/>
                  </a:lnTo>
                  <a:lnTo>
                    <a:pt x="1285" y="6538"/>
                  </a:lnTo>
                  <a:lnTo>
                    <a:pt x="1305" y="6518"/>
                  </a:lnTo>
                  <a:lnTo>
                    <a:pt x="1324" y="6538"/>
                  </a:lnTo>
                  <a:lnTo>
                    <a:pt x="1305" y="6558"/>
                  </a:lnTo>
                  <a:lnTo>
                    <a:pt x="1324" y="6578"/>
                  </a:lnTo>
                  <a:lnTo>
                    <a:pt x="1384" y="6597"/>
                  </a:lnTo>
                  <a:lnTo>
                    <a:pt x="1423" y="6617"/>
                  </a:lnTo>
                  <a:lnTo>
                    <a:pt x="1423" y="6597"/>
                  </a:lnTo>
                  <a:lnTo>
                    <a:pt x="1423" y="6578"/>
                  </a:lnTo>
                  <a:lnTo>
                    <a:pt x="1403" y="6518"/>
                  </a:lnTo>
                  <a:lnTo>
                    <a:pt x="1403" y="6498"/>
                  </a:lnTo>
                  <a:lnTo>
                    <a:pt x="1423" y="6479"/>
                  </a:lnTo>
                  <a:lnTo>
                    <a:pt x="1443" y="6518"/>
                  </a:lnTo>
                  <a:lnTo>
                    <a:pt x="1443" y="6498"/>
                  </a:lnTo>
                  <a:lnTo>
                    <a:pt x="1522" y="6498"/>
                  </a:lnTo>
                  <a:lnTo>
                    <a:pt x="1522" y="6459"/>
                  </a:lnTo>
                  <a:lnTo>
                    <a:pt x="1542" y="6479"/>
                  </a:lnTo>
                  <a:lnTo>
                    <a:pt x="1581" y="6518"/>
                  </a:lnTo>
                  <a:lnTo>
                    <a:pt x="1640" y="6538"/>
                  </a:lnTo>
                  <a:lnTo>
                    <a:pt x="1660" y="6538"/>
                  </a:lnTo>
                  <a:lnTo>
                    <a:pt x="1621" y="6479"/>
                  </a:lnTo>
                  <a:lnTo>
                    <a:pt x="1640" y="6479"/>
                  </a:lnTo>
                  <a:lnTo>
                    <a:pt x="1660" y="6439"/>
                  </a:lnTo>
                  <a:lnTo>
                    <a:pt x="1660" y="6419"/>
                  </a:lnTo>
                  <a:lnTo>
                    <a:pt x="1621" y="6400"/>
                  </a:lnTo>
                  <a:lnTo>
                    <a:pt x="1621" y="6400"/>
                  </a:lnTo>
                  <a:lnTo>
                    <a:pt x="1719" y="6419"/>
                  </a:lnTo>
                  <a:lnTo>
                    <a:pt x="1680" y="6360"/>
                  </a:lnTo>
                  <a:lnTo>
                    <a:pt x="1621" y="6301"/>
                  </a:lnTo>
                  <a:lnTo>
                    <a:pt x="1581" y="6242"/>
                  </a:lnTo>
                  <a:lnTo>
                    <a:pt x="1561" y="6202"/>
                  </a:lnTo>
                  <a:lnTo>
                    <a:pt x="1581" y="6182"/>
                  </a:lnTo>
                  <a:lnTo>
                    <a:pt x="1601" y="6182"/>
                  </a:lnTo>
                  <a:lnTo>
                    <a:pt x="1640" y="6202"/>
                  </a:lnTo>
                  <a:lnTo>
                    <a:pt x="1700" y="6281"/>
                  </a:lnTo>
                  <a:lnTo>
                    <a:pt x="1779" y="6340"/>
                  </a:lnTo>
                  <a:lnTo>
                    <a:pt x="1838" y="6380"/>
                  </a:lnTo>
                  <a:lnTo>
                    <a:pt x="1798" y="6321"/>
                  </a:lnTo>
                  <a:lnTo>
                    <a:pt x="1858" y="6340"/>
                  </a:lnTo>
                  <a:lnTo>
                    <a:pt x="1858" y="6321"/>
                  </a:lnTo>
                  <a:lnTo>
                    <a:pt x="1877" y="6301"/>
                  </a:lnTo>
                  <a:lnTo>
                    <a:pt x="1897" y="6301"/>
                  </a:lnTo>
                  <a:lnTo>
                    <a:pt x="1937" y="6321"/>
                  </a:lnTo>
                  <a:lnTo>
                    <a:pt x="1956" y="6360"/>
                  </a:lnTo>
                  <a:lnTo>
                    <a:pt x="1956" y="6380"/>
                  </a:lnTo>
                  <a:lnTo>
                    <a:pt x="1976" y="6360"/>
                  </a:lnTo>
                  <a:lnTo>
                    <a:pt x="2095" y="6360"/>
                  </a:lnTo>
                  <a:lnTo>
                    <a:pt x="2114" y="6340"/>
                  </a:lnTo>
                  <a:lnTo>
                    <a:pt x="2095" y="6301"/>
                  </a:lnTo>
                  <a:lnTo>
                    <a:pt x="2055" y="6242"/>
                  </a:lnTo>
                  <a:lnTo>
                    <a:pt x="2154" y="6242"/>
                  </a:lnTo>
                  <a:lnTo>
                    <a:pt x="2193" y="6281"/>
                  </a:lnTo>
                  <a:lnTo>
                    <a:pt x="2174" y="6242"/>
                  </a:lnTo>
                  <a:lnTo>
                    <a:pt x="2174" y="6222"/>
                  </a:lnTo>
                  <a:lnTo>
                    <a:pt x="2213" y="6202"/>
                  </a:lnTo>
                  <a:lnTo>
                    <a:pt x="2233" y="6182"/>
                  </a:lnTo>
                  <a:lnTo>
                    <a:pt x="2253" y="6182"/>
                  </a:lnTo>
                  <a:lnTo>
                    <a:pt x="2253" y="6163"/>
                  </a:lnTo>
                  <a:lnTo>
                    <a:pt x="2292" y="6182"/>
                  </a:lnTo>
                  <a:lnTo>
                    <a:pt x="2312" y="6182"/>
                  </a:lnTo>
                  <a:lnTo>
                    <a:pt x="2332" y="6163"/>
                  </a:lnTo>
                  <a:lnTo>
                    <a:pt x="2292" y="6143"/>
                  </a:lnTo>
                  <a:lnTo>
                    <a:pt x="2272" y="6143"/>
                  </a:lnTo>
                  <a:lnTo>
                    <a:pt x="2233" y="6064"/>
                  </a:lnTo>
                  <a:lnTo>
                    <a:pt x="2272" y="6064"/>
                  </a:lnTo>
                  <a:lnTo>
                    <a:pt x="2292" y="6044"/>
                  </a:lnTo>
                  <a:lnTo>
                    <a:pt x="2332" y="6044"/>
                  </a:lnTo>
                  <a:lnTo>
                    <a:pt x="2391" y="6064"/>
                  </a:lnTo>
                  <a:lnTo>
                    <a:pt x="2391" y="6064"/>
                  </a:lnTo>
                  <a:lnTo>
                    <a:pt x="2371" y="6024"/>
                  </a:lnTo>
                  <a:lnTo>
                    <a:pt x="2332" y="5965"/>
                  </a:lnTo>
                  <a:lnTo>
                    <a:pt x="2233" y="5886"/>
                  </a:lnTo>
                  <a:lnTo>
                    <a:pt x="2371" y="5886"/>
                  </a:lnTo>
                  <a:lnTo>
                    <a:pt x="2430" y="5945"/>
                  </a:lnTo>
                  <a:lnTo>
                    <a:pt x="2490" y="5965"/>
                  </a:lnTo>
                  <a:lnTo>
                    <a:pt x="2549" y="6005"/>
                  </a:lnTo>
                  <a:lnTo>
                    <a:pt x="2549" y="5965"/>
                  </a:lnTo>
                  <a:lnTo>
                    <a:pt x="2608" y="5945"/>
                  </a:lnTo>
                  <a:lnTo>
                    <a:pt x="2549" y="5926"/>
                  </a:lnTo>
                  <a:lnTo>
                    <a:pt x="2529" y="5906"/>
                  </a:lnTo>
                  <a:lnTo>
                    <a:pt x="2509" y="5866"/>
                  </a:lnTo>
                  <a:lnTo>
                    <a:pt x="2470" y="5847"/>
                  </a:lnTo>
                  <a:lnTo>
                    <a:pt x="2529" y="5945"/>
                  </a:lnTo>
                  <a:lnTo>
                    <a:pt x="2509" y="5965"/>
                  </a:lnTo>
                  <a:lnTo>
                    <a:pt x="2490" y="5945"/>
                  </a:lnTo>
                  <a:lnTo>
                    <a:pt x="2450" y="5926"/>
                  </a:lnTo>
                  <a:lnTo>
                    <a:pt x="2430" y="5906"/>
                  </a:lnTo>
                  <a:lnTo>
                    <a:pt x="2430" y="5866"/>
                  </a:lnTo>
                  <a:lnTo>
                    <a:pt x="2411" y="5847"/>
                  </a:lnTo>
                  <a:lnTo>
                    <a:pt x="2391" y="5787"/>
                  </a:lnTo>
                  <a:lnTo>
                    <a:pt x="2351" y="5708"/>
                  </a:lnTo>
                  <a:lnTo>
                    <a:pt x="2312" y="5649"/>
                  </a:lnTo>
                  <a:lnTo>
                    <a:pt x="2411" y="5629"/>
                  </a:lnTo>
                  <a:lnTo>
                    <a:pt x="2411" y="5669"/>
                  </a:lnTo>
                  <a:lnTo>
                    <a:pt x="2450" y="5689"/>
                  </a:lnTo>
                  <a:lnTo>
                    <a:pt x="2529" y="5728"/>
                  </a:lnTo>
                  <a:lnTo>
                    <a:pt x="2529" y="5728"/>
                  </a:lnTo>
                  <a:lnTo>
                    <a:pt x="2509" y="5708"/>
                  </a:lnTo>
                  <a:lnTo>
                    <a:pt x="2529" y="5689"/>
                  </a:lnTo>
                  <a:lnTo>
                    <a:pt x="2569" y="5669"/>
                  </a:lnTo>
                  <a:lnTo>
                    <a:pt x="2628" y="5689"/>
                  </a:lnTo>
                  <a:lnTo>
                    <a:pt x="2687" y="5669"/>
                  </a:lnTo>
                  <a:lnTo>
                    <a:pt x="2648" y="5669"/>
                  </a:lnTo>
                  <a:lnTo>
                    <a:pt x="2608" y="5649"/>
                  </a:lnTo>
                  <a:lnTo>
                    <a:pt x="2549" y="5590"/>
                  </a:lnTo>
                  <a:lnTo>
                    <a:pt x="2549" y="5550"/>
                  </a:lnTo>
                  <a:lnTo>
                    <a:pt x="2589" y="5550"/>
                  </a:lnTo>
                  <a:lnTo>
                    <a:pt x="2628" y="5590"/>
                  </a:lnTo>
                  <a:lnTo>
                    <a:pt x="2687" y="5590"/>
                  </a:lnTo>
                  <a:lnTo>
                    <a:pt x="2707" y="5570"/>
                  </a:lnTo>
                  <a:lnTo>
                    <a:pt x="2747" y="5531"/>
                  </a:lnTo>
                  <a:lnTo>
                    <a:pt x="2826" y="5491"/>
                  </a:lnTo>
                  <a:lnTo>
                    <a:pt x="2885" y="5432"/>
                  </a:lnTo>
                  <a:lnTo>
                    <a:pt x="2905" y="5412"/>
                  </a:lnTo>
                  <a:lnTo>
                    <a:pt x="2905" y="5353"/>
                  </a:lnTo>
                  <a:lnTo>
                    <a:pt x="2786" y="5353"/>
                  </a:lnTo>
                  <a:lnTo>
                    <a:pt x="2865" y="5412"/>
                  </a:lnTo>
                  <a:lnTo>
                    <a:pt x="2865" y="5412"/>
                  </a:lnTo>
                  <a:lnTo>
                    <a:pt x="2786" y="5392"/>
                  </a:lnTo>
                  <a:lnTo>
                    <a:pt x="2707" y="5333"/>
                  </a:lnTo>
                  <a:lnTo>
                    <a:pt x="2589" y="5234"/>
                  </a:lnTo>
                  <a:lnTo>
                    <a:pt x="2628" y="5234"/>
                  </a:lnTo>
                  <a:lnTo>
                    <a:pt x="2648" y="5215"/>
                  </a:lnTo>
                  <a:lnTo>
                    <a:pt x="2668" y="5215"/>
                  </a:lnTo>
                  <a:lnTo>
                    <a:pt x="2687" y="5234"/>
                  </a:lnTo>
                  <a:lnTo>
                    <a:pt x="2668" y="5155"/>
                  </a:lnTo>
                  <a:lnTo>
                    <a:pt x="2608" y="5155"/>
                  </a:lnTo>
                  <a:lnTo>
                    <a:pt x="2589" y="5136"/>
                  </a:lnTo>
                  <a:lnTo>
                    <a:pt x="2668" y="5116"/>
                  </a:lnTo>
                  <a:lnTo>
                    <a:pt x="2687" y="5116"/>
                  </a:lnTo>
                  <a:lnTo>
                    <a:pt x="2727" y="5155"/>
                  </a:lnTo>
                  <a:lnTo>
                    <a:pt x="2727" y="5136"/>
                  </a:lnTo>
                  <a:lnTo>
                    <a:pt x="2727" y="5096"/>
                  </a:lnTo>
                  <a:lnTo>
                    <a:pt x="2707" y="5076"/>
                  </a:lnTo>
                  <a:lnTo>
                    <a:pt x="2668" y="5057"/>
                  </a:lnTo>
                  <a:lnTo>
                    <a:pt x="2668" y="5037"/>
                  </a:lnTo>
                  <a:lnTo>
                    <a:pt x="2687" y="5037"/>
                  </a:lnTo>
                  <a:lnTo>
                    <a:pt x="2747" y="5076"/>
                  </a:lnTo>
                  <a:lnTo>
                    <a:pt x="2826" y="5155"/>
                  </a:lnTo>
                  <a:lnTo>
                    <a:pt x="2885" y="5155"/>
                  </a:lnTo>
                  <a:lnTo>
                    <a:pt x="2944" y="5215"/>
                  </a:lnTo>
                  <a:lnTo>
                    <a:pt x="2964" y="5155"/>
                  </a:lnTo>
                  <a:lnTo>
                    <a:pt x="3043" y="5215"/>
                  </a:lnTo>
                  <a:lnTo>
                    <a:pt x="3063" y="5215"/>
                  </a:lnTo>
                  <a:lnTo>
                    <a:pt x="3063" y="5195"/>
                  </a:lnTo>
                  <a:lnTo>
                    <a:pt x="3063" y="5175"/>
                  </a:lnTo>
                  <a:lnTo>
                    <a:pt x="3063" y="5136"/>
                  </a:lnTo>
                  <a:lnTo>
                    <a:pt x="3102" y="5136"/>
                  </a:lnTo>
                  <a:lnTo>
                    <a:pt x="3023" y="5076"/>
                  </a:lnTo>
                  <a:lnTo>
                    <a:pt x="3142" y="5017"/>
                  </a:lnTo>
                  <a:lnTo>
                    <a:pt x="3181" y="4997"/>
                  </a:lnTo>
                  <a:lnTo>
                    <a:pt x="3201" y="4938"/>
                  </a:lnTo>
                  <a:lnTo>
                    <a:pt x="3142" y="4938"/>
                  </a:lnTo>
                  <a:lnTo>
                    <a:pt x="3122" y="4899"/>
                  </a:lnTo>
                  <a:lnTo>
                    <a:pt x="3122" y="4879"/>
                  </a:lnTo>
                  <a:lnTo>
                    <a:pt x="3161" y="4879"/>
                  </a:lnTo>
                  <a:lnTo>
                    <a:pt x="3221" y="4859"/>
                  </a:lnTo>
                  <a:lnTo>
                    <a:pt x="3240" y="4839"/>
                  </a:lnTo>
                  <a:lnTo>
                    <a:pt x="3260" y="4820"/>
                  </a:lnTo>
                  <a:lnTo>
                    <a:pt x="3240" y="4760"/>
                  </a:lnTo>
                  <a:lnTo>
                    <a:pt x="3221" y="4721"/>
                  </a:lnTo>
                  <a:lnTo>
                    <a:pt x="3181" y="4701"/>
                  </a:lnTo>
                  <a:lnTo>
                    <a:pt x="3122" y="4662"/>
                  </a:lnTo>
                  <a:lnTo>
                    <a:pt x="3102" y="4642"/>
                  </a:lnTo>
                  <a:lnTo>
                    <a:pt x="3201" y="4642"/>
                  </a:lnTo>
                  <a:lnTo>
                    <a:pt x="3122" y="4543"/>
                  </a:lnTo>
                  <a:lnTo>
                    <a:pt x="3102" y="4504"/>
                  </a:lnTo>
                  <a:lnTo>
                    <a:pt x="3122" y="4504"/>
                  </a:lnTo>
                  <a:lnTo>
                    <a:pt x="3142" y="4484"/>
                  </a:lnTo>
                  <a:lnTo>
                    <a:pt x="3181" y="4583"/>
                  </a:lnTo>
                  <a:lnTo>
                    <a:pt x="3240" y="4583"/>
                  </a:lnTo>
                  <a:lnTo>
                    <a:pt x="3260" y="4563"/>
                  </a:lnTo>
                  <a:lnTo>
                    <a:pt x="3280" y="4523"/>
                  </a:lnTo>
                  <a:lnTo>
                    <a:pt x="3300" y="4504"/>
                  </a:lnTo>
                  <a:lnTo>
                    <a:pt x="3221" y="4385"/>
                  </a:lnTo>
                  <a:lnTo>
                    <a:pt x="3102" y="4247"/>
                  </a:lnTo>
                  <a:lnTo>
                    <a:pt x="3023" y="4227"/>
                  </a:lnTo>
                  <a:lnTo>
                    <a:pt x="2944" y="4187"/>
                  </a:lnTo>
                  <a:lnTo>
                    <a:pt x="2865" y="4148"/>
                  </a:lnTo>
                  <a:lnTo>
                    <a:pt x="2806" y="4108"/>
                  </a:lnTo>
                  <a:lnTo>
                    <a:pt x="2885" y="4108"/>
                  </a:lnTo>
                  <a:lnTo>
                    <a:pt x="2905" y="4089"/>
                  </a:lnTo>
                  <a:lnTo>
                    <a:pt x="2944" y="4069"/>
                  </a:lnTo>
                  <a:lnTo>
                    <a:pt x="3003" y="4089"/>
                  </a:lnTo>
                  <a:lnTo>
                    <a:pt x="3102" y="4089"/>
                  </a:lnTo>
                  <a:lnTo>
                    <a:pt x="3122" y="4108"/>
                  </a:lnTo>
                  <a:lnTo>
                    <a:pt x="3122" y="4128"/>
                  </a:lnTo>
                  <a:lnTo>
                    <a:pt x="3023" y="4128"/>
                  </a:lnTo>
                  <a:lnTo>
                    <a:pt x="3023" y="4148"/>
                  </a:lnTo>
                  <a:lnTo>
                    <a:pt x="3142" y="4148"/>
                  </a:lnTo>
                  <a:lnTo>
                    <a:pt x="3260" y="4128"/>
                  </a:lnTo>
                  <a:lnTo>
                    <a:pt x="3300" y="4148"/>
                  </a:lnTo>
                  <a:lnTo>
                    <a:pt x="3319" y="4187"/>
                  </a:lnTo>
                  <a:lnTo>
                    <a:pt x="3280" y="4168"/>
                  </a:lnTo>
                  <a:lnTo>
                    <a:pt x="3240" y="4168"/>
                  </a:lnTo>
                  <a:lnTo>
                    <a:pt x="3260" y="4187"/>
                  </a:lnTo>
                  <a:lnTo>
                    <a:pt x="3300" y="4207"/>
                  </a:lnTo>
                  <a:lnTo>
                    <a:pt x="3359" y="4227"/>
                  </a:lnTo>
                  <a:lnTo>
                    <a:pt x="3418" y="4227"/>
                  </a:lnTo>
                  <a:lnTo>
                    <a:pt x="3477" y="4247"/>
                  </a:lnTo>
                  <a:lnTo>
                    <a:pt x="3477" y="4207"/>
                  </a:lnTo>
                  <a:lnTo>
                    <a:pt x="3458" y="4187"/>
                  </a:lnTo>
                  <a:lnTo>
                    <a:pt x="3438" y="4187"/>
                  </a:lnTo>
                  <a:lnTo>
                    <a:pt x="3477" y="4168"/>
                  </a:lnTo>
                  <a:lnTo>
                    <a:pt x="3497" y="4148"/>
                  </a:lnTo>
                  <a:lnTo>
                    <a:pt x="3477" y="4108"/>
                  </a:lnTo>
                  <a:lnTo>
                    <a:pt x="3477" y="4049"/>
                  </a:lnTo>
                  <a:lnTo>
                    <a:pt x="3477" y="4029"/>
                  </a:lnTo>
                  <a:lnTo>
                    <a:pt x="3438" y="4010"/>
                  </a:lnTo>
                  <a:lnTo>
                    <a:pt x="3418" y="3990"/>
                  </a:lnTo>
                  <a:lnTo>
                    <a:pt x="3418" y="3970"/>
                  </a:lnTo>
                  <a:lnTo>
                    <a:pt x="3458" y="3950"/>
                  </a:lnTo>
                  <a:lnTo>
                    <a:pt x="3517" y="3970"/>
                  </a:lnTo>
                  <a:lnTo>
                    <a:pt x="3497" y="3931"/>
                  </a:lnTo>
                  <a:lnTo>
                    <a:pt x="3477" y="3911"/>
                  </a:lnTo>
                  <a:lnTo>
                    <a:pt x="3477" y="3871"/>
                  </a:lnTo>
                  <a:lnTo>
                    <a:pt x="3497" y="3871"/>
                  </a:lnTo>
                  <a:lnTo>
                    <a:pt x="3438" y="3852"/>
                  </a:lnTo>
                  <a:lnTo>
                    <a:pt x="3379" y="3832"/>
                  </a:lnTo>
                  <a:lnTo>
                    <a:pt x="3319" y="3832"/>
                  </a:lnTo>
                  <a:lnTo>
                    <a:pt x="3260" y="3792"/>
                  </a:lnTo>
                  <a:lnTo>
                    <a:pt x="3221" y="3753"/>
                  </a:lnTo>
                  <a:lnTo>
                    <a:pt x="3221" y="3733"/>
                  </a:lnTo>
                  <a:lnTo>
                    <a:pt x="3240" y="3713"/>
                  </a:lnTo>
                  <a:lnTo>
                    <a:pt x="3240" y="3694"/>
                  </a:lnTo>
                  <a:lnTo>
                    <a:pt x="3280" y="3694"/>
                  </a:lnTo>
                  <a:lnTo>
                    <a:pt x="3300" y="3713"/>
                  </a:lnTo>
                  <a:lnTo>
                    <a:pt x="3300" y="3733"/>
                  </a:lnTo>
                  <a:lnTo>
                    <a:pt x="3319" y="3773"/>
                  </a:lnTo>
                  <a:lnTo>
                    <a:pt x="3300" y="3654"/>
                  </a:lnTo>
                  <a:lnTo>
                    <a:pt x="3339" y="3654"/>
                  </a:lnTo>
                  <a:lnTo>
                    <a:pt x="3379" y="3674"/>
                  </a:lnTo>
                  <a:lnTo>
                    <a:pt x="3379" y="3694"/>
                  </a:lnTo>
                  <a:lnTo>
                    <a:pt x="3379" y="3713"/>
                  </a:lnTo>
                  <a:lnTo>
                    <a:pt x="3418" y="3694"/>
                  </a:lnTo>
                  <a:lnTo>
                    <a:pt x="3418" y="3654"/>
                  </a:lnTo>
                  <a:lnTo>
                    <a:pt x="3379" y="3615"/>
                  </a:lnTo>
                  <a:lnTo>
                    <a:pt x="3319" y="3595"/>
                  </a:lnTo>
                  <a:lnTo>
                    <a:pt x="3339" y="3555"/>
                  </a:lnTo>
                  <a:lnTo>
                    <a:pt x="3379" y="3536"/>
                  </a:lnTo>
                  <a:lnTo>
                    <a:pt x="3497" y="3595"/>
                  </a:lnTo>
                  <a:lnTo>
                    <a:pt x="3556" y="3634"/>
                  </a:lnTo>
                  <a:lnTo>
                    <a:pt x="3596" y="3674"/>
                  </a:lnTo>
                  <a:lnTo>
                    <a:pt x="3576" y="3674"/>
                  </a:lnTo>
                  <a:lnTo>
                    <a:pt x="3576" y="3694"/>
                  </a:lnTo>
                  <a:lnTo>
                    <a:pt x="3517" y="3674"/>
                  </a:lnTo>
                  <a:lnTo>
                    <a:pt x="3477" y="3654"/>
                  </a:lnTo>
                  <a:lnTo>
                    <a:pt x="3438" y="3654"/>
                  </a:lnTo>
                  <a:lnTo>
                    <a:pt x="3537" y="3694"/>
                  </a:lnTo>
                  <a:lnTo>
                    <a:pt x="3517" y="3694"/>
                  </a:lnTo>
                  <a:lnTo>
                    <a:pt x="3517" y="3713"/>
                  </a:lnTo>
                  <a:lnTo>
                    <a:pt x="3537" y="3753"/>
                  </a:lnTo>
                  <a:lnTo>
                    <a:pt x="3517" y="3753"/>
                  </a:lnTo>
                  <a:lnTo>
                    <a:pt x="3497" y="3733"/>
                  </a:lnTo>
                  <a:lnTo>
                    <a:pt x="3477" y="3792"/>
                  </a:lnTo>
                  <a:lnTo>
                    <a:pt x="3477" y="3832"/>
                  </a:lnTo>
                  <a:lnTo>
                    <a:pt x="3517" y="3871"/>
                  </a:lnTo>
                  <a:lnTo>
                    <a:pt x="3556" y="3852"/>
                  </a:lnTo>
                  <a:lnTo>
                    <a:pt x="3576" y="3832"/>
                  </a:lnTo>
                  <a:lnTo>
                    <a:pt x="3596" y="3773"/>
                  </a:lnTo>
                  <a:lnTo>
                    <a:pt x="3596" y="3733"/>
                  </a:lnTo>
                  <a:lnTo>
                    <a:pt x="3616" y="3713"/>
                  </a:lnTo>
                  <a:lnTo>
                    <a:pt x="3655" y="3713"/>
                  </a:lnTo>
                  <a:lnTo>
                    <a:pt x="3556" y="3555"/>
                  </a:lnTo>
                  <a:lnTo>
                    <a:pt x="3477" y="3555"/>
                  </a:lnTo>
                  <a:lnTo>
                    <a:pt x="3418" y="3536"/>
                  </a:lnTo>
                  <a:lnTo>
                    <a:pt x="3379" y="3516"/>
                  </a:lnTo>
                  <a:lnTo>
                    <a:pt x="3517" y="3516"/>
                  </a:lnTo>
                  <a:lnTo>
                    <a:pt x="3556" y="3496"/>
                  </a:lnTo>
                  <a:lnTo>
                    <a:pt x="3596" y="3476"/>
                  </a:lnTo>
                  <a:lnTo>
                    <a:pt x="3517" y="3457"/>
                  </a:lnTo>
                  <a:lnTo>
                    <a:pt x="3477" y="3417"/>
                  </a:lnTo>
                  <a:lnTo>
                    <a:pt x="3458" y="3378"/>
                  </a:lnTo>
                  <a:lnTo>
                    <a:pt x="3398" y="3358"/>
                  </a:lnTo>
                  <a:lnTo>
                    <a:pt x="3418" y="3378"/>
                  </a:lnTo>
                  <a:lnTo>
                    <a:pt x="3339" y="3378"/>
                  </a:lnTo>
                  <a:lnTo>
                    <a:pt x="3319" y="3358"/>
                  </a:lnTo>
                  <a:lnTo>
                    <a:pt x="3280" y="3338"/>
                  </a:lnTo>
                  <a:lnTo>
                    <a:pt x="3240" y="3338"/>
                  </a:lnTo>
                  <a:lnTo>
                    <a:pt x="3221" y="3318"/>
                  </a:lnTo>
                  <a:lnTo>
                    <a:pt x="3260" y="3299"/>
                  </a:lnTo>
                  <a:lnTo>
                    <a:pt x="3339" y="3299"/>
                  </a:lnTo>
                  <a:lnTo>
                    <a:pt x="3379" y="3279"/>
                  </a:lnTo>
                  <a:lnTo>
                    <a:pt x="3477" y="3358"/>
                  </a:lnTo>
                  <a:lnTo>
                    <a:pt x="3576" y="3457"/>
                  </a:lnTo>
                  <a:lnTo>
                    <a:pt x="3596" y="3437"/>
                  </a:lnTo>
                  <a:lnTo>
                    <a:pt x="3616" y="3417"/>
                  </a:lnTo>
                  <a:lnTo>
                    <a:pt x="3635" y="3397"/>
                  </a:lnTo>
                  <a:lnTo>
                    <a:pt x="3596" y="3397"/>
                  </a:lnTo>
                  <a:lnTo>
                    <a:pt x="3556" y="3378"/>
                  </a:lnTo>
                  <a:lnTo>
                    <a:pt x="3517" y="3358"/>
                  </a:lnTo>
                  <a:lnTo>
                    <a:pt x="3497" y="3358"/>
                  </a:lnTo>
                  <a:lnTo>
                    <a:pt x="3418" y="3239"/>
                  </a:lnTo>
                  <a:lnTo>
                    <a:pt x="3379" y="3160"/>
                  </a:lnTo>
                  <a:lnTo>
                    <a:pt x="3359" y="3101"/>
                  </a:lnTo>
                  <a:lnTo>
                    <a:pt x="3418" y="3121"/>
                  </a:lnTo>
                  <a:lnTo>
                    <a:pt x="3458" y="3141"/>
                  </a:lnTo>
                  <a:lnTo>
                    <a:pt x="3497" y="3200"/>
                  </a:lnTo>
                  <a:lnTo>
                    <a:pt x="3556" y="3259"/>
                  </a:lnTo>
                  <a:lnTo>
                    <a:pt x="3596" y="3279"/>
                  </a:lnTo>
                  <a:lnTo>
                    <a:pt x="3675" y="3299"/>
                  </a:lnTo>
                  <a:lnTo>
                    <a:pt x="3655" y="3279"/>
                  </a:lnTo>
                  <a:lnTo>
                    <a:pt x="3616" y="3239"/>
                  </a:lnTo>
                  <a:lnTo>
                    <a:pt x="3596" y="3220"/>
                  </a:lnTo>
                  <a:lnTo>
                    <a:pt x="3596" y="3200"/>
                  </a:lnTo>
                  <a:lnTo>
                    <a:pt x="3655" y="3200"/>
                  </a:lnTo>
                  <a:lnTo>
                    <a:pt x="3655" y="3160"/>
                  </a:lnTo>
                  <a:lnTo>
                    <a:pt x="3655" y="3121"/>
                  </a:lnTo>
                  <a:lnTo>
                    <a:pt x="3635" y="3081"/>
                  </a:lnTo>
                  <a:lnTo>
                    <a:pt x="3576" y="3081"/>
                  </a:lnTo>
                  <a:lnTo>
                    <a:pt x="3576" y="3062"/>
                  </a:lnTo>
                  <a:lnTo>
                    <a:pt x="3576" y="3042"/>
                  </a:lnTo>
                  <a:lnTo>
                    <a:pt x="3596" y="3002"/>
                  </a:lnTo>
                  <a:lnTo>
                    <a:pt x="3635" y="3022"/>
                  </a:lnTo>
                  <a:lnTo>
                    <a:pt x="3596" y="2983"/>
                  </a:lnTo>
                  <a:lnTo>
                    <a:pt x="3616" y="2983"/>
                  </a:lnTo>
                  <a:lnTo>
                    <a:pt x="3596" y="2963"/>
                  </a:lnTo>
                  <a:lnTo>
                    <a:pt x="3616" y="2923"/>
                  </a:lnTo>
                  <a:lnTo>
                    <a:pt x="3616" y="2884"/>
                  </a:lnTo>
                  <a:lnTo>
                    <a:pt x="3616" y="2844"/>
                  </a:lnTo>
                  <a:lnTo>
                    <a:pt x="3576" y="2844"/>
                  </a:lnTo>
                  <a:lnTo>
                    <a:pt x="3576" y="2864"/>
                  </a:lnTo>
                  <a:lnTo>
                    <a:pt x="3596" y="2884"/>
                  </a:lnTo>
                  <a:lnTo>
                    <a:pt x="3596" y="2904"/>
                  </a:lnTo>
                  <a:lnTo>
                    <a:pt x="3537" y="2923"/>
                  </a:lnTo>
                  <a:lnTo>
                    <a:pt x="3497" y="2923"/>
                  </a:lnTo>
                  <a:lnTo>
                    <a:pt x="3458" y="2904"/>
                  </a:lnTo>
                  <a:lnTo>
                    <a:pt x="3458" y="2864"/>
                  </a:lnTo>
                  <a:lnTo>
                    <a:pt x="3438" y="2805"/>
                  </a:lnTo>
                  <a:lnTo>
                    <a:pt x="3418" y="2765"/>
                  </a:lnTo>
                  <a:lnTo>
                    <a:pt x="3418" y="2706"/>
                  </a:lnTo>
                  <a:lnTo>
                    <a:pt x="3379" y="2726"/>
                  </a:lnTo>
                  <a:lnTo>
                    <a:pt x="3359" y="2686"/>
                  </a:lnTo>
                  <a:lnTo>
                    <a:pt x="3359" y="2667"/>
                  </a:lnTo>
                  <a:lnTo>
                    <a:pt x="3359" y="2627"/>
                  </a:lnTo>
                  <a:lnTo>
                    <a:pt x="3418" y="2627"/>
                  </a:lnTo>
                  <a:lnTo>
                    <a:pt x="3458" y="2647"/>
                  </a:lnTo>
                  <a:lnTo>
                    <a:pt x="3497" y="2686"/>
                  </a:lnTo>
                  <a:lnTo>
                    <a:pt x="3537" y="2686"/>
                  </a:lnTo>
                  <a:lnTo>
                    <a:pt x="3556" y="2726"/>
                  </a:lnTo>
                  <a:lnTo>
                    <a:pt x="3556" y="2746"/>
                  </a:lnTo>
                  <a:lnTo>
                    <a:pt x="3576" y="2765"/>
                  </a:lnTo>
                  <a:lnTo>
                    <a:pt x="3616" y="2785"/>
                  </a:lnTo>
                  <a:lnTo>
                    <a:pt x="3754" y="2785"/>
                  </a:lnTo>
                  <a:lnTo>
                    <a:pt x="3734" y="2765"/>
                  </a:lnTo>
                  <a:lnTo>
                    <a:pt x="3754" y="2746"/>
                  </a:lnTo>
                  <a:lnTo>
                    <a:pt x="3774" y="2726"/>
                  </a:lnTo>
                  <a:lnTo>
                    <a:pt x="3793" y="2706"/>
                  </a:lnTo>
                  <a:lnTo>
                    <a:pt x="3734" y="2726"/>
                  </a:lnTo>
                  <a:lnTo>
                    <a:pt x="3695" y="2706"/>
                  </a:lnTo>
                  <a:lnTo>
                    <a:pt x="3695" y="2686"/>
                  </a:lnTo>
                  <a:lnTo>
                    <a:pt x="3734" y="2686"/>
                  </a:lnTo>
                  <a:lnTo>
                    <a:pt x="3596" y="2647"/>
                  </a:lnTo>
                  <a:lnTo>
                    <a:pt x="3596" y="2686"/>
                  </a:lnTo>
                  <a:lnTo>
                    <a:pt x="3616" y="2706"/>
                  </a:lnTo>
                  <a:lnTo>
                    <a:pt x="3616" y="2726"/>
                  </a:lnTo>
                  <a:lnTo>
                    <a:pt x="3576" y="2726"/>
                  </a:lnTo>
                  <a:lnTo>
                    <a:pt x="3556" y="2686"/>
                  </a:lnTo>
                  <a:lnTo>
                    <a:pt x="3497" y="2647"/>
                  </a:lnTo>
                  <a:lnTo>
                    <a:pt x="3477" y="2627"/>
                  </a:lnTo>
                  <a:lnTo>
                    <a:pt x="3458" y="2568"/>
                  </a:lnTo>
                  <a:lnTo>
                    <a:pt x="3497" y="2588"/>
                  </a:lnTo>
                  <a:lnTo>
                    <a:pt x="3517" y="2607"/>
                  </a:lnTo>
                  <a:lnTo>
                    <a:pt x="3517" y="2568"/>
                  </a:lnTo>
                  <a:lnTo>
                    <a:pt x="3497" y="2548"/>
                  </a:lnTo>
                  <a:lnTo>
                    <a:pt x="3517" y="2528"/>
                  </a:lnTo>
                  <a:lnTo>
                    <a:pt x="3556" y="2568"/>
                  </a:lnTo>
                  <a:lnTo>
                    <a:pt x="3616" y="2588"/>
                  </a:lnTo>
                  <a:lnTo>
                    <a:pt x="3655" y="2588"/>
                  </a:lnTo>
                  <a:lnTo>
                    <a:pt x="3556" y="2548"/>
                  </a:lnTo>
                  <a:lnTo>
                    <a:pt x="3635" y="2548"/>
                  </a:lnTo>
                  <a:lnTo>
                    <a:pt x="3635" y="2528"/>
                  </a:lnTo>
                  <a:lnTo>
                    <a:pt x="3596" y="2528"/>
                  </a:lnTo>
                  <a:lnTo>
                    <a:pt x="3556" y="2509"/>
                  </a:lnTo>
                  <a:lnTo>
                    <a:pt x="3556" y="2489"/>
                  </a:lnTo>
                  <a:lnTo>
                    <a:pt x="3635" y="2489"/>
                  </a:lnTo>
                  <a:lnTo>
                    <a:pt x="3635" y="2469"/>
                  </a:lnTo>
                  <a:lnTo>
                    <a:pt x="3616" y="2449"/>
                  </a:lnTo>
                  <a:lnTo>
                    <a:pt x="3576" y="2410"/>
                  </a:lnTo>
                  <a:lnTo>
                    <a:pt x="3477" y="2410"/>
                  </a:lnTo>
                  <a:lnTo>
                    <a:pt x="3418" y="2390"/>
                  </a:lnTo>
                  <a:lnTo>
                    <a:pt x="3398" y="2351"/>
                  </a:lnTo>
                  <a:lnTo>
                    <a:pt x="3398" y="2311"/>
                  </a:lnTo>
                  <a:lnTo>
                    <a:pt x="3398" y="2272"/>
                  </a:lnTo>
                  <a:lnTo>
                    <a:pt x="3418" y="2252"/>
                  </a:lnTo>
                  <a:lnTo>
                    <a:pt x="3497" y="2232"/>
                  </a:lnTo>
                  <a:lnTo>
                    <a:pt x="3438" y="2193"/>
                  </a:lnTo>
                  <a:lnTo>
                    <a:pt x="3438" y="2193"/>
                  </a:lnTo>
                  <a:lnTo>
                    <a:pt x="3477" y="2212"/>
                  </a:lnTo>
                  <a:lnTo>
                    <a:pt x="3497" y="2193"/>
                  </a:lnTo>
                  <a:lnTo>
                    <a:pt x="3497" y="2173"/>
                  </a:lnTo>
                  <a:lnTo>
                    <a:pt x="3497" y="2153"/>
                  </a:lnTo>
                  <a:lnTo>
                    <a:pt x="3537" y="2173"/>
                  </a:lnTo>
                  <a:lnTo>
                    <a:pt x="3537" y="2212"/>
                  </a:lnTo>
                  <a:lnTo>
                    <a:pt x="3556" y="2252"/>
                  </a:lnTo>
                  <a:lnTo>
                    <a:pt x="3635" y="2291"/>
                  </a:lnTo>
                  <a:lnTo>
                    <a:pt x="3675" y="2272"/>
                  </a:lnTo>
                  <a:lnTo>
                    <a:pt x="3695" y="2291"/>
                  </a:lnTo>
                  <a:lnTo>
                    <a:pt x="3754" y="2311"/>
                  </a:lnTo>
                  <a:lnTo>
                    <a:pt x="3734" y="2291"/>
                  </a:lnTo>
                  <a:lnTo>
                    <a:pt x="3695" y="2272"/>
                  </a:lnTo>
                  <a:lnTo>
                    <a:pt x="3576" y="2232"/>
                  </a:lnTo>
                  <a:lnTo>
                    <a:pt x="3596" y="2232"/>
                  </a:lnTo>
                  <a:lnTo>
                    <a:pt x="3616" y="2212"/>
                  </a:lnTo>
                  <a:lnTo>
                    <a:pt x="3655" y="2193"/>
                  </a:lnTo>
                  <a:lnTo>
                    <a:pt x="3695" y="2212"/>
                  </a:lnTo>
                  <a:lnTo>
                    <a:pt x="3695" y="2193"/>
                  </a:lnTo>
                  <a:lnTo>
                    <a:pt x="3655" y="2173"/>
                  </a:lnTo>
                  <a:lnTo>
                    <a:pt x="3635" y="2153"/>
                  </a:lnTo>
                  <a:lnTo>
                    <a:pt x="3635" y="2133"/>
                  </a:lnTo>
                  <a:lnTo>
                    <a:pt x="3774" y="2168"/>
                  </a:lnTo>
                  <a:lnTo>
                    <a:pt x="3774" y="2168"/>
                  </a:lnTo>
                  <a:lnTo>
                    <a:pt x="3774" y="2153"/>
                  </a:lnTo>
                  <a:lnTo>
                    <a:pt x="3813" y="2133"/>
                  </a:lnTo>
                  <a:lnTo>
                    <a:pt x="3754" y="2133"/>
                  </a:lnTo>
                  <a:lnTo>
                    <a:pt x="3714" y="2114"/>
                  </a:lnTo>
                  <a:lnTo>
                    <a:pt x="3714" y="2094"/>
                  </a:lnTo>
                  <a:lnTo>
                    <a:pt x="3714" y="2074"/>
                  </a:lnTo>
                  <a:lnTo>
                    <a:pt x="3695" y="2054"/>
                  </a:lnTo>
                  <a:lnTo>
                    <a:pt x="3734" y="2054"/>
                  </a:lnTo>
                  <a:lnTo>
                    <a:pt x="3754" y="2035"/>
                  </a:lnTo>
                  <a:lnTo>
                    <a:pt x="3754" y="1995"/>
                  </a:lnTo>
                  <a:lnTo>
                    <a:pt x="3774" y="1975"/>
                  </a:lnTo>
                  <a:lnTo>
                    <a:pt x="3695" y="1956"/>
                  </a:lnTo>
                  <a:lnTo>
                    <a:pt x="3695" y="1975"/>
                  </a:lnTo>
                  <a:lnTo>
                    <a:pt x="3695" y="1995"/>
                  </a:lnTo>
                  <a:lnTo>
                    <a:pt x="3734" y="2015"/>
                  </a:lnTo>
                  <a:lnTo>
                    <a:pt x="3655" y="2015"/>
                  </a:lnTo>
                  <a:lnTo>
                    <a:pt x="3635" y="1995"/>
                  </a:lnTo>
                  <a:lnTo>
                    <a:pt x="3635" y="1956"/>
                  </a:lnTo>
                  <a:lnTo>
                    <a:pt x="3635" y="1916"/>
                  </a:lnTo>
                  <a:lnTo>
                    <a:pt x="3635" y="1837"/>
                  </a:lnTo>
                  <a:lnTo>
                    <a:pt x="3635" y="1817"/>
                  </a:lnTo>
                  <a:lnTo>
                    <a:pt x="3616" y="1778"/>
                  </a:lnTo>
                  <a:lnTo>
                    <a:pt x="3655" y="1758"/>
                  </a:lnTo>
                  <a:lnTo>
                    <a:pt x="3695" y="1778"/>
                  </a:lnTo>
                  <a:lnTo>
                    <a:pt x="3734" y="1797"/>
                  </a:lnTo>
                  <a:lnTo>
                    <a:pt x="3793" y="1817"/>
                  </a:lnTo>
                  <a:lnTo>
                    <a:pt x="3793" y="1797"/>
                  </a:lnTo>
                  <a:lnTo>
                    <a:pt x="3754" y="1738"/>
                  </a:lnTo>
                  <a:lnTo>
                    <a:pt x="3774" y="1738"/>
                  </a:lnTo>
                  <a:lnTo>
                    <a:pt x="3793" y="1718"/>
                  </a:lnTo>
                  <a:lnTo>
                    <a:pt x="3872" y="1718"/>
                  </a:lnTo>
                  <a:lnTo>
                    <a:pt x="3951" y="1699"/>
                  </a:lnTo>
                  <a:lnTo>
                    <a:pt x="3971" y="1679"/>
                  </a:lnTo>
                  <a:lnTo>
                    <a:pt x="3971" y="1659"/>
                  </a:lnTo>
                  <a:lnTo>
                    <a:pt x="3892" y="1639"/>
                  </a:lnTo>
                  <a:lnTo>
                    <a:pt x="3833" y="1659"/>
                  </a:lnTo>
                  <a:lnTo>
                    <a:pt x="3833" y="1639"/>
                  </a:lnTo>
                  <a:lnTo>
                    <a:pt x="3833" y="1620"/>
                  </a:lnTo>
                  <a:lnTo>
                    <a:pt x="3853" y="1600"/>
                  </a:lnTo>
                  <a:lnTo>
                    <a:pt x="3833" y="1580"/>
                  </a:lnTo>
                  <a:lnTo>
                    <a:pt x="3754" y="1580"/>
                  </a:lnTo>
                  <a:lnTo>
                    <a:pt x="3793" y="1560"/>
                  </a:lnTo>
                  <a:lnTo>
                    <a:pt x="3853" y="1560"/>
                  </a:lnTo>
                  <a:lnTo>
                    <a:pt x="3833" y="1541"/>
                  </a:lnTo>
                  <a:lnTo>
                    <a:pt x="3853" y="1521"/>
                  </a:lnTo>
                  <a:lnTo>
                    <a:pt x="3951" y="1521"/>
                  </a:lnTo>
                  <a:lnTo>
                    <a:pt x="3951" y="1501"/>
                  </a:lnTo>
                  <a:lnTo>
                    <a:pt x="3912" y="1481"/>
                  </a:lnTo>
                  <a:lnTo>
                    <a:pt x="3892" y="1481"/>
                  </a:lnTo>
                  <a:lnTo>
                    <a:pt x="3892" y="1501"/>
                  </a:lnTo>
                  <a:lnTo>
                    <a:pt x="3853" y="1481"/>
                  </a:lnTo>
                  <a:lnTo>
                    <a:pt x="3793" y="1462"/>
                  </a:lnTo>
                  <a:lnTo>
                    <a:pt x="3734" y="1402"/>
                  </a:lnTo>
                  <a:lnTo>
                    <a:pt x="3774" y="1402"/>
                  </a:lnTo>
                  <a:lnTo>
                    <a:pt x="3774" y="1383"/>
                  </a:lnTo>
                  <a:lnTo>
                    <a:pt x="3774" y="1363"/>
                  </a:lnTo>
                  <a:lnTo>
                    <a:pt x="3813" y="1383"/>
                  </a:lnTo>
                  <a:lnTo>
                    <a:pt x="3833" y="1402"/>
                  </a:lnTo>
                  <a:lnTo>
                    <a:pt x="3833" y="1422"/>
                  </a:lnTo>
                  <a:lnTo>
                    <a:pt x="3853" y="1442"/>
                  </a:lnTo>
                  <a:lnTo>
                    <a:pt x="3872" y="1402"/>
                  </a:lnTo>
                  <a:lnTo>
                    <a:pt x="3853" y="1402"/>
                  </a:lnTo>
                  <a:lnTo>
                    <a:pt x="3793" y="1343"/>
                  </a:lnTo>
                  <a:lnTo>
                    <a:pt x="3734" y="1343"/>
                  </a:lnTo>
                  <a:lnTo>
                    <a:pt x="3675" y="1304"/>
                  </a:lnTo>
                  <a:lnTo>
                    <a:pt x="3734" y="1264"/>
                  </a:lnTo>
                  <a:lnTo>
                    <a:pt x="3833" y="1264"/>
                  </a:lnTo>
                  <a:lnTo>
                    <a:pt x="3774" y="1244"/>
                  </a:lnTo>
                  <a:lnTo>
                    <a:pt x="3754" y="1205"/>
                  </a:lnTo>
                  <a:lnTo>
                    <a:pt x="3734" y="1146"/>
                  </a:lnTo>
                  <a:lnTo>
                    <a:pt x="3695" y="1165"/>
                  </a:lnTo>
                  <a:lnTo>
                    <a:pt x="3675" y="1146"/>
                  </a:lnTo>
                  <a:lnTo>
                    <a:pt x="3616" y="1126"/>
                  </a:lnTo>
                  <a:lnTo>
                    <a:pt x="3734" y="1086"/>
                  </a:lnTo>
                  <a:lnTo>
                    <a:pt x="3754" y="1126"/>
                  </a:lnTo>
                  <a:lnTo>
                    <a:pt x="3872" y="1126"/>
                  </a:lnTo>
                  <a:lnTo>
                    <a:pt x="3932" y="1165"/>
                  </a:lnTo>
                  <a:lnTo>
                    <a:pt x="3932" y="1185"/>
                  </a:lnTo>
                  <a:lnTo>
                    <a:pt x="3892" y="1225"/>
                  </a:lnTo>
                  <a:lnTo>
                    <a:pt x="3951" y="1205"/>
                  </a:lnTo>
                  <a:lnTo>
                    <a:pt x="3971" y="1185"/>
                  </a:lnTo>
                  <a:lnTo>
                    <a:pt x="3951" y="1185"/>
                  </a:lnTo>
                  <a:lnTo>
                    <a:pt x="3932" y="1146"/>
                  </a:lnTo>
                  <a:lnTo>
                    <a:pt x="3892" y="1106"/>
                  </a:lnTo>
                  <a:lnTo>
                    <a:pt x="3892" y="1086"/>
                  </a:lnTo>
                  <a:lnTo>
                    <a:pt x="3971" y="1086"/>
                  </a:lnTo>
                  <a:lnTo>
                    <a:pt x="3991" y="1106"/>
                  </a:lnTo>
                  <a:lnTo>
                    <a:pt x="3971" y="1067"/>
                  </a:lnTo>
                  <a:lnTo>
                    <a:pt x="3971" y="1047"/>
                  </a:lnTo>
                  <a:lnTo>
                    <a:pt x="3991" y="1047"/>
                  </a:lnTo>
                  <a:lnTo>
                    <a:pt x="3912" y="1027"/>
                  </a:lnTo>
                  <a:lnTo>
                    <a:pt x="3853" y="1027"/>
                  </a:lnTo>
                  <a:lnTo>
                    <a:pt x="3833" y="988"/>
                  </a:lnTo>
                  <a:lnTo>
                    <a:pt x="3951" y="968"/>
                  </a:lnTo>
                  <a:lnTo>
                    <a:pt x="3951" y="948"/>
                  </a:lnTo>
                  <a:lnTo>
                    <a:pt x="3892" y="928"/>
                  </a:lnTo>
                  <a:lnTo>
                    <a:pt x="3833" y="909"/>
                  </a:lnTo>
                  <a:lnTo>
                    <a:pt x="3793" y="869"/>
                  </a:lnTo>
                  <a:lnTo>
                    <a:pt x="3714" y="889"/>
                  </a:lnTo>
                  <a:lnTo>
                    <a:pt x="3675" y="869"/>
                  </a:lnTo>
                  <a:lnTo>
                    <a:pt x="3675" y="830"/>
                  </a:lnTo>
                  <a:lnTo>
                    <a:pt x="3675" y="810"/>
                  </a:lnTo>
                  <a:lnTo>
                    <a:pt x="3616" y="790"/>
                  </a:lnTo>
                  <a:lnTo>
                    <a:pt x="3635" y="810"/>
                  </a:lnTo>
                  <a:lnTo>
                    <a:pt x="3655" y="830"/>
                  </a:lnTo>
                  <a:lnTo>
                    <a:pt x="3655" y="869"/>
                  </a:lnTo>
                  <a:lnTo>
                    <a:pt x="3596" y="869"/>
                  </a:lnTo>
                  <a:lnTo>
                    <a:pt x="3576" y="849"/>
                  </a:lnTo>
                  <a:lnTo>
                    <a:pt x="3576" y="830"/>
                  </a:lnTo>
                  <a:lnTo>
                    <a:pt x="3556" y="790"/>
                  </a:lnTo>
                  <a:lnTo>
                    <a:pt x="3616" y="770"/>
                  </a:lnTo>
                  <a:lnTo>
                    <a:pt x="3714" y="751"/>
                  </a:lnTo>
                  <a:lnTo>
                    <a:pt x="3813" y="770"/>
                  </a:lnTo>
                  <a:lnTo>
                    <a:pt x="3892" y="830"/>
                  </a:lnTo>
                  <a:lnTo>
                    <a:pt x="3971" y="869"/>
                  </a:lnTo>
                  <a:lnTo>
                    <a:pt x="4090" y="909"/>
                  </a:lnTo>
                  <a:lnTo>
                    <a:pt x="4090" y="909"/>
                  </a:lnTo>
                  <a:lnTo>
                    <a:pt x="4070" y="790"/>
                  </a:lnTo>
                  <a:lnTo>
                    <a:pt x="4090" y="751"/>
                  </a:lnTo>
                  <a:lnTo>
                    <a:pt x="4129" y="711"/>
                  </a:lnTo>
                  <a:lnTo>
                    <a:pt x="4090" y="672"/>
                  </a:lnTo>
                  <a:lnTo>
                    <a:pt x="4011" y="652"/>
                  </a:lnTo>
                  <a:lnTo>
                    <a:pt x="3872" y="612"/>
                  </a:lnTo>
                  <a:lnTo>
                    <a:pt x="3872" y="593"/>
                  </a:lnTo>
                  <a:lnTo>
                    <a:pt x="3892" y="573"/>
                  </a:lnTo>
                  <a:lnTo>
                    <a:pt x="3951" y="612"/>
                  </a:lnTo>
                  <a:lnTo>
                    <a:pt x="3892" y="514"/>
                  </a:lnTo>
                  <a:lnTo>
                    <a:pt x="3872" y="474"/>
                  </a:lnTo>
                  <a:lnTo>
                    <a:pt x="3872" y="415"/>
                  </a:lnTo>
                  <a:lnTo>
                    <a:pt x="3853" y="395"/>
                  </a:lnTo>
                  <a:lnTo>
                    <a:pt x="3793" y="375"/>
                  </a:lnTo>
                  <a:lnTo>
                    <a:pt x="3675" y="356"/>
                  </a:lnTo>
                  <a:lnTo>
                    <a:pt x="3675" y="336"/>
                  </a:lnTo>
                  <a:lnTo>
                    <a:pt x="3003" y="158"/>
                  </a:lnTo>
                  <a:lnTo>
                    <a:pt x="229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8" name="Google Shape;8848;p34"/>
            <p:cNvSpPr/>
            <p:nvPr/>
          </p:nvSpPr>
          <p:spPr>
            <a:xfrm>
              <a:off x="9643563" y="1176334"/>
              <a:ext cx="1519" cy="778"/>
            </a:xfrm>
            <a:custGeom>
              <a:rect b="b" l="l" r="r" t="t"/>
              <a:pathLst>
                <a:path extrusionOk="0" h="21" w="41">
                  <a:moveTo>
                    <a:pt x="1" y="1"/>
                  </a:moveTo>
                  <a:lnTo>
                    <a:pt x="1" y="1"/>
                  </a:lnTo>
                  <a:lnTo>
                    <a:pt x="40" y="20"/>
                  </a:lnTo>
                  <a:lnTo>
                    <a:pt x="40" y="20"/>
                  </a:lnTo>
                  <a:lnTo>
                    <a:pt x="1" y="1"/>
                  </a:lnTo>
                  <a:lnTo>
                    <a:pt x="1"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9" name="Google Shape;8849;p34"/>
            <p:cNvSpPr/>
            <p:nvPr/>
          </p:nvSpPr>
          <p:spPr>
            <a:xfrm>
              <a:off x="8687928" y="245551"/>
              <a:ext cx="367338" cy="334442"/>
            </a:xfrm>
            <a:custGeom>
              <a:rect b="b" l="l" r="r" t="t"/>
              <a:pathLst>
                <a:path extrusionOk="0" h="9028" w="9916">
                  <a:moveTo>
                    <a:pt x="8553" y="1"/>
                  </a:moveTo>
                  <a:lnTo>
                    <a:pt x="8296" y="21"/>
                  </a:lnTo>
                  <a:lnTo>
                    <a:pt x="7980" y="80"/>
                  </a:lnTo>
                  <a:lnTo>
                    <a:pt x="7585" y="159"/>
                  </a:lnTo>
                  <a:lnTo>
                    <a:pt x="7111" y="297"/>
                  </a:lnTo>
                  <a:lnTo>
                    <a:pt x="6854" y="396"/>
                  </a:lnTo>
                  <a:lnTo>
                    <a:pt x="6598" y="515"/>
                  </a:lnTo>
                  <a:lnTo>
                    <a:pt x="6321" y="653"/>
                  </a:lnTo>
                  <a:lnTo>
                    <a:pt x="6025" y="811"/>
                  </a:lnTo>
                  <a:lnTo>
                    <a:pt x="5748" y="989"/>
                  </a:lnTo>
                  <a:lnTo>
                    <a:pt x="5472" y="1166"/>
                  </a:lnTo>
                  <a:lnTo>
                    <a:pt x="5235" y="1364"/>
                  </a:lnTo>
                  <a:lnTo>
                    <a:pt x="4998" y="1561"/>
                  </a:lnTo>
                  <a:lnTo>
                    <a:pt x="4780" y="1779"/>
                  </a:lnTo>
                  <a:lnTo>
                    <a:pt x="4583" y="1976"/>
                  </a:lnTo>
                  <a:lnTo>
                    <a:pt x="4227" y="2411"/>
                  </a:lnTo>
                  <a:lnTo>
                    <a:pt x="3911" y="2845"/>
                  </a:lnTo>
                  <a:lnTo>
                    <a:pt x="3615" y="3260"/>
                  </a:lnTo>
                  <a:lnTo>
                    <a:pt x="3339" y="3655"/>
                  </a:lnTo>
                  <a:lnTo>
                    <a:pt x="3042" y="4011"/>
                  </a:lnTo>
                  <a:lnTo>
                    <a:pt x="2805" y="4267"/>
                  </a:lnTo>
                  <a:lnTo>
                    <a:pt x="2509" y="4524"/>
                  </a:lnTo>
                  <a:lnTo>
                    <a:pt x="2173" y="4781"/>
                  </a:lnTo>
                  <a:lnTo>
                    <a:pt x="1818" y="5038"/>
                  </a:lnTo>
                  <a:lnTo>
                    <a:pt x="1660" y="5156"/>
                  </a:lnTo>
                  <a:lnTo>
                    <a:pt x="1205" y="5512"/>
                  </a:lnTo>
                  <a:lnTo>
                    <a:pt x="791" y="5867"/>
                  </a:lnTo>
                  <a:lnTo>
                    <a:pt x="593" y="6065"/>
                  </a:lnTo>
                  <a:lnTo>
                    <a:pt x="415" y="6262"/>
                  </a:lnTo>
                  <a:lnTo>
                    <a:pt x="277" y="6460"/>
                  </a:lnTo>
                  <a:lnTo>
                    <a:pt x="158" y="6657"/>
                  </a:lnTo>
                  <a:lnTo>
                    <a:pt x="79" y="6855"/>
                  </a:lnTo>
                  <a:lnTo>
                    <a:pt x="20" y="7052"/>
                  </a:lnTo>
                  <a:lnTo>
                    <a:pt x="0" y="7250"/>
                  </a:lnTo>
                  <a:lnTo>
                    <a:pt x="20" y="7467"/>
                  </a:lnTo>
                  <a:lnTo>
                    <a:pt x="60" y="7665"/>
                  </a:lnTo>
                  <a:lnTo>
                    <a:pt x="99" y="7862"/>
                  </a:lnTo>
                  <a:lnTo>
                    <a:pt x="178" y="8040"/>
                  </a:lnTo>
                  <a:lnTo>
                    <a:pt x="277" y="8198"/>
                  </a:lnTo>
                  <a:lnTo>
                    <a:pt x="396" y="8356"/>
                  </a:lnTo>
                  <a:lnTo>
                    <a:pt x="514" y="8494"/>
                  </a:lnTo>
                  <a:lnTo>
                    <a:pt x="672" y="8633"/>
                  </a:lnTo>
                  <a:lnTo>
                    <a:pt x="810" y="8731"/>
                  </a:lnTo>
                  <a:lnTo>
                    <a:pt x="968" y="8830"/>
                  </a:lnTo>
                  <a:lnTo>
                    <a:pt x="1146" y="8909"/>
                  </a:lnTo>
                  <a:lnTo>
                    <a:pt x="1304" y="8968"/>
                  </a:lnTo>
                  <a:lnTo>
                    <a:pt x="1482" y="9008"/>
                  </a:lnTo>
                  <a:lnTo>
                    <a:pt x="1660" y="9028"/>
                  </a:lnTo>
                  <a:lnTo>
                    <a:pt x="1837" y="9028"/>
                  </a:lnTo>
                  <a:lnTo>
                    <a:pt x="2015" y="8988"/>
                  </a:lnTo>
                  <a:lnTo>
                    <a:pt x="2232" y="8929"/>
                  </a:lnTo>
                  <a:lnTo>
                    <a:pt x="2489" y="8830"/>
                  </a:lnTo>
                  <a:lnTo>
                    <a:pt x="2766" y="8692"/>
                  </a:lnTo>
                  <a:lnTo>
                    <a:pt x="3378" y="8376"/>
                  </a:lnTo>
                  <a:lnTo>
                    <a:pt x="4010" y="8001"/>
                  </a:lnTo>
                  <a:lnTo>
                    <a:pt x="4642" y="7606"/>
                  </a:lnTo>
                  <a:lnTo>
                    <a:pt x="5215" y="7230"/>
                  </a:lnTo>
                  <a:lnTo>
                    <a:pt x="5709" y="6914"/>
                  </a:lnTo>
                  <a:lnTo>
                    <a:pt x="6084" y="6697"/>
                  </a:lnTo>
                  <a:lnTo>
                    <a:pt x="7565" y="5828"/>
                  </a:lnTo>
                  <a:lnTo>
                    <a:pt x="8435" y="5334"/>
                  </a:lnTo>
                  <a:lnTo>
                    <a:pt x="9343" y="4820"/>
                  </a:lnTo>
                  <a:lnTo>
                    <a:pt x="9442" y="4761"/>
                  </a:lnTo>
                  <a:lnTo>
                    <a:pt x="9541" y="4662"/>
                  </a:lnTo>
                  <a:lnTo>
                    <a:pt x="9620" y="4564"/>
                  </a:lnTo>
                  <a:lnTo>
                    <a:pt x="9699" y="4445"/>
                  </a:lnTo>
                  <a:lnTo>
                    <a:pt x="9758" y="4307"/>
                  </a:lnTo>
                  <a:lnTo>
                    <a:pt x="9817" y="4149"/>
                  </a:lnTo>
                  <a:lnTo>
                    <a:pt x="9876" y="3833"/>
                  </a:lnTo>
                  <a:lnTo>
                    <a:pt x="9916" y="3458"/>
                  </a:lnTo>
                  <a:lnTo>
                    <a:pt x="9916" y="3063"/>
                  </a:lnTo>
                  <a:lnTo>
                    <a:pt x="9896" y="2648"/>
                  </a:lnTo>
                  <a:lnTo>
                    <a:pt x="9837" y="2253"/>
                  </a:lnTo>
                  <a:lnTo>
                    <a:pt x="9758" y="1838"/>
                  </a:lnTo>
                  <a:lnTo>
                    <a:pt x="9659" y="1443"/>
                  </a:lnTo>
                  <a:lnTo>
                    <a:pt x="9541" y="1087"/>
                  </a:lnTo>
                  <a:lnTo>
                    <a:pt x="9402" y="752"/>
                  </a:lnTo>
                  <a:lnTo>
                    <a:pt x="9244" y="475"/>
                  </a:lnTo>
                  <a:lnTo>
                    <a:pt x="9086" y="238"/>
                  </a:lnTo>
                  <a:lnTo>
                    <a:pt x="9007" y="159"/>
                  </a:lnTo>
                  <a:lnTo>
                    <a:pt x="8928" y="80"/>
                  </a:lnTo>
                  <a:lnTo>
                    <a:pt x="8830" y="40"/>
                  </a:lnTo>
                  <a:lnTo>
                    <a:pt x="8751" y="21"/>
                  </a:lnTo>
                  <a:lnTo>
                    <a:pt x="8553" y="1"/>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0" name="Google Shape;8850;p34"/>
            <p:cNvSpPr/>
            <p:nvPr/>
          </p:nvSpPr>
          <p:spPr>
            <a:xfrm>
              <a:off x="8529150" y="465827"/>
              <a:ext cx="1101274" cy="1114425"/>
            </a:xfrm>
            <a:custGeom>
              <a:rect b="b" l="l" r="r" t="t"/>
              <a:pathLst>
                <a:path extrusionOk="0" h="30083" w="29728">
                  <a:moveTo>
                    <a:pt x="14637" y="0"/>
                  </a:moveTo>
                  <a:lnTo>
                    <a:pt x="14162" y="20"/>
                  </a:lnTo>
                  <a:lnTo>
                    <a:pt x="13669" y="40"/>
                  </a:lnTo>
                  <a:lnTo>
                    <a:pt x="13195" y="79"/>
                  </a:lnTo>
                  <a:lnTo>
                    <a:pt x="12721" y="158"/>
                  </a:lnTo>
                  <a:lnTo>
                    <a:pt x="12247" y="218"/>
                  </a:lnTo>
                  <a:lnTo>
                    <a:pt x="11772" y="316"/>
                  </a:lnTo>
                  <a:lnTo>
                    <a:pt x="11318" y="435"/>
                  </a:lnTo>
                  <a:lnTo>
                    <a:pt x="10844" y="553"/>
                  </a:lnTo>
                  <a:lnTo>
                    <a:pt x="10390" y="692"/>
                  </a:lnTo>
                  <a:lnTo>
                    <a:pt x="9936" y="850"/>
                  </a:lnTo>
                  <a:lnTo>
                    <a:pt x="9501" y="1008"/>
                  </a:lnTo>
                  <a:lnTo>
                    <a:pt x="9066" y="1185"/>
                  </a:lnTo>
                  <a:lnTo>
                    <a:pt x="8632" y="1383"/>
                  </a:lnTo>
                  <a:lnTo>
                    <a:pt x="8197" y="1581"/>
                  </a:lnTo>
                  <a:lnTo>
                    <a:pt x="7802" y="1798"/>
                  </a:lnTo>
                  <a:lnTo>
                    <a:pt x="7388" y="2035"/>
                  </a:lnTo>
                  <a:lnTo>
                    <a:pt x="6992" y="2272"/>
                  </a:lnTo>
                  <a:lnTo>
                    <a:pt x="6597" y="2529"/>
                  </a:lnTo>
                  <a:lnTo>
                    <a:pt x="6183" y="2825"/>
                  </a:lnTo>
                  <a:lnTo>
                    <a:pt x="5768" y="3141"/>
                  </a:lnTo>
                  <a:lnTo>
                    <a:pt x="5333" y="3496"/>
                  </a:lnTo>
                  <a:lnTo>
                    <a:pt x="4899" y="3891"/>
                  </a:lnTo>
                  <a:lnTo>
                    <a:pt x="4464" y="4306"/>
                  </a:lnTo>
                  <a:lnTo>
                    <a:pt x="4010" y="4741"/>
                  </a:lnTo>
                  <a:lnTo>
                    <a:pt x="3595" y="5215"/>
                  </a:lnTo>
                  <a:lnTo>
                    <a:pt x="3161" y="5728"/>
                  </a:lnTo>
                  <a:lnTo>
                    <a:pt x="2746" y="6242"/>
                  </a:lnTo>
                  <a:lnTo>
                    <a:pt x="2351" y="6795"/>
                  </a:lnTo>
                  <a:lnTo>
                    <a:pt x="1975" y="7388"/>
                  </a:lnTo>
                  <a:lnTo>
                    <a:pt x="1620" y="8000"/>
                  </a:lnTo>
                  <a:lnTo>
                    <a:pt x="1304" y="8632"/>
                  </a:lnTo>
                  <a:lnTo>
                    <a:pt x="988" y="9284"/>
                  </a:lnTo>
                  <a:lnTo>
                    <a:pt x="731" y="9955"/>
                  </a:lnTo>
                  <a:lnTo>
                    <a:pt x="494" y="10666"/>
                  </a:lnTo>
                  <a:lnTo>
                    <a:pt x="297" y="11397"/>
                  </a:lnTo>
                  <a:lnTo>
                    <a:pt x="218" y="11773"/>
                  </a:lnTo>
                  <a:lnTo>
                    <a:pt x="158" y="12148"/>
                  </a:lnTo>
                  <a:lnTo>
                    <a:pt x="99" y="12523"/>
                  </a:lnTo>
                  <a:lnTo>
                    <a:pt x="60" y="12918"/>
                  </a:lnTo>
                  <a:lnTo>
                    <a:pt x="20" y="13313"/>
                  </a:lnTo>
                  <a:lnTo>
                    <a:pt x="0" y="13708"/>
                  </a:lnTo>
                  <a:lnTo>
                    <a:pt x="0" y="14123"/>
                  </a:lnTo>
                  <a:lnTo>
                    <a:pt x="0" y="14538"/>
                  </a:lnTo>
                  <a:lnTo>
                    <a:pt x="20" y="14953"/>
                  </a:lnTo>
                  <a:lnTo>
                    <a:pt x="60" y="15367"/>
                  </a:lnTo>
                  <a:lnTo>
                    <a:pt x="99" y="15782"/>
                  </a:lnTo>
                  <a:lnTo>
                    <a:pt x="178" y="16217"/>
                  </a:lnTo>
                  <a:lnTo>
                    <a:pt x="257" y="16651"/>
                  </a:lnTo>
                  <a:lnTo>
                    <a:pt x="356" y="17086"/>
                  </a:lnTo>
                  <a:lnTo>
                    <a:pt x="455" y="17540"/>
                  </a:lnTo>
                  <a:lnTo>
                    <a:pt x="593" y="17994"/>
                  </a:lnTo>
                  <a:lnTo>
                    <a:pt x="751" y="18449"/>
                  </a:lnTo>
                  <a:lnTo>
                    <a:pt x="909" y="18903"/>
                  </a:lnTo>
                  <a:lnTo>
                    <a:pt x="1087" y="19357"/>
                  </a:lnTo>
                  <a:lnTo>
                    <a:pt x="1304" y="19831"/>
                  </a:lnTo>
                  <a:lnTo>
                    <a:pt x="1521" y="20305"/>
                  </a:lnTo>
                  <a:lnTo>
                    <a:pt x="1758" y="20780"/>
                  </a:lnTo>
                  <a:lnTo>
                    <a:pt x="2035" y="21254"/>
                  </a:lnTo>
                  <a:lnTo>
                    <a:pt x="2311" y="21728"/>
                  </a:lnTo>
                  <a:lnTo>
                    <a:pt x="2608" y="22221"/>
                  </a:lnTo>
                  <a:lnTo>
                    <a:pt x="2943" y="22715"/>
                  </a:lnTo>
                  <a:lnTo>
                    <a:pt x="3279" y="23209"/>
                  </a:lnTo>
                  <a:lnTo>
                    <a:pt x="3654" y="23703"/>
                  </a:lnTo>
                  <a:lnTo>
                    <a:pt x="4030" y="24197"/>
                  </a:lnTo>
                  <a:lnTo>
                    <a:pt x="4425" y="24671"/>
                  </a:lnTo>
                  <a:lnTo>
                    <a:pt x="4800" y="25105"/>
                  </a:lnTo>
                  <a:lnTo>
                    <a:pt x="5195" y="25540"/>
                  </a:lnTo>
                  <a:lnTo>
                    <a:pt x="5570" y="25935"/>
                  </a:lnTo>
                  <a:lnTo>
                    <a:pt x="5965" y="26310"/>
                  </a:lnTo>
                  <a:lnTo>
                    <a:pt x="6360" y="26685"/>
                  </a:lnTo>
                  <a:lnTo>
                    <a:pt x="6755" y="27021"/>
                  </a:lnTo>
                  <a:lnTo>
                    <a:pt x="7151" y="27337"/>
                  </a:lnTo>
                  <a:lnTo>
                    <a:pt x="7546" y="27634"/>
                  </a:lnTo>
                  <a:lnTo>
                    <a:pt x="7921" y="27910"/>
                  </a:lnTo>
                  <a:lnTo>
                    <a:pt x="8316" y="28187"/>
                  </a:lnTo>
                  <a:lnTo>
                    <a:pt x="8711" y="28424"/>
                  </a:lnTo>
                  <a:lnTo>
                    <a:pt x="9106" y="28641"/>
                  </a:lnTo>
                  <a:lnTo>
                    <a:pt x="9521" y="28858"/>
                  </a:lnTo>
                  <a:lnTo>
                    <a:pt x="9916" y="29036"/>
                  </a:lnTo>
                  <a:lnTo>
                    <a:pt x="10311" y="29214"/>
                  </a:lnTo>
                  <a:lnTo>
                    <a:pt x="10706" y="29372"/>
                  </a:lnTo>
                  <a:lnTo>
                    <a:pt x="11101" y="29510"/>
                  </a:lnTo>
                  <a:lnTo>
                    <a:pt x="11496" y="29628"/>
                  </a:lnTo>
                  <a:lnTo>
                    <a:pt x="11871" y="29747"/>
                  </a:lnTo>
                  <a:lnTo>
                    <a:pt x="12266" y="29826"/>
                  </a:lnTo>
                  <a:lnTo>
                    <a:pt x="12661" y="29905"/>
                  </a:lnTo>
                  <a:lnTo>
                    <a:pt x="13056" y="29964"/>
                  </a:lnTo>
                  <a:lnTo>
                    <a:pt x="13451" y="30024"/>
                  </a:lnTo>
                  <a:lnTo>
                    <a:pt x="13827" y="30043"/>
                  </a:lnTo>
                  <a:lnTo>
                    <a:pt x="14222" y="30063"/>
                  </a:lnTo>
                  <a:lnTo>
                    <a:pt x="14597" y="30083"/>
                  </a:lnTo>
                  <a:lnTo>
                    <a:pt x="14992" y="30063"/>
                  </a:lnTo>
                  <a:lnTo>
                    <a:pt x="15367" y="30043"/>
                  </a:lnTo>
                  <a:lnTo>
                    <a:pt x="15743" y="30024"/>
                  </a:lnTo>
                  <a:lnTo>
                    <a:pt x="16138" y="29964"/>
                  </a:lnTo>
                  <a:lnTo>
                    <a:pt x="16869" y="29846"/>
                  </a:lnTo>
                  <a:lnTo>
                    <a:pt x="17619" y="29688"/>
                  </a:lnTo>
                  <a:lnTo>
                    <a:pt x="18350" y="29470"/>
                  </a:lnTo>
                  <a:lnTo>
                    <a:pt x="19061" y="29214"/>
                  </a:lnTo>
                  <a:lnTo>
                    <a:pt x="19752" y="28937"/>
                  </a:lnTo>
                  <a:lnTo>
                    <a:pt x="20444" y="28621"/>
                  </a:lnTo>
                  <a:lnTo>
                    <a:pt x="21115" y="28266"/>
                  </a:lnTo>
                  <a:lnTo>
                    <a:pt x="21787" y="27890"/>
                  </a:lnTo>
                  <a:lnTo>
                    <a:pt x="22419" y="27495"/>
                  </a:lnTo>
                  <a:lnTo>
                    <a:pt x="23031" y="27061"/>
                  </a:lnTo>
                  <a:lnTo>
                    <a:pt x="23643" y="26626"/>
                  </a:lnTo>
                  <a:lnTo>
                    <a:pt x="24216" y="26172"/>
                  </a:lnTo>
                  <a:lnTo>
                    <a:pt x="24769" y="25698"/>
                  </a:lnTo>
                  <a:lnTo>
                    <a:pt x="25303" y="25204"/>
                  </a:lnTo>
                  <a:lnTo>
                    <a:pt x="25816" y="24710"/>
                  </a:lnTo>
                  <a:lnTo>
                    <a:pt x="26310" y="24216"/>
                  </a:lnTo>
                  <a:lnTo>
                    <a:pt x="26764" y="23703"/>
                  </a:lnTo>
                  <a:lnTo>
                    <a:pt x="27179" y="23209"/>
                  </a:lnTo>
                  <a:lnTo>
                    <a:pt x="27554" y="22715"/>
                  </a:lnTo>
                  <a:lnTo>
                    <a:pt x="27890" y="22221"/>
                  </a:lnTo>
                  <a:lnTo>
                    <a:pt x="28186" y="21747"/>
                  </a:lnTo>
                  <a:lnTo>
                    <a:pt x="28463" y="21254"/>
                  </a:lnTo>
                  <a:lnTo>
                    <a:pt x="28700" y="20780"/>
                  </a:lnTo>
                  <a:lnTo>
                    <a:pt x="28897" y="20325"/>
                  </a:lnTo>
                  <a:lnTo>
                    <a:pt x="29095" y="19871"/>
                  </a:lnTo>
                  <a:lnTo>
                    <a:pt x="29233" y="19417"/>
                  </a:lnTo>
                  <a:lnTo>
                    <a:pt x="29372" y="18982"/>
                  </a:lnTo>
                  <a:lnTo>
                    <a:pt x="29470" y="18548"/>
                  </a:lnTo>
                  <a:lnTo>
                    <a:pt x="29569" y="18153"/>
                  </a:lnTo>
                  <a:lnTo>
                    <a:pt x="29628" y="17738"/>
                  </a:lnTo>
                  <a:lnTo>
                    <a:pt x="29668" y="17362"/>
                  </a:lnTo>
                  <a:lnTo>
                    <a:pt x="29707" y="16987"/>
                  </a:lnTo>
                  <a:lnTo>
                    <a:pt x="29727" y="16632"/>
                  </a:lnTo>
                  <a:lnTo>
                    <a:pt x="29727" y="16296"/>
                  </a:lnTo>
                  <a:lnTo>
                    <a:pt x="29707" y="15664"/>
                  </a:lnTo>
                  <a:lnTo>
                    <a:pt x="29648" y="15111"/>
                  </a:lnTo>
                  <a:lnTo>
                    <a:pt x="29569" y="14656"/>
                  </a:lnTo>
                  <a:lnTo>
                    <a:pt x="29470" y="14281"/>
                  </a:lnTo>
                  <a:lnTo>
                    <a:pt x="29391" y="14005"/>
                  </a:lnTo>
                  <a:lnTo>
                    <a:pt x="29332" y="13768"/>
                  </a:lnTo>
                  <a:lnTo>
                    <a:pt x="29253" y="13432"/>
                  </a:lnTo>
                  <a:lnTo>
                    <a:pt x="29115" y="12997"/>
                  </a:lnTo>
                  <a:lnTo>
                    <a:pt x="28917" y="12444"/>
                  </a:lnTo>
                  <a:lnTo>
                    <a:pt x="28680" y="11812"/>
                  </a:lnTo>
                  <a:lnTo>
                    <a:pt x="28364" y="11101"/>
                  </a:lnTo>
                  <a:lnTo>
                    <a:pt x="27989" y="10331"/>
                  </a:lnTo>
                  <a:lnTo>
                    <a:pt x="27574" y="9501"/>
                  </a:lnTo>
                  <a:lnTo>
                    <a:pt x="27100" y="8652"/>
                  </a:lnTo>
                  <a:lnTo>
                    <a:pt x="26586" y="7763"/>
                  </a:lnTo>
                  <a:lnTo>
                    <a:pt x="26014" y="6894"/>
                  </a:lnTo>
                  <a:lnTo>
                    <a:pt x="25382" y="6005"/>
                  </a:lnTo>
                  <a:lnTo>
                    <a:pt x="25066" y="5570"/>
                  </a:lnTo>
                  <a:lnTo>
                    <a:pt x="24710" y="5156"/>
                  </a:lnTo>
                  <a:lnTo>
                    <a:pt x="24374" y="4721"/>
                  </a:lnTo>
                  <a:lnTo>
                    <a:pt x="23999" y="4326"/>
                  </a:lnTo>
                  <a:lnTo>
                    <a:pt x="23643" y="3931"/>
                  </a:lnTo>
                  <a:lnTo>
                    <a:pt x="23248" y="3536"/>
                  </a:lnTo>
                  <a:lnTo>
                    <a:pt x="22853" y="3180"/>
                  </a:lnTo>
                  <a:lnTo>
                    <a:pt x="22458" y="2825"/>
                  </a:lnTo>
                  <a:lnTo>
                    <a:pt x="22044" y="2489"/>
                  </a:lnTo>
                  <a:lnTo>
                    <a:pt x="21629" y="2173"/>
                  </a:lnTo>
                  <a:lnTo>
                    <a:pt x="21194" y="1877"/>
                  </a:lnTo>
                  <a:lnTo>
                    <a:pt x="20760" y="1600"/>
                  </a:lnTo>
                  <a:lnTo>
                    <a:pt x="20305" y="1363"/>
                  </a:lnTo>
                  <a:lnTo>
                    <a:pt x="19871" y="1126"/>
                  </a:lnTo>
                  <a:lnTo>
                    <a:pt x="19397" y="929"/>
                  </a:lnTo>
                  <a:lnTo>
                    <a:pt x="18942" y="751"/>
                  </a:lnTo>
                  <a:lnTo>
                    <a:pt x="18468" y="593"/>
                  </a:lnTo>
                  <a:lnTo>
                    <a:pt x="17994" y="435"/>
                  </a:lnTo>
                  <a:lnTo>
                    <a:pt x="17520" y="316"/>
                  </a:lnTo>
                  <a:lnTo>
                    <a:pt x="17046" y="218"/>
                  </a:lnTo>
                  <a:lnTo>
                    <a:pt x="16572" y="139"/>
                  </a:lnTo>
                  <a:lnTo>
                    <a:pt x="16098" y="79"/>
                  </a:lnTo>
                  <a:lnTo>
                    <a:pt x="15604" y="40"/>
                  </a:lnTo>
                  <a:lnTo>
                    <a:pt x="15130" y="20"/>
                  </a:lnTo>
                  <a:lnTo>
                    <a:pt x="14637"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1" name="Google Shape;8851;p34"/>
            <p:cNvSpPr/>
            <p:nvPr/>
          </p:nvSpPr>
          <p:spPr>
            <a:xfrm>
              <a:off x="8690855" y="432152"/>
              <a:ext cx="76127" cy="92242"/>
            </a:xfrm>
            <a:custGeom>
              <a:rect b="b" l="l" r="r" t="t"/>
              <a:pathLst>
                <a:path extrusionOk="0" h="2490" w="2055">
                  <a:moveTo>
                    <a:pt x="1739" y="1"/>
                  </a:moveTo>
                  <a:lnTo>
                    <a:pt x="1581" y="119"/>
                  </a:lnTo>
                  <a:lnTo>
                    <a:pt x="1719" y="317"/>
                  </a:lnTo>
                  <a:lnTo>
                    <a:pt x="1778" y="435"/>
                  </a:lnTo>
                  <a:lnTo>
                    <a:pt x="1818" y="574"/>
                  </a:lnTo>
                  <a:lnTo>
                    <a:pt x="1857" y="712"/>
                  </a:lnTo>
                  <a:lnTo>
                    <a:pt x="1857" y="850"/>
                  </a:lnTo>
                  <a:lnTo>
                    <a:pt x="1837" y="988"/>
                  </a:lnTo>
                  <a:lnTo>
                    <a:pt x="1778" y="1127"/>
                  </a:lnTo>
                  <a:lnTo>
                    <a:pt x="1660" y="1304"/>
                  </a:lnTo>
                  <a:lnTo>
                    <a:pt x="1482" y="1482"/>
                  </a:lnTo>
                  <a:lnTo>
                    <a:pt x="1304" y="1680"/>
                  </a:lnTo>
                  <a:lnTo>
                    <a:pt x="1126" y="1838"/>
                  </a:lnTo>
                  <a:lnTo>
                    <a:pt x="791" y="2094"/>
                  </a:lnTo>
                  <a:lnTo>
                    <a:pt x="672" y="2193"/>
                  </a:lnTo>
                  <a:lnTo>
                    <a:pt x="79" y="1620"/>
                  </a:lnTo>
                  <a:lnTo>
                    <a:pt x="0" y="1818"/>
                  </a:lnTo>
                  <a:lnTo>
                    <a:pt x="652" y="2490"/>
                  </a:lnTo>
                  <a:lnTo>
                    <a:pt x="870" y="2331"/>
                  </a:lnTo>
                  <a:lnTo>
                    <a:pt x="1324" y="1917"/>
                  </a:lnTo>
                  <a:lnTo>
                    <a:pt x="1561" y="1660"/>
                  </a:lnTo>
                  <a:lnTo>
                    <a:pt x="1798" y="1423"/>
                  </a:lnTo>
                  <a:lnTo>
                    <a:pt x="1956" y="1186"/>
                  </a:lnTo>
                  <a:lnTo>
                    <a:pt x="2015" y="1087"/>
                  </a:lnTo>
                  <a:lnTo>
                    <a:pt x="2055" y="988"/>
                  </a:lnTo>
                  <a:lnTo>
                    <a:pt x="2055" y="870"/>
                  </a:lnTo>
                  <a:lnTo>
                    <a:pt x="2055" y="732"/>
                  </a:lnTo>
                  <a:lnTo>
                    <a:pt x="2015" y="593"/>
                  </a:lnTo>
                  <a:lnTo>
                    <a:pt x="1976" y="455"/>
                  </a:lnTo>
                  <a:lnTo>
                    <a:pt x="1857" y="198"/>
                  </a:lnTo>
                  <a:lnTo>
                    <a:pt x="1739"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2" name="Google Shape;8852;p34"/>
            <p:cNvSpPr/>
            <p:nvPr/>
          </p:nvSpPr>
          <p:spPr>
            <a:xfrm>
              <a:off x="9347233" y="1536347"/>
              <a:ext cx="100281" cy="44676"/>
            </a:xfrm>
            <a:custGeom>
              <a:rect b="b" l="l" r="r" t="t"/>
              <a:pathLst>
                <a:path extrusionOk="0" h="1206" w="2707">
                  <a:moveTo>
                    <a:pt x="1699" y="1"/>
                  </a:moveTo>
                  <a:lnTo>
                    <a:pt x="1323" y="40"/>
                  </a:lnTo>
                  <a:lnTo>
                    <a:pt x="948" y="139"/>
                  </a:lnTo>
                  <a:lnTo>
                    <a:pt x="593" y="238"/>
                  </a:lnTo>
                  <a:lnTo>
                    <a:pt x="277" y="336"/>
                  </a:lnTo>
                  <a:lnTo>
                    <a:pt x="0" y="455"/>
                  </a:lnTo>
                  <a:lnTo>
                    <a:pt x="198" y="1166"/>
                  </a:lnTo>
                  <a:lnTo>
                    <a:pt x="454" y="1206"/>
                  </a:lnTo>
                  <a:lnTo>
                    <a:pt x="454" y="1206"/>
                  </a:lnTo>
                  <a:lnTo>
                    <a:pt x="356" y="810"/>
                  </a:lnTo>
                  <a:lnTo>
                    <a:pt x="316" y="593"/>
                  </a:lnTo>
                  <a:lnTo>
                    <a:pt x="375" y="573"/>
                  </a:lnTo>
                  <a:lnTo>
                    <a:pt x="514" y="494"/>
                  </a:lnTo>
                  <a:lnTo>
                    <a:pt x="751" y="415"/>
                  </a:lnTo>
                  <a:lnTo>
                    <a:pt x="1007" y="336"/>
                  </a:lnTo>
                  <a:lnTo>
                    <a:pt x="1304" y="277"/>
                  </a:lnTo>
                  <a:lnTo>
                    <a:pt x="1620" y="238"/>
                  </a:lnTo>
                  <a:lnTo>
                    <a:pt x="1758" y="238"/>
                  </a:lnTo>
                  <a:lnTo>
                    <a:pt x="1916" y="257"/>
                  </a:lnTo>
                  <a:lnTo>
                    <a:pt x="2034" y="277"/>
                  </a:lnTo>
                  <a:lnTo>
                    <a:pt x="2173" y="317"/>
                  </a:lnTo>
                  <a:lnTo>
                    <a:pt x="2232" y="356"/>
                  </a:lnTo>
                  <a:lnTo>
                    <a:pt x="2272" y="396"/>
                  </a:lnTo>
                  <a:lnTo>
                    <a:pt x="2370" y="514"/>
                  </a:lnTo>
                  <a:lnTo>
                    <a:pt x="2469" y="652"/>
                  </a:lnTo>
                  <a:lnTo>
                    <a:pt x="2528" y="791"/>
                  </a:lnTo>
                  <a:lnTo>
                    <a:pt x="2706" y="712"/>
                  </a:lnTo>
                  <a:lnTo>
                    <a:pt x="2647" y="573"/>
                  </a:lnTo>
                  <a:lnTo>
                    <a:pt x="2548" y="435"/>
                  </a:lnTo>
                  <a:lnTo>
                    <a:pt x="2410" y="257"/>
                  </a:lnTo>
                  <a:lnTo>
                    <a:pt x="2232" y="99"/>
                  </a:lnTo>
                  <a:lnTo>
                    <a:pt x="2133" y="40"/>
                  </a:lnTo>
                  <a:lnTo>
                    <a:pt x="2015"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3" name="Google Shape;8853;p34"/>
            <p:cNvSpPr/>
            <p:nvPr/>
          </p:nvSpPr>
          <p:spPr>
            <a:xfrm>
              <a:off x="8993779" y="-173700"/>
              <a:ext cx="515185" cy="596350"/>
            </a:xfrm>
            <a:custGeom>
              <a:rect b="b" l="l" r="r" t="t"/>
              <a:pathLst>
                <a:path extrusionOk="0" h="16098" w="13907">
                  <a:moveTo>
                    <a:pt x="4603" y="0"/>
                  </a:moveTo>
                  <a:lnTo>
                    <a:pt x="2272" y="5886"/>
                  </a:lnTo>
                  <a:lnTo>
                    <a:pt x="1" y="11575"/>
                  </a:lnTo>
                  <a:lnTo>
                    <a:pt x="6973" y="16098"/>
                  </a:lnTo>
                  <a:lnTo>
                    <a:pt x="8000" y="14656"/>
                  </a:lnTo>
                  <a:lnTo>
                    <a:pt x="10252" y="11417"/>
                  </a:lnTo>
                  <a:lnTo>
                    <a:pt x="12622" y="8000"/>
                  </a:lnTo>
                  <a:lnTo>
                    <a:pt x="13452" y="6735"/>
                  </a:lnTo>
                  <a:lnTo>
                    <a:pt x="13728" y="6301"/>
                  </a:lnTo>
                  <a:lnTo>
                    <a:pt x="13886" y="6044"/>
                  </a:lnTo>
                  <a:lnTo>
                    <a:pt x="13906" y="6005"/>
                  </a:lnTo>
                  <a:lnTo>
                    <a:pt x="13906" y="5945"/>
                  </a:lnTo>
                  <a:lnTo>
                    <a:pt x="13867" y="5827"/>
                  </a:lnTo>
                  <a:lnTo>
                    <a:pt x="13768" y="5689"/>
                  </a:lnTo>
                  <a:lnTo>
                    <a:pt x="13630" y="5511"/>
                  </a:lnTo>
                  <a:lnTo>
                    <a:pt x="13432" y="5333"/>
                  </a:lnTo>
                  <a:lnTo>
                    <a:pt x="13215" y="5136"/>
                  </a:lnTo>
                  <a:lnTo>
                    <a:pt x="12642" y="4681"/>
                  </a:lnTo>
                  <a:lnTo>
                    <a:pt x="11971" y="4187"/>
                  </a:lnTo>
                  <a:lnTo>
                    <a:pt x="11180" y="3674"/>
                  </a:lnTo>
                  <a:lnTo>
                    <a:pt x="10331" y="3141"/>
                  </a:lnTo>
                  <a:lnTo>
                    <a:pt x="9462" y="2588"/>
                  </a:lnTo>
                  <a:lnTo>
                    <a:pt x="8573" y="2074"/>
                  </a:lnTo>
                  <a:lnTo>
                    <a:pt x="7704" y="1560"/>
                  </a:lnTo>
                  <a:lnTo>
                    <a:pt x="6894" y="1106"/>
                  </a:lnTo>
                  <a:lnTo>
                    <a:pt x="6163" y="711"/>
                  </a:lnTo>
                  <a:lnTo>
                    <a:pt x="5531" y="395"/>
                  </a:lnTo>
                  <a:lnTo>
                    <a:pt x="5057" y="158"/>
                  </a:lnTo>
                  <a:lnTo>
                    <a:pt x="4722" y="20"/>
                  </a:lnTo>
                  <a:lnTo>
                    <a:pt x="4643"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4" name="Google Shape;8854;p34"/>
            <p:cNvSpPr/>
            <p:nvPr/>
          </p:nvSpPr>
          <p:spPr>
            <a:xfrm>
              <a:off x="9709430" y="1086349"/>
              <a:ext cx="488809" cy="395863"/>
            </a:xfrm>
            <a:custGeom>
              <a:rect b="b" l="l" r="r" t="t"/>
              <a:pathLst>
                <a:path extrusionOk="0" h="10686" w="13195">
                  <a:moveTo>
                    <a:pt x="12661" y="0"/>
                  </a:moveTo>
                  <a:lnTo>
                    <a:pt x="12029" y="20"/>
                  </a:lnTo>
                  <a:lnTo>
                    <a:pt x="11200" y="79"/>
                  </a:lnTo>
                  <a:lnTo>
                    <a:pt x="9086" y="277"/>
                  </a:lnTo>
                  <a:lnTo>
                    <a:pt x="6657" y="533"/>
                  </a:lnTo>
                  <a:lnTo>
                    <a:pt x="4207" y="810"/>
                  </a:lnTo>
                  <a:lnTo>
                    <a:pt x="2094" y="1067"/>
                  </a:lnTo>
                  <a:lnTo>
                    <a:pt x="0" y="1324"/>
                  </a:lnTo>
                  <a:lnTo>
                    <a:pt x="158" y="10113"/>
                  </a:lnTo>
                  <a:lnTo>
                    <a:pt x="6262" y="10390"/>
                  </a:lnTo>
                  <a:lnTo>
                    <a:pt x="12661" y="10686"/>
                  </a:lnTo>
                  <a:lnTo>
                    <a:pt x="12701" y="10666"/>
                  </a:lnTo>
                  <a:lnTo>
                    <a:pt x="12721" y="10567"/>
                  </a:lnTo>
                  <a:lnTo>
                    <a:pt x="12800" y="10251"/>
                  </a:lnTo>
                  <a:lnTo>
                    <a:pt x="12839" y="9738"/>
                  </a:lnTo>
                  <a:lnTo>
                    <a:pt x="12898" y="9086"/>
                  </a:lnTo>
                  <a:lnTo>
                    <a:pt x="12977" y="7427"/>
                  </a:lnTo>
                  <a:lnTo>
                    <a:pt x="13037" y="5531"/>
                  </a:lnTo>
                  <a:lnTo>
                    <a:pt x="13116" y="1896"/>
                  </a:lnTo>
                  <a:lnTo>
                    <a:pt x="13155" y="632"/>
                  </a:lnTo>
                  <a:lnTo>
                    <a:pt x="13175" y="237"/>
                  </a:lnTo>
                  <a:lnTo>
                    <a:pt x="13195" y="59"/>
                  </a:lnTo>
                  <a:lnTo>
                    <a:pt x="13195" y="40"/>
                  </a:lnTo>
                  <a:lnTo>
                    <a:pt x="13175" y="20"/>
                  </a:lnTo>
                  <a:lnTo>
                    <a:pt x="13076"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5" name="Google Shape;8855;p34"/>
            <p:cNvSpPr/>
            <p:nvPr/>
          </p:nvSpPr>
          <p:spPr>
            <a:xfrm>
              <a:off x="8630137" y="1077569"/>
              <a:ext cx="2964" cy="7335"/>
            </a:xfrm>
            <a:custGeom>
              <a:rect b="b" l="l" r="r" t="t"/>
              <a:pathLst>
                <a:path extrusionOk="0" h="198" w="80">
                  <a:moveTo>
                    <a:pt x="79" y="198"/>
                  </a:moveTo>
                  <a:lnTo>
                    <a:pt x="79" y="198"/>
                  </a:lnTo>
                  <a:lnTo>
                    <a:pt x="0" y="0"/>
                  </a:lnTo>
                  <a:lnTo>
                    <a:pt x="0" y="0"/>
                  </a:lnTo>
                  <a:lnTo>
                    <a:pt x="79" y="198"/>
                  </a:lnTo>
                  <a:lnTo>
                    <a:pt x="79" y="198"/>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6" name="Google Shape;8856;p34"/>
            <p:cNvSpPr/>
            <p:nvPr/>
          </p:nvSpPr>
          <p:spPr>
            <a:xfrm>
              <a:off x="8871602" y="666320"/>
              <a:ext cx="5149" cy="2964"/>
            </a:xfrm>
            <a:custGeom>
              <a:rect b="b" l="l" r="r" t="t"/>
              <a:pathLst>
                <a:path extrusionOk="0" h="80" w="139">
                  <a:moveTo>
                    <a:pt x="138" y="0"/>
                  </a:moveTo>
                  <a:lnTo>
                    <a:pt x="59" y="40"/>
                  </a:lnTo>
                  <a:lnTo>
                    <a:pt x="0" y="79"/>
                  </a:lnTo>
                  <a:lnTo>
                    <a:pt x="99" y="40"/>
                  </a:lnTo>
                  <a:lnTo>
                    <a:pt x="138"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7" name="Google Shape;8857;p34"/>
            <p:cNvSpPr/>
            <p:nvPr/>
          </p:nvSpPr>
          <p:spPr>
            <a:xfrm>
              <a:off x="9280625" y="603379"/>
              <a:ext cx="778" cy="778"/>
            </a:xfrm>
            <a:custGeom>
              <a:rect b="b" l="l" r="r" t="t"/>
              <a:pathLst>
                <a:path extrusionOk="0" h="21" w="21">
                  <a:moveTo>
                    <a:pt x="20" y="1"/>
                  </a:moveTo>
                  <a:lnTo>
                    <a:pt x="1" y="20"/>
                  </a:lnTo>
                  <a:lnTo>
                    <a:pt x="20" y="20"/>
                  </a:lnTo>
                  <a:lnTo>
                    <a:pt x="2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8" name="Google Shape;8858;p34"/>
            <p:cNvSpPr/>
            <p:nvPr/>
          </p:nvSpPr>
          <p:spPr>
            <a:xfrm>
              <a:off x="8678408" y="1149253"/>
              <a:ext cx="2223" cy="2964"/>
            </a:xfrm>
            <a:custGeom>
              <a:rect b="b" l="l" r="r" t="t"/>
              <a:pathLst>
                <a:path extrusionOk="0" h="80" w="60">
                  <a:moveTo>
                    <a:pt x="1" y="1"/>
                  </a:moveTo>
                  <a:lnTo>
                    <a:pt x="1" y="21"/>
                  </a:lnTo>
                  <a:lnTo>
                    <a:pt x="1" y="40"/>
                  </a:lnTo>
                  <a:lnTo>
                    <a:pt x="60" y="80"/>
                  </a:lnTo>
                  <a:lnTo>
                    <a:pt x="1"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9" name="Google Shape;8859;p34"/>
            <p:cNvSpPr/>
            <p:nvPr/>
          </p:nvSpPr>
          <p:spPr>
            <a:xfrm>
              <a:off x="9309891" y="711702"/>
              <a:ext cx="2223" cy="741"/>
            </a:xfrm>
            <a:custGeom>
              <a:rect b="b" l="l" r="r" t="t"/>
              <a:pathLst>
                <a:path extrusionOk="0" h="20" w="60">
                  <a:moveTo>
                    <a:pt x="1" y="0"/>
                  </a:moveTo>
                  <a:lnTo>
                    <a:pt x="60" y="20"/>
                  </a:lnTo>
                  <a:lnTo>
                    <a:pt x="2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0" name="Google Shape;8860;p34"/>
            <p:cNvSpPr/>
            <p:nvPr/>
          </p:nvSpPr>
          <p:spPr>
            <a:xfrm>
              <a:off x="8610354" y="553626"/>
              <a:ext cx="936646" cy="969579"/>
            </a:xfrm>
            <a:custGeom>
              <a:rect b="b" l="l" r="r" t="t"/>
              <a:pathLst>
                <a:path extrusionOk="0" h="26173" w="25284">
                  <a:moveTo>
                    <a:pt x="23422" y="7841"/>
                  </a:moveTo>
                  <a:lnTo>
                    <a:pt x="23432" y="7852"/>
                  </a:lnTo>
                  <a:lnTo>
                    <a:pt x="23427" y="7842"/>
                  </a:lnTo>
                  <a:lnTo>
                    <a:pt x="23422" y="7841"/>
                  </a:lnTo>
                  <a:close/>
                  <a:moveTo>
                    <a:pt x="23432" y="7852"/>
                  </a:moveTo>
                  <a:lnTo>
                    <a:pt x="23446" y="7882"/>
                  </a:lnTo>
                  <a:lnTo>
                    <a:pt x="23466" y="7941"/>
                  </a:lnTo>
                  <a:lnTo>
                    <a:pt x="23446" y="7941"/>
                  </a:lnTo>
                  <a:lnTo>
                    <a:pt x="23427" y="7921"/>
                  </a:lnTo>
                  <a:lnTo>
                    <a:pt x="23506" y="8040"/>
                  </a:lnTo>
                  <a:lnTo>
                    <a:pt x="23565" y="8099"/>
                  </a:lnTo>
                  <a:lnTo>
                    <a:pt x="23664" y="8178"/>
                  </a:lnTo>
                  <a:lnTo>
                    <a:pt x="23743" y="8217"/>
                  </a:lnTo>
                  <a:lnTo>
                    <a:pt x="23901" y="8336"/>
                  </a:lnTo>
                  <a:lnTo>
                    <a:pt x="23683" y="8138"/>
                  </a:lnTo>
                  <a:lnTo>
                    <a:pt x="23506" y="7941"/>
                  </a:lnTo>
                  <a:lnTo>
                    <a:pt x="23432" y="7852"/>
                  </a:lnTo>
                  <a:close/>
                  <a:moveTo>
                    <a:pt x="179" y="13728"/>
                  </a:moveTo>
                  <a:lnTo>
                    <a:pt x="159" y="13748"/>
                  </a:lnTo>
                  <a:lnTo>
                    <a:pt x="179" y="13807"/>
                  </a:lnTo>
                  <a:lnTo>
                    <a:pt x="232" y="13950"/>
                  </a:lnTo>
                  <a:lnTo>
                    <a:pt x="218" y="13867"/>
                  </a:lnTo>
                  <a:lnTo>
                    <a:pt x="198" y="13728"/>
                  </a:lnTo>
                  <a:close/>
                  <a:moveTo>
                    <a:pt x="232" y="13950"/>
                  </a:moveTo>
                  <a:lnTo>
                    <a:pt x="234" y="13961"/>
                  </a:lnTo>
                  <a:lnTo>
                    <a:pt x="238" y="13965"/>
                  </a:lnTo>
                  <a:lnTo>
                    <a:pt x="232" y="13950"/>
                  </a:lnTo>
                  <a:close/>
                  <a:moveTo>
                    <a:pt x="23367" y="13432"/>
                  </a:moveTo>
                  <a:lnTo>
                    <a:pt x="23190" y="13689"/>
                  </a:lnTo>
                  <a:lnTo>
                    <a:pt x="23209" y="13788"/>
                  </a:lnTo>
                  <a:lnTo>
                    <a:pt x="23190" y="13886"/>
                  </a:lnTo>
                  <a:lnTo>
                    <a:pt x="23150" y="14064"/>
                  </a:lnTo>
                  <a:lnTo>
                    <a:pt x="23091" y="14242"/>
                  </a:lnTo>
                  <a:lnTo>
                    <a:pt x="23071" y="14380"/>
                  </a:lnTo>
                  <a:lnTo>
                    <a:pt x="23150" y="14202"/>
                  </a:lnTo>
                  <a:lnTo>
                    <a:pt x="23170" y="14222"/>
                  </a:lnTo>
                  <a:lnTo>
                    <a:pt x="23190" y="14262"/>
                  </a:lnTo>
                  <a:lnTo>
                    <a:pt x="23170" y="14341"/>
                  </a:lnTo>
                  <a:lnTo>
                    <a:pt x="23111" y="14499"/>
                  </a:lnTo>
                  <a:lnTo>
                    <a:pt x="23111" y="14499"/>
                  </a:lnTo>
                  <a:lnTo>
                    <a:pt x="23269" y="14400"/>
                  </a:lnTo>
                  <a:lnTo>
                    <a:pt x="23308" y="14202"/>
                  </a:lnTo>
                  <a:lnTo>
                    <a:pt x="23308" y="14044"/>
                  </a:lnTo>
                  <a:lnTo>
                    <a:pt x="23308" y="13886"/>
                  </a:lnTo>
                  <a:lnTo>
                    <a:pt x="23328" y="13827"/>
                  </a:lnTo>
                  <a:lnTo>
                    <a:pt x="23367" y="13748"/>
                  </a:lnTo>
                  <a:lnTo>
                    <a:pt x="23367" y="13906"/>
                  </a:lnTo>
                  <a:lnTo>
                    <a:pt x="23387" y="13827"/>
                  </a:lnTo>
                  <a:lnTo>
                    <a:pt x="23407" y="13669"/>
                  </a:lnTo>
                  <a:lnTo>
                    <a:pt x="23407" y="13511"/>
                  </a:lnTo>
                  <a:lnTo>
                    <a:pt x="23407" y="13472"/>
                  </a:lnTo>
                  <a:lnTo>
                    <a:pt x="23367" y="13432"/>
                  </a:lnTo>
                  <a:close/>
                  <a:moveTo>
                    <a:pt x="574" y="15131"/>
                  </a:moveTo>
                  <a:lnTo>
                    <a:pt x="662" y="15264"/>
                  </a:lnTo>
                  <a:lnTo>
                    <a:pt x="633" y="15190"/>
                  </a:lnTo>
                  <a:lnTo>
                    <a:pt x="574" y="15131"/>
                  </a:lnTo>
                  <a:close/>
                  <a:moveTo>
                    <a:pt x="662" y="15264"/>
                  </a:moveTo>
                  <a:lnTo>
                    <a:pt x="672" y="15289"/>
                  </a:lnTo>
                  <a:lnTo>
                    <a:pt x="692" y="15308"/>
                  </a:lnTo>
                  <a:lnTo>
                    <a:pt x="692" y="15308"/>
                  </a:lnTo>
                  <a:lnTo>
                    <a:pt x="662" y="15264"/>
                  </a:lnTo>
                  <a:close/>
                  <a:moveTo>
                    <a:pt x="692" y="15308"/>
                  </a:moveTo>
                  <a:lnTo>
                    <a:pt x="692" y="15308"/>
                  </a:lnTo>
                  <a:lnTo>
                    <a:pt x="692" y="15308"/>
                  </a:lnTo>
                  <a:close/>
                  <a:moveTo>
                    <a:pt x="2213" y="19200"/>
                  </a:moveTo>
                  <a:lnTo>
                    <a:pt x="2272" y="19397"/>
                  </a:lnTo>
                  <a:lnTo>
                    <a:pt x="2351" y="19535"/>
                  </a:lnTo>
                  <a:lnTo>
                    <a:pt x="2430" y="19634"/>
                  </a:lnTo>
                  <a:lnTo>
                    <a:pt x="2509" y="19713"/>
                  </a:lnTo>
                  <a:lnTo>
                    <a:pt x="2648" y="19812"/>
                  </a:lnTo>
                  <a:lnTo>
                    <a:pt x="2727" y="19871"/>
                  </a:lnTo>
                  <a:lnTo>
                    <a:pt x="2798" y="19942"/>
                  </a:lnTo>
                  <a:lnTo>
                    <a:pt x="2798" y="19942"/>
                  </a:lnTo>
                  <a:lnTo>
                    <a:pt x="2667" y="19693"/>
                  </a:lnTo>
                  <a:lnTo>
                    <a:pt x="2687" y="19693"/>
                  </a:lnTo>
                  <a:lnTo>
                    <a:pt x="2509" y="19575"/>
                  </a:lnTo>
                  <a:lnTo>
                    <a:pt x="2588" y="19753"/>
                  </a:lnTo>
                  <a:lnTo>
                    <a:pt x="2490" y="19654"/>
                  </a:lnTo>
                  <a:lnTo>
                    <a:pt x="2371" y="19496"/>
                  </a:lnTo>
                  <a:lnTo>
                    <a:pt x="2272" y="19318"/>
                  </a:lnTo>
                  <a:lnTo>
                    <a:pt x="2213" y="19200"/>
                  </a:lnTo>
                  <a:close/>
                  <a:moveTo>
                    <a:pt x="2798" y="19942"/>
                  </a:moveTo>
                  <a:lnTo>
                    <a:pt x="2815" y="19975"/>
                  </a:lnTo>
                  <a:lnTo>
                    <a:pt x="2815" y="19975"/>
                  </a:lnTo>
                  <a:lnTo>
                    <a:pt x="2806" y="19950"/>
                  </a:lnTo>
                  <a:lnTo>
                    <a:pt x="2798" y="19942"/>
                  </a:lnTo>
                  <a:close/>
                  <a:moveTo>
                    <a:pt x="16616" y="23727"/>
                  </a:moveTo>
                  <a:lnTo>
                    <a:pt x="16592" y="23743"/>
                  </a:lnTo>
                  <a:lnTo>
                    <a:pt x="16592" y="23743"/>
                  </a:lnTo>
                  <a:lnTo>
                    <a:pt x="16616" y="23727"/>
                  </a:lnTo>
                  <a:close/>
                  <a:moveTo>
                    <a:pt x="16592" y="23743"/>
                  </a:moveTo>
                  <a:lnTo>
                    <a:pt x="16592" y="23743"/>
                  </a:lnTo>
                  <a:lnTo>
                    <a:pt x="16592" y="23743"/>
                  </a:lnTo>
                  <a:lnTo>
                    <a:pt x="16592" y="23743"/>
                  </a:lnTo>
                  <a:close/>
                  <a:moveTo>
                    <a:pt x="11911" y="1502"/>
                  </a:moveTo>
                  <a:lnTo>
                    <a:pt x="12188" y="1581"/>
                  </a:lnTo>
                  <a:lnTo>
                    <a:pt x="12227" y="1601"/>
                  </a:lnTo>
                  <a:lnTo>
                    <a:pt x="12247" y="1620"/>
                  </a:lnTo>
                  <a:lnTo>
                    <a:pt x="12227" y="1640"/>
                  </a:lnTo>
                  <a:lnTo>
                    <a:pt x="12168" y="1660"/>
                  </a:lnTo>
                  <a:lnTo>
                    <a:pt x="12563" y="1660"/>
                  </a:lnTo>
                  <a:lnTo>
                    <a:pt x="12583" y="1640"/>
                  </a:lnTo>
                  <a:lnTo>
                    <a:pt x="12583" y="1620"/>
                  </a:lnTo>
                  <a:lnTo>
                    <a:pt x="12662" y="1640"/>
                  </a:lnTo>
                  <a:lnTo>
                    <a:pt x="12701" y="1660"/>
                  </a:lnTo>
                  <a:lnTo>
                    <a:pt x="12701" y="1680"/>
                  </a:lnTo>
                  <a:lnTo>
                    <a:pt x="12662" y="1699"/>
                  </a:lnTo>
                  <a:lnTo>
                    <a:pt x="12524" y="1739"/>
                  </a:lnTo>
                  <a:lnTo>
                    <a:pt x="12385" y="1778"/>
                  </a:lnTo>
                  <a:lnTo>
                    <a:pt x="12504" y="1818"/>
                  </a:lnTo>
                  <a:lnTo>
                    <a:pt x="12543" y="1838"/>
                  </a:lnTo>
                  <a:lnTo>
                    <a:pt x="12563" y="1857"/>
                  </a:lnTo>
                  <a:lnTo>
                    <a:pt x="12563" y="1877"/>
                  </a:lnTo>
                  <a:lnTo>
                    <a:pt x="12543" y="1897"/>
                  </a:lnTo>
                  <a:lnTo>
                    <a:pt x="12504" y="1936"/>
                  </a:lnTo>
                  <a:lnTo>
                    <a:pt x="12820" y="1976"/>
                  </a:lnTo>
                  <a:lnTo>
                    <a:pt x="12780" y="1996"/>
                  </a:lnTo>
                  <a:lnTo>
                    <a:pt x="12741" y="2015"/>
                  </a:lnTo>
                  <a:lnTo>
                    <a:pt x="12701" y="2035"/>
                  </a:lnTo>
                  <a:lnTo>
                    <a:pt x="12662" y="2055"/>
                  </a:lnTo>
                  <a:lnTo>
                    <a:pt x="12800" y="2094"/>
                  </a:lnTo>
                  <a:lnTo>
                    <a:pt x="12938" y="2114"/>
                  </a:lnTo>
                  <a:lnTo>
                    <a:pt x="13057" y="2134"/>
                  </a:lnTo>
                  <a:lnTo>
                    <a:pt x="13116" y="2173"/>
                  </a:lnTo>
                  <a:lnTo>
                    <a:pt x="13175" y="2213"/>
                  </a:lnTo>
                  <a:lnTo>
                    <a:pt x="13274" y="2154"/>
                  </a:lnTo>
                  <a:lnTo>
                    <a:pt x="13432" y="2252"/>
                  </a:lnTo>
                  <a:lnTo>
                    <a:pt x="13570" y="2331"/>
                  </a:lnTo>
                  <a:lnTo>
                    <a:pt x="13768" y="2450"/>
                  </a:lnTo>
                  <a:lnTo>
                    <a:pt x="14025" y="2588"/>
                  </a:lnTo>
                  <a:lnTo>
                    <a:pt x="14222" y="2687"/>
                  </a:lnTo>
                  <a:lnTo>
                    <a:pt x="14538" y="2805"/>
                  </a:lnTo>
                  <a:lnTo>
                    <a:pt x="14538" y="2805"/>
                  </a:lnTo>
                  <a:lnTo>
                    <a:pt x="14400" y="2687"/>
                  </a:lnTo>
                  <a:lnTo>
                    <a:pt x="14400" y="2687"/>
                  </a:lnTo>
                  <a:lnTo>
                    <a:pt x="14835" y="2766"/>
                  </a:lnTo>
                  <a:lnTo>
                    <a:pt x="15111" y="2865"/>
                  </a:lnTo>
                  <a:lnTo>
                    <a:pt x="15249" y="2904"/>
                  </a:lnTo>
                  <a:lnTo>
                    <a:pt x="15427" y="2924"/>
                  </a:lnTo>
                  <a:lnTo>
                    <a:pt x="15625" y="2944"/>
                  </a:lnTo>
                  <a:lnTo>
                    <a:pt x="15842" y="2924"/>
                  </a:lnTo>
                  <a:lnTo>
                    <a:pt x="16059" y="2904"/>
                  </a:lnTo>
                  <a:lnTo>
                    <a:pt x="16197" y="2865"/>
                  </a:lnTo>
                  <a:lnTo>
                    <a:pt x="16257" y="2865"/>
                  </a:lnTo>
                  <a:lnTo>
                    <a:pt x="16296" y="2825"/>
                  </a:lnTo>
                  <a:lnTo>
                    <a:pt x="16316" y="2805"/>
                  </a:lnTo>
                  <a:lnTo>
                    <a:pt x="16316" y="2766"/>
                  </a:lnTo>
                  <a:lnTo>
                    <a:pt x="16434" y="2766"/>
                  </a:lnTo>
                  <a:lnTo>
                    <a:pt x="16494" y="2786"/>
                  </a:lnTo>
                  <a:lnTo>
                    <a:pt x="16553" y="2825"/>
                  </a:lnTo>
                  <a:lnTo>
                    <a:pt x="16592" y="2884"/>
                  </a:lnTo>
                  <a:lnTo>
                    <a:pt x="16731" y="2845"/>
                  </a:lnTo>
                  <a:lnTo>
                    <a:pt x="17007" y="2845"/>
                  </a:lnTo>
                  <a:lnTo>
                    <a:pt x="17106" y="2865"/>
                  </a:lnTo>
                  <a:lnTo>
                    <a:pt x="17185" y="2904"/>
                  </a:lnTo>
                  <a:lnTo>
                    <a:pt x="17264" y="2944"/>
                  </a:lnTo>
                  <a:lnTo>
                    <a:pt x="16849" y="2904"/>
                  </a:lnTo>
                  <a:lnTo>
                    <a:pt x="16869" y="2944"/>
                  </a:lnTo>
                  <a:lnTo>
                    <a:pt x="16928" y="2983"/>
                  </a:lnTo>
                  <a:lnTo>
                    <a:pt x="17106" y="3042"/>
                  </a:lnTo>
                  <a:lnTo>
                    <a:pt x="17323" y="3121"/>
                  </a:lnTo>
                  <a:lnTo>
                    <a:pt x="17422" y="3161"/>
                  </a:lnTo>
                  <a:lnTo>
                    <a:pt x="17501" y="3220"/>
                  </a:lnTo>
                  <a:lnTo>
                    <a:pt x="17699" y="3240"/>
                  </a:lnTo>
                  <a:lnTo>
                    <a:pt x="17955" y="3319"/>
                  </a:lnTo>
                  <a:lnTo>
                    <a:pt x="18271" y="3398"/>
                  </a:lnTo>
                  <a:lnTo>
                    <a:pt x="18548" y="3477"/>
                  </a:lnTo>
                  <a:lnTo>
                    <a:pt x="18528" y="3437"/>
                  </a:lnTo>
                  <a:lnTo>
                    <a:pt x="18528" y="3378"/>
                  </a:lnTo>
                  <a:lnTo>
                    <a:pt x="18548" y="3339"/>
                  </a:lnTo>
                  <a:lnTo>
                    <a:pt x="18587" y="3319"/>
                  </a:lnTo>
                  <a:lnTo>
                    <a:pt x="18627" y="3299"/>
                  </a:lnTo>
                  <a:lnTo>
                    <a:pt x="18706" y="3299"/>
                  </a:lnTo>
                  <a:lnTo>
                    <a:pt x="18785" y="3319"/>
                  </a:lnTo>
                  <a:lnTo>
                    <a:pt x="18884" y="3358"/>
                  </a:lnTo>
                  <a:lnTo>
                    <a:pt x="18884" y="3378"/>
                  </a:lnTo>
                  <a:lnTo>
                    <a:pt x="18903" y="3418"/>
                  </a:lnTo>
                  <a:lnTo>
                    <a:pt x="19022" y="3536"/>
                  </a:lnTo>
                  <a:lnTo>
                    <a:pt x="19160" y="3694"/>
                  </a:lnTo>
                  <a:lnTo>
                    <a:pt x="19279" y="3832"/>
                  </a:lnTo>
                  <a:lnTo>
                    <a:pt x="19259" y="3832"/>
                  </a:lnTo>
                  <a:lnTo>
                    <a:pt x="19259" y="3852"/>
                  </a:lnTo>
                  <a:lnTo>
                    <a:pt x="19259" y="3892"/>
                  </a:lnTo>
                  <a:lnTo>
                    <a:pt x="19298" y="4010"/>
                  </a:lnTo>
                  <a:lnTo>
                    <a:pt x="19318" y="4070"/>
                  </a:lnTo>
                  <a:lnTo>
                    <a:pt x="19318" y="4089"/>
                  </a:lnTo>
                  <a:lnTo>
                    <a:pt x="19259" y="4070"/>
                  </a:lnTo>
                  <a:lnTo>
                    <a:pt x="19160" y="3991"/>
                  </a:lnTo>
                  <a:lnTo>
                    <a:pt x="19140" y="3912"/>
                  </a:lnTo>
                  <a:lnTo>
                    <a:pt x="19101" y="3832"/>
                  </a:lnTo>
                  <a:lnTo>
                    <a:pt x="19061" y="3753"/>
                  </a:lnTo>
                  <a:lnTo>
                    <a:pt x="18963" y="3694"/>
                  </a:lnTo>
                  <a:lnTo>
                    <a:pt x="18963" y="3694"/>
                  </a:lnTo>
                  <a:lnTo>
                    <a:pt x="19022" y="3813"/>
                  </a:lnTo>
                  <a:lnTo>
                    <a:pt x="19101" y="3951"/>
                  </a:lnTo>
                  <a:lnTo>
                    <a:pt x="19298" y="4287"/>
                  </a:lnTo>
                  <a:lnTo>
                    <a:pt x="19259" y="4287"/>
                  </a:lnTo>
                  <a:lnTo>
                    <a:pt x="19180" y="4247"/>
                  </a:lnTo>
                  <a:lnTo>
                    <a:pt x="19022" y="4129"/>
                  </a:lnTo>
                  <a:lnTo>
                    <a:pt x="19061" y="4149"/>
                  </a:lnTo>
                  <a:lnTo>
                    <a:pt x="19081" y="4129"/>
                  </a:lnTo>
                  <a:lnTo>
                    <a:pt x="19101" y="4089"/>
                  </a:lnTo>
                  <a:lnTo>
                    <a:pt x="18963" y="4010"/>
                  </a:lnTo>
                  <a:lnTo>
                    <a:pt x="18903" y="4010"/>
                  </a:lnTo>
                  <a:lnTo>
                    <a:pt x="18884" y="4030"/>
                  </a:lnTo>
                  <a:lnTo>
                    <a:pt x="18903" y="4089"/>
                  </a:lnTo>
                  <a:lnTo>
                    <a:pt x="18963" y="4228"/>
                  </a:lnTo>
                  <a:lnTo>
                    <a:pt x="18963" y="4267"/>
                  </a:lnTo>
                  <a:lnTo>
                    <a:pt x="18963" y="4287"/>
                  </a:lnTo>
                  <a:lnTo>
                    <a:pt x="18943" y="4287"/>
                  </a:lnTo>
                  <a:lnTo>
                    <a:pt x="19042" y="4366"/>
                  </a:lnTo>
                  <a:lnTo>
                    <a:pt x="19121" y="4445"/>
                  </a:lnTo>
                  <a:lnTo>
                    <a:pt x="19200" y="4484"/>
                  </a:lnTo>
                  <a:lnTo>
                    <a:pt x="19200" y="4445"/>
                  </a:lnTo>
                  <a:lnTo>
                    <a:pt x="19239" y="4544"/>
                  </a:lnTo>
                  <a:lnTo>
                    <a:pt x="19318" y="4662"/>
                  </a:lnTo>
                  <a:lnTo>
                    <a:pt x="19516" y="4860"/>
                  </a:lnTo>
                  <a:lnTo>
                    <a:pt x="19634" y="4958"/>
                  </a:lnTo>
                  <a:lnTo>
                    <a:pt x="19733" y="5077"/>
                  </a:lnTo>
                  <a:lnTo>
                    <a:pt x="19812" y="5195"/>
                  </a:lnTo>
                  <a:lnTo>
                    <a:pt x="19852" y="5314"/>
                  </a:lnTo>
                  <a:lnTo>
                    <a:pt x="19852" y="5274"/>
                  </a:lnTo>
                  <a:lnTo>
                    <a:pt x="19852" y="5235"/>
                  </a:lnTo>
                  <a:lnTo>
                    <a:pt x="19871" y="5215"/>
                  </a:lnTo>
                  <a:lnTo>
                    <a:pt x="19891" y="5215"/>
                  </a:lnTo>
                  <a:lnTo>
                    <a:pt x="19970" y="5274"/>
                  </a:lnTo>
                  <a:lnTo>
                    <a:pt x="20069" y="5413"/>
                  </a:lnTo>
                  <a:lnTo>
                    <a:pt x="20089" y="5511"/>
                  </a:lnTo>
                  <a:lnTo>
                    <a:pt x="20108" y="5590"/>
                  </a:lnTo>
                  <a:lnTo>
                    <a:pt x="20108" y="5669"/>
                  </a:lnTo>
                  <a:lnTo>
                    <a:pt x="20207" y="5748"/>
                  </a:lnTo>
                  <a:lnTo>
                    <a:pt x="20326" y="5906"/>
                  </a:lnTo>
                  <a:lnTo>
                    <a:pt x="20405" y="6025"/>
                  </a:lnTo>
                  <a:lnTo>
                    <a:pt x="20424" y="6064"/>
                  </a:lnTo>
                  <a:lnTo>
                    <a:pt x="20424" y="6084"/>
                  </a:lnTo>
                  <a:lnTo>
                    <a:pt x="20464" y="6104"/>
                  </a:lnTo>
                  <a:lnTo>
                    <a:pt x="20484" y="6104"/>
                  </a:lnTo>
                  <a:lnTo>
                    <a:pt x="20523" y="6025"/>
                  </a:lnTo>
                  <a:lnTo>
                    <a:pt x="20543" y="5985"/>
                  </a:lnTo>
                  <a:lnTo>
                    <a:pt x="20563" y="5966"/>
                  </a:lnTo>
                  <a:lnTo>
                    <a:pt x="20602" y="5966"/>
                  </a:lnTo>
                  <a:lnTo>
                    <a:pt x="20661" y="6025"/>
                  </a:lnTo>
                  <a:lnTo>
                    <a:pt x="20740" y="6064"/>
                  </a:lnTo>
                  <a:lnTo>
                    <a:pt x="20800" y="6143"/>
                  </a:lnTo>
                  <a:lnTo>
                    <a:pt x="20879" y="6302"/>
                  </a:lnTo>
                  <a:lnTo>
                    <a:pt x="20958" y="6460"/>
                  </a:lnTo>
                  <a:lnTo>
                    <a:pt x="21037" y="6618"/>
                  </a:lnTo>
                  <a:lnTo>
                    <a:pt x="21037" y="6697"/>
                  </a:lnTo>
                  <a:lnTo>
                    <a:pt x="21037" y="6716"/>
                  </a:lnTo>
                  <a:lnTo>
                    <a:pt x="20958" y="6618"/>
                  </a:lnTo>
                  <a:lnTo>
                    <a:pt x="20859" y="6440"/>
                  </a:lnTo>
                  <a:lnTo>
                    <a:pt x="20780" y="6302"/>
                  </a:lnTo>
                  <a:lnTo>
                    <a:pt x="20977" y="6657"/>
                  </a:lnTo>
                  <a:lnTo>
                    <a:pt x="21175" y="7013"/>
                  </a:lnTo>
                  <a:lnTo>
                    <a:pt x="21175" y="7072"/>
                  </a:lnTo>
                  <a:lnTo>
                    <a:pt x="21155" y="7111"/>
                  </a:lnTo>
                  <a:lnTo>
                    <a:pt x="21135" y="7092"/>
                  </a:lnTo>
                  <a:lnTo>
                    <a:pt x="21096" y="7052"/>
                  </a:lnTo>
                  <a:lnTo>
                    <a:pt x="21017" y="6914"/>
                  </a:lnTo>
                  <a:lnTo>
                    <a:pt x="20938" y="6736"/>
                  </a:lnTo>
                  <a:lnTo>
                    <a:pt x="21017" y="6973"/>
                  </a:lnTo>
                  <a:lnTo>
                    <a:pt x="21116" y="7210"/>
                  </a:lnTo>
                  <a:lnTo>
                    <a:pt x="21234" y="7388"/>
                  </a:lnTo>
                  <a:lnTo>
                    <a:pt x="21293" y="7447"/>
                  </a:lnTo>
                  <a:lnTo>
                    <a:pt x="21353" y="7487"/>
                  </a:lnTo>
                  <a:lnTo>
                    <a:pt x="21451" y="7743"/>
                  </a:lnTo>
                  <a:lnTo>
                    <a:pt x="21491" y="7862"/>
                  </a:lnTo>
                  <a:lnTo>
                    <a:pt x="21530" y="8000"/>
                  </a:lnTo>
                  <a:lnTo>
                    <a:pt x="21491" y="7961"/>
                  </a:lnTo>
                  <a:lnTo>
                    <a:pt x="21432" y="7921"/>
                  </a:lnTo>
                  <a:lnTo>
                    <a:pt x="21333" y="7862"/>
                  </a:lnTo>
                  <a:lnTo>
                    <a:pt x="21214" y="7783"/>
                  </a:lnTo>
                  <a:lnTo>
                    <a:pt x="21155" y="7704"/>
                  </a:lnTo>
                  <a:lnTo>
                    <a:pt x="21096" y="7605"/>
                  </a:lnTo>
                  <a:lnTo>
                    <a:pt x="21056" y="7487"/>
                  </a:lnTo>
                  <a:lnTo>
                    <a:pt x="21056" y="7427"/>
                  </a:lnTo>
                  <a:lnTo>
                    <a:pt x="21056" y="7408"/>
                  </a:lnTo>
                  <a:lnTo>
                    <a:pt x="21076" y="7427"/>
                  </a:lnTo>
                  <a:lnTo>
                    <a:pt x="21096" y="7447"/>
                  </a:lnTo>
                  <a:lnTo>
                    <a:pt x="21135" y="7467"/>
                  </a:lnTo>
                  <a:lnTo>
                    <a:pt x="21175" y="7467"/>
                  </a:lnTo>
                  <a:lnTo>
                    <a:pt x="21175" y="7427"/>
                  </a:lnTo>
                  <a:lnTo>
                    <a:pt x="21135" y="7329"/>
                  </a:lnTo>
                  <a:lnTo>
                    <a:pt x="21037" y="7329"/>
                  </a:lnTo>
                  <a:lnTo>
                    <a:pt x="20997" y="7210"/>
                  </a:lnTo>
                  <a:lnTo>
                    <a:pt x="20958" y="7092"/>
                  </a:lnTo>
                  <a:lnTo>
                    <a:pt x="20879" y="6993"/>
                  </a:lnTo>
                  <a:lnTo>
                    <a:pt x="20819" y="6874"/>
                  </a:lnTo>
                  <a:lnTo>
                    <a:pt x="20819" y="6835"/>
                  </a:lnTo>
                  <a:lnTo>
                    <a:pt x="20839" y="6855"/>
                  </a:lnTo>
                  <a:lnTo>
                    <a:pt x="20898" y="6934"/>
                  </a:lnTo>
                  <a:lnTo>
                    <a:pt x="20701" y="6519"/>
                  </a:lnTo>
                  <a:lnTo>
                    <a:pt x="20602" y="6341"/>
                  </a:lnTo>
                  <a:lnTo>
                    <a:pt x="20523" y="6262"/>
                  </a:lnTo>
                  <a:lnTo>
                    <a:pt x="20464" y="6203"/>
                  </a:lnTo>
                  <a:lnTo>
                    <a:pt x="20523" y="6361"/>
                  </a:lnTo>
                  <a:lnTo>
                    <a:pt x="20602" y="6539"/>
                  </a:lnTo>
                  <a:lnTo>
                    <a:pt x="20760" y="6894"/>
                  </a:lnTo>
                  <a:lnTo>
                    <a:pt x="20898" y="7210"/>
                  </a:lnTo>
                  <a:lnTo>
                    <a:pt x="20938" y="7348"/>
                  </a:lnTo>
                  <a:lnTo>
                    <a:pt x="20958" y="7447"/>
                  </a:lnTo>
                  <a:lnTo>
                    <a:pt x="21214" y="7882"/>
                  </a:lnTo>
                  <a:lnTo>
                    <a:pt x="21511" y="8356"/>
                  </a:lnTo>
                  <a:lnTo>
                    <a:pt x="21511" y="8336"/>
                  </a:lnTo>
                  <a:lnTo>
                    <a:pt x="21511" y="8296"/>
                  </a:lnTo>
                  <a:lnTo>
                    <a:pt x="21511" y="8178"/>
                  </a:lnTo>
                  <a:lnTo>
                    <a:pt x="21530" y="8138"/>
                  </a:lnTo>
                  <a:lnTo>
                    <a:pt x="21550" y="8119"/>
                  </a:lnTo>
                  <a:lnTo>
                    <a:pt x="21590" y="8138"/>
                  </a:lnTo>
                  <a:lnTo>
                    <a:pt x="21649" y="8217"/>
                  </a:lnTo>
                  <a:lnTo>
                    <a:pt x="21629" y="8277"/>
                  </a:lnTo>
                  <a:lnTo>
                    <a:pt x="21629" y="8375"/>
                  </a:lnTo>
                  <a:lnTo>
                    <a:pt x="21688" y="8573"/>
                  </a:lnTo>
                  <a:lnTo>
                    <a:pt x="21787" y="8830"/>
                  </a:lnTo>
                  <a:lnTo>
                    <a:pt x="21965" y="9126"/>
                  </a:lnTo>
                  <a:lnTo>
                    <a:pt x="21985" y="9106"/>
                  </a:lnTo>
                  <a:lnTo>
                    <a:pt x="22005" y="9087"/>
                  </a:lnTo>
                  <a:lnTo>
                    <a:pt x="22064" y="9126"/>
                  </a:lnTo>
                  <a:lnTo>
                    <a:pt x="22242" y="9284"/>
                  </a:lnTo>
                  <a:lnTo>
                    <a:pt x="22419" y="9422"/>
                  </a:lnTo>
                  <a:lnTo>
                    <a:pt x="22459" y="9422"/>
                  </a:lnTo>
                  <a:lnTo>
                    <a:pt x="22459" y="9383"/>
                  </a:lnTo>
                  <a:lnTo>
                    <a:pt x="22400" y="9343"/>
                  </a:lnTo>
                  <a:lnTo>
                    <a:pt x="22360" y="9304"/>
                  </a:lnTo>
                  <a:lnTo>
                    <a:pt x="22301" y="9205"/>
                  </a:lnTo>
                  <a:lnTo>
                    <a:pt x="22281" y="9146"/>
                  </a:lnTo>
                  <a:lnTo>
                    <a:pt x="22281" y="9087"/>
                  </a:lnTo>
                  <a:lnTo>
                    <a:pt x="22360" y="9185"/>
                  </a:lnTo>
                  <a:lnTo>
                    <a:pt x="22419" y="9225"/>
                  </a:lnTo>
                  <a:lnTo>
                    <a:pt x="22459" y="9245"/>
                  </a:lnTo>
                  <a:lnTo>
                    <a:pt x="22479" y="9225"/>
                  </a:lnTo>
                  <a:lnTo>
                    <a:pt x="22498" y="9185"/>
                  </a:lnTo>
                  <a:lnTo>
                    <a:pt x="22518" y="9185"/>
                  </a:lnTo>
                  <a:lnTo>
                    <a:pt x="22558" y="9225"/>
                  </a:lnTo>
                  <a:lnTo>
                    <a:pt x="22755" y="9462"/>
                  </a:lnTo>
                  <a:lnTo>
                    <a:pt x="22755" y="9501"/>
                  </a:lnTo>
                  <a:lnTo>
                    <a:pt x="22735" y="9521"/>
                  </a:lnTo>
                  <a:lnTo>
                    <a:pt x="22735" y="9561"/>
                  </a:lnTo>
                  <a:lnTo>
                    <a:pt x="22874" y="9778"/>
                  </a:lnTo>
                  <a:lnTo>
                    <a:pt x="22755" y="9719"/>
                  </a:lnTo>
                  <a:lnTo>
                    <a:pt x="22577" y="9620"/>
                  </a:lnTo>
                  <a:lnTo>
                    <a:pt x="22360" y="9482"/>
                  </a:lnTo>
                  <a:lnTo>
                    <a:pt x="22123" y="9264"/>
                  </a:lnTo>
                  <a:lnTo>
                    <a:pt x="22123" y="9304"/>
                  </a:lnTo>
                  <a:lnTo>
                    <a:pt x="22163" y="9343"/>
                  </a:lnTo>
                  <a:lnTo>
                    <a:pt x="22261" y="9482"/>
                  </a:lnTo>
                  <a:lnTo>
                    <a:pt x="22380" y="9620"/>
                  </a:lnTo>
                  <a:lnTo>
                    <a:pt x="22419" y="9679"/>
                  </a:lnTo>
                  <a:lnTo>
                    <a:pt x="22459" y="9738"/>
                  </a:lnTo>
                  <a:lnTo>
                    <a:pt x="22459" y="9738"/>
                  </a:lnTo>
                  <a:lnTo>
                    <a:pt x="22439" y="9679"/>
                  </a:lnTo>
                  <a:lnTo>
                    <a:pt x="22439" y="9659"/>
                  </a:lnTo>
                  <a:lnTo>
                    <a:pt x="22498" y="9659"/>
                  </a:lnTo>
                  <a:lnTo>
                    <a:pt x="22558" y="9679"/>
                  </a:lnTo>
                  <a:lnTo>
                    <a:pt x="22577" y="9659"/>
                  </a:lnTo>
                  <a:lnTo>
                    <a:pt x="22558" y="9620"/>
                  </a:lnTo>
                  <a:lnTo>
                    <a:pt x="22834" y="9857"/>
                  </a:lnTo>
                  <a:lnTo>
                    <a:pt x="22972" y="9975"/>
                  </a:lnTo>
                  <a:lnTo>
                    <a:pt x="23091" y="10094"/>
                  </a:lnTo>
                  <a:lnTo>
                    <a:pt x="23190" y="10232"/>
                  </a:lnTo>
                  <a:lnTo>
                    <a:pt x="23308" y="10370"/>
                  </a:lnTo>
                  <a:lnTo>
                    <a:pt x="23387" y="10548"/>
                  </a:lnTo>
                  <a:lnTo>
                    <a:pt x="23466" y="10726"/>
                  </a:lnTo>
                  <a:lnTo>
                    <a:pt x="23427" y="10706"/>
                  </a:lnTo>
                  <a:lnTo>
                    <a:pt x="23407" y="10686"/>
                  </a:lnTo>
                  <a:lnTo>
                    <a:pt x="23328" y="10588"/>
                  </a:lnTo>
                  <a:lnTo>
                    <a:pt x="23170" y="10370"/>
                  </a:lnTo>
                  <a:lnTo>
                    <a:pt x="23071" y="10291"/>
                  </a:lnTo>
                  <a:lnTo>
                    <a:pt x="22992" y="10232"/>
                  </a:lnTo>
                  <a:lnTo>
                    <a:pt x="22972" y="10212"/>
                  </a:lnTo>
                  <a:lnTo>
                    <a:pt x="22933" y="10212"/>
                  </a:lnTo>
                  <a:lnTo>
                    <a:pt x="22913" y="10232"/>
                  </a:lnTo>
                  <a:lnTo>
                    <a:pt x="22874" y="10272"/>
                  </a:lnTo>
                  <a:lnTo>
                    <a:pt x="22972" y="10370"/>
                  </a:lnTo>
                  <a:lnTo>
                    <a:pt x="23051" y="10410"/>
                  </a:lnTo>
                  <a:lnTo>
                    <a:pt x="23091" y="10469"/>
                  </a:lnTo>
                  <a:lnTo>
                    <a:pt x="23150" y="10568"/>
                  </a:lnTo>
                  <a:lnTo>
                    <a:pt x="23150" y="10647"/>
                  </a:lnTo>
                  <a:lnTo>
                    <a:pt x="23150" y="10746"/>
                  </a:lnTo>
                  <a:lnTo>
                    <a:pt x="23229" y="10943"/>
                  </a:lnTo>
                  <a:lnTo>
                    <a:pt x="23288" y="11200"/>
                  </a:lnTo>
                  <a:lnTo>
                    <a:pt x="23348" y="11457"/>
                  </a:lnTo>
                  <a:lnTo>
                    <a:pt x="23387" y="11299"/>
                  </a:lnTo>
                  <a:lnTo>
                    <a:pt x="23427" y="11417"/>
                  </a:lnTo>
                  <a:lnTo>
                    <a:pt x="23427" y="11556"/>
                  </a:lnTo>
                  <a:lnTo>
                    <a:pt x="23427" y="11852"/>
                  </a:lnTo>
                  <a:lnTo>
                    <a:pt x="23407" y="11812"/>
                  </a:lnTo>
                  <a:lnTo>
                    <a:pt x="23446" y="11970"/>
                  </a:lnTo>
                  <a:lnTo>
                    <a:pt x="23446" y="11990"/>
                  </a:lnTo>
                  <a:lnTo>
                    <a:pt x="23427" y="11990"/>
                  </a:lnTo>
                  <a:lnTo>
                    <a:pt x="23446" y="12069"/>
                  </a:lnTo>
                  <a:lnTo>
                    <a:pt x="23446" y="12188"/>
                  </a:lnTo>
                  <a:lnTo>
                    <a:pt x="23446" y="12425"/>
                  </a:lnTo>
                  <a:lnTo>
                    <a:pt x="23407" y="13017"/>
                  </a:lnTo>
                  <a:lnTo>
                    <a:pt x="23427" y="12997"/>
                  </a:lnTo>
                  <a:lnTo>
                    <a:pt x="23446" y="12958"/>
                  </a:lnTo>
                  <a:lnTo>
                    <a:pt x="23466" y="12820"/>
                  </a:lnTo>
                  <a:lnTo>
                    <a:pt x="23466" y="12484"/>
                  </a:lnTo>
                  <a:lnTo>
                    <a:pt x="23525" y="12306"/>
                  </a:lnTo>
                  <a:lnTo>
                    <a:pt x="23545" y="12227"/>
                  </a:lnTo>
                  <a:lnTo>
                    <a:pt x="23565" y="12227"/>
                  </a:lnTo>
                  <a:lnTo>
                    <a:pt x="23604" y="12267"/>
                  </a:lnTo>
                  <a:lnTo>
                    <a:pt x="23604" y="12583"/>
                  </a:lnTo>
                  <a:lnTo>
                    <a:pt x="23604" y="12899"/>
                  </a:lnTo>
                  <a:lnTo>
                    <a:pt x="23604" y="13215"/>
                  </a:lnTo>
                  <a:lnTo>
                    <a:pt x="23565" y="13590"/>
                  </a:lnTo>
                  <a:lnTo>
                    <a:pt x="23624" y="13412"/>
                  </a:lnTo>
                  <a:lnTo>
                    <a:pt x="23624" y="13551"/>
                  </a:lnTo>
                  <a:lnTo>
                    <a:pt x="23624" y="13709"/>
                  </a:lnTo>
                  <a:lnTo>
                    <a:pt x="23545" y="14084"/>
                  </a:lnTo>
                  <a:lnTo>
                    <a:pt x="23506" y="14202"/>
                  </a:lnTo>
                  <a:lnTo>
                    <a:pt x="23486" y="14222"/>
                  </a:lnTo>
                  <a:lnTo>
                    <a:pt x="23466" y="14183"/>
                  </a:lnTo>
                  <a:lnTo>
                    <a:pt x="23446" y="14104"/>
                  </a:lnTo>
                  <a:lnTo>
                    <a:pt x="23427" y="13946"/>
                  </a:lnTo>
                  <a:lnTo>
                    <a:pt x="23427" y="13926"/>
                  </a:lnTo>
                  <a:lnTo>
                    <a:pt x="23387" y="13985"/>
                  </a:lnTo>
                  <a:lnTo>
                    <a:pt x="23367" y="13906"/>
                  </a:lnTo>
                  <a:lnTo>
                    <a:pt x="23367" y="14025"/>
                  </a:lnTo>
                  <a:lnTo>
                    <a:pt x="23387" y="14202"/>
                  </a:lnTo>
                  <a:lnTo>
                    <a:pt x="23407" y="14400"/>
                  </a:lnTo>
                  <a:lnTo>
                    <a:pt x="23387" y="14538"/>
                  </a:lnTo>
                  <a:lnTo>
                    <a:pt x="23367" y="14736"/>
                  </a:lnTo>
                  <a:lnTo>
                    <a:pt x="23348" y="14736"/>
                  </a:lnTo>
                  <a:lnTo>
                    <a:pt x="23348" y="14716"/>
                  </a:lnTo>
                  <a:lnTo>
                    <a:pt x="23348" y="14657"/>
                  </a:lnTo>
                  <a:lnTo>
                    <a:pt x="23348" y="14597"/>
                  </a:lnTo>
                  <a:lnTo>
                    <a:pt x="23328" y="14538"/>
                  </a:lnTo>
                  <a:lnTo>
                    <a:pt x="23308" y="14617"/>
                  </a:lnTo>
                  <a:lnTo>
                    <a:pt x="23308" y="14696"/>
                  </a:lnTo>
                  <a:lnTo>
                    <a:pt x="23308" y="14874"/>
                  </a:lnTo>
                  <a:lnTo>
                    <a:pt x="23288" y="15052"/>
                  </a:lnTo>
                  <a:lnTo>
                    <a:pt x="23269" y="15170"/>
                  </a:lnTo>
                  <a:lnTo>
                    <a:pt x="23249" y="15289"/>
                  </a:lnTo>
                  <a:lnTo>
                    <a:pt x="23249" y="15131"/>
                  </a:lnTo>
                  <a:lnTo>
                    <a:pt x="23229" y="14992"/>
                  </a:lnTo>
                  <a:lnTo>
                    <a:pt x="23209" y="14953"/>
                  </a:lnTo>
                  <a:lnTo>
                    <a:pt x="23190" y="14933"/>
                  </a:lnTo>
                  <a:lnTo>
                    <a:pt x="23150" y="14953"/>
                  </a:lnTo>
                  <a:lnTo>
                    <a:pt x="23111" y="15012"/>
                  </a:lnTo>
                  <a:lnTo>
                    <a:pt x="23190" y="15190"/>
                  </a:lnTo>
                  <a:lnTo>
                    <a:pt x="23170" y="15269"/>
                  </a:lnTo>
                  <a:lnTo>
                    <a:pt x="23150" y="15308"/>
                  </a:lnTo>
                  <a:lnTo>
                    <a:pt x="23130" y="15308"/>
                  </a:lnTo>
                  <a:lnTo>
                    <a:pt x="23111" y="15328"/>
                  </a:lnTo>
                  <a:lnTo>
                    <a:pt x="23091" y="15387"/>
                  </a:lnTo>
                  <a:lnTo>
                    <a:pt x="23111" y="15427"/>
                  </a:lnTo>
                  <a:lnTo>
                    <a:pt x="23130" y="15447"/>
                  </a:lnTo>
                  <a:lnTo>
                    <a:pt x="23150" y="15447"/>
                  </a:lnTo>
                  <a:lnTo>
                    <a:pt x="23170" y="15486"/>
                  </a:lnTo>
                  <a:lnTo>
                    <a:pt x="23170" y="15545"/>
                  </a:lnTo>
                  <a:lnTo>
                    <a:pt x="23150" y="15644"/>
                  </a:lnTo>
                  <a:lnTo>
                    <a:pt x="23091" y="15723"/>
                  </a:lnTo>
                  <a:lnTo>
                    <a:pt x="23071" y="15743"/>
                  </a:lnTo>
                  <a:lnTo>
                    <a:pt x="23051" y="15743"/>
                  </a:lnTo>
                  <a:lnTo>
                    <a:pt x="23032" y="15941"/>
                  </a:lnTo>
                  <a:lnTo>
                    <a:pt x="23032" y="16020"/>
                  </a:lnTo>
                  <a:lnTo>
                    <a:pt x="23051" y="16118"/>
                  </a:lnTo>
                  <a:lnTo>
                    <a:pt x="23051" y="16296"/>
                  </a:lnTo>
                  <a:lnTo>
                    <a:pt x="23071" y="16197"/>
                  </a:lnTo>
                  <a:lnTo>
                    <a:pt x="23111" y="16118"/>
                  </a:lnTo>
                  <a:lnTo>
                    <a:pt x="23150" y="16079"/>
                  </a:lnTo>
                  <a:lnTo>
                    <a:pt x="23170" y="16059"/>
                  </a:lnTo>
                  <a:lnTo>
                    <a:pt x="23209" y="16079"/>
                  </a:lnTo>
                  <a:lnTo>
                    <a:pt x="23229" y="16138"/>
                  </a:lnTo>
                  <a:lnTo>
                    <a:pt x="23229" y="16217"/>
                  </a:lnTo>
                  <a:lnTo>
                    <a:pt x="23229" y="16336"/>
                  </a:lnTo>
                  <a:lnTo>
                    <a:pt x="23170" y="16652"/>
                  </a:lnTo>
                  <a:lnTo>
                    <a:pt x="23130" y="16928"/>
                  </a:lnTo>
                  <a:lnTo>
                    <a:pt x="23111" y="17047"/>
                  </a:lnTo>
                  <a:lnTo>
                    <a:pt x="23071" y="17165"/>
                  </a:lnTo>
                  <a:lnTo>
                    <a:pt x="23012" y="17264"/>
                  </a:lnTo>
                  <a:lnTo>
                    <a:pt x="22933" y="17363"/>
                  </a:lnTo>
                  <a:lnTo>
                    <a:pt x="22953" y="17560"/>
                  </a:lnTo>
                  <a:lnTo>
                    <a:pt x="22933" y="17521"/>
                  </a:lnTo>
                  <a:lnTo>
                    <a:pt x="22913" y="17540"/>
                  </a:lnTo>
                  <a:lnTo>
                    <a:pt x="22854" y="17619"/>
                  </a:lnTo>
                  <a:lnTo>
                    <a:pt x="22814" y="17777"/>
                  </a:lnTo>
                  <a:lnTo>
                    <a:pt x="22755" y="17896"/>
                  </a:lnTo>
                  <a:lnTo>
                    <a:pt x="22735" y="17876"/>
                  </a:lnTo>
                  <a:lnTo>
                    <a:pt x="22716" y="17856"/>
                  </a:lnTo>
                  <a:lnTo>
                    <a:pt x="22735" y="17797"/>
                  </a:lnTo>
                  <a:lnTo>
                    <a:pt x="22814" y="17600"/>
                  </a:lnTo>
                  <a:lnTo>
                    <a:pt x="22834" y="17501"/>
                  </a:lnTo>
                  <a:lnTo>
                    <a:pt x="22854" y="17382"/>
                  </a:lnTo>
                  <a:lnTo>
                    <a:pt x="22834" y="17303"/>
                  </a:lnTo>
                  <a:lnTo>
                    <a:pt x="22834" y="17284"/>
                  </a:lnTo>
                  <a:lnTo>
                    <a:pt x="22795" y="17264"/>
                  </a:lnTo>
                  <a:lnTo>
                    <a:pt x="22735" y="17382"/>
                  </a:lnTo>
                  <a:lnTo>
                    <a:pt x="22716" y="17402"/>
                  </a:lnTo>
                  <a:lnTo>
                    <a:pt x="22696" y="17402"/>
                  </a:lnTo>
                  <a:lnTo>
                    <a:pt x="22676" y="17363"/>
                  </a:lnTo>
                  <a:lnTo>
                    <a:pt x="22656" y="17284"/>
                  </a:lnTo>
                  <a:lnTo>
                    <a:pt x="22637" y="17382"/>
                  </a:lnTo>
                  <a:lnTo>
                    <a:pt x="22656" y="17422"/>
                  </a:lnTo>
                  <a:lnTo>
                    <a:pt x="22656" y="17461"/>
                  </a:lnTo>
                  <a:lnTo>
                    <a:pt x="22676" y="17481"/>
                  </a:lnTo>
                  <a:lnTo>
                    <a:pt x="22735" y="17501"/>
                  </a:lnTo>
                  <a:lnTo>
                    <a:pt x="22755" y="17521"/>
                  </a:lnTo>
                  <a:lnTo>
                    <a:pt x="22775" y="17580"/>
                  </a:lnTo>
                  <a:lnTo>
                    <a:pt x="22755" y="17580"/>
                  </a:lnTo>
                  <a:lnTo>
                    <a:pt x="22735" y="17639"/>
                  </a:lnTo>
                  <a:lnTo>
                    <a:pt x="22656" y="17758"/>
                  </a:lnTo>
                  <a:lnTo>
                    <a:pt x="22597" y="17837"/>
                  </a:lnTo>
                  <a:lnTo>
                    <a:pt x="22577" y="17837"/>
                  </a:lnTo>
                  <a:lnTo>
                    <a:pt x="22558" y="17797"/>
                  </a:lnTo>
                  <a:lnTo>
                    <a:pt x="22498" y="17916"/>
                  </a:lnTo>
                  <a:lnTo>
                    <a:pt x="22479" y="18014"/>
                  </a:lnTo>
                  <a:lnTo>
                    <a:pt x="22459" y="18094"/>
                  </a:lnTo>
                  <a:lnTo>
                    <a:pt x="22419" y="18173"/>
                  </a:lnTo>
                  <a:lnTo>
                    <a:pt x="22380" y="18113"/>
                  </a:lnTo>
                  <a:lnTo>
                    <a:pt x="22340" y="18074"/>
                  </a:lnTo>
                  <a:lnTo>
                    <a:pt x="22301" y="18054"/>
                  </a:lnTo>
                  <a:lnTo>
                    <a:pt x="22301" y="18074"/>
                  </a:lnTo>
                  <a:lnTo>
                    <a:pt x="22301" y="18094"/>
                  </a:lnTo>
                  <a:lnTo>
                    <a:pt x="22242" y="18133"/>
                  </a:lnTo>
                  <a:lnTo>
                    <a:pt x="22143" y="18212"/>
                  </a:lnTo>
                  <a:lnTo>
                    <a:pt x="22163" y="18212"/>
                  </a:lnTo>
                  <a:lnTo>
                    <a:pt x="22182" y="18252"/>
                  </a:lnTo>
                  <a:lnTo>
                    <a:pt x="22202" y="18252"/>
                  </a:lnTo>
                  <a:lnTo>
                    <a:pt x="22261" y="18173"/>
                  </a:lnTo>
                  <a:lnTo>
                    <a:pt x="22261" y="18212"/>
                  </a:lnTo>
                  <a:lnTo>
                    <a:pt x="22242" y="18271"/>
                  </a:lnTo>
                  <a:lnTo>
                    <a:pt x="22143" y="18350"/>
                  </a:lnTo>
                  <a:lnTo>
                    <a:pt x="22044" y="18429"/>
                  </a:lnTo>
                  <a:lnTo>
                    <a:pt x="22024" y="18449"/>
                  </a:lnTo>
                  <a:lnTo>
                    <a:pt x="22024" y="18469"/>
                  </a:lnTo>
                  <a:lnTo>
                    <a:pt x="22005" y="18449"/>
                  </a:lnTo>
                  <a:lnTo>
                    <a:pt x="21965" y="18449"/>
                  </a:lnTo>
                  <a:lnTo>
                    <a:pt x="21866" y="18489"/>
                  </a:lnTo>
                  <a:lnTo>
                    <a:pt x="21728" y="18528"/>
                  </a:lnTo>
                  <a:lnTo>
                    <a:pt x="21530" y="18548"/>
                  </a:lnTo>
                  <a:lnTo>
                    <a:pt x="21155" y="18607"/>
                  </a:lnTo>
                  <a:lnTo>
                    <a:pt x="21096" y="18666"/>
                  </a:lnTo>
                  <a:lnTo>
                    <a:pt x="21056" y="18745"/>
                  </a:lnTo>
                  <a:lnTo>
                    <a:pt x="21096" y="18765"/>
                  </a:lnTo>
                  <a:lnTo>
                    <a:pt x="21135" y="18745"/>
                  </a:lnTo>
                  <a:lnTo>
                    <a:pt x="21214" y="18686"/>
                  </a:lnTo>
                  <a:lnTo>
                    <a:pt x="21412" y="18627"/>
                  </a:lnTo>
                  <a:lnTo>
                    <a:pt x="21629" y="18568"/>
                  </a:lnTo>
                  <a:lnTo>
                    <a:pt x="21807" y="18548"/>
                  </a:lnTo>
                  <a:lnTo>
                    <a:pt x="21886" y="18548"/>
                  </a:lnTo>
                  <a:lnTo>
                    <a:pt x="21925" y="18568"/>
                  </a:lnTo>
                  <a:lnTo>
                    <a:pt x="21827" y="18607"/>
                  </a:lnTo>
                  <a:lnTo>
                    <a:pt x="21669" y="18666"/>
                  </a:lnTo>
                  <a:lnTo>
                    <a:pt x="21254" y="18726"/>
                  </a:lnTo>
                  <a:lnTo>
                    <a:pt x="21214" y="18765"/>
                  </a:lnTo>
                  <a:lnTo>
                    <a:pt x="21195" y="18824"/>
                  </a:lnTo>
                  <a:lnTo>
                    <a:pt x="21155" y="18923"/>
                  </a:lnTo>
                  <a:lnTo>
                    <a:pt x="21076" y="19160"/>
                  </a:lnTo>
                  <a:lnTo>
                    <a:pt x="20898" y="19634"/>
                  </a:lnTo>
                  <a:lnTo>
                    <a:pt x="20780" y="19911"/>
                  </a:lnTo>
                  <a:lnTo>
                    <a:pt x="20681" y="20187"/>
                  </a:lnTo>
                  <a:lnTo>
                    <a:pt x="20602" y="20306"/>
                  </a:lnTo>
                  <a:lnTo>
                    <a:pt x="20563" y="20345"/>
                  </a:lnTo>
                  <a:lnTo>
                    <a:pt x="20543" y="20345"/>
                  </a:lnTo>
                  <a:lnTo>
                    <a:pt x="20543" y="20325"/>
                  </a:lnTo>
                  <a:lnTo>
                    <a:pt x="20523" y="20227"/>
                  </a:lnTo>
                  <a:lnTo>
                    <a:pt x="20523" y="20187"/>
                  </a:lnTo>
                  <a:lnTo>
                    <a:pt x="20484" y="20187"/>
                  </a:lnTo>
                  <a:lnTo>
                    <a:pt x="20602" y="19950"/>
                  </a:lnTo>
                  <a:lnTo>
                    <a:pt x="20681" y="19772"/>
                  </a:lnTo>
                  <a:lnTo>
                    <a:pt x="20780" y="19614"/>
                  </a:lnTo>
                  <a:lnTo>
                    <a:pt x="20839" y="19476"/>
                  </a:lnTo>
                  <a:lnTo>
                    <a:pt x="20898" y="19259"/>
                  </a:lnTo>
                  <a:lnTo>
                    <a:pt x="20780" y="19535"/>
                  </a:lnTo>
                  <a:lnTo>
                    <a:pt x="20701" y="19693"/>
                  </a:lnTo>
                  <a:lnTo>
                    <a:pt x="20543" y="20029"/>
                  </a:lnTo>
                  <a:lnTo>
                    <a:pt x="20405" y="20345"/>
                  </a:lnTo>
                  <a:lnTo>
                    <a:pt x="20306" y="20602"/>
                  </a:lnTo>
                  <a:lnTo>
                    <a:pt x="20207" y="20721"/>
                  </a:lnTo>
                  <a:lnTo>
                    <a:pt x="20128" y="20800"/>
                  </a:lnTo>
                  <a:lnTo>
                    <a:pt x="20049" y="20879"/>
                  </a:lnTo>
                  <a:lnTo>
                    <a:pt x="19950" y="20938"/>
                  </a:lnTo>
                  <a:lnTo>
                    <a:pt x="19871" y="20997"/>
                  </a:lnTo>
                  <a:lnTo>
                    <a:pt x="19773" y="21056"/>
                  </a:lnTo>
                  <a:lnTo>
                    <a:pt x="19674" y="21175"/>
                  </a:lnTo>
                  <a:lnTo>
                    <a:pt x="19575" y="21313"/>
                  </a:lnTo>
                  <a:lnTo>
                    <a:pt x="19575" y="21313"/>
                  </a:lnTo>
                  <a:lnTo>
                    <a:pt x="19694" y="21293"/>
                  </a:lnTo>
                  <a:lnTo>
                    <a:pt x="19733" y="21274"/>
                  </a:lnTo>
                  <a:lnTo>
                    <a:pt x="19812" y="21214"/>
                  </a:lnTo>
                  <a:lnTo>
                    <a:pt x="19812" y="21214"/>
                  </a:lnTo>
                  <a:lnTo>
                    <a:pt x="19753" y="21293"/>
                  </a:lnTo>
                  <a:lnTo>
                    <a:pt x="19694" y="21392"/>
                  </a:lnTo>
                  <a:lnTo>
                    <a:pt x="19536" y="21570"/>
                  </a:lnTo>
                  <a:lnTo>
                    <a:pt x="19536" y="21590"/>
                  </a:lnTo>
                  <a:lnTo>
                    <a:pt x="19555" y="21590"/>
                  </a:lnTo>
                  <a:lnTo>
                    <a:pt x="19615" y="21550"/>
                  </a:lnTo>
                  <a:lnTo>
                    <a:pt x="19654" y="21530"/>
                  </a:lnTo>
                  <a:lnTo>
                    <a:pt x="19654" y="21550"/>
                  </a:lnTo>
                  <a:lnTo>
                    <a:pt x="19634" y="21609"/>
                  </a:lnTo>
                  <a:lnTo>
                    <a:pt x="19516" y="21708"/>
                  </a:lnTo>
                  <a:lnTo>
                    <a:pt x="19456" y="21748"/>
                  </a:lnTo>
                  <a:lnTo>
                    <a:pt x="19437" y="21748"/>
                  </a:lnTo>
                  <a:lnTo>
                    <a:pt x="19417" y="21728"/>
                  </a:lnTo>
                  <a:lnTo>
                    <a:pt x="19437" y="21688"/>
                  </a:lnTo>
                  <a:lnTo>
                    <a:pt x="19338" y="21827"/>
                  </a:lnTo>
                  <a:lnTo>
                    <a:pt x="19259" y="21906"/>
                  </a:lnTo>
                  <a:lnTo>
                    <a:pt x="19180" y="21945"/>
                  </a:lnTo>
                  <a:lnTo>
                    <a:pt x="19121" y="21965"/>
                  </a:lnTo>
                  <a:lnTo>
                    <a:pt x="19061" y="21985"/>
                  </a:lnTo>
                  <a:lnTo>
                    <a:pt x="19002" y="22044"/>
                  </a:lnTo>
                  <a:lnTo>
                    <a:pt x="18943" y="22103"/>
                  </a:lnTo>
                  <a:lnTo>
                    <a:pt x="18864" y="22241"/>
                  </a:lnTo>
                  <a:lnTo>
                    <a:pt x="18864" y="22241"/>
                  </a:lnTo>
                  <a:lnTo>
                    <a:pt x="18903" y="22222"/>
                  </a:lnTo>
                  <a:lnTo>
                    <a:pt x="18943" y="22182"/>
                  </a:lnTo>
                  <a:lnTo>
                    <a:pt x="18982" y="22123"/>
                  </a:lnTo>
                  <a:lnTo>
                    <a:pt x="19042" y="22083"/>
                  </a:lnTo>
                  <a:lnTo>
                    <a:pt x="19061" y="22083"/>
                  </a:lnTo>
                  <a:lnTo>
                    <a:pt x="19081" y="22103"/>
                  </a:lnTo>
                  <a:lnTo>
                    <a:pt x="19042" y="22202"/>
                  </a:lnTo>
                  <a:lnTo>
                    <a:pt x="18982" y="22340"/>
                  </a:lnTo>
                  <a:lnTo>
                    <a:pt x="18884" y="22459"/>
                  </a:lnTo>
                  <a:lnTo>
                    <a:pt x="18844" y="22459"/>
                  </a:lnTo>
                  <a:lnTo>
                    <a:pt x="18785" y="22498"/>
                  </a:lnTo>
                  <a:lnTo>
                    <a:pt x="18706" y="22577"/>
                  </a:lnTo>
                  <a:lnTo>
                    <a:pt x="18627" y="22656"/>
                  </a:lnTo>
                  <a:lnTo>
                    <a:pt x="18587" y="22636"/>
                  </a:lnTo>
                  <a:lnTo>
                    <a:pt x="18607" y="22617"/>
                  </a:lnTo>
                  <a:lnTo>
                    <a:pt x="18706" y="22518"/>
                  </a:lnTo>
                  <a:lnTo>
                    <a:pt x="18824" y="22399"/>
                  </a:lnTo>
                  <a:lnTo>
                    <a:pt x="18864" y="22360"/>
                  </a:lnTo>
                  <a:lnTo>
                    <a:pt x="18884" y="22320"/>
                  </a:lnTo>
                  <a:lnTo>
                    <a:pt x="18884" y="22320"/>
                  </a:lnTo>
                  <a:lnTo>
                    <a:pt x="18587" y="22557"/>
                  </a:lnTo>
                  <a:lnTo>
                    <a:pt x="18647" y="22518"/>
                  </a:lnTo>
                  <a:lnTo>
                    <a:pt x="18647" y="22518"/>
                  </a:lnTo>
                  <a:lnTo>
                    <a:pt x="18528" y="22676"/>
                  </a:lnTo>
                  <a:lnTo>
                    <a:pt x="18370" y="22834"/>
                  </a:lnTo>
                  <a:lnTo>
                    <a:pt x="18449" y="22795"/>
                  </a:lnTo>
                  <a:lnTo>
                    <a:pt x="18489" y="22755"/>
                  </a:lnTo>
                  <a:lnTo>
                    <a:pt x="18528" y="22755"/>
                  </a:lnTo>
                  <a:lnTo>
                    <a:pt x="18528" y="22775"/>
                  </a:lnTo>
                  <a:lnTo>
                    <a:pt x="18528" y="22854"/>
                  </a:lnTo>
                  <a:lnTo>
                    <a:pt x="18469" y="22933"/>
                  </a:lnTo>
                  <a:lnTo>
                    <a:pt x="18271" y="23051"/>
                  </a:lnTo>
                  <a:lnTo>
                    <a:pt x="18113" y="23130"/>
                  </a:lnTo>
                  <a:lnTo>
                    <a:pt x="17995" y="23170"/>
                  </a:lnTo>
                  <a:lnTo>
                    <a:pt x="17955" y="23170"/>
                  </a:lnTo>
                  <a:lnTo>
                    <a:pt x="17936" y="23150"/>
                  </a:lnTo>
                  <a:lnTo>
                    <a:pt x="17936" y="23190"/>
                  </a:lnTo>
                  <a:lnTo>
                    <a:pt x="17896" y="23249"/>
                  </a:lnTo>
                  <a:lnTo>
                    <a:pt x="17778" y="23348"/>
                  </a:lnTo>
                  <a:lnTo>
                    <a:pt x="17442" y="23585"/>
                  </a:lnTo>
                  <a:lnTo>
                    <a:pt x="17560" y="23545"/>
                  </a:lnTo>
                  <a:lnTo>
                    <a:pt x="17560" y="23565"/>
                  </a:lnTo>
                  <a:lnTo>
                    <a:pt x="17560" y="23585"/>
                  </a:lnTo>
                  <a:lnTo>
                    <a:pt x="17501" y="23644"/>
                  </a:lnTo>
                  <a:lnTo>
                    <a:pt x="17442" y="23723"/>
                  </a:lnTo>
                  <a:lnTo>
                    <a:pt x="17027" y="23822"/>
                  </a:lnTo>
                  <a:lnTo>
                    <a:pt x="17126" y="23762"/>
                  </a:lnTo>
                  <a:lnTo>
                    <a:pt x="17165" y="23723"/>
                  </a:lnTo>
                  <a:lnTo>
                    <a:pt x="17165" y="23703"/>
                  </a:lnTo>
                  <a:lnTo>
                    <a:pt x="17106" y="23703"/>
                  </a:lnTo>
                  <a:lnTo>
                    <a:pt x="17007" y="23723"/>
                  </a:lnTo>
                  <a:lnTo>
                    <a:pt x="16968" y="23703"/>
                  </a:lnTo>
                  <a:lnTo>
                    <a:pt x="16968" y="23683"/>
                  </a:lnTo>
                  <a:lnTo>
                    <a:pt x="17007" y="23624"/>
                  </a:lnTo>
                  <a:lnTo>
                    <a:pt x="17047" y="23585"/>
                  </a:lnTo>
                  <a:lnTo>
                    <a:pt x="17185" y="23506"/>
                  </a:lnTo>
                  <a:lnTo>
                    <a:pt x="17501" y="23348"/>
                  </a:lnTo>
                  <a:lnTo>
                    <a:pt x="17343" y="23387"/>
                  </a:lnTo>
                  <a:lnTo>
                    <a:pt x="17205" y="23446"/>
                  </a:lnTo>
                  <a:lnTo>
                    <a:pt x="17106" y="23506"/>
                  </a:lnTo>
                  <a:lnTo>
                    <a:pt x="17007" y="23585"/>
                  </a:lnTo>
                  <a:lnTo>
                    <a:pt x="16829" y="23723"/>
                  </a:lnTo>
                  <a:lnTo>
                    <a:pt x="16711" y="23782"/>
                  </a:lnTo>
                  <a:lnTo>
                    <a:pt x="16592" y="23822"/>
                  </a:lnTo>
                  <a:lnTo>
                    <a:pt x="16573" y="23802"/>
                  </a:lnTo>
                  <a:lnTo>
                    <a:pt x="16592" y="23743"/>
                  </a:lnTo>
                  <a:lnTo>
                    <a:pt x="16592" y="23743"/>
                  </a:lnTo>
                  <a:lnTo>
                    <a:pt x="16533" y="23782"/>
                  </a:lnTo>
                  <a:lnTo>
                    <a:pt x="16375" y="23861"/>
                  </a:lnTo>
                  <a:lnTo>
                    <a:pt x="16276" y="23901"/>
                  </a:lnTo>
                  <a:lnTo>
                    <a:pt x="16178" y="23920"/>
                  </a:lnTo>
                  <a:lnTo>
                    <a:pt x="16237" y="23940"/>
                  </a:lnTo>
                  <a:lnTo>
                    <a:pt x="16296" y="23960"/>
                  </a:lnTo>
                  <a:lnTo>
                    <a:pt x="16316" y="23980"/>
                  </a:lnTo>
                  <a:lnTo>
                    <a:pt x="16296" y="24019"/>
                  </a:lnTo>
                  <a:lnTo>
                    <a:pt x="16257" y="24059"/>
                  </a:lnTo>
                  <a:lnTo>
                    <a:pt x="16178" y="24098"/>
                  </a:lnTo>
                  <a:lnTo>
                    <a:pt x="15822" y="24098"/>
                  </a:lnTo>
                  <a:lnTo>
                    <a:pt x="15704" y="24138"/>
                  </a:lnTo>
                  <a:lnTo>
                    <a:pt x="15625" y="24157"/>
                  </a:lnTo>
                  <a:lnTo>
                    <a:pt x="15605" y="24197"/>
                  </a:lnTo>
                  <a:lnTo>
                    <a:pt x="15585" y="24236"/>
                  </a:lnTo>
                  <a:lnTo>
                    <a:pt x="15565" y="24256"/>
                  </a:lnTo>
                  <a:lnTo>
                    <a:pt x="15546" y="24296"/>
                  </a:lnTo>
                  <a:lnTo>
                    <a:pt x="15506" y="24335"/>
                  </a:lnTo>
                  <a:lnTo>
                    <a:pt x="15407" y="24394"/>
                  </a:lnTo>
                  <a:lnTo>
                    <a:pt x="15644" y="24414"/>
                  </a:lnTo>
                  <a:lnTo>
                    <a:pt x="15625" y="24454"/>
                  </a:lnTo>
                  <a:lnTo>
                    <a:pt x="15565" y="24473"/>
                  </a:lnTo>
                  <a:lnTo>
                    <a:pt x="15407" y="24513"/>
                  </a:lnTo>
                  <a:lnTo>
                    <a:pt x="15269" y="24552"/>
                  </a:lnTo>
                  <a:lnTo>
                    <a:pt x="15210" y="24572"/>
                  </a:lnTo>
                  <a:lnTo>
                    <a:pt x="15210" y="24612"/>
                  </a:lnTo>
                  <a:lnTo>
                    <a:pt x="15348" y="24572"/>
                  </a:lnTo>
                  <a:lnTo>
                    <a:pt x="15467" y="24533"/>
                  </a:lnTo>
                  <a:lnTo>
                    <a:pt x="15585" y="24473"/>
                  </a:lnTo>
                  <a:lnTo>
                    <a:pt x="15743" y="24454"/>
                  </a:lnTo>
                  <a:lnTo>
                    <a:pt x="15763" y="24473"/>
                  </a:lnTo>
                  <a:lnTo>
                    <a:pt x="15743" y="24493"/>
                  </a:lnTo>
                  <a:lnTo>
                    <a:pt x="15625" y="24552"/>
                  </a:lnTo>
                  <a:lnTo>
                    <a:pt x="15486" y="24592"/>
                  </a:lnTo>
                  <a:lnTo>
                    <a:pt x="15348" y="24651"/>
                  </a:lnTo>
                  <a:lnTo>
                    <a:pt x="15091" y="24671"/>
                  </a:lnTo>
                  <a:lnTo>
                    <a:pt x="14953" y="24671"/>
                  </a:lnTo>
                  <a:lnTo>
                    <a:pt x="14617" y="24612"/>
                  </a:lnTo>
                  <a:lnTo>
                    <a:pt x="14637" y="24592"/>
                  </a:lnTo>
                  <a:lnTo>
                    <a:pt x="14637" y="24572"/>
                  </a:lnTo>
                  <a:lnTo>
                    <a:pt x="14696" y="24513"/>
                  </a:lnTo>
                  <a:lnTo>
                    <a:pt x="14874" y="24394"/>
                  </a:lnTo>
                  <a:lnTo>
                    <a:pt x="14953" y="24355"/>
                  </a:lnTo>
                  <a:lnTo>
                    <a:pt x="15032" y="24296"/>
                  </a:lnTo>
                  <a:lnTo>
                    <a:pt x="15052" y="24217"/>
                  </a:lnTo>
                  <a:lnTo>
                    <a:pt x="15052" y="24177"/>
                  </a:lnTo>
                  <a:lnTo>
                    <a:pt x="15052" y="24157"/>
                  </a:lnTo>
                  <a:lnTo>
                    <a:pt x="14716" y="24217"/>
                  </a:lnTo>
                  <a:lnTo>
                    <a:pt x="14360" y="24256"/>
                  </a:lnTo>
                  <a:lnTo>
                    <a:pt x="13886" y="24256"/>
                  </a:lnTo>
                  <a:lnTo>
                    <a:pt x="13768" y="24217"/>
                  </a:lnTo>
                  <a:lnTo>
                    <a:pt x="13649" y="24236"/>
                  </a:lnTo>
                  <a:lnTo>
                    <a:pt x="13570" y="24236"/>
                  </a:lnTo>
                  <a:lnTo>
                    <a:pt x="13491" y="24276"/>
                  </a:lnTo>
                  <a:lnTo>
                    <a:pt x="13452" y="24296"/>
                  </a:lnTo>
                  <a:lnTo>
                    <a:pt x="13432" y="24335"/>
                  </a:lnTo>
                  <a:lnTo>
                    <a:pt x="13432" y="24375"/>
                  </a:lnTo>
                  <a:lnTo>
                    <a:pt x="13452" y="24454"/>
                  </a:lnTo>
                  <a:lnTo>
                    <a:pt x="13353" y="24454"/>
                  </a:lnTo>
                  <a:lnTo>
                    <a:pt x="13274" y="24434"/>
                  </a:lnTo>
                  <a:lnTo>
                    <a:pt x="13136" y="24375"/>
                  </a:lnTo>
                  <a:lnTo>
                    <a:pt x="13314" y="24355"/>
                  </a:lnTo>
                  <a:lnTo>
                    <a:pt x="12998" y="24315"/>
                  </a:lnTo>
                  <a:lnTo>
                    <a:pt x="12721" y="24276"/>
                  </a:lnTo>
                  <a:lnTo>
                    <a:pt x="12464" y="24177"/>
                  </a:lnTo>
                  <a:lnTo>
                    <a:pt x="12168" y="24039"/>
                  </a:lnTo>
                  <a:lnTo>
                    <a:pt x="12030" y="23980"/>
                  </a:lnTo>
                  <a:lnTo>
                    <a:pt x="11990" y="23999"/>
                  </a:lnTo>
                  <a:lnTo>
                    <a:pt x="11970" y="23999"/>
                  </a:lnTo>
                  <a:lnTo>
                    <a:pt x="11970" y="24078"/>
                  </a:lnTo>
                  <a:lnTo>
                    <a:pt x="11970" y="24157"/>
                  </a:lnTo>
                  <a:lnTo>
                    <a:pt x="11852" y="24059"/>
                  </a:lnTo>
                  <a:lnTo>
                    <a:pt x="11714" y="23980"/>
                  </a:lnTo>
                  <a:lnTo>
                    <a:pt x="11733" y="24019"/>
                  </a:lnTo>
                  <a:lnTo>
                    <a:pt x="11694" y="24039"/>
                  </a:lnTo>
                  <a:lnTo>
                    <a:pt x="11635" y="24019"/>
                  </a:lnTo>
                  <a:lnTo>
                    <a:pt x="11516" y="23920"/>
                  </a:lnTo>
                  <a:lnTo>
                    <a:pt x="11457" y="23881"/>
                  </a:lnTo>
                  <a:lnTo>
                    <a:pt x="11398" y="23802"/>
                  </a:lnTo>
                  <a:lnTo>
                    <a:pt x="11259" y="23644"/>
                  </a:lnTo>
                  <a:lnTo>
                    <a:pt x="11299" y="23644"/>
                  </a:lnTo>
                  <a:lnTo>
                    <a:pt x="11358" y="23664"/>
                  </a:lnTo>
                  <a:lnTo>
                    <a:pt x="11398" y="23683"/>
                  </a:lnTo>
                  <a:lnTo>
                    <a:pt x="11417" y="23703"/>
                  </a:lnTo>
                  <a:lnTo>
                    <a:pt x="11417" y="23683"/>
                  </a:lnTo>
                  <a:lnTo>
                    <a:pt x="11299" y="23525"/>
                  </a:lnTo>
                  <a:lnTo>
                    <a:pt x="11161" y="23348"/>
                  </a:lnTo>
                  <a:lnTo>
                    <a:pt x="11082" y="23288"/>
                  </a:lnTo>
                  <a:lnTo>
                    <a:pt x="11003" y="23229"/>
                  </a:lnTo>
                  <a:lnTo>
                    <a:pt x="10924" y="23190"/>
                  </a:lnTo>
                  <a:lnTo>
                    <a:pt x="10845" y="23170"/>
                  </a:lnTo>
                  <a:lnTo>
                    <a:pt x="10845" y="23150"/>
                  </a:lnTo>
                  <a:lnTo>
                    <a:pt x="10884" y="23130"/>
                  </a:lnTo>
                  <a:lnTo>
                    <a:pt x="10963" y="23130"/>
                  </a:lnTo>
                  <a:lnTo>
                    <a:pt x="11042" y="23150"/>
                  </a:lnTo>
                  <a:lnTo>
                    <a:pt x="11101" y="23190"/>
                  </a:lnTo>
                  <a:lnTo>
                    <a:pt x="11161" y="23249"/>
                  </a:lnTo>
                  <a:lnTo>
                    <a:pt x="11240" y="23328"/>
                  </a:lnTo>
                  <a:lnTo>
                    <a:pt x="11240" y="23367"/>
                  </a:lnTo>
                  <a:lnTo>
                    <a:pt x="11259" y="23407"/>
                  </a:lnTo>
                  <a:lnTo>
                    <a:pt x="11437" y="23565"/>
                  </a:lnTo>
                  <a:lnTo>
                    <a:pt x="11536" y="23664"/>
                  </a:lnTo>
                  <a:lnTo>
                    <a:pt x="11615" y="23723"/>
                  </a:lnTo>
                  <a:lnTo>
                    <a:pt x="11556" y="23664"/>
                  </a:lnTo>
                  <a:lnTo>
                    <a:pt x="11477" y="23604"/>
                  </a:lnTo>
                  <a:lnTo>
                    <a:pt x="11358" y="23446"/>
                  </a:lnTo>
                  <a:lnTo>
                    <a:pt x="11161" y="23209"/>
                  </a:lnTo>
                  <a:lnTo>
                    <a:pt x="11062" y="23032"/>
                  </a:lnTo>
                  <a:lnTo>
                    <a:pt x="11022" y="22972"/>
                  </a:lnTo>
                  <a:lnTo>
                    <a:pt x="11022" y="22913"/>
                  </a:lnTo>
                  <a:lnTo>
                    <a:pt x="10943" y="22893"/>
                  </a:lnTo>
                  <a:lnTo>
                    <a:pt x="10864" y="22874"/>
                  </a:lnTo>
                  <a:lnTo>
                    <a:pt x="10845" y="22874"/>
                  </a:lnTo>
                  <a:lnTo>
                    <a:pt x="10825" y="22893"/>
                  </a:lnTo>
                  <a:lnTo>
                    <a:pt x="10864" y="22913"/>
                  </a:lnTo>
                  <a:lnTo>
                    <a:pt x="10943" y="22972"/>
                  </a:lnTo>
                  <a:lnTo>
                    <a:pt x="11003" y="23012"/>
                  </a:lnTo>
                  <a:lnTo>
                    <a:pt x="11022" y="23051"/>
                  </a:lnTo>
                  <a:lnTo>
                    <a:pt x="10963" y="23032"/>
                  </a:lnTo>
                  <a:lnTo>
                    <a:pt x="10766" y="22992"/>
                  </a:lnTo>
                  <a:lnTo>
                    <a:pt x="10687" y="22972"/>
                  </a:lnTo>
                  <a:lnTo>
                    <a:pt x="10608" y="22953"/>
                  </a:lnTo>
                  <a:lnTo>
                    <a:pt x="10430" y="22953"/>
                  </a:lnTo>
                  <a:lnTo>
                    <a:pt x="10272" y="22992"/>
                  </a:lnTo>
                  <a:lnTo>
                    <a:pt x="10094" y="23051"/>
                  </a:lnTo>
                  <a:lnTo>
                    <a:pt x="9798" y="23190"/>
                  </a:lnTo>
                  <a:lnTo>
                    <a:pt x="9600" y="23249"/>
                  </a:lnTo>
                  <a:lnTo>
                    <a:pt x="9422" y="23288"/>
                  </a:lnTo>
                  <a:lnTo>
                    <a:pt x="9245" y="23308"/>
                  </a:lnTo>
                  <a:lnTo>
                    <a:pt x="9166" y="23288"/>
                  </a:lnTo>
                  <a:lnTo>
                    <a:pt x="9087" y="23269"/>
                  </a:lnTo>
                  <a:lnTo>
                    <a:pt x="9027" y="23229"/>
                  </a:lnTo>
                  <a:lnTo>
                    <a:pt x="8948" y="23190"/>
                  </a:lnTo>
                  <a:lnTo>
                    <a:pt x="8731" y="23249"/>
                  </a:lnTo>
                  <a:lnTo>
                    <a:pt x="8474" y="23269"/>
                  </a:lnTo>
                  <a:lnTo>
                    <a:pt x="8336" y="23288"/>
                  </a:lnTo>
                  <a:lnTo>
                    <a:pt x="8178" y="23269"/>
                  </a:lnTo>
                  <a:lnTo>
                    <a:pt x="8020" y="23249"/>
                  </a:lnTo>
                  <a:lnTo>
                    <a:pt x="7862" y="23209"/>
                  </a:lnTo>
                  <a:lnTo>
                    <a:pt x="7842" y="23229"/>
                  </a:lnTo>
                  <a:lnTo>
                    <a:pt x="7803" y="23249"/>
                  </a:lnTo>
                  <a:lnTo>
                    <a:pt x="7684" y="23229"/>
                  </a:lnTo>
                  <a:lnTo>
                    <a:pt x="7586" y="23209"/>
                  </a:lnTo>
                  <a:lnTo>
                    <a:pt x="7566" y="23229"/>
                  </a:lnTo>
                  <a:lnTo>
                    <a:pt x="7546" y="23269"/>
                  </a:lnTo>
                  <a:lnTo>
                    <a:pt x="7704" y="23348"/>
                  </a:lnTo>
                  <a:lnTo>
                    <a:pt x="7862" y="23387"/>
                  </a:lnTo>
                  <a:lnTo>
                    <a:pt x="8020" y="23407"/>
                  </a:lnTo>
                  <a:lnTo>
                    <a:pt x="8178" y="23427"/>
                  </a:lnTo>
                  <a:lnTo>
                    <a:pt x="8474" y="23427"/>
                  </a:lnTo>
                  <a:lnTo>
                    <a:pt x="8613" y="23446"/>
                  </a:lnTo>
                  <a:lnTo>
                    <a:pt x="8751" y="23506"/>
                  </a:lnTo>
                  <a:lnTo>
                    <a:pt x="8869" y="23466"/>
                  </a:lnTo>
                  <a:lnTo>
                    <a:pt x="8909" y="23427"/>
                  </a:lnTo>
                  <a:lnTo>
                    <a:pt x="8929" y="23387"/>
                  </a:lnTo>
                  <a:lnTo>
                    <a:pt x="8988" y="23348"/>
                  </a:lnTo>
                  <a:lnTo>
                    <a:pt x="9205" y="23328"/>
                  </a:lnTo>
                  <a:lnTo>
                    <a:pt x="9284" y="23328"/>
                  </a:lnTo>
                  <a:lnTo>
                    <a:pt x="9343" y="23367"/>
                  </a:lnTo>
                  <a:lnTo>
                    <a:pt x="9225" y="23407"/>
                  </a:lnTo>
                  <a:lnTo>
                    <a:pt x="9146" y="23446"/>
                  </a:lnTo>
                  <a:lnTo>
                    <a:pt x="9106" y="23486"/>
                  </a:lnTo>
                  <a:lnTo>
                    <a:pt x="9087" y="23525"/>
                  </a:lnTo>
                  <a:lnTo>
                    <a:pt x="9047" y="23565"/>
                  </a:lnTo>
                  <a:lnTo>
                    <a:pt x="8988" y="23585"/>
                  </a:lnTo>
                  <a:lnTo>
                    <a:pt x="8869" y="23624"/>
                  </a:lnTo>
                  <a:lnTo>
                    <a:pt x="8711" y="23624"/>
                  </a:lnTo>
                  <a:lnTo>
                    <a:pt x="8751" y="23644"/>
                  </a:lnTo>
                  <a:lnTo>
                    <a:pt x="8830" y="23664"/>
                  </a:lnTo>
                  <a:lnTo>
                    <a:pt x="9027" y="23683"/>
                  </a:lnTo>
                  <a:lnTo>
                    <a:pt x="9245" y="23664"/>
                  </a:lnTo>
                  <a:lnTo>
                    <a:pt x="9442" y="23644"/>
                  </a:lnTo>
                  <a:lnTo>
                    <a:pt x="9422" y="23683"/>
                  </a:lnTo>
                  <a:lnTo>
                    <a:pt x="9442" y="23703"/>
                  </a:lnTo>
                  <a:lnTo>
                    <a:pt x="9501" y="23723"/>
                  </a:lnTo>
                  <a:lnTo>
                    <a:pt x="9600" y="23743"/>
                  </a:lnTo>
                  <a:lnTo>
                    <a:pt x="9462" y="23822"/>
                  </a:lnTo>
                  <a:lnTo>
                    <a:pt x="9284" y="23901"/>
                  </a:lnTo>
                  <a:lnTo>
                    <a:pt x="8948" y="24019"/>
                  </a:lnTo>
                  <a:lnTo>
                    <a:pt x="8968" y="23999"/>
                  </a:lnTo>
                  <a:lnTo>
                    <a:pt x="8948" y="23960"/>
                  </a:lnTo>
                  <a:lnTo>
                    <a:pt x="8929" y="23940"/>
                  </a:lnTo>
                  <a:lnTo>
                    <a:pt x="8948" y="23920"/>
                  </a:lnTo>
                  <a:lnTo>
                    <a:pt x="8948" y="23920"/>
                  </a:lnTo>
                  <a:lnTo>
                    <a:pt x="8613" y="23980"/>
                  </a:lnTo>
                  <a:lnTo>
                    <a:pt x="8297" y="24019"/>
                  </a:lnTo>
                  <a:lnTo>
                    <a:pt x="8178" y="23960"/>
                  </a:lnTo>
                  <a:lnTo>
                    <a:pt x="8119" y="23901"/>
                  </a:lnTo>
                  <a:lnTo>
                    <a:pt x="8119" y="23881"/>
                  </a:lnTo>
                  <a:lnTo>
                    <a:pt x="8119" y="23861"/>
                  </a:lnTo>
                  <a:lnTo>
                    <a:pt x="8178" y="23822"/>
                  </a:lnTo>
                  <a:lnTo>
                    <a:pt x="7882" y="23762"/>
                  </a:lnTo>
                  <a:lnTo>
                    <a:pt x="7586" y="23683"/>
                  </a:lnTo>
                  <a:lnTo>
                    <a:pt x="7467" y="23644"/>
                  </a:lnTo>
                  <a:lnTo>
                    <a:pt x="7368" y="23604"/>
                  </a:lnTo>
                  <a:lnTo>
                    <a:pt x="7309" y="23565"/>
                  </a:lnTo>
                  <a:lnTo>
                    <a:pt x="7289" y="23545"/>
                  </a:lnTo>
                  <a:lnTo>
                    <a:pt x="7309" y="23525"/>
                  </a:lnTo>
                  <a:lnTo>
                    <a:pt x="7190" y="23466"/>
                  </a:lnTo>
                  <a:lnTo>
                    <a:pt x="7131" y="23466"/>
                  </a:lnTo>
                  <a:lnTo>
                    <a:pt x="7151" y="23486"/>
                  </a:lnTo>
                  <a:lnTo>
                    <a:pt x="7190" y="23525"/>
                  </a:lnTo>
                  <a:lnTo>
                    <a:pt x="7329" y="23624"/>
                  </a:lnTo>
                  <a:lnTo>
                    <a:pt x="7428" y="23683"/>
                  </a:lnTo>
                  <a:lnTo>
                    <a:pt x="7388" y="23683"/>
                  </a:lnTo>
                  <a:lnTo>
                    <a:pt x="7605" y="23762"/>
                  </a:lnTo>
                  <a:lnTo>
                    <a:pt x="7842" y="23822"/>
                  </a:lnTo>
                  <a:lnTo>
                    <a:pt x="7842" y="23841"/>
                  </a:lnTo>
                  <a:lnTo>
                    <a:pt x="7823" y="23861"/>
                  </a:lnTo>
                  <a:lnTo>
                    <a:pt x="7763" y="23861"/>
                  </a:lnTo>
                  <a:lnTo>
                    <a:pt x="7684" y="23841"/>
                  </a:lnTo>
                  <a:lnTo>
                    <a:pt x="7566" y="23802"/>
                  </a:lnTo>
                  <a:lnTo>
                    <a:pt x="7368" y="23723"/>
                  </a:lnTo>
                  <a:lnTo>
                    <a:pt x="7269" y="23703"/>
                  </a:lnTo>
                  <a:lnTo>
                    <a:pt x="7250" y="23703"/>
                  </a:lnTo>
                  <a:lnTo>
                    <a:pt x="7210" y="23723"/>
                  </a:lnTo>
                  <a:lnTo>
                    <a:pt x="7171" y="23762"/>
                  </a:lnTo>
                  <a:lnTo>
                    <a:pt x="7131" y="23782"/>
                  </a:lnTo>
                  <a:lnTo>
                    <a:pt x="7092" y="23782"/>
                  </a:lnTo>
                  <a:lnTo>
                    <a:pt x="7032" y="23762"/>
                  </a:lnTo>
                  <a:lnTo>
                    <a:pt x="6934" y="23703"/>
                  </a:lnTo>
                  <a:lnTo>
                    <a:pt x="6795" y="23604"/>
                  </a:lnTo>
                  <a:lnTo>
                    <a:pt x="6558" y="23387"/>
                  </a:lnTo>
                  <a:lnTo>
                    <a:pt x="6440" y="23288"/>
                  </a:lnTo>
                  <a:lnTo>
                    <a:pt x="6341" y="23209"/>
                  </a:lnTo>
                  <a:lnTo>
                    <a:pt x="6341" y="23209"/>
                  </a:lnTo>
                  <a:lnTo>
                    <a:pt x="6776" y="23229"/>
                  </a:lnTo>
                  <a:lnTo>
                    <a:pt x="6460" y="23111"/>
                  </a:lnTo>
                  <a:lnTo>
                    <a:pt x="6598" y="23111"/>
                  </a:lnTo>
                  <a:lnTo>
                    <a:pt x="6716" y="23071"/>
                  </a:lnTo>
                  <a:lnTo>
                    <a:pt x="6835" y="23051"/>
                  </a:lnTo>
                  <a:lnTo>
                    <a:pt x="6914" y="23051"/>
                  </a:lnTo>
                  <a:lnTo>
                    <a:pt x="7013" y="23071"/>
                  </a:lnTo>
                  <a:lnTo>
                    <a:pt x="7013" y="23071"/>
                  </a:lnTo>
                  <a:lnTo>
                    <a:pt x="6716" y="22893"/>
                  </a:lnTo>
                  <a:lnTo>
                    <a:pt x="6420" y="22676"/>
                  </a:lnTo>
                  <a:lnTo>
                    <a:pt x="6144" y="22459"/>
                  </a:lnTo>
                  <a:lnTo>
                    <a:pt x="5926" y="22301"/>
                  </a:lnTo>
                  <a:lnTo>
                    <a:pt x="5907" y="22222"/>
                  </a:lnTo>
                  <a:lnTo>
                    <a:pt x="5907" y="22162"/>
                  </a:lnTo>
                  <a:lnTo>
                    <a:pt x="5926" y="22103"/>
                  </a:lnTo>
                  <a:lnTo>
                    <a:pt x="5966" y="22083"/>
                  </a:lnTo>
                  <a:lnTo>
                    <a:pt x="5828" y="22004"/>
                  </a:lnTo>
                  <a:lnTo>
                    <a:pt x="5709" y="21925"/>
                  </a:lnTo>
                  <a:lnTo>
                    <a:pt x="5630" y="21827"/>
                  </a:lnTo>
                  <a:lnTo>
                    <a:pt x="5551" y="21728"/>
                  </a:lnTo>
                  <a:lnTo>
                    <a:pt x="5413" y="21530"/>
                  </a:lnTo>
                  <a:lnTo>
                    <a:pt x="5334" y="21432"/>
                  </a:lnTo>
                  <a:lnTo>
                    <a:pt x="5255" y="21333"/>
                  </a:lnTo>
                  <a:lnTo>
                    <a:pt x="5156" y="21274"/>
                  </a:lnTo>
                  <a:lnTo>
                    <a:pt x="5136" y="21293"/>
                  </a:lnTo>
                  <a:lnTo>
                    <a:pt x="5156" y="21333"/>
                  </a:lnTo>
                  <a:lnTo>
                    <a:pt x="5196" y="21412"/>
                  </a:lnTo>
                  <a:lnTo>
                    <a:pt x="5235" y="21471"/>
                  </a:lnTo>
                  <a:lnTo>
                    <a:pt x="5255" y="21530"/>
                  </a:lnTo>
                  <a:lnTo>
                    <a:pt x="5255" y="21550"/>
                  </a:lnTo>
                  <a:lnTo>
                    <a:pt x="5255" y="21570"/>
                  </a:lnTo>
                  <a:lnTo>
                    <a:pt x="5176" y="21550"/>
                  </a:lnTo>
                  <a:lnTo>
                    <a:pt x="5117" y="21451"/>
                  </a:lnTo>
                  <a:lnTo>
                    <a:pt x="5038" y="21372"/>
                  </a:lnTo>
                  <a:lnTo>
                    <a:pt x="4860" y="21234"/>
                  </a:lnTo>
                  <a:lnTo>
                    <a:pt x="4860" y="21234"/>
                  </a:lnTo>
                  <a:lnTo>
                    <a:pt x="4959" y="21333"/>
                  </a:lnTo>
                  <a:lnTo>
                    <a:pt x="5097" y="21491"/>
                  </a:lnTo>
                  <a:lnTo>
                    <a:pt x="5413" y="21866"/>
                  </a:lnTo>
                  <a:lnTo>
                    <a:pt x="5314" y="21807"/>
                  </a:lnTo>
                  <a:lnTo>
                    <a:pt x="5235" y="21787"/>
                  </a:lnTo>
                  <a:lnTo>
                    <a:pt x="5176" y="21787"/>
                  </a:lnTo>
                  <a:lnTo>
                    <a:pt x="5117" y="21807"/>
                  </a:lnTo>
                  <a:lnTo>
                    <a:pt x="5393" y="22064"/>
                  </a:lnTo>
                  <a:lnTo>
                    <a:pt x="5334" y="22083"/>
                  </a:lnTo>
                  <a:lnTo>
                    <a:pt x="5275" y="22064"/>
                  </a:lnTo>
                  <a:lnTo>
                    <a:pt x="5156" y="21945"/>
                  </a:lnTo>
                  <a:lnTo>
                    <a:pt x="4998" y="21787"/>
                  </a:lnTo>
                  <a:lnTo>
                    <a:pt x="4939" y="21728"/>
                  </a:lnTo>
                  <a:lnTo>
                    <a:pt x="4879" y="21688"/>
                  </a:lnTo>
                  <a:lnTo>
                    <a:pt x="4959" y="21669"/>
                  </a:lnTo>
                  <a:lnTo>
                    <a:pt x="5018" y="21669"/>
                  </a:lnTo>
                  <a:lnTo>
                    <a:pt x="5057" y="21649"/>
                  </a:lnTo>
                  <a:lnTo>
                    <a:pt x="5156" y="21629"/>
                  </a:lnTo>
                  <a:lnTo>
                    <a:pt x="4939" y="21471"/>
                  </a:lnTo>
                  <a:lnTo>
                    <a:pt x="4741" y="21254"/>
                  </a:lnTo>
                  <a:lnTo>
                    <a:pt x="4583" y="21037"/>
                  </a:lnTo>
                  <a:lnTo>
                    <a:pt x="4504" y="20938"/>
                  </a:lnTo>
                  <a:lnTo>
                    <a:pt x="4465" y="20819"/>
                  </a:lnTo>
                  <a:lnTo>
                    <a:pt x="4445" y="20780"/>
                  </a:lnTo>
                  <a:lnTo>
                    <a:pt x="4465" y="20780"/>
                  </a:lnTo>
                  <a:lnTo>
                    <a:pt x="4504" y="20819"/>
                  </a:lnTo>
                  <a:lnTo>
                    <a:pt x="4583" y="20879"/>
                  </a:lnTo>
                  <a:lnTo>
                    <a:pt x="4662" y="20938"/>
                  </a:lnTo>
                  <a:lnTo>
                    <a:pt x="4662" y="20898"/>
                  </a:lnTo>
                  <a:lnTo>
                    <a:pt x="4642" y="20859"/>
                  </a:lnTo>
                  <a:lnTo>
                    <a:pt x="4563" y="20780"/>
                  </a:lnTo>
                  <a:lnTo>
                    <a:pt x="4484" y="20701"/>
                  </a:lnTo>
                  <a:lnTo>
                    <a:pt x="4465" y="20661"/>
                  </a:lnTo>
                  <a:lnTo>
                    <a:pt x="4484" y="20622"/>
                  </a:lnTo>
                  <a:lnTo>
                    <a:pt x="4504" y="20622"/>
                  </a:lnTo>
                  <a:lnTo>
                    <a:pt x="4524" y="20642"/>
                  </a:lnTo>
                  <a:lnTo>
                    <a:pt x="4583" y="20701"/>
                  </a:lnTo>
                  <a:lnTo>
                    <a:pt x="4623" y="20780"/>
                  </a:lnTo>
                  <a:lnTo>
                    <a:pt x="4682" y="20839"/>
                  </a:lnTo>
                  <a:lnTo>
                    <a:pt x="4425" y="20464"/>
                  </a:lnTo>
                  <a:lnTo>
                    <a:pt x="4188" y="20088"/>
                  </a:lnTo>
                  <a:lnTo>
                    <a:pt x="4208" y="20088"/>
                  </a:lnTo>
                  <a:lnTo>
                    <a:pt x="4247" y="20108"/>
                  </a:lnTo>
                  <a:lnTo>
                    <a:pt x="4307" y="20167"/>
                  </a:lnTo>
                  <a:lnTo>
                    <a:pt x="4425" y="20365"/>
                  </a:lnTo>
                  <a:lnTo>
                    <a:pt x="4346" y="20207"/>
                  </a:lnTo>
                  <a:lnTo>
                    <a:pt x="4228" y="20049"/>
                  </a:lnTo>
                  <a:lnTo>
                    <a:pt x="4109" y="19911"/>
                  </a:lnTo>
                  <a:lnTo>
                    <a:pt x="3912" y="19772"/>
                  </a:lnTo>
                  <a:lnTo>
                    <a:pt x="3852" y="19535"/>
                  </a:lnTo>
                  <a:lnTo>
                    <a:pt x="3813" y="19338"/>
                  </a:lnTo>
                  <a:lnTo>
                    <a:pt x="3813" y="19219"/>
                  </a:lnTo>
                  <a:lnTo>
                    <a:pt x="3833" y="19200"/>
                  </a:lnTo>
                  <a:lnTo>
                    <a:pt x="3852" y="19200"/>
                  </a:lnTo>
                  <a:lnTo>
                    <a:pt x="3813" y="19140"/>
                  </a:lnTo>
                  <a:lnTo>
                    <a:pt x="3793" y="19140"/>
                  </a:lnTo>
                  <a:lnTo>
                    <a:pt x="3754" y="19180"/>
                  </a:lnTo>
                  <a:lnTo>
                    <a:pt x="3734" y="19200"/>
                  </a:lnTo>
                  <a:lnTo>
                    <a:pt x="3694" y="19061"/>
                  </a:lnTo>
                  <a:lnTo>
                    <a:pt x="3655" y="18963"/>
                  </a:lnTo>
                  <a:lnTo>
                    <a:pt x="3556" y="18824"/>
                  </a:lnTo>
                  <a:lnTo>
                    <a:pt x="3457" y="18726"/>
                  </a:lnTo>
                  <a:lnTo>
                    <a:pt x="3438" y="18647"/>
                  </a:lnTo>
                  <a:lnTo>
                    <a:pt x="3398" y="18568"/>
                  </a:lnTo>
                  <a:lnTo>
                    <a:pt x="3359" y="18765"/>
                  </a:lnTo>
                  <a:lnTo>
                    <a:pt x="3359" y="18647"/>
                  </a:lnTo>
                  <a:lnTo>
                    <a:pt x="3339" y="18587"/>
                  </a:lnTo>
                  <a:lnTo>
                    <a:pt x="3319" y="18548"/>
                  </a:lnTo>
                  <a:lnTo>
                    <a:pt x="3280" y="18548"/>
                  </a:lnTo>
                  <a:lnTo>
                    <a:pt x="3260" y="18528"/>
                  </a:lnTo>
                  <a:lnTo>
                    <a:pt x="3220" y="18508"/>
                  </a:lnTo>
                  <a:lnTo>
                    <a:pt x="3201" y="18449"/>
                  </a:lnTo>
                  <a:lnTo>
                    <a:pt x="3201" y="18350"/>
                  </a:lnTo>
                  <a:lnTo>
                    <a:pt x="3280" y="18370"/>
                  </a:lnTo>
                  <a:lnTo>
                    <a:pt x="3339" y="18350"/>
                  </a:lnTo>
                  <a:lnTo>
                    <a:pt x="3418" y="18331"/>
                  </a:lnTo>
                  <a:lnTo>
                    <a:pt x="3477" y="18271"/>
                  </a:lnTo>
                  <a:lnTo>
                    <a:pt x="3457" y="18252"/>
                  </a:lnTo>
                  <a:lnTo>
                    <a:pt x="3438" y="18212"/>
                  </a:lnTo>
                  <a:lnTo>
                    <a:pt x="3418" y="18113"/>
                  </a:lnTo>
                  <a:lnTo>
                    <a:pt x="3418" y="17856"/>
                  </a:lnTo>
                  <a:lnTo>
                    <a:pt x="3398" y="17876"/>
                  </a:lnTo>
                  <a:lnTo>
                    <a:pt x="3378" y="17856"/>
                  </a:lnTo>
                  <a:lnTo>
                    <a:pt x="3339" y="17758"/>
                  </a:lnTo>
                  <a:lnTo>
                    <a:pt x="3319" y="17718"/>
                  </a:lnTo>
                  <a:lnTo>
                    <a:pt x="3299" y="17698"/>
                  </a:lnTo>
                  <a:lnTo>
                    <a:pt x="3280" y="17718"/>
                  </a:lnTo>
                  <a:lnTo>
                    <a:pt x="3260" y="17777"/>
                  </a:lnTo>
                  <a:lnTo>
                    <a:pt x="3240" y="17659"/>
                  </a:lnTo>
                  <a:lnTo>
                    <a:pt x="3220" y="17560"/>
                  </a:lnTo>
                  <a:lnTo>
                    <a:pt x="3240" y="17363"/>
                  </a:lnTo>
                  <a:lnTo>
                    <a:pt x="3260" y="17185"/>
                  </a:lnTo>
                  <a:lnTo>
                    <a:pt x="3260" y="17066"/>
                  </a:lnTo>
                  <a:lnTo>
                    <a:pt x="3260" y="16948"/>
                  </a:lnTo>
                  <a:lnTo>
                    <a:pt x="3240" y="16987"/>
                  </a:lnTo>
                  <a:lnTo>
                    <a:pt x="3220" y="16987"/>
                  </a:lnTo>
                  <a:lnTo>
                    <a:pt x="3201" y="16869"/>
                  </a:lnTo>
                  <a:lnTo>
                    <a:pt x="3181" y="16750"/>
                  </a:lnTo>
                  <a:lnTo>
                    <a:pt x="3161" y="16731"/>
                  </a:lnTo>
                  <a:lnTo>
                    <a:pt x="3122" y="16770"/>
                  </a:lnTo>
                  <a:lnTo>
                    <a:pt x="3122" y="16770"/>
                  </a:lnTo>
                  <a:lnTo>
                    <a:pt x="3161" y="16652"/>
                  </a:lnTo>
                  <a:lnTo>
                    <a:pt x="3201" y="16533"/>
                  </a:lnTo>
                  <a:lnTo>
                    <a:pt x="3102" y="16415"/>
                  </a:lnTo>
                  <a:lnTo>
                    <a:pt x="3082" y="16355"/>
                  </a:lnTo>
                  <a:lnTo>
                    <a:pt x="3062" y="16316"/>
                  </a:lnTo>
                  <a:lnTo>
                    <a:pt x="3043" y="16276"/>
                  </a:lnTo>
                  <a:lnTo>
                    <a:pt x="3062" y="16257"/>
                  </a:lnTo>
                  <a:lnTo>
                    <a:pt x="3082" y="16237"/>
                  </a:lnTo>
                  <a:lnTo>
                    <a:pt x="3122" y="16237"/>
                  </a:lnTo>
                  <a:lnTo>
                    <a:pt x="3280" y="16355"/>
                  </a:lnTo>
                  <a:lnTo>
                    <a:pt x="3398" y="16454"/>
                  </a:lnTo>
                  <a:lnTo>
                    <a:pt x="3398" y="16474"/>
                  </a:lnTo>
                  <a:lnTo>
                    <a:pt x="3438" y="16474"/>
                  </a:lnTo>
                  <a:lnTo>
                    <a:pt x="3438" y="16434"/>
                  </a:lnTo>
                  <a:lnTo>
                    <a:pt x="3122" y="16197"/>
                  </a:lnTo>
                  <a:lnTo>
                    <a:pt x="2806" y="15960"/>
                  </a:lnTo>
                  <a:lnTo>
                    <a:pt x="2648" y="15743"/>
                  </a:lnTo>
                  <a:lnTo>
                    <a:pt x="2628" y="15644"/>
                  </a:lnTo>
                  <a:lnTo>
                    <a:pt x="2608" y="15605"/>
                  </a:lnTo>
                  <a:lnTo>
                    <a:pt x="2628" y="15565"/>
                  </a:lnTo>
                  <a:lnTo>
                    <a:pt x="2549" y="15526"/>
                  </a:lnTo>
                  <a:lnTo>
                    <a:pt x="2470" y="15466"/>
                  </a:lnTo>
                  <a:lnTo>
                    <a:pt x="2351" y="15289"/>
                  </a:lnTo>
                  <a:lnTo>
                    <a:pt x="2233" y="15131"/>
                  </a:lnTo>
                  <a:lnTo>
                    <a:pt x="2173" y="15071"/>
                  </a:lnTo>
                  <a:lnTo>
                    <a:pt x="2094" y="15052"/>
                  </a:lnTo>
                  <a:lnTo>
                    <a:pt x="2173" y="15091"/>
                  </a:lnTo>
                  <a:lnTo>
                    <a:pt x="2213" y="15150"/>
                  </a:lnTo>
                  <a:lnTo>
                    <a:pt x="2292" y="15249"/>
                  </a:lnTo>
                  <a:lnTo>
                    <a:pt x="2351" y="15427"/>
                  </a:lnTo>
                  <a:lnTo>
                    <a:pt x="2272" y="15368"/>
                  </a:lnTo>
                  <a:lnTo>
                    <a:pt x="2312" y="15407"/>
                  </a:lnTo>
                  <a:lnTo>
                    <a:pt x="2312" y="15407"/>
                  </a:lnTo>
                  <a:lnTo>
                    <a:pt x="1996" y="15308"/>
                  </a:lnTo>
                  <a:lnTo>
                    <a:pt x="1996" y="15308"/>
                  </a:lnTo>
                  <a:lnTo>
                    <a:pt x="2035" y="15387"/>
                  </a:lnTo>
                  <a:lnTo>
                    <a:pt x="2075" y="15427"/>
                  </a:lnTo>
                  <a:lnTo>
                    <a:pt x="2173" y="15427"/>
                  </a:lnTo>
                  <a:lnTo>
                    <a:pt x="2213" y="15447"/>
                  </a:lnTo>
                  <a:lnTo>
                    <a:pt x="2272" y="15486"/>
                  </a:lnTo>
                  <a:lnTo>
                    <a:pt x="2371" y="15565"/>
                  </a:lnTo>
                  <a:lnTo>
                    <a:pt x="2371" y="15624"/>
                  </a:lnTo>
                  <a:lnTo>
                    <a:pt x="2371" y="15644"/>
                  </a:lnTo>
                  <a:lnTo>
                    <a:pt x="2331" y="15664"/>
                  </a:lnTo>
                  <a:lnTo>
                    <a:pt x="2292" y="15664"/>
                  </a:lnTo>
                  <a:lnTo>
                    <a:pt x="2193" y="15624"/>
                  </a:lnTo>
                  <a:lnTo>
                    <a:pt x="2075" y="15545"/>
                  </a:lnTo>
                  <a:lnTo>
                    <a:pt x="1857" y="15407"/>
                  </a:lnTo>
                  <a:lnTo>
                    <a:pt x="1838" y="15387"/>
                  </a:lnTo>
                  <a:lnTo>
                    <a:pt x="1818" y="15407"/>
                  </a:lnTo>
                  <a:lnTo>
                    <a:pt x="1818" y="15427"/>
                  </a:lnTo>
                  <a:lnTo>
                    <a:pt x="1838" y="15486"/>
                  </a:lnTo>
                  <a:lnTo>
                    <a:pt x="1877" y="15565"/>
                  </a:lnTo>
                  <a:lnTo>
                    <a:pt x="1936" y="15605"/>
                  </a:lnTo>
                  <a:lnTo>
                    <a:pt x="1976" y="15644"/>
                  </a:lnTo>
                  <a:lnTo>
                    <a:pt x="2035" y="15664"/>
                  </a:lnTo>
                  <a:lnTo>
                    <a:pt x="2134" y="15684"/>
                  </a:lnTo>
                  <a:lnTo>
                    <a:pt x="2193" y="15704"/>
                  </a:lnTo>
                  <a:lnTo>
                    <a:pt x="2272" y="15743"/>
                  </a:lnTo>
                  <a:lnTo>
                    <a:pt x="2272" y="15743"/>
                  </a:lnTo>
                  <a:lnTo>
                    <a:pt x="2233" y="15684"/>
                  </a:lnTo>
                  <a:lnTo>
                    <a:pt x="2233" y="15684"/>
                  </a:lnTo>
                  <a:lnTo>
                    <a:pt x="2430" y="15862"/>
                  </a:lnTo>
                  <a:lnTo>
                    <a:pt x="2648" y="16020"/>
                  </a:lnTo>
                  <a:lnTo>
                    <a:pt x="2628" y="16039"/>
                  </a:lnTo>
                  <a:lnTo>
                    <a:pt x="2569" y="16020"/>
                  </a:lnTo>
                  <a:lnTo>
                    <a:pt x="2490" y="16000"/>
                  </a:lnTo>
                  <a:lnTo>
                    <a:pt x="2845" y="16316"/>
                  </a:lnTo>
                  <a:lnTo>
                    <a:pt x="3082" y="16573"/>
                  </a:lnTo>
                  <a:lnTo>
                    <a:pt x="2983" y="16829"/>
                  </a:lnTo>
                  <a:lnTo>
                    <a:pt x="2944" y="16987"/>
                  </a:lnTo>
                  <a:lnTo>
                    <a:pt x="2924" y="17165"/>
                  </a:lnTo>
                  <a:lnTo>
                    <a:pt x="2964" y="17126"/>
                  </a:lnTo>
                  <a:lnTo>
                    <a:pt x="3043" y="17106"/>
                  </a:lnTo>
                  <a:lnTo>
                    <a:pt x="3062" y="17126"/>
                  </a:lnTo>
                  <a:lnTo>
                    <a:pt x="3102" y="17165"/>
                  </a:lnTo>
                  <a:lnTo>
                    <a:pt x="3122" y="17224"/>
                  </a:lnTo>
                  <a:lnTo>
                    <a:pt x="3122" y="17323"/>
                  </a:lnTo>
                  <a:lnTo>
                    <a:pt x="3122" y="17442"/>
                  </a:lnTo>
                  <a:lnTo>
                    <a:pt x="3102" y="17540"/>
                  </a:lnTo>
                  <a:lnTo>
                    <a:pt x="3062" y="17619"/>
                  </a:lnTo>
                  <a:lnTo>
                    <a:pt x="3043" y="17738"/>
                  </a:lnTo>
                  <a:lnTo>
                    <a:pt x="2983" y="17580"/>
                  </a:lnTo>
                  <a:lnTo>
                    <a:pt x="2964" y="17481"/>
                  </a:lnTo>
                  <a:lnTo>
                    <a:pt x="2983" y="17442"/>
                  </a:lnTo>
                  <a:lnTo>
                    <a:pt x="3003" y="17382"/>
                  </a:lnTo>
                  <a:lnTo>
                    <a:pt x="2885" y="17382"/>
                  </a:lnTo>
                  <a:lnTo>
                    <a:pt x="2845" y="17224"/>
                  </a:lnTo>
                  <a:lnTo>
                    <a:pt x="2806" y="17126"/>
                  </a:lnTo>
                  <a:lnTo>
                    <a:pt x="2746" y="17007"/>
                  </a:lnTo>
                  <a:lnTo>
                    <a:pt x="2707" y="16968"/>
                  </a:lnTo>
                  <a:lnTo>
                    <a:pt x="2687" y="16908"/>
                  </a:lnTo>
                  <a:lnTo>
                    <a:pt x="2687" y="16829"/>
                  </a:lnTo>
                  <a:lnTo>
                    <a:pt x="2687" y="16711"/>
                  </a:lnTo>
                  <a:lnTo>
                    <a:pt x="2648" y="16691"/>
                  </a:lnTo>
                  <a:lnTo>
                    <a:pt x="2608" y="16671"/>
                  </a:lnTo>
                  <a:lnTo>
                    <a:pt x="2569" y="16671"/>
                  </a:lnTo>
                  <a:lnTo>
                    <a:pt x="2490" y="16652"/>
                  </a:lnTo>
                  <a:lnTo>
                    <a:pt x="2351" y="16573"/>
                  </a:lnTo>
                  <a:lnTo>
                    <a:pt x="2272" y="16533"/>
                  </a:lnTo>
                  <a:lnTo>
                    <a:pt x="2173" y="16434"/>
                  </a:lnTo>
                  <a:lnTo>
                    <a:pt x="1936" y="16197"/>
                  </a:lnTo>
                  <a:lnTo>
                    <a:pt x="1936" y="16197"/>
                  </a:lnTo>
                  <a:lnTo>
                    <a:pt x="2015" y="16415"/>
                  </a:lnTo>
                  <a:lnTo>
                    <a:pt x="1897" y="16336"/>
                  </a:lnTo>
                  <a:lnTo>
                    <a:pt x="1838" y="16296"/>
                  </a:lnTo>
                  <a:lnTo>
                    <a:pt x="1818" y="16257"/>
                  </a:lnTo>
                  <a:lnTo>
                    <a:pt x="1818" y="16217"/>
                  </a:lnTo>
                  <a:lnTo>
                    <a:pt x="1818" y="16178"/>
                  </a:lnTo>
                  <a:lnTo>
                    <a:pt x="1778" y="16118"/>
                  </a:lnTo>
                  <a:lnTo>
                    <a:pt x="1719" y="16039"/>
                  </a:lnTo>
                  <a:lnTo>
                    <a:pt x="1581" y="15941"/>
                  </a:lnTo>
                  <a:lnTo>
                    <a:pt x="1541" y="15704"/>
                  </a:lnTo>
                  <a:lnTo>
                    <a:pt x="1541" y="15486"/>
                  </a:lnTo>
                  <a:lnTo>
                    <a:pt x="1541" y="15407"/>
                  </a:lnTo>
                  <a:lnTo>
                    <a:pt x="1581" y="15348"/>
                  </a:lnTo>
                  <a:lnTo>
                    <a:pt x="1640" y="15348"/>
                  </a:lnTo>
                  <a:lnTo>
                    <a:pt x="1739" y="15387"/>
                  </a:lnTo>
                  <a:lnTo>
                    <a:pt x="1601" y="15170"/>
                  </a:lnTo>
                  <a:lnTo>
                    <a:pt x="1482" y="15032"/>
                  </a:lnTo>
                  <a:lnTo>
                    <a:pt x="1364" y="14894"/>
                  </a:lnTo>
                  <a:lnTo>
                    <a:pt x="1225" y="14696"/>
                  </a:lnTo>
                  <a:lnTo>
                    <a:pt x="1245" y="14637"/>
                  </a:lnTo>
                  <a:lnTo>
                    <a:pt x="1265" y="14597"/>
                  </a:lnTo>
                  <a:lnTo>
                    <a:pt x="1304" y="14597"/>
                  </a:lnTo>
                  <a:lnTo>
                    <a:pt x="1344" y="14617"/>
                  </a:lnTo>
                  <a:lnTo>
                    <a:pt x="1423" y="14637"/>
                  </a:lnTo>
                  <a:lnTo>
                    <a:pt x="1462" y="14657"/>
                  </a:lnTo>
                  <a:lnTo>
                    <a:pt x="1502" y="14617"/>
                  </a:lnTo>
                  <a:lnTo>
                    <a:pt x="1403" y="14479"/>
                  </a:lnTo>
                  <a:lnTo>
                    <a:pt x="1285" y="14360"/>
                  </a:lnTo>
                  <a:lnTo>
                    <a:pt x="1245" y="14321"/>
                  </a:lnTo>
                  <a:lnTo>
                    <a:pt x="1225" y="14301"/>
                  </a:lnTo>
                  <a:lnTo>
                    <a:pt x="1206" y="14321"/>
                  </a:lnTo>
                  <a:lnTo>
                    <a:pt x="1206" y="14380"/>
                  </a:lnTo>
                  <a:lnTo>
                    <a:pt x="1048" y="13946"/>
                  </a:lnTo>
                  <a:lnTo>
                    <a:pt x="1087" y="13946"/>
                  </a:lnTo>
                  <a:lnTo>
                    <a:pt x="1107" y="14005"/>
                  </a:lnTo>
                  <a:lnTo>
                    <a:pt x="1166" y="14123"/>
                  </a:lnTo>
                  <a:lnTo>
                    <a:pt x="1166" y="14123"/>
                  </a:lnTo>
                  <a:lnTo>
                    <a:pt x="1107" y="13985"/>
                  </a:lnTo>
                  <a:lnTo>
                    <a:pt x="1028" y="13827"/>
                  </a:lnTo>
                  <a:lnTo>
                    <a:pt x="929" y="13689"/>
                  </a:lnTo>
                  <a:lnTo>
                    <a:pt x="870" y="13590"/>
                  </a:lnTo>
                  <a:lnTo>
                    <a:pt x="870" y="13590"/>
                  </a:lnTo>
                  <a:lnTo>
                    <a:pt x="909" y="13669"/>
                  </a:lnTo>
                  <a:lnTo>
                    <a:pt x="929" y="13768"/>
                  </a:lnTo>
                  <a:lnTo>
                    <a:pt x="751" y="13452"/>
                  </a:lnTo>
                  <a:lnTo>
                    <a:pt x="830" y="13393"/>
                  </a:lnTo>
                  <a:lnTo>
                    <a:pt x="890" y="13274"/>
                  </a:lnTo>
                  <a:lnTo>
                    <a:pt x="929" y="13116"/>
                  </a:lnTo>
                  <a:lnTo>
                    <a:pt x="949" y="12879"/>
                  </a:lnTo>
                  <a:lnTo>
                    <a:pt x="909" y="12741"/>
                  </a:lnTo>
                  <a:lnTo>
                    <a:pt x="909" y="12642"/>
                  </a:lnTo>
                  <a:lnTo>
                    <a:pt x="909" y="12563"/>
                  </a:lnTo>
                  <a:lnTo>
                    <a:pt x="929" y="12484"/>
                  </a:lnTo>
                  <a:lnTo>
                    <a:pt x="969" y="12385"/>
                  </a:lnTo>
                  <a:lnTo>
                    <a:pt x="988" y="12286"/>
                  </a:lnTo>
                  <a:lnTo>
                    <a:pt x="988" y="12188"/>
                  </a:lnTo>
                  <a:lnTo>
                    <a:pt x="949" y="12049"/>
                  </a:lnTo>
                  <a:lnTo>
                    <a:pt x="890" y="11951"/>
                  </a:lnTo>
                  <a:lnTo>
                    <a:pt x="870" y="11852"/>
                  </a:lnTo>
                  <a:lnTo>
                    <a:pt x="870" y="11733"/>
                  </a:lnTo>
                  <a:lnTo>
                    <a:pt x="870" y="11595"/>
                  </a:lnTo>
                  <a:lnTo>
                    <a:pt x="870" y="11457"/>
                  </a:lnTo>
                  <a:lnTo>
                    <a:pt x="870" y="11319"/>
                  </a:lnTo>
                  <a:lnTo>
                    <a:pt x="850" y="11180"/>
                  </a:lnTo>
                  <a:lnTo>
                    <a:pt x="811" y="11042"/>
                  </a:lnTo>
                  <a:lnTo>
                    <a:pt x="850" y="11062"/>
                  </a:lnTo>
                  <a:lnTo>
                    <a:pt x="870" y="11042"/>
                  </a:lnTo>
                  <a:lnTo>
                    <a:pt x="890" y="10904"/>
                  </a:lnTo>
                  <a:lnTo>
                    <a:pt x="890" y="10844"/>
                  </a:lnTo>
                  <a:lnTo>
                    <a:pt x="909" y="10805"/>
                  </a:lnTo>
                  <a:lnTo>
                    <a:pt x="949" y="10805"/>
                  </a:lnTo>
                  <a:lnTo>
                    <a:pt x="988" y="10904"/>
                  </a:lnTo>
                  <a:lnTo>
                    <a:pt x="1008" y="10805"/>
                  </a:lnTo>
                  <a:lnTo>
                    <a:pt x="1008" y="10686"/>
                  </a:lnTo>
                  <a:lnTo>
                    <a:pt x="969" y="10390"/>
                  </a:lnTo>
                  <a:lnTo>
                    <a:pt x="949" y="10212"/>
                  </a:lnTo>
                  <a:lnTo>
                    <a:pt x="929" y="10054"/>
                  </a:lnTo>
                  <a:lnTo>
                    <a:pt x="949" y="9896"/>
                  </a:lnTo>
                  <a:lnTo>
                    <a:pt x="988" y="9778"/>
                  </a:lnTo>
                  <a:lnTo>
                    <a:pt x="1028" y="9817"/>
                  </a:lnTo>
                  <a:lnTo>
                    <a:pt x="1028" y="9837"/>
                  </a:lnTo>
                  <a:lnTo>
                    <a:pt x="1048" y="9877"/>
                  </a:lnTo>
                  <a:lnTo>
                    <a:pt x="1048" y="9758"/>
                  </a:lnTo>
                  <a:lnTo>
                    <a:pt x="1048" y="9659"/>
                  </a:lnTo>
                  <a:lnTo>
                    <a:pt x="1067" y="9600"/>
                  </a:lnTo>
                  <a:lnTo>
                    <a:pt x="1087" y="9561"/>
                  </a:lnTo>
                  <a:lnTo>
                    <a:pt x="1146" y="9482"/>
                  </a:lnTo>
                  <a:lnTo>
                    <a:pt x="1166" y="9422"/>
                  </a:lnTo>
                  <a:lnTo>
                    <a:pt x="1186" y="9324"/>
                  </a:lnTo>
                  <a:lnTo>
                    <a:pt x="1067" y="9324"/>
                  </a:lnTo>
                  <a:lnTo>
                    <a:pt x="1067" y="9245"/>
                  </a:lnTo>
                  <a:lnTo>
                    <a:pt x="1087" y="9185"/>
                  </a:lnTo>
                  <a:lnTo>
                    <a:pt x="1127" y="9146"/>
                  </a:lnTo>
                  <a:lnTo>
                    <a:pt x="1146" y="9087"/>
                  </a:lnTo>
                  <a:lnTo>
                    <a:pt x="1067" y="9205"/>
                  </a:lnTo>
                  <a:lnTo>
                    <a:pt x="1028" y="9245"/>
                  </a:lnTo>
                  <a:lnTo>
                    <a:pt x="1008" y="9245"/>
                  </a:lnTo>
                  <a:lnTo>
                    <a:pt x="988" y="9205"/>
                  </a:lnTo>
                  <a:lnTo>
                    <a:pt x="988" y="9008"/>
                  </a:lnTo>
                  <a:lnTo>
                    <a:pt x="1008" y="8909"/>
                  </a:lnTo>
                  <a:lnTo>
                    <a:pt x="1028" y="8790"/>
                  </a:lnTo>
                  <a:lnTo>
                    <a:pt x="1048" y="8830"/>
                  </a:lnTo>
                  <a:lnTo>
                    <a:pt x="1067" y="8869"/>
                  </a:lnTo>
                  <a:lnTo>
                    <a:pt x="1048" y="8988"/>
                  </a:lnTo>
                  <a:lnTo>
                    <a:pt x="1107" y="8830"/>
                  </a:lnTo>
                  <a:lnTo>
                    <a:pt x="1166" y="8731"/>
                  </a:lnTo>
                  <a:lnTo>
                    <a:pt x="1206" y="8692"/>
                  </a:lnTo>
                  <a:lnTo>
                    <a:pt x="1225" y="8692"/>
                  </a:lnTo>
                  <a:lnTo>
                    <a:pt x="1206" y="8869"/>
                  </a:lnTo>
                  <a:lnTo>
                    <a:pt x="1206" y="8968"/>
                  </a:lnTo>
                  <a:lnTo>
                    <a:pt x="1225" y="9047"/>
                  </a:lnTo>
                  <a:lnTo>
                    <a:pt x="1285" y="8889"/>
                  </a:lnTo>
                  <a:lnTo>
                    <a:pt x="1304" y="8869"/>
                  </a:lnTo>
                  <a:lnTo>
                    <a:pt x="1304" y="8889"/>
                  </a:lnTo>
                  <a:lnTo>
                    <a:pt x="1344" y="8909"/>
                  </a:lnTo>
                  <a:lnTo>
                    <a:pt x="1364" y="8909"/>
                  </a:lnTo>
                  <a:lnTo>
                    <a:pt x="1403" y="8889"/>
                  </a:lnTo>
                  <a:lnTo>
                    <a:pt x="1364" y="8869"/>
                  </a:lnTo>
                  <a:lnTo>
                    <a:pt x="1364" y="8830"/>
                  </a:lnTo>
                  <a:lnTo>
                    <a:pt x="1364" y="8771"/>
                  </a:lnTo>
                  <a:lnTo>
                    <a:pt x="1383" y="8692"/>
                  </a:lnTo>
                  <a:lnTo>
                    <a:pt x="1561" y="8356"/>
                  </a:lnTo>
                  <a:lnTo>
                    <a:pt x="1561" y="8375"/>
                  </a:lnTo>
                  <a:lnTo>
                    <a:pt x="1561" y="8395"/>
                  </a:lnTo>
                  <a:lnTo>
                    <a:pt x="1541" y="8435"/>
                  </a:lnTo>
                  <a:lnTo>
                    <a:pt x="1522" y="8514"/>
                  </a:lnTo>
                  <a:lnTo>
                    <a:pt x="1502" y="8553"/>
                  </a:lnTo>
                  <a:lnTo>
                    <a:pt x="1502" y="8553"/>
                  </a:lnTo>
                  <a:lnTo>
                    <a:pt x="1640" y="8474"/>
                  </a:lnTo>
                  <a:lnTo>
                    <a:pt x="1719" y="8395"/>
                  </a:lnTo>
                  <a:lnTo>
                    <a:pt x="1798" y="8296"/>
                  </a:lnTo>
                  <a:lnTo>
                    <a:pt x="1838" y="8178"/>
                  </a:lnTo>
                  <a:lnTo>
                    <a:pt x="1897" y="8079"/>
                  </a:lnTo>
                  <a:lnTo>
                    <a:pt x="1976" y="7941"/>
                  </a:lnTo>
                  <a:lnTo>
                    <a:pt x="2075" y="7822"/>
                  </a:lnTo>
                  <a:lnTo>
                    <a:pt x="2213" y="7704"/>
                  </a:lnTo>
                  <a:lnTo>
                    <a:pt x="2193" y="7743"/>
                  </a:lnTo>
                  <a:lnTo>
                    <a:pt x="2154" y="7803"/>
                  </a:lnTo>
                  <a:lnTo>
                    <a:pt x="2213" y="7743"/>
                  </a:lnTo>
                  <a:lnTo>
                    <a:pt x="2272" y="7684"/>
                  </a:lnTo>
                  <a:lnTo>
                    <a:pt x="2410" y="7605"/>
                  </a:lnTo>
                  <a:lnTo>
                    <a:pt x="2529" y="7526"/>
                  </a:lnTo>
                  <a:lnTo>
                    <a:pt x="2588" y="7487"/>
                  </a:lnTo>
                  <a:lnTo>
                    <a:pt x="2608" y="7427"/>
                  </a:lnTo>
                  <a:lnTo>
                    <a:pt x="2687" y="7408"/>
                  </a:lnTo>
                  <a:lnTo>
                    <a:pt x="2727" y="7388"/>
                  </a:lnTo>
                  <a:lnTo>
                    <a:pt x="2806" y="7408"/>
                  </a:lnTo>
                  <a:lnTo>
                    <a:pt x="2845" y="7427"/>
                  </a:lnTo>
                  <a:lnTo>
                    <a:pt x="2885" y="7408"/>
                  </a:lnTo>
                  <a:lnTo>
                    <a:pt x="2964" y="7388"/>
                  </a:lnTo>
                  <a:lnTo>
                    <a:pt x="3062" y="7329"/>
                  </a:lnTo>
                  <a:lnTo>
                    <a:pt x="3043" y="7309"/>
                  </a:lnTo>
                  <a:lnTo>
                    <a:pt x="3023" y="7289"/>
                  </a:lnTo>
                  <a:lnTo>
                    <a:pt x="3043" y="7269"/>
                  </a:lnTo>
                  <a:lnTo>
                    <a:pt x="3201" y="7171"/>
                  </a:lnTo>
                  <a:lnTo>
                    <a:pt x="3359" y="7072"/>
                  </a:lnTo>
                  <a:lnTo>
                    <a:pt x="3398" y="7032"/>
                  </a:lnTo>
                  <a:lnTo>
                    <a:pt x="3418" y="7013"/>
                  </a:lnTo>
                  <a:lnTo>
                    <a:pt x="3418" y="6973"/>
                  </a:lnTo>
                  <a:lnTo>
                    <a:pt x="3734" y="6914"/>
                  </a:lnTo>
                  <a:lnTo>
                    <a:pt x="3773" y="6855"/>
                  </a:lnTo>
                  <a:lnTo>
                    <a:pt x="3793" y="6795"/>
                  </a:lnTo>
                  <a:lnTo>
                    <a:pt x="3793" y="6736"/>
                  </a:lnTo>
                  <a:lnTo>
                    <a:pt x="3773" y="6697"/>
                  </a:lnTo>
                  <a:lnTo>
                    <a:pt x="3793" y="6657"/>
                  </a:lnTo>
                  <a:lnTo>
                    <a:pt x="3852" y="6598"/>
                  </a:lnTo>
                  <a:lnTo>
                    <a:pt x="3971" y="6499"/>
                  </a:lnTo>
                  <a:lnTo>
                    <a:pt x="4188" y="6381"/>
                  </a:lnTo>
                  <a:lnTo>
                    <a:pt x="4386" y="6321"/>
                  </a:lnTo>
                  <a:lnTo>
                    <a:pt x="4504" y="6302"/>
                  </a:lnTo>
                  <a:lnTo>
                    <a:pt x="4544" y="6302"/>
                  </a:lnTo>
                  <a:lnTo>
                    <a:pt x="4563" y="6321"/>
                  </a:lnTo>
                  <a:lnTo>
                    <a:pt x="4583" y="6361"/>
                  </a:lnTo>
                  <a:lnTo>
                    <a:pt x="4583" y="6420"/>
                  </a:lnTo>
                  <a:lnTo>
                    <a:pt x="4603" y="6460"/>
                  </a:lnTo>
                  <a:lnTo>
                    <a:pt x="4623" y="6479"/>
                  </a:lnTo>
                  <a:lnTo>
                    <a:pt x="4662" y="6479"/>
                  </a:lnTo>
                  <a:lnTo>
                    <a:pt x="4820" y="6460"/>
                  </a:lnTo>
                  <a:lnTo>
                    <a:pt x="4860" y="6381"/>
                  </a:lnTo>
                  <a:lnTo>
                    <a:pt x="4820" y="6242"/>
                  </a:lnTo>
                  <a:lnTo>
                    <a:pt x="4899" y="5847"/>
                  </a:lnTo>
                  <a:lnTo>
                    <a:pt x="4899" y="5689"/>
                  </a:lnTo>
                  <a:lnTo>
                    <a:pt x="4939" y="5472"/>
                  </a:lnTo>
                  <a:lnTo>
                    <a:pt x="4959" y="5294"/>
                  </a:lnTo>
                  <a:lnTo>
                    <a:pt x="4978" y="5274"/>
                  </a:lnTo>
                  <a:lnTo>
                    <a:pt x="4998" y="5255"/>
                  </a:lnTo>
                  <a:lnTo>
                    <a:pt x="5018" y="5274"/>
                  </a:lnTo>
                  <a:lnTo>
                    <a:pt x="5018" y="5294"/>
                  </a:lnTo>
                  <a:lnTo>
                    <a:pt x="5018" y="5393"/>
                  </a:lnTo>
                  <a:lnTo>
                    <a:pt x="5018" y="5511"/>
                  </a:lnTo>
                  <a:lnTo>
                    <a:pt x="5038" y="5590"/>
                  </a:lnTo>
                  <a:lnTo>
                    <a:pt x="5038" y="5393"/>
                  </a:lnTo>
                  <a:lnTo>
                    <a:pt x="5077" y="5235"/>
                  </a:lnTo>
                  <a:lnTo>
                    <a:pt x="5176" y="4939"/>
                  </a:lnTo>
                  <a:lnTo>
                    <a:pt x="5235" y="4800"/>
                  </a:lnTo>
                  <a:lnTo>
                    <a:pt x="5275" y="4662"/>
                  </a:lnTo>
                  <a:lnTo>
                    <a:pt x="5275" y="4544"/>
                  </a:lnTo>
                  <a:lnTo>
                    <a:pt x="5275" y="4484"/>
                  </a:lnTo>
                  <a:lnTo>
                    <a:pt x="5235" y="4425"/>
                  </a:lnTo>
                  <a:lnTo>
                    <a:pt x="5354" y="4247"/>
                  </a:lnTo>
                  <a:lnTo>
                    <a:pt x="5413" y="4188"/>
                  </a:lnTo>
                  <a:lnTo>
                    <a:pt x="5452" y="4168"/>
                  </a:lnTo>
                  <a:lnTo>
                    <a:pt x="5472" y="4188"/>
                  </a:lnTo>
                  <a:lnTo>
                    <a:pt x="5472" y="4129"/>
                  </a:lnTo>
                  <a:lnTo>
                    <a:pt x="5492" y="4050"/>
                  </a:lnTo>
                  <a:lnTo>
                    <a:pt x="5571" y="3912"/>
                  </a:lnTo>
                  <a:lnTo>
                    <a:pt x="5689" y="3773"/>
                  </a:lnTo>
                  <a:lnTo>
                    <a:pt x="5729" y="3714"/>
                  </a:lnTo>
                  <a:lnTo>
                    <a:pt x="5749" y="3674"/>
                  </a:lnTo>
                  <a:lnTo>
                    <a:pt x="5828" y="3674"/>
                  </a:lnTo>
                  <a:lnTo>
                    <a:pt x="5887" y="3635"/>
                  </a:lnTo>
                  <a:lnTo>
                    <a:pt x="5926" y="3576"/>
                  </a:lnTo>
                  <a:lnTo>
                    <a:pt x="5867" y="3595"/>
                  </a:lnTo>
                  <a:lnTo>
                    <a:pt x="5847" y="3576"/>
                  </a:lnTo>
                  <a:lnTo>
                    <a:pt x="5847" y="3516"/>
                  </a:lnTo>
                  <a:lnTo>
                    <a:pt x="5867" y="3457"/>
                  </a:lnTo>
                  <a:lnTo>
                    <a:pt x="5986" y="3398"/>
                  </a:lnTo>
                  <a:lnTo>
                    <a:pt x="6124" y="3339"/>
                  </a:lnTo>
                  <a:lnTo>
                    <a:pt x="6262" y="3279"/>
                  </a:lnTo>
                  <a:lnTo>
                    <a:pt x="6341" y="3260"/>
                  </a:lnTo>
                  <a:lnTo>
                    <a:pt x="6381" y="3279"/>
                  </a:lnTo>
                  <a:lnTo>
                    <a:pt x="6460" y="3181"/>
                  </a:lnTo>
                  <a:lnTo>
                    <a:pt x="6479" y="3141"/>
                  </a:lnTo>
                  <a:lnTo>
                    <a:pt x="6479" y="3121"/>
                  </a:lnTo>
                  <a:lnTo>
                    <a:pt x="6460" y="3042"/>
                  </a:lnTo>
                  <a:lnTo>
                    <a:pt x="6460" y="2983"/>
                  </a:lnTo>
                  <a:lnTo>
                    <a:pt x="6637" y="2963"/>
                  </a:lnTo>
                  <a:lnTo>
                    <a:pt x="6855" y="2904"/>
                  </a:lnTo>
                  <a:lnTo>
                    <a:pt x="6953" y="2884"/>
                  </a:lnTo>
                  <a:lnTo>
                    <a:pt x="7032" y="2884"/>
                  </a:lnTo>
                  <a:lnTo>
                    <a:pt x="7092" y="2904"/>
                  </a:lnTo>
                  <a:lnTo>
                    <a:pt x="7092" y="2924"/>
                  </a:lnTo>
                  <a:lnTo>
                    <a:pt x="7092" y="2944"/>
                  </a:lnTo>
                  <a:lnTo>
                    <a:pt x="6953" y="2983"/>
                  </a:lnTo>
                  <a:lnTo>
                    <a:pt x="6815" y="3023"/>
                  </a:lnTo>
                  <a:lnTo>
                    <a:pt x="6736" y="3082"/>
                  </a:lnTo>
                  <a:lnTo>
                    <a:pt x="6716" y="3121"/>
                  </a:lnTo>
                  <a:lnTo>
                    <a:pt x="6736" y="3141"/>
                  </a:lnTo>
                  <a:lnTo>
                    <a:pt x="6855" y="3102"/>
                  </a:lnTo>
                  <a:lnTo>
                    <a:pt x="6914" y="3062"/>
                  </a:lnTo>
                  <a:lnTo>
                    <a:pt x="6934" y="3023"/>
                  </a:lnTo>
                  <a:lnTo>
                    <a:pt x="7032" y="2963"/>
                  </a:lnTo>
                  <a:lnTo>
                    <a:pt x="7052" y="2983"/>
                  </a:lnTo>
                  <a:lnTo>
                    <a:pt x="7111" y="2983"/>
                  </a:lnTo>
                  <a:lnTo>
                    <a:pt x="7171" y="3003"/>
                  </a:lnTo>
                  <a:lnTo>
                    <a:pt x="7190" y="3023"/>
                  </a:lnTo>
                  <a:lnTo>
                    <a:pt x="7190" y="3042"/>
                  </a:lnTo>
                  <a:lnTo>
                    <a:pt x="7408" y="2944"/>
                  </a:lnTo>
                  <a:lnTo>
                    <a:pt x="7684" y="2865"/>
                  </a:lnTo>
                  <a:lnTo>
                    <a:pt x="7605" y="2865"/>
                  </a:lnTo>
                  <a:lnTo>
                    <a:pt x="7586" y="2845"/>
                  </a:lnTo>
                  <a:lnTo>
                    <a:pt x="7586" y="2825"/>
                  </a:lnTo>
                  <a:lnTo>
                    <a:pt x="7625" y="2786"/>
                  </a:lnTo>
                  <a:lnTo>
                    <a:pt x="7684" y="2726"/>
                  </a:lnTo>
                  <a:lnTo>
                    <a:pt x="7684" y="2707"/>
                  </a:lnTo>
                  <a:lnTo>
                    <a:pt x="7645" y="2707"/>
                  </a:lnTo>
                  <a:lnTo>
                    <a:pt x="7408" y="2904"/>
                  </a:lnTo>
                  <a:lnTo>
                    <a:pt x="7250" y="2963"/>
                  </a:lnTo>
                  <a:lnTo>
                    <a:pt x="7210" y="2963"/>
                  </a:lnTo>
                  <a:lnTo>
                    <a:pt x="7210" y="2944"/>
                  </a:lnTo>
                  <a:lnTo>
                    <a:pt x="7210" y="2904"/>
                  </a:lnTo>
                  <a:lnTo>
                    <a:pt x="7210" y="2884"/>
                  </a:lnTo>
                  <a:lnTo>
                    <a:pt x="7171" y="2884"/>
                  </a:lnTo>
                  <a:lnTo>
                    <a:pt x="7349" y="2786"/>
                  </a:lnTo>
                  <a:lnTo>
                    <a:pt x="7487" y="2707"/>
                  </a:lnTo>
                  <a:lnTo>
                    <a:pt x="7586" y="2647"/>
                  </a:lnTo>
                  <a:lnTo>
                    <a:pt x="7665" y="2588"/>
                  </a:lnTo>
                  <a:lnTo>
                    <a:pt x="7823" y="2430"/>
                  </a:lnTo>
                  <a:lnTo>
                    <a:pt x="7941" y="2351"/>
                  </a:lnTo>
                  <a:lnTo>
                    <a:pt x="8119" y="2272"/>
                  </a:lnTo>
                  <a:lnTo>
                    <a:pt x="8474" y="2213"/>
                  </a:lnTo>
                  <a:lnTo>
                    <a:pt x="8415" y="2233"/>
                  </a:lnTo>
                  <a:lnTo>
                    <a:pt x="8395" y="2272"/>
                  </a:lnTo>
                  <a:lnTo>
                    <a:pt x="8376" y="2292"/>
                  </a:lnTo>
                  <a:lnTo>
                    <a:pt x="8376" y="2331"/>
                  </a:lnTo>
                  <a:lnTo>
                    <a:pt x="8395" y="2351"/>
                  </a:lnTo>
                  <a:lnTo>
                    <a:pt x="8415" y="2371"/>
                  </a:lnTo>
                  <a:lnTo>
                    <a:pt x="8494" y="2371"/>
                  </a:lnTo>
                  <a:lnTo>
                    <a:pt x="8593" y="2312"/>
                  </a:lnTo>
                  <a:lnTo>
                    <a:pt x="8692" y="2272"/>
                  </a:lnTo>
                  <a:lnTo>
                    <a:pt x="8810" y="2252"/>
                  </a:lnTo>
                  <a:lnTo>
                    <a:pt x="8909" y="2233"/>
                  </a:lnTo>
                  <a:lnTo>
                    <a:pt x="9106" y="2233"/>
                  </a:lnTo>
                  <a:lnTo>
                    <a:pt x="9304" y="2213"/>
                  </a:lnTo>
                  <a:lnTo>
                    <a:pt x="9205" y="2213"/>
                  </a:lnTo>
                  <a:lnTo>
                    <a:pt x="9166" y="2193"/>
                  </a:lnTo>
                  <a:lnTo>
                    <a:pt x="9166" y="2173"/>
                  </a:lnTo>
                  <a:lnTo>
                    <a:pt x="9185" y="2134"/>
                  </a:lnTo>
                  <a:lnTo>
                    <a:pt x="9245" y="2075"/>
                  </a:lnTo>
                  <a:lnTo>
                    <a:pt x="9501" y="1976"/>
                  </a:lnTo>
                  <a:lnTo>
                    <a:pt x="9541" y="1976"/>
                  </a:lnTo>
                  <a:lnTo>
                    <a:pt x="9580" y="1996"/>
                  </a:lnTo>
                  <a:lnTo>
                    <a:pt x="9600" y="2035"/>
                  </a:lnTo>
                  <a:lnTo>
                    <a:pt x="9640" y="2055"/>
                  </a:lnTo>
                  <a:lnTo>
                    <a:pt x="9699" y="2075"/>
                  </a:lnTo>
                  <a:lnTo>
                    <a:pt x="9995" y="1996"/>
                  </a:lnTo>
                  <a:lnTo>
                    <a:pt x="10252" y="1956"/>
                  </a:lnTo>
                  <a:lnTo>
                    <a:pt x="10489" y="1936"/>
                  </a:lnTo>
                  <a:lnTo>
                    <a:pt x="10726" y="1936"/>
                  </a:lnTo>
                  <a:lnTo>
                    <a:pt x="11161" y="1917"/>
                  </a:lnTo>
                  <a:lnTo>
                    <a:pt x="11378" y="1917"/>
                  </a:lnTo>
                  <a:lnTo>
                    <a:pt x="11595" y="1877"/>
                  </a:lnTo>
                  <a:lnTo>
                    <a:pt x="11319" y="1759"/>
                  </a:lnTo>
                  <a:lnTo>
                    <a:pt x="11220" y="1877"/>
                  </a:lnTo>
                  <a:lnTo>
                    <a:pt x="11161" y="1857"/>
                  </a:lnTo>
                  <a:lnTo>
                    <a:pt x="11121" y="1818"/>
                  </a:lnTo>
                  <a:lnTo>
                    <a:pt x="11121" y="1759"/>
                  </a:lnTo>
                  <a:lnTo>
                    <a:pt x="11161" y="1719"/>
                  </a:lnTo>
                  <a:lnTo>
                    <a:pt x="11259" y="1620"/>
                  </a:lnTo>
                  <a:lnTo>
                    <a:pt x="11378" y="1561"/>
                  </a:lnTo>
                  <a:lnTo>
                    <a:pt x="11457" y="1561"/>
                  </a:lnTo>
                  <a:lnTo>
                    <a:pt x="11595" y="1581"/>
                  </a:lnTo>
                  <a:lnTo>
                    <a:pt x="11674" y="1601"/>
                  </a:lnTo>
                  <a:lnTo>
                    <a:pt x="11694" y="1601"/>
                  </a:lnTo>
                  <a:lnTo>
                    <a:pt x="11654" y="1620"/>
                  </a:lnTo>
                  <a:lnTo>
                    <a:pt x="12030" y="1601"/>
                  </a:lnTo>
                  <a:lnTo>
                    <a:pt x="11970" y="1561"/>
                  </a:lnTo>
                  <a:lnTo>
                    <a:pt x="11891" y="1541"/>
                  </a:lnTo>
                  <a:lnTo>
                    <a:pt x="11852" y="1541"/>
                  </a:lnTo>
                  <a:lnTo>
                    <a:pt x="11911" y="1502"/>
                  </a:lnTo>
                  <a:close/>
                  <a:moveTo>
                    <a:pt x="11437" y="1"/>
                  </a:moveTo>
                  <a:lnTo>
                    <a:pt x="11141" y="20"/>
                  </a:lnTo>
                  <a:lnTo>
                    <a:pt x="10864" y="40"/>
                  </a:lnTo>
                  <a:lnTo>
                    <a:pt x="10627" y="80"/>
                  </a:lnTo>
                  <a:lnTo>
                    <a:pt x="10430" y="139"/>
                  </a:lnTo>
                  <a:lnTo>
                    <a:pt x="10371" y="178"/>
                  </a:lnTo>
                  <a:lnTo>
                    <a:pt x="10311" y="218"/>
                  </a:lnTo>
                  <a:lnTo>
                    <a:pt x="10371" y="119"/>
                  </a:lnTo>
                  <a:lnTo>
                    <a:pt x="9818" y="178"/>
                  </a:lnTo>
                  <a:lnTo>
                    <a:pt x="9304" y="257"/>
                  </a:lnTo>
                  <a:lnTo>
                    <a:pt x="8652" y="455"/>
                  </a:lnTo>
                  <a:lnTo>
                    <a:pt x="8020" y="652"/>
                  </a:lnTo>
                  <a:lnTo>
                    <a:pt x="7744" y="751"/>
                  </a:lnTo>
                  <a:lnTo>
                    <a:pt x="7467" y="870"/>
                  </a:lnTo>
                  <a:lnTo>
                    <a:pt x="7210" y="988"/>
                  </a:lnTo>
                  <a:lnTo>
                    <a:pt x="6993" y="1107"/>
                  </a:lnTo>
                  <a:lnTo>
                    <a:pt x="6795" y="1107"/>
                  </a:lnTo>
                  <a:lnTo>
                    <a:pt x="6677" y="1186"/>
                  </a:lnTo>
                  <a:lnTo>
                    <a:pt x="6558" y="1284"/>
                  </a:lnTo>
                  <a:lnTo>
                    <a:pt x="6242" y="1462"/>
                  </a:lnTo>
                  <a:lnTo>
                    <a:pt x="5867" y="1640"/>
                  </a:lnTo>
                  <a:lnTo>
                    <a:pt x="5452" y="1877"/>
                  </a:lnTo>
                  <a:lnTo>
                    <a:pt x="5255" y="1996"/>
                  </a:lnTo>
                  <a:lnTo>
                    <a:pt x="5077" y="2154"/>
                  </a:lnTo>
                  <a:lnTo>
                    <a:pt x="4899" y="2292"/>
                  </a:lnTo>
                  <a:lnTo>
                    <a:pt x="4761" y="2450"/>
                  </a:lnTo>
                  <a:lnTo>
                    <a:pt x="4642" y="2608"/>
                  </a:lnTo>
                  <a:lnTo>
                    <a:pt x="4563" y="2766"/>
                  </a:lnTo>
                  <a:lnTo>
                    <a:pt x="4504" y="2904"/>
                  </a:lnTo>
                  <a:lnTo>
                    <a:pt x="4484" y="3023"/>
                  </a:lnTo>
                  <a:lnTo>
                    <a:pt x="4386" y="3102"/>
                  </a:lnTo>
                  <a:lnTo>
                    <a:pt x="4346" y="3121"/>
                  </a:lnTo>
                  <a:lnTo>
                    <a:pt x="4346" y="3102"/>
                  </a:lnTo>
                  <a:lnTo>
                    <a:pt x="4346" y="3042"/>
                  </a:lnTo>
                  <a:lnTo>
                    <a:pt x="4425" y="2884"/>
                  </a:lnTo>
                  <a:lnTo>
                    <a:pt x="4445" y="2786"/>
                  </a:lnTo>
                  <a:lnTo>
                    <a:pt x="4366" y="2884"/>
                  </a:lnTo>
                  <a:lnTo>
                    <a:pt x="4307" y="3023"/>
                  </a:lnTo>
                  <a:lnTo>
                    <a:pt x="4168" y="3319"/>
                  </a:lnTo>
                  <a:lnTo>
                    <a:pt x="4050" y="3595"/>
                  </a:lnTo>
                  <a:lnTo>
                    <a:pt x="3991" y="3714"/>
                  </a:lnTo>
                  <a:lnTo>
                    <a:pt x="3912" y="3832"/>
                  </a:lnTo>
                  <a:lnTo>
                    <a:pt x="3912" y="3793"/>
                  </a:lnTo>
                  <a:lnTo>
                    <a:pt x="3912" y="3753"/>
                  </a:lnTo>
                  <a:lnTo>
                    <a:pt x="3951" y="3615"/>
                  </a:lnTo>
                  <a:lnTo>
                    <a:pt x="3971" y="3536"/>
                  </a:lnTo>
                  <a:lnTo>
                    <a:pt x="3951" y="3576"/>
                  </a:lnTo>
                  <a:lnTo>
                    <a:pt x="3892" y="3635"/>
                  </a:lnTo>
                  <a:lnTo>
                    <a:pt x="3852" y="3694"/>
                  </a:lnTo>
                  <a:lnTo>
                    <a:pt x="3833" y="3832"/>
                  </a:lnTo>
                  <a:lnTo>
                    <a:pt x="3813" y="3971"/>
                  </a:lnTo>
                  <a:lnTo>
                    <a:pt x="3773" y="4050"/>
                  </a:lnTo>
                  <a:lnTo>
                    <a:pt x="3734" y="4129"/>
                  </a:lnTo>
                  <a:lnTo>
                    <a:pt x="3754" y="4109"/>
                  </a:lnTo>
                  <a:lnTo>
                    <a:pt x="3773" y="4109"/>
                  </a:lnTo>
                  <a:lnTo>
                    <a:pt x="3793" y="4168"/>
                  </a:lnTo>
                  <a:lnTo>
                    <a:pt x="3793" y="4366"/>
                  </a:lnTo>
                  <a:lnTo>
                    <a:pt x="3773" y="4642"/>
                  </a:lnTo>
                  <a:lnTo>
                    <a:pt x="3754" y="4919"/>
                  </a:lnTo>
                  <a:lnTo>
                    <a:pt x="3793" y="4840"/>
                  </a:lnTo>
                  <a:lnTo>
                    <a:pt x="3813" y="4820"/>
                  </a:lnTo>
                  <a:lnTo>
                    <a:pt x="3813" y="4860"/>
                  </a:lnTo>
                  <a:lnTo>
                    <a:pt x="3813" y="4939"/>
                  </a:lnTo>
                  <a:lnTo>
                    <a:pt x="3793" y="5195"/>
                  </a:lnTo>
                  <a:lnTo>
                    <a:pt x="3793" y="5176"/>
                  </a:lnTo>
                  <a:lnTo>
                    <a:pt x="3773" y="5136"/>
                  </a:lnTo>
                  <a:lnTo>
                    <a:pt x="3773" y="5650"/>
                  </a:lnTo>
                  <a:lnTo>
                    <a:pt x="3596" y="5768"/>
                  </a:lnTo>
                  <a:lnTo>
                    <a:pt x="3398" y="5867"/>
                  </a:lnTo>
                  <a:lnTo>
                    <a:pt x="3141" y="6025"/>
                  </a:lnTo>
                  <a:lnTo>
                    <a:pt x="2885" y="6183"/>
                  </a:lnTo>
                  <a:lnTo>
                    <a:pt x="2331" y="6519"/>
                  </a:lnTo>
                  <a:lnTo>
                    <a:pt x="2075" y="6716"/>
                  </a:lnTo>
                  <a:lnTo>
                    <a:pt x="1818" y="6914"/>
                  </a:lnTo>
                  <a:lnTo>
                    <a:pt x="1581" y="7131"/>
                  </a:lnTo>
                  <a:lnTo>
                    <a:pt x="1344" y="7368"/>
                  </a:lnTo>
                  <a:lnTo>
                    <a:pt x="1127" y="7605"/>
                  </a:lnTo>
                  <a:lnTo>
                    <a:pt x="929" y="7882"/>
                  </a:lnTo>
                  <a:lnTo>
                    <a:pt x="751" y="8178"/>
                  </a:lnTo>
                  <a:lnTo>
                    <a:pt x="613" y="8474"/>
                  </a:lnTo>
                  <a:lnTo>
                    <a:pt x="495" y="8790"/>
                  </a:lnTo>
                  <a:lnTo>
                    <a:pt x="416" y="9087"/>
                  </a:lnTo>
                  <a:lnTo>
                    <a:pt x="435" y="8731"/>
                  </a:lnTo>
                  <a:lnTo>
                    <a:pt x="337" y="9245"/>
                  </a:lnTo>
                  <a:lnTo>
                    <a:pt x="258" y="9659"/>
                  </a:lnTo>
                  <a:lnTo>
                    <a:pt x="258" y="9620"/>
                  </a:lnTo>
                  <a:lnTo>
                    <a:pt x="218" y="9798"/>
                  </a:lnTo>
                  <a:lnTo>
                    <a:pt x="198" y="9936"/>
                  </a:lnTo>
                  <a:lnTo>
                    <a:pt x="218" y="10054"/>
                  </a:lnTo>
                  <a:lnTo>
                    <a:pt x="238" y="10153"/>
                  </a:lnTo>
                  <a:lnTo>
                    <a:pt x="258" y="10252"/>
                  </a:lnTo>
                  <a:lnTo>
                    <a:pt x="258" y="10351"/>
                  </a:lnTo>
                  <a:lnTo>
                    <a:pt x="258" y="10469"/>
                  </a:lnTo>
                  <a:lnTo>
                    <a:pt x="218" y="10607"/>
                  </a:lnTo>
                  <a:lnTo>
                    <a:pt x="198" y="10528"/>
                  </a:lnTo>
                  <a:lnTo>
                    <a:pt x="198" y="10943"/>
                  </a:lnTo>
                  <a:lnTo>
                    <a:pt x="198" y="11319"/>
                  </a:lnTo>
                  <a:lnTo>
                    <a:pt x="198" y="11496"/>
                  </a:lnTo>
                  <a:lnTo>
                    <a:pt x="218" y="11694"/>
                  </a:lnTo>
                  <a:lnTo>
                    <a:pt x="238" y="11891"/>
                  </a:lnTo>
                  <a:lnTo>
                    <a:pt x="297" y="12109"/>
                  </a:lnTo>
                  <a:lnTo>
                    <a:pt x="297" y="12385"/>
                  </a:lnTo>
                  <a:lnTo>
                    <a:pt x="277" y="12543"/>
                  </a:lnTo>
                  <a:lnTo>
                    <a:pt x="258" y="12681"/>
                  </a:lnTo>
                  <a:lnTo>
                    <a:pt x="258" y="12879"/>
                  </a:lnTo>
                  <a:lnTo>
                    <a:pt x="317" y="13057"/>
                  </a:lnTo>
                  <a:lnTo>
                    <a:pt x="376" y="13175"/>
                  </a:lnTo>
                  <a:lnTo>
                    <a:pt x="435" y="13234"/>
                  </a:lnTo>
                  <a:lnTo>
                    <a:pt x="455" y="13274"/>
                  </a:lnTo>
                  <a:lnTo>
                    <a:pt x="435" y="13136"/>
                  </a:lnTo>
                  <a:lnTo>
                    <a:pt x="455" y="13096"/>
                  </a:lnTo>
                  <a:lnTo>
                    <a:pt x="475" y="13116"/>
                  </a:lnTo>
                  <a:lnTo>
                    <a:pt x="534" y="13234"/>
                  </a:lnTo>
                  <a:lnTo>
                    <a:pt x="593" y="13412"/>
                  </a:lnTo>
                  <a:lnTo>
                    <a:pt x="672" y="13570"/>
                  </a:lnTo>
                  <a:lnTo>
                    <a:pt x="712" y="13511"/>
                  </a:lnTo>
                  <a:lnTo>
                    <a:pt x="732" y="13669"/>
                  </a:lnTo>
                  <a:lnTo>
                    <a:pt x="771" y="13748"/>
                  </a:lnTo>
                  <a:lnTo>
                    <a:pt x="830" y="13847"/>
                  </a:lnTo>
                  <a:lnTo>
                    <a:pt x="791" y="13847"/>
                  </a:lnTo>
                  <a:lnTo>
                    <a:pt x="751" y="13807"/>
                  </a:lnTo>
                  <a:lnTo>
                    <a:pt x="692" y="13748"/>
                  </a:lnTo>
                  <a:lnTo>
                    <a:pt x="672" y="13669"/>
                  </a:lnTo>
                  <a:lnTo>
                    <a:pt x="692" y="13847"/>
                  </a:lnTo>
                  <a:lnTo>
                    <a:pt x="712" y="14025"/>
                  </a:lnTo>
                  <a:lnTo>
                    <a:pt x="751" y="14163"/>
                  </a:lnTo>
                  <a:lnTo>
                    <a:pt x="751" y="14242"/>
                  </a:lnTo>
                  <a:lnTo>
                    <a:pt x="751" y="14281"/>
                  </a:lnTo>
                  <a:lnTo>
                    <a:pt x="712" y="14143"/>
                  </a:lnTo>
                  <a:lnTo>
                    <a:pt x="653" y="14044"/>
                  </a:lnTo>
                  <a:lnTo>
                    <a:pt x="554" y="13926"/>
                  </a:lnTo>
                  <a:lnTo>
                    <a:pt x="613" y="14104"/>
                  </a:lnTo>
                  <a:lnTo>
                    <a:pt x="692" y="14281"/>
                  </a:lnTo>
                  <a:lnTo>
                    <a:pt x="791" y="14459"/>
                  </a:lnTo>
                  <a:lnTo>
                    <a:pt x="870" y="14578"/>
                  </a:lnTo>
                  <a:lnTo>
                    <a:pt x="850" y="14597"/>
                  </a:lnTo>
                  <a:lnTo>
                    <a:pt x="850" y="14617"/>
                  </a:lnTo>
                  <a:lnTo>
                    <a:pt x="890" y="14716"/>
                  </a:lnTo>
                  <a:lnTo>
                    <a:pt x="988" y="14913"/>
                  </a:lnTo>
                  <a:lnTo>
                    <a:pt x="1087" y="15071"/>
                  </a:lnTo>
                  <a:lnTo>
                    <a:pt x="1087" y="15091"/>
                  </a:lnTo>
                  <a:lnTo>
                    <a:pt x="1067" y="15091"/>
                  </a:lnTo>
                  <a:lnTo>
                    <a:pt x="1008" y="15071"/>
                  </a:lnTo>
                  <a:lnTo>
                    <a:pt x="1067" y="15111"/>
                  </a:lnTo>
                  <a:lnTo>
                    <a:pt x="1146" y="15210"/>
                  </a:lnTo>
                  <a:lnTo>
                    <a:pt x="1225" y="15348"/>
                  </a:lnTo>
                  <a:lnTo>
                    <a:pt x="1285" y="15466"/>
                  </a:lnTo>
                  <a:lnTo>
                    <a:pt x="1265" y="15447"/>
                  </a:lnTo>
                  <a:lnTo>
                    <a:pt x="1225" y="15427"/>
                  </a:lnTo>
                  <a:lnTo>
                    <a:pt x="1107" y="15328"/>
                  </a:lnTo>
                  <a:lnTo>
                    <a:pt x="969" y="15190"/>
                  </a:lnTo>
                  <a:lnTo>
                    <a:pt x="830" y="15071"/>
                  </a:lnTo>
                  <a:lnTo>
                    <a:pt x="712" y="14894"/>
                  </a:lnTo>
                  <a:lnTo>
                    <a:pt x="672" y="14795"/>
                  </a:lnTo>
                  <a:lnTo>
                    <a:pt x="672" y="14775"/>
                  </a:lnTo>
                  <a:lnTo>
                    <a:pt x="712" y="14795"/>
                  </a:lnTo>
                  <a:lnTo>
                    <a:pt x="830" y="14874"/>
                  </a:lnTo>
                  <a:lnTo>
                    <a:pt x="890" y="14894"/>
                  </a:lnTo>
                  <a:lnTo>
                    <a:pt x="890" y="14874"/>
                  </a:lnTo>
                  <a:lnTo>
                    <a:pt x="890" y="14854"/>
                  </a:lnTo>
                  <a:lnTo>
                    <a:pt x="751" y="14597"/>
                  </a:lnTo>
                  <a:lnTo>
                    <a:pt x="613" y="14341"/>
                  </a:lnTo>
                  <a:lnTo>
                    <a:pt x="593" y="14341"/>
                  </a:lnTo>
                  <a:lnTo>
                    <a:pt x="534" y="14321"/>
                  </a:lnTo>
                  <a:lnTo>
                    <a:pt x="534" y="14341"/>
                  </a:lnTo>
                  <a:lnTo>
                    <a:pt x="593" y="14518"/>
                  </a:lnTo>
                  <a:lnTo>
                    <a:pt x="475" y="14380"/>
                  </a:lnTo>
                  <a:lnTo>
                    <a:pt x="337" y="14202"/>
                  </a:lnTo>
                  <a:lnTo>
                    <a:pt x="238" y="13985"/>
                  </a:lnTo>
                  <a:lnTo>
                    <a:pt x="234" y="13961"/>
                  </a:lnTo>
                  <a:lnTo>
                    <a:pt x="159" y="13886"/>
                  </a:lnTo>
                  <a:lnTo>
                    <a:pt x="60" y="13827"/>
                  </a:lnTo>
                  <a:lnTo>
                    <a:pt x="21" y="13807"/>
                  </a:lnTo>
                  <a:lnTo>
                    <a:pt x="1" y="13847"/>
                  </a:lnTo>
                  <a:lnTo>
                    <a:pt x="1" y="13926"/>
                  </a:lnTo>
                  <a:lnTo>
                    <a:pt x="21" y="14064"/>
                  </a:lnTo>
                  <a:lnTo>
                    <a:pt x="40" y="14044"/>
                  </a:lnTo>
                  <a:lnTo>
                    <a:pt x="40" y="14064"/>
                  </a:lnTo>
                  <a:lnTo>
                    <a:pt x="100" y="14104"/>
                  </a:lnTo>
                  <a:lnTo>
                    <a:pt x="119" y="14123"/>
                  </a:lnTo>
                  <a:lnTo>
                    <a:pt x="139" y="14123"/>
                  </a:lnTo>
                  <a:lnTo>
                    <a:pt x="159" y="14104"/>
                  </a:lnTo>
                  <a:lnTo>
                    <a:pt x="139" y="14025"/>
                  </a:lnTo>
                  <a:lnTo>
                    <a:pt x="218" y="14202"/>
                  </a:lnTo>
                  <a:lnTo>
                    <a:pt x="277" y="14439"/>
                  </a:lnTo>
                  <a:lnTo>
                    <a:pt x="297" y="14518"/>
                  </a:lnTo>
                  <a:lnTo>
                    <a:pt x="297" y="14578"/>
                  </a:lnTo>
                  <a:lnTo>
                    <a:pt x="297" y="14597"/>
                  </a:lnTo>
                  <a:lnTo>
                    <a:pt x="277" y="14597"/>
                  </a:lnTo>
                  <a:lnTo>
                    <a:pt x="238" y="14578"/>
                  </a:lnTo>
                  <a:lnTo>
                    <a:pt x="356" y="14755"/>
                  </a:lnTo>
                  <a:lnTo>
                    <a:pt x="495" y="14973"/>
                  </a:lnTo>
                  <a:lnTo>
                    <a:pt x="751" y="15328"/>
                  </a:lnTo>
                  <a:lnTo>
                    <a:pt x="751" y="15348"/>
                  </a:lnTo>
                  <a:lnTo>
                    <a:pt x="732" y="15348"/>
                  </a:lnTo>
                  <a:lnTo>
                    <a:pt x="692" y="15308"/>
                  </a:lnTo>
                  <a:lnTo>
                    <a:pt x="771" y="15427"/>
                  </a:lnTo>
                  <a:lnTo>
                    <a:pt x="988" y="15704"/>
                  </a:lnTo>
                  <a:lnTo>
                    <a:pt x="929" y="15486"/>
                  </a:lnTo>
                  <a:lnTo>
                    <a:pt x="929" y="15486"/>
                  </a:lnTo>
                  <a:lnTo>
                    <a:pt x="1028" y="15644"/>
                  </a:lnTo>
                  <a:lnTo>
                    <a:pt x="1127" y="15783"/>
                  </a:lnTo>
                  <a:lnTo>
                    <a:pt x="1245" y="15901"/>
                  </a:lnTo>
                  <a:lnTo>
                    <a:pt x="1364" y="16000"/>
                  </a:lnTo>
                  <a:lnTo>
                    <a:pt x="1601" y="16178"/>
                  </a:lnTo>
                  <a:lnTo>
                    <a:pt x="1857" y="16336"/>
                  </a:lnTo>
                  <a:lnTo>
                    <a:pt x="1798" y="16355"/>
                  </a:lnTo>
                  <a:lnTo>
                    <a:pt x="1739" y="16336"/>
                  </a:lnTo>
                  <a:lnTo>
                    <a:pt x="1601" y="16237"/>
                  </a:lnTo>
                  <a:lnTo>
                    <a:pt x="1265" y="15980"/>
                  </a:lnTo>
                  <a:lnTo>
                    <a:pt x="1265" y="15980"/>
                  </a:lnTo>
                  <a:lnTo>
                    <a:pt x="1304" y="16059"/>
                  </a:lnTo>
                  <a:lnTo>
                    <a:pt x="1324" y="16118"/>
                  </a:lnTo>
                  <a:lnTo>
                    <a:pt x="1364" y="16138"/>
                  </a:lnTo>
                  <a:lnTo>
                    <a:pt x="1403" y="16158"/>
                  </a:lnTo>
                  <a:lnTo>
                    <a:pt x="1522" y="16217"/>
                  </a:lnTo>
                  <a:lnTo>
                    <a:pt x="1620" y="16296"/>
                  </a:lnTo>
                  <a:lnTo>
                    <a:pt x="1699" y="16395"/>
                  </a:lnTo>
                  <a:lnTo>
                    <a:pt x="1719" y="16454"/>
                  </a:lnTo>
                  <a:lnTo>
                    <a:pt x="1699" y="16474"/>
                  </a:lnTo>
                  <a:lnTo>
                    <a:pt x="1680" y="16474"/>
                  </a:lnTo>
                  <a:lnTo>
                    <a:pt x="1996" y="16652"/>
                  </a:lnTo>
                  <a:lnTo>
                    <a:pt x="2015" y="16671"/>
                  </a:lnTo>
                  <a:lnTo>
                    <a:pt x="2015" y="16691"/>
                  </a:lnTo>
                  <a:lnTo>
                    <a:pt x="1996" y="16691"/>
                  </a:lnTo>
                  <a:lnTo>
                    <a:pt x="2055" y="16731"/>
                  </a:lnTo>
                  <a:lnTo>
                    <a:pt x="2134" y="16731"/>
                  </a:lnTo>
                  <a:lnTo>
                    <a:pt x="2193" y="16691"/>
                  </a:lnTo>
                  <a:lnTo>
                    <a:pt x="2252" y="16691"/>
                  </a:lnTo>
                  <a:lnTo>
                    <a:pt x="2430" y="16770"/>
                  </a:lnTo>
                  <a:lnTo>
                    <a:pt x="2391" y="16731"/>
                  </a:lnTo>
                  <a:lnTo>
                    <a:pt x="2331" y="16691"/>
                  </a:lnTo>
                  <a:lnTo>
                    <a:pt x="2252" y="16671"/>
                  </a:lnTo>
                  <a:lnTo>
                    <a:pt x="2173" y="16652"/>
                  </a:lnTo>
                  <a:lnTo>
                    <a:pt x="2134" y="16632"/>
                  </a:lnTo>
                  <a:lnTo>
                    <a:pt x="2035" y="16553"/>
                  </a:lnTo>
                  <a:lnTo>
                    <a:pt x="2035" y="16494"/>
                  </a:lnTo>
                  <a:lnTo>
                    <a:pt x="2075" y="16494"/>
                  </a:lnTo>
                  <a:lnTo>
                    <a:pt x="2233" y="16553"/>
                  </a:lnTo>
                  <a:lnTo>
                    <a:pt x="2351" y="16612"/>
                  </a:lnTo>
                  <a:lnTo>
                    <a:pt x="2450" y="16632"/>
                  </a:lnTo>
                  <a:lnTo>
                    <a:pt x="2509" y="16711"/>
                  </a:lnTo>
                  <a:lnTo>
                    <a:pt x="2529" y="16770"/>
                  </a:lnTo>
                  <a:lnTo>
                    <a:pt x="2470" y="16849"/>
                  </a:lnTo>
                  <a:lnTo>
                    <a:pt x="2430" y="16908"/>
                  </a:lnTo>
                  <a:lnTo>
                    <a:pt x="2410" y="16968"/>
                  </a:lnTo>
                  <a:lnTo>
                    <a:pt x="2430" y="17066"/>
                  </a:lnTo>
                  <a:lnTo>
                    <a:pt x="2410" y="17027"/>
                  </a:lnTo>
                  <a:lnTo>
                    <a:pt x="2391" y="17007"/>
                  </a:lnTo>
                  <a:lnTo>
                    <a:pt x="2351" y="16987"/>
                  </a:lnTo>
                  <a:lnTo>
                    <a:pt x="2351" y="16968"/>
                  </a:lnTo>
                  <a:lnTo>
                    <a:pt x="2331" y="16968"/>
                  </a:lnTo>
                  <a:lnTo>
                    <a:pt x="2351" y="16869"/>
                  </a:lnTo>
                  <a:lnTo>
                    <a:pt x="2331" y="16849"/>
                  </a:lnTo>
                  <a:lnTo>
                    <a:pt x="2312" y="16849"/>
                  </a:lnTo>
                  <a:lnTo>
                    <a:pt x="2292" y="16889"/>
                  </a:lnTo>
                  <a:lnTo>
                    <a:pt x="2252" y="16928"/>
                  </a:lnTo>
                  <a:lnTo>
                    <a:pt x="2213" y="16968"/>
                  </a:lnTo>
                  <a:lnTo>
                    <a:pt x="2233" y="16987"/>
                  </a:lnTo>
                  <a:lnTo>
                    <a:pt x="2272" y="16968"/>
                  </a:lnTo>
                  <a:lnTo>
                    <a:pt x="2292" y="16968"/>
                  </a:lnTo>
                  <a:lnTo>
                    <a:pt x="2292" y="16987"/>
                  </a:lnTo>
                  <a:lnTo>
                    <a:pt x="2292" y="17047"/>
                  </a:lnTo>
                  <a:lnTo>
                    <a:pt x="2272" y="17047"/>
                  </a:lnTo>
                  <a:lnTo>
                    <a:pt x="2312" y="17086"/>
                  </a:lnTo>
                  <a:lnTo>
                    <a:pt x="2312" y="17244"/>
                  </a:lnTo>
                  <a:lnTo>
                    <a:pt x="2371" y="17540"/>
                  </a:lnTo>
                  <a:lnTo>
                    <a:pt x="2351" y="17758"/>
                  </a:lnTo>
                  <a:lnTo>
                    <a:pt x="2371" y="17975"/>
                  </a:lnTo>
                  <a:lnTo>
                    <a:pt x="2410" y="18192"/>
                  </a:lnTo>
                  <a:lnTo>
                    <a:pt x="2450" y="18410"/>
                  </a:lnTo>
                  <a:lnTo>
                    <a:pt x="2549" y="18785"/>
                  </a:lnTo>
                  <a:lnTo>
                    <a:pt x="2569" y="18963"/>
                  </a:lnTo>
                  <a:lnTo>
                    <a:pt x="2588" y="19121"/>
                  </a:lnTo>
                  <a:lnTo>
                    <a:pt x="2667" y="19002"/>
                  </a:lnTo>
                  <a:lnTo>
                    <a:pt x="2766" y="19259"/>
                  </a:lnTo>
                  <a:lnTo>
                    <a:pt x="2865" y="19516"/>
                  </a:lnTo>
                  <a:lnTo>
                    <a:pt x="2964" y="19753"/>
                  </a:lnTo>
                  <a:lnTo>
                    <a:pt x="3062" y="19950"/>
                  </a:lnTo>
                  <a:lnTo>
                    <a:pt x="3023" y="19930"/>
                  </a:lnTo>
                  <a:lnTo>
                    <a:pt x="3003" y="19911"/>
                  </a:lnTo>
                  <a:lnTo>
                    <a:pt x="2924" y="19812"/>
                  </a:lnTo>
                  <a:lnTo>
                    <a:pt x="2766" y="19516"/>
                  </a:lnTo>
                  <a:lnTo>
                    <a:pt x="2845" y="19733"/>
                  </a:lnTo>
                  <a:lnTo>
                    <a:pt x="2944" y="19911"/>
                  </a:lnTo>
                  <a:lnTo>
                    <a:pt x="3043" y="20088"/>
                  </a:lnTo>
                  <a:lnTo>
                    <a:pt x="3141" y="20266"/>
                  </a:lnTo>
                  <a:lnTo>
                    <a:pt x="3359" y="20543"/>
                  </a:lnTo>
                  <a:lnTo>
                    <a:pt x="3576" y="20780"/>
                  </a:lnTo>
                  <a:lnTo>
                    <a:pt x="3497" y="20484"/>
                  </a:lnTo>
                  <a:lnTo>
                    <a:pt x="3398" y="20207"/>
                  </a:lnTo>
                  <a:lnTo>
                    <a:pt x="3497" y="20286"/>
                  </a:lnTo>
                  <a:lnTo>
                    <a:pt x="3576" y="20365"/>
                  </a:lnTo>
                  <a:lnTo>
                    <a:pt x="3615" y="20464"/>
                  </a:lnTo>
                  <a:lnTo>
                    <a:pt x="3635" y="20543"/>
                  </a:lnTo>
                  <a:lnTo>
                    <a:pt x="3655" y="20642"/>
                  </a:lnTo>
                  <a:lnTo>
                    <a:pt x="3694" y="20740"/>
                  </a:lnTo>
                  <a:lnTo>
                    <a:pt x="3773" y="20859"/>
                  </a:lnTo>
                  <a:lnTo>
                    <a:pt x="3872" y="20977"/>
                  </a:lnTo>
                  <a:lnTo>
                    <a:pt x="3833" y="20997"/>
                  </a:lnTo>
                  <a:lnTo>
                    <a:pt x="3734" y="20997"/>
                  </a:lnTo>
                  <a:lnTo>
                    <a:pt x="3714" y="21017"/>
                  </a:lnTo>
                  <a:lnTo>
                    <a:pt x="3694" y="21037"/>
                  </a:lnTo>
                  <a:lnTo>
                    <a:pt x="3675" y="21076"/>
                  </a:lnTo>
                  <a:lnTo>
                    <a:pt x="3813" y="21195"/>
                  </a:lnTo>
                  <a:lnTo>
                    <a:pt x="3951" y="21333"/>
                  </a:lnTo>
                  <a:lnTo>
                    <a:pt x="4109" y="21471"/>
                  </a:lnTo>
                  <a:lnTo>
                    <a:pt x="4247" y="21590"/>
                  </a:lnTo>
                  <a:lnTo>
                    <a:pt x="4247" y="21649"/>
                  </a:lnTo>
                  <a:lnTo>
                    <a:pt x="4208" y="21669"/>
                  </a:lnTo>
                  <a:lnTo>
                    <a:pt x="4168" y="21669"/>
                  </a:lnTo>
                  <a:lnTo>
                    <a:pt x="4089" y="21649"/>
                  </a:lnTo>
                  <a:lnTo>
                    <a:pt x="4010" y="21590"/>
                  </a:lnTo>
                  <a:lnTo>
                    <a:pt x="3931" y="21511"/>
                  </a:lnTo>
                  <a:lnTo>
                    <a:pt x="3833" y="21412"/>
                  </a:lnTo>
                  <a:lnTo>
                    <a:pt x="3714" y="21274"/>
                  </a:lnTo>
                  <a:lnTo>
                    <a:pt x="3655" y="21155"/>
                  </a:lnTo>
                  <a:lnTo>
                    <a:pt x="3576" y="21037"/>
                  </a:lnTo>
                  <a:lnTo>
                    <a:pt x="3378" y="20800"/>
                  </a:lnTo>
                  <a:lnTo>
                    <a:pt x="3220" y="20563"/>
                  </a:lnTo>
                  <a:lnTo>
                    <a:pt x="3161" y="20444"/>
                  </a:lnTo>
                  <a:lnTo>
                    <a:pt x="3122" y="20325"/>
                  </a:lnTo>
                  <a:lnTo>
                    <a:pt x="3141" y="20543"/>
                  </a:lnTo>
                  <a:lnTo>
                    <a:pt x="3141" y="20543"/>
                  </a:lnTo>
                  <a:lnTo>
                    <a:pt x="3003" y="20306"/>
                  </a:lnTo>
                  <a:lnTo>
                    <a:pt x="2885" y="20108"/>
                  </a:lnTo>
                  <a:lnTo>
                    <a:pt x="2815" y="19975"/>
                  </a:lnTo>
                  <a:lnTo>
                    <a:pt x="2815" y="19975"/>
                  </a:lnTo>
                  <a:lnTo>
                    <a:pt x="2865" y="20108"/>
                  </a:lnTo>
                  <a:lnTo>
                    <a:pt x="2924" y="20246"/>
                  </a:lnTo>
                  <a:lnTo>
                    <a:pt x="2983" y="20503"/>
                  </a:lnTo>
                  <a:lnTo>
                    <a:pt x="3023" y="20622"/>
                  </a:lnTo>
                  <a:lnTo>
                    <a:pt x="3062" y="20721"/>
                  </a:lnTo>
                  <a:lnTo>
                    <a:pt x="3122" y="20819"/>
                  </a:lnTo>
                  <a:lnTo>
                    <a:pt x="3201" y="20918"/>
                  </a:lnTo>
                  <a:lnTo>
                    <a:pt x="3201" y="20977"/>
                  </a:lnTo>
                  <a:lnTo>
                    <a:pt x="3201" y="21076"/>
                  </a:lnTo>
                  <a:lnTo>
                    <a:pt x="3201" y="21116"/>
                  </a:lnTo>
                  <a:lnTo>
                    <a:pt x="3181" y="21135"/>
                  </a:lnTo>
                  <a:lnTo>
                    <a:pt x="3161" y="21116"/>
                  </a:lnTo>
                  <a:lnTo>
                    <a:pt x="3102" y="21076"/>
                  </a:lnTo>
                  <a:lnTo>
                    <a:pt x="2983" y="20918"/>
                  </a:lnTo>
                  <a:lnTo>
                    <a:pt x="2924" y="20780"/>
                  </a:lnTo>
                  <a:lnTo>
                    <a:pt x="2865" y="20681"/>
                  </a:lnTo>
                  <a:lnTo>
                    <a:pt x="2825" y="20661"/>
                  </a:lnTo>
                  <a:lnTo>
                    <a:pt x="2806" y="20661"/>
                  </a:lnTo>
                  <a:lnTo>
                    <a:pt x="2885" y="20800"/>
                  </a:lnTo>
                  <a:lnTo>
                    <a:pt x="2924" y="20898"/>
                  </a:lnTo>
                  <a:lnTo>
                    <a:pt x="2983" y="21017"/>
                  </a:lnTo>
                  <a:lnTo>
                    <a:pt x="3122" y="21234"/>
                  </a:lnTo>
                  <a:lnTo>
                    <a:pt x="3181" y="21234"/>
                  </a:lnTo>
                  <a:lnTo>
                    <a:pt x="3240" y="21274"/>
                  </a:lnTo>
                  <a:lnTo>
                    <a:pt x="3418" y="21372"/>
                  </a:lnTo>
                  <a:lnTo>
                    <a:pt x="3793" y="21649"/>
                  </a:lnTo>
                  <a:lnTo>
                    <a:pt x="3991" y="21827"/>
                  </a:lnTo>
                  <a:lnTo>
                    <a:pt x="4188" y="22024"/>
                  </a:lnTo>
                  <a:lnTo>
                    <a:pt x="4504" y="22380"/>
                  </a:lnTo>
                  <a:lnTo>
                    <a:pt x="4307" y="22222"/>
                  </a:lnTo>
                  <a:lnTo>
                    <a:pt x="4149" y="22103"/>
                  </a:lnTo>
                  <a:lnTo>
                    <a:pt x="4070" y="22083"/>
                  </a:lnTo>
                  <a:lnTo>
                    <a:pt x="4010" y="22064"/>
                  </a:lnTo>
                  <a:lnTo>
                    <a:pt x="3971" y="22064"/>
                  </a:lnTo>
                  <a:lnTo>
                    <a:pt x="3971" y="22083"/>
                  </a:lnTo>
                  <a:lnTo>
                    <a:pt x="4050" y="22143"/>
                  </a:lnTo>
                  <a:lnTo>
                    <a:pt x="4109" y="22202"/>
                  </a:lnTo>
                  <a:lnTo>
                    <a:pt x="4247" y="22360"/>
                  </a:lnTo>
                  <a:lnTo>
                    <a:pt x="4346" y="22478"/>
                  </a:lnTo>
                  <a:lnTo>
                    <a:pt x="4366" y="22478"/>
                  </a:lnTo>
                  <a:lnTo>
                    <a:pt x="4386" y="22439"/>
                  </a:lnTo>
                  <a:lnTo>
                    <a:pt x="4860" y="22913"/>
                  </a:lnTo>
                  <a:lnTo>
                    <a:pt x="5038" y="23111"/>
                  </a:lnTo>
                  <a:lnTo>
                    <a:pt x="5097" y="23209"/>
                  </a:lnTo>
                  <a:lnTo>
                    <a:pt x="5097" y="23269"/>
                  </a:lnTo>
                  <a:lnTo>
                    <a:pt x="4879" y="23091"/>
                  </a:lnTo>
                  <a:lnTo>
                    <a:pt x="4682" y="22913"/>
                  </a:lnTo>
                  <a:lnTo>
                    <a:pt x="4504" y="22735"/>
                  </a:lnTo>
                  <a:lnTo>
                    <a:pt x="4326" y="22577"/>
                  </a:lnTo>
                  <a:lnTo>
                    <a:pt x="4405" y="22676"/>
                  </a:lnTo>
                  <a:lnTo>
                    <a:pt x="4405" y="22696"/>
                  </a:lnTo>
                  <a:lnTo>
                    <a:pt x="4366" y="22696"/>
                  </a:lnTo>
                  <a:lnTo>
                    <a:pt x="4050" y="22360"/>
                  </a:lnTo>
                  <a:lnTo>
                    <a:pt x="4228" y="22656"/>
                  </a:lnTo>
                  <a:lnTo>
                    <a:pt x="4326" y="22775"/>
                  </a:lnTo>
                  <a:lnTo>
                    <a:pt x="4524" y="22933"/>
                  </a:lnTo>
                  <a:lnTo>
                    <a:pt x="4524" y="22933"/>
                  </a:lnTo>
                  <a:lnTo>
                    <a:pt x="4484" y="22893"/>
                  </a:lnTo>
                  <a:lnTo>
                    <a:pt x="4484" y="22874"/>
                  </a:lnTo>
                  <a:lnTo>
                    <a:pt x="4504" y="22893"/>
                  </a:lnTo>
                  <a:lnTo>
                    <a:pt x="4781" y="23130"/>
                  </a:lnTo>
                  <a:lnTo>
                    <a:pt x="4721" y="23229"/>
                  </a:lnTo>
                  <a:lnTo>
                    <a:pt x="4820" y="23308"/>
                  </a:lnTo>
                  <a:lnTo>
                    <a:pt x="4959" y="23407"/>
                  </a:lnTo>
                  <a:lnTo>
                    <a:pt x="5255" y="23683"/>
                  </a:lnTo>
                  <a:lnTo>
                    <a:pt x="5433" y="23822"/>
                  </a:lnTo>
                  <a:lnTo>
                    <a:pt x="5610" y="23960"/>
                  </a:lnTo>
                  <a:lnTo>
                    <a:pt x="5828" y="24078"/>
                  </a:lnTo>
                  <a:lnTo>
                    <a:pt x="6045" y="24197"/>
                  </a:lnTo>
                  <a:lnTo>
                    <a:pt x="5986" y="24197"/>
                  </a:lnTo>
                  <a:lnTo>
                    <a:pt x="6144" y="24276"/>
                  </a:lnTo>
                  <a:lnTo>
                    <a:pt x="6282" y="24335"/>
                  </a:lnTo>
                  <a:lnTo>
                    <a:pt x="6400" y="24355"/>
                  </a:lnTo>
                  <a:lnTo>
                    <a:pt x="6519" y="24375"/>
                  </a:lnTo>
                  <a:lnTo>
                    <a:pt x="6776" y="24394"/>
                  </a:lnTo>
                  <a:lnTo>
                    <a:pt x="6934" y="24414"/>
                  </a:lnTo>
                  <a:lnTo>
                    <a:pt x="7111" y="24473"/>
                  </a:lnTo>
                  <a:lnTo>
                    <a:pt x="7032" y="24493"/>
                  </a:lnTo>
                  <a:lnTo>
                    <a:pt x="7013" y="24493"/>
                  </a:lnTo>
                  <a:lnTo>
                    <a:pt x="6993" y="24513"/>
                  </a:lnTo>
                  <a:lnTo>
                    <a:pt x="6993" y="24552"/>
                  </a:lnTo>
                  <a:lnTo>
                    <a:pt x="7013" y="24612"/>
                  </a:lnTo>
                  <a:lnTo>
                    <a:pt x="7190" y="24651"/>
                  </a:lnTo>
                  <a:lnTo>
                    <a:pt x="7368" y="24730"/>
                  </a:lnTo>
                  <a:lnTo>
                    <a:pt x="7526" y="24809"/>
                  </a:lnTo>
                  <a:lnTo>
                    <a:pt x="7724" y="24908"/>
                  </a:lnTo>
                  <a:lnTo>
                    <a:pt x="7625" y="24849"/>
                  </a:lnTo>
                  <a:lnTo>
                    <a:pt x="7605" y="24829"/>
                  </a:lnTo>
                  <a:lnTo>
                    <a:pt x="7645" y="24809"/>
                  </a:lnTo>
                  <a:lnTo>
                    <a:pt x="7684" y="24789"/>
                  </a:lnTo>
                  <a:lnTo>
                    <a:pt x="7783" y="24789"/>
                  </a:lnTo>
                  <a:lnTo>
                    <a:pt x="7803" y="24770"/>
                  </a:lnTo>
                  <a:lnTo>
                    <a:pt x="7783" y="24770"/>
                  </a:lnTo>
                  <a:lnTo>
                    <a:pt x="7744" y="24730"/>
                  </a:lnTo>
                  <a:lnTo>
                    <a:pt x="7744" y="24710"/>
                  </a:lnTo>
                  <a:lnTo>
                    <a:pt x="7763" y="24710"/>
                  </a:lnTo>
                  <a:lnTo>
                    <a:pt x="7842" y="24691"/>
                  </a:lnTo>
                  <a:lnTo>
                    <a:pt x="8079" y="24710"/>
                  </a:lnTo>
                  <a:lnTo>
                    <a:pt x="8652" y="24770"/>
                  </a:lnTo>
                  <a:lnTo>
                    <a:pt x="8672" y="24789"/>
                  </a:lnTo>
                  <a:lnTo>
                    <a:pt x="8672" y="24809"/>
                  </a:lnTo>
                  <a:lnTo>
                    <a:pt x="8593" y="24849"/>
                  </a:lnTo>
                  <a:lnTo>
                    <a:pt x="8040" y="24849"/>
                  </a:lnTo>
                  <a:lnTo>
                    <a:pt x="8020" y="24868"/>
                  </a:lnTo>
                  <a:lnTo>
                    <a:pt x="8020" y="24888"/>
                  </a:lnTo>
                  <a:lnTo>
                    <a:pt x="8119" y="24947"/>
                  </a:lnTo>
                  <a:lnTo>
                    <a:pt x="8316" y="24967"/>
                  </a:lnTo>
                  <a:lnTo>
                    <a:pt x="8395" y="24967"/>
                  </a:lnTo>
                  <a:lnTo>
                    <a:pt x="8415" y="24947"/>
                  </a:lnTo>
                  <a:lnTo>
                    <a:pt x="8435" y="24928"/>
                  </a:lnTo>
                  <a:lnTo>
                    <a:pt x="8415" y="24908"/>
                  </a:lnTo>
                  <a:lnTo>
                    <a:pt x="8316" y="24868"/>
                  </a:lnTo>
                  <a:lnTo>
                    <a:pt x="8652" y="24908"/>
                  </a:lnTo>
                  <a:lnTo>
                    <a:pt x="9027" y="24947"/>
                  </a:lnTo>
                  <a:lnTo>
                    <a:pt x="9383" y="24947"/>
                  </a:lnTo>
                  <a:lnTo>
                    <a:pt x="9679" y="24967"/>
                  </a:lnTo>
                  <a:lnTo>
                    <a:pt x="10232" y="24730"/>
                  </a:lnTo>
                  <a:lnTo>
                    <a:pt x="10331" y="24671"/>
                  </a:lnTo>
                  <a:lnTo>
                    <a:pt x="10351" y="24651"/>
                  </a:lnTo>
                  <a:lnTo>
                    <a:pt x="10371" y="24552"/>
                  </a:lnTo>
                  <a:lnTo>
                    <a:pt x="10331" y="24631"/>
                  </a:lnTo>
                  <a:lnTo>
                    <a:pt x="10311" y="24651"/>
                  </a:lnTo>
                  <a:lnTo>
                    <a:pt x="10252" y="24671"/>
                  </a:lnTo>
                  <a:lnTo>
                    <a:pt x="10153" y="24710"/>
                  </a:lnTo>
                  <a:lnTo>
                    <a:pt x="10035" y="24730"/>
                  </a:lnTo>
                  <a:lnTo>
                    <a:pt x="10213" y="24612"/>
                  </a:lnTo>
                  <a:lnTo>
                    <a:pt x="10292" y="24552"/>
                  </a:lnTo>
                  <a:lnTo>
                    <a:pt x="10311" y="24513"/>
                  </a:lnTo>
                  <a:lnTo>
                    <a:pt x="10371" y="24493"/>
                  </a:lnTo>
                  <a:lnTo>
                    <a:pt x="10410" y="24513"/>
                  </a:lnTo>
                  <a:lnTo>
                    <a:pt x="10450" y="24552"/>
                  </a:lnTo>
                  <a:lnTo>
                    <a:pt x="10469" y="24592"/>
                  </a:lnTo>
                  <a:lnTo>
                    <a:pt x="10430" y="24631"/>
                  </a:lnTo>
                  <a:lnTo>
                    <a:pt x="10430" y="24612"/>
                  </a:lnTo>
                  <a:lnTo>
                    <a:pt x="10410" y="24671"/>
                  </a:lnTo>
                  <a:lnTo>
                    <a:pt x="10390" y="24750"/>
                  </a:lnTo>
                  <a:lnTo>
                    <a:pt x="10410" y="24691"/>
                  </a:lnTo>
                  <a:lnTo>
                    <a:pt x="10430" y="24691"/>
                  </a:lnTo>
                  <a:lnTo>
                    <a:pt x="10450" y="24671"/>
                  </a:lnTo>
                  <a:lnTo>
                    <a:pt x="10469" y="24671"/>
                  </a:lnTo>
                  <a:lnTo>
                    <a:pt x="10469" y="24691"/>
                  </a:lnTo>
                  <a:lnTo>
                    <a:pt x="10469" y="24730"/>
                  </a:lnTo>
                  <a:lnTo>
                    <a:pt x="10489" y="24750"/>
                  </a:lnTo>
                  <a:lnTo>
                    <a:pt x="10529" y="24789"/>
                  </a:lnTo>
                  <a:lnTo>
                    <a:pt x="10608" y="24888"/>
                  </a:lnTo>
                  <a:lnTo>
                    <a:pt x="10746" y="25046"/>
                  </a:lnTo>
                  <a:lnTo>
                    <a:pt x="10904" y="25165"/>
                  </a:lnTo>
                  <a:lnTo>
                    <a:pt x="11082" y="25264"/>
                  </a:lnTo>
                  <a:lnTo>
                    <a:pt x="11180" y="25303"/>
                  </a:lnTo>
                  <a:lnTo>
                    <a:pt x="11259" y="25323"/>
                  </a:lnTo>
                  <a:lnTo>
                    <a:pt x="11180" y="25244"/>
                  </a:lnTo>
                  <a:lnTo>
                    <a:pt x="11101" y="25145"/>
                  </a:lnTo>
                  <a:lnTo>
                    <a:pt x="11062" y="25066"/>
                  </a:lnTo>
                  <a:lnTo>
                    <a:pt x="11062" y="25026"/>
                  </a:lnTo>
                  <a:lnTo>
                    <a:pt x="11082" y="25026"/>
                  </a:lnTo>
                  <a:lnTo>
                    <a:pt x="11121" y="25086"/>
                  </a:lnTo>
                  <a:lnTo>
                    <a:pt x="11200" y="25165"/>
                  </a:lnTo>
                  <a:lnTo>
                    <a:pt x="11358" y="25283"/>
                  </a:lnTo>
                  <a:lnTo>
                    <a:pt x="11477" y="25382"/>
                  </a:lnTo>
                  <a:lnTo>
                    <a:pt x="11516" y="25422"/>
                  </a:lnTo>
                  <a:lnTo>
                    <a:pt x="11516" y="25441"/>
                  </a:lnTo>
                  <a:lnTo>
                    <a:pt x="11378" y="25382"/>
                  </a:lnTo>
                  <a:lnTo>
                    <a:pt x="11615" y="25540"/>
                  </a:lnTo>
                  <a:lnTo>
                    <a:pt x="11812" y="25639"/>
                  </a:lnTo>
                  <a:lnTo>
                    <a:pt x="11970" y="25698"/>
                  </a:lnTo>
                  <a:lnTo>
                    <a:pt x="12109" y="25738"/>
                  </a:lnTo>
                  <a:lnTo>
                    <a:pt x="12168" y="25718"/>
                  </a:lnTo>
                  <a:lnTo>
                    <a:pt x="12208" y="25678"/>
                  </a:lnTo>
                  <a:lnTo>
                    <a:pt x="12287" y="25659"/>
                  </a:lnTo>
                  <a:lnTo>
                    <a:pt x="12425" y="25678"/>
                  </a:lnTo>
                  <a:lnTo>
                    <a:pt x="12603" y="25738"/>
                  </a:lnTo>
                  <a:lnTo>
                    <a:pt x="12662" y="25797"/>
                  </a:lnTo>
                  <a:lnTo>
                    <a:pt x="12642" y="25817"/>
                  </a:lnTo>
                  <a:lnTo>
                    <a:pt x="12622" y="25817"/>
                  </a:lnTo>
                  <a:lnTo>
                    <a:pt x="12563" y="25836"/>
                  </a:lnTo>
                  <a:lnTo>
                    <a:pt x="12484" y="25856"/>
                  </a:lnTo>
                  <a:lnTo>
                    <a:pt x="12425" y="25856"/>
                  </a:lnTo>
                  <a:lnTo>
                    <a:pt x="12425" y="25876"/>
                  </a:lnTo>
                  <a:lnTo>
                    <a:pt x="12425" y="25896"/>
                  </a:lnTo>
                  <a:lnTo>
                    <a:pt x="12543" y="25955"/>
                  </a:lnTo>
                  <a:lnTo>
                    <a:pt x="12859" y="25994"/>
                  </a:lnTo>
                  <a:lnTo>
                    <a:pt x="13195" y="26014"/>
                  </a:lnTo>
                  <a:lnTo>
                    <a:pt x="13314" y="26113"/>
                  </a:lnTo>
                  <a:lnTo>
                    <a:pt x="13649" y="26152"/>
                  </a:lnTo>
                  <a:lnTo>
                    <a:pt x="13985" y="26172"/>
                  </a:lnTo>
                  <a:lnTo>
                    <a:pt x="14301" y="26152"/>
                  </a:lnTo>
                  <a:lnTo>
                    <a:pt x="14597" y="26113"/>
                  </a:lnTo>
                  <a:lnTo>
                    <a:pt x="14914" y="26034"/>
                  </a:lnTo>
                  <a:lnTo>
                    <a:pt x="15210" y="25975"/>
                  </a:lnTo>
                  <a:lnTo>
                    <a:pt x="15862" y="25797"/>
                  </a:lnTo>
                  <a:lnTo>
                    <a:pt x="15862" y="25836"/>
                  </a:lnTo>
                  <a:lnTo>
                    <a:pt x="15842" y="25856"/>
                  </a:lnTo>
                  <a:lnTo>
                    <a:pt x="15783" y="25896"/>
                  </a:lnTo>
                  <a:lnTo>
                    <a:pt x="15664" y="25955"/>
                  </a:lnTo>
                  <a:lnTo>
                    <a:pt x="15546" y="26014"/>
                  </a:lnTo>
                  <a:lnTo>
                    <a:pt x="15230" y="26093"/>
                  </a:lnTo>
                  <a:lnTo>
                    <a:pt x="14993" y="26133"/>
                  </a:lnTo>
                  <a:lnTo>
                    <a:pt x="15111" y="26152"/>
                  </a:lnTo>
                  <a:lnTo>
                    <a:pt x="15249" y="26152"/>
                  </a:lnTo>
                  <a:lnTo>
                    <a:pt x="15526" y="26093"/>
                  </a:lnTo>
                  <a:lnTo>
                    <a:pt x="15822" y="26014"/>
                  </a:lnTo>
                  <a:lnTo>
                    <a:pt x="15960" y="25975"/>
                  </a:lnTo>
                  <a:lnTo>
                    <a:pt x="16118" y="25955"/>
                  </a:lnTo>
                  <a:lnTo>
                    <a:pt x="16355" y="25876"/>
                  </a:lnTo>
                  <a:lnTo>
                    <a:pt x="16533" y="25797"/>
                  </a:lnTo>
                  <a:lnTo>
                    <a:pt x="16632" y="25698"/>
                  </a:lnTo>
                  <a:lnTo>
                    <a:pt x="16632" y="25659"/>
                  </a:lnTo>
                  <a:lnTo>
                    <a:pt x="16612" y="25639"/>
                  </a:lnTo>
                  <a:lnTo>
                    <a:pt x="16829" y="25560"/>
                  </a:lnTo>
                  <a:lnTo>
                    <a:pt x="16889" y="25540"/>
                  </a:lnTo>
                  <a:lnTo>
                    <a:pt x="16928" y="25560"/>
                  </a:lnTo>
                  <a:lnTo>
                    <a:pt x="16968" y="25580"/>
                  </a:lnTo>
                  <a:lnTo>
                    <a:pt x="16987" y="25599"/>
                  </a:lnTo>
                  <a:lnTo>
                    <a:pt x="17007" y="25599"/>
                  </a:lnTo>
                  <a:lnTo>
                    <a:pt x="17047" y="25540"/>
                  </a:lnTo>
                  <a:lnTo>
                    <a:pt x="17146" y="25481"/>
                  </a:lnTo>
                  <a:lnTo>
                    <a:pt x="17383" y="25343"/>
                  </a:lnTo>
                  <a:lnTo>
                    <a:pt x="17659" y="25204"/>
                  </a:lnTo>
                  <a:lnTo>
                    <a:pt x="17916" y="25066"/>
                  </a:lnTo>
                  <a:lnTo>
                    <a:pt x="17955" y="25125"/>
                  </a:lnTo>
                  <a:lnTo>
                    <a:pt x="18173" y="24947"/>
                  </a:lnTo>
                  <a:lnTo>
                    <a:pt x="18390" y="24770"/>
                  </a:lnTo>
                  <a:lnTo>
                    <a:pt x="18331" y="24789"/>
                  </a:lnTo>
                  <a:lnTo>
                    <a:pt x="18331" y="24770"/>
                  </a:lnTo>
                  <a:lnTo>
                    <a:pt x="18331" y="24730"/>
                  </a:lnTo>
                  <a:lnTo>
                    <a:pt x="18331" y="24691"/>
                  </a:lnTo>
                  <a:lnTo>
                    <a:pt x="18449" y="24612"/>
                  </a:lnTo>
                  <a:lnTo>
                    <a:pt x="18350" y="24651"/>
                  </a:lnTo>
                  <a:lnTo>
                    <a:pt x="18252" y="24671"/>
                  </a:lnTo>
                  <a:lnTo>
                    <a:pt x="18054" y="24770"/>
                  </a:lnTo>
                  <a:lnTo>
                    <a:pt x="17857" y="24888"/>
                  </a:lnTo>
                  <a:lnTo>
                    <a:pt x="17679" y="25007"/>
                  </a:lnTo>
                  <a:lnTo>
                    <a:pt x="17481" y="25125"/>
                  </a:lnTo>
                  <a:lnTo>
                    <a:pt x="17284" y="25224"/>
                  </a:lnTo>
                  <a:lnTo>
                    <a:pt x="17066" y="25283"/>
                  </a:lnTo>
                  <a:lnTo>
                    <a:pt x="16968" y="25303"/>
                  </a:lnTo>
                  <a:lnTo>
                    <a:pt x="16849" y="25303"/>
                  </a:lnTo>
                  <a:lnTo>
                    <a:pt x="16908" y="25264"/>
                  </a:lnTo>
                  <a:lnTo>
                    <a:pt x="16889" y="25244"/>
                  </a:lnTo>
                  <a:lnTo>
                    <a:pt x="16869" y="25224"/>
                  </a:lnTo>
                  <a:lnTo>
                    <a:pt x="16928" y="25185"/>
                  </a:lnTo>
                  <a:lnTo>
                    <a:pt x="17047" y="25145"/>
                  </a:lnTo>
                  <a:lnTo>
                    <a:pt x="17106" y="25145"/>
                  </a:lnTo>
                  <a:lnTo>
                    <a:pt x="17205" y="25026"/>
                  </a:lnTo>
                  <a:lnTo>
                    <a:pt x="17205" y="25007"/>
                  </a:lnTo>
                  <a:lnTo>
                    <a:pt x="17066" y="25046"/>
                  </a:lnTo>
                  <a:lnTo>
                    <a:pt x="17066" y="25026"/>
                  </a:lnTo>
                  <a:lnTo>
                    <a:pt x="17086" y="24987"/>
                  </a:lnTo>
                  <a:lnTo>
                    <a:pt x="17126" y="24928"/>
                  </a:lnTo>
                  <a:lnTo>
                    <a:pt x="17225" y="24868"/>
                  </a:lnTo>
                  <a:lnTo>
                    <a:pt x="17343" y="24789"/>
                  </a:lnTo>
                  <a:lnTo>
                    <a:pt x="17600" y="24651"/>
                  </a:lnTo>
                  <a:lnTo>
                    <a:pt x="17876" y="24473"/>
                  </a:lnTo>
                  <a:lnTo>
                    <a:pt x="17975" y="24473"/>
                  </a:lnTo>
                  <a:lnTo>
                    <a:pt x="17975" y="24493"/>
                  </a:lnTo>
                  <a:lnTo>
                    <a:pt x="17936" y="24552"/>
                  </a:lnTo>
                  <a:lnTo>
                    <a:pt x="17876" y="24612"/>
                  </a:lnTo>
                  <a:lnTo>
                    <a:pt x="17679" y="24770"/>
                  </a:lnTo>
                  <a:lnTo>
                    <a:pt x="17541" y="24888"/>
                  </a:lnTo>
                  <a:lnTo>
                    <a:pt x="17718" y="24750"/>
                  </a:lnTo>
                  <a:lnTo>
                    <a:pt x="17817" y="24691"/>
                  </a:lnTo>
                  <a:lnTo>
                    <a:pt x="17955" y="24631"/>
                  </a:lnTo>
                  <a:lnTo>
                    <a:pt x="17975" y="24770"/>
                  </a:lnTo>
                  <a:lnTo>
                    <a:pt x="18173" y="24592"/>
                  </a:lnTo>
                  <a:lnTo>
                    <a:pt x="18192" y="24552"/>
                  </a:lnTo>
                  <a:lnTo>
                    <a:pt x="18173" y="24533"/>
                  </a:lnTo>
                  <a:lnTo>
                    <a:pt x="18113" y="24513"/>
                  </a:lnTo>
                  <a:lnTo>
                    <a:pt x="18094" y="24493"/>
                  </a:lnTo>
                  <a:lnTo>
                    <a:pt x="18094" y="24434"/>
                  </a:lnTo>
                  <a:lnTo>
                    <a:pt x="18133" y="24375"/>
                  </a:lnTo>
                  <a:lnTo>
                    <a:pt x="18192" y="24315"/>
                  </a:lnTo>
                  <a:lnTo>
                    <a:pt x="18252" y="24276"/>
                  </a:lnTo>
                  <a:lnTo>
                    <a:pt x="18331" y="24236"/>
                  </a:lnTo>
                  <a:lnTo>
                    <a:pt x="18508" y="24177"/>
                  </a:lnTo>
                  <a:lnTo>
                    <a:pt x="18568" y="24138"/>
                  </a:lnTo>
                  <a:lnTo>
                    <a:pt x="18627" y="24098"/>
                  </a:lnTo>
                  <a:lnTo>
                    <a:pt x="18627" y="24098"/>
                  </a:lnTo>
                  <a:lnTo>
                    <a:pt x="18508" y="24217"/>
                  </a:lnTo>
                  <a:lnTo>
                    <a:pt x="18627" y="24138"/>
                  </a:lnTo>
                  <a:lnTo>
                    <a:pt x="18726" y="24078"/>
                  </a:lnTo>
                  <a:lnTo>
                    <a:pt x="18884" y="23940"/>
                  </a:lnTo>
                  <a:lnTo>
                    <a:pt x="19002" y="23802"/>
                  </a:lnTo>
                  <a:lnTo>
                    <a:pt x="19180" y="23644"/>
                  </a:lnTo>
                  <a:lnTo>
                    <a:pt x="19377" y="23604"/>
                  </a:lnTo>
                  <a:lnTo>
                    <a:pt x="19239" y="23683"/>
                  </a:lnTo>
                  <a:lnTo>
                    <a:pt x="19140" y="23762"/>
                  </a:lnTo>
                  <a:lnTo>
                    <a:pt x="19061" y="23861"/>
                  </a:lnTo>
                  <a:lnTo>
                    <a:pt x="19002" y="23940"/>
                  </a:lnTo>
                  <a:lnTo>
                    <a:pt x="18903" y="24098"/>
                  </a:lnTo>
                  <a:lnTo>
                    <a:pt x="18844" y="24157"/>
                  </a:lnTo>
                  <a:lnTo>
                    <a:pt x="18765" y="24197"/>
                  </a:lnTo>
                  <a:lnTo>
                    <a:pt x="18765" y="24197"/>
                  </a:lnTo>
                  <a:lnTo>
                    <a:pt x="18943" y="24118"/>
                  </a:lnTo>
                  <a:lnTo>
                    <a:pt x="19042" y="24118"/>
                  </a:lnTo>
                  <a:lnTo>
                    <a:pt x="19042" y="24138"/>
                  </a:lnTo>
                  <a:lnTo>
                    <a:pt x="19042" y="24157"/>
                  </a:lnTo>
                  <a:lnTo>
                    <a:pt x="19002" y="24256"/>
                  </a:lnTo>
                  <a:lnTo>
                    <a:pt x="18805" y="24493"/>
                  </a:lnTo>
                  <a:lnTo>
                    <a:pt x="18647" y="24691"/>
                  </a:lnTo>
                  <a:lnTo>
                    <a:pt x="19002" y="24454"/>
                  </a:lnTo>
                  <a:lnTo>
                    <a:pt x="19160" y="24355"/>
                  </a:lnTo>
                  <a:lnTo>
                    <a:pt x="19298" y="24296"/>
                  </a:lnTo>
                  <a:lnTo>
                    <a:pt x="19417" y="24157"/>
                  </a:lnTo>
                  <a:lnTo>
                    <a:pt x="19536" y="24039"/>
                  </a:lnTo>
                  <a:lnTo>
                    <a:pt x="19812" y="23822"/>
                  </a:lnTo>
                  <a:lnTo>
                    <a:pt x="19950" y="23723"/>
                  </a:lnTo>
                  <a:lnTo>
                    <a:pt x="20069" y="23604"/>
                  </a:lnTo>
                  <a:lnTo>
                    <a:pt x="20187" y="23466"/>
                  </a:lnTo>
                  <a:lnTo>
                    <a:pt x="20266" y="23308"/>
                  </a:lnTo>
                  <a:lnTo>
                    <a:pt x="20306" y="23269"/>
                  </a:lnTo>
                  <a:lnTo>
                    <a:pt x="20326" y="23269"/>
                  </a:lnTo>
                  <a:lnTo>
                    <a:pt x="20306" y="23328"/>
                  </a:lnTo>
                  <a:lnTo>
                    <a:pt x="20286" y="23387"/>
                  </a:lnTo>
                  <a:lnTo>
                    <a:pt x="20306" y="23387"/>
                  </a:lnTo>
                  <a:lnTo>
                    <a:pt x="20345" y="23348"/>
                  </a:lnTo>
                  <a:lnTo>
                    <a:pt x="20602" y="23091"/>
                  </a:lnTo>
                  <a:lnTo>
                    <a:pt x="20839" y="22814"/>
                  </a:lnTo>
                  <a:lnTo>
                    <a:pt x="21056" y="22518"/>
                  </a:lnTo>
                  <a:lnTo>
                    <a:pt x="21254" y="22202"/>
                  </a:lnTo>
                  <a:lnTo>
                    <a:pt x="21333" y="22083"/>
                  </a:lnTo>
                  <a:lnTo>
                    <a:pt x="21392" y="22044"/>
                  </a:lnTo>
                  <a:lnTo>
                    <a:pt x="21491" y="22024"/>
                  </a:lnTo>
                  <a:lnTo>
                    <a:pt x="21728" y="21708"/>
                  </a:lnTo>
                  <a:lnTo>
                    <a:pt x="21906" y="21412"/>
                  </a:lnTo>
                  <a:lnTo>
                    <a:pt x="22044" y="21116"/>
                  </a:lnTo>
                  <a:lnTo>
                    <a:pt x="22163" y="20839"/>
                  </a:lnTo>
                  <a:lnTo>
                    <a:pt x="22261" y="20563"/>
                  </a:lnTo>
                  <a:lnTo>
                    <a:pt x="22360" y="20266"/>
                  </a:lnTo>
                  <a:lnTo>
                    <a:pt x="22360" y="20187"/>
                  </a:lnTo>
                  <a:lnTo>
                    <a:pt x="22380" y="20148"/>
                  </a:lnTo>
                  <a:lnTo>
                    <a:pt x="22380" y="20128"/>
                  </a:lnTo>
                  <a:lnTo>
                    <a:pt x="22400" y="20108"/>
                  </a:lnTo>
                  <a:lnTo>
                    <a:pt x="22479" y="20108"/>
                  </a:lnTo>
                  <a:lnTo>
                    <a:pt x="22459" y="20167"/>
                  </a:lnTo>
                  <a:lnTo>
                    <a:pt x="22498" y="20167"/>
                  </a:lnTo>
                  <a:lnTo>
                    <a:pt x="22637" y="20128"/>
                  </a:lnTo>
                  <a:lnTo>
                    <a:pt x="22814" y="20009"/>
                  </a:lnTo>
                  <a:lnTo>
                    <a:pt x="22893" y="19950"/>
                  </a:lnTo>
                  <a:lnTo>
                    <a:pt x="22933" y="19891"/>
                  </a:lnTo>
                  <a:lnTo>
                    <a:pt x="23032" y="19851"/>
                  </a:lnTo>
                  <a:lnTo>
                    <a:pt x="23150" y="19812"/>
                  </a:lnTo>
                  <a:lnTo>
                    <a:pt x="23249" y="19753"/>
                  </a:lnTo>
                  <a:lnTo>
                    <a:pt x="23348" y="19674"/>
                  </a:lnTo>
                  <a:lnTo>
                    <a:pt x="23545" y="19476"/>
                  </a:lnTo>
                  <a:lnTo>
                    <a:pt x="23723" y="19239"/>
                  </a:lnTo>
                  <a:lnTo>
                    <a:pt x="23881" y="19002"/>
                  </a:lnTo>
                  <a:lnTo>
                    <a:pt x="24039" y="18745"/>
                  </a:lnTo>
                  <a:lnTo>
                    <a:pt x="24177" y="18528"/>
                  </a:lnTo>
                  <a:lnTo>
                    <a:pt x="24315" y="18370"/>
                  </a:lnTo>
                  <a:lnTo>
                    <a:pt x="24394" y="18153"/>
                  </a:lnTo>
                  <a:lnTo>
                    <a:pt x="24454" y="17995"/>
                  </a:lnTo>
                  <a:lnTo>
                    <a:pt x="24474" y="17837"/>
                  </a:lnTo>
                  <a:lnTo>
                    <a:pt x="24474" y="17718"/>
                  </a:lnTo>
                  <a:lnTo>
                    <a:pt x="24474" y="17501"/>
                  </a:lnTo>
                  <a:lnTo>
                    <a:pt x="24474" y="17363"/>
                  </a:lnTo>
                  <a:lnTo>
                    <a:pt x="24493" y="17205"/>
                  </a:lnTo>
                  <a:lnTo>
                    <a:pt x="24533" y="17224"/>
                  </a:lnTo>
                  <a:lnTo>
                    <a:pt x="24572" y="17264"/>
                  </a:lnTo>
                  <a:lnTo>
                    <a:pt x="24592" y="17264"/>
                  </a:lnTo>
                  <a:lnTo>
                    <a:pt x="24612" y="17244"/>
                  </a:lnTo>
                  <a:lnTo>
                    <a:pt x="24632" y="17205"/>
                  </a:lnTo>
                  <a:lnTo>
                    <a:pt x="24671" y="17145"/>
                  </a:lnTo>
                  <a:lnTo>
                    <a:pt x="24948" y="15131"/>
                  </a:lnTo>
                  <a:lnTo>
                    <a:pt x="25086" y="14123"/>
                  </a:lnTo>
                  <a:lnTo>
                    <a:pt x="25165" y="13570"/>
                  </a:lnTo>
                  <a:lnTo>
                    <a:pt x="25224" y="12978"/>
                  </a:lnTo>
                  <a:lnTo>
                    <a:pt x="25244" y="13037"/>
                  </a:lnTo>
                  <a:lnTo>
                    <a:pt x="25244" y="13116"/>
                  </a:lnTo>
                  <a:lnTo>
                    <a:pt x="25283" y="12721"/>
                  </a:lnTo>
                  <a:lnTo>
                    <a:pt x="25283" y="12326"/>
                  </a:lnTo>
                  <a:lnTo>
                    <a:pt x="25264" y="11931"/>
                  </a:lnTo>
                  <a:lnTo>
                    <a:pt x="25204" y="11536"/>
                  </a:lnTo>
                  <a:lnTo>
                    <a:pt x="25145" y="11141"/>
                  </a:lnTo>
                  <a:lnTo>
                    <a:pt x="25066" y="10765"/>
                  </a:lnTo>
                  <a:lnTo>
                    <a:pt x="24967" y="10390"/>
                  </a:lnTo>
                  <a:lnTo>
                    <a:pt x="24869" y="10015"/>
                  </a:lnTo>
                  <a:lnTo>
                    <a:pt x="24770" y="9857"/>
                  </a:lnTo>
                  <a:lnTo>
                    <a:pt x="24651" y="9659"/>
                  </a:lnTo>
                  <a:lnTo>
                    <a:pt x="24592" y="9580"/>
                  </a:lnTo>
                  <a:lnTo>
                    <a:pt x="24553" y="9541"/>
                  </a:lnTo>
                  <a:lnTo>
                    <a:pt x="24513" y="9521"/>
                  </a:lnTo>
                  <a:lnTo>
                    <a:pt x="24493" y="9561"/>
                  </a:lnTo>
                  <a:lnTo>
                    <a:pt x="24533" y="9640"/>
                  </a:lnTo>
                  <a:lnTo>
                    <a:pt x="24553" y="9699"/>
                  </a:lnTo>
                  <a:lnTo>
                    <a:pt x="24553" y="9738"/>
                  </a:lnTo>
                  <a:lnTo>
                    <a:pt x="24533" y="9778"/>
                  </a:lnTo>
                  <a:lnTo>
                    <a:pt x="24493" y="9837"/>
                  </a:lnTo>
                  <a:lnTo>
                    <a:pt x="24454" y="9857"/>
                  </a:lnTo>
                  <a:lnTo>
                    <a:pt x="24315" y="9640"/>
                  </a:lnTo>
                  <a:lnTo>
                    <a:pt x="24236" y="9482"/>
                  </a:lnTo>
                  <a:lnTo>
                    <a:pt x="24217" y="9383"/>
                  </a:lnTo>
                  <a:lnTo>
                    <a:pt x="24197" y="9324"/>
                  </a:lnTo>
                  <a:lnTo>
                    <a:pt x="24197" y="9264"/>
                  </a:lnTo>
                  <a:lnTo>
                    <a:pt x="24197" y="9185"/>
                  </a:lnTo>
                  <a:lnTo>
                    <a:pt x="24138" y="9106"/>
                  </a:lnTo>
                  <a:lnTo>
                    <a:pt x="24039" y="8968"/>
                  </a:lnTo>
                  <a:lnTo>
                    <a:pt x="24059" y="8909"/>
                  </a:lnTo>
                  <a:lnTo>
                    <a:pt x="24078" y="8889"/>
                  </a:lnTo>
                  <a:lnTo>
                    <a:pt x="24098" y="8889"/>
                  </a:lnTo>
                  <a:lnTo>
                    <a:pt x="24138" y="8929"/>
                  </a:lnTo>
                  <a:lnTo>
                    <a:pt x="24217" y="8968"/>
                  </a:lnTo>
                  <a:lnTo>
                    <a:pt x="24335" y="9087"/>
                  </a:lnTo>
                  <a:lnTo>
                    <a:pt x="24394" y="9126"/>
                  </a:lnTo>
                  <a:lnTo>
                    <a:pt x="24454" y="9126"/>
                  </a:lnTo>
                  <a:lnTo>
                    <a:pt x="24296" y="8948"/>
                  </a:lnTo>
                  <a:lnTo>
                    <a:pt x="24157" y="8810"/>
                  </a:lnTo>
                  <a:lnTo>
                    <a:pt x="23861" y="8533"/>
                  </a:lnTo>
                  <a:lnTo>
                    <a:pt x="23683" y="8316"/>
                  </a:lnTo>
                  <a:lnTo>
                    <a:pt x="23506" y="8138"/>
                  </a:lnTo>
                  <a:lnTo>
                    <a:pt x="23367" y="7961"/>
                  </a:lnTo>
                  <a:lnTo>
                    <a:pt x="23328" y="7882"/>
                  </a:lnTo>
                  <a:lnTo>
                    <a:pt x="23288" y="7783"/>
                  </a:lnTo>
                  <a:lnTo>
                    <a:pt x="23308" y="7803"/>
                  </a:lnTo>
                  <a:lnTo>
                    <a:pt x="23328" y="7822"/>
                  </a:lnTo>
                  <a:lnTo>
                    <a:pt x="23367" y="7822"/>
                  </a:lnTo>
                  <a:lnTo>
                    <a:pt x="23422" y="7841"/>
                  </a:lnTo>
                  <a:lnTo>
                    <a:pt x="23407" y="7822"/>
                  </a:lnTo>
                  <a:lnTo>
                    <a:pt x="23328" y="7704"/>
                  </a:lnTo>
                  <a:lnTo>
                    <a:pt x="23209" y="7447"/>
                  </a:lnTo>
                  <a:lnTo>
                    <a:pt x="23190" y="7467"/>
                  </a:lnTo>
                  <a:lnTo>
                    <a:pt x="23170" y="7447"/>
                  </a:lnTo>
                  <a:lnTo>
                    <a:pt x="23091" y="7368"/>
                  </a:lnTo>
                  <a:lnTo>
                    <a:pt x="23032" y="7230"/>
                  </a:lnTo>
                  <a:lnTo>
                    <a:pt x="22992" y="7171"/>
                  </a:lnTo>
                  <a:lnTo>
                    <a:pt x="22953" y="7131"/>
                  </a:lnTo>
                  <a:lnTo>
                    <a:pt x="22953" y="7092"/>
                  </a:lnTo>
                  <a:lnTo>
                    <a:pt x="22933" y="7092"/>
                  </a:lnTo>
                  <a:lnTo>
                    <a:pt x="22913" y="7072"/>
                  </a:lnTo>
                  <a:lnTo>
                    <a:pt x="22854" y="7013"/>
                  </a:lnTo>
                  <a:lnTo>
                    <a:pt x="22735" y="6835"/>
                  </a:lnTo>
                  <a:lnTo>
                    <a:pt x="22834" y="6697"/>
                  </a:lnTo>
                  <a:lnTo>
                    <a:pt x="22775" y="6637"/>
                  </a:lnTo>
                  <a:lnTo>
                    <a:pt x="22755" y="6657"/>
                  </a:lnTo>
                  <a:lnTo>
                    <a:pt x="22735" y="6677"/>
                  </a:lnTo>
                  <a:lnTo>
                    <a:pt x="22696" y="6618"/>
                  </a:lnTo>
                  <a:lnTo>
                    <a:pt x="22558" y="6341"/>
                  </a:lnTo>
                  <a:lnTo>
                    <a:pt x="22400" y="5966"/>
                  </a:lnTo>
                  <a:lnTo>
                    <a:pt x="22261" y="5610"/>
                  </a:lnTo>
                  <a:lnTo>
                    <a:pt x="22222" y="5492"/>
                  </a:lnTo>
                  <a:lnTo>
                    <a:pt x="22222" y="5432"/>
                  </a:lnTo>
                  <a:lnTo>
                    <a:pt x="22242" y="5413"/>
                  </a:lnTo>
                  <a:lnTo>
                    <a:pt x="22123" y="5235"/>
                  </a:lnTo>
                  <a:lnTo>
                    <a:pt x="22024" y="5097"/>
                  </a:lnTo>
                  <a:lnTo>
                    <a:pt x="21906" y="4958"/>
                  </a:lnTo>
                  <a:lnTo>
                    <a:pt x="21807" y="4781"/>
                  </a:lnTo>
                  <a:lnTo>
                    <a:pt x="21827" y="4800"/>
                  </a:lnTo>
                  <a:lnTo>
                    <a:pt x="21866" y="4820"/>
                  </a:lnTo>
                  <a:lnTo>
                    <a:pt x="21925" y="4860"/>
                  </a:lnTo>
                  <a:lnTo>
                    <a:pt x="21925" y="4860"/>
                  </a:lnTo>
                  <a:lnTo>
                    <a:pt x="21787" y="4603"/>
                  </a:lnTo>
                  <a:lnTo>
                    <a:pt x="21629" y="4366"/>
                  </a:lnTo>
                  <a:lnTo>
                    <a:pt x="21274" y="3872"/>
                  </a:lnTo>
                  <a:lnTo>
                    <a:pt x="20918" y="3398"/>
                  </a:lnTo>
                  <a:lnTo>
                    <a:pt x="20563" y="2963"/>
                  </a:lnTo>
                  <a:lnTo>
                    <a:pt x="20247" y="2687"/>
                  </a:lnTo>
                  <a:lnTo>
                    <a:pt x="19931" y="2450"/>
                  </a:lnTo>
                  <a:lnTo>
                    <a:pt x="19634" y="2272"/>
                  </a:lnTo>
                  <a:lnTo>
                    <a:pt x="19358" y="2154"/>
                  </a:lnTo>
                  <a:lnTo>
                    <a:pt x="19496" y="2233"/>
                  </a:lnTo>
                  <a:lnTo>
                    <a:pt x="19615" y="2351"/>
                  </a:lnTo>
                  <a:lnTo>
                    <a:pt x="19654" y="2391"/>
                  </a:lnTo>
                  <a:lnTo>
                    <a:pt x="19674" y="2430"/>
                  </a:lnTo>
                  <a:lnTo>
                    <a:pt x="19634" y="2430"/>
                  </a:lnTo>
                  <a:lnTo>
                    <a:pt x="19575" y="2410"/>
                  </a:lnTo>
                  <a:lnTo>
                    <a:pt x="19437" y="2371"/>
                  </a:lnTo>
                  <a:lnTo>
                    <a:pt x="19318" y="2292"/>
                  </a:lnTo>
                  <a:lnTo>
                    <a:pt x="19180" y="2193"/>
                  </a:lnTo>
                  <a:lnTo>
                    <a:pt x="19022" y="2114"/>
                  </a:lnTo>
                  <a:lnTo>
                    <a:pt x="19022" y="2094"/>
                  </a:lnTo>
                  <a:lnTo>
                    <a:pt x="18982" y="2035"/>
                  </a:lnTo>
                  <a:lnTo>
                    <a:pt x="18864" y="1936"/>
                  </a:lnTo>
                  <a:lnTo>
                    <a:pt x="18824" y="1897"/>
                  </a:lnTo>
                  <a:lnTo>
                    <a:pt x="18805" y="1877"/>
                  </a:lnTo>
                  <a:lnTo>
                    <a:pt x="18805" y="1877"/>
                  </a:lnTo>
                  <a:lnTo>
                    <a:pt x="18982" y="1936"/>
                  </a:lnTo>
                  <a:lnTo>
                    <a:pt x="18982" y="1936"/>
                  </a:lnTo>
                  <a:lnTo>
                    <a:pt x="18963" y="1917"/>
                  </a:lnTo>
                  <a:lnTo>
                    <a:pt x="18923" y="1877"/>
                  </a:lnTo>
                  <a:lnTo>
                    <a:pt x="18824" y="1778"/>
                  </a:lnTo>
                  <a:lnTo>
                    <a:pt x="18666" y="1699"/>
                  </a:lnTo>
                  <a:lnTo>
                    <a:pt x="18508" y="1620"/>
                  </a:lnTo>
                  <a:lnTo>
                    <a:pt x="18212" y="1482"/>
                  </a:lnTo>
                  <a:lnTo>
                    <a:pt x="18113" y="1423"/>
                  </a:lnTo>
                  <a:lnTo>
                    <a:pt x="18094" y="1403"/>
                  </a:lnTo>
                  <a:lnTo>
                    <a:pt x="18094" y="1363"/>
                  </a:lnTo>
                  <a:lnTo>
                    <a:pt x="17916" y="1324"/>
                  </a:lnTo>
                  <a:lnTo>
                    <a:pt x="17639" y="1245"/>
                  </a:lnTo>
                  <a:lnTo>
                    <a:pt x="17304" y="1166"/>
                  </a:lnTo>
                  <a:lnTo>
                    <a:pt x="17165" y="1146"/>
                  </a:lnTo>
                  <a:lnTo>
                    <a:pt x="17047" y="1146"/>
                  </a:lnTo>
                  <a:lnTo>
                    <a:pt x="17047" y="1126"/>
                  </a:lnTo>
                  <a:lnTo>
                    <a:pt x="17086" y="1107"/>
                  </a:lnTo>
                  <a:lnTo>
                    <a:pt x="17225" y="1126"/>
                  </a:lnTo>
                  <a:lnTo>
                    <a:pt x="17363" y="1146"/>
                  </a:lnTo>
                  <a:lnTo>
                    <a:pt x="17442" y="1146"/>
                  </a:lnTo>
                  <a:lnTo>
                    <a:pt x="17106" y="1087"/>
                  </a:lnTo>
                  <a:lnTo>
                    <a:pt x="17126" y="1047"/>
                  </a:lnTo>
                  <a:lnTo>
                    <a:pt x="16908" y="988"/>
                  </a:lnTo>
                  <a:lnTo>
                    <a:pt x="16474" y="988"/>
                  </a:lnTo>
                  <a:lnTo>
                    <a:pt x="16257" y="1047"/>
                  </a:lnTo>
                  <a:lnTo>
                    <a:pt x="16138" y="1067"/>
                  </a:lnTo>
                  <a:lnTo>
                    <a:pt x="16020" y="1087"/>
                  </a:lnTo>
                  <a:lnTo>
                    <a:pt x="16020" y="1067"/>
                  </a:lnTo>
                  <a:lnTo>
                    <a:pt x="15783" y="1087"/>
                  </a:lnTo>
                  <a:lnTo>
                    <a:pt x="16079" y="968"/>
                  </a:lnTo>
                  <a:lnTo>
                    <a:pt x="15921" y="968"/>
                  </a:lnTo>
                  <a:lnTo>
                    <a:pt x="15802" y="988"/>
                  </a:lnTo>
                  <a:lnTo>
                    <a:pt x="15605" y="1047"/>
                  </a:lnTo>
                  <a:lnTo>
                    <a:pt x="15427" y="1087"/>
                  </a:lnTo>
                  <a:lnTo>
                    <a:pt x="15328" y="1107"/>
                  </a:lnTo>
                  <a:lnTo>
                    <a:pt x="15249" y="1107"/>
                  </a:lnTo>
                  <a:lnTo>
                    <a:pt x="15230" y="1067"/>
                  </a:lnTo>
                  <a:lnTo>
                    <a:pt x="15111" y="1067"/>
                  </a:lnTo>
                  <a:lnTo>
                    <a:pt x="15111" y="1047"/>
                  </a:lnTo>
                  <a:lnTo>
                    <a:pt x="15032" y="1067"/>
                  </a:lnTo>
                  <a:lnTo>
                    <a:pt x="14953" y="1047"/>
                  </a:lnTo>
                  <a:lnTo>
                    <a:pt x="14736" y="1008"/>
                  </a:lnTo>
                  <a:lnTo>
                    <a:pt x="14518" y="909"/>
                  </a:lnTo>
                  <a:lnTo>
                    <a:pt x="14400" y="889"/>
                  </a:lnTo>
                  <a:lnTo>
                    <a:pt x="14301" y="870"/>
                  </a:lnTo>
                  <a:lnTo>
                    <a:pt x="14222" y="791"/>
                  </a:lnTo>
                  <a:lnTo>
                    <a:pt x="14123" y="712"/>
                  </a:lnTo>
                  <a:lnTo>
                    <a:pt x="14064" y="672"/>
                  </a:lnTo>
                  <a:lnTo>
                    <a:pt x="14005" y="633"/>
                  </a:lnTo>
                  <a:lnTo>
                    <a:pt x="13926" y="613"/>
                  </a:lnTo>
                  <a:lnTo>
                    <a:pt x="13847" y="613"/>
                  </a:lnTo>
                  <a:lnTo>
                    <a:pt x="13946" y="494"/>
                  </a:lnTo>
                  <a:lnTo>
                    <a:pt x="14104" y="554"/>
                  </a:lnTo>
                  <a:lnTo>
                    <a:pt x="14202" y="613"/>
                  </a:lnTo>
                  <a:lnTo>
                    <a:pt x="14281" y="672"/>
                  </a:lnTo>
                  <a:lnTo>
                    <a:pt x="14380" y="751"/>
                  </a:lnTo>
                  <a:lnTo>
                    <a:pt x="14637" y="850"/>
                  </a:lnTo>
                  <a:lnTo>
                    <a:pt x="14499" y="731"/>
                  </a:lnTo>
                  <a:lnTo>
                    <a:pt x="14281" y="573"/>
                  </a:lnTo>
                  <a:lnTo>
                    <a:pt x="14005" y="435"/>
                  </a:lnTo>
                  <a:lnTo>
                    <a:pt x="13689" y="297"/>
                  </a:lnTo>
                  <a:lnTo>
                    <a:pt x="13333" y="178"/>
                  </a:lnTo>
                  <a:lnTo>
                    <a:pt x="12978" y="99"/>
                  </a:lnTo>
                  <a:lnTo>
                    <a:pt x="12622" y="40"/>
                  </a:lnTo>
                  <a:lnTo>
                    <a:pt x="1230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1" name="Google Shape;8861;p34"/>
            <p:cNvSpPr/>
            <p:nvPr/>
          </p:nvSpPr>
          <p:spPr>
            <a:xfrm>
              <a:off x="8680593" y="1151476"/>
              <a:ext cx="1519" cy="2223"/>
            </a:xfrm>
            <a:custGeom>
              <a:rect b="b" l="l" r="r" t="t"/>
              <a:pathLst>
                <a:path extrusionOk="0" h="60" w="41">
                  <a:moveTo>
                    <a:pt x="1" y="0"/>
                  </a:moveTo>
                  <a:lnTo>
                    <a:pt x="14" y="20"/>
                  </a:lnTo>
                  <a:lnTo>
                    <a:pt x="21" y="20"/>
                  </a:lnTo>
                  <a:lnTo>
                    <a:pt x="1" y="0"/>
                  </a:lnTo>
                  <a:close/>
                  <a:moveTo>
                    <a:pt x="1" y="20"/>
                  </a:moveTo>
                  <a:lnTo>
                    <a:pt x="40" y="59"/>
                  </a:lnTo>
                  <a:lnTo>
                    <a:pt x="14" y="2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2" name="Google Shape;8862;p34"/>
            <p:cNvSpPr/>
            <p:nvPr/>
          </p:nvSpPr>
          <p:spPr>
            <a:xfrm>
              <a:off x="9476745" y="995586"/>
              <a:ext cx="1482" cy="2260"/>
            </a:xfrm>
            <a:custGeom>
              <a:rect b="b" l="l" r="r" t="t"/>
              <a:pathLst>
                <a:path extrusionOk="0" h="61" w="40">
                  <a:moveTo>
                    <a:pt x="0" y="1"/>
                  </a:moveTo>
                  <a:lnTo>
                    <a:pt x="20" y="40"/>
                  </a:lnTo>
                  <a:lnTo>
                    <a:pt x="40" y="60"/>
                  </a:lnTo>
                  <a:lnTo>
                    <a:pt x="0" y="1"/>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3" name="Google Shape;8863;p34"/>
            <p:cNvSpPr/>
            <p:nvPr/>
          </p:nvSpPr>
          <p:spPr>
            <a:xfrm>
              <a:off x="9435773" y="1221715"/>
              <a:ext cx="741" cy="741"/>
            </a:xfrm>
            <a:custGeom>
              <a:rect b="b" l="l" r="r" t="t"/>
              <a:pathLst>
                <a:path extrusionOk="0" h="20" w="20">
                  <a:moveTo>
                    <a:pt x="0" y="0"/>
                  </a:moveTo>
                  <a:lnTo>
                    <a:pt x="0" y="0"/>
                  </a:lnTo>
                  <a:lnTo>
                    <a:pt x="20" y="20"/>
                  </a:lnTo>
                  <a:lnTo>
                    <a:pt x="20" y="20"/>
                  </a:lnTo>
                  <a:lnTo>
                    <a:pt x="0" y="0"/>
                  </a:lnTo>
                  <a:lnTo>
                    <a:pt x="0" y="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4" name="Google Shape;8864;p34"/>
            <p:cNvSpPr/>
            <p:nvPr/>
          </p:nvSpPr>
          <p:spPr>
            <a:xfrm>
              <a:off x="8691596" y="1119986"/>
              <a:ext cx="2964" cy="2964"/>
            </a:xfrm>
            <a:custGeom>
              <a:rect b="b" l="l" r="r" t="t"/>
              <a:pathLst>
                <a:path extrusionOk="0" h="80" w="80">
                  <a:moveTo>
                    <a:pt x="79" y="80"/>
                  </a:moveTo>
                  <a:lnTo>
                    <a:pt x="79" y="80"/>
                  </a:lnTo>
                  <a:lnTo>
                    <a:pt x="40" y="40"/>
                  </a:lnTo>
                  <a:lnTo>
                    <a:pt x="0" y="1"/>
                  </a:lnTo>
                  <a:lnTo>
                    <a:pt x="79" y="80"/>
                  </a:lnTo>
                  <a:close/>
                </a:path>
              </a:pathLst>
            </a:custGeom>
            <a:solidFill>
              <a:srgbClr val="97B0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5" name="Google Shape;8865;p34"/>
            <p:cNvSpPr/>
            <p:nvPr/>
          </p:nvSpPr>
          <p:spPr>
            <a:xfrm>
              <a:off x="8625728" y="576298"/>
              <a:ext cx="900786" cy="900786"/>
            </a:xfrm>
            <a:custGeom>
              <a:rect b="b" l="l" r="r" t="t"/>
              <a:pathLst>
                <a:path extrusionOk="0" h="24316" w="24316">
                  <a:moveTo>
                    <a:pt x="10351" y="1"/>
                  </a:moveTo>
                  <a:lnTo>
                    <a:pt x="9857" y="40"/>
                  </a:lnTo>
                  <a:lnTo>
                    <a:pt x="9363" y="100"/>
                  </a:lnTo>
                  <a:lnTo>
                    <a:pt x="8869" y="198"/>
                  </a:lnTo>
                  <a:lnTo>
                    <a:pt x="8356" y="297"/>
                  </a:lnTo>
                  <a:lnTo>
                    <a:pt x="7862" y="435"/>
                  </a:lnTo>
                  <a:lnTo>
                    <a:pt x="7368" y="593"/>
                  </a:lnTo>
                  <a:lnTo>
                    <a:pt x="6894" y="751"/>
                  </a:lnTo>
                  <a:lnTo>
                    <a:pt x="6440" y="949"/>
                  </a:lnTo>
                  <a:lnTo>
                    <a:pt x="5985" y="1147"/>
                  </a:lnTo>
                  <a:lnTo>
                    <a:pt x="5571" y="1364"/>
                  </a:lnTo>
                  <a:lnTo>
                    <a:pt x="5195" y="1601"/>
                  </a:lnTo>
                  <a:lnTo>
                    <a:pt x="4840" y="1838"/>
                  </a:lnTo>
                  <a:lnTo>
                    <a:pt x="4524" y="2095"/>
                  </a:lnTo>
                  <a:lnTo>
                    <a:pt x="4247" y="2351"/>
                  </a:lnTo>
                  <a:lnTo>
                    <a:pt x="4010" y="2628"/>
                  </a:lnTo>
                  <a:lnTo>
                    <a:pt x="3813" y="2885"/>
                  </a:lnTo>
                  <a:lnTo>
                    <a:pt x="3655" y="3161"/>
                  </a:lnTo>
                  <a:lnTo>
                    <a:pt x="3516" y="3438"/>
                  </a:lnTo>
                  <a:lnTo>
                    <a:pt x="3398" y="3714"/>
                  </a:lnTo>
                  <a:lnTo>
                    <a:pt x="3319" y="3991"/>
                  </a:lnTo>
                  <a:lnTo>
                    <a:pt x="3260" y="4248"/>
                  </a:lnTo>
                  <a:lnTo>
                    <a:pt x="3220" y="4485"/>
                  </a:lnTo>
                  <a:lnTo>
                    <a:pt x="3181" y="4722"/>
                  </a:lnTo>
                  <a:lnTo>
                    <a:pt x="3181" y="4919"/>
                  </a:lnTo>
                  <a:lnTo>
                    <a:pt x="3181" y="5255"/>
                  </a:lnTo>
                  <a:lnTo>
                    <a:pt x="3200" y="5492"/>
                  </a:lnTo>
                  <a:lnTo>
                    <a:pt x="3200" y="5571"/>
                  </a:lnTo>
                  <a:lnTo>
                    <a:pt x="3102" y="5630"/>
                  </a:lnTo>
                  <a:lnTo>
                    <a:pt x="2746" y="5867"/>
                  </a:lnTo>
                  <a:lnTo>
                    <a:pt x="2470" y="6065"/>
                  </a:lnTo>
                  <a:lnTo>
                    <a:pt x="2134" y="6341"/>
                  </a:lnTo>
                  <a:lnTo>
                    <a:pt x="1699" y="6697"/>
                  </a:lnTo>
                  <a:lnTo>
                    <a:pt x="1186" y="7151"/>
                  </a:lnTo>
                  <a:lnTo>
                    <a:pt x="929" y="7408"/>
                  </a:lnTo>
                  <a:lnTo>
                    <a:pt x="692" y="7684"/>
                  </a:lnTo>
                  <a:lnTo>
                    <a:pt x="514" y="7981"/>
                  </a:lnTo>
                  <a:lnTo>
                    <a:pt x="356" y="8297"/>
                  </a:lnTo>
                  <a:lnTo>
                    <a:pt x="218" y="8613"/>
                  </a:lnTo>
                  <a:lnTo>
                    <a:pt x="139" y="8949"/>
                  </a:lnTo>
                  <a:lnTo>
                    <a:pt x="60" y="9304"/>
                  </a:lnTo>
                  <a:lnTo>
                    <a:pt x="20" y="9679"/>
                  </a:lnTo>
                  <a:lnTo>
                    <a:pt x="1" y="10055"/>
                  </a:lnTo>
                  <a:lnTo>
                    <a:pt x="20" y="10450"/>
                  </a:lnTo>
                  <a:lnTo>
                    <a:pt x="40" y="10865"/>
                  </a:lnTo>
                  <a:lnTo>
                    <a:pt x="80" y="11279"/>
                  </a:lnTo>
                  <a:lnTo>
                    <a:pt x="139" y="11714"/>
                  </a:lnTo>
                  <a:lnTo>
                    <a:pt x="218" y="12148"/>
                  </a:lnTo>
                  <a:lnTo>
                    <a:pt x="415" y="13077"/>
                  </a:lnTo>
                  <a:lnTo>
                    <a:pt x="534" y="13531"/>
                  </a:lnTo>
                  <a:lnTo>
                    <a:pt x="672" y="13926"/>
                  </a:lnTo>
                  <a:lnTo>
                    <a:pt x="810" y="14301"/>
                  </a:lnTo>
                  <a:lnTo>
                    <a:pt x="968" y="14637"/>
                  </a:lnTo>
                  <a:lnTo>
                    <a:pt x="1126" y="14933"/>
                  </a:lnTo>
                  <a:lnTo>
                    <a:pt x="1265" y="15190"/>
                  </a:lnTo>
                  <a:lnTo>
                    <a:pt x="1423" y="15427"/>
                  </a:lnTo>
                  <a:lnTo>
                    <a:pt x="1581" y="15625"/>
                  </a:lnTo>
                  <a:lnTo>
                    <a:pt x="1719" y="15803"/>
                  </a:lnTo>
                  <a:lnTo>
                    <a:pt x="1857" y="15941"/>
                  </a:lnTo>
                  <a:lnTo>
                    <a:pt x="2075" y="16158"/>
                  </a:lnTo>
                  <a:lnTo>
                    <a:pt x="2233" y="16277"/>
                  </a:lnTo>
                  <a:lnTo>
                    <a:pt x="2292" y="16316"/>
                  </a:lnTo>
                  <a:lnTo>
                    <a:pt x="2272" y="16415"/>
                  </a:lnTo>
                  <a:lnTo>
                    <a:pt x="2272" y="16731"/>
                  </a:lnTo>
                  <a:lnTo>
                    <a:pt x="2292" y="16948"/>
                  </a:lnTo>
                  <a:lnTo>
                    <a:pt x="2312" y="17225"/>
                  </a:lnTo>
                  <a:lnTo>
                    <a:pt x="2371" y="17521"/>
                  </a:lnTo>
                  <a:lnTo>
                    <a:pt x="2450" y="17857"/>
                  </a:lnTo>
                  <a:lnTo>
                    <a:pt x="2549" y="18212"/>
                  </a:lnTo>
                  <a:lnTo>
                    <a:pt x="2707" y="18607"/>
                  </a:lnTo>
                  <a:lnTo>
                    <a:pt x="2884" y="19022"/>
                  </a:lnTo>
                  <a:lnTo>
                    <a:pt x="3121" y="19457"/>
                  </a:lnTo>
                  <a:lnTo>
                    <a:pt x="3418" y="19911"/>
                  </a:lnTo>
                  <a:lnTo>
                    <a:pt x="3753" y="20385"/>
                  </a:lnTo>
                  <a:lnTo>
                    <a:pt x="4148" y="20859"/>
                  </a:lnTo>
                  <a:lnTo>
                    <a:pt x="4623" y="21353"/>
                  </a:lnTo>
                  <a:lnTo>
                    <a:pt x="5116" y="21807"/>
                  </a:lnTo>
                  <a:lnTo>
                    <a:pt x="5590" y="22183"/>
                  </a:lnTo>
                  <a:lnTo>
                    <a:pt x="6045" y="22499"/>
                  </a:lnTo>
                  <a:lnTo>
                    <a:pt x="6479" y="22736"/>
                  </a:lnTo>
                  <a:lnTo>
                    <a:pt x="6894" y="22933"/>
                  </a:lnTo>
                  <a:lnTo>
                    <a:pt x="7289" y="23091"/>
                  </a:lnTo>
                  <a:lnTo>
                    <a:pt x="7664" y="23190"/>
                  </a:lnTo>
                  <a:lnTo>
                    <a:pt x="7980" y="23269"/>
                  </a:lnTo>
                  <a:lnTo>
                    <a:pt x="8296" y="23308"/>
                  </a:lnTo>
                  <a:lnTo>
                    <a:pt x="8553" y="23328"/>
                  </a:lnTo>
                  <a:lnTo>
                    <a:pt x="8790" y="23328"/>
                  </a:lnTo>
                  <a:lnTo>
                    <a:pt x="8988" y="23308"/>
                  </a:lnTo>
                  <a:lnTo>
                    <a:pt x="9264" y="23249"/>
                  </a:lnTo>
                  <a:lnTo>
                    <a:pt x="9343" y="23229"/>
                  </a:lnTo>
                  <a:lnTo>
                    <a:pt x="9501" y="23368"/>
                  </a:lnTo>
                  <a:lnTo>
                    <a:pt x="9659" y="23506"/>
                  </a:lnTo>
                  <a:lnTo>
                    <a:pt x="9857" y="23624"/>
                  </a:lnTo>
                  <a:lnTo>
                    <a:pt x="10035" y="23723"/>
                  </a:lnTo>
                  <a:lnTo>
                    <a:pt x="10252" y="23822"/>
                  </a:lnTo>
                  <a:lnTo>
                    <a:pt x="10469" y="23921"/>
                  </a:lnTo>
                  <a:lnTo>
                    <a:pt x="10686" y="24000"/>
                  </a:lnTo>
                  <a:lnTo>
                    <a:pt x="10923" y="24079"/>
                  </a:lnTo>
                  <a:lnTo>
                    <a:pt x="11417" y="24197"/>
                  </a:lnTo>
                  <a:lnTo>
                    <a:pt x="11951" y="24276"/>
                  </a:lnTo>
                  <a:lnTo>
                    <a:pt x="12504" y="24316"/>
                  </a:lnTo>
                  <a:lnTo>
                    <a:pt x="13057" y="24316"/>
                  </a:lnTo>
                  <a:lnTo>
                    <a:pt x="13649" y="24276"/>
                  </a:lnTo>
                  <a:lnTo>
                    <a:pt x="14222" y="24197"/>
                  </a:lnTo>
                  <a:lnTo>
                    <a:pt x="14795" y="24079"/>
                  </a:lnTo>
                  <a:lnTo>
                    <a:pt x="15368" y="23921"/>
                  </a:lnTo>
                  <a:lnTo>
                    <a:pt x="15940" y="23723"/>
                  </a:lnTo>
                  <a:lnTo>
                    <a:pt x="16474" y="23486"/>
                  </a:lnTo>
                  <a:lnTo>
                    <a:pt x="16731" y="23368"/>
                  </a:lnTo>
                  <a:lnTo>
                    <a:pt x="16968" y="23229"/>
                  </a:lnTo>
                  <a:lnTo>
                    <a:pt x="17224" y="23071"/>
                  </a:lnTo>
                  <a:lnTo>
                    <a:pt x="17442" y="22913"/>
                  </a:lnTo>
                  <a:lnTo>
                    <a:pt x="17896" y="22578"/>
                  </a:lnTo>
                  <a:lnTo>
                    <a:pt x="18311" y="22222"/>
                  </a:lnTo>
                  <a:lnTo>
                    <a:pt x="18686" y="21886"/>
                  </a:lnTo>
                  <a:lnTo>
                    <a:pt x="19041" y="21531"/>
                  </a:lnTo>
                  <a:lnTo>
                    <a:pt x="19377" y="21195"/>
                  </a:lnTo>
                  <a:lnTo>
                    <a:pt x="19693" y="20879"/>
                  </a:lnTo>
                  <a:lnTo>
                    <a:pt x="20207" y="20247"/>
                  </a:lnTo>
                  <a:lnTo>
                    <a:pt x="20602" y="19713"/>
                  </a:lnTo>
                  <a:lnTo>
                    <a:pt x="20898" y="19299"/>
                  </a:lnTo>
                  <a:lnTo>
                    <a:pt x="21135" y="18923"/>
                  </a:lnTo>
                  <a:lnTo>
                    <a:pt x="21175" y="18904"/>
                  </a:lnTo>
                  <a:lnTo>
                    <a:pt x="21293" y="18864"/>
                  </a:lnTo>
                  <a:lnTo>
                    <a:pt x="21471" y="18765"/>
                  </a:lnTo>
                  <a:lnTo>
                    <a:pt x="21708" y="18588"/>
                  </a:lnTo>
                  <a:lnTo>
                    <a:pt x="22004" y="18331"/>
                  </a:lnTo>
                  <a:lnTo>
                    <a:pt x="22360" y="17975"/>
                  </a:lnTo>
                  <a:lnTo>
                    <a:pt x="22557" y="17738"/>
                  </a:lnTo>
                  <a:lnTo>
                    <a:pt x="22755" y="17482"/>
                  </a:lnTo>
                  <a:lnTo>
                    <a:pt x="22972" y="17205"/>
                  </a:lnTo>
                  <a:lnTo>
                    <a:pt x="23209" y="16869"/>
                  </a:lnTo>
                  <a:lnTo>
                    <a:pt x="23426" y="16533"/>
                  </a:lnTo>
                  <a:lnTo>
                    <a:pt x="23604" y="16198"/>
                  </a:lnTo>
                  <a:lnTo>
                    <a:pt x="23782" y="15882"/>
                  </a:lnTo>
                  <a:lnTo>
                    <a:pt x="23920" y="15585"/>
                  </a:lnTo>
                  <a:lnTo>
                    <a:pt x="24039" y="15289"/>
                  </a:lnTo>
                  <a:lnTo>
                    <a:pt x="24138" y="14973"/>
                  </a:lnTo>
                  <a:lnTo>
                    <a:pt x="24217" y="14677"/>
                  </a:lnTo>
                  <a:lnTo>
                    <a:pt x="24256" y="14361"/>
                  </a:lnTo>
                  <a:lnTo>
                    <a:pt x="24296" y="14025"/>
                  </a:lnTo>
                  <a:lnTo>
                    <a:pt x="24315" y="13669"/>
                  </a:lnTo>
                  <a:lnTo>
                    <a:pt x="24296" y="13314"/>
                  </a:lnTo>
                  <a:lnTo>
                    <a:pt x="24276" y="12919"/>
                  </a:lnTo>
                  <a:lnTo>
                    <a:pt x="24236" y="12484"/>
                  </a:lnTo>
                  <a:lnTo>
                    <a:pt x="24177" y="12030"/>
                  </a:lnTo>
                  <a:lnTo>
                    <a:pt x="23999" y="11003"/>
                  </a:lnTo>
                  <a:lnTo>
                    <a:pt x="23881" y="10470"/>
                  </a:lnTo>
                  <a:lnTo>
                    <a:pt x="23723" y="9995"/>
                  </a:lnTo>
                  <a:lnTo>
                    <a:pt x="23545" y="9561"/>
                  </a:lnTo>
                  <a:lnTo>
                    <a:pt x="23347" y="9186"/>
                  </a:lnTo>
                  <a:lnTo>
                    <a:pt x="23130" y="8850"/>
                  </a:lnTo>
                  <a:lnTo>
                    <a:pt x="22913" y="8534"/>
                  </a:lnTo>
                  <a:lnTo>
                    <a:pt x="22696" y="8277"/>
                  </a:lnTo>
                  <a:lnTo>
                    <a:pt x="22459" y="8060"/>
                  </a:lnTo>
                  <a:lnTo>
                    <a:pt x="22241" y="7862"/>
                  </a:lnTo>
                  <a:lnTo>
                    <a:pt x="22024" y="7724"/>
                  </a:lnTo>
                  <a:lnTo>
                    <a:pt x="21846" y="7586"/>
                  </a:lnTo>
                  <a:lnTo>
                    <a:pt x="21669" y="7487"/>
                  </a:lnTo>
                  <a:lnTo>
                    <a:pt x="21412" y="7368"/>
                  </a:lnTo>
                  <a:lnTo>
                    <a:pt x="21333" y="7329"/>
                  </a:lnTo>
                  <a:lnTo>
                    <a:pt x="21333" y="7210"/>
                  </a:lnTo>
                  <a:lnTo>
                    <a:pt x="21313" y="7052"/>
                  </a:lnTo>
                  <a:lnTo>
                    <a:pt x="21293" y="6835"/>
                  </a:lnTo>
                  <a:lnTo>
                    <a:pt x="21214" y="6559"/>
                  </a:lnTo>
                  <a:lnTo>
                    <a:pt x="21115" y="6223"/>
                  </a:lnTo>
                  <a:lnTo>
                    <a:pt x="20957" y="5828"/>
                  </a:lnTo>
                  <a:lnTo>
                    <a:pt x="20740" y="5354"/>
                  </a:lnTo>
                  <a:lnTo>
                    <a:pt x="20523" y="4899"/>
                  </a:lnTo>
                  <a:lnTo>
                    <a:pt x="20345" y="4504"/>
                  </a:lnTo>
                  <a:lnTo>
                    <a:pt x="20167" y="4129"/>
                  </a:lnTo>
                  <a:lnTo>
                    <a:pt x="19990" y="3754"/>
                  </a:lnTo>
                  <a:lnTo>
                    <a:pt x="19871" y="3576"/>
                  </a:lnTo>
                  <a:lnTo>
                    <a:pt x="19753" y="3379"/>
                  </a:lnTo>
                  <a:lnTo>
                    <a:pt x="19595" y="3181"/>
                  </a:lnTo>
                  <a:lnTo>
                    <a:pt x="19417" y="2964"/>
                  </a:lnTo>
                  <a:lnTo>
                    <a:pt x="19200" y="2727"/>
                  </a:lnTo>
                  <a:lnTo>
                    <a:pt x="18943" y="2490"/>
                  </a:lnTo>
                  <a:lnTo>
                    <a:pt x="18666" y="2233"/>
                  </a:lnTo>
                  <a:lnTo>
                    <a:pt x="18330" y="1956"/>
                  </a:lnTo>
                  <a:lnTo>
                    <a:pt x="17975" y="1700"/>
                  </a:lnTo>
                  <a:lnTo>
                    <a:pt x="17619" y="1482"/>
                  </a:lnTo>
                  <a:lnTo>
                    <a:pt x="17264" y="1305"/>
                  </a:lnTo>
                  <a:lnTo>
                    <a:pt x="16928" y="1186"/>
                  </a:lnTo>
                  <a:lnTo>
                    <a:pt x="16612" y="1087"/>
                  </a:lnTo>
                  <a:lnTo>
                    <a:pt x="16296" y="1028"/>
                  </a:lnTo>
                  <a:lnTo>
                    <a:pt x="16000" y="1008"/>
                  </a:lnTo>
                  <a:lnTo>
                    <a:pt x="15447" y="1008"/>
                  </a:lnTo>
                  <a:lnTo>
                    <a:pt x="15229" y="1048"/>
                  </a:lnTo>
                  <a:lnTo>
                    <a:pt x="14854" y="1107"/>
                  </a:lnTo>
                  <a:lnTo>
                    <a:pt x="14597" y="1186"/>
                  </a:lnTo>
                  <a:lnTo>
                    <a:pt x="14518" y="1206"/>
                  </a:lnTo>
                  <a:lnTo>
                    <a:pt x="14479" y="1166"/>
                  </a:lnTo>
                  <a:lnTo>
                    <a:pt x="14341" y="1048"/>
                  </a:lnTo>
                  <a:lnTo>
                    <a:pt x="14123" y="890"/>
                  </a:lnTo>
                  <a:lnTo>
                    <a:pt x="13807" y="672"/>
                  </a:lnTo>
                  <a:lnTo>
                    <a:pt x="13590" y="574"/>
                  </a:lnTo>
                  <a:lnTo>
                    <a:pt x="13353" y="475"/>
                  </a:lnTo>
                  <a:lnTo>
                    <a:pt x="13096" y="376"/>
                  </a:lnTo>
                  <a:lnTo>
                    <a:pt x="12800" y="277"/>
                  </a:lnTo>
                  <a:lnTo>
                    <a:pt x="12464" y="198"/>
                  </a:lnTo>
                  <a:lnTo>
                    <a:pt x="12109" y="119"/>
                  </a:lnTo>
                  <a:lnTo>
                    <a:pt x="11713" y="60"/>
                  </a:lnTo>
                  <a:lnTo>
                    <a:pt x="11279" y="21"/>
                  </a:lnTo>
                  <a:lnTo>
                    <a:pt x="1082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6" name="Google Shape;8866;p34"/>
            <p:cNvSpPr/>
            <p:nvPr/>
          </p:nvSpPr>
          <p:spPr>
            <a:xfrm>
              <a:off x="8903054" y="782645"/>
              <a:ext cx="328589" cy="451542"/>
            </a:xfrm>
            <a:custGeom>
              <a:rect b="b" l="l" r="r" t="t"/>
              <a:pathLst>
                <a:path extrusionOk="0" h="12189" w="8870">
                  <a:moveTo>
                    <a:pt x="5274" y="1"/>
                  </a:moveTo>
                  <a:lnTo>
                    <a:pt x="4820" y="21"/>
                  </a:lnTo>
                  <a:lnTo>
                    <a:pt x="4326" y="80"/>
                  </a:lnTo>
                  <a:lnTo>
                    <a:pt x="3852" y="199"/>
                  </a:lnTo>
                  <a:lnTo>
                    <a:pt x="3358" y="337"/>
                  </a:lnTo>
                  <a:lnTo>
                    <a:pt x="3121" y="436"/>
                  </a:lnTo>
                  <a:lnTo>
                    <a:pt x="2884" y="534"/>
                  </a:lnTo>
                  <a:lnTo>
                    <a:pt x="2667" y="653"/>
                  </a:lnTo>
                  <a:lnTo>
                    <a:pt x="2430" y="791"/>
                  </a:lnTo>
                  <a:lnTo>
                    <a:pt x="2213" y="929"/>
                  </a:lnTo>
                  <a:lnTo>
                    <a:pt x="1996" y="1087"/>
                  </a:lnTo>
                  <a:lnTo>
                    <a:pt x="1778" y="1245"/>
                  </a:lnTo>
                  <a:lnTo>
                    <a:pt x="1581" y="1423"/>
                  </a:lnTo>
                  <a:lnTo>
                    <a:pt x="1383" y="1621"/>
                  </a:lnTo>
                  <a:lnTo>
                    <a:pt x="1205" y="1838"/>
                  </a:lnTo>
                  <a:lnTo>
                    <a:pt x="1028" y="2055"/>
                  </a:lnTo>
                  <a:lnTo>
                    <a:pt x="870" y="2292"/>
                  </a:lnTo>
                  <a:lnTo>
                    <a:pt x="573" y="2766"/>
                  </a:lnTo>
                  <a:lnTo>
                    <a:pt x="356" y="3221"/>
                  </a:lnTo>
                  <a:lnTo>
                    <a:pt x="198" y="3655"/>
                  </a:lnTo>
                  <a:lnTo>
                    <a:pt x="80" y="4070"/>
                  </a:lnTo>
                  <a:lnTo>
                    <a:pt x="20" y="4504"/>
                  </a:lnTo>
                  <a:lnTo>
                    <a:pt x="1" y="4900"/>
                  </a:lnTo>
                  <a:lnTo>
                    <a:pt x="1" y="5314"/>
                  </a:lnTo>
                  <a:lnTo>
                    <a:pt x="40" y="5709"/>
                  </a:lnTo>
                  <a:lnTo>
                    <a:pt x="80" y="6104"/>
                  </a:lnTo>
                  <a:lnTo>
                    <a:pt x="159" y="6519"/>
                  </a:lnTo>
                  <a:lnTo>
                    <a:pt x="336" y="7349"/>
                  </a:lnTo>
                  <a:lnTo>
                    <a:pt x="494" y="8218"/>
                  </a:lnTo>
                  <a:lnTo>
                    <a:pt x="573" y="8672"/>
                  </a:lnTo>
                  <a:lnTo>
                    <a:pt x="633" y="9166"/>
                  </a:lnTo>
                  <a:lnTo>
                    <a:pt x="672" y="9541"/>
                  </a:lnTo>
                  <a:lnTo>
                    <a:pt x="731" y="9877"/>
                  </a:lnTo>
                  <a:lnTo>
                    <a:pt x="810" y="10213"/>
                  </a:lnTo>
                  <a:lnTo>
                    <a:pt x="909" y="10489"/>
                  </a:lnTo>
                  <a:lnTo>
                    <a:pt x="1028" y="10766"/>
                  </a:lnTo>
                  <a:lnTo>
                    <a:pt x="1166" y="11003"/>
                  </a:lnTo>
                  <a:lnTo>
                    <a:pt x="1304" y="11240"/>
                  </a:lnTo>
                  <a:lnTo>
                    <a:pt x="1482" y="11418"/>
                  </a:lnTo>
                  <a:lnTo>
                    <a:pt x="1660" y="11595"/>
                  </a:lnTo>
                  <a:lnTo>
                    <a:pt x="1857" y="11753"/>
                  </a:lnTo>
                  <a:lnTo>
                    <a:pt x="2094" y="11872"/>
                  </a:lnTo>
                  <a:lnTo>
                    <a:pt x="2331" y="11971"/>
                  </a:lnTo>
                  <a:lnTo>
                    <a:pt x="2588" y="12050"/>
                  </a:lnTo>
                  <a:lnTo>
                    <a:pt x="2865" y="12129"/>
                  </a:lnTo>
                  <a:lnTo>
                    <a:pt x="3141" y="12168"/>
                  </a:lnTo>
                  <a:lnTo>
                    <a:pt x="3457" y="12188"/>
                  </a:lnTo>
                  <a:lnTo>
                    <a:pt x="3793" y="12188"/>
                  </a:lnTo>
                  <a:lnTo>
                    <a:pt x="4148" y="12168"/>
                  </a:lnTo>
                  <a:lnTo>
                    <a:pt x="4524" y="12129"/>
                  </a:lnTo>
                  <a:lnTo>
                    <a:pt x="4919" y="12089"/>
                  </a:lnTo>
                  <a:lnTo>
                    <a:pt x="5156" y="12030"/>
                  </a:lnTo>
                  <a:lnTo>
                    <a:pt x="5373" y="11971"/>
                  </a:lnTo>
                  <a:lnTo>
                    <a:pt x="5610" y="11872"/>
                  </a:lnTo>
                  <a:lnTo>
                    <a:pt x="5827" y="11773"/>
                  </a:lnTo>
                  <a:lnTo>
                    <a:pt x="6025" y="11674"/>
                  </a:lnTo>
                  <a:lnTo>
                    <a:pt x="6242" y="11536"/>
                  </a:lnTo>
                  <a:lnTo>
                    <a:pt x="6420" y="11398"/>
                  </a:lnTo>
                  <a:lnTo>
                    <a:pt x="6617" y="11240"/>
                  </a:lnTo>
                  <a:lnTo>
                    <a:pt x="6795" y="11062"/>
                  </a:lnTo>
                  <a:lnTo>
                    <a:pt x="6953" y="10884"/>
                  </a:lnTo>
                  <a:lnTo>
                    <a:pt x="7131" y="10687"/>
                  </a:lnTo>
                  <a:lnTo>
                    <a:pt x="7269" y="10470"/>
                  </a:lnTo>
                  <a:lnTo>
                    <a:pt x="7427" y="10272"/>
                  </a:lnTo>
                  <a:lnTo>
                    <a:pt x="7566" y="10035"/>
                  </a:lnTo>
                  <a:lnTo>
                    <a:pt x="7803" y="9581"/>
                  </a:lnTo>
                  <a:lnTo>
                    <a:pt x="8020" y="9087"/>
                  </a:lnTo>
                  <a:lnTo>
                    <a:pt x="8178" y="8573"/>
                  </a:lnTo>
                  <a:lnTo>
                    <a:pt x="8316" y="8060"/>
                  </a:lnTo>
                  <a:lnTo>
                    <a:pt x="8415" y="7546"/>
                  </a:lnTo>
                  <a:lnTo>
                    <a:pt x="8474" y="7013"/>
                  </a:lnTo>
                  <a:lnTo>
                    <a:pt x="8514" y="6499"/>
                  </a:lnTo>
                  <a:lnTo>
                    <a:pt x="8474" y="6006"/>
                  </a:lnTo>
                  <a:lnTo>
                    <a:pt x="8415" y="5532"/>
                  </a:lnTo>
                  <a:lnTo>
                    <a:pt x="8375" y="5295"/>
                  </a:lnTo>
                  <a:lnTo>
                    <a:pt x="8316" y="5077"/>
                  </a:lnTo>
                  <a:lnTo>
                    <a:pt x="8257" y="4880"/>
                  </a:lnTo>
                  <a:lnTo>
                    <a:pt x="8158" y="4682"/>
                  </a:lnTo>
                  <a:lnTo>
                    <a:pt x="8079" y="4485"/>
                  </a:lnTo>
                  <a:lnTo>
                    <a:pt x="7980" y="4307"/>
                  </a:lnTo>
                  <a:lnTo>
                    <a:pt x="7862" y="4149"/>
                  </a:lnTo>
                  <a:lnTo>
                    <a:pt x="7743" y="3991"/>
                  </a:lnTo>
                  <a:lnTo>
                    <a:pt x="7625" y="3833"/>
                  </a:lnTo>
                  <a:lnTo>
                    <a:pt x="7487" y="3695"/>
                  </a:lnTo>
                  <a:lnTo>
                    <a:pt x="7348" y="3576"/>
                  </a:lnTo>
                  <a:lnTo>
                    <a:pt x="7190" y="3477"/>
                  </a:lnTo>
                  <a:lnTo>
                    <a:pt x="7032" y="3379"/>
                  </a:lnTo>
                  <a:lnTo>
                    <a:pt x="6874" y="3280"/>
                  </a:lnTo>
                  <a:lnTo>
                    <a:pt x="6696" y="3221"/>
                  </a:lnTo>
                  <a:lnTo>
                    <a:pt x="6538" y="3161"/>
                  </a:lnTo>
                  <a:lnTo>
                    <a:pt x="6361" y="3102"/>
                  </a:lnTo>
                  <a:lnTo>
                    <a:pt x="6163" y="3082"/>
                  </a:lnTo>
                  <a:lnTo>
                    <a:pt x="5985" y="3063"/>
                  </a:lnTo>
                  <a:lnTo>
                    <a:pt x="5788" y="3043"/>
                  </a:lnTo>
                  <a:lnTo>
                    <a:pt x="5590" y="3063"/>
                  </a:lnTo>
                  <a:lnTo>
                    <a:pt x="5393" y="3082"/>
                  </a:lnTo>
                  <a:lnTo>
                    <a:pt x="5195" y="3122"/>
                  </a:lnTo>
                  <a:lnTo>
                    <a:pt x="4998" y="3181"/>
                  </a:lnTo>
                  <a:lnTo>
                    <a:pt x="4800" y="3240"/>
                  </a:lnTo>
                  <a:lnTo>
                    <a:pt x="4603" y="3319"/>
                  </a:lnTo>
                  <a:lnTo>
                    <a:pt x="4405" y="3438"/>
                  </a:lnTo>
                  <a:lnTo>
                    <a:pt x="4188" y="3556"/>
                  </a:lnTo>
                  <a:lnTo>
                    <a:pt x="3990" y="3675"/>
                  </a:lnTo>
                  <a:lnTo>
                    <a:pt x="3793" y="3833"/>
                  </a:lnTo>
                  <a:lnTo>
                    <a:pt x="3595" y="3991"/>
                  </a:lnTo>
                  <a:lnTo>
                    <a:pt x="3398" y="4188"/>
                  </a:lnTo>
                  <a:lnTo>
                    <a:pt x="3023" y="4564"/>
                  </a:lnTo>
                  <a:lnTo>
                    <a:pt x="2707" y="4939"/>
                  </a:lnTo>
                  <a:lnTo>
                    <a:pt x="2430" y="5314"/>
                  </a:lnTo>
                  <a:lnTo>
                    <a:pt x="2213" y="5670"/>
                  </a:lnTo>
                  <a:lnTo>
                    <a:pt x="2035" y="6006"/>
                  </a:lnTo>
                  <a:lnTo>
                    <a:pt x="1897" y="6341"/>
                  </a:lnTo>
                  <a:lnTo>
                    <a:pt x="1798" y="6657"/>
                  </a:lnTo>
                  <a:lnTo>
                    <a:pt x="1739" y="6954"/>
                  </a:lnTo>
                  <a:lnTo>
                    <a:pt x="1739" y="7230"/>
                  </a:lnTo>
                  <a:lnTo>
                    <a:pt x="1758" y="7507"/>
                  </a:lnTo>
                  <a:lnTo>
                    <a:pt x="1837" y="7764"/>
                  </a:lnTo>
                  <a:lnTo>
                    <a:pt x="1936" y="7981"/>
                  </a:lnTo>
                  <a:lnTo>
                    <a:pt x="2075" y="8198"/>
                  </a:lnTo>
                  <a:lnTo>
                    <a:pt x="2252" y="8376"/>
                  </a:lnTo>
                  <a:lnTo>
                    <a:pt x="2450" y="8554"/>
                  </a:lnTo>
                  <a:lnTo>
                    <a:pt x="2687" y="8692"/>
                  </a:lnTo>
                  <a:lnTo>
                    <a:pt x="2825" y="8751"/>
                  </a:lnTo>
                  <a:lnTo>
                    <a:pt x="2963" y="8771"/>
                  </a:lnTo>
                  <a:lnTo>
                    <a:pt x="3102" y="8791"/>
                  </a:lnTo>
                  <a:lnTo>
                    <a:pt x="3260" y="8771"/>
                  </a:lnTo>
                  <a:lnTo>
                    <a:pt x="3418" y="8751"/>
                  </a:lnTo>
                  <a:lnTo>
                    <a:pt x="3576" y="8712"/>
                  </a:lnTo>
                  <a:lnTo>
                    <a:pt x="3734" y="8633"/>
                  </a:lnTo>
                  <a:lnTo>
                    <a:pt x="3892" y="8554"/>
                  </a:lnTo>
                  <a:lnTo>
                    <a:pt x="4227" y="8356"/>
                  </a:lnTo>
                  <a:lnTo>
                    <a:pt x="4563" y="8119"/>
                  </a:lnTo>
                  <a:lnTo>
                    <a:pt x="4879" y="7843"/>
                  </a:lnTo>
                  <a:lnTo>
                    <a:pt x="5156" y="7527"/>
                  </a:lnTo>
                  <a:lnTo>
                    <a:pt x="5432" y="7211"/>
                  </a:lnTo>
                  <a:lnTo>
                    <a:pt x="5669" y="6875"/>
                  </a:lnTo>
                  <a:lnTo>
                    <a:pt x="5847" y="6539"/>
                  </a:lnTo>
                  <a:lnTo>
                    <a:pt x="5985" y="6223"/>
                  </a:lnTo>
                  <a:lnTo>
                    <a:pt x="6025" y="6065"/>
                  </a:lnTo>
                  <a:lnTo>
                    <a:pt x="6064" y="5907"/>
                  </a:lnTo>
                  <a:lnTo>
                    <a:pt x="6084" y="5769"/>
                  </a:lnTo>
                  <a:lnTo>
                    <a:pt x="6064" y="5650"/>
                  </a:lnTo>
                  <a:lnTo>
                    <a:pt x="6045" y="5532"/>
                  </a:lnTo>
                  <a:lnTo>
                    <a:pt x="6005" y="5413"/>
                  </a:lnTo>
                  <a:lnTo>
                    <a:pt x="5946" y="5314"/>
                  </a:lnTo>
                  <a:lnTo>
                    <a:pt x="5867" y="5235"/>
                  </a:lnTo>
                  <a:lnTo>
                    <a:pt x="5768" y="5176"/>
                  </a:lnTo>
                  <a:lnTo>
                    <a:pt x="5669" y="5117"/>
                  </a:lnTo>
                  <a:lnTo>
                    <a:pt x="5571" y="5077"/>
                  </a:lnTo>
                  <a:lnTo>
                    <a:pt x="5472" y="5058"/>
                  </a:lnTo>
                  <a:lnTo>
                    <a:pt x="5274" y="5058"/>
                  </a:lnTo>
                  <a:lnTo>
                    <a:pt x="5077" y="5097"/>
                  </a:lnTo>
                  <a:lnTo>
                    <a:pt x="4879" y="5176"/>
                  </a:lnTo>
                  <a:lnTo>
                    <a:pt x="4702" y="5275"/>
                  </a:lnTo>
                  <a:lnTo>
                    <a:pt x="4524" y="5413"/>
                  </a:lnTo>
                  <a:lnTo>
                    <a:pt x="4366" y="5571"/>
                  </a:lnTo>
                  <a:lnTo>
                    <a:pt x="4208" y="5729"/>
                  </a:lnTo>
                  <a:lnTo>
                    <a:pt x="4069" y="5887"/>
                  </a:lnTo>
                  <a:lnTo>
                    <a:pt x="3832" y="6183"/>
                  </a:lnTo>
                  <a:lnTo>
                    <a:pt x="3674" y="6420"/>
                  </a:lnTo>
                  <a:lnTo>
                    <a:pt x="3635" y="6499"/>
                  </a:lnTo>
                  <a:lnTo>
                    <a:pt x="3911" y="6262"/>
                  </a:lnTo>
                  <a:lnTo>
                    <a:pt x="4208" y="6065"/>
                  </a:lnTo>
                  <a:lnTo>
                    <a:pt x="4504" y="5907"/>
                  </a:lnTo>
                  <a:lnTo>
                    <a:pt x="4781" y="5808"/>
                  </a:lnTo>
                  <a:lnTo>
                    <a:pt x="4899" y="5769"/>
                  </a:lnTo>
                  <a:lnTo>
                    <a:pt x="5018" y="5749"/>
                  </a:lnTo>
                  <a:lnTo>
                    <a:pt x="5136" y="5749"/>
                  </a:lnTo>
                  <a:lnTo>
                    <a:pt x="5215" y="5769"/>
                  </a:lnTo>
                  <a:lnTo>
                    <a:pt x="5314" y="5788"/>
                  </a:lnTo>
                  <a:lnTo>
                    <a:pt x="5373" y="5848"/>
                  </a:lnTo>
                  <a:lnTo>
                    <a:pt x="5432" y="5907"/>
                  </a:lnTo>
                  <a:lnTo>
                    <a:pt x="5472" y="5986"/>
                  </a:lnTo>
                  <a:lnTo>
                    <a:pt x="5472" y="6085"/>
                  </a:lnTo>
                  <a:lnTo>
                    <a:pt x="5472" y="6203"/>
                  </a:lnTo>
                  <a:lnTo>
                    <a:pt x="5452" y="6322"/>
                  </a:lnTo>
                  <a:lnTo>
                    <a:pt x="5413" y="6460"/>
                  </a:lnTo>
                  <a:lnTo>
                    <a:pt x="5294" y="6736"/>
                  </a:lnTo>
                  <a:lnTo>
                    <a:pt x="5116" y="7013"/>
                  </a:lnTo>
                  <a:lnTo>
                    <a:pt x="4919" y="7290"/>
                  </a:lnTo>
                  <a:lnTo>
                    <a:pt x="4702" y="7527"/>
                  </a:lnTo>
                  <a:lnTo>
                    <a:pt x="4465" y="7744"/>
                  </a:lnTo>
                  <a:lnTo>
                    <a:pt x="4346" y="7823"/>
                  </a:lnTo>
                  <a:lnTo>
                    <a:pt x="4227" y="7882"/>
                  </a:lnTo>
                  <a:lnTo>
                    <a:pt x="3990" y="7981"/>
                  </a:lnTo>
                  <a:lnTo>
                    <a:pt x="3753" y="8080"/>
                  </a:lnTo>
                  <a:lnTo>
                    <a:pt x="3497" y="8159"/>
                  </a:lnTo>
                  <a:lnTo>
                    <a:pt x="3240" y="8198"/>
                  </a:lnTo>
                  <a:lnTo>
                    <a:pt x="2884" y="8198"/>
                  </a:lnTo>
                  <a:lnTo>
                    <a:pt x="2766" y="8159"/>
                  </a:lnTo>
                  <a:lnTo>
                    <a:pt x="2647" y="8119"/>
                  </a:lnTo>
                  <a:lnTo>
                    <a:pt x="2549" y="8060"/>
                  </a:lnTo>
                  <a:lnTo>
                    <a:pt x="2470" y="8001"/>
                  </a:lnTo>
                  <a:lnTo>
                    <a:pt x="2371" y="7922"/>
                  </a:lnTo>
                  <a:lnTo>
                    <a:pt x="2312" y="7803"/>
                  </a:lnTo>
                  <a:lnTo>
                    <a:pt x="2252" y="7704"/>
                  </a:lnTo>
                  <a:lnTo>
                    <a:pt x="2213" y="7566"/>
                  </a:lnTo>
                  <a:lnTo>
                    <a:pt x="2193" y="7428"/>
                  </a:lnTo>
                  <a:lnTo>
                    <a:pt x="2193" y="7270"/>
                  </a:lnTo>
                  <a:lnTo>
                    <a:pt x="2193" y="7112"/>
                  </a:lnTo>
                  <a:lnTo>
                    <a:pt x="2233" y="6954"/>
                  </a:lnTo>
                  <a:lnTo>
                    <a:pt x="2272" y="6776"/>
                  </a:lnTo>
                  <a:lnTo>
                    <a:pt x="2371" y="6401"/>
                  </a:lnTo>
                  <a:lnTo>
                    <a:pt x="2549" y="6025"/>
                  </a:lnTo>
                  <a:lnTo>
                    <a:pt x="2746" y="5630"/>
                  </a:lnTo>
                  <a:lnTo>
                    <a:pt x="3003" y="5235"/>
                  </a:lnTo>
                  <a:lnTo>
                    <a:pt x="3121" y="5038"/>
                  </a:lnTo>
                  <a:lnTo>
                    <a:pt x="3279" y="4860"/>
                  </a:lnTo>
                  <a:lnTo>
                    <a:pt x="3418" y="4702"/>
                  </a:lnTo>
                  <a:lnTo>
                    <a:pt x="3576" y="4544"/>
                  </a:lnTo>
                  <a:lnTo>
                    <a:pt x="3753" y="4406"/>
                  </a:lnTo>
                  <a:lnTo>
                    <a:pt x="3911" y="4267"/>
                  </a:lnTo>
                  <a:lnTo>
                    <a:pt x="4267" y="4030"/>
                  </a:lnTo>
                  <a:lnTo>
                    <a:pt x="4623" y="3853"/>
                  </a:lnTo>
                  <a:lnTo>
                    <a:pt x="4978" y="3714"/>
                  </a:lnTo>
                  <a:lnTo>
                    <a:pt x="5334" y="3635"/>
                  </a:lnTo>
                  <a:lnTo>
                    <a:pt x="5669" y="3576"/>
                  </a:lnTo>
                  <a:lnTo>
                    <a:pt x="5966" y="3576"/>
                  </a:lnTo>
                  <a:lnTo>
                    <a:pt x="6242" y="3596"/>
                  </a:lnTo>
                  <a:lnTo>
                    <a:pt x="6499" y="3655"/>
                  </a:lnTo>
                  <a:lnTo>
                    <a:pt x="6736" y="3754"/>
                  </a:lnTo>
                  <a:lnTo>
                    <a:pt x="6855" y="3813"/>
                  </a:lnTo>
                  <a:lnTo>
                    <a:pt x="6953" y="3892"/>
                  </a:lnTo>
                  <a:lnTo>
                    <a:pt x="7171" y="4090"/>
                  </a:lnTo>
                  <a:lnTo>
                    <a:pt x="7348" y="4327"/>
                  </a:lnTo>
                  <a:lnTo>
                    <a:pt x="7546" y="4623"/>
                  </a:lnTo>
                  <a:lnTo>
                    <a:pt x="7704" y="4959"/>
                  </a:lnTo>
                  <a:lnTo>
                    <a:pt x="7822" y="5255"/>
                  </a:lnTo>
                  <a:lnTo>
                    <a:pt x="7941" y="5571"/>
                  </a:lnTo>
                  <a:lnTo>
                    <a:pt x="8000" y="5867"/>
                  </a:lnTo>
                  <a:lnTo>
                    <a:pt x="8040" y="6183"/>
                  </a:lnTo>
                  <a:lnTo>
                    <a:pt x="8040" y="6499"/>
                  </a:lnTo>
                  <a:lnTo>
                    <a:pt x="8020" y="6855"/>
                  </a:lnTo>
                  <a:lnTo>
                    <a:pt x="7941" y="7230"/>
                  </a:lnTo>
                  <a:lnTo>
                    <a:pt x="7842" y="7645"/>
                  </a:lnTo>
                  <a:lnTo>
                    <a:pt x="7684" y="8159"/>
                  </a:lnTo>
                  <a:lnTo>
                    <a:pt x="7506" y="8692"/>
                  </a:lnTo>
                  <a:lnTo>
                    <a:pt x="7289" y="9245"/>
                  </a:lnTo>
                  <a:lnTo>
                    <a:pt x="7052" y="9759"/>
                  </a:lnTo>
                  <a:lnTo>
                    <a:pt x="6795" y="10233"/>
                  </a:lnTo>
                  <a:lnTo>
                    <a:pt x="6677" y="10430"/>
                  </a:lnTo>
                  <a:lnTo>
                    <a:pt x="6538" y="10608"/>
                  </a:lnTo>
                  <a:lnTo>
                    <a:pt x="6420" y="10766"/>
                  </a:lnTo>
                  <a:lnTo>
                    <a:pt x="6301" y="10884"/>
                  </a:lnTo>
                  <a:lnTo>
                    <a:pt x="6163" y="10963"/>
                  </a:lnTo>
                  <a:lnTo>
                    <a:pt x="6025" y="11062"/>
                  </a:lnTo>
                  <a:lnTo>
                    <a:pt x="5689" y="11240"/>
                  </a:lnTo>
                  <a:lnTo>
                    <a:pt x="5294" y="11378"/>
                  </a:lnTo>
                  <a:lnTo>
                    <a:pt x="4899" y="11497"/>
                  </a:lnTo>
                  <a:lnTo>
                    <a:pt x="4484" y="11576"/>
                  </a:lnTo>
                  <a:lnTo>
                    <a:pt x="4069" y="11635"/>
                  </a:lnTo>
                  <a:lnTo>
                    <a:pt x="3674" y="11655"/>
                  </a:lnTo>
                  <a:lnTo>
                    <a:pt x="3339" y="11635"/>
                  </a:lnTo>
                  <a:lnTo>
                    <a:pt x="3003" y="11576"/>
                  </a:lnTo>
                  <a:lnTo>
                    <a:pt x="2687" y="11477"/>
                  </a:lnTo>
                  <a:lnTo>
                    <a:pt x="2371" y="11339"/>
                  </a:lnTo>
                  <a:lnTo>
                    <a:pt x="2094" y="11181"/>
                  </a:lnTo>
                  <a:lnTo>
                    <a:pt x="1837" y="11003"/>
                  </a:lnTo>
                  <a:lnTo>
                    <a:pt x="1719" y="10884"/>
                  </a:lnTo>
                  <a:lnTo>
                    <a:pt x="1620" y="10786"/>
                  </a:lnTo>
                  <a:lnTo>
                    <a:pt x="1541" y="10667"/>
                  </a:lnTo>
                  <a:lnTo>
                    <a:pt x="1462" y="10529"/>
                  </a:lnTo>
                  <a:lnTo>
                    <a:pt x="1403" y="10410"/>
                  </a:lnTo>
                  <a:lnTo>
                    <a:pt x="1344" y="10272"/>
                  </a:lnTo>
                  <a:lnTo>
                    <a:pt x="1205" y="9640"/>
                  </a:lnTo>
                  <a:lnTo>
                    <a:pt x="1067" y="8909"/>
                  </a:lnTo>
                  <a:lnTo>
                    <a:pt x="850" y="7527"/>
                  </a:lnTo>
                  <a:lnTo>
                    <a:pt x="771" y="7171"/>
                  </a:lnTo>
                  <a:lnTo>
                    <a:pt x="672" y="6736"/>
                  </a:lnTo>
                  <a:lnTo>
                    <a:pt x="573" y="6223"/>
                  </a:lnTo>
                  <a:lnTo>
                    <a:pt x="475" y="5690"/>
                  </a:lnTo>
                  <a:lnTo>
                    <a:pt x="455" y="5413"/>
                  </a:lnTo>
                  <a:lnTo>
                    <a:pt x="435" y="5137"/>
                  </a:lnTo>
                  <a:lnTo>
                    <a:pt x="415" y="4860"/>
                  </a:lnTo>
                  <a:lnTo>
                    <a:pt x="435" y="4603"/>
                  </a:lnTo>
                  <a:lnTo>
                    <a:pt x="455" y="4346"/>
                  </a:lnTo>
                  <a:lnTo>
                    <a:pt x="514" y="4109"/>
                  </a:lnTo>
                  <a:lnTo>
                    <a:pt x="593" y="3872"/>
                  </a:lnTo>
                  <a:lnTo>
                    <a:pt x="692" y="3675"/>
                  </a:lnTo>
                  <a:lnTo>
                    <a:pt x="929" y="3319"/>
                  </a:lnTo>
                  <a:lnTo>
                    <a:pt x="1166" y="2964"/>
                  </a:lnTo>
                  <a:lnTo>
                    <a:pt x="1423" y="2628"/>
                  </a:lnTo>
                  <a:lnTo>
                    <a:pt x="1679" y="2312"/>
                  </a:lnTo>
                  <a:lnTo>
                    <a:pt x="1956" y="2016"/>
                  </a:lnTo>
                  <a:lnTo>
                    <a:pt x="2272" y="1739"/>
                  </a:lnTo>
                  <a:lnTo>
                    <a:pt x="2588" y="1463"/>
                  </a:lnTo>
                  <a:lnTo>
                    <a:pt x="2944" y="1226"/>
                  </a:lnTo>
                  <a:lnTo>
                    <a:pt x="3121" y="1107"/>
                  </a:lnTo>
                  <a:lnTo>
                    <a:pt x="3339" y="1008"/>
                  </a:lnTo>
                  <a:lnTo>
                    <a:pt x="3576" y="910"/>
                  </a:lnTo>
                  <a:lnTo>
                    <a:pt x="3813" y="831"/>
                  </a:lnTo>
                  <a:lnTo>
                    <a:pt x="4069" y="771"/>
                  </a:lnTo>
                  <a:lnTo>
                    <a:pt x="4326" y="712"/>
                  </a:lnTo>
                  <a:lnTo>
                    <a:pt x="4879" y="613"/>
                  </a:lnTo>
                  <a:lnTo>
                    <a:pt x="5432" y="574"/>
                  </a:lnTo>
                  <a:lnTo>
                    <a:pt x="5946" y="574"/>
                  </a:lnTo>
                  <a:lnTo>
                    <a:pt x="6203" y="594"/>
                  </a:lnTo>
                  <a:lnTo>
                    <a:pt x="6440" y="633"/>
                  </a:lnTo>
                  <a:lnTo>
                    <a:pt x="6657" y="673"/>
                  </a:lnTo>
                  <a:lnTo>
                    <a:pt x="6855" y="732"/>
                  </a:lnTo>
                  <a:lnTo>
                    <a:pt x="7052" y="811"/>
                  </a:lnTo>
                  <a:lnTo>
                    <a:pt x="7230" y="929"/>
                  </a:lnTo>
                  <a:lnTo>
                    <a:pt x="7408" y="1068"/>
                  </a:lnTo>
                  <a:lnTo>
                    <a:pt x="7605" y="1226"/>
                  </a:lnTo>
                  <a:lnTo>
                    <a:pt x="7763" y="1423"/>
                  </a:lnTo>
                  <a:lnTo>
                    <a:pt x="7941" y="1621"/>
                  </a:lnTo>
                  <a:lnTo>
                    <a:pt x="8237" y="2016"/>
                  </a:lnTo>
                  <a:lnTo>
                    <a:pt x="8494" y="2411"/>
                  </a:lnTo>
                  <a:lnTo>
                    <a:pt x="8711" y="2747"/>
                  </a:lnTo>
                  <a:lnTo>
                    <a:pt x="8869" y="3063"/>
                  </a:lnTo>
                  <a:lnTo>
                    <a:pt x="8810" y="2845"/>
                  </a:lnTo>
                  <a:lnTo>
                    <a:pt x="8711" y="2608"/>
                  </a:lnTo>
                  <a:lnTo>
                    <a:pt x="8573" y="2292"/>
                  </a:lnTo>
                  <a:lnTo>
                    <a:pt x="8375" y="1917"/>
                  </a:lnTo>
                  <a:lnTo>
                    <a:pt x="8119" y="1522"/>
                  </a:lnTo>
                  <a:lnTo>
                    <a:pt x="7961" y="1305"/>
                  </a:lnTo>
                  <a:lnTo>
                    <a:pt x="7803" y="1087"/>
                  </a:lnTo>
                  <a:lnTo>
                    <a:pt x="7605" y="870"/>
                  </a:lnTo>
                  <a:lnTo>
                    <a:pt x="7408" y="673"/>
                  </a:lnTo>
                  <a:lnTo>
                    <a:pt x="7289" y="554"/>
                  </a:lnTo>
                  <a:lnTo>
                    <a:pt x="7171" y="475"/>
                  </a:lnTo>
                  <a:lnTo>
                    <a:pt x="7032" y="376"/>
                  </a:lnTo>
                  <a:lnTo>
                    <a:pt x="6874" y="297"/>
                  </a:lnTo>
                  <a:lnTo>
                    <a:pt x="6696" y="238"/>
                  </a:lnTo>
                  <a:lnTo>
                    <a:pt x="6519" y="179"/>
                  </a:lnTo>
                  <a:lnTo>
                    <a:pt x="6143" y="80"/>
                  </a:lnTo>
                  <a:lnTo>
                    <a:pt x="5729" y="21"/>
                  </a:lnTo>
                  <a:lnTo>
                    <a:pt x="52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7" name="Google Shape;8867;p34"/>
            <p:cNvSpPr/>
            <p:nvPr/>
          </p:nvSpPr>
          <p:spPr>
            <a:xfrm>
              <a:off x="8686447" y="798760"/>
              <a:ext cx="232754" cy="353446"/>
            </a:xfrm>
            <a:custGeom>
              <a:rect b="b" l="l" r="r" t="t"/>
              <a:pathLst>
                <a:path extrusionOk="0" h="9541" w="6283">
                  <a:moveTo>
                    <a:pt x="3675" y="1"/>
                  </a:moveTo>
                  <a:lnTo>
                    <a:pt x="3497" y="20"/>
                  </a:lnTo>
                  <a:lnTo>
                    <a:pt x="3319" y="80"/>
                  </a:lnTo>
                  <a:lnTo>
                    <a:pt x="3142" y="139"/>
                  </a:lnTo>
                  <a:lnTo>
                    <a:pt x="2964" y="238"/>
                  </a:lnTo>
                  <a:lnTo>
                    <a:pt x="2786" y="336"/>
                  </a:lnTo>
                  <a:lnTo>
                    <a:pt x="2430" y="593"/>
                  </a:lnTo>
                  <a:lnTo>
                    <a:pt x="2095" y="870"/>
                  </a:lnTo>
                  <a:lnTo>
                    <a:pt x="1798" y="1186"/>
                  </a:lnTo>
                  <a:lnTo>
                    <a:pt x="1542" y="1482"/>
                  </a:lnTo>
                  <a:lnTo>
                    <a:pt x="1008" y="2134"/>
                  </a:lnTo>
                  <a:lnTo>
                    <a:pt x="732" y="2489"/>
                  </a:lnTo>
                  <a:lnTo>
                    <a:pt x="475" y="2845"/>
                  </a:lnTo>
                  <a:lnTo>
                    <a:pt x="356" y="3042"/>
                  </a:lnTo>
                  <a:lnTo>
                    <a:pt x="258" y="3240"/>
                  </a:lnTo>
                  <a:lnTo>
                    <a:pt x="159" y="3437"/>
                  </a:lnTo>
                  <a:lnTo>
                    <a:pt x="100" y="3655"/>
                  </a:lnTo>
                  <a:lnTo>
                    <a:pt x="40" y="3872"/>
                  </a:lnTo>
                  <a:lnTo>
                    <a:pt x="1" y="4089"/>
                  </a:lnTo>
                  <a:lnTo>
                    <a:pt x="1" y="4326"/>
                  </a:lnTo>
                  <a:lnTo>
                    <a:pt x="21" y="4563"/>
                  </a:lnTo>
                  <a:lnTo>
                    <a:pt x="100" y="5018"/>
                  </a:lnTo>
                  <a:lnTo>
                    <a:pt x="198" y="5472"/>
                  </a:lnTo>
                  <a:lnTo>
                    <a:pt x="317" y="5906"/>
                  </a:lnTo>
                  <a:lnTo>
                    <a:pt x="455" y="6301"/>
                  </a:lnTo>
                  <a:lnTo>
                    <a:pt x="574" y="6697"/>
                  </a:lnTo>
                  <a:lnTo>
                    <a:pt x="732" y="7032"/>
                  </a:lnTo>
                  <a:lnTo>
                    <a:pt x="989" y="7645"/>
                  </a:lnTo>
                  <a:lnTo>
                    <a:pt x="1127" y="7921"/>
                  </a:lnTo>
                  <a:lnTo>
                    <a:pt x="1285" y="8198"/>
                  </a:lnTo>
                  <a:lnTo>
                    <a:pt x="1482" y="8474"/>
                  </a:lnTo>
                  <a:lnTo>
                    <a:pt x="1700" y="8731"/>
                  </a:lnTo>
                  <a:lnTo>
                    <a:pt x="1956" y="8988"/>
                  </a:lnTo>
                  <a:lnTo>
                    <a:pt x="2095" y="9087"/>
                  </a:lnTo>
                  <a:lnTo>
                    <a:pt x="2253" y="9185"/>
                  </a:lnTo>
                  <a:lnTo>
                    <a:pt x="2411" y="9284"/>
                  </a:lnTo>
                  <a:lnTo>
                    <a:pt x="2569" y="9363"/>
                  </a:lnTo>
                  <a:lnTo>
                    <a:pt x="2746" y="9442"/>
                  </a:lnTo>
                  <a:lnTo>
                    <a:pt x="2924" y="9501"/>
                  </a:lnTo>
                  <a:lnTo>
                    <a:pt x="3122" y="9541"/>
                  </a:lnTo>
                  <a:lnTo>
                    <a:pt x="3497" y="9541"/>
                  </a:lnTo>
                  <a:lnTo>
                    <a:pt x="3675" y="9501"/>
                  </a:lnTo>
                  <a:lnTo>
                    <a:pt x="3853" y="9462"/>
                  </a:lnTo>
                  <a:lnTo>
                    <a:pt x="4011" y="9383"/>
                  </a:lnTo>
                  <a:lnTo>
                    <a:pt x="4188" y="9304"/>
                  </a:lnTo>
                  <a:lnTo>
                    <a:pt x="4346" y="9185"/>
                  </a:lnTo>
                  <a:lnTo>
                    <a:pt x="4485" y="9067"/>
                  </a:lnTo>
                  <a:lnTo>
                    <a:pt x="4623" y="8928"/>
                  </a:lnTo>
                  <a:lnTo>
                    <a:pt x="4741" y="8770"/>
                  </a:lnTo>
                  <a:lnTo>
                    <a:pt x="4860" y="8593"/>
                  </a:lnTo>
                  <a:lnTo>
                    <a:pt x="4959" y="8415"/>
                  </a:lnTo>
                  <a:lnTo>
                    <a:pt x="5038" y="8217"/>
                  </a:lnTo>
                  <a:lnTo>
                    <a:pt x="5097" y="8020"/>
                  </a:lnTo>
                  <a:lnTo>
                    <a:pt x="5156" y="7803"/>
                  </a:lnTo>
                  <a:lnTo>
                    <a:pt x="5215" y="7368"/>
                  </a:lnTo>
                  <a:lnTo>
                    <a:pt x="5255" y="6914"/>
                  </a:lnTo>
                  <a:lnTo>
                    <a:pt x="5255" y="6459"/>
                  </a:lnTo>
                  <a:lnTo>
                    <a:pt x="5255" y="6005"/>
                  </a:lnTo>
                  <a:lnTo>
                    <a:pt x="5215" y="5551"/>
                  </a:lnTo>
                  <a:lnTo>
                    <a:pt x="5176" y="5136"/>
                  </a:lnTo>
                  <a:lnTo>
                    <a:pt x="5097" y="4721"/>
                  </a:lnTo>
                  <a:lnTo>
                    <a:pt x="4998" y="4366"/>
                  </a:lnTo>
                  <a:lnTo>
                    <a:pt x="4880" y="4030"/>
                  </a:lnTo>
                  <a:lnTo>
                    <a:pt x="4722" y="3734"/>
                  </a:lnTo>
                  <a:lnTo>
                    <a:pt x="4544" y="3497"/>
                  </a:lnTo>
                  <a:lnTo>
                    <a:pt x="4346" y="3279"/>
                  </a:lnTo>
                  <a:lnTo>
                    <a:pt x="4149" y="3082"/>
                  </a:lnTo>
                  <a:lnTo>
                    <a:pt x="3932" y="2924"/>
                  </a:lnTo>
                  <a:lnTo>
                    <a:pt x="3714" y="2786"/>
                  </a:lnTo>
                  <a:lnTo>
                    <a:pt x="3497" y="2667"/>
                  </a:lnTo>
                  <a:lnTo>
                    <a:pt x="3379" y="2628"/>
                  </a:lnTo>
                  <a:lnTo>
                    <a:pt x="3280" y="2588"/>
                  </a:lnTo>
                  <a:lnTo>
                    <a:pt x="3023" y="2588"/>
                  </a:lnTo>
                  <a:lnTo>
                    <a:pt x="2905" y="2608"/>
                  </a:lnTo>
                  <a:lnTo>
                    <a:pt x="2766" y="2628"/>
                  </a:lnTo>
                  <a:lnTo>
                    <a:pt x="2509" y="2726"/>
                  </a:lnTo>
                  <a:lnTo>
                    <a:pt x="2253" y="2845"/>
                  </a:lnTo>
                  <a:lnTo>
                    <a:pt x="1996" y="3023"/>
                  </a:lnTo>
                  <a:lnTo>
                    <a:pt x="1798" y="3200"/>
                  </a:lnTo>
                  <a:lnTo>
                    <a:pt x="1601" y="3418"/>
                  </a:lnTo>
                  <a:lnTo>
                    <a:pt x="1463" y="3635"/>
                  </a:lnTo>
                  <a:lnTo>
                    <a:pt x="1324" y="3852"/>
                  </a:lnTo>
                  <a:lnTo>
                    <a:pt x="1206" y="4109"/>
                  </a:lnTo>
                  <a:lnTo>
                    <a:pt x="1127" y="4346"/>
                  </a:lnTo>
                  <a:lnTo>
                    <a:pt x="1087" y="4623"/>
                  </a:lnTo>
                  <a:lnTo>
                    <a:pt x="1087" y="4761"/>
                  </a:lnTo>
                  <a:lnTo>
                    <a:pt x="1107" y="4899"/>
                  </a:lnTo>
                  <a:lnTo>
                    <a:pt x="1127" y="5057"/>
                  </a:lnTo>
                  <a:lnTo>
                    <a:pt x="1147" y="5195"/>
                  </a:lnTo>
                  <a:lnTo>
                    <a:pt x="1206" y="5353"/>
                  </a:lnTo>
                  <a:lnTo>
                    <a:pt x="1265" y="5511"/>
                  </a:lnTo>
                  <a:lnTo>
                    <a:pt x="1423" y="5827"/>
                  </a:lnTo>
                  <a:lnTo>
                    <a:pt x="1621" y="6104"/>
                  </a:lnTo>
                  <a:lnTo>
                    <a:pt x="1798" y="6361"/>
                  </a:lnTo>
                  <a:lnTo>
                    <a:pt x="1917" y="6459"/>
                  </a:lnTo>
                  <a:lnTo>
                    <a:pt x="2016" y="6538"/>
                  </a:lnTo>
                  <a:lnTo>
                    <a:pt x="2114" y="6617"/>
                  </a:lnTo>
                  <a:lnTo>
                    <a:pt x="2233" y="6677"/>
                  </a:lnTo>
                  <a:lnTo>
                    <a:pt x="2351" y="6697"/>
                  </a:lnTo>
                  <a:lnTo>
                    <a:pt x="2470" y="6716"/>
                  </a:lnTo>
                  <a:lnTo>
                    <a:pt x="2588" y="6697"/>
                  </a:lnTo>
                  <a:lnTo>
                    <a:pt x="2707" y="6657"/>
                  </a:lnTo>
                  <a:lnTo>
                    <a:pt x="2825" y="6598"/>
                  </a:lnTo>
                  <a:lnTo>
                    <a:pt x="2944" y="6499"/>
                  </a:lnTo>
                  <a:lnTo>
                    <a:pt x="3043" y="6380"/>
                  </a:lnTo>
                  <a:lnTo>
                    <a:pt x="3122" y="6242"/>
                  </a:lnTo>
                  <a:lnTo>
                    <a:pt x="3181" y="6104"/>
                  </a:lnTo>
                  <a:lnTo>
                    <a:pt x="3221" y="5946"/>
                  </a:lnTo>
                  <a:lnTo>
                    <a:pt x="3240" y="5788"/>
                  </a:lnTo>
                  <a:lnTo>
                    <a:pt x="3260" y="5610"/>
                  </a:lnTo>
                  <a:lnTo>
                    <a:pt x="3240" y="5432"/>
                  </a:lnTo>
                  <a:lnTo>
                    <a:pt x="3221" y="5255"/>
                  </a:lnTo>
                  <a:lnTo>
                    <a:pt x="3142" y="4919"/>
                  </a:lnTo>
                  <a:lnTo>
                    <a:pt x="3043" y="4603"/>
                  </a:lnTo>
                  <a:lnTo>
                    <a:pt x="2924" y="4346"/>
                  </a:lnTo>
                  <a:lnTo>
                    <a:pt x="2806" y="4148"/>
                  </a:lnTo>
                  <a:lnTo>
                    <a:pt x="2746" y="4069"/>
                  </a:lnTo>
                  <a:lnTo>
                    <a:pt x="2707" y="4010"/>
                  </a:lnTo>
                  <a:lnTo>
                    <a:pt x="2628" y="3971"/>
                  </a:lnTo>
                  <a:lnTo>
                    <a:pt x="2569" y="3951"/>
                  </a:lnTo>
                  <a:lnTo>
                    <a:pt x="2450" y="3951"/>
                  </a:lnTo>
                  <a:lnTo>
                    <a:pt x="2312" y="3990"/>
                  </a:lnTo>
                  <a:lnTo>
                    <a:pt x="2193" y="4089"/>
                  </a:lnTo>
                  <a:lnTo>
                    <a:pt x="2095" y="4208"/>
                  </a:lnTo>
                  <a:lnTo>
                    <a:pt x="2016" y="4366"/>
                  </a:lnTo>
                  <a:lnTo>
                    <a:pt x="1956" y="4544"/>
                  </a:lnTo>
                  <a:lnTo>
                    <a:pt x="1917" y="4702"/>
                  </a:lnTo>
                  <a:lnTo>
                    <a:pt x="1917" y="4860"/>
                  </a:lnTo>
                  <a:lnTo>
                    <a:pt x="1956" y="4998"/>
                  </a:lnTo>
                  <a:lnTo>
                    <a:pt x="1996" y="5116"/>
                  </a:lnTo>
                  <a:lnTo>
                    <a:pt x="2035" y="5176"/>
                  </a:lnTo>
                  <a:lnTo>
                    <a:pt x="2095" y="5215"/>
                  </a:lnTo>
                  <a:lnTo>
                    <a:pt x="2174" y="5215"/>
                  </a:lnTo>
                  <a:lnTo>
                    <a:pt x="2233" y="5156"/>
                  </a:lnTo>
                  <a:lnTo>
                    <a:pt x="2272" y="5057"/>
                  </a:lnTo>
                  <a:lnTo>
                    <a:pt x="2312" y="4939"/>
                  </a:lnTo>
                  <a:lnTo>
                    <a:pt x="2371" y="4702"/>
                  </a:lnTo>
                  <a:lnTo>
                    <a:pt x="2411" y="4623"/>
                  </a:lnTo>
                  <a:lnTo>
                    <a:pt x="2450" y="4563"/>
                  </a:lnTo>
                  <a:lnTo>
                    <a:pt x="2509" y="4563"/>
                  </a:lnTo>
                  <a:lnTo>
                    <a:pt x="2608" y="4642"/>
                  </a:lnTo>
                  <a:lnTo>
                    <a:pt x="2707" y="4860"/>
                  </a:lnTo>
                  <a:lnTo>
                    <a:pt x="2766" y="5097"/>
                  </a:lnTo>
                  <a:lnTo>
                    <a:pt x="2825" y="5353"/>
                  </a:lnTo>
                  <a:lnTo>
                    <a:pt x="2845" y="5492"/>
                  </a:lnTo>
                  <a:lnTo>
                    <a:pt x="2845" y="5610"/>
                  </a:lnTo>
                  <a:lnTo>
                    <a:pt x="2845" y="5729"/>
                  </a:lnTo>
                  <a:lnTo>
                    <a:pt x="2806" y="5827"/>
                  </a:lnTo>
                  <a:lnTo>
                    <a:pt x="2766" y="5926"/>
                  </a:lnTo>
                  <a:lnTo>
                    <a:pt x="2687" y="5985"/>
                  </a:lnTo>
                  <a:lnTo>
                    <a:pt x="2569" y="6025"/>
                  </a:lnTo>
                  <a:lnTo>
                    <a:pt x="2430" y="6025"/>
                  </a:lnTo>
                  <a:lnTo>
                    <a:pt x="2292" y="6005"/>
                  </a:lnTo>
                  <a:lnTo>
                    <a:pt x="2154" y="5966"/>
                  </a:lnTo>
                  <a:lnTo>
                    <a:pt x="2016" y="5926"/>
                  </a:lnTo>
                  <a:lnTo>
                    <a:pt x="1897" y="5847"/>
                  </a:lnTo>
                  <a:lnTo>
                    <a:pt x="1798" y="5748"/>
                  </a:lnTo>
                  <a:lnTo>
                    <a:pt x="1719" y="5650"/>
                  </a:lnTo>
                  <a:lnTo>
                    <a:pt x="1640" y="5511"/>
                  </a:lnTo>
                  <a:lnTo>
                    <a:pt x="1581" y="5393"/>
                  </a:lnTo>
                  <a:lnTo>
                    <a:pt x="1542" y="5235"/>
                  </a:lnTo>
                  <a:lnTo>
                    <a:pt x="1502" y="5077"/>
                  </a:lnTo>
                  <a:lnTo>
                    <a:pt x="1502" y="4899"/>
                  </a:lnTo>
                  <a:lnTo>
                    <a:pt x="1502" y="4721"/>
                  </a:lnTo>
                  <a:lnTo>
                    <a:pt x="1542" y="4544"/>
                  </a:lnTo>
                  <a:lnTo>
                    <a:pt x="1581" y="4326"/>
                  </a:lnTo>
                  <a:lnTo>
                    <a:pt x="1660" y="4129"/>
                  </a:lnTo>
                  <a:lnTo>
                    <a:pt x="1739" y="3911"/>
                  </a:lnTo>
                  <a:lnTo>
                    <a:pt x="1858" y="3714"/>
                  </a:lnTo>
                  <a:lnTo>
                    <a:pt x="1976" y="3536"/>
                  </a:lnTo>
                  <a:lnTo>
                    <a:pt x="2134" y="3378"/>
                  </a:lnTo>
                  <a:lnTo>
                    <a:pt x="2292" y="3260"/>
                  </a:lnTo>
                  <a:lnTo>
                    <a:pt x="2470" y="3161"/>
                  </a:lnTo>
                  <a:lnTo>
                    <a:pt x="2648" y="3082"/>
                  </a:lnTo>
                  <a:lnTo>
                    <a:pt x="2845" y="3042"/>
                  </a:lnTo>
                  <a:lnTo>
                    <a:pt x="3043" y="3023"/>
                  </a:lnTo>
                  <a:lnTo>
                    <a:pt x="3240" y="3042"/>
                  </a:lnTo>
                  <a:lnTo>
                    <a:pt x="3438" y="3082"/>
                  </a:lnTo>
                  <a:lnTo>
                    <a:pt x="3635" y="3161"/>
                  </a:lnTo>
                  <a:lnTo>
                    <a:pt x="3833" y="3279"/>
                  </a:lnTo>
                  <a:lnTo>
                    <a:pt x="4030" y="3418"/>
                  </a:lnTo>
                  <a:lnTo>
                    <a:pt x="4188" y="3595"/>
                  </a:lnTo>
                  <a:lnTo>
                    <a:pt x="4366" y="3813"/>
                  </a:lnTo>
                  <a:lnTo>
                    <a:pt x="4524" y="4069"/>
                  </a:lnTo>
                  <a:lnTo>
                    <a:pt x="4643" y="4366"/>
                  </a:lnTo>
                  <a:lnTo>
                    <a:pt x="4761" y="4662"/>
                  </a:lnTo>
                  <a:lnTo>
                    <a:pt x="4840" y="4958"/>
                  </a:lnTo>
                  <a:lnTo>
                    <a:pt x="4919" y="5274"/>
                  </a:lnTo>
                  <a:lnTo>
                    <a:pt x="4959" y="5590"/>
                  </a:lnTo>
                  <a:lnTo>
                    <a:pt x="4998" y="5906"/>
                  </a:lnTo>
                  <a:lnTo>
                    <a:pt x="4998" y="6242"/>
                  </a:lnTo>
                  <a:lnTo>
                    <a:pt x="4978" y="6558"/>
                  </a:lnTo>
                  <a:lnTo>
                    <a:pt x="4959" y="6855"/>
                  </a:lnTo>
                  <a:lnTo>
                    <a:pt x="4899" y="7171"/>
                  </a:lnTo>
                  <a:lnTo>
                    <a:pt x="4840" y="7467"/>
                  </a:lnTo>
                  <a:lnTo>
                    <a:pt x="4761" y="7743"/>
                  </a:lnTo>
                  <a:lnTo>
                    <a:pt x="4662" y="8000"/>
                  </a:lnTo>
                  <a:lnTo>
                    <a:pt x="4544" y="8257"/>
                  </a:lnTo>
                  <a:lnTo>
                    <a:pt x="4425" y="8474"/>
                  </a:lnTo>
                  <a:lnTo>
                    <a:pt x="4267" y="8691"/>
                  </a:lnTo>
                  <a:lnTo>
                    <a:pt x="4109" y="8849"/>
                  </a:lnTo>
                  <a:lnTo>
                    <a:pt x="3932" y="8988"/>
                  </a:lnTo>
                  <a:lnTo>
                    <a:pt x="3714" y="9067"/>
                  </a:lnTo>
                  <a:lnTo>
                    <a:pt x="3497" y="9106"/>
                  </a:lnTo>
                  <a:lnTo>
                    <a:pt x="3280" y="9126"/>
                  </a:lnTo>
                  <a:lnTo>
                    <a:pt x="3043" y="9087"/>
                  </a:lnTo>
                  <a:lnTo>
                    <a:pt x="2806" y="9027"/>
                  </a:lnTo>
                  <a:lnTo>
                    <a:pt x="2569" y="8909"/>
                  </a:lnTo>
                  <a:lnTo>
                    <a:pt x="2312" y="8770"/>
                  </a:lnTo>
                  <a:lnTo>
                    <a:pt x="2095" y="8612"/>
                  </a:lnTo>
                  <a:lnTo>
                    <a:pt x="1858" y="8415"/>
                  </a:lnTo>
                  <a:lnTo>
                    <a:pt x="1660" y="8178"/>
                  </a:lnTo>
                  <a:lnTo>
                    <a:pt x="1463" y="7921"/>
                  </a:lnTo>
                  <a:lnTo>
                    <a:pt x="1265" y="7625"/>
                  </a:lnTo>
                  <a:lnTo>
                    <a:pt x="1127" y="7329"/>
                  </a:lnTo>
                  <a:lnTo>
                    <a:pt x="989" y="6993"/>
                  </a:lnTo>
                  <a:lnTo>
                    <a:pt x="771" y="6321"/>
                  </a:lnTo>
                  <a:lnTo>
                    <a:pt x="594" y="5748"/>
                  </a:lnTo>
                  <a:lnTo>
                    <a:pt x="534" y="5472"/>
                  </a:lnTo>
                  <a:lnTo>
                    <a:pt x="475" y="5215"/>
                  </a:lnTo>
                  <a:lnTo>
                    <a:pt x="455" y="4958"/>
                  </a:lnTo>
                  <a:lnTo>
                    <a:pt x="436" y="4702"/>
                  </a:lnTo>
                  <a:lnTo>
                    <a:pt x="436" y="4465"/>
                  </a:lnTo>
                  <a:lnTo>
                    <a:pt x="475" y="4208"/>
                  </a:lnTo>
                  <a:lnTo>
                    <a:pt x="515" y="3971"/>
                  </a:lnTo>
                  <a:lnTo>
                    <a:pt x="594" y="3714"/>
                  </a:lnTo>
                  <a:lnTo>
                    <a:pt x="692" y="3457"/>
                  </a:lnTo>
                  <a:lnTo>
                    <a:pt x="831" y="3181"/>
                  </a:lnTo>
                  <a:lnTo>
                    <a:pt x="989" y="2904"/>
                  </a:lnTo>
                  <a:lnTo>
                    <a:pt x="1186" y="2608"/>
                  </a:lnTo>
                  <a:lnTo>
                    <a:pt x="1384" y="2312"/>
                  </a:lnTo>
                  <a:lnTo>
                    <a:pt x="1601" y="2035"/>
                  </a:lnTo>
                  <a:lnTo>
                    <a:pt x="1818" y="1778"/>
                  </a:lnTo>
                  <a:lnTo>
                    <a:pt x="2016" y="1541"/>
                  </a:lnTo>
                  <a:lnTo>
                    <a:pt x="2233" y="1344"/>
                  </a:lnTo>
                  <a:lnTo>
                    <a:pt x="2450" y="1146"/>
                  </a:lnTo>
                  <a:lnTo>
                    <a:pt x="2648" y="988"/>
                  </a:lnTo>
                  <a:lnTo>
                    <a:pt x="2845" y="850"/>
                  </a:lnTo>
                  <a:lnTo>
                    <a:pt x="3063" y="731"/>
                  </a:lnTo>
                  <a:lnTo>
                    <a:pt x="3240" y="652"/>
                  </a:lnTo>
                  <a:lnTo>
                    <a:pt x="3438" y="613"/>
                  </a:lnTo>
                  <a:lnTo>
                    <a:pt x="3616" y="593"/>
                  </a:lnTo>
                  <a:lnTo>
                    <a:pt x="3793" y="613"/>
                  </a:lnTo>
                  <a:lnTo>
                    <a:pt x="3971" y="652"/>
                  </a:lnTo>
                  <a:lnTo>
                    <a:pt x="4129" y="751"/>
                  </a:lnTo>
                  <a:lnTo>
                    <a:pt x="4287" y="870"/>
                  </a:lnTo>
                  <a:lnTo>
                    <a:pt x="4425" y="1028"/>
                  </a:lnTo>
                  <a:lnTo>
                    <a:pt x="4544" y="1186"/>
                  </a:lnTo>
                  <a:lnTo>
                    <a:pt x="4643" y="1363"/>
                  </a:lnTo>
                  <a:lnTo>
                    <a:pt x="4741" y="1541"/>
                  </a:lnTo>
                  <a:lnTo>
                    <a:pt x="4820" y="1719"/>
                  </a:lnTo>
                  <a:lnTo>
                    <a:pt x="4880" y="1916"/>
                  </a:lnTo>
                  <a:lnTo>
                    <a:pt x="4978" y="2331"/>
                  </a:lnTo>
                  <a:lnTo>
                    <a:pt x="5136" y="3161"/>
                  </a:lnTo>
                  <a:lnTo>
                    <a:pt x="5215" y="3576"/>
                  </a:lnTo>
                  <a:lnTo>
                    <a:pt x="5314" y="3951"/>
                  </a:lnTo>
                  <a:lnTo>
                    <a:pt x="5453" y="4326"/>
                  </a:lnTo>
                  <a:lnTo>
                    <a:pt x="5611" y="4702"/>
                  </a:lnTo>
                  <a:lnTo>
                    <a:pt x="5927" y="5432"/>
                  </a:lnTo>
                  <a:lnTo>
                    <a:pt x="6282" y="6183"/>
                  </a:lnTo>
                  <a:lnTo>
                    <a:pt x="6183" y="5867"/>
                  </a:lnTo>
                  <a:lnTo>
                    <a:pt x="6085" y="5551"/>
                  </a:lnTo>
                  <a:lnTo>
                    <a:pt x="5986" y="5136"/>
                  </a:lnTo>
                  <a:lnTo>
                    <a:pt x="5887" y="4702"/>
                  </a:lnTo>
                  <a:lnTo>
                    <a:pt x="5808" y="4247"/>
                  </a:lnTo>
                  <a:lnTo>
                    <a:pt x="5769" y="3813"/>
                  </a:lnTo>
                  <a:lnTo>
                    <a:pt x="5769" y="3615"/>
                  </a:lnTo>
                  <a:lnTo>
                    <a:pt x="5788" y="3457"/>
                  </a:lnTo>
                  <a:lnTo>
                    <a:pt x="5788" y="3279"/>
                  </a:lnTo>
                  <a:lnTo>
                    <a:pt x="5788" y="3062"/>
                  </a:lnTo>
                  <a:lnTo>
                    <a:pt x="5749" y="2845"/>
                  </a:lnTo>
                  <a:lnTo>
                    <a:pt x="5690" y="2608"/>
                  </a:lnTo>
                  <a:lnTo>
                    <a:pt x="5630" y="2351"/>
                  </a:lnTo>
                  <a:lnTo>
                    <a:pt x="5532" y="2094"/>
                  </a:lnTo>
                  <a:lnTo>
                    <a:pt x="5433" y="1818"/>
                  </a:lnTo>
                  <a:lnTo>
                    <a:pt x="5314" y="1561"/>
                  </a:lnTo>
                  <a:lnTo>
                    <a:pt x="5196" y="1304"/>
                  </a:lnTo>
                  <a:lnTo>
                    <a:pt x="5057" y="1067"/>
                  </a:lnTo>
                  <a:lnTo>
                    <a:pt x="4919" y="830"/>
                  </a:lnTo>
                  <a:lnTo>
                    <a:pt x="4781" y="613"/>
                  </a:lnTo>
                  <a:lnTo>
                    <a:pt x="4623" y="435"/>
                  </a:lnTo>
                  <a:lnTo>
                    <a:pt x="4465" y="277"/>
                  </a:lnTo>
                  <a:lnTo>
                    <a:pt x="4307" y="159"/>
                  </a:lnTo>
                  <a:lnTo>
                    <a:pt x="4149" y="60"/>
                  </a:lnTo>
                  <a:lnTo>
                    <a:pt x="3991" y="20"/>
                  </a:lnTo>
                  <a:lnTo>
                    <a:pt x="383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8" name="Google Shape;8868;p34"/>
            <p:cNvSpPr/>
            <p:nvPr/>
          </p:nvSpPr>
          <p:spPr>
            <a:xfrm>
              <a:off x="8758908" y="1149994"/>
              <a:ext cx="335146" cy="270762"/>
            </a:xfrm>
            <a:custGeom>
              <a:rect b="b" l="l" r="r" t="t"/>
              <a:pathLst>
                <a:path extrusionOk="0" h="7309" w="9047">
                  <a:moveTo>
                    <a:pt x="2272" y="1"/>
                  </a:moveTo>
                  <a:lnTo>
                    <a:pt x="1956" y="40"/>
                  </a:lnTo>
                  <a:lnTo>
                    <a:pt x="1640" y="119"/>
                  </a:lnTo>
                  <a:lnTo>
                    <a:pt x="1304" y="218"/>
                  </a:lnTo>
                  <a:lnTo>
                    <a:pt x="1146" y="297"/>
                  </a:lnTo>
                  <a:lnTo>
                    <a:pt x="988" y="376"/>
                  </a:lnTo>
                  <a:lnTo>
                    <a:pt x="850" y="475"/>
                  </a:lnTo>
                  <a:lnTo>
                    <a:pt x="692" y="573"/>
                  </a:lnTo>
                  <a:lnTo>
                    <a:pt x="573" y="692"/>
                  </a:lnTo>
                  <a:lnTo>
                    <a:pt x="435" y="830"/>
                  </a:lnTo>
                  <a:lnTo>
                    <a:pt x="336" y="988"/>
                  </a:lnTo>
                  <a:lnTo>
                    <a:pt x="237" y="1166"/>
                  </a:lnTo>
                  <a:lnTo>
                    <a:pt x="158" y="1344"/>
                  </a:lnTo>
                  <a:lnTo>
                    <a:pt x="99" y="1521"/>
                  </a:lnTo>
                  <a:lnTo>
                    <a:pt x="60" y="1719"/>
                  </a:lnTo>
                  <a:lnTo>
                    <a:pt x="20" y="1897"/>
                  </a:lnTo>
                  <a:lnTo>
                    <a:pt x="0" y="2094"/>
                  </a:lnTo>
                  <a:lnTo>
                    <a:pt x="0" y="2292"/>
                  </a:lnTo>
                  <a:lnTo>
                    <a:pt x="20" y="2687"/>
                  </a:lnTo>
                  <a:lnTo>
                    <a:pt x="99" y="3062"/>
                  </a:lnTo>
                  <a:lnTo>
                    <a:pt x="198" y="3418"/>
                  </a:lnTo>
                  <a:lnTo>
                    <a:pt x="316" y="3753"/>
                  </a:lnTo>
                  <a:lnTo>
                    <a:pt x="474" y="4069"/>
                  </a:lnTo>
                  <a:lnTo>
                    <a:pt x="652" y="4366"/>
                  </a:lnTo>
                  <a:lnTo>
                    <a:pt x="889" y="4702"/>
                  </a:lnTo>
                  <a:lnTo>
                    <a:pt x="1146" y="5037"/>
                  </a:lnTo>
                  <a:lnTo>
                    <a:pt x="1462" y="5373"/>
                  </a:lnTo>
                  <a:lnTo>
                    <a:pt x="1778" y="5689"/>
                  </a:lnTo>
                  <a:lnTo>
                    <a:pt x="2114" y="6005"/>
                  </a:lnTo>
                  <a:lnTo>
                    <a:pt x="2450" y="6301"/>
                  </a:lnTo>
                  <a:lnTo>
                    <a:pt x="2785" y="6558"/>
                  </a:lnTo>
                  <a:lnTo>
                    <a:pt x="2963" y="6657"/>
                  </a:lnTo>
                  <a:lnTo>
                    <a:pt x="3141" y="6756"/>
                  </a:lnTo>
                  <a:lnTo>
                    <a:pt x="3339" y="6855"/>
                  </a:lnTo>
                  <a:lnTo>
                    <a:pt x="3556" y="6934"/>
                  </a:lnTo>
                  <a:lnTo>
                    <a:pt x="4030" y="7072"/>
                  </a:lnTo>
                  <a:lnTo>
                    <a:pt x="4504" y="7171"/>
                  </a:lnTo>
                  <a:lnTo>
                    <a:pt x="5017" y="7250"/>
                  </a:lnTo>
                  <a:lnTo>
                    <a:pt x="5491" y="7289"/>
                  </a:lnTo>
                  <a:lnTo>
                    <a:pt x="5966" y="7309"/>
                  </a:lnTo>
                  <a:lnTo>
                    <a:pt x="6380" y="7309"/>
                  </a:lnTo>
                  <a:lnTo>
                    <a:pt x="6578" y="7289"/>
                  </a:lnTo>
                  <a:lnTo>
                    <a:pt x="6775" y="7250"/>
                  </a:lnTo>
                  <a:lnTo>
                    <a:pt x="6973" y="7190"/>
                  </a:lnTo>
                  <a:lnTo>
                    <a:pt x="7170" y="7131"/>
                  </a:lnTo>
                  <a:lnTo>
                    <a:pt x="7368" y="7052"/>
                  </a:lnTo>
                  <a:lnTo>
                    <a:pt x="7546" y="6953"/>
                  </a:lnTo>
                  <a:lnTo>
                    <a:pt x="7723" y="6855"/>
                  </a:lnTo>
                  <a:lnTo>
                    <a:pt x="7901" y="6736"/>
                  </a:lnTo>
                  <a:lnTo>
                    <a:pt x="8059" y="6598"/>
                  </a:lnTo>
                  <a:lnTo>
                    <a:pt x="8217" y="6459"/>
                  </a:lnTo>
                  <a:lnTo>
                    <a:pt x="8375" y="6301"/>
                  </a:lnTo>
                  <a:lnTo>
                    <a:pt x="8494" y="6163"/>
                  </a:lnTo>
                  <a:lnTo>
                    <a:pt x="8612" y="5985"/>
                  </a:lnTo>
                  <a:lnTo>
                    <a:pt x="8731" y="5827"/>
                  </a:lnTo>
                  <a:lnTo>
                    <a:pt x="8810" y="5650"/>
                  </a:lnTo>
                  <a:lnTo>
                    <a:pt x="8889" y="5472"/>
                  </a:lnTo>
                  <a:lnTo>
                    <a:pt x="8948" y="5274"/>
                  </a:lnTo>
                  <a:lnTo>
                    <a:pt x="8988" y="5097"/>
                  </a:lnTo>
                  <a:lnTo>
                    <a:pt x="9027" y="4919"/>
                  </a:lnTo>
                  <a:lnTo>
                    <a:pt x="9047" y="4741"/>
                  </a:lnTo>
                  <a:lnTo>
                    <a:pt x="9047" y="4386"/>
                  </a:lnTo>
                  <a:lnTo>
                    <a:pt x="9007" y="4030"/>
                  </a:lnTo>
                  <a:lnTo>
                    <a:pt x="8928" y="3714"/>
                  </a:lnTo>
                  <a:lnTo>
                    <a:pt x="8810" y="3437"/>
                  </a:lnTo>
                  <a:lnTo>
                    <a:pt x="8751" y="3299"/>
                  </a:lnTo>
                  <a:lnTo>
                    <a:pt x="8672" y="3181"/>
                  </a:lnTo>
                  <a:lnTo>
                    <a:pt x="8573" y="3062"/>
                  </a:lnTo>
                  <a:lnTo>
                    <a:pt x="8494" y="2963"/>
                  </a:lnTo>
                  <a:lnTo>
                    <a:pt x="8237" y="2766"/>
                  </a:lnTo>
                  <a:lnTo>
                    <a:pt x="7881" y="2529"/>
                  </a:lnTo>
                  <a:lnTo>
                    <a:pt x="7447" y="2292"/>
                  </a:lnTo>
                  <a:lnTo>
                    <a:pt x="7012" y="2055"/>
                  </a:lnTo>
                  <a:lnTo>
                    <a:pt x="6578" y="1837"/>
                  </a:lnTo>
                  <a:lnTo>
                    <a:pt x="6183" y="1640"/>
                  </a:lnTo>
                  <a:lnTo>
                    <a:pt x="5867" y="1521"/>
                  </a:lnTo>
                  <a:lnTo>
                    <a:pt x="5669" y="1442"/>
                  </a:lnTo>
                  <a:lnTo>
                    <a:pt x="5254" y="1344"/>
                  </a:lnTo>
                  <a:lnTo>
                    <a:pt x="4622" y="1186"/>
                  </a:lnTo>
                  <a:lnTo>
                    <a:pt x="4287" y="1126"/>
                  </a:lnTo>
                  <a:lnTo>
                    <a:pt x="3951" y="1087"/>
                  </a:lnTo>
                  <a:lnTo>
                    <a:pt x="3635" y="1067"/>
                  </a:lnTo>
                  <a:lnTo>
                    <a:pt x="3477" y="1067"/>
                  </a:lnTo>
                  <a:lnTo>
                    <a:pt x="3358" y="1087"/>
                  </a:lnTo>
                  <a:lnTo>
                    <a:pt x="3101" y="1166"/>
                  </a:lnTo>
                  <a:lnTo>
                    <a:pt x="2825" y="1284"/>
                  </a:lnTo>
                  <a:lnTo>
                    <a:pt x="2706" y="1363"/>
                  </a:lnTo>
                  <a:lnTo>
                    <a:pt x="2588" y="1442"/>
                  </a:lnTo>
                  <a:lnTo>
                    <a:pt x="2469" y="1541"/>
                  </a:lnTo>
                  <a:lnTo>
                    <a:pt x="2351" y="1660"/>
                  </a:lnTo>
                  <a:lnTo>
                    <a:pt x="2252" y="1798"/>
                  </a:lnTo>
                  <a:lnTo>
                    <a:pt x="2173" y="1956"/>
                  </a:lnTo>
                  <a:lnTo>
                    <a:pt x="2114" y="2114"/>
                  </a:lnTo>
                  <a:lnTo>
                    <a:pt x="2055" y="2292"/>
                  </a:lnTo>
                  <a:lnTo>
                    <a:pt x="2035" y="2489"/>
                  </a:lnTo>
                  <a:lnTo>
                    <a:pt x="2035" y="2707"/>
                  </a:lnTo>
                  <a:lnTo>
                    <a:pt x="2055" y="2944"/>
                  </a:lnTo>
                  <a:lnTo>
                    <a:pt x="2114" y="3181"/>
                  </a:lnTo>
                  <a:lnTo>
                    <a:pt x="2193" y="3437"/>
                  </a:lnTo>
                  <a:lnTo>
                    <a:pt x="2292" y="3694"/>
                  </a:lnTo>
                  <a:lnTo>
                    <a:pt x="2410" y="3931"/>
                  </a:lnTo>
                  <a:lnTo>
                    <a:pt x="2548" y="4168"/>
                  </a:lnTo>
                  <a:lnTo>
                    <a:pt x="2706" y="4386"/>
                  </a:lnTo>
                  <a:lnTo>
                    <a:pt x="2884" y="4583"/>
                  </a:lnTo>
                  <a:lnTo>
                    <a:pt x="3062" y="4781"/>
                  </a:lnTo>
                  <a:lnTo>
                    <a:pt x="3240" y="4958"/>
                  </a:lnTo>
                  <a:lnTo>
                    <a:pt x="3437" y="5116"/>
                  </a:lnTo>
                  <a:lnTo>
                    <a:pt x="3655" y="5274"/>
                  </a:lnTo>
                  <a:lnTo>
                    <a:pt x="3872" y="5393"/>
                  </a:lnTo>
                  <a:lnTo>
                    <a:pt x="4069" y="5511"/>
                  </a:lnTo>
                  <a:lnTo>
                    <a:pt x="4287" y="5590"/>
                  </a:lnTo>
                  <a:lnTo>
                    <a:pt x="4504" y="5669"/>
                  </a:lnTo>
                  <a:lnTo>
                    <a:pt x="4721" y="5709"/>
                  </a:lnTo>
                  <a:lnTo>
                    <a:pt x="4919" y="5748"/>
                  </a:lnTo>
                  <a:lnTo>
                    <a:pt x="5314" y="5748"/>
                  </a:lnTo>
                  <a:lnTo>
                    <a:pt x="5511" y="5729"/>
                  </a:lnTo>
                  <a:lnTo>
                    <a:pt x="5689" y="5709"/>
                  </a:lnTo>
                  <a:lnTo>
                    <a:pt x="5847" y="5669"/>
                  </a:lnTo>
                  <a:lnTo>
                    <a:pt x="6005" y="5630"/>
                  </a:lnTo>
                  <a:lnTo>
                    <a:pt x="6163" y="5571"/>
                  </a:lnTo>
                  <a:lnTo>
                    <a:pt x="6282" y="5492"/>
                  </a:lnTo>
                  <a:lnTo>
                    <a:pt x="6400" y="5413"/>
                  </a:lnTo>
                  <a:lnTo>
                    <a:pt x="6519" y="5314"/>
                  </a:lnTo>
                  <a:lnTo>
                    <a:pt x="6598" y="5195"/>
                  </a:lnTo>
                  <a:lnTo>
                    <a:pt x="6657" y="5057"/>
                  </a:lnTo>
                  <a:lnTo>
                    <a:pt x="6716" y="4919"/>
                  </a:lnTo>
                  <a:lnTo>
                    <a:pt x="6756" y="4761"/>
                  </a:lnTo>
                  <a:lnTo>
                    <a:pt x="6756" y="4583"/>
                  </a:lnTo>
                  <a:lnTo>
                    <a:pt x="6756" y="4386"/>
                  </a:lnTo>
                  <a:lnTo>
                    <a:pt x="6716" y="4208"/>
                  </a:lnTo>
                  <a:lnTo>
                    <a:pt x="6677" y="4010"/>
                  </a:lnTo>
                  <a:lnTo>
                    <a:pt x="6598" y="3852"/>
                  </a:lnTo>
                  <a:lnTo>
                    <a:pt x="6499" y="3694"/>
                  </a:lnTo>
                  <a:lnTo>
                    <a:pt x="6380" y="3536"/>
                  </a:lnTo>
                  <a:lnTo>
                    <a:pt x="6262" y="3398"/>
                  </a:lnTo>
                  <a:lnTo>
                    <a:pt x="6124" y="3279"/>
                  </a:lnTo>
                  <a:lnTo>
                    <a:pt x="5985" y="3161"/>
                  </a:lnTo>
                  <a:lnTo>
                    <a:pt x="5689" y="2963"/>
                  </a:lnTo>
                  <a:lnTo>
                    <a:pt x="5373" y="2805"/>
                  </a:lnTo>
                  <a:lnTo>
                    <a:pt x="5096" y="2687"/>
                  </a:lnTo>
                  <a:lnTo>
                    <a:pt x="4840" y="2588"/>
                  </a:lnTo>
                  <a:lnTo>
                    <a:pt x="4721" y="2568"/>
                  </a:lnTo>
                  <a:lnTo>
                    <a:pt x="4603" y="2549"/>
                  </a:lnTo>
                  <a:lnTo>
                    <a:pt x="4346" y="2549"/>
                  </a:lnTo>
                  <a:lnTo>
                    <a:pt x="4129" y="2588"/>
                  </a:lnTo>
                  <a:lnTo>
                    <a:pt x="3911" y="2687"/>
                  </a:lnTo>
                  <a:lnTo>
                    <a:pt x="3813" y="2746"/>
                  </a:lnTo>
                  <a:lnTo>
                    <a:pt x="3734" y="2805"/>
                  </a:lnTo>
                  <a:lnTo>
                    <a:pt x="3655" y="2884"/>
                  </a:lnTo>
                  <a:lnTo>
                    <a:pt x="3595" y="2963"/>
                  </a:lnTo>
                  <a:lnTo>
                    <a:pt x="3556" y="3062"/>
                  </a:lnTo>
                  <a:lnTo>
                    <a:pt x="3516" y="3141"/>
                  </a:lnTo>
                  <a:lnTo>
                    <a:pt x="3497" y="3260"/>
                  </a:lnTo>
                  <a:lnTo>
                    <a:pt x="3516" y="3358"/>
                  </a:lnTo>
                  <a:lnTo>
                    <a:pt x="3556" y="3576"/>
                  </a:lnTo>
                  <a:lnTo>
                    <a:pt x="3635" y="3773"/>
                  </a:lnTo>
                  <a:lnTo>
                    <a:pt x="3734" y="3971"/>
                  </a:lnTo>
                  <a:lnTo>
                    <a:pt x="3852" y="4148"/>
                  </a:lnTo>
                  <a:lnTo>
                    <a:pt x="3990" y="4307"/>
                  </a:lnTo>
                  <a:lnTo>
                    <a:pt x="4168" y="4425"/>
                  </a:lnTo>
                  <a:lnTo>
                    <a:pt x="4346" y="4504"/>
                  </a:lnTo>
                  <a:lnTo>
                    <a:pt x="4543" y="4563"/>
                  </a:lnTo>
                  <a:lnTo>
                    <a:pt x="4741" y="4583"/>
                  </a:lnTo>
                  <a:lnTo>
                    <a:pt x="4899" y="4563"/>
                  </a:lnTo>
                  <a:lnTo>
                    <a:pt x="5017" y="4524"/>
                  </a:lnTo>
                  <a:lnTo>
                    <a:pt x="5116" y="4465"/>
                  </a:lnTo>
                  <a:lnTo>
                    <a:pt x="5175" y="4386"/>
                  </a:lnTo>
                  <a:lnTo>
                    <a:pt x="5195" y="4307"/>
                  </a:lnTo>
                  <a:lnTo>
                    <a:pt x="5195" y="4247"/>
                  </a:lnTo>
                  <a:lnTo>
                    <a:pt x="5136" y="4168"/>
                  </a:lnTo>
                  <a:lnTo>
                    <a:pt x="5057" y="4129"/>
                  </a:lnTo>
                  <a:lnTo>
                    <a:pt x="4978" y="4109"/>
                  </a:lnTo>
                  <a:lnTo>
                    <a:pt x="4919" y="4129"/>
                  </a:lnTo>
                  <a:lnTo>
                    <a:pt x="4859" y="4148"/>
                  </a:lnTo>
                  <a:lnTo>
                    <a:pt x="4761" y="4208"/>
                  </a:lnTo>
                  <a:lnTo>
                    <a:pt x="4721" y="4247"/>
                  </a:lnTo>
                  <a:lnTo>
                    <a:pt x="4583" y="4188"/>
                  </a:lnTo>
                  <a:lnTo>
                    <a:pt x="4464" y="4148"/>
                  </a:lnTo>
                  <a:lnTo>
                    <a:pt x="4306" y="4050"/>
                  </a:lnTo>
                  <a:lnTo>
                    <a:pt x="4148" y="3951"/>
                  </a:lnTo>
                  <a:lnTo>
                    <a:pt x="4089" y="3872"/>
                  </a:lnTo>
                  <a:lnTo>
                    <a:pt x="4030" y="3813"/>
                  </a:lnTo>
                  <a:lnTo>
                    <a:pt x="3990" y="3714"/>
                  </a:lnTo>
                  <a:lnTo>
                    <a:pt x="3951" y="3635"/>
                  </a:lnTo>
                  <a:lnTo>
                    <a:pt x="3931" y="3536"/>
                  </a:lnTo>
                  <a:lnTo>
                    <a:pt x="3951" y="3418"/>
                  </a:lnTo>
                  <a:lnTo>
                    <a:pt x="3971" y="3319"/>
                  </a:lnTo>
                  <a:lnTo>
                    <a:pt x="4030" y="3220"/>
                  </a:lnTo>
                  <a:lnTo>
                    <a:pt x="4089" y="3121"/>
                  </a:lnTo>
                  <a:lnTo>
                    <a:pt x="4188" y="3062"/>
                  </a:lnTo>
                  <a:lnTo>
                    <a:pt x="4287" y="3003"/>
                  </a:lnTo>
                  <a:lnTo>
                    <a:pt x="4425" y="2963"/>
                  </a:lnTo>
                  <a:lnTo>
                    <a:pt x="4543" y="2944"/>
                  </a:lnTo>
                  <a:lnTo>
                    <a:pt x="4701" y="2944"/>
                  </a:lnTo>
                  <a:lnTo>
                    <a:pt x="4859" y="2963"/>
                  </a:lnTo>
                  <a:lnTo>
                    <a:pt x="5017" y="3003"/>
                  </a:lnTo>
                  <a:lnTo>
                    <a:pt x="5175" y="3062"/>
                  </a:lnTo>
                  <a:lnTo>
                    <a:pt x="5353" y="3141"/>
                  </a:lnTo>
                  <a:lnTo>
                    <a:pt x="5531" y="3260"/>
                  </a:lnTo>
                  <a:lnTo>
                    <a:pt x="5709" y="3398"/>
                  </a:lnTo>
                  <a:lnTo>
                    <a:pt x="5887" y="3576"/>
                  </a:lnTo>
                  <a:lnTo>
                    <a:pt x="6045" y="3773"/>
                  </a:lnTo>
                  <a:lnTo>
                    <a:pt x="6183" y="3971"/>
                  </a:lnTo>
                  <a:lnTo>
                    <a:pt x="6282" y="4168"/>
                  </a:lnTo>
                  <a:lnTo>
                    <a:pt x="6341" y="4366"/>
                  </a:lnTo>
                  <a:lnTo>
                    <a:pt x="6341" y="4544"/>
                  </a:lnTo>
                  <a:lnTo>
                    <a:pt x="6321" y="4702"/>
                  </a:lnTo>
                  <a:lnTo>
                    <a:pt x="6262" y="4840"/>
                  </a:lnTo>
                  <a:lnTo>
                    <a:pt x="6183" y="4978"/>
                  </a:lnTo>
                  <a:lnTo>
                    <a:pt x="6064" y="5077"/>
                  </a:lnTo>
                  <a:lnTo>
                    <a:pt x="5926" y="5176"/>
                  </a:lnTo>
                  <a:lnTo>
                    <a:pt x="5768" y="5255"/>
                  </a:lnTo>
                  <a:lnTo>
                    <a:pt x="5610" y="5314"/>
                  </a:lnTo>
                  <a:lnTo>
                    <a:pt x="5432" y="5353"/>
                  </a:lnTo>
                  <a:lnTo>
                    <a:pt x="5235" y="5373"/>
                  </a:lnTo>
                  <a:lnTo>
                    <a:pt x="5057" y="5373"/>
                  </a:lnTo>
                  <a:lnTo>
                    <a:pt x="4859" y="5353"/>
                  </a:lnTo>
                  <a:lnTo>
                    <a:pt x="4682" y="5314"/>
                  </a:lnTo>
                  <a:lnTo>
                    <a:pt x="4504" y="5235"/>
                  </a:lnTo>
                  <a:lnTo>
                    <a:pt x="4326" y="5156"/>
                  </a:lnTo>
                  <a:lnTo>
                    <a:pt x="4148" y="5057"/>
                  </a:lnTo>
                  <a:lnTo>
                    <a:pt x="3971" y="4958"/>
                  </a:lnTo>
                  <a:lnTo>
                    <a:pt x="3793" y="4820"/>
                  </a:lnTo>
                  <a:lnTo>
                    <a:pt x="3615" y="4702"/>
                  </a:lnTo>
                  <a:lnTo>
                    <a:pt x="3457" y="4544"/>
                  </a:lnTo>
                  <a:lnTo>
                    <a:pt x="3299" y="4386"/>
                  </a:lnTo>
                  <a:lnTo>
                    <a:pt x="3141" y="4227"/>
                  </a:lnTo>
                  <a:lnTo>
                    <a:pt x="3022" y="4050"/>
                  </a:lnTo>
                  <a:lnTo>
                    <a:pt x="2884" y="3872"/>
                  </a:lnTo>
                  <a:lnTo>
                    <a:pt x="2785" y="3674"/>
                  </a:lnTo>
                  <a:lnTo>
                    <a:pt x="2687" y="3477"/>
                  </a:lnTo>
                  <a:lnTo>
                    <a:pt x="2608" y="3260"/>
                  </a:lnTo>
                  <a:lnTo>
                    <a:pt x="2548" y="3042"/>
                  </a:lnTo>
                  <a:lnTo>
                    <a:pt x="2509" y="2825"/>
                  </a:lnTo>
                  <a:lnTo>
                    <a:pt x="2509" y="2608"/>
                  </a:lnTo>
                  <a:lnTo>
                    <a:pt x="2529" y="2410"/>
                  </a:lnTo>
                  <a:lnTo>
                    <a:pt x="2568" y="2213"/>
                  </a:lnTo>
                  <a:lnTo>
                    <a:pt x="2627" y="2055"/>
                  </a:lnTo>
                  <a:lnTo>
                    <a:pt x="2726" y="1897"/>
                  </a:lnTo>
                  <a:lnTo>
                    <a:pt x="2825" y="1758"/>
                  </a:lnTo>
                  <a:lnTo>
                    <a:pt x="2963" y="1640"/>
                  </a:lnTo>
                  <a:lnTo>
                    <a:pt x="3101" y="1561"/>
                  </a:lnTo>
                  <a:lnTo>
                    <a:pt x="3279" y="1482"/>
                  </a:lnTo>
                  <a:lnTo>
                    <a:pt x="3457" y="1423"/>
                  </a:lnTo>
                  <a:lnTo>
                    <a:pt x="3635" y="1403"/>
                  </a:lnTo>
                  <a:lnTo>
                    <a:pt x="3832" y="1383"/>
                  </a:lnTo>
                  <a:lnTo>
                    <a:pt x="4030" y="1403"/>
                  </a:lnTo>
                  <a:lnTo>
                    <a:pt x="4247" y="1442"/>
                  </a:lnTo>
                  <a:lnTo>
                    <a:pt x="4464" y="1502"/>
                  </a:lnTo>
                  <a:lnTo>
                    <a:pt x="4682" y="1600"/>
                  </a:lnTo>
                  <a:lnTo>
                    <a:pt x="4899" y="1699"/>
                  </a:lnTo>
                  <a:lnTo>
                    <a:pt x="5136" y="1798"/>
                  </a:lnTo>
                  <a:lnTo>
                    <a:pt x="5649" y="1976"/>
                  </a:lnTo>
                  <a:lnTo>
                    <a:pt x="6163" y="2154"/>
                  </a:lnTo>
                  <a:lnTo>
                    <a:pt x="6677" y="2331"/>
                  </a:lnTo>
                  <a:lnTo>
                    <a:pt x="6914" y="2430"/>
                  </a:lnTo>
                  <a:lnTo>
                    <a:pt x="7170" y="2549"/>
                  </a:lnTo>
                  <a:lnTo>
                    <a:pt x="7388" y="2687"/>
                  </a:lnTo>
                  <a:lnTo>
                    <a:pt x="7605" y="2825"/>
                  </a:lnTo>
                  <a:lnTo>
                    <a:pt x="7822" y="2983"/>
                  </a:lnTo>
                  <a:lnTo>
                    <a:pt x="8000" y="3181"/>
                  </a:lnTo>
                  <a:lnTo>
                    <a:pt x="8178" y="3378"/>
                  </a:lnTo>
                  <a:lnTo>
                    <a:pt x="8316" y="3615"/>
                  </a:lnTo>
                  <a:lnTo>
                    <a:pt x="8435" y="3872"/>
                  </a:lnTo>
                  <a:lnTo>
                    <a:pt x="8514" y="4129"/>
                  </a:lnTo>
                  <a:lnTo>
                    <a:pt x="8553" y="4386"/>
                  </a:lnTo>
                  <a:lnTo>
                    <a:pt x="8553" y="4642"/>
                  </a:lnTo>
                  <a:lnTo>
                    <a:pt x="8533" y="4899"/>
                  </a:lnTo>
                  <a:lnTo>
                    <a:pt x="8474" y="5156"/>
                  </a:lnTo>
                  <a:lnTo>
                    <a:pt x="8395" y="5413"/>
                  </a:lnTo>
                  <a:lnTo>
                    <a:pt x="8296" y="5650"/>
                  </a:lnTo>
                  <a:lnTo>
                    <a:pt x="8158" y="5867"/>
                  </a:lnTo>
                  <a:lnTo>
                    <a:pt x="8000" y="6084"/>
                  </a:lnTo>
                  <a:lnTo>
                    <a:pt x="7822" y="6282"/>
                  </a:lnTo>
                  <a:lnTo>
                    <a:pt x="7625" y="6459"/>
                  </a:lnTo>
                  <a:lnTo>
                    <a:pt x="7407" y="6598"/>
                  </a:lnTo>
                  <a:lnTo>
                    <a:pt x="7170" y="6716"/>
                  </a:lnTo>
                  <a:lnTo>
                    <a:pt x="6914" y="6815"/>
                  </a:lnTo>
                  <a:lnTo>
                    <a:pt x="6657" y="6874"/>
                  </a:lnTo>
                  <a:lnTo>
                    <a:pt x="6380" y="6914"/>
                  </a:lnTo>
                  <a:lnTo>
                    <a:pt x="6104" y="6934"/>
                  </a:lnTo>
                  <a:lnTo>
                    <a:pt x="5808" y="6953"/>
                  </a:lnTo>
                  <a:lnTo>
                    <a:pt x="5531" y="6953"/>
                  </a:lnTo>
                  <a:lnTo>
                    <a:pt x="5235" y="6934"/>
                  </a:lnTo>
                  <a:lnTo>
                    <a:pt x="4938" y="6894"/>
                  </a:lnTo>
                  <a:lnTo>
                    <a:pt x="4642" y="6835"/>
                  </a:lnTo>
                  <a:lnTo>
                    <a:pt x="4346" y="6776"/>
                  </a:lnTo>
                  <a:lnTo>
                    <a:pt x="4050" y="6697"/>
                  </a:lnTo>
                  <a:lnTo>
                    <a:pt x="3753" y="6598"/>
                  </a:lnTo>
                  <a:lnTo>
                    <a:pt x="3477" y="6479"/>
                  </a:lnTo>
                  <a:lnTo>
                    <a:pt x="3220" y="6341"/>
                  </a:lnTo>
                  <a:lnTo>
                    <a:pt x="2943" y="6203"/>
                  </a:lnTo>
                  <a:lnTo>
                    <a:pt x="2706" y="6045"/>
                  </a:lnTo>
                  <a:lnTo>
                    <a:pt x="2469" y="5867"/>
                  </a:lnTo>
                  <a:lnTo>
                    <a:pt x="2252" y="5669"/>
                  </a:lnTo>
                  <a:lnTo>
                    <a:pt x="1837" y="5255"/>
                  </a:lnTo>
                  <a:lnTo>
                    <a:pt x="1462" y="4820"/>
                  </a:lnTo>
                  <a:lnTo>
                    <a:pt x="1126" y="4386"/>
                  </a:lnTo>
                  <a:lnTo>
                    <a:pt x="830" y="3971"/>
                  </a:lnTo>
                  <a:lnTo>
                    <a:pt x="692" y="3753"/>
                  </a:lnTo>
                  <a:lnTo>
                    <a:pt x="593" y="3536"/>
                  </a:lnTo>
                  <a:lnTo>
                    <a:pt x="494" y="3319"/>
                  </a:lnTo>
                  <a:lnTo>
                    <a:pt x="415" y="3102"/>
                  </a:lnTo>
                  <a:lnTo>
                    <a:pt x="356" y="2904"/>
                  </a:lnTo>
                  <a:lnTo>
                    <a:pt x="336" y="2687"/>
                  </a:lnTo>
                  <a:lnTo>
                    <a:pt x="316" y="2489"/>
                  </a:lnTo>
                  <a:lnTo>
                    <a:pt x="336" y="2272"/>
                  </a:lnTo>
                  <a:lnTo>
                    <a:pt x="356" y="2075"/>
                  </a:lnTo>
                  <a:lnTo>
                    <a:pt x="415" y="1897"/>
                  </a:lnTo>
                  <a:lnTo>
                    <a:pt x="474" y="1719"/>
                  </a:lnTo>
                  <a:lnTo>
                    <a:pt x="534" y="1541"/>
                  </a:lnTo>
                  <a:lnTo>
                    <a:pt x="613" y="1383"/>
                  </a:lnTo>
                  <a:lnTo>
                    <a:pt x="711" y="1225"/>
                  </a:lnTo>
                  <a:lnTo>
                    <a:pt x="810" y="1087"/>
                  </a:lnTo>
                  <a:lnTo>
                    <a:pt x="929" y="968"/>
                  </a:lnTo>
                  <a:lnTo>
                    <a:pt x="1067" y="850"/>
                  </a:lnTo>
                  <a:lnTo>
                    <a:pt x="1205" y="731"/>
                  </a:lnTo>
                  <a:lnTo>
                    <a:pt x="1363" y="652"/>
                  </a:lnTo>
                  <a:lnTo>
                    <a:pt x="1521" y="573"/>
                  </a:lnTo>
                  <a:lnTo>
                    <a:pt x="1699" y="514"/>
                  </a:lnTo>
                  <a:lnTo>
                    <a:pt x="1877" y="455"/>
                  </a:lnTo>
                  <a:lnTo>
                    <a:pt x="2074" y="435"/>
                  </a:lnTo>
                  <a:lnTo>
                    <a:pt x="2272" y="415"/>
                  </a:lnTo>
                  <a:lnTo>
                    <a:pt x="2706" y="415"/>
                  </a:lnTo>
                  <a:lnTo>
                    <a:pt x="3141" y="455"/>
                  </a:lnTo>
                  <a:lnTo>
                    <a:pt x="3595" y="514"/>
                  </a:lnTo>
                  <a:lnTo>
                    <a:pt x="3990" y="573"/>
                  </a:lnTo>
                  <a:lnTo>
                    <a:pt x="4366" y="652"/>
                  </a:lnTo>
                  <a:lnTo>
                    <a:pt x="4662" y="731"/>
                  </a:lnTo>
                  <a:lnTo>
                    <a:pt x="4879" y="810"/>
                  </a:lnTo>
                  <a:lnTo>
                    <a:pt x="4978" y="870"/>
                  </a:lnTo>
                  <a:lnTo>
                    <a:pt x="4978" y="870"/>
                  </a:lnTo>
                  <a:lnTo>
                    <a:pt x="4899" y="376"/>
                  </a:lnTo>
                  <a:lnTo>
                    <a:pt x="4642" y="317"/>
                  </a:lnTo>
                  <a:lnTo>
                    <a:pt x="3990" y="178"/>
                  </a:lnTo>
                  <a:lnTo>
                    <a:pt x="3200" y="60"/>
                  </a:lnTo>
                  <a:lnTo>
                    <a:pt x="284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9" name="Google Shape;8869;p34"/>
            <p:cNvSpPr/>
            <p:nvPr/>
          </p:nvSpPr>
          <p:spPr>
            <a:xfrm>
              <a:off x="8802808" y="592413"/>
              <a:ext cx="362967" cy="286136"/>
            </a:xfrm>
            <a:custGeom>
              <a:rect b="b" l="l" r="r" t="t"/>
              <a:pathLst>
                <a:path extrusionOk="0" h="7724" w="9798">
                  <a:moveTo>
                    <a:pt x="5472" y="0"/>
                  </a:moveTo>
                  <a:lnTo>
                    <a:pt x="5215" y="20"/>
                  </a:lnTo>
                  <a:lnTo>
                    <a:pt x="4919" y="20"/>
                  </a:lnTo>
                  <a:lnTo>
                    <a:pt x="4623" y="60"/>
                  </a:lnTo>
                  <a:lnTo>
                    <a:pt x="4010" y="158"/>
                  </a:lnTo>
                  <a:lnTo>
                    <a:pt x="3378" y="297"/>
                  </a:lnTo>
                  <a:lnTo>
                    <a:pt x="2766" y="474"/>
                  </a:lnTo>
                  <a:lnTo>
                    <a:pt x="2193" y="672"/>
                  </a:lnTo>
                  <a:lnTo>
                    <a:pt x="1679" y="870"/>
                  </a:lnTo>
                  <a:lnTo>
                    <a:pt x="1245" y="1087"/>
                  </a:lnTo>
                  <a:lnTo>
                    <a:pt x="1067" y="1205"/>
                  </a:lnTo>
                  <a:lnTo>
                    <a:pt x="889" y="1324"/>
                  </a:lnTo>
                  <a:lnTo>
                    <a:pt x="731" y="1462"/>
                  </a:lnTo>
                  <a:lnTo>
                    <a:pt x="573" y="1600"/>
                  </a:lnTo>
                  <a:lnTo>
                    <a:pt x="435" y="1758"/>
                  </a:lnTo>
                  <a:lnTo>
                    <a:pt x="317" y="1916"/>
                  </a:lnTo>
                  <a:lnTo>
                    <a:pt x="218" y="2094"/>
                  </a:lnTo>
                  <a:lnTo>
                    <a:pt x="139" y="2252"/>
                  </a:lnTo>
                  <a:lnTo>
                    <a:pt x="60" y="2430"/>
                  </a:lnTo>
                  <a:lnTo>
                    <a:pt x="20" y="2627"/>
                  </a:lnTo>
                  <a:lnTo>
                    <a:pt x="1" y="2805"/>
                  </a:lnTo>
                  <a:lnTo>
                    <a:pt x="1" y="3003"/>
                  </a:lnTo>
                  <a:lnTo>
                    <a:pt x="20" y="3200"/>
                  </a:lnTo>
                  <a:lnTo>
                    <a:pt x="60" y="3378"/>
                  </a:lnTo>
                  <a:lnTo>
                    <a:pt x="139" y="3576"/>
                  </a:lnTo>
                  <a:lnTo>
                    <a:pt x="238" y="3773"/>
                  </a:lnTo>
                  <a:lnTo>
                    <a:pt x="356" y="3951"/>
                  </a:lnTo>
                  <a:lnTo>
                    <a:pt x="475" y="4129"/>
                  </a:lnTo>
                  <a:lnTo>
                    <a:pt x="613" y="4287"/>
                  </a:lnTo>
                  <a:lnTo>
                    <a:pt x="751" y="4405"/>
                  </a:lnTo>
                  <a:lnTo>
                    <a:pt x="889" y="4543"/>
                  </a:lnTo>
                  <a:lnTo>
                    <a:pt x="1028" y="4642"/>
                  </a:lnTo>
                  <a:lnTo>
                    <a:pt x="1186" y="4721"/>
                  </a:lnTo>
                  <a:lnTo>
                    <a:pt x="1344" y="4800"/>
                  </a:lnTo>
                  <a:lnTo>
                    <a:pt x="1521" y="4859"/>
                  </a:lnTo>
                  <a:lnTo>
                    <a:pt x="1719" y="4899"/>
                  </a:lnTo>
                  <a:lnTo>
                    <a:pt x="1916" y="4919"/>
                  </a:lnTo>
                  <a:lnTo>
                    <a:pt x="2114" y="4938"/>
                  </a:lnTo>
                  <a:lnTo>
                    <a:pt x="2351" y="4919"/>
                  </a:lnTo>
                  <a:lnTo>
                    <a:pt x="2588" y="4899"/>
                  </a:lnTo>
                  <a:lnTo>
                    <a:pt x="2825" y="4859"/>
                  </a:lnTo>
                  <a:lnTo>
                    <a:pt x="3102" y="4820"/>
                  </a:lnTo>
                  <a:lnTo>
                    <a:pt x="3378" y="4761"/>
                  </a:lnTo>
                  <a:lnTo>
                    <a:pt x="3655" y="4721"/>
                  </a:lnTo>
                  <a:lnTo>
                    <a:pt x="4227" y="4682"/>
                  </a:lnTo>
                  <a:lnTo>
                    <a:pt x="5373" y="4642"/>
                  </a:lnTo>
                  <a:lnTo>
                    <a:pt x="5926" y="4603"/>
                  </a:lnTo>
                  <a:lnTo>
                    <a:pt x="6203" y="4563"/>
                  </a:lnTo>
                  <a:lnTo>
                    <a:pt x="6479" y="4504"/>
                  </a:lnTo>
                  <a:lnTo>
                    <a:pt x="6756" y="4425"/>
                  </a:lnTo>
                  <a:lnTo>
                    <a:pt x="7013" y="4326"/>
                  </a:lnTo>
                  <a:lnTo>
                    <a:pt x="7269" y="4188"/>
                  </a:lnTo>
                  <a:lnTo>
                    <a:pt x="7526" y="4030"/>
                  </a:lnTo>
                  <a:lnTo>
                    <a:pt x="7743" y="3852"/>
                  </a:lnTo>
                  <a:lnTo>
                    <a:pt x="7921" y="3674"/>
                  </a:lnTo>
                  <a:lnTo>
                    <a:pt x="8059" y="3477"/>
                  </a:lnTo>
                  <a:lnTo>
                    <a:pt x="8138" y="3299"/>
                  </a:lnTo>
                  <a:lnTo>
                    <a:pt x="8178" y="3082"/>
                  </a:lnTo>
                  <a:lnTo>
                    <a:pt x="8198" y="2884"/>
                  </a:lnTo>
                  <a:lnTo>
                    <a:pt x="8158" y="2687"/>
                  </a:lnTo>
                  <a:lnTo>
                    <a:pt x="8099" y="2489"/>
                  </a:lnTo>
                  <a:lnTo>
                    <a:pt x="8020" y="2272"/>
                  </a:lnTo>
                  <a:lnTo>
                    <a:pt x="7901" y="2074"/>
                  </a:lnTo>
                  <a:lnTo>
                    <a:pt x="7763" y="1877"/>
                  </a:lnTo>
                  <a:lnTo>
                    <a:pt x="7585" y="1699"/>
                  </a:lnTo>
                  <a:lnTo>
                    <a:pt x="7408" y="1521"/>
                  </a:lnTo>
                  <a:lnTo>
                    <a:pt x="7210" y="1344"/>
                  </a:lnTo>
                  <a:lnTo>
                    <a:pt x="7013" y="1166"/>
                  </a:lnTo>
                  <a:lnTo>
                    <a:pt x="6775" y="1028"/>
                  </a:lnTo>
                  <a:lnTo>
                    <a:pt x="6558" y="889"/>
                  </a:lnTo>
                  <a:lnTo>
                    <a:pt x="6301" y="771"/>
                  </a:lnTo>
                  <a:lnTo>
                    <a:pt x="6064" y="692"/>
                  </a:lnTo>
                  <a:lnTo>
                    <a:pt x="5808" y="633"/>
                  </a:lnTo>
                  <a:lnTo>
                    <a:pt x="5531" y="593"/>
                  </a:lnTo>
                  <a:lnTo>
                    <a:pt x="5274" y="554"/>
                  </a:lnTo>
                  <a:lnTo>
                    <a:pt x="5018" y="554"/>
                  </a:lnTo>
                  <a:lnTo>
                    <a:pt x="4761" y="573"/>
                  </a:lnTo>
                  <a:lnTo>
                    <a:pt x="4504" y="613"/>
                  </a:lnTo>
                  <a:lnTo>
                    <a:pt x="4267" y="652"/>
                  </a:lnTo>
                  <a:lnTo>
                    <a:pt x="4030" y="712"/>
                  </a:lnTo>
                  <a:lnTo>
                    <a:pt x="3793" y="771"/>
                  </a:lnTo>
                  <a:lnTo>
                    <a:pt x="3576" y="850"/>
                  </a:lnTo>
                  <a:lnTo>
                    <a:pt x="3398" y="949"/>
                  </a:lnTo>
                  <a:lnTo>
                    <a:pt x="3220" y="1028"/>
                  </a:lnTo>
                  <a:lnTo>
                    <a:pt x="3062" y="1146"/>
                  </a:lnTo>
                  <a:lnTo>
                    <a:pt x="2766" y="1363"/>
                  </a:lnTo>
                  <a:lnTo>
                    <a:pt x="2509" y="1600"/>
                  </a:lnTo>
                  <a:lnTo>
                    <a:pt x="2272" y="1857"/>
                  </a:lnTo>
                  <a:lnTo>
                    <a:pt x="2173" y="1995"/>
                  </a:lnTo>
                  <a:lnTo>
                    <a:pt x="2094" y="2134"/>
                  </a:lnTo>
                  <a:lnTo>
                    <a:pt x="2035" y="2272"/>
                  </a:lnTo>
                  <a:lnTo>
                    <a:pt x="1976" y="2410"/>
                  </a:lnTo>
                  <a:lnTo>
                    <a:pt x="1956" y="2548"/>
                  </a:lnTo>
                  <a:lnTo>
                    <a:pt x="1956" y="2687"/>
                  </a:lnTo>
                  <a:lnTo>
                    <a:pt x="1976" y="2825"/>
                  </a:lnTo>
                  <a:lnTo>
                    <a:pt x="2015" y="2963"/>
                  </a:lnTo>
                  <a:lnTo>
                    <a:pt x="2094" y="3102"/>
                  </a:lnTo>
                  <a:lnTo>
                    <a:pt x="2213" y="3220"/>
                  </a:lnTo>
                  <a:lnTo>
                    <a:pt x="2331" y="3358"/>
                  </a:lnTo>
                  <a:lnTo>
                    <a:pt x="2489" y="3457"/>
                  </a:lnTo>
                  <a:lnTo>
                    <a:pt x="2647" y="3556"/>
                  </a:lnTo>
                  <a:lnTo>
                    <a:pt x="2825" y="3615"/>
                  </a:lnTo>
                  <a:lnTo>
                    <a:pt x="3003" y="3674"/>
                  </a:lnTo>
                  <a:lnTo>
                    <a:pt x="3200" y="3734"/>
                  </a:lnTo>
                  <a:lnTo>
                    <a:pt x="3418" y="3753"/>
                  </a:lnTo>
                  <a:lnTo>
                    <a:pt x="3615" y="3773"/>
                  </a:lnTo>
                  <a:lnTo>
                    <a:pt x="4050" y="3773"/>
                  </a:lnTo>
                  <a:lnTo>
                    <a:pt x="4484" y="3714"/>
                  </a:lnTo>
                  <a:lnTo>
                    <a:pt x="4919" y="3635"/>
                  </a:lnTo>
                  <a:lnTo>
                    <a:pt x="5334" y="3497"/>
                  </a:lnTo>
                  <a:lnTo>
                    <a:pt x="5531" y="3418"/>
                  </a:lnTo>
                  <a:lnTo>
                    <a:pt x="5689" y="3299"/>
                  </a:lnTo>
                  <a:lnTo>
                    <a:pt x="5827" y="3181"/>
                  </a:lnTo>
                  <a:lnTo>
                    <a:pt x="5946" y="3062"/>
                  </a:lnTo>
                  <a:lnTo>
                    <a:pt x="6045" y="2924"/>
                  </a:lnTo>
                  <a:lnTo>
                    <a:pt x="6104" y="2766"/>
                  </a:lnTo>
                  <a:lnTo>
                    <a:pt x="6143" y="2608"/>
                  </a:lnTo>
                  <a:lnTo>
                    <a:pt x="6163" y="2450"/>
                  </a:lnTo>
                  <a:lnTo>
                    <a:pt x="6163" y="2311"/>
                  </a:lnTo>
                  <a:lnTo>
                    <a:pt x="6124" y="2153"/>
                  </a:lnTo>
                  <a:lnTo>
                    <a:pt x="6064" y="1995"/>
                  </a:lnTo>
                  <a:lnTo>
                    <a:pt x="5985" y="1857"/>
                  </a:lnTo>
                  <a:lnTo>
                    <a:pt x="5867" y="1739"/>
                  </a:lnTo>
                  <a:lnTo>
                    <a:pt x="5729" y="1620"/>
                  </a:lnTo>
                  <a:lnTo>
                    <a:pt x="5571" y="1521"/>
                  </a:lnTo>
                  <a:lnTo>
                    <a:pt x="5373" y="1442"/>
                  </a:lnTo>
                  <a:lnTo>
                    <a:pt x="5176" y="1383"/>
                  </a:lnTo>
                  <a:lnTo>
                    <a:pt x="4998" y="1344"/>
                  </a:lnTo>
                  <a:lnTo>
                    <a:pt x="4820" y="1344"/>
                  </a:lnTo>
                  <a:lnTo>
                    <a:pt x="4642" y="1363"/>
                  </a:lnTo>
                  <a:lnTo>
                    <a:pt x="4484" y="1383"/>
                  </a:lnTo>
                  <a:lnTo>
                    <a:pt x="4346" y="1423"/>
                  </a:lnTo>
                  <a:lnTo>
                    <a:pt x="4208" y="1482"/>
                  </a:lnTo>
                  <a:lnTo>
                    <a:pt x="4089" y="1561"/>
                  </a:lnTo>
                  <a:lnTo>
                    <a:pt x="3990" y="1640"/>
                  </a:lnTo>
                  <a:lnTo>
                    <a:pt x="3892" y="1719"/>
                  </a:lnTo>
                  <a:lnTo>
                    <a:pt x="3813" y="1818"/>
                  </a:lnTo>
                  <a:lnTo>
                    <a:pt x="3753" y="1916"/>
                  </a:lnTo>
                  <a:lnTo>
                    <a:pt x="3714" y="2015"/>
                  </a:lnTo>
                  <a:lnTo>
                    <a:pt x="3694" y="2114"/>
                  </a:lnTo>
                  <a:lnTo>
                    <a:pt x="3694" y="2193"/>
                  </a:lnTo>
                  <a:lnTo>
                    <a:pt x="3714" y="2292"/>
                  </a:lnTo>
                  <a:lnTo>
                    <a:pt x="3753" y="2371"/>
                  </a:lnTo>
                  <a:lnTo>
                    <a:pt x="3793" y="2430"/>
                  </a:lnTo>
                  <a:lnTo>
                    <a:pt x="3832" y="2469"/>
                  </a:lnTo>
                  <a:lnTo>
                    <a:pt x="3892" y="2509"/>
                  </a:lnTo>
                  <a:lnTo>
                    <a:pt x="4010" y="2568"/>
                  </a:lnTo>
                  <a:lnTo>
                    <a:pt x="4148" y="2588"/>
                  </a:lnTo>
                  <a:lnTo>
                    <a:pt x="4267" y="2568"/>
                  </a:lnTo>
                  <a:lnTo>
                    <a:pt x="4366" y="2568"/>
                  </a:lnTo>
                  <a:lnTo>
                    <a:pt x="4464" y="2529"/>
                  </a:lnTo>
                  <a:lnTo>
                    <a:pt x="4583" y="2410"/>
                  </a:lnTo>
                  <a:lnTo>
                    <a:pt x="4524" y="2390"/>
                  </a:lnTo>
                  <a:lnTo>
                    <a:pt x="4464" y="2351"/>
                  </a:lnTo>
                  <a:lnTo>
                    <a:pt x="4405" y="2311"/>
                  </a:lnTo>
                  <a:lnTo>
                    <a:pt x="4346" y="2232"/>
                  </a:lnTo>
                  <a:lnTo>
                    <a:pt x="4306" y="2134"/>
                  </a:lnTo>
                  <a:lnTo>
                    <a:pt x="4287" y="2015"/>
                  </a:lnTo>
                  <a:lnTo>
                    <a:pt x="4306" y="1837"/>
                  </a:lnTo>
                  <a:lnTo>
                    <a:pt x="4346" y="1758"/>
                  </a:lnTo>
                  <a:lnTo>
                    <a:pt x="4385" y="1699"/>
                  </a:lnTo>
                  <a:lnTo>
                    <a:pt x="4445" y="1660"/>
                  </a:lnTo>
                  <a:lnTo>
                    <a:pt x="4524" y="1620"/>
                  </a:lnTo>
                  <a:lnTo>
                    <a:pt x="4603" y="1600"/>
                  </a:lnTo>
                  <a:lnTo>
                    <a:pt x="4682" y="1600"/>
                  </a:lnTo>
                  <a:lnTo>
                    <a:pt x="4879" y="1640"/>
                  </a:lnTo>
                  <a:lnTo>
                    <a:pt x="5077" y="1699"/>
                  </a:lnTo>
                  <a:lnTo>
                    <a:pt x="5274" y="1798"/>
                  </a:lnTo>
                  <a:lnTo>
                    <a:pt x="5472" y="1916"/>
                  </a:lnTo>
                  <a:lnTo>
                    <a:pt x="5650" y="2055"/>
                  </a:lnTo>
                  <a:lnTo>
                    <a:pt x="5709" y="2134"/>
                  </a:lnTo>
                  <a:lnTo>
                    <a:pt x="5768" y="2213"/>
                  </a:lnTo>
                  <a:lnTo>
                    <a:pt x="5788" y="2272"/>
                  </a:lnTo>
                  <a:lnTo>
                    <a:pt x="5808" y="2351"/>
                  </a:lnTo>
                  <a:lnTo>
                    <a:pt x="5827" y="2430"/>
                  </a:lnTo>
                  <a:lnTo>
                    <a:pt x="5808" y="2509"/>
                  </a:lnTo>
                  <a:lnTo>
                    <a:pt x="5788" y="2568"/>
                  </a:lnTo>
                  <a:lnTo>
                    <a:pt x="5768" y="2647"/>
                  </a:lnTo>
                  <a:lnTo>
                    <a:pt x="5650" y="2805"/>
                  </a:lnTo>
                  <a:lnTo>
                    <a:pt x="5492" y="2944"/>
                  </a:lnTo>
                  <a:lnTo>
                    <a:pt x="5274" y="3082"/>
                  </a:lnTo>
                  <a:lnTo>
                    <a:pt x="5018" y="3220"/>
                  </a:lnTo>
                  <a:lnTo>
                    <a:pt x="4860" y="3279"/>
                  </a:lnTo>
                  <a:lnTo>
                    <a:pt x="4702" y="3339"/>
                  </a:lnTo>
                  <a:lnTo>
                    <a:pt x="4346" y="3418"/>
                  </a:lnTo>
                  <a:lnTo>
                    <a:pt x="3971" y="3457"/>
                  </a:lnTo>
                  <a:lnTo>
                    <a:pt x="3595" y="3477"/>
                  </a:lnTo>
                  <a:lnTo>
                    <a:pt x="3398" y="3457"/>
                  </a:lnTo>
                  <a:lnTo>
                    <a:pt x="3220" y="3437"/>
                  </a:lnTo>
                  <a:lnTo>
                    <a:pt x="3062" y="3398"/>
                  </a:lnTo>
                  <a:lnTo>
                    <a:pt x="2904" y="3358"/>
                  </a:lnTo>
                  <a:lnTo>
                    <a:pt x="2746" y="3299"/>
                  </a:lnTo>
                  <a:lnTo>
                    <a:pt x="2628" y="3220"/>
                  </a:lnTo>
                  <a:lnTo>
                    <a:pt x="2509" y="3141"/>
                  </a:lnTo>
                  <a:lnTo>
                    <a:pt x="2430" y="3042"/>
                  </a:lnTo>
                  <a:lnTo>
                    <a:pt x="2351" y="2924"/>
                  </a:lnTo>
                  <a:lnTo>
                    <a:pt x="2312" y="2825"/>
                  </a:lnTo>
                  <a:lnTo>
                    <a:pt x="2292" y="2706"/>
                  </a:lnTo>
                  <a:lnTo>
                    <a:pt x="2292" y="2608"/>
                  </a:lnTo>
                  <a:lnTo>
                    <a:pt x="2331" y="2489"/>
                  </a:lnTo>
                  <a:lnTo>
                    <a:pt x="2371" y="2371"/>
                  </a:lnTo>
                  <a:lnTo>
                    <a:pt x="2430" y="2272"/>
                  </a:lnTo>
                  <a:lnTo>
                    <a:pt x="2509" y="2153"/>
                  </a:lnTo>
                  <a:lnTo>
                    <a:pt x="2726" y="1916"/>
                  </a:lnTo>
                  <a:lnTo>
                    <a:pt x="2983" y="1699"/>
                  </a:lnTo>
                  <a:lnTo>
                    <a:pt x="3279" y="1482"/>
                  </a:lnTo>
                  <a:lnTo>
                    <a:pt x="3635" y="1265"/>
                  </a:lnTo>
                  <a:lnTo>
                    <a:pt x="3813" y="1146"/>
                  </a:lnTo>
                  <a:lnTo>
                    <a:pt x="3990" y="1067"/>
                  </a:lnTo>
                  <a:lnTo>
                    <a:pt x="4168" y="988"/>
                  </a:lnTo>
                  <a:lnTo>
                    <a:pt x="4346" y="929"/>
                  </a:lnTo>
                  <a:lnTo>
                    <a:pt x="4543" y="889"/>
                  </a:lnTo>
                  <a:lnTo>
                    <a:pt x="4721" y="850"/>
                  </a:lnTo>
                  <a:lnTo>
                    <a:pt x="4899" y="830"/>
                  </a:lnTo>
                  <a:lnTo>
                    <a:pt x="5097" y="830"/>
                  </a:lnTo>
                  <a:lnTo>
                    <a:pt x="5274" y="850"/>
                  </a:lnTo>
                  <a:lnTo>
                    <a:pt x="5472" y="870"/>
                  </a:lnTo>
                  <a:lnTo>
                    <a:pt x="5669" y="909"/>
                  </a:lnTo>
                  <a:lnTo>
                    <a:pt x="5867" y="968"/>
                  </a:lnTo>
                  <a:lnTo>
                    <a:pt x="6064" y="1047"/>
                  </a:lnTo>
                  <a:lnTo>
                    <a:pt x="6262" y="1126"/>
                  </a:lnTo>
                  <a:lnTo>
                    <a:pt x="6459" y="1225"/>
                  </a:lnTo>
                  <a:lnTo>
                    <a:pt x="6657" y="1344"/>
                  </a:lnTo>
                  <a:lnTo>
                    <a:pt x="7032" y="1600"/>
                  </a:lnTo>
                  <a:lnTo>
                    <a:pt x="7190" y="1739"/>
                  </a:lnTo>
                  <a:lnTo>
                    <a:pt x="7329" y="1857"/>
                  </a:lnTo>
                  <a:lnTo>
                    <a:pt x="7447" y="1995"/>
                  </a:lnTo>
                  <a:lnTo>
                    <a:pt x="7546" y="2114"/>
                  </a:lnTo>
                  <a:lnTo>
                    <a:pt x="7645" y="2252"/>
                  </a:lnTo>
                  <a:lnTo>
                    <a:pt x="7704" y="2371"/>
                  </a:lnTo>
                  <a:lnTo>
                    <a:pt x="7763" y="2509"/>
                  </a:lnTo>
                  <a:lnTo>
                    <a:pt x="7803" y="2627"/>
                  </a:lnTo>
                  <a:lnTo>
                    <a:pt x="7822" y="2766"/>
                  </a:lnTo>
                  <a:lnTo>
                    <a:pt x="7822" y="2884"/>
                  </a:lnTo>
                  <a:lnTo>
                    <a:pt x="7803" y="3003"/>
                  </a:lnTo>
                  <a:lnTo>
                    <a:pt x="7763" y="3141"/>
                  </a:lnTo>
                  <a:lnTo>
                    <a:pt x="7704" y="3260"/>
                  </a:lnTo>
                  <a:lnTo>
                    <a:pt x="7645" y="3378"/>
                  </a:lnTo>
                  <a:lnTo>
                    <a:pt x="7546" y="3497"/>
                  </a:lnTo>
                  <a:lnTo>
                    <a:pt x="7447" y="3595"/>
                  </a:lnTo>
                  <a:lnTo>
                    <a:pt x="7329" y="3694"/>
                  </a:lnTo>
                  <a:lnTo>
                    <a:pt x="7190" y="3773"/>
                  </a:lnTo>
                  <a:lnTo>
                    <a:pt x="6914" y="3911"/>
                  </a:lnTo>
                  <a:lnTo>
                    <a:pt x="6598" y="4030"/>
                  </a:lnTo>
                  <a:lnTo>
                    <a:pt x="6262" y="4109"/>
                  </a:lnTo>
                  <a:lnTo>
                    <a:pt x="5926" y="4168"/>
                  </a:lnTo>
                  <a:lnTo>
                    <a:pt x="5610" y="4188"/>
                  </a:lnTo>
                  <a:lnTo>
                    <a:pt x="5294" y="4168"/>
                  </a:lnTo>
                  <a:lnTo>
                    <a:pt x="4958" y="4168"/>
                  </a:lnTo>
                  <a:lnTo>
                    <a:pt x="4563" y="4188"/>
                  </a:lnTo>
                  <a:lnTo>
                    <a:pt x="4129" y="4227"/>
                  </a:lnTo>
                  <a:lnTo>
                    <a:pt x="3674" y="4287"/>
                  </a:lnTo>
                  <a:lnTo>
                    <a:pt x="2786" y="4385"/>
                  </a:lnTo>
                  <a:lnTo>
                    <a:pt x="2410" y="4425"/>
                  </a:lnTo>
                  <a:lnTo>
                    <a:pt x="2094" y="4425"/>
                  </a:lnTo>
                  <a:lnTo>
                    <a:pt x="1837" y="4405"/>
                  </a:lnTo>
                  <a:lnTo>
                    <a:pt x="1581" y="4366"/>
                  </a:lnTo>
                  <a:lnTo>
                    <a:pt x="1324" y="4306"/>
                  </a:lnTo>
                  <a:lnTo>
                    <a:pt x="1087" y="4188"/>
                  </a:lnTo>
                  <a:lnTo>
                    <a:pt x="988" y="4129"/>
                  </a:lnTo>
                  <a:lnTo>
                    <a:pt x="870" y="4050"/>
                  </a:lnTo>
                  <a:lnTo>
                    <a:pt x="771" y="3951"/>
                  </a:lnTo>
                  <a:lnTo>
                    <a:pt x="692" y="3852"/>
                  </a:lnTo>
                  <a:lnTo>
                    <a:pt x="613" y="3734"/>
                  </a:lnTo>
                  <a:lnTo>
                    <a:pt x="534" y="3595"/>
                  </a:lnTo>
                  <a:lnTo>
                    <a:pt x="455" y="3437"/>
                  </a:lnTo>
                  <a:lnTo>
                    <a:pt x="415" y="3279"/>
                  </a:lnTo>
                  <a:lnTo>
                    <a:pt x="376" y="3102"/>
                  </a:lnTo>
                  <a:lnTo>
                    <a:pt x="356" y="2924"/>
                  </a:lnTo>
                  <a:lnTo>
                    <a:pt x="356" y="2746"/>
                  </a:lnTo>
                  <a:lnTo>
                    <a:pt x="396" y="2588"/>
                  </a:lnTo>
                  <a:lnTo>
                    <a:pt x="455" y="2430"/>
                  </a:lnTo>
                  <a:lnTo>
                    <a:pt x="514" y="2272"/>
                  </a:lnTo>
                  <a:lnTo>
                    <a:pt x="593" y="2114"/>
                  </a:lnTo>
                  <a:lnTo>
                    <a:pt x="692" y="1976"/>
                  </a:lnTo>
                  <a:lnTo>
                    <a:pt x="889" y="1719"/>
                  </a:lnTo>
                  <a:lnTo>
                    <a:pt x="1107" y="1502"/>
                  </a:lnTo>
                  <a:lnTo>
                    <a:pt x="1324" y="1324"/>
                  </a:lnTo>
                  <a:lnTo>
                    <a:pt x="1521" y="1205"/>
                  </a:lnTo>
                  <a:lnTo>
                    <a:pt x="1758" y="1107"/>
                  </a:lnTo>
                  <a:lnTo>
                    <a:pt x="2074" y="1008"/>
                  </a:lnTo>
                  <a:lnTo>
                    <a:pt x="2450" y="889"/>
                  </a:lnTo>
                  <a:lnTo>
                    <a:pt x="2884" y="791"/>
                  </a:lnTo>
                  <a:lnTo>
                    <a:pt x="3793" y="573"/>
                  </a:lnTo>
                  <a:lnTo>
                    <a:pt x="4603" y="415"/>
                  </a:lnTo>
                  <a:lnTo>
                    <a:pt x="4978" y="376"/>
                  </a:lnTo>
                  <a:lnTo>
                    <a:pt x="5334" y="356"/>
                  </a:lnTo>
                  <a:lnTo>
                    <a:pt x="5709" y="376"/>
                  </a:lnTo>
                  <a:lnTo>
                    <a:pt x="6045" y="415"/>
                  </a:lnTo>
                  <a:lnTo>
                    <a:pt x="6380" y="474"/>
                  </a:lnTo>
                  <a:lnTo>
                    <a:pt x="6677" y="573"/>
                  </a:lnTo>
                  <a:lnTo>
                    <a:pt x="6933" y="672"/>
                  </a:lnTo>
                  <a:lnTo>
                    <a:pt x="7171" y="771"/>
                  </a:lnTo>
                  <a:lnTo>
                    <a:pt x="7388" y="909"/>
                  </a:lnTo>
                  <a:lnTo>
                    <a:pt x="7664" y="1107"/>
                  </a:lnTo>
                  <a:lnTo>
                    <a:pt x="7961" y="1344"/>
                  </a:lnTo>
                  <a:lnTo>
                    <a:pt x="8257" y="1600"/>
                  </a:lnTo>
                  <a:lnTo>
                    <a:pt x="8553" y="1897"/>
                  </a:lnTo>
                  <a:lnTo>
                    <a:pt x="8810" y="2173"/>
                  </a:lnTo>
                  <a:lnTo>
                    <a:pt x="9047" y="2450"/>
                  </a:lnTo>
                  <a:lnTo>
                    <a:pt x="9205" y="2687"/>
                  </a:lnTo>
                  <a:lnTo>
                    <a:pt x="9323" y="2924"/>
                  </a:lnTo>
                  <a:lnTo>
                    <a:pt x="9383" y="3141"/>
                  </a:lnTo>
                  <a:lnTo>
                    <a:pt x="9402" y="3358"/>
                  </a:lnTo>
                  <a:lnTo>
                    <a:pt x="9383" y="3556"/>
                  </a:lnTo>
                  <a:lnTo>
                    <a:pt x="9323" y="3753"/>
                  </a:lnTo>
                  <a:lnTo>
                    <a:pt x="9244" y="3931"/>
                  </a:lnTo>
                  <a:lnTo>
                    <a:pt x="9126" y="4089"/>
                  </a:lnTo>
                  <a:lnTo>
                    <a:pt x="8988" y="4227"/>
                  </a:lnTo>
                  <a:lnTo>
                    <a:pt x="8790" y="4346"/>
                  </a:lnTo>
                  <a:lnTo>
                    <a:pt x="8573" y="4445"/>
                  </a:lnTo>
                  <a:lnTo>
                    <a:pt x="8316" y="4543"/>
                  </a:lnTo>
                  <a:lnTo>
                    <a:pt x="8040" y="4622"/>
                  </a:lnTo>
                  <a:lnTo>
                    <a:pt x="7743" y="4701"/>
                  </a:lnTo>
                  <a:lnTo>
                    <a:pt x="7427" y="4761"/>
                  </a:lnTo>
                  <a:lnTo>
                    <a:pt x="6795" y="4859"/>
                  </a:lnTo>
                  <a:lnTo>
                    <a:pt x="6440" y="4919"/>
                  </a:lnTo>
                  <a:lnTo>
                    <a:pt x="6045" y="4998"/>
                  </a:lnTo>
                  <a:lnTo>
                    <a:pt x="5630" y="5096"/>
                  </a:lnTo>
                  <a:lnTo>
                    <a:pt x="5195" y="5215"/>
                  </a:lnTo>
                  <a:lnTo>
                    <a:pt x="4761" y="5334"/>
                  </a:lnTo>
                  <a:lnTo>
                    <a:pt x="4346" y="5492"/>
                  </a:lnTo>
                  <a:lnTo>
                    <a:pt x="3951" y="5650"/>
                  </a:lnTo>
                  <a:lnTo>
                    <a:pt x="3595" y="5808"/>
                  </a:lnTo>
                  <a:lnTo>
                    <a:pt x="3279" y="6025"/>
                  </a:lnTo>
                  <a:lnTo>
                    <a:pt x="2983" y="6242"/>
                  </a:lnTo>
                  <a:lnTo>
                    <a:pt x="2726" y="6499"/>
                  </a:lnTo>
                  <a:lnTo>
                    <a:pt x="2489" y="6736"/>
                  </a:lnTo>
                  <a:lnTo>
                    <a:pt x="2312" y="6953"/>
                  </a:lnTo>
                  <a:lnTo>
                    <a:pt x="2173" y="7111"/>
                  </a:lnTo>
                  <a:lnTo>
                    <a:pt x="2055" y="7289"/>
                  </a:lnTo>
                  <a:lnTo>
                    <a:pt x="2193" y="7724"/>
                  </a:lnTo>
                  <a:lnTo>
                    <a:pt x="2371" y="7506"/>
                  </a:lnTo>
                  <a:lnTo>
                    <a:pt x="2588" y="7289"/>
                  </a:lnTo>
                  <a:lnTo>
                    <a:pt x="2884" y="6993"/>
                  </a:lnTo>
                  <a:lnTo>
                    <a:pt x="3240" y="6677"/>
                  </a:lnTo>
                  <a:lnTo>
                    <a:pt x="3635" y="6361"/>
                  </a:lnTo>
                  <a:lnTo>
                    <a:pt x="3852" y="6222"/>
                  </a:lnTo>
                  <a:lnTo>
                    <a:pt x="4069" y="6084"/>
                  </a:lnTo>
                  <a:lnTo>
                    <a:pt x="4306" y="5946"/>
                  </a:lnTo>
                  <a:lnTo>
                    <a:pt x="4563" y="5827"/>
                  </a:lnTo>
                  <a:lnTo>
                    <a:pt x="4800" y="5748"/>
                  </a:lnTo>
                  <a:lnTo>
                    <a:pt x="5037" y="5650"/>
                  </a:lnTo>
                  <a:lnTo>
                    <a:pt x="5274" y="5590"/>
                  </a:lnTo>
                  <a:lnTo>
                    <a:pt x="5511" y="5531"/>
                  </a:lnTo>
                  <a:lnTo>
                    <a:pt x="5966" y="5472"/>
                  </a:lnTo>
                  <a:lnTo>
                    <a:pt x="6420" y="5413"/>
                  </a:lnTo>
                  <a:lnTo>
                    <a:pt x="7250" y="5353"/>
                  </a:lnTo>
                  <a:lnTo>
                    <a:pt x="7625" y="5294"/>
                  </a:lnTo>
                  <a:lnTo>
                    <a:pt x="8000" y="5215"/>
                  </a:lnTo>
                  <a:lnTo>
                    <a:pt x="8356" y="5096"/>
                  </a:lnTo>
                  <a:lnTo>
                    <a:pt x="8711" y="4919"/>
                  </a:lnTo>
                  <a:lnTo>
                    <a:pt x="8869" y="4820"/>
                  </a:lnTo>
                  <a:lnTo>
                    <a:pt x="9027" y="4721"/>
                  </a:lnTo>
                  <a:lnTo>
                    <a:pt x="9165" y="4603"/>
                  </a:lnTo>
                  <a:lnTo>
                    <a:pt x="9304" y="4464"/>
                  </a:lnTo>
                  <a:lnTo>
                    <a:pt x="9442" y="4306"/>
                  </a:lnTo>
                  <a:lnTo>
                    <a:pt x="9541" y="4148"/>
                  </a:lnTo>
                  <a:lnTo>
                    <a:pt x="9640" y="3971"/>
                  </a:lnTo>
                  <a:lnTo>
                    <a:pt x="9699" y="3793"/>
                  </a:lnTo>
                  <a:lnTo>
                    <a:pt x="9758" y="3576"/>
                  </a:lnTo>
                  <a:lnTo>
                    <a:pt x="9778" y="3358"/>
                  </a:lnTo>
                  <a:lnTo>
                    <a:pt x="9798" y="3121"/>
                  </a:lnTo>
                  <a:lnTo>
                    <a:pt x="9778" y="2865"/>
                  </a:lnTo>
                  <a:lnTo>
                    <a:pt x="9738" y="2726"/>
                  </a:lnTo>
                  <a:lnTo>
                    <a:pt x="9719" y="2608"/>
                  </a:lnTo>
                  <a:lnTo>
                    <a:pt x="9600" y="2351"/>
                  </a:lnTo>
                  <a:lnTo>
                    <a:pt x="9442" y="2094"/>
                  </a:lnTo>
                  <a:lnTo>
                    <a:pt x="9244" y="1837"/>
                  </a:lnTo>
                  <a:lnTo>
                    <a:pt x="9027" y="1600"/>
                  </a:lnTo>
                  <a:lnTo>
                    <a:pt x="8751" y="1383"/>
                  </a:lnTo>
                  <a:lnTo>
                    <a:pt x="8474" y="1166"/>
                  </a:lnTo>
                  <a:lnTo>
                    <a:pt x="8178" y="968"/>
                  </a:lnTo>
                  <a:lnTo>
                    <a:pt x="7862" y="771"/>
                  </a:lnTo>
                  <a:lnTo>
                    <a:pt x="7546" y="613"/>
                  </a:lnTo>
                  <a:lnTo>
                    <a:pt x="7210" y="455"/>
                  </a:lnTo>
                  <a:lnTo>
                    <a:pt x="6894" y="316"/>
                  </a:lnTo>
                  <a:lnTo>
                    <a:pt x="6578" y="218"/>
                  </a:lnTo>
                  <a:lnTo>
                    <a:pt x="6282" y="119"/>
                  </a:lnTo>
                  <a:lnTo>
                    <a:pt x="6005" y="60"/>
                  </a:lnTo>
                  <a:lnTo>
                    <a:pt x="5729" y="20"/>
                  </a:lnTo>
                  <a:lnTo>
                    <a:pt x="547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0" name="Google Shape;8870;p34"/>
            <p:cNvSpPr/>
            <p:nvPr/>
          </p:nvSpPr>
          <p:spPr>
            <a:xfrm>
              <a:off x="9134998" y="994141"/>
              <a:ext cx="333701" cy="342481"/>
            </a:xfrm>
            <a:custGeom>
              <a:rect b="b" l="l" r="r" t="t"/>
              <a:pathLst>
                <a:path extrusionOk="0" h="9245" w="9008">
                  <a:moveTo>
                    <a:pt x="5038" y="0"/>
                  </a:moveTo>
                  <a:lnTo>
                    <a:pt x="4722" y="60"/>
                  </a:lnTo>
                  <a:lnTo>
                    <a:pt x="4425" y="158"/>
                  </a:lnTo>
                  <a:lnTo>
                    <a:pt x="4307" y="198"/>
                  </a:lnTo>
                  <a:lnTo>
                    <a:pt x="4188" y="277"/>
                  </a:lnTo>
                  <a:lnTo>
                    <a:pt x="3971" y="435"/>
                  </a:lnTo>
                  <a:lnTo>
                    <a:pt x="3774" y="613"/>
                  </a:lnTo>
                  <a:lnTo>
                    <a:pt x="3576" y="810"/>
                  </a:lnTo>
                  <a:lnTo>
                    <a:pt x="3398" y="1047"/>
                  </a:lnTo>
                  <a:lnTo>
                    <a:pt x="3240" y="1284"/>
                  </a:lnTo>
                  <a:lnTo>
                    <a:pt x="3082" y="1521"/>
                  </a:lnTo>
                  <a:lnTo>
                    <a:pt x="2944" y="1778"/>
                  </a:lnTo>
                  <a:lnTo>
                    <a:pt x="2806" y="2035"/>
                  </a:lnTo>
                  <a:lnTo>
                    <a:pt x="2569" y="2568"/>
                  </a:lnTo>
                  <a:lnTo>
                    <a:pt x="2371" y="3062"/>
                  </a:lnTo>
                  <a:lnTo>
                    <a:pt x="2233" y="3516"/>
                  </a:lnTo>
                  <a:lnTo>
                    <a:pt x="2114" y="3892"/>
                  </a:lnTo>
                  <a:lnTo>
                    <a:pt x="2055" y="4069"/>
                  </a:lnTo>
                  <a:lnTo>
                    <a:pt x="1956" y="4267"/>
                  </a:lnTo>
                  <a:lnTo>
                    <a:pt x="1818" y="4464"/>
                  </a:lnTo>
                  <a:lnTo>
                    <a:pt x="1680" y="4682"/>
                  </a:lnTo>
                  <a:lnTo>
                    <a:pt x="1324" y="5136"/>
                  </a:lnTo>
                  <a:lnTo>
                    <a:pt x="949" y="5610"/>
                  </a:lnTo>
                  <a:lnTo>
                    <a:pt x="594" y="6084"/>
                  </a:lnTo>
                  <a:lnTo>
                    <a:pt x="435" y="6321"/>
                  </a:lnTo>
                  <a:lnTo>
                    <a:pt x="277" y="6558"/>
                  </a:lnTo>
                  <a:lnTo>
                    <a:pt x="159" y="6795"/>
                  </a:lnTo>
                  <a:lnTo>
                    <a:pt x="80" y="7032"/>
                  </a:lnTo>
                  <a:lnTo>
                    <a:pt x="21" y="7249"/>
                  </a:lnTo>
                  <a:lnTo>
                    <a:pt x="1" y="7467"/>
                  </a:lnTo>
                  <a:lnTo>
                    <a:pt x="21" y="7664"/>
                  </a:lnTo>
                  <a:lnTo>
                    <a:pt x="60" y="7842"/>
                  </a:lnTo>
                  <a:lnTo>
                    <a:pt x="119" y="8020"/>
                  </a:lnTo>
                  <a:lnTo>
                    <a:pt x="179" y="8178"/>
                  </a:lnTo>
                  <a:lnTo>
                    <a:pt x="277" y="8336"/>
                  </a:lnTo>
                  <a:lnTo>
                    <a:pt x="396" y="8474"/>
                  </a:lnTo>
                  <a:lnTo>
                    <a:pt x="515" y="8593"/>
                  </a:lnTo>
                  <a:lnTo>
                    <a:pt x="673" y="8711"/>
                  </a:lnTo>
                  <a:lnTo>
                    <a:pt x="831" y="8810"/>
                  </a:lnTo>
                  <a:lnTo>
                    <a:pt x="1028" y="8889"/>
                  </a:lnTo>
                  <a:lnTo>
                    <a:pt x="1226" y="8988"/>
                  </a:lnTo>
                  <a:lnTo>
                    <a:pt x="1443" y="9047"/>
                  </a:lnTo>
                  <a:lnTo>
                    <a:pt x="1680" y="9106"/>
                  </a:lnTo>
                  <a:lnTo>
                    <a:pt x="1937" y="9165"/>
                  </a:lnTo>
                  <a:lnTo>
                    <a:pt x="2490" y="9225"/>
                  </a:lnTo>
                  <a:lnTo>
                    <a:pt x="2806" y="9244"/>
                  </a:lnTo>
                  <a:lnTo>
                    <a:pt x="3102" y="9225"/>
                  </a:lnTo>
                  <a:lnTo>
                    <a:pt x="3418" y="9165"/>
                  </a:lnTo>
                  <a:lnTo>
                    <a:pt x="3734" y="9086"/>
                  </a:lnTo>
                  <a:lnTo>
                    <a:pt x="4050" y="8988"/>
                  </a:lnTo>
                  <a:lnTo>
                    <a:pt x="4386" y="8849"/>
                  </a:lnTo>
                  <a:lnTo>
                    <a:pt x="4702" y="8691"/>
                  </a:lnTo>
                  <a:lnTo>
                    <a:pt x="4998" y="8514"/>
                  </a:lnTo>
                  <a:lnTo>
                    <a:pt x="5314" y="8296"/>
                  </a:lnTo>
                  <a:lnTo>
                    <a:pt x="5611" y="8079"/>
                  </a:lnTo>
                  <a:lnTo>
                    <a:pt x="5887" y="7842"/>
                  </a:lnTo>
                  <a:lnTo>
                    <a:pt x="6144" y="7585"/>
                  </a:lnTo>
                  <a:lnTo>
                    <a:pt x="6401" y="7328"/>
                  </a:lnTo>
                  <a:lnTo>
                    <a:pt x="6638" y="7032"/>
                  </a:lnTo>
                  <a:lnTo>
                    <a:pt x="6855" y="6756"/>
                  </a:lnTo>
                  <a:lnTo>
                    <a:pt x="7052" y="6459"/>
                  </a:lnTo>
                  <a:lnTo>
                    <a:pt x="7210" y="6143"/>
                  </a:lnTo>
                  <a:lnTo>
                    <a:pt x="7349" y="5847"/>
                  </a:lnTo>
                  <a:lnTo>
                    <a:pt x="7467" y="5551"/>
                  </a:lnTo>
                  <a:lnTo>
                    <a:pt x="7566" y="5274"/>
                  </a:lnTo>
                  <a:lnTo>
                    <a:pt x="7625" y="4978"/>
                  </a:lnTo>
                  <a:lnTo>
                    <a:pt x="7665" y="4701"/>
                  </a:lnTo>
                  <a:lnTo>
                    <a:pt x="7665" y="4425"/>
                  </a:lnTo>
                  <a:lnTo>
                    <a:pt x="7665" y="4148"/>
                  </a:lnTo>
                  <a:lnTo>
                    <a:pt x="7605" y="3892"/>
                  </a:lnTo>
                  <a:lnTo>
                    <a:pt x="7526" y="3635"/>
                  </a:lnTo>
                  <a:lnTo>
                    <a:pt x="7428" y="3378"/>
                  </a:lnTo>
                  <a:lnTo>
                    <a:pt x="7289" y="3121"/>
                  </a:lnTo>
                  <a:lnTo>
                    <a:pt x="7131" y="2884"/>
                  </a:lnTo>
                  <a:lnTo>
                    <a:pt x="6954" y="2647"/>
                  </a:lnTo>
                  <a:lnTo>
                    <a:pt x="6717" y="2410"/>
                  </a:lnTo>
                  <a:lnTo>
                    <a:pt x="6480" y="2173"/>
                  </a:lnTo>
                  <a:lnTo>
                    <a:pt x="6203" y="1995"/>
                  </a:lnTo>
                  <a:lnTo>
                    <a:pt x="5946" y="1837"/>
                  </a:lnTo>
                  <a:lnTo>
                    <a:pt x="5709" y="1739"/>
                  </a:lnTo>
                  <a:lnTo>
                    <a:pt x="5453" y="1679"/>
                  </a:lnTo>
                  <a:lnTo>
                    <a:pt x="5235" y="1660"/>
                  </a:lnTo>
                  <a:lnTo>
                    <a:pt x="4998" y="1699"/>
                  </a:lnTo>
                  <a:lnTo>
                    <a:pt x="4781" y="1739"/>
                  </a:lnTo>
                  <a:lnTo>
                    <a:pt x="4564" y="1837"/>
                  </a:lnTo>
                  <a:lnTo>
                    <a:pt x="4366" y="1956"/>
                  </a:lnTo>
                  <a:lnTo>
                    <a:pt x="4188" y="2094"/>
                  </a:lnTo>
                  <a:lnTo>
                    <a:pt x="4011" y="2252"/>
                  </a:lnTo>
                  <a:lnTo>
                    <a:pt x="3833" y="2430"/>
                  </a:lnTo>
                  <a:lnTo>
                    <a:pt x="3675" y="2627"/>
                  </a:lnTo>
                  <a:lnTo>
                    <a:pt x="3537" y="2825"/>
                  </a:lnTo>
                  <a:lnTo>
                    <a:pt x="3398" y="3022"/>
                  </a:lnTo>
                  <a:lnTo>
                    <a:pt x="3260" y="3240"/>
                  </a:lnTo>
                  <a:lnTo>
                    <a:pt x="3023" y="3654"/>
                  </a:lnTo>
                  <a:lnTo>
                    <a:pt x="2806" y="4030"/>
                  </a:lnTo>
                  <a:lnTo>
                    <a:pt x="2351" y="4721"/>
                  </a:lnTo>
                  <a:lnTo>
                    <a:pt x="2174" y="5037"/>
                  </a:lnTo>
                  <a:lnTo>
                    <a:pt x="1996" y="5373"/>
                  </a:lnTo>
                  <a:lnTo>
                    <a:pt x="1877" y="5689"/>
                  </a:lnTo>
                  <a:lnTo>
                    <a:pt x="1838" y="5867"/>
                  </a:lnTo>
                  <a:lnTo>
                    <a:pt x="1798" y="6044"/>
                  </a:lnTo>
                  <a:lnTo>
                    <a:pt x="1759" y="6222"/>
                  </a:lnTo>
                  <a:lnTo>
                    <a:pt x="1759" y="6380"/>
                  </a:lnTo>
                  <a:lnTo>
                    <a:pt x="1779" y="6538"/>
                  </a:lnTo>
                  <a:lnTo>
                    <a:pt x="1798" y="6677"/>
                  </a:lnTo>
                  <a:lnTo>
                    <a:pt x="1838" y="6815"/>
                  </a:lnTo>
                  <a:lnTo>
                    <a:pt x="1897" y="6933"/>
                  </a:lnTo>
                  <a:lnTo>
                    <a:pt x="1976" y="7052"/>
                  </a:lnTo>
                  <a:lnTo>
                    <a:pt x="2055" y="7151"/>
                  </a:lnTo>
                  <a:lnTo>
                    <a:pt x="2174" y="7249"/>
                  </a:lnTo>
                  <a:lnTo>
                    <a:pt x="2292" y="7328"/>
                  </a:lnTo>
                  <a:lnTo>
                    <a:pt x="2430" y="7407"/>
                  </a:lnTo>
                  <a:lnTo>
                    <a:pt x="2588" y="7447"/>
                  </a:lnTo>
                  <a:lnTo>
                    <a:pt x="2746" y="7486"/>
                  </a:lnTo>
                  <a:lnTo>
                    <a:pt x="2944" y="7526"/>
                  </a:lnTo>
                  <a:lnTo>
                    <a:pt x="3359" y="7526"/>
                  </a:lnTo>
                  <a:lnTo>
                    <a:pt x="3596" y="7506"/>
                  </a:lnTo>
                  <a:lnTo>
                    <a:pt x="3853" y="7427"/>
                  </a:lnTo>
                  <a:lnTo>
                    <a:pt x="4109" y="7289"/>
                  </a:lnTo>
                  <a:lnTo>
                    <a:pt x="4386" y="7131"/>
                  </a:lnTo>
                  <a:lnTo>
                    <a:pt x="4643" y="6953"/>
                  </a:lnTo>
                  <a:lnTo>
                    <a:pt x="4919" y="6736"/>
                  </a:lnTo>
                  <a:lnTo>
                    <a:pt x="5176" y="6499"/>
                  </a:lnTo>
                  <a:lnTo>
                    <a:pt x="5393" y="6222"/>
                  </a:lnTo>
                  <a:lnTo>
                    <a:pt x="5611" y="5965"/>
                  </a:lnTo>
                  <a:lnTo>
                    <a:pt x="5808" y="5669"/>
                  </a:lnTo>
                  <a:lnTo>
                    <a:pt x="5946" y="5393"/>
                  </a:lnTo>
                  <a:lnTo>
                    <a:pt x="6065" y="5096"/>
                  </a:lnTo>
                  <a:lnTo>
                    <a:pt x="6124" y="4800"/>
                  </a:lnTo>
                  <a:lnTo>
                    <a:pt x="6144" y="4662"/>
                  </a:lnTo>
                  <a:lnTo>
                    <a:pt x="6144" y="4524"/>
                  </a:lnTo>
                  <a:lnTo>
                    <a:pt x="6124" y="4405"/>
                  </a:lnTo>
                  <a:lnTo>
                    <a:pt x="6104" y="4267"/>
                  </a:lnTo>
                  <a:lnTo>
                    <a:pt x="6065" y="4148"/>
                  </a:lnTo>
                  <a:lnTo>
                    <a:pt x="6006" y="4030"/>
                  </a:lnTo>
                  <a:lnTo>
                    <a:pt x="5848" y="3813"/>
                  </a:lnTo>
                  <a:lnTo>
                    <a:pt x="5690" y="3654"/>
                  </a:lnTo>
                  <a:lnTo>
                    <a:pt x="5532" y="3516"/>
                  </a:lnTo>
                  <a:lnTo>
                    <a:pt x="5354" y="3437"/>
                  </a:lnTo>
                  <a:lnTo>
                    <a:pt x="5156" y="3398"/>
                  </a:lnTo>
                  <a:lnTo>
                    <a:pt x="4978" y="3378"/>
                  </a:lnTo>
                  <a:lnTo>
                    <a:pt x="4781" y="3398"/>
                  </a:lnTo>
                  <a:lnTo>
                    <a:pt x="4603" y="3457"/>
                  </a:lnTo>
                  <a:lnTo>
                    <a:pt x="4406" y="3536"/>
                  </a:lnTo>
                  <a:lnTo>
                    <a:pt x="4228" y="3635"/>
                  </a:lnTo>
                  <a:lnTo>
                    <a:pt x="4070" y="3753"/>
                  </a:lnTo>
                  <a:lnTo>
                    <a:pt x="3912" y="3892"/>
                  </a:lnTo>
                  <a:lnTo>
                    <a:pt x="3774" y="4050"/>
                  </a:lnTo>
                  <a:lnTo>
                    <a:pt x="3655" y="4227"/>
                  </a:lnTo>
                  <a:lnTo>
                    <a:pt x="3537" y="4405"/>
                  </a:lnTo>
                  <a:lnTo>
                    <a:pt x="3458" y="4603"/>
                  </a:lnTo>
                  <a:lnTo>
                    <a:pt x="3319" y="4958"/>
                  </a:lnTo>
                  <a:lnTo>
                    <a:pt x="3161" y="5274"/>
                  </a:lnTo>
                  <a:lnTo>
                    <a:pt x="2904" y="5748"/>
                  </a:lnTo>
                  <a:lnTo>
                    <a:pt x="2845" y="5946"/>
                  </a:lnTo>
                  <a:lnTo>
                    <a:pt x="2825" y="6005"/>
                  </a:lnTo>
                  <a:lnTo>
                    <a:pt x="2825" y="6084"/>
                  </a:lnTo>
                  <a:lnTo>
                    <a:pt x="2865" y="6143"/>
                  </a:lnTo>
                  <a:lnTo>
                    <a:pt x="2904" y="6203"/>
                  </a:lnTo>
                  <a:lnTo>
                    <a:pt x="2984" y="6242"/>
                  </a:lnTo>
                  <a:lnTo>
                    <a:pt x="3082" y="6282"/>
                  </a:lnTo>
                  <a:lnTo>
                    <a:pt x="3201" y="6301"/>
                  </a:lnTo>
                  <a:lnTo>
                    <a:pt x="3319" y="6282"/>
                  </a:lnTo>
                  <a:lnTo>
                    <a:pt x="3438" y="6242"/>
                  </a:lnTo>
                  <a:lnTo>
                    <a:pt x="3537" y="6183"/>
                  </a:lnTo>
                  <a:lnTo>
                    <a:pt x="3655" y="6104"/>
                  </a:lnTo>
                  <a:lnTo>
                    <a:pt x="3754" y="6005"/>
                  </a:lnTo>
                  <a:lnTo>
                    <a:pt x="3932" y="5788"/>
                  </a:lnTo>
                  <a:lnTo>
                    <a:pt x="4090" y="5570"/>
                  </a:lnTo>
                  <a:lnTo>
                    <a:pt x="4228" y="5373"/>
                  </a:lnTo>
                  <a:lnTo>
                    <a:pt x="4327" y="5175"/>
                  </a:lnTo>
                  <a:lnTo>
                    <a:pt x="4287" y="5156"/>
                  </a:lnTo>
                  <a:lnTo>
                    <a:pt x="4248" y="5156"/>
                  </a:lnTo>
                  <a:lnTo>
                    <a:pt x="4169" y="5175"/>
                  </a:lnTo>
                  <a:lnTo>
                    <a:pt x="4109" y="5215"/>
                  </a:lnTo>
                  <a:lnTo>
                    <a:pt x="3951" y="5353"/>
                  </a:lnTo>
                  <a:lnTo>
                    <a:pt x="3774" y="5511"/>
                  </a:lnTo>
                  <a:lnTo>
                    <a:pt x="3616" y="5649"/>
                  </a:lnTo>
                  <a:lnTo>
                    <a:pt x="3477" y="5768"/>
                  </a:lnTo>
                  <a:lnTo>
                    <a:pt x="3418" y="5807"/>
                  </a:lnTo>
                  <a:lnTo>
                    <a:pt x="3359" y="5827"/>
                  </a:lnTo>
                  <a:lnTo>
                    <a:pt x="3319" y="5827"/>
                  </a:lnTo>
                  <a:lnTo>
                    <a:pt x="3300" y="5788"/>
                  </a:lnTo>
                  <a:lnTo>
                    <a:pt x="3300" y="5689"/>
                  </a:lnTo>
                  <a:lnTo>
                    <a:pt x="3319" y="5551"/>
                  </a:lnTo>
                  <a:lnTo>
                    <a:pt x="3379" y="5393"/>
                  </a:lnTo>
                  <a:lnTo>
                    <a:pt x="3458" y="5235"/>
                  </a:lnTo>
                  <a:lnTo>
                    <a:pt x="3655" y="4899"/>
                  </a:lnTo>
                  <a:lnTo>
                    <a:pt x="3853" y="4583"/>
                  </a:lnTo>
                  <a:lnTo>
                    <a:pt x="3971" y="4445"/>
                  </a:lnTo>
                  <a:lnTo>
                    <a:pt x="4090" y="4306"/>
                  </a:lnTo>
                  <a:lnTo>
                    <a:pt x="4248" y="4148"/>
                  </a:lnTo>
                  <a:lnTo>
                    <a:pt x="4406" y="4030"/>
                  </a:lnTo>
                  <a:lnTo>
                    <a:pt x="4583" y="3911"/>
                  </a:lnTo>
                  <a:lnTo>
                    <a:pt x="4761" y="3832"/>
                  </a:lnTo>
                  <a:lnTo>
                    <a:pt x="4939" y="3773"/>
                  </a:lnTo>
                  <a:lnTo>
                    <a:pt x="5097" y="3773"/>
                  </a:lnTo>
                  <a:lnTo>
                    <a:pt x="5255" y="3813"/>
                  </a:lnTo>
                  <a:lnTo>
                    <a:pt x="5413" y="3892"/>
                  </a:lnTo>
                  <a:lnTo>
                    <a:pt x="5551" y="3990"/>
                  </a:lnTo>
                  <a:lnTo>
                    <a:pt x="5650" y="4129"/>
                  </a:lnTo>
                  <a:lnTo>
                    <a:pt x="5729" y="4306"/>
                  </a:lnTo>
                  <a:lnTo>
                    <a:pt x="5769" y="4405"/>
                  </a:lnTo>
                  <a:lnTo>
                    <a:pt x="5769" y="4504"/>
                  </a:lnTo>
                  <a:lnTo>
                    <a:pt x="5788" y="4622"/>
                  </a:lnTo>
                  <a:lnTo>
                    <a:pt x="5769" y="4741"/>
                  </a:lnTo>
                  <a:lnTo>
                    <a:pt x="5749" y="4859"/>
                  </a:lnTo>
                  <a:lnTo>
                    <a:pt x="5709" y="4998"/>
                  </a:lnTo>
                  <a:lnTo>
                    <a:pt x="5591" y="5274"/>
                  </a:lnTo>
                  <a:lnTo>
                    <a:pt x="5453" y="5531"/>
                  </a:lnTo>
                  <a:lnTo>
                    <a:pt x="5275" y="5768"/>
                  </a:lnTo>
                  <a:lnTo>
                    <a:pt x="5077" y="6005"/>
                  </a:lnTo>
                  <a:lnTo>
                    <a:pt x="4860" y="6203"/>
                  </a:lnTo>
                  <a:lnTo>
                    <a:pt x="4662" y="6400"/>
                  </a:lnTo>
                  <a:lnTo>
                    <a:pt x="4267" y="6736"/>
                  </a:lnTo>
                  <a:lnTo>
                    <a:pt x="4090" y="6874"/>
                  </a:lnTo>
                  <a:lnTo>
                    <a:pt x="3872" y="6993"/>
                  </a:lnTo>
                  <a:lnTo>
                    <a:pt x="3635" y="7072"/>
                  </a:lnTo>
                  <a:lnTo>
                    <a:pt x="3418" y="7131"/>
                  </a:lnTo>
                  <a:lnTo>
                    <a:pt x="3181" y="7151"/>
                  </a:lnTo>
                  <a:lnTo>
                    <a:pt x="2964" y="7111"/>
                  </a:lnTo>
                  <a:lnTo>
                    <a:pt x="2845" y="7091"/>
                  </a:lnTo>
                  <a:lnTo>
                    <a:pt x="2746" y="7032"/>
                  </a:lnTo>
                  <a:lnTo>
                    <a:pt x="2648" y="6993"/>
                  </a:lnTo>
                  <a:lnTo>
                    <a:pt x="2569" y="6914"/>
                  </a:lnTo>
                  <a:lnTo>
                    <a:pt x="2411" y="6775"/>
                  </a:lnTo>
                  <a:lnTo>
                    <a:pt x="2312" y="6637"/>
                  </a:lnTo>
                  <a:lnTo>
                    <a:pt x="2253" y="6479"/>
                  </a:lnTo>
                  <a:lnTo>
                    <a:pt x="2213" y="6341"/>
                  </a:lnTo>
                  <a:lnTo>
                    <a:pt x="2213" y="6183"/>
                  </a:lnTo>
                  <a:lnTo>
                    <a:pt x="2233" y="6005"/>
                  </a:lnTo>
                  <a:lnTo>
                    <a:pt x="2312" y="5649"/>
                  </a:lnTo>
                  <a:lnTo>
                    <a:pt x="2391" y="5412"/>
                  </a:lnTo>
                  <a:lnTo>
                    <a:pt x="2509" y="5156"/>
                  </a:lnTo>
                  <a:lnTo>
                    <a:pt x="2667" y="4859"/>
                  </a:lnTo>
                  <a:lnTo>
                    <a:pt x="2845" y="4543"/>
                  </a:lnTo>
                  <a:lnTo>
                    <a:pt x="3221" y="3892"/>
                  </a:lnTo>
                  <a:lnTo>
                    <a:pt x="3596" y="3279"/>
                  </a:lnTo>
                  <a:lnTo>
                    <a:pt x="3774" y="3022"/>
                  </a:lnTo>
                  <a:lnTo>
                    <a:pt x="3991" y="2785"/>
                  </a:lnTo>
                  <a:lnTo>
                    <a:pt x="4228" y="2568"/>
                  </a:lnTo>
                  <a:lnTo>
                    <a:pt x="4465" y="2390"/>
                  </a:lnTo>
                  <a:lnTo>
                    <a:pt x="4722" y="2272"/>
                  </a:lnTo>
                  <a:lnTo>
                    <a:pt x="4978" y="2173"/>
                  </a:lnTo>
                  <a:lnTo>
                    <a:pt x="5215" y="2114"/>
                  </a:lnTo>
                  <a:lnTo>
                    <a:pt x="5453" y="2114"/>
                  </a:lnTo>
                  <a:lnTo>
                    <a:pt x="5551" y="2134"/>
                  </a:lnTo>
                  <a:lnTo>
                    <a:pt x="5670" y="2173"/>
                  </a:lnTo>
                  <a:lnTo>
                    <a:pt x="5907" y="2272"/>
                  </a:lnTo>
                  <a:lnTo>
                    <a:pt x="6144" y="2390"/>
                  </a:lnTo>
                  <a:lnTo>
                    <a:pt x="6361" y="2568"/>
                  </a:lnTo>
                  <a:lnTo>
                    <a:pt x="6578" y="2766"/>
                  </a:lnTo>
                  <a:lnTo>
                    <a:pt x="6776" y="2983"/>
                  </a:lnTo>
                  <a:lnTo>
                    <a:pt x="6954" y="3220"/>
                  </a:lnTo>
                  <a:lnTo>
                    <a:pt x="7072" y="3477"/>
                  </a:lnTo>
                  <a:lnTo>
                    <a:pt x="7171" y="3733"/>
                  </a:lnTo>
                  <a:lnTo>
                    <a:pt x="7230" y="3990"/>
                  </a:lnTo>
                  <a:lnTo>
                    <a:pt x="7250" y="4287"/>
                  </a:lnTo>
                  <a:lnTo>
                    <a:pt x="7250" y="4583"/>
                  </a:lnTo>
                  <a:lnTo>
                    <a:pt x="7210" y="4919"/>
                  </a:lnTo>
                  <a:lnTo>
                    <a:pt x="7131" y="5254"/>
                  </a:lnTo>
                  <a:lnTo>
                    <a:pt x="7013" y="5610"/>
                  </a:lnTo>
                  <a:lnTo>
                    <a:pt x="6835" y="5985"/>
                  </a:lnTo>
                  <a:lnTo>
                    <a:pt x="6736" y="6183"/>
                  </a:lnTo>
                  <a:lnTo>
                    <a:pt x="6618" y="6380"/>
                  </a:lnTo>
                  <a:lnTo>
                    <a:pt x="6341" y="6775"/>
                  </a:lnTo>
                  <a:lnTo>
                    <a:pt x="6006" y="7170"/>
                  </a:lnTo>
                  <a:lnTo>
                    <a:pt x="5630" y="7546"/>
                  </a:lnTo>
                  <a:lnTo>
                    <a:pt x="5215" y="7901"/>
                  </a:lnTo>
                  <a:lnTo>
                    <a:pt x="4801" y="8217"/>
                  </a:lnTo>
                  <a:lnTo>
                    <a:pt x="4583" y="8355"/>
                  </a:lnTo>
                  <a:lnTo>
                    <a:pt x="4386" y="8474"/>
                  </a:lnTo>
                  <a:lnTo>
                    <a:pt x="4169" y="8573"/>
                  </a:lnTo>
                  <a:lnTo>
                    <a:pt x="3951" y="8672"/>
                  </a:lnTo>
                  <a:lnTo>
                    <a:pt x="3754" y="8751"/>
                  </a:lnTo>
                  <a:lnTo>
                    <a:pt x="3537" y="8790"/>
                  </a:lnTo>
                  <a:lnTo>
                    <a:pt x="3300" y="8849"/>
                  </a:lnTo>
                  <a:lnTo>
                    <a:pt x="3063" y="8869"/>
                  </a:lnTo>
                  <a:lnTo>
                    <a:pt x="2845" y="8889"/>
                  </a:lnTo>
                  <a:lnTo>
                    <a:pt x="2608" y="8889"/>
                  </a:lnTo>
                  <a:lnTo>
                    <a:pt x="2174" y="8869"/>
                  </a:lnTo>
                  <a:lnTo>
                    <a:pt x="1759" y="8810"/>
                  </a:lnTo>
                  <a:lnTo>
                    <a:pt x="1384" y="8711"/>
                  </a:lnTo>
                  <a:lnTo>
                    <a:pt x="1245" y="8652"/>
                  </a:lnTo>
                  <a:lnTo>
                    <a:pt x="1107" y="8593"/>
                  </a:lnTo>
                  <a:lnTo>
                    <a:pt x="989" y="8514"/>
                  </a:lnTo>
                  <a:lnTo>
                    <a:pt x="910" y="8454"/>
                  </a:lnTo>
                  <a:lnTo>
                    <a:pt x="752" y="8296"/>
                  </a:lnTo>
                  <a:lnTo>
                    <a:pt x="633" y="8138"/>
                  </a:lnTo>
                  <a:lnTo>
                    <a:pt x="534" y="7960"/>
                  </a:lnTo>
                  <a:lnTo>
                    <a:pt x="455" y="7783"/>
                  </a:lnTo>
                  <a:lnTo>
                    <a:pt x="396" y="7585"/>
                  </a:lnTo>
                  <a:lnTo>
                    <a:pt x="376" y="7388"/>
                  </a:lnTo>
                  <a:lnTo>
                    <a:pt x="376" y="7190"/>
                  </a:lnTo>
                  <a:lnTo>
                    <a:pt x="435" y="6973"/>
                  </a:lnTo>
                  <a:lnTo>
                    <a:pt x="475" y="6874"/>
                  </a:lnTo>
                  <a:lnTo>
                    <a:pt x="554" y="6736"/>
                  </a:lnTo>
                  <a:lnTo>
                    <a:pt x="752" y="6400"/>
                  </a:lnTo>
                  <a:lnTo>
                    <a:pt x="1008" y="6025"/>
                  </a:lnTo>
                  <a:lnTo>
                    <a:pt x="1324" y="5630"/>
                  </a:lnTo>
                  <a:lnTo>
                    <a:pt x="1937" y="4840"/>
                  </a:lnTo>
                  <a:lnTo>
                    <a:pt x="2411" y="4208"/>
                  </a:lnTo>
                  <a:lnTo>
                    <a:pt x="2490" y="4069"/>
                  </a:lnTo>
                  <a:lnTo>
                    <a:pt x="2588" y="3911"/>
                  </a:lnTo>
                  <a:lnTo>
                    <a:pt x="2727" y="3516"/>
                  </a:lnTo>
                  <a:lnTo>
                    <a:pt x="2885" y="3082"/>
                  </a:lnTo>
                  <a:lnTo>
                    <a:pt x="3023" y="2627"/>
                  </a:lnTo>
                  <a:lnTo>
                    <a:pt x="3181" y="2153"/>
                  </a:lnTo>
                  <a:lnTo>
                    <a:pt x="3359" y="1719"/>
                  </a:lnTo>
                  <a:lnTo>
                    <a:pt x="3438" y="1521"/>
                  </a:lnTo>
                  <a:lnTo>
                    <a:pt x="3537" y="1343"/>
                  </a:lnTo>
                  <a:lnTo>
                    <a:pt x="3635" y="1185"/>
                  </a:lnTo>
                  <a:lnTo>
                    <a:pt x="3754" y="1047"/>
                  </a:lnTo>
                  <a:lnTo>
                    <a:pt x="3872" y="929"/>
                  </a:lnTo>
                  <a:lnTo>
                    <a:pt x="4011" y="830"/>
                  </a:lnTo>
                  <a:lnTo>
                    <a:pt x="4129" y="731"/>
                  </a:lnTo>
                  <a:lnTo>
                    <a:pt x="4267" y="632"/>
                  </a:lnTo>
                  <a:lnTo>
                    <a:pt x="4425" y="553"/>
                  </a:lnTo>
                  <a:lnTo>
                    <a:pt x="4583" y="494"/>
                  </a:lnTo>
                  <a:lnTo>
                    <a:pt x="4741" y="435"/>
                  </a:lnTo>
                  <a:lnTo>
                    <a:pt x="4919" y="395"/>
                  </a:lnTo>
                  <a:lnTo>
                    <a:pt x="5077" y="356"/>
                  </a:lnTo>
                  <a:lnTo>
                    <a:pt x="5275" y="336"/>
                  </a:lnTo>
                  <a:lnTo>
                    <a:pt x="5650" y="336"/>
                  </a:lnTo>
                  <a:lnTo>
                    <a:pt x="5848" y="356"/>
                  </a:lnTo>
                  <a:lnTo>
                    <a:pt x="6045" y="395"/>
                  </a:lnTo>
                  <a:lnTo>
                    <a:pt x="6243" y="455"/>
                  </a:lnTo>
                  <a:lnTo>
                    <a:pt x="6460" y="514"/>
                  </a:lnTo>
                  <a:lnTo>
                    <a:pt x="6855" y="672"/>
                  </a:lnTo>
                  <a:lnTo>
                    <a:pt x="7210" y="850"/>
                  </a:lnTo>
                  <a:lnTo>
                    <a:pt x="7368" y="948"/>
                  </a:lnTo>
                  <a:lnTo>
                    <a:pt x="7507" y="1067"/>
                  </a:lnTo>
                  <a:lnTo>
                    <a:pt x="7645" y="1166"/>
                  </a:lnTo>
                  <a:lnTo>
                    <a:pt x="7763" y="1284"/>
                  </a:lnTo>
                  <a:lnTo>
                    <a:pt x="7981" y="1561"/>
                  </a:lnTo>
                  <a:lnTo>
                    <a:pt x="8178" y="1837"/>
                  </a:lnTo>
                  <a:lnTo>
                    <a:pt x="8336" y="2153"/>
                  </a:lnTo>
                  <a:lnTo>
                    <a:pt x="8475" y="2509"/>
                  </a:lnTo>
                  <a:lnTo>
                    <a:pt x="8514" y="2687"/>
                  </a:lnTo>
                  <a:lnTo>
                    <a:pt x="8554" y="2884"/>
                  </a:lnTo>
                  <a:lnTo>
                    <a:pt x="8593" y="3082"/>
                  </a:lnTo>
                  <a:lnTo>
                    <a:pt x="8613" y="3279"/>
                  </a:lnTo>
                  <a:lnTo>
                    <a:pt x="8613" y="3694"/>
                  </a:lnTo>
                  <a:lnTo>
                    <a:pt x="8573" y="4089"/>
                  </a:lnTo>
                  <a:lnTo>
                    <a:pt x="8534" y="4484"/>
                  </a:lnTo>
                  <a:lnTo>
                    <a:pt x="8455" y="4840"/>
                  </a:lnTo>
                  <a:lnTo>
                    <a:pt x="8376" y="5156"/>
                  </a:lnTo>
                  <a:lnTo>
                    <a:pt x="8297" y="5432"/>
                  </a:lnTo>
                  <a:lnTo>
                    <a:pt x="8218" y="5709"/>
                  </a:lnTo>
                  <a:lnTo>
                    <a:pt x="8080" y="6025"/>
                  </a:lnTo>
                  <a:lnTo>
                    <a:pt x="7783" y="6775"/>
                  </a:lnTo>
                  <a:lnTo>
                    <a:pt x="7388" y="7644"/>
                  </a:lnTo>
                  <a:lnTo>
                    <a:pt x="7388" y="7644"/>
                  </a:lnTo>
                  <a:lnTo>
                    <a:pt x="7447" y="7605"/>
                  </a:lnTo>
                  <a:lnTo>
                    <a:pt x="7625" y="7447"/>
                  </a:lnTo>
                  <a:lnTo>
                    <a:pt x="7724" y="7309"/>
                  </a:lnTo>
                  <a:lnTo>
                    <a:pt x="7862" y="7131"/>
                  </a:lnTo>
                  <a:lnTo>
                    <a:pt x="8020" y="6914"/>
                  </a:lnTo>
                  <a:lnTo>
                    <a:pt x="8159" y="6657"/>
                  </a:lnTo>
                  <a:lnTo>
                    <a:pt x="8336" y="6341"/>
                  </a:lnTo>
                  <a:lnTo>
                    <a:pt x="8514" y="5965"/>
                  </a:lnTo>
                  <a:lnTo>
                    <a:pt x="8692" y="5531"/>
                  </a:lnTo>
                  <a:lnTo>
                    <a:pt x="8771" y="5294"/>
                  </a:lnTo>
                  <a:lnTo>
                    <a:pt x="8830" y="5057"/>
                  </a:lnTo>
                  <a:lnTo>
                    <a:pt x="8889" y="4780"/>
                  </a:lnTo>
                  <a:lnTo>
                    <a:pt x="8949" y="4504"/>
                  </a:lnTo>
                  <a:lnTo>
                    <a:pt x="8988" y="4208"/>
                  </a:lnTo>
                  <a:lnTo>
                    <a:pt x="9008" y="3892"/>
                  </a:lnTo>
                  <a:lnTo>
                    <a:pt x="9008" y="3556"/>
                  </a:lnTo>
                  <a:lnTo>
                    <a:pt x="9008" y="3200"/>
                  </a:lnTo>
                  <a:lnTo>
                    <a:pt x="8968" y="2845"/>
                  </a:lnTo>
                  <a:lnTo>
                    <a:pt x="8929" y="2450"/>
                  </a:lnTo>
                  <a:lnTo>
                    <a:pt x="8889" y="2252"/>
                  </a:lnTo>
                  <a:lnTo>
                    <a:pt x="8830" y="2074"/>
                  </a:lnTo>
                  <a:lnTo>
                    <a:pt x="8751" y="1897"/>
                  </a:lnTo>
                  <a:lnTo>
                    <a:pt x="8672" y="1719"/>
                  </a:lnTo>
                  <a:lnTo>
                    <a:pt x="8573" y="1561"/>
                  </a:lnTo>
                  <a:lnTo>
                    <a:pt x="8455" y="1403"/>
                  </a:lnTo>
                  <a:lnTo>
                    <a:pt x="8336" y="1264"/>
                  </a:lnTo>
                  <a:lnTo>
                    <a:pt x="8198" y="1126"/>
                  </a:lnTo>
                  <a:lnTo>
                    <a:pt x="8060" y="988"/>
                  </a:lnTo>
                  <a:lnTo>
                    <a:pt x="7902" y="869"/>
                  </a:lnTo>
                  <a:lnTo>
                    <a:pt x="7586" y="632"/>
                  </a:lnTo>
                  <a:lnTo>
                    <a:pt x="7230" y="455"/>
                  </a:lnTo>
                  <a:lnTo>
                    <a:pt x="6875" y="297"/>
                  </a:lnTo>
                  <a:lnTo>
                    <a:pt x="6499" y="158"/>
                  </a:lnTo>
                  <a:lnTo>
                    <a:pt x="6104" y="79"/>
                  </a:lnTo>
                  <a:lnTo>
                    <a:pt x="5729" y="20"/>
                  </a:lnTo>
                  <a:lnTo>
                    <a:pt x="537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1" name="Google Shape;8871;p34"/>
            <p:cNvSpPr/>
            <p:nvPr/>
          </p:nvSpPr>
          <p:spPr>
            <a:xfrm>
              <a:off x="9178193" y="683880"/>
              <a:ext cx="242237" cy="318328"/>
            </a:xfrm>
            <a:custGeom>
              <a:rect b="b" l="l" r="r" t="t"/>
              <a:pathLst>
                <a:path extrusionOk="0" h="8593" w="6539">
                  <a:moveTo>
                    <a:pt x="1600" y="0"/>
                  </a:moveTo>
                  <a:lnTo>
                    <a:pt x="1383" y="20"/>
                  </a:lnTo>
                  <a:lnTo>
                    <a:pt x="1185" y="79"/>
                  </a:lnTo>
                  <a:lnTo>
                    <a:pt x="1106" y="119"/>
                  </a:lnTo>
                  <a:lnTo>
                    <a:pt x="1027" y="178"/>
                  </a:lnTo>
                  <a:lnTo>
                    <a:pt x="889" y="297"/>
                  </a:lnTo>
                  <a:lnTo>
                    <a:pt x="751" y="415"/>
                  </a:lnTo>
                  <a:lnTo>
                    <a:pt x="632" y="573"/>
                  </a:lnTo>
                  <a:lnTo>
                    <a:pt x="514" y="712"/>
                  </a:lnTo>
                  <a:lnTo>
                    <a:pt x="395" y="870"/>
                  </a:lnTo>
                  <a:lnTo>
                    <a:pt x="297" y="1047"/>
                  </a:lnTo>
                  <a:lnTo>
                    <a:pt x="218" y="1225"/>
                  </a:lnTo>
                  <a:lnTo>
                    <a:pt x="139" y="1403"/>
                  </a:lnTo>
                  <a:lnTo>
                    <a:pt x="79" y="1581"/>
                  </a:lnTo>
                  <a:lnTo>
                    <a:pt x="40" y="1758"/>
                  </a:lnTo>
                  <a:lnTo>
                    <a:pt x="0" y="1936"/>
                  </a:lnTo>
                  <a:lnTo>
                    <a:pt x="0" y="2114"/>
                  </a:lnTo>
                  <a:lnTo>
                    <a:pt x="0" y="2292"/>
                  </a:lnTo>
                  <a:lnTo>
                    <a:pt x="20" y="2469"/>
                  </a:lnTo>
                  <a:lnTo>
                    <a:pt x="60" y="2627"/>
                  </a:lnTo>
                  <a:lnTo>
                    <a:pt x="119" y="2786"/>
                  </a:lnTo>
                  <a:lnTo>
                    <a:pt x="277" y="3102"/>
                  </a:lnTo>
                  <a:lnTo>
                    <a:pt x="455" y="3418"/>
                  </a:lnTo>
                  <a:lnTo>
                    <a:pt x="810" y="4069"/>
                  </a:lnTo>
                  <a:lnTo>
                    <a:pt x="1146" y="4682"/>
                  </a:lnTo>
                  <a:lnTo>
                    <a:pt x="1284" y="4978"/>
                  </a:lnTo>
                  <a:lnTo>
                    <a:pt x="1403" y="5274"/>
                  </a:lnTo>
                  <a:lnTo>
                    <a:pt x="1442" y="5413"/>
                  </a:lnTo>
                  <a:lnTo>
                    <a:pt x="1521" y="5571"/>
                  </a:lnTo>
                  <a:lnTo>
                    <a:pt x="1719" y="5887"/>
                  </a:lnTo>
                  <a:lnTo>
                    <a:pt x="1976" y="6203"/>
                  </a:lnTo>
                  <a:lnTo>
                    <a:pt x="2292" y="6538"/>
                  </a:lnTo>
                  <a:lnTo>
                    <a:pt x="2647" y="6835"/>
                  </a:lnTo>
                  <a:lnTo>
                    <a:pt x="2825" y="6973"/>
                  </a:lnTo>
                  <a:lnTo>
                    <a:pt x="3003" y="7091"/>
                  </a:lnTo>
                  <a:lnTo>
                    <a:pt x="3200" y="7190"/>
                  </a:lnTo>
                  <a:lnTo>
                    <a:pt x="3398" y="7289"/>
                  </a:lnTo>
                  <a:lnTo>
                    <a:pt x="3595" y="7348"/>
                  </a:lnTo>
                  <a:lnTo>
                    <a:pt x="3793" y="7407"/>
                  </a:lnTo>
                  <a:lnTo>
                    <a:pt x="3990" y="7427"/>
                  </a:lnTo>
                  <a:lnTo>
                    <a:pt x="4168" y="7407"/>
                  </a:lnTo>
                  <a:lnTo>
                    <a:pt x="4366" y="7368"/>
                  </a:lnTo>
                  <a:lnTo>
                    <a:pt x="4563" y="7289"/>
                  </a:lnTo>
                  <a:lnTo>
                    <a:pt x="4741" y="7190"/>
                  </a:lnTo>
                  <a:lnTo>
                    <a:pt x="4919" y="7052"/>
                  </a:lnTo>
                  <a:lnTo>
                    <a:pt x="5077" y="6894"/>
                  </a:lnTo>
                  <a:lnTo>
                    <a:pt x="5215" y="6716"/>
                  </a:lnTo>
                  <a:lnTo>
                    <a:pt x="5353" y="6538"/>
                  </a:lnTo>
                  <a:lnTo>
                    <a:pt x="5452" y="6321"/>
                  </a:lnTo>
                  <a:lnTo>
                    <a:pt x="5531" y="6084"/>
                  </a:lnTo>
                  <a:lnTo>
                    <a:pt x="5590" y="5847"/>
                  </a:lnTo>
                  <a:lnTo>
                    <a:pt x="5610" y="5610"/>
                  </a:lnTo>
                  <a:lnTo>
                    <a:pt x="5590" y="5353"/>
                  </a:lnTo>
                  <a:lnTo>
                    <a:pt x="5551" y="5097"/>
                  </a:lnTo>
                  <a:lnTo>
                    <a:pt x="5452" y="4840"/>
                  </a:lnTo>
                  <a:lnTo>
                    <a:pt x="5235" y="4287"/>
                  </a:lnTo>
                  <a:lnTo>
                    <a:pt x="4998" y="3753"/>
                  </a:lnTo>
                  <a:lnTo>
                    <a:pt x="4721" y="3240"/>
                  </a:lnTo>
                  <a:lnTo>
                    <a:pt x="4583" y="2983"/>
                  </a:lnTo>
                  <a:lnTo>
                    <a:pt x="4445" y="2766"/>
                  </a:lnTo>
                  <a:lnTo>
                    <a:pt x="4287" y="2548"/>
                  </a:lnTo>
                  <a:lnTo>
                    <a:pt x="4128" y="2351"/>
                  </a:lnTo>
                  <a:lnTo>
                    <a:pt x="3951" y="2193"/>
                  </a:lnTo>
                  <a:lnTo>
                    <a:pt x="3753" y="2035"/>
                  </a:lnTo>
                  <a:lnTo>
                    <a:pt x="3575" y="1936"/>
                  </a:lnTo>
                  <a:lnTo>
                    <a:pt x="3358" y="1857"/>
                  </a:lnTo>
                  <a:lnTo>
                    <a:pt x="3161" y="1798"/>
                  </a:lnTo>
                  <a:lnTo>
                    <a:pt x="2924" y="1798"/>
                  </a:lnTo>
                  <a:lnTo>
                    <a:pt x="2706" y="1818"/>
                  </a:lnTo>
                  <a:lnTo>
                    <a:pt x="2509" y="1857"/>
                  </a:lnTo>
                  <a:lnTo>
                    <a:pt x="2351" y="1916"/>
                  </a:lnTo>
                  <a:lnTo>
                    <a:pt x="2193" y="1995"/>
                  </a:lnTo>
                  <a:lnTo>
                    <a:pt x="2074" y="2094"/>
                  </a:lnTo>
                  <a:lnTo>
                    <a:pt x="1976" y="2193"/>
                  </a:lnTo>
                  <a:lnTo>
                    <a:pt x="1877" y="2311"/>
                  </a:lnTo>
                  <a:lnTo>
                    <a:pt x="1818" y="2430"/>
                  </a:lnTo>
                  <a:lnTo>
                    <a:pt x="1778" y="2568"/>
                  </a:lnTo>
                  <a:lnTo>
                    <a:pt x="1758" y="2706"/>
                  </a:lnTo>
                  <a:lnTo>
                    <a:pt x="1738" y="2865"/>
                  </a:lnTo>
                  <a:lnTo>
                    <a:pt x="1758" y="3023"/>
                  </a:lnTo>
                  <a:lnTo>
                    <a:pt x="1778" y="3181"/>
                  </a:lnTo>
                  <a:lnTo>
                    <a:pt x="1818" y="3339"/>
                  </a:lnTo>
                  <a:lnTo>
                    <a:pt x="1877" y="3516"/>
                  </a:lnTo>
                  <a:lnTo>
                    <a:pt x="1936" y="3674"/>
                  </a:lnTo>
                  <a:lnTo>
                    <a:pt x="2173" y="4267"/>
                  </a:lnTo>
                  <a:lnTo>
                    <a:pt x="2351" y="4721"/>
                  </a:lnTo>
                  <a:lnTo>
                    <a:pt x="2450" y="4919"/>
                  </a:lnTo>
                  <a:lnTo>
                    <a:pt x="2548" y="5077"/>
                  </a:lnTo>
                  <a:lnTo>
                    <a:pt x="2687" y="5235"/>
                  </a:lnTo>
                  <a:lnTo>
                    <a:pt x="2845" y="5353"/>
                  </a:lnTo>
                  <a:lnTo>
                    <a:pt x="2924" y="5413"/>
                  </a:lnTo>
                  <a:lnTo>
                    <a:pt x="3022" y="5452"/>
                  </a:lnTo>
                  <a:lnTo>
                    <a:pt x="3141" y="5472"/>
                  </a:lnTo>
                  <a:lnTo>
                    <a:pt x="3358" y="5472"/>
                  </a:lnTo>
                  <a:lnTo>
                    <a:pt x="3477" y="5452"/>
                  </a:lnTo>
                  <a:lnTo>
                    <a:pt x="3575" y="5413"/>
                  </a:lnTo>
                  <a:lnTo>
                    <a:pt x="3674" y="5353"/>
                  </a:lnTo>
                  <a:lnTo>
                    <a:pt x="3773" y="5294"/>
                  </a:lnTo>
                  <a:lnTo>
                    <a:pt x="3852" y="5215"/>
                  </a:lnTo>
                  <a:lnTo>
                    <a:pt x="3931" y="5116"/>
                  </a:lnTo>
                  <a:lnTo>
                    <a:pt x="3990" y="4998"/>
                  </a:lnTo>
                  <a:lnTo>
                    <a:pt x="4049" y="4879"/>
                  </a:lnTo>
                  <a:lnTo>
                    <a:pt x="4069" y="4761"/>
                  </a:lnTo>
                  <a:lnTo>
                    <a:pt x="4089" y="4603"/>
                  </a:lnTo>
                  <a:lnTo>
                    <a:pt x="4069" y="4445"/>
                  </a:lnTo>
                  <a:lnTo>
                    <a:pt x="4049" y="4287"/>
                  </a:lnTo>
                  <a:lnTo>
                    <a:pt x="4010" y="4148"/>
                  </a:lnTo>
                  <a:lnTo>
                    <a:pt x="3951" y="4010"/>
                  </a:lnTo>
                  <a:lnTo>
                    <a:pt x="3891" y="3872"/>
                  </a:lnTo>
                  <a:lnTo>
                    <a:pt x="3812" y="3734"/>
                  </a:lnTo>
                  <a:lnTo>
                    <a:pt x="3733" y="3635"/>
                  </a:lnTo>
                  <a:lnTo>
                    <a:pt x="3654" y="3536"/>
                  </a:lnTo>
                  <a:lnTo>
                    <a:pt x="3556" y="3437"/>
                  </a:lnTo>
                  <a:lnTo>
                    <a:pt x="3457" y="3378"/>
                  </a:lnTo>
                  <a:lnTo>
                    <a:pt x="3378" y="3319"/>
                  </a:lnTo>
                  <a:lnTo>
                    <a:pt x="3279" y="3279"/>
                  </a:lnTo>
                  <a:lnTo>
                    <a:pt x="3180" y="3260"/>
                  </a:lnTo>
                  <a:lnTo>
                    <a:pt x="3022" y="3260"/>
                  </a:lnTo>
                  <a:lnTo>
                    <a:pt x="2943" y="3299"/>
                  </a:lnTo>
                  <a:lnTo>
                    <a:pt x="2864" y="3358"/>
                  </a:lnTo>
                  <a:lnTo>
                    <a:pt x="2805" y="3437"/>
                  </a:lnTo>
                  <a:lnTo>
                    <a:pt x="2785" y="3516"/>
                  </a:lnTo>
                  <a:lnTo>
                    <a:pt x="2766" y="3595"/>
                  </a:lnTo>
                  <a:lnTo>
                    <a:pt x="2766" y="3674"/>
                  </a:lnTo>
                  <a:lnTo>
                    <a:pt x="2805" y="3852"/>
                  </a:lnTo>
                  <a:lnTo>
                    <a:pt x="2864" y="4010"/>
                  </a:lnTo>
                  <a:lnTo>
                    <a:pt x="2963" y="4148"/>
                  </a:lnTo>
                  <a:lnTo>
                    <a:pt x="3042" y="4267"/>
                  </a:lnTo>
                  <a:lnTo>
                    <a:pt x="3141" y="4385"/>
                  </a:lnTo>
                  <a:lnTo>
                    <a:pt x="3180" y="4366"/>
                  </a:lnTo>
                  <a:lnTo>
                    <a:pt x="3200" y="4366"/>
                  </a:lnTo>
                  <a:lnTo>
                    <a:pt x="3220" y="4346"/>
                  </a:lnTo>
                  <a:lnTo>
                    <a:pt x="3240" y="4306"/>
                  </a:lnTo>
                  <a:lnTo>
                    <a:pt x="3220" y="4227"/>
                  </a:lnTo>
                  <a:lnTo>
                    <a:pt x="3200" y="4129"/>
                  </a:lnTo>
                  <a:lnTo>
                    <a:pt x="3141" y="3911"/>
                  </a:lnTo>
                  <a:lnTo>
                    <a:pt x="3121" y="3793"/>
                  </a:lnTo>
                  <a:lnTo>
                    <a:pt x="3121" y="3694"/>
                  </a:lnTo>
                  <a:lnTo>
                    <a:pt x="3141" y="3655"/>
                  </a:lnTo>
                  <a:lnTo>
                    <a:pt x="3180" y="3615"/>
                  </a:lnTo>
                  <a:lnTo>
                    <a:pt x="3220" y="3595"/>
                  </a:lnTo>
                  <a:lnTo>
                    <a:pt x="3259" y="3595"/>
                  </a:lnTo>
                  <a:lnTo>
                    <a:pt x="3358" y="3635"/>
                  </a:lnTo>
                  <a:lnTo>
                    <a:pt x="3457" y="3694"/>
                  </a:lnTo>
                  <a:lnTo>
                    <a:pt x="3556" y="3793"/>
                  </a:lnTo>
                  <a:lnTo>
                    <a:pt x="3635" y="3931"/>
                  </a:lnTo>
                  <a:lnTo>
                    <a:pt x="3694" y="4089"/>
                  </a:lnTo>
                  <a:lnTo>
                    <a:pt x="3714" y="4287"/>
                  </a:lnTo>
                  <a:lnTo>
                    <a:pt x="3714" y="4484"/>
                  </a:lnTo>
                  <a:lnTo>
                    <a:pt x="3694" y="4662"/>
                  </a:lnTo>
                  <a:lnTo>
                    <a:pt x="3654" y="4820"/>
                  </a:lnTo>
                  <a:lnTo>
                    <a:pt x="3575" y="4958"/>
                  </a:lnTo>
                  <a:lnTo>
                    <a:pt x="3496" y="5057"/>
                  </a:lnTo>
                  <a:lnTo>
                    <a:pt x="3398" y="5136"/>
                  </a:lnTo>
                  <a:lnTo>
                    <a:pt x="3259" y="5176"/>
                  </a:lnTo>
                  <a:lnTo>
                    <a:pt x="3121" y="5176"/>
                  </a:lnTo>
                  <a:lnTo>
                    <a:pt x="3042" y="5156"/>
                  </a:lnTo>
                  <a:lnTo>
                    <a:pt x="2943" y="5097"/>
                  </a:lnTo>
                  <a:lnTo>
                    <a:pt x="2864" y="5037"/>
                  </a:lnTo>
                  <a:lnTo>
                    <a:pt x="2766" y="4938"/>
                  </a:lnTo>
                  <a:lnTo>
                    <a:pt x="2588" y="4701"/>
                  </a:lnTo>
                  <a:lnTo>
                    <a:pt x="2410" y="4405"/>
                  </a:lnTo>
                  <a:lnTo>
                    <a:pt x="2272" y="4089"/>
                  </a:lnTo>
                  <a:lnTo>
                    <a:pt x="2153" y="3753"/>
                  </a:lnTo>
                  <a:lnTo>
                    <a:pt x="2074" y="3437"/>
                  </a:lnTo>
                  <a:lnTo>
                    <a:pt x="2055" y="3299"/>
                  </a:lnTo>
                  <a:lnTo>
                    <a:pt x="2035" y="3161"/>
                  </a:lnTo>
                  <a:lnTo>
                    <a:pt x="2055" y="2924"/>
                  </a:lnTo>
                  <a:lnTo>
                    <a:pt x="2114" y="2706"/>
                  </a:lnTo>
                  <a:lnTo>
                    <a:pt x="2213" y="2529"/>
                  </a:lnTo>
                  <a:lnTo>
                    <a:pt x="2311" y="2371"/>
                  </a:lnTo>
                  <a:lnTo>
                    <a:pt x="2469" y="2252"/>
                  </a:lnTo>
                  <a:lnTo>
                    <a:pt x="2627" y="2173"/>
                  </a:lnTo>
                  <a:lnTo>
                    <a:pt x="2805" y="2114"/>
                  </a:lnTo>
                  <a:lnTo>
                    <a:pt x="2983" y="2114"/>
                  </a:lnTo>
                  <a:lnTo>
                    <a:pt x="3161" y="2134"/>
                  </a:lnTo>
                  <a:lnTo>
                    <a:pt x="3338" y="2193"/>
                  </a:lnTo>
                  <a:lnTo>
                    <a:pt x="3516" y="2292"/>
                  </a:lnTo>
                  <a:lnTo>
                    <a:pt x="3674" y="2430"/>
                  </a:lnTo>
                  <a:lnTo>
                    <a:pt x="3852" y="2608"/>
                  </a:lnTo>
                  <a:lnTo>
                    <a:pt x="4010" y="2786"/>
                  </a:lnTo>
                  <a:lnTo>
                    <a:pt x="4366" y="3220"/>
                  </a:lnTo>
                  <a:lnTo>
                    <a:pt x="4524" y="3477"/>
                  </a:lnTo>
                  <a:lnTo>
                    <a:pt x="4682" y="3773"/>
                  </a:lnTo>
                  <a:lnTo>
                    <a:pt x="4820" y="4089"/>
                  </a:lnTo>
                  <a:lnTo>
                    <a:pt x="4919" y="4405"/>
                  </a:lnTo>
                  <a:lnTo>
                    <a:pt x="5017" y="4721"/>
                  </a:lnTo>
                  <a:lnTo>
                    <a:pt x="5096" y="5037"/>
                  </a:lnTo>
                  <a:lnTo>
                    <a:pt x="5156" y="5334"/>
                  </a:lnTo>
                  <a:lnTo>
                    <a:pt x="5175" y="5610"/>
                  </a:lnTo>
                  <a:lnTo>
                    <a:pt x="5175" y="5729"/>
                  </a:lnTo>
                  <a:lnTo>
                    <a:pt x="5156" y="5867"/>
                  </a:lnTo>
                  <a:lnTo>
                    <a:pt x="5096" y="6124"/>
                  </a:lnTo>
                  <a:lnTo>
                    <a:pt x="4998" y="6361"/>
                  </a:lnTo>
                  <a:lnTo>
                    <a:pt x="4859" y="6598"/>
                  </a:lnTo>
                  <a:lnTo>
                    <a:pt x="4682" y="6795"/>
                  </a:lnTo>
                  <a:lnTo>
                    <a:pt x="4583" y="6874"/>
                  </a:lnTo>
                  <a:lnTo>
                    <a:pt x="4484" y="6953"/>
                  </a:lnTo>
                  <a:lnTo>
                    <a:pt x="4366" y="7012"/>
                  </a:lnTo>
                  <a:lnTo>
                    <a:pt x="4267" y="7052"/>
                  </a:lnTo>
                  <a:lnTo>
                    <a:pt x="4148" y="7091"/>
                  </a:lnTo>
                  <a:lnTo>
                    <a:pt x="3911" y="7091"/>
                  </a:lnTo>
                  <a:lnTo>
                    <a:pt x="3773" y="7052"/>
                  </a:lnTo>
                  <a:lnTo>
                    <a:pt x="3635" y="7012"/>
                  </a:lnTo>
                  <a:lnTo>
                    <a:pt x="3496" y="6953"/>
                  </a:lnTo>
                  <a:lnTo>
                    <a:pt x="3180" y="6775"/>
                  </a:lnTo>
                  <a:lnTo>
                    <a:pt x="2884" y="6558"/>
                  </a:lnTo>
                  <a:lnTo>
                    <a:pt x="2608" y="6321"/>
                  </a:lnTo>
                  <a:lnTo>
                    <a:pt x="2371" y="6084"/>
                  </a:lnTo>
                  <a:lnTo>
                    <a:pt x="2153" y="5867"/>
                  </a:lnTo>
                  <a:lnTo>
                    <a:pt x="2015" y="5689"/>
                  </a:lnTo>
                  <a:lnTo>
                    <a:pt x="1699" y="5156"/>
                  </a:lnTo>
                  <a:lnTo>
                    <a:pt x="1245" y="4326"/>
                  </a:lnTo>
                  <a:lnTo>
                    <a:pt x="790" y="3457"/>
                  </a:lnTo>
                  <a:lnTo>
                    <a:pt x="613" y="3102"/>
                  </a:lnTo>
                  <a:lnTo>
                    <a:pt x="474" y="2805"/>
                  </a:lnTo>
                  <a:lnTo>
                    <a:pt x="395" y="2568"/>
                  </a:lnTo>
                  <a:lnTo>
                    <a:pt x="336" y="2292"/>
                  </a:lnTo>
                  <a:lnTo>
                    <a:pt x="316" y="2015"/>
                  </a:lnTo>
                  <a:lnTo>
                    <a:pt x="336" y="1739"/>
                  </a:lnTo>
                  <a:lnTo>
                    <a:pt x="376" y="1462"/>
                  </a:lnTo>
                  <a:lnTo>
                    <a:pt x="455" y="1205"/>
                  </a:lnTo>
                  <a:lnTo>
                    <a:pt x="573" y="968"/>
                  </a:lnTo>
                  <a:lnTo>
                    <a:pt x="632" y="870"/>
                  </a:lnTo>
                  <a:lnTo>
                    <a:pt x="731" y="771"/>
                  </a:lnTo>
                  <a:lnTo>
                    <a:pt x="810" y="692"/>
                  </a:lnTo>
                  <a:lnTo>
                    <a:pt x="909" y="613"/>
                  </a:lnTo>
                  <a:lnTo>
                    <a:pt x="1106" y="475"/>
                  </a:lnTo>
                  <a:lnTo>
                    <a:pt x="1343" y="396"/>
                  </a:lnTo>
                  <a:lnTo>
                    <a:pt x="1580" y="336"/>
                  </a:lnTo>
                  <a:lnTo>
                    <a:pt x="1798" y="316"/>
                  </a:lnTo>
                  <a:lnTo>
                    <a:pt x="2035" y="316"/>
                  </a:lnTo>
                  <a:lnTo>
                    <a:pt x="2252" y="356"/>
                  </a:lnTo>
                  <a:lnTo>
                    <a:pt x="2469" y="415"/>
                  </a:lnTo>
                  <a:lnTo>
                    <a:pt x="2687" y="514"/>
                  </a:lnTo>
                  <a:lnTo>
                    <a:pt x="2924" y="633"/>
                  </a:lnTo>
                  <a:lnTo>
                    <a:pt x="3180" y="791"/>
                  </a:lnTo>
                  <a:lnTo>
                    <a:pt x="3457" y="988"/>
                  </a:lnTo>
                  <a:lnTo>
                    <a:pt x="3733" y="1186"/>
                  </a:lnTo>
                  <a:lnTo>
                    <a:pt x="3990" y="1423"/>
                  </a:lnTo>
                  <a:lnTo>
                    <a:pt x="4227" y="1660"/>
                  </a:lnTo>
                  <a:lnTo>
                    <a:pt x="4425" y="1897"/>
                  </a:lnTo>
                  <a:lnTo>
                    <a:pt x="4899" y="2568"/>
                  </a:lnTo>
                  <a:lnTo>
                    <a:pt x="5432" y="3437"/>
                  </a:lnTo>
                  <a:lnTo>
                    <a:pt x="5689" y="3872"/>
                  </a:lnTo>
                  <a:lnTo>
                    <a:pt x="5926" y="4287"/>
                  </a:lnTo>
                  <a:lnTo>
                    <a:pt x="6084" y="4642"/>
                  </a:lnTo>
                  <a:lnTo>
                    <a:pt x="6123" y="4800"/>
                  </a:lnTo>
                  <a:lnTo>
                    <a:pt x="6163" y="4919"/>
                  </a:lnTo>
                  <a:lnTo>
                    <a:pt x="6183" y="5176"/>
                  </a:lnTo>
                  <a:lnTo>
                    <a:pt x="6183" y="5511"/>
                  </a:lnTo>
                  <a:lnTo>
                    <a:pt x="6163" y="5906"/>
                  </a:lnTo>
                  <a:lnTo>
                    <a:pt x="6143" y="6301"/>
                  </a:lnTo>
                  <a:lnTo>
                    <a:pt x="6084" y="6696"/>
                  </a:lnTo>
                  <a:lnTo>
                    <a:pt x="6005" y="7072"/>
                  </a:lnTo>
                  <a:lnTo>
                    <a:pt x="5906" y="7368"/>
                  </a:lnTo>
                  <a:lnTo>
                    <a:pt x="5847" y="7487"/>
                  </a:lnTo>
                  <a:lnTo>
                    <a:pt x="5788" y="7585"/>
                  </a:lnTo>
                  <a:lnTo>
                    <a:pt x="5610" y="7743"/>
                  </a:lnTo>
                  <a:lnTo>
                    <a:pt x="5432" y="7921"/>
                  </a:lnTo>
                  <a:lnTo>
                    <a:pt x="5215" y="8079"/>
                  </a:lnTo>
                  <a:lnTo>
                    <a:pt x="4998" y="8217"/>
                  </a:lnTo>
                  <a:lnTo>
                    <a:pt x="4622" y="8454"/>
                  </a:lnTo>
                  <a:lnTo>
                    <a:pt x="4484" y="8533"/>
                  </a:lnTo>
                  <a:lnTo>
                    <a:pt x="4998" y="8593"/>
                  </a:lnTo>
                  <a:lnTo>
                    <a:pt x="5116" y="8533"/>
                  </a:lnTo>
                  <a:lnTo>
                    <a:pt x="5393" y="8375"/>
                  </a:lnTo>
                  <a:lnTo>
                    <a:pt x="5570" y="8277"/>
                  </a:lnTo>
                  <a:lnTo>
                    <a:pt x="5728" y="8138"/>
                  </a:lnTo>
                  <a:lnTo>
                    <a:pt x="5906" y="8000"/>
                  </a:lnTo>
                  <a:lnTo>
                    <a:pt x="6044" y="7842"/>
                  </a:lnTo>
                  <a:lnTo>
                    <a:pt x="6183" y="7664"/>
                  </a:lnTo>
                  <a:lnTo>
                    <a:pt x="6281" y="7447"/>
                  </a:lnTo>
                  <a:lnTo>
                    <a:pt x="6380" y="7170"/>
                  </a:lnTo>
                  <a:lnTo>
                    <a:pt x="6439" y="6874"/>
                  </a:lnTo>
                  <a:lnTo>
                    <a:pt x="6499" y="6519"/>
                  </a:lnTo>
                  <a:lnTo>
                    <a:pt x="6518" y="6104"/>
                  </a:lnTo>
                  <a:lnTo>
                    <a:pt x="6538" y="5669"/>
                  </a:lnTo>
                  <a:lnTo>
                    <a:pt x="6518" y="5176"/>
                  </a:lnTo>
                  <a:lnTo>
                    <a:pt x="6499" y="4919"/>
                  </a:lnTo>
                  <a:lnTo>
                    <a:pt x="6439" y="4662"/>
                  </a:lnTo>
                  <a:lnTo>
                    <a:pt x="6360" y="4405"/>
                  </a:lnTo>
                  <a:lnTo>
                    <a:pt x="6262" y="4148"/>
                  </a:lnTo>
                  <a:lnTo>
                    <a:pt x="6143" y="3911"/>
                  </a:lnTo>
                  <a:lnTo>
                    <a:pt x="6025" y="3674"/>
                  </a:lnTo>
                  <a:lnTo>
                    <a:pt x="5748" y="3200"/>
                  </a:lnTo>
                  <a:lnTo>
                    <a:pt x="5432" y="2766"/>
                  </a:lnTo>
                  <a:lnTo>
                    <a:pt x="5136" y="2331"/>
                  </a:lnTo>
                  <a:lnTo>
                    <a:pt x="4859" y="1936"/>
                  </a:lnTo>
                  <a:lnTo>
                    <a:pt x="4642" y="1561"/>
                  </a:lnTo>
                  <a:lnTo>
                    <a:pt x="4543" y="1383"/>
                  </a:lnTo>
                  <a:lnTo>
                    <a:pt x="4385" y="1205"/>
                  </a:lnTo>
                  <a:lnTo>
                    <a:pt x="4188" y="1028"/>
                  </a:lnTo>
                  <a:lnTo>
                    <a:pt x="3990" y="850"/>
                  </a:lnTo>
                  <a:lnTo>
                    <a:pt x="3733" y="692"/>
                  </a:lnTo>
                  <a:lnTo>
                    <a:pt x="3477" y="534"/>
                  </a:lnTo>
                  <a:lnTo>
                    <a:pt x="3220" y="396"/>
                  </a:lnTo>
                  <a:lnTo>
                    <a:pt x="2943" y="277"/>
                  </a:lnTo>
                  <a:lnTo>
                    <a:pt x="2647" y="178"/>
                  </a:lnTo>
                  <a:lnTo>
                    <a:pt x="2371" y="99"/>
                  </a:lnTo>
                  <a:lnTo>
                    <a:pt x="2094" y="40"/>
                  </a:lnTo>
                  <a:lnTo>
                    <a:pt x="18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2" name="Google Shape;8872;p34"/>
            <p:cNvSpPr/>
            <p:nvPr/>
          </p:nvSpPr>
          <p:spPr>
            <a:xfrm>
              <a:off x="9045754" y="1328556"/>
              <a:ext cx="229049" cy="130991"/>
            </a:xfrm>
            <a:custGeom>
              <a:rect b="b" l="l" r="r" t="t"/>
              <a:pathLst>
                <a:path extrusionOk="0" h="3536" w="6183">
                  <a:moveTo>
                    <a:pt x="2943" y="0"/>
                  </a:moveTo>
                  <a:lnTo>
                    <a:pt x="2489" y="20"/>
                  </a:lnTo>
                  <a:lnTo>
                    <a:pt x="2114" y="40"/>
                  </a:lnTo>
                  <a:lnTo>
                    <a:pt x="1857" y="79"/>
                  </a:lnTo>
                  <a:lnTo>
                    <a:pt x="1659" y="158"/>
                  </a:lnTo>
                  <a:lnTo>
                    <a:pt x="1383" y="296"/>
                  </a:lnTo>
                  <a:lnTo>
                    <a:pt x="1087" y="494"/>
                  </a:lnTo>
                  <a:lnTo>
                    <a:pt x="790" y="731"/>
                  </a:lnTo>
                  <a:lnTo>
                    <a:pt x="514" y="1007"/>
                  </a:lnTo>
                  <a:lnTo>
                    <a:pt x="395" y="1146"/>
                  </a:lnTo>
                  <a:lnTo>
                    <a:pt x="277" y="1304"/>
                  </a:lnTo>
                  <a:lnTo>
                    <a:pt x="178" y="1462"/>
                  </a:lnTo>
                  <a:lnTo>
                    <a:pt x="99" y="1620"/>
                  </a:lnTo>
                  <a:lnTo>
                    <a:pt x="40" y="1778"/>
                  </a:lnTo>
                  <a:lnTo>
                    <a:pt x="20" y="1936"/>
                  </a:lnTo>
                  <a:lnTo>
                    <a:pt x="0" y="2094"/>
                  </a:lnTo>
                  <a:lnTo>
                    <a:pt x="20" y="2232"/>
                  </a:lnTo>
                  <a:lnTo>
                    <a:pt x="40" y="2370"/>
                  </a:lnTo>
                  <a:lnTo>
                    <a:pt x="79" y="2509"/>
                  </a:lnTo>
                  <a:lnTo>
                    <a:pt x="138" y="2627"/>
                  </a:lnTo>
                  <a:lnTo>
                    <a:pt x="198" y="2746"/>
                  </a:lnTo>
                  <a:lnTo>
                    <a:pt x="277" y="2864"/>
                  </a:lnTo>
                  <a:lnTo>
                    <a:pt x="356" y="2963"/>
                  </a:lnTo>
                  <a:lnTo>
                    <a:pt x="553" y="3141"/>
                  </a:lnTo>
                  <a:lnTo>
                    <a:pt x="771" y="3279"/>
                  </a:lnTo>
                  <a:lnTo>
                    <a:pt x="988" y="3397"/>
                  </a:lnTo>
                  <a:lnTo>
                    <a:pt x="1225" y="3457"/>
                  </a:lnTo>
                  <a:lnTo>
                    <a:pt x="1462" y="3516"/>
                  </a:lnTo>
                  <a:lnTo>
                    <a:pt x="1758" y="3536"/>
                  </a:lnTo>
                  <a:lnTo>
                    <a:pt x="2094" y="3516"/>
                  </a:lnTo>
                  <a:lnTo>
                    <a:pt x="2449" y="3496"/>
                  </a:lnTo>
                  <a:lnTo>
                    <a:pt x="2805" y="3437"/>
                  </a:lnTo>
                  <a:lnTo>
                    <a:pt x="3180" y="3338"/>
                  </a:lnTo>
                  <a:lnTo>
                    <a:pt x="3536" y="3220"/>
                  </a:lnTo>
                  <a:lnTo>
                    <a:pt x="3872" y="3062"/>
                  </a:lnTo>
                  <a:lnTo>
                    <a:pt x="4168" y="2884"/>
                  </a:lnTo>
                  <a:lnTo>
                    <a:pt x="4405" y="2706"/>
                  </a:lnTo>
                  <a:lnTo>
                    <a:pt x="4602" y="2489"/>
                  </a:lnTo>
                  <a:lnTo>
                    <a:pt x="4681" y="2390"/>
                  </a:lnTo>
                  <a:lnTo>
                    <a:pt x="4741" y="2291"/>
                  </a:lnTo>
                  <a:lnTo>
                    <a:pt x="4800" y="2193"/>
                  </a:lnTo>
                  <a:lnTo>
                    <a:pt x="4839" y="2074"/>
                  </a:lnTo>
                  <a:lnTo>
                    <a:pt x="4859" y="1975"/>
                  </a:lnTo>
                  <a:lnTo>
                    <a:pt x="4859" y="1857"/>
                  </a:lnTo>
                  <a:lnTo>
                    <a:pt x="4859" y="1758"/>
                  </a:lnTo>
                  <a:lnTo>
                    <a:pt x="4820" y="1639"/>
                  </a:lnTo>
                  <a:lnTo>
                    <a:pt x="4780" y="1521"/>
                  </a:lnTo>
                  <a:lnTo>
                    <a:pt x="4721" y="1422"/>
                  </a:lnTo>
                  <a:lnTo>
                    <a:pt x="4622" y="1304"/>
                  </a:lnTo>
                  <a:lnTo>
                    <a:pt x="4523" y="1225"/>
                  </a:lnTo>
                  <a:lnTo>
                    <a:pt x="4405" y="1146"/>
                  </a:lnTo>
                  <a:lnTo>
                    <a:pt x="4267" y="1067"/>
                  </a:lnTo>
                  <a:lnTo>
                    <a:pt x="3970" y="948"/>
                  </a:lnTo>
                  <a:lnTo>
                    <a:pt x="3654" y="849"/>
                  </a:lnTo>
                  <a:lnTo>
                    <a:pt x="3338" y="770"/>
                  </a:lnTo>
                  <a:lnTo>
                    <a:pt x="3042" y="731"/>
                  </a:lnTo>
                  <a:lnTo>
                    <a:pt x="2607" y="672"/>
                  </a:lnTo>
                  <a:lnTo>
                    <a:pt x="2430" y="672"/>
                  </a:lnTo>
                  <a:lnTo>
                    <a:pt x="2232" y="691"/>
                  </a:lnTo>
                  <a:lnTo>
                    <a:pt x="1995" y="731"/>
                  </a:lnTo>
                  <a:lnTo>
                    <a:pt x="1778" y="810"/>
                  </a:lnTo>
                  <a:lnTo>
                    <a:pt x="1659" y="869"/>
                  </a:lnTo>
                  <a:lnTo>
                    <a:pt x="1561" y="928"/>
                  </a:lnTo>
                  <a:lnTo>
                    <a:pt x="1482" y="1007"/>
                  </a:lnTo>
                  <a:lnTo>
                    <a:pt x="1403" y="1086"/>
                  </a:lnTo>
                  <a:lnTo>
                    <a:pt x="1343" y="1185"/>
                  </a:lnTo>
                  <a:lnTo>
                    <a:pt x="1304" y="1284"/>
                  </a:lnTo>
                  <a:lnTo>
                    <a:pt x="1284" y="1402"/>
                  </a:lnTo>
                  <a:lnTo>
                    <a:pt x="1284" y="1541"/>
                  </a:lnTo>
                  <a:lnTo>
                    <a:pt x="1324" y="1679"/>
                  </a:lnTo>
                  <a:lnTo>
                    <a:pt x="1383" y="1797"/>
                  </a:lnTo>
                  <a:lnTo>
                    <a:pt x="1462" y="1896"/>
                  </a:lnTo>
                  <a:lnTo>
                    <a:pt x="1561" y="1995"/>
                  </a:lnTo>
                  <a:lnTo>
                    <a:pt x="1679" y="2094"/>
                  </a:lnTo>
                  <a:lnTo>
                    <a:pt x="1817" y="2173"/>
                  </a:lnTo>
                  <a:lnTo>
                    <a:pt x="2074" y="2291"/>
                  </a:lnTo>
                  <a:lnTo>
                    <a:pt x="2351" y="2370"/>
                  </a:lnTo>
                  <a:lnTo>
                    <a:pt x="2568" y="2390"/>
                  </a:lnTo>
                  <a:lnTo>
                    <a:pt x="2706" y="2390"/>
                  </a:lnTo>
                  <a:lnTo>
                    <a:pt x="2746" y="2351"/>
                  </a:lnTo>
                  <a:lnTo>
                    <a:pt x="2746" y="2311"/>
                  </a:lnTo>
                  <a:lnTo>
                    <a:pt x="2509" y="2212"/>
                  </a:lnTo>
                  <a:lnTo>
                    <a:pt x="2291" y="2114"/>
                  </a:lnTo>
                  <a:lnTo>
                    <a:pt x="2054" y="1975"/>
                  </a:lnTo>
                  <a:lnTo>
                    <a:pt x="1936" y="1877"/>
                  </a:lnTo>
                  <a:lnTo>
                    <a:pt x="1857" y="1797"/>
                  </a:lnTo>
                  <a:lnTo>
                    <a:pt x="1778" y="1699"/>
                  </a:lnTo>
                  <a:lnTo>
                    <a:pt x="1719" y="1600"/>
                  </a:lnTo>
                  <a:lnTo>
                    <a:pt x="1719" y="1501"/>
                  </a:lnTo>
                  <a:lnTo>
                    <a:pt x="1738" y="1402"/>
                  </a:lnTo>
                  <a:lnTo>
                    <a:pt x="1798" y="1304"/>
                  </a:lnTo>
                  <a:lnTo>
                    <a:pt x="1896" y="1185"/>
                  </a:lnTo>
                  <a:lnTo>
                    <a:pt x="2054" y="1086"/>
                  </a:lnTo>
                  <a:lnTo>
                    <a:pt x="2212" y="1027"/>
                  </a:lnTo>
                  <a:lnTo>
                    <a:pt x="2410" y="968"/>
                  </a:lnTo>
                  <a:lnTo>
                    <a:pt x="2607" y="948"/>
                  </a:lnTo>
                  <a:lnTo>
                    <a:pt x="2805" y="928"/>
                  </a:lnTo>
                  <a:lnTo>
                    <a:pt x="3022" y="948"/>
                  </a:lnTo>
                  <a:lnTo>
                    <a:pt x="3240" y="968"/>
                  </a:lnTo>
                  <a:lnTo>
                    <a:pt x="3437" y="1027"/>
                  </a:lnTo>
                  <a:lnTo>
                    <a:pt x="3635" y="1086"/>
                  </a:lnTo>
                  <a:lnTo>
                    <a:pt x="3832" y="1165"/>
                  </a:lnTo>
                  <a:lnTo>
                    <a:pt x="3990" y="1264"/>
                  </a:lnTo>
                  <a:lnTo>
                    <a:pt x="4128" y="1363"/>
                  </a:lnTo>
                  <a:lnTo>
                    <a:pt x="4227" y="1481"/>
                  </a:lnTo>
                  <a:lnTo>
                    <a:pt x="4306" y="1620"/>
                  </a:lnTo>
                  <a:lnTo>
                    <a:pt x="4346" y="1758"/>
                  </a:lnTo>
                  <a:lnTo>
                    <a:pt x="4346" y="1916"/>
                  </a:lnTo>
                  <a:lnTo>
                    <a:pt x="4306" y="2054"/>
                  </a:lnTo>
                  <a:lnTo>
                    <a:pt x="4247" y="2212"/>
                  </a:lnTo>
                  <a:lnTo>
                    <a:pt x="4148" y="2351"/>
                  </a:lnTo>
                  <a:lnTo>
                    <a:pt x="4030" y="2489"/>
                  </a:lnTo>
                  <a:lnTo>
                    <a:pt x="3911" y="2627"/>
                  </a:lnTo>
                  <a:lnTo>
                    <a:pt x="3753" y="2746"/>
                  </a:lnTo>
                  <a:lnTo>
                    <a:pt x="3595" y="2844"/>
                  </a:lnTo>
                  <a:lnTo>
                    <a:pt x="3417" y="2943"/>
                  </a:lnTo>
                  <a:lnTo>
                    <a:pt x="3220" y="3022"/>
                  </a:lnTo>
                  <a:lnTo>
                    <a:pt x="3022" y="3101"/>
                  </a:lnTo>
                  <a:lnTo>
                    <a:pt x="2805" y="3160"/>
                  </a:lnTo>
                  <a:lnTo>
                    <a:pt x="2588" y="3220"/>
                  </a:lnTo>
                  <a:lnTo>
                    <a:pt x="2351" y="3239"/>
                  </a:lnTo>
                  <a:lnTo>
                    <a:pt x="2114" y="3259"/>
                  </a:lnTo>
                  <a:lnTo>
                    <a:pt x="1896" y="3239"/>
                  </a:lnTo>
                  <a:lnTo>
                    <a:pt x="1659" y="3220"/>
                  </a:lnTo>
                  <a:lnTo>
                    <a:pt x="1422" y="3180"/>
                  </a:lnTo>
                  <a:lnTo>
                    <a:pt x="1225" y="3121"/>
                  </a:lnTo>
                  <a:lnTo>
                    <a:pt x="1067" y="3042"/>
                  </a:lnTo>
                  <a:lnTo>
                    <a:pt x="909" y="2943"/>
                  </a:lnTo>
                  <a:lnTo>
                    <a:pt x="790" y="2844"/>
                  </a:lnTo>
                  <a:lnTo>
                    <a:pt x="692" y="2726"/>
                  </a:lnTo>
                  <a:lnTo>
                    <a:pt x="613" y="2588"/>
                  </a:lnTo>
                  <a:lnTo>
                    <a:pt x="553" y="2449"/>
                  </a:lnTo>
                  <a:lnTo>
                    <a:pt x="514" y="2291"/>
                  </a:lnTo>
                  <a:lnTo>
                    <a:pt x="494" y="2133"/>
                  </a:lnTo>
                  <a:lnTo>
                    <a:pt x="514" y="1975"/>
                  </a:lnTo>
                  <a:lnTo>
                    <a:pt x="553" y="1817"/>
                  </a:lnTo>
                  <a:lnTo>
                    <a:pt x="593" y="1639"/>
                  </a:lnTo>
                  <a:lnTo>
                    <a:pt x="672" y="1481"/>
                  </a:lnTo>
                  <a:lnTo>
                    <a:pt x="771" y="1323"/>
                  </a:lnTo>
                  <a:lnTo>
                    <a:pt x="889" y="1165"/>
                  </a:lnTo>
                  <a:lnTo>
                    <a:pt x="1027" y="1007"/>
                  </a:lnTo>
                  <a:lnTo>
                    <a:pt x="1205" y="869"/>
                  </a:lnTo>
                  <a:lnTo>
                    <a:pt x="1383" y="751"/>
                  </a:lnTo>
                  <a:lnTo>
                    <a:pt x="1600" y="652"/>
                  </a:lnTo>
                  <a:lnTo>
                    <a:pt x="1817" y="553"/>
                  </a:lnTo>
                  <a:lnTo>
                    <a:pt x="2074" y="494"/>
                  </a:lnTo>
                  <a:lnTo>
                    <a:pt x="2311" y="435"/>
                  </a:lnTo>
                  <a:lnTo>
                    <a:pt x="2568" y="375"/>
                  </a:lnTo>
                  <a:lnTo>
                    <a:pt x="2825" y="336"/>
                  </a:lnTo>
                  <a:lnTo>
                    <a:pt x="3082" y="316"/>
                  </a:lnTo>
                  <a:lnTo>
                    <a:pt x="3358" y="316"/>
                  </a:lnTo>
                  <a:lnTo>
                    <a:pt x="3595" y="336"/>
                  </a:lnTo>
                  <a:lnTo>
                    <a:pt x="3852" y="336"/>
                  </a:lnTo>
                  <a:lnTo>
                    <a:pt x="4069" y="375"/>
                  </a:lnTo>
                  <a:lnTo>
                    <a:pt x="4286" y="415"/>
                  </a:lnTo>
                  <a:lnTo>
                    <a:pt x="4484" y="474"/>
                  </a:lnTo>
                  <a:lnTo>
                    <a:pt x="4839" y="612"/>
                  </a:lnTo>
                  <a:lnTo>
                    <a:pt x="5136" y="751"/>
                  </a:lnTo>
                  <a:lnTo>
                    <a:pt x="5373" y="909"/>
                  </a:lnTo>
                  <a:lnTo>
                    <a:pt x="5570" y="1086"/>
                  </a:lnTo>
                  <a:lnTo>
                    <a:pt x="5630" y="1185"/>
                  </a:lnTo>
                  <a:lnTo>
                    <a:pt x="5689" y="1264"/>
                  </a:lnTo>
                  <a:lnTo>
                    <a:pt x="5748" y="1363"/>
                  </a:lnTo>
                  <a:lnTo>
                    <a:pt x="5768" y="1462"/>
                  </a:lnTo>
                  <a:lnTo>
                    <a:pt x="5788" y="1560"/>
                  </a:lnTo>
                  <a:lnTo>
                    <a:pt x="5788" y="1659"/>
                  </a:lnTo>
                  <a:lnTo>
                    <a:pt x="5788" y="1778"/>
                  </a:lnTo>
                  <a:lnTo>
                    <a:pt x="5748" y="1877"/>
                  </a:lnTo>
                  <a:lnTo>
                    <a:pt x="5709" y="1975"/>
                  </a:lnTo>
                  <a:lnTo>
                    <a:pt x="5649" y="2094"/>
                  </a:lnTo>
                  <a:lnTo>
                    <a:pt x="5511" y="2291"/>
                  </a:lnTo>
                  <a:lnTo>
                    <a:pt x="5333" y="2509"/>
                  </a:lnTo>
                  <a:lnTo>
                    <a:pt x="5136" y="2686"/>
                  </a:lnTo>
                  <a:lnTo>
                    <a:pt x="4820" y="2963"/>
                  </a:lnTo>
                  <a:lnTo>
                    <a:pt x="4662" y="3081"/>
                  </a:lnTo>
                  <a:lnTo>
                    <a:pt x="4859" y="3002"/>
                  </a:lnTo>
                  <a:lnTo>
                    <a:pt x="5057" y="2884"/>
                  </a:lnTo>
                  <a:lnTo>
                    <a:pt x="5294" y="2746"/>
                  </a:lnTo>
                  <a:lnTo>
                    <a:pt x="5551" y="2568"/>
                  </a:lnTo>
                  <a:lnTo>
                    <a:pt x="5788" y="2370"/>
                  </a:lnTo>
                  <a:lnTo>
                    <a:pt x="5886" y="2252"/>
                  </a:lnTo>
                  <a:lnTo>
                    <a:pt x="5985" y="2133"/>
                  </a:lnTo>
                  <a:lnTo>
                    <a:pt x="6084" y="1995"/>
                  </a:lnTo>
                  <a:lnTo>
                    <a:pt x="6143" y="1857"/>
                  </a:lnTo>
                  <a:lnTo>
                    <a:pt x="6183" y="1718"/>
                  </a:lnTo>
                  <a:lnTo>
                    <a:pt x="6183" y="1600"/>
                  </a:lnTo>
                  <a:lnTo>
                    <a:pt x="6163" y="1462"/>
                  </a:lnTo>
                  <a:lnTo>
                    <a:pt x="6123" y="1323"/>
                  </a:lnTo>
                  <a:lnTo>
                    <a:pt x="6044" y="1205"/>
                  </a:lnTo>
                  <a:lnTo>
                    <a:pt x="5965" y="1086"/>
                  </a:lnTo>
                  <a:lnTo>
                    <a:pt x="5867" y="968"/>
                  </a:lnTo>
                  <a:lnTo>
                    <a:pt x="5748" y="849"/>
                  </a:lnTo>
                  <a:lnTo>
                    <a:pt x="5511" y="632"/>
                  </a:lnTo>
                  <a:lnTo>
                    <a:pt x="5274" y="454"/>
                  </a:lnTo>
                  <a:lnTo>
                    <a:pt x="4899" y="198"/>
                  </a:lnTo>
                  <a:lnTo>
                    <a:pt x="4820" y="158"/>
                  </a:lnTo>
                  <a:lnTo>
                    <a:pt x="4701" y="119"/>
                  </a:lnTo>
                  <a:lnTo>
                    <a:pt x="4365" y="59"/>
                  </a:lnTo>
                  <a:lnTo>
                    <a:pt x="3931" y="20"/>
                  </a:lnTo>
                  <a:lnTo>
                    <a:pt x="343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3" name="Google Shape;8873;p34"/>
            <p:cNvSpPr/>
            <p:nvPr/>
          </p:nvSpPr>
          <p:spPr>
            <a:xfrm>
              <a:off x="9398430" y="921679"/>
              <a:ext cx="109060" cy="182261"/>
            </a:xfrm>
            <a:custGeom>
              <a:rect b="b" l="l" r="r" t="t"/>
              <a:pathLst>
                <a:path extrusionOk="0" h="4920" w="2944">
                  <a:moveTo>
                    <a:pt x="1383" y="1"/>
                  </a:moveTo>
                  <a:lnTo>
                    <a:pt x="1304" y="21"/>
                  </a:lnTo>
                  <a:lnTo>
                    <a:pt x="1225" y="80"/>
                  </a:lnTo>
                  <a:lnTo>
                    <a:pt x="1146" y="139"/>
                  </a:lnTo>
                  <a:lnTo>
                    <a:pt x="1067" y="258"/>
                  </a:lnTo>
                  <a:lnTo>
                    <a:pt x="1008" y="396"/>
                  </a:lnTo>
                  <a:lnTo>
                    <a:pt x="969" y="534"/>
                  </a:lnTo>
                  <a:lnTo>
                    <a:pt x="929" y="712"/>
                  </a:lnTo>
                  <a:lnTo>
                    <a:pt x="929" y="890"/>
                  </a:lnTo>
                  <a:lnTo>
                    <a:pt x="949" y="1068"/>
                  </a:lnTo>
                  <a:lnTo>
                    <a:pt x="969" y="1245"/>
                  </a:lnTo>
                  <a:lnTo>
                    <a:pt x="1067" y="1621"/>
                  </a:lnTo>
                  <a:lnTo>
                    <a:pt x="1186" y="1976"/>
                  </a:lnTo>
                  <a:lnTo>
                    <a:pt x="1324" y="2272"/>
                  </a:lnTo>
                  <a:lnTo>
                    <a:pt x="1403" y="2391"/>
                  </a:lnTo>
                  <a:lnTo>
                    <a:pt x="1482" y="2490"/>
                  </a:lnTo>
                  <a:lnTo>
                    <a:pt x="1561" y="2569"/>
                  </a:lnTo>
                  <a:lnTo>
                    <a:pt x="1620" y="2608"/>
                  </a:lnTo>
                  <a:lnTo>
                    <a:pt x="1739" y="2648"/>
                  </a:lnTo>
                  <a:lnTo>
                    <a:pt x="1857" y="2667"/>
                  </a:lnTo>
                  <a:lnTo>
                    <a:pt x="1936" y="2628"/>
                  </a:lnTo>
                  <a:lnTo>
                    <a:pt x="2015" y="2569"/>
                  </a:lnTo>
                  <a:lnTo>
                    <a:pt x="2055" y="2450"/>
                  </a:lnTo>
                  <a:lnTo>
                    <a:pt x="2094" y="2312"/>
                  </a:lnTo>
                  <a:lnTo>
                    <a:pt x="2094" y="2134"/>
                  </a:lnTo>
                  <a:lnTo>
                    <a:pt x="2055" y="1917"/>
                  </a:lnTo>
                  <a:lnTo>
                    <a:pt x="2015" y="1719"/>
                  </a:lnTo>
                  <a:lnTo>
                    <a:pt x="1976" y="1561"/>
                  </a:lnTo>
                  <a:lnTo>
                    <a:pt x="1917" y="1443"/>
                  </a:lnTo>
                  <a:lnTo>
                    <a:pt x="1857" y="1384"/>
                  </a:lnTo>
                  <a:lnTo>
                    <a:pt x="1798" y="1344"/>
                  </a:lnTo>
                  <a:lnTo>
                    <a:pt x="1759" y="1324"/>
                  </a:lnTo>
                  <a:lnTo>
                    <a:pt x="1699" y="1324"/>
                  </a:lnTo>
                  <a:lnTo>
                    <a:pt x="1640" y="1364"/>
                  </a:lnTo>
                  <a:lnTo>
                    <a:pt x="1699" y="1542"/>
                  </a:lnTo>
                  <a:lnTo>
                    <a:pt x="1798" y="1917"/>
                  </a:lnTo>
                  <a:lnTo>
                    <a:pt x="1818" y="2095"/>
                  </a:lnTo>
                  <a:lnTo>
                    <a:pt x="1818" y="2154"/>
                  </a:lnTo>
                  <a:lnTo>
                    <a:pt x="1798" y="2213"/>
                  </a:lnTo>
                  <a:lnTo>
                    <a:pt x="1778" y="2253"/>
                  </a:lnTo>
                  <a:lnTo>
                    <a:pt x="1739" y="2253"/>
                  </a:lnTo>
                  <a:lnTo>
                    <a:pt x="1699" y="2213"/>
                  </a:lnTo>
                  <a:lnTo>
                    <a:pt x="1620" y="2154"/>
                  </a:lnTo>
                  <a:lnTo>
                    <a:pt x="1482" y="1976"/>
                  </a:lnTo>
                  <a:lnTo>
                    <a:pt x="1344" y="1779"/>
                  </a:lnTo>
                  <a:lnTo>
                    <a:pt x="1245" y="1542"/>
                  </a:lnTo>
                  <a:lnTo>
                    <a:pt x="1186" y="1305"/>
                  </a:lnTo>
                  <a:lnTo>
                    <a:pt x="1146" y="1068"/>
                  </a:lnTo>
                  <a:lnTo>
                    <a:pt x="1146" y="969"/>
                  </a:lnTo>
                  <a:lnTo>
                    <a:pt x="1166" y="870"/>
                  </a:lnTo>
                  <a:lnTo>
                    <a:pt x="1206" y="771"/>
                  </a:lnTo>
                  <a:lnTo>
                    <a:pt x="1245" y="692"/>
                  </a:lnTo>
                  <a:lnTo>
                    <a:pt x="1285" y="613"/>
                  </a:lnTo>
                  <a:lnTo>
                    <a:pt x="1364" y="554"/>
                  </a:lnTo>
                  <a:lnTo>
                    <a:pt x="1443" y="514"/>
                  </a:lnTo>
                  <a:lnTo>
                    <a:pt x="1541" y="534"/>
                  </a:lnTo>
                  <a:lnTo>
                    <a:pt x="1640" y="554"/>
                  </a:lnTo>
                  <a:lnTo>
                    <a:pt x="1739" y="613"/>
                  </a:lnTo>
                  <a:lnTo>
                    <a:pt x="1857" y="712"/>
                  </a:lnTo>
                  <a:lnTo>
                    <a:pt x="1956" y="811"/>
                  </a:lnTo>
                  <a:lnTo>
                    <a:pt x="2075" y="949"/>
                  </a:lnTo>
                  <a:lnTo>
                    <a:pt x="2173" y="1107"/>
                  </a:lnTo>
                  <a:lnTo>
                    <a:pt x="2272" y="1265"/>
                  </a:lnTo>
                  <a:lnTo>
                    <a:pt x="2371" y="1443"/>
                  </a:lnTo>
                  <a:lnTo>
                    <a:pt x="2450" y="1640"/>
                  </a:lnTo>
                  <a:lnTo>
                    <a:pt x="2509" y="1838"/>
                  </a:lnTo>
                  <a:lnTo>
                    <a:pt x="2568" y="2055"/>
                  </a:lnTo>
                  <a:lnTo>
                    <a:pt x="2628" y="2253"/>
                  </a:lnTo>
                  <a:lnTo>
                    <a:pt x="2647" y="2470"/>
                  </a:lnTo>
                  <a:lnTo>
                    <a:pt x="2647" y="2667"/>
                  </a:lnTo>
                  <a:lnTo>
                    <a:pt x="2628" y="3062"/>
                  </a:lnTo>
                  <a:lnTo>
                    <a:pt x="2588" y="3398"/>
                  </a:lnTo>
                  <a:lnTo>
                    <a:pt x="2529" y="3675"/>
                  </a:lnTo>
                  <a:lnTo>
                    <a:pt x="2450" y="3912"/>
                  </a:lnTo>
                  <a:lnTo>
                    <a:pt x="2410" y="3991"/>
                  </a:lnTo>
                  <a:lnTo>
                    <a:pt x="2351" y="4050"/>
                  </a:lnTo>
                  <a:lnTo>
                    <a:pt x="2292" y="4109"/>
                  </a:lnTo>
                  <a:lnTo>
                    <a:pt x="2233" y="4149"/>
                  </a:lnTo>
                  <a:lnTo>
                    <a:pt x="2094" y="4149"/>
                  </a:lnTo>
                  <a:lnTo>
                    <a:pt x="2015" y="4129"/>
                  </a:lnTo>
                  <a:lnTo>
                    <a:pt x="1936" y="4070"/>
                  </a:lnTo>
                  <a:lnTo>
                    <a:pt x="1857" y="4011"/>
                  </a:lnTo>
                  <a:lnTo>
                    <a:pt x="1778" y="3932"/>
                  </a:lnTo>
                  <a:lnTo>
                    <a:pt x="1620" y="3734"/>
                  </a:lnTo>
                  <a:lnTo>
                    <a:pt x="1462" y="3477"/>
                  </a:lnTo>
                  <a:lnTo>
                    <a:pt x="1304" y="3181"/>
                  </a:lnTo>
                  <a:lnTo>
                    <a:pt x="969" y="2569"/>
                  </a:lnTo>
                  <a:lnTo>
                    <a:pt x="811" y="2253"/>
                  </a:lnTo>
                  <a:lnTo>
                    <a:pt x="652" y="1956"/>
                  </a:lnTo>
                  <a:lnTo>
                    <a:pt x="514" y="1700"/>
                  </a:lnTo>
                  <a:lnTo>
                    <a:pt x="396" y="1443"/>
                  </a:lnTo>
                  <a:lnTo>
                    <a:pt x="336" y="1226"/>
                  </a:lnTo>
                  <a:lnTo>
                    <a:pt x="297" y="1008"/>
                  </a:lnTo>
                  <a:lnTo>
                    <a:pt x="297" y="791"/>
                  </a:lnTo>
                  <a:lnTo>
                    <a:pt x="317" y="593"/>
                  </a:lnTo>
                  <a:lnTo>
                    <a:pt x="336" y="396"/>
                  </a:lnTo>
                  <a:lnTo>
                    <a:pt x="396" y="198"/>
                  </a:lnTo>
                  <a:lnTo>
                    <a:pt x="415" y="119"/>
                  </a:lnTo>
                  <a:lnTo>
                    <a:pt x="415" y="100"/>
                  </a:lnTo>
                  <a:lnTo>
                    <a:pt x="396" y="100"/>
                  </a:lnTo>
                  <a:lnTo>
                    <a:pt x="356" y="139"/>
                  </a:lnTo>
                  <a:lnTo>
                    <a:pt x="277" y="297"/>
                  </a:lnTo>
                  <a:lnTo>
                    <a:pt x="178" y="554"/>
                  </a:lnTo>
                  <a:lnTo>
                    <a:pt x="80" y="850"/>
                  </a:lnTo>
                  <a:lnTo>
                    <a:pt x="20" y="1186"/>
                  </a:lnTo>
                  <a:lnTo>
                    <a:pt x="1" y="1344"/>
                  </a:lnTo>
                  <a:lnTo>
                    <a:pt x="1" y="1482"/>
                  </a:lnTo>
                  <a:lnTo>
                    <a:pt x="20" y="1621"/>
                  </a:lnTo>
                  <a:lnTo>
                    <a:pt x="60" y="1759"/>
                  </a:lnTo>
                  <a:lnTo>
                    <a:pt x="791" y="3161"/>
                  </a:lnTo>
                  <a:lnTo>
                    <a:pt x="1561" y="4564"/>
                  </a:lnTo>
                  <a:lnTo>
                    <a:pt x="1640" y="4682"/>
                  </a:lnTo>
                  <a:lnTo>
                    <a:pt x="1719" y="4761"/>
                  </a:lnTo>
                  <a:lnTo>
                    <a:pt x="1798" y="4820"/>
                  </a:lnTo>
                  <a:lnTo>
                    <a:pt x="1897" y="4880"/>
                  </a:lnTo>
                  <a:lnTo>
                    <a:pt x="1996" y="4899"/>
                  </a:lnTo>
                  <a:lnTo>
                    <a:pt x="2094" y="4919"/>
                  </a:lnTo>
                  <a:lnTo>
                    <a:pt x="2193" y="4899"/>
                  </a:lnTo>
                  <a:lnTo>
                    <a:pt x="2272" y="4880"/>
                  </a:lnTo>
                  <a:lnTo>
                    <a:pt x="2371" y="4860"/>
                  </a:lnTo>
                  <a:lnTo>
                    <a:pt x="2470" y="4801"/>
                  </a:lnTo>
                  <a:lnTo>
                    <a:pt x="2549" y="4741"/>
                  </a:lnTo>
                  <a:lnTo>
                    <a:pt x="2628" y="4662"/>
                  </a:lnTo>
                  <a:lnTo>
                    <a:pt x="2687" y="4564"/>
                  </a:lnTo>
                  <a:lnTo>
                    <a:pt x="2746" y="4465"/>
                  </a:lnTo>
                  <a:lnTo>
                    <a:pt x="2805" y="4366"/>
                  </a:lnTo>
                  <a:lnTo>
                    <a:pt x="2825" y="4228"/>
                  </a:lnTo>
                  <a:lnTo>
                    <a:pt x="2884" y="3951"/>
                  </a:lnTo>
                  <a:lnTo>
                    <a:pt x="2924" y="3616"/>
                  </a:lnTo>
                  <a:lnTo>
                    <a:pt x="2944" y="3240"/>
                  </a:lnTo>
                  <a:lnTo>
                    <a:pt x="2924" y="2845"/>
                  </a:lnTo>
                  <a:lnTo>
                    <a:pt x="2884" y="2450"/>
                  </a:lnTo>
                  <a:lnTo>
                    <a:pt x="2805" y="2035"/>
                  </a:lnTo>
                  <a:lnTo>
                    <a:pt x="2766" y="1838"/>
                  </a:lnTo>
                  <a:lnTo>
                    <a:pt x="2687" y="1640"/>
                  </a:lnTo>
                  <a:lnTo>
                    <a:pt x="2608" y="1463"/>
                  </a:lnTo>
                  <a:lnTo>
                    <a:pt x="2529" y="1285"/>
                  </a:lnTo>
                  <a:lnTo>
                    <a:pt x="2331" y="929"/>
                  </a:lnTo>
                  <a:lnTo>
                    <a:pt x="2134" y="633"/>
                  </a:lnTo>
                  <a:lnTo>
                    <a:pt x="1936" y="356"/>
                  </a:lnTo>
                  <a:lnTo>
                    <a:pt x="1759" y="159"/>
                  </a:lnTo>
                  <a:lnTo>
                    <a:pt x="1660" y="100"/>
                  </a:lnTo>
                  <a:lnTo>
                    <a:pt x="1561" y="40"/>
                  </a:lnTo>
                  <a:lnTo>
                    <a:pt x="148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4" name="Google Shape;8874;p34"/>
            <p:cNvSpPr/>
            <p:nvPr/>
          </p:nvSpPr>
          <p:spPr>
            <a:xfrm>
              <a:off x="8739867" y="785608"/>
              <a:ext cx="159553" cy="164665"/>
            </a:xfrm>
            <a:custGeom>
              <a:rect b="b" l="l" r="r" t="t"/>
              <a:pathLst>
                <a:path extrusionOk="0" h="4445" w="4307">
                  <a:moveTo>
                    <a:pt x="1956" y="0"/>
                  </a:moveTo>
                  <a:lnTo>
                    <a:pt x="1739" y="40"/>
                  </a:lnTo>
                  <a:lnTo>
                    <a:pt x="1502" y="79"/>
                  </a:lnTo>
                  <a:lnTo>
                    <a:pt x="1285" y="178"/>
                  </a:lnTo>
                  <a:lnTo>
                    <a:pt x="1067" y="296"/>
                  </a:lnTo>
                  <a:lnTo>
                    <a:pt x="850" y="435"/>
                  </a:lnTo>
                  <a:lnTo>
                    <a:pt x="672" y="632"/>
                  </a:lnTo>
                  <a:lnTo>
                    <a:pt x="495" y="849"/>
                  </a:lnTo>
                  <a:lnTo>
                    <a:pt x="337" y="1067"/>
                  </a:lnTo>
                  <a:lnTo>
                    <a:pt x="218" y="1323"/>
                  </a:lnTo>
                  <a:lnTo>
                    <a:pt x="119" y="1560"/>
                  </a:lnTo>
                  <a:lnTo>
                    <a:pt x="40" y="1817"/>
                  </a:lnTo>
                  <a:lnTo>
                    <a:pt x="1" y="2054"/>
                  </a:lnTo>
                  <a:lnTo>
                    <a:pt x="1" y="2311"/>
                  </a:lnTo>
                  <a:lnTo>
                    <a:pt x="21" y="2548"/>
                  </a:lnTo>
                  <a:lnTo>
                    <a:pt x="60" y="2785"/>
                  </a:lnTo>
                  <a:lnTo>
                    <a:pt x="139" y="3022"/>
                  </a:lnTo>
                  <a:lnTo>
                    <a:pt x="238" y="3239"/>
                  </a:lnTo>
                  <a:lnTo>
                    <a:pt x="376" y="3457"/>
                  </a:lnTo>
                  <a:lnTo>
                    <a:pt x="534" y="3654"/>
                  </a:lnTo>
                  <a:lnTo>
                    <a:pt x="732" y="3852"/>
                  </a:lnTo>
                  <a:lnTo>
                    <a:pt x="949" y="4010"/>
                  </a:lnTo>
                  <a:lnTo>
                    <a:pt x="1206" y="4168"/>
                  </a:lnTo>
                  <a:lnTo>
                    <a:pt x="1482" y="4286"/>
                  </a:lnTo>
                  <a:lnTo>
                    <a:pt x="1779" y="4385"/>
                  </a:lnTo>
                  <a:lnTo>
                    <a:pt x="2035" y="4424"/>
                  </a:lnTo>
                  <a:lnTo>
                    <a:pt x="2292" y="4444"/>
                  </a:lnTo>
                  <a:lnTo>
                    <a:pt x="2549" y="4424"/>
                  </a:lnTo>
                  <a:lnTo>
                    <a:pt x="2766" y="4365"/>
                  </a:lnTo>
                  <a:lnTo>
                    <a:pt x="2983" y="4286"/>
                  </a:lnTo>
                  <a:lnTo>
                    <a:pt x="3181" y="4187"/>
                  </a:lnTo>
                  <a:lnTo>
                    <a:pt x="3359" y="4089"/>
                  </a:lnTo>
                  <a:lnTo>
                    <a:pt x="3517" y="3970"/>
                  </a:lnTo>
                  <a:lnTo>
                    <a:pt x="3655" y="3852"/>
                  </a:lnTo>
                  <a:lnTo>
                    <a:pt x="3872" y="3634"/>
                  </a:lnTo>
                  <a:lnTo>
                    <a:pt x="3991" y="3476"/>
                  </a:lnTo>
                  <a:lnTo>
                    <a:pt x="4050" y="3417"/>
                  </a:lnTo>
                  <a:lnTo>
                    <a:pt x="4090" y="3358"/>
                  </a:lnTo>
                  <a:lnTo>
                    <a:pt x="4149" y="3279"/>
                  </a:lnTo>
                  <a:lnTo>
                    <a:pt x="4228" y="3062"/>
                  </a:lnTo>
                  <a:lnTo>
                    <a:pt x="4287" y="2785"/>
                  </a:lnTo>
                  <a:lnTo>
                    <a:pt x="4307" y="2489"/>
                  </a:lnTo>
                  <a:lnTo>
                    <a:pt x="4287" y="2311"/>
                  </a:lnTo>
                  <a:lnTo>
                    <a:pt x="4267" y="2133"/>
                  </a:lnTo>
                  <a:lnTo>
                    <a:pt x="4228" y="1936"/>
                  </a:lnTo>
                  <a:lnTo>
                    <a:pt x="4188" y="1758"/>
                  </a:lnTo>
                  <a:lnTo>
                    <a:pt x="4109" y="1541"/>
                  </a:lnTo>
                  <a:lnTo>
                    <a:pt x="4030" y="1343"/>
                  </a:lnTo>
                  <a:lnTo>
                    <a:pt x="3912" y="1146"/>
                  </a:lnTo>
                  <a:lnTo>
                    <a:pt x="3793" y="928"/>
                  </a:lnTo>
                  <a:lnTo>
                    <a:pt x="3635" y="731"/>
                  </a:lnTo>
                  <a:lnTo>
                    <a:pt x="3477" y="553"/>
                  </a:lnTo>
                  <a:lnTo>
                    <a:pt x="3280" y="395"/>
                  </a:lnTo>
                  <a:lnTo>
                    <a:pt x="3082" y="277"/>
                  </a:lnTo>
                  <a:lnTo>
                    <a:pt x="2885" y="158"/>
                  </a:lnTo>
                  <a:lnTo>
                    <a:pt x="2648" y="79"/>
                  </a:lnTo>
                  <a:lnTo>
                    <a:pt x="2430" y="20"/>
                  </a:lnTo>
                  <a:lnTo>
                    <a:pt x="21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5" name="Google Shape;8875;p34"/>
            <p:cNvSpPr/>
            <p:nvPr/>
          </p:nvSpPr>
          <p:spPr>
            <a:xfrm>
              <a:off x="9074279" y="661208"/>
              <a:ext cx="172741" cy="170518"/>
            </a:xfrm>
            <a:custGeom>
              <a:rect b="b" l="l" r="r" t="t"/>
              <a:pathLst>
                <a:path extrusionOk="0" h="4603" w="4663">
                  <a:moveTo>
                    <a:pt x="2015" y="0"/>
                  </a:moveTo>
                  <a:lnTo>
                    <a:pt x="1758" y="40"/>
                  </a:lnTo>
                  <a:lnTo>
                    <a:pt x="1521" y="119"/>
                  </a:lnTo>
                  <a:lnTo>
                    <a:pt x="1284" y="217"/>
                  </a:lnTo>
                  <a:lnTo>
                    <a:pt x="1047" y="356"/>
                  </a:lnTo>
                  <a:lnTo>
                    <a:pt x="830" y="514"/>
                  </a:lnTo>
                  <a:lnTo>
                    <a:pt x="652" y="691"/>
                  </a:lnTo>
                  <a:lnTo>
                    <a:pt x="475" y="909"/>
                  </a:lnTo>
                  <a:lnTo>
                    <a:pt x="317" y="1146"/>
                  </a:lnTo>
                  <a:lnTo>
                    <a:pt x="198" y="1383"/>
                  </a:lnTo>
                  <a:lnTo>
                    <a:pt x="119" y="1620"/>
                  </a:lnTo>
                  <a:lnTo>
                    <a:pt x="40" y="1877"/>
                  </a:lnTo>
                  <a:lnTo>
                    <a:pt x="20" y="2114"/>
                  </a:lnTo>
                  <a:lnTo>
                    <a:pt x="1" y="2351"/>
                  </a:lnTo>
                  <a:lnTo>
                    <a:pt x="20" y="2588"/>
                  </a:lnTo>
                  <a:lnTo>
                    <a:pt x="80" y="2825"/>
                  </a:lnTo>
                  <a:lnTo>
                    <a:pt x="159" y="3062"/>
                  </a:lnTo>
                  <a:lnTo>
                    <a:pt x="257" y="3279"/>
                  </a:lnTo>
                  <a:lnTo>
                    <a:pt x="415" y="3496"/>
                  </a:lnTo>
                  <a:lnTo>
                    <a:pt x="573" y="3694"/>
                  </a:lnTo>
                  <a:lnTo>
                    <a:pt x="771" y="3891"/>
                  </a:lnTo>
                  <a:lnTo>
                    <a:pt x="1008" y="4069"/>
                  </a:lnTo>
                  <a:lnTo>
                    <a:pt x="1265" y="4227"/>
                  </a:lnTo>
                  <a:lnTo>
                    <a:pt x="1561" y="4365"/>
                  </a:lnTo>
                  <a:lnTo>
                    <a:pt x="1877" y="4484"/>
                  </a:lnTo>
                  <a:lnTo>
                    <a:pt x="2154" y="4563"/>
                  </a:lnTo>
                  <a:lnTo>
                    <a:pt x="2430" y="4602"/>
                  </a:lnTo>
                  <a:lnTo>
                    <a:pt x="2687" y="4602"/>
                  </a:lnTo>
                  <a:lnTo>
                    <a:pt x="2924" y="4563"/>
                  </a:lnTo>
                  <a:lnTo>
                    <a:pt x="3141" y="4523"/>
                  </a:lnTo>
                  <a:lnTo>
                    <a:pt x="3339" y="4444"/>
                  </a:lnTo>
                  <a:lnTo>
                    <a:pt x="3516" y="4365"/>
                  </a:lnTo>
                  <a:lnTo>
                    <a:pt x="3694" y="4267"/>
                  </a:lnTo>
                  <a:lnTo>
                    <a:pt x="3832" y="4188"/>
                  </a:lnTo>
                  <a:lnTo>
                    <a:pt x="4050" y="3990"/>
                  </a:lnTo>
                  <a:lnTo>
                    <a:pt x="4188" y="3852"/>
                  </a:lnTo>
                  <a:lnTo>
                    <a:pt x="4227" y="3793"/>
                  </a:lnTo>
                  <a:lnTo>
                    <a:pt x="4326" y="3674"/>
                  </a:lnTo>
                  <a:lnTo>
                    <a:pt x="4405" y="3556"/>
                  </a:lnTo>
                  <a:lnTo>
                    <a:pt x="4484" y="3417"/>
                  </a:lnTo>
                  <a:lnTo>
                    <a:pt x="4543" y="3279"/>
                  </a:lnTo>
                  <a:lnTo>
                    <a:pt x="4603" y="3141"/>
                  </a:lnTo>
                  <a:lnTo>
                    <a:pt x="4642" y="2983"/>
                  </a:lnTo>
                  <a:lnTo>
                    <a:pt x="4662" y="2825"/>
                  </a:lnTo>
                  <a:lnTo>
                    <a:pt x="4662" y="2647"/>
                  </a:lnTo>
                  <a:lnTo>
                    <a:pt x="4662" y="2469"/>
                  </a:lnTo>
                  <a:lnTo>
                    <a:pt x="4623" y="2291"/>
                  </a:lnTo>
                  <a:lnTo>
                    <a:pt x="4583" y="2094"/>
                  </a:lnTo>
                  <a:lnTo>
                    <a:pt x="4524" y="1877"/>
                  </a:lnTo>
                  <a:lnTo>
                    <a:pt x="4425" y="1679"/>
                  </a:lnTo>
                  <a:lnTo>
                    <a:pt x="4326" y="1442"/>
                  </a:lnTo>
                  <a:lnTo>
                    <a:pt x="4208" y="1225"/>
                  </a:lnTo>
                  <a:lnTo>
                    <a:pt x="4050" y="968"/>
                  </a:lnTo>
                  <a:lnTo>
                    <a:pt x="3872" y="751"/>
                  </a:lnTo>
                  <a:lnTo>
                    <a:pt x="3694" y="553"/>
                  </a:lnTo>
                  <a:lnTo>
                    <a:pt x="3477" y="375"/>
                  </a:lnTo>
                  <a:lnTo>
                    <a:pt x="3260" y="237"/>
                  </a:lnTo>
                  <a:lnTo>
                    <a:pt x="3023" y="138"/>
                  </a:lnTo>
                  <a:lnTo>
                    <a:pt x="2766" y="59"/>
                  </a:lnTo>
                  <a:lnTo>
                    <a:pt x="2529" y="20"/>
                  </a:lnTo>
                  <a:lnTo>
                    <a:pt x="227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6" name="Google Shape;8876;p34"/>
            <p:cNvSpPr/>
            <p:nvPr/>
          </p:nvSpPr>
          <p:spPr>
            <a:xfrm>
              <a:off x="8780136" y="1158033"/>
              <a:ext cx="170518" cy="170555"/>
            </a:xfrm>
            <a:custGeom>
              <a:rect b="b" l="l" r="r" t="t"/>
              <a:pathLst>
                <a:path extrusionOk="0" h="4604" w="4603">
                  <a:moveTo>
                    <a:pt x="2232" y="1"/>
                  </a:moveTo>
                  <a:lnTo>
                    <a:pt x="1975" y="21"/>
                  </a:lnTo>
                  <a:lnTo>
                    <a:pt x="1738" y="40"/>
                  </a:lnTo>
                  <a:lnTo>
                    <a:pt x="1501" y="119"/>
                  </a:lnTo>
                  <a:lnTo>
                    <a:pt x="1264" y="218"/>
                  </a:lnTo>
                  <a:lnTo>
                    <a:pt x="1047" y="337"/>
                  </a:lnTo>
                  <a:lnTo>
                    <a:pt x="850" y="495"/>
                  </a:lnTo>
                  <a:lnTo>
                    <a:pt x="672" y="672"/>
                  </a:lnTo>
                  <a:lnTo>
                    <a:pt x="494" y="850"/>
                  </a:lnTo>
                  <a:lnTo>
                    <a:pt x="356" y="1028"/>
                  </a:lnTo>
                  <a:lnTo>
                    <a:pt x="237" y="1206"/>
                  </a:lnTo>
                  <a:lnTo>
                    <a:pt x="138" y="1403"/>
                  </a:lnTo>
                  <a:lnTo>
                    <a:pt x="79" y="1581"/>
                  </a:lnTo>
                  <a:lnTo>
                    <a:pt x="20" y="1779"/>
                  </a:lnTo>
                  <a:lnTo>
                    <a:pt x="0" y="1996"/>
                  </a:lnTo>
                  <a:lnTo>
                    <a:pt x="0" y="2193"/>
                  </a:lnTo>
                  <a:lnTo>
                    <a:pt x="20" y="2411"/>
                  </a:lnTo>
                  <a:lnTo>
                    <a:pt x="59" y="2608"/>
                  </a:lnTo>
                  <a:lnTo>
                    <a:pt x="138" y="2825"/>
                  </a:lnTo>
                  <a:lnTo>
                    <a:pt x="237" y="3062"/>
                  </a:lnTo>
                  <a:lnTo>
                    <a:pt x="356" y="3280"/>
                  </a:lnTo>
                  <a:lnTo>
                    <a:pt x="494" y="3517"/>
                  </a:lnTo>
                  <a:lnTo>
                    <a:pt x="672" y="3754"/>
                  </a:lnTo>
                  <a:lnTo>
                    <a:pt x="869" y="3971"/>
                  </a:lnTo>
                  <a:lnTo>
                    <a:pt x="1067" y="4149"/>
                  </a:lnTo>
                  <a:lnTo>
                    <a:pt x="1264" y="4287"/>
                  </a:lnTo>
                  <a:lnTo>
                    <a:pt x="1462" y="4406"/>
                  </a:lnTo>
                  <a:lnTo>
                    <a:pt x="1659" y="4485"/>
                  </a:lnTo>
                  <a:lnTo>
                    <a:pt x="1857" y="4544"/>
                  </a:lnTo>
                  <a:lnTo>
                    <a:pt x="2035" y="4583"/>
                  </a:lnTo>
                  <a:lnTo>
                    <a:pt x="2212" y="4583"/>
                  </a:lnTo>
                  <a:lnTo>
                    <a:pt x="2370" y="4603"/>
                  </a:lnTo>
                  <a:lnTo>
                    <a:pt x="2509" y="4583"/>
                  </a:lnTo>
                  <a:lnTo>
                    <a:pt x="2766" y="4544"/>
                  </a:lnTo>
                  <a:lnTo>
                    <a:pt x="2924" y="4504"/>
                  </a:lnTo>
                  <a:lnTo>
                    <a:pt x="2983" y="4485"/>
                  </a:lnTo>
                  <a:lnTo>
                    <a:pt x="3161" y="4406"/>
                  </a:lnTo>
                  <a:lnTo>
                    <a:pt x="3338" y="4327"/>
                  </a:lnTo>
                  <a:lnTo>
                    <a:pt x="3516" y="4208"/>
                  </a:lnTo>
                  <a:lnTo>
                    <a:pt x="3694" y="4090"/>
                  </a:lnTo>
                  <a:lnTo>
                    <a:pt x="3872" y="3931"/>
                  </a:lnTo>
                  <a:lnTo>
                    <a:pt x="4030" y="3773"/>
                  </a:lnTo>
                  <a:lnTo>
                    <a:pt x="4168" y="3596"/>
                  </a:lnTo>
                  <a:lnTo>
                    <a:pt x="4306" y="3398"/>
                  </a:lnTo>
                  <a:lnTo>
                    <a:pt x="4405" y="3181"/>
                  </a:lnTo>
                  <a:lnTo>
                    <a:pt x="4504" y="2964"/>
                  </a:lnTo>
                  <a:lnTo>
                    <a:pt x="4563" y="2746"/>
                  </a:lnTo>
                  <a:lnTo>
                    <a:pt x="4602" y="2490"/>
                  </a:lnTo>
                  <a:lnTo>
                    <a:pt x="4602" y="2253"/>
                  </a:lnTo>
                  <a:lnTo>
                    <a:pt x="4563" y="1976"/>
                  </a:lnTo>
                  <a:lnTo>
                    <a:pt x="4484" y="1719"/>
                  </a:lnTo>
                  <a:lnTo>
                    <a:pt x="4385" y="1443"/>
                  </a:lnTo>
                  <a:lnTo>
                    <a:pt x="4227" y="1186"/>
                  </a:lnTo>
                  <a:lnTo>
                    <a:pt x="4069" y="949"/>
                  </a:lnTo>
                  <a:lnTo>
                    <a:pt x="3872" y="732"/>
                  </a:lnTo>
                  <a:lnTo>
                    <a:pt x="3674" y="554"/>
                  </a:lnTo>
                  <a:lnTo>
                    <a:pt x="3457" y="396"/>
                  </a:lnTo>
                  <a:lnTo>
                    <a:pt x="3220" y="258"/>
                  </a:lnTo>
                  <a:lnTo>
                    <a:pt x="2983" y="159"/>
                  </a:lnTo>
                  <a:lnTo>
                    <a:pt x="2726" y="80"/>
                  </a:lnTo>
                  <a:lnTo>
                    <a:pt x="2469" y="21"/>
                  </a:lnTo>
                  <a:lnTo>
                    <a:pt x="22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7" name="Google Shape;8877;p34"/>
            <p:cNvSpPr/>
            <p:nvPr/>
          </p:nvSpPr>
          <p:spPr>
            <a:xfrm>
              <a:off x="8977701" y="994141"/>
              <a:ext cx="173445" cy="171259"/>
            </a:xfrm>
            <a:custGeom>
              <a:rect b="b" l="l" r="r" t="t"/>
              <a:pathLst>
                <a:path extrusionOk="0" h="4623" w="4682">
                  <a:moveTo>
                    <a:pt x="2035" y="0"/>
                  </a:moveTo>
                  <a:lnTo>
                    <a:pt x="1817" y="20"/>
                  </a:lnTo>
                  <a:lnTo>
                    <a:pt x="1620" y="79"/>
                  </a:lnTo>
                  <a:lnTo>
                    <a:pt x="1403" y="139"/>
                  </a:lnTo>
                  <a:lnTo>
                    <a:pt x="1205" y="218"/>
                  </a:lnTo>
                  <a:lnTo>
                    <a:pt x="1008" y="336"/>
                  </a:lnTo>
                  <a:lnTo>
                    <a:pt x="830" y="455"/>
                  </a:lnTo>
                  <a:lnTo>
                    <a:pt x="652" y="593"/>
                  </a:lnTo>
                  <a:lnTo>
                    <a:pt x="494" y="771"/>
                  </a:lnTo>
                  <a:lnTo>
                    <a:pt x="356" y="948"/>
                  </a:lnTo>
                  <a:lnTo>
                    <a:pt x="237" y="1126"/>
                  </a:lnTo>
                  <a:lnTo>
                    <a:pt x="139" y="1343"/>
                  </a:lnTo>
                  <a:lnTo>
                    <a:pt x="60" y="1561"/>
                  </a:lnTo>
                  <a:lnTo>
                    <a:pt x="20" y="1798"/>
                  </a:lnTo>
                  <a:lnTo>
                    <a:pt x="0" y="2035"/>
                  </a:lnTo>
                  <a:lnTo>
                    <a:pt x="0" y="2272"/>
                  </a:lnTo>
                  <a:lnTo>
                    <a:pt x="40" y="2529"/>
                  </a:lnTo>
                  <a:lnTo>
                    <a:pt x="99" y="2785"/>
                  </a:lnTo>
                  <a:lnTo>
                    <a:pt x="198" y="3042"/>
                  </a:lnTo>
                  <a:lnTo>
                    <a:pt x="336" y="3299"/>
                  </a:lnTo>
                  <a:lnTo>
                    <a:pt x="514" y="3556"/>
                  </a:lnTo>
                  <a:lnTo>
                    <a:pt x="731" y="3813"/>
                  </a:lnTo>
                  <a:lnTo>
                    <a:pt x="948" y="4050"/>
                  </a:lnTo>
                  <a:lnTo>
                    <a:pt x="1185" y="4227"/>
                  </a:lnTo>
                  <a:lnTo>
                    <a:pt x="1422" y="4366"/>
                  </a:lnTo>
                  <a:lnTo>
                    <a:pt x="1659" y="4484"/>
                  </a:lnTo>
                  <a:lnTo>
                    <a:pt x="1877" y="4543"/>
                  </a:lnTo>
                  <a:lnTo>
                    <a:pt x="2094" y="4603"/>
                  </a:lnTo>
                  <a:lnTo>
                    <a:pt x="2292" y="4622"/>
                  </a:lnTo>
                  <a:lnTo>
                    <a:pt x="2489" y="4622"/>
                  </a:lnTo>
                  <a:lnTo>
                    <a:pt x="2667" y="4603"/>
                  </a:lnTo>
                  <a:lnTo>
                    <a:pt x="2845" y="4563"/>
                  </a:lnTo>
                  <a:lnTo>
                    <a:pt x="3101" y="4504"/>
                  </a:lnTo>
                  <a:lnTo>
                    <a:pt x="3279" y="4425"/>
                  </a:lnTo>
                  <a:lnTo>
                    <a:pt x="3338" y="4405"/>
                  </a:lnTo>
                  <a:lnTo>
                    <a:pt x="3635" y="4267"/>
                  </a:lnTo>
                  <a:lnTo>
                    <a:pt x="3891" y="4109"/>
                  </a:lnTo>
                  <a:lnTo>
                    <a:pt x="4109" y="3931"/>
                  </a:lnTo>
                  <a:lnTo>
                    <a:pt x="4286" y="3733"/>
                  </a:lnTo>
                  <a:lnTo>
                    <a:pt x="4425" y="3536"/>
                  </a:lnTo>
                  <a:lnTo>
                    <a:pt x="4523" y="3338"/>
                  </a:lnTo>
                  <a:lnTo>
                    <a:pt x="4602" y="3121"/>
                  </a:lnTo>
                  <a:lnTo>
                    <a:pt x="4662" y="2884"/>
                  </a:lnTo>
                  <a:lnTo>
                    <a:pt x="4681" y="2667"/>
                  </a:lnTo>
                  <a:lnTo>
                    <a:pt x="4662" y="2430"/>
                  </a:lnTo>
                  <a:lnTo>
                    <a:pt x="4622" y="2193"/>
                  </a:lnTo>
                  <a:lnTo>
                    <a:pt x="4563" y="1956"/>
                  </a:lnTo>
                  <a:lnTo>
                    <a:pt x="4484" y="1719"/>
                  </a:lnTo>
                  <a:lnTo>
                    <a:pt x="4385" y="1502"/>
                  </a:lnTo>
                  <a:lnTo>
                    <a:pt x="4267" y="1264"/>
                  </a:lnTo>
                  <a:lnTo>
                    <a:pt x="4128" y="1047"/>
                  </a:lnTo>
                  <a:lnTo>
                    <a:pt x="3970" y="850"/>
                  </a:lnTo>
                  <a:lnTo>
                    <a:pt x="3793" y="672"/>
                  </a:lnTo>
                  <a:lnTo>
                    <a:pt x="3635" y="514"/>
                  </a:lnTo>
                  <a:lnTo>
                    <a:pt x="3437" y="376"/>
                  </a:lnTo>
                  <a:lnTo>
                    <a:pt x="3259" y="257"/>
                  </a:lnTo>
                  <a:lnTo>
                    <a:pt x="3062" y="178"/>
                  </a:lnTo>
                  <a:lnTo>
                    <a:pt x="2864" y="99"/>
                  </a:lnTo>
                  <a:lnTo>
                    <a:pt x="2667" y="40"/>
                  </a:lnTo>
                  <a:lnTo>
                    <a:pt x="245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8" name="Google Shape;8878;p34"/>
            <p:cNvSpPr/>
            <p:nvPr/>
          </p:nvSpPr>
          <p:spPr>
            <a:xfrm>
              <a:off x="9181120" y="1207786"/>
              <a:ext cx="172000" cy="170555"/>
            </a:xfrm>
            <a:custGeom>
              <a:rect b="b" l="l" r="r" t="t"/>
              <a:pathLst>
                <a:path extrusionOk="0" h="4604" w="4643">
                  <a:moveTo>
                    <a:pt x="2292" y="1"/>
                  </a:moveTo>
                  <a:lnTo>
                    <a:pt x="2074" y="40"/>
                  </a:lnTo>
                  <a:lnTo>
                    <a:pt x="1857" y="80"/>
                  </a:lnTo>
                  <a:lnTo>
                    <a:pt x="1659" y="159"/>
                  </a:lnTo>
                  <a:lnTo>
                    <a:pt x="1462" y="258"/>
                  </a:lnTo>
                  <a:lnTo>
                    <a:pt x="1264" y="356"/>
                  </a:lnTo>
                  <a:lnTo>
                    <a:pt x="1106" y="475"/>
                  </a:lnTo>
                  <a:lnTo>
                    <a:pt x="948" y="613"/>
                  </a:lnTo>
                  <a:lnTo>
                    <a:pt x="790" y="752"/>
                  </a:lnTo>
                  <a:lnTo>
                    <a:pt x="534" y="1028"/>
                  </a:lnTo>
                  <a:lnTo>
                    <a:pt x="336" y="1305"/>
                  </a:lnTo>
                  <a:lnTo>
                    <a:pt x="237" y="1463"/>
                  </a:lnTo>
                  <a:lnTo>
                    <a:pt x="158" y="1621"/>
                  </a:lnTo>
                  <a:lnTo>
                    <a:pt x="99" y="1779"/>
                  </a:lnTo>
                  <a:lnTo>
                    <a:pt x="40" y="1937"/>
                  </a:lnTo>
                  <a:lnTo>
                    <a:pt x="20" y="2114"/>
                  </a:lnTo>
                  <a:lnTo>
                    <a:pt x="0" y="2292"/>
                  </a:lnTo>
                  <a:lnTo>
                    <a:pt x="0" y="2470"/>
                  </a:lnTo>
                  <a:lnTo>
                    <a:pt x="20" y="2667"/>
                  </a:lnTo>
                  <a:lnTo>
                    <a:pt x="60" y="2865"/>
                  </a:lnTo>
                  <a:lnTo>
                    <a:pt x="139" y="3063"/>
                  </a:lnTo>
                  <a:lnTo>
                    <a:pt x="237" y="3260"/>
                  </a:lnTo>
                  <a:lnTo>
                    <a:pt x="356" y="3458"/>
                  </a:lnTo>
                  <a:lnTo>
                    <a:pt x="514" y="3675"/>
                  </a:lnTo>
                  <a:lnTo>
                    <a:pt x="692" y="3872"/>
                  </a:lnTo>
                  <a:lnTo>
                    <a:pt x="909" y="4070"/>
                  </a:lnTo>
                  <a:lnTo>
                    <a:pt x="1106" y="4228"/>
                  </a:lnTo>
                  <a:lnTo>
                    <a:pt x="1304" y="4366"/>
                  </a:lnTo>
                  <a:lnTo>
                    <a:pt x="1501" y="4445"/>
                  </a:lnTo>
                  <a:lnTo>
                    <a:pt x="1679" y="4524"/>
                  </a:lnTo>
                  <a:lnTo>
                    <a:pt x="1857" y="4564"/>
                  </a:lnTo>
                  <a:lnTo>
                    <a:pt x="2035" y="4603"/>
                  </a:lnTo>
                  <a:lnTo>
                    <a:pt x="2469" y="4603"/>
                  </a:lnTo>
                  <a:lnTo>
                    <a:pt x="2687" y="4564"/>
                  </a:lnTo>
                  <a:lnTo>
                    <a:pt x="2825" y="4504"/>
                  </a:lnTo>
                  <a:lnTo>
                    <a:pt x="2884" y="4485"/>
                  </a:lnTo>
                  <a:lnTo>
                    <a:pt x="3240" y="4346"/>
                  </a:lnTo>
                  <a:lnTo>
                    <a:pt x="3536" y="4169"/>
                  </a:lnTo>
                  <a:lnTo>
                    <a:pt x="3812" y="3971"/>
                  </a:lnTo>
                  <a:lnTo>
                    <a:pt x="4049" y="3734"/>
                  </a:lnTo>
                  <a:lnTo>
                    <a:pt x="4247" y="3497"/>
                  </a:lnTo>
                  <a:lnTo>
                    <a:pt x="4405" y="3221"/>
                  </a:lnTo>
                  <a:lnTo>
                    <a:pt x="4524" y="2964"/>
                  </a:lnTo>
                  <a:lnTo>
                    <a:pt x="4603" y="2667"/>
                  </a:lnTo>
                  <a:lnTo>
                    <a:pt x="4642" y="2391"/>
                  </a:lnTo>
                  <a:lnTo>
                    <a:pt x="4622" y="2095"/>
                  </a:lnTo>
                  <a:lnTo>
                    <a:pt x="4583" y="1818"/>
                  </a:lnTo>
                  <a:lnTo>
                    <a:pt x="4504" y="1542"/>
                  </a:lnTo>
                  <a:lnTo>
                    <a:pt x="4385" y="1265"/>
                  </a:lnTo>
                  <a:lnTo>
                    <a:pt x="4227" y="1008"/>
                  </a:lnTo>
                  <a:lnTo>
                    <a:pt x="4030" y="771"/>
                  </a:lnTo>
                  <a:lnTo>
                    <a:pt x="3773" y="534"/>
                  </a:lnTo>
                  <a:lnTo>
                    <a:pt x="3516" y="356"/>
                  </a:lnTo>
                  <a:lnTo>
                    <a:pt x="3259" y="198"/>
                  </a:lnTo>
                  <a:lnTo>
                    <a:pt x="3022" y="100"/>
                  </a:lnTo>
                  <a:lnTo>
                    <a:pt x="2766" y="40"/>
                  </a:lnTo>
                  <a:lnTo>
                    <a:pt x="252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9" name="Google Shape;8879;p34"/>
            <p:cNvSpPr/>
            <p:nvPr/>
          </p:nvSpPr>
          <p:spPr>
            <a:xfrm>
              <a:off x="9287960" y="920234"/>
              <a:ext cx="166851" cy="173445"/>
            </a:xfrm>
            <a:custGeom>
              <a:rect b="b" l="l" r="r" t="t"/>
              <a:pathLst>
                <a:path extrusionOk="0" h="4682" w="4504">
                  <a:moveTo>
                    <a:pt x="1975" y="0"/>
                  </a:moveTo>
                  <a:lnTo>
                    <a:pt x="1738" y="20"/>
                  </a:lnTo>
                  <a:lnTo>
                    <a:pt x="1521" y="79"/>
                  </a:lnTo>
                  <a:lnTo>
                    <a:pt x="1304" y="158"/>
                  </a:lnTo>
                  <a:lnTo>
                    <a:pt x="1106" y="277"/>
                  </a:lnTo>
                  <a:lnTo>
                    <a:pt x="909" y="395"/>
                  </a:lnTo>
                  <a:lnTo>
                    <a:pt x="751" y="534"/>
                  </a:lnTo>
                  <a:lnTo>
                    <a:pt x="593" y="692"/>
                  </a:lnTo>
                  <a:lnTo>
                    <a:pt x="435" y="850"/>
                  </a:lnTo>
                  <a:lnTo>
                    <a:pt x="316" y="1027"/>
                  </a:lnTo>
                  <a:lnTo>
                    <a:pt x="198" y="1205"/>
                  </a:lnTo>
                  <a:lnTo>
                    <a:pt x="119" y="1383"/>
                  </a:lnTo>
                  <a:lnTo>
                    <a:pt x="59" y="1581"/>
                  </a:lnTo>
                  <a:lnTo>
                    <a:pt x="20" y="1798"/>
                  </a:lnTo>
                  <a:lnTo>
                    <a:pt x="0" y="2015"/>
                  </a:lnTo>
                  <a:lnTo>
                    <a:pt x="20" y="2232"/>
                  </a:lnTo>
                  <a:lnTo>
                    <a:pt x="59" y="2469"/>
                  </a:lnTo>
                  <a:lnTo>
                    <a:pt x="138" y="2726"/>
                  </a:lnTo>
                  <a:lnTo>
                    <a:pt x="257" y="2963"/>
                  </a:lnTo>
                  <a:lnTo>
                    <a:pt x="395" y="3240"/>
                  </a:lnTo>
                  <a:lnTo>
                    <a:pt x="593" y="3497"/>
                  </a:lnTo>
                  <a:lnTo>
                    <a:pt x="790" y="3753"/>
                  </a:lnTo>
                  <a:lnTo>
                    <a:pt x="988" y="3971"/>
                  </a:lnTo>
                  <a:lnTo>
                    <a:pt x="1205" y="4148"/>
                  </a:lnTo>
                  <a:lnTo>
                    <a:pt x="1403" y="4306"/>
                  </a:lnTo>
                  <a:lnTo>
                    <a:pt x="1600" y="4425"/>
                  </a:lnTo>
                  <a:lnTo>
                    <a:pt x="1778" y="4504"/>
                  </a:lnTo>
                  <a:lnTo>
                    <a:pt x="1956" y="4583"/>
                  </a:lnTo>
                  <a:lnTo>
                    <a:pt x="2133" y="4622"/>
                  </a:lnTo>
                  <a:lnTo>
                    <a:pt x="2291" y="4662"/>
                  </a:lnTo>
                  <a:lnTo>
                    <a:pt x="2430" y="4682"/>
                  </a:lnTo>
                  <a:lnTo>
                    <a:pt x="2647" y="4682"/>
                  </a:lnTo>
                  <a:lnTo>
                    <a:pt x="2805" y="4662"/>
                  </a:lnTo>
                  <a:lnTo>
                    <a:pt x="2844" y="4642"/>
                  </a:lnTo>
                  <a:lnTo>
                    <a:pt x="3022" y="4603"/>
                  </a:lnTo>
                  <a:lnTo>
                    <a:pt x="3220" y="4543"/>
                  </a:lnTo>
                  <a:lnTo>
                    <a:pt x="3378" y="4464"/>
                  </a:lnTo>
                  <a:lnTo>
                    <a:pt x="3555" y="4366"/>
                  </a:lnTo>
                  <a:lnTo>
                    <a:pt x="3733" y="4247"/>
                  </a:lnTo>
                  <a:lnTo>
                    <a:pt x="3891" y="4109"/>
                  </a:lnTo>
                  <a:lnTo>
                    <a:pt x="4030" y="3951"/>
                  </a:lnTo>
                  <a:lnTo>
                    <a:pt x="4148" y="3773"/>
                  </a:lnTo>
                  <a:lnTo>
                    <a:pt x="4267" y="3576"/>
                  </a:lnTo>
                  <a:lnTo>
                    <a:pt x="4365" y="3358"/>
                  </a:lnTo>
                  <a:lnTo>
                    <a:pt x="4444" y="3141"/>
                  </a:lnTo>
                  <a:lnTo>
                    <a:pt x="4484" y="2904"/>
                  </a:lnTo>
                  <a:lnTo>
                    <a:pt x="4504" y="2647"/>
                  </a:lnTo>
                  <a:lnTo>
                    <a:pt x="4504" y="2371"/>
                  </a:lnTo>
                  <a:lnTo>
                    <a:pt x="4464" y="2094"/>
                  </a:lnTo>
                  <a:lnTo>
                    <a:pt x="4405" y="1798"/>
                  </a:lnTo>
                  <a:lnTo>
                    <a:pt x="4306" y="1502"/>
                  </a:lnTo>
                  <a:lnTo>
                    <a:pt x="4168" y="1245"/>
                  </a:lnTo>
                  <a:lnTo>
                    <a:pt x="4010" y="988"/>
                  </a:lnTo>
                  <a:lnTo>
                    <a:pt x="3832" y="790"/>
                  </a:lnTo>
                  <a:lnTo>
                    <a:pt x="3634" y="593"/>
                  </a:lnTo>
                  <a:lnTo>
                    <a:pt x="3417" y="435"/>
                  </a:lnTo>
                  <a:lnTo>
                    <a:pt x="3200" y="297"/>
                  </a:lnTo>
                  <a:lnTo>
                    <a:pt x="2963" y="178"/>
                  </a:lnTo>
                  <a:lnTo>
                    <a:pt x="2706" y="99"/>
                  </a:lnTo>
                  <a:lnTo>
                    <a:pt x="2469" y="40"/>
                  </a:lnTo>
                  <a:lnTo>
                    <a:pt x="22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80" name="Google Shape;8880;p34"/>
          <p:cNvGrpSpPr/>
          <p:nvPr/>
        </p:nvGrpSpPr>
        <p:grpSpPr>
          <a:xfrm>
            <a:off x="-184950" y="4376725"/>
            <a:ext cx="898165" cy="766770"/>
            <a:chOff x="-252625" y="2918525"/>
            <a:chExt cx="898165" cy="766770"/>
          </a:xfrm>
        </p:grpSpPr>
        <p:sp>
          <p:nvSpPr>
            <p:cNvPr id="8881" name="Google Shape;8881;p34"/>
            <p:cNvSpPr/>
            <p:nvPr/>
          </p:nvSpPr>
          <p:spPr>
            <a:xfrm>
              <a:off x="-186914" y="2918525"/>
              <a:ext cx="788423" cy="766770"/>
            </a:xfrm>
            <a:custGeom>
              <a:rect b="b" l="l" r="r" t="t"/>
              <a:pathLst>
                <a:path extrusionOk="0" h="24435" w="25125">
                  <a:moveTo>
                    <a:pt x="12622" y="1"/>
                  </a:moveTo>
                  <a:lnTo>
                    <a:pt x="12187" y="20"/>
                  </a:lnTo>
                  <a:lnTo>
                    <a:pt x="11753" y="40"/>
                  </a:lnTo>
                  <a:lnTo>
                    <a:pt x="11298" y="99"/>
                  </a:lnTo>
                  <a:lnTo>
                    <a:pt x="10844" y="159"/>
                  </a:lnTo>
                  <a:lnTo>
                    <a:pt x="10054" y="297"/>
                  </a:lnTo>
                  <a:lnTo>
                    <a:pt x="9303" y="435"/>
                  </a:lnTo>
                  <a:lnTo>
                    <a:pt x="8592" y="633"/>
                  </a:lnTo>
                  <a:lnTo>
                    <a:pt x="7901" y="830"/>
                  </a:lnTo>
                  <a:lnTo>
                    <a:pt x="7269" y="1067"/>
                  </a:lnTo>
                  <a:lnTo>
                    <a:pt x="6676" y="1304"/>
                  </a:lnTo>
                  <a:lnTo>
                    <a:pt x="6104" y="1581"/>
                  </a:lnTo>
                  <a:lnTo>
                    <a:pt x="5570" y="1857"/>
                  </a:lnTo>
                  <a:lnTo>
                    <a:pt x="5057" y="2154"/>
                  </a:lnTo>
                  <a:lnTo>
                    <a:pt x="4602" y="2470"/>
                  </a:lnTo>
                  <a:lnTo>
                    <a:pt x="4168" y="2806"/>
                  </a:lnTo>
                  <a:lnTo>
                    <a:pt x="3753" y="3161"/>
                  </a:lnTo>
                  <a:lnTo>
                    <a:pt x="3378" y="3517"/>
                  </a:lnTo>
                  <a:lnTo>
                    <a:pt x="3022" y="3892"/>
                  </a:lnTo>
                  <a:lnTo>
                    <a:pt x="2686" y="4267"/>
                  </a:lnTo>
                  <a:lnTo>
                    <a:pt x="2390" y="4642"/>
                  </a:lnTo>
                  <a:lnTo>
                    <a:pt x="2114" y="5037"/>
                  </a:lnTo>
                  <a:lnTo>
                    <a:pt x="1857" y="5452"/>
                  </a:lnTo>
                  <a:lnTo>
                    <a:pt x="1620" y="5847"/>
                  </a:lnTo>
                  <a:lnTo>
                    <a:pt x="1403" y="6262"/>
                  </a:lnTo>
                  <a:lnTo>
                    <a:pt x="1225" y="6677"/>
                  </a:lnTo>
                  <a:lnTo>
                    <a:pt x="1047" y="7092"/>
                  </a:lnTo>
                  <a:lnTo>
                    <a:pt x="889" y="7507"/>
                  </a:lnTo>
                  <a:lnTo>
                    <a:pt x="751" y="7921"/>
                  </a:lnTo>
                  <a:lnTo>
                    <a:pt x="632" y="8316"/>
                  </a:lnTo>
                  <a:lnTo>
                    <a:pt x="514" y="8731"/>
                  </a:lnTo>
                  <a:lnTo>
                    <a:pt x="336" y="9521"/>
                  </a:lnTo>
                  <a:lnTo>
                    <a:pt x="198" y="10292"/>
                  </a:lnTo>
                  <a:lnTo>
                    <a:pt x="79" y="11022"/>
                  </a:lnTo>
                  <a:lnTo>
                    <a:pt x="20" y="11615"/>
                  </a:lnTo>
                  <a:lnTo>
                    <a:pt x="0" y="12227"/>
                  </a:lnTo>
                  <a:lnTo>
                    <a:pt x="0" y="12840"/>
                  </a:lnTo>
                  <a:lnTo>
                    <a:pt x="20" y="13452"/>
                  </a:lnTo>
                  <a:lnTo>
                    <a:pt x="79" y="14064"/>
                  </a:lnTo>
                  <a:lnTo>
                    <a:pt x="158" y="14677"/>
                  </a:lnTo>
                  <a:lnTo>
                    <a:pt x="277" y="15289"/>
                  </a:lnTo>
                  <a:lnTo>
                    <a:pt x="415" y="15901"/>
                  </a:lnTo>
                  <a:lnTo>
                    <a:pt x="593" y="16513"/>
                  </a:lnTo>
                  <a:lnTo>
                    <a:pt x="790" y="17106"/>
                  </a:lnTo>
                  <a:lnTo>
                    <a:pt x="1027" y="17699"/>
                  </a:lnTo>
                  <a:lnTo>
                    <a:pt x="1304" y="18271"/>
                  </a:lnTo>
                  <a:lnTo>
                    <a:pt x="1600" y="18844"/>
                  </a:lnTo>
                  <a:lnTo>
                    <a:pt x="1916" y="19378"/>
                  </a:lnTo>
                  <a:lnTo>
                    <a:pt x="2291" y="19911"/>
                  </a:lnTo>
                  <a:lnTo>
                    <a:pt x="2686" y="20424"/>
                  </a:lnTo>
                  <a:lnTo>
                    <a:pt x="3121" y="20918"/>
                  </a:lnTo>
                  <a:lnTo>
                    <a:pt x="3575" y="21392"/>
                  </a:lnTo>
                  <a:lnTo>
                    <a:pt x="4069" y="21827"/>
                  </a:lnTo>
                  <a:lnTo>
                    <a:pt x="4602" y="22242"/>
                  </a:lnTo>
                  <a:lnTo>
                    <a:pt x="5155" y="22617"/>
                  </a:lnTo>
                  <a:lnTo>
                    <a:pt x="5768" y="22972"/>
                  </a:lnTo>
                  <a:lnTo>
                    <a:pt x="6400" y="23288"/>
                  </a:lnTo>
                  <a:lnTo>
                    <a:pt x="6716" y="23446"/>
                  </a:lnTo>
                  <a:lnTo>
                    <a:pt x="7071" y="23585"/>
                  </a:lnTo>
                  <a:lnTo>
                    <a:pt x="7407" y="23703"/>
                  </a:lnTo>
                  <a:lnTo>
                    <a:pt x="7763" y="23822"/>
                  </a:lnTo>
                  <a:lnTo>
                    <a:pt x="8138" y="23940"/>
                  </a:lnTo>
                  <a:lnTo>
                    <a:pt x="8513" y="24039"/>
                  </a:lnTo>
                  <a:lnTo>
                    <a:pt x="8889" y="24118"/>
                  </a:lnTo>
                  <a:lnTo>
                    <a:pt x="9284" y="24197"/>
                  </a:lnTo>
                  <a:lnTo>
                    <a:pt x="9679" y="24276"/>
                  </a:lnTo>
                  <a:lnTo>
                    <a:pt x="10093" y="24335"/>
                  </a:lnTo>
                  <a:lnTo>
                    <a:pt x="10508" y="24375"/>
                  </a:lnTo>
                  <a:lnTo>
                    <a:pt x="10943" y="24395"/>
                  </a:lnTo>
                  <a:lnTo>
                    <a:pt x="11377" y="24414"/>
                  </a:lnTo>
                  <a:lnTo>
                    <a:pt x="11832" y="24434"/>
                  </a:lnTo>
                  <a:lnTo>
                    <a:pt x="12286" y="24434"/>
                  </a:lnTo>
                  <a:lnTo>
                    <a:pt x="12760" y="24414"/>
                  </a:lnTo>
                  <a:lnTo>
                    <a:pt x="13234" y="24395"/>
                  </a:lnTo>
                  <a:lnTo>
                    <a:pt x="13728" y="24335"/>
                  </a:lnTo>
                  <a:lnTo>
                    <a:pt x="14202" y="24296"/>
                  </a:lnTo>
                  <a:lnTo>
                    <a:pt x="14676" y="24217"/>
                  </a:lnTo>
                  <a:lnTo>
                    <a:pt x="15130" y="24138"/>
                  </a:lnTo>
                  <a:lnTo>
                    <a:pt x="15585" y="24059"/>
                  </a:lnTo>
                  <a:lnTo>
                    <a:pt x="16019" y="23960"/>
                  </a:lnTo>
                  <a:lnTo>
                    <a:pt x="16434" y="23841"/>
                  </a:lnTo>
                  <a:lnTo>
                    <a:pt x="16849" y="23723"/>
                  </a:lnTo>
                  <a:lnTo>
                    <a:pt x="17244" y="23585"/>
                  </a:lnTo>
                  <a:lnTo>
                    <a:pt x="17619" y="23446"/>
                  </a:lnTo>
                  <a:lnTo>
                    <a:pt x="17994" y="23288"/>
                  </a:lnTo>
                  <a:lnTo>
                    <a:pt x="18350" y="23130"/>
                  </a:lnTo>
                  <a:lnTo>
                    <a:pt x="18705" y="22953"/>
                  </a:lnTo>
                  <a:lnTo>
                    <a:pt x="19041" y="22775"/>
                  </a:lnTo>
                  <a:lnTo>
                    <a:pt x="19357" y="22597"/>
                  </a:lnTo>
                  <a:lnTo>
                    <a:pt x="19673" y="22400"/>
                  </a:lnTo>
                  <a:lnTo>
                    <a:pt x="19989" y="22202"/>
                  </a:lnTo>
                  <a:lnTo>
                    <a:pt x="20562" y="21768"/>
                  </a:lnTo>
                  <a:lnTo>
                    <a:pt x="21095" y="21313"/>
                  </a:lnTo>
                  <a:lnTo>
                    <a:pt x="21589" y="20859"/>
                  </a:lnTo>
                  <a:lnTo>
                    <a:pt x="22063" y="20365"/>
                  </a:lnTo>
                  <a:lnTo>
                    <a:pt x="22478" y="19852"/>
                  </a:lnTo>
                  <a:lnTo>
                    <a:pt x="22853" y="19318"/>
                  </a:lnTo>
                  <a:lnTo>
                    <a:pt x="23209" y="18785"/>
                  </a:lnTo>
                  <a:lnTo>
                    <a:pt x="23525" y="18232"/>
                  </a:lnTo>
                  <a:lnTo>
                    <a:pt x="23801" y="17679"/>
                  </a:lnTo>
                  <a:lnTo>
                    <a:pt x="24058" y="17126"/>
                  </a:lnTo>
                  <a:lnTo>
                    <a:pt x="24275" y="16573"/>
                  </a:lnTo>
                  <a:lnTo>
                    <a:pt x="24473" y="16020"/>
                  </a:lnTo>
                  <a:lnTo>
                    <a:pt x="24631" y="15467"/>
                  </a:lnTo>
                  <a:lnTo>
                    <a:pt x="24769" y="14914"/>
                  </a:lnTo>
                  <a:lnTo>
                    <a:pt x="24888" y="14380"/>
                  </a:lnTo>
                  <a:lnTo>
                    <a:pt x="24967" y="13867"/>
                  </a:lnTo>
                  <a:lnTo>
                    <a:pt x="25046" y="13353"/>
                  </a:lnTo>
                  <a:lnTo>
                    <a:pt x="25085" y="12859"/>
                  </a:lnTo>
                  <a:lnTo>
                    <a:pt x="25105" y="12385"/>
                  </a:lnTo>
                  <a:lnTo>
                    <a:pt x="25125" y="11951"/>
                  </a:lnTo>
                  <a:lnTo>
                    <a:pt x="25105" y="11536"/>
                  </a:lnTo>
                  <a:lnTo>
                    <a:pt x="25085" y="11141"/>
                  </a:lnTo>
                  <a:lnTo>
                    <a:pt x="25046" y="10785"/>
                  </a:lnTo>
                  <a:lnTo>
                    <a:pt x="24986" y="10450"/>
                  </a:lnTo>
                  <a:lnTo>
                    <a:pt x="24927" y="10134"/>
                  </a:lnTo>
                  <a:lnTo>
                    <a:pt x="24848" y="9778"/>
                  </a:lnTo>
                  <a:lnTo>
                    <a:pt x="24730" y="9403"/>
                  </a:lnTo>
                  <a:lnTo>
                    <a:pt x="24611" y="9008"/>
                  </a:lnTo>
                  <a:lnTo>
                    <a:pt x="24473" y="8593"/>
                  </a:lnTo>
                  <a:lnTo>
                    <a:pt x="24295" y="8158"/>
                  </a:lnTo>
                  <a:lnTo>
                    <a:pt x="24117" y="7724"/>
                  </a:lnTo>
                  <a:lnTo>
                    <a:pt x="23900" y="7250"/>
                  </a:lnTo>
                  <a:lnTo>
                    <a:pt x="23683" y="6795"/>
                  </a:lnTo>
                  <a:lnTo>
                    <a:pt x="23426" y="6321"/>
                  </a:lnTo>
                  <a:lnTo>
                    <a:pt x="23150" y="5847"/>
                  </a:lnTo>
                  <a:lnTo>
                    <a:pt x="22853" y="5373"/>
                  </a:lnTo>
                  <a:lnTo>
                    <a:pt x="22517" y="4899"/>
                  </a:lnTo>
                  <a:lnTo>
                    <a:pt x="22182" y="4445"/>
                  </a:lnTo>
                  <a:lnTo>
                    <a:pt x="21787" y="3971"/>
                  </a:lnTo>
                  <a:lnTo>
                    <a:pt x="21392" y="3536"/>
                  </a:lnTo>
                  <a:lnTo>
                    <a:pt x="20957" y="3102"/>
                  </a:lnTo>
                  <a:lnTo>
                    <a:pt x="20503" y="2687"/>
                  </a:lnTo>
                  <a:lnTo>
                    <a:pt x="20009" y="2292"/>
                  </a:lnTo>
                  <a:lnTo>
                    <a:pt x="19495" y="1917"/>
                  </a:lnTo>
                  <a:lnTo>
                    <a:pt x="18962" y="1561"/>
                  </a:lnTo>
                  <a:lnTo>
                    <a:pt x="18389" y="1245"/>
                  </a:lnTo>
                  <a:lnTo>
                    <a:pt x="17777" y="949"/>
                  </a:lnTo>
                  <a:lnTo>
                    <a:pt x="17145" y="692"/>
                  </a:lnTo>
                  <a:lnTo>
                    <a:pt x="16473" y="475"/>
                  </a:lnTo>
                  <a:lnTo>
                    <a:pt x="16118" y="376"/>
                  </a:lnTo>
                  <a:lnTo>
                    <a:pt x="15762" y="297"/>
                  </a:lnTo>
                  <a:lnTo>
                    <a:pt x="15407" y="218"/>
                  </a:lnTo>
                  <a:lnTo>
                    <a:pt x="15031" y="139"/>
                  </a:lnTo>
                  <a:lnTo>
                    <a:pt x="14656" y="99"/>
                  </a:lnTo>
                  <a:lnTo>
                    <a:pt x="14261" y="40"/>
                  </a:lnTo>
                  <a:lnTo>
                    <a:pt x="13866" y="20"/>
                  </a:lnTo>
                  <a:lnTo>
                    <a:pt x="13471"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2" name="Google Shape;8882;p34"/>
            <p:cNvSpPr/>
            <p:nvPr/>
          </p:nvSpPr>
          <p:spPr>
            <a:xfrm>
              <a:off x="-69770" y="3110666"/>
              <a:ext cx="639054" cy="564714"/>
            </a:xfrm>
            <a:custGeom>
              <a:rect b="b" l="l" r="r" t="t"/>
              <a:pathLst>
                <a:path extrusionOk="0" h="17996" w="20365">
                  <a:moveTo>
                    <a:pt x="14024" y="1"/>
                  </a:moveTo>
                  <a:lnTo>
                    <a:pt x="13925" y="40"/>
                  </a:lnTo>
                  <a:lnTo>
                    <a:pt x="13728" y="119"/>
                  </a:lnTo>
                  <a:lnTo>
                    <a:pt x="13076" y="435"/>
                  </a:lnTo>
                  <a:lnTo>
                    <a:pt x="12168" y="929"/>
                  </a:lnTo>
                  <a:lnTo>
                    <a:pt x="11081" y="1522"/>
                  </a:lnTo>
                  <a:lnTo>
                    <a:pt x="8790" y="2825"/>
                  </a:lnTo>
                  <a:lnTo>
                    <a:pt x="6933" y="3912"/>
                  </a:lnTo>
                  <a:lnTo>
                    <a:pt x="6301" y="4307"/>
                  </a:lnTo>
                  <a:lnTo>
                    <a:pt x="5570" y="4801"/>
                  </a:lnTo>
                  <a:lnTo>
                    <a:pt x="3891" y="6005"/>
                  </a:lnTo>
                  <a:lnTo>
                    <a:pt x="2232" y="7210"/>
                  </a:lnTo>
                  <a:lnTo>
                    <a:pt x="929" y="8178"/>
                  </a:lnTo>
                  <a:lnTo>
                    <a:pt x="316" y="8652"/>
                  </a:lnTo>
                  <a:lnTo>
                    <a:pt x="0" y="8870"/>
                  </a:lnTo>
                  <a:lnTo>
                    <a:pt x="514" y="9739"/>
                  </a:lnTo>
                  <a:lnTo>
                    <a:pt x="1699" y="11753"/>
                  </a:lnTo>
                  <a:lnTo>
                    <a:pt x="3082" y="14084"/>
                  </a:lnTo>
                  <a:lnTo>
                    <a:pt x="3694" y="15072"/>
                  </a:lnTo>
                  <a:lnTo>
                    <a:pt x="4168" y="15822"/>
                  </a:lnTo>
                  <a:lnTo>
                    <a:pt x="4820" y="16790"/>
                  </a:lnTo>
                  <a:lnTo>
                    <a:pt x="5254" y="17402"/>
                  </a:lnTo>
                  <a:lnTo>
                    <a:pt x="5412" y="17600"/>
                  </a:lnTo>
                  <a:lnTo>
                    <a:pt x="5551" y="17758"/>
                  </a:lnTo>
                  <a:lnTo>
                    <a:pt x="5709" y="17877"/>
                  </a:lnTo>
                  <a:lnTo>
                    <a:pt x="5886" y="17975"/>
                  </a:lnTo>
                  <a:lnTo>
                    <a:pt x="5946" y="17995"/>
                  </a:lnTo>
                  <a:lnTo>
                    <a:pt x="6005" y="17995"/>
                  </a:lnTo>
                  <a:lnTo>
                    <a:pt x="6183" y="17975"/>
                  </a:lnTo>
                  <a:lnTo>
                    <a:pt x="6380" y="17896"/>
                  </a:lnTo>
                  <a:lnTo>
                    <a:pt x="6637" y="17817"/>
                  </a:lnTo>
                  <a:lnTo>
                    <a:pt x="7210" y="17541"/>
                  </a:lnTo>
                  <a:lnTo>
                    <a:pt x="7901" y="17165"/>
                  </a:lnTo>
                  <a:lnTo>
                    <a:pt x="9481" y="16277"/>
                  </a:lnTo>
                  <a:lnTo>
                    <a:pt x="10311" y="15822"/>
                  </a:lnTo>
                  <a:lnTo>
                    <a:pt x="11140" y="15388"/>
                  </a:lnTo>
                  <a:lnTo>
                    <a:pt x="11595" y="15151"/>
                  </a:lnTo>
                  <a:lnTo>
                    <a:pt x="12148" y="14835"/>
                  </a:lnTo>
                  <a:lnTo>
                    <a:pt x="12760" y="14440"/>
                  </a:lnTo>
                  <a:lnTo>
                    <a:pt x="13451" y="14005"/>
                  </a:lnTo>
                  <a:lnTo>
                    <a:pt x="14933" y="13017"/>
                  </a:lnTo>
                  <a:lnTo>
                    <a:pt x="16454" y="11990"/>
                  </a:lnTo>
                  <a:lnTo>
                    <a:pt x="19101" y="10153"/>
                  </a:lnTo>
                  <a:lnTo>
                    <a:pt x="20345" y="9284"/>
                  </a:lnTo>
                  <a:lnTo>
                    <a:pt x="20365" y="9245"/>
                  </a:lnTo>
                  <a:lnTo>
                    <a:pt x="20345" y="9166"/>
                  </a:lnTo>
                  <a:lnTo>
                    <a:pt x="20305" y="9067"/>
                  </a:lnTo>
                  <a:lnTo>
                    <a:pt x="20246" y="8929"/>
                  </a:lnTo>
                  <a:lnTo>
                    <a:pt x="20226" y="8889"/>
                  </a:lnTo>
                  <a:lnTo>
                    <a:pt x="20049" y="8593"/>
                  </a:lnTo>
                  <a:lnTo>
                    <a:pt x="19831" y="8237"/>
                  </a:lnTo>
                  <a:lnTo>
                    <a:pt x="19298" y="7428"/>
                  </a:lnTo>
                  <a:lnTo>
                    <a:pt x="18192" y="5808"/>
                  </a:lnTo>
                  <a:lnTo>
                    <a:pt x="17896" y="5373"/>
                  </a:lnTo>
                  <a:lnTo>
                    <a:pt x="17244" y="4445"/>
                  </a:lnTo>
                  <a:lnTo>
                    <a:pt x="15881" y="2490"/>
                  </a:lnTo>
                  <a:lnTo>
                    <a:pt x="15209" y="1542"/>
                  </a:lnTo>
                  <a:lnTo>
                    <a:pt x="14637" y="751"/>
                  </a:lnTo>
                  <a:lnTo>
                    <a:pt x="14222" y="218"/>
                  </a:lnTo>
                  <a:lnTo>
                    <a:pt x="14084" y="60"/>
                  </a:lnTo>
                  <a:lnTo>
                    <a:pt x="1402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3" name="Google Shape;8883;p34"/>
            <p:cNvSpPr/>
            <p:nvPr/>
          </p:nvSpPr>
          <p:spPr>
            <a:xfrm>
              <a:off x="264935" y="3361707"/>
              <a:ext cx="139484" cy="135781"/>
            </a:xfrm>
            <a:custGeom>
              <a:rect b="b" l="l" r="r" t="t"/>
              <a:pathLst>
                <a:path extrusionOk="0" h="4327" w="4445">
                  <a:moveTo>
                    <a:pt x="2311" y="0"/>
                  </a:moveTo>
                  <a:lnTo>
                    <a:pt x="2055" y="20"/>
                  </a:lnTo>
                  <a:lnTo>
                    <a:pt x="1798" y="60"/>
                  </a:lnTo>
                  <a:lnTo>
                    <a:pt x="1581" y="119"/>
                  </a:lnTo>
                  <a:lnTo>
                    <a:pt x="1363" y="218"/>
                  </a:lnTo>
                  <a:lnTo>
                    <a:pt x="1186" y="316"/>
                  </a:lnTo>
                  <a:lnTo>
                    <a:pt x="1008" y="415"/>
                  </a:lnTo>
                  <a:lnTo>
                    <a:pt x="869" y="534"/>
                  </a:lnTo>
                  <a:lnTo>
                    <a:pt x="731" y="652"/>
                  </a:lnTo>
                  <a:lnTo>
                    <a:pt x="534" y="870"/>
                  </a:lnTo>
                  <a:lnTo>
                    <a:pt x="415" y="1008"/>
                  </a:lnTo>
                  <a:lnTo>
                    <a:pt x="395" y="1067"/>
                  </a:lnTo>
                  <a:lnTo>
                    <a:pt x="356" y="1126"/>
                  </a:lnTo>
                  <a:lnTo>
                    <a:pt x="277" y="1245"/>
                  </a:lnTo>
                  <a:lnTo>
                    <a:pt x="178" y="1442"/>
                  </a:lnTo>
                  <a:lnTo>
                    <a:pt x="79" y="1699"/>
                  </a:lnTo>
                  <a:lnTo>
                    <a:pt x="40" y="1857"/>
                  </a:lnTo>
                  <a:lnTo>
                    <a:pt x="20" y="2035"/>
                  </a:lnTo>
                  <a:lnTo>
                    <a:pt x="0" y="2213"/>
                  </a:lnTo>
                  <a:lnTo>
                    <a:pt x="0" y="2410"/>
                  </a:lnTo>
                  <a:lnTo>
                    <a:pt x="20" y="2627"/>
                  </a:lnTo>
                  <a:lnTo>
                    <a:pt x="79" y="2865"/>
                  </a:lnTo>
                  <a:lnTo>
                    <a:pt x="158" y="3102"/>
                  </a:lnTo>
                  <a:lnTo>
                    <a:pt x="257" y="3358"/>
                  </a:lnTo>
                  <a:lnTo>
                    <a:pt x="316" y="3477"/>
                  </a:lnTo>
                  <a:lnTo>
                    <a:pt x="395" y="3595"/>
                  </a:lnTo>
                  <a:lnTo>
                    <a:pt x="474" y="3694"/>
                  </a:lnTo>
                  <a:lnTo>
                    <a:pt x="573" y="3793"/>
                  </a:lnTo>
                  <a:lnTo>
                    <a:pt x="771" y="3971"/>
                  </a:lnTo>
                  <a:lnTo>
                    <a:pt x="1008" y="4089"/>
                  </a:lnTo>
                  <a:lnTo>
                    <a:pt x="1245" y="4208"/>
                  </a:lnTo>
                  <a:lnTo>
                    <a:pt x="1521" y="4267"/>
                  </a:lnTo>
                  <a:lnTo>
                    <a:pt x="1798" y="4306"/>
                  </a:lnTo>
                  <a:lnTo>
                    <a:pt x="2074" y="4326"/>
                  </a:lnTo>
                  <a:lnTo>
                    <a:pt x="2371" y="4306"/>
                  </a:lnTo>
                  <a:lnTo>
                    <a:pt x="2647" y="4247"/>
                  </a:lnTo>
                  <a:lnTo>
                    <a:pt x="2924" y="4188"/>
                  </a:lnTo>
                  <a:lnTo>
                    <a:pt x="3180" y="4089"/>
                  </a:lnTo>
                  <a:lnTo>
                    <a:pt x="3418" y="3971"/>
                  </a:lnTo>
                  <a:lnTo>
                    <a:pt x="3635" y="3832"/>
                  </a:lnTo>
                  <a:lnTo>
                    <a:pt x="3832" y="3674"/>
                  </a:lnTo>
                  <a:lnTo>
                    <a:pt x="3990" y="3477"/>
                  </a:lnTo>
                  <a:lnTo>
                    <a:pt x="4129" y="3279"/>
                  </a:lnTo>
                  <a:lnTo>
                    <a:pt x="4247" y="3062"/>
                  </a:lnTo>
                  <a:lnTo>
                    <a:pt x="4326" y="2825"/>
                  </a:lnTo>
                  <a:lnTo>
                    <a:pt x="4405" y="2568"/>
                  </a:lnTo>
                  <a:lnTo>
                    <a:pt x="4445" y="2331"/>
                  </a:lnTo>
                  <a:lnTo>
                    <a:pt x="4445" y="2074"/>
                  </a:lnTo>
                  <a:lnTo>
                    <a:pt x="4445" y="1818"/>
                  </a:lnTo>
                  <a:lnTo>
                    <a:pt x="4385" y="1561"/>
                  </a:lnTo>
                  <a:lnTo>
                    <a:pt x="4326" y="1304"/>
                  </a:lnTo>
                  <a:lnTo>
                    <a:pt x="4227" y="1087"/>
                  </a:lnTo>
                  <a:lnTo>
                    <a:pt x="4089" y="850"/>
                  </a:lnTo>
                  <a:lnTo>
                    <a:pt x="3931" y="652"/>
                  </a:lnTo>
                  <a:lnTo>
                    <a:pt x="3734" y="475"/>
                  </a:lnTo>
                  <a:lnTo>
                    <a:pt x="3497" y="316"/>
                  </a:lnTo>
                  <a:lnTo>
                    <a:pt x="3220" y="178"/>
                  </a:lnTo>
                  <a:lnTo>
                    <a:pt x="2924" y="79"/>
                  </a:lnTo>
                  <a:lnTo>
                    <a:pt x="2608" y="20"/>
                  </a:lnTo>
                  <a:lnTo>
                    <a:pt x="231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4" name="Google Shape;8884;p34"/>
            <p:cNvSpPr/>
            <p:nvPr/>
          </p:nvSpPr>
          <p:spPr>
            <a:xfrm>
              <a:off x="100689" y="3457794"/>
              <a:ext cx="140112" cy="133898"/>
            </a:xfrm>
            <a:custGeom>
              <a:rect b="b" l="l" r="r" t="t"/>
              <a:pathLst>
                <a:path extrusionOk="0" h="4267" w="4465">
                  <a:moveTo>
                    <a:pt x="2153" y="0"/>
                  </a:moveTo>
                  <a:lnTo>
                    <a:pt x="1758" y="40"/>
                  </a:lnTo>
                  <a:lnTo>
                    <a:pt x="1561" y="59"/>
                  </a:lnTo>
                  <a:lnTo>
                    <a:pt x="1363" y="99"/>
                  </a:lnTo>
                  <a:lnTo>
                    <a:pt x="1205" y="138"/>
                  </a:lnTo>
                  <a:lnTo>
                    <a:pt x="1047" y="198"/>
                  </a:lnTo>
                  <a:lnTo>
                    <a:pt x="909" y="277"/>
                  </a:lnTo>
                  <a:lnTo>
                    <a:pt x="770" y="336"/>
                  </a:lnTo>
                  <a:lnTo>
                    <a:pt x="672" y="435"/>
                  </a:lnTo>
                  <a:lnTo>
                    <a:pt x="553" y="514"/>
                  </a:lnTo>
                  <a:lnTo>
                    <a:pt x="375" y="711"/>
                  </a:lnTo>
                  <a:lnTo>
                    <a:pt x="237" y="909"/>
                  </a:lnTo>
                  <a:lnTo>
                    <a:pt x="138" y="1146"/>
                  </a:lnTo>
                  <a:lnTo>
                    <a:pt x="79" y="1363"/>
                  </a:lnTo>
                  <a:lnTo>
                    <a:pt x="20" y="1580"/>
                  </a:lnTo>
                  <a:lnTo>
                    <a:pt x="0" y="1797"/>
                  </a:lnTo>
                  <a:lnTo>
                    <a:pt x="0" y="1995"/>
                  </a:lnTo>
                  <a:lnTo>
                    <a:pt x="0" y="2173"/>
                  </a:lnTo>
                  <a:lnTo>
                    <a:pt x="20" y="2430"/>
                  </a:lnTo>
                  <a:lnTo>
                    <a:pt x="40" y="2528"/>
                  </a:lnTo>
                  <a:lnTo>
                    <a:pt x="99" y="2746"/>
                  </a:lnTo>
                  <a:lnTo>
                    <a:pt x="217" y="3002"/>
                  </a:lnTo>
                  <a:lnTo>
                    <a:pt x="375" y="3279"/>
                  </a:lnTo>
                  <a:lnTo>
                    <a:pt x="573" y="3555"/>
                  </a:lnTo>
                  <a:lnTo>
                    <a:pt x="672" y="3674"/>
                  </a:lnTo>
                  <a:lnTo>
                    <a:pt x="790" y="3792"/>
                  </a:lnTo>
                  <a:lnTo>
                    <a:pt x="928" y="3911"/>
                  </a:lnTo>
                  <a:lnTo>
                    <a:pt x="1067" y="4010"/>
                  </a:lnTo>
                  <a:lnTo>
                    <a:pt x="1225" y="4089"/>
                  </a:lnTo>
                  <a:lnTo>
                    <a:pt x="1363" y="4148"/>
                  </a:lnTo>
                  <a:lnTo>
                    <a:pt x="1541" y="4207"/>
                  </a:lnTo>
                  <a:lnTo>
                    <a:pt x="1719" y="4247"/>
                  </a:lnTo>
                  <a:lnTo>
                    <a:pt x="1896" y="4266"/>
                  </a:lnTo>
                  <a:lnTo>
                    <a:pt x="2094" y="4266"/>
                  </a:lnTo>
                  <a:lnTo>
                    <a:pt x="2311" y="4247"/>
                  </a:lnTo>
                  <a:lnTo>
                    <a:pt x="2528" y="4207"/>
                  </a:lnTo>
                  <a:lnTo>
                    <a:pt x="2746" y="4168"/>
                  </a:lnTo>
                  <a:lnTo>
                    <a:pt x="2963" y="4108"/>
                  </a:lnTo>
                  <a:lnTo>
                    <a:pt x="3200" y="4010"/>
                  </a:lnTo>
                  <a:lnTo>
                    <a:pt x="3397" y="3911"/>
                  </a:lnTo>
                  <a:lnTo>
                    <a:pt x="3615" y="3792"/>
                  </a:lnTo>
                  <a:lnTo>
                    <a:pt x="3793" y="3654"/>
                  </a:lnTo>
                  <a:lnTo>
                    <a:pt x="3970" y="3496"/>
                  </a:lnTo>
                  <a:lnTo>
                    <a:pt x="4128" y="3318"/>
                  </a:lnTo>
                  <a:lnTo>
                    <a:pt x="4247" y="3121"/>
                  </a:lnTo>
                  <a:lnTo>
                    <a:pt x="4365" y="2904"/>
                  </a:lnTo>
                  <a:lnTo>
                    <a:pt x="4425" y="2667"/>
                  </a:lnTo>
                  <a:lnTo>
                    <a:pt x="4464" y="2390"/>
                  </a:lnTo>
                  <a:lnTo>
                    <a:pt x="4464" y="2133"/>
                  </a:lnTo>
                  <a:lnTo>
                    <a:pt x="4464" y="1876"/>
                  </a:lnTo>
                  <a:lnTo>
                    <a:pt x="4425" y="1620"/>
                  </a:lnTo>
                  <a:lnTo>
                    <a:pt x="4385" y="1383"/>
                  </a:lnTo>
                  <a:lnTo>
                    <a:pt x="4306" y="1165"/>
                  </a:lnTo>
                  <a:lnTo>
                    <a:pt x="4227" y="948"/>
                  </a:lnTo>
                  <a:lnTo>
                    <a:pt x="4109" y="751"/>
                  </a:lnTo>
                  <a:lnTo>
                    <a:pt x="3970" y="593"/>
                  </a:lnTo>
                  <a:lnTo>
                    <a:pt x="3793" y="435"/>
                  </a:lnTo>
                  <a:lnTo>
                    <a:pt x="3595" y="296"/>
                  </a:lnTo>
                  <a:lnTo>
                    <a:pt x="3378" y="198"/>
                  </a:lnTo>
                  <a:lnTo>
                    <a:pt x="3121" y="99"/>
                  </a:lnTo>
                  <a:lnTo>
                    <a:pt x="2825" y="40"/>
                  </a:lnTo>
                  <a:lnTo>
                    <a:pt x="2509" y="20"/>
                  </a:lnTo>
                  <a:lnTo>
                    <a:pt x="21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5" name="Google Shape;8885;p34"/>
            <p:cNvSpPr/>
            <p:nvPr/>
          </p:nvSpPr>
          <p:spPr>
            <a:xfrm>
              <a:off x="199224" y="3212934"/>
              <a:ext cx="146921" cy="133930"/>
            </a:xfrm>
            <a:custGeom>
              <a:rect b="b" l="l" r="r" t="t"/>
              <a:pathLst>
                <a:path extrusionOk="0" h="4268" w="4682">
                  <a:moveTo>
                    <a:pt x="2094" y="1"/>
                  </a:moveTo>
                  <a:lnTo>
                    <a:pt x="1877" y="21"/>
                  </a:lnTo>
                  <a:lnTo>
                    <a:pt x="1680" y="60"/>
                  </a:lnTo>
                  <a:lnTo>
                    <a:pt x="1482" y="119"/>
                  </a:lnTo>
                  <a:lnTo>
                    <a:pt x="1285" y="198"/>
                  </a:lnTo>
                  <a:lnTo>
                    <a:pt x="1107" y="297"/>
                  </a:lnTo>
                  <a:lnTo>
                    <a:pt x="929" y="435"/>
                  </a:lnTo>
                  <a:lnTo>
                    <a:pt x="751" y="574"/>
                  </a:lnTo>
                  <a:lnTo>
                    <a:pt x="613" y="752"/>
                  </a:lnTo>
                  <a:lnTo>
                    <a:pt x="455" y="969"/>
                  </a:lnTo>
                  <a:lnTo>
                    <a:pt x="336" y="1186"/>
                  </a:lnTo>
                  <a:lnTo>
                    <a:pt x="218" y="1403"/>
                  </a:lnTo>
                  <a:lnTo>
                    <a:pt x="139" y="1621"/>
                  </a:lnTo>
                  <a:lnTo>
                    <a:pt x="80" y="1858"/>
                  </a:lnTo>
                  <a:lnTo>
                    <a:pt x="40" y="2075"/>
                  </a:lnTo>
                  <a:lnTo>
                    <a:pt x="1" y="2292"/>
                  </a:lnTo>
                  <a:lnTo>
                    <a:pt x="20" y="2509"/>
                  </a:lnTo>
                  <a:lnTo>
                    <a:pt x="40" y="2707"/>
                  </a:lnTo>
                  <a:lnTo>
                    <a:pt x="99" y="2924"/>
                  </a:lnTo>
                  <a:lnTo>
                    <a:pt x="178" y="3122"/>
                  </a:lnTo>
                  <a:lnTo>
                    <a:pt x="277" y="3300"/>
                  </a:lnTo>
                  <a:lnTo>
                    <a:pt x="415" y="3477"/>
                  </a:lnTo>
                  <a:lnTo>
                    <a:pt x="574" y="3635"/>
                  </a:lnTo>
                  <a:lnTo>
                    <a:pt x="771" y="3793"/>
                  </a:lnTo>
                  <a:lnTo>
                    <a:pt x="988" y="3932"/>
                  </a:lnTo>
                  <a:lnTo>
                    <a:pt x="1225" y="4050"/>
                  </a:lnTo>
                  <a:lnTo>
                    <a:pt x="1502" y="4149"/>
                  </a:lnTo>
                  <a:lnTo>
                    <a:pt x="1739" y="4208"/>
                  </a:lnTo>
                  <a:lnTo>
                    <a:pt x="1996" y="4248"/>
                  </a:lnTo>
                  <a:lnTo>
                    <a:pt x="2213" y="4267"/>
                  </a:lnTo>
                  <a:lnTo>
                    <a:pt x="2450" y="4248"/>
                  </a:lnTo>
                  <a:lnTo>
                    <a:pt x="2647" y="4228"/>
                  </a:lnTo>
                  <a:lnTo>
                    <a:pt x="2845" y="4188"/>
                  </a:lnTo>
                  <a:lnTo>
                    <a:pt x="3003" y="4129"/>
                  </a:lnTo>
                  <a:lnTo>
                    <a:pt x="3319" y="4011"/>
                  </a:lnTo>
                  <a:lnTo>
                    <a:pt x="3536" y="3892"/>
                  </a:lnTo>
                  <a:lnTo>
                    <a:pt x="3675" y="3793"/>
                  </a:lnTo>
                  <a:lnTo>
                    <a:pt x="3734" y="3754"/>
                  </a:lnTo>
                  <a:lnTo>
                    <a:pt x="3991" y="3537"/>
                  </a:lnTo>
                  <a:lnTo>
                    <a:pt x="4208" y="3319"/>
                  </a:lnTo>
                  <a:lnTo>
                    <a:pt x="4386" y="3082"/>
                  </a:lnTo>
                  <a:lnTo>
                    <a:pt x="4524" y="2826"/>
                  </a:lnTo>
                  <a:lnTo>
                    <a:pt x="4603" y="2569"/>
                  </a:lnTo>
                  <a:lnTo>
                    <a:pt x="4662" y="2312"/>
                  </a:lnTo>
                  <a:lnTo>
                    <a:pt x="4682" y="2055"/>
                  </a:lnTo>
                  <a:lnTo>
                    <a:pt x="4662" y="1818"/>
                  </a:lnTo>
                  <a:lnTo>
                    <a:pt x="4623" y="1561"/>
                  </a:lnTo>
                  <a:lnTo>
                    <a:pt x="4544" y="1324"/>
                  </a:lnTo>
                  <a:lnTo>
                    <a:pt x="4425" y="1107"/>
                  </a:lnTo>
                  <a:lnTo>
                    <a:pt x="4307" y="910"/>
                  </a:lnTo>
                  <a:lnTo>
                    <a:pt x="4149" y="712"/>
                  </a:lnTo>
                  <a:lnTo>
                    <a:pt x="3991" y="554"/>
                  </a:lnTo>
                  <a:lnTo>
                    <a:pt x="3793" y="416"/>
                  </a:lnTo>
                  <a:lnTo>
                    <a:pt x="3596" y="317"/>
                  </a:lnTo>
                  <a:lnTo>
                    <a:pt x="3181" y="159"/>
                  </a:lnTo>
                  <a:lnTo>
                    <a:pt x="2963" y="100"/>
                  </a:lnTo>
                  <a:lnTo>
                    <a:pt x="2746" y="60"/>
                  </a:lnTo>
                  <a:lnTo>
                    <a:pt x="2529" y="21"/>
                  </a:lnTo>
                  <a:lnTo>
                    <a:pt x="23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6" name="Google Shape;8886;p34"/>
            <p:cNvSpPr/>
            <p:nvPr/>
          </p:nvSpPr>
          <p:spPr>
            <a:xfrm>
              <a:off x="33723" y="3317085"/>
              <a:ext cx="135781" cy="133898"/>
            </a:xfrm>
            <a:custGeom>
              <a:rect b="b" l="l" r="r" t="t"/>
              <a:pathLst>
                <a:path extrusionOk="0" h="4267" w="4327">
                  <a:moveTo>
                    <a:pt x="2312" y="0"/>
                  </a:moveTo>
                  <a:lnTo>
                    <a:pt x="2134" y="20"/>
                  </a:lnTo>
                  <a:lnTo>
                    <a:pt x="1917" y="40"/>
                  </a:lnTo>
                  <a:lnTo>
                    <a:pt x="1700" y="99"/>
                  </a:lnTo>
                  <a:lnTo>
                    <a:pt x="1502" y="158"/>
                  </a:lnTo>
                  <a:lnTo>
                    <a:pt x="1305" y="218"/>
                  </a:lnTo>
                  <a:lnTo>
                    <a:pt x="1127" y="297"/>
                  </a:lnTo>
                  <a:lnTo>
                    <a:pt x="969" y="376"/>
                  </a:lnTo>
                  <a:lnTo>
                    <a:pt x="811" y="455"/>
                  </a:lnTo>
                  <a:lnTo>
                    <a:pt x="692" y="553"/>
                  </a:lnTo>
                  <a:lnTo>
                    <a:pt x="574" y="652"/>
                  </a:lnTo>
                  <a:lnTo>
                    <a:pt x="475" y="771"/>
                  </a:lnTo>
                  <a:lnTo>
                    <a:pt x="297" y="988"/>
                  </a:lnTo>
                  <a:lnTo>
                    <a:pt x="179" y="1205"/>
                  </a:lnTo>
                  <a:lnTo>
                    <a:pt x="80" y="1442"/>
                  </a:lnTo>
                  <a:lnTo>
                    <a:pt x="21" y="1679"/>
                  </a:lnTo>
                  <a:lnTo>
                    <a:pt x="1" y="1916"/>
                  </a:lnTo>
                  <a:lnTo>
                    <a:pt x="1" y="2114"/>
                  </a:lnTo>
                  <a:lnTo>
                    <a:pt x="1" y="2311"/>
                  </a:lnTo>
                  <a:lnTo>
                    <a:pt x="21" y="2489"/>
                  </a:lnTo>
                  <a:lnTo>
                    <a:pt x="80" y="2746"/>
                  </a:lnTo>
                  <a:lnTo>
                    <a:pt x="100" y="2845"/>
                  </a:lnTo>
                  <a:lnTo>
                    <a:pt x="179" y="3062"/>
                  </a:lnTo>
                  <a:lnTo>
                    <a:pt x="258" y="3259"/>
                  </a:lnTo>
                  <a:lnTo>
                    <a:pt x="356" y="3457"/>
                  </a:lnTo>
                  <a:lnTo>
                    <a:pt x="455" y="3615"/>
                  </a:lnTo>
                  <a:lnTo>
                    <a:pt x="574" y="3753"/>
                  </a:lnTo>
                  <a:lnTo>
                    <a:pt x="712" y="3872"/>
                  </a:lnTo>
                  <a:lnTo>
                    <a:pt x="850" y="3970"/>
                  </a:lnTo>
                  <a:lnTo>
                    <a:pt x="1008" y="4069"/>
                  </a:lnTo>
                  <a:lnTo>
                    <a:pt x="1166" y="4128"/>
                  </a:lnTo>
                  <a:lnTo>
                    <a:pt x="1324" y="4188"/>
                  </a:lnTo>
                  <a:lnTo>
                    <a:pt x="1482" y="4227"/>
                  </a:lnTo>
                  <a:lnTo>
                    <a:pt x="1660" y="4247"/>
                  </a:lnTo>
                  <a:lnTo>
                    <a:pt x="1838" y="4267"/>
                  </a:lnTo>
                  <a:lnTo>
                    <a:pt x="2016" y="4247"/>
                  </a:lnTo>
                  <a:lnTo>
                    <a:pt x="2371" y="4208"/>
                  </a:lnTo>
                  <a:lnTo>
                    <a:pt x="2727" y="4128"/>
                  </a:lnTo>
                  <a:lnTo>
                    <a:pt x="3062" y="3990"/>
                  </a:lnTo>
                  <a:lnTo>
                    <a:pt x="3359" y="3832"/>
                  </a:lnTo>
                  <a:lnTo>
                    <a:pt x="3655" y="3654"/>
                  </a:lnTo>
                  <a:lnTo>
                    <a:pt x="3892" y="3457"/>
                  </a:lnTo>
                  <a:lnTo>
                    <a:pt x="3991" y="3338"/>
                  </a:lnTo>
                  <a:lnTo>
                    <a:pt x="4090" y="3240"/>
                  </a:lnTo>
                  <a:lnTo>
                    <a:pt x="4169" y="3121"/>
                  </a:lnTo>
                  <a:lnTo>
                    <a:pt x="4228" y="3003"/>
                  </a:lnTo>
                  <a:lnTo>
                    <a:pt x="4267" y="2904"/>
                  </a:lnTo>
                  <a:lnTo>
                    <a:pt x="4287" y="2785"/>
                  </a:lnTo>
                  <a:lnTo>
                    <a:pt x="4307" y="2548"/>
                  </a:lnTo>
                  <a:lnTo>
                    <a:pt x="4327" y="2292"/>
                  </a:lnTo>
                  <a:lnTo>
                    <a:pt x="4307" y="2035"/>
                  </a:lnTo>
                  <a:lnTo>
                    <a:pt x="4287" y="1778"/>
                  </a:lnTo>
                  <a:lnTo>
                    <a:pt x="4248" y="1501"/>
                  </a:lnTo>
                  <a:lnTo>
                    <a:pt x="4169" y="1245"/>
                  </a:lnTo>
                  <a:lnTo>
                    <a:pt x="4070" y="1008"/>
                  </a:lnTo>
                  <a:lnTo>
                    <a:pt x="3951" y="771"/>
                  </a:lnTo>
                  <a:lnTo>
                    <a:pt x="3793" y="553"/>
                  </a:lnTo>
                  <a:lnTo>
                    <a:pt x="3596" y="376"/>
                  </a:lnTo>
                  <a:lnTo>
                    <a:pt x="3497" y="297"/>
                  </a:lnTo>
                  <a:lnTo>
                    <a:pt x="3379" y="218"/>
                  </a:lnTo>
                  <a:lnTo>
                    <a:pt x="3260" y="158"/>
                  </a:lnTo>
                  <a:lnTo>
                    <a:pt x="3122" y="99"/>
                  </a:lnTo>
                  <a:lnTo>
                    <a:pt x="2983" y="60"/>
                  </a:lnTo>
                  <a:lnTo>
                    <a:pt x="2825" y="20"/>
                  </a:lnTo>
                  <a:lnTo>
                    <a:pt x="26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7" name="Google Shape;8887;p34"/>
            <p:cNvSpPr/>
            <p:nvPr/>
          </p:nvSpPr>
          <p:spPr>
            <a:xfrm>
              <a:off x="-252625" y="2951380"/>
              <a:ext cx="430188" cy="475438"/>
            </a:xfrm>
            <a:custGeom>
              <a:rect b="b" l="l" r="r" t="t"/>
              <a:pathLst>
                <a:path extrusionOk="0" h="15151" w="13709">
                  <a:moveTo>
                    <a:pt x="11141" y="1"/>
                  </a:moveTo>
                  <a:lnTo>
                    <a:pt x="11062" y="20"/>
                  </a:lnTo>
                  <a:lnTo>
                    <a:pt x="10864" y="218"/>
                  </a:lnTo>
                  <a:lnTo>
                    <a:pt x="10469" y="652"/>
                  </a:lnTo>
                  <a:lnTo>
                    <a:pt x="9264" y="1996"/>
                  </a:lnTo>
                  <a:lnTo>
                    <a:pt x="8000" y="3418"/>
                  </a:lnTo>
                  <a:lnTo>
                    <a:pt x="7506" y="3951"/>
                  </a:lnTo>
                  <a:lnTo>
                    <a:pt x="7170" y="4307"/>
                  </a:lnTo>
                  <a:lnTo>
                    <a:pt x="6973" y="4504"/>
                  </a:lnTo>
                  <a:lnTo>
                    <a:pt x="6835" y="4702"/>
                  </a:lnTo>
                  <a:lnTo>
                    <a:pt x="6736" y="4899"/>
                  </a:lnTo>
                  <a:lnTo>
                    <a:pt x="6696" y="5077"/>
                  </a:lnTo>
                  <a:lnTo>
                    <a:pt x="6677" y="5235"/>
                  </a:lnTo>
                  <a:lnTo>
                    <a:pt x="6677" y="5373"/>
                  </a:lnTo>
                  <a:lnTo>
                    <a:pt x="6716" y="5511"/>
                  </a:lnTo>
                  <a:lnTo>
                    <a:pt x="6736" y="5610"/>
                  </a:lnTo>
                  <a:lnTo>
                    <a:pt x="6874" y="5946"/>
                  </a:lnTo>
                  <a:lnTo>
                    <a:pt x="6933" y="6104"/>
                  </a:lnTo>
                  <a:lnTo>
                    <a:pt x="5847" y="7309"/>
                  </a:lnTo>
                  <a:lnTo>
                    <a:pt x="3457" y="9956"/>
                  </a:lnTo>
                  <a:lnTo>
                    <a:pt x="2173" y="11378"/>
                  </a:lnTo>
                  <a:lnTo>
                    <a:pt x="1067" y="12622"/>
                  </a:lnTo>
                  <a:lnTo>
                    <a:pt x="297" y="13531"/>
                  </a:lnTo>
                  <a:lnTo>
                    <a:pt x="79" y="13807"/>
                  </a:lnTo>
                  <a:lnTo>
                    <a:pt x="20" y="13886"/>
                  </a:lnTo>
                  <a:lnTo>
                    <a:pt x="0" y="13926"/>
                  </a:lnTo>
                  <a:lnTo>
                    <a:pt x="20" y="13965"/>
                  </a:lnTo>
                  <a:lnTo>
                    <a:pt x="79" y="14044"/>
                  </a:lnTo>
                  <a:lnTo>
                    <a:pt x="277" y="14222"/>
                  </a:lnTo>
                  <a:lnTo>
                    <a:pt x="534" y="14439"/>
                  </a:lnTo>
                  <a:lnTo>
                    <a:pt x="830" y="14676"/>
                  </a:lnTo>
                  <a:lnTo>
                    <a:pt x="1126" y="14894"/>
                  </a:lnTo>
                  <a:lnTo>
                    <a:pt x="1403" y="15071"/>
                  </a:lnTo>
                  <a:lnTo>
                    <a:pt x="1521" y="15131"/>
                  </a:lnTo>
                  <a:lnTo>
                    <a:pt x="1620" y="15150"/>
                  </a:lnTo>
                  <a:lnTo>
                    <a:pt x="1679" y="15150"/>
                  </a:lnTo>
                  <a:lnTo>
                    <a:pt x="1719" y="15131"/>
                  </a:lnTo>
                  <a:lnTo>
                    <a:pt x="3951" y="12385"/>
                  </a:lnTo>
                  <a:lnTo>
                    <a:pt x="5669" y="10272"/>
                  </a:lnTo>
                  <a:lnTo>
                    <a:pt x="6835" y="8850"/>
                  </a:lnTo>
                  <a:lnTo>
                    <a:pt x="7427" y="8158"/>
                  </a:lnTo>
                  <a:lnTo>
                    <a:pt x="7842" y="7605"/>
                  </a:lnTo>
                  <a:lnTo>
                    <a:pt x="8178" y="7131"/>
                  </a:lnTo>
                  <a:lnTo>
                    <a:pt x="8928" y="7131"/>
                  </a:lnTo>
                  <a:lnTo>
                    <a:pt x="9126" y="7092"/>
                  </a:lnTo>
                  <a:lnTo>
                    <a:pt x="9304" y="7052"/>
                  </a:lnTo>
                  <a:lnTo>
                    <a:pt x="9442" y="6993"/>
                  </a:lnTo>
                  <a:lnTo>
                    <a:pt x="9541" y="6914"/>
                  </a:lnTo>
                  <a:lnTo>
                    <a:pt x="9699" y="6736"/>
                  </a:lnTo>
                  <a:lnTo>
                    <a:pt x="10232" y="6124"/>
                  </a:lnTo>
                  <a:lnTo>
                    <a:pt x="10923" y="5314"/>
                  </a:lnTo>
                  <a:lnTo>
                    <a:pt x="11694" y="4386"/>
                  </a:lnTo>
                  <a:lnTo>
                    <a:pt x="12464" y="3457"/>
                  </a:lnTo>
                  <a:lnTo>
                    <a:pt x="13116" y="2628"/>
                  </a:lnTo>
                  <a:lnTo>
                    <a:pt x="13550" y="2035"/>
                  </a:lnTo>
                  <a:lnTo>
                    <a:pt x="13689" y="1838"/>
                  </a:lnTo>
                  <a:lnTo>
                    <a:pt x="13708" y="1778"/>
                  </a:lnTo>
                  <a:lnTo>
                    <a:pt x="13708" y="1739"/>
                  </a:lnTo>
                  <a:lnTo>
                    <a:pt x="13689" y="1660"/>
                  </a:lnTo>
                  <a:lnTo>
                    <a:pt x="13669" y="1600"/>
                  </a:lnTo>
                  <a:lnTo>
                    <a:pt x="13629" y="1561"/>
                  </a:lnTo>
                  <a:lnTo>
                    <a:pt x="13590" y="1541"/>
                  </a:lnTo>
                  <a:lnTo>
                    <a:pt x="13511" y="1521"/>
                  </a:lnTo>
                  <a:lnTo>
                    <a:pt x="13491" y="1502"/>
                  </a:lnTo>
                  <a:lnTo>
                    <a:pt x="13175" y="1857"/>
                  </a:lnTo>
                  <a:lnTo>
                    <a:pt x="12444" y="2647"/>
                  </a:lnTo>
                  <a:lnTo>
                    <a:pt x="12049" y="3062"/>
                  </a:lnTo>
                  <a:lnTo>
                    <a:pt x="11674" y="3437"/>
                  </a:lnTo>
                  <a:lnTo>
                    <a:pt x="11378" y="3714"/>
                  </a:lnTo>
                  <a:lnTo>
                    <a:pt x="11279" y="3793"/>
                  </a:lnTo>
                  <a:lnTo>
                    <a:pt x="11200" y="3832"/>
                  </a:lnTo>
                  <a:lnTo>
                    <a:pt x="11121" y="3852"/>
                  </a:lnTo>
                  <a:lnTo>
                    <a:pt x="11042" y="3852"/>
                  </a:lnTo>
                  <a:lnTo>
                    <a:pt x="10983" y="3813"/>
                  </a:lnTo>
                  <a:lnTo>
                    <a:pt x="10963" y="3773"/>
                  </a:lnTo>
                  <a:lnTo>
                    <a:pt x="10943" y="3714"/>
                  </a:lnTo>
                  <a:lnTo>
                    <a:pt x="10943" y="3635"/>
                  </a:lnTo>
                  <a:lnTo>
                    <a:pt x="10983" y="3556"/>
                  </a:lnTo>
                  <a:lnTo>
                    <a:pt x="11022" y="3457"/>
                  </a:lnTo>
                  <a:lnTo>
                    <a:pt x="11160" y="3299"/>
                  </a:lnTo>
                  <a:lnTo>
                    <a:pt x="11417" y="3023"/>
                  </a:lnTo>
                  <a:lnTo>
                    <a:pt x="12148" y="2292"/>
                  </a:lnTo>
                  <a:lnTo>
                    <a:pt x="12523" y="1897"/>
                  </a:lnTo>
                  <a:lnTo>
                    <a:pt x="12820" y="1541"/>
                  </a:lnTo>
                  <a:lnTo>
                    <a:pt x="12938" y="1403"/>
                  </a:lnTo>
                  <a:lnTo>
                    <a:pt x="13017" y="1284"/>
                  </a:lnTo>
                  <a:lnTo>
                    <a:pt x="13076" y="1186"/>
                  </a:lnTo>
                  <a:lnTo>
                    <a:pt x="13076" y="1166"/>
                  </a:lnTo>
                  <a:lnTo>
                    <a:pt x="13076" y="1146"/>
                  </a:lnTo>
                  <a:lnTo>
                    <a:pt x="12978" y="1028"/>
                  </a:lnTo>
                  <a:lnTo>
                    <a:pt x="12899" y="949"/>
                  </a:lnTo>
                  <a:lnTo>
                    <a:pt x="12879" y="929"/>
                  </a:lnTo>
                  <a:lnTo>
                    <a:pt x="12839" y="929"/>
                  </a:lnTo>
                  <a:lnTo>
                    <a:pt x="12780" y="949"/>
                  </a:lnTo>
                  <a:lnTo>
                    <a:pt x="12741" y="1008"/>
                  </a:lnTo>
                  <a:lnTo>
                    <a:pt x="12345" y="1423"/>
                  </a:lnTo>
                  <a:lnTo>
                    <a:pt x="11615" y="2193"/>
                  </a:lnTo>
                  <a:lnTo>
                    <a:pt x="11220" y="2588"/>
                  </a:lnTo>
                  <a:lnTo>
                    <a:pt x="10864" y="2924"/>
                  </a:lnTo>
                  <a:lnTo>
                    <a:pt x="10588" y="3161"/>
                  </a:lnTo>
                  <a:lnTo>
                    <a:pt x="10489" y="3220"/>
                  </a:lnTo>
                  <a:lnTo>
                    <a:pt x="10410" y="3240"/>
                  </a:lnTo>
                  <a:lnTo>
                    <a:pt x="10370" y="3220"/>
                  </a:lnTo>
                  <a:lnTo>
                    <a:pt x="10351" y="3200"/>
                  </a:lnTo>
                  <a:lnTo>
                    <a:pt x="10331" y="3121"/>
                  </a:lnTo>
                  <a:lnTo>
                    <a:pt x="10331" y="3042"/>
                  </a:lnTo>
                  <a:lnTo>
                    <a:pt x="10351" y="2944"/>
                  </a:lnTo>
                  <a:lnTo>
                    <a:pt x="10430" y="2746"/>
                  </a:lnTo>
                  <a:lnTo>
                    <a:pt x="10469" y="2667"/>
                  </a:lnTo>
                  <a:lnTo>
                    <a:pt x="10765" y="2351"/>
                  </a:lnTo>
                  <a:lnTo>
                    <a:pt x="11397" y="1660"/>
                  </a:lnTo>
                  <a:lnTo>
                    <a:pt x="11733" y="1265"/>
                  </a:lnTo>
                  <a:lnTo>
                    <a:pt x="12010" y="929"/>
                  </a:lnTo>
                  <a:lnTo>
                    <a:pt x="12187" y="672"/>
                  </a:lnTo>
                  <a:lnTo>
                    <a:pt x="12227" y="573"/>
                  </a:lnTo>
                  <a:lnTo>
                    <a:pt x="12247" y="554"/>
                  </a:lnTo>
                  <a:lnTo>
                    <a:pt x="12227" y="534"/>
                  </a:lnTo>
                  <a:lnTo>
                    <a:pt x="12128" y="435"/>
                  </a:lnTo>
                  <a:lnTo>
                    <a:pt x="12049" y="356"/>
                  </a:lnTo>
                  <a:lnTo>
                    <a:pt x="12010" y="336"/>
                  </a:lnTo>
                  <a:lnTo>
                    <a:pt x="11970" y="336"/>
                  </a:lnTo>
                  <a:lnTo>
                    <a:pt x="11931" y="356"/>
                  </a:lnTo>
                  <a:lnTo>
                    <a:pt x="11911" y="396"/>
                  </a:lnTo>
                  <a:lnTo>
                    <a:pt x="11555" y="810"/>
                  </a:lnTo>
                  <a:lnTo>
                    <a:pt x="10864" y="1600"/>
                  </a:lnTo>
                  <a:lnTo>
                    <a:pt x="10469" y="2015"/>
                  </a:lnTo>
                  <a:lnTo>
                    <a:pt x="10133" y="2371"/>
                  </a:lnTo>
                  <a:lnTo>
                    <a:pt x="9837" y="2647"/>
                  </a:lnTo>
                  <a:lnTo>
                    <a:pt x="9738" y="2726"/>
                  </a:lnTo>
                  <a:lnTo>
                    <a:pt x="9679" y="2766"/>
                  </a:lnTo>
                  <a:lnTo>
                    <a:pt x="9501" y="2825"/>
                  </a:lnTo>
                  <a:lnTo>
                    <a:pt x="9363" y="2825"/>
                  </a:lnTo>
                  <a:lnTo>
                    <a:pt x="9343" y="2805"/>
                  </a:lnTo>
                  <a:lnTo>
                    <a:pt x="9323" y="2766"/>
                  </a:lnTo>
                  <a:lnTo>
                    <a:pt x="9323" y="2707"/>
                  </a:lnTo>
                  <a:lnTo>
                    <a:pt x="9343" y="2628"/>
                  </a:lnTo>
                  <a:lnTo>
                    <a:pt x="9462" y="2450"/>
                  </a:lnTo>
                  <a:lnTo>
                    <a:pt x="9699" y="2134"/>
                  </a:lnTo>
                  <a:lnTo>
                    <a:pt x="10390" y="1284"/>
                  </a:lnTo>
                  <a:lnTo>
                    <a:pt x="11338" y="119"/>
                  </a:lnTo>
                  <a:lnTo>
                    <a:pt x="11338" y="80"/>
                  </a:lnTo>
                  <a:lnTo>
                    <a:pt x="11279" y="40"/>
                  </a:lnTo>
                  <a:lnTo>
                    <a:pt x="11239" y="20"/>
                  </a:lnTo>
                  <a:lnTo>
                    <a:pt x="111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8" name="Google Shape;8888;p34"/>
            <p:cNvSpPr/>
            <p:nvPr/>
          </p:nvSpPr>
          <p:spPr>
            <a:xfrm>
              <a:off x="80856" y="2930920"/>
              <a:ext cx="564683" cy="264690"/>
            </a:xfrm>
            <a:custGeom>
              <a:rect b="b" l="l" r="r" t="t"/>
              <a:pathLst>
                <a:path extrusionOk="0" h="8435" w="17995">
                  <a:moveTo>
                    <a:pt x="17105" y="1"/>
                  </a:moveTo>
                  <a:lnTo>
                    <a:pt x="13787" y="1285"/>
                  </a:lnTo>
                  <a:lnTo>
                    <a:pt x="11259" y="2252"/>
                  </a:lnTo>
                  <a:lnTo>
                    <a:pt x="9540" y="2885"/>
                  </a:lnTo>
                  <a:lnTo>
                    <a:pt x="8671" y="3201"/>
                  </a:lnTo>
                  <a:lnTo>
                    <a:pt x="8039" y="3457"/>
                  </a:lnTo>
                  <a:lnTo>
                    <a:pt x="7506" y="3694"/>
                  </a:lnTo>
                  <a:lnTo>
                    <a:pt x="7368" y="3615"/>
                  </a:lnTo>
                  <a:lnTo>
                    <a:pt x="7052" y="3438"/>
                  </a:lnTo>
                  <a:lnTo>
                    <a:pt x="6854" y="3339"/>
                  </a:lnTo>
                  <a:lnTo>
                    <a:pt x="6676" y="3260"/>
                  </a:lnTo>
                  <a:lnTo>
                    <a:pt x="6498" y="3220"/>
                  </a:lnTo>
                  <a:lnTo>
                    <a:pt x="6340" y="3201"/>
                  </a:lnTo>
                  <a:lnTo>
                    <a:pt x="6222" y="3220"/>
                  </a:lnTo>
                  <a:lnTo>
                    <a:pt x="5985" y="3299"/>
                  </a:lnTo>
                  <a:lnTo>
                    <a:pt x="5234" y="3556"/>
                  </a:lnTo>
                  <a:lnTo>
                    <a:pt x="4227" y="3912"/>
                  </a:lnTo>
                  <a:lnTo>
                    <a:pt x="3081" y="4326"/>
                  </a:lnTo>
                  <a:lnTo>
                    <a:pt x="1975" y="4761"/>
                  </a:lnTo>
                  <a:lnTo>
                    <a:pt x="988" y="5136"/>
                  </a:lnTo>
                  <a:lnTo>
                    <a:pt x="296" y="5452"/>
                  </a:lnTo>
                  <a:lnTo>
                    <a:pt x="99" y="5551"/>
                  </a:lnTo>
                  <a:lnTo>
                    <a:pt x="40" y="5591"/>
                  </a:lnTo>
                  <a:lnTo>
                    <a:pt x="20" y="5610"/>
                  </a:lnTo>
                  <a:lnTo>
                    <a:pt x="0" y="5689"/>
                  </a:lnTo>
                  <a:lnTo>
                    <a:pt x="0" y="5749"/>
                  </a:lnTo>
                  <a:lnTo>
                    <a:pt x="20" y="5808"/>
                  </a:lnTo>
                  <a:lnTo>
                    <a:pt x="40" y="5847"/>
                  </a:lnTo>
                  <a:lnTo>
                    <a:pt x="79" y="5907"/>
                  </a:lnTo>
                  <a:lnTo>
                    <a:pt x="99" y="5926"/>
                  </a:lnTo>
                  <a:lnTo>
                    <a:pt x="553" y="5788"/>
                  </a:lnTo>
                  <a:lnTo>
                    <a:pt x="1560" y="5472"/>
                  </a:lnTo>
                  <a:lnTo>
                    <a:pt x="2114" y="5314"/>
                  </a:lnTo>
                  <a:lnTo>
                    <a:pt x="2627" y="5176"/>
                  </a:lnTo>
                  <a:lnTo>
                    <a:pt x="3022" y="5077"/>
                  </a:lnTo>
                  <a:lnTo>
                    <a:pt x="3160" y="5057"/>
                  </a:lnTo>
                  <a:lnTo>
                    <a:pt x="3239" y="5057"/>
                  </a:lnTo>
                  <a:lnTo>
                    <a:pt x="3338" y="5077"/>
                  </a:lnTo>
                  <a:lnTo>
                    <a:pt x="3397" y="5117"/>
                  </a:lnTo>
                  <a:lnTo>
                    <a:pt x="3417" y="5176"/>
                  </a:lnTo>
                  <a:lnTo>
                    <a:pt x="3417" y="5235"/>
                  </a:lnTo>
                  <a:lnTo>
                    <a:pt x="3397" y="5294"/>
                  </a:lnTo>
                  <a:lnTo>
                    <a:pt x="3358" y="5354"/>
                  </a:lnTo>
                  <a:lnTo>
                    <a:pt x="3299" y="5413"/>
                  </a:lnTo>
                  <a:lnTo>
                    <a:pt x="3220" y="5472"/>
                  </a:lnTo>
                  <a:lnTo>
                    <a:pt x="3022" y="5531"/>
                  </a:lnTo>
                  <a:lnTo>
                    <a:pt x="2647" y="5650"/>
                  </a:lnTo>
                  <a:lnTo>
                    <a:pt x="1659" y="5926"/>
                  </a:lnTo>
                  <a:lnTo>
                    <a:pt x="1126" y="6084"/>
                  </a:lnTo>
                  <a:lnTo>
                    <a:pt x="691" y="6223"/>
                  </a:lnTo>
                  <a:lnTo>
                    <a:pt x="514" y="6302"/>
                  </a:lnTo>
                  <a:lnTo>
                    <a:pt x="395" y="6361"/>
                  </a:lnTo>
                  <a:lnTo>
                    <a:pt x="316" y="6420"/>
                  </a:lnTo>
                  <a:lnTo>
                    <a:pt x="296" y="6440"/>
                  </a:lnTo>
                  <a:lnTo>
                    <a:pt x="277" y="6460"/>
                  </a:lnTo>
                  <a:lnTo>
                    <a:pt x="296" y="6618"/>
                  </a:lnTo>
                  <a:lnTo>
                    <a:pt x="336" y="6716"/>
                  </a:lnTo>
                  <a:lnTo>
                    <a:pt x="356" y="6736"/>
                  </a:lnTo>
                  <a:lnTo>
                    <a:pt x="375" y="6756"/>
                  </a:lnTo>
                  <a:lnTo>
                    <a:pt x="435" y="6756"/>
                  </a:lnTo>
                  <a:lnTo>
                    <a:pt x="494" y="6736"/>
                  </a:lnTo>
                  <a:lnTo>
                    <a:pt x="1047" y="6578"/>
                  </a:lnTo>
                  <a:lnTo>
                    <a:pt x="2054" y="6282"/>
                  </a:lnTo>
                  <a:lnTo>
                    <a:pt x="2607" y="6144"/>
                  </a:lnTo>
                  <a:lnTo>
                    <a:pt x="3081" y="6025"/>
                  </a:lnTo>
                  <a:lnTo>
                    <a:pt x="3437" y="5966"/>
                  </a:lnTo>
                  <a:lnTo>
                    <a:pt x="3555" y="5946"/>
                  </a:lnTo>
                  <a:lnTo>
                    <a:pt x="3615" y="5966"/>
                  </a:lnTo>
                  <a:lnTo>
                    <a:pt x="3654" y="6005"/>
                  </a:lnTo>
                  <a:lnTo>
                    <a:pt x="3654" y="6045"/>
                  </a:lnTo>
                  <a:lnTo>
                    <a:pt x="3654" y="6104"/>
                  </a:lnTo>
                  <a:lnTo>
                    <a:pt x="3595" y="6183"/>
                  </a:lnTo>
                  <a:lnTo>
                    <a:pt x="3536" y="6262"/>
                  </a:lnTo>
                  <a:lnTo>
                    <a:pt x="3378" y="6381"/>
                  </a:lnTo>
                  <a:lnTo>
                    <a:pt x="3299" y="6440"/>
                  </a:lnTo>
                  <a:lnTo>
                    <a:pt x="2884" y="6558"/>
                  </a:lnTo>
                  <a:lnTo>
                    <a:pt x="1995" y="6855"/>
                  </a:lnTo>
                  <a:lnTo>
                    <a:pt x="1501" y="7013"/>
                  </a:lnTo>
                  <a:lnTo>
                    <a:pt x="1086" y="7171"/>
                  </a:lnTo>
                  <a:lnTo>
                    <a:pt x="810" y="7309"/>
                  </a:lnTo>
                  <a:lnTo>
                    <a:pt x="731" y="7368"/>
                  </a:lnTo>
                  <a:lnTo>
                    <a:pt x="711" y="7388"/>
                  </a:lnTo>
                  <a:lnTo>
                    <a:pt x="711" y="7408"/>
                  </a:lnTo>
                  <a:lnTo>
                    <a:pt x="731" y="7546"/>
                  </a:lnTo>
                  <a:lnTo>
                    <a:pt x="770" y="7645"/>
                  </a:lnTo>
                  <a:lnTo>
                    <a:pt x="790" y="7684"/>
                  </a:lnTo>
                  <a:lnTo>
                    <a:pt x="830" y="7704"/>
                  </a:lnTo>
                  <a:lnTo>
                    <a:pt x="869" y="7704"/>
                  </a:lnTo>
                  <a:lnTo>
                    <a:pt x="909" y="7684"/>
                  </a:lnTo>
                  <a:lnTo>
                    <a:pt x="1422" y="7507"/>
                  </a:lnTo>
                  <a:lnTo>
                    <a:pt x="2430" y="7171"/>
                  </a:lnTo>
                  <a:lnTo>
                    <a:pt x="2963" y="6993"/>
                  </a:lnTo>
                  <a:lnTo>
                    <a:pt x="3457" y="6855"/>
                  </a:lnTo>
                  <a:lnTo>
                    <a:pt x="3832" y="6776"/>
                  </a:lnTo>
                  <a:lnTo>
                    <a:pt x="3950" y="6756"/>
                  </a:lnTo>
                  <a:lnTo>
                    <a:pt x="4029" y="6756"/>
                  </a:lnTo>
                  <a:lnTo>
                    <a:pt x="4227" y="6795"/>
                  </a:lnTo>
                  <a:lnTo>
                    <a:pt x="4286" y="6815"/>
                  </a:lnTo>
                  <a:lnTo>
                    <a:pt x="4326" y="6855"/>
                  </a:lnTo>
                  <a:lnTo>
                    <a:pt x="4346" y="6894"/>
                  </a:lnTo>
                  <a:lnTo>
                    <a:pt x="4346" y="6934"/>
                  </a:lnTo>
                  <a:lnTo>
                    <a:pt x="4306" y="6973"/>
                  </a:lnTo>
                  <a:lnTo>
                    <a:pt x="4247" y="7032"/>
                  </a:lnTo>
                  <a:lnTo>
                    <a:pt x="4069" y="7131"/>
                  </a:lnTo>
                  <a:lnTo>
                    <a:pt x="3694" y="7270"/>
                  </a:lnTo>
                  <a:lnTo>
                    <a:pt x="2686" y="7684"/>
                  </a:lnTo>
                  <a:lnTo>
                    <a:pt x="1264" y="8198"/>
                  </a:lnTo>
                  <a:lnTo>
                    <a:pt x="1264" y="8237"/>
                  </a:lnTo>
                  <a:lnTo>
                    <a:pt x="1284" y="8316"/>
                  </a:lnTo>
                  <a:lnTo>
                    <a:pt x="1304" y="8356"/>
                  </a:lnTo>
                  <a:lnTo>
                    <a:pt x="1343" y="8395"/>
                  </a:lnTo>
                  <a:lnTo>
                    <a:pt x="1383" y="8415"/>
                  </a:lnTo>
                  <a:lnTo>
                    <a:pt x="1462" y="8435"/>
                  </a:lnTo>
                  <a:lnTo>
                    <a:pt x="1718" y="8356"/>
                  </a:lnTo>
                  <a:lnTo>
                    <a:pt x="2291" y="8178"/>
                  </a:lnTo>
                  <a:lnTo>
                    <a:pt x="3990" y="7625"/>
                  </a:lnTo>
                  <a:lnTo>
                    <a:pt x="5807" y="7032"/>
                  </a:lnTo>
                  <a:lnTo>
                    <a:pt x="6518" y="6795"/>
                  </a:lnTo>
                  <a:lnTo>
                    <a:pt x="6973" y="6677"/>
                  </a:lnTo>
                  <a:lnTo>
                    <a:pt x="7249" y="6598"/>
                  </a:lnTo>
                  <a:lnTo>
                    <a:pt x="7466" y="6479"/>
                  </a:lnTo>
                  <a:lnTo>
                    <a:pt x="7644" y="6361"/>
                  </a:lnTo>
                  <a:lnTo>
                    <a:pt x="7763" y="6242"/>
                  </a:lnTo>
                  <a:lnTo>
                    <a:pt x="7861" y="6104"/>
                  </a:lnTo>
                  <a:lnTo>
                    <a:pt x="7921" y="5966"/>
                  </a:lnTo>
                  <a:lnTo>
                    <a:pt x="7960" y="5847"/>
                  </a:lnTo>
                  <a:lnTo>
                    <a:pt x="7980" y="5749"/>
                  </a:lnTo>
                  <a:lnTo>
                    <a:pt x="8039" y="5393"/>
                  </a:lnTo>
                  <a:lnTo>
                    <a:pt x="8079" y="5215"/>
                  </a:lnTo>
                  <a:lnTo>
                    <a:pt x="9619" y="4721"/>
                  </a:lnTo>
                  <a:lnTo>
                    <a:pt x="13017" y="3635"/>
                  </a:lnTo>
                  <a:lnTo>
                    <a:pt x="14834" y="3043"/>
                  </a:lnTo>
                  <a:lnTo>
                    <a:pt x="16414" y="2509"/>
                  </a:lnTo>
                  <a:lnTo>
                    <a:pt x="17540" y="2114"/>
                  </a:lnTo>
                  <a:lnTo>
                    <a:pt x="17856" y="1976"/>
                  </a:lnTo>
                  <a:lnTo>
                    <a:pt x="17955" y="1936"/>
                  </a:lnTo>
                  <a:lnTo>
                    <a:pt x="17974" y="1917"/>
                  </a:lnTo>
                  <a:lnTo>
                    <a:pt x="17994" y="1857"/>
                  </a:lnTo>
                  <a:lnTo>
                    <a:pt x="17974" y="1778"/>
                  </a:lnTo>
                  <a:lnTo>
                    <a:pt x="17895" y="1522"/>
                  </a:lnTo>
                  <a:lnTo>
                    <a:pt x="17797" y="1186"/>
                  </a:lnTo>
                  <a:lnTo>
                    <a:pt x="17658" y="830"/>
                  </a:lnTo>
                  <a:lnTo>
                    <a:pt x="17500" y="495"/>
                  </a:lnTo>
                  <a:lnTo>
                    <a:pt x="17342" y="218"/>
                  </a:lnTo>
                  <a:lnTo>
                    <a:pt x="17263" y="119"/>
                  </a:lnTo>
                  <a:lnTo>
                    <a:pt x="17204" y="40"/>
                  </a:lnTo>
                  <a:lnTo>
                    <a:pt x="171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9" name="Google Shape;8889;p34"/>
            <p:cNvSpPr/>
            <p:nvPr/>
          </p:nvSpPr>
          <p:spPr>
            <a:xfrm>
              <a:off x="351075" y="3134232"/>
              <a:ext cx="120280" cy="125238"/>
            </a:xfrm>
            <a:custGeom>
              <a:rect b="b" l="l" r="r" t="t"/>
              <a:pathLst>
                <a:path extrusionOk="0" h="3991" w="3833">
                  <a:moveTo>
                    <a:pt x="1226" y="0"/>
                  </a:moveTo>
                  <a:lnTo>
                    <a:pt x="1008" y="139"/>
                  </a:lnTo>
                  <a:lnTo>
                    <a:pt x="791" y="316"/>
                  </a:lnTo>
                  <a:lnTo>
                    <a:pt x="692" y="435"/>
                  </a:lnTo>
                  <a:lnTo>
                    <a:pt x="574" y="553"/>
                  </a:lnTo>
                  <a:lnTo>
                    <a:pt x="495" y="692"/>
                  </a:lnTo>
                  <a:lnTo>
                    <a:pt x="396" y="850"/>
                  </a:lnTo>
                  <a:lnTo>
                    <a:pt x="218" y="1205"/>
                  </a:lnTo>
                  <a:lnTo>
                    <a:pt x="100" y="1561"/>
                  </a:lnTo>
                  <a:lnTo>
                    <a:pt x="60" y="1739"/>
                  </a:lnTo>
                  <a:lnTo>
                    <a:pt x="21" y="1916"/>
                  </a:lnTo>
                  <a:lnTo>
                    <a:pt x="1" y="2074"/>
                  </a:lnTo>
                  <a:lnTo>
                    <a:pt x="1" y="2252"/>
                  </a:lnTo>
                  <a:lnTo>
                    <a:pt x="21" y="2410"/>
                  </a:lnTo>
                  <a:lnTo>
                    <a:pt x="60" y="2588"/>
                  </a:lnTo>
                  <a:lnTo>
                    <a:pt x="100" y="2746"/>
                  </a:lnTo>
                  <a:lnTo>
                    <a:pt x="159" y="2904"/>
                  </a:lnTo>
                  <a:lnTo>
                    <a:pt x="258" y="3062"/>
                  </a:lnTo>
                  <a:lnTo>
                    <a:pt x="356" y="3220"/>
                  </a:lnTo>
                  <a:lnTo>
                    <a:pt x="475" y="3378"/>
                  </a:lnTo>
                  <a:lnTo>
                    <a:pt x="633" y="3536"/>
                  </a:lnTo>
                  <a:lnTo>
                    <a:pt x="771" y="3674"/>
                  </a:lnTo>
                  <a:lnTo>
                    <a:pt x="929" y="3773"/>
                  </a:lnTo>
                  <a:lnTo>
                    <a:pt x="1107" y="3852"/>
                  </a:lnTo>
                  <a:lnTo>
                    <a:pt x="1305" y="3911"/>
                  </a:lnTo>
                  <a:lnTo>
                    <a:pt x="1522" y="3951"/>
                  </a:lnTo>
                  <a:lnTo>
                    <a:pt x="1739" y="3971"/>
                  </a:lnTo>
                  <a:lnTo>
                    <a:pt x="1956" y="3990"/>
                  </a:lnTo>
                  <a:lnTo>
                    <a:pt x="2193" y="3990"/>
                  </a:lnTo>
                  <a:lnTo>
                    <a:pt x="2648" y="3951"/>
                  </a:lnTo>
                  <a:lnTo>
                    <a:pt x="3082" y="3892"/>
                  </a:lnTo>
                  <a:lnTo>
                    <a:pt x="3497" y="3793"/>
                  </a:lnTo>
                  <a:lnTo>
                    <a:pt x="3833" y="3694"/>
                  </a:lnTo>
                  <a:lnTo>
                    <a:pt x="2470" y="1739"/>
                  </a:lnTo>
                  <a:lnTo>
                    <a:pt x="1798" y="791"/>
                  </a:lnTo>
                  <a:lnTo>
                    <a:pt x="122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0" name="Google Shape;8890;p34"/>
            <p:cNvSpPr/>
            <p:nvPr/>
          </p:nvSpPr>
          <p:spPr>
            <a:xfrm>
              <a:off x="440352" y="3279272"/>
              <a:ext cx="124610" cy="132047"/>
            </a:xfrm>
            <a:custGeom>
              <a:rect b="b" l="l" r="r" t="t"/>
              <a:pathLst>
                <a:path extrusionOk="0" h="4208" w="3971">
                  <a:moveTo>
                    <a:pt x="1640" y="0"/>
                  </a:moveTo>
                  <a:lnTo>
                    <a:pt x="1284" y="218"/>
                  </a:lnTo>
                  <a:lnTo>
                    <a:pt x="1106" y="336"/>
                  </a:lnTo>
                  <a:lnTo>
                    <a:pt x="909" y="474"/>
                  </a:lnTo>
                  <a:lnTo>
                    <a:pt x="751" y="613"/>
                  </a:lnTo>
                  <a:lnTo>
                    <a:pt x="573" y="791"/>
                  </a:lnTo>
                  <a:lnTo>
                    <a:pt x="435" y="968"/>
                  </a:lnTo>
                  <a:lnTo>
                    <a:pt x="297" y="1166"/>
                  </a:lnTo>
                  <a:lnTo>
                    <a:pt x="198" y="1344"/>
                  </a:lnTo>
                  <a:lnTo>
                    <a:pt x="99" y="1541"/>
                  </a:lnTo>
                  <a:lnTo>
                    <a:pt x="40" y="1739"/>
                  </a:lnTo>
                  <a:lnTo>
                    <a:pt x="20" y="1936"/>
                  </a:lnTo>
                  <a:lnTo>
                    <a:pt x="0" y="2153"/>
                  </a:lnTo>
                  <a:lnTo>
                    <a:pt x="0" y="2351"/>
                  </a:lnTo>
                  <a:lnTo>
                    <a:pt x="40" y="2568"/>
                  </a:lnTo>
                  <a:lnTo>
                    <a:pt x="79" y="2766"/>
                  </a:lnTo>
                  <a:lnTo>
                    <a:pt x="158" y="2963"/>
                  </a:lnTo>
                  <a:lnTo>
                    <a:pt x="257" y="3161"/>
                  </a:lnTo>
                  <a:lnTo>
                    <a:pt x="376" y="3339"/>
                  </a:lnTo>
                  <a:lnTo>
                    <a:pt x="514" y="3497"/>
                  </a:lnTo>
                  <a:lnTo>
                    <a:pt x="692" y="3674"/>
                  </a:lnTo>
                  <a:lnTo>
                    <a:pt x="869" y="3813"/>
                  </a:lnTo>
                  <a:lnTo>
                    <a:pt x="1087" y="3951"/>
                  </a:lnTo>
                  <a:lnTo>
                    <a:pt x="1324" y="4050"/>
                  </a:lnTo>
                  <a:lnTo>
                    <a:pt x="1541" y="4129"/>
                  </a:lnTo>
                  <a:lnTo>
                    <a:pt x="1738" y="4188"/>
                  </a:lnTo>
                  <a:lnTo>
                    <a:pt x="1956" y="4208"/>
                  </a:lnTo>
                  <a:lnTo>
                    <a:pt x="2173" y="4208"/>
                  </a:lnTo>
                  <a:lnTo>
                    <a:pt x="2370" y="4188"/>
                  </a:lnTo>
                  <a:lnTo>
                    <a:pt x="2568" y="4148"/>
                  </a:lnTo>
                  <a:lnTo>
                    <a:pt x="2766" y="4109"/>
                  </a:lnTo>
                  <a:lnTo>
                    <a:pt x="2943" y="4050"/>
                  </a:lnTo>
                  <a:lnTo>
                    <a:pt x="3299" y="3911"/>
                  </a:lnTo>
                  <a:lnTo>
                    <a:pt x="3575" y="3753"/>
                  </a:lnTo>
                  <a:lnTo>
                    <a:pt x="3812" y="3615"/>
                  </a:lnTo>
                  <a:lnTo>
                    <a:pt x="3970" y="3516"/>
                  </a:lnTo>
                  <a:lnTo>
                    <a:pt x="3793" y="3220"/>
                  </a:lnTo>
                  <a:lnTo>
                    <a:pt x="3575" y="2864"/>
                  </a:lnTo>
                  <a:lnTo>
                    <a:pt x="3042" y="2055"/>
                  </a:lnTo>
                  <a:lnTo>
                    <a:pt x="1936" y="435"/>
                  </a:lnTo>
                  <a:lnTo>
                    <a:pt x="16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1" name="Google Shape;8891;p34"/>
            <p:cNvSpPr/>
            <p:nvPr/>
          </p:nvSpPr>
          <p:spPr>
            <a:xfrm>
              <a:off x="102540" y="3330108"/>
              <a:ext cx="17385" cy="17385"/>
            </a:xfrm>
            <a:custGeom>
              <a:rect b="b" l="l" r="r" t="t"/>
              <a:pathLst>
                <a:path extrusionOk="0" h="554" w="554">
                  <a:moveTo>
                    <a:pt x="218" y="0"/>
                  </a:moveTo>
                  <a:lnTo>
                    <a:pt x="158" y="20"/>
                  </a:lnTo>
                  <a:lnTo>
                    <a:pt x="119" y="40"/>
                  </a:lnTo>
                  <a:lnTo>
                    <a:pt x="79" y="79"/>
                  </a:lnTo>
                  <a:lnTo>
                    <a:pt x="20" y="178"/>
                  </a:lnTo>
                  <a:lnTo>
                    <a:pt x="0" y="277"/>
                  </a:lnTo>
                  <a:lnTo>
                    <a:pt x="20" y="375"/>
                  </a:lnTo>
                  <a:lnTo>
                    <a:pt x="79" y="474"/>
                  </a:lnTo>
                  <a:lnTo>
                    <a:pt x="119" y="514"/>
                  </a:lnTo>
                  <a:lnTo>
                    <a:pt x="158" y="533"/>
                  </a:lnTo>
                  <a:lnTo>
                    <a:pt x="218" y="553"/>
                  </a:lnTo>
                  <a:lnTo>
                    <a:pt x="336" y="553"/>
                  </a:lnTo>
                  <a:lnTo>
                    <a:pt x="395" y="533"/>
                  </a:lnTo>
                  <a:lnTo>
                    <a:pt x="435" y="514"/>
                  </a:lnTo>
                  <a:lnTo>
                    <a:pt x="474" y="474"/>
                  </a:lnTo>
                  <a:lnTo>
                    <a:pt x="534" y="375"/>
                  </a:lnTo>
                  <a:lnTo>
                    <a:pt x="553" y="277"/>
                  </a:lnTo>
                  <a:lnTo>
                    <a:pt x="534"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2" name="Google Shape;8892;p34"/>
            <p:cNvSpPr/>
            <p:nvPr/>
          </p:nvSpPr>
          <p:spPr>
            <a:xfrm>
              <a:off x="91997" y="3374730"/>
              <a:ext cx="16757" cy="17385"/>
            </a:xfrm>
            <a:custGeom>
              <a:rect b="b" l="l" r="r" t="t"/>
              <a:pathLst>
                <a:path extrusionOk="0" h="554" w="534">
                  <a:moveTo>
                    <a:pt x="198" y="0"/>
                  </a:moveTo>
                  <a:lnTo>
                    <a:pt x="159" y="20"/>
                  </a:lnTo>
                  <a:lnTo>
                    <a:pt x="99" y="40"/>
                  </a:lnTo>
                  <a:lnTo>
                    <a:pt x="60" y="79"/>
                  </a:lnTo>
                  <a:lnTo>
                    <a:pt x="20" y="178"/>
                  </a:lnTo>
                  <a:lnTo>
                    <a:pt x="1" y="277"/>
                  </a:lnTo>
                  <a:lnTo>
                    <a:pt x="20" y="376"/>
                  </a:lnTo>
                  <a:lnTo>
                    <a:pt x="60" y="474"/>
                  </a:lnTo>
                  <a:lnTo>
                    <a:pt x="99" y="494"/>
                  </a:lnTo>
                  <a:lnTo>
                    <a:pt x="159" y="534"/>
                  </a:lnTo>
                  <a:lnTo>
                    <a:pt x="198" y="553"/>
                  </a:lnTo>
                  <a:lnTo>
                    <a:pt x="336" y="553"/>
                  </a:lnTo>
                  <a:lnTo>
                    <a:pt x="396" y="534"/>
                  </a:lnTo>
                  <a:lnTo>
                    <a:pt x="435" y="494"/>
                  </a:lnTo>
                  <a:lnTo>
                    <a:pt x="475" y="474"/>
                  </a:lnTo>
                  <a:lnTo>
                    <a:pt x="514" y="376"/>
                  </a:lnTo>
                  <a:lnTo>
                    <a:pt x="534" y="277"/>
                  </a:lnTo>
                  <a:lnTo>
                    <a:pt x="514" y="178"/>
                  </a:lnTo>
                  <a:lnTo>
                    <a:pt x="475" y="79"/>
                  </a:lnTo>
                  <a:lnTo>
                    <a:pt x="435" y="4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3" name="Google Shape;8893;p34"/>
            <p:cNvSpPr/>
            <p:nvPr/>
          </p:nvSpPr>
          <p:spPr>
            <a:xfrm>
              <a:off x="43043" y="3358601"/>
              <a:ext cx="17385" cy="17385"/>
            </a:xfrm>
            <a:custGeom>
              <a:rect b="b" l="l" r="r" t="t"/>
              <a:pathLst>
                <a:path extrusionOk="0" h="554" w="554">
                  <a:moveTo>
                    <a:pt x="217" y="1"/>
                  </a:moveTo>
                  <a:lnTo>
                    <a:pt x="158" y="20"/>
                  </a:lnTo>
                  <a:lnTo>
                    <a:pt x="119" y="40"/>
                  </a:lnTo>
                  <a:lnTo>
                    <a:pt x="79" y="80"/>
                  </a:lnTo>
                  <a:lnTo>
                    <a:pt x="20" y="178"/>
                  </a:lnTo>
                  <a:lnTo>
                    <a:pt x="0" y="277"/>
                  </a:lnTo>
                  <a:lnTo>
                    <a:pt x="20" y="376"/>
                  </a:lnTo>
                  <a:lnTo>
                    <a:pt x="79" y="455"/>
                  </a:lnTo>
                  <a:lnTo>
                    <a:pt x="119" y="494"/>
                  </a:lnTo>
                  <a:lnTo>
                    <a:pt x="158" y="534"/>
                  </a:lnTo>
                  <a:lnTo>
                    <a:pt x="217" y="554"/>
                  </a:lnTo>
                  <a:lnTo>
                    <a:pt x="336" y="554"/>
                  </a:lnTo>
                  <a:lnTo>
                    <a:pt x="395" y="534"/>
                  </a:lnTo>
                  <a:lnTo>
                    <a:pt x="454" y="494"/>
                  </a:lnTo>
                  <a:lnTo>
                    <a:pt x="474" y="455"/>
                  </a:lnTo>
                  <a:lnTo>
                    <a:pt x="533" y="376"/>
                  </a:lnTo>
                  <a:lnTo>
                    <a:pt x="553" y="277"/>
                  </a:lnTo>
                  <a:lnTo>
                    <a:pt x="533" y="178"/>
                  </a:lnTo>
                  <a:lnTo>
                    <a:pt x="474" y="80"/>
                  </a:lnTo>
                  <a:lnTo>
                    <a:pt x="454"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4" name="Google Shape;8894;p34"/>
            <p:cNvSpPr/>
            <p:nvPr/>
          </p:nvSpPr>
          <p:spPr>
            <a:xfrm>
              <a:off x="52959" y="3415022"/>
              <a:ext cx="16757" cy="17385"/>
            </a:xfrm>
            <a:custGeom>
              <a:rect b="b" l="l" r="r" t="t"/>
              <a:pathLst>
                <a:path extrusionOk="0" h="554" w="534">
                  <a:moveTo>
                    <a:pt x="198" y="0"/>
                  </a:moveTo>
                  <a:lnTo>
                    <a:pt x="138" y="20"/>
                  </a:lnTo>
                  <a:lnTo>
                    <a:pt x="99" y="59"/>
                  </a:lnTo>
                  <a:lnTo>
                    <a:pt x="59" y="79"/>
                  </a:lnTo>
                  <a:lnTo>
                    <a:pt x="20" y="178"/>
                  </a:lnTo>
                  <a:lnTo>
                    <a:pt x="0" y="277"/>
                  </a:lnTo>
                  <a:lnTo>
                    <a:pt x="20" y="375"/>
                  </a:lnTo>
                  <a:lnTo>
                    <a:pt x="59" y="474"/>
                  </a:lnTo>
                  <a:lnTo>
                    <a:pt x="99" y="514"/>
                  </a:lnTo>
                  <a:lnTo>
                    <a:pt x="138" y="533"/>
                  </a:lnTo>
                  <a:lnTo>
                    <a:pt x="198" y="553"/>
                  </a:lnTo>
                  <a:lnTo>
                    <a:pt x="336" y="553"/>
                  </a:lnTo>
                  <a:lnTo>
                    <a:pt x="376" y="533"/>
                  </a:lnTo>
                  <a:lnTo>
                    <a:pt x="435" y="514"/>
                  </a:lnTo>
                  <a:lnTo>
                    <a:pt x="474" y="474"/>
                  </a:lnTo>
                  <a:lnTo>
                    <a:pt x="514" y="375"/>
                  </a:lnTo>
                  <a:lnTo>
                    <a:pt x="534" y="277"/>
                  </a:lnTo>
                  <a:lnTo>
                    <a:pt x="514" y="178"/>
                  </a:lnTo>
                  <a:lnTo>
                    <a:pt x="474" y="79"/>
                  </a:lnTo>
                  <a:lnTo>
                    <a:pt x="435" y="59"/>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5" name="Google Shape;8895;p34"/>
            <p:cNvSpPr/>
            <p:nvPr/>
          </p:nvSpPr>
          <p:spPr>
            <a:xfrm>
              <a:off x="160814" y="3475743"/>
              <a:ext cx="16757" cy="17385"/>
            </a:xfrm>
            <a:custGeom>
              <a:rect b="b" l="l" r="r" t="t"/>
              <a:pathLst>
                <a:path extrusionOk="0" h="554" w="534">
                  <a:moveTo>
                    <a:pt x="198" y="1"/>
                  </a:moveTo>
                  <a:lnTo>
                    <a:pt x="138" y="21"/>
                  </a:lnTo>
                  <a:lnTo>
                    <a:pt x="99" y="40"/>
                  </a:lnTo>
                  <a:lnTo>
                    <a:pt x="59" y="80"/>
                  </a:lnTo>
                  <a:lnTo>
                    <a:pt x="20" y="179"/>
                  </a:lnTo>
                  <a:lnTo>
                    <a:pt x="0" y="277"/>
                  </a:lnTo>
                  <a:lnTo>
                    <a:pt x="2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9"/>
                  </a:lnTo>
                  <a:lnTo>
                    <a:pt x="474" y="80"/>
                  </a:lnTo>
                  <a:lnTo>
                    <a:pt x="435" y="40"/>
                  </a:lnTo>
                  <a:lnTo>
                    <a:pt x="37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6" name="Google Shape;8896;p34"/>
            <p:cNvSpPr/>
            <p:nvPr/>
          </p:nvSpPr>
          <p:spPr>
            <a:xfrm>
              <a:off x="202331" y="3509226"/>
              <a:ext cx="17385" cy="18012"/>
            </a:xfrm>
            <a:custGeom>
              <a:rect b="b" l="l" r="r" t="t"/>
              <a:pathLst>
                <a:path extrusionOk="0" h="574" w="554">
                  <a:moveTo>
                    <a:pt x="277" y="0"/>
                  </a:moveTo>
                  <a:lnTo>
                    <a:pt x="218" y="20"/>
                  </a:lnTo>
                  <a:lnTo>
                    <a:pt x="158" y="20"/>
                  </a:lnTo>
                  <a:lnTo>
                    <a:pt x="119" y="60"/>
                  </a:lnTo>
                  <a:lnTo>
                    <a:pt x="79" y="99"/>
                  </a:lnTo>
                  <a:lnTo>
                    <a:pt x="20" y="178"/>
                  </a:lnTo>
                  <a:lnTo>
                    <a:pt x="0" y="277"/>
                  </a:lnTo>
                  <a:lnTo>
                    <a:pt x="20" y="395"/>
                  </a:lnTo>
                  <a:lnTo>
                    <a:pt x="79" y="475"/>
                  </a:lnTo>
                  <a:lnTo>
                    <a:pt x="119" y="514"/>
                  </a:lnTo>
                  <a:lnTo>
                    <a:pt x="158" y="534"/>
                  </a:lnTo>
                  <a:lnTo>
                    <a:pt x="218" y="554"/>
                  </a:lnTo>
                  <a:lnTo>
                    <a:pt x="277" y="573"/>
                  </a:lnTo>
                  <a:lnTo>
                    <a:pt x="336" y="554"/>
                  </a:lnTo>
                  <a:lnTo>
                    <a:pt x="395" y="534"/>
                  </a:lnTo>
                  <a:lnTo>
                    <a:pt x="435" y="514"/>
                  </a:lnTo>
                  <a:lnTo>
                    <a:pt x="475" y="475"/>
                  </a:lnTo>
                  <a:lnTo>
                    <a:pt x="534" y="395"/>
                  </a:lnTo>
                  <a:lnTo>
                    <a:pt x="554" y="277"/>
                  </a:lnTo>
                  <a:lnTo>
                    <a:pt x="534" y="178"/>
                  </a:lnTo>
                  <a:lnTo>
                    <a:pt x="475" y="99"/>
                  </a:lnTo>
                  <a:lnTo>
                    <a:pt x="435" y="60"/>
                  </a:lnTo>
                  <a:lnTo>
                    <a:pt x="395"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7" name="Google Shape;8897;p34"/>
            <p:cNvSpPr/>
            <p:nvPr/>
          </p:nvSpPr>
          <p:spPr>
            <a:xfrm>
              <a:off x="153377" y="3528430"/>
              <a:ext cx="19236" cy="17385"/>
            </a:xfrm>
            <a:custGeom>
              <a:rect b="b" l="l" r="r" t="t"/>
              <a:pathLst>
                <a:path extrusionOk="0" h="554" w="613">
                  <a:moveTo>
                    <a:pt x="237" y="1"/>
                  </a:moveTo>
                  <a:lnTo>
                    <a:pt x="178" y="21"/>
                  </a:lnTo>
                  <a:lnTo>
                    <a:pt x="138" y="40"/>
                  </a:lnTo>
                  <a:lnTo>
                    <a:pt x="99" y="80"/>
                  </a:lnTo>
                  <a:lnTo>
                    <a:pt x="59" y="119"/>
                  </a:lnTo>
                  <a:lnTo>
                    <a:pt x="40" y="159"/>
                  </a:lnTo>
                  <a:lnTo>
                    <a:pt x="20" y="218"/>
                  </a:lnTo>
                  <a:lnTo>
                    <a:pt x="0" y="277"/>
                  </a:lnTo>
                  <a:lnTo>
                    <a:pt x="20" y="356"/>
                  </a:lnTo>
                  <a:lnTo>
                    <a:pt x="40" y="416"/>
                  </a:lnTo>
                  <a:lnTo>
                    <a:pt x="99" y="475"/>
                  </a:lnTo>
                  <a:lnTo>
                    <a:pt x="138" y="514"/>
                  </a:lnTo>
                  <a:lnTo>
                    <a:pt x="217" y="554"/>
                  </a:lnTo>
                  <a:lnTo>
                    <a:pt x="395" y="554"/>
                  </a:lnTo>
                  <a:lnTo>
                    <a:pt x="435" y="534"/>
                  </a:lnTo>
                  <a:lnTo>
                    <a:pt x="494" y="514"/>
                  </a:lnTo>
                  <a:lnTo>
                    <a:pt x="533" y="475"/>
                  </a:lnTo>
                  <a:lnTo>
                    <a:pt x="573" y="435"/>
                  </a:lnTo>
                  <a:lnTo>
                    <a:pt x="593" y="376"/>
                  </a:lnTo>
                  <a:lnTo>
                    <a:pt x="612" y="337"/>
                  </a:lnTo>
                  <a:lnTo>
                    <a:pt x="612" y="277"/>
                  </a:lnTo>
                  <a:lnTo>
                    <a:pt x="593" y="198"/>
                  </a:lnTo>
                  <a:lnTo>
                    <a:pt x="573" y="139"/>
                  </a:lnTo>
                  <a:lnTo>
                    <a:pt x="533" y="80"/>
                  </a:lnTo>
                  <a:lnTo>
                    <a:pt x="474" y="40"/>
                  </a:lnTo>
                  <a:lnTo>
                    <a:pt x="395"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8" name="Google Shape;8898;p34"/>
            <p:cNvSpPr/>
            <p:nvPr/>
          </p:nvSpPr>
          <p:spPr>
            <a:xfrm>
              <a:off x="176912" y="3563137"/>
              <a:ext cx="16757" cy="18012"/>
            </a:xfrm>
            <a:custGeom>
              <a:rect b="b" l="l" r="r" t="t"/>
              <a:pathLst>
                <a:path extrusionOk="0" h="574" w="534">
                  <a:moveTo>
                    <a:pt x="277" y="1"/>
                  </a:moveTo>
                  <a:lnTo>
                    <a:pt x="198" y="21"/>
                  </a:lnTo>
                  <a:lnTo>
                    <a:pt x="159" y="21"/>
                  </a:lnTo>
                  <a:lnTo>
                    <a:pt x="99" y="60"/>
                  </a:lnTo>
                  <a:lnTo>
                    <a:pt x="60" y="100"/>
                  </a:lnTo>
                  <a:lnTo>
                    <a:pt x="20" y="179"/>
                  </a:lnTo>
                  <a:lnTo>
                    <a:pt x="1" y="277"/>
                  </a:lnTo>
                  <a:lnTo>
                    <a:pt x="20" y="396"/>
                  </a:lnTo>
                  <a:lnTo>
                    <a:pt x="60" y="475"/>
                  </a:lnTo>
                  <a:lnTo>
                    <a:pt x="99" y="514"/>
                  </a:lnTo>
                  <a:lnTo>
                    <a:pt x="159" y="534"/>
                  </a:lnTo>
                  <a:lnTo>
                    <a:pt x="198" y="554"/>
                  </a:lnTo>
                  <a:lnTo>
                    <a:pt x="277" y="574"/>
                  </a:lnTo>
                  <a:lnTo>
                    <a:pt x="336" y="554"/>
                  </a:lnTo>
                  <a:lnTo>
                    <a:pt x="396" y="534"/>
                  </a:lnTo>
                  <a:lnTo>
                    <a:pt x="435" y="514"/>
                  </a:lnTo>
                  <a:lnTo>
                    <a:pt x="475" y="475"/>
                  </a:lnTo>
                  <a:lnTo>
                    <a:pt x="514" y="396"/>
                  </a:lnTo>
                  <a:lnTo>
                    <a:pt x="534" y="277"/>
                  </a:lnTo>
                  <a:lnTo>
                    <a:pt x="514" y="179"/>
                  </a:lnTo>
                  <a:lnTo>
                    <a:pt x="475" y="100"/>
                  </a:lnTo>
                  <a:lnTo>
                    <a:pt x="435" y="60"/>
                  </a:lnTo>
                  <a:lnTo>
                    <a:pt x="396" y="21"/>
                  </a:lnTo>
                  <a:lnTo>
                    <a:pt x="336" y="21"/>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9" name="Google Shape;8899;p34"/>
            <p:cNvSpPr/>
            <p:nvPr/>
          </p:nvSpPr>
          <p:spPr>
            <a:xfrm>
              <a:off x="118639" y="3518514"/>
              <a:ext cx="17385" cy="18012"/>
            </a:xfrm>
            <a:custGeom>
              <a:rect b="b" l="l" r="r" t="t"/>
              <a:pathLst>
                <a:path extrusionOk="0" h="574" w="554">
                  <a:moveTo>
                    <a:pt x="277" y="1"/>
                  </a:moveTo>
                  <a:lnTo>
                    <a:pt x="218" y="20"/>
                  </a:lnTo>
                  <a:lnTo>
                    <a:pt x="159" y="40"/>
                  </a:lnTo>
                  <a:lnTo>
                    <a:pt x="119" y="60"/>
                  </a:lnTo>
                  <a:lnTo>
                    <a:pt x="80" y="99"/>
                  </a:lnTo>
                  <a:lnTo>
                    <a:pt x="21" y="179"/>
                  </a:lnTo>
                  <a:lnTo>
                    <a:pt x="1" y="297"/>
                  </a:lnTo>
                  <a:lnTo>
                    <a:pt x="21" y="396"/>
                  </a:lnTo>
                  <a:lnTo>
                    <a:pt x="80" y="475"/>
                  </a:lnTo>
                  <a:lnTo>
                    <a:pt x="119" y="514"/>
                  </a:lnTo>
                  <a:lnTo>
                    <a:pt x="159" y="554"/>
                  </a:lnTo>
                  <a:lnTo>
                    <a:pt x="218" y="574"/>
                  </a:lnTo>
                  <a:lnTo>
                    <a:pt x="337" y="574"/>
                  </a:lnTo>
                  <a:lnTo>
                    <a:pt x="396" y="554"/>
                  </a:lnTo>
                  <a:lnTo>
                    <a:pt x="435" y="514"/>
                  </a:lnTo>
                  <a:lnTo>
                    <a:pt x="475" y="475"/>
                  </a:lnTo>
                  <a:lnTo>
                    <a:pt x="534" y="396"/>
                  </a:lnTo>
                  <a:lnTo>
                    <a:pt x="554" y="297"/>
                  </a:lnTo>
                  <a:lnTo>
                    <a:pt x="534" y="179"/>
                  </a:lnTo>
                  <a:lnTo>
                    <a:pt x="475" y="99"/>
                  </a:lnTo>
                  <a:lnTo>
                    <a:pt x="435" y="60"/>
                  </a:lnTo>
                  <a:lnTo>
                    <a:pt x="396" y="40"/>
                  </a:lnTo>
                  <a:lnTo>
                    <a:pt x="337"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0" name="Google Shape;8900;p34"/>
            <p:cNvSpPr/>
            <p:nvPr/>
          </p:nvSpPr>
          <p:spPr>
            <a:xfrm>
              <a:off x="375269" y="3421832"/>
              <a:ext cx="16757" cy="17385"/>
            </a:xfrm>
            <a:custGeom>
              <a:rect b="b" l="l" r="r" t="t"/>
              <a:pathLst>
                <a:path extrusionOk="0" h="554" w="534">
                  <a:moveTo>
                    <a:pt x="198" y="0"/>
                  </a:moveTo>
                  <a:lnTo>
                    <a:pt x="139" y="20"/>
                  </a:lnTo>
                  <a:lnTo>
                    <a:pt x="99" y="40"/>
                  </a:lnTo>
                  <a:lnTo>
                    <a:pt x="60" y="79"/>
                  </a:lnTo>
                  <a:lnTo>
                    <a:pt x="20" y="178"/>
                  </a:lnTo>
                  <a:lnTo>
                    <a:pt x="0" y="277"/>
                  </a:lnTo>
                  <a:lnTo>
                    <a:pt x="20" y="376"/>
                  </a:lnTo>
                  <a:lnTo>
                    <a:pt x="60" y="474"/>
                  </a:lnTo>
                  <a:lnTo>
                    <a:pt x="99" y="514"/>
                  </a:lnTo>
                  <a:lnTo>
                    <a:pt x="139" y="534"/>
                  </a:lnTo>
                  <a:lnTo>
                    <a:pt x="198" y="553"/>
                  </a:lnTo>
                  <a:lnTo>
                    <a:pt x="336" y="553"/>
                  </a:lnTo>
                  <a:lnTo>
                    <a:pt x="376" y="534"/>
                  </a:lnTo>
                  <a:lnTo>
                    <a:pt x="435" y="514"/>
                  </a:lnTo>
                  <a:lnTo>
                    <a:pt x="474" y="474"/>
                  </a:lnTo>
                  <a:lnTo>
                    <a:pt x="514" y="376"/>
                  </a:lnTo>
                  <a:lnTo>
                    <a:pt x="534" y="277"/>
                  </a:lnTo>
                  <a:lnTo>
                    <a:pt x="514" y="178"/>
                  </a:lnTo>
                  <a:lnTo>
                    <a:pt x="474" y="79"/>
                  </a:lnTo>
                  <a:lnTo>
                    <a:pt x="435" y="40"/>
                  </a:lnTo>
                  <a:lnTo>
                    <a:pt x="37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1" name="Google Shape;8901;p34"/>
            <p:cNvSpPr/>
            <p:nvPr/>
          </p:nvSpPr>
          <p:spPr>
            <a:xfrm>
              <a:off x="319474" y="3424311"/>
              <a:ext cx="17385" cy="18012"/>
            </a:xfrm>
            <a:custGeom>
              <a:rect b="b" l="l" r="r" t="t"/>
              <a:pathLst>
                <a:path extrusionOk="0" h="574" w="554">
                  <a:moveTo>
                    <a:pt x="218" y="0"/>
                  </a:move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94" y="474"/>
                  </a:lnTo>
                  <a:lnTo>
                    <a:pt x="534" y="395"/>
                  </a:lnTo>
                  <a:lnTo>
                    <a:pt x="554" y="277"/>
                  </a:lnTo>
                  <a:lnTo>
                    <a:pt x="534" y="178"/>
                  </a:lnTo>
                  <a:lnTo>
                    <a:pt x="494" y="99"/>
                  </a:lnTo>
                  <a:lnTo>
                    <a:pt x="455" y="60"/>
                  </a:lnTo>
                  <a:lnTo>
                    <a:pt x="396"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2" name="Google Shape;8902;p34"/>
            <p:cNvSpPr/>
            <p:nvPr/>
          </p:nvSpPr>
          <p:spPr>
            <a:xfrm>
              <a:off x="344265" y="3460869"/>
              <a:ext cx="16757" cy="17385"/>
            </a:xfrm>
            <a:custGeom>
              <a:rect b="b" l="l" r="r" t="t"/>
              <a:pathLst>
                <a:path extrusionOk="0" h="554" w="534">
                  <a:moveTo>
                    <a:pt x="198" y="1"/>
                  </a:moveTo>
                  <a:lnTo>
                    <a:pt x="139" y="21"/>
                  </a:lnTo>
                  <a:lnTo>
                    <a:pt x="99" y="40"/>
                  </a:lnTo>
                  <a:lnTo>
                    <a:pt x="60" y="80"/>
                  </a:lnTo>
                  <a:lnTo>
                    <a:pt x="20" y="179"/>
                  </a:lnTo>
                  <a:lnTo>
                    <a:pt x="1" y="277"/>
                  </a:lnTo>
                  <a:lnTo>
                    <a:pt x="20" y="376"/>
                  </a:lnTo>
                  <a:lnTo>
                    <a:pt x="60" y="475"/>
                  </a:lnTo>
                  <a:lnTo>
                    <a:pt x="99" y="514"/>
                  </a:lnTo>
                  <a:lnTo>
                    <a:pt x="139" y="534"/>
                  </a:lnTo>
                  <a:lnTo>
                    <a:pt x="198" y="554"/>
                  </a:lnTo>
                  <a:lnTo>
                    <a:pt x="336" y="554"/>
                  </a:lnTo>
                  <a:lnTo>
                    <a:pt x="376" y="534"/>
                  </a:lnTo>
                  <a:lnTo>
                    <a:pt x="435" y="514"/>
                  </a:lnTo>
                  <a:lnTo>
                    <a:pt x="475" y="475"/>
                  </a:lnTo>
                  <a:lnTo>
                    <a:pt x="514" y="376"/>
                  </a:lnTo>
                  <a:lnTo>
                    <a:pt x="534" y="277"/>
                  </a:lnTo>
                  <a:lnTo>
                    <a:pt x="514" y="179"/>
                  </a:lnTo>
                  <a:lnTo>
                    <a:pt x="475" y="80"/>
                  </a:lnTo>
                  <a:lnTo>
                    <a:pt x="435" y="40"/>
                  </a:lnTo>
                  <a:lnTo>
                    <a:pt x="37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3" name="Google Shape;8903;p34"/>
            <p:cNvSpPr/>
            <p:nvPr/>
          </p:nvSpPr>
          <p:spPr>
            <a:xfrm>
              <a:off x="283512" y="3451580"/>
              <a:ext cx="16788" cy="17385"/>
            </a:xfrm>
            <a:custGeom>
              <a:rect b="b" l="l" r="r" t="t"/>
              <a:pathLst>
                <a:path extrusionOk="0" h="554" w="535">
                  <a:moveTo>
                    <a:pt x="198" y="1"/>
                  </a:moveTo>
                  <a:lnTo>
                    <a:pt x="139" y="20"/>
                  </a:lnTo>
                  <a:lnTo>
                    <a:pt x="100" y="40"/>
                  </a:lnTo>
                  <a:lnTo>
                    <a:pt x="60" y="80"/>
                  </a:lnTo>
                  <a:lnTo>
                    <a:pt x="21" y="178"/>
                  </a:lnTo>
                  <a:lnTo>
                    <a:pt x="1" y="277"/>
                  </a:lnTo>
                  <a:lnTo>
                    <a:pt x="21" y="376"/>
                  </a:lnTo>
                  <a:lnTo>
                    <a:pt x="60" y="475"/>
                  </a:lnTo>
                  <a:lnTo>
                    <a:pt x="100" y="494"/>
                  </a:lnTo>
                  <a:lnTo>
                    <a:pt x="139" y="534"/>
                  </a:lnTo>
                  <a:lnTo>
                    <a:pt x="198" y="554"/>
                  </a:lnTo>
                  <a:lnTo>
                    <a:pt x="337" y="554"/>
                  </a:lnTo>
                  <a:lnTo>
                    <a:pt x="376" y="534"/>
                  </a:lnTo>
                  <a:lnTo>
                    <a:pt x="436" y="494"/>
                  </a:lnTo>
                  <a:lnTo>
                    <a:pt x="475" y="475"/>
                  </a:lnTo>
                  <a:lnTo>
                    <a:pt x="515" y="376"/>
                  </a:lnTo>
                  <a:lnTo>
                    <a:pt x="534" y="277"/>
                  </a:lnTo>
                  <a:lnTo>
                    <a:pt x="515" y="178"/>
                  </a:lnTo>
                  <a:lnTo>
                    <a:pt x="475" y="80"/>
                  </a:lnTo>
                  <a:lnTo>
                    <a:pt x="436" y="40"/>
                  </a:lnTo>
                  <a:lnTo>
                    <a:pt x="376" y="20"/>
                  </a:lnTo>
                  <a:lnTo>
                    <a:pt x="33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4" name="Google Shape;8904;p34"/>
            <p:cNvSpPr/>
            <p:nvPr/>
          </p:nvSpPr>
          <p:spPr>
            <a:xfrm>
              <a:off x="295311" y="3381540"/>
              <a:ext cx="17385" cy="17385"/>
            </a:xfrm>
            <a:custGeom>
              <a:rect b="b" l="l" r="r" t="t"/>
              <a:pathLst>
                <a:path extrusionOk="0" h="554" w="554">
                  <a:moveTo>
                    <a:pt x="218" y="1"/>
                  </a:moveTo>
                  <a:lnTo>
                    <a:pt x="158" y="20"/>
                  </a:lnTo>
                  <a:lnTo>
                    <a:pt x="119" y="40"/>
                  </a:lnTo>
                  <a:lnTo>
                    <a:pt x="79" y="80"/>
                  </a:lnTo>
                  <a:lnTo>
                    <a:pt x="20" y="159"/>
                  </a:lnTo>
                  <a:lnTo>
                    <a:pt x="0" y="277"/>
                  </a:lnTo>
                  <a:lnTo>
                    <a:pt x="20" y="376"/>
                  </a:lnTo>
                  <a:lnTo>
                    <a:pt x="79" y="455"/>
                  </a:lnTo>
                  <a:lnTo>
                    <a:pt x="119" y="494"/>
                  </a:lnTo>
                  <a:lnTo>
                    <a:pt x="158" y="534"/>
                  </a:lnTo>
                  <a:lnTo>
                    <a:pt x="218" y="554"/>
                  </a:lnTo>
                  <a:lnTo>
                    <a:pt x="336" y="554"/>
                  </a:lnTo>
                  <a:lnTo>
                    <a:pt x="395" y="534"/>
                  </a:lnTo>
                  <a:lnTo>
                    <a:pt x="435" y="494"/>
                  </a:lnTo>
                  <a:lnTo>
                    <a:pt x="474" y="455"/>
                  </a:lnTo>
                  <a:lnTo>
                    <a:pt x="534" y="376"/>
                  </a:lnTo>
                  <a:lnTo>
                    <a:pt x="553" y="277"/>
                  </a:lnTo>
                  <a:lnTo>
                    <a:pt x="534" y="159"/>
                  </a:lnTo>
                  <a:lnTo>
                    <a:pt x="474" y="80"/>
                  </a:lnTo>
                  <a:lnTo>
                    <a:pt x="435" y="40"/>
                  </a:lnTo>
                  <a:lnTo>
                    <a:pt x="395"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5" name="Google Shape;8905;p34"/>
            <p:cNvSpPr/>
            <p:nvPr/>
          </p:nvSpPr>
          <p:spPr>
            <a:xfrm>
              <a:off x="265563" y="3235873"/>
              <a:ext cx="17385" cy="17385"/>
            </a:xfrm>
            <a:custGeom>
              <a:rect b="b" l="l" r="r" t="t"/>
              <a:pathLst>
                <a:path extrusionOk="0" h="554" w="554">
                  <a:moveTo>
                    <a:pt x="217" y="1"/>
                  </a:moveTo>
                  <a:lnTo>
                    <a:pt x="158" y="21"/>
                  </a:lnTo>
                  <a:lnTo>
                    <a:pt x="119" y="40"/>
                  </a:lnTo>
                  <a:lnTo>
                    <a:pt x="79" y="80"/>
                  </a:lnTo>
                  <a:lnTo>
                    <a:pt x="20" y="179"/>
                  </a:lnTo>
                  <a:lnTo>
                    <a:pt x="0" y="277"/>
                  </a:lnTo>
                  <a:lnTo>
                    <a:pt x="20" y="376"/>
                  </a:lnTo>
                  <a:lnTo>
                    <a:pt x="79" y="455"/>
                  </a:lnTo>
                  <a:lnTo>
                    <a:pt x="119" y="495"/>
                  </a:lnTo>
                  <a:lnTo>
                    <a:pt x="158" y="534"/>
                  </a:lnTo>
                  <a:lnTo>
                    <a:pt x="217" y="554"/>
                  </a:lnTo>
                  <a:lnTo>
                    <a:pt x="336" y="554"/>
                  </a:lnTo>
                  <a:lnTo>
                    <a:pt x="395" y="534"/>
                  </a:lnTo>
                  <a:lnTo>
                    <a:pt x="454" y="495"/>
                  </a:lnTo>
                  <a:lnTo>
                    <a:pt x="474" y="455"/>
                  </a:lnTo>
                  <a:lnTo>
                    <a:pt x="533" y="376"/>
                  </a:lnTo>
                  <a:lnTo>
                    <a:pt x="553" y="277"/>
                  </a:lnTo>
                  <a:lnTo>
                    <a:pt x="533" y="179"/>
                  </a:lnTo>
                  <a:lnTo>
                    <a:pt x="474" y="80"/>
                  </a:lnTo>
                  <a:lnTo>
                    <a:pt x="454"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6" name="Google Shape;8906;p34"/>
            <p:cNvSpPr/>
            <p:nvPr/>
          </p:nvSpPr>
          <p:spPr>
            <a:xfrm>
              <a:off x="264307" y="3295997"/>
              <a:ext cx="17385" cy="18012"/>
            </a:xfrm>
            <a:custGeom>
              <a:rect b="b" l="l" r="r" t="t"/>
              <a:pathLst>
                <a:path extrusionOk="0" h="574" w="554">
                  <a:moveTo>
                    <a:pt x="277" y="1"/>
                  </a:moveTo>
                  <a:lnTo>
                    <a:pt x="218" y="20"/>
                  </a:lnTo>
                  <a:lnTo>
                    <a:pt x="159" y="40"/>
                  </a:lnTo>
                  <a:lnTo>
                    <a:pt x="119" y="60"/>
                  </a:lnTo>
                  <a:lnTo>
                    <a:pt x="80" y="99"/>
                  </a:lnTo>
                  <a:lnTo>
                    <a:pt x="20" y="179"/>
                  </a:lnTo>
                  <a:lnTo>
                    <a:pt x="1" y="297"/>
                  </a:lnTo>
                  <a:lnTo>
                    <a:pt x="20" y="396"/>
                  </a:lnTo>
                  <a:lnTo>
                    <a:pt x="80" y="475"/>
                  </a:lnTo>
                  <a:lnTo>
                    <a:pt x="119" y="514"/>
                  </a:lnTo>
                  <a:lnTo>
                    <a:pt x="159" y="554"/>
                  </a:lnTo>
                  <a:lnTo>
                    <a:pt x="218" y="574"/>
                  </a:lnTo>
                  <a:lnTo>
                    <a:pt x="336" y="574"/>
                  </a:lnTo>
                  <a:lnTo>
                    <a:pt x="396" y="554"/>
                  </a:lnTo>
                  <a:lnTo>
                    <a:pt x="435" y="514"/>
                  </a:lnTo>
                  <a:lnTo>
                    <a:pt x="475" y="475"/>
                  </a:lnTo>
                  <a:lnTo>
                    <a:pt x="534" y="396"/>
                  </a:lnTo>
                  <a:lnTo>
                    <a:pt x="554" y="297"/>
                  </a:lnTo>
                  <a:lnTo>
                    <a:pt x="534" y="179"/>
                  </a:lnTo>
                  <a:lnTo>
                    <a:pt x="475" y="99"/>
                  </a:lnTo>
                  <a:lnTo>
                    <a:pt x="435" y="60"/>
                  </a:lnTo>
                  <a:lnTo>
                    <a:pt x="396" y="40"/>
                  </a:lnTo>
                  <a:lnTo>
                    <a:pt x="336" y="20"/>
                  </a:lnTo>
                  <a:lnTo>
                    <a:pt x="277"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7" name="Google Shape;8907;p34"/>
            <p:cNvSpPr/>
            <p:nvPr/>
          </p:nvSpPr>
          <p:spPr>
            <a:xfrm>
              <a:off x="219684" y="3271835"/>
              <a:ext cx="17385" cy="18012"/>
            </a:xfrm>
            <a:custGeom>
              <a:rect b="b" l="l" r="r" t="t"/>
              <a:pathLst>
                <a:path extrusionOk="0" h="574" w="554">
                  <a:moveTo>
                    <a:pt x="277" y="0"/>
                  </a:moveTo>
                  <a:lnTo>
                    <a:pt x="218" y="20"/>
                  </a:lnTo>
                  <a:lnTo>
                    <a:pt x="159" y="20"/>
                  </a:lnTo>
                  <a:lnTo>
                    <a:pt x="119" y="60"/>
                  </a:lnTo>
                  <a:lnTo>
                    <a:pt x="80" y="99"/>
                  </a:lnTo>
                  <a:lnTo>
                    <a:pt x="20" y="178"/>
                  </a:lnTo>
                  <a:lnTo>
                    <a:pt x="1" y="277"/>
                  </a:lnTo>
                  <a:lnTo>
                    <a:pt x="20" y="395"/>
                  </a:lnTo>
                  <a:lnTo>
                    <a:pt x="80" y="474"/>
                  </a:lnTo>
                  <a:lnTo>
                    <a:pt x="119" y="514"/>
                  </a:lnTo>
                  <a:lnTo>
                    <a:pt x="159" y="534"/>
                  </a:lnTo>
                  <a:lnTo>
                    <a:pt x="218" y="553"/>
                  </a:lnTo>
                  <a:lnTo>
                    <a:pt x="277" y="573"/>
                  </a:lnTo>
                  <a:lnTo>
                    <a:pt x="336" y="553"/>
                  </a:lnTo>
                  <a:lnTo>
                    <a:pt x="396" y="534"/>
                  </a:lnTo>
                  <a:lnTo>
                    <a:pt x="455" y="514"/>
                  </a:lnTo>
                  <a:lnTo>
                    <a:pt x="475" y="474"/>
                  </a:lnTo>
                  <a:lnTo>
                    <a:pt x="534" y="395"/>
                  </a:lnTo>
                  <a:lnTo>
                    <a:pt x="554" y="277"/>
                  </a:lnTo>
                  <a:lnTo>
                    <a:pt x="534" y="178"/>
                  </a:lnTo>
                  <a:lnTo>
                    <a:pt x="494" y="99"/>
                  </a:lnTo>
                  <a:lnTo>
                    <a:pt x="455" y="60"/>
                  </a:lnTo>
                  <a:lnTo>
                    <a:pt x="396" y="2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8" name="Google Shape;8908;p34"/>
            <p:cNvSpPr/>
            <p:nvPr/>
          </p:nvSpPr>
          <p:spPr>
            <a:xfrm>
              <a:off x="413083" y="3216668"/>
              <a:ext cx="16757" cy="17385"/>
            </a:xfrm>
            <a:custGeom>
              <a:rect b="b" l="l" r="r" t="t"/>
              <a:pathLst>
                <a:path extrusionOk="0" h="554" w="534">
                  <a:moveTo>
                    <a:pt x="198" y="0"/>
                  </a:moveTo>
                  <a:lnTo>
                    <a:pt x="138" y="20"/>
                  </a:lnTo>
                  <a:lnTo>
                    <a:pt x="99" y="60"/>
                  </a:lnTo>
                  <a:lnTo>
                    <a:pt x="59" y="99"/>
                  </a:lnTo>
                  <a:lnTo>
                    <a:pt x="0" y="178"/>
                  </a:lnTo>
                  <a:lnTo>
                    <a:pt x="0" y="277"/>
                  </a:lnTo>
                  <a:lnTo>
                    <a:pt x="0" y="376"/>
                  </a:lnTo>
                  <a:lnTo>
                    <a:pt x="59" y="475"/>
                  </a:lnTo>
                  <a:lnTo>
                    <a:pt x="99" y="514"/>
                  </a:lnTo>
                  <a:lnTo>
                    <a:pt x="138" y="534"/>
                  </a:lnTo>
                  <a:lnTo>
                    <a:pt x="198" y="554"/>
                  </a:lnTo>
                  <a:lnTo>
                    <a:pt x="336" y="554"/>
                  </a:lnTo>
                  <a:lnTo>
                    <a:pt x="375" y="534"/>
                  </a:lnTo>
                  <a:lnTo>
                    <a:pt x="435" y="514"/>
                  </a:lnTo>
                  <a:lnTo>
                    <a:pt x="474" y="475"/>
                  </a:lnTo>
                  <a:lnTo>
                    <a:pt x="514" y="376"/>
                  </a:lnTo>
                  <a:lnTo>
                    <a:pt x="533" y="277"/>
                  </a:lnTo>
                  <a:lnTo>
                    <a:pt x="514" y="178"/>
                  </a:lnTo>
                  <a:lnTo>
                    <a:pt x="474" y="99"/>
                  </a:lnTo>
                  <a:lnTo>
                    <a:pt x="435" y="60"/>
                  </a:lnTo>
                  <a:lnTo>
                    <a:pt x="37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9" name="Google Shape;8909;p34"/>
            <p:cNvSpPr/>
            <p:nvPr/>
          </p:nvSpPr>
          <p:spPr>
            <a:xfrm>
              <a:off x="384558" y="3161502"/>
              <a:ext cx="16757" cy="17385"/>
            </a:xfrm>
            <a:custGeom>
              <a:rect b="b" l="l" r="r" t="t"/>
              <a:pathLst>
                <a:path extrusionOk="0" h="554" w="534">
                  <a:moveTo>
                    <a:pt x="198" y="1"/>
                  </a:moveTo>
                  <a:lnTo>
                    <a:pt x="159" y="20"/>
                  </a:lnTo>
                  <a:lnTo>
                    <a:pt x="99" y="40"/>
                  </a:lnTo>
                  <a:lnTo>
                    <a:pt x="60" y="80"/>
                  </a:lnTo>
                  <a:lnTo>
                    <a:pt x="20" y="178"/>
                  </a:lnTo>
                  <a:lnTo>
                    <a:pt x="1" y="277"/>
                  </a:lnTo>
                  <a:lnTo>
                    <a:pt x="20" y="376"/>
                  </a:lnTo>
                  <a:lnTo>
                    <a:pt x="60" y="475"/>
                  </a:lnTo>
                  <a:lnTo>
                    <a:pt x="99" y="514"/>
                  </a:lnTo>
                  <a:lnTo>
                    <a:pt x="159" y="534"/>
                  </a:lnTo>
                  <a:lnTo>
                    <a:pt x="198" y="554"/>
                  </a:lnTo>
                  <a:lnTo>
                    <a:pt x="336" y="554"/>
                  </a:lnTo>
                  <a:lnTo>
                    <a:pt x="396" y="534"/>
                  </a:lnTo>
                  <a:lnTo>
                    <a:pt x="435" y="514"/>
                  </a:lnTo>
                  <a:lnTo>
                    <a:pt x="475" y="475"/>
                  </a:lnTo>
                  <a:lnTo>
                    <a:pt x="534" y="376"/>
                  </a:lnTo>
                  <a:lnTo>
                    <a:pt x="534" y="277"/>
                  </a:lnTo>
                  <a:lnTo>
                    <a:pt x="534" y="178"/>
                  </a:lnTo>
                  <a:lnTo>
                    <a:pt x="475" y="80"/>
                  </a:lnTo>
                  <a:lnTo>
                    <a:pt x="435" y="40"/>
                  </a:lnTo>
                  <a:lnTo>
                    <a:pt x="396" y="20"/>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0" name="Google Shape;8910;p34"/>
            <p:cNvSpPr/>
            <p:nvPr/>
          </p:nvSpPr>
          <p:spPr>
            <a:xfrm>
              <a:off x="369683" y="3198060"/>
              <a:ext cx="16757" cy="17385"/>
            </a:xfrm>
            <a:custGeom>
              <a:rect b="b" l="l" r="r" t="t"/>
              <a:pathLst>
                <a:path extrusionOk="0" h="554" w="534">
                  <a:moveTo>
                    <a:pt x="218" y="1"/>
                  </a:moveTo>
                  <a:lnTo>
                    <a:pt x="159" y="21"/>
                  </a:lnTo>
                  <a:lnTo>
                    <a:pt x="99" y="40"/>
                  </a:lnTo>
                  <a:lnTo>
                    <a:pt x="60" y="80"/>
                  </a:lnTo>
                  <a:lnTo>
                    <a:pt x="20" y="179"/>
                  </a:lnTo>
                  <a:lnTo>
                    <a:pt x="1" y="277"/>
                  </a:lnTo>
                  <a:lnTo>
                    <a:pt x="20" y="376"/>
                  </a:lnTo>
                  <a:lnTo>
                    <a:pt x="60" y="475"/>
                  </a:lnTo>
                  <a:lnTo>
                    <a:pt x="99" y="495"/>
                  </a:lnTo>
                  <a:lnTo>
                    <a:pt x="159" y="534"/>
                  </a:lnTo>
                  <a:lnTo>
                    <a:pt x="218" y="554"/>
                  </a:lnTo>
                  <a:lnTo>
                    <a:pt x="336" y="554"/>
                  </a:lnTo>
                  <a:lnTo>
                    <a:pt x="396" y="534"/>
                  </a:lnTo>
                  <a:lnTo>
                    <a:pt x="435" y="495"/>
                  </a:lnTo>
                  <a:lnTo>
                    <a:pt x="475" y="475"/>
                  </a:lnTo>
                  <a:lnTo>
                    <a:pt x="534" y="376"/>
                  </a:lnTo>
                  <a:lnTo>
                    <a:pt x="534" y="277"/>
                  </a:lnTo>
                  <a:lnTo>
                    <a:pt x="534" y="179"/>
                  </a:lnTo>
                  <a:lnTo>
                    <a:pt x="475" y="80"/>
                  </a:lnTo>
                  <a:lnTo>
                    <a:pt x="435" y="40"/>
                  </a:lnTo>
                  <a:lnTo>
                    <a:pt x="396"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1" name="Google Shape;8911;p34"/>
            <p:cNvSpPr/>
            <p:nvPr/>
          </p:nvSpPr>
          <p:spPr>
            <a:xfrm>
              <a:off x="485603" y="3312754"/>
              <a:ext cx="17385" cy="17385"/>
            </a:xfrm>
            <a:custGeom>
              <a:rect b="b" l="l" r="r" t="t"/>
              <a:pathLst>
                <a:path extrusionOk="0" h="554" w="554">
                  <a:moveTo>
                    <a:pt x="217" y="0"/>
                  </a:moveTo>
                  <a:lnTo>
                    <a:pt x="158" y="20"/>
                  </a:lnTo>
                  <a:lnTo>
                    <a:pt x="99" y="40"/>
                  </a:lnTo>
                  <a:lnTo>
                    <a:pt x="79" y="79"/>
                  </a:lnTo>
                  <a:lnTo>
                    <a:pt x="20" y="178"/>
                  </a:lnTo>
                  <a:lnTo>
                    <a:pt x="0" y="277"/>
                  </a:lnTo>
                  <a:lnTo>
                    <a:pt x="20" y="375"/>
                  </a:lnTo>
                  <a:lnTo>
                    <a:pt x="79" y="474"/>
                  </a:lnTo>
                  <a:lnTo>
                    <a:pt x="99" y="494"/>
                  </a:lnTo>
                  <a:lnTo>
                    <a:pt x="158" y="533"/>
                  </a:lnTo>
                  <a:lnTo>
                    <a:pt x="217" y="553"/>
                  </a:lnTo>
                  <a:lnTo>
                    <a:pt x="336" y="553"/>
                  </a:lnTo>
                  <a:lnTo>
                    <a:pt x="395" y="533"/>
                  </a:lnTo>
                  <a:lnTo>
                    <a:pt x="435" y="494"/>
                  </a:lnTo>
                  <a:lnTo>
                    <a:pt x="474" y="474"/>
                  </a:lnTo>
                  <a:lnTo>
                    <a:pt x="533" y="375"/>
                  </a:lnTo>
                  <a:lnTo>
                    <a:pt x="553" y="277"/>
                  </a:lnTo>
                  <a:lnTo>
                    <a:pt x="533" y="178"/>
                  </a:lnTo>
                  <a:lnTo>
                    <a:pt x="474" y="79"/>
                  </a:lnTo>
                  <a:lnTo>
                    <a:pt x="435" y="40"/>
                  </a:lnTo>
                  <a:lnTo>
                    <a:pt x="395" y="20"/>
                  </a:lnTo>
                  <a:lnTo>
                    <a:pt x="336"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2" name="Google Shape;8912;p34"/>
            <p:cNvSpPr/>
            <p:nvPr/>
          </p:nvSpPr>
          <p:spPr>
            <a:xfrm>
              <a:off x="516576" y="3347461"/>
              <a:ext cx="17385" cy="17981"/>
            </a:xfrm>
            <a:custGeom>
              <a:rect b="b" l="l" r="r" t="t"/>
              <a:pathLst>
                <a:path extrusionOk="0" h="573" w="554">
                  <a:moveTo>
                    <a:pt x="218" y="0"/>
                  </a:moveTo>
                  <a:lnTo>
                    <a:pt x="159" y="20"/>
                  </a:lnTo>
                  <a:lnTo>
                    <a:pt x="119" y="59"/>
                  </a:lnTo>
                  <a:lnTo>
                    <a:pt x="80" y="99"/>
                  </a:lnTo>
                  <a:lnTo>
                    <a:pt x="20" y="178"/>
                  </a:lnTo>
                  <a:lnTo>
                    <a:pt x="1" y="277"/>
                  </a:lnTo>
                  <a:lnTo>
                    <a:pt x="20" y="395"/>
                  </a:lnTo>
                  <a:lnTo>
                    <a:pt x="80" y="474"/>
                  </a:lnTo>
                  <a:lnTo>
                    <a:pt x="119" y="514"/>
                  </a:lnTo>
                  <a:lnTo>
                    <a:pt x="159" y="533"/>
                  </a:lnTo>
                  <a:lnTo>
                    <a:pt x="218" y="553"/>
                  </a:lnTo>
                  <a:lnTo>
                    <a:pt x="277" y="573"/>
                  </a:lnTo>
                  <a:lnTo>
                    <a:pt x="337" y="553"/>
                  </a:lnTo>
                  <a:lnTo>
                    <a:pt x="396" y="533"/>
                  </a:lnTo>
                  <a:lnTo>
                    <a:pt x="435" y="514"/>
                  </a:lnTo>
                  <a:lnTo>
                    <a:pt x="475" y="474"/>
                  </a:lnTo>
                  <a:lnTo>
                    <a:pt x="534" y="395"/>
                  </a:lnTo>
                  <a:lnTo>
                    <a:pt x="554" y="277"/>
                  </a:lnTo>
                  <a:lnTo>
                    <a:pt x="534" y="178"/>
                  </a:lnTo>
                  <a:lnTo>
                    <a:pt x="475" y="99"/>
                  </a:lnTo>
                  <a:lnTo>
                    <a:pt x="435" y="59"/>
                  </a:lnTo>
                  <a:lnTo>
                    <a:pt x="396" y="20"/>
                  </a:lnTo>
                  <a:lnTo>
                    <a:pt x="33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3" name="Google Shape;8913;p34"/>
            <p:cNvSpPr/>
            <p:nvPr/>
          </p:nvSpPr>
          <p:spPr>
            <a:xfrm>
              <a:off x="484348" y="3379688"/>
              <a:ext cx="16757" cy="18012"/>
            </a:xfrm>
            <a:custGeom>
              <a:rect b="b" l="l" r="r" t="t"/>
              <a:pathLst>
                <a:path extrusionOk="0" h="574" w="534">
                  <a:moveTo>
                    <a:pt x="277" y="0"/>
                  </a:moveTo>
                  <a:lnTo>
                    <a:pt x="198" y="20"/>
                  </a:lnTo>
                  <a:lnTo>
                    <a:pt x="159" y="40"/>
                  </a:lnTo>
                  <a:lnTo>
                    <a:pt x="99" y="60"/>
                  </a:lnTo>
                  <a:lnTo>
                    <a:pt x="60" y="99"/>
                  </a:lnTo>
                  <a:lnTo>
                    <a:pt x="20" y="178"/>
                  </a:lnTo>
                  <a:lnTo>
                    <a:pt x="1" y="297"/>
                  </a:lnTo>
                  <a:lnTo>
                    <a:pt x="20" y="395"/>
                  </a:lnTo>
                  <a:lnTo>
                    <a:pt x="60" y="474"/>
                  </a:lnTo>
                  <a:lnTo>
                    <a:pt x="99" y="514"/>
                  </a:lnTo>
                  <a:lnTo>
                    <a:pt x="159" y="553"/>
                  </a:lnTo>
                  <a:lnTo>
                    <a:pt x="198" y="553"/>
                  </a:lnTo>
                  <a:lnTo>
                    <a:pt x="277" y="573"/>
                  </a:lnTo>
                  <a:lnTo>
                    <a:pt x="336" y="553"/>
                  </a:lnTo>
                  <a:lnTo>
                    <a:pt x="396" y="553"/>
                  </a:lnTo>
                  <a:lnTo>
                    <a:pt x="435" y="514"/>
                  </a:lnTo>
                  <a:lnTo>
                    <a:pt x="475" y="474"/>
                  </a:lnTo>
                  <a:lnTo>
                    <a:pt x="534" y="395"/>
                  </a:lnTo>
                  <a:lnTo>
                    <a:pt x="534" y="297"/>
                  </a:lnTo>
                  <a:lnTo>
                    <a:pt x="534" y="178"/>
                  </a:lnTo>
                  <a:lnTo>
                    <a:pt x="475" y="99"/>
                  </a:lnTo>
                  <a:lnTo>
                    <a:pt x="435" y="60"/>
                  </a:lnTo>
                  <a:lnTo>
                    <a:pt x="396" y="40"/>
                  </a:lnTo>
                  <a:lnTo>
                    <a:pt x="336" y="20"/>
                  </a:lnTo>
                  <a:lnTo>
                    <a:pt x="277" y="0"/>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4" name="Google Shape;8914;p34"/>
            <p:cNvSpPr/>
            <p:nvPr/>
          </p:nvSpPr>
          <p:spPr>
            <a:xfrm>
              <a:off x="465143" y="3335662"/>
              <a:ext cx="17385" cy="17385"/>
            </a:xfrm>
            <a:custGeom>
              <a:rect b="b" l="l" r="r" t="t"/>
              <a:pathLst>
                <a:path extrusionOk="0" h="554" w="554">
                  <a:moveTo>
                    <a:pt x="218" y="1"/>
                  </a:moveTo>
                  <a:lnTo>
                    <a:pt x="158" y="21"/>
                  </a:lnTo>
                  <a:lnTo>
                    <a:pt x="119" y="40"/>
                  </a:lnTo>
                  <a:lnTo>
                    <a:pt x="79" y="80"/>
                  </a:lnTo>
                  <a:lnTo>
                    <a:pt x="20" y="179"/>
                  </a:lnTo>
                  <a:lnTo>
                    <a:pt x="0" y="277"/>
                  </a:lnTo>
                  <a:lnTo>
                    <a:pt x="20" y="376"/>
                  </a:lnTo>
                  <a:lnTo>
                    <a:pt x="79" y="455"/>
                  </a:lnTo>
                  <a:lnTo>
                    <a:pt x="119" y="495"/>
                  </a:lnTo>
                  <a:lnTo>
                    <a:pt x="158" y="534"/>
                  </a:lnTo>
                  <a:lnTo>
                    <a:pt x="218" y="554"/>
                  </a:lnTo>
                  <a:lnTo>
                    <a:pt x="336" y="554"/>
                  </a:lnTo>
                  <a:lnTo>
                    <a:pt x="395" y="534"/>
                  </a:lnTo>
                  <a:lnTo>
                    <a:pt x="455" y="495"/>
                  </a:lnTo>
                  <a:lnTo>
                    <a:pt x="474" y="455"/>
                  </a:lnTo>
                  <a:lnTo>
                    <a:pt x="534" y="376"/>
                  </a:lnTo>
                  <a:lnTo>
                    <a:pt x="553" y="277"/>
                  </a:lnTo>
                  <a:lnTo>
                    <a:pt x="534" y="179"/>
                  </a:lnTo>
                  <a:lnTo>
                    <a:pt x="474" y="80"/>
                  </a:lnTo>
                  <a:lnTo>
                    <a:pt x="455" y="40"/>
                  </a:lnTo>
                  <a:lnTo>
                    <a:pt x="395" y="21"/>
                  </a:lnTo>
                  <a:lnTo>
                    <a:pt x="336" y="1"/>
                  </a:lnTo>
                  <a:close/>
                </a:path>
              </a:pathLst>
            </a:custGeom>
            <a:solidFill>
              <a:srgbClr val="FDED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5" name="Google Shape;8915;p34"/>
            <p:cNvSpPr/>
            <p:nvPr/>
          </p:nvSpPr>
          <p:spPr>
            <a:xfrm>
              <a:off x="65354" y="3246417"/>
              <a:ext cx="393003" cy="279564"/>
            </a:xfrm>
            <a:custGeom>
              <a:rect b="b" l="l" r="r" t="t"/>
              <a:pathLst>
                <a:path extrusionOk="0" h="8909" w="12524">
                  <a:moveTo>
                    <a:pt x="11140" y="1"/>
                  </a:moveTo>
                  <a:lnTo>
                    <a:pt x="11022" y="20"/>
                  </a:lnTo>
                  <a:lnTo>
                    <a:pt x="10923" y="60"/>
                  </a:lnTo>
                  <a:lnTo>
                    <a:pt x="10824" y="119"/>
                  </a:lnTo>
                  <a:lnTo>
                    <a:pt x="10726" y="198"/>
                  </a:lnTo>
                  <a:lnTo>
                    <a:pt x="10627" y="277"/>
                  </a:lnTo>
                  <a:lnTo>
                    <a:pt x="10449" y="494"/>
                  </a:lnTo>
                  <a:lnTo>
                    <a:pt x="10291" y="751"/>
                  </a:lnTo>
                  <a:lnTo>
                    <a:pt x="10153" y="1028"/>
                  </a:lnTo>
                  <a:lnTo>
                    <a:pt x="10015" y="1344"/>
                  </a:lnTo>
                  <a:lnTo>
                    <a:pt x="9896" y="1679"/>
                  </a:lnTo>
                  <a:lnTo>
                    <a:pt x="9778" y="2015"/>
                  </a:lnTo>
                  <a:lnTo>
                    <a:pt x="9580" y="2687"/>
                  </a:lnTo>
                  <a:lnTo>
                    <a:pt x="9382" y="3279"/>
                  </a:lnTo>
                  <a:lnTo>
                    <a:pt x="9264" y="3516"/>
                  </a:lnTo>
                  <a:lnTo>
                    <a:pt x="9165" y="3714"/>
                  </a:lnTo>
                  <a:lnTo>
                    <a:pt x="8968" y="4010"/>
                  </a:lnTo>
                  <a:lnTo>
                    <a:pt x="8810" y="4228"/>
                  </a:lnTo>
                  <a:lnTo>
                    <a:pt x="8731" y="4287"/>
                  </a:lnTo>
                  <a:lnTo>
                    <a:pt x="8671" y="4326"/>
                  </a:lnTo>
                  <a:lnTo>
                    <a:pt x="8612" y="4346"/>
                  </a:lnTo>
                  <a:lnTo>
                    <a:pt x="8573" y="4326"/>
                  </a:lnTo>
                  <a:lnTo>
                    <a:pt x="8533" y="4267"/>
                  </a:lnTo>
                  <a:lnTo>
                    <a:pt x="8494" y="4188"/>
                  </a:lnTo>
                  <a:lnTo>
                    <a:pt x="8474" y="4089"/>
                  </a:lnTo>
                  <a:lnTo>
                    <a:pt x="8454" y="3951"/>
                  </a:lnTo>
                  <a:lnTo>
                    <a:pt x="8454" y="3556"/>
                  </a:lnTo>
                  <a:lnTo>
                    <a:pt x="8474" y="3023"/>
                  </a:lnTo>
                  <a:lnTo>
                    <a:pt x="8494" y="2726"/>
                  </a:lnTo>
                  <a:lnTo>
                    <a:pt x="8494" y="2450"/>
                  </a:lnTo>
                  <a:lnTo>
                    <a:pt x="8494" y="2154"/>
                  </a:lnTo>
                  <a:lnTo>
                    <a:pt x="8454" y="1897"/>
                  </a:lnTo>
                  <a:lnTo>
                    <a:pt x="8415" y="1640"/>
                  </a:lnTo>
                  <a:lnTo>
                    <a:pt x="8375" y="1403"/>
                  </a:lnTo>
                  <a:lnTo>
                    <a:pt x="8316" y="1205"/>
                  </a:lnTo>
                  <a:lnTo>
                    <a:pt x="8237" y="1008"/>
                  </a:lnTo>
                  <a:lnTo>
                    <a:pt x="8158" y="870"/>
                  </a:lnTo>
                  <a:lnTo>
                    <a:pt x="8059" y="731"/>
                  </a:lnTo>
                  <a:lnTo>
                    <a:pt x="7941" y="652"/>
                  </a:lnTo>
                  <a:lnTo>
                    <a:pt x="7822" y="613"/>
                  </a:lnTo>
                  <a:lnTo>
                    <a:pt x="7684" y="593"/>
                  </a:lnTo>
                  <a:lnTo>
                    <a:pt x="7546" y="633"/>
                  </a:lnTo>
                  <a:lnTo>
                    <a:pt x="7388" y="712"/>
                  </a:lnTo>
                  <a:lnTo>
                    <a:pt x="7210" y="850"/>
                  </a:lnTo>
                  <a:lnTo>
                    <a:pt x="7131" y="949"/>
                  </a:lnTo>
                  <a:lnTo>
                    <a:pt x="7052" y="1047"/>
                  </a:lnTo>
                  <a:lnTo>
                    <a:pt x="6894" y="1304"/>
                  </a:lnTo>
                  <a:lnTo>
                    <a:pt x="6755" y="1620"/>
                  </a:lnTo>
                  <a:lnTo>
                    <a:pt x="6617" y="1976"/>
                  </a:lnTo>
                  <a:lnTo>
                    <a:pt x="6479" y="2351"/>
                  </a:lnTo>
                  <a:lnTo>
                    <a:pt x="6360" y="2766"/>
                  </a:lnTo>
                  <a:lnTo>
                    <a:pt x="6123" y="3595"/>
                  </a:lnTo>
                  <a:lnTo>
                    <a:pt x="5886" y="4405"/>
                  </a:lnTo>
                  <a:lnTo>
                    <a:pt x="5768" y="4761"/>
                  </a:lnTo>
                  <a:lnTo>
                    <a:pt x="5649" y="5077"/>
                  </a:lnTo>
                  <a:lnTo>
                    <a:pt x="5511" y="5353"/>
                  </a:lnTo>
                  <a:lnTo>
                    <a:pt x="5393" y="5571"/>
                  </a:lnTo>
                  <a:lnTo>
                    <a:pt x="5314" y="5650"/>
                  </a:lnTo>
                  <a:lnTo>
                    <a:pt x="5254" y="5709"/>
                  </a:lnTo>
                  <a:lnTo>
                    <a:pt x="5175" y="5768"/>
                  </a:lnTo>
                  <a:lnTo>
                    <a:pt x="5096" y="5788"/>
                  </a:lnTo>
                  <a:lnTo>
                    <a:pt x="5037" y="5788"/>
                  </a:lnTo>
                  <a:lnTo>
                    <a:pt x="4978" y="5768"/>
                  </a:lnTo>
                  <a:lnTo>
                    <a:pt x="4919" y="5748"/>
                  </a:lnTo>
                  <a:lnTo>
                    <a:pt x="4879" y="5689"/>
                  </a:lnTo>
                  <a:lnTo>
                    <a:pt x="4859" y="5630"/>
                  </a:lnTo>
                  <a:lnTo>
                    <a:pt x="4840" y="5571"/>
                  </a:lnTo>
                  <a:lnTo>
                    <a:pt x="4820" y="5393"/>
                  </a:lnTo>
                  <a:lnTo>
                    <a:pt x="4840" y="5176"/>
                  </a:lnTo>
                  <a:lnTo>
                    <a:pt x="4859" y="4919"/>
                  </a:lnTo>
                  <a:lnTo>
                    <a:pt x="4958" y="4366"/>
                  </a:lnTo>
                  <a:lnTo>
                    <a:pt x="5057" y="3753"/>
                  </a:lnTo>
                  <a:lnTo>
                    <a:pt x="5096" y="3477"/>
                  </a:lnTo>
                  <a:lnTo>
                    <a:pt x="5136" y="3181"/>
                  </a:lnTo>
                  <a:lnTo>
                    <a:pt x="5136" y="2924"/>
                  </a:lnTo>
                  <a:lnTo>
                    <a:pt x="5116" y="2687"/>
                  </a:lnTo>
                  <a:lnTo>
                    <a:pt x="5077" y="2489"/>
                  </a:lnTo>
                  <a:lnTo>
                    <a:pt x="5037" y="2410"/>
                  </a:lnTo>
                  <a:lnTo>
                    <a:pt x="4978" y="2351"/>
                  </a:lnTo>
                  <a:lnTo>
                    <a:pt x="4919" y="2292"/>
                  </a:lnTo>
                  <a:lnTo>
                    <a:pt x="4859" y="2233"/>
                  </a:lnTo>
                  <a:lnTo>
                    <a:pt x="4780" y="2193"/>
                  </a:lnTo>
                  <a:lnTo>
                    <a:pt x="4701" y="2173"/>
                  </a:lnTo>
                  <a:lnTo>
                    <a:pt x="4523" y="2134"/>
                  </a:lnTo>
                  <a:lnTo>
                    <a:pt x="4306" y="2154"/>
                  </a:lnTo>
                  <a:lnTo>
                    <a:pt x="4089" y="2193"/>
                  </a:lnTo>
                  <a:lnTo>
                    <a:pt x="3852" y="2272"/>
                  </a:lnTo>
                  <a:lnTo>
                    <a:pt x="3595" y="2391"/>
                  </a:lnTo>
                  <a:lnTo>
                    <a:pt x="3338" y="2529"/>
                  </a:lnTo>
                  <a:lnTo>
                    <a:pt x="3062" y="2707"/>
                  </a:lnTo>
                  <a:lnTo>
                    <a:pt x="2785" y="2904"/>
                  </a:lnTo>
                  <a:lnTo>
                    <a:pt x="2529" y="3121"/>
                  </a:lnTo>
                  <a:lnTo>
                    <a:pt x="2272" y="3358"/>
                  </a:lnTo>
                  <a:lnTo>
                    <a:pt x="2015" y="3615"/>
                  </a:lnTo>
                  <a:lnTo>
                    <a:pt x="1778" y="3911"/>
                  </a:lnTo>
                  <a:lnTo>
                    <a:pt x="1561" y="4208"/>
                  </a:lnTo>
                  <a:lnTo>
                    <a:pt x="1383" y="4524"/>
                  </a:lnTo>
                  <a:lnTo>
                    <a:pt x="1027" y="5156"/>
                  </a:lnTo>
                  <a:lnTo>
                    <a:pt x="711" y="5788"/>
                  </a:lnTo>
                  <a:lnTo>
                    <a:pt x="435" y="6400"/>
                  </a:lnTo>
                  <a:lnTo>
                    <a:pt x="237" y="6973"/>
                  </a:lnTo>
                  <a:lnTo>
                    <a:pt x="139" y="7230"/>
                  </a:lnTo>
                  <a:lnTo>
                    <a:pt x="79" y="7487"/>
                  </a:lnTo>
                  <a:lnTo>
                    <a:pt x="40" y="7724"/>
                  </a:lnTo>
                  <a:lnTo>
                    <a:pt x="0" y="7961"/>
                  </a:lnTo>
                  <a:lnTo>
                    <a:pt x="0" y="8158"/>
                  </a:lnTo>
                  <a:lnTo>
                    <a:pt x="20" y="8336"/>
                  </a:lnTo>
                  <a:lnTo>
                    <a:pt x="60" y="8514"/>
                  </a:lnTo>
                  <a:lnTo>
                    <a:pt x="119" y="8652"/>
                  </a:lnTo>
                  <a:lnTo>
                    <a:pt x="178" y="8751"/>
                  </a:lnTo>
                  <a:lnTo>
                    <a:pt x="257" y="8830"/>
                  </a:lnTo>
                  <a:lnTo>
                    <a:pt x="316" y="8889"/>
                  </a:lnTo>
                  <a:lnTo>
                    <a:pt x="376" y="8909"/>
                  </a:lnTo>
                  <a:lnTo>
                    <a:pt x="435" y="8909"/>
                  </a:lnTo>
                  <a:lnTo>
                    <a:pt x="494" y="8869"/>
                  </a:lnTo>
                  <a:lnTo>
                    <a:pt x="553" y="8830"/>
                  </a:lnTo>
                  <a:lnTo>
                    <a:pt x="593" y="8770"/>
                  </a:lnTo>
                  <a:lnTo>
                    <a:pt x="672" y="8593"/>
                  </a:lnTo>
                  <a:lnTo>
                    <a:pt x="751" y="8375"/>
                  </a:lnTo>
                  <a:lnTo>
                    <a:pt x="810" y="8138"/>
                  </a:lnTo>
                  <a:lnTo>
                    <a:pt x="850" y="7901"/>
                  </a:lnTo>
                  <a:lnTo>
                    <a:pt x="988" y="7250"/>
                  </a:lnTo>
                  <a:lnTo>
                    <a:pt x="1205" y="6420"/>
                  </a:lnTo>
                  <a:lnTo>
                    <a:pt x="1343" y="5966"/>
                  </a:lnTo>
                  <a:lnTo>
                    <a:pt x="1482" y="5571"/>
                  </a:lnTo>
                  <a:lnTo>
                    <a:pt x="1620" y="5195"/>
                  </a:lnTo>
                  <a:lnTo>
                    <a:pt x="1778" y="4919"/>
                  </a:lnTo>
                  <a:lnTo>
                    <a:pt x="1956" y="4662"/>
                  </a:lnTo>
                  <a:lnTo>
                    <a:pt x="2193" y="4366"/>
                  </a:lnTo>
                  <a:lnTo>
                    <a:pt x="2469" y="4069"/>
                  </a:lnTo>
                  <a:lnTo>
                    <a:pt x="2766" y="3773"/>
                  </a:lnTo>
                  <a:lnTo>
                    <a:pt x="3082" y="3497"/>
                  </a:lnTo>
                  <a:lnTo>
                    <a:pt x="3378" y="3260"/>
                  </a:lnTo>
                  <a:lnTo>
                    <a:pt x="3654" y="3082"/>
                  </a:lnTo>
                  <a:lnTo>
                    <a:pt x="3773" y="3023"/>
                  </a:lnTo>
                  <a:lnTo>
                    <a:pt x="3891" y="2963"/>
                  </a:lnTo>
                  <a:lnTo>
                    <a:pt x="4089" y="2944"/>
                  </a:lnTo>
                  <a:lnTo>
                    <a:pt x="4227" y="2944"/>
                  </a:lnTo>
                  <a:lnTo>
                    <a:pt x="4286" y="2983"/>
                  </a:lnTo>
                  <a:lnTo>
                    <a:pt x="4326" y="3003"/>
                  </a:lnTo>
                  <a:lnTo>
                    <a:pt x="4405" y="3102"/>
                  </a:lnTo>
                  <a:lnTo>
                    <a:pt x="4444" y="3200"/>
                  </a:lnTo>
                  <a:lnTo>
                    <a:pt x="4464" y="3339"/>
                  </a:lnTo>
                  <a:lnTo>
                    <a:pt x="4464" y="3595"/>
                  </a:lnTo>
                  <a:lnTo>
                    <a:pt x="4444" y="3813"/>
                  </a:lnTo>
                  <a:lnTo>
                    <a:pt x="4346" y="4129"/>
                  </a:lnTo>
                  <a:lnTo>
                    <a:pt x="4247" y="4544"/>
                  </a:lnTo>
                  <a:lnTo>
                    <a:pt x="4148" y="4998"/>
                  </a:lnTo>
                  <a:lnTo>
                    <a:pt x="4069" y="5472"/>
                  </a:lnTo>
                  <a:lnTo>
                    <a:pt x="4030" y="5729"/>
                  </a:lnTo>
                  <a:lnTo>
                    <a:pt x="4030" y="5946"/>
                  </a:lnTo>
                  <a:lnTo>
                    <a:pt x="4049" y="6163"/>
                  </a:lnTo>
                  <a:lnTo>
                    <a:pt x="4089" y="6361"/>
                  </a:lnTo>
                  <a:lnTo>
                    <a:pt x="4148" y="6539"/>
                  </a:lnTo>
                  <a:lnTo>
                    <a:pt x="4247" y="6697"/>
                  </a:lnTo>
                  <a:lnTo>
                    <a:pt x="4346" y="6815"/>
                  </a:lnTo>
                  <a:lnTo>
                    <a:pt x="4464" y="6914"/>
                  </a:lnTo>
                  <a:lnTo>
                    <a:pt x="4583" y="6993"/>
                  </a:lnTo>
                  <a:lnTo>
                    <a:pt x="4721" y="7032"/>
                  </a:lnTo>
                  <a:lnTo>
                    <a:pt x="4840" y="7052"/>
                  </a:lnTo>
                  <a:lnTo>
                    <a:pt x="4978" y="7052"/>
                  </a:lnTo>
                  <a:lnTo>
                    <a:pt x="5096" y="7032"/>
                  </a:lnTo>
                  <a:lnTo>
                    <a:pt x="5235" y="7013"/>
                  </a:lnTo>
                  <a:lnTo>
                    <a:pt x="5353" y="6953"/>
                  </a:lnTo>
                  <a:lnTo>
                    <a:pt x="5472" y="6894"/>
                  </a:lnTo>
                  <a:lnTo>
                    <a:pt x="5669" y="6756"/>
                  </a:lnTo>
                  <a:lnTo>
                    <a:pt x="5847" y="6578"/>
                  </a:lnTo>
                  <a:lnTo>
                    <a:pt x="5906" y="6499"/>
                  </a:lnTo>
                  <a:lnTo>
                    <a:pt x="5965" y="6420"/>
                  </a:lnTo>
                  <a:lnTo>
                    <a:pt x="6064" y="6183"/>
                  </a:lnTo>
                  <a:lnTo>
                    <a:pt x="6183" y="5887"/>
                  </a:lnTo>
                  <a:lnTo>
                    <a:pt x="6439" y="5136"/>
                  </a:lnTo>
                  <a:lnTo>
                    <a:pt x="6696" y="4307"/>
                  </a:lnTo>
                  <a:lnTo>
                    <a:pt x="6795" y="3931"/>
                  </a:lnTo>
                  <a:lnTo>
                    <a:pt x="6874" y="3595"/>
                  </a:lnTo>
                  <a:lnTo>
                    <a:pt x="7052" y="2865"/>
                  </a:lnTo>
                  <a:lnTo>
                    <a:pt x="7170" y="2450"/>
                  </a:lnTo>
                  <a:lnTo>
                    <a:pt x="7289" y="2055"/>
                  </a:lnTo>
                  <a:lnTo>
                    <a:pt x="7427" y="1719"/>
                  </a:lnTo>
                  <a:lnTo>
                    <a:pt x="7486" y="1581"/>
                  </a:lnTo>
                  <a:lnTo>
                    <a:pt x="7546" y="1462"/>
                  </a:lnTo>
                  <a:lnTo>
                    <a:pt x="7625" y="1383"/>
                  </a:lnTo>
                  <a:lnTo>
                    <a:pt x="7684" y="1324"/>
                  </a:lnTo>
                  <a:lnTo>
                    <a:pt x="7743" y="1324"/>
                  </a:lnTo>
                  <a:lnTo>
                    <a:pt x="7783" y="1363"/>
                  </a:lnTo>
                  <a:lnTo>
                    <a:pt x="7842" y="1462"/>
                  </a:lnTo>
                  <a:lnTo>
                    <a:pt x="7862" y="1620"/>
                  </a:lnTo>
                  <a:lnTo>
                    <a:pt x="7862" y="1818"/>
                  </a:lnTo>
                  <a:lnTo>
                    <a:pt x="7862" y="2055"/>
                  </a:lnTo>
                  <a:lnTo>
                    <a:pt x="7822" y="2628"/>
                  </a:lnTo>
                  <a:lnTo>
                    <a:pt x="7763" y="3279"/>
                  </a:lnTo>
                  <a:lnTo>
                    <a:pt x="7704" y="3971"/>
                  </a:lnTo>
                  <a:lnTo>
                    <a:pt x="7684" y="4603"/>
                  </a:lnTo>
                  <a:lnTo>
                    <a:pt x="7704" y="4899"/>
                  </a:lnTo>
                  <a:lnTo>
                    <a:pt x="7723" y="5156"/>
                  </a:lnTo>
                  <a:lnTo>
                    <a:pt x="7783" y="5373"/>
                  </a:lnTo>
                  <a:lnTo>
                    <a:pt x="7842" y="5551"/>
                  </a:lnTo>
                  <a:lnTo>
                    <a:pt x="7941" y="5689"/>
                  </a:lnTo>
                  <a:lnTo>
                    <a:pt x="8059" y="5768"/>
                  </a:lnTo>
                  <a:lnTo>
                    <a:pt x="8178" y="5827"/>
                  </a:lnTo>
                  <a:lnTo>
                    <a:pt x="8296" y="5867"/>
                  </a:lnTo>
                  <a:lnTo>
                    <a:pt x="8434" y="5867"/>
                  </a:lnTo>
                  <a:lnTo>
                    <a:pt x="8573" y="5827"/>
                  </a:lnTo>
                  <a:lnTo>
                    <a:pt x="8711" y="5788"/>
                  </a:lnTo>
                  <a:lnTo>
                    <a:pt x="8869" y="5709"/>
                  </a:lnTo>
                  <a:lnTo>
                    <a:pt x="9007" y="5630"/>
                  </a:lnTo>
                  <a:lnTo>
                    <a:pt x="9145" y="5531"/>
                  </a:lnTo>
                  <a:lnTo>
                    <a:pt x="9264" y="5413"/>
                  </a:lnTo>
                  <a:lnTo>
                    <a:pt x="9382" y="5294"/>
                  </a:lnTo>
                  <a:lnTo>
                    <a:pt x="9600" y="5057"/>
                  </a:lnTo>
                  <a:lnTo>
                    <a:pt x="9679" y="4919"/>
                  </a:lnTo>
                  <a:lnTo>
                    <a:pt x="9738" y="4800"/>
                  </a:lnTo>
                  <a:lnTo>
                    <a:pt x="9857" y="4465"/>
                  </a:lnTo>
                  <a:lnTo>
                    <a:pt x="10015" y="3971"/>
                  </a:lnTo>
                  <a:lnTo>
                    <a:pt x="10370" y="2707"/>
                  </a:lnTo>
                  <a:lnTo>
                    <a:pt x="10548" y="2075"/>
                  </a:lnTo>
                  <a:lnTo>
                    <a:pt x="10745" y="1521"/>
                  </a:lnTo>
                  <a:lnTo>
                    <a:pt x="10844" y="1304"/>
                  </a:lnTo>
                  <a:lnTo>
                    <a:pt x="10943" y="1126"/>
                  </a:lnTo>
                  <a:lnTo>
                    <a:pt x="11022" y="988"/>
                  </a:lnTo>
                  <a:lnTo>
                    <a:pt x="11121" y="909"/>
                  </a:lnTo>
                  <a:lnTo>
                    <a:pt x="11200" y="889"/>
                  </a:lnTo>
                  <a:lnTo>
                    <a:pt x="11279" y="889"/>
                  </a:lnTo>
                  <a:lnTo>
                    <a:pt x="11338" y="909"/>
                  </a:lnTo>
                  <a:lnTo>
                    <a:pt x="11397" y="949"/>
                  </a:lnTo>
                  <a:lnTo>
                    <a:pt x="11456" y="1028"/>
                  </a:lnTo>
                  <a:lnTo>
                    <a:pt x="11496" y="1107"/>
                  </a:lnTo>
                  <a:lnTo>
                    <a:pt x="11575" y="1304"/>
                  </a:lnTo>
                  <a:lnTo>
                    <a:pt x="11634" y="1541"/>
                  </a:lnTo>
                  <a:lnTo>
                    <a:pt x="11654" y="1778"/>
                  </a:lnTo>
                  <a:lnTo>
                    <a:pt x="11674" y="1996"/>
                  </a:lnTo>
                  <a:lnTo>
                    <a:pt x="11693" y="2173"/>
                  </a:lnTo>
                  <a:lnTo>
                    <a:pt x="11674" y="2351"/>
                  </a:lnTo>
                  <a:lnTo>
                    <a:pt x="11634" y="2588"/>
                  </a:lnTo>
                  <a:lnTo>
                    <a:pt x="11575" y="2865"/>
                  </a:lnTo>
                  <a:lnTo>
                    <a:pt x="11535" y="3121"/>
                  </a:lnTo>
                  <a:lnTo>
                    <a:pt x="11516" y="3378"/>
                  </a:lnTo>
                  <a:lnTo>
                    <a:pt x="11516" y="3497"/>
                  </a:lnTo>
                  <a:lnTo>
                    <a:pt x="11535" y="3595"/>
                  </a:lnTo>
                  <a:lnTo>
                    <a:pt x="11575" y="3694"/>
                  </a:lnTo>
                  <a:lnTo>
                    <a:pt x="11634" y="3753"/>
                  </a:lnTo>
                  <a:lnTo>
                    <a:pt x="11713" y="3813"/>
                  </a:lnTo>
                  <a:lnTo>
                    <a:pt x="11812" y="3832"/>
                  </a:lnTo>
                  <a:lnTo>
                    <a:pt x="11911" y="3813"/>
                  </a:lnTo>
                  <a:lnTo>
                    <a:pt x="11990" y="3773"/>
                  </a:lnTo>
                  <a:lnTo>
                    <a:pt x="12069" y="3694"/>
                  </a:lnTo>
                  <a:lnTo>
                    <a:pt x="12148" y="3595"/>
                  </a:lnTo>
                  <a:lnTo>
                    <a:pt x="12207" y="3457"/>
                  </a:lnTo>
                  <a:lnTo>
                    <a:pt x="12247" y="3319"/>
                  </a:lnTo>
                  <a:lnTo>
                    <a:pt x="12326" y="3003"/>
                  </a:lnTo>
                  <a:lnTo>
                    <a:pt x="12385" y="2667"/>
                  </a:lnTo>
                  <a:lnTo>
                    <a:pt x="12424" y="2391"/>
                  </a:lnTo>
                  <a:lnTo>
                    <a:pt x="12424" y="2114"/>
                  </a:lnTo>
                  <a:lnTo>
                    <a:pt x="12444" y="2055"/>
                  </a:lnTo>
                  <a:lnTo>
                    <a:pt x="12484" y="1857"/>
                  </a:lnTo>
                  <a:lnTo>
                    <a:pt x="12523" y="1600"/>
                  </a:lnTo>
                  <a:lnTo>
                    <a:pt x="12523" y="1442"/>
                  </a:lnTo>
                  <a:lnTo>
                    <a:pt x="12503" y="1284"/>
                  </a:lnTo>
                  <a:lnTo>
                    <a:pt x="12484" y="1107"/>
                  </a:lnTo>
                  <a:lnTo>
                    <a:pt x="12444" y="929"/>
                  </a:lnTo>
                  <a:lnTo>
                    <a:pt x="12365" y="751"/>
                  </a:lnTo>
                  <a:lnTo>
                    <a:pt x="12266" y="593"/>
                  </a:lnTo>
                  <a:lnTo>
                    <a:pt x="12128" y="435"/>
                  </a:lnTo>
                  <a:lnTo>
                    <a:pt x="11970" y="297"/>
                  </a:lnTo>
                  <a:lnTo>
                    <a:pt x="11772" y="159"/>
                  </a:lnTo>
                  <a:lnTo>
                    <a:pt x="11516" y="60"/>
                  </a:lnTo>
                  <a:lnTo>
                    <a:pt x="11377" y="20"/>
                  </a:lnTo>
                  <a:lnTo>
                    <a:pt x="1125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6" name="Google Shape;8916;p34"/>
            <p:cNvSpPr/>
            <p:nvPr/>
          </p:nvSpPr>
          <p:spPr>
            <a:xfrm>
              <a:off x="-69770" y="3367293"/>
              <a:ext cx="639054" cy="308089"/>
            </a:xfrm>
            <a:custGeom>
              <a:rect b="b" l="l" r="r" t="t"/>
              <a:pathLst>
                <a:path extrusionOk="0" h="9818" w="20365">
                  <a:moveTo>
                    <a:pt x="929" y="0"/>
                  </a:moveTo>
                  <a:lnTo>
                    <a:pt x="316" y="474"/>
                  </a:lnTo>
                  <a:lnTo>
                    <a:pt x="0" y="692"/>
                  </a:lnTo>
                  <a:lnTo>
                    <a:pt x="514" y="1561"/>
                  </a:lnTo>
                  <a:lnTo>
                    <a:pt x="1699" y="3575"/>
                  </a:lnTo>
                  <a:lnTo>
                    <a:pt x="3082" y="5906"/>
                  </a:lnTo>
                  <a:lnTo>
                    <a:pt x="3694" y="6894"/>
                  </a:lnTo>
                  <a:lnTo>
                    <a:pt x="4168" y="7644"/>
                  </a:lnTo>
                  <a:lnTo>
                    <a:pt x="4820" y="8612"/>
                  </a:lnTo>
                  <a:lnTo>
                    <a:pt x="5254" y="9224"/>
                  </a:lnTo>
                  <a:lnTo>
                    <a:pt x="5412" y="9422"/>
                  </a:lnTo>
                  <a:lnTo>
                    <a:pt x="5551" y="9580"/>
                  </a:lnTo>
                  <a:lnTo>
                    <a:pt x="5709" y="9699"/>
                  </a:lnTo>
                  <a:lnTo>
                    <a:pt x="5886" y="9797"/>
                  </a:lnTo>
                  <a:lnTo>
                    <a:pt x="5946" y="9817"/>
                  </a:lnTo>
                  <a:lnTo>
                    <a:pt x="6005" y="9817"/>
                  </a:lnTo>
                  <a:lnTo>
                    <a:pt x="6183" y="9797"/>
                  </a:lnTo>
                  <a:lnTo>
                    <a:pt x="6380" y="9718"/>
                  </a:lnTo>
                  <a:lnTo>
                    <a:pt x="6637" y="9639"/>
                  </a:lnTo>
                  <a:lnTo>
                    <a:pt x="7210" y="9363"/>
                  </a:lnTo>
                  <a:lnTo>
                    <a:pt x="7901" y="8987"/>
                  </a:lnTo>
                  <a:lnTo>
                    <a:pt x="9481" y="8099"/>
                  </a:lnTo>
                  <a:lnTo>
                    <a:pt x="10311" y="7644"/>
                  </a:lnTo>
                  <a:lnTo>
                    <a:pt x="11140" y="7210"/>
                  </a:lnTo>
                  <a:lnTo>
                    <a:pt x="11595" y="6973"/>
                  </a:lnTo>
                  <a:lnTo>
                    <a:pt x="12148" y="6657"/>
                  </a:lnTo>
                  <a:lnTo>
                    <a:pt x="12760" y="6262"/>
                  </a:lnTo>
                  <a:lnTo>
                    <a:pt x="13451" y="5827"/>
                  </a:lnTo>
                  <a:lnTo>
                    <a:pt x="14933" y="4839"/>
                  </a:lnTo>
                  <a:lnTo>
                    <a:pt x="16454" y="3812"/>
                  </a:lnTo>
                  <a:lnTo>
                    <a:pt x="19101" y="1975"/>
                  </a:lnTo>
                  <a:lnTo>
                    <a:pt x="20345" y="1106"/>
                  </a:lnTo>
                  <a:lnTo>
                    <a:pt x="20365" y="1067"/>
                  </a:lnTo>
                  <a:lnTo>
                    <a:pt x="20345" y="988"/>
                  </a:lnTo>
                  <a:lnTo>
                    <a:pt x="20305" y="889"/>
                  </a:lnTo>
                  <a:lnTo>
                    <a:pt x="20246" y="751"/>
                  </a:lnTo>
                  <a:lnTo>
                    <a:pt x="17876" y="2015"/>
                  </a:lnTo>
                  <a:lnTo>
                    <a:pt x="17224" y="2410"/>
                  </a:lnTo>
                  <a:lnTo>
                    <a:pt x="15881" y="3220"/>
                  </a:lnTo>
                  <a:lnTo>
                    <a:pt x="12069" y="5531"/>
                  </a:lnTo>
                  <a:lnTo>
                    <a:pt x="10074" y="6716"/>
                  </a:lnTo>
                  <a:lnTo>
                    <a:pt x="8296" y="7743"/>
                  </a:lnTo>
                  <a:lnTo>
                    <a:pt x="7565" y="8138"/>
                  </a:lnTo>
                  <a:lnTo>
                    <a:pt x="6993" y="8434"/>
                  </a:lnTo>
                  <a:lnTo>
                    <a:pt x="6578" y="8632"/>
                  </a:lnTo>
                  <a:lnTo>
                    <a:pt x="6439" y="8671"/>
                  </a:lnTo>
                  <a:lnTo>
                    <a:pt x="6360" y="8671"/>
                  </a:lnTo>
                  <a:lnTo>
                    <a:pt x="6301" y="8652"/>
                  </a:lnTo>
                  <a:lnTo>
                    <a:pt x="6222" y="8573"/>
                  </a:lnTo>
                  <a:lnTo>
                    <a:pt x="6005" y="8336"/>
                  </a:lnTo>
                  <a:lnTo>
                    <a:pt x="5709" y="7960"/>
                  </a:lnTo>
                  <a:lnTo>
                    <a:pt x="5373" y="7486"/>
                  </a:lnTo>
                  <a:lnTo>
                    <a:pt x="4563" y="6301"/>
                  </a:lnTo>
                  <a:lnTo>
                    <a:pt x="3654" y="4918"/>
                  </a:lnTo>
                  <a:lnTo>
                    <a:pt x="2766" y="3536"/>
                  </a:lnTo>
                  <a:lnTo>
                    <a:pt x="1976" y="2252"/>
                  </a:lnTo>
                  <a:lnTo>
                    <a:pt x="1383" y="1264"/>
                  </a:lnTo>
                  <a:lnTo>
                    <a:pt x="1087" y="731"/>
                  </a:lnTo>
                  <a:lnTo>
                    <a:pt x="988" y="494"/>
                  </a:lnTo>
                  <a:lnTo>
                    <a:pt x="948" y="316"/>
                  </a:lnTo>
                  <a:lnTo>
                    <a:pt x="929" y="138"/>
                  </a:lnTo>
                  <a:lnTo>
                    <a:pt x="92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17" name="Google Shape;8917;p34"/>
          <p:cNvGrpSpPr/>
          <p:nvPr/>
        </p:nvGrpSpPr>
        <p:grpSpPr>
          <a:xfrm>
            <a:off x="45463" y="-42262"/>
            <a:ext cx="925639" cy="688028"/>
            <a:chOff x="8588925" y="2091476"/>
            <a:chExt cx="925639" cy="688028"/>
          </a:xfrm>
        </p:grpSpPr>
        <p:sp>
          <p:nvSpPr>
            <p:cNvPr id="8918" name="Google Shape;8918;p34"/>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9" name="Google Shape;8919;p34"/>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0" name="Google Shape;8920;p34"/>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1" name="Google Shape;8921;p34"/>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2" name="Google Shape;8922;p34"/>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3" name="Google Shape;8923;p34"/>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4" name="Google Shape;8924;p34"/>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5" name="Google Shape;8925;p34"/>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6" name="Google Shape;8926;p34"/>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7" name="Google Shape;8927;p34"/>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8" name="Google Shape;8928;p34"/>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9" name="Google Shape;8929;p34"/>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0" name="Google Shape;8930;p34"/>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1" name="Google Shape;8931;p34"/>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32" name="Google Shape;8932;p34"/>
          <p:cNvGrpSpPr/>
          <p:nvPr/>
        </p:nvGrpSpPr>
        <p:grpSpPr>
          <a:xfrm>
            <a:off x="7939200" y="3677975"/>
            <a:ext cx="1436750" cy="1718156"/>
            <a:chOff x="3853575" y="-2474775"/>
            <a:chExt cx="1436750" cy="1718156"/>
          </a:xfrm>
        </p:grpSpPr>
        <p:sp>
          <p:nvSpPr>
            <p:cNvPr id="8933" name="Google Shape;8933;p34"/>
            <p:cNvSpPr/>
            <p:nvPr/>
          </p:nvSpPr>
          <p:spPr>
            <a:xfrm>
              <a:off x="3873611" y="-1465718"/>
              <a:ext cx="573999" cy="351203"/>
            </a:xfrm>
            <a:custGeom>
              <a:rect b="b" l="l" r="r" t="t"/>
              <a:pathLst>
                <a:path extrusionOk="0" h="9343" w="15270">
                  <a:moveTo>
                    <a:pt x="9205" y="0"/>
                  </a:moveTo>
                  <a:lnTo>
                    <a:pt x="8988" y="20"/>
                  </a:lnTo>
                  <a:lnTo>
                    <a:pt x="8751" y="79"/>
                  </a:lnTo>
                  <a:lnTo>
                    <a:pt x="8514" y="178"/>
                  </a:lnTo>
                  <a:lnTo>
                    <a:pt x="8277" y="316"/>
                  </a:lnTo>
                  <a:lnTo>
                    <a:pt x="8040" y="454"/>
                  </a:lnTo>
                  <a:lnTo>
                    <a:pt x="7783" y="632"/>
                  </a:lnTo>
                  <a:lnTo>
                    <a:pt x="7309" y="1008"/>
                  </a:lnTo>
                  <a:lnTo>
                    <a:pt x="6855" y="1363"/>
                  </a:lnTo>
                  <a:lnTo>
                    <a:pt x="6420" y="1699"/>
                  </a:lnTo>
                  <a:lnTo>
                    <a:pt x="6223" y="1817"/>
                  </a:lnTo>
                  <a:lnTo>
                    <a:pt x="6025" y="1916"/>
                  </a:lnTo>
                  <a:lnTo>
                    <a:pt x="5867" y="1975"/>
                  </a:lnTo>
                  <a:lnTo>
                    <a:pt x="5709" y="1995"/>
                  </a:lnTo>
                  <a:lnTo>
                    <a:pt x="5551" y="1975"/>
                  </a:lnTo>
                  <a:lnTo>
                    <a:pt x="5354" y="1916"/>
                  </a:lnTo>
                  <a:lnTo>
                    <a:pt x="4840" y="1778"/>
                  </a:lnTo>
                  <a:lnTo>
                    <a:pt x="4228" y="1600"/>
                  </a:lnTo>
                  <a:lnTo>
                    <a:pt x="3576" y="1363"/>
                  </a:lnTo>
                  <a:lnTo>
                    <a:pt x="2312" y="968"/>
                  </a:lnTo>
                  <a:lnTo>
                    <a:pt x="1798" y="810"/>
                  </a:lnTo>
                  <a:lnTo>
                    <a:pt x="1581" y="770"/>
                  </a:lnTo>
                  <a:lnTo>
                    <a:pt x="1423" y="751"/>
                  </a:lnTo>
                  <a:lnTo>
                    <a:pt x="1028" y="751"/>
                  </a:lnTo>
                  <a:lnTo>
                    <a:pt x="831" y="790"/>
                  </a:lnTo>
                  <a:lnTo>
                    <a:pt x="633" y="869"/>
                  </a:lnTo>
                  <a:lnTo>
                    <a:pt x="455" y="968"/>
                  </a:lnTo>
                  <a:lnTo>
                    <a:pt x="317" y="1106"/>
                  </a:lnTo>
                  <a:lnTo>
                    <a:pt x="238" y="1185"/>
                  </a:lnTo>
                  <a:lnTo>
                    <a:pt x="179" y="1284"/>
                  </a:lnTo>
                  <a:lnTo>
                    <a:pt x="139" y="1383"/>
                  </a:lnTo>
                  <a:lnTo>
                    <a:pt x="100" y="1501"/>
                  </a:lnTo>
                  <a:lnTo>
                    <a:pt x="60" y="1699"/>
                  </a:lnTo>
                  <a:lnTo>
                    <a:pt x="21" y="1877"/>
                  </a:lnTo>
                  <a:lnTo>
                    <a:pt x="1" y="2054"/>
                  </a:lnTo>
                  <a:lnTo>
                    <a:pt x="1" y="2232"/>
                  </a:lnTo>
                  <a:lnTo>
                    <a:pt x="21" y="2410"/>
                  </a:lnTo>
                  <a:lnTo>
                    <a:pt x="60" y="2568"/>
                  </a:lnTo>
                  <a:lnTo>
                    <a:pt x="139" y="2726"/>
                  </a:lnTo>
                  <a:lnTo>
                    <a:pt x="238" y="2884"/>
                  </a:lnTo>
                  <a:lnTo>
                    <a:pt x="356" y="3002"/>
                  </a:lnTo>
                  <a:lnTo>
                    <a:pt x="495" y="3121"/>
                  </a:lnTo>
                  <a:lnTo>
                    <a:pt x="653" y="3239"/>
                  </a:lnTo>
                  <a:lnTo>
                    <a:pt x="1008" y="3477"/>
                  </a:lnTo>
                  <a:lnTo>
                    <a:pt x="1403" y="3674"/>
                  </a:lnTo>
                  <a:lnTo>
                    <a:pt x="1798" y="3852"/>
                  </a:lnTo>
                  <a:lnTo>
                    <a:pt x="1937" y="3911"/>
                  </a:lnTo>
                  <a:lnTo>
                    <a:pt x="1996" y="3931"/>
                  </a:lnTo>
                  <a:lnTo>
                    <a:pt x="2766" y="4207"/>
                  </a:lnTo>
                  <a:lnTo>
                    <a:pt x="3300" y="4385"/>
                  </a:lnTo>
                  <a:lnTo>
                    <a:pt x="3616" y="4464"/>
                  </a:lnTo>
                  <a:lnTo>
                    <a:pt x="3714" y="4484"/>
                  </a:lnTo>
                  <a:lnTo>
                    <a:pt x="3793" y="4622"/>
                  </a:lnTo>
                  <a:lnTo>
                    <a:pt x="4011" y="4918"/>
                  </a:lnTo>
                  <a:lnTo>
                    <a:pt x="4169" y="5116"/>
                  </a:lnTo>
                  <a:lnTo>
                    <a:pt x="4366" y="5313"/>
                  </a:lnTo>
                  <a:lnTo>
                    <a:pt x="4564" y="5531"/>
                  </a:lnTo>
                  <a:lnTo>
                    <a:pt x="4801" y="5709"/>
                  </a:lnTo>
                  <a:lnTo>
                    <a:pt x="5038" y="5886"/>
                  </a:lnTo>
                  <a:lnTo>
                    <a:pt x="5275" y="6005"/>
                  </a:lnTo>
                  <a:lnTo>
                    <a:pt x="5512" y="6104"/>
                  </a:lnTo>
                  <a:lnTo>
                    <a:pt x="5709" y="6163"/>
                  </a:lnTo>
                  <a:lnTo>
                    <a:pt x="6025" y="6242"/>
                  </a:lnTo>
                  <a:lnTo>
                    <a:pt x="6144" y="6262"/>
                  </a:lnTo>
                  <a:lnTo>
                    <a:pt x="6164" y="6400"/>
                  </a:lnTo>
                  <a:lnTo>
                    <a:pt x="6183" y="6578"/>
                  </a:lnTo>
                  <a:lnTo>
                    <a:pt x="6262" y="6775"/>
                  </a:lnTo>
                  <a:lnTo>
                    <a:pt x="6341" y="6992"/>
                  </a:lnTo>
                  <a:lnTo>
                    <a:pt x="6480" y="7210"/>
                  </a:lnTo>
                  <a:lnTo>
                    <a:pt x="6578" y="7308"/>
                  </a:lnTo>
                  <a:lnTo>
                    <a:pt x="6677" y="7407"/>
                  </a:lnTo>
                  <a:lnTo>
                    <a:pt x="6796" y="7506"/>
                  </a:lnTo>
                  <a:lnTo>
                    <a:pt x="6914" y="7585"/>
                  </a:lnTo>
                  <a:lnTo>
                    <a:pt x="7309" y="7802"/>
                  </a:lnTo>
                  <a:lnTo>
                    <a:pt x="7605" y="7921"/>
                  </a:lnTo>
                  <a:lnTo>
                    <a:pt x="7783" y="7980"/>
                  </a:lnTo>
                  <a:lnTo>
                    <a:pt x="7862" y="7980"/>
                  </a:lnTo>
                  <a:lnTo>
                    <a:pt x="7961" y="8138"/>
                  </a:lnTo>
                  <a:lnTo>
                    <a:pt x="8080" y="8296"/>
                  </a:lnTo>
                  <a:lnTo>
                    <a:pt x="8218" y="8474"/>
                  </a:lnTo>
                  <a:lnTo>
                    <a:pt x="8415" y="8671"/>
                  </a:lnTo>
                  <a:lnTo>
                    <a:pt x="8613" y="8849"/>
                  </a:lnTo>
                  <a:lnTo>
                    <a:pt x="8830" y="9007"/>
                  </a:lnTo>
                  <a:lnTo>
                    <a:pt x="8949" y="9066"/>
                  </a:lnTo>
                  <a:lnTo>
                    <a:pt x="9067" y="9106"/>
                  </a:lnTo>
                  <a:lnTo>
                    <a:pt x="9541" y="9205"/>
                  </a:lnTo>
                  <a:lnTo>
                    <a:pt x="10015" y="9284"/>
                  </a:lnTo>
                  <a:lnTo>
                    <a:pt x="10489" y="9343"/>
                  </a:lnTo>
                  <a:lnTo>
                    <a:pt x="11398" y="9343"/>
                  </a:lnTo>
                  <a:lnTo>
                    <a:pt x="11813" y="9303"/>
                  </a:lnTo>
                  <a:lnTo>
                    <a:pt x="12208" y="9264"/>
                  </a:lnTo>
                  <a:lnTo>
                    <a:pt x="12583" y="9185"/>
                  </a:lnTo>
                  <a:lnTo>
                    <a:pt x="12938" y="9126"/>
                  </a:lnTo>
                  <a:lnTo>
                    <a:pt x="13235" y="9047"/>
                  </a:lnTo>
                  <a:lnTo>
                    <a:pt x="13748" y="8889"/>
                  </a:lnTo>
                  <a:lnTo>
                    <a:pt x="14064" y="8790"/>
                  </a:lnTo>
                  <a:lnTo>
                    <a:pt x="14183" y="8731"/>
                  </a:lnTo>
                  <a:lnTo>
                    <a:pt x="15269" y="869"/>
                  </a:lnTo>
                  <a:lnTo>
                    <a:pt x="14479" y="731"/>
                  </a:lnTo>
                  <a:lnTo>
                    <a:pt x="12682" y="454"/>
                  </a:lnTo>
                  <a:lnTo>
                    <a:pt x="11635" y="296"/>
                  </a:lnTo>
                  <a:lnTo>
                    <a:pt x="10647" y="158"/>
                  </a:lnTo>
                  <a:lnTo>
                    <a:pt x="9798" y="59"/>
                  </a:lnTo>
                  <a:lnTo>
                    <a:pt x="920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4" name="Google Shape;8934;p34"/>
            <p:cNvSpPr/>
            <p:nvPr/>
          </p:nvSpPr>
          <p:spPr>
            <a:xfrm>
              <a:off x="4013224" y="-1297197"/>
              <a:ext cx="118822" cy="26050"/>
            </a:xfrm>
            <a:custGeom>
              <a:rect b="b" l="l" r="r" t="t"/>
              <a:pathLst>
                <a:path extrusionOk="0" h="693" w="3161">
                  <a:moveTo>
                    <a:pt x="0" y="1"/>
                  </a:moveTo>
                  <a:lnTo>
                    <a:pt x="158" y="258"/>
                  </a:lnTo>
                  <a:lnTo>
                    <a:pt x="1620" y="554"/>
                  </a:lnTo>
                  <a:lnTo>
                    <a:pt x="1896" y="613"/>
                  </a:lnTo>
                  <a:lnTo>
                    <a:pt x="2153" y="633"/>
                  </a:lnTo>
                  <a:lnTo>
                    <a:pt x="2647" y="672"/>
                  </a:lnTo>
                  <a:lnTo>
                    <a:pt x="3003" y="692"/>
                  </a:lnTo>
                  <a:lnTo>
                    <a:pt x="3161" y="692"/>
                  </a:lnTo>
                  <a:lnTo>
                    <a:pt x="2904" y="613"/>
                  </a:lnTo>
                  <a:lnTo>
                    <a:pt x="2568" y="554"/>
                  </a:lnTo>
                  <a:lnTo>
                    <a:pt x="2074" y="495"/>
                  </a:lnTo>
                  <a:lnTo>
                    <a:pt x="1758" y="435"/>
                  </a:lnTo>
                  <a:lnTo>
                    <a:pt x="1403" y="376"/>
                  </a:lnTo>
                  <a:lnTo>
                    <a:pt x="731" y="218"/>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5" name="Google Shape;8935;p34"/>
            <p:cNvSpPr/>
            <p:nvPr/>
          </p:nvSpPr>
          <p:spPr>
            <a:xfrm>
              <a:off x="4103067" y="-1230360"/>
              <a:ext cx="60896" cy="10450"/>
            </a:xfrm>
            <a:custGeom>
              <a:rect b="b" l="l" r="r" t="t"/>
              <a:pathLst>
                <a:path extrusionOk="0" h="278" w="1620">
                  <a:moveTo>
                    <a:pt x="40" y="1"/>
                  </a:moveTo>
                  <a:lnTo>
                    <a:pt x="20" y="20"/>
                  </a:lnTo>
                  <a:lnTo>
                    <a:pt x="0" y="99"/>
                  </a:lnTo>
                  <a:lnTo>
                    <a:pt x="20" y="178"/>
                  </a:lnTo>
                  <a:lnTo>
                    <a:pt x="40" y="218"/>
                  </a:lnTo>
                  <a:lnTo>
                    <a:pt x="79" y="238"/>
                  </a:lnTo>
                  <a:lnTo>
                    <a:pt x="178" y="257"/>
                  </a:lnTo>
                  <a:lnTo>
                    <a:pt x="356" y="277"/>
                  </a:lnTo>
                  <a:lnTo>
                    <a:pt x="889" y="277"/>
                  </a:lnTo>
                  <a:lnTo>
                    <a:pt x="1620" y="257"/>
                  </a:lnTo>
                  <a:lnTo>
                    <a:pt x="1264" y="218"/>
                  </a:lnTo>
                  <a:lnTo>
                    <a:pt x="929" y="178"/>
                  </a:lnTo>
                  <a:lnTo>
                    <a:pt x="514" y="99"/>
                  </a:lnTo>
                  <a:lnTo>
                    <a:pt x="4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6" name="Google Shape;8936;p34"/>
            <p:cNvSpPr/>
            <p:nvPr/>
          </p:nvSpPr>
          <p:spPr>
            <a:xfrm>
              <a:off x="4169152" y="-1165779"/>
              <a:ext cx="41612" cy="11202"/>
            </a:xfrm>
            <a:custGeom>
              <a:rect b="b" l="l" r="r" t="t"/>
              <a:pathLst>
                <a:path extrusionOk="0" h="298" w="1107">
                  <a:moveTo>
                    <a:pt x="0" y="1"/>
                  </a:moveTo>
                  <a:lnTo>
                    <a:pt x="40" y="120"/>
                  </a:lnTo>
                  <a:lnTo>
                    <a:pt x="99" y="199"/>
                  </a:lnTo>
                  <a:lnTo>
                    <a:pt x="138" y="278"/>
                  </a:lnTo>
                  <a:lnTo>
                    <a:pt x="218" y="297"/>
                  </a:lnTo>
                  <a:lnTo>
                    <a:pt x="356" y="278"/>
                  </a:lnTo>
                  <a:lnTo>
                    <a:pt x="711" y="199"/>
                  </a:lnTo>
                  <a:lnTo>
                    <a:pt x="1047" y="100"/>
                  </a:lnTo>
                  <a:lnTo>
                    <a:pt x="1106" y="60"/>
                  </a:lnTo>
                  <a:lnTo>
                    <a:pt x="1087" y="40"/>
                  </a:lnTo>
                  <a:lnTo>
                    <a:pt x="455" y="21"/>
                  </a:lnTo>
                  <a:lnTo>
                    <a:pt x="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7" name="Google Shape;8937;p34"/>
            <p:cNvSpPr/>
            <p:nvPr/>
          </p:nvSpPr>
          <p:spPr>
            <a:xfrm>
              <a:off x="3882520" y="-1393693"/>
              <a:ext cx="75030" cy="75030"/>
            </a:xfrm>
            <a:custGeom>
              <a:rect b="b" l="l" r="r" t="t"/>
              <a:pathLst>
                <a:path extrusionOk="0" h="1996" w="1996">
                  <a:moveTo>
                    <a:pt x="376" y="0"/>
                  </a:moveTo>
                  <a:lnTo>
                    <a:pt x="1" y="968"/>
                  </a:lnTo>
                  <a:lnTo>
                    <a:pt x="119" y="1086"/>
                  </a:lnTo>
                  <a:lnTo>
                    <a:pt x="416" y="198"/>
                  </a:lnTo>
                  <a:lnTo>
                    <a:pt x="1048" y="494"/>
                  </a:lnTo>
                  <a:lnTo>
                    <a:pt x="1502" y="731"/>
                  </a:lnTo>
                  <a:lnTo>
                    <a:pt x="1680" y="830"/>
                  </a:lnTo>
                  <a:lnTo>
                    <a:pt x="1779" y="909"/>
                  </a:lnTo>
                  <a:lnTo>
                    <a:pt x="1798" y="968"/>
                  </a:lnTo>
                  <a:lnTo>
                    <a:pt x="1838" y="1067"/>
                  </a:lnTo>
                  <a:lnTo>
                    <a:pt x="1838" y="1146"/>
                  </a:lnTo>
                  <a:lnTo>
                    <a:pt x="1838" y="1264"/>
                  </a:lnTo>
                  <a:lnTo>
                    <a:pt x="1798" y="1482"/>
                  </a:lnTo>
                  <a:lnTo>
                    <a:pt x="1719" y="1719"/>
                  </a:lnTo>
                  <a:lnTo>
                    <a:pt x="1640" y="1857"/>
                  </a:lnTo>
                  <a:lnTo>
                    <a:pt x="1561" y="1936"/>
                  </a:lnTo>
                  <a:lnTo>
                    <a:pt x="1700" y="1995"/>
                  </a:lnTo>
                  <a:lnTo>
                    <a:pt x="1779" y="1896"/>
                  </a:lnTo>
                  <a:lnTo>
                    <a:pt x="1838" y="1738"/>
                  </a:lnTo>
                  <a:lnTo>
                    <a:pt x="1897" y="1580"/>
                  </a:lnTo>
                  <a:lnTo>
                    <a:pt x="1956" y="1402"/>
                  </a:lnTo>
                  <a:lnTo>
                    <a:pt x="1976" y="1244"/>
                  </a:lnTo>
                  <a:lnTo>
                    <a:pt x="1996" y="1067"/>
                  </a:lnTo>
                  <a:lnTo>
                    <a:pt x="1956" y="928"/>
                  </a:lnTo>
                  <a:lnTo>
                    <a:pt x="1937" y="869"/>
                  </a:lnTo>
                  <a:lnTo>
                    <a:pt x="1897" y="810"/>
                  </a:lnTo>
                  <a:lnTo>
                    <a:pt x="1798" y="711"/>
                  </a:lnTo>
                  <a:lnTo>
                    <a:pt x="1640" y="593"/>
                  </a:lnTo>
                  <a:lnTo>
                    <a:pt x="1463" y="494"/>
                  </a:lnTo>
                  <a:lnTo>
                    <a:pt x="1285" y="395"/>
                  </a:lnTo>
                  <a:lnTo>
                    <a:pt x="989" y="257"/>
                  </a:lnTo>
                  <a:lnTo>
                    <a:pt x="870" y="217"/>
                  </a:lnTo>
                  <a:lnTo>
                    <a:pt x="37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8" name="Google Shape;8938;p34"/>
            <p:cNvSpPr/>
            <p:nvPr/>
          </p:nvSpPr>
          <p:spPr>
            <a:xfrm>
              <a:off x="4047357" y="-2278023"/>
              <a:ext cx="1045453" cy="331920"/>
            </a:xfrm>
            <a:custGeom>
              <a:rect b="b" l="l" r="r" t="t"/>
              <a:pathLst>
                <a:path extrusionOk="0" h="8830" w="27812">
                  <a:moveTo>
                    <a:pt x="9581" y="0"/>
                  </a:moveTo>
                  <a:lnTo>
                    <a:pt x="9363" y="40"/>
                  </a:lnTo>
                  <a:lnTo>
                    <a:pt x="9166" y="60"/>
                  </a:lnTo>
                  <a:lnTo>
                    <a:pt x="8988" y="119"/>
                  </a:lnTo>
                  <a:lnTo>
                    <a:pt x="8830" y="178"/>
                  </a:lnTo>
                  <a:lnTo>
                    <a:pt x="8692" y="237"/>
                  </a:lnTo>
                  <a:lnTo>
                    <a:pt x="8573" y="297"/>
                  </a:lnTo>
                  <a:lnTo>
                    <a:pt x="8396" y="435"/>
                  </a:lnTo>
                  <a:lnTo>
                    <a:pt x="8277" y="553"/>
                  </a:lnTo>
                  <a:lnTo>
                    <a:pt x="8178" y="692"/>
                  </a:lnTo>
                  <a:lnTo>
                    <a:pt x="8099" y="672"/>
                  </a:lnTo>
                  <a:lnTo>
                    <a:pt x="7862" y="672"/>
                  </a:lnTo>
                  <a:lnTo>
                    <a:pt x="7507" y="692"/>
                  </a:lnTo>
                  <a:lnTo>
                    <a:pt x="7309" y="731"/>
                  </a:lnTo>
                  <a:lnTo>
                    <a:pt x="7092" y="771"/>
                  </a:lnTo>
                  <a:lnTo>
                    <a:pt x="6875" y="830"/>
                  </a:lnTo>
                  <a:lnTo>
                    <a:pt x="6638" y="929"/>
                  </a:lnTo>
                  <a:lnTo>
                    <a:pt x="6401" y="1027"/>
                  </a:lnTo>
                  <a:lnTo>
                    <a:pt x="6183" y="1166"/>
                  </a:lnTo>
                  <a:lnTo>
                    <a:pt x="5966" y="1324"/>
                  </a:lnTo>
                  <a:lnTo>
                    <a:pt x="5749" y="1521"/>
                  </a:lnTo>
                  <a:lnTo>
                    <a:pt x="5571" y="1758"/>
                  </a:lnTo>
                  <a:lnTo>
                    <a:pt x="5413" y="2035"/>
                  </a:lnTo>
                  <a:lnTo>
                    <a:pt x="5354" y="2035"/>
                  </a:lnTo>
                  <a:lnTo>
                    <a:pt x="5196" y="2074"/>
                  </a:lnTo>
                  <a:lnTo>
                    <a:pt x="4959" y="2153"/>
                  </a:lnTo>
                  <a:lnTo>
                    <a:pt x="4820" y="2213"/>
                  </a:lnTo>
                  <a:lnTo>
                    <a:pt x="4662" y="2292"/>
                  </a:lnTo>
                  <a:lnTo>
                    <a:pt x="4504" y="2390"/>
                  </a:lnTo>
                  <a:lnTo>
                    <a:pt x="4346" y="2509"/>
                  </a:lnTo>
                  <a:lnTo>
                    <a:pt x="4169" y="2647"/>
                  </a:lnTo>
                  <a:lnTo>
                    <a:pt x="3991" y="2825"/>
                  </a:lnTo>
                  <a:lnTo>
                    <a:pt x="3813" y="3022"/>
                  </a:lnTo>
                  <a:lnTo>
                    <a:pt x="3655" y="3259"/>
                  </a:lnTo>
                  <a:lnTo>
                    <a:pt x="3497" y="3536"/>
                  </a:lnTo>
                  <a:lnTo>
                    <a:pt x="3339" y="3832"/>
                  </a:lnTo>
                  <a:lnTo>
                    <a:pt x="2983" y="3813"/>
                  </a:lnTo>
                  <a:lnTo>
                    <a:pt x="2628" y="3793"/>
                  </a:lnTo>
                  <a:lnTo>
                    <a:pt x="2174" y="3813"/>
                  </a:lnTo>
                  <a:lnTo>
                    <a:pt x="1937" y="3832"/>
                  </a:lnTo>
                  <a:lnTo>
                    <a:pt x="1680" y="3872"/>
                  </a:lnTo>
                  <a:lnTo>
                    <a:pt x="1443" y="3931"/>
                  </a:lnTo>
                  <a:lnTo>
                    <a:pt x="1206" y="3990"/>
                  </a:lnTo>
                  <a:lnTo>
                    <a:pt x="969" y="4069"/>
                  </a:lnTo>
                  <a:lnTo>
                    <a:pt x="751" y="4168"/>
                  </a:lnTo>
                  <a:lnTo>
                    <a:pt x="554" y="4306"/>
                  </a:lnTo>
                  <a:lnTo>
                    <a:pt x="376" y="4445"/>
                  </a:lnTo>
                  <a:lnTo>
                    <a:pt x="238" y="4603"/>
                  </a:lnTo>
                  <a:lnTo>
                    <a:pt x="139" y="4780"/>
                  </a:lnTo>
                  <a:lnTo>
                    <a:pt x="60" y="4938"/>
                  </a:lnTo>
                  <a:lnTo>
                    <a:pt x="21" y="5096"/>
                  </a:lnTo>
                  <a:lnTo>
                    <a:pt x="1" y="5254"/>
                  </a:lnTo>
                  <a:lnTo>
                    <a:pt x="1" y="5393"/>
                  </a:lnTo>
                  <a:lnTo>
                    <a:pt x="40" y="5551"/>
                  </a:lnTo>
                  <a:lnTo>
                    <a:pt x="80" y="5669"/>
                  </a:lnTo>
                  <a:lnTo>
                    <a:pt x="159" y="5807"/>
                  </a:lnTo>
                  <a:lnTo>
                    <a:pt x="238" y="5906"/>
                  </a:lnTo>
                  <a:lnTo>
                    <a:pt x="337" y="6005"/>
                  </a:lnTo>
                  <a:lnTo>
                    <a:pt x="435" y="6104"/>
                  </a:lnTo>
                  <a:lnTo>
                    <a:pt x="534" y="6163"/>
                  </a:lnTo>
                  <a:lnTo>
                    <a:pt x="653" y="6203"/>
                  </a:lnTo>
                  <a:lnTo>
                    <a:pt x="751" y="6242"/>
                  </a:lnTo>
                  <a:lnTo>
                    <a:pt x="870" y="6242"/>
                  </a:lnTo>
                  <a:lnTo>
                    <a:pt x="1265" y="6262"/>
                  </a:lnTo>
                  <a:lnTo>
                    <a:pt x="1937" y="6321"/>
                  </a:lnTo>
                  <a:lnTo>
                    <a:pt x="3813" y="6479"/>
                  </a:lnTo>
                  <a:lnTo>
                    <a:pt x="5808" y="6677"/>
                  </a:lnTo>
                  <a:lnTo>
                    <a:pt x="6598" y="6756"/>
                  </a:lnTo>
                  <a:lnTo>
                    <a:pt x="7171" y="6835"/>
                  </a:lnTo>
                  <a:lnTo>
                    <a:pt x="7388" y="6894"/>
                  </a:lnTo>
                  <a:lnTo>
                    <a:pt x="7625" y="6973"/>
                  </a:lnTo>
                  <a:lnTo>
                    <a:pt x="8198" y="7170"/>
                  </a:lnTo>
                  <a:lnTo>
                    <a:pt x="8810" y="7427"/>
                  </a:lnTo>
                  <a:lnTo>
                    <a:pt x="9482" y="7704"/>
                  </a:lnTo>
                  <a:lnTo>
                    <a:pt x="10134" y="7980"/>
                  </a:lnTo>
                  <a:lnTo>
                    <a:pt x="10766" y="8217"/>
                  </a:lnTo>
                  <a:lnTo>
                    <a:pt x="11062" y="8316"/>
                  </a:lnTo>
                  <a:lnTo>
                    <a:pt x="11319" y="8395"/>
                  </a:lnTo>
                  <a:lnTo>
                    <a:pt x="11576" y="8434"/>
                  </a:lnTo>
                  <a:lnTo>
                    <a:pt x="11793" y="8454"/>
                  </a:lnTo>
                  <a:lnTo>
                    <a:pt x="16336" y="8593"/>
                  </a:lnTo>
                  <a:lnTo>
                    <a:pt x="17837" y="8632"/>
                  </a:lnTo>
                  <a:lnTo>
                    <a:pt x="24493" y="8790"/>
                  </a:lnTo>
                  <a:lnTo>
                    <a:pt x="26864" y="8830"/>
                  </a:lnTo>
                  <a:lnTo>
                    <a:pt x="27555" y="8830"/>
                  </a:lnTo>
                  <a:lnTo>
                    <a:pt x="27812" y="8810"/>
                  </a:lnTo>
                  <a:lnTo>
                    <a:pt x="27792" y="8691"/>
                  </a:lnTo>
                  <a:lnTo>
                    <a:pt x="27654" y="8415"/>
                  </a:lnTo>
                  <a:lnTo>
                    <a:pt x="27199" y="7427"/>
                  </a:lnTo>
                  <a:lnTo>
                    <a:pt x="25758" y="4484"/>
                  </a:lnTo>
                  <a:lnTo>
                    <a:pt x="23644" y="257"/>
                  </a:lnTo>
                  <a:lnTo>
                    <a:pt x="16178" y="771"/>
                  </a:lnTo>
                  <a:lnTo>
                    <a:pt x="16138" y="771"/>
                  </a:lnTo>
                  <a:lnTo>
                    <a:pt x="16099" y="790"/>
                  </a:lnTo>
                  <a:lnTo>
                    <a:pt x="15309" y="830"/>
                  </a:lnTo>
                  <a:lnTo>
                    <a:pt x="13985" y="929"/>
                  </a:lnTo>
                  <a:lnTo>
                    <a:pt x="13590" y="810"/>
                  </a:lnTo>
                  <a:lnTo>
                    <a:pt x="12583" y="514"/>
                  </a:lnTo>
                  <a:lnTo>
                    <a:pt x="11951" y="356"/>
                  </a:lnTo>
                  <a:lnTo>
                    <a:pt x="11299" y="218"/>
                  </a:lnTo>
                  <a:lnTo>
                    <a:pt x="10667" y="99"/>
                  </a:lnTo>
                  <a:lnTo>
                    <a:pt x="10074" y="20"/>
                  </a:lnTo>
                  <a:lnTo>
                    <a:pt x="9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9" name="Google Shape;8939;p34"/>
            <p:cNvSpPr/>
            <p:nvPr/>
          </p:nvSpPr>
          <p:spPr>
            <a:xfrm>
              <a:off x="4160957" y="-2074580"/>
              <a:ext cx="235426" cy="66873"/>
            </a:xfrm>
            <a:custGeom>
              <a:rect b="b" l="l" r="r" t="t"/>
              <a:pathLst>
                <a:path extrusionOk="0" h="1779" w="6263">
                  <a:moveTo>
                    <a:pt x="1482" y="0"/>
                  </a:moveTo>
                  <a:lnTo>
                    <a:pt x="1305" y="40"/>
                  </a:lnTo>
                  <a:lnTo>
                    <a:pt x="1127" y="79"/>
                  </a:lnTo>
                  <a:lnTo>
                    <a:pt x="969" y="139"/>
                  </a:lnTo>
                  <a:lnTo>
                    <a:pt x="831" y="198"/>
                  </a:lnTo>
                  <a:lnTo>
                    <a:pt x="712" y="297"/>
                  </a:lnTo>
                  <a:lnTo>
                    <a:pt x="495" y="494"/>
                  </a:lnTo>
                  <a:lnTo>
                    <a:pt x="317" y="672"/>
                  </a:lnTo>
                  <a:lnTo>
                    <a:pt x="198" y="850"/>
                  </a:lnTo>
                  <a:lnTo>
                    <a:pt x="119" y="1008"/>
                  </a:lnTo>
                  <a:lnTo>
                    <a:pt x="40" y="1126"/>
                  </a:lnTo>
                  <a:lnTo>
                    <a:pt x="21" y="1225"/>
                  </a:lnTo>
                  <a:lnTo>
                    <a:pt x="1" y="1304"/>
                  </a:lnTo>
                  <a:lnTo>
                    <a:pt x="969" y="1403"/>
                  </a:lnTo>
                  <a:lnTo>
                    <a:pt x="3122" y="1600"/>
                  </a:lnTo>
                  <a:lnTo>
                    <a:pt x="4267" y="1699"/>
                  </a:lnTo>
                  <a:lnTo>
                    <a:pt x="5255" y="1758"/>
                  </a:lnTo>
                  <a:lnTo>
                    <a:pt x="5986" y="1778"/>
                  </a:lnTo>
                  <a:lnTo>
                    <a:pt x="6183" y="1758"/>
                  </a:lnTo>
                  <a:lnTo>
                    <a:pt x="6243" y="1758"/>
                  </a:lnTo>
                  <a:lnTo>
                    <a:pt x="6262" y="1739"/>
                  </a:lnTo>
                  <a:lnTo>
                    <a:pt x="6243" y="1699"/>
                  </a:lnTo>
                  <a:lnTo>
                    <a:pt x="6223" y="1660"/>
                  </a:lnTo>
                  <a:lnTo>
                    <a:pt x="6144" y="1541"/>
                  </a:lnTo>
                  <a:lnTo>
                    <a:pt x="6025" y="1403"/>
                  </a:lnTo>
                  <a:lnTo>
                    <a:pt x="5848" y="1265"/>
                  </a:lnTo>
                  <a:lnTo>
                    <a:pt x="5670" y="1146"/>
                  </a:lnTo>
                  <a:lnTo>
                    <a:pt x="5472" y="1028"/>
                  </a:lnTo>
                  <a:lnTo>
                    <a:pt x="5294" y="949"/>
                  </a:lnTo>
                  <a:lnTo>
                    <a:pt x="5117" y="889"/>
                  </a:lnTo>
                  <a:lnTo>
                    <a:pt x="4939" y="850"/>
                  </a:lnTo>
                  <a:lnTo>
                    <a:pt x="4761" y="791"/>
                  </a:lnTo>
                  <a:lnTo>
                    <a:pt x="4327" y="613"/>
                  </a:lnTo>
                  <a:lnTo>
                    <a:pt x="3872" y="415"/>
                  </a:lnTo>
                  <a:lnTo>
                    <a:pt x="3616" y="316"/>
                  </a:lnTo>
                  <a:lnTo>
                    <a:pt x="3379" y="237"/>
                  </a:lnTo>
                  <a:lnTo>
                    <a:pt x="3082" y="158"/>
                  </a:lnTo>
                  <a:lnTo>
                    <a:pt x="2766" y="99"/>
                  </a:lnTo>
                  <a:lnTo>
                    <a:pt x="2411" y="40"/>
                  </a:lnTo>
                  <a:lnTo>
                    <a:pt x="2035"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0" name="Google Shape;8940;p34"/>
            <p:cNvSpPr/>
            <p:nvPr/>
          </p:nvSpPr>
          <p:spPr>
            <a:xfrm>
              <a:off x="3853575" y="-2047101"/>
              <a:ext cx="670493" cy="670493"/>
            </a:xfrm>
            <a:custGeom>
              <a:rect b="b" l="l" r="r" t="t"/>
              <a:pathLst>
                <a:path extrusionOk="0" h="17837" w="17837">
                  <a:moveTo>
                    <a:pt x="8395" y="0"/>
                  </a:moveTo>
                  <a:lnTo>
                    <a:pt x="8040" y="20"/>
                  </a:lnTo>
                  <a:lnTo>
                    <a:pt x="7684" y="40"/>
                  </a:lnTo>
                  <a:lnTo>
                    <a:pt x="7329" y="99"/>
                  </a:lnTo>
                  <a:lnTo>
                    <a:pt x="6993" y="158"/>
                  </a:lnTo>
                  <a:lnTo>
                    <a:pt x="6657" y="237"/>
                  </a:lnTo>
                  <a:lnTo>
                    <a:pt x="6341" y="336"/>
                  </a:lnTo>
                  <a:lnTo>
                    <a:pt x="6025" y="455"/>
                  </a:lnTo>
                  <a:lnTo>
                    <a:pt x="5709" y="573"/>
                  </a:lnTo>
                  <a:lnTo>
                    <a:pt x="5413" y="711"/>
                  </a:lnTo>
                  <a:lnTo>
                    <a:pt x="5116" y="869"/>
                  </a:lnTo>
                  <a:lnTo>
                    <a:pt x="4840" y="1027"/>
                  </a:lnTo>
                  <a:lnTo>
                    <a:pt x="4563" y="1185"/>
                  </a:lnTo>
                  <a:lnTo>
                    <a:pt x="4307" y="1363"/>
                  </a:lnTo>
                  <a:lnTo>
                    <a:pt x="3793" y="1738"/>
                  </a:lnTo>
                  <a:lnTo>
                    <a:pt x="3339" y="2153"/>
                  </a:lnTo>
                  <a:lnTo>
                    <a:pt x="2904" y="2568"/>
                  </a:lnTo>
                  <a:lnTo>
                    <a:pt x="2489" y="2983"/>
                  </a:lnTo>
                  <a:lnTo>
                    <a:pt x="2134" y="3417"/>
                  </a:lnTo>
                  <a:lnTo>
                    <a:pt x="1798" y="3832"/>
                  </a:lnTo>
                  <a:lnTo>
                    <a:pt x="1482" y="4267"/>
                  </a:lnTo>
                  <a:lnTo>
                    <a:pt x="1186" y="4741"/>
                  </a:lnTo>
                  <a:lnTo>
                    <a:pt x="929" y="5254"/>
                  </a:lnTo>
                  <a:lnTo>
                    <a:pt x="692" y="5807"/>
                  </a:lnTo>
                  <a:lnTo>
                    <a:pt x="475" y="6380"/>
                  </a:lnTo>
                  <a:lnTo>
                    <a:pt x="297" y="6992"/>
                  </a:lnTo>
                  <a:lnTo>
                    <a:pt x="159" y="7625"/>
                  </a:lnTo>
                  <a:lnTo>
                    <a:pt x="60" y="8276"/>
                  </a:lnTo>
                  <a:lnTo>
                    <a:pt x="20" y="8612"/>
                  </a:lnTo>
                  <a:lnTo>
                    <a:pt x="1" y="8948"/>
                  </a:lnTo>
                  <a:lnTo>
                    <a:pt x="1" y="9284"/>
                  </a:lnTo>
                  <a:lnTo>
                    <a:pt x="1" y="9639"/>
                  </a:lnTo>
                  <a:lnTo>
                    <a:pt x="20" y="9975"/>
                  </a:lnTo>
                  <a:lnTo>
                    <a:pt x="40" y="10331"/>
                  </a:lnTo>
                  <a:lnTo>
                    <a:pt x="99" y="10706"/>
                  </a:lnTo>
                  <a:lnTo>
                    <a:pt x="159" y="11061"/>
                  </a:lnTo>
                  <a:lnTo>
                    <a:pt x="218" y="11417"/>
                  </a:lnTo>
                  <a:lnTo>
                    <a:pt x="317" y="11792"/>
                  </a:lnTo>
                  <a:lnTo>
                    <a:pt x="415" y="12148"/>
                  </a:lnTo>
                  <a:lnTo>
                    <a:pt x="534" y="12523"/>
                  </a:lnTo>
                  <a:lnTo>
                    <a:pt x="672" y="12879"/>
                  </a:lnTo>
                  <a:lnTo>
                    <a:pt x="830" y="13254"/>
                  </a:lnTo>
                  <a:lnTo>
                    <a:pt x="1008" y="13629"/>
                  </a:lnTo>
                  <a:lnTo>
                    <a:pt x="1205" y="14004"/>
                  </a:lnTo>
                  <a:lnTo>
                    <a:pt x="1403" y="14360"/>
                  </a:lnTo>
                  <a:lnTo>
                    <a:pt x="1640" y="14696"/>
                  </a:lnTo>
                  <a:lnTo>
                    <a:pt x="1877" y="15012"/>
                  </a:lnTo>
                  <a:lnTo>
                    <a:pt x="2134" y="15288"/>
                  </a:lnTo>
                  <a:lnTo>
                    <a:pt x="2410" y="15565"/>
                  </a:lnTo>
                  <a:lnTo>
                    <a:pt x="2687" y="15822"/>
                  </a:lnTo>
                  <a:lnTo>
                    <a:pt x="2983" y="16059"/>
                  </a:lnTo>
                  <a:lnTo>
                    <a:pt x="3299" y="16256"/>
                  </a:lnTo>
                  <a:lnTo>
                    <a:pt x="3595" y="16454"/>
                  </a:lnTo>
                  <a:lnTo>
                    <a:pt x="3912" y="16632"/>
                  </a:lnTo>
                  <a:lnTo>
                    <a:pt x="4228" y="16809"/>
                  </a:lnTo>
                  <a:lnTo>
                    <a:pt x="4544" y="16948"/>
                  </a:lnTo>
                  <a:lnTo>
                    <a:pt x="4860" y="17086"/>
                  </a:lnTo>
                  <a:lnTo>
                    <a:pt x="5195" y="17204"/>
                  </a:lnTo>
                  <a:lnTo>
                    <a:pt x="5808" y="17402"/>
                  </a:lnTo>
                  <a:lnTo>
                    <a:pt x="6420" y="17560"/>
                  </a:lnTo>
                  <a:lnTo>
                    <a:pt x="6973" y="17659"/>
                  </a:lnTo>
                  <a:lnTo>
                    <a:pt x="7487" y="17738"/>
                  </a:lnTo>
                  <a:lnTo>
                    <a:pt x="7921" y="17797"/>
                  </a:lnTo>
                  <a:lnTo>
                    <a:pt x="8296" y="17817"/>
                  </a:lnTo>
                  <a:lnTo>
                    <a:pt x="8573" y="17836"/>
                  </a:lnTo>
                  <a:lnTo>
                    <a:pt x="8830" y="17836"/>
                  </a:lnTo>
                  <a:lnTo>
                    <a:pt x="9363" y="17817"/>
                  </a:lnTo>
                  <a:lnTo>
                    <a:pt x="9877" y="17777"/>
                  </a:lnTo>
                  <a:lnTo>
                    <a:pt x="10390" y="17718"/>
                  </a:lnTo>
                  <a:lnTo>
                    <a:pt x="10884" y="17619"/>
                  </a:lnTo>
                  <a:lnTo>
                    <a:pt x="11358" y="17481"/>
                  </a:lnTo>
                  <a:lnTo>
                    <a:pt x="11832" y="17343"/>
                  </a:lnTo>
                  <a:lnTo>
                    <a:pt x="12267" y="17165"/>
                  </a:lnTo>
                  <a:lnTo>
                    <a:pt x="12701" y="16967"/>
                  </a:lnTo>
                  <a:lnTo>
                    <a:pt x="13116" y="16730"/>
                  </a:lnTo>
                  <a:lnTo>
                    <a:pt x="13531" y="16493"/>
                  </a:lnTo>
                  <a:lnTo>
                    <a:pt x="13906" y="16236"/>
                  </a:lnTo>
                  <a:lnTo>
                    <a:pt x="14281" y="15960"/>
                  </a:lnTo>
                  <a:lnTo>
                    <a:pt x="14617" y="15664"/>
                  </a:lnTo>
                  <a:lnTo>
                    <a:pt x="14953" y="15348"/>
                  </a:lnTo>
                  <a:lnTo>
                    <a:pt x="15269" y="15012"/>
                  </a:lnTo>
                  <a:lnTo>
                    <a:pt x="15565" y="14676"/>
                  </a:lnTo>
                  <a:lnTo>
                    <a:pt x="15842" y="14321"/>
                  </a:lnTo>
                  <a:lnTo>
                    <a:pt x="16118" y="13965"/>
                  </a:lnTo>
                  <a:lnTo>
                    <a:pt x="16355" y="13590"/>
                  </a:lnTo>
                  <a:lnTo>
                    <a:pt x="16592" y="13195"/>
                  </a:lnTo>
                  <a:lnTo>
                    <a:pt x="16790" y="12800"/>
                  </a:lnTo>
                  <a:lnTo>
                    <a:pt x="16987" y="12405"/>
                  </a:lnTo>
                  <a:lnTo>
                    <a:pt x="17165" y="12010"/>
                  </a:lnTo>
                  <a:lnTo>
                    <a:pt x="17303" y="11595"/>
                  </a:lnTo>
                  <a:lnTo>
                    <a:pt x="17442" y="11180"/>
                  </a:lnTo>
                  <a:lnTo>
                    <a:pt x="17560" y="10765"/>
                  </a:lnTo>
                  <a:lnTo>
                    <a:pt x="17659" y="10350"/>
                  </a:lnTo>
                  <a:lnTo>
                    <a:pt x="17738" y="9936"/>
                  </a:lnTo>
                  <a:lnTo>
                    <a:pt x="17797" y="9541"/>
                  </a:lnTo>
                  <a:lnTo>
                    <a:pt x="17837" y="9126"/>
                  </a:lnTo>
                  <a:lnTo>
                    <a:pt x="17837" y="8711"/>
                  </a:lnTo>
                  <a:lnTo>
                    <a:pt x="17837" y="8316"/>
                  </a:lnTo>
                  <a:lnTo>
                    <a:pt x="17797" y="7723"/>
                  </a:lnTo>
                  <a:lnTo>
                    <a:pt x="17698" y="7151"/>
                  </a:lnTo>
                  <a:lnTo>
                    <a:pt x="17639" y="6854"/>
                  </a:lnTo>
                  <a:lnTo>
                    <a:pt x="17580" y="6578"/>
                  </a:lnTo>
                  <a:lnTo>
                    <a:pt x="17481" y="6281"/>
                  </a:lnTo>
                  <a:lnTo>
                    <a:pt x="17382" y="6005"/>
                  </a:lnTo>
                  <a:lnTo>
                    <a:pt x="17284" y="5728"/>
                  </a:lnTo>
                  <a:lnTo>
                    <a:pt x="17165" y="5452"/>
                  </a:lnTo>
                  <a:lnTo>
                    <a:pt x="17027" y="5175"/>
                  </a:lnTo>
                  <a:lnTo>
                    <a:pt x="16889" y="4919"/>
                  </a:lnTo>
                  <a:lnTo>
                    <a:pt x="16731" y="4642"/>
                  </a:lnTo>
                  <a:lnTo>
                    <a:pt x="16553" y="4385"/>
                  </a:lnTo>
                  <a:lnTo>
                    <a:pt x="16375" y="4128"/>
                  </a:lnTo>
                  <a:lnTo>
                    <a:pt x="16178" y="3872"/>
                  </a:lnTo>
                  <a:lnTo>
                    <a:pt x="15960" y="3615"/>
                  </a:lnTo>
                  <a:lnTo>
                    <a:pt x="15743" y="3378"/>
                  </a:lnTo>
                  <a:lnTo>
                    <a:pt x="15506" y="3141"/>
                  </a:lnTo>
                  <a:lnTo>
                    <a:pt x="15249" y="2904"/>
                  </a:lnTo>
                  <a:lnTo>
                    <a:pt x="14992" y="2667"/>
                  </a:lnTo>
                  <a:lnTo>
                    <a:pt x="14716" y="2430"/>
                  </a:lnTo>
                  <a:lnTo>
                    <a:pt x="14420" y="2212"/>
                  </a:lnTo>
                  <a:lnTo>
                    <a:pt x="14123" y="1995"/>
                  </a:lnTo>
                  <a:lnTo>
                    <a:pt x="13807" y="1798"/>
                  </a:lnTo>
                  <a:lnTo>
                    <a:pt x="13471" y="1600"/>
                  </a:lnTo>
                  <a:lnTo>
                    <a:pt x="13116" y="1403"/>
                  </a:lnTo>
                  <a:lnTo>
                    <a:pt x="12760" y="1205"/>
                  </a:lnTo>
                  <a:lnTo>
                    <a:pt x="12385" y="1027"/>
                  </a:lnTo>
                  <a:lnTo>
                    <a:pt x="12010" y="850"/>
                  </a:lnTo>
                  <a:lnTo>
                    <a:pt x="11595" y="672"/>
                  </a:lnTo>
                  <a:lnTo>
                    <a:pt x="11180" y="514"/>
                  </a:lnTo>
                  <a:lnTo>
                    <a:pt x="10765" y="376"/>
                  </a:lnTo>
                  <a:lnTo>
                    <a:pt x="10351" y="257"/>
                  </a:lnTo>
                  <a:lnTo>
                    <a:pt x="9936" y="158"/>
                  </a:lnTo>
                  <a:lnTo>
                    <a:pt x="9541" y="79"/>
                  </a:lnTo>
                  <a:lnTo>
                    <a:pt x="9146" y="40"/>
                  </a:lnTo>
                  <a:lnTo>
                    <a:pt x="8771" y="0"/>
                  </a:lnTo>
                  <a:close/>
                </a:path>
              </a:pathLst>
            </a:custGeom>
            <a:solidFill>
              <a:schemeClr val="accent4"/>
            </a:solidFill>
            <a:ln>
              <a:noFill/>
            </a:ln>
            <a:effectLst>
              <a:outerShdw rotWithShape="0" algn="bl" dir="4200000" dist="571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1" name="Google Shape;8941;p34"/>
            <p:cNvSpPr/>
            <p:nvPr/>
          </p:nvSpPr>
          <p:spPr>
            <a:xfrm>
              <a:off x="4167648" y="-2064920"/>
              <a:ext cx="414355" cy="185657"/>
            </a:xfrm>
            <a:custGeom>
              <a:rect b="b" l="l" r="r" t="t"/>
              <a:pathLst>
                <a:path extrusionOk="0" h="4939" w="11023">
                  <a:moveTo>
                    <a:pt x="1620" y="0"/>
                  </a:moveTo>
                  <a:lnTo>
                    <a:pt x="1443" y="20"/>
                  </a:lnTo>
                  <a:lnTo>
                    <a:pt x="1265" y="40"/>
                  </a:lnTo>
                  <a:lnTo>
                    <a:pt x="1087" y="79"/>
                  </a:lnTo>
                  <a:lnTo>
                    <a:pt x="929" y="138"/>
                  </a:lnTo>
                  <a:lnTo>
                    <a:pt x="791" y="198"/>
                  </a:lnTo>
                  <a:lnTo>
                    <a:pt x="653" y="277"/>
                  </a:lnTo>
                  <a:lnTo>
                    <a:pt x="534" y="356"/>
                  </a:lnTo>
                  <a:lnTo>
                    <a:pt x="435" y="455"/>
                  </a:lnTo>
                  <a:lnTo>
                    <a:pt x="337" y="573"/>
                  </a:lnTo>
                  <a:lnTo>
                    <a:pt x="258" y="711"/>
                  </a:lnTo>
                  <a:lnTo>
                    <a:pt x="178" y="850"/>
                  </a:lnTo>
                  <a:lnTo>
                    <a:pt x="119" y="1008"/>
                  </a:lnTo>
                  <a:lnTo>
                    <a:pt x="60" y="1185"/>
                  </a:lnTo>
                  <a:lnTo>
                    <a:pt x="20" y="1383"/>
                  </a:lnTo>
                  <a:lnTo>
                    <a:pt x="1" y="1561"/>
                  </a:lnTo>
                  <a:lnTo>
                    <a:pt x="20" y="1738"/>
                  </a:lnTo>
                  <a:lnTo>
                    <a:pt x="60" y="1916"/>
                  </a:lnTo>
                  <a:lnTo>
                    <a:pt x="119" y="2074"/>
                  </a:lnTo>
                  <a:lnTo>
                    <a:pt x="218" y="2212"/>
                  </a:lnTo>
                  <a:lnTo>
                    <a:pt x="337" y="2351"/>
                  </a:lnTo>
                  <a:lnTo>
                    <a:pt x="475" y="2489"/>
                  </a:lnTo>
                  <a:lnTo>
                    <a:pt x="633" y="2607"/>
                  </a:lnTo>
                  <a:lnTo>
                    <a:pt x="811" y="2726"/>
                  </a:lnTo>
                  <a:lnTo>
                    <a:pt x="1008" y="2825"/>
                  </a:lnTo>
                  <a:lnTo>
                    <a:pt x="1206" y="2924"/>
                  </a:lnTo>
                  <a:lnTo>
                    <a:pt x="1403" y="3003"/>
                  </a:lnTo>
                  <a:lnTo>
                    <a:pt x="1838" y="3141"/>
                  </a:lnTo>
                  <a:lnTo>
                    <a:pt x="2292" y="3240"/>
                  </a:lnTo>
                  <a:lnTo>
                    <a:pt x="2549" y="3299"/>
                  </a:lnTo>
                  <a:lnTo>
                    <a:pt x="2825" y="3378"/>
                  </a:lnTo>
                  <a:lnTo>
                    <a:pt x="3536" y="3635"/>
                  </a:lnTo>
                  <a:lnTo>
                    <a:pt x="4346" y="3951"/>
                  </a:lnTo>
                  <a:lnTo>
                    <a:pt x="5215" y="4286"/>
                  </a:lnTo>
                  <a:lnTo>
                    <a:pt x="5670" y="4444"/>
                  </a:lnTo>
                  <a:lnTo>
                    <a:pt x="6124" y="4583"/>
                  </a:lnTo>
                  <a:lnTo>
                    <a:pt x="6558" y="4721"/>
                  </a:lnTo>
                  <a:lnTo>
                    <a:pt x="6993" y="4820"/>
                  </a:lnTo>
                  <a:lnTo>
                    <a:pt x="7408" y="4899"/>
                  </a:lnTo>
                  <a:lnTo>
                    <a:pt x="7783" y="4938"/>
                  </a:lnTo>
                  <a:lnTo>
                    <a:pt x="8139" y="4918"/>
                  </a:lnTo>
                  <a:lnTo>
                    <a:pt x="8316" y="4918"/>
                  </a:lnTo>
                  <a:lnTo>
                    <a:pt x="8474" y="4879"/>
                  </a:lnTo>
                  <a:lnTo>
                    <a:pt x="8771" y="4800"/>
                  </a:lnTo>
                  <a:lnTo>
                    <a:pt x="9047" y="4681"/>
                  </a:lnTo>
                  <a:lnTo>
                    <a:pt x="9304" y="4523"/>
                  </a:lnTo>
                  <a:lnTo>
                    <a:pt x="9541" y="4365"/>
                  </a:lnTo>
                  <a:lnTo>
                    <a:pt x="9778" y="4188"/>
                  </a:lnTo>
                  <a:lnTo>
                    <a:pt x="9975" y="4010"/>
                  </a:lnTo>
                  <a:lnTo>
                    <a:pt x="10173" y="3812"/>
                  </a:lnTo>
                  <a:lnTo>
                    <a:pt x="10351" y="3615"/>
                  </a:lnTo>
                  <a:lnTo>
                    <a:pt x="10627" y="3240"/>
                  </a:lnTo>
                  <a:lnTo>
                    <a:pt x="10845" y="2943"/>
                  </a:lnTo>
                  <a:lnTo>
                    <a:pt x="11022" y="2647"/>
                  </a:lnTo>
                  <a:lnTo>
                    <a:pt x="10469" y="2390"/>
                  </a:lnTo>
                  <a:lnTo>
                    <a:pt x="9857" y="2133"/>
                  </a:lnTo>
                  <a:lnTo>
                    <a:pt x="9146" y="1837"/>
                  </a:lnTo>
                  <a:lnTo>
                    <a:pt x="8356" y="1561"/>
                  </a:lnTo>
                  <a:lnTo>
                    <a:pt x="7586" y="1304"/>
                  </a:lnTo>
                  <a:lnTo>
                    <a:pt x="7230" y="1205"/>
                  </a:lnTo>
                  <a:lnTo>
                    <a:pt x="6894" y="1126"/>
                  </a:lnTo>
                  <a:lnTo>
                    <a:pt x="6578" y="1067"/>
                  </a:lnTo>
                  <a:lnTo>
                    <a:pt x="6321" y="1047"/>
                  </a:lnTo>
                  <a:lnTo>
                    <a:pt x="6084" y="1047"/>
                  </a:lnTo>
                  <a:lnTo>
                    <a:pt x="5828" y="1008"/>
                  </a:lnTo>
                  <a:lnTo>
                    <a:pt x="5551" y="968"/>
                  </a:lnTo>
                  <a:lnTo>
                    <a:pt x="5294" y="909"/>
                  </a:lnTo>
                  <a:lnTo>
                    <a:pt x="4721" y="751"/>
                  </a:lnTo>
                  <a:lnTo>
                    <a:pt x="4149" y="573"/>
                  </a:lnTo>
                  <a:lnTo>
                    <a:pt x="3576" y="395"/>
                  </a:lnTo>
                  <a:lnTo>
                    <a:pt x="3023" y="237"/>
                  </a:lnTo>
                  <a:lnTo>
                    <a:pt x="2509" y="99"/>
                  </a:lnTo>
                  <a:lnTo>
                    <a:pt x="2272" y="59"/>
                  </a:lnTo>
                  <a:lnTo>
                    <a:pt x="2035" y="20"/>
                  </a:lnTo>
                  <a:lnTo>
                    <a:pt x="1818"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2" name="Google Shape;8942;p34"/>
            <p:cNvSpPr/>
            <p:nvPr/>
          </p:nvSpPr>
          <p:spPr>
            <a:xfrm>
              <a:off x="4172836" y="-2147357"/>
              <a:ext cx="207948" cy="21577"/>
            </a:xfrm>
            <a:custGeom>
              <a:rect b="b" l="l" r="r" t="t"/>
              <a:pathLst>
                <a:path extrusionOk="0" h="574" w="5532">
                  <a:moveTo>
                    <a:pt x="1305" y="1"/>
                  </a:moveTo>
                  <a:lnTo>
                    <a:pt x="969" y="40"/>
                  </a:lnTo>
                  <a:lnTo>
                    <a:pt x="673" y="80"/>
                  </a:lnTo>
                  <a:lnTo>
                    <a:pt x="436" y="119"/>
                  </a:lnTo>
                  <a:lnTo>
                    <a:pt x="238" y="178"/>
                  </a:lnTo>
                  <a:lnTo>
                    <a:pt x="100" y="218"/>
                  </a:lnTo>
                  <a:lnTo>
                    <a:pt x="1" y="356"/>
                  </a:lnTo>
                  <a:lnTo>
                    <a:pt x="811" y="356"/>
                  </a:lnTo>
                  <a:lnTo>
                    <a:pt x="1739" y="376"/>
                  </a:lnTo>
                  <a:lnTo>
                    <a:pt x="2885" y="416"/>
                  </a:lnTo>
                  <a:lnTo>
                    <a:pt x="5532" y="574"/>
                  </a:lnTo>
                  <a:lnTo>
                    <a:pt x="4228" y="356"/>
                  </a:lnTo>
                  <a:lnTo>
                    <a:pt x="3102" y="178"/>
                  </a:lnTo>
                  <a:lnTo>
                    <a:pt x="2095" y="40"/>
                  </a:lnTo>
                  <a:lnTo>
                    <a:pt x="1680"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3" name="Google Shape;8943;p34"/>
            <p:cNvSpPr/>
            <p:nvPr/>
          </p:nvSpPr>
          <p:spPr>
            <a:xfrm>
              <a:off x="4250800" y="-2217126"/>
              <a:ext cx="159682" cy="15600"/>
            </a:xfrm>
            <a:custGeom>
              <a:rect b="b" l="l" r="r" t="t"/>
              <a:pathLst>
                <a:path extrusionOk="0" h="415" w="4248">
                  <a:moveTo>
                    <a:pt x="1621" y="0"/>
                  </a:moveTo>
                  <a:lnTo>
                    <a:pt x="1305" y="20"/>
                  </a:lnTo>
                  <a:lnTo>
                    <a:pt x="969" y="59"/>
                  </a:lnTo>
                  <a:lnTo>
                    <a:pt x="673" y="119"/>
                  </a:lnTo>
                  <a:lnTo>
                    <a:pt x="396" y="198"/>
                  </a:lnTo>
                  <a:lnTo>
                    <a:pt x="198" y="257"/>
                  </a:lnTo>
                  <a:lnTo>
                    <a:pt x="40" y="336"/>
                  </a:lnTo>
                  <a:lnTo>
                    <a:pt x="1" y="375"/>
                  </a:lnTo>
                  <a:lnTo>
                    <a:pt x="1" y="415"/>
                  </a:lnTo>
                  <a:lnTo>
                    <a:pt x="198" y="375"/>
                  </a:lnTo>
                  <a:lnTo>
                    <a:pt x="732" y="277"/>
                  </a:lnTo>
                  <a:lnTo>
                    <a:pt x="1107" y="237"/>
                  </a:lnTo>
                  <a:lnTo>
                    <a:pt x="1502" y="217"/>
                  </a:lnTo>
                  <a:lnTo>
                    <a:pt x="1937" y="217"/>
                  </a:lnTo>
                  <a:lnTo>
                    <a:pt x="2411" y="237"/>
                  </a:lnTo>
                  <a:lnTo>
                    <a:pt x="3793" y="336"/>
                  </a:lnTo>
                  <a:lnTo>
                    <a:pt x="4248" y="375"/>
                  </a:lnTo>
                  <a:lnTo>
                    <a:pt x="4011" y="316"/>
                  </a:lnTo>
                  <a:lnTo>
                    <a:pt x="3418" y="198"/>
                  </a:lnTo>
                  <a:lnTo>
                    <a:pt x="2667" y="59"/>
                  </a:lnTo>
                  <a:lnTo>
                    <a:pt x="2292" y="20"/>
                  </a:lnTo>
                  <a:lnTo>
                    <a:pt x="195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4" name="Google Shape;8944;p34"/>
            <p:cNvSpPr/>
            <p:nvPr/>
          </p:nvSpPr>
          <p:spPr>
            <a:xfrm>
              <a:off x="4354777" y="-2259453"/>
              <a:ext cx="69090" cy="17103"/>
            </a:xfrm>
            <a:custGeom>
              <a:rect b="b" l="l" r="r" t="t"/>
              <a:pathLst>
                <a:path extrusionOk="0" h="455" w="1838">
                  <a:moveTo>
                    <a:pt x="138" y="0"/>
                  </a:moveTo>
                  <a:lnTo>
                    <a:pt x="99" y="20"/>
                  </a:lnTo>
                  <a:lnTo>
                    <a:pt x="59" y="40"/>
                  </a:lnTo>
                  <a:lnTo>
                    <a:pt x="20" y="99"/>
                  </a:lnTo>
                  <a:lnTo>
                    <a:pt x="0" y="158"/>
                  </a:lnTo>
                  <a:lnTo>
                    <a:pt x="0" y="198"/>
                  </a:lnTo>
                  <a:lnTo>
                    <a:pt x="652" y="277"/>
                  </a:lnTo>
                  <a:lnTo>
                    <a:pt x="1521" y="395"/>
                  </a:lnTo>
                  <a:lnTo>
                    <a:pt x="1837" y="454"/>
                  </a:lnTo>
                  <a:lnTo>
                    <a:pt x="1047" y="217"/>
                  </a:lnTo>
                  <a:lnTo>
                    <a:pt x="455" y="59"/>
                  </a:lnTo>
                  <a:lnTo>
                    <a:pt x="257" y="20"/>
                  </a:lnTo>
                  <a:lnTo>
                    <a:pt x="138"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5" name="Google Shape;8945;p34"/>
            <p:cNvSpPr/>
            <p:nvPr/>
          </p:nvSpPr>
          <p:spPr>
            <a:xfrm>
              <a:off x="4064461" y="-2125065"/>
              <a:ext cx="73526" cy="41612"/>
            </a:xfrm>
            <a:custGeom>
              <a:rect b="b" l="l" r="r" t="t"/>
              <a:pathLst>
                <a:path extrusionOk="0" h="1107" w="1956">
                  <a:moveTo>
                    <a:pt x="1936" y="0"/>
                  </a:moveTo>
                  <a:lnTo>
                    <a:pt x="1896" y="158"/>
                  </a:lnTo>
                  <a:lnTo>
                    <a:pt x="1798" y="415"/>
                  </a:lnTo>
                  <a:lnTo>
                    <a:pt x="1719" y="553"/>
                  </a:lnTo>
                  <a:lnTo>
                    <a:pt x="1640" y="672"/>
                  </a:lnTo>
                  <a:lnTo>
                    <a:pt x="1561" y="771"/>
                  </a:lnTo>
                  <a:lnTo>
                    <a:pt x="1462" y="850"/>
                  </a:lnTo>
                  <a:lnTo>
                    <a:pt x="1343" y="889"/>
                  </a:lnTo>
                  <a:lnTo>
                    <a:pt x="1146" y="929"/>
                  </a:lnTo>
                  <a:lnTo>
                    <a:pt x="711" y="948"/>
                  </a:lnTo>
                  <a:lnTo>
                    <a:pt x="336" y="968"/>
                  </a:lnTo>
                  <a:lnTo>
                    <a:pt x="178" y="948"/>
                  </a:lnTo>
                  <a:lnTo>
                    <a:pt x="257" y="316"/>
                  </a:lnTo>
                  <a:lnTo>
                    <a:pt x="79" y="494"/>
                  </a:lnTo>
                  <a:lnTo>
                    <a:pt x="0" y="1087"/>
                  </a:lnTo>
                  <a:lnTo>
                    <a:pt x="198" y="1106"/>
                  </a:lnTo>
                  <a:lnTo>
                    <a:pt x="909" y="1106"/>
                  </a:lnTo>
                  <a:lnTo>
                    <a:pt x="1166" y="1087"/>
                  </a:lnTo>
                  <a:lnTo>
                    <a:pt x="1403" y="1027"/>
                  </a:lnTo>
                  <a:lnTo>
                    <a:pt x="1521" y="988"/>
                  </a:lnTo>
                  <a:lnTo>
                    <a:pt x="1600" y="948"/>
                  </a:lnTo>
                  <a:lnTo>
                    <a:pt x="1679" y="889"/>
                  </a:lnTo>
                  <a:lnTo>
                    <a:pt x="1738" y="830"/>
                  </a:lnTo>
                  <a:lnTo>
                    <a:pt x="1837" y="692"/>
                  </a:lnTo>
                  <a:lnTo>
                    <a:pt x="1896" y="534"/>
                  </a:lnTo>
                  <a:lnTo>
                    <a:pt x="1936" y="376"/>
                  </a:lnTo>
                  <a:lnTo>
                    <a:pt x="1956" y="237"/>
                  </a:lnTo>
                  <a:lnTo>
                    <a:pt x="1956" y="119"/>
                  </a:lnTo>
                  <a:lnTo>
                    <a:pt x="1936"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6" name="Google Shape;8946;p34"/>
            <p:cNvSpPr/>
            <p:nvPr/>
          </p:nvSpPr>
          <p:spPr>
            <a:xfrm>
              <a:off x="4368122" y="-1450155"/>
              <a:ext cx="596253" cy="494534"/>
            </a:xfrm>
            <a:custGeom>
              <a:rect b="b" l="l" r="r" t="t"/>
              <a:pathLst>
                <a:path extrusionOk="0" h="13156" w="15862">
                  <a:moveTo>
                    <a:pt x="1680" y="1"/>
                  </a:moveTo>
                  <a:lnTo>
                    <a:pt x="1" y="7902"/>
                  </a:lnTo>
                  <a:lnTo>
                    <a:pt x="2865" y="9423"/>
                  </a:lnTo>
                  <a:lnTo>
                    <a:pt x="4129" y="10094"/>
                  </a:lnTo>
                  <a:lnTo>
                    <a:pt x="8020" y="12148"/>
                  </a:lnTo>
                  <a:lnTo>
                    <a:pt x="9403" y="12860"/>
                  </a:lnTo>
                  <a:lnTo>
                    <a:pt x="9995" y="13156"/>
                  </a:lnTo>
                  <a:lnTo>
                    <a:pt x="10035" y="13136"/>
                  </a:lnTo>
                  <a:lnTo>
                    <a:pt x="10094" y="13077"/>
                  </a:lnTo>
                  <a:lnTo>
                    <a:pt x="10311" y="12800"/>
                  </a:lnTo>
                  <a:lnTo>
                    <a:pt x="10627" y="12405"/>
                  </a:lnTo>
                  <a:lnTo>
                    <a:pt x="11042" y="11872"/>
                  </a:lnTo>
                  <a:lnTo>
                    <a:pt x="12010" y="10509"/>
                  </a:lnTo>
                  <a:lnTo>
                    <a:pt x="13116" y="8949"/>
                  </a:lnTo>
                  <a:lnTo>
                    <a:pt x="14183" y="7388"/>
                  </a:lnTo>
                  <a:lnTo>
                    <a:pt x="15091" y="6025"/>
                  </a:lnTo>
                  <a:lnTo>
                    <a:pt x="15447" y="5492"/>
                  </a:lnTo>
                  <a:lnTo>
                    <a:pt x="15684" y="5057"/>
                  </a:lnTo>
                  <a:lnTo>
                    <a:pt x="15842" y="4781"/>
                  </a:lnTo>
                  <a:lnTo>
                    <a:pt x="15862" y="4722"/>
                  </a:lnTo>
                  <a:lnTo>
                    <a:pt x="15862" y="4702"/>
                  </a:lnTo>
                  <a:lnTo>
                    <a:pt x="15842" y="4682"/>
                  </a:lnTo>
                  <a:lnTo>
                    <a:pt x="15585" y="4623"/>
                  </a:lnTo>
                  <a:lnTo>
                    <a:pt x="14973" y="4425"/>
                  </a:lnTo>
                  <a:lnTo>
                    <a:pt x="12899" y="3754"/>
                  </a:lnTo>
                  <a:lnTo>
                    <a:pt x="7131" y="1818"/>
                  </a:lnTo>
                  <a:lnTo>
                    <a:pt x="6005" y="1443"/>
                  </a:lnTo>
                  <a:lnTo>
                    <a:pt x="5946" y="1423"/>
                  </a:lnTo>
                  <a:lnTo>
                    <a:pt x="5907" y="1423"/>
                  </a:lnTo>
                  <a:lnTo>
                    <a:pt x="1680"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7" name="Google Shape;8947;p34"/>
            <p:cNvSpPr/>
            <p:nvPr/>
          </p:nvSpPr>
          <p:spPr>
            <a:xfrm>
              <a:off x="4091188" y="-1384784"/>
              <a:ext cx="191596" cy="27478"/>
            </a:xfrm>
            <a:custGeom>
              <a:rect b="b" l="l" r="r" t="t"/>
              <a:pathLst>
                <a:path extrusionOk="0" h="731" w="5097">
                  <a:moveTo>
                    <a:pt x="0" y="0"/>
                  </a:moveTo>
                  <a:lnTo>
                    <a:pt x="158" y="59"/>
                  </a:lnTo>
                  <a:lnTo>
                    <a:pt x="593" y="217"/>
                  </a:lnTo>
                  <a:lnTo>
                    <a:pt x="1245" y="415"/>
                  </a:lnTo>
                  <a:lnTo>
                    <a:pt x="1620" y="514"/>
                  </a:lnTo>
                  <a:lnTo>
                    <a:pt x="2015" y="593"/>
                  </a:lnTo>
                  <a:lnTo>
                    <a:pt x="2430" y="672"/>
                  </a:lnTo>
                  <a:lnTo>
                    <a:pt x="2864" y="711"/>
                  </a:lnTo>
                  <a:lnTo>
                    <a:pt x="3299" y="731"/>
                  </a:lnTo>
                  <a:lnTo>
                    <a:pt x="3694" y="731"/>
                  </a:lnTo>
                  <a:lnTo>
                    <a:pt x="4069" y="691"/>
                  </a:lnTo>
                  <a:lnTo>
                    <a:pt x="4405" y="632"/>
                  </a:lnTo>
                  <a:lnTo>
                    <a:pt x="4681" y="553"/>
                  </a:lnTo>
                  <a:lnTo>
                    <a:pt x="4780" y="514"/>
                  </a:lnTo>
                  <a:lnTo>
                    <a:pt x="4879" y="454"/>
                  </a:lnTo>
                  <a:lnTo>
                    <a:pt x="4998" y="356"/>
                  </a:lnTo>
                  <a:lnTo>
                    <a:pt x="5077" y="296"/>
                  </a:lnTo>
                  <a:lnTo>
                    <a:pt x="5096" y="237"/>
                  </a:lnTo>
                  <a:lnTo>
                    <a:pt x="5077" y="198"/>
                  </a:lnTo>
                  <a:lnTo>
                    <a:pt x="5057" y="178"/>
                  </a:lnTo>
                  <a:lnTo>
                    <a:pt x="4978" y="178"/>
                  </a:lnTo>
                  <a:lnTo>
                    <a:pt x="0"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8" name="Google Shape;8948;p34"/>
            <p:cNvSpPr/>
            <p:nvPr/>
          </p:nvSpPr>
          <p:spPr>
            <a:xfrm>
              <a:off x="4190692" y="-2054544"/>
              <a:ext cx="86908" cy="92096"/>
            </a:xfrm>
            <a:custGeom>
              <a:rect b="b" l="l" r="r" t="t"/>
              <a:pathLst>
                <a:path extrusionOk="0" h="2450" w="2312">
                  <a:moveTo>
                    <a:pt x="711" y="139"/>
                  </a:moveTo>
                  <a:lnTo>
                    <a:pt x="849" y="179"/>
                  </a:lnTo>
                  <a:lnTo>
                    <a:pt x="1205" y="258"/>
                  </a:lnTo>
                  <a:lnTo>
                    <a:pt x="1422" y="337"/>
                  </a:lnTo>
                  <a:lnTo>
                    <a:pt x="1639" y="416"/>
                  </a:lnTo>
                  <a:lnTo>
                    <a:pt x="1857" y="495"/>
                  </a:lnTo>
                  <a:lnTo>
                    <a:pt x="2015" y="613"/>
                  </a:lnTo>
                  <a:lnTo>
                    <a:pt x="2094" y="672"/>
                  </a:lnTo>
                  <a:lnTo>
                    <a:pt x="2133" y="751"/>
                  </a:lnTo>
                  <a:lnTo>
                    <a:pt x="2173" y="850"/>
                  </a:lnTo>
                  <a:lnTo>
                    <a:pt x="2193" y="969"/>
                  </a:lnTo>
                  <a:lnTo>
                    <a:pt x="2193" y="1107"/>
                  </a:lnTo>
                  <a:lnTo>
                    <a:pt x="2173" y="1225"/>
                  </a:lnTo>
                  <a:lnTo>
                    <a:pt x="2114" y="1502"/>
                  </a:lnTo>
                  <a:lnTo>
                    <a:pt x="2015" y="1778"/>
                  </a:lnTo>
                  <a:lnTo>
                    <a:pt x="1896" y="2015"/>
                  </a:lnTo>
                  <a:lnTo>
                    <a:pt x="1778" y="2193"/>
                  </a:lnTo>
                  <a:lnTo>
                    <a:pt x="1699" y="2252"/>
                  </a:lnTo>
                  <a:lnTo>
                    <a:pt x="1639" y="2292"/>
                  </a:lnTo>
                  <a:lnTo>
                    <a:pt x="1560" y="2312"/>
                  </a:lnTo>
                  <a:lnTo>
                    <a:pt x="1481" y="2312"/>
                  </a:lnTo>
                  <a:lnTo>
                    <a:pt x="1264" y="2272"/>
                  </a:lnTo>
                  <a:lnTo>
                    <a:pt x="1007" y="2213"/>
                  </a:lnTo>
                  <a:lnTo>
                    <a:pt x="770" y="2114"/>
                  </a:lnTo>
                  <a:lnTo>
                    <a:pt x="533" y="2015"/>
                  </a:lnTo>
                  <a:lnTo>
                    <a:pt x="316" y="1917"/>
                  </a:lnTo>
                  <a:lnTo>
                    <a:pt x="178" y="1838"/>
                  </a:lnTo>
                  <a:lnTo>
                    <a:pt x="138" y="1798"/>
                  </a:lnTo>
                  <a:lnTo>
                    <a:pt x="119" y="1759"/>
                  </a:lnTo>
                  <a:lnTo>
                    <a:pt x="138" y="1660"/>
                  </a:lnTo>
                  <a:lnTo>
                    <a:pt x="158" y="1462"/>
                  </a:lnTo>
                  <a:lnTo>
                    <a:pt x="217" y="1206"/>
                  </a:lnTo>
                  <a:lnTo>
                    <a:pt x="296" y="929"/>
                  </a:lnTo>
                  <a:lnTo>
                    <a:pt x="395" y="633"/>
                  </a:lnTo>
                  <a:lnTo>
                    <a:pt x="494" y="396"/>
                  </a:lnTo>
                  <a:lnTo>
                    <a:pt x="553" y="297"/>
                  </a:lnTo>
                  <a:lnTo>
                    <a:pt x="593" y="218"/>
                  </a:lnTo>
                  <a:lnTo>
                    <a:pt x="652" y="159"/>
                  </a:lnTo>
                  <a:lnTo>
                    <a:pt x="711" y="139"/>
                  </a:lnTo>
                  <a:close/>
                  <a:moveTo>
                    <a:pt x="652" y="1"/>
                  </a:moveTo>
                  <a:lnTo>
                    <a:pt x="593" y="40"/>
                  </a:lnTo>
                  <a:lnTo>
                    <a:pt x="533" y="99"/>
                  </a:lnTo>
                  <a:lnTo>
                    <a:pt x="474" y="179"/>
                  </a:lnTo>
                  <a:lnTo>
                    <a:pt x="415" y="297"/>
                  </a:lnTo>
                  <a:lnTo>
                    <a:pt x="296" y="574"/>
                  </a:lnTo>
                  <a:lnTo>
                    <a:pt x="198" y="890"/>
                  </a:lnTo>
                  <a:lnTo>
                    <a:pt x="119" y="1225"/>
                  </a:lnTo>
                  <a:lnTo>
                    <a:pt x="40" y="1502"/>
                  </a:lnTo>
                  <a:lnTo>
                    <a:pt x="0" y="1719"/>
                  </a:lnTo>
                  <a:lnTo>
                    <a:pt x="0" y="1838"/>
                  </a:lnTo>
                  <a:lnTo>
                    <a:pt x="20" y="1877"/>
                  </a:lnTo>
                  <a:lnTo>
                    <a:pt x="59" y="1917"/>
                  </a:lnTo>
                  <a:lnTo>
                    <a:pt x="217" y="2015"/>
                  </a:lnTo>
                  <a:lnTo>
                    <a:pt x="454" y="2134"/>
                  </a:lnTo>
                  <a:lnTo>
                    <a:pt x="711" y="2233"/>
                  </a:lnTo>
                  <a:lnTo>
                    <a:pt x="1007" y="2351"/>
                  </a:lnTo>
                  <a:lnTo>
                    <a:pt x="1284" y="2410"/>
                  </a:lnTo>
                  <a:lnTo>
                    <a:pt x="1521" y="2450"/>
                  </a:lnTo>
                  <a:lnTo>
                    <a:pt x="1620" y="2450"/>
                  </a:lnTo>
                  <a:lnTo>
                    <a:pt x="1699" y="2430"/>
                  </a:lnTo>
                  <a:lnTo>
                    <a:pt x="1778" y="2391"/>
                  </a:lnTo>
                  <a:lnTo>
                    <a:pt x="1857" y="2312"/>
                  </a:lnTo>
                  <a:lnTo>
                    <a:pt x="1936" y="2233"/>
                  </a:lnTo>
                  <a:lnTo>
                    <a:pt x="1995" y="2114"/>
                  </a:lnTo>
                  <a:lnTo>
                    <a:pt x="2133" y="1857"/>
                  </a:lnTo>
                  <a:lnTo>
                    <a:pt x="2232" y="1561"/>
                  </a:lnTo>
                  <a:lnTo>
                    <a:pt x="2311" y="1245"/>
                  </a:lnTo>
                  <a:lnTo>
                    <a:pt x="2311" y="1087"/>
                  </a:lnTo>
                  <a:lnTo>
                    <a:pt x="2311" y="949"/>
                  </a:lnTo>
                  <a:lnTo>
                    <a:pt x="2311" y="811"/>
                  </a:lnTo>
                  <a:lnTo>
                    <a:pt x="2272" y="712"/>
                  </a:lnTo>
                  <a:lnTo>
                    <a:pt x="2212" y="613"/>
                  </a:lnTo>
                  <a:lnTo>
                    <a:pt x="2133" y="534"/>
                  </a:lnTo>
                  <a:lnTo>
                    <a:pt x="1936" y="416"/>
                  </a:lnTo>
                  <a:lnTo>
                    <a:pt x="1718" y="317"/>
                  </a:lnTo>
                  <a:lnTo>
                    <a:pt x="1462" y="218"/>
                  </a:lnTo>
                  <a:lnTo>
                    <a:pt x="1225" y="159"/>
                  </a:lnTo>
                  <a:lnTo>
                    <a:pt x="830" y="40"/>
                  </a:lnTo>
                  <a:lnTo>
                    <a:pt x="652" y="1"/>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9" name="Google Shape;8949;p34"/>
            <p:cNvSpPr/>
            <p:nvPr/>
          </p:nvSpPr>
          <p:spPr>
            <a:xfrm>
              <a:off x="4035478" y="-1510263"/>
              <a:ext cx="409167" cy="144797"/>
            </a:xfrm>
            <a:custGeom>
              <a:rect b="b" l="l" r="r" t="t"/>
              <a:pathLst>
                <a:path extrusionOk="0" h="3852" w="10885">
                  <a:moveTo>
                    <a:pt x="7665" y="0"/>
                  </a:moveTo>
                  <a:lnTo>
                    <a:pt x="6894" y="20"/>
                  </a:lnTo>
                  <a:lnTo>
                    <a:pt x="6084" y="59"/>
                  </a:lnTo>
                  <a:lnTo>
                    <a:pt x="5275" y="138"/>
                  </a:lnTo>
                  <a:lnTo>
                    <a:pt x="4485" y="217"/>
                  </a:lnTo>
                  <a:lnTo>
                    <a:pt x="3734" y="277"/>
                  </a:lnTo>
                  <a:lnTo>
                    <a:pt x="3043" y="316"/>
                  </a:lnTo>
                  <a:lnTo>
                    <a:pt x="2727" y="336"/>
                  </a:lnTo>
                  <a:lnTo>
                    <a:pt x="2430" y="316"/>
                  </a:lnTo>
                  <a:lnTo>
                    <a:pt x="1937" y="296"/>
                  </a:lnTo>
                  <a:lnTo>
                    <a:pt x="1502" y="277"/>
                  </a:lnTo>
                  <a:lnTo>
                    <a:pt x="1166" y="296"/>
                  </a:lnTo>
                  <a:lnTo>
                    <a:pt x="1008" y="316"/>
                  </a:lnTo>
                  <a:lnTo>
                    <a:pt x="870" y="356"/>
                  </a:lnTo>
                  <a:lnTo>
                    <a:pt x="751" y="395"/>
                  </a:lnTo>
                  <a:lnTo>
                    <a:pt x="633" y="474"/>
                  </a:lnTo>
                  <a:lnTo>
                    <a:pt x="534" y="533"/>
                  </a:lnTo>
                  <a:lnTo>
                    <a:pt x="455" y="632"/>
                  </a:lnTo>
                  <a:lnTo>
                    <a:pt x="356" y="751"/>
                  </a:lnTo>
                  <a:lnTo>
                    <a:pt x="277" y="889"/>
                  </a:lnTo>
                  <a:lnTo>
                    <a:pt x="218" y="1027"/>
                  </a:lnTo>
                  <a:lnTo>
                    <a:pt x="139" y="1205"/>
                  </a:lnTo>
                  <a:lnTo>
                    <a:pt x="80" y="1383"/>
                  </a:lnTo>
                  <a:lnTo>
                    <a:pt x="40" y="1560"/>
                  </a:lnTo>
                  <a:lnTo>
                    <a:pt x="21" y="1718"/>
                  </a:lnTo>
                  <a:lnTo>
                    <a:pt x="1" y="1876"/>
                  </a:lnTo>
                  <a:lnTo>
                    <a:pt x="1" y="2015"/>
                  </a:lnTo>
                  <a:lnTo>
                    <a:pt x="21" y="2153"/>
                  </a:lnTo>
                  <a:lnTo>
                    <a:pt x="60" y="2291"/>
                  </a:lnTo>
                  <a:lnTo>
                    <a:pt x="100" y="2410"/>
                  </a:lnTo>
                  <a:lnTo>
                    <a:pt x="159" y="2528"/>
                  </a:lnTo>
                  <a:lnTo>
                    <a:pt x="238" y="2647"/>
                  </a:lnTo>
                  <a:lnTo>
                    <a:pt x="317" y="2765"/>
                  </a:lnTo>
                  <a:lnTo>
                    <a:pt x="416" y="2864"/>
                  </a:lnTo>
                  <a:lnTo>
                    <a:pt x="613" y="3042"/>
                  </a:lnTo>
                  <a:lnTo>
                    <a:pt x="870" y="3200"/>
                  </a:lnTo>
                  <a:lnTo>
                    <a:pt x="1028" y="3279"/>
                  </a:lnTo>
                  <a:lnTo>
                    <a:pt x="1186" y="3338"/>
                  </a:lnTo>
                  <a:lnTo>
                    <a:pt x="1384" y="3397"/>
                  </a:lnTo>
                  <a:lnTo>
                    <a:pt x="1601" y="3457"/>
                  </a:lnTo>
                  <a:lnTo>
                    <a:pt x="2095" y="3536"/>
                  </a:lnTo>
                  <a:lnTo>
                    <a:pt x="2628" y="3595"/>
                  </a:lnTo>
                  <a:lnTo>
                    <a:pt x="3754" y="3694"/>
                  </a:lnTo>
                  <a:lnTo>
                    <a:pt x="4287" y="3733"/>
                  </a:lnTo>
                  <a:lnTo>
                    <a:pt x="4781" y="3792"/>
                  </a:lnTo>
                  <a:lnTo>
                    <a:pt x="5275" y="3832"/>
                  </a:lnTo>
                  <a:lnTo>
                    <a:pt x="5788" y="3852"/>
                  </a:lnTo>
                  <a:lnTo>
                    <a:pt x="6341" y="3852"/>
                  </a:lnTo>
                  <a:lnTo>
                    <a:pt x="6934" y="3812"/>
                  </a:lnTo>
                  <a:lnTo>
                    <a:pt x="7507" y="3753"/>
                  </a:lnTo>
                  <a:lnTo>
                    <a:pt x="8079" y="3674"/>
                  </a:lnTo>
                  <a:lnTo>
                    <a:pt x="8632" y="3575"/>
                  </a:lnTo>
                  <a:lnTo>
                    <a:pt x="9166" y="3437"/>
                  </a:lnTo>
                  <a:lnTo>
                    <a:pt x="9640" y="3299"/>
                  </a:lnTo>
                  <a:lnTo>
                    <a:pt x="10015" y="3180"/>
                  </a:lnTo>
                  <a:lnTo>
                    <a:pt x="10311" y="3062"/>
                  </a:lnTo>
                  <a:lnTo>
                    <a:pt x="10548" y="2943"/>
                  </a:lnTo>
                  <a:lnTo>
                    <a:pt x="10805" y="2805"/>
                  </a:lnTo>
                  <a:lnTo>
                    <a:pt x="10884" y="2746"/>
                  </a:lnTo>
                  <a:lnTo>
                    <a:pt x="10884" y="2627"/>
                  </a:lnTo>
                  <a:lnTo>
                    <a:pt x="10825" y="2351"/>
                  </a:lnTo>
                  <a:lnTo>
                    <a:pt x="10785" y="2153"/>
                  </a:lnTo>
                  <a:lnTo>
                    <a:pt x="10726" y="1936"/>
                  </a:lnTo>
                  <a:lnTo>
                    <a:pt x="10627" y="1718"/>
                  </a:lnTo>
                  <a:lnTo>
                    <a:pt x="10529" y="1481"/>
                  </a:lnTo>
                  <a:lnTo>
                    <a:pt x="10390" y="1225"/>
                  </a:lnTo>
                  <a:lnTo>
                    <a:pt x="10213" y="988"/>
                  </a:lnTo>
                  <a:lnTo>
                    <a:pt x="10015" y="770"/>
                  </a:lnTo>
                  <a:lnTo>
                    <a:pt x="9778" y="553"/>
                  </a:lnTo>
                  <a:lnTo>
                    <a:pt x="9640" y="454"/>
                  </a:lnTo>
                  <a:lnTo>
                    <a:pt x="9502" y="375"/>
                  </a:lnTo>
                  <a:lnTo>
                    <a:pt x="9344" y="296"/>
                  </a:lnTo>
                  <a:lnTo>
                    <a:pt x="9186" y="217"/>
                  </a:lnTo>
                  <a:lnTo>
                    <a:pt x="9008" y="158"/>
                  </a:lnTo>
                  <a:lnTo>
                    <a:pt x="8830" y="99"/>
                  </a:lnTo>
                  <a:lnTo>
                    <a:pt x="8632" y="59"/>
                  </a:lnTo>
                  <a:lnTo>
                    <a:pt x="8415" y="40"/>
                  </a:lnTo>
                  <a:lnTo>
                    <a:pt x="8040" y="20"/>
                  </a:lnTo>
                  <a:lnTo>
                    <a:pt x="7665"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0" name="Google Shape;8950;p34"/>
            <p:cNvSpPr/>
            <p:nvPr/>
          </p:nvSpPr>
          <p:spPr>
            <a:xfrm>
              <a:off x="4061491" y="-1489475"/>
              <a:ext cx="86156" cy="83938"/>
            </a:xfrm>
            <a:custGeom>
              <a:rect b="b" l="l" r="r" t="t"/>
              <a:pathLst>
                <a:path extrusionOk="0" h="2233" w="2292">
                  <a:moveTo>
                    <a:pt x="1106" y="119"/>
                  </a:moveTo>
                  <a:lnTo>
                    <a:pt x="1343" y="138"/>
                  </a:lnTo>
                  <a:lnTo>
                    <a:pt x="1580" y="138"/>
                  </a:lnTo>
                  <a:lnTo>
                    <a:pt x="1798" y="178"/>
                  </a:lnTo>
                  <a:lnTo>
                    <a:pt x="1956" y="237"/>
                  </a:lnTo>
                  <a:lnTo>
                    <a:pt x="2015" y="277"/>
                  </a:lnTo>
                  <a:lnTo>
                    <a:pt x="2074" y="356"/>
                  </a:lnTo>
                  <a:lnTo>
                    <a:pt x="2114" y="435"/>
                  </a:lnTo>
                  <a:lnTo>
                    <a:pt x="2153" y="533"/>
                  </a:lnTo>
                  <a:lnTo>
                    <a:pt x="2193" y="770"/>
                  </a:lnTo>
                  <a:lnTo>
                    <a:pt x="2193" y="1047"/>
                  </a:lnTo>
                  <a:lnTo>
                    <a:pt x="2153" y="1323"/>
                  </a:lnTo>
                  <a:lnTo>
                    <a:pt x="2133" y="1442"/>
                  </a:lnTo>
                  <a:lnTo>
                    <a:pt x="2074" y="1580"/>
                  </a:lnTo>
                  <a:lnTo>
                    <a:pt x="2035" y="1679"/>
                  </a:lnTo>
                  <a:lnTo>
                    <a:pt x="1956" y="1778"/>
                  </a:lnTo>
                  <a:lnTo>
                    <a:pt x="1877" y="1877"/>
                  </a:lnTo>
                  <a:lnTo>
                    <a:pt x="1798" y="1936"/>
                  </a:lnTo>
                  <a:lnTo>
                    <a:pt x="1699" y="1975"/>
                  </a:lnTo>
                  <a:lnTo>
                    <a:pt x="1580" y="2015"/>
                  </a:lnTo>
                  <a:lnTo>
                    <a:pt x="1343" y="2074"/>
                  </a:lnTo>
                  <a:lnTo>
                    <a:pt x="1067" y="2094"/>
                  </a:lnTo>
                  <a:lnTo>
                    <a:pt x="810" y="2114"/>
                  </a:lnTo>
                  <a:lnTo>
                    <a:pt x="553" y="2094"/>
                  </a:lnTo>
                  <a:lnTo>
                    <a:pt x="356" y="2054"/>
                  </a:lnTo>
                  <a:lnTo>
                    <a:pt x="217" y="1995"/>
                  </a:lnTo>
                  <a:lnTo>
                    <a:pt x="178" y="1956"/>
                  </a:lnTo>
                  <a:lnTo>
                    <a:pt x="158" y="1936"/>
                  </a:lnTo>
                  <a:lnTo>
                    <a:pt x="158" y="1798"/>
                  </a:lnTo>
                  <a:lnTo>
                    <a:pt x="158" y="1600"/>
                  </a:lnTo>
                  <a:lnTo>
                    <a:pt x="178" y="1343"/>
                  </a:lnTo>
                  <a:lnTo>
                    <a:pt x="217" y="1047"/>
                  </a:lnTo>
                  <a:lnTo>
                    <a:pt x="257" y="751"/>
                  </a:lnTo>
                  <a:lnTo>
                    <a:pt x="336" y="494"/>
                  </a:lnTo>
                  <a:lnTo>
                    <a:pt x="415" y="277"/>
                  </a:lnTo>
                  <a:lnTo>
                    <a:pt x="454" y="198"/>
                  </a:lnTo>
                  <a:lnTo>
                    <a:pt x="494" y="158"/>
                  </a:lnTo>
                  <a:lnTo>
                    <a:pt x="672" y="138"/>
                  </a:lnTo>
                  <a:lnTo>
                    <a:pt x="1106" y="119"/>
                  </a:lnTo>
                  <a:close/>
                  <a:moveTo>
                    <a:pt x="1067" y="0"/>
                  </a:moveTo>
                  <a:lnTo>
                    <a:pt x="593" y="20"/>
                  </a:lnTo>
                  <a:lnTo>
                    <a:pt x="395" y="40"/>
                  </a:lnTo>
                  <a:lnTo>
                    <a:pt x="336" y="99"/>
                  </a:lnTo>
                  <a:lnTo>
                    <a:pt x="277" y="178"/>
                  </a:lnTo>
                  <a:lnTo>
                    <a:pt x="198" y="415"/>
                  </a:lnTo>
                  <a:lnTo>
                    <a:pt x="119" y="711"/>
                  </a:lnTo>
                  <a:lnTo>
                    <a:pt x="59" y="1047"/>
                  </a:lnTo>
                  <a:lnTo>
                    <a:pt x="20" y="1363"/>
                  </a:lnTo>
                  <a:lnTo>
                    <a:pt x="0" y="1659"/>
                  </a:lnTo>
                  <a:lnTo>
                    <a:pt x="0" y="1896"/>
                  </a:lnTo>
                  <a:lnTo>
                    <a:pt x="0" y="2035"/>
                  </a:lnTo>
                  <a:lnTo>
                    <a:pt x="20" y="2074"/>
                  </a:lnTo>
                  <a:lnTo>
                    <a:pt x="59" y="2114"/>
                  </a:lnTo>
                  <a:lnTo>
                    <a:pt x="237" y="2173"/>
                  </a:lnTo>
                  <a:lnTo>
                    <a:pt x="454" y="2212"/>
                  </a:lnTo>
                  <a:lnTo>
                    <a:pt x="731" y="2232"/>
                  </a:lnTo>
                  <a:lnTo>
                    <a:pt x="1027" y="2232"/>
                  </a:lnTo>
                  <a:lnTo>
                    <a:pt x="1324" y="2193"/>
                  </a:lnTo>
                  <a:lnTo>
                    <a:pt x="1600" y="2133"/>
                  </a:lnTo>
                  <a:lnTo>
                    <a:pt x="1738" y="2094"/>
                  </a:lnTo>
                  <a:lnTo>
                    <a:pt x="1837" y="2035"/>
                  </a:lnTo>
                  <a:lnTo>
                    <a:pt x="1936" y="1975"/>
                  </a:lnTo>
                  <a:lnTo>
                    <a:pt x="2035" y="1877"/>
                  </a:lnTo>
                  <a:lnTo>
                    <a:pt x="2114" y="1758"/>
                  </a:lnTo>
                  <a:lnTo>
                    <a:pt x="2173" y="1640"/>
                  </a:lnTo>
                  <a:lnTo>
                    <a:pt x="2212" y="1501"/>
                  </a:lnTo>
                  <a:lnTo>
                    <a:pt x="2252" y="1343"/>
                  </a:lnTo>
                  <a:lnTo>
                    <a:pt x="2291" y="1047"/>
                  </a:lnTo>
                  <a:lnTo>
                    <a:pt x="2291" y="731"/>
                  </a:lnTo>
                  <a:lnTo>
                    <a:pt x="2272" y="593"/>
                  </a:lnTo>
                  <a:lnTo>
                    <a:pt x="2252" y="474"/>
                  </a:lnTo>
                  <a:lnTo>
                    <a:pt x="2212" y="356"/>
                  </a:lnTo>
                  <a:lnTo>
                    <a:pt x="2153" y="257"/>
                  </a:lnTo>
                  <a:lnTo>
                    <a:pt x="2094" y="178"/>
                  </a:lnTo>
                  <a:lnTo>
                    <a:pt x="2035" y="119"/>
                  </a:lnTo>
                  <a:lnTo>
                    <a:pt x="1857" y="59"/>
                  </a:lnTo>
                  <a:lnTo>
                    <a:pt x="1600" y="20"/>
                  </a:lnTo>
                  <a:lnTo>
                    <a:pt x="1343" y="20"/>
                  </a:lnTo>
                  <a:lnTo>
                    <a:pt x="1067" y="0"/>
                  </a:lnTo>
                  <a:close/>
                </a:path>
              </a:pathLst>
            </a:custGeom>
            <a:solidFill>
              <a:srgbClr val="AB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1" name="Google Shape;8951;p34"/>
            <p:cNvSpPr/>
            <p:nvPr/>
          </p:nvSpPr>
          <p:spPr>
            <a:xfrm>
              <a:off x="4011006" y="-1882265"/>
              <a:ext cx="351955" cy="350489"/>
            </a:xfrm>
            <a:custGeom>
              <a:rect b="b" l="l" r="r" t="t"/>
              <a:pathLst>
                <a:path extrusionOk="0" h="9324" w="9363">
                  <a:moveTo>
                    <a:pt x="4859" y="376"/>
                  </a:moveTo>
                  <a:lnTo>
                    <a:pt x="5234" y="395"/>
                  </a:lnTo>
                  <a:lnTo>
                    <a:pt x="5610" y="455"/>
                  </a:lnTo>
                  <a:lnTo>
                    <a:pt x="5965" y="514"/>
                  </a:lnTo>
                  <a:lnTo>
                    <a:pt x="6163" y="573"/>
                  </a:lnTo>
                  <a:lnTo>
                    <a:pt x="6340" y="632"/>
                  </a:lnTo>
                  <a:lnTo>
                    <a:pt x="6696" y="771"/>
                  </a:lnTo>
                  <a:lnTo>
                    <a:pt x="7052" y="968"/>
                  </a:lnTo>
                  <a:lnTo>
                    <a:pt x="7387" y="1205"/>
                  </a:lnTo>
                  <a:lnTo>
                    <a:pt x="7684" y="1482"/>
                  </a:lnTo>
                  <a:lnTo>
                    <a:pt x="7980" y="1798"/>
                  </a:lnTo>
                  <a:lnTo>
                    <a:pt x="8237" y="2133"/>
                  </a:lnTo>
                  <a:lnTo>
                    <a:pt x="8454" y="2489"/>
                  </a:lnTo>
                  <a:lnTo>
                    <a:pt x="8651" y="2884"/>
                  </a:lnTo>
                  <a:lnTo>
                    <a:pt x="8790" y="3299"/>
                  </a:lnTo>
                  <a:lnTo>
                    <a:pt x="8849" y="3496"/>
                  </a:lnTo>
                  <a:lnTo>
                    <a:pt x="8908" y="3714"/>
                  </a:lnTo>
                  <a:lnTo>
                    <a:pt x="8928" y="3931"/>
                  </a:lnTo>
                  <a:lnTo>
                    <a:pt x="8948" y="4168"/>
                  </a:lnTo>
                  <a:lnTo>
                    <a:pt x="8967" y="4385"/>
                  </a:lnTo>
                  <a:lnTo>
                    <a:pt x="8948" y="4622"/>
                  </a:lnTo>
                  <a:lnTo>
                    <a:pt x="8928" y="4839"/>
                  </a:lnTo>
                  <a:lnTo>
                    <a:pt x="8908" y="5077"/>
                  </a:lnTo>
                  <a:lnTo>
                    <a:pt x="8849" y="5294"/>
                  </a:lnTo>
                  <a:lnTo>
                    <a:pt x="8790" y="5531"/>
                  </a:lnTo>
                  <a:lnTo>
                    <a:pt x="8711" y="5768"/>
                  </a:lnTo>
                  <a:lnTo>
                    <a:pt x="8612" y="6005"/>
                  </a:lnTo>
                  <a:lnTo>
                    <a:pt x="8493" y="6242"/>
                  </a:lnTo>
                  <a:lnTo>
                    <a:pt x="8375" y="6459"/>
                  </a:lnTo>
                  <a:lnTo>
                    <a:pt x="8237" y="6676"/>
                  </a:lnTo>
                  <a:lnTo>
                    <a:pt x="8098" y="6894"/>
                  </a:lnTo>
                  <a:lnTo>
                    <a:pt x="7940" y="7111"/>
                  </a:lnTo>
                  <a:lnTo>
                    <a:pt x="7782" y="7308"/>
                  </a:lnTo>
                  <a:lnTo>
                    <a:pt x="7605" y="7486"/>
                  </a:lnTo>
                  <a:lnTo>
                    <a:pt x="7427" y="7664"/>
                  </a:lnTo>
                  <a:lnTo>
                    <a:pt x="7249" y="7842"/>
                  </a:lnTo>
                  <a:lnTo>
                    <a:pt x="7052" y="8000"/>
                  </a:lnTo>
                  <a:lnTo>
                    <a:pt x="6854" y="8158"/>
                  </a:lnTo>
                  <a:lnTo>
                    <a:pt x="6637" y="8296"/>
                  </a:lnTo>
                  <a:lnTo>
                    <a:pt x="6439" y="8415"/>
                  </a:lnTo>
                  <a:lnTo>
                    <a:pt x="6222" y="8533"/>
                  </a:lnTo>
                  <a:lnTo>
                    <a:pt x="6005" y="8632"/>
                  </a:lnTo>
                  <a:lnTo>
                    <a:pt x="5768" y="8711"/>
                  </a:lnTo>
                  <a:lnTo>
                    <a:pt x="5531" y="8790"/>
                  </a:lnTo>
                  <a:lnTo>
                    <a:pt x="5313" y="8849"/>
                  </a:lnTo>
                  <a:lnTo>
                    <a:pt x="5076" y="8908"/>
                  </a:lnTo>
                  <a:lnTo>
                    <a:pt x="4820" y="8928"/>
                  </a:lnTo>
                  <a:lnTo>
                    <a:pt x="4583" y="8948"/>
                  </a:lnTo>
                  <a:lnTo>
                    <a:pt x="4345" y="8948"/>
                  </a:lnTo>
                  <a:lnTo>
                    <a:pt x="4089" y="8928"/>
                  </a:lnTo>
                  <a:lnTo>
                    <a:pt x="3852" y="8889"/>
                  </a:lnTo>
                  <a:lnTo>
                    <a:pt x="3595" y="8829"/>
                  </a:lnTo>
                  <a:lnTo>
                    <a:pt x="3338" y="8750"/>
                  </a:lnTo>
                  <a:lnTo>
                    <a:pt x="3101" y="8671"/>
                  </a:lnTo>
                  <a:lnTo>
                    <a:pt x="2844" y="8553"/>
                  </a:lnTo>
                  <a:lnTo>
                    <a:pt x="2607" y="8434"/>
                  </a:lnTo>
                  <a:lnTo>
                    <a:pt x="2351" y="8276"/>
                  </a:lnTo>
                  <a:lnTo>
                    <a:pt x="2114" y="8099"/>
                  </a:lnTo>
                  <a:lnTo>
                    <a:pt x="1857" y="7921"/>
                  </a:lnTo>
                  <a:lnTo>
                    <a:pt x="1521" y="7605"/>
                  </a:lnTo>
                  <a:lnTo>
                    <a:pt x="1343" y="7427"/>
                  </a:lnTo>
                  <a:lnTo>
                    <a:pt x="1165" y="7229"/>
                  </a:lnTo>
                  <a:lnTo>
                    <a:pt x="988" y="7012"/>
                  </a:lnTo>
                  <a:lnTo>
                    <a:pt x="830" y="6775"/>
                  </a:lnTo>
                  <a:lnTo>
                    <a:pt x="691" y="6518"/>
                  </a:lnTo>
                  <a:lnTo>
                    <a:pt x="573" y="6262"/>
                  </a:lnTo>
                  <a:lnTo>
                    <a:pt x="474" y="5965"/>
                  </a:lnTo>
                  <a:lnTo>
                    <a:pt x="395" y="5669"/>
                  </a:lnTo>
                  <a:lnTo>
                    <a:pt x="356" y="5333"/>
                  </a:lnTo>
                  <a:lnTo>
                    <a:pt x="356" y="4998"/>
                  </a:lnTo>
                  <a:lnTo>
                    <a:pt x="375" y="4622"/>
                  </a:lnTo>
                  <a:lnTo>
                    <a:pt x="454" y="4247"/>
                  </a:lnTo>
                  <a:lnTo>
                    <a:pt x="593" y="3832"/>
                  </a:lnTo>
                  <a:lnTo>
                    <a:pt x="770" y="3398"/>
                  </a:lnTo>
                  <a:lnTo>
                    <a:pt x="1007" y="2904"/>
                  </a:lnTo>
                  <a:lnTo>
                    <a:pt x="1264" y="2469"/>
                  </a:lnTo>
                  <a:lnTo>
                    <a:pt x="1541" y="2074"/>
                  </a:lnTo>
                  <a:lnTo>
                    <a:pt x="1837" y="1719"/>
                  </a:lnTo>
                  <a:lnTo>
                    <a:pt x="2133" y="1422"/>
                  </a:lnTo>
                  <a:lnTo>
                    <a:pt x="2449" y="1166"/>
                  </a:lnTo>
                  <a:lnTo>
                    <a:pt x="2765" y="948"/>
                  </a:lnTo>
                  <a:lnTo>
                    <a:pt x="3101" y="751"/>
                  </a:lnTo>
                  <a:lnTo>
                    <a:pt x="3437" y="613"/>
                  </a:lnTo>
                  <a:lnTo>
                    <a:pt x="3792" y="514"/>
                  </a:lnTo>
                  <a:lnTo>
                    <a:pt x="4148" y="435"/>
                  </a:lnTo>
                  <a:lnTo>
                    <a:pt x="4504" y="395"/>
                  </a:lnTo>
                  <a:lnTo>
                    <a:pt x="4859" y="376"/>
                  </a:lnTo>
                  <a:close/>
                  <a:moveTo>
                    <a:pt x="4899" y="0"/>
                  </a:moveTo>
                  <a:lnTo>
                    <a:pt x="4504" y="20"/>
                  </a:lnTo>
                  <a:lnTo>
                    <a:pt x="4108" y="59"/>
                  </a:lnTo>
                  <a:lnTo>
                    <a:pt x="3733" y="138"/>
                  </a:lnTo>
                  <a:lnTo>
                    <a:pt x="3358" y="257"/>
                  </a:lnTo>
                  <a:lnTo>
                    <a:pt x="2983" y="415"/>
                  </a:lnTo>
                  <a:lnTo>
                    <a:pt x="2627" y="613"/>
                  </a:lnTo>
                  <a:lnTo>
                    <a:pt x="2272" y="850"/>
                  </a:lnTo>
                  <a:lnTo>
                    <a:pt x="1936" y="1146"/>
                  </a:lnTo>
                  <a:lnTo>
                    <a:pt x="1600" y="1462"/>
                  </a:lnTo>
                  <a:lnTo>
                    <a:pt x="1284" y="1857"/>
                  </a:lnTo>
                  <a:lnTo>
                    <a:pt x="988" y="2272"/>
                  </a:lnTo>
                  <a:lnTo>
                    <a:pt x="711" y="2766"/>
                  </a:lnTo>
                  <a:lnTo>
                    <a:pt x="435" y="3299"/>
                  </a:lnTo>
                  <a:lnTo>
                    <a:pt x="257" y="3753"/>
                  </a:lnTo>
                  <a:lnTo>
                    <a:pt x="119" y="4207"/>
                  </a:lnTo>
                  <a:lnTo>
                    <a:pt x="20" y="4622"/>
                  </a:lnTo>
                  <a:lnTo>
                    <a:pt x="0" y="5017"/>
                  </a:lnTo>
                  <a:lnTo>
                    <a:pt x="0" y="5393"/>
                  </a:lnTo>
                  <a:lnTo>
                    <a:pt x="40" y="5748"/>
                  </a:lnTo>
                  <a:lnTo>
                    <a:pt x="119" y="6084"/>
                  </a:lnTo>
                  <a:lnTo>
                    <a:pt x="237" y="6400"/>
                  </a:lnTo>
                  <a:lnTo>
                    <a:pt x="375" y="6696"/>
                  </a:lnTo>
                  <a:lnTo>
                    <a:pt x="514" y="6953"/>
                  </a:lnTo>
                  <a:lnTo>
                    <a:pt x="691" y="7210"/>
                  </a:lnTo>
                  <a:lnTo>
                    <a:pt x="869" y="7447"/>
                  </a:lnTo>
                  <a:lnTo>
                    <a:pt x="1067" y="7664"/>
                  </a:lnTo>
                  <a:lnTo>
                    <a:pt x="1264" y="7862"/>
                  </a:lnTo>
                  <a:lnTo>
                    <a:pt x="1639" y="8197"/>
                  </a:lnTo>
                  <a:lnTo>
                    <a:pt x="1896" y="8415"/>
                  </a:lnTo>
                  <a:lnTo>
                    <a:pt x="2173" y="8592"/>
                  </a:lnTo>
                  <a:lnTo>
                    <a:pt x="2430" y="8750"/>
                  </a:lnTo>
                  <a:lnTo>
                    <a:pt x="2706" y="8908"/>
                  </a:lnTo>
                  <a:lnTo>
                    <a:pt x="2983" y="9027"/>
                  </a:lnTo>
                  <a:lnTo>
                    <a:pt x="3259" y="9126"/>
                  </a:lnTo>
                  <a:lnTo>
                    <a:pt x="3516" y="9205"/>
                  </a:lnTo>
                  <a:lnTo>
                    <a:pt x="3792" y="9264"/>
                  </a:lnTo>
                  <a:lnTo>
                    <a:pt x="4069" y="9303"/>
                  </a:lnTo>
                  <a:lnTo>
                    <a:pt x="4326" y="9323"/>
                  </a:lnTo>
                  <a:lnTo>
                    <a:pt x="4602" y="9323"/>
                  </a:lnTo>
                  <a:lnTo>
                    <a:pt x="4859" y="9303"/>
                  </a:lnTo>
                  <a:lnTo>
                    <a:pt x="5136" y="9264"/>
                  </a:lnTo>
                  <a:lnTo>
                    <a:pt x="5392" y="9224"/>
                  </a:lnTo>
                  <a:lnTo>
                    <a:pt x="5629" y="9165"/>
                  </a:lnTo>
                  <a:lnTo>
                    <a:pt x="5886" y="9086"/>
                  </a:lnTo>
                  <a:lnTo>
                    <a:pt x="6143" y="8987"/>
                  </a:lnTo>
                  <a:lnTo>
                    <a:pt x="6380" y="8869"/>
                  </a:lnTo>
                  <a:lnTo>
                    <a:pt x="6617" y="8750"/>
                  </a:lnTo>
                  <a:lnTo>
                    <a:pt x="6834" y="8612"/>
                  </a:lnTo>
                  <a:lnTo>
                    <a:pt x="7071" y="8454"/>
                  </a:lnTo>
                  <a:lnTo>
                    <a:pt x="7289" y="8296"/>
                  </a:lnTo>
                  <a:lnTo>
                    <a:pt x="7486" y="8118"/>
                  </a:lnTo>
                  <a:lnTo>
                    <a:pt x="7684" y="7941"/>
                  </a:lnTo>
                  <a:lnTo>
                    <a:pt x="7881" y="7743"/>
                  </a:lnTo>
                  <a:lnTo>
                    <a:pt x="8079" y="7546"/>
                  </a:lnTo>
                  <a:lnTo>
                    <a:pt x="8256" y="7328"/>
                  </a:lnTo>
                  <a:lnTo>
                    <a:pt x="8414" y="7091"/>
                  </a:lnTo>
                  <a:lnTo>
                    <a:pt x="8572" y="6854"/>
                  </a:lnTo>
                  <a:lnTo>
                    <a:pt x="8711" y="6617"/>
                  </a:lnTo>
                  <a:lnTo>
                    <a:pt x="8849" y="6380"/>
                  </a:lnTo>
                  <a:lnTo>
                    <a:pt x="8987" y="6123"/>
                  </a:lnTo>
                  <a:lnTo>
                    <a:pt x="9086" y="5867"/>
                  </a:lnTo>
                  <a:lnTo>
                    <a:pt x="9165" y="5610"/>
                  </a:lnTo>
                  <a:lnTo>
                    <a:pt x="9244" y="5353"/>
                  </a:lnTo>
                  <a:lnTo>
                    <a:pt x="9303" y="5116"/>
                  </a:lnTo>
                  <a:lnTo>
                    <a:pt x="9343" y="4859"/>
                  </a:lnTo>
                  <a:lnTo>
                    <a:pt x="9363" y="4602"/>
                  </a:lnTo>
                  <a:lnTo>
                    <a:pt x="9363" y="4365"/>
                  </a:lnTo>
                  <a:lnTo>
                    <a:pt x="9363" y="4109"/>
                  </a:lnTo>
                  <a:lnTo>
                    <a:pt x="9323" y="3872"/>
                  </a:lnTo>
                  <a:lnTo>
                    <a:pt x="9303" y="3635"/>
                  </a:lnTo>
                  <a:lnTo>
                    <a:pt x="9244" y="3398"/>
                  </a:lnTo>
                  <a:lnTo>
                    <a:pt x="9185" y="3180"/>
                  </a:lnTo>
                  <a:lnTo>
                    <a:pt x="9106" y="2943"/>
                  </a:lnTo>
                  <a:lnTo>
                    <a:pt x="9027" y="2726"/>
                  </a:lnTo>
                  <a:lnTo>
                    <a:pt x="8928" y="2509"/>
                  </a:lnTo>
                  <a:lnTo>
                    <a:pt x="8809" y="2311"/>
                  </a:lnTo>
                  <a:lnTo>
                    <a:pt x="8572" y="1916"/>
                  </a:lnTo>
                  <a:lnTo>
                    <a:pt x="8296" y="1541"/>
                  </a:lnTo>
                  <a:lnTo>
                    <a:pt x="7980" y="1205"/>
                  </a:lnTo>
                  <a:lnTo>
                    <a:pt x="7644" y="909"/>
                  </a:lnTo>
                  <a:lnTo>
                    <a:pt x="7289" y="652"/>
                  </a:lnTo>
                  <a:lnTo>
                    <a:pt x="6913" y="435"/>
                  </a:lnTo>
                  <a:lnTo>
                    <a:pt x="6716" y="336"/>
                  </a:lnTo>
                  <a:lnTo>
                    <a:pt x="6518" y="257"/>
                  </a:lnTo>
                  <a:lnTo>
                    <a:pt x="6321" y="198"/>
                  </a:lnTo>
                  <a:lnTo>
                    <a:pt x="6103" y="158"/>
                  </a:lnTo>
                  <a:lnTo>
                    <a:pt x="5708" y="79"/>
                  </a:lnTo>
                  <a:lnTo>
                    <a:pt x="5313" y="20"/>
                  </a:lnTo>
                  <a:lnTo>
                    <a:pt x="489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2" name="Google Shape;8952;p34"/>
            <p:cNvSpPr/>
            <p:nvPr/>
          </p:nvSpPr>
          <p:spPr>
            <a:xfrm>
              <a:off x="4556002" y="-1142735"/>
              <a:ext cx="752" cy="789"/>
            </a:xfrm>
            <a:custGeom>
              <a:rect b="b" l="l" r="r" t="t"/>
              <a:pathLst>
                <a:path extrusionOk="0" h="21" w="20">
                  <a:moveTo>
                    <a:pt x="20" y="20"/>
                  </a:moveTo>
                  <a:lnTo>
                    <a:pt x="20" y="20"/>
                  </a:lnTo>
                  <a:lnTo>
                    <a:pt x="0" y="0"/>
                  </a:lnTo>
                  <a:lnTo>
                    <a:pt x="0" y="0"/>
                  </a:lnTo>
                  <a:lnTo>
                    <a:pt x="20" y="20"/>
                  </a:lnTo>
                  <a:lnTo>
                    <a:pt x="2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3" name="Google Shape;8953;p34"/>
            <p:cNvSpPr/>
            <p:nvPr/>
          </p:nvSpPr>
          <p:spPr>
            <a:xfrm>
              <a:off x="4619831" y="-1325390"/>
              <a:ext cx="38" cy="789"/>
            </a:xfrm>
            <a:custGeom>
              <a:rect b="b" l="l" r="r" t="t"/>
              <a:pathLst>
                <a:path extrusionOk="0" h="21" w="1">
                  <a:moveTo>
                    <a:pt x="1" y="20"/>
                  </a:moveTo>
                  <a:lnTo>
                    <a:pt x="1" y="20"/>
                  </a:lnTo>
                  <a:lnTo>
                    <a:pt x="1" y="0"/>
                  </a:lnTo>
                  <a:lnTo>
                    <a:pt x="1" y="0"/>
                  </a:lnTo>
                  <a:lnTo>
                    <a:pt x="1" y="20"/>
                  </a:lnTo>
                  <a:lnTo>
                    <a:pt x="1"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4" name="Google Shape;8954;p34"/>
            <p:cNvSpPr/>
            <p:nvPr/>
          </p:nvSpPr>
          <p:spPr>
            <a:xfrm>
              <a:off x="4475782" y="-1401136"/>
              <a:ext cx="160434" cy="330454"/>
            </a:xfrm>
            <a:custGeom>
              <a:rect b="b" l="l" r="r" t="t"/>
              <a:pathLst>
                <a:path extrusionOk="0" h="8791" w="4268">
                  <a:moveTo>
                    <a:pt x="2450" y="5551"/>
                  </a:moveTo>
                  <a:lnTo>
                    <a:pt x="2470" y="5610"/>
                  </a:lnTo>
                  <a:lnTo>
                    <a:pt x="2490" y="5669"/>
                  </a:lnTo>
                  <a:lnTo>
                    <a:pt x="2509" y="5669"/>
                  </a:lnTo>
                  <a:lnTo>
                    <a:pt x="2529" y="5650"/>
                  </a:lnTo>
                  <a:lnTo>
                    <a:pt x="2529" y="5610"/>
                  </a:lnTo>
                  <a:lnTo>
                    <a:pt x="2569" y="5590"/>
                  </a:lnTo>
                  <a:lnTo>
                    <a:pt x="2529" y="5590"/>
                  </a:lnTo>
                  <a:lnTo>
                    <a:pt x="2509" y="5571"/>
                  </a:lnTo>
                  <a:lnTo>
                    <a:pt x="2470" y="5551"/>
                  </a:lnTo>
                  <a:close/>
                  <a:moveTo>
                    <a:pt x="3062" y="1"/>
                  </a:moveTo>
                  <a:lnTo>
                    <a:pt x="3082" y="40"/>
                  </a:lnTo>
                  <a:lnTo>
                    <a:pt x="3082" y="60"/>
                  </a:lnTo>
                  <a:lnTo>
                    <a:pt x="3043" y="119"/>
                  </a:lnTo>
                  <a:lnTo>
                    <a:pt x="3043" y="139"/>
                  </a:lnTo>
                  <a:lnTo>
                    <a:pt x="3043" y="159"/>
                  </a:lnTo>
                  <a:lnTo>
                    <a:pt x="3023" y="198"/>
                  </a:lnTo>
                  <a:lnTo>
                    <a:pt x="3003" y="238"/>
                  </a:lnTo>
                  <a:lnTo>
                    <a:pt x="2944" y="297"/>
                  </a:lnTo>
                  <a:lnTo>
                    <a:pt x="2924" y="317"/>
                  </a:lnTo>
                  <a:lnTo>
                    <a:pt x="2924" y="336"/>
                  </a:lnTo>
                  <a:lnTo>
                    <a:pt x="2924" y="376"/>
                  </a:lnTo>
                  <a:lnTo>
                    <a:pt x="2964" y="415"/>
                  </a:lnTo>
                  <a:lnTo>
                    <a:pt x="3003" y="396"/>
                  </a:lnTo>
                  <a:lnTo>
                    <a:pt x="3043" y="396"/>
                  </a:lnTo>
                  <a:lnTo>
                    <a:pt x="3062" y="415"/>
                  </a:lnTo>
                  <a:lnTo>
                    <a:pt x="3023" y="435"/>
                  </a:lnTo>
                  <a:lnTo>
                    <a:pt x="3003" y="455"/>
                  </a:lnTo>
                  <a:lnTo>
                    <a:pt x="2983" y="475"/>
                  </a:lnTo>
                  <a:lnTo>
                    <a:pt x="2964" y="475"/>
                  </a:lnTo>
                  <a:lnTo>
                    <a:pt x="2944" y="435"/>
                  </a:lnTo>
                  <a:lnTo>
                    <a:pt x="2904" y="514"/>
                  </a:lnTo>
                  <a:lnTo>
                    <a:pt x="2885" y="554"/>
                  </a:lnTo>
                  <a:lnTo>
                    <a:pt x="2964" y="593"/>
                  </a:lnTo>
                  <a:lnTo>
                    <a:pt x="2983" y="633"/>
                  </a:lnTo>
                  <a:lnTo>
                    <a:pt x="3003" y="652"/>
                  </a:lnTo>
                  <a:lnTo>
                    <a:pt x="2964" y="672"/>
                  </a:lnTo>
                  <a:lnTo>
                    <a:pt x="2944" y="672"/>
                  </a:lnTo>
                  <a:lnTo>
                    <a:pt x="2904" y="652"/>
                  </a:lnTo>
                  <a:lnTo>
                    <a:pt x="2865" y="613"/>
                  </a:lnTo>
                  <a:lnTo>
                    <a:pt x="2845" y="593"/>
                  </a:lnTo>
                  <a:lnTo>
                    <a:pt x="2806" y="613"/>
                  </a:lnTo>
                  <a:lnTo>
                    <a:pt x="2825" y="731"/>
                  </a:lnTo>
                  <a:lnTo>
                    <a:pt x="2766" y="731"/>
                  </a:lnTo>
                  <a:lnTo>
                    <a:pt x="2727" y="771"/>
                  </a:lnTo>
                  <a:lnTo>
                    <a:pt x="2707" y="830"/>
                  </a:lnTo>
                  <a:lnTo>
                    <a:pt x="2707" y="949"/>
                  </a:lnTo>
                  <a:lnTo>
                    <a:pt x="2707" y="1067"/>
                  </a:lnTo>
                  <a:lnTo>
                    <a:pt x="2707" y="1126"/>
                  </a:lnTo>
                  <a:lnTo>
                    <a:pt x="2687" y="1186"/>
                  </a:lnTo>
                  <a:lnTo>
                    <a:pt x="2648" y="1146"/>
                  </a:lnTo>
                  <a:lnTo>
                    <a:pt x="2628" y="1087"/>
                  </a:lnTo>
                  <a:lnTo>
                    <a:pt x="2628" y="1028"/>
                  </a:lnTo>
                  <a:lnTo>
                    <a:pt x="2628" y="988"/>
                  </a:lnTo>
                  <a:lnTo>
                    <a:pt x="2608" y="988"/>
                  </a:lnTo>
                  <a:lnTo>
                    <a:pt x="2588" y="1008"/>
                  </a:lnTo>
                  <a:lnTo>
                    <a:pt x="2569" y="1067"/>
                  </a:lnTo>
                  <a:lnTo>
                    <a:pt x="2569" y="1107"/>
                  </a:lnTo>
                  <a:lnTo>
                    <a:pt x="2549" y="1126"/>
                  </a:lnTo>
                  <a:lnTo>
                    <a:pt x="2529" y="1146"/>
                  </a:lnTo>
                  <a:lnTo>
                    <a:pt x="2509" y="1205"/>
                  </a:lnTo>
                  <a:lnTo>
                    <a:pt x="2529" y="1245"/>
                  </a:lnTo>
                  <a:lnTo>
                    <a:pt x="2549" y="1284"/>
                  </a:lnTo>
                  <a:lnTo>
                    <a:pt x="2588" y="1304"/>
                  </a:lnTo>
                  <a:lnTo>
                    <a:pt x="2588" y="1344"/>
                  </a:lnTo>
                  <a:lnTo>
                    <a:pt x="2549" y="1344"/>
                  </a:lnTo>
                  <a:lnTo>
                    <a:pt x="2509" y="1324"/>
                  </a:lnTo>
                  <a:lnTo>
                    <a:pt x="2529" y="1383"/>
                  </a:lnTo>
                  <a:lnTo>
                    <a:pt x="2529" y="1442"/>
                  </a:lnTo>
                  <a:lnTo>
                    <a:pt x="2509" y="1541"/>
                  </a:lnTo>
                  <a:lnTo>
                    <a:pt x="2450" y="1521"/>
                  </a:lnTo>
                  <a:lnTo>
                    <a:pt x="2470" y="1640"/>
                  </a:lnTo>
                  <a:lnTo>
                    <a:pt x="2509" y="1640"/>
                  </a:lnTo>
                  <a:lnTo>
                    <a:pt x="2569" y="1680"/>
                  </a:lnTo>
                  <a:lnTo>
                    <a:pt x="2549" y="1699"/>
                  </a:lnTo>
                  <a:lnTo>
                    <a:pt x="2608" y="1680"/>
                  </a:lnTo>
                  <a:lnTo>
                    <a:pt x="2628" y="1660"/>
                  </a:lnTo>
                  <a:lnTo>
                    <a:pt x="2628" y="1561"/>
                  </a:lnTo>
                  <a:lnTo>
                    <a:pt x="2648" y="1521"/>
                  </a:lnTo>
                  <a:lnTo>
                    <a:pt x="2648" y="1482"/>
                  </a:lnTo>
                  <a:lnTo>
                    <a:pt x="2687" y="1442"/>
                  </a:lnTo>
                  <a:lnTo>
                    <a:pt x="2746" y="1442"/>
                  </a:lnTo>
                  <a:lnTo>
                    <a:pt x="2766" y="1462"/>
                  </a:lnTo>
                  <a:lnTo>
                    <a:pt x="2786" y="1462"/>
                  </a:lnTo>
                  <a:lnTo>
                    <a:pt x="2806" y="1482"/>
                  </a:lnTo>
                  <a:lnTo>
                    <a:pt x="2786" y="1502"/>
                  </a:lnTo>
                  <a:lnTo>
                    <a:pt x="2746" y="1502"/>
                  </a:lnTo>
                  <a:lnTo>
                    <a:pt x="2806" y="1541"/>
                  </a:lnTo>
                  <a:lnTo>
                    <a:pt x="2825" y="1561"/>
                  </a:lnTo>
                  <a:lnTo>
                    <a:pt x="2825" y="1541"/>
                  </a:lnTo>
                  <a:lnTo>
                    <a:pt x="2865" y="1561"/>
                  </a:lnTo>
                  <a:lnTo>
                    <a:pt x="2885" y="1581"/>
                  </a:lnTo>
                  <a:lnTo>
                    <a:pt x="2904" y="1640"/>
                  </a:lnTo>
                  <a:lnTo>
                    <a:pt x="2885" y="1699"/>
                  </a:lnTo>
                  <a:lnTo>
                    <a:pt x="2885" y="1759"/>
                  </a:lnTo>
                  <a:lnTo>
                    <a:pt x="2825" y="1759"/>
                  </a:lnTo>
                  <a:lnTo>
                    <a:pt x="2806" y="1719"/>
                  </a:lnTo>
                  <a:lnTo>
                    <a:pt x="2786" y="1660"/>
                  </a:lnTo>
                  <a:lnTo>
                    <a:pt x="2766" y="1600"/>
                  </a:lnTo>
                  <a:lnTo>
                    <a:pt x="2766" y="1660"/>
                  </a:lnTo>
                  <a:lnTo>
                    <a:pt x="2766" y="1680"/>
                  </a:lnTo>
                  <a:lnTo>
                    <a:pt x="2746" y="1699"/>
                  </a:lnTo>
                  <a:lnTo>
                    <a:pt x="2667" y="1660"/>
                  </a:lnTo>
                  <a:lnTo>
                    <a:pt x="2687" y="1719"/>
                  </a:lnTo>
                  <a:lnTo>
                    <a:pt x="2707" y="1739"/>
                  </a:lnTo>
                  <a:lnTo>
                    <a:pt x="2746" y="1739"/>
                  </a:lnTo>
                  <a:lnTo>
                    <a:pt x="2806" y="1778"/>
                  </a:lnTo>
                  <a:lnTo>
                    <a:pt x="2825" y="1798"/>
                  </a:lnTo>
                  <a:lnTo>
                    <a:pt x="2845" y="1818"/>
                  </a:lnTo>
                  <a:lnTo>
                    <a:pt x="2825" y="1838"/>
                  </a:lnTo>
                  <a:lnTo>
                    <a:pt x="2786" y="1857"/>
                  </a:lnTo>
                  <a:lnTo>
                    <a:pt x="2746" y="1877"/>
                  </a:lnTo>
                  <a:lnTo>
                    <a:pt x="2746" y="1838"/>
                  </a:lnTo>
                  <a:lnTo>
                    <a:pt x="2727" y="1897"/>
                  </a:lnTo>
                  <a:lnTo>
                    <a:pt x="2727" y="1936"/>
                  </a:lnTo>
                  <a:lnTo>
                    <a:pt x="2727" y="1976"/>
                  </a:lnTo>
                  <a:lnTo>
                    <a:pt x="2727" y="2015"/>
                  </a:lnTo>
                  <a:lnTo>
                    <a:pt x="2667" y="2015"/>
                  </a:lnTo>
                  <a:lnTo>
                    <a:pt x="2687" y="1976"/>
                  </a:lnTo>
                  <a:lnTo>
                    <a:pt x="2667" y="1936"/>
                  </a:lnTo>
                  <a:lnTo>
                    <a:pt x="2628" y="1877"/>
                  </a:lnTo>
                  <a:lnTo>
                    <a:pt x="2628" y="1857"/>
                  </a:lnTo>
                  <a:lnTo>
                    <a:pt x="2549" y="1857"/>
                  </a:lnTo>
                  <a:lnTo>
                    <a:pt x="2529" y="1838"/>
                  </a:lnTo>
                  <a:lnTo>
                    <a:pt x="2490" y="1818"/>
                  </a:lnTo>
                  <a:lnTo>
                    <a:pt x="2411" y="1680"/>
                  </a:lnTo>
                  <a:lnTo>
                    <a:pt x="2411" y="1719"/>
                  </a:lnTo>
                  <a:lnTo>
                    <a:pt x="2391" y="1739"/>
                  </a:lnTo>
                  <a:lnTo>
                    <a:pt x="2371" y="1778"/>
                  </a:lnTo>
                  <a:lnTo>
                    <a:pt x="2332" y="1778"/>
                  </a:lnTo>
                  <a:lnTo>
                    <a:pt x="2351" y="1818"/>
                  </a:lnTo>
                  <a:lnTo>
                    <a:pt x="2332" y="1857"/>
                  </a:lnTo>
                  <a:lnTo>
                    <a:pt x="2312" y="1917"/>
                  </a:lnTo>
                  <a:lnTo>
                    <a:pt x="2272" y="1976"/>
                  </a:lnTo>
                  <a:lnTo>
                    <a:pt x="2292" y="2015"/>
                  </a:lnTo>
                  <a:lnTo>
                    <a:pt x="2312" y="2055"/>
                  </a:lnTo>
                  <a:lnTo>
                    <a:pt x="2292" y="2055"/>
                  </a:lnTo>
                  <a:lnTo>
                    <a:pt x="2272" y="2035"/>
                  </a:lnTo>
                  <a:lnTo>
                    <a:pt x="2253" y="2015"/>
                  </a:lnTo>
                  <a:lnTo>
                    <a:pt x="2253" y="2035"/>
                  </a:lnTo>
                  <a:lnTo>
                    <a:pt x="2193" y="2154"/>
                  </a:lnTo>
                  <a:lnTo>
                    <a:pt x="2193" y="2233"/>
                  </a:lnTo>
                  <a:lnTo>
                    <a:pt x="2193" y="2312"/>
                  </a:lnTo>
                  <a:lnTo>
                    <a:pt x="2174" y="2331"/>
                  </a:lnTo>
                  <a:lnTo>
                    <a:pt x="2154" y="2331"/>
                  </a:lnTo>
                  <a:lnTo>
                    <a:pt x="2095" y="2312"/>
                  </a:lnTo>
                  <a:lnTo>
                    <a:pt x="2055" y="2391"/>
                  </a:lnTo>
                  <a:lnTo>
                    <a:pt x="2035" y="2450"/>
                  </a:lnTo>
                  <a:lnTo>
                    <a:pt x="2035" y="2588"/>
                  </a:lnTo>
                  <a:lnTo>
                    <a:pt x="2035" y="2726"/>
                  </a:lnTo>
                  <a:lnTo>
                    <a:pt x="2016" y="2805"/>
                  </a:lnTo>
                  <a:lnTo>
                    <a:pt x="1976" y="2884"/>
                  </a:lnTo>
                  <a:lnTo>
                    <a:pt x="1956" y="2825"/>
                  </a:lnTo>
                  <a:lnTo>
                    <a:pt x="1917" y="2884"/>
                  </a:lnTo>
                  <a:lnTo>
                    <a:pt x="1917" y="2924"/>
                  </a:lnTo>
                  <a:lnTo>
                    <a:pt x="1937" y="2944"/>
                  </a:lnTo>
                  <a:lnTo>
                    <a:pt x="1877" y="2963"/>
                  </a:lnTo>
                  <a:lnTo>
                    <a:pt x="1858" y="2983"/>
                  </a:lnTo>
                  <a:lnTo>
                    <a:pt x="1858" y="3062"/>
                  </a:lnTo>
                  <a:lnTo>
                    <a:pt x="1838" y="3121"/>
                  </a:lnTo>
                  <a:lnTo>
                    <a:pt x="1838" y="3161"/>
                  </a:lnTo>
                  <a:lnTo>
                    <a:pt x="1798" y="3181"/>
                  </a:lnTo>
                  <a:lnTo>
                    <a:pt x="1759" y="3200"/>
                  </a:lnTo>
                  <a:lnTo>
                    <a:pt x="1739" y="3240"/>
                  </a:lnTo>
                  <a:lnTo>
                    <a:pt x="1719" y="3260"/>
                  </a:lnTo>
                  <a:lnTo>
                    <a:pt x="1739" y="3319"/>
                  </a:lnTo>
                  <a:lnTo>
                    <a:pt x="1778" y="3378"/>
                  </a:lnTo>
                  <a:lnTo>
                    <a:pt x="1798" y="3437"/>
                  </a:lnTo>
                  <a:lnTo>
                    <a:pt x="1739" y="3398"/>
                  </a:lnTo>
                  <a:lnTo>
                    <a:pt x="1680" y="3398"/>
                  </a:lnTo>
                  <a:lnTo>
                    <a:pt x="1620" y="3615"/>
                  </a:lnTo>
                  <a:lnTo>
                    <a:pt x="1581" y="3813"/>
                  </a:lnTo>
                  <a:lnTo>
                    <a:pt x="1443" y="4208"/>
                  </a:lnTo>
                  <a:lnTo>
                    <a:pt x="1423" y="4188"/>
                  </a:lnTo>
                  <a:lnTo>
                    <a:pt x="1403" y="4247"/>
                  </a:lnTo>
                  <a:lnTo>
                    <a:pt x="1383" y="4326"/>
                  </a:lnTo>
                  <a:lnTo>
                    <a:pt x="1364" y="4465"/>
                  </a:lnTo>
                  <a:lnTo>
                    <a:pt x="1344" y="4623"/>
                  </a:lnTo>
                  <a:lnTo>
                    <a:pt x="1324" y="4682"/>
                  </a:lnTo>
                  <a:lnTo>
                    <a:pt x="1285" y="4741"/>
                  </a:lnTo>
                  <a:lnTo>
                    <a:pt x="1304" y="4820"/>
                  </a:lnTo>
                  <a:lnTo>
                    <a:pt x="1324" y="4860"/>
                  </a:lnTo>
                  <a:lnTo>
                    <a:pt x="1423" y="4860"/>
                  </a:lnTo>
                  <a:lnTo>
                    <a:pt x="1502" y="4879"/>
                  </a:lnTo>
                  <a:lnTo>
                    <a:pt x="1502" y="4919"/>
                  </a:lnTo>
                  <a:lnTo>
                    <a:pt x="1482" y="4958"/>
                  </a:lnTo>
                  <a:lnTo>
                    <a:pt x="1383" y="4958"/>
                  </a:lnTo>
                  <a:lnTo>
                    <a:pt x="1364" y="4978"/>
                  </a:lnTo>
                  <a:lnTo>
                    <a:pt x="1364" y="4998"/>
                  </a:lnTo>
                  <a:lnTo>
                    <a:pt x="1304" y="4978"/>
                  </a:lnTo>
                  <a:lnTo>
                    <a:pt x="1265" y="4939"/>
                  </a:lnTo>
                  <a:lnTo>
                    <a:pt x="1245" y="4899"/>
                  </a:lnTo>
                  <a:lnTo>
                    <a:pt x="1206" y="4879"/>
                  </a:lnTo>
                  <a:lnTo>
                    <a:pt x="1225" y="5037"/>
                  </a:lnTo>
                  <a:lnTo>
                    <a:pt x="1186" y="5077"/>
                  </a:lnTo>
                  <a:lnTo>
                    <a:pt x="1166" y="5136"/>
                  </a:lnTo>
                  <a:lnTo>
                    <a:pt x="1146" y="5195"/>
                  </a:lnTo>
                  <a:lnTo>
                    <a:pt x="1107" y="5235"/>
                  </a:lnTo>
                  <a:lnTo>
                    <a:pt x="1107" y="5215"/>
                  </a:lnTo>
                  <a:lnTo>
                    <a:pt x="1087" y="5195"/>
                  </a:lnTo>
                  <a:lnTo>
                    <a:pt x="1067" y="5176"/>
                  </a:lnTo>
                  <a:lnTo>
                    <a:pt x="1087" y="5156"/>
                  </a:lnTo>
                  <a:lnTo>
                    <a:pt x="1107" y="5176"/>
                  </a:lnTo>
                  <a:lnTo>
                    <a:pt x="1127" y="5116"/>
                  </a:lnTo>
                  <a:lnTo>
                    <a:pt x="1127" y="5097"/>
                  </a:lnTo>
                  <a:lnTo>
                    <a:pt x="1107" y="5057"/>
                  </a:lnTo>
                  <a:lnTo>
                    <a:pt x="1087" y="5018"/>
                  </a:lnTo>
                  <a:lnTo>
                    <a:pt x="1067" y="5156"/>
                  </a:lnTo>
                  <a:lnTo>
                    <a:pt x="1048" y="5235"/>
                  </a:lnTo>
                  <a:lnTo>
                    <a:pt x="1008" y="5274"/>
                  </a:lnTo>
                  <a:lnTo>
                    <a:pt x="1048" y="5294"/>
                  </a:lnTo>
                  <a:lnTo>
                    <a:pt x="1048" y="5334"/>
                  </a:lnTo>
                  <a:lnTo>
                    <a:pt x="1048" y="5373"/>
                  </a:lnTo>
                  <a:lnTo>
                    <a:pt x="1067" y="5393"/>
                  </a:lnTo>
                  <a:lnTo>
                    <a:pt x="1048" y="5393"/>
                  </a:lnTo>
                  <a:lnTo>
                    <a:pt x="1067" y="5413"/>
                  </a:lnTo>
                  <a:lnTo>
                    <a:pt x="1087" y="5452"/>
                  </a:lnTo>
                  <a:lnTo>
                    <a:pt x="1087" y="5492"/>
                  </a:lnTo>
                  <a:lnTo>
                    <a:pt x="988" y="5472"/>
                  </a:lnTo>
                  <a:lnTo>
                    <a:pt x="988" y="5492"/>
                  </a:lnTo>
                  <a:lnTo>
                    <a:pt x="1028" y="5492"/>
                  </a:lnTo>
                  <a:lnTo>
                    <a:pt x="1048" y="5511"/>
                  </a:lnTo>
                  <a:lnTo>
                    <a:pt x="1028" y="5571"/>
                  </a:lnTo>
                  <a:lnTo>
                    <a:pt x="1008" y="5650"/>
                  </a:lnTo>
                  <a:lnTo>
                    <a:pt x="949" y="5709"/>
                  </a:lnTo>
                  <a:lnTo>
                    <a:pt x="909" y="5729"/>
                  </a:lnTo>
                  <a:lnTo>
                    <a:pt x="870" y="5729"/>
                  </a:lnTo>
                  <a:lnTo>
                    <a:pt x="870" y="5768"/>
                  </a:lnTo>
                  <a:lnTo>
                    <a:pt x="890" y="5808"/>
                  </a:lnTo>
                  <a:lnTo>
                    <a:pt x="890" y="5827"/>
                  </a:lnTo>
                  <a:lnTo>
                    <a:pt x="870" y="5867"/>
                  </a:lnTo>
                  <a:lnTo>
                    <a:pt x="830" y="5827"/>
                  </a:lnTo>
                  <a:lnTo>
                    <a:pt x="751" y="6025"/>
                  </a:lnTo>
                  <a:lnTo>
                    <a:pt x="692" y="6143"/>
                  </a:lnTo>
                  <a:lnTo>
                    <a:pt x="633" y="6222"/>
                  </a:lnTo>
                  <a:lnTo>
                    <a:pt x="613" y="6361"/>
                  </a:lnTo>
                  <a:lnTo>
                    <a:pt x="613" y="6440"/>
                  </a:lnTo>
                  <a:lnTo>
                    <a:pt x="633" y="6499"/>
                  </a:lnTo>
                  <a:lnTo>
                    <a:pt x="653" y="6479"/>
                  </a:lnTo>
                  <a:lnTo>
                    <a:pt x="672" y="6460"/>
                  </a:lnTo>
                  <a:lnTo>
                    <a:pt x="692" y="6440"/>
                  </a:lnTo>
                  <a:lnTo>
                    <a:pt x="732" y="6479"/>
                  </a:lnTo>
                  <a:lnTo>
                    <a:pt x="751" y="6519"/>
                  </a:lnTo>
                  <a:lnTo>
                    <a:pt x="751" y="6539"/>
                  </a:lnTo>
                  <a:lnTo>
                    <a:pt x="732" y="6598"/>
                  </a:lnTo>
                  <a:lnTo>
                    <a:pt x="692" y="6598"/>
                  </a:lnTo>
                  <a:lnTo>
                    <a:pt x="672" y="6618"/>
                  </a:lnTo>
                  <a:lnTo>
                    <a:pt x="653" y="6637"/>
                  </a:lnTo>
                  <a:lnTo>
                    <a:pt x="633" y="6598"/>
                  </a:lnTo>
                  <a:lnTo>
                    <a:pt x="593" y="6598"/>
                  </a:lnTo>
                  <a:lnTo>
                    <a:pt x="574" y="6618"/>
                  </a:lnTo>
                  <a:lnTo>
                    <a:pt x="554" y="6677"/>
                  </a:lnTo>
                  <a:lnTo>
                    <a:pt x="534" y="6716"/>
                  </a:lnTo>
                  <a:lnTo>
                    <a:pt x="514" y="6736"/>
                  </a:lnTo>
                  <a:lnTo>
                    <a:pt x="475" y="6736"/>
                  </a:lnTo>
                  <a:lnTo>
                    <a:pt x="495" y="6776"/>
                  </a:lnTo>
                  <a:lnTo>
                    <a:pt x="475" y="6815"/>
                  </a:lnTo>
                  <a:lnTo>
                    <a:pt x="475" y="6874"/>
                  </a:lnTo>
                  <a:lnTo>
                    <a:pt x="495" y="6934"/>
                  </a:lnTo>
                  <a:lnTo>
                    <a:pt x="455" y="6914"/>
                  </a:lnTo>
                  <a:lnTo>
                    <a:pt x="455" y="6894"/>
                  </a:lnTo>
                  <a:lnTo>
                    <a:pt x="455" y="6874"/>
                  </a:lnTo>
                  <a:lnTo>
                    <a:pt x="435" y="6855"/>
                  </a:lnTo>
                  <a:lnTo>
                    <a:pt x="435" y="6914"/>
                  </a:lnTo>
                  <a:lnTo>
                    <a:pt x="396" y="6894"/>
                  </a:lnTo>
                  <a:lnTo>
                    <a:pt x="376" y="6934"/>
                  </a:lnTo>
                  <a:lnTo>
                    <a:pt x="376" y="6953"/>
                  </a:lnTo>
                  <a:lnTo>
                    <a:pt x="416" y="7013"/>
                  </a:lnTo>
                  <a:lnTo>
                    <a:pt x="435" y="7072"/>
                  </a:lnTo>
                  <a:lnTo>
                    <a:pt x="455" y="7131"/>
                  </a:lnTo>
                  <a:lnTo>
                    <a:pt x="455" y="7171"/>
                  </a:lnTo>
                  <a:lnTo>
                    <a:pt x="376" y="7092"/>
                  </a:lnTo>
                  <a:lnTo>
                    <a:pt x="376" y="7131"/>
                  </a:lnTo>
                  <a:lnTo>
                    <a:pt x="396" y="7190"/>
                  </a:lnTo>
                  <a:lnTo>
                    <a:pt x="416" y="7250"/>
                  </a:lnTo>
                  <a:lnTo>
                    <a:pt x="416" y="7289"/>
                  </a:lnTo>
                  <a:lnTo>
                    <a:pt x="396" y="7289"/>
                  </a:lnTo>
                  <a:lnTo>
                    <a:pt x="396" y="7348"/>
                  </a:lnTo>
                  <a:lnTo>
                    <a:pt x="376" y="7329"/>
                  </a:lnTo>
                  <a:lnTo>
                    <a:pt x="416" y="7388"/>
                  </a:lnTo>
                  <a:lnTo>
                    <a:pt x="416" y="7447"/>
                  </a:lnTo>
                  <a:lnTo>
                    <a:pt x="416" y="7506"/>
                  </a:lnTo>
                  <a:lnTo>
                    <a:pt x="435" y="7546"/>
                  </a:lnTo>
                  <a:lnTo>
                    <a:pt x="356" y="7566"/>
                  </a:lnTo>
                  <a:lnTo>
                    <a:pt x="337" y="7585"/>
                  </a:lnTo>
                  <a:lnTo>
                    <a:pt x="356" y="7625"/>
                  </a:lnTo>
                  <a:lnTo>
                    <a:pt x="258" y="7585"/>
                  </a:lnTo>
                  <a:lnTo>
                    <a:pt x="277" y="7526"/>
                  </a:lnTo>
                  <a:lnTo>
                    <a:pt x="297" y="7526"/>
                  </a:lnTo>
                  <a:lnTo>
                    <a:pt x="337" y="7506"/>
                  </a:lnTo>
                  <a:lnTo>
                    <a:pt x="337" y="7447"/>
                  </a:lnTo>
                  <a:lnTo>
                    <a:pt x="277" y="7467"/>
                  </a:lnTo>
                  <a:lnTo>
                    <a:pt x="238" y="7506"/>
                  </a:lnTo>
                  <a:lnTo>
                    <a:pt x="159" y="7605"/>
                  </a:lnTo>
                  <a:lnTo>
                    <a:pt x="100" y="7724"/>
                  </a:lnTo>
                  <a:lnTo>
                    <a:pt x="60" y="7842"/>
                  </a:lnTo>
                  <a:lnTo>
                    <a:pt x="60" y="7901"/>
                  </a:lnTo>
                  <a:lnTo>
                    <a:pt x="40" y="7980"/>
                  </a:lnTo>
                  <a:lnTo>
                    <a:pt x="1" y="8040"/>
                  </a:lnTo>
                  <a:lnTo>
                    <a:pt x="1" y="8119"/>
                  </a:lnTo>
                  <a:lnTo>
                    <a:pt x="1265" y="8790"/>
                  </a:lnTo>
                  <a:lnTo>
                    <a:pt x="1383" y="8652"/>
                  </a:lnTo>
                  <a:lnTo>
                    <a:pt x="1423" y="8593"/>
                  </a:lnTo>
                  <a:lnTo>
                    <a:pt x="1423" y="8514"/>
                  </a:lnTo>
                  <a:lnTo>
                    <a:pt x="1304" y="8533"/>
                  </a:lnTo>
                  <a:lnTo>
                    <a:pt x="1383" y="8593"/>
                  </a:lnTo>
                  <a:lnTo>
                    <a:pt x="1324" y="8593"/>
                  </a:lnTo>
                  <a:lnTo>
                    <a:pt x="1265" y="8553"/>
                  </a:lnTo>
                  <a:lnTo>
                    <a:pt x="1166" y="8454"/>
                  </a:lnTo>
                  <a:lnTo>
                    <a:pt x="1186" y="8454"/>
                  </a:lnTo>
                  <a:lnTo>
                    <a:pt x="1206" y="8415"/>
                  </a:lnTo>
                  <a:lnTo>
                    <a:pt x="1245" y="8415"/>
                  </a:lnTo>
                  <a:lnTo>
                    <a:pt x="1245" y="8336"/>
                  </a:lnTo>
                  <a:lnTo>
                    <a:pt x="1206" y="8336"/>
                  </a:lnTo>
                  <a:lnTo>
                    <a:pt x="1206" y="8356"/>
                  </a:lnTo>
                  <a:lnTo>
                    <a:pt x="1186" y="8356"/>
                  </a:lnTo>
                  <a:lnTo>
                    <a:pt x="1166" y="8336"/>
                  </a:lnTo>
                  <a:lnTo>
                    <a:pt x="1225" y="8277"/>
                  </a:lnTo>
                  <a:lnTo>
                    <a:pt x="1265" y="8277"/>
                  </a:lnTo>
                  <a:lnTo>
                    <a:pt x="1285" y="8316"/>
                  </a:lnTo>
                  <a:lnTo>
                    <a:pt x="1285" y="8277"/>
                  </a:lnTo>
                  <a:lnTo>
                    <a:pt x="1285" y="8237"/>
                  </a:lnTo>
                  <a:lnTo>
                    <a:pt x="1285" y="8198"/>
                  </a:lnTo>
                  <a:lnTo>
                    <a:pt x="1245" y="8198"/>
                  </a:lnTo>
                  <a:lnTo>
                    <a:pt x="1265" y="8178"/>
                  </a:lnTo>
                  <a:lnTo>
                    <a:pt x="1304" y="8198"/>
                  </a:lnTo>
                  <a:lnTo>
                    <a:pt x="1364" y="8277"/>
                  </a:lnTo>
                  <a:lnTo>
                    <a:pt x="1403" y="8257"/>
                  </a:lnTo>
                  <a:lnTo>
                    <a:pt x="1423" y="8257"/>
                  </a:lnTo>
                  <a:lnTo>
                    <a:pt x="1482" y="8296"/>
                  </a:lnTo>
                  <a:lnTo>
                    <a:pt x="1502" y="8217"/>
                  </a:lnTo>
                  <a:lnTo>
                    <a:pt x="1541" y="8237"/>
                  </a:lnTo>
                  <a:lnTo>
                    <a:pt x="1561" y="8277"/>
                  </a:lnTo>
                  <a:lnTo>
                    <a:pt x="1581" y="8237"/>
                  </a:lnTo>
                  <a:lnTo>
                    <a:pt x="1581" y="8198"/>
                  </a:lnTo>
                  <a:lnTo>
                    <a:pt x="1581" y="8178"/>
                  </a:lnTo>
                  <a:lnTo>
                    <a:pt x="1620" y="8158"/>
                  </a:lnTo>
                  <a:lnTo>
                    <a:pt x="1561" y="8099"/>
                  </a:lnTo>
                  <a:lnTo>
                    <a:pt x="1680" y="8000"/>
                  </a:lnTo>
                  <a:lnTo>
                    <a:pt x="1739" y="7882"/>
                  </a:lnTo>
                  <a:lnTo>
                    <a:pt x="1680" y="7882"/>
                  </a:lnTo>
                  <a:lnTo>
                    <a:pt x="1660" y="7842"/>
                  </a:lnTo>
                  <a:lnTo>
                    <a:pt x="1680" y="7822"/>
                  </a:lnTo>
                  <a:lnTo>
                    <a:pt x="1719" y="7803"/>
                  </a:lnTo>
                  <a:lnTo>
                    <a:pt x="1778" y="7763"/>
                  </a:lnTo>
                  <a:lnTo>
                    <a:pt x="1798" y="7743"/>
                  </a:lnTo>
                  <a:lnTo>
                    <a:pt x="1798" y="7704"/>
                  </a:lnTo>
                  <a:lnTo>
                    <a:pt x="1798" y="7645"/>
                  </a:lnTo>
                  <a:lnTo>
                    <a:pt x="1798" y="7585"/>
                  </a:lnTo>
                  <a:lnTo>
                    <a:pt x="1759" y="7546"/>
                  </a:lnTo>
                  <a:lnTo>
                    <a:pt x="1719" y="7526"/>
                  </a:lnTo>
                  <a:lnTo>
                    <a:pt x="1719" y="7506"/>
                  </a:lnTo>
                  <a:lnTo>
                    <a:pt x="1739" y="7487"/>
                  </a:lnTo>
                  <a:lnTo>
                    <a:pt x="1798" y="7487"/>
                  </a:lnTo>
                  <a:lnTo>
                    <a:pt x="1739" y="7368"/>
                  </a:lnTo>
                  <a:lnTo>
                    <a:pt x="1739" y="7329"/>
                  </a:lnTo>
                  <a:lnTo>
                    <a:pt x="1759" y="7309"/>
                  </a:lnTo>
                  <a:lnTo>
                    <a:pt x="1778" y="7289"/>
                  </a:lnTo>
                  <a:lnTo>
                    <a:pt x="1798" y="7408"/>
                  </a:lnTo>
                  <a:lnTo>
                    <a:pt x="1838" y="7408"/>
                  </a:lnTo>
                  <a:lnTo>
                    <a:pt x="1858" y="7368"/>
                  </a:lnTo>
                  <a:lnTo>
                    <a:pt x="1877" y="7309"/>
                  </a:lnTo>
                  <a:lnTo>
                    <a:pt x="1917" y="7269"/>
                  </a:lnTo>
                  <a:lnTo>
                    <a:pt x="1858" y="7131"/>
                  </a:lnTo>
                  <a:lnTo>
                    <a:pt x="1798" y="6953"/>
                  </a:lnTo>
                  <a:lnTo>
                    <a:pt x="1739" y="6934"/>
                  </a:lnTo>
                  <a:lnTo>
                    <a:pt x="1680" y="6914"/>
                  </a:lnTo>
                  <a:lnTo>
                    <a:pt x="1620" y="6874"/>
                  </a:lnTo>
                  <a:lnTo>
                    <a:pt x="1581" y="6815"/>
                  </a:lnTo>
                  <a:lnTo>
                    <a:pt x="1620" y="6815"/>
                  </a:lnTo>
                  <a:lnTo>
                    <a:pt x="1640" y="6795"/>
                  </a:lnTo>
                  <a:lnTo>
                    <a:pt x="1680" y="6756"/>
                  </a:lnTo>
                  <a:lnTo>
                    <a:pt x="1719" y="6716"/>
                  </a:lnTo>
                  <a:lnTo>
                    <a:pt x="1759" y="6736"/>
                  </a:lnTo>
                  <a:lnTo>
                    <a:pt x="1818" y="6716"/>
                  </a:lnTo>
                  <a:lnTo>
                    <a:pt x="1858" y="6736"/>
                  </a:lnTo>
                  <a:lnTo>
                    <a:pt x="1858" y="6776"/>
                  </a:lnTo>
                  <a:lnTo>
                    <a:pt x="1798" y="6776"/>
                  </a:lnTo>
                  <a:lnTo>
                    <a:pt x="1759" y="6795"/>
                  </a:lnTo>
                  <a:lnTo>
                    <a:pt x="1759" y="6815"/>
                  </a:lnTo>
                  <a:lnTo>
                    <a:pt x="1858" y="6795"/>
                  </a:lnTo>
                  <a:lnTo>
                    <a:pt x="1976" y="6736"/>
                  </a:lnTo>
                  <a:lnTo>
                    <a:pt x="2016" y="6776"/>
                  </a:lnTo>
                  <a:lnTo>
                    <a:pt x="2016" y="6835"/>
                  </a:lnTo>
                  <a:lnTo>
                    <a:pt x="1976" y="6815"/>
                  </a:lnTo>
                  <a:lnTo>
                    <a:pt x="1956" y="6815"/>
                  </a:lnTo>
                  <a:lnTo>
                    <a:pt x="1956" y="6855"/>
                  </a:lnTo>
                  <a:lnTo>
                    <a:pt x="1976" y="6874"/>
                  </a:lnTo>
                  <a:lnTo>
                    <a:pt x="2035" y="6874"/>
                  </a:lnTo>
                  <a:lnTo>
                    <a:pt x="2095" y="6855"/>
                  </a:lnTo>
                  <a:lnTo>
                    <a:pt x="2134" y="6874"/>
                  </a:lnTo>
                  <a:lnTo>
                    <a:pt x="2134" y="6815"/>
                  </a:lnTo>
                  <a:lnTo>
                    <a:pt x="2134" y="6795"/>
                  </a:lnTo>
                  <a:lnTo>
                    <a:pt x="2114" y="6795"/>
                  </a:lnTo>
                  <a:lnTo>
                    <a:pt x="2154" y="6776"/>
                  </a:lnTo>
                  <a:lnTo>
                    <a:pt x="2174" y="6756"/>
                  </a:lnTo>
                  <a:lnTo>
                    <a:pt x="2174" y="6677"/>
                  </a:lnTo>
                  <a:lnTo>
                    <a:pt x="2174" y="6618"/>
                  </a:lnTo>
                  <a:lnTo>
                    <a:pt x="2193" y="6578"/>
                  </a:lnTo>
                  <a:lnTo>
                    <a:pt x="2233" y="6558"/>
                  </a:lnTo>
                  <a:lnTo>
                    <a:pt x="2174" y="6558"/>
                  </a:lnTo>
                  <a:lnTo>
                    <a:pt x="2154" y="6519"/>
                  </a:lnTo>
                  <a:lnTo>
                    <a:pt x="2174" y="6479"/>
                  </a:lnTo>
                  <a:lnTo>
                    <a:pt x="2193" y="6479"/>
                  </a:lnTo>
                  <a:lnTo>
                    <a:pt x="2253" y="6460"/>
                  </a:lnTo>
                  <a:lnTo>
                    <a:pt x="2253" y="6420"/>
                  </a:lnTo>
                  <a:lnTo>
                    <a:pt x="2233" y="6381"/>
                  </a:lnTo>
                  <a:lnTo>
                    <a:pt x="2253" y="6341"/>
                  </a:lnTo>
                  <a:lnTo>
                    <a:pt x="2253" y="6321"/>
                  </a:lnTo>
                  <a:lnTo>
                    <a:pt x="2233" y="6321"/>
                  </a:lnTo>
                  <a:lnTo>
                    <a:pt x="2174" y="6301"/>
                  </a:lnTo>
                  <a:lnTo>
                    <a:pt x="2114" y="6301"/>
                  </a:lnTo>
                  <a:lnTo>
                    <a:pt x="2095" y="6282"/>
                  </a:lnTo>
                  <a:lnTo>
                    <a:pt x="2095" y="6262"/>
                  </a:lnTo>
                  <a:lnTo>
                    <a:pt x="2055" y="6203"/>
                  </a:lnTo>
                  <a:lnTo>
                    <a:pt x="2075" y="6163"/>
                  </a:lnTo>
                  <a:lnTo>
                    <a:pt x="2095" y="6143"/>
                  </a:lnTo>
                  <a:lnTo>
                    <a:pt x="2114" y="6104"/>
                  </a:lnTo>
                  <a:lnTo>
                    <a:pt x="2154" y="6104"/>
                  </a:lnTo>
                  <a:lnTo>
                    <a:pt x="2154" y="6124"/>
                  </a:lnTo>
                  <a:lnTo>
                    <a:pt x="2134" y="6163"/>
                  </a:lnTo>
                  <a:lnTo>
                    <a:pt x="2154" y="6203"/>
                  </a:lnTo>
                  <a:lnTo>
                    <a:pt x="2174" y="6025"/>
                  </a:lnTo>
                  <a:lnTo>
                    <a:pt x="2213" y="6025"/>
                  </a:lnTo>
                  <a:lnTo>
                    <a:pt x="2233" y="6045"/>
                  </a:lnTo>
                  <a:lnTo>
                    <a:pt x="2233" y="6084"/>
                  </a:lnTo>
                  <a:lnTo>
                    <a:pt x="2213" y="6124"/>
                  </a:lnTo>
                  <a:lnTo>
                    <a:pt x="2253" y="6084"/>
                  </a:lnTo>
                  <a:lnTo>
                    <a:pt x="2272" y="6025"/>
                  </a:lnTo>
                  <a:lnTo>
                    <a:pt x="2253" y="5985"/>
                  </a:lnTo>
                  <a:lnTo>
                    <a:pt x="2213" y="5926"/>
                  </a:lnTo>
                  <a:lnTo>
                    <a:pt x="2253" y="5887"/>
                  </a:lnTo>
                  <a:lnTo>
                    <a:pt x="2292" y="5847"/>
                  </a:lnTo>
                  <a:lnTo>
                    <a:pt x="2312" y="5887"/>
                  </a:lnTo>
                  <a:lnTo>
                    <a:pt x="2371" y="5926"/>
                  </a:lnTo>
                  <a:lnTo>
                    <a:pt x="2411" y="5966"/>
                  </a:lnTo>
                  <a:lnTo>
                    <a:pt x="2430" y="6005"/>
                  </a:lnTo>
                  <a:lnTo>
                    <a:pt x="2411" y="6045"/>
                  </a:lnTo>
                  <a:lnTo>
                    <a:pt x="2391" y="6045"/>
                  </a:lnTo>
                  <a:lnTo>
                    <a:pt x="2371" y="6025"/>
                  </a:lnTo>
                  <a:lnTo>
                    <a:pt x="2332" y="6005"/>
                  </a:lnTo>
                  <a:lnTo>
                    <a:pt x="2312" y="6005"/>
                  </a:lnTo>
                  <a:lnTo>
                    <a:pt x="2292" y="6025"/>
                  </a:lnTo>
                  <a:lnTo>
                    <a:pt x="2371" y="6045"/>
                  </a:lnTo>
                  <a:lnTo>
                    <a:pt x="2351" y="6064"/>
                  </a:lnTo>
                  <a:lnTo>
                    <a:pt x="2332" y="6104"/>
                  </a:lnTo>
                  <a:lnTo>
                    <a:pt x="2351" y="6163"/>
                  </a:lnTo>
                  <a:lnTo>
                    <a:pt x="2312" y="6163"/>
                  </a:lnTo>
                  <a:lnTo>
                    <a:pt x="2312" y="6124"/>
                  </a:lnTo>
                  <a:lnTo>
                    <a:pt x="2272" y="6222"/>
                  </a:lnTo>
                  <a:lnTo>
                    <a:pt x="2272" y="6262"/>
                  </a:lnTo>
                  <a:lnTo>
                    <a:pt x="2292" y="6321"/>
                  </a:lnTo>
                  <a:lnTo>
                    <a:pt x="2332" y="6301"/>
                  </a:lnTo>
                  <a:lnTo>
                    <a:pt x="2351" y="6262"/>
                  </a:lnTo>
                  <a:lnTo>
                    <a:pt x="2371" y="6183"/>
                  </a:lnTo>
                  <a:lnTo>
                    <a:pt x="2411" y="6104"/>
                  </a:lnTo>
                  <a:lnTo>
                    <a:pt x="2430" y="6084"/>
                  </a:lnTo>
                  <a:lnTo>
                    <a:pt x="2470" y="6064"/>
                  </a:lnTo>
                  <a:lnTo>
                    <a:pt x="2430" y="5847"/>
                  </a:lnTo>
                  <a:lnTo>
                    <a:pt x="2332" y="5847"/>
                  </a:lnTo>
                  <a:lnTo>
                    <a:pt x="2292" y="5808"/>
                  </a:lnTo>
                  <a:lnTo>
                    <a:pt x="2351" y="5808"/>
                  </a:lnTo>
                  <a:lnTo>
                    <a:pt x="2411" y="5788"/>
                  </a:lnTo>
                  <a:lnTo>
                    <a:pt x="2450" y="5748"/>
                  </a:lnTo>
                  <a:lnTo>
                    <a:pt x="2490" y="5709"/>
                  </a:lnTo>
                  <a:lnTo>
                    <a:pt x="2470" y="5709"/>
                  </a:lnTo>
                  <a:lnTo>
                    <a:pt x="2450" y="5689"/>
                  </a:lnTo>
                  <a:lnTo>
                    <a:pt x="2430" y="5630"/>
                  </a:lnTo>
                  <a:lnTo>
                    <a:pt x="2411" y="5590"/>
                  </a:lnTo>
                  <a:lnTo>
                    <a:pt x="2391" y="5571"/>
                  </a:lnTo>
                  <a:lnTo>
                    <a:pt x="2371" y="5571"/>
                  </a:lnTo>
                  <a:lnTo>
                    <a:pt x="2371" y="5590"/>
                  </a:lnTo>
                  <a:lnTo>
                    <a:pt x="2351" y="5610"/>
                  </a:lnTo>
                  <a:lnTo>
                    <a:pt x="2312" y="5610"/>
                  </a:lnTo>
                  <a:lnTo>
                    <a:pt x="2312" y="5571"/>
                  </a:lnTo>
                  <a:lnTo>
                    <a:pt x="2272" y="5551"/>
                  </a:lnTo>
                  <a:lnTo>
                    <a:pt x="2253" y="5551"/>
                  </a:lnTo>
                  <a:lnTo>
                    <a:pt x="2233" y="5531"/>
                  </a:lnTo>
                  <a:lnTo>
                    <a:pt x="2272" y="5472"/>
                  </a:lnTo>
                  <a:lnTo>
                    <a:pt x="2312" y="5492"/>
                  </a:lnTo>
                  <a:lnTo>
                    <a:pt x="2332" y="5492"/>
                  </a:lnTo>
                  <a:lnTo>
                    <a:pt x="2371" y="5452"/>
                  </a:lnTo>
                  <a:lnTo>
                    <a:pt x="2450" y="5551"/>
                  </a:lnTo>
                  <a:lnTo>
                    <a:pt x="2430" y="5373"/>
                  </a:lnTo>
                  <a:lnTo>
                    <a:pt x="2430" y="5255"/>
                  </a:lnTo>
                  <a:lnTo>
                    <a:pt x="2450" y="5156"/>
                  </a:lnTo>
                  <a:lnTo>
                    <a:pt x="2470" y="5195"/>
                  </a:lnTo>
                  <a:lnTo>
                    <a:pt x="2509" y="5235"/>
                  </a:lnTo>
                  <a:lnTo>
                    <a:pt x="2529" y="5314"/>
                  </a:lnTo>
                  <a:lnTo>
                    <a:pt x="2529" y="5353"/>
                  </a:lnTo>
                  <a:lnTo>
                    <a:pt x="2549" y="5393"/>
                  </a:lnTo>
                  <a:lnTo>
                    <a:pt x="2588" y="5413"/>
                  </a:lnTo>
                  <a:lnTo>
                    <a:pt x="2628" y="5432"/>
                  </a:lnTo>
                  <a:lnTo>
                    <a:pt x="2628" y="5393"/>
                  </a:lnTo>
                  <a:lnTo>
                    <a:pt x="2608" y="5353"/>
                  </a:lnTo>
                  <a:lnTo>
                    <a:pt x="2588" y="5334"/>
                  </a:lnTo>
                  <a:lnTo>
                    <a:pt x="2608" y="5294"/>
                  </a:lnTo>
                  <a:lnTo>
                    <a:pt x="2628" y="5294"/>
                  </a:lnTo>
                  <a:lnTo>
                    <a:pt x="2648" y="5274"/>
                  </a:lnTo>
                  <a:lnTo>
                    <a:pt x="2687" y="5215"/>
                  </a:lnTo>
                  <a:lnTo>
                    <a:pt x="2687" y="5136"/>
                  </a:lnTo>
                  <a:lnTo>
                    <a:pt x="2707" y="5077"/>
                  </a:lnTo>
                  <a:lnTo>
                    <a:pt x="2648" y="5097"/>
                  </a:lnTo>
                  <a:lnTo>
                    <a:pt x="2648" y="5057"/>
                  </a:lnTo>
                  <a:lnTo>
                    <a:pt x="2648" y="5037"/>
                  </a:lnTo>
                  <a:lnTo>
                    <a:pt x="2687" y="4978"/>
                  </a:lnTo>
                  <a:lnTo>
                    <a:pt x="2707" y="4998"/>
                  </a:lnTo>
                  <a:lnTo>
                    <a:pt x="2707" y="4939"/>
                  </a:lnTo>
                  <a:lnTo>
                    <a:pt x="2707" y="4899"/>
                  </a:lnTo>
                  <a:lnTo>
                    <a:pt x="2727" y="4840"/>
                  </a:lnTo>
                  <a:lnTo>
                    <a:pt x="2766" y="4781"/>
                  </a:lnTo>
                  <a:lnTo>
                    <a:pt x="2766" y="4721"/>
                  </a:lnTo>
                  <a:lnTo>
                    <a:pt x="2746" y="4721"/>
                  </a:lnTo>
                  <a:lnTo>
                    <a:pt x="2727" y="4741"/>
                  </a:lnTo>
                  <a:lnTo>
                    <a:pt x="2727" y="4781"/>
                  </a:lnTo>
                  <a:lnTo>
                    <a:pt x="2727" y="4820"/>
                  </a:lnTo>
                  <a:lnTo>
                    <a:pt x="2667" y="4840"/>
                  </a:lnTo>
                  <a:lnTo>
                    <a:pt x="2648" y="4860"/>
                  </a:lnTo>
                  <a:lnTo>
                    <a:pt x="2608" y="4840"/>
                  </a:lnTo>
                  <a:lnTo>
                    <a:pt x="2628" y="4761"/>
                  </a:lnTo>
                  <a:lnTo>
                    <a:pt x="2628" y="4682"/>
                  </a:lnTo>
                  <a:lnTo>
                    <a:pt x="2628" y="4623"/>
                  </a:lnTo>
                  <a:lnTo>
                    <a:pt x="2648" y="4544"/>
                  </a:lnTo>
                  <a:lnTo>
                    <a:pt x="2608" y="4563"/>
                  </a:lnTo>
                  <a:lnTo>
                    <a:pt x="2588" y="4524"/>
                  </a:lnTo>
                  <a:lnTo>
                    <a:pt x="2608" y="4504"/>
                  </a:lnTo>
                  <a:lnTo>
                    <a:pt x="2628" y="4425"/>
                  </a:lnTo>
                  <a:lnTo>
                    <a:pt x="2667" y="4405"/>
                  </a:lnTo>
                  <a:lnTo>
                    <a:pt x="2687" y="4405"/>
                  </a:lnTo>
                  <a:lnTo>
                    <a:pt x="2707" y="4445"/>
                  </a:lnTo>
                  <a:lnTo>
                    <a:pt x="2727" y="4484"/>
                  </a:lnTo>
                  <a:lnTo>
                    <a:pt x="2746" y="4504"/>
                  </a:lnTo>
                  <a:lnTo>
                    <a:pt x="2766" y="4484"/>
                  </a:lnTo>
                  <a:lnTo>
                    <a:pt x="2766" y="4524"/>
                  </a:lnTo>
                  <a:lnTo>
                    <a:pt x="2766" y="4563"/>
                  </a:lnTo>
                  <a:lnTo>
                    <a:pt x="2766" y="4603"/>
                  </a:lnTo>
                  <a:lnTo>
                    <a:pt x="2786" y="4623"/>
                  </a:lnTo>
                  <a:lnTo>
                    <a:pt x="2904" y="4603"/>
                  </a:lnTo>
                  <a:lnTo>
                    <a:pt x="2904" y="4563"/>
                  </a:lnTo>
                  <a:lnTo>
                    <a:pt x="2924" y="4544"/>
                  </a:lnTo>
                  <a:lnTo>
                    <a:pt x="2964" y="4504"/>
                  </a:lnTo>
                  <a:lnTo>
                    <a:pt x="2983" y="4484"/>
                  </a:lnTo>
                  <a:lnTo>
                    <a:pt x="2924" y="4504"/>
                  </a:lnTo>
                  <a:lnTo>
                    <a:pt x="2904" y="4484"/>
                  </a:lnTo>
                  <a:lnTo>
                    <a:pt x="2904" y="4465"/>
                  </a:lnTo>
                  <a:lnTo>
                    <a:pt x="2944" y="4445"/>
                  </a:lnTo>
                  <a:lnTo>
                    <a:pt x="2825" y="4425"/>
                  </a:lnTo>
                  <a:lnTo>
                    <a:pt x="2806" y="4465"/>
                  </a:lnTo>
                  <a:lnTo>
                    <a:pt x="2825" y="4504"/>
                  </a:lnTo>
                  <a:lnTo>
                    <a:pt x="2825" y="4544"/>
                  </a:lnTo>
                  <a:lnTo>
                    <a:pt x="2786" y="4563"/>
                  </a:lnTo>
                  <a:lnTo>
                    <a:pt x="2786" y="4484"/>
                  </a:lnTo>
                  <a:lnTo>
                    <a:pt x="2746" y="4445"/>
                  </a:lnTo>
                  <a:lnTo>
                    <a:pt x="2727" y="4386"/>
                  </a:lnTo>
                  <a:lnTo>
                    <a:pt x="2746" y="4326"/>
                  </a:lnTo>
                  <a:lnTo>
                    <a:pt x="2766" y="4326"/>
                  </a:lnTo>
                  <a:lnTo>
                    <a:pt x="2766" y="4346"/>
                  </a:lnTo>
                  <a:lnTo>
                    <a:pt x="2766" y="4366"/>
                  </a:lnTo>
                  <a:lnTo>
                    <a:pt x="2786" y="4346"/>
                  </a:lnTo>
                  <a:lnTo>
                    <a:pt x="2786" y="4307"/>
                  </a:lnTo>
                  <a:lnTo>
                    <a:pt x="2786" y="4267"/>
                  </a:lnTo>
                  <a:lnTo>
                    <a:pt x="2806" y="4228"/>
                  </a:lnTo>
                  <a:lnTo>
                    <a:pt x="2845" y="4307"/>
                  </a:lnTo>
                  <a:lnTo>
                    <a:pt x="2865" y="4326"/>
                  </a:lnTo>
                  <a:lnTo>
                    <a:pt x="2904" y="4326"/>
                  </a:lnTo>
                  <a:lnTo>
                    <a:pt x="2845" y="4267"/>
                  </a:lnTo>
                  <a:lnTo>
                    <a:pt x="2885" y="4247"/>
                  </a:lnTo>
                  <a:lnTo>
                    <a:pt x="2904" y="4247"/>
                  </a:lnTo>
                  <a:lnTo>
                    <a:pt x="2904" y="4228"/>
                  </a:lnTo>
                  <a:lnTo>
                    <a:pt x="2885" y="4228"/>
                  </a:lnTo>
                  <a:lnTo>
                    <a:pt x="2865" y="4208"/>
                  </a:lnTo>
                  <a:lnTo>
                    <a:pt x="2865" y="4168"/>
                  </a:lnTo>
                  <a:lnTo>
                    <a:pt x="2924" y="4168"/>
                  </a:lnTo>
                  <a:lnTo>
                    <a:pt x="2944" y="4129"/>
                  </a:lnTo>
                  <a:lnTo>
                    <a:pt x="2924" y="4109"/>
                  </a:lnTo>
                  <a:lnTo>
                    <a:pt x="2924" y="4089"/>
                  </a:lnTo>
                  <a:lnTo>
                    <a:pt x="2904" y="4030"/>
                  </a:lnTo>
                  <a:lnTo>
                    <a:pt x="2885" y="4050"/>
                  </a:lnTo>
                  <a:lnTo>
                    <a:pt x="2865" y="4070"/>
                  </a:lnTo>
                  <a:lnTo>
                    <a:pt x="2825" y="4070"/>
                  </a:lnTo>
                  <a:lnTo>
                    <a:pt x="2786" y="4030"/>
                  </a:lnTo>
                  <a:lnTo>
                    <a:pt x="2766" y="3991"/>
                  </a:lnTo>
                  <a:lnTo>
                    <a:pt x="2806" y="3911"/>
                  </a:lnTo>
                  <a:lnTo>
                    <a:pt x="2806" y="3852"/>
                  </a:lnTo>
                  <a:lnTo>
                    <a:pt x="2845" y="3813"/>
                  </a:lnTo>
                  <a:lnTo>
                    <a:pt x="2904" y="3793"/>
                  </a:lnTo>
                  <a:lnTo>
                    <a:pt x="2865" y="3734"/>
                  </a:lnTo>
                  <a:lnTo>
                    <a:pt x="2904" y="3753"/>
                  </a:lnTo>
                  <a:lnTo>
                    <a:pt x="2924" y="3714"/>
                  </a:lnTo>
                  <a:lnTo>
                    <a:pt x="2944" y="3655"/>
                  </a:lnTo>
                  <a:lnTo>
                    <a:pt x="2964" y="3674"/>
                  </a:lnTo>
                  <a:lnTo>
                    <a:pt x="2983" y="3694"/>
                  </a:lnTo>
                  <a:lnTo>
                    <a:pt x="2964" y="3734"/>
                  </a:lnTo>
                  <a:lnTo>
                    <a:pt x="2964" y="3793"/>
                  </a:lnTo>
                  <a:lnTo>
                    <a:pt x="2983" y="3832"/>
                  </a:lnTo>
                  <a:lnTo>
                    <a:pt x="3023" y="3852"/>
                  </a:lnTo>
                  <a:lnTo>
                    <a:pt x="3043" y="3832"/>
                  </a:lnTo>
                  <a:lnTo>
                    <a:pt x="3062" y="3832"/>
                  </a:lnTo>
                  <a:lnTo>
                    <a:pt x="3122" y="3872"/>
                  </a:lnTo>
                  <a:lnTo>
                    <a:pt x="3102" y="3832"/>
                  </a:lnTo>
                  <a:lnTo>
                    <a:pt x="3082" y="3813"/>
                  </a:lnTo>
                  <a:lnTo>
                    <a:pt x="3023" y="3793"/>
                  </a:lnTo>
                  <a:lnTo>
                    <a:pt x="2983" y="3753"/>
                  </a:lnTo>
                  <a:lnTo>
                    <a:pt x="3023" y="3753"/>
                  </a:lnTo>
                  <a:lnTo>
                    <a:pt x="3043" y="3714"/>
                  </a:lnTo>
                  <a:lnTo>
                    <a:pt x="3062" y="3694"/>
                  </a:lnTo>
                  <a:lnTo>
                    <a:pt x="3102" y="3714"/>
                  </a:lnTo>
                  <a:lnTo>
                    <a:pt x="3102" y="3674"/>
                  </a:lnTo>
                  <a:lnTo>
                    <a:pt x="3082" y="3655"/>
                  </a:lnTo>
                  <a:lnTo>
                    <a:pt x="3082" y="3615"/>
                  </a:lnTo>
                  <a:lnTo>
                    <a:pt x="3082" y="3595"/>
                  </a:lnTo>
                  <a:lnTo>
                    <a:pt x="3201" y="3655"/>
                  </a:lnTo>
                  <a:lnTo>
                    <a:pt x="3181" y="3635"/>
                  </a:lnTo>
                  <a:lnTo>
                    <a:pt x="3201" y="3615"/>
                  </a:lnTo>
                  <a:lnTo>
                    <a:pt x="3240" y="3595"/>
                  </a:lnTo>
                  <a:lnTo>
                    <a:pt x="3201" y="3576"/>
                  </a:lnTo>
                  <a:lnTo>
                    <a:pt x="3181" y="3576"/>
                  </a:lnTo>
                  <a:lnTo>
                    <a:pt x="3181" y="3595"/>
                  </a:lnTo>
                  <a:lnTo>
                    <a:pt x="3161" y="3576"/>
                  </a:lnTo>
                  <a:lnTo>
                    <a:pt x="3161" y="3556"/>
                  </a:lnTo>
                  <a:lnTo>
                    <a:pt x="3161" y="3516"/>
                  </a:lnTo>
                  <a:lnTo>
                    <a:pt x="3181" y="3497"/>
                  </a:lnTo>
                  <a:lnTo>
                    <a:pt x="3181" y="3477"/>
                  </a:lnTo>
                  <a:lnTo>
                    <a:pt x="3201" y="3457"/>
                  </a:lnTo>
                  <a:lnTo>
                    <a:pt x="3220" y="3418"/>
                  </a:lnTo>
                  <a:lnTo>
                    <a:pt x="3240" y="3378"/>
                  </a:lnTo>
                  <a:lnTo>
                    <a:pt x="3280" y="3339"/>
                  </a:lnTo>
                  <a:lnTo>
                    <a:pt x="3220" y="3319"/>
                  </a:lnTo>
                  <a:lnTo>
                    <a:pt x="3201" y="3319"/>
                  </a:lnTo>
                  <a:lnTo>
                    <a:pt x="3201" y="3339"/>
                  </a:lnTo>
                  <a:lnTo>
                    <a:pt x="3201" y="3358"/>
                  </a:lnTo>
                  <a:lnTo>
                    <a:pt x="3201" y="3398"/>
                  </a:lnTo>
                  <a:lnTo>
                    <a:pt x="3201" y="3418"/>
                  </a:lnTo>
                  <a:lnTo>
                    <a:pt x="3141" y="3418"/>
                  </a:lnTo>
                  <a:lnTo>
                    <a:pt x="3141" y="3339"/>
                  </a:lnTo>
                  <a:lnTo>
                    <a:pt x="3181" y="3240"/>
                  </a:lnTo>
                  <a:lnTo>
                    <a:pt x="3201" y="3141"/>
                  </a:lnTo>
                  <a:lnTo>
                    <a:pt x="3220" y="3102"/>
                  </a:lnTo>
                  <a:lnTo>
                    <a:pt x="3201" y="3042"/>
                  </a:lnTo>
                  <a:lnTo>
                    <a:pt x="3260" y="3023"/>
                  </a:lnTo>
                  <a:lnTo>
                    <a:pt x="3280" y="3023"/>
                  </a:lnTo>
                  <a:lnTo>
                    <a:pt x="3299" y="3062"/>
                  </a:lnTo>
                  <a:lnTo>
                    <a:pt x="3339" y="3082"/>
                  </a:lnTo>
                  <a:lnTo>
                    <a:pt x="3339" y="3141"/>
                  </a:lnTo>
                  <a:lnTo>
                    <a:pt x="3319" y="3181"/>
                  </a:lnTo>
                  <a:lnTo>
                    <a:pt x="3280" y="3220"/>
                  </a:lnTo>
                  <a:lnTo>
                    <a:pt x="3280" y="3260"/>
                  </a:lnTo>
                  <a:lnTo>
                    <a:pt x="3319" y="3200"/>
                  </a:lnTo>
                  <a:lnTo>
                    <a:pt x="3359" y="3121"/>
                  </a:lnTo>
                  <a:lnTo>
                    <a:pt x="3359" y="3042"/>
                  </a:lnTo>
                  <a:lnTo>
                    <a:pt x="3359" y="2983"/>
                  </a:lnTo>
                  <a:lnTo>
                    <a:pt x="3378" y="2944"/>
                  </a:lnTo>
                  <a:lnTo>
                    <a:pt x="3398" y="2944"/>
                  </a:lnTo>
                  <a:lnTo>
                    <a:pt x="3477" y="2924"/>
                  </a:lnTo>
                  <a:lnTo>
                    <a:pt x="3536" y="2884"/>
                  </a:lnTo>
                  <a:lnTo>
                    <a:pt x="3556" y="2865"/>
                  </a:lnTo>
                  <a:lnTo>
                    <a:pt x="3576" y="2825"/>
                  </a:lnTo>
                  <a:lnTo>
                    <a:pt x="3497" y="2825"/>
                  </a:lnTo>
                  <a:lnTo>
                    <a:pt x="3457" y="2845"/>
                  </a:lnTo>
                  <a:lnTo>
                    <a:pt x="3457" y="2805"/>
                  </a:lnTo>
                  <a:lnTo>
                    <a:pt x="3477" y="2786"/>
                  </a:lnTo>
                  <a:lnTo>
                    <a:pt x="3497" y="2746"/>
                  </a:lnTo>
                  <a:lnTo>
                    <a:pt x="3477" y="2726"/>
                  </a:lnTo>
                  <a:lnTo>
                    <a:pt x="3457" y="2746"/>
                  </a:lnTo>
                  <a:lnTo>
                    <a:pt x="3438" y="2746"/>
                  </a:lnTo>
                  <a:lnTo>
                    <a:pt x="3418" y="2726"/>
                  </a:lnTo>
                  <a:lnTo>
                    <a:pt x="3457" y="2687"/>
                  </a:lnTo>
                  <a:lnTo>
                    <a:pt x="3477" y="2687"/>
                  </a:lnTo>
                  <a:lnTo>
                    <a:pt x="3497" y="2707"/>
                  </a:lnTo>
                  <a:lnTo>
                    <a:pt x="3517" y="2667"/>
                  </a:lnTo>
                  <a:lnTo>
                    <a:pt x="3517" y="2647"/>
                  </a:lnTo>
                  <a:lnTo>
                    <a:pt x="3576" y="2647"/>
                  </a:lnTo>
                  <a:lnTo>
                    <a:pt x="3615" y="2628"/>
                  </a:lnTo>
                  <a:lnTo>
                    <a:pt x="3615" y="2608"/>
                  </a:lnTo>
                  <a:lnTo>
                    <a:pt x="3596" y="2568"/>
                  </a:lnTo>
                  <a:lnTo>
                    <a:pt x="3576" y="2568"/>
                  </a:lnTo>
                  <a:lnTo>
                    <a:pt x="3576" y="2588"/>
                  </a:lnTo>
                  <a:lnTo>
                    <a:pt x="3576" y="2608"/>
                  </a:lnTo>
                  <a:lnTo>
                    <a:pt x="3536" y="2588"/>
                  </a:lnTo>
                  <a:lnTo>
                    <a:pt x="3497" y="2549"/>
                  </a:lnTo>
                  <a:lnTo>
                    <a:pt x="3477" y="2470"/>
                  </a:lnTo>
                  <a:lnTo>
                    <a:pt x="3517" y="2470"/>
                  </a:lnTo>
                  <a:lnTo>
                    <a:pt x="3536" y="2410"/>
                  </a:lnTo>
                  <a:lnTo>
                    <a:pt x="3556" y="2430"/>
                  </a:lnTo>
                  <a:lnTo>
                    <a:pt x="3556" y="2470"/>
                  </a:lnTo>
                  <a:lnTo>
                    <a:pt x="3536" y="2489"/>
                  </a:lnTo>
                  <a:lnTo>
                    <a:pt x="3556" y="2529"/>
                  </a:lnTo>
                  <a:lnTo>
                    <a:pt x="3596" y="2450"/>
                  </a:lnTo>
                  <a:lnTo>
                    <a:pt x="3576" y="2470"/>
                  </a:lnTo>
                  <a:lnTo>
                    <a:pt x="3556" y="2351"/>
                  </a:lnTo>
                  <a:lnTo>
                    <a:pt x="3536" y="2391"/>
                  </a:lnTo>
                  <a:lnTo>
                    <a:pt x="3517" y="2371"/>
                  </a:lnTo>
                  <a:lnTo>
                    <a:pt x="3477" y="2351"/>
                  </a:lnTo>
                  <a:lnTo>
                    <a:pt x="3477" y="2331"/>
                  </a:lnTo>
                  <a:lnTo>
                    <a:pt x="3536" y="2252"/>
                  </a:lnTo>
                  <a:lnTo>
                    <a:pt x="3576" y="2233"/>
                  </a:lnTo>
                  <a:lnTo>
                    <a:pt x="3615" y="2252"/>
                  </a:lnTo>
                  <a:lnTo>
                    <a:pt x="3576" y="2213"/>
                  </a:lnTo>
                  <a:lnTo>
                    <a:pt x="3576" y="2173"/>
                  </a:lnTo>
                  <a:lnTo>
                    <a:pt x="3596" y="2094"/>
                  </a:lnTo>
                  <a:lnTo>
                    <a:pt x="3536" y="2094"/>
                  </a:lnTo>
                  <a:lnTo>
                    <a:pt x="3517" y="2035"/>
                  </a:lnTo>
                  <a:lnTo>
                    <a:pt x="3615" y="1996"/>
                  </a:lnTo>
                  <a:lnTo>
                    <a:pt x="3615" y="2035"/>
                  </a:lnTo>
                  <a:lnTo>
                    <a:pt x="3734" y="2035"/>
                  </a:lnTo>
                  <a:lnTo>
                    <a:pt x="3754" y="2075"/>
                  </a:lnTo>
                  <a:lnTo>
                    <a:pt x="3754" y="2114"/>
                  </a:lnTo>
                  <a:lnTo>
                    <a:pt x="3694" y="2173"/>
                  </a:lnTo>
                  <a:lnTo>
                    <a:pt x="3754" y="2154"/>
                  </a:lnTo>
                  <a:lnTo>
                    <a:pt x="3773" y="2134"/>
                  </a:lnTo>
                  <a:lnTo>
                    <a:pt x="3773" y="2114"/>
                  </a:lnTo>
                  <a:lnTo>
                    <a:pt x="3773" y="2075"/>
                  </a:lnTo>
                  <a:lnTo>
                    <a:pt x="3754" y="2015"/>
                  </a:lnTo>
                  <a:lnTo>
                    <a:pt x="3754" y="1996"/>
                  </a:lnTo>
                  <a:lnTo>
                    <a:pt x="3773" y="1956"/>
                  </a:lnTo>
                  <a:lnTo>
                    <a:pt x="3813" y="1976"/>
                  </a:lnTo>
                  <a:lnTo>
                    <a:pt x="3833" y="2015"/>
                  </a:lnTo>
                  <a:lnTo>
                    <a:pt x="3833" y="1956"/>
                  </a:lnTo>
                  <a:lnTo>
                    <a:pt x="3833" y="1917"/>
                  </a:lnTo>
                  <a:lnTo>
                    <a:pt x="3852" y="1897"/>
                  </a:lnTo>
                  <a:lnTo>
                    <a:pt x="3793" y="1897"/>
                  </a:lnTo>
                  <a:lnTo>
                    <a:pt x="3754" y="1877"/>
                  </a:lnTo>
                  <a:lnTo>
                    <a:pt x="3734" y="1838"/>
                  </a:lnTo>
                  <a:lnTo>
                    <a:pt x="3852" y="1798"/>
                  </a:lnTo>
                  <a:lnTo>
                    <a:pt x="3872" y="1778"/>
                  </a:lnTo>
                  <a:lnTo>
                    <a:pt x="3872" y="1759"/>
                  </a:lnTo>
                  <a:lnTo>
                    <a:pt x="3833" y="1739"/>
                  </a:lnTo>
                  <a:lnTo>
                    <a:pt x="3793" y="1699"/>
                  </a:lnTo>
                  <a:lnTo>
                    <a:pt x="3773" y="1660"/>
                  </a:lnTo>
                  <a:lnTo>
                    <a:pt x="3694" y="1660"/>
                  </a:lnTo>
                  <a:lnTo>
                    <a:pt x="3675" y="1640"/>
                  </a:lnTo>
                  <a:lnTo>
                    <a:pt x="3675" y="1600"/>
                  </a:lnTo>
                  <a:lnTo>
                    <a:pt x="3694" y="1581"/>
                  </a:lnTo>
                  <a:lnTo>
                    <a:pt x="3655" y="1541"/>
                  </a:lnTo>
                  <a:lnTo>
                    <a:pt x="3655" y="1581"/>
                  </a:lnTo>
                  <a:lnTo>
                    <a:pt x="3655" y="1600"/>
                  </a:lnTo>
                  <a:lnTo>
                    <a:pt x="3655" y="1640"/>
                  </a:lnTo>
                  <a:lnTo>
                    <a:pt x="3655" y="1660"/>
                  </a:lnTo>
                  <a:lnTo>
                    <a:pt x="3615" y="1640"/>
                  </a:lnTo>
                  <a:lnTo>
                    <a:pt x="3596" y="1620"/>
                  </a:lnTo>
                  <a:lnTo>
                    <a:pt x="3615" y="1581"/>
                  </a:lnTo>
                  <a:lnTo>
                    <a:pt x="3596" y="1541"/>
                  </a:lnTo>
                  <a:lnTo>
                    <a:pt x="3675" y="1482"/>
                  </a:lnTo>
                  <a:lnTo>
                    <a:pt x="3754" y="1442"/>
                  </a:lnTo>
                  <a:lnTo>
                    <a:pt x="3833" y="1502"/>
                  </a:lnTo>
                  <a:lnTo>
                    <a:pt x="3872" y="1561"/>
                  </a:lnTo>
                  <a:lnTo>
                    <a:pt x="3931" y="1640"/>
                  </a:lnTo>
                  <a:lnTo>
                    <a:pt x="3971" y="1660"/>
                  </a:lnTo>
                  <a:lnTo>
                    <a:pt x="4010" y="1680"/>
                  </a:lnTo>
                  <a:lnTo>
                    <a:pt x="4050" y="1521"/>
                  </a:lnTo>
                  <a:lnTo>
                    <a:pt x="4089" y="1442"/>
                  </a:lnTo>
                  <a:lnTo>
                    <a:pt x="4129" y="1403"/>
                  </a:lnTo>
                  <a:lnTo>
                    <a:pt x="4109" y="1344"/>
                  </a:lnTo>
                  <a:lnTo>
                    <a:pt x="4070" y="1304"/>
                  </a:lnTo>
                  <a:lnTo>
                    <a:pt x="4030" y="1284"/>
                  </a:lnTo>
                  <a:lnTo>
                    <a:pt x="3971" y="1265"/>
                  </a:lnTo>
                  <a:lnTo>
                    <a:pt x="3971" y="1205"/>
                  </a:lnTo>
                  <a:lnTo>
                    <a:pt x="4010" y="1186"/>
                  </a:lnTo>
                  <a:lnTo>
                    <a:pt x="4030" y="1245"/>
                  </a:lnTo>
                  <a:lnTo>
                    <a:pt x="4030" y="1107"/>
                  </a:lnTo>
                  <a:lnTo>
                    <a:pt x="4050" y="1028"/>
                  </a:lnTo>
                  <a:lnTo>
                    <a:pt x="4070" y="949"/>
                  </a:lnTo>
                  <a:lnTo>
                    <a:pt x="4070" y="909"/>
                  </a:lnTo>
                  <a:lnTo>
                    <a:pt x="4030" y="889"/>
                  </a:lnTo>
                  <a:lnTo>
                    <a:pt x="3931" y="870"/>
                  </a:lnTo>
                  <a:lnTo>
                    <a:pt x="3951" y="791"/>
                  </a:lnTo>
                  <a:lnTo>
                    <a:pt x="3931" y="810"/>
                  </a:lnTo>
                  <a:lnTo>
                    <a:pt x="3892" y="771"/>
                  </a:lnTo>
                  <a:lnTo>
                    <a:pt x="3892" y="731"/>
                  </a:lnTo>
                  <a:lnTo>
                    <a:pt x="3931" y="672"/>
                  </a:lnTo>
                  <a:lnTo>
                    <a:pt x="3971" y="692"/>
                  </a:lnTo>
                  <a:lnTo>
                    <a:pt x="3991" y="712"/>
                  </a:lnTo>
                  <a:lnTo>
                    <a:pt x="4010" y="692"/>
                  </a:lnTo>
                  <a:lnTo>
                    <a:pt x="4030" y="672"/>
                  </a:lnTo>
                  <a:lnTo>
                    <a:pt x="4030" y="633"/>
                  </a:lnTo>
                  <a:lnTo>
                    <a:pt x="4030" y="593"/>
                  </a:lnTo>
                  <a:lnTo>
                    <a:pt x="4089" y="633"/>
                  </a:lnTo>
                  <a:lnTo>
                    <a:pt x="4089" y="672"/>
                  </a:lnTo>
                  <a:lnTo>
                    <a:pt x="4070" y="692"/>
                  </a:lnTo>
                  <a:lnTo>
                    <a:pt x="4050" y="692"/>
                  </a:lnTo>
                  <a:lnTo>
                    <a:pt x="4050" y="791"/>
                  </a:lnTo>
                  <a:lnTo>
                    <a:pt x="4070" y="731"/>
                  </a:lnTo>
                  <a:lnTo>
                    <a:pt x="4129" y="692"/>
                  </a:lnTo>
                  <a:lnTo>
                    <a:pt x="4188" y="692"/>
                  </a:lnTo>
                  <a:lnTo>
                    <a:pt x="4247" y="712"/>
                  </a:lnTo>
                  <a:lnTo>
                    <a:pt x="4228" y="672"/>
                  </a:lnTo>
                  <a:lnTo>
                    <a:pt x="4149" y="672"/>
                  </a:lnTo>
                  <a:lnTo>
                    <a:pt x="4149" y="652"/>
                  </a:lnTo>
                  <a:lnTo>
                    <a:pt x="4149" y="633"/>
                  </a:lnTo>
                  <a:lnTo>
                    <a:pt x="4228" y="573"/>
                  </a:lnTo>
                  <a:lnTo>
                    <a:pt x="4267" y="514"/>
                  </a:lnTo>
                  <a:lnTo>
                    <a:pt x="3141" y="139"/>
                  </a:lnTo>
                  <a:lnTo>
                    <a:pt x="3102" y="178"/>
                  </a:lnTo>
                  <a:lnTo>
                    <a:pt x="3082" y="119"/>
                  </a:lnTo>
                  <a:lnTo>
                    <a:pt x="3082" y="99"/>
                  </a:lnTo>
                  <a:lnTo>
                    <a:pt x="3102" y="119"/>
                  </a:lnTo>
                  <a:lnTo>
                    <a:pt x="3082" y="80"/>
                  </a:lnTo>
                  <a:lnTo>
                    <a:pt x="3102" y="60"/>
                  </a:lnTo>
                  <a:lnTo>
                    <a:pt x="3082" y="20"/>
                  </a:lnTo>
                  <a:lnTo>
                    <a:pt x="306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5" name="Google Shape;8955;p34"/>
            <p:cNvSpPr/>
            <p:nvPr/>
          </p:nvSpPr>
          <p:spPr>
            <a:xfrm>
              <a:off x="4577504" y="-1215512"/>
              <a:ext cx="789" cy="789"/>
            </a:xfrm>
            <a:custGeom>
              <a:rect b="b" l="l" r="r" t="t"/>
              <a:pathLst>
                <a:path extrusionOk="0" h="21" w="21">
                  <a:moveTo>
                    <a:pt x="1" y="1"/>
                  </a:moveTo>
                  <a:lnTo>
                    <a:pt x="1" y="1"/>
                  </a:lnTo>
                  <a:lnTo>
                    <a:pt x="21" y="20"/>
                  </a:lnTo>
                  <a:lnTo>
                    <a:pt x="21" y="20"/>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6" name="Google Shape;8956;p34"/>
            <p:cNvSpPr/>
            <p:nvPr/>
          </p:nvSpPr>
          <p:spPr>
            <a:xfrm>
              <a:off x="4712644" y="-2018156"/>
              <a:ext cx="789" cy="38"/>
            </a:xfrm>
            <a:custGeom>
              <a:rect b="b" l="l" r="r" t="t"/>
              <a:pathLst>
                <a:path extrusionOk="0" h="1" w="21">
                  <a:moveTo>
                    <a:pt x="1" y="1"/>
                  </a:moveTo>
                  <a:lnTo>
                    <a:pt x="1" y="1"/>
                  </a:lnTo>
                  <a:lnTo>
                    <a:pt x="20" y="1"/>
                  </a:lnTo>
                  <a:lnTo>
                    <a:pt x="20" y="1"/>
                  </a:lnTo>
                  <a:lnTo>
                    <a:pt x="1" y="1"/>
                  </a:lnTo>
                  <a:lnTo>
                    <a:pt x="1" y="1"/>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7" name="Google Shape;8957;p34"/>
            <p:cNvSpPr/>
            <p:nvPr/>
          </p:nvSpPr>
          <p:spPr>
            <a:xfrm>
              <a:off x="4622049" y="-2251296"/>
              <a:ext cx="96569" cy="297788"/>
            </a:xfrm>
            <a:custGeom>
              <a:rect b="b" l="l" r="r" t="t"/>
              <a:pathLst>
                <a:path extrusionOk="0" h="7922" w="2569">
                  <a:moveTo>
                    <a:pt x="1206" y="60"/>
                  </a:moveTo>
                  <a:lnTo>
                    <a:pt x="1186" y="79"/>
                  </a:lnTo>
                  <a:lnTo>
                    <a:pt x="1186" y="119"/>
                  </a:lnTo>
                  <a:lnTo>
                    <a:pt x="1226" y="178"/>
                  </a:lnTo>
                  <a:lnTo>
                    <a:pt x="1245" y="237"/>
                  </a:lnTo>
                  <a:lnTo>
                    <a:pt x="1245" y="257"/>
                  </a:lnTo>
                  <a:lnTo>
                    <a:pt x="1206" y="277"/>
                  </a:lnTo>
                  <a:lnTo>
                    <a:pt x="1245" y="297"/>
                  </a:lnTo>
                  <a:lnTo>
                    <a:pt x="1265" y="316"/>
                  </a:lnTo>
                  <a:lnTo>
                    <a:pt x="1344" y="336"/>
                  </a:lnTo>
                  <a:lnTo>
                    <a:pt x="1344" y="376"/>
                  </a:lnTo>
                  <a:lnTo>
                    <a:pt x="1384" y="356"/>
                  </a:lnTo>
                  <a:lnTo>
                    <a:pt x="1463" y="316"/>
                  </a:lnTo>
                  <a:lnTo>
                    <a:pt x="1364" y="218"/>
                  </a:lnTo>
                  <a:lnTo>
                    <a:pt x="1344" y="178"/>
                  </a:lnTo>
                  <a:lnTo>
                    <a:pt x="1324" y="99"/>
                  </a:lnTo>
                  <a:lnTo>
                    <a:pt x="1285" y="99"/>
                  </a:lnTo>
                  <a:lnTo>
                    <a:pt x="1265" y="79"/>
                  </a:lnTo>
                  <a:lnTo>
                    <a:pt x="1245" y="60"/>
                  </a:lnTo>
                  <a:close/>
                  <a:moveTo>
                    <a:pt x="21" y="593"/>
                  </a:moveTo>
                  <a:lnTo>
                    <a:pt x="60" y="613"/>
                  </a:lnTo>
                  <a:lnTo>
                    <a:pt x="60" y="593"/>
                  </a:lnTo>
                  <a:close/>
                  <a:moveTo>
                    <a:pt x="1265" y="1521"/>
                  </a:moveTo>
                  <a:lnTo>
                    <a:pt x="1265" y="1561"/>
                  </a:lnTo>
                  <a:lnTo>
                    <a:pt x="1285" y="1581"/>
                  </a:lnTo>
                  <a:lnTo>
                    <a:pt x="1305" y="1600"/>
                  </a:lnTo>
                  <a:lnTo>
                    <a:pt x="1305" y="1561"/>
                  </a:lnTo>
                  <a:lnTo>
                    <a:pt x="1305" y="1541"/>
                  </a:lnTo>
                  <a:lnTo>
                    <a:pt x="1265" y="1521"/>
                  </a:lnTo>
                  <a:close/>
                  <a:moveTo>
                    <a:pt x="2068" y="5065"/>
                  </a:moveTo>
                  <a:lnTo>
                    <a:pt x="2075" y="5077"/>
                  </a:lnTo>
                  <a:lnTo>
                    <a:pt x="2079" y="5073"/>
                  </a:lnTo>
                  <a:lnTo>
                    <a:pt x="2079" y="5073"/>
                  </a:lnTo>
                  <a:lnTo>
                    <a:pt x="2068" y="5065"/>
                  </a:lnTo>
                  <a:close/>
                  <a:moveTo>
                    <a:pt x="2095" y="5057"/>
                  </a:moveTo>
                  <a:lnTo>
                    <a:pt x="2079" y="5073"/>
                  </a:lnTo>
                  <a:lnTo>
                    <a:pt x="2079" y="5073"/>
                  </a:lnTo>
                  <a:lnTo>
                    <a:pt x="2114" y="5096"/>
                  </a:lnTo>
                  <a:lnTo>
                    <a:pt x="2154" y="5136"/>
                  </a:lnTo>
                  <a:lnTo>
                    <a:pt x="2174" y="5136"/>
                  </a:lnTo>
                  <a:lnTo>
                    <a:pt x="2174" y="5096"/>
                  </a:lnTo>
                  <a:lnTo>
                    <a:pt x="2174" y="5077"/>
                  </a:lnTo>
                  <a:lnTo>
                    <a:pt x="2193" y="5057"/>
                  </a:lnTo>
                  <a:close/>
                  <a:moveTo>
                    <a:pt x="613" y="5254"/>
                  </a:moveTo>
                  <a:lnTo>
                    <a:pt x="673" y="5373"/>
                  </a:lnTo>
                  <a:lnTo>
                    <a:pt x="673" y="5393"/>
                  </a:lnTo>
                  <a:lnTo>
                    <a:pt x="692" y="5373"/>
                  </a:lnTo>
                  <a:lnTo>
                    <a:pt x="712" y="5373"/>
                  </a:lnTo>
                  <a:lnTo>
                    <a:pt x="692" y="5314"/>
                  </a:lnTo>
                  <a:lnTo>
                    <a:pt x="673" y="5294"/>
                  </a:lnTo>
                  <a:lnTo>
                    <a:pt x="653" y="5294"/>
                  </a:lnTo>
                  <a:lnTo>
                    <a:pt x="613" y="5254"/>
                  </a:lnTo>
                  <a:close/>
                  <a:moveTo>
                    <a:pt x="890" y="0"/>
                  </a:moveTo>
                  <a:lnTo>
                    <a:pt x="850" y="60"/>
                  </a:lnTo>
                  <a:lnTo>
                    <a:pt x="850" y="139"/>
                  </a:lnTo>
                  <a:lnTo>
                    <a:pt x="811" y="139"/>
                  </a:lnTo>
                  <a:lnTo>
                    <a:pt x="791" y="119"/>
                  </a:lnTo>
                  <a:lnTo>
                    <a:pt x="811" y="79"/>
                  </a:lnTo>
                  <a:lnTo>
                    <a:pt x="21" y="119"/>
                  </a:lnTo>
                  <a:lnTo>
                    <a:pt x="1" y="158"/>
                  </a:lnTo>
                  <a:lnTo>
                    <a:pt x="40" y="139"/>
                  </a:lnTo>
                  <a:lnTo>
                    <a:pt x="80" y="158"/>
                  </a:lnTo>
                  <a:lnTo>
                    <a:pt x="179" y="158"/>
                  </a:lnTo>
                  <a:lnTo>
                    <a:pt x="218" y="198"/>
                  </a:lnTo>
                  <a:lnTo>
                    <a:pt x="218" y="237"/>
                  </a:lnTo>
                  <a:lnTo>
                    <a:pt x="218" y="297"/>
                  </a:lnTo>
                  <a:lnTo>
                    <a:pt x="179" y="297"/>
                  </a:lnTo>
                  <a:lnTo>
                    <a:pt x="159" y="277"/>
                  </a:lnTo>
                  <a:lnTo>
                    <a:pt x="119" y="237"/>
                  </a:lnTo>
                  <a:lnTo>
                    <a:pt x="80" y="198"/>
                  </a:lnTo>
                  <a:lnTo>
                    <a:pt x="60" y="198"/>
                  </a:lnTo>
                  <a:lnTo>
                    <a:pt x="21" y="218"/>
                  </a:lnTo>
                  <a:lnTo>
                    <a:pt x="21" y="237"/>
                  </a:lnTo>
                  <a:lnTo>
                    <a:pt x="40" y="257"/>
                  </a:lnTo>
                  <a:lnTo>
                    <a:pt x="80" y="257"/>
                  </a:lnTo>
                  <a:lnTo>
                    <a:pt x="100" y="237"/>
                  </a:lnTo>
                  <a:lnTo>
                    <a:pt x="80" y="336"/>
                  </a:lnTo>
                  <a:lnTo>
                    <a:pt x="40" y="395"/>
                  </a:lnTo>
                  <a:lnTo>
                    <a:pt x="1" y="435"/>
                  </a:lnTo>
                  <a:lnTo>
                    <a:pt x="40" y="474"/>
                  </a:lnTo>
                  <a:lnTo>
                    <a:pt x="80" y="514"/>
                  </a:lnTo>
                  <a:lnTo>
                    <a:pt x="100" y="534"/>
                  </a:lnTo>
                  <a:lnTo>
                    <a:pt x="159" y="573"/>
                  </a:lnTo>
                  <a:lnTo>
                    <a:pt x="139" y="553"/>
                  </a:lnTo>
                  <a:lnTo>
                    <a:pt x="119" y="534"/>
                  </a:lnTo>
                  <a:lnTo>
                    <a:pt x="100" y="514"/>
                  </a:lnTo>
                  <a:lnTo>
                    <a:pt x="119" y="494"/>
                  </a:lnTo>
                  <a:lnTo>
                    <a:pt x="218" y="534"/>
                  </a:lnTo>
                  <a:lnTo>
                    <a:pt x="198" y="593"/>
                  </a:lnTo>
                  <a:lnTo>
                    <a:pt x="179" y="632"/>
                  </a:lnTo>
                  <a:lnTo>
                    <a:pt x="139" y="712"/>
                  </a:lnTo>
                  <a:lnTo>
                    <a:pt x="80" y="652"/>
                  </a:lnTo>
                  <a:lnTo>
                    <a:pt x="100" y="652"/>
                  </a:lnTo>
                  <a:lnTo>
                    <a:pt x="80" y="632"/>
                  </a:lnTo>
                  <a:lnTo>
                    <a:pt x="60" y="613"/>
                  </a:lnTo>
                  <a:lnTo>
                    <a:pt x="60" y="652"/>
                  </a:lnTo>
                  <a:lnTo>
                    <a:pt x="60" y="692"/>
                  </a:lnTo>
                  <a:lnTo>
                    <a:pt x="80" y="712"/>
                  </a:lnTo>
                  <a:lnTo>
                    <a:pt x="60" y="712"/>
                  </a:lnTo>
                  <a:lnTo>
                    <a:pt x="80" y="751"/>
                  </a:lnTo>
                  <a:lnTo>
                    <a:pt x="80" y="791"/>
                  </a:lnTo>
                  <a:lnTo>
                    <a:pt x="60" y="850"/>
                  </a:lnTo>
                  <a:lnTo>
                    <a:pt x="40" y="889"/>
                  </a:lnTo>
                  <a:lnTo>
                    <a:pt x="40" y="909"/>
                  </a:lnTo>
                  <a:lnTo>
                    <a:pt x="60" y="929"/>
                  </a:lnTo>
                  <a:lnTo>
                    <a:pt x="119" y="949"/>
                  </a:lnTo>
                  <a:lnTo>
                    <a:pt x="159" y="929"/>
                  </a:lnTo>
                  <a:lnTo>
                    <a:pt x="179" y="909"/>
                  </a:lnTo>
                  <a:lnTo>
                    <a:pt x="218" y="909"/>
                  </a:lnTo>
                  <a:lnTo>
                    <a:pt x="198" y="929"/>
                  </a:lnTo>
                  <a:lnTo>
                    <a:pt x="179" y="968"/>
                  </a:lnTo>
                  <a:lnTo>
                    <a:pt x="159" y="988"/>
                  </a:lnTo>
                  <a:lnTo>
                    <a:pt x="139" y="988"/>
                  </a:lnTo>
                  <a:lnTo>
                    <a:pt x="119" y="968"/>
                  </a:lnTo>
                  <a:lnTo>
                    <a:pt x="100" y="1047"/>
                  </a:lnTo>
                  <a:lnTo>
                    <a:pt x="119" y="1087"/>
                  </a:lnTo>
                  <a:lnTo>
                    <a:pt x="198" y="1087"/>
                  </a:lnTo>
                  <a:lnTo>
                    <a:pt x="238" y="1107"/>
                  </a:lnTo>
                  <a:lnTo>
                    <a:pt x="258" y="1126"/>
                  </a:lnTo>
                  <a:lnTo>
                    <a:pt x="238" y="1146"/>
                  </a:lnTo>
                  <a:lnTo>
                    <a:pt x="218" y="1166"/>
                  </a:lnTo>
                  <a:lnTo>
                    <a:pt x="179" y="1146"/>
                  </a:lnTo>
                  <a:lnTo>
                    <a:pt x="100" y="1146"/>
                  </a:lnTo>
                  <a:lnTo>
                    <a:pt x="60" y="1166"/>
                  </a:lnTo>
                  <a:lnTo>
                    <a:pt x="139" y="1245"/>
                  </a:lnTo>
                  <a:lnTo>
                    <a:pt x="80" y="1284"/>
                  </a:lnTo>
                  <a:lnTo>
                    <a:pt x="80" y="1324"/>
                  </a:lnTo>
                  <a:lnTo>
                    <a:pt x="80" y="1383"/>
                  </a:lnTo>
                  <a:lnTo>
                    <a:pt x="139" y="1462"/>
                  </a:lnTo>
                  <a:lnTo>
                    <a:pt x="198" y="1561"/>
                  </a:lnTo>
                  <a:lnTo>
                    <a:pt x="218" y="1600"/>
                  </a:lnTo>
                  <a:lnTo>
                    <a:pt x="238" y="1660"/>
                  </a:lnTo>
                  <a:lnTo>
                    <a:pt x="179" y="1660"/>
                  </a:lnTo>
                  <a:lnTo>
                    <a:pt x="119" y="1620"/>
                  </a:lnTo>
                  <a:lnTo>
                    <a:pt x="100" y="1561"/>
                  </a:lnTo>
                  <a:lnTo>
                    <a:pt x="80" y="1521"/>
                  </a:lnTo>
                  <a:lnTo>
                    <a:pt x="60" y="1541"/>
                  </a:lnTo>
                  <a:lnTo>
                    <a:pt x="60" y="1561"/>
                  </a:lnTo>
                  <a:lnTo>
                    <a:pt x="60" y="1620"/>
                  </a:lnTo>
                  <a:lnTo>
                    <a:pt x="80" y="1660"/>
                  </a:lnTo>
                  <a:lnTo>
                    <a:pt x="80" y="1679"/>
                  </a:lnTo>
                  <a:lnTo>
                    <a:pt x="80" y="1699"/>
                  </a:lnTo>
                  <a:lnTo>
                    <a:pt x="80" y="1739"/>
                  </a:lnTo>
                  <a:lnTo>
                    <a:pt x="119" y="1778"/>
                  </a:lnTo>
                  <a:lnTo>
                    <a:pt x="159" y="1798"/>
                  </a:lnTo>
                  <a:lnTo>
                    <a:pt x="198" y="1798"/>
                  </a:lnTo>
                  <a:lnTo>
                    <a:pt x="198" y="1818"/>
                  </a:lnTo>
                  <a:lnTo>
                    <a:pt x="179" y="1837"/>
                  </a:lnTo>
                  <a:lnTo>
                    <a:pt x="139" y="1857"/>
                  </a:lnTo>
                  <a:lnTo>
                    <a:pt x="179" y="1877"/>
                  </a:lnTo>
                  <a:lnTo>
                    <a:pt x="218" y="1916"/>
                  </a:lnTo>
                  <a:lnTo>
                    <a:pt x="238" y="2015"/>
                  </a:lnTo>
                  <a:lnTo>
                    <a:pt x="179" y="2015"/>
                  </a:lnTo>
                  <a:lnTo>
                    <a:pt x="258" y="2114"/>
                  </a:lnTo>
                  <a:lnTo>
                    <a:pt x="258" y="2094"/>
                  </a:lnTo>
                  <a:lnTo>
                    <a:pt x="337" y="2094"/>
                  </a:lnTo>
                  <a:lnTo>
                    <a:pt x="337" y="2114"/>
                  </a:lnTo>
                  <a:lnTo>
                    <a:pt x="376" y="2074"/>
                  </a:lnTo>
                  <a:lnTo>
                    <a:pt x="396" y="2055"/>
                  </a:lnTo>
                  <a:lnTo>
                    <a:pt x="356" y="1976"/>
                  </a:lnTo>
                  <a:lnTo>
                    <a:pt x="337" y="1936"/>
                  </a:lnTo>
                  <a:lnTo>
                    <a:pt x="337" y="1897"/>
                  </a:lnTo>
                  <a:lnTo>
                    <a:pt x="337" y="1857"/>
                  </a:lnTo>
                  <a:lnTo>
                    <a:pt x="396" y="1837"/>
                  </a:lnTo>
                  <a:lnTo>
                    <a:pt x="475" y="1837"/>
                  </a:lnTo>
                  <a:lnTo>
                    <a:pt x="455" y="1857"/>
                  </a:lnTo>
                  <a:lnTo>
                    <a:pt x="436" y="1877"/>
                  </a:lnTo>
                  <a:lnTo>
                    <a:pt x="495" y="1897"/>
                  </a:lnTo>
                  <a:lnTo>
                    <a:pt x="515" y="1897"/>
                  </a:lnTo>
                  <a:lnTo>
                    <a:pt x="515" y="1877"/>
                  </a:lnTo>
                  <a:lnTo>
                    <a:pt x="594" y="1877"/>
                  </a:lnTo>
                  <a:lnTo>
                    <a:pt x="613" y="1916"/>
                  </a:lnTo>
                  <a:lnTo>
                    <a:pt x="633" y="1976"/>
                  </a:lnTo>
                  <a:lnTo>
                    <a:pt x="673" y="2015"/>
                  </a:lnTo>
                  <a:lnTo>
                    <a:pt x="613" y="2035"/>
                  </a:lnTo>
                  <a:lnTo>
                    <a:pt x="574" y="2015"/>
                  </a:lnTo>
                  <a:lnTo>
                    <a:pt x="534" y="1976"/>
                  </a:lnTo>
                  <a:lnTo>
                    <a:pt x="475" y="1956"/>
                  </a:lnTo>
                  <a:lnTo>
                    <a:pt x="515" y="1995"/>
                  </a:lnTo>
                  <a:lnTo>
                    <a:pt x="534" y="2015"/>
                  </a:lnTo>
                  <a:lnTo>
                    <a:pt x="515" y="2035"/>
                  </a:lnTo>
                  <a:lnTo>
                    <a:pt x="436" y="2035"/>
                  </a:lnTo>
                  <a:lnTo>
                    <a:pt x="475" y="2074"/>
                  </a:lnTo>
                  <a:lnTo>
                    <a:pt x="534" y="2074"/>
                  </a:lnTo>
                  <a:lnTo>
                    <a:pt x="594" y="2055"/>
                  </a:lnTo>
                  <a:lnTo>
                    <a:pt x="653" y="2074"/>
                  </a:lnTo>
                  <a:lnTo>
                    <a:pt x="653" y="2114"/>
                  </a:lnTo>
                  <a:lnTo>
                    <a:pt x="613" y="2153"/>
                  </a:lnTo>
                  <a:lnTo>
                    <a:pt x="613" y="2173"/>
                  </a:lnTo>
                  <a:lnTo>
                    <a:pt x="594" y="2134"/>
                  </a:lnTo>
                  <a:lnTo>
                    <a:pt x="574" y="2193"/>
                  </a:lnTo>
                  <a:lnTo>
                    <a:pt x="613" y="2213"/>
                  </a:lnTo>
                  <a:lnTo>
                    <a:pt x="633" y="2252"/>
                  </a:lnTo>
                  <a:lnTo>
                    <a:pt x="653" y="2292"/>
                  </a:lnTo>
                  <a:lnTo>
                    <a:pt x="574" y="2331"/>
                  </a:lnTo>
                  <a:lnTo>
                    <a:pt x="594" y="2292"/>
                  </a:lnTo>
                  <a:lnTo>
                    <a:pt x="594" y="2272"/>
                  </a:lnTo>
                  <a:lnTo>
                    <a:pt x="554" y="2232"/>
                  </a:lnTo>
                  <a:lnTo>
                    <a:pt x="495" y="2213"/>
                  </a:lnTo>
                  <a:lnTo>
                    <a:pt x="475" y="2213"/>
                  </a:lnTo>
                  <a:lnTo>
                    <a:pt x="495" y="2193"/>
                  </a:lnTo>
                  <a:lnTo>
                    <a:pt x="455" y="2213"/>
                  </a:lnTo>
                  <a:lnTo>
                    <a:pt x="416" y="2232"/>
                  </a:lnTo>
                  <a:lnTo>
                    <a:pt x="356" y="2232"/>
                  </a:lnTo>
                  <a:lnTo>
                    <a:pt x="218" y="2153"/>
                  </a:lnTo>
                  <a:lnTo>
                    <a:pt x="218" y="2213"/>
                  </a:lnTo>
                  <a:lnTo>
                    <a:pt x="218" y="2252"/>
                  </a:lnTo>
                  <a:lnTo>
                    <a:pt x="179" y="2272"/>
                  </a:lnTo>
                  <a:lnTo>
                    <a:pt x="218" y="2292"/>
                  </a:lnTo>
                  <a:lnTo>
                    <a:pt x="238" y="2331"/>
                  </a:lnTo>
                  <a:lnTo>
                    <a:pt x="238" y="2390"/>
                  </a:lnTo>
                  <a:lnTo>
                    <a:pt x="238" y="2430"/>
                  </a:lnTo>
                  <a:lnTo>
                    <a:pt x="258" y="2469"/>
                  </a:lnTo>
                  <a:lnTo>
                    <a:pt x="297" y="2489"/>
                  </a:lnTo>
                  <a:lnTo>
                    <a:pt x="277" y="2509"/>
                  </a:lnTo>
                  <a:lnTo>
                    <a:pt x="258" y="2489"/>
                  </a:lnTo>
                  <a:lnTo>
                    <a:pt x="238" y="2489"/>
                  </a:lnTo>
                  <a:lnTo>
                    <a:pt x="238" y="2509"/>
                  </a:lnTo>
                  <a:lnTo>
                    <a:pt x="258" y="2608"/>
                  </a:lnTo>
                  <a:lnTo>
                    <a:pt x="277" y="2667"/>
                  </a:lnTo>
                  <a:lnTo>
                    <a:pt x="317" y="2726"/>
                  </a:lnTo>
                  <a:lnTo>
                    <a:pt x="297" y="2746"/>
                  </a:lnTo>
                  <a:lnTo>
                    <a:pt x="277" y="2766"/>
                  </a:lnTo>
                  <a:lnTo>
                    <a:pt x="238" y="2785"/>
                  </a:lnTo>
                  <a:lnTo>
                    <a:pt x="238" y="2845"/>
                  </a:lnTo>
                  <a:lnTo>
                    <a:pt x="238" y="2904"/>
                  </a:lnTo>
                  <a:lnTo>
                    <a:pt x="317" y="3003"/>
                  </a:lnTo>
                  <a:lnTo>
                    <a:pt x="376" y="3121"/>
                  </a:lnTo>
                  <a:lnTo>
                    <a:pt x="396" y="3181"/>
                  </a:lnTo>
                  <a:lnTo>
                    <a:pt x="396" y="3260"/>
                  </a:lnTo>
                  <a:lnTo>
                    <a:pt x="337" y="3220"/>
                  </a:lnTo>
                  <a:lnTo>
                    <a:pt x="337" y="3299"/>
                  </a:lnTo>
                  <a:lnTo>
                    <a:pt x="356" y="3319"/>
                  </a:lnTo>
                  <a:lnTo>
                    <a:pt x="396" y="3339"/>
                  </a:lnTo>
                  <a:lnTo>
                    <a:pt x="356" y="3358"/>
                  </a:lnTo>
                  <a:lnTo>
                    <a:pt x="337" y="3398"/>
                  </a:lnTo>
                  <a:lnTo>
                    <a:pt x="376" y="3457"/>
                  </a:lnTo>
                  <a:lnTo>
                    <a:pt x="396" y="3497"/>
                  </a:lnTo>
                  <a:lnTo>
                    <a:pt x="396" y="3536"/>
                  </a:lnTo>
                  <a:lnTo>
                    <a:pt x="376" y="3576"/>
                  </a:lnTo>
                  <a:lnTo>
                    <a:pt x="337" y="3595"/>
                  </a:lnTo>
                  <a:lnTo>
                    <a:pt x="337" y="3635"/>
                  </a:lnTo>
                  <a:lnTo>
                    <a:pt x="356" y="3655"/>
                  </a:lnTo>
                  <a:lnTo>
                    <a:pt x="396" y="3694"/>
                  </a:lnTo>
                  <a:lnTo>
                    <a:pt x="455" y="3714"/>
                  </a:lnTo>
                  <a:lnTo>
                    <a:pt x="495" y="3753"/>
                  </a:lnTo>
                  <a:lnTo>
                    <a:pt x="416" y="3753"/>
                  </a:lnTo>
                  <a:lnTo>
                    <a:pt x="396" y="3773"/>
                  </a:lnTo>
                  <a:lnTo>
                    <a:pt x="376" y="3793"/>
                  </a:lnTo>
                  <a:lnTo>
                    <a:pt x="475" y="4129"/>
                  </a:lnTo>
                  <a:lnTo>
                    <a:pt x="554" y="4504"/>
                  </a:lnTo>
                  <a:lnTo>
                    <a:pt x="515" y="4484"/>
                  </a:lnTo>
                  <a:lnTo>
                    <a:pt x="534" y="4543"/>
                  </a:lnTo>
                  <a:lnTo>
                    <a:pt x="554" y="4603"/>
                  </a:lnTo>
                  <a:lnTo>
                    <a:pt x="613" y="4721"/>
                  </a:lnTo>
                  <a:lnTo>
                    <a:pt x="653" y="4840"/>
                  </a:lnTo>
                  <a:lnTo>
                    <a:pt x="673" y="4899"/>
                  </a:lnTo>
                  <a:lnTo>
                    <a:pt x="653" y="4958"/>
                  </a:lnTo>
                  <a:lnTo>
                    <a:pt x="712" y="5017"/>
                  </a:lnTo>
                  <a:lnTo>
                    <a:pt x="752" y="5037"/>
                  </a:lnTo>
                  <a:lnTo>
                    <a:pt x="791" y="5017"/>
                  </a:lnTo>
                  <a:lnTo>
                    <a:pt x="811" y="4998"/>
                  </a:lnTo>
                  <a:lnTo>
                    <a:pt x="831" y="4978"/>
                  </a:lnTo>
                  <a:lnTo>
                    <a:pt x="929" y="4978"/>
                  </a:lnTo>
                  <a:lnTo>
                    <a:pt x="949" y="5017"/>
                  </a:lnTo>
                  <a:lnTo>
                    <a:pt x="949" y="5037"/>
                  </a:lnTo>
                  <a:lnTo>
                    <a:pt x="910" y="5057"/>
                  </a:lnTo>
                  <a:lnTo>
                    <a:pt x="850" y="5077"/>
                  </a:lnTo>
                  <a:lnTo>
                    <a:pt x="850" y="5096"/>
                  </a:lnTo>
                  <a:lnTo>
                    <a:pt x="850" y="5136"/>
                  </a:lnTo>
                  <a:lnTo>
                    <a:pt x="771" y="5136"/>
                  </a:lnTo>
                  <a:lnTo>
                    <a:pt x="752" y="5116"/>
                  </a:lnTo>
                  <a:lnTo>
                    <a:pt x="712" y="5096"/>
                  </a:lnTo>
                  <a:lnTo>
                    <a:pt x="653" y="5096"/>
                  </a:lnTo>
                  <a:lnTo>
                    <a:pt x="752" y="5215"/>
                  </a:lnTo>
                  <a:lnTo>
                    <a:pt x="732" y="5254"/>
                  </a:lnTo>
                  <a:lnTo>
                    <a:pt x="752" y="5314"/>
                  </a:lnTo>
                  <a:lnTo>
                    <a:pt x="752" y="5353"/>
                  </a:lnTo>
                  <a:lnTo>
                    <a:pt x="732" y="5413"/>
                  </a:lnTo>
                  <a:lnTo>
                    <a:pt x="732" y="5393"/>
                  </a:lnTo>
                  <a:lnTo>
                    <a:pt x="673" y="5393"/>
                  </a:lnTo>
                  <a:lnTo>
                    <a:pt x="673" y="5432"/>
                  </a:lnTo>
                  <a:lnTo>
                    <a:pt x="673" y="5492"/>
                  </a:lnTo>
                  <a:lnTo>
                    <a:pt x="712" y="5492"/>
                  </a:lnTo>
                  <a:lnTo>
                    <a:pt x="732" y="5511"/>
                  </a:lnTo>
                  <a:lnTo>
                    <a:pt x="752" y="5531"/>
                  </a:lnTo>
                  <a:lnTo>
                    <a:pt x="771" y="5551"/>
                  </a:lnTo>
                  <a:lnTo>
                    <a:pt x="771" y="5571"/>
                  </a:lnTo>
                  <a:lnTo>
                    <a:pt x="811" y="5571"/>
                  </a:lnTo>
                  <a:lnTo>
                    <a:pt x="850" y="5610"/>
                  </a:lnTo>
                  <a:lnTo>
                    <a:pt x="732" y="5650"/>
                  </a:lnTo>
                  <a:lnTo>
                    <a:pt x="811" y="5650"/>
                  </a:lnTo>
                  <a:lnTo>
                    <a:pt x="831" y="5709"/>
                  </a:lnTo>
                  <a:lnTo>
                    <a:pt x="831" y="5768"/>
                  </a:lnTo>
                  <a:lnTo>
                    <a:pt x="811" y="5847"/>
                  </a:lnTo>
                  <a:lnTo>
                    <a:pt x="791" y="5867"/>
                  </a:lnTo>
                  <a:lnTo>
                    <a:pt x="771" y="5887"/>
                  </a:lnTo>
                  <a:lnTo>
                    <a:pt x="771" y="5906"/>
                  </a:lnTo>
                  <a:lnTo>
                    <a:pt x="811" y="5926"/>
                  </a:lnTo>
                  <a:lnTo>
                    <a:pt x="831" y="5966"/>
                  </a:lnTo>
                  <a:lnTo>
                    <a:pt x="831" y="5985"/>
                  </a:lnTo>
                  <a:lnTo>
                    <a:pt x="771" y="5985"/>
                  </a:lnTo>
                  <a:lnTo>
                    <a:pt x="771" y="6064"/>
                  </a:lnTo>
                  <a:lnTo>
                    <a:pt x="791" y="6163"/>
                  </a:lnTo>
                  <a:lnTo>
                    <a:pt x="791" y="6262"/>
                  </a:lnTo>
                  <a:lnTo>
                    <a:pt x="771" y="6361"/>
                  </a:lnTo>
                  <a:lnTo>
                    <a:pt x="831" y="6479"/>
                  </a:lnTo>
                  <a:lnTo>
                    <a:pt x="870" y="6519"/>
                  </a:lnTo>
                  <a:lnTo>
                    <a:pt x="910" y="6578"/>
                  </a:lnTo>
                  <a:lnTo>
                    <a:pt x="910" y="6538"/>
                  </a:lnTo>
                  <a:lnTo>
                    <a:pt x="929" y="6519"/>
                  </a:lnTo>
                  <a:lnTo>
                    <a:pt x="949" y="6499"/>
                  </a:lnTo>
                  <a:lnTo>
                    <a:pt x="989" y="6519"/>
                  </a:lnTo>
                  <a:lnTo>
                    <a:pt x="1008" y="6519"/>
                  </a:lnTo>
                  <a:lnTo>
                    <a:pt x="1028" y="6558"/>
                  </a:lnTo>
                  <a:lnTo>
                    <a:pt x="1048" y="6598"/>
                  </a:lnTo>
                  <a:lnTo>
                    <a:pt x="1008" y="6617"/>
                  </a:lnTo>
                  <a:lnTo>
                    <a:pt x="1008" y="6637"/>
                  </a:lnTo>
                  <a:lnTo>
                    <a:pt x="989" y="6657"/>
                  </a:lnTo>
                  <a:lnTo>
                    <a:pt x="969" y="6637"/>
                  </a:lnTo>
                  <a:lnTo>
                    <a:pt x="929" y="6657"/>
                  </a:lnTo>
                  <a:lnTo>
                    <a:pt x="910" y="6677"/>
                  </a:lnTo>
                  <a:lnTo>
                    <a:pt x="929" y="6736"/>
                  </a:lnTo>
                  <a:lnTo>
                    <a:pt x="929" y="6775"/>
                  </a:lnTo>
                  <a:lnTo>
                    <a:pt x="910" y="6795"/>
                  </a:lnTo>
                  <a:lnTo>
                    <a:pt x="890" y="6815"/>
                  </a:lnTo>
                  <a:lnTo>
                    <a:pt x="910" y="6835"/>
                  </a:lnTo>
                  <a:lnTo>
                    <a:pt x="929" y="6874"/>
                  </a:lnTo>
                  <a:lnTo>
                    <a:pt x="949" y="6933"/>
                  </a:lnTo>
                  <a:lnTo>
                    <a:pt x="989" y="6953"/>
                  </a:lnTo>
                  <a:lnTo>
                    <a:pt x="949" y="6953"/>
                  </a:lnTo>
                  <a:lnTo>
                    <a:pt x="929" y="6933"/>
                  </a:lnTo>
                  <a:lnTo>
                    <a:pt x="929" y="6914"/>
                  </a:lnTo>
                  <a:lnTo>
                    <a:pt x="910" y="6914"/>
                  </a:lnTo>
                  <a:lnTo>
                    <a:pt x="929" y="6953"/>
                  </a:lnTo>
                  <a:lnTo>
                    <a:pt x="890" y="6953"/>
                  </a:lnTo>
                  <a:lnTo>
                    <a:pt x="890" y="6993"/>
                  </a:lnTo>
                  <a:lnTo>
                    <a:pt x="910" y="7012"/>
                  </a:lnTo>
                  <a:lnTo>
                    <a:pt x="949" y="7052"/>
                  </a:lnTo>
                  <a:lnTo>
                    <a:pt x="1008" y="7072"/>
                  </a:lnTo>
                  <a:lnTo>
                    <a:pt x="1048" y="7111"/>
                  </a:lnTo>
                  <a:lnTo>
                    <a:pt x="1028" y="7111"/>
                  </a:lnTo>
                  <a:lnTo>
                    <a:pt x="1068" y="7151"/>
                  </a:lnTo>
                  <a:lnTo>
                    <a:pt x="949" y="7111"/>
                  </a:lnTo>
                  <a:lnTo>
                    <a:pt x="989" y="7151"/>
                  </a:lnTo>
                  <a:lnTo>
                    <a:pt x="1028" y="7190"/>
                  </a:lnTo>
                  <a:lnTo>
                    <a:pt x="1068" y="7210"/>
                  </a:lnTo>
                  <a:lnTo>
                    <a:pt x="1087" y="7249"/>
                  </a:lnTo>
                  <a:lnTo>
                    <a:pt x="1068" y="7269"/>
                  </a:lnTo>
                  <a:lnTo>
                    <a:pt x="1107" y="7309"/>
                  </a:lnTo>
                  <a:lnTo>
                    <a:pt x="1068" y="7309"/>
                  </a:lnTo>
                  <a:lnTo>
                    <a:pt x="1127" y="7328"/>
                  </a:lnTo>
                  <a:lnTo>
                    <a:pt x="1147" y="7368"/>
                  </a:lnTo>
                  <a:lnTo>
                    <a:pt x="1186" y="7407"/>
                  </a:lnTo>
                  <a:lnTo>
                    <a:pt x="1226" y="7447"/>
                  </a:lnTo>
                  <a:lnTo>
                    <a:pt x="1166" y="7486"/>
                  </a:lnTo>
                  <a:lnTo>
                    <a:pt x="1147" y="7506"/>
                  </a:lnTo>
                  <a:lnTo>
                    <a:pt x="1186" y="7526"/>
                  </a:lnTo>
                  <a:lnTo>
                    <a:pt x="1068" y="7546"/>
                  </a:lnTo>
                  <a:lnTo>
                    <a:pt x="1068" y="7486"/>
                  </a:lnTo>
                  <a:lnTo>
                    <a:pt x="1087" y="7467"/>
                  </a:lnTo>
                  <a:lnTo>
                    <a:pt x="1107" y="7447"/>
                  </a:lnTo>
                  <a:lnTo>
                    <a:pt x="1087" y="7407"/>
                  </a:lnTo>
                  <a:lnTo>
                    <a:pt x="1048" y="7447"/>
                  </a:lnTo>
                  <a:lnTo>
                    <a:pt x="1028" y="7486"/>
                  </a:lnTo>
                  <a:lnTo>
                    <a:pt x="989" y="7605"/>
                  </a:lnTo>
                  <a:lnTo>
                    <a:pt x="1008" y="7704"/>
                  </a:lnTo>
                  <a:lnTo>
                    <a:pt x="1028" y="7803"/>
                  </a:lnTo>
                  <a:lnTo>
                    <a:pt x="1048" y="7842"/>
                  </a:lnTo>
                  <a:lnTo>
                    <a:pt x="1048" y="7882"/>
                  </a:lnTo>
                  <a:lnTo>
                    <a:pt x="2549" y="7921"/>
                  </a:lnTo>
                  <a:lnTo>
                    <a:pt x="2569" y="7842"/>
                  </a:lnTo>
                  <a:lnTo>
                    <a:pt x="2549" y="7783"/>
                  </a:lnTo>
                  <a:lnTo>
                    <a:pt x="2529" y="7743"/>
                  </a:lnTo>
                  <a:lnTo>
                    <a:pt x="2450" y="7822"/>
                  </a:lnTo>
                  <a:lnTo>
                    <a:pt x="2549" y="7822"/>
                  </a:lnTo>
                  <a:lnTo>
                    <a:pt x="2490" y="7862"/>
                  </a:lnTo>
                  <a:lnTo>
                    <a:pt x="2411" y="7862"/>
                  </a:lnTo>
                  <a:lnTo>
                    <a:pt x="2272" y="7822"/>
                  </a:lnTo>
                  <a:lnTo>
                    <a:pt x="2292" y="7803"/>
                  </a:lnTo>
                  <a:lnTo>
                    <a:pt x="2292" y="7783"/>
                  </a:lnTo>
                  <a:lnTo>
                    <a:pt x="2312" y="7763"/>
                  </a:lnTo>
                  <a:lnTo>
                    <a:pt x="2332" y="7763"/>
                  </a:lnTo>
                  <a:lnTo>
                    <a:pt x="2292" y="7684"/>
                  </a:lnTo>
                  <a:lnTo>
                    <a:pt x="2272" y="7704"/>
                  </a:lnTo>
                  <a:lnTo>
                    <a:pt x="2253" y="7723"/>
                  </a:lnTo>
                  <a:lnTo>
                    <a:pt x="2233" y="7723"/>
                  </a:lnTo>
                  <a:lnTo>
                    <a:pt x="2272" y="7664"/>
                  </a:lnTo>
                  <a:lnTo>
                    <a:pt x="2292" y="7644"/>
                  </a:lnTo>
                  <a:lnTo>
                    <a:pt x="2312" y="7664"/>
                  </a:lnTo>
                  <a:lnTo>
                    <a:pt x="2292" y="7605"/>
                  </a:lnTo>
                  <a:lnTo>
                    <a:pt x="2272" y="7585"/>
                  </a:lnTo>
                  <a:lnTo>
                    <a:pt x="2233" y="7585"/>
                  </a:lnTo>
                  <a:lnTo>
                    <a:pt x="2233" y="7565"/>
                  </a:lnTo>
                  <a:lnTo>
                    <a:pt x="2292" y="7565"/>
                  </a:lnTo>
                  <a:lnTo>
                    <a:pt x="2391" y="7605"/>
                  </a:lnTo>
                  <a:lnTo>
                    <a:pt x="2391" y="7565"/>
                  </a:lnTo>
                  <a:lnTo>
                    <a:pt x="2490" y="7565"/>
                  </a:lnTo>
                  <a:lnTo>
                    <a:pt x="2470" y="7486"/>
                  </a:lnTo>
                  <a:lnTo>
                    <a:pt x="2569" y="7506"/>
                  </a:lnTo>
                  <a:lnTo>
                    <a:pt x="2569" y="7486"/>
                  </a:lnTo>
                  <a:lnTo>
                    <a:pt x="2549" y="7447"/>
                  </a:lnTo>
                  <a:lnTo>
                    <a:pt x="2529" y="7427"/>
                  </a:lnTo>
                  <a:lnTo>
                    <a:pt x="2549" y="7388"/>
                  </a:lnTo>
                  <a:lnTo>
                    <a:pt x="2470" y="7388"/>
                  </a:lnTo>
                  <a:lnTo>
                    <a:pt x="2529" y="7249"/>
                  </a:lnTo>
                  <a:lnTo>
                    <a:pt x="2529" y="7131"/>
                  </a:lnTo>
                  <a:lnTo>
                    <a:pt x="2470" y="7170"/>
                  </a:lnTo>
                  <a:lnTo>
                    <a:pt x="2450" y="7131"/>
                  </a:lnTo>
                  <a:lnTo>
                    <a:pt x="2450" y="7111"/>
                  </a:lnTo>
                  <a:lnTo>
                    <a:pt x="2470" y="7072"/>
                  </a:lnTo>
                  <a:lnTo>
                    <a:pt x="2509" y="7032"/>
                  </a:lnTo>
                  <a:lnTo>
                    <a:pt x="2509" y="7012"/>
                  </a:lnTo>
                  <a:lnTo>
                    <a:pt x="2509" y="6973"/>
                  </a:lnTo>
                  <a:lnTo>
                    <a:pt x="2470" y="6933"/>
                  </a:lnTo>
                  <a:lnTo>
                    <a:pt x="2430" y="6894"/>
                  </a:lnTo>
                  <a:lnTo>
                    <a:pt x="2391" y="6874"/>
                  </a:lnTo>
                  <a:lnTo>
                    <a:pt x="2332" y="6874"/>
                  </a:lnTo>
                  <a:lnTo>
                    <a:pt x="2332" y="6854"/>
                  </a:lnTo>
                  <a:lnTo>
                    <a:pt x="2332" y="6835"/>
                  </a:lnTo>
                  <a:lnTo>
                    <a:pt x="2391" y="6815"/>
                  </a:lnTo>
                  <a:lnTo>
                    <a:pt x="2292" y="6756"/>
                  </a:lnTo>
                  <a:lnTo>
                    <a:pt x="2272" y="6716"/>
                  </a:lnTo>
                  <a:lnTo>
                    <a:pt x="2272" y="6696"/>
                  </a:lnTo>
                  <a:lnTo>
                    <a:pt x="2272" y="6677"/>
                  </a:lnTo>
                  <a:lnTo>
                    <a:pt x="2351" y="6756"/>
                  </a:lnTo>
                  <a:lnTo>
                    <a:pt x="2391" y="6736"/>
                  </a:lnTo>
                  <a:lnTo>
                    <a:pt x="2391" y="6677"/>
                  </a:lnTo>
                  <a:lnTo>
                    <a:pt x="2391" y="6637"/>
                  </a:lnTo>
                  <a:lnTo>
                    <a:pt x="2391" y="6598"/>
                  </a:lnTo>
                  <a:lnTo>
                    <a:pt x="2154" y="6400"/>
                  </a:lnTo>
                  <a:lnTo>
                    <a:pt x="2095" y="6420"/>
                  </a:lnTo>
                  <a:lnTo>
                    <a:pt x="2016" y="6440"/>
                  </a:lnTo>
                  <a:lnTo>
                    <a:pt x="1956" y="6420"/>
                  </a:lnTo>
                  <a:lnTo>
                    <a:pt x="1897" y="6400"/>
                  </a:lnTo>
                  <a:lnTo>
                    <a:pt x="1917" y="6380"/>
                  </a:lnTo>
                  <a:lnTo>
                    <a:pt x="1937" y="6341"/>
                  </a:lnTo>
                  <a:lnTo>
                    <a:pt x="1976" y="6262"/>
                  </a:lnTo>
                  <a:lnTo>
                    <a:pt x="2016" y="6262"/>
                  </a:lnTo>
                  <a:lnTo>
                    <a:pt x="2055" y="6222"/>
                  </a:lnTo>
                  <a:lnTo>
                    <a:pt x="2095" y="6203"/>
                  </a:lnTo>
                  <a:lnTo>
                    <a:pt x="2114" y="6222"/>
                  </a:lnTo>
                  <a:lnTo>
                    <a:pt x="2114" y="6242"/>
                  </a:lnTo>
                  <a:lnTo>
                    <a:pt x="2075" y="6282"/>
                  </a:lnTo>
                  <a:lnTo>
                    <a:pt x="2055" y="6301"/>
                  </a:lnTo>
                  <a:lnTo>
                    <a:pt x="2055" y="6321"/>
                  </a:lnTo>
                  <a:lnTo>
                    <a:pt x="2134" y="6262"/>
                  </a:lnTo>
                  <a:lnTo>
                    <a:pt x="2213" y="6163"/>
                  </a:lnTo>
                  <a:lnTo>
                    <a:pt x="2253" y="6183"/>
                  </a:lnTo>
                  <a:lnTo>
                    <a:pt x="2272" y="6222"/>
                  </a:lnTo>
                  <a:lnTo>
                    <a:pt x="2213" y="6222"/>
                  </a:lnTo>
                  <a:lnTo>
                    <a:pt x="2253" y="6262"/>
                  </a:lnTo>
                  <a:lnTo>
                    <a:pt x="2272" y="6262"/>
                  </a:lnTo>
                  <a:lnTo>
                    <a:pt x="2312" y="6242"/>
                  </a:lnTo>
                  <a:lnTo>
                    <a:pt x="2351" y="6203"/>
                  </a:lnTo>
                  <a:lnTo>
                    <a:pt x="2411" y="6203"/>
                  </a:lnTo>
                  <a:lnTo>
                    <a:pt x="2391" y="6143"/>
                  </a:lnTo>
                  <a:lnTo>
                    <a:pt x="2351" y="6143"/>
                  </a:lnTo>
                  <a:lnTo>
                    <a:pt x="2371" y="6124"/>
                  </a:lnTo>
                  <a:lnTo>
                    <a:pt x="2391" y="6084"/>
                  </a:lnTo>
                  <a:lnTo>
                    <a:pt x="2351" y="6045"/>
                  </a:lnTo>
                  <a:lnTo>
                    <a:pt x="2332" y="5985"/>
                  </a:lnTo>
                  <a:lnTo>
                    <a:pt x="2332" y="5946"/>
                  </a:lnTo>
                  <a:lnTo>
                    <a:pt x="2351" y="5926"/>
                  </a:lnTo>
                  <a:lnTo>
                    <a:pt x="2312" y="5946"/>
                  </a:lnTo>
                  <a:lnTo>
                    <a:pt x="2292" y="5946"/>
                  </a:lnTo>
                  <a:lnTo>
                    <a:pt x="2253" y="5926"/>
                  </a:lnTo>
                  <a:lnTo>
                    <a:pt x="2253" y="5887"/>
                  </a:lnTo>
                  <a:lnTo>
                    <a:pt x="2272" y="5867"/>
                  </a:lnTo>
                  <a:lnTo>
                    <a:pt x="2332" y="5827"/>
                  </a:lnTo>
                  <a:lnTo>
                    <a:pt x="2292" y="5808"/>
                  </a:lnTo>
                  <a:lnTo>
                    <a:pt x="2272" y="5788"/>
                  </a:lnTo>
                  <a:lnTo>
                    <a:pt x="2272" y="5748"/>
                  </a:lnTo>
                  <a:lnTo>
                    <a:pt x="2233" y="5729"/>
                  </a:lnTo>
                  <a:lnTo>
                    <a:pt x="2174" y="5748"/>
                  </a:lnTo>
                  <a:lnTo>
                    <a:pt x="2134" y="5768"/>
                  </a:lnTo>
                  <a:lnTo>
                    <a:pt x="2075" y="5748"/>
                  </a:lnTo>
                  <a:lnTo>
                    <a:pt x="2035" y="5729"/>
                  </a:lnTo>
                  <a:lnTo>
                    <a:pt x="2016" y="5689"/>
                  </a:lnTo>
                  <a:lnTo>
                    <a:pt x="2035" y="5650"/>
                  </a:lnTo>
                  <a:lnTo>
                    <a:pt x="2016" y="5630"/>
                  </a:lnTo>
                  <a:lnTo>
                    <a:pt x="2055" y="5610"/>
                  </a:lnTo>
                  <a:lnTo>
                    <a:pt x="2075" y="5630"/>
                  </a:lnTo>
                  <a:lnTo>
                    <a:pt x="2095" y="5669"/>
                  </a:lnTo>
                  <a:lnTo>
                    <a:pt x="2114" y="5689"/>
                  </a:lnTo>
                  <a:lnTo>
                    <a:pt x="2035" y="5551"/>
                  </a:lnTo>
                  <a:lnTo>
                    <a:pt x="2075" y="5531"/>
                  </a:lnTo>
                  <a:lnTo>
                    <a:pt x="2114" y="5531"/>
                  </a:lnTo>
                  <a:lnTo>
                    <a:pt x="2134" y="5571"/>
                  </a:lnTo>
                  <a:lnTo>
                    <a:pt x="2134" y="5610"/>
                  </a:lnTo>
                  <a:lnTo>
                    <a:pt x="2154" y="5551"/>
                  </a:lnTo>
                  <a:lnTo>
                    <a:pt x="2134" y="5511"/>
                  </a:lnTo>
                  <a:lnTo>
                    <a:pt x="2095" y="5472"/>
                  </a:lnTo>
                  <a:lnTo>
                    <a:pt x="2035" y="5452"/>
                  </a:lnTo>
                  <a:lnTo>
                    <a:pt x="2055" y="5413"/>
                  </a:lnTo>
                  <a:lnTo>
                    <a:pt x="2055" y="5353"/>
                  </a:lnTo>
                  <a:lnTo>
                    <a:pt x="2114" y="5373"/>
                  </a:lnTo>
                  <a:lnTo>
                    <a:pt x="2174" y="5373"/>
                  </a:lnTo>
                  <a:lnTo>
                    <a:pt x="2233" y="5393"/>
                  </a:lnTo>
                  <a:lnTo>
                    <a:pt x="2272" y="5413"/>
                  </a:lnTo>
                  <a:lnTo>
                    <a:pt x="2253" y="5452"/>
                  </a:lnTo>
                  <a:lnTo>
                    <a:pt x="2154" y="5452"/>
                  </a:lnTo>
                  <a:lnTo>
                    <a:pt x="2154" y="5472"/>
                  </a:lnTo>
                  <a:lnTo>
                    <a:pt x="2233" y="5472"/>
                  </a:lnTo>
                  <a:lnTo>
                    <a:pt x="2213" y="5511"/>
                  </a:lnTo>
                  <a:lnTo>
                    <a:pt x="2233" y="5531"/>
                  </a:lnTo>
                  <a:lnTo>
                    <a:pt x="2253" y="5571"/>
                  </a:lnTo>
                  <a:lnTo>
                    <a:pt x="2233" y="5571"/>
                  </a:lnTo>
                  <a:lnTo>
                    <a:pt x="2213" y="5551"/>
                  </a:lnTo>
                  <a:lnTo>
                    <a:pt x="2233" y="5650"/>
                  </a:lnTo>
                  <a:lnTo>
                    <a:pt x="2253" y="5689"/>
                  </a:lnTo>
                  <a:lnTo>
                    <a:pt x="2292" y="5709"/>
                  </a:lnTo>
                  <a:lnTo>
                    <a:pt x="2312" y="5669"/>
                  </a:lnTo>
                  <a:lnTo>
                    <a:pt x="2312" y="5650"/>
                  </a:lnTo>
                  <a:lnTo>
                    <a:pt x="2292" y="5571"/>
                  </a:lnTo>
                  <a:lnTo>
                    <a:pt x="2292" y="5492"/>
                  </a:lnTo>
                  <a:lnTo>
                    <a:pt x="2292" y="5472"/>
                  </a:lnTo>
                  <a:lnTo>
                    <a:pt x="2332" y="5452"/>
                  </a:lnTo>
                  <a:lnTo>
                    <a:pt x="2193" y="5294"/>
                  </a:lnTo>
                  <a:lnTo>
                    <a:pt x="2134" y="5333"/>
                  </a:lnTo>
                  <a:lnTo>
                    <a:pt x="2095" y="5333"/>
                  </a:lnTo>
                  <a:lnTo>
                    <a:pt x="2055" y="5314"/>
                  </a:lnTo>
                  <a:lnTo>
                    <a:pt x="2114" y="5294"/>
                  </a:lnTo>
                  <a:lnTo>
                    <a:pt x="2154" y="5254"/>
                  </a:lnTo>
                  <a:lnTo>
                    <a:pt x="2174" y="5215"/>
                  </a:lnTo>
                  <a:lnTo>
                    <a:pt x="2174" y="5175"/>
                  </a:lnTo>
                  <a:lnTo>
                    <a:pt x="2134" y="5175"/>
                  </a:lnTo>
                  <a:lnTo>
                    <a:pt x="2095" y="5136"/>
                  </a:lnTo>
                  <a:lnTo>
                    <a:pt x="2055" y="5116"/>
                  </a:lnTo>
                  <a:lnTo>
                    <a:pt x="1996" y="5116"/>
                  </a:lnTo>
                  <a:lnTo>
                    <a:pt x="2016" y="5136"/>
                  </a:lnTo>
                  <a:lnTo>
                    <a:pt x="2016" y="5156"/>
                  </a:lnTo>
                  <a:lnTo>
                    <a:pt x="1976" y="5175"/>
                  </a:lnTo>
                  <a:lnTo>
                    <a:pt x="1956" y="5136"/>
                  </a:lnTo>
                  <a:lnTo>
                    <a:pt x="1917" y="5136"/>
                  </a:lnTo>
                  <a:lnTo>
                    <a:pt x="1877" y="5156"/>
                  </a:lnTo>
                  <a:lnTo>
                    <a:pt x="1877" y="5136"/>
                  </a:lnTo>
                  <a:lnTo>
                    <a:pt x="1877" y="5077"/>
                  </a:lnTo>
                  <a:lnTo>
                    <a:pt x="1937" y="5077"/>
                  </a:lnTo>
                  <a:lnTo>
                    <a:pt x="1956" y="5017"/>
                  </a:lnTo>
                  <a:lnTo>
                    <a:pt x="2055" y="5057"/>
                  </a:lnTo>
                  <a:lnTo>
                    <a:pt x="2068" y="5065"/>
                  </a:lnTo>
                  <a:lnTo>
                    <a:pt x="1976" y="4919"/>
                  </a:lnTo>
                  <a:lnTo>
                    <a:pt x="1917" y="4859"/>
                  </a:lnTo>
                  <a:lnTo>
                    <a:pt x="1877" y="4780"/>
                  </a:lnTo>
                  <a:lnTo>
                    <a:pt x="1917" y="4780"/>
                  </a:lnTo>
                  <a:lnTo>
                    <a:pt x="1956" y="4800"/>
                  </a:lnTo>
                  <a:lnTo>
                    <a:pt x="2016" y="4859"/>
                  </a:lnTo>
                  <a:lnTo>
                    <a:pt x="2075" y="4899"/>
                  </a:lnTo>
                  <a:lnTo>
                    <a:pt x="2174" y="4899"/>
                  </a:lnTo>
                  <a:lnTo>
                    <a:pt x="2154" y="4859"/>
                  </a:lnTo>
                  <a:lnTo>
                    <a:pt x="2114" y="4840"/>
                  </a:lnTo>
                  <a:lnTo>
                    <a:pt x="2095" y="4840"/>
                  </a:lnTo>
                  <a:lnTo>
                    <a:pt x="2075" y="4800"/>
                  </a:lnTo>
                  <a:lnTo>
                    <a:pt x="2095" y="4780"/>
                  </a:lnTo>
                  <a:lnTo>
                    <a:pt x="2114" y="4761"/>
                  </a:lnTo>
                  <a:lnTo>
                    <a:pt x="2114" y="4721"/>
                  </a:lnTo>
                  <a:lnTo>
                    <a:pt x="2075" y="4662"/>
                  </a:lnTo>
                  <a:lnTo>
                    <a:pt x="2055" y="4603"/>
                  </a:lnTo>
                  <a:lnTo>
                    <a:pt x="2016" y="4642"/>
                  </a:lnTo>
                  <a:lnTo>
                    <a:pt x="1996" y="4622"/>
                  </a:lnTo>
                  <a:lnTo>
                    <a:pt x="1996" y="4583"/>
                  </a:lnTo>
                  <a:lnTo>
                    <a:pt x="2016" y="4524"/>
                  </a:lnTo>
                  <a:lnTo>
                    <a:pt x="2035" y="4524"/>
                  </a:lnTo>
                  <a:lnTo>
                    <a:pt x="1996" y="4504"/>
                  </a:lnTo>
                  <a:lnTo>
                    <a:pt x="2016" y="4484"/>
                  </a:lnTo>
                  <a:lnTo>
                    <a:pt x="1996" y="4464"/>
                  </a:lnTo>
                  <a:lnTo>
                    <a:pt x="1976" y="4405"/>
                  </a:lnTo>
                  <a:lnTo>
                    <a:pt x="1976" y="4346"/>
                  </a:lnTo>
                  <a:lnTo>
                    <a:pt x="1956" y="4306"/>
                  </a:lnTo>
                  <a:lnTo>
                    <a:pt x="1937" y="4306"/>
                  </a:lnTo>
                  <a:lnTo>
                    <a:pt x="1937" y="4346"/>
                  </a:lnTo>
                  <a:lnTo>
                    <a:pt x="1956" y="4366"/>
                  </a:lnTo>
                  <a:lnTo>
                    <a:pt x="1956" y="4405"/>
                  </a:lnTo>
                  <a:lnTo>
                    <a:pt x="1937" y="4445"/>
                  </a:lnTo>
                  <a:lnTo>
                    <a:pt x="1897" y="4464"/>
                  </a:lnTo>
                  <a:lnTo>
                    <a:pt x="1877" y="4445"/>
                  </a:lnTo>
                  <a:lnTo>
                    <a:pt x="1858" y="4385"/>
                  </a:lnTo>
                  <a:lnTo>
                    <a:pt x="1818" y="4346"/>
                  </a:lnTo>
                  <a:lnTo>
                    <a:pt x="1779" y="4287"/>
                  </a:lnTo>
                  <a:lnTo>
                    <a:pt x="1759" y="4227"/>
                  </a:lnTo>
                  <a:lnTo>
                    <a:pt x="1739" y="4247"/>
                  </a:lnTo>
                  <a:lnTo>
                    <a:pt x="1719" y="4227"/>
                  </a:lnTo>
                  <a:lnTo>
                    <a:pt x="1700" y="4208"/>
                  </a:lnTo>
                  <a:lnTo>
                    <a:pt x="1700" y="4148"/>
                  </a:lnTo>
                  <a:lnTo>
                    <a:pt x="1719" y="4109"/>
                  </a:lnTo>
                  <a:lnTo>
                    <a:pt x="1739" y="4109"/>
                  </a:lnTo>
                  <a:lnTo>
                    <a:pt x="1779" y="4129"/>
                  </a:lnTo>
                  <a:lnTo>
                    <a:pt x="1818" y="4148"/>
                  </a:lnTo>
                  <a:lnTo>
                    <a:pt x="1838" y="4129"/>
                  </a:lnTo>
                  <a:lnTo>
                    <a:pt x="1877" y="4168"/>
                  </a:lnTo>
                  <a:lnTo>
                    <a:pt x="1877" y="4188"/>
                  </a:lnTo>
                  <a:lnTo>
                    <a:pt x="1897" y="4208"/>
                  </a:lnTo>
                  <a:lnTo>
                    <a:pt x="1937" y="4227"/>
                  </a:lnTo>
                  <a:lnTo>
                    <a:pt x="2035" y="4168"/>
                  </a:lnTo>
                  <a:lnTo>
                    <a:pt x="1996" y="4129"/>
                  </a:lnTo>
                  <a:lnTo>
                    <a:pt x="2016" y="4089"/>
                  </a:lnTo>
                  <a:lnTo>
                    <a:pt x="2035" y="4069"/>
                  </a:lnTo>
                  <a:lnTo>
                    <a:pt x="2035" y="4030"/>
                  </a:lnTo>
                  <a:lnTo>
                    <a:pt x="1996" y="4069"/>
                  </a:lnTo>
                  <a:lnTo>
                    <a:pt x="1956" y="4069"/>
                  </a:lnTo>
                  <a:lnTo>
                    <a:pt x="1956" y="4050"/>
                  </a:lnTo>
                  <a:lnTo>
                    <a:pt x="1976" y="4030"/>
                  </a:lnTo>
                  <a:lnTo>
                    <a:pt x="1858" y="4050"/>
                  </a:lnTo>
                  <a:lnTo>
                    <a:pt x="1877" y="4089"/>
                  </a:lnTo>
                  <a:lnTo>
                    <a:pt x="1897" y="4109"/>
                  </a:lnTo>
                  <a:lnTo>
                    <a:pt x="1917" y="4148"/>
                  </a:lnTo>
                  <a:lnTo>
                    <a:pt x="1897" y="4168"/>
                  </a:lnTo>
                  <a:lnTo>
                    <a:pt x="1858" y="4129"/>
                  </a:lnTo>
                  <a:lnTo>
                    <a:pt x="1798" y="4109"/>
                  </a:lnTo>
                  <a:lnTo>
                    <a:pt x="1759" y="4069"/>
                  </a:lnTo>
                  <a:lnTo>
                    <a:pt x="1739" y="4010"/>
                  </a:lnTo>
                  <a:lnTo>
                    <a:pt x="1759" y="4010"/>
                  </a:lnTo>
                  <a:lnTo>
                    <a:pt x="1779" y="4030"/>
                  </a:lnTo>
                  <a:lnTo>
                    <a:pt x="1798" y="4050"/>
                  </a:lnTo>
                  <a:lnTo>
                    <a:pt x="1798" y="4010"/>
                  </a:lnTo>
                  <a:lnTo>
                    <a:pt x="1779" y="3990"/>
                  </a:lnTo>
                  <a:lnTo>
                    <a:pt x="1759" y="3951"/>
                  </a:lnTo>
                  <a:lnTo>
                    <a:pt x="1759" y="3911"/>
                  </a:lnTo>
                  <a:lnTo>
                    <a:pt x="1818" y="3951"/>
                  </a:lnTo>
                  <a:lnTo>
                    <a:pt x="1858" y="3971"/>
                  </a:lnTo>
                  <a:lnTo>
                    <a:pt x="1897" y="3951"/>
                  </a:lnTo>
                  <a:lnTo>
                    <a:pt x="1798" y="3931"/>
                  </a:lnTo>
                  <a:lnTo>
                    <a:pt x="1838" y="3892"/>
                  </a:lnTo>
                  <a:lnTo>
                    <a:pt x="1858" y="3892"/>
                  </a:lnTo>
                  <a:lnTo>
                    <a:pt x="1838" y="3872"/>
                  </a:lnTo>
                  <a:lnTo>
                    <a:pt x="1779" y="3872"/>
                  </a:lnTo>
                  <a:lnTo>
                    <a:pt x="1779" y="3852"/>
                  </a:lnTo>
                  <a:lnTo>
                    <a:pt x="1798" y="3832"/>
                  </a:lnTo>
                  <a:lnTo>
                    <a:pt x="1838" y="3813"/>
                  </a:lnTo>
                  <a:lnTo>
                    <a:pt x="1818" y="3793"/>
                  </a:lnTo>
                  <a:lnTo>
                    <a:pt x="1818" y="3773"/>
                  </a:lnTo>
                  <a:lnTo>
                    <a:pt x="1779" y="3753"/>
                  </a:lnTo>
                  <a:lnTo>
                    <a:pt x="1759" y="3734"/>
                  </a:lnTo>
                  <a:lnTo>
                    <a:pt x="1739" y="3773"/>
                  </a:lnTo>
                  <a:lnTo>
                    <a:pt x="1640" y="3773"/>
                  </a:lnTo>
                  <a:lnTo>
                    <a:pt x="1601" y="3753"/>
                  </a:lnTo>
                  <a:lnTo>
                    <a:pt x="1601" y="3694"/>
                  </a:lnTo>
                  <a:lnTo>
                    <a:pt x="1581" y="3635"/>
                  </a:lnTo>
                  <a:lnTo>
                    <a:pt x="1601" y="3595"/>
                  </a:lnTo>
                  <a:lnTo>
                    <a:pt x="1640" y="3536"/>
                  </a:lnTo>
                  <a:lnTo>
                    <a:pt x="1581" y="3516"/>
                  </a:lnTo>
                  <a:lnTo>
                    <a:pt x="1621" y="3516"/>
                  </a:lnTo>
                  <a:lnTo>
                    <a:pt x="1621" y="3477"/>
                  </a:lnTo>
                  <a:lnTo>
                    <a:pt x="1621" y="3437"/>
                  </a:lnTo>
                  <a:lnTo>
                    <a:pt x="1660" y="3437"/>
                  </a:lnTo>
                  <a:lnTo>
                    <a:pt x="1660" y="3477"/>
                  </a:lnTo>
                  <a:lnTo>
                    <a:pt x="1700" y="3516"/>
                  </a:lnTo>
                  <a:lnTo>
                    <a:pt x="1719" y="3536"/>
                  </a:lnTo>
                  <a:lnTo>
                    <a:pt x="1759" y="3536"/>
                  </a:lnTo>
                  <a:lnTo>
                    <a:pt x="1779" y="3516"/>
                  </a:lnTo>
                  <a:lnTo>
                    <a:pt x="1798" y="3497"/>
                  </a:lnTo>
                  <a:lnTo>
                    <a:pt x="1858" y="3516"/>
                  </a:lnTo>
                  <a:lnTo>
                    <a:pt x="1858" y="3516"/>
                  </a:lnTo>
                  <a:lnTo>
                    <a:pt x="1838" y="3497"/>
                  </a:lnTo>
                  <a:lnTo>
                    <a:pt x="1798" y="3477"/>
                  </a:lnTo>
                  <a:lnTo>
                    <a:pt x="1739" y="3497"/>
                  </a:lnTo>
                  <a:lnTo>
                    <a:pt x="1700" y="3477"/>
                  </a:lnTo>
                  <a:lnTo>
                    <a:pt x="1719" y="3457"/>
                  </a:lnTo>
                  <a:lnTo>
                    <a:pt x="1719" y="3437"/>
                  </a:lnTo>
                  <a:lnTo>
                    <a:pt x="1739" y="3418"/>
                  </a:lnTo>
                  <a:lnTo>
                    <a:pt x="1779" y="3418"/>
                  </a:lnTo>
                  <a:lnTo>
                    <a:pt x="1759" y="3378"/>
                  </a:lnTo>
                  <a:lnTo>
                    <a:pt x="1739" y="3358"/>
                  </a:lnTo>
                  <a:lnTo>
                    <a:pt x="1700" y="3339"/>
                  </a:lnTo>
                  <a:lnTo>
                    <a:pt x="1700" y="3319"/>
                  </a:lnTo>
                  <a:lnTo>
                    <a:pt x="1818" y="3319"/>
                  </a:lnTo>
                  <a:lnTo>
                    <a:pt x="1818" y="3299"/>
                  </a:lnTo>
                  <a:lnTo>
                    <a:pt x="1818" y="3279"/>
                  </a:lnTo>
                  <a:lnTo>
                    <a:pt x="1838" y="3260"/>
                  </a:lnTo>
                  <a:lnTo>
                    <a:pt x="1779" y="3260"/>
                  </a:lnTo>
                  <a:lnTo>
                    <a:pt x="1779" y="3279"/>
                  </a:lnTo>
                  <a:lnTo>
                    <a:pt x="1759" y="3260"/>
                  </a:lnTo>
                  <a:lnTo>
                    <a:pt x="1739" y="3240"/>
                  </a:lnTo>
                  <a:lnTo>
                    <a:pt x="1739" y="3200"/>
                  </a:lnTo>
                  <a:lnTo>
                    <a:pt x="1719" y="3181"/>
                  </a:lnTo>
                  <a:lnTo>
                    <a:pt x="1739" y="3161"/>
                  </a:lnTo>
                  <a:lnTo>
                    <a:pt x="1739" y="3121"/>
                  </a:lnTo>
                  <a:lnTo>
                    <a:pt x="1739" y="3082"/>
                  </a:lnTo>
                  <a:lnTo>
                    <a:pt x="1739" y="3042"/>
                  </a:lnTo>
                  <a:lnTo>
                    <a:pt x="1700" y="3062"/>
                  </a:lnTo>
                  <a:lnTo>
                    <a:pt x="1680" y="3062"/>
                  </a:lnTo>
                  <a:lnTo>
                    <a:pt x="1680" y="3082"/>
                  </a:lnTo>
                  <a:lnTo>
                    <a:pt x="1700" y="3102"/>
                  </a:lnTo>
                  <a:lnTo>
                    <a:pt x="1719" y="3121"/>
                  </a:lnTo>
                  <a:lnTo>
                    <a:pt x="1719" y="3141"/>
                  </a:lnTo>
                  <a:lnTo>
                    <a:pt x="1680" y="3161"/>
                  </a:lnTo>
                  <a:lnTo>
                    <a:pt x="1640" y="3102"/>
                  </a:lnTo>
                  <a:lnTo>
                    <a:pt x="1621" y="3022"/>
                  </a:lnTo>
                  <a:lnTo>
                    <a:pt x="1601" y="2924"/>
                  </a:lnTo>
                  <a:lnTo>
                    <a:pt x="1561" y="2864"/>
                  </a:lnTo>
                  <a:lnTo>
                    <a:pt x="1581" y="2825"/>
                  </a:lnTo>
                  <a:lnTo>
                    <a:pt x="1700" y="2825"/>
                  </a:lnTo>
                  <a:lnTo>
                    <a:pt x="1700" y="2864"/>
                  </a:lnTo>
                  <a:lnTo>
                    <a:pt x="1700" y="2904"/>
                  </a:lnTo>
                  <a:lnTo>
                    <a:pt x="1700" y="2943"/>
                  </a:lnTo>
                  <a:lnTo>
                    <a:pt x="1719" y="2983"/>
                  </a:lnTo>
                  <a:lnTo>
                    <a:pt x="1719" y="2924"/>
                  </a:lnTo>
                  <a:lnTo>
                    <a:pt x="1719" y="2864"/>
                  </a:lnTo>
                  <a:lnTo>
                    <a:pt x="1700" y="2785"/>
                  </a:lnTo>
                  <a:lnTo>
                    <a:pt x="1640" y="2746"/>
                  </a:lnTo>
                  <a:lnTo>
                    <a:pt x="1660" y="2706"/>
                  </a:lnTo>
                  <a:lnTo>
                    <a:pt x="1680" y="2687"/>
                  </a:lnTo>
                  <a:lnTo>
                    <a:pt x="1719" y="2647"/>
                  </a:lnTo>
                  <a:lnTo>
                    <a:pt x="1779" y="2608"/>
                  </a:lnTo>
                  <a:lnTo>
                    <a:pt x="1779" y="2568"/>
                  </a:lnTo>
                  <a:lnTo>
                    <a:pt x="1779" y="2548"/>
                  </a:lnTo>
                  <a:lnTo>
                    <a:pt x="1719" y="2568"/>
                  </a:lnTo>
                  <a:lnTo>
                    <a:pt x="1680" y="2588"/>
                  </a:lnTo>
                  <a:lnTo>
                    <a:pt x="1660" y="2568"/>
                  </a:lnTo>
                  <a:lnTo>
                    <a:pt x="1660" y="2548"/>
                  </a:lnTo>
                  <a:lnTo>
                    <a:pt x="1680" y="2509"/>
                  </a:lnTo>
                  <a:lnTo>
                    <a:pt x="1640" y="2509"/>
                  </a:lnTo>
                  <a:lnTo>
                    <a:pt x="1640" y="2529"/>
                  </a:lnTo>
                  <a:lnTo>
                    <a:pt x="1621" y="2529"/>
                  </a:lnTo>
                  <a:lnTo>
                    <a:pt x="1601" y="2509"/>
                  </a:lnTo>
                  <a:lnTo>
                    <a:pt x="1601" y="2489"/>
                  </a:lnTo>
                  <a:lnTo>
                    <a:pt x="1621" y="2469"/>
                  </a:lnTo>
                  <a:lnTo>
                    <a:pt x="1660" y="2469"/>
                  </a:lnTo>
                  <a:lnTo>
                    <a:pt x="1640" y="2450"/>
                  </a:lnTo>
                  <a:lnTo>
                    <a:pt x="1640" y="2430"/>
                  </a:lnTo>
                  <a:lnTo>
                    <a:pt x="1680" y="2390"/>
                  </a:lnTo>
                  <a:lnTo>
                    <a:pt x="1719" y="2371"/>
                  </a:lnTo>
                  <a:lnTo>
                    <a:pt x="1700" y="2351"/>
                  </a:lnTo>
                  <a:lnTo>
                    <a:pt x="1680" y="2331"/>
                  </a:lnTo>
                  <a:lnTo>
                    <a:pt x="1660" y="2331"/>
                  </a:lnTo>
                  <a:lnTo>
                    <a:pt x="1660" y="2351"/>
                  </a:lnTo>
                  <a:lnTo>
                    <a:pt x="1660" y="2371"/>
                  </a:lnTo>
                  <a:lnTo>
                    <a:pt x="1621" y="2371"/>
                  </a:lnTo>
                  <a:lnTo>
                    <a:pt x="1581" y="2351"/>
                  </a:lnTo>
                  <a:lnTo>
                    <a:pt x="1522" y="2311"/>
                  </a:lnTo>
                  <a:lnTo>
                    <a:pt x="1542" y="2311"/>
                  </a:lnTo>
                  <a:lnTo>
                    <a:pt x="1542" y="2292"/>
                  </a:lnTo>
                  <a:lnTo>
                    <a:pt x="1542" y="2252"/>
                  </a:lnTo>
                  <a:lnTo>
                    <a:pt x="1581" y="2252"/>
                  </a:lnTo>
                  <a:lnTo>
                    <a:pt x="1581" y="2272"/>
                  </a:lnTo>
                  <a:lnTo>
                    <a:pt x="1601" y="2311"/>
                  </a:lnTo>
                  <a:lnTo>
                    <a:pt x="1621" y="2311"/>
                  </a:lnTo>
                  <a:lnTo>
                    <a:pt x="1621" y="2252"/>
                  </a:lnTo>
                  <a:lnTo>
                    <a:pt x="1601" y="2272"/>
                  </a:lnTo>
                  <a:lnTo>
                    <a:pt x="1542" y="2193"/>
                  </a:lnTo>
                  <a:lnTo>
                    <a:pt x="1542" y="2213"/>
                  </a:lnTo>
                  <a:lnTo>
                    <a:pt x="1502" y="2232"/>
                  </a:lnTo>
                  <a:lnTo>
                    <a:pt x="1463" y="2213"/>
                  </a:lnTo>
                  <a:lnTo>
                    <a:pt x="1443" y="2193"/>
                  </a:lnTo>
                  <a:lnTo>
                    <a:pt x="1463" y="2114"/>
                  </a:lnTo>
                  <a:lnTo>
                    <a:pt x="1502" y="2094"/>
                  </a:lnTo>
                  <a:lnTo>
                    <a:pt x="1542" y="2094"/>
                  </a:lnTo>
                  <a:lnTo>
                    <a:pt x="1502" y="2074"/>
                  </a:lnTo>
                  <a:lnTo>
                    <a:pt x="1463" y="2055"/>
                  </a:lnTo>
                  <a:lnTo>
                    <a:pt x="1443" y="1976"/>
                  </a:lnTo>
                  <a:lnTo>
                    <a:pt x="1423" y="1995"/>
                  </a:lnTo>
                  <a:lnTo>
                    <a:pt x="1403" y="1995"/>
                  </a:lnTo>
                  <a:lnTo>
                    <a:pt x="1344" y="1976"/>
                  </a:lnTo>
                  <a:lnTo>
                    <a:pt x="1423" y="1877"/>
                  </a:lnTo>
                  <a:lnTo>
                    <a:pt x="1443" y="1916"/>
                  </a:lnTo>
                  <a:lnTo>
                    <a:pt x="1463" y="1916"/>
                  </a:lnTo>
                  <a:lnTo>
                    <a:pt x="1502" y="1877"/>
                  </a:lnTo>
                  <a:lnTo>
                    <a:pt x="1542" y="1877"/>
                  </a:lnTo>
                  <a:lnTo>
                    <a:pt x="1581" y="1897"/>
                  </a:lnTo>
                  <a:lnTo>
                    <a:pt x="1601" y="1936"/>
                  </a:lnTo>
                  <a:lnTo>
                    <a:pt x="1581" y="1995"/>
                  </a:lnTo>
                  <a:lnTo>
                    <a:pt x="1621" y="1956"/>
                  </a:lnTo>
                  <a:lnTo>
                    <a:pt x="1621" y="1936"/>
                  </a:lnTo>
                  <a:lnTo>
                    <a:pt x="1621" y="1916"/>
                  </a:lnTo>
                  <a:lnTo>
                    <a:pt x="1601" y="1897"/>
                  </a:lnTo>
                  <a:lnTo>
                    <a:pt x="1561" y="1857"/>
                  </a:lnTo>
                  <a:lnTo>
                    <a:pt x="1542" y="1837"/>
                  </a:lnTo>
                  <a:lnTo>
                    <a:pt x="1561" y="1798"/>
                  </a:lnTo>
                  <a:lnTo>
                    <a:pt x="1601" y="1798"/>
                  </a:lnTo>
                  <a:lnTo>
                    <a:pt x="1621" y="1818"/>
                  </a:lnTo>
                  <a:lnTo>
                    <a:pt x="1601" y="1778"/>
                  </a:lnTo>
                  <a:lnTo>
                    <a:pt x="1581" y="1739"/>
                  </a:lnTo>
                  <a:lnTo>
                    <a:pt x="1601" y="1719"/>
                  </a:lnTo>
                  <a:lnTo>
                    <a:pt x="1542" y="1739"/>
                  </a:lnTo>
                  <a:lnTo>
                    <a:pt x="1502" y="1739"/>
                  </a:lnTo>
                  <a:lnTo>
                    <a:pt x="1463" y="1719"/>
                  </a:lnTo>
                  <a:lnTo>
                    <a:pt x="1542" y="1640"/>
                  </a:lnTo>
                  <a:lnTo>
                    <a:pt x="1542" y="1620"/>
                  </a:lnTo>
                  <a:lnTo>
                    <a:pt x="1542" y="1600"/>
                  </a:lnTo>
                  <a:lnTo>
                    <a:pt x="1443" y="1600"/>
                  </a:lnTo>
                  <a:lnTo>
                    <a:pt x="1403" y="1561"/>
                  </a:lnTo>
                  <a:lnTo>
                    <a:pt x="1344" y="1620"/>
                  </a:lnTo>
                  <a:lnTo>
                    <a:pt x="1305" y="1600"/>
                  </a:lnTo>
                  <a:lnTo>
                    <a:pt x="1305" y="1640"/>
                  </a:lnTo>
                  <a:lnTo>
                    <a:pt x="1265" y="1640"/>
                  </a:lnTo>
                  <a:lnTo>
                    <a:pt x="1245" y="1620"/>
                  </a:lnTo>
                  <a:lnTo>
                    <a:pt x="1226" y="1581"/>
                  </a:lnTo>
                  <a:lnTo>
                    <a:pt x="1206" y="1561"/>
                  </a:lnTo>
                  <a:lnTo>
                    <a:pt x="1245" y="1482"/>
                  </a:lnTo>
                  <a:lnTo>
                    <a:pt x="1305" y="1423"/>
                  </a:lnTo>
                  <a:lnTo>
                    <a:pt x="1384" y="1423"/>
                  </a:lnTo>
                  <a:lnTo>
                    <a:pt x="1463" y="1462"/>
                  </a:lnTo>
                  <a:lnTo>
                    <a:pt x="1542" y="1482"/>
                  </a:lnTo>
                  <a:lnTo>
                    <a:pt x="1640" y="1482"/>
                  </a:lnTo>
                  <a:lnTo>
                    <a:pt x="1601" y="1363"/>
                  </a:lnTo>
                  <a:lnTo>
                    <a:pt x="1581" y="1284"/>
                  </a:lnTo>
                  <a:lnTo>
                    <a:pt x="1601" y="1245"/>
                  </a:lnTo>
                  <a:lnTo>
                    <a:pt x="1561" y="1205"/>
                  </a:lnTo>
                  <a:lnTo>
                    <a:pt x="1522" y="1186"/>
                  </a:lnTo>
                  <a:lnTo>
                    <a:pt x="1384" y="1186"/>
                  </a:lnTo>
                  <a:lnTo>
                    <a:pt x="1384" y="1146"/>
                  </a:lnTo>
                  <a:lnTo>
                    <a:pt x="1403" y="1126"/>
                  </a:lnTo>
                  <a:lnTo>
                    <a:pt x="1443" y="1166"/>
                  </a:lnTo>
                  <a:lnTo>
                    <a:pt x="1384" y="1047"/>
                  </a:lnTo>
                  <a:lnTo>
                    <a:pt x="1364" y="988"/>
                  </a:lnTo>
                  <a:lnTo>
                    <a:pt x="1364" y="929"/>
                  </a:lnTo>
                  <a:lnTo>
                    <a:pt x="1324" y="889"/>
                  </a:lnTo>
                  <a:lnTo>
                    <a:pt x="1285" y="889"/>
                  </a:lnTo>
                  <a:lnTo>
                    <a:pt x="1186" y="909"/>
                  </a:lnTo>
                  <a:lnTo>
                    <a:pt x="1166" y="850"/>
                  </a:lnTo>
                  <a:lnTo>
                    <a:pt x="1107" y="850"/>
                  </a:lnTo>
                  <a:lnTo>
                    <a:pt x="1107" y="810"/>
                  </a:lnTo>
                  <a:lnTo>
                    <a:pt x="1107" y="751"/>
                  </a:lnTo>
                  <a:lnTo>
                    <a:pt x="1147" y="771"/>
                  </a:lnTo>
                  <a:lnTo>
                    <a:pt x="1166" y="771"/>
                  </a:lnTo>
                  <a:lnTo>
                    <a:pt x="1186" y="751"/>
                  </a:lnTo>
                  <a:lnTo>
                    <a:pt x="1186" y="712"/>
                  </a:lnTo>
                  <a:lnTo>
                    <a:pt x="1166" y="672"/>
                  </a:lnTo>
                  <a:lnTo>
                    <a:pt x="1147" y="652"/>
                  </a:lnTo>
                  <a:lnTo>
                    <a:pt x="1226" y="672"/>
                  </a:lnTo>
                  <a:lnTo>
                    <a:pt x="1245" y="692"/>
                  </a:lnTo>
                  <a:lnTo>
                    <a:pt x="1245" y="712"/>
                  </a:lnTo>
                  <a:lnTo>
                    <a:pt x="1206" y="731"/>
                  </a:lnTo>
                  <a:lnTo>
                    <a:pt x="1265" y="791"/>
                  </a:lnTo>
                  <a:lnTo>
                    <a:pt x="1245" y="731"/>
                  </a:lnTo>
                  <a:lnTo>
                    <a:pt x="1285" y="692"/>
                  </a:lnTo>
                  <a:lnTo>
                    <a:pt x="1324" y="672"/>
                  </a:lnTo>
                  <a:lnTo>
                    <a:pt x="1403" y="672"/>
                  </a:lnTo>
                  <a:lnTo>
                    <a:pt x="1384" y="652"/>
                  </a:lnTo>
                  <a:lnTo>
                    <a:pt x="1364" y="632"/>
                  </a:lnTo>
                  <a:lnTo>
                    <a:pt x="1324" y="652"/>
                  </a:lnTo>
                  <a:lnTo>
                    <a:pt x="1305" y="672"/>
                  </a:lnTo>
                  <a:lnTo>
                    <a:pt x="1285" y="652"/>
                  </a:lnTo>
                  <a:lnTo>
                    <a:pt x="1265" y="632"/>
                  </a:lnTo>
                  <a:lnTo>
                    <a:pt x="1324" y="593"/>
                  </a:lnTo>
                  <a:lnTo>
                    <a:pt x="1344" y="534"/>
                  </a:lnTo>
                  <a:lnTo>
                    <a:pt x="1344" y="455"/>
                  </a:lnTo>
                  <a:lnTo>
                    <a:pt x="1344" y="415"/>
                  </a:lnTo>
                  <a:lnTo>
                    <a:pt x="1344" y="376"/>
                  </a:lnTo>
                  <a:lnTo>
                    <a:pt x="1324" y="395"/>
                  </a:lnTo>
                  <a:lnTo>
                    <a:pt x="1305" y="395"/>
                  </a:lnTo>
                  <a:lnTo>
                    <a:pt x="1285" y="376"/>
                  </a:lnTo>
                  <a:lnTo>
                    <a:pt x="1245" y="356"/>
                  </a:lnTo>
                  <a:lnTo>
                    <a:pt x="1186" y="356"/>
                  </a:lnTo>
                  <a:lnTo>
                    <a:pt x="1147" y="336"/>
                  </a:lnTo>
                  <a:lnTo>
                    <a:pt x="1127" y="316"/>
                  </a:lnTo>
                  <a:lnTo>
                    <a:pt x="1127" y="277"/>
                  </a:lnTo>
                  <a:lnTo>
                    <a:pt x="1087" y="297"/>
                  </a:lnTo>
                  <a:lnTo>
                    <a:pt x="1068" y="336"/>
                  </a:lnTo>
                  <a:lnTo>
                    <a:pt x="1068" y="415"/>
                  </a:lnTo>
                  <a:lnTo>
                    <a:pt x="1008" y="415"/>
                  </a:lnTo>
                  <a:lnTo>
                    <a:pt x="969" y="435"/>
                  </a:lnTo>
                  <a:lnTo>
                    <a:pt x="890" y="376"/>
                  </a:lnTo>
                  <a:lnTo>
                    <a:pt x="811" y="316"/>
                  </a:lnTo>
                  <a:lnTo>
                    <a:pt x="870" y="316"/>
                  </a:lnTo>
                  <a:lnTo>
                    <a:pt x="771" y="218"/>
                  </a:lnTo>
                  <a:lnTo>
                    <a:pt x="850" y="178"/>
                  </a:lnTo>
                  <a:lnTo>
                    <a:pt x="910" y="198"/>
                  </a:lnTo>
                  <a:lnTo>
                    <a:pt x="910" y="119"/>
                  </a:lnTo>
                  <a:lnTo>
                    <a:pt x="890" y="60"/>
                  </a:lnTo>
                  <a:lnTo>
                    <a:pt x="890" y="40"/>
                  </a:lnTo>
                  <a:lnTo>
                    <a:pt x="949" y="20"/>
                  </a:lnTo>
                  <a:lnTo>
                    <a:pt x="92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8" name="Google Shape;8958;p34"/>
            <p:cNvSpPr/>
            <p:nvPr/>
          </p:nvSpPr>
          <p:spPr>
            <a:xfrm>
              <a:off x="4697795" y="-2082738"/>
              <a:ext cx="789" cy="752"/>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9" name="Google Shape;8959;p34"/>
            <p:cNvSpPr/>
            <p:nvPr/>
          </p:nvSpPr>
          <p:spPr>
            <a:xfrm>
              <a:off x="4509953" y="-1421173"/>
              <a:ext cx="679402" cy="664554"/>
            </a:xfrm>
            <a:custGeom>
              <a:rect b="b" l="l" r="r" t="t"/>
              <a:pathLst>
                <a:path extrusionOk="0" h="17679" w="18074">
                  <a:moveTo>
                    <a:pt x="3892" y="0"/>
                  </a:moveTo>
                  <a:lnTo>
                    <a:pt x="3832" y="40"/>
                  </a:lnTo>
                  <a:lnTo>
                    <a:pt x="3734" y="139"/>
                  </a:lnTo>
                  <a:lnTo>
                    <a:pt x="3635" y="277"/>
                  </a:lnTo>
                  <a:lnTo>
                    <a:pt x="3516" y="455"/>
                  </a:lnTo>
                  <a:lnTo>
                    <a:pt x="3240" y="948"/>
                  </a:lnTo>
                  <a:lnTo>
                    <a:pt x="2924" y="1580"/>
                  </a:lnTo>
                  <a:lnTo>
                    <a:pt x="2588" y="2311"/>
                  </a:lnTo>
                  <a:lnTo>
                    <a:pt x="2232" y="3141"/>
                  </a:lnTo>
                  <a:lnTo>
                    <a:pt x="1877" y="4010"/>
                  </a:lnTo>
                  <a:lnTo>
                    <a:pt x="1521" y="4938"/>
                  </a:lnTo>
                  <a:lnTo>
                    <a:pt x="1166" y="5847"/>
                  </a:lnTo>
                  <a:lnTo>
                    <a:pt x="850" y="6736"/>
                  </a:lnTo>
                  <a:lnTo>
                    <a:pt x="573" y="7565"/>
                  </a:lnTo>
                  <a:lnTo>
                    <a:pt x="336" y="8316"/>
                  </a:lnTo>
                  <a:lnTo>
                    <a:pt x="158" y="8968"/>
                  </a:lnTo>
                  <a:lnTo>
                    <a:pt x="40" y="9481"/>
                  </a:lnTo>
                  <a:lnTo>
                    <a:pt x="20" y="9679"/>
                  </a:lnTo>
                  <a:lnTo>
                    <a:pt x="0" y="9837"/>
                  </a:lnTo>
                  <a:lnTo>
                    <a:pt x="20" y="9936"/>
                  </a:lnTo>
                  <a:lnTo>
                    <a:pt x="40" y="9975"/>
                  </a:lnTo>
                  <a:lnTo>
                    <a:pt x="60" y="9995"/>
                  </a:lnTo>
                  <a:lnTo>
                    <a:pt x="2272" y="11318"/>
                  </a:lnTo>
                  <a:lnTo>
                    <a:pt x="6578" y="13945"/>
                  </a:lnTo>
                  <a:lnTo>
                    <a:pt x="12701" y="17678"/>
                  </a:lnTo>
                  <a:lnTo>
                    <a:pt x="18074" y="4148"/>
                  </a:lnTo>
                  <a:lnTo>
                    <a:pt x="15960" y="3477"/>
                  </a:lnTo>
                  <a:lnTo>
                    <a:pt x="11239" y="2035"/>
                  </a:lnTo>
                  <a:lnTo>
                    <a:pt x="8691" y="1264"/>
                  </a:lnTo>
                  <a:lnTo>
                    <a:pt x="6400" y="613"/>
                  </a:lnTo>
                  <a:lnTo>
                    <a:pt x="5472" y="356"/>
                  </a:lnTo>
                  <a:lnTo>
                    <a:pt x="4701" y="158"/>
                  </a:lnTo>
                  <a:lnTo>
                    <a:pt x="4168" y="40"/>
                  </a:lnTo>
                  <a:lnTo>
                    <a:pt x="401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0" name="Google Shape;8960;p34"/>
            <p:cNvSpPr/>
            <p:nvPr/>
          </p:nvSpPr>
          <p:spPr>
            <a:xfrm>
              <a:off x="4648062" y="-2474775"/>
              <a:ext cx="642263" cy="596967"/>
            </a:xfrm>
            <a:custGeom>
              <a:rect b="b" l="l" r="r" t="t"/>
              <a:pathLst>
                <a:path extrusionOk="0" h="15881" w="17086">
                  <a:moveTo>
                    <a:pt x="12345" y="0"/>
                  </a:moveTo>
                  <a:lnTo>
                    <a:pt x="0" y="4444"/>
                  </a:lnTo>
                  <a:lnTo>
                    <a:pt x="1699" y="15802"/>
                  </a:lnTo>
                  <a:lnTo>
                    <a:pt x="1778" y="15821"/>
                  </a:lnTo>
                  <a:lnTo>
                    <a:pt x="1936" y="15861"/>
                  </a:lnTo>
                  <a:lnTo>
                    <a:pt x="2173" y="15861"/>
                  </a:lnTo>
                  <a:lnTo>
                    <a:pt x="2469" y="15881"/>
                  </a:lnTo>
                  <a:lnTo>
                    <a:pt x="3259" y="15861"/>
                  </a:lnTo>
                  <a:lnTo>
                    <a:pt x="4267" y="15802"/>
                  </a:lnTo>
                  <a:lnTo>
                    <a:pt x="5452" y="15723"/>
                  </a:lnTo>
                  <a:lnTo>
                    <a:pt x="6736" y="15644"/>
                  </a:lnTo>
                  <a:lnTo>
                    <a:pt x="9541" y="15407"/>
                  </a:lnTo>
                  <a:lnTo>
                    <a:pt x="12326" y="15170"/>
                  </a:lnTo>
                  <a:lnTo>
                    <a:pt x="14735" y="14933"/>
                  </a:lnTo>
                  <a:lnTo>
                    <a:pt x="17086" y="14696"/>
                  </a:lnTo>
                  <a:lnTo>
                    <a:pt x="1234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61" name="Google Shape;8961;p34"/>
          <p:cNvGrpSpPr/>
          <p:nvPr/>
        </p:nvGrpSpPr>
        <p:grpSpPr>
          <a:xfrm flipH="1" rot="998323">
            <a:off x="-364210" y="1988007"/>
            <a:ext cx="1294642" cy="1350930"/>
            <a:chOff x="8465725" y="2863051"/>
            <a:chExt cx="1956212" cy="2041561"/>
          </a:xfrm>
        </p:grpSpPr>
        <p:sp>
          <p:nvSpPr>
            <p:cNvPr id="8962" name="Google Shape;8962;p34"/>
            <p:cNvSpPr/>
            <p:nvPr/>
          </p:nvSpPr>
          <p:spPr>
            <a:xfrm>
              <a:off x="8465725" y="2863051"/>
              <a:ext cx="489356" cy="498619"/>
            </a:xfrm>
            <a:custGeom>
              <a:rect b="b" l="l" r="r" t="t"/>
              <a:pathLst>
                <a:path extrusionOk="0" h="9581" w="9403">
                  <a:moveTo>
                    <a:pt x="4327" y="277"/>
                  </a:moveTo>
                  <a:lnTo>
                    <a:pt x="4623" y="297"/>
                  </a:lnTo>
                  <a:lnTo>
                    <a:pt x="4899" y="337"/>
                  </a:lnTo>
                  <a:lnTo>
                    <a:pt x="5196" y="396"/>
                  </a:lnTo>
                  <a:lnTo>
                    <a:pt x="5472" y="475"/>
                  </a:lnTo>
                  <a:lnTo>
                    <a:pt x="5749" y="554"/>
                  </a:lnTo>
                  <a:lnTo>
                    <a:pt x="6025" y="653"/>
                  </a:lnTo>
                  <a:lnTo>
                    <a:pt x="6282" y="771"/>
                  </a:lnTo>
                  <a:lnTo>
                    <a:pt x="6539" y="890"/>
                  </a:lnTo>
                  <a:lnTo>
                    <a:pt x="7033" y="1147"/>
                  </a:lnTo>
                  <a:lnTo>
                    <a:pt x="7467" y="1443"/>
                  </a:lnTo>
                  <a:lnTo>
                    <a:pt x="7842" y="1759"/>
                  </a:lnTo>
                  <a:lnTo>
                    <a:pt x="8178" y="2075"/>
                  </a:lnTo>
                  <a:lnTo>
                    <a:pt x="8317" y="2213"/>
                  </a:lnTo>
                  <a:lnTo>
                    <a:pt x="8435" y="2371"/>
                  </a:lnTo>
                  <a:lnTo>
                    <a:pt x="8613" y="2687"/>
                  </a:lnTo>
                  <a:lnTo>
                    <a:pt x="8791" y="3023"/>
                  </a:lnTo>
                  <a:lnTo>
                    <a:pt x="8909" y="3378"/>
                  </a:lnTo>
                  <a:lnTo>
                    <a:pt x="9008" y="3754"/>
                  </a:lnTo>
                  <a:lnTo>
                    <a:pt x="9067" y="4129"/>
                  </a:lnTo>
                  <a:lnTo>
                    <a:pt x="9107" y="4524"/>
                  </a:lnTo>
                  <a:lnTo>
                    <a:pt x="9107" y="4939"/>
                  </a:lnTo>
                  <a:lnTo>
                    <a:pt x="9087" y="5334"/>
                  </a:lnTo>
                  <a:lnTo>
                    <a:pt x="9028" y="5749"/>
                  </a:lnTo>
                  <a:lnTo>
                    <a:pt x="8929" y="6144"/>
                  </a:lnTo>
                  <a:lnTo>
                    <a:pt x="8810" y="6519"/>
                  </a:lnTo>
                  <a:lnTo>
                    <a:pt x="8652" y="6894"/>
                  </a:lnTo>
                  <a:lnTo>
                    <a:pt x="8475" y="7250"/>
                  </a:lnTo>
                  <a:lnTo>
                    <a:pt x="8257" y="7586"/>
                  </a:lnTo>
                  <a:lnTo>
                    <a:pt x="8020" y="7902"/>
                  </a:lnTo>
                  <a:lnTo>
                    <a:pt x="7763" y="8178"/>
                  </a:lnTo>
                  <a:lnTo>
                    <a:pt x="7467" y="8415"/>
                  </a:lnTo>
                  <a:lnTo>
                    <a:pt x="7151" y="8652"/>
                  </a:lnTo>
                  <a:lnTo>
                    <a:pt x="6835" y="8830"/>
                  </a:lnTo>
                  <a:lnTo>
                    <a:pt x="6519" y="8988"/>
                  </a:lnTo>
                  <a:lnTo>
                    <a:pt x="6183" y="9126"/>
                  </a:lnTo>
                  <a:lnTo>
                    <a:pt x="5828" y="9225"/>
                  </a:lnTo>
                  <a:lnTo>
                    <a:pt x="5472" y="9284"/>
                  </a:lnTo>
                  <a:lnTo>
                    <a:pt x="5117" y="9324"/>
                  </a:lnTo>
                  <a:lnTo>
                    <a:pt x="4761" y="9324"/>
                  </a:lnTo>
                  <a:lnTo>
                    <a:pt x="4406" y="9304"/>
                  </a:lnTo>
                  <a:lnTo>
                    <a:pt x="4050" y="9245"/>
                  </a:lnTo>
                  <a:lnTo>
                    <a:pt x="3675" y="9166"/>
                  </a:lnTo>
                  <a:lnTo>
                    <a:pt x="3319" y="9047"/>
                  </a:lnTo>
                  <a:lnTo>
                    <a:pt x="2983" y="8909"/>
                  </a:lnTo>
                  <a:lnTo>
                    <a:pt x="2628" y="8731"/>
                  </a:lnTo>
                  <a:lnTo>
                    <a:pt x="2292" y="8534"/>
                  </a:lnTo>
                  <a:lnTo>
                    <a:pt x="2154" y="8455"/>
                  </a:lnTo>
                  <a:lnTo>
                    <a:pt x="1996" y="8356"/>
                  </a:lnTo>
                  <a:lnTo>
                    <a:pt x="1798" y="8218"/>
                  </a:lnTo>
                  <a:lnTo>
                    <a:pt x="1561" y="8020"/>
                  </a:lnTo>
                  <a:lnTo>
                    <a:pt x="1324" y="7803"/>
                  </a:lnTo>
                  <a:lnTo>
                    <a:pt x="1068" y="7526"/>
                  </a:lnTo>
                  <a:lnTo>
                    <a:pt x="830" y="7191"/>
                  </a:lnTo>
                  <a:lnTo>
                    <a:pt x="732" y="7013"/>
                  </a:lnTo>
                  <a:lnTo>
                    <a:pt x="633" y="6815"/>
                  </a:lnTo>
                  <a:lnTo>
                    <a:pt x="534" y="6618"/>
                  </a:lnTo>
                  <a:lnTo>
                    <a:pt x="435" y="6401"/>
                  </a:lnTo>
                  <a:lnTo>
                    <a:pt x="376" y="6164"/>
                  </a:lnTo>
                  <a:lnTo>
                    <a:pt x="317" y="5927"/>
                  </a:lnTo>
                  <a:lnTo>
                    <a:pt x="258" y="5650"/>
                  </a:lnTo>
                  <a:lnTo>
                    <a:pt x="238" y="5393"/>
                  </a:lnTo>
                  <a:lnTo>
                    <a:pt x="238" y="5097"/>
                  </a:lnTo>
                  <a:lnTo>
                    <a:pt x="238" y="4801"/>
                  </a:lnTo>
                  <a:lnTo>
                    <a:pt x="277" y="4485"/>
                  </a:lnTo>
                  <a:lnTo>
                    <a:pt x="317" y="4149"/>
                  </a:lnTo>
                  <a:lnTo>
                    <a:pt x="396" y="3813"/>
                  </a:lnTo>
                  <a:lnTo>
                    <a:pt x="514" y="3438"/>
                  </a:lnTo>
                  <a:lnTo>
                    <a:pt x="633" y="3082"/>
                  </a:lnTo>
                  <a:lnTo>
                    <a:pt x="811" y="2687"/>
                  </a:lnTo>
                  <a:lnTo>
                    <a:pt x="989" y="2312"/>
                  </a:lnTo>
                  <a:lnTo>
                    <a:pt x="1186" y="1956"/>
                  </a:lnTo>
                  <a:lnTo>
                    <a:pt x="1403" y="1660"/>
                  </a:lnTo>
                  <a:lnTo>
                    <a:pt x="1621" y="1384"/>
                  </a:lnTo>
                  <a:lnTo>
                    <a:pt x="1858" y="1147"/>
                  </a:lnTo>
                  <a:lnTo>
                    <a:pt x="2114" y="949"/>
                  </a:lnTo>
                  <a:lnTo>
                    <a:pt x="2371" y="771"/>
                  </a:lnTo>
                  <a:lnTo>
                    <a:pt x="2628" y="613"/>
                  </a:lnTo>
                  <a:lnTo>
                    <a:pt x="2904" y="495"/>
                  </a:lnTo>
                  <a:lnTo>
                    <a:pt x="3181" y="416"/>
                  </a:lnTo>
                  <a:lnTo>
                    <a:pt x="3458" y="337"/>
                  </a:lnTo>
                  <a:lnTo>
                    <a:pt x="3754" y="297"/>
                  </a:lnTo>
                  <a:lnTo>
                    <a:pt x="4030" y="277"/>
                  </a:lnTo>
                  <a:close/>
                  <a:moveTo>
                    <a:pt x="4030" y="1"/>
                  </a:moveTo>
                  <a:lnTo>
                    <a:pt x="3734" y="40"/>
                  </a:lnTo>
                  <a:lnTo>
                    <a:pt x="3438" y="80"/>
                  </a:lnTo>
                  <a:lnTo>
                    <a:pt x="3141" y="139"/>
                  </a:lnTo>
                  <a:lnTo>
                    <a:pt x="2845" y="238"/>
                  </a:lnTo>
                  <a:lnTo>
                    <a:pt x="2549" y="376"/>
                  </a:lnTo>
                  <a:lnTo>
                    <a:pt x="2272" y="534"/>
                  </a:lnTo>
                  <a:lnTo>
                    <a:pt x="1996" y="712"/>
                  </a:lnTo>
                  <a:lnTo>
                    <a:pt x="1739" y="929"/>
                  </a:lnTo>
                  <a:lnTo>
                    <a:pt x="1482" y="1186"/>
                  </a:lnTo>
                  <a:lnTo>
                    <a:pt x="1245" y="1463"/>
                  </a:lnTo>
                  <a:lnTo>
                    <a:pt x="1028" y="1798"/>
                  </a:lnTo>
                  <a:lnTo>
                    <a:pt x="811" y="2154"/>
                  </a:lnTo>
                  <a:lnTo>
                    <a:pt x="613" y="2549"/>
                  </a:lnTo>
                  <a:lnTo>
                    <a:pt x="435" y="2964"/>
                  </a:lnTo>
                  <a:lnTo>
                    <a:pt x="297" y="3359"/>
                  </a:lnTo>
                  <a:lnTo>
                    <a:pt x="198" y="3754"/>
                  </a:lnTo>
                  <a:lnTo>
                    <a:pt x="119" y="4109"/>
                  </a:lnTo>
                  <a:lnTo>
                    <a:pt x="60" y="4465"/>
                  </a:lnTo>
                  <a:lnTo>
                    <a:pt x="21" y="4801"/>
                  </a:lnTo>
                  <a:lnTo>
                    <a:pt x="1" y="5117"/>
                  </a:lnTo>
                  <a:lnTo>
                    <a:pt x="21" y="5413"/>
                  </a:lnTo>
                  <a:lnTo>
                    <a:pt x="40" y="5709"/>
                  </a:lnTo>
                  <a:lnTo>
                    <a:pt x="100" y="5986"/>
                  </a:lnTo>
                  <a:lnTo>
                    <a:pt x="159" y="6243"/>
                  </a:lnTo>
                  <a:lnTo>
                    <a:pt x="238" y="6480"/>
                  </a:lnTo>
                  <a:lnTo>
                    <a:pt x="317" y="6717"/>
                  </a:lnTo>
                  <a:lnTo>
                    <a:pt x="435" y="6934"/>
                  </a:lnTo>
                  <a:lnTo>
                    <a:pt x="534" y="7151"/>
                  </a:lnTo>
                  <a:lnTo>
                    <a:pt x="653" y="7329"/>
                  </a:lnTo>
                  <a:lnTo>
                    <a:pt x="910" y="7684"/>
                  </a:lnTo>
                  <a:lnTo>
                    <a:pt x="1166" y="7961"/>
                  </a:lnTo>
                  <a:lnTo>
                    <a:pt x="1423" y="8218"/>
                  </a:lnTo>
                  <a:lnTo>
                    <a:pt x="1660" y="8415"/>
                  </a:lnTo>
                  <a:lnTo>
                    <a:pt x="1877" y="8554"/>
                  </a:lnTo>
                  <a:lnTo>
                    <a:pt x="2035" y="8652"/>
                  </a:lnTo>
                  <a:lnTo>
                    <a:pt x="2193" y="8751"/>
                  </a:lnTo>
                  <a:lnTo>
                    <a:pt x="2549" y="8968"/>
                  </a:lnTo>
                  <a:lnTo>
                    <a:pt x="2924" y="9146"/>
                  </a:lnTo>
                  <a:lnTo>
                    <a:pt x="3280" y="9304"/>
                  </a:lnTo>
                  <a:lnTo>
                    <a:pt x="3675" y="9423"/>
                  </a:lnTo>
                  <a:lnTo>
                    <a:pt x="4050" y="9502"/>
                  </a:lnTo>
                  <a:lnTo>
                    <a:pt x="4425" y="9561"/>
                  </a:lnTo>
                  <a:lnTo>
                    <a:pt x="4820" y="9581"/>
                  </a:lnTo>
                  <a:lnTo>
                    <a:pt x="5196" y="9581"/>
                  </a:lnTo>
                  <a:lnTo>
                    <a:pt x="5571" y="9541"/>
                  </a:lnTo>
                  <a:lnTo>
                    <a:pt x="5946" y="9482"/>
                  </a:lnTo>
                  <a:lnTo>
                    <a:pt x="6302" y="9363"/>
                  </a:lnTo>
                  <a:lnTo>
                    <a:pt x="6657" y="9225"/>
                  </a:lnTo>
                  <a:lnTo>
                    <a:pt x="7013" y="9067"/>
                  </a:lnTo>
                  <a:lnTo>
                    <a:pt x="7349" y="8870"/>
                  </a:lnTo>
                  <a:lnTo>
                    <a:pt x="7665" y="8633"/>
                  </a:lnTo>
                  <a:lnTo>
                    <a:pt x="7981" y="8376"/>
                  </a:lnTo>
                  <a:lnTo>
                    <a:pt x="8257" y="8079"/>
                  </a:lnTo>
                  <a:lnTo>
                    <a:pt x="8514" y="7744"/>
                  </a:lnTo>
                  <a:lnTo>
                    <a:pt x="8751" y="7388"/>
                  </a:lnTo>
                  <a:lnTo>
                    <a:pt x="8929" y="7013"/>
                  </a:lnTo>
                  <a:lnTo>
                    <a:pt x="9087" y="6618"/>
                  </a:lnTo>
                  <a:lnTo>
                    <a:pt x="9225" y="6203"/>
                  </a:lnTo>
                  <a:lnTo>
                    <a:pt x="9324" y="5788"/>
                  </a:lnTo>
                  <a:lnTo>
                    <a:pt x="9383" y="5373"/>
                  </a:lnTo>
                  <a:lnTo>
                    <a:pt x="9403" y="4939"/>
                  </a:lnTo>
                  <a:lnTo>
                    <a:pt x="9403" y="4504"/>
                  </a:lnTo>
                  <a:lnTo>
                    <a:pt x="9383" y="4090"/>
                  </a:lnTo>
                  <a:lnTo>
                    <a:pt x="9304" y="3675"/>
                  </a:lnTo>
                  <a:lnTo>
                    <a:pt x="9205" y="3280"/>
                  </a:lnTo>
                  <a:lnTo>
                    <a:pt x="9067" y="2904"/>
                  </a:lnTo>
                  <a:lnTo>
                    <a:pt x="8889" y="2549"/>
                  </a:lnTo>
                  <a:lnTo>
                    <a:pt x="8692" y="2213"/>
                  </a:lnTo>
                  <a:lnTo>
                    <a:pt x="8573" y="2055"/>
                  </a:lnTo>
                  <a:lnTo>
                    <a:pt x="8415" y="1897"/>
                  </a:lnTo>
                  <a:lnTo>
                    <a:pt x="8257" y="1739"/>
                  </a:lnTo>
                  <a:lnTo>
                    <a:pt x="8079" y="1581"/>
                  </a:lnTo>
                  <a:lnTo>
                    <a:pt x="7665" y="1245"/>
                  </a:lnTo>
                  <a:lnTo>
                    <a:pt x="7210" y="929"/>
                  </a:lnTo>
                  <a:lnTo>
                    <a:pt x="6954" y="791"/>
                  </a:lnTo>
                  <a:lnTo>
                    <a:pt x="6697" y="653"/>
                  </a:lnTo>
                  <a:lnTo>
                    <a:pt x="6420" y="514"/>
                  </a:lnTo>
                  <a:lnTo>
                    <a:pt x="6144" y="416"/>
                  </a:lnTo>
                  <a:lnTo>
                    <a:pt x="5848" y="297"/>
                  </a:lnTo>
                  <a:lnTo>
                    <a:pt x="5551" y="218"/>
                  </a:lnTo>
                  <a:lnTo>
                    <a:pt x="5255" y="139"/>
                  </a:lnTo>
                  <a:lnTo>
                    <a:pt x="4959" y="80"/>
                  </a:lnTo>
                  <a:lnTo>
                    <a:pt x="4643" y="40"/>
                  </a:lnTo>
                  <a:lnTo>
                    <a:pt x="4346" y="21"/>
                  </a:lnTo>
                  <a:lnTo>
                    <a:pt x="4030" y="1"/>
                  </a:lnTo>
                  <a:close/>
                </a:path>
              </a:pathLst>
            </a:custGeom>
            <a:solidFill>
              <a:schemeClr val="accent4"/>
            </a:solidFill>
            <a:ln>
              <a:noFill/>
            </a:ln>
            <a:effectLst>
              <a:outerShdw rotWithShape="0" algn="bl"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3" name="Google Shape;8963;p34"/>
            <p:cNvSpPr/>
            <p:nvPr/>
          </p:nvSpPr>
          <p:spPr>
            <a:xfrm>
              <a:off x="8500697" y="2894953"/>
              <a:ext cx="420503" cy="428674"/>
            </a:xfrm>
            <a:custGeom>
              <a:rect b="b" l="l" r="r" t="t"/>
              <a:pathLst>
                <a:path extrusionOk="0" h="8237" w="8080">
                  <a:moveTo>
                    <a:pt x="3457" y="0"/>
                  </a:moveTo>
                  <a:lnTo>
                    <a:pt x="3200" y="20"/>
                  </a:lnTo>
                  <a:lnTo>
                    <a:pt x="2944" y="59"/>
                  </a:lnTo>
                  <a:lnTo>
                    <a:pt x="2687" y="119"/>
                  </a:lnTo>
                  <a:lnTo>
                    <a:pt x="2430" y="198"/>
                  </a:lnTo>
                  <a:lnTo>
                    <a:pt x="2193" y="316"/>
                  </a:lnTo>
                  <a:lnTo>
                    <a:pt x="1956" y="435"/>
                  </a:lnTo>
                  <a:lnTo>
                    <a:pt x="1719" y="613"/>
                  </a:lnTo>
                  <a:lnTo>
                    <a:pt x="1482" y="790"/>
                  </a:lnTo>
                  <a:lnTo>
                    <a:pt x="1265" y="1008"/>
                  </a:lnTo>
                  <a:lnTo>
                    <a:pt x="1067" y="1245"/>
                  </a:lnTo>
                  <a:lnTo>
                    <a:pt x="870" y="1541"/>
                  </a:lnTo>
                  <a:lnTo>
                    <a:pt x="692" y="1837"/>
                  </a:lnTo>
                  <a:lnTo>
                    <a:pt x="514" y="2193"/>
                  </a:lnTo>
                  <a:lnTo>
                    <a:pt x="376" y="2548"/>
                  </a:lnTo>
                  <a:lnTo>
                    <a:pt x="257" y="2884"/>
                  </a:lnTo>
                  <a:lnTo>
                    <a:pt x="158" y="3220"/>
                  </a:lnTo>
                  <a:lnTo>
                    <a:pt x="79" y="3536"/>
                  </a:lnTo>
                  <a:lnTo>
                    <a:pt x="40" y="3832"/>
                  </a:lnTo>
                  <a:lnTo>
                    <a:pt x="0" y="4109"/>
                  </a:lnTo>
                  <a:lnTo>
                    <a:pt x="0" y="4385"/>
                  </a:lnTo>
                  <a:lnTo>
                    <a:pt x="0" y="4662"/>
                  </a:lnTo>
                  <a:lnTo>
                    <a:pt x="40" y="4899"/>
                  </a:lnTo>
                  <a:lnTo>
                    <a:pt x="79" y="5136"/>
                  </a:lnTo>
                  <a:lnTo>
                    <a:pt x="139" y="5353"/>
                  </a:lnTo>
                  <a:lnTo>
                    <a:pt x="198" y="5570"/>
                  </a:lnTo>
                  <a:lnTo>
                    <a:pt x="277" y="5768"/>
                  </a:lnTo>
                  <a:lnTo>
                    <a:pt x="356" y="5965"/>
                  </a:lnTo>
                  <a:lnTo>
                    <a:pt x="554" y="6301"/>
                  </a:lnTo>
                  <a:lnTo>
                    <a:pt x="771" y="6597"/>
                  </a:lnTo>
                  <a:lnTo>
                    <a:pt x="988" y="6854"/>
                  </a:lnTo>
                  <a:lnTo>
                    <a:pt x="1225" y="7052"/>
                  </a:lnTo>
                  <a:lnTo>
                    <a:pt x="1423" y="7229"/>
                  </a:lnTo>
                  <a:lnTo>
                    <a:pt x="1600" y="7348"/>
                  </a:lnTo>
                  <a:lnTo>
                    <a:pt x="1758" y="7447"/>
                  </a:lnTo>
                  <a:lnTo>
                    <a:pt x="1877" y="7506"/>
                  </a:lnTo>
                  <a:lnTo>
                    <a:pt x="2193" y="7704"/>
                  </a:lnTo>
                  <a:lnTo>
                    <a:pt x="2509" y="7862"/>
                  </a:lnTo>
                  <a:lnTo>
                    <a:pt x="2825" y="7980"/>
                  </a:lnTo>
                  <a:lnTo>
                    <a:pt x="3141" y="8099"/>
                  </a:lnTo>
                  <a:lnTo>
                    <a:pt x="3477" y="8178"/>
                  </a:lnTo>
                  <a:lnTo>
                    <a:pt x="3793" y="8217"/>
                  </a:lnTo>
                  <a:lnTo>
                    <a:pt x="4129" y="8237"/>
                  </a:lnTo>
                  <a:lnTo>
                    <a:pt x="4464" y="8237"/>
                  </a:lnTo>
                  <a:lnTo>
                    <a:pt x="4780" y="8197"/>
                  </a:lnTo>
                  <a:lnTo>
                    <a:pt x="5096" y="8138"/>
                  </a:lnTo>
                  <a:lnTo>
                    <a:pt x="5413" y="8059"/>
                  </a:lnTo>
                  <a:lnTo>
                    <a:pt x="5729" y="7941"/>
                  </a:lnTo>
                  <a:lnTo>
                    <a:pt x="6025" y="7783"/>
                  </a:lnTo>
                  <a:lnTo>
                    <a:pt x="6321" y="7625"/>
                  </a:lnTo>
                  <a:lnTo>
                    <a:pt x="6598" y="7427"/>
                  </a:lnTo>
                  <a:lnTo>
                    <a:pt x="6854" y="7190"/>
                  </a:lnTo>
                  <a:lnTo>
                    <a:pt x="7091" y="6933"/>
                  </a:lnTo>
                  <a:lnTo>
                    <a:pt x="7328" y="6657"/>
                  </a:lnTo>
                  <a:lnTo>
                    <a:pt x="7506" y="6360"/>
                  </a:lnTo>
                  <a:lnTo>
                    <a:pt x="7684" y="6025"/>
                  </a:lnTo>
                  <a:lnTo>
                    <a:pt x="7822" y="5689"/>
                  </a:lnTo>
                  <a:lnTo>
                    <a:pt x="7921" y="5333"/>
                  </a:lnTo>
                  <a:lnTo>
                    <a:pt x="8000" y="4978"/>
                  </a:lnTo>
                  <a:lnTo>
                    <a:pt x="8059" y="4602"/>
                  </a:lnTo>
                  <a:lnTo>
                    <a:pt x="8079" y="4247"/>
                  </a:lnTo>
                  <a:lnTo>
                    <a:pt x="8079" y="3872"/>
                  </a:lnTo>
                  <a:lnTo>
                    <a:pt x="8059" y="3516"/>
                  </a:lnTo>
                  <a:lnTo>
                    <a:pt x="8000" y="3161"/>
                  </a:lnTo>
                  <a:lnTo>
                    <a:pt x="7901" y="2825"/>
                  </a:lnTo>
                  <a:lnTo>
                    <a:pt x="7783" y="2489"/>
                  </a:lnTo>
                  <a:lnTo>
                    <a:pt x="7645" y="2193"/>
                  </a:lnTo>
                  <a:lnTo>
                    <a:pt x="7467" y="1896"/>
                  </a:lnTo>
                  <a:lnTo>
                    <a:pt x="7230" y="1620"/>
                  </a:lnTo>
                  <a:lnTo>
                    <a:pt x="6933" y="1343"/>
                  </a:lnTo>
                  <a:lnTo>
                    <a:pt x="6598" y="1067"/>
                  </a:lnTo>
                  <a:lnTo>
                    <a:pt x="6183" y="790"/>
                  </a:lnTo>
                  <a:lnTo>
                    <a:pt x="5748" y="553"/>
                  </a:lnTo>
                  <a:lnTo>
                    <a:pt x="5274" y="336"/>
                  </a:lnTo>
                  <a:lnTo>
                    <a:pt x="5017" y="257"/>
                  </a:lnTo>
                  <a:lnTo>
                    <a:pt x="4780" y="178"/>
                  </a:lnTo>
                  <a:lnTo>
                    <a:pt x="4524" y="99"/>
                  </a:lnTo>
                  <a:lnTo>
                    <a:pt x="4247" y="59"/>
                  </a:lnTo>
                  <a:lnTo>
                    <a:pt x="3990" y="20"/>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4" name="Google Shape;8964;p34"/>
            <p:cNvSpPr/>
            <p:nvPr/>
          </p:nvSpPr>
          <p:spPr>
            <a:xfrm>
              <a:off x="9589256" y="3455183"/>
              <a:ext cx="89513" cy="97684"/>
            </a:xfrm>
            <a:custGeom>
              <a:rect b="b" l="l" r="r" t="t"/>
              <a:pathLst>
                <a:path extrusionOk="0" h="1877" w="1720">
                  <a:moveTo>
                    <a:pt x="1" y="0"/>
                  </a:moveTo>
                  <a:lnTo>
                    <a:pt x="297" y="257"/>
                  </a:lnTo>
                  <a:lnTo>
                    <a:pt x="593" y="573"/>
                  </a:lnTo>
                  <a:lnTo>
                    <a:pt x="949" y="948"/>
                  </a:lnTo>
                  <a:lnTo>
                    <a:pt x="1502" y="1620"/>
                  </a:lnTo>
                  <a:lnTo>
                    <a:pt x="1719" y="1877"/>
                  </a:lnTo>
                  <a:lnTo>
                    <a:pt x="1621" y="1719"/>
                  </a:lnTo>
                  <a:lnTo>
                    <a:pt x="1384" y="1363"/>
                  </a:lnTo>
                  <a:lnTo>
                    <a:pt x="1067" y="909"/>
                  </a:lnTo>
                  <a:lnTo>
                    <a:pt x="909" y="711"/>
                  </a:lnTo>
                  <a:lnTo>
                    <a:pt x="732" y="533"/>
                  </a:lnTo>
                  <a:lnTo>
                    <a:pt x="435" y="277"/>
                  </a:lnTo>
                  <a:lnTo>
                    <a:pt x="218" y="99"/>
                  </a:lnTo>
                  <a:lnTo>
                    <a:pt x="60" y="2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5" name="Google Shape;8965;p34"/>
            <p:cNvSpPr/>
            <p:nvPr/>
          </p:nvSpPr>
          <p:spPr>
            <a:xfrm>
              <a:off x="9131860" y="3347249"/>
              <a:ext cx="663073" cy="480092"/>
            </a:xfrm>
            <a:custGeom>
              <a:rect b="b" l="l" r="r" t="t"/>
              <a:pathLst>
                <a:path extrusionOk="0" h="9225" w="12741">
                  <a:moveTo>
                    <a:pt x="1225" y="0"/>
                  </a:moveTo>
                  <a:lnTo>
                    <a:pt x="1047" y="40"/>
                  </a:lnTo>
                  <a:lnTo>
                    <a:pt x="889" y="99"/>
                  </a:lnTo>
                  <a:lnTo>
                    <a:pt x="613" y="237"/>
                  </a:lnTo>
                  <a:lnTo>
                    <a:pt x="395" y="395"/>
                  </a:lnTo>
                  <a:lnTo>
                    <a:pt x="296" y="494"/>
                  </a:lnTo>
                  <a:lnTo>
                    <a:pt x="217" y="573"/>
                  </a:lnTo>
                  <a:lnTo>
                    <a:pt x="158" y="672"/>
                  </a:lnTo>
                  <a:lnTo>
                    <a:pt x="99" y="770"/>
                  </a:lnTo>
                  <a:lnTo>
                    <a:pt x="59" y="869"/>
                  </a:lnTo>
                  <a:lnTo>
                    <a:pt x="20" y="988"/>
                  </a:lnTo>
                  <a:lnTo>
                    <a:pt x="0" y="1205"/>
                  </a:lnTo>
                  <a:lnTo>
                    <a:pt x="20" y="1442"/>
                  </a:lnTo>
                  <a:lnTo>
                    <a:pt x="79" y="1719"/>
                  </a:lnTo>
                  <a:lnTo>
                    <a:pt x="138" y="1837"/>
                  </a:lnTo>
                  <a:lnTo>
                    <a:pt x="217" y="1975"/>
                  </a:lnTo>
                  <a:lnTo>
                    <a:pt x="316" y="2094"/>
                  </a:lnTo>
                  <a:lnTo>
                    <a:pt x="455" y="2212"/>
                  </a:lnTo>
                  <a:lnTo>
                    <a:pt x="751" y="2469"/>
                  </a:lnTo>
                  <a:lnTo>
                    <a:pt x="1126" y="2706"/>
                  </a:lnTo>
                  <a:lnTo>
                    <a:pt x="1936" y="3200"/>
                  </a:lnTo>
                  <a:lnTo>
                    <a:pt x="2351" y="3457"/>
                  </a:lnTo>
                  <a:lnTo>
                    <a:pt x="2528" y="3595"/>
                  </a:lnTo>
                  <a:lnTo>
                    <a:pt x="2706" y="3753"/>
                  </a:lnTo>
                  <a:lnTo>
                    <a:pt x="2983" y="3951"/>
                  </a:lnTo>
                  <a:lnTo>
                    <a:pt x="3417" y="4207"/>
                  </a:lnTo>
                  <a:lnTo>
                    <a:pt x="3990" y="4543"/>
                  </a:lnTo>
                  <a:lnTo>
                    <a:pt x="4662" y="4938"/>
                  </a:lnTo>
                  <a:lnTo>
                    <a:pt x="6301" y="5827"/>
                  </a:lnTo>
                  <a:lnTo>
                    <a:pt x="8079" y="6795"/>
                  </a:lnTo>
                  <a:lnTo>
                    <a:pt x="11298" y="8474"/>
                  </a:lnTo>
                  <a:lnTo>
                    <a:pt x="12740" y="9224"/>
                  </a:lnTo>
                  <a:lnTo>
                    <a:pt x="12740" y="8889"/>
                  </a:lnTo>
                  <a:lnTo>
                    <a:pt x="12721" y="8513"/>
                  </a:lnTo>
                  <a:lnTo>
                    <a:pt x="12701" y="8059"/>
                  </a:lnTo>
                  <a:lnTo>
                    <a:pt x="12661" y="7545"/>
                  </a:lnTo>
                  <a:lnTo>
                    <a:pt x="12582" y="7032"/>
                  </a:lnTo>
                  <a:lnTo>
                    <a:pt x="12483" y="6538"/>
                  </a:lnTo>
                  <a:lnTo>
                    <a:pt x="12424" y="6321"/>
                  </a:lnTo>
                  <a:lnTo>
                    <a:pt x="12345" y="6104"/>
                  </a:lnTo>
                  <a:lnTo>
                    <a:pt x="12167" y="5689"/>
                  </a:lnTo>
                  <a:lnTo>
                    <a:pt x="11891" y="5234"/>
                  </a:lnTo>
                  <a:lnTo>
                    <a:pt x="11595" y="4741"/>
                  </a:lnTo>
                  <a:lnTo>
                    <a:pt x="11239" y="4247"/>
                  </a:lnTo>
                  <a:lnTo>
                    <a:pt x="10864" y="3793"/>
                  </a:lnTo>
                  <a:lnTo>
                    <a:pt x="10489" y="3358"/>
                  </a:lnTo>
                  <a:lnTo>
                    <a:pt x="10113" y="3002"/>
                  </a:lnTo>
                  <a:lnTo>
                    <a:pt x="9935" y="2844"/>
                  </a:lnTo>
                  <a:lnTo>
                    <a:pt x="9777" y="2726"/>
                  </a:lnTo>
                  <a:lnTo>
                    <a:pt x="8829" y="2094"/>
                  </a:lnTo>
                  <a:lnTo>
                    <a:pt x="8513" y="1896"/>
                  </a:lnTo>
                  <a:lnTo>
                    <a:pt x="8296" y="1758"/>
                  </a:lnTo>
                  <a:lnTo>
                    <a:pt x="8039" y="1620"/>
                  </a:lnTo>
                  <a:lnTo>
                    <a:pt x="7723" y="1462"/>
                  </a:lnTo>
                  <a:lnTo>
                    <a:pt x="7348" y="1304"/>
                  </a:lnTo>
                  <a:lnTo>
                    <a:pt x="6953" y="1185"/>
                  </a:lnTo>
                  <a:lnTo>
                    <a:pt x="6736" y="1126"/>
                  </a:lnTo>
                  <a:lnTo>
                    <a:pt x="6538" y="1086"/>
                  </a:lnTo>
                  <a:lnTo>
                    <a:pt x="6341" y="1067"/>
                  </a:lnTo>
                  <a:lnTo>
                    <a:pt x="6123" y="1067"/>
                  </a:lnTo>
                  <a:lnTo>
                    <a:pt x="5985" y="988"/>
                  </a:lnTo>
                  <a:lnTo>
                    <a:pt x="5827" y="909"/>
                  </a:lnTo>
                  <a:lnTo>
                    <a:pt x="5610" y="790"/>
                  </a:lnTo>
                  <a:lnTo>
                    <a:pt x="5353" y="691"/>
                  </a:lnTo>
                  <a:lnTo>
                    <a:pt x="5057" y="593"/>
                  </a:lnTo>
                  <a:lnTo>
                    <a:pt x="4741" y="514"/>
                  </a:lnTo>
                  <a:lnTo>
                    <a:pt x="4385" y="474"/>
                  </a:lnTo>
                  <a:lnTo>
                    <a:pt x="4049" y="454"/>
                  </a:lnTo>
                  <a:lnTo>
                    <a:pt x="3773" y="454"/>
                  </a:lnTo>
                  <a:lnTo>
                    <a:pt x="3358" y="474"/>
                  </a:lnTo>
                  <a:lnTo>
                    <a:pt x="3121" y="514"/>
                  </a:lnTo>
                  <a:lnTo>
                    <a:pt x="3042" y="533"/>
                  </a:lnTo>
                  <a:lnTo>
                    <a:pt x="2825" y="415"/>
                  </a:lnTo>
                  <a:lnTo>
                    <a:pt x="2588" y="296"/>
                  </a:lnTo>
                  <a:lnTo>
                    <a:pt x="2272" y="178"/>
                  </a:lnTo>
                  <a:lnTo>
                    <a:pt x="1936" y="59"/>
                  </a:lnTo>
                  <a:lnTo>
                    <a:pt x="1758" y="20"/>
                  </a:lnTo>
                  <a:lnTo>
                    <a:pt x="1580"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6" name="Google Shape;8966;p34"/>
            <p:cNvSpPr/>
            <p:nvPr/>
          </p:nvSpPr>
          <p:spPr>
            <a:xfrm>
              <a:off x="8679565" y="3081003"/>
              <a:ext cx="990993" cy="1292163"/>
            </a:xfrm>
            <a:custGeom>
              <a:rect b="b" l="l" r="r" t="t"/>
              <a:pathLst>
                <a:path extrusionOk="0" h="24829" w="19042">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2884" y="6578"/>
                  </a:lnTo>
                  <a:lnTo>
                    <a:pt x="2943" y="6775"/>
                  </a:lnTo>
                  <a:lnTo>
                    <a:pt x="3003" y="6953"/>
                  </a:lnTo>
                  <a:lnTo>
                    <a:pt x="3042" y="7151"/>
                  </a:lnTo>
                  <a:lnTo>
                    <a:pt x="3062" y="7388"/>
                  </a:lnTo>
                  <a:lnTo>
                    <a:pt x="3121" y="7941"/>
                  </a:lnTo>
                  <a:lnTo>
                    <a:pt x="3161" y="9284"/>
                  </a:lnTo>
                  <a:lnTo>
                    <a:pt x="3200" y="10015"/>
                  </a:lnTo>
                  <a:lnTo>
                    <a:pt x="3259" y="10785"/>
                  </a:lnTo>
                  <a:lnTo>
                    <a:pt x="3299" y="11160"/>
                  </a:lnTo>
                  <a:lnTo>
                    <a:pt x="3358" y="11536"/>
                  </a:lnTo>
                  <a:lnTo>
                    <a:pt x="3437" y="11911"/>
                  </a:lnTo>
                  <a:lnTo>
                    <a:pt x="3516" y="12266"/>
                  </a:lnTo>
                  <a:lnTo>
                    <a:pt x="3595" y="12484"/>
                  </a:lnTo>
                  <a:lnTo>
                    <a:pt x="3694" y="12721"/>
                  </a:lnTo>
                  <a:lnTo>
                    <a:pt x="4010" y="13353"/>
                  </a:lnTo>
                  <a:lnTo>
                    <a:pt x="4464" y="14143"/>
                  </a:lnTo>
                  <a:lnTo>
                    <a:pt x="4998" y="15032"/>
                  </a:lnTo>
                  <a:lnTo>
                    <a:pt x="5630" y="16019"/>
                  </a:lnTo>
                  <a:lnTo>
                    <a:pt x="6301" y="17066"/>
                  </a:lnTo>
                  <a:lnTo>
                    <a:pt x="7763" y="19239"/>
                  </a:lnTo>
                  <a:lnTo>
                    <a:pt x="9185" y="21333"/>
                  </a:lnTo>
                  <a:lnTo>
                    <a:pt x="10429" y="23110"/>
                  </a:lnTo>
                  <a:lnTo>
                    <a:pt x="11318" y="24355"/>
                  </a:lnTo>
                  <a:lnTo>
                    <a:pt x="11654" y="24829"/>
                  </a:lnTo>
                  <a:lnTo>
                    <a:pt x="11733" y="24789"/>
                  </a:lnTo>
                  <a:lnTo>
                    <a:pt x="11931" y="24710"/>
                  </a:lnTo>
                  <a:lnTo>
                    <a:pt x="12187" y="24552"/>
                  </a:lnTo>
                  <a:lnTo>
                    <a:pt x="12543" y="24335"/>
                  </a:lnTo>
                  <a:lnTo>
                    <a:pt x="12958" y="24078"/>
                  </a:lnTo>
                  <a:lnTo>
                    <a:pt x="13412" y="23782"/>
                  </a:lnTo>
                  <a:lnTo>
                    <a:pt x="13886" y="23426"/>
                  </a:lnTo>
                  <a:lnTo>
                    <a:pt x="14380" y="23051"/>
                  </a:lnTo>
                  <a:lnTo>
                    <a:pt x="17422" y="20661"/>
                  </a:lnTo>
                  <a:lnTo>
                    <a:pt x="18567" y="19733"/>
                  </a:lnTo>
                  <a:lnTo>
                    <a:pt x="18903" y="19436"/>
                  </a:lnTo>
                  <a:lnTo>
                    <a:pt x="19002" y="19338"/>
                  </a:lnTo>
                  <a:lnTo>
                    <a:pt x="19041" y="19278"/>
                  </a:lnTo>
                  <a:lnTo>
                    <a:pt x="19002" y="19180"/>
                  </a:lnTo>
                  <a:lnTo>
                    <a:pt x="18864" y="18982"/>
                  </a:lnTo>
                  <a:lnTo>
                    <a:pt x="18389" y="18330"/>
                  </a:lnTo>
                  <a:lnTo>
                    <a:pt x="17856" y="17580"/>
                  </a:lnTo>
                  <a:lnTo>
                    <a:pt x="17441" y="16987"/>
                  </a:lnTo>
                  <a:lnTo>
                    <a:pt x="16888" y="16138"/>
                  </a:lnTo>
                  <a:lnTo>
                    <a:pt x="16256" y="15190"/>
                  </a:lnTo>
                  <a:lnTo>
                    <a:pt x="15565" y="14202"/>
                  </a:lnTo>
                  <a:lnTo>
                    <a:pt x="14913" y="13274"/>
                  </a:lnTo>
                  <a:lnTo>
                    <a:pt x="14123" y="12148"/>
                  </a:lnTo>
                  <a:lnTo>
                    <a:pt x="13274" y="10943"/>
                  </a:lnTo>
                  <a:lnTo>
                    <a:pt x="12839" y="10350"/>
                  </a:lnTo>
                  <a:lnTo>
                    <a:pt x="12405" y="9778"/>
                  </a:lnTo>
                  <a:lnTo>
                    <a:pt x="11990" y="9244"/>
                  </a:lnTo>
                  <a:lnTo>
                    <a:pt x="11555" y="8751"/>
                  </a:lnTo>
                  <a:lnTo>
                    <a:pt x="11279" y="8454"/>
                  </a:lnTo>
                  <a:lnTo>
                    <a:pt x="11022" y="8197"/>
                  </a:lnTo>
                  <a:lnTo>
                    <a:pt x="10765" y="7960"/>
                  </a:lnTo>
                  <a:lnTo>
                    <a:pt x="10508" y="7763"/>
                  </a:lnTo>
                  <a:lnTo>
                    <a:pt x="9955" y="7388"/>
                  </a:lnTo>
                  <a:lnTo>
                    <a:pt x="9363" y="7012"/>
                  </a:lnTo>
                  <a:lnTo>
                    <a:pt x="8158" y="6281"/>
                  </a:lnTo>
                  <a:lnTo>
                    <a:pt x="7072" y="5630"/>
                  </a:lnTo>
                  <a:lnTo>
                    <a:pt x="6301" y="5175"/>
                  </a:lnTo>
                  <a:lnTo>
                    <a:pt x="6104" y="5037"/>
                  </a:lnTo>
                  <a:lnTo>
                    <a:pt x="5867" y="4800"/>
                  </a:lnTo>
                  <a:lnTo>
                    <a:pt x="5570" y="4504"/>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accent6"/>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7" name="Google Shape;8967;p34"/>
            <p:cNvSpPr/>
            <p:nvPr/>
          </p:nvSpPr>
          <p:spPr>
            <a:xfrm>
              <a:off x="9065039" y="3536368"/>
              <a:ext cx="522246" cy="598333"/>
            </a:xfrm>
            <a:custGeom>
              <a:rect b="b" l="l" r="r" t="t"/>
              <a:pathLst>
                <a:path extrusionOk="0" h="11497" w="10035">
                  <a:moveTo>
                    <a:pt x="4148" y="1"/>
                  </a:moveTo>
                  <a:lnTo>
                    <a:pt x="1778" y="1739"/>
                  </a:lnTo>
                  <a:lnTo>
                    <a:pt x="553" y="2687"/>
                  </a:lnTo>
                  <a:lnTo>
                    <a:pt x="158" y="3003"/>
                  </a:lnTo>
                  <a:lnTo>
                    <a:pt x="60" y="3102"/>
                  </a:lnTo>
                  <a:lnTo>
                    <a:pt x="0" y="3141"/>
                  </a:lnTo>
                  <a:lnTo>
                    <a:pt x="60" y="3260"/>
                  </a:lnTo>
                  <a:lnTo>
                    <a:pt x="218" y="3556"/>
                  </a:lnTo>
                  <a:lnTo>
                    <a:pt x="810" y="4524"/>
                  </a:lnTo>
                  <a:lnTo>
                    <a:pt x="1640" y="5887"/>
                  </a:lnTo>
                  <a:lnTo>
                    <a:pt x="2608" y="7408"/>
                  </a:lnTo>
                  <a:lnTo>
                    <a:pt x="3575" y="8928"/>
                  </a:lnTo>
                  <a:lnTo>
                    <a:pt x="4425" y="10252"/>
                  </a:lnTo>
                  <a:lnTo>
                    <a:pt x="5057" y="11160"/>
                  </a:lnTo>
                  <a:lnTo>
                    <a:pt x="5235" y="11417"/>
                  </a:lnTo>
                  <a:lnTo>
                    <a:pt x="5294" y="11476"/>
                  </a:lnTo>
                  <a:lnTo>
                    <a:pt x="5314" y="11496"/>
                  </a:lnTo>
                  <a:lnTo>
                    <a:pt x="6993" y="10331"/>
                  </a:lnTo>
                  <a:lnTo>
                    <a:pt x="8513" y="9304"/>
                  </a:lnTo>
                  <a:lnTo>
                    <a:pt x="10034" y="8237"/>
                  </a:lnTo>
                  <a:lnTo>
                    <a:pt x="9481" y="7388"/>
                  </a:lnTo>
                  <a:lnTo>
                    <a:pt x="8849" y="6440"/>
                  </a:lnTo>
                  <a:lnTo>
                    <a:pt x="8158" y="5452"/>
                  </a:lnTo>
                  <a:lnTo>
                    <a:pt x="7506" y="4524"/>
                  </a:lnTo>
                  <a:lnTo>
                    <a:pt x="6716" y="3398"/>
                  </a:lnTo>
                  <a:lnTo>
                    <a:pt x="5867" y="2193"/>
                  </a:lnTo>
                  <a:lnTo>
                    <a:pt x="5432" y="1600"/>
                  </a:lnTo>
                  <a:lnTo>
                    <a:pt x="4998" y="1028"/>
                  </a:lnTo>
                  <a:lnTo>
                    <a:pt x="4583" y="494"/>
                  </a:lnTo>
                  <a:lnTo>
                    <a:pt x="414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8" name="Google Shape;8968;p34"/>
            <p:cNvSpPr/>
            <p:nvPr/>
          </p:nvSpPr>
          <p:spPr>
            <a:xfrm>
              <a:off x="8982813" y="3540480"/>
              <a:ext cx="798748" cy="539733"/>
            </a:xfrm>
            <a:custGeom>
              <a:rect b="b" l="l" r="r" t="t"/>
              <a:pathLst>
                <a:path extrusionOk="0" h="10371" w="15348">
                  <a:moveTo>
                    <a:pt x="5807" y="1"/>
                  </a:moveTo>
                  <a:lnTo>
                    <a:pt x="5886" y="119"/>
                  </a:lnTo>
                  <a:lnTo>
                    <a:pt x="5965" y="257"/>
                  </a:lnTo>
                  <a:lnTo>
                    <a:pt x="6064" y="455"/>
                  </a:lnTo>
                  <a:lnTo>
                    <a:pt x="6163" y="712"/>
                  </a:lnTo>
                  <a:lnTo>
                    <a:pt x="6262" y="988"/>
                  </a:lnTo>
                  <a:lnTo>
                    <a:pt x="6360" y="1304"/>
                  </a:lnTo>
                  <a:lnTo>
                    <a:pt x="6420" y="1640"/>
                  </a:lnTo>
                  <a:lnTo>
                    <a:pt x="6439" y="2015"/>
                  </a:lnTo>
                  <a:lnTo>
                    <a:pt x="6420" y="2430"/>
                  </a:lnTo>
                  <a:lnTo>
                    <a:pt x="6380" y="2845"/>
                  </a:lnTo>
                  <a:lnTo>
                    <a:pt x="6281" y="3260"/>
                  </a:lnTo>
                  <a:lnTo>
                    <a:pt x="6163" y="3655"/>
                  </a:lnTo>
                  <a:lnTo>
                    <a:pt x="6084" y="3832"/>
                  </a:lnTo>
                  <a:lnTo>
                    <a:pt x="5985" y="3990"/>
                  </a:lnTo>
                  <a:lnTo>
                    <a:pt x="5886" y="4148"/>
                  </a:lnTo>
                  <a:lnTo>
                    <a:pt x="5788" y="4287"/>
                  </a:lnTo>
                  <a:lnTo>
                    <a:pt x="5669" y="4385"/>
                  </a:lnTo>
                  <a:lnTo>
                    <a:pt x="5550" y="4484"/>
                  </a:lnTo>
                  <a:lnTo>
                    <a:pt x="5412" y="4544"/>
                  </a:lnTo>
                  <a:lnTo>
                    <a:pt x="5254" y="4603"/>
                  </a:lnTo>
                  <a:lnTo>
                    <a:pt x="5057" y="4623"/>
                  </a:lnTo>
                  <a:lnTo>
                    <a:pt x="4839" y="4642"/>
                  </a:lnTo>
                  <a:lnTo>
                    <a:pt x="4385" y="4642"/>
                  </a:lnTo>
                  <a:lnTo>
                    <a:pt x="3872" y="4623"/>
                  </a:lnTo>
                  <a:lnTo>
                    <a:pt x="3358" y="4563"/>
                  </a:lnTo>
                  <a:lnTo>
                    <a:pt x="2884" y="4484"/>
                  </a:lnTo>
                  <a:lnTo>
                    <a:pt x="2449" y="4425"/>
                  </a:lnTo>
                  <a:lnTo>
                    <a:pt x="2094" y="4385"/>
                  </a:lnTo>
                  <a:lnTo>
                    <a:pt x="1541" y="4346"/>
                  </a:lnTo>
                  <a:lnTo>
                    <a:pt x="1284" y="4346"/>
                  </a:lnTo>
                  <a:lnTo>
                    <a:pt x="1047" y="4385"/>
                  </a:lnTo>
                  <a:lnTo>
                    <a:pt x="948" y="4405"/>
                  </a:lnTo>
                  <a:lnTo>
                    <a:pt x="830" y="4445"/>
                  </a:lnTo>
                  <a:lnTo>
                    <a:pt x="731" y="4504"/>
                  </a:lnTo>
                  <a:lnTo>
                    <a:pt x="632" y="4583"/>
                  </a:lnTo>
                  <a:lnTo>
                    <a:pt x="533" y="4662"/>
                  </a:lnTo>
                  <a:lnTo>
                    <a:pt x="435" y="4781"/>
                  </a:lnTo>
                  <a:lnTo>
                    <a:pt x="336" y="4899"/>
                  </a:lnTo>
                  <a:lnTo>
                    <a:pt x="257" y="5037"/>
                  </a:lnTo>
                  <a:lnTo>
                    <a:pt x="158" y="5255"/>
                  </a:lnTo>
                  <a:lnTo>
                    <a:pt x="79" y="5452"/>
                  </a:lnTo>
                  <a:lnTo>
                    <a:pt x="20" y="5669"/>
                  </a:lnTo>
                  <a:lnTo>
                    <a:pt x="0" y="5887"/>
                  </a:lnTo>
                  <a:lnTo>
                    <a:pt x="0" y="6084"/>
                  </a:lnTo>
                  <a:lnTo>
                    <a:pt x="20" y="6301"/>
                  </a:lnTo>
                  <a:lnTo>
                    <a:pt x="59" y="6499"/>
                  </a:lnTo>
                  <a:lnTo>
                    <a:pt x="138" y="6677"/>
                  </a:lnTo>
                  <a:lnTo>
                    <a:pt x="198" y="6795"/>
                  </a:lnTo>
                  <a:lnTo>
                    <a:pt x="257" y="6894"/>
                  </a:lnTo>
                  <a:lnTo>
                    <a:pt x="336" y="6973"/>
                  </a:lnTo>
                  <a:lnTo>
                    <a:pt x="435" y="7072"/>
                  </a:lnTo>
                  <a:lnTo>
                    <a:pt x="533" y="7151"/>
                  </a:lnTo>
                  <a:lnTo>
                    <a:pt x="652" y="7210"/>
                  </a:lnTo>
                  <a:lnTo>
                    <a:pt x="909" y="7329"/>
                  </a:lnTo>
                  <a:lnTo>
                    <a:pt x="1284" y="7467"/>
                  </a:lnTo>
                  <a:lnTo>
                    <a:pt x="1778" y="7605"/>
                  </a:lnTo>
                  <a:lnTo>
                    <a:pt x="2904" y="7901"/>
                  </a:lnTo>
                  <a:lnTo>
                    <a:pt x="4760" y="8356"/>
                  </a:lnTo>
                  <a:lnTo>
                    <a:pt x="4899" y="8395"/>
                  </a:lnTo>
                  <a:lnTo>
                    <a:pt x="5057" y="8474"/>
                  </a:lnTo>
                  <a:lnTo>
                    <a:pt x="5392" y="8691"/>
                  </a:lnTo>
                  <a:lnTo>
                    <a:pt x="5788" y="8988"/>
                  </a:lnTo>
                  <a:lnTo>
                    <a:pt x="6202" y="9304"/>
                  </a:lnTo>
                  <a:lnTo>
                    <a:pt x="6617" y="9620"/>
                  </a:lnTo>
                  <a:lnTo>
                    <a:pt x="7032" y="9896"/>
                  </a:lnTo>
                  <a:lnTo>
                    <a:pt x="7229" y="10015"/>
                  </a:lnTo>
                  <a:lnTo>
                    <a:pt x="7407" y="10114"/>
                  </a:lnTo>
                  <a:lnTo>
                    <a:pt x="7585" y="10193"/>
                  </a:lnTo>
                  <a:lnTo>
                    <a:pt x="7723" y="10252"/>
                  </a:lnTo>
                  <a:lnTo>
                    <a:pt x="8019" y="10311"/>
                  </a:lnTo>
                  <a:lnTo>
                    <a:pt x="8296" y="10351"/>
                  </a:lnTo>
                  <a:lnTo>
                    <a:pt x="8553" y="10370"/>
                  </a:lnTo>
                  <a:lnTo>
                    <a:pt x="8810" y="10370"/>
                  </a:lnTo>
                  <a:lnTo>
                    <a:pt x="9027" y="10351"/>
                  </a:lnTo>
                  <a:lnTo>
                    <a:pt x="9205" y="10311"/>
                  </a:lnTo>
                  <a:lnTo>
                    <a:pt x="9363" y="10272"/>
                  </a:lnTo>
                  <a:lnTo>
                    <a:pt x="9481" y="10193"/>
                  </a:lnTo>
                  <a:lnTo>
                    <a:pt x="10489" y="9383"/>
                  </a:lnTo>
                  <a:lnTo>
                    <a:pt x="12503" y="7763"/>
                  </a:lnTo>
                  <a:lnTo>
                    <a:pt x="13550" y="6894"/>
                  </a:lnTo>
                  <a:lnTo>
                    <a:pt x="14459" y="6124"/>
                  </a:lnTo>
                  <a:lnTo>
                    <a:pt x="15110" y="5551"/>
                  </a:lnTo>
                  <a:lnTo>
                    <a:pt x="15288" y="5353"/>
                  </a:lnTo>
                  <a:lnTo>
                    <a:pt x="15328" y="5294"/>
                  </a:lnTo>
                  <a:lnTo>
                    <a:pt x="15347" y="5255"/>
                  </a:lnTo>
                  <a:lnTo>
                    <a:pt x="15328" y="5215"/>
                  </a:lnTo>
                  <a:lnTo>
                    <a:pt x="15249" y="5156"/>
                  </a:lnTo>
                  <a:lnTo>
                    <a:pt x="14952" y="4939"/>
                  </a:lnTo>
                  <a:lnTo>
                    <a:pt x="14518" y="4662"/>
                  </a:lnTo>
                  <a:lnTo>
                    <a:pt x="13925" y="4306"/>
                  </a:lnTo>
                  <a:lnTo>
                    <a:pt x="12464" y="3477"/>
                  </a:lnTo>
                  <a:lnTo>
                    <a:pt x="10765" y="2529"/>
                  </a:lnTo>
                  <a:lnTo>
                    <a:pt x="9047" y="1600"/>
                  </a:lnTo>
                  <a:lnTo>
                    <a:pt x="7506" y="791"/>
                  </a:lnTo>
                  <a:lnTo>
                    <a:pt x="6360" y="218"/>
                  </a:lnTo>
                  <a:lnTo>
                    <a:pt x="5985" y="60"/>
                  </a:lnTo>
                  <a:lnTo>
                    <a:pt x="5867" y="20"/>
                  </a:lnTo>
                  <a:lnTo>
                    <a:pt x="5807" y="1"/>
                  </a:lnTo>
                  <a:close/>
                </a:path>
              </a:pathLst>
            </a:custGeom>
            <a:solidFill>
              <a:srgbClr val="F8C3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9" name="Google Shape;8969;p34"/>
            <p:cNvSpPr/>
            <p:nvPr/>
          </p:nvSpPr>
          <p:spPr>
            <a:xfrm>
              <a:off x="9290172" y="3374987"/>
              <a:ext cx="244652" cy="248815"/>
            </a:xfrm>
            <a:custGeom>
              <a:rect b="b" l="l" r="r" t="t"/>
              <a:pathLst>
                <a:path extrusionOk="0" h="4781" w="4701">
                  <a:moveTo>
                    <a:pt x="0" y="0"/>
                  </a:moveTo>
                  <a:lnTo>
                    <a:pt x="257" y="139"/>
                  </a:lnTo>
                  <a:lnTo>
                    <a:pt x="849" y="494"/>
                  </a:lnTo>
                  <a:lnTo>
                    <a:pt x="1639" y="1008"/>
                  </a:lnTo>
                  <a:lnTo>
                    <a:pt x="2034" y="1284"/>
                  </a:lnTo>
                  <a:lnTo>
                    <a:pt x="2410" y="1561"/>
                  </a:lnTo>
                  <a:lnTo>
                    <a:pt x="2588" y="1719"/>
                  </a:lnTo>
                  <a:lnTo>
                    <a:pt x="2765" y="1916"/>
                  </a:lnTo>
                  <a:lnTo>
                    <a:pt x="2963" y="2134"/>
                  </a:lnTo>
                  <a:lnTo>
                    <a:pt x="3160" y="2390"/>
                  </a:lnTo>
                  <a:lnTo>
                    <a:pt x="3536" y="2904"/>
                  </a:lnTo>
                  <a:lnTo>
                    <a:pt x="3891" y="3457"/>
                  </a:lnTo>
                  <a:lnTo>
                    <a:pt x="4227" y="3951"/>
                  </a:lnTo>
                  <a:lnTo>
                    <a:pt x="4464" y="4385"/>
                  </a:lnTo>
                  <a:lnTo>
                    <a:pt x="4701" y="4780"/>
                  </a:lnTo>
                  <a:lnTo>
                    <a:pt x="4701" y="4780"/>
                  </a:lnTo>
                  <a:lnTo>
                    <a:pt x="4602" y="4524"/>
                  </a:lnTo>
                  <a:lnTo>
                    <a:pt x="4484" y="4227"/>
                  </a:lnTo>
                  <a:lnTo>
                    <a:pt x="4326" y="3872"/>
                  </a:lnTo>
                  <a:lnTo>
                    <a:pt x="4128" y="3457"/>
                  </a:lnTo>
                  <a:lnTo>
                    <a:pt x="3871" y="3023"/>
                  </a:lnTo>
                  <a:lnTo>
                    <a:pt x="3595" y="2568"/>
                  </a:lnTo>
                  <a:lnTo>
                    <a:pt x="3279" y="2134"/>
                  </a:lnTo>
                  <a:lnTo>
                    <a:pt x="3121" y="1936"/>
                  </a:lnTo>
                  <a:lnTo>
                    <a:pt x="2943" y="1758"/>
                  </a:lnTo>
                  <a:lnTo>
                    <a:pt x="2785" y="1581"/>
                  </a:lnTo>
                  <a:lnTo>
                    <a:pt x="2607" y="1423"/>
                  </a:lnTo>
                  <a:lnTo>
                    <a:pt x="2232" y="1146"/>
                  </a:lnTo>
                  <a:lnTo>
                    <a:pt x="1837" y="909"/>
                  </a:lnTo>
                  <a:lnTo>
                    <a:pt x="1442" y="672"/>
                  </a:lnTo>
                  <a:lnTo>
                    <a:pt x="988" y="455"/>
                  </a:lnTo>
                  <a:lnTo>
                    <a:pt x="0"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0" name="Google Shape;8970;p34"/>
            <p:cNvSpPr/>
            <p:nvPr/>
          </p:nvSpPr>
          <p:spPr>
            <a:xfrm>
              <a:off x="9450512" y="3402725"/>
              <a:ext cx="151131" cy="166588"/>
            </a:xfrm>
            <a:custGeom>
              <a:rect b="b" l="l" r="r" t="t"/>
              <a:pathLst>
                <a:path extrusionOk="0" h="3201" w="2904">
                  <a:moveTo>
                    <a:pt x="0" y="1"/>
                  </a:moveTo>
                  <a:lnTo>
                    <a:pt x="178" y="139"/>
                  </a:lnTo>
                  <a:lnTo>
                    <a:pt x="593" y="475"/>
                  </a:lnTo>
                  <a:lnTo>
                    <a:pt x="850" y="712"/>
                  </a:lnTo>
                  <a:lnTo>
                    <a:pt x="1146" y="988"/>
                  </a:lnTo>
                  <a:lnTo>
                    <a:pt x="1442" y="1304"/>
                  </a:lnTo>
                  <a:lnTo>
                    <a:pt x="1758" y="1640"/>
                  </a:lnTo>
                  <a:lnTo>
                    <a:pt x="2252" y="2272"/>
                  </a:lnTo>
                  <a:lnTo>
                    <a:pt x="2627" y="2766"/>
                  </a:lnTo>
                  <a:lnTo>
                    <a:pt x="2845" y="3102"/>
                  </a:lnTo>
                  <a:lnTo>
                    <a:pt x="2904" y="3201"/>
                  </a:lnTo>
                  <a:lnTo>
                    <a:pt x="2805" y="3023"/>
                  </a:lnTo>
                  <a:lnTo>
                    <a:pt x="2548" y="2569"/>
                  </a:lnTo>
                  <a:lnTo>
                    <a:pt x="2134" y="1976"/>
                  </a:lnTo>
                  <a:lnTo>
                    <a:pt x="1897" y="1640"/>
                  </a:lnTo>
                  <a:lnTo>
                    <a:pt x="1660" y="1324"/>
                  </a:lnTo>
                  <a:lnTo>
                    <a:pt x="1403" y="1028"/>
                  </a:lnTo>
                  <a:lnTo>
                    <a:pt x="1146" y="751"/>
                  </a:lnTo>
                  <a:lnTo>
                    <a:pt x="909" y="534"/>
                  </a:lnTo>
                  <a:lnTo>
                    <a:pt x="692" y="356"/>
                  </a:lnTo>
                  <a:lnTo>
                    <a:pt x="395" y="99"/>
                  </a:lnTo>
                  <a:lnTo>
                    <a:pt x="277" y="20"/>
                  </a:lnTo>
                  <a:lnTo>
                    <a:pt x="0"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1" name="Google Shape;8971;p34"/>
            <p:cNvSpPr/>
            <p:nvPr/>
          </p:nvSpPr>
          <p:spPr>
            <a:xfrm>
              <a:off x="9166780" y="3347249"/>
              <a:ext cx="123445" cy="75097"/>
            </a:xfrm>
            <a:custGeom>
              <a:rect b="b" l="l" r="r" t="t"/>
              <a:pathLst>
                <a:path extrusionOk="0" h="1443" w="2372">
                  <a:moveTo>
                    <a:pt x="811" y="0"/>
                  </a:moveTo>
                  <a:lnTo>
                    <a:pt x="653" y="20"/>
                  </a:lnTo>
                  <a:lnTo>
                    <a:pt x="297" y="454"/>
                  </a:lnTo>
                  <a:lnTo>
                    <a:pt x="60" y="770"/>
                  </a:lnTo>
                  <a:lnTo>
                    <a:pt x="1" y="869"/>
                  </a:lnTo>
                  <a:lnTo>
                    <a:pt x="1" y="909"/>
                  </a:lnTo>
                  <a:lnTo>
                    <a:pt x="1" y="928"/>
                  </a:lnTo>
                  <a:lnTo>
                    <a:pt x="218" y="1027"/>
                  </a:lnTo>
                  <a:lnTo>
                    <a:pt x="633" y="1205"/>
                  </a:lnTo>
                  <a:lnTo>
                    <a:pt x="870" y="1284"/>
                  </a:lnTo>
                  <a:lnTo>
                    <a:pt x="1087" y="1363"/>
                  </a:lnTo>
                  <a:lnTo>
                    <a:pt x="1304" y="1422"/>
                  </a:lnTo>
                  <a:lnTo>
                    <a:pt x="1502" y="1442"/>
                  </a:lnTo>
                  <a:lnTo>
                    <a:pt x="1640" y="1403"/>
                  </a:lnTo>
                  <a:lnTo>
                    <a:pt x="1798" y="1343"/>
                  </a:lnTo>
                  <a:lnTo>
                    <a:pt x="1917" y="1264"/>
                  </a:lnTo>
                  <a:lnTo>
                    <a:pt x="2035" y="1146"/>
                  </a:lnTo>
                  <a:lnTo>
                    <a:pt x="2134" y="1027"/>
                  </a:lnTo>
                  <a:lnTo>
                    <a:pt x="2233" y="928"/>
                  </a:lnTo>
                  <a:lnTo>
                    <a:pt x="2312" y="770"/>
                  </a:lnTo>
                  <a:lnTo>
                    <a:pt x="2351" y="672"/>
                  </a:lnTo>
                  <a:lnTo>
                    <a:pt x="2371" y="593"/>
                  </a:lnTo>
                  <a:lnTo>
                    <a:pt x="2371" y="533"/>
                  </a:lnTo>
                  <a:lnTo>
                    <a:pt x="2253" y="494"/>
                  </a:lnTo>
                  <a:lnTo>
                    <a:pt x="2253" y="533"/>
                  </a:lnTo>
                  <a:lnTo>
                    <a:pt x="2213" y="652"/>
                  </a:lnTo>
                  <a:lnTo>
                    <a:pt x="2174" y="731"/>
                  </a:lnTo>
                  <a:lnTo>
                    <a:pt x="2114" y="830"/>
                  </a:lnTo>
                  <a:lnTo>
                    <a:pt x="2035" y="909"/>
                  </a:lnTo>
                  <a:lnTo>
                    <a:pt x="1936" y="1007"/>
                  </a:lnTo>
                  <a:lnTo>
                    <a:pt x="1739" y="1146"/>
                  </a:lnTo>
                  <a:lnTo>
                    <a:pt x="1640" y="1185"/>
                  </a:lnTo>
                  <a:lnTo>
                    <a:pt x="1561" y="1225"/>
                  </a:lnTo>
                  <a:lnTo>
                    <a:pt x="1462" y="1225"/>
                  </a:lnTo>
                  <a:lnTo>
                    <a:pt x="1364" y="1245"/>
                  </a:lnTo>
                  <a:lnTo>
                    <a:pt x="1127" y="1205"/>
                  </a:lnTo>
                  <a:lnTo>
                    <a:pt x="988" y="1185"/>
                  </a:lnTo>
                  <a:lnTo>
                    <a:pt x="830" y="1126"/>
                  </a:lnTo>
                  <a:lnTo>
                    <a:pt x="534" y="988"/>
                  </a:lnTo>
                  <a:lnTo>
                    <a:pt x="179" y="830"/>
                  </a:lnTo>
                  <a:lnTo>
                    <a:pt x="811" y="0"/>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2" name="Google Shape;8972;p34"/>
            <p:cNvSpPr/>
            <p:nvPr/>
          </p:nvSpPr>
          <p:spPr>
            <a:xfrm>
              <a:off x="9001287" y="3788199"/>
              <a:ext cx="127504" cy="125474"/>
            </a:xfrm>
            <a:custGeom>
              <a:rect b="b" l="l" r="r" t="t"/>
              <a:pathLst>
                <a:path extrusionOk="0" h="2411" w="2450">
                  <a:moveTo>
                    <a:pt x="613" y="139"/>
                  </a:moveTo>
                  <a:lnTo>
                    <a:pt x="850" y="198"/>
                  </a:lnTo>
                  <a:lnTo>
                    <a:pt x="1364" y="297"/>
                  </a:lnTo>
                  <a:lnTo>
                    <a:pt x="1660" y="376"/>
                  </a:lnTo>
                  <a:lnTo>
                    <a:pt x="1917" y="475"/>
                  </a:lnTo>
                  <a:lnTo>
                    <a:pt x="2114" y="574"/>
                  </a:lnTo>
                  <a:lnTo>
                    <a:pt x="2193" y="633"/>
                  </a:lnTo>
                  <a:lnTo>
                    <a:pt x="2233" y="692"/>
                  </a:lnTo>
                  <a:lnTo>
                    <a:pt x="2252" y="751"/>
                  </a:lnTo>
                  <a:lnTo>
                    <a:pt x="2272" y="830"/>
                  </a:lnTo>
                  <a:lnTo>
                    <a:pt x="2292" y="1028"/>
                  </a:lnTo>
                  <a:lnTo>
                    <a:pt x="2272" y="1245"/>
                  </a:lnTo>
                  <a:lnTo>
                    <a:pt x="2233" y="1482"/>
                  </a:lnTo>
                  <a:lnTo>
                    <a:pt x="2154" y="1699"/>
                  </a:lnTo>
                  <a:lnTo>
                    <a:pt x="2055" y="1897"/>
                  </a:lnTo>
                  <a:lnTo>
                    <a:pt x="1917" y="2075"/>
                  </a:lnTo>
                  <a:lnTo>
                    <a:pt x="1857" y="2134"/>
                  </a:lnTo>
                  <a:lnTo>
                    <a:pt x="1778" y="2193"/>
                  </a:lnTo>
                  <a:lnTo>
                    <a:pt x="1699" y="2213"/>
                  </a:lnTo>
                  <a:lnTo>
                    <a:pt x="1601" y="2233"/>
                  </a:lnTo>
                  <a:lnTo>
                    <a:pt x="1364" y="2233"/>
                  </a:lnTo>
                  <a:lnTo>
                    <a:pt x="1107" y="2193"/>
                  </a:lnTo>
                  <a:lnTo>
                    <a:pt x="850" y="2134"/>
                  </a:lnTo>
                  <a:lnTo>
                    <a:pt x="613" y="2055"/>
                  </a:lnTo>
                  <a:lnTo>
                    <a:pt x="396" y="1976"/>
                  </a:lnTo>
                  <a:lnTo>
                    <a:pt x="159" y="1897"/>
                  </a:lnTo>
                  <a:lnTo>
                    <a:pt x="159" y="1857"/>
                  </a:lnTo>
                  <a:lnTo>
                    <a:pt x="159" y="1798"/>
                  </a:lnTo>
                  <a:lnTo>
                    <a:pt x="198" y="1601"/>
                  </a:lnTo>
                  <a:lnTo>
                    <a:pt x="356" y="1008"/>
                  </a:lnTo>
                  <a:lnTo>
                    <a:pt x="613" y="139"/>
                  </a:lnTo>
                  <a:close/>
                  <a:moveTo>
                    <a:pt x="534" y="1"/>
                  </a:moveTo>
                  <a:lnTo>
                    <a:pt x="238" y="969"/>
                  </a:lnTo>
                  <a:lnTo>
                    <a:pt x="60" y="1660"/>
                  </a:lnTo>
                  <a:lnTo>
                    <a:pt x="1" y="1897"/>
                  </a:lnTo>
                  <a:lnTo>
                    <a:pt x="1" y="1976"/>
                  </a:lnTo>
                  <a:lnTo>
                    <a:pt x="20" y="1996"/>
                  </a:lnTo>
                  <a:lnTo>
                    <a:pt x="277" y="2114"/>
                  </a:lnTo>
                  <a:lnTo>
                    <a:pt x="514" y="2193"/>
                  </a:lnTo>
                  <a:lnTo>
                    <a:pt x="791" y="2272"/>
                  </a:lnTo>
                  <a:lnTo>
                    <a:pt x="1107" y="2351"/>
                  </a:lnTo>
                  <a:lnTo>
                    <a:pt x="1403" y="2391"/>
                  </a:lnTo>
                  <a:lnTo>
                    <a:pt x="1541" y="2411"/>
                  </a:lnTo>
                  <a:lnTo>
                    <a:pt x="1660" y="2391"/>
                  </a:lnTo>
                  <a:lnTo>
                    <a:pt x="1778" y="2371"/>
                  </a:lnTo>
                  <a:lnTo>
                    <a:pt x="1877" y="2332"/>
                  </a:lnTo>
                  <a:lnTo>
                    <a:pt x="1956" y="2292"/>
                  </a:lnTo>
                  <a:lnTo>
                    <a:pt x="2035" y="2213"/>
                  </a:lnTo>
                  <a:lnTo>
                    <a:pt x="2114" y="2114"/>
                  </a:lnTo>
                  <a:lnTo>
                    <a:pt x="2173" y="2015"/>
                  </a:lnTo>
                  <a:lnTo>
                    <a:pt x="2292" y="1778"/>
                  </a:lnTo>
                  <a:lnTo>
                    <a:pt x="2371" y="1522"/>
                  </a:lnTo>
                  <a:lnTo>
                    <a:pt x="2430" y="1245"/>
                  </a:lnTo>
                  <a:lnTo>
                    <a:pt x="2450" y="1008"/>
                  </a:lnTo>
                  <a:lnTo>
                    <a:pt x="2450" y="791"/>
                  </a:lnTo>
                  <a:lnTo>
                    <a:pt x="2430" y="692"/>
                  </a:lnTo>
                  <a:lnTo>
                    <a:pt x="2391" y="613"/>
                  </a:lnTo>
                  <a:lnTo>
                    <a:pt x="2351" y="554"/>
                  </a:lnTo>
                  <a:lnTo>
                    <a:pt x="2252" y="495"/>
                  </a:lnTo>
                  <a:lnTo>
                    <a:pt x="2154" y="435"/>
                  </a:lnTo>
                  <a:lnTo>
                    <a:pt x="2015" y="376"/>
                  </a:lnTo>
                  <a:lnTo>
                    <a:pt x="1719" y="258"/>
                  </a:lnTo>
                  <a:lnTo>
                    <a:pt x="1403" y="179"/>
                  </a:lnTo>
                  <a:lnTo>
                    <a:pt x="791" y="40"/>
                  </a:lnTo>
                  <a:lnTo>
                    <a:pt x="534" y="1"/>
                  </a:lnTo>
                  <a:close/>
                </a:path>
              </a:pathLst>
            </a:custGeom>
            <a:solidFill>
              <a:srgbClr val="E19E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3" name="Google Shape;8973;p34"/>
            <p:cNvSpPr/>
            <p:nvPr/>
          </p:nvSpPr>
          <p:spPr>
            <a:xfrm>
              <a:off x="9430997" y="3790281"/>
              <a:ext cx="524276" cy="486285"/>
            </a:xfrm>
            <a:custGeom>
              <a:rect b="b" l="l" r="r" t="t"/>
              <a:pathLst>
                <a:path extrusionOk="0" h="9344" w="10074">
                  <a:moveTo>
                    <a:pt x="6894" y="0"/>
                  </a:moveTo>
                  <a:lnTo>
                    <a:pt x="0" y="5353"/>
                  </a:lnTo>
                  <a:lnTo>
                    <a:pt x="1659" y="8276"/>
                  </a:lnTo>
                  <a:lnTo>
                    <a:pt x="1738" y="8434"/>
                  </a:lnTo>
                  <a:lnTo>
                    <a:pt x="1896" y="8731"/>
                  </a:lnTo>
                  <a:lnTo>
                    <a:pt x="1936" y="8770"/>
                  </a:lnTo>
                  <a:lnTo>
                    <a:pt x="1956" y="8810"/>
                  </a:lnTo>
                  <a:lnTo>
                    <a:pt x="2252" y="9343"/>
                  </a:lnTo>
                  <a:lnTo>
                    <a:pt x="3180" y="8790"/>
                  </a:lnTo>
                  <a:lnTo>
                    <a:pt x="3239" y="8750"/>
                  </a:lnTo>
                  <a:lnTo>
                    <a:pt x="3595" y="8533"/>
                  </a:lnTo>
                  <a:lnTo>
                    <a:pt x="3674" y="8494"/>
                  </a:lnTo>
                  <a:lnTo>
                    <a:pt x="3792" y="8415"/>
                  </a:lnTo>
                  <a:lnTo>
                    <a:pt x="3812" y="8415"/>
                  </a:lnTo>
                  <a:lnTo>
                    <a:pt x="3871" y="8375"/>
                  </a:lnTo>
                  <a:lnTo>
                    <a:pt x="3970" y="8316"/>
                  </a:lnTo>
                  <a:lnTo>
                    <a:pt x="3990" y="8296"/>
                  </a:lnTo>
                  <a:lnTo>
                    <a:pt x="4168" y="8197"/>
                  </a:lnTo>
                  <a:lnTo>
                    <a:pt x="4187" y="8178"/>
                  </a:lnTo>
                  <a:lnTo>
                    <a:pt x="8612" y="5491"/>
                  </a:lnTo>
                  <a:lnTo>
                    <a:pt x="9046" y="5235"/>
                  </a:lnTo>
                  <a:lnTo>
                    <a:pt x="9066" y="5215"/>
                  </a:lnTo>
                  <a:lnTo>
                    <a:pt x="9916" y="4701"/>
                  </a:lnTo>
                  <a:lnTo>
                    <a:pt x="10074" y="4622"/>
                  </a:lnTo>
                  <a:lnTo>
                    <a:pt x="10054" y="4603"/>
                  </a:lnTo>
                  <a:lnTo>
                    <a:pt x="10034" y="4563"/>
                  </a:lnTo>
                  <a:lnTo>
                    <a:pt x="9995" y="4504"/>
                  </a:lnTo>
                  <a:lnTo>
                    <a:pt x="9244" y="3417"/>
                  </a:lnTo>
                  <a:lnTo>
                    <a:pt x="6894" y="0"/>
                  </a:lnTo>
                  <a:close/>
                </a:path>
              </a:pathLst>
            </a:custGeom>
            <a:solidFill>
              <a:srgbClr val="F7C2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4" name="Google Shape;8974;p34"/>
            <p:cNvSpPr/>
            <p:nvPr/>
          </p:nvSpPr>
          <p:spPr>
            <a:xfrm>
              <a:off x="9899685" y="3963996"/>
              <a:ext cx="52" cy="2082"/>
            </a:xfrm>
            <a:custGeom>
              <a:rect b="b" l="l" r="r" t="t"/>
              <a:pathLst>
                <a:path extrusionOk="0" h="40" w="1">
                  <a:moveTo>
                    <a:pt x="1" y="40"/>
                  </a:moveTo>
                  <a:lnTo>
                    <a:pt x="1" y="40"/>
                  </a:lnTo>
                  <a:lnTo>
                    <a:pt x="1" y="0"/>
                  </a:lnTo>
                  <a:lnTo>
                    <a:pt x="1" y="0"/>
                  </a:lnTo>
                  <a:lnTo>
                    <a:pt x="1" y="2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5" name="Google Shape;8975;p34"/>
            <p:cNvSpPr/>
            <p:nvPr/>
          </p:nvSpPr>
          <p:spPr>
            <a:xfrm>
              <a:off x="9839057" y="4092487"/>
              <a:ext cx="52" cy="2082"/>
            </a:xfrm>
            <a:custGeom>
              <a:rect b="b" l="l" r="r" t="t"/>
              <a:pathLst>
                <a:path extrusionOk="0" h="40" w="1">
                  <a:moveTo>
                    <a:pt x="1" y="40"/>
                  </a:moveTo>
                  <a:lnTo>
                    <a:pt x="1" y="40"/>
                  </a:lnTo>
                  <a:lnTo>
                    <a:pt x="1" y="0"/>
                  </a:lnTo>
                  <a:lnTo>
                    <a:pt x="1" y="0"/>
                  </a:lnTo>
                  <a:lnTo>
                    <a:pt x="1" y="40"/>
                  </a:lnTo>
                  <a:lnTo>
                    <a:pt x="1"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6" name="Google Shape;8976;p34"/>
            <p:cNvSpPr/>
            <p:nvPr/>
          </p:nvSpPr>
          <p:spPr>
            <a:xfrm>
              <a:off x="9783580" y="4010261"/>
              <a:ext cx="0" cy="2082"/>
            </a:xfrm>
            <a:custGeom>
              <a:rect b="b" l="l" r="r" t="t"/>
              <a:pathLst>
                <a:path extrusionOk="0" h="40" w="0">
                  <a:moveTo>
                    <a:pt x="0" y="40"/>
                  </a:moveTo>
                  <a:lnTo>
                    <a:pt x="0" y="40"/>
                  </a:lnTo>
                  <a:lnTo>
                    <a:pt x="0" y="0"/>
                  </a:lnTo>
                  <a:lnTo>
                    <a:pt x="0" y="0"/>
                  </a:lnTo>
                  <a:lnTo>
                    <a:pt x="0" y="40"/>
                  </a:lnTo>
                  <a:lnTo>
                    <a:pt x="0" y="4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7" name="Google Shape;8977;p34"/>
            <p:cNvSpPr/>
            <p:nvPr/>
          </p:nvSpPr>
          <p:spPr>
            <a:xfrm>
              <a:off x="9582074" y="4156239"/>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8" name="Google Shape;8978;p34"/>
            <p:cNvSpPr/>
            <p:nvPr/>
          </p:nvSpPr>
          <p:spPr>
            <a:xfrm>
              <a:off x="9953184" y="4027747"/>
              <a:ext cx="1041" cy="3123"/>
            </a:xfrm>
            <a:custGeom>
              <a:rect b="b" l="l" r="r" t="t"/>
              <a:pathLst>
                <a:path extrusionOk="0" h="60" w="20">
                  <a:moveTo>
                    <a:pt x="0" y="0"/>
                  </a:moveTo>
                  <a:lnTo>
                    <a:pt x="0" y="59"/>
                  </a:lnTo>
                  <a:lnTo>
                    <a:pt x="20" y="40"/>
                  </a:lnTo>
                  <a:lnTo>
                    <a:pt x="0"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9" name="Google Shape;8979;p34"/>
            <p:cNvSpPr/>
            <p:nvPr/>
          </p:nvSpPr>
          <p:spPr>
            <a:xfrm>
              <a:off x="9516293" y="3966026"/>
              <a:ext cx="434867" cy="310538"/>
            </a:xfrm>
            <a:custGeom>
              <a:rect b="b" l="l" r="r" t="t"/>
              <a:pathLst>
                <a:path extrusionOk="0" h="5967" w="8356">
                  <a:moveTo>
                    <a:pt x="7427" y="21"/>
                  </a:moveTo>
                  <a:lnTo>
                    <a:pt x="7427" y="40"/>
                  </a:lnTo>
                  <a:lnTo>
                    <a:pt x="7447" y="80"/>
                  </a:lnTo>
                  <a:lnTo>
                    <a:pt x="7427" y="100"/>
                  </a:lnTo>
                  <a:lnTo>
                    <a:pt x="7467" y="100"/>
                  </a:lnTo>
                  <a:lnTo>
                    <a:pt x="7486" y="80"/>
                  </a:lnTo>
                  <a:lnTo>
                    <a:pt x="7467" y="21"/>
                  </a:lnTo>
                  <a:close/>
                  <a:moveTo>
                    <a:pt x="4701" y="1364"/>
                  </a:moveTo>
                  <a:lnTo>
                    <a:pt x="4642" y="1423"/>
                  </a:lnTo>
                  <a:lnTo>
                    <a:pt x="4642" y="1423"/>
                  </a:lnTo>
                  <a:lnTo>
                    <a:pt x="4682" y="1403"/>
                  </a:lnTo>
                  <a:lnTo>
                    <a:pt x="4701" y="1364"/>
                  </a:lnTo>
                  <a:close/>
                  <a:moveTo>
                    <a:pt x="79" y="4662"/>
                  </a:moveTo>
                  <a:lnTo>
                    <a:pt x="60" y="4801"/>
                  </a:lnTo>
                  <a:lnTo>
                    <a:pt x="40" y="4860"/>
                  </a:lnTo>
                  <a:lnTo>
                    <a:pt x="20" y="4899"/>
                  </a:lnTo>
                  <a:lnTo>
                    <a:pt x="0" y="4939"/>
                  </a:lnTo>
                  <a:lnTo>
                    <a:pt x="0" y="4978"/>
                  </a:lnTo>
                  <a:lnTo>
                    <a:pt x="0" y="4998"/>
                  </a:lnTo>
                  <a:lnTo>
                    <a:pt x="0" y="5018"/>
                  </a:lnTo>
                  <a:lnTo>
                    <a:pt x="20" y="5077"/>
                  </a:lnTo>
                  <a:lnTo>
                    <a:pt x="60" y="5077"/>
                  </a:lnTo>
                  <a:lnTo>
                    <a:pt x="99" y="5057"/>
                  </a:lnTo>
                  <a:lnTo>
                    <a:pt x="119" y="4998"/>
                  </a:lnTo>
                  <a:lnTo>
                    <a:pt x="119" y="4939"/>
                  </a:lnTo>
                  <a:lnTo>
                    <a:pt x="158" y="4919"/>
                  </a:lnTo>
                  <a:lnTo>
                    <a:pt x="218" y="4919"/>
                  </a:lnTo>
                  <a:lnTo>
                    <a:pt x="218" y="4880"/>
                  </a:lnTo>
                  <a:lnTo>
                    <a:pt x="198" y="4840"/>
                  </a:lnTo>
                  <a:lnTo>
                    <a:pt x="158" y="4781"/>
                  </a:lnTo>
                  <a:lnTo>
                    <a:pt x="198" y="4741"/>
                  </a:lnTo>
                  <a:lnTo>
                    <a:pt x="158" y="4722"/>
                  </a:lnTo>
                  <a:lnTo>
                    <a:pt x="79" y="4662"/>
                  </a:lnTo>
                  <a:close/>
                  <a:moveTo>
                    <a:pt x="7368" y="1"/>
                  </a:moveTo>
                  <a:lnTo>
                    <a:pt x="7328" y="21"/>
                  </a:lnTo>
                  <a:lnTo>
                    <a:pt x="7269" y="40"/>
                  </a:lnTo>
                  <a:lnTo>
                    <a:pt x="7309" y="60"/>
                  </a:lnTo>
                  <a:lnTo>
                    <a:pt x="7309" y="100"/>
                  </a:lnTo>
                  <a:lnTo>
                    <a:pt x="7309" y="139"/>
                  </a:lnTo>
                  <a:lnTo>
                    <a:pt x="7328" y="159"/>
                  </a:lnTo>
                  <a:lnTo>
                    <a:pt x="7348" y="60"/>
                  </a:lnTo>
                  <a:lnTo>
                    <a:pt x="7368" y="60"/>
                  </a:lnTo>
                  <a:lnTo>
                    <a:pt x="7388" y="80"/>
                  </a:lnTo>
                  <a:lnTo>
                    <a:pt x="7388" y="100"/>
                  </a:lnTo>
                  <a:lnTo>
                    <a:pt x="7407" y="139"/>
                  </a:lnTo>
                  <a:lnTo>
                    <a:pt x="7388" y="159"/>
                  </a:lnTo>
                  <a:lnTo>
                    <a:pt x="7368" y="198"/>
                  </a:lnTo>
                  <a:lnTo>
                    <a:pt x="7368" y="258"/>
                  </a:lnTo>
                  <a:lnTo>
                    <a:pt x="7368" y="337"/>
                  </a:lnTo>
                  <a:lnTo>
                    <a:pt x="7328" y="416"/>
                  </a:lnTo>
                  <a:lnTo>
                    <a:pt x="7249" y="376"/>
                  </a:lnTo>
                  <a:lnTo>
                    <a:pt x="7249" y="356"/>
                  </a:lnTo>
                  <a:lnTo>
                    <a:pt x="7249" y="317"/>
                  </a:lnTo>
                  <a:lnTo>
                    <a:pt x="7190" y="238"/>
                  </a:lnTo>
                  <a:lnTo>
                    <a:pt x="7190" y="277"/>
                  </a:lnTo>
                  <a:lnTo>
                    <a:pt x="7170" y="297"/>
                  </a:lnTo>
                  <a:lnTo>
                    <a:pt x="7131" y="277"/>
                  </a:lnTo>
                  <a:lnTo>
                    <a:pt x="7072" y="238"/>
                  </a:lnTo>
                  <a:lnTo>
                    <a:pt x="7052" y="238"/>
                  </a:lnTo>
                  <a:lnTo>
                    <a:pt x="7072" y="277"/>
                  </a:lnTo>
                  <a:lnTo>
                    <a:pt x="7072" y="356"/>
                  </a:lnTo>
                  <a:lnTo>
                    <a:pt x="7052" y="396"/>
                  </a:lnTo>
                  <a:lnTo>
                    <a:pt x="7012" y="376"/>
                  </a:lnTo>
                  <a:lnTo>
                    <a:pt x="6993" y="337"/>
                  </a:lnTo>
                  <a:lnTo>
                    <a:pt x="6973" y="297"/>
                  </a:lnTo>
                  <a:lnTo>
                    <a:pt x="6914" y="317"/>
                  </a:lnTo>
                  <a:lnTo>
                    <a:pt x="6756" y="317"/>
                  </a:lnTo>
                  <a:lnTo>
                    <a:pt x="6677" y="337"/>
                  </a:lnTo>
                  <a:lnTo>
                    <a:pt x="6637" y="356"/>
                  </a:lnTo>
                  <a:lnTo>
                    <a:pt x="6598" y="376"/>
                  </a:lnTo>
                  <a:lnTo>
                    <a:pt x="6696" y="455"/>
                  </a:lnTo>
                  <a:lnTo>
                    <a:pt x="6677" y="356"/>
                  </a:lnTo>
                  <a:lnTo>
                    <a:pt x="6716" y="416"/>
                  </a:lnTo>
                  <a:lnTo>
                    <a:pt x="6736" y="495"/>
                  </a:lnTo>
                  <a:lnTo>
                    <a:pt x="6756" y="653"/>
                  </a:lnTo>
                  <a:lnTo>
                    <a:pt x="6736" y="633"/>
                  </a:lnTo>
                  <a:lnTo>
                    <a:pt x="6677" y="633"/>
                  </a:lnTo>
                  <a:lnTo>
                    <a:pt x="6677" y="593"/>
                  </a:lnTo>
                  <a:lnTo>
                    <a:pt x="6617" y="672"/>
                  </a:lnTo>
                  <a:lnTo>
                    <a:pt x="6657" y="692"/>
                  </a:lnTo>
                  <a:lnTo>
                    <a:pt x="6677" y="692"/>
                  </a:lnTo>
                  <a:lnTo>
                    <a:pt x="6677" y="732"/>
                  </a:lnTo>
                  <a:lnTo>
                    <a:pt x="6617" y="712"/>
                  </a:lnTo>
                  <a:lnTo>
                    <a:pt x="6578" y="692"/>
                  </a:lnTo>
                  <a:lnTo>
                    <a:pt x="6578" y="633"/>
                  </a:lnTo>
                  <a:lnTo>
                    <a:pt x="6558" y="653"/>
                  </a:lnTo>
                  <a:lnTo>
                    <a:pt x="6538" y="692"/>
                  </a:lnTo>
                  <a:lnTo>
                    <a:pt x="6538" y="712"/>
                  </a:lnTo>
                  <a:lnTo>
                    <a:pt x="6538" y="751"/>
                  </a:lnTo>
                  <a:lnTo>
                    <a:pt x="6519" y="751"/>
                  </a:lnTo>
                  <a:lnTo>
                    <a:pt x="6499" y="692"/>
                  </a:lnTo>
                  <a:lnTo>
                    <a:pt x="6519" y="593"/>
                  </a:lnTo>
                  <a:lnTo>
                    <a:pt x="6479" y="574"/>
                  </a:lnTo>
                  <a:lnTo>
                    <a:pt x="6459" y="554"/>
                  </a:lnTo>
                  <a:lnTo>
                    <a:pt x="6440" y="475"/>
                  </a:lnTo>
                  <a:lnTo>
                    <a:pt x="6380" y="514"/>
                  </a:lnTo>
                  <a:lnTo>
                    <a:pt x="6361" y="416"/>
                  </a:lnTo>
                  <a:lnTo>
                    <a:pt x="6341" y="416"/>
                  </a:lnTo>
                  <a:lnTo>
                    <a:pt x="6321" y="455"/>
                  </a:lnTo>
                  <a:lnTo>
                    <a:pt x="6301" y="475"/>
                  </a:lnTo>
                  <a:lnTo>
                    <a:pt x="6262" y="455"/>
                  </a:lnTo>
                  <a:lnTo>
                    <a:pt x="6282" y="534"/>
                  </a:lnTo>
                  <a:lnTo>
                    <a:pt x="6143" y="514"/>
                  </a:lnTo>
                  <a:lnTo>
                    <a:pt x="6025" y="534"/>
                  </a:lnTo>
                  <a:lnTo>
                    <a:pt x="6064" y="593"/>
                  </a:lnTo>
                  <a:lnTo>
                    <a:pt x="6045" y="633"/>
                  </a:lnTo>
                  <a:lnTo>
                    <a:pt x="6025" y="633"/>
                  </a:lnTo>
                  <a:lnTo>
                    <a:pt x="5985" y="613"/>
                  </a:lnTo>
                  <a:lnTo>
                    <a:pt x="5946" y="574"/>
                  </a:lnTo>
                  <a:lnTo>
                    <a:pt x="5906" y="574"/>
                  </a:lnTo>
                  <a:lnTo>
                    <a:pt x="5867" y="613"/>
                  </a:lnTo>
                  <a:lnTo>
                    <a:pt x="5847" y="653"/>
                  </a:lnTo>
                  <a:lnTo>
                    <a:pt x="5808" y="692"/>
                  </a:lnTo>
                  <a:lnTo>
                    <a:pt x="5808" y="732"/>
                  </a:lnTo>
                  <a:lnTo>
                    <a:pt x="5827" y="811"/>
                  </a:lnTo>
                  <a:lnTo>
                    <a:pt x="5808" y="830"/>
                  </a:lnTo>
                  <a:lnTo>
                    <a:pt x="5788" y="811"/>
                  </a:lnTo>
                  <a:lnTo>
                    <a:pt x="5748" y="771"/>
                  </a:lnTo>
                  <a:lnTo>
                    <a:pt x="5729" y="890"/>
                  </a:lnTo>
                  <a:lnTo>
                    <a:pt x="5689" y="909"/>
                  </a:lnTo>
                  <a:lnTo>
                    <a:pt x="5669" y="929"/>
                  </a:lnTo>
                  <a:lnTo>
                    <a:pt x="5650" y="909"/>
                  </a:lnTo>
                  <a:lnTo>
                    <a:pt x="5709" y="811"/>
                  </a:lnTo>
                  <a:lnTo>
                    <a:pt x="5689" y="791"/>
                  </a:lnTo>
                  <a:lnTo>
                    <a:pt x="5669" y="771"/>
                  </a:lnTo>
                  <a:lnTo>
                    <a:pt x="5630" y="791"/>
                  </a:lnTo>
                  <a:lnTo>
                    <a:pt x="5571" y="811"/>
                  </a:lnTo>
                  <a:lnTo>
                    <a:pt x="5531" y="811"/>
                  </a:lnTo>
                  <a:lnTo>
                    <a:pt x="5413" y="1127"/>
                  </a:lnTo>
                  <a:lnTo>
                    <a:pt x="5452" y="1186"/>
                  </a:lnTo>
                  <a:lnTo>
                    <a:pt x="5492" y="1265"/>
                  </a:lnTo>
                  <a:lnTo>
                    <a:pt x="5492" y="1344"/>
                  </a:lnTo>
                  <a:lnTo>
                    <a:pt x="5492" y="1423"/>
                  </a:lnTo>
                  <a:lnTo>
                    <a:pt x="5472" y="1384"/>
                  </a:lnTo>
                  <a:lnTo>
                    <a:pt x="5432" y="1364"/>
                  </a:lnTo>
                  <a:lnTo>
                    <a:pt x="5334" y="1364"/>
                  </a:lnTo>
                  <a:lnTo>
                    <a:pt x="5314" y="1324"/>
                  </a:lnTo>
                  <a:lnTo>
                    <a:pt x="5274" y="1285"/>
                  </a:lnTo>
                  <a:lnTo>
                    <a:pt x="5235" y="1245"/>
                  </a:lnTo>
                  <a:lnTo>
                    <a:pt x="5255" y="1226"/>
                  </a:lnTo>
                  <a:lnTo>
                    <a:pt x="5255" y="1206"/>
                  </a:lnTo>
                  <a:lnTo>
                    <a:pt x="5314" y="1245"/>
                  </a:lnTo>
                  <a:lnTo>
                    <a:pt x="5334" y="1265"/>
                  </a:lnTo>
                  <a:lnTo>
                    <a:pt x="5353" y="1245"/>
                  </a:lnTo>
                  <a:lnTo>
                    <a:pt x="5274" y="1186"/>
                  </a:lnTo>
                  <a:lnTo>
                    <a:pt x="5156" y="1127"/>
                  </a:lnTo>
                  <a:lnTo>
                    <a:pt x="5176" y="1067"/>
                  </a:lnTo>
                  <a:lnTo>
                    <a:pt x="5195" y="1028"/>
                  </a:lnTo>
                  <a:lnTo>
                    <a:pt x="5195" y="1067"/>
                  </a:lnTo>
                  <a:lnTo>
                    <a:pt x="5215" y="1107"/>
                  </a:lnTo>
                  <a:lnTo>
                    <a:pt x="5235" y="1067"/>
                  </a:lnTo>
                  <a:lnTo>
                    <a:pt x="5235" y="1028"/>
                  </a:lnTo>
                  <a:lnTo>
                    <a:pt x="5215" y="988"/>
                  </a:lnTo>
                  <a:lnTo>
                    <a:pt x="5156" y="949"/>
                  </a:lnTo>
                  <a:lnTo>
                    <a:pt x="5136" y="890"/>
                  </a:lnTo>
                  <a:lnTo>
                    <a:pt x="5096" y="929"/>
                  </a:lnTo>
                  <a:lnTo>
                    <a:pt x="5077" y="949"/>
                  </a:lnTo>
                  <a:lnTo>
                    <a:pt x="5096" y="969"/>
                  </a:lnTo>
                  <a:lnTo>
                    <a:pt x="5057" y="949"/>
                  </a:lnTo>
                  <a:lnTo>
                    <a:pt x="5017" y="949"/>
                  </a:lnTo>
                  <a:lnTo>
                    <a:pt x="4998" y="969"/>
                  </a:lnTo>
                  <a:lnTo>
                    <a:pt x="4978" y="988"/>
                  </a:lnTo>
                  <a:lnTo>
                    <a:pt x="4938" y="1048"/>
                  </a:lnTo>
                  <a:lnTo>
                    <a:pt x="4899" y="1048"/>
                  </a:lnTo>
                  <a:lnTo>
                    <a:pt x="4859" y="1028"/>
                  </a:lnTo>
                  <a:lnTo>
                    <a:pt x="4859" y="1028"/>
                  </a:lnTo>
                  <a:lnTo>
                    <a:pt x="4899" y="1067"/>
                  </a:lnTo>
                  <a:lnTo>
                    <a:pt x="4899" y="1087"/>
                  </a:lnTo>
                  <a:lnTo>
                    <a:pt x="4899" y="1127"/>
                  </a:lnTo>
                  <a:lnTo>
                    <a:pt x="4859" y="1147"/>
                  </a:lnTo>
                  <a:lnTo>
                    <a:pt x="4840" y="1127"/>
                  </a:lnTo>
                  <a:lnTo>
                    <a:pt x="4780" y="1087"/>
                  </a:lnTo>
                  <a:lnTo>
                    <a:pt x="4761" y="1127"/>
                  </a:lnTo>
                  <a:lnTo>
                    <a:pt x="4741" y="1147"/>
                  </a:lnTo>
                  <a:lnTo>
                    <a:pt x="4721" y="1186"/>
                  </a:lnTo>
                  <a:lnTo>
                    <a:pt x="4701" y="1166"/>
                  </a:lnTo>
                  <a:lnTo>
                    <a:pt x="4701" y="1226"/>
                  </a:lnTo>
                  <a:lnTo>
                    <a:pt x="4741" y="1265"/>
                  </a:lnTo>
                  <a:lnTo>
                    <a:pt x="4780" y="1324"/>
                  </a:lnTo>
                  <a:lnTo>
                    <a:pt x="4780" y="1344"/>
                  </a:lnTo>
                  <a:lnTo>
                    <a:pt x="4780" y="1384"/>
                  </a:lnTo>
                  <a:lnTo>
                    <a:pt x="4761" y="1443"/>
                  </a:lnTo>
                  <a:lnTo>
                    <a:pt x="4741" y="1463"/>
                  </a:lnTo>
                  <a:lnTo>
                    <a:pt x="4701" y="1463"/>
                  </a:lnTo>
                  <a:lnTo>
                    <a:pt x="4662" y="1482"/>
                  </a:lnTo>
                  <a:lnTo>
                    <a:pt x="4642" y="1463"/>
                  </a:lnTo>
                  <a:lnTo>
                    <a:pt x="4642" y="1423"/>
                  </a:lnTo>
                  <a:lnTo>
                    <a:pt x="4583" y="1482"/>
                  </a:lnTo>
                  <a:lnTo>
                    <a:pt x="4543" y="1463"/>
                  </a:lnTo>
                  <a:lnTo>
                    <a:pt x="4543" y="1423"/>
                  </a:lnTo>
                  <a:lnTo>
                    <a:pt x="4563" y="1384"/>
                  </a:lnTo>
                  <a:lnTo>
                    <a:pt x="4603" y="1364"/>
                  </a:lnTo>
                  <a:lnTo>
                    <a:pt x="4543" y="1364"/>
                  </a:lnTo>
                  <a:lnTo>
                    <a:pt x="4504" y="1403"/>
                  </a:lnTo>
                  <a:lnTo>
                    <a:pt x="4484" y="1443"/>
                  </a:lnTo>
                  <a:lnTo>
                    <a:pt x="4484" y="1522"/>
                  </a:lnTo>
                  <a:lnTo>
                    <a:pt x="4385" y="1522"/>
                  </a:lnTo>
                  <a:lnTo>
                    <a:pt x="4366" y="1463"/>
                  </a:lnTo>
                  <a:lnTo>
                    <a:pt x="4366" y="1403"/>
                  </a:lnTo>
                  <a:lnTo>
                    <a:pt x="4346" y="1324"/>
                  </a:lnTo>
                  <a:lnTo>
                    <a:pt x="4366" y="1285"/>
                  </a:lnTo>
                  <a:lnTo>
                    <a:pt x="4405" y="1285"/>
                  </a:lnTo>
                  <a:lnTo>
                    <a:pt x="4425" y="1324"/>
                  </a:lnTo>
                  <a:lnTo>
                    <a:pt x="4425" y="1364"/>
                  </a:lnTo>
                  <a:lnTo>
                    <a:pt x="4445" y="1384"/>
                  </a:lnTo>
                  <a:lnTo>
                    <a:pt x="4464" y="1384"/>
                  </a:lnTo>
                  <a:lnTo>
                    <a:pt x="4445" y="1305"/>
                  </a:lnTo>
                  <a:lnTo>
                    <a:pt x="4464" y="1305"/>
                  </a:lnTo>
                  <a:lnTo>
                    <a:pt x="4484" y="1285"/>
                  </a:lnTo>
                  <a:lnTo>
                    <a:pt x="4524" y="1245"/>
                  </a:lnTo>
                  <a:lnTo>
                    <a:pt x="4543" y="1245"/>
                  </a:lnTo>
                  <a:lnTo>
                    <a:pt x="4543" y="1265"/>
                  </a:lnTo>
                  <a:lnTo>
                    <a:pt x="4524" y="1285"/>
                  </a:lnTo>
                  <a:lnTo>
                    <a:pt x="4524" y="1285"/>
                  </a:lnTo>
                  <a:lnTo>
                    <a:pt x="4622" y="1245"/>
                  </a:lnTo>
                  <a:lnTo>
                    <a:pt x="4642" y="1226"/>
                  </a:lnTo>
                  <a:lnTo>
                    <a:pt x="4662" y="1147"/>
                  </a:lnTo>
                  <a:lnTo>
                    <a:pt x="4622" y="1147"/>
                  </a:lnTo>
                  <a:lnTo>
                    <a:pt x="4583" y="1166"/>
                  </a:lnTo>
                  <a:lnTo>
                    <a:pt x="4504" y="1186"/>
                  </a:lnTo>
                  <a:lnTo>
                    <a:pt x="4445" y="1226"/>
                  </a:lnTo>
                  <a:lnTo>
                    <a:pt x="4405" y="1226"/>
                  </a:lnTo>
                  <a:lnTo>
                    <a:pt x="4385" y="1206"/>
                  </a:lnTo>
                  <a:lnTo>
                    <a:pt x="4267" y="1403"/>
                  </a:lnTo>
                  <a:lnTo>
                    <a:pt x="4306" y="1463"/>
                  </a:lnTo>
                  <a:lnTo>
                    <a:pt x="4346" y="1502"/>
                  </a:lnTo>
                  <a:lnTo>
                    <a:pt x="4346" y="1542"/>
                  </a:lnTo>
                  <a:lnTo>
                    <a:pt x="4287" y="1502"/>
                  </a:lnTo>
                  <a:lnTo>
                    <a:pt x="4247" y="1463"/>
                  </a:lnTo>
                  <a:lnTo>
                    <a:pt x="4129" y="1463"/>
                  </a:lnTo>
                  <a:lnTo>
                    <a:pt x="4148" y="1502"/>
                  </a:lnTo>
                  <a:lnTo>
                    <a:pt x="4148" y="1522"/>
                  </a:lnTo>
                  <a:lnTo>
                    <a:pt x="4129" y="1581"/>
                  </a:lnTo>
                  <a:lnTo>
                    <a:pt x="4129" y="1621"/>
                  </a:lnTo>
                  <a:lnTo>
                    <a:pt x="4129" y="1640"/>
                  </a:lnTo>
                  <a:lnTo>
                    <a:pt x="4148" y="1680"/>
                  </a:lnTo>
                  <a:lnTo>
                    <a:pt x="4148" y="1640"/>
                  </a:lnTo>
                  <a:lnTo>
                    <a:pt x="4188" y="1660"/>
                  </a:lnTo>
                  <a:lnTo>
                    <a:pt x="4208" y="1700"/>
                  </a:lnTo>
                  <a:lnTo>
                    <a:pt x="4188" y="1719"/>
                  </a:lnTo>
                  <a:lnTo>
                    <a:pt x="4208" y="1759"/>
                  </a:lnTo>
                  <a:lnTo>
                    <a:pt x="4227" y="1798"/>
                  </a:lnTo>
                  <a:lnTo>
                    <a:pt x="4227" y="1818"/>
                  </a:lnTo>
                  <a:lnTo>
                    <a:pt x="4168" y="1818"/>
                  </a:lnTo>
                  <a:lnTo>
                    <a:pt x="4148" y="1798"/>
                  </a:lnTo>
                  <a:lnTo>
                    <a:pt x="4129" y="1779"/>
                  </a:lnTo>
                  <a:lnTo>
                    <a:pt x="4069" y="1759"/>
                  </a:lnTo>
                  <a:lnTo>
                    <a:pt x="4069" y="1640"/>
                  </a:lnTo>
                  <a:lnTo>
                    <a:pt x="4089" y="1561"/>
                  </a:lnTo>
                  <a:lnTo>
                    <a:pt x="4109" y="1502"/>
                  </a:lnTo>
                  <a:lnTo>
                    <a:pt x="4089" y="1482"/>
                  </a:lnTo>
                  <a:lnTo>
                    <a:pt x="4069" y="1502"/>
                  </a:lnTo>
                  <a:lnTo>
                    <a:pt x="4010" y="1502"/>
                  </a:lnTo>
                  <a:lnTo>
                    <a:pt x="4030" y="1542"/>
                  </a:lnTo>
                  <a:lnTo>
                    <a:pt x="4050" y="1581"/>
                  </a:lnTo>
                  <a:lnTo>
                    <a:pt x="4050" y="1601"/>
                  </a:lnTo>
                  <a:lnTo>
                    <a:pt x="4069" y="1621"/>
                  </a:lnTo>
                  <a:lnTo>
                    <a:pt x="4010" y="1700"/>
                  </a:lnTo>
                  <a:lnTo>
                    <a:pt x="3971" y="1798"/>
                  </a:lnTo>
                  <a:lnTo>
                    <a:pt x="3911" y="1877"/>
                  </a:lnTo>
                  <a:lnTo>
                    <a:pt x="3852" y="1956"/>
                  </a:lnTo>
                  <a:lnTo>
                    <a:pt x="3832" y="1897"/>
                  </a:lnTo>
                  <a:lnTo>
                    <a:pt x="3852" y="1858"/>
                  </a:lnTo>
                  <a:lnTo>
                    <a:pt x="3872" y="1759"/>
                  </a:lnTo>
                  <a:lnTo>
                    <a:pt x="3892" y="1719"/>
                  </a:lnTo>
                  <a:lnTo>
                    <a:pt x="3892" y="1680"/>
                  </a:lnTo>
                  <a:lnTo>
                    <a:pt x="3872" y="1640"/>
                  </a:lnTo>
                  <a:lnTo>
                    <a:pt x="3852" y="1581"/>
                  </a:lnTo>
                  <a:lnTo>
                    <a:pt x="3832" y="1621"/>
                  </a:lnTo>
                  <a:lnTo>
                    <a:pt x="3813" y="1660"/>
                  </a:lnTo>
                  <a:lnTo>
                    <a:pt x="3813" y="1700"/>
                  </a:lnTo>
                  <a:lnTo>
                    <a:pt x="3793" y="1719"/>
                  </a:lnTo>
                  <a:lnTo>
                    <a:pt x="3753" y="1700"/>
                  </a:lnTo>
                  <a:lnTo>
                    <a:pt x="3734" y="1700"/>
                  </a:lnTo>
                  <a:lnTo>
                    <a:pt x="3694" y="1739"/>
                  </a:lnTo>
                  <a:lnTo>
                    <a:pt x="3635" y="1779"/>
                  </a:lnTo>
                  <a:lnTo>
                    <a:pt x="3595" y="1818"/>
                  </a:lnTo>
                  <a:lnTo>
                    <a:pt x="3655" y="1858"/>
                  </a:lnTo>
                  <a:lnTo>
                    <a:pt x="3635" y="1877"/>
                  </a:lnTo>
                  <a:lnTo>
                    <a:pt x="3595" y="1897"/>
                  </a:lnTo>
                  <a:lnTo>
                    <a:pt x="3536" y="1917"/>
                  </a:lnTo>
                  <a:lnTo>
                    <a:pt x="3536" y="1897"/>
                  </a:lnTo>
                  <a:lnTo>
                    <a:pt x="3516" y="1937"/>
                  </a:lnTo>
                  <a:lnTo>
                    <a:pt x="3516" y="1917"/>
                  </a:lnTo>
                  <a:lnTo>
                    <a:pt x="3477" y="1956"/>
                  </a:lnTo>
                  <a:lnTo>
                    <a:pt x="3437" y="1996"/>
                  </a:lnTo>
                  <a:lnTo>
                    <a:pt x="3378" y="2035"/>
                  </a:lnTo>
                  <a:lnTo>
                    <a:pt x="3339" y="2075"/>
                  </a:lnTo>
                  <a:lnTo>
                    <a:pt x="3378" y="2095"/>
                  </a:lnTo>
                  <a:lnTo>
                    <a:pt x="3398" y="2075"/>
                  </a:lnTo>
                  <a:lnTo>
                    <a:pt x="3418" y="2035"/>
                  </a:lnTo>
                  <a:lnTo>
                    <a:pt x="3437" y="2016"/>
                  </a:lnTo>
                  <a:lnTo>
                    <a:pt x="3497" y="2035"/>
                  </a:lnTo>
                  <a:lnTo>
                    <a:pt x="3516" y="2055"/>
                  </a:lnTo>
                  <a:lnTo>
                    <a:pt x="3536" y="2095"/>
                  </a:lnTo>
                  <a:lnTo>
                    <a:pt x="3497" y="2134"/>
                  </a:lnTo>
                  <a:lnTo>
                    <a:pt x="3457" y="2193"/>
                  </a:lnTo>
                  <a:lnTo>
                    <a:pt x="3418" y="2253"/>
                  </a:lnTo>
                  <a:lnTo>
                    <a:pt x="3378" y="2312"/>
                  </a:lnTo>
                  <a:lnTo>
                    <a:pt x="3418" y="2312"/>
                  </a:lnTo>
                  <a:lnTo>
                    <a:pt x="3398" y="2351"/>
                  </a:lnTo>
                  <a:lnTo>
                    <a:pt x="3378" y="2371"/>
                  </a:lnTo>
                  <a:lnTo>
                    <a:pt x="3319" y="2411"/>
                  </a:lnTo>
                  <a:lnTo>
                    <a:pt x="3299" y="2411"/>
                  </a:lnTo>
                  <a:lnTo>
                    <a:pt x="3279" y="2391"/>
                  </a:lnTo>
                  <a:lnTo>
                    <a:pt x="3260" y="2351"/>
                  </a:lnTo>
                  <a:lnTo>
                    <a:pt x="3260" y="2292"/>
                  </a:lnTo>
                  <a:lnTo>
                    <a:pt x="3260" y="2272"/>
                  </a:lnTo>
                  <a:lnTo>
                    <a:pt x="3240" y="2272"/>
                  </a:lnTo>
                  <a:lnTo>
                    <a:pt x="3260" y="2233"/>
                  </a:lnTo>
                  <a:lnTo>
                    <a:pt x="3279" y="2193"/>
                  </a:lnTo>
                  <a:lnTo>
                    <a:pt x="3299" y="2174"/>
                  </a:lnTo>
                  <a:lnTo>
                    <a:pt x="3279" y="2134"/>
                  </a:lnTo>
                  <a:lnTo>
                    <a:pt x="3161" y="2055"/>
                  </a:lnTo>
                  <a:lnTo>
                    <a:pt x="3161" y="2095"/>
                  </a:lnTo>
                  <a:lnTo>
                    <a:pt x="3121" y="2114"/>
                  </a:lnTo>
                  <a:lnTo>
                    <a:pt x="3042" y="2114"/>
                  </a:lnTo>
                  <a:lnTo>
                    <a:pt x="3102" y="2134"/>
                  </a:lnTo>
                  <a:lnTo>
                    <a:pt x="3121" y="2174"/>
                  </a:lnTo>
                  <a:lnTo>
                    <a:pt x="3102" y="2193"/>
                  </a:lnTo>
                  <a:lnTo>
                    <a:pt x="3062" y="2174"/>
                  </a:lnTo>
                  <a:lnTo>
                    <a:pt x="3062" y="2174"/>
                  </a:lnTo>
                  <a:lnTo>
                    <a:pt x="3161" y="2272"/>
                  </a:lnTo>
                  <a:lnTo>
                    <a:pt x="3181" y="2253"/>
                  </a:lnTo>
                  <a:lnTo>
                    <a:pt x="3200" y="2213"/>
                  </a:lnTo>
                  <a:lnTo>
                    <a:pt x="3220" y="2193"/>
                  </a:lnTo>
                  <a:lnTo>
                    <a:pt x="3260" y="2193"/>
                  </a:lnTo>
                  <a:lnTo>
                    <a:pt x="3220" y="2253"/>
                  </a:lnTo>
                  <a:lnTo>
                    <a:pt x="3220" y="2312"/>
                  </a:lnTo>
                  <a:lnTo>
                    <a:pt x="3220" y="2371"/>
                  </a:lnTo>
                  <a:lnTo>
                    <a:pt x="3181" y="2430"/>
                  </a:lnTo>
                  <a:lnTo>
                    <a:pt x="3161" y="2391"/>
                  </a:lnTo>
                  <a:lnTo>
                    <a:pt x="3181" y="2371"/>
                  </a:lnTo>
                  <a:lnTo>
                    <a:pt x="3181" y="2351"/>
                  </a:lnTo>
                  <a:lnTo>
                    <a:pt x="3141" y="2371"/>
                  </a:lnTo>
                  <a:lnTo>
                    <a:pt x="3141" y="2411"/>
                  </a:lnTo>
                  <a:lnTo>
                    <a:pt x="3121" y="2430"/>
                  </a:lnTo>
                  <a:lnTo>
                    <a:pt x="3082" y="2450"/>
                  </a:lnTo>
                  <a:lnTo>
                    <a:pt x="3082" y="2371"/>
                  </a:lnTo>
                  <a:lnTo>
                    <a:pt x="3062" y="2332"/>
                  </a:lnTo>
                  <a:lnTo>
                    <a:pt x="3023" y="2292"/>
                  </a:lnTo>
                  <a:lnTo>
                    <a:pt x="3062" y="2411"/>
                  </a:lnTo>
                  <a:lnTo>
                    <a:pt x="3042" y="2391"/>
                  </a:lnTo>
                  <a:lnTo>
                    <a:pt x="3023" y="2391"/>
                  </a:lnTo>
                  <a:lnTo>
                    <a:pt x="3003" y="2371"/>
                  </a:lnTo>
                  <a:lnTo>
                    <a:pt x="2983" y="2371"/>
                  </a:lnTo>
                  <a:lnTo>
                    <a:pt x="3003" y="2391"/>
                  </a:lnTo>
                  <a:lnTo>
                    <a:pt x="3003" y="2411"/>
                  </a:lnTo>
                  <a:lnTo>
                    <a:pt x="3023" y="2450"/>
                  </a:lnTo>
                  <a:lnTo>
                    <a:pt x="3003" y="2470"/>
                  </a:lnTo>
                  <a:lnTo>
                    <a:pt x="2963" y="2450"/>
                  </a:lnTo>
                  <a:lnTo>
                    <a:pt x="2944" y="2430"/>
                  </a:lnTo>
                  <a:lnTo>
                    <a:pt x="2924" y="2450"/>
                  </a:lnTo>
                  <a:lnTo>
                    <a:pt x="2904" y="2470"/>
                  </a:lnTo>
                  <a:lnTo>
                    <a:pt x="2924" y="2509"/>
                  </a:lnTo>
                  <a:lnTo>
                    <a:pt x="2904" y="2549"/>
                  </a:lnTo>
                  <a:lnTo>
                    <a:pt x="2944" y="2549"/>
                  </a:lnTo>
                  <a:lnTo>
                    <a:pt x="2983" y="2588"/>
                  </a:lnTo>
                  <a:lnTo>
                    <a:pt x="3003" y="2648"/>
                  </a:lnTo>
                  <a:lnTo>
                    <a:pt x="3003" y="2687"/>
                  </a:lnTo>
                  <a:lnTo>
                    <a:pt x="2944" y="2727"/>
                  </a:lnTo>
                  <a:lnTo>
                    <a:pt x="2904" y="2766"/>
                  </a:lnTo>
                  <a:lnTo>
                    <a:pt x="2865" y="2786"/>
                  </a:lnTo>
                  <a:lnTo>
                    <a:pt x="2805" y="2766"/>
                  </a:lnTo>
                  <a:lnTo>
                    <a:pt x="2805" y="2825"/>
                  </a:lnTo>
                  <a:lnTo>
                    <a:pt x="2786" y="2786"/>
                  </a:lnTo>
                  <a:lnTo>
                    <a:pt x="2746" y="2806"/>
                  </a:lnTo>
                  <a:lnTo>
                    <a:pt x="2726" y="2825"/>
                  </a:lnTo>
                  <a:lnTo>
                    <a:pt x="2707" y="2845"/>
                  </a:lnTo>
                  <a:lnTo>
                    <a:pt x="2687" y="2806"/>
                  </a:lnTo>
                  <a:lnTo>
                    <a:pt x="2687" y="2786"/>
                  </a:lnTo>
                  <a:lnTo>
                    <a:pt x="2726" y="2766"/>
                  </a:lnTo>
                  <a:lnTo>
                    <a:pt x="2746" y="2707"/>
                  </a:lnTo>
                  <a:lnTo>
                    <a:pt x="2746" y="2667"/>
                  </a:lnTo>
                  <a:lnTo>
                    <a:pt x="2726" y="2628"/>
                  </a:lnTo>
                  <a:lnTo>
                    <a:pt x="2687" y="2628"/>
                  </a:lnTo>
                  <a:lnTo>
                    <a:pt x="2667" y="2608"/>
                  </a:lnTo>
                  <a:lnTo>
                    <a:pt x="2647" y="2549"/>
                  </a:lnTo>
                  <a:lnTo>
                    <a:pt x="2627" y="2588"/>
                  </a:lnTo>
                  <a:lnTo>
                    <a:pt x="2647" y="2628"/>
                  </a:lnTo>
                  <a:lnTo>
                    <a:pt x="2687" y="2667"/>
                  </a:lnTo>
                  <a:lnTo>
                    <a:pt x="2707" y="2727"/>
                  </a:lnTo>
                  <a:lnTo>
                    <a:pt x="2608" y="2727"/>
                  </a:lnTo>
                  <a:lnTo>
                    <a:pt x="2588" y="2687"/>
                  </a:lnTo>
                  <a:lnTo>
                    <a:pt x="2568" y="2707"/>
                  </a:lnTo>
                  <a:lnTo>
                    <a:pt x="2568" y="2746"/>
                  </a:lnTo>
                  <a:lnTo>
                    <a:pt x="2568" y="2786"/>
                  </a:lnTo>
                  <a:lnTo>
                    <a:pt x="2548" y="2806"/>
                  </a:lnTo>
                  <a:lnTo>
                    <a:pt x="2469" y="2687"/>
                  </a:lnTo>
                  <a:lnTo>
                    <a:pt x="2469" y="2707"/>
                  </a:lnTo>
                  <a:lnTo>
                    <a:pt x="2430" y="2707"/>
                  </a:lnTo>
                  <a:lnTo>
                    <a:pt x="2450" y="2746"/>
                  </a:lnTo>
                  <a:lnTo>
                    <a:pt x="2469" y="2766"/>
                  </a:lnTo>
                  <a:lnTo>
                    <a:pt x="2469" y="2746"/>
                  </a:lnTo>
                  <a:lnTo>
                    <a:pt x="2489" y="2766"/>
                  </a:lnTo>
                  <a:lnTo>
                    <a:pt x="2469" y="2786"/>
                  </a:lnTo>
                  <a:lnTo>
                    <a:pt x="2450" y="2806"/>
                  </a:lnTo>
                  <a:lnTo>
                    <a:pt x="2430" y="2825"/>
                  </a:lnTo>
                  <a:lnTo>
                    <a:pt x="2430" y="2845"/>
                  </a:lnTo>
                  <a:lnTo>
                    <a:pt x="2430" y="2865"/>
                  </a:lnTo>
                  <a:lnTo>
                    <a:pt x="2410" y="2845"/>
                  </a:lnTo>
                  <a:lnTo>
                    <a:pt x="2390" y="2845"/>
                  </a:lnTo>
                  <a:lnTo>
                    <a:pt x="2351" y="2865"/>
                  </a:lnTo>
                  <a:lnTo>
                    <a:pt x="2311" y="2885"/>
                  </a:lnTo>
                  <a:lnTo>
                    <a:pt x="2272" y="2904"/>
                  </a:lnTo>
                  <a:lnTo>
                    <a:pt x="2311" y="2944"/>
                  </a:lnTo>
                  <a:lnTo>
                    <a:pt x="2331" y="2964"/>
                  </a:lnTo>
                  <a:lnTo>
                    <a:pt x="2351" y="2944"/>
                  </a:lnTo>
                  <a:lnTo>
                    <a:pt x="2351" y="2924"/>
                  </a:lnTo>
                  <a:lnTo>
                    <a:pt x="2371" y="2885"/>
                  </a:lnTo>
                  <a:lnTo>
                    <a:pt x="2390" y="2885"/>
                  </a:lnTo>
                  <a:lnTo>
                    <a:pt x="2430" y="2924"/>
                  </a:lnTo>
                  <a:lnTo>
                    <a:pt x="2410" y="2944"/>
                  </a:lnTo>
                  <a:lnTo>
                    <a:pt x="2390" y="2983"/>
                  </a:lnTo>
                  <a:lnTo>
                    <a:pt x="2331" y="3043"/>
                  </a:lnTo>
                  <a:lnTo>
                    <a:pt x="2272" y="3102"/>
                  </a:lnTo>
                  <a:lnTo>
                    <a:pt x="2232" y="3141"/>
                  </a:lnTo>
                  <a:lnTo>
                    <a:pt x="2232" y="3181"/>
                  </a:lnTo>
                  <a:lnTo>
                    <a:pt x="2173" y="3181"/>
                  </a:lnTo>
                  <a:lnTo>
                    <a:pt x="2153" y="3161"/>
                  </a:lnTo>
                  <a:lnTo>
                    <a:pt x="2134" y="3122"/>
                  </a:lnTo>
                  <a:lnTo>
                    <a:pt x="2114" y="3062"/>
                  </a:lnTo>
                  <a:lnTo>
                    <a:pt x="2153" y="3023"/>
                  </a:lnTo>
                  <a:lnTo>
                    <a:pt x="2193" y="3003"/>
                  </a:lnTo>
                  <a:lnTo>
                    <a:pt x="2213" y="3003"/>
                  </a:lnTo>
                  <a:lnTo>
                    <a:pt x="2252" y="2964"/>
                  </a:lnTo>
                  <a:lnTo>
                    <a:pt x="2193" y="2983"/>
                  </a:lnTo>
                  <a:lnTo>
                    <a:pt x="2134" y="3023"/>
                  </a:lnTo>
                  <a:lnTo>
                    <a:pt x="2094" y="3082"/>
                  </a:lnTo>
                  <a:lnTo>
                    <a:pt x="2074" y="3161"/>
                  </a:lnTo>
                  <a:lnTo>
                    <a:pt x="2015" y="3161"/>
                  </a:lnTo>
                  <a:lnTo>
                    <a:pt x="1936" y="3122"/>
                  </a:lnTo>
                  <a:lnTo>
                    <a:pt x="1857" y="3102"/>
                  </a:lnTo>
                  <a:lnTo>
                    <a:pt x="1837" y="3122"/>
                  </a:lnTo>
                  <a:lnTo>
                    <a:pt x="1818" y="3141"/>
                  </a:lnTo>
                  <a:lnTo>
                    <a:pt x="1877" y="3181"/>
                  </a:lnTo>
                  <a:lnTo>
                    <a:pt x="1916" y="3201"/>
                  </a:lnTo>
                  <a:lnTo>
                    <a:pt x="1897" y="3220"/>
                  </a:lnTo>
                  <a:lnTo>
                    <a:pt x="1877" y="3240"/>
                  </a:lnTo>
                  <a:lnTo>
                    <a:pt x="1837" y="3260"/>
                  </a:lnTo>
                  <a:lnTo>
                    <a:pt x="1857" y="3280"/>
                  </a:lnTo>
                  <a:lnTo>
                    <a:pt x="1877" y="3299"/>
                  </a:lnTo>
                  <a:lnTo>
                    <a:pt x="1897" y="3299"/>
                  </a:lnTo>
                  <a:lnTo>
                    <a:pt x="1897" y="3339"/>
                  </a:lnTo>
                  <a:lnTo>
                    <a:pt x="1857" y="3339"/>
                  </a:lnTo>
                  <a:lnTo>
                    <a:pt x="1837" y="3319"/>
                  </a:lnTo>
                  <a:lnTo>
                    <a:pt x="1818" y="3299"/>
                  </a:lnTo>
                  <a:lnTo>
                    <a:pt x="1818" y="3319"/>
                  </a:lnTo>
                  <a:lnTo>
                    <a:pt x="1778" y="3319"/>
                  </a:lnTo>
                  <a:lnTo>
                    <a:pt x="1739" y="3299"/>
                  </a:lnTo>
                  <a:lnTo>
                    <a:pt x="1679" y="3299"/>
                  </a:lnTo>
                  <a:lnTo>
                    <a:pt x="1679" y="3359"/>
                  </a:lnTo>
                  <a:lnTo>
                    <a:pt x="1699" y="3359"/>
                  </a:lnTo>
                  <a:lnTo>
                    <a:pt x="1719" y="3339"/>
                  </a:lnTo>
                  <a:lnTo>
                    <a:pt x="1758" y="3378"/>
                  </a:lnTo>
                  <a:lnTo>
                    <a:pt x="1758" y="3418"/>
                  </a:lnTo>
                  <a:lnTo>
                    <a:pt x="1758" y="3497"/>
                  </a:lnTo>
                  <a:lnTo>
                    <a:pt x="1739" y="3477"/>
                  </a:lnTo>
                  <a:lnTo>
                    <a:pt x="1739" y="3497"/>
                  </a:lnTo>
                  <a:lnTo>
                    <a:pt x="1699" y="3517"/>
                  </a:lnTo>
                  <a:lnTo>
                    <a:pt x="1679" y="3477"/>
                  </a:lnTo>
                  <a:lnTo>
                    <a:pt x="1679" y="3458"/>
                  </a:lnTo>
                  <a:lnTo>
                    <a:pt x="1719" y="3438"/>
                  </a:lnTo>
                  <a:lnTo>
                    <a:pt x="1719" y="3418"/>
                  </a:lnTo>
                  <a:lnTo>
                    <a:pt x="1640" y="3438"/>
                  </a:lnTo>
                  <a:lnTo>
                    <a:pt x="1660" y="3438"/>
                  </a:lnTo>
                  <a:lnTo>
                    <a:pt x="1640" y="3556"/>
                  </a:lnTo>
                  <a:lnTo>
                    <a:pt x="1660" y="3537"/>
                  </a:lnTo>
                  <a:lnTo>
                    <a:pt x="1679" y="3537"/>
                  </a:lnTo>
                  <a:lnTo>
                    <a:pt x="1699" y="3576"/>
                  </a:lnTo>
                  <a:lnTo>
                    <a:pt x="1719" y="3616"/>
                  </a:lnTo>
                  <a:lnTo>
                    <a:pt x="1719" y="3635"/>
                  </a:lnTo>
                  <a:lnTo>
                    <a:pt x="1640" y="3655"/>
                  </a:lnTo>
                  <a:lnTo>
                    <a:pt x="1600" y="3635"/>
                  </a:lnTo>
                  <a:lnTo>
                    <a:pt x="1561" y="3596"/>
                  </a:lnTo>
                  <a:lnTo>
                    <a:pt x="1581" y="3655"/>
                  </a:lnTo>
                  <a:lnTo>
                    <a:pt x="1561" y="3695"/>
                  </a:lnTo>
                  <a:lnTo>
                    <a:pt x="1521" y="3754"/>
                  </a:lnTo>
                  <a:lnTo>
                    <a:pt x="1541" y="3774"/>
                  </a:lnTo>
                  <a:lnTo>
                    <a:pt x="1561" y="3793"/>
                  </a:lnTo>
                  <a:lnTo>
                    <a:pt x="1581" y="3853"/>
                  </a:lnTo>
                  <a:lnTo>
                    <a:pt x="1462" y="3833"/>
                  </a:lnTo>
                  <a:lnTo>
                    <a:pt x="1462" y="3793"/>
                  </a:lnTo>
                  <a:lnTo>
                    <a:pt x="1442" y="3774"/>
                  </a:lnTo>
                  <a:lnTo>
                    <a:pt x="1403" y="3754"/>
                  </a:lnTo>
                  <a:lnTo>
                    <a:pt x="1363" y="3714"/>
                  </a:lnTo>
                  <a:lnTo>
                    <a:pt x="1363" y="3655"/>
                  </a:lnTo>
                  <a:lnTo>
                    <a:pt x="1383" y="3635"/>
                  </a:lnTo>
                  <a:lnTo>
                    <a:pt x="1442" y="3616"/>
                  </a:lnTo>
                  <a:lnTo>
                    <a:pt x="1403" y="3596"/>
                  </a:lnTo>
                  <a:lnTo>
                    <a:pt x="1363" y="3596"/>
                  </a:lnTo>
                  <a:lnTo>
                    <a:pt x="1363" y="3616"/>
                  </a:lnTo>
                  <a:lnTo>
                    <a:pt x="1344" y="3655"/>
                  </a:lnTo>
                  <a:lnTo>
                    <a:pt x="1344" y="3714"/>
                  </a:lnTo>
                  <a:lnTo>
                    <a:pt x="1324" y="3734"/>
                  </a:lnTo>
                  <a:lnTo>
                    <a:pt x="1284" y="3734"/>
                  </a:lnTo>
                  <a:lnTo>
                    <a:pt x="1265" y="3714"/>
                  </a:lnTo>
                  <a:lnTo>
                    <a:pt x="1265" y="3675"/>
                  </a:lnTo>
                  <a:lnTo>
                    <a:pt x="1245" y="3734"/>
                  </a:lnTo>
                  <a:lnTo>
                    <a:pt x="1225" y="3754"/>
                  </a:lnTo>
                  <a:lnTo>
                    <a:pt x="1205" y="3754"/>
                  </a:lnTo>
                  <a:lnTo>
                    <a:pt x="1265" y="3793"/>
                  </a:lnTo>
                  <a:lnTo>
                    <a:pt x="1284" y="3833"/>
                  </a:lnTo>
                  <a:lnTo>
                    <a:pt x="1284" y="3872"/>
                  </a:lnTo>
                  <a:lnTo>
                    <a:pt x="1166" y="3833"/>
                  </a:lnTo>
                  <a:lnTo>
                    <a:pt x="1146" y="3853"/>
                  </a:lnTo>
                  <a:lnTo>
                    <a:pt x="1146" y="3872"/>
                  </a:lnTo>
                  <a:lnTo>
                    <a:pt x="1146" y="3912"/>
                  </a:lnTo>
                  <a:lnTo>
                    <a:pt x="1186" y="3951"/>
                  </a:lnTo>
                  <a:lnTo>
                    <a:pt x="1186" y="4011"/>
                  </a:lnTo>
                  <a:lnTo>
                    <a:pt x="1265" y="4050"/>
                  </a:lnTo>
                  <a:lnTo>
                    <a:pt x="1265" y="4090"/>
                  </a:lnTo>
                  <a:lnTo>
                    <a:pt x="1245" y="4109"/>
                  </a:lnTo>
                  <a:lnTo>
                    <a:pt x="1225" y="4129"/>
                  </a:lnTo>
                  <a:lnTo>
                    <a:pt x="1245" y="4169"/>
                  </a:lnTo>
                  <a:lnTo>
                    <a:pt x="1265" y="4149"/>
                  </a:lnTo>
                  <a:lnTo>
                    <a:pt x="1265" y="4129"/>
                  </a:lnTo>
                  <a:lnTo>
                    <a:pt x="1284" y="4090"/>
                  </a:lnTo>
                  <a:lnTo>
                    <a:pt x="1304" y="4070"/>
                  </a:lnTo>
                  <a:lnTo>
                    <a:pt x="1324" y="4129"/>
                  </a:lnTo>
                  <a:lnTo>
                    <a:pt x="1324" y="4149"/>
                  </a:lnTo>
                  <a:lnTo>
                    <a:pt x="1304" y="4169"/>
                  </a:lnTo>
                  <a:lnTo>
                    <a:pt x="1304" y="4208"/>
                  </a:lnTo>
                  <a:lnTo>
                    <a:pt x="1205" y="4208"/>
                  </a:lnTo>
                  <a:lnTo>
                    <a:pt x="1126" y="4188"/>
                  </a:lnTo>
                  <a:lnTo>
                    <a:pt x="1067" y="4109"/>
                  </a:lnTo>
                  <a:lnTo>
                    <a:pt x="1067" y="4011"/>
                  </a:lnTo>
                  <a:lnTo>
                    <a:pt x="1028" y="3932"/>
                  </a:lnTo>
                  <a:lnTo>
                    <a:pt x="968" y="3833"/>
                  </a:lnTo>
                  <a:lnTo>
                    <a:pt x="870" y="3951"/>
                  </a:lnTo>
                  <a:lnTo>
                    <a:pt x="830" y="3991"/>
                  </a:lnTo>
                  <a:lnTo>
                    <a:pt x="771" y="3991"/>
                  </a:lnTo>
                  <a:lnTo>
                    <a:pt x="751" y="4050"/>
                  </a:lnTo>
                  <a:lnTo>
                    <a:pt x="771" y="4129"/>
                  </a:lnTo>
                  <a:lnTo>
                    <a:pt x="870" y="4228"/>
                  </a:lnTo>
                  <a:lnTo>
                    <a:pt x="830" y="4267"/>
                  </a:lnTo>
                  <a:lnTo>
                    <a:pt x="810" y="4248"/>
                  </a:lnTo>
                  <a:lnTo>
                    <a:pt x="810" y="4188"/>
                  </a:lnTo>
                  <a:lnTo>
                    <a:pt x="751" y="4327"/>
                  </a:lnTo>
                  <a:lnTo>
                    <a:pt x="712" y="4366"/>
                  </a:lnTo>
                  <a:lnTo>
                    <a:pt x="652" y="4425"/>
                  </a:lnTo>
                  <a:lnTo>
                    <a:pt x="652" y="4465"/>
                  </a:lnTo>
                  <a:lnTo>
                    <a:pt x="672" y="4504"/>
                  </a:lnTo>
                  <a:lnTo>
                    <a:pt x="751" y="4583"/>
                  </a:lnTo>
                  <a:lnTo>
                    <a:pt x="712" y="4623"/>
                  </a:lnTo>
                  <a:lnTo>
                    <a:pt x="731" y="4643"/>
                  </a:lnTo>
                  <a:lnTo>
                    <a:pt x="751" y="4682"/>
                  </a:lnTo>
                  <a:lnTo>
                    <a:pt x="731" y="4722"/>
                  </a:lnTo>
                  <a:lnTo>
                    <a:pt x="672" y="4761"/>
                  </a:lnTo>
                  <a:lnTo>
                    <a:pt x="672" y="4702"/>
                  </a:lnTo>
                  <a:lnTo>
                    <a:pt x="652" y="4682"/>
                  </a:lnTo>
                  <a:lnTo>
                    <a:pt x="613" y="4682"/>
                  </a:lnTo>
                  <a:lnTo>
                    <a:pt x="593" y="4702"/>
                  </a:lnTo>
                  <a:lnTo>
                    <a:pt x="573" y="4722"/>
                  </a:lnTo>
                  <a:lnTo>
                    <a:pt x="573" y="4761"/>
                  </a:lnTo>
                  <a:lnTo>
                    <a:pt x="534" y="4682"/>
                  </a:lnTo>
                  <a:lnTo>
                    <a:pt x="534" y="4662"/>
                  </a:lnTo>
                  <a:lnTo>
                    <a:pt x="554" y="4643"/>
                  </a:lnTo>
                  <a:lnTo>
                    <a:pt x="593" y="4662"/>
                  </a:lnTo>
                  <a:lnTo>
                    <a:pt x="613" y="4583"/>
                  </a:lnTo>
                  <a:lnTo>
                    <a:pt x="593" y="4603"/>
                  </a:lnTo>
                  <a:lnTo>
                    <a:pt x="573" y="4623"/>
                  </a:lnTo>
                  <a:lnTo>
                    <a:pt x="514" y="4623"/>
                  </a:lnTo>
                  <a:lnTo>
                    <a:pt x="455" y="4583"/>
                  </a:lnTo>
                  <a:lnTo>
                    <a:pt x="415" y="4524"/>
                  </a:lnTo>
                  <a:lnTo>
                    <a:pt x="415" y="4564"/>
                  </a:lnTo>
                  <a:lnTo>
                    <a:pt x="415" y="4583"/>
                  </a:lnTo>
                  <a:lnTo>
                    <a:pt x="455" y="4603"/>
                  </a:lnTo>
                  <a:lnTo>
                    <a:pt x="475" y="4623"/>
                  </a:lnTo>
                  <a:lnTo>
                    <a:pt x="475" y="4643"/>
                  </a:lnTo>
                  <a:lnTo>
                    <a:pt x="475" y="4662"/>
                  </a:lnTo>
                  <a:lnTo>
                    <a:pt x="396" y="4643"/>
                  </a:lnTo>
                  <a:lnTo>
                    <a:pt x="356" y="4662"/>
                  </a:lnTo>
                  <a:lnTo>
                    <a:pt x="277" y="4702"/>
                  </a:lnTo>
                  <a:lnTo>
                    <a:pt x="238" y="4722"/>
                  </a:lnTo>
                  <a:lnTo>
                    <a:pt x="198" y="4741"/>
                  </a:lnTo>
                  <a:lnTo>
                    <a:pt x="238" y="4761"/>
                  </a:lnTo>
                  <a:lnTo>
                    <a:pt x="257" y="4781"/>
                  </a:lnTo>
                  <a:lnTo>
                    <a:pt x="257" y="4801"/>
                  </a:lnTo>
                  <a:lnTo>
                    <a:pt x="257" y="4840"/>
                  </a:lnTo>
                  <a:lnTo>
                    <a:pt x="277" y="4899"/>
                  </a:lnTo>
                  <a:lnTo>
                    <a:pt x="297" y="4959"/>
                  </a:lnTo>
                  <a:lnTo>
                    <a:pt x="297" y="4998"/>
                  </a:lnTo>
                  <a:lnTo>
                    <a:pt x="277" y="5018"/>
                  </a:lnTo>
                  <a:lnTo>
                    <a:pt x="317" y="5038"/>
                  </a:lnTo>
                  <a:lnTo>
                    <a:pt x="356" y="5018"/>
                  </a:lnTo>
                  <a:lnTo>
                    <a:pt x="415" y="4978"/>
                  </a:lnTo>
                  <a:lnTo>
                    <a:pt x="455" y="5038"/>
                  </a:lnTo>
                  <a:lnTo>
                    <a:pt x="514" y="5057"/>
                  </a:lnTo>
                  <a:lnTo>
                    <a:pt x="514" y="5176"/>
                  </a:lnTo>
                  <a:lnTo>
                    <a:pt x="534" y="5275"/>
                  </a:lnTo>
                  <a:lnTo>
                    <a:pt x="494" y="5235"/>
                  </a:lnTo>
                  <a:lnTo>
                    <a:pt x="475" y="5215"/>
                  </a:lnTo>
                  <a:lnTo>
                    <a:pt x="455" y="5373"/>
                  </a:lnTo>
                  <a:lnTo>
                    <a:pt x="376" y="5334"/>
                  </a:lnTo>
                  <a:lnTo>
                    <a:pt x="336" y="5255"/>
                  </a:lnTo>
                  <a:lnTo>
                    <a:pt x="317" y="5275"/>
                  </a:lnTo>
                  <a:lnTo>
                    <a:pt x="297" y="5294"/>
                  </a:lnTo>
                  <a:lnTo>
                    <a:pt x="257" y="5354"/>
                  </a:lnTo>
                  <a:lnTo>
                    <a:pt x="238" y="5354"/>
                  </a:lnTo>
                  <a:lnTo>
                    <a:pt x="178" y="5334"/>
                  </a:lnTo>
                  <a:lnTo>
                    <a:pt x="178" y="5354"/>
                  </a:lnTo>
                  <a:lnTo>
                    <a:pt x="198" y="5373"/>
                  </a:lnTo>
                  <a:lnTo>
                    <a:pt x="238" y="5393"/>
                  </a:lnTo>
                  <a:lnTo>
                    <a:pt x="277" y="5393"/>
                  </a:lnTo>
                  <a:lnTo>
                    <a:pt x="277" y="5413"/>
                  </a:lnTo>
                  <a:lnTo>
                    <a:pt x="297" y="5393"/>
                  </a:lnTo>
                  <a:lnTo>
                    <a:pt x="336" y="5354"/>
                  </a:lnTo>
                  <a:lnTo>
                    <a:pt x="356" y="5393"/>
                  </a:lnTo>
                  <a:lnTo>
                    <a:pt x="356" y="5413"/>
                  </a:lnTo>
                  <a:lnTo>
                    <a:pt x="317" y="5433"/>
                  </a:lnTo>
                  <a:lnTo>
                    <a:pt x="613" y="5966"/>
                  </a:lnTo>
                  <a:lnTo>
                    <a:pt x="1541" y="5413"/>
                  </a:lnTo>
                  <a:lnTo>
                    <a:pt x="1541" y="5354"/>
                  </a:lnTo>
                  <a:lnTo>
                    <a:pt x="1581" y="5354"/>
                  </a:lnTo>
                  <a:lnTo>
                    <a:pt x="1600" y="5373"/>
                  </a:lnTo>
                  <a:lnTo>
                    <a:pt x="1640" y="5452"/>
                  </a:lnTo>
                  <a:lnTo>
                    <a:pt x="1660" y="5492"/>
                  </a:lnTo>
                  <a:lnTo>
                    <a:pt x="1699" y="5512"/>
                  </a:lnTo>
                  <a:lnTo>
                    <a:pt x="1719" y="5393"/>
                  </a:lnTo>
                  <a:lnTo>
                    <a:pt x="1778" y="5433"/>
                  </a:lnTo>
                  <a:lnTo>
                    <a:pt x="1818" y="5433"/>
                  </a:lnTo>
                  <a:lnTo>
                    <a:pt x="1857" y="5393"/>
                  </a:lnTo>
                  <a:lnTo>
                    <a:pt x="1897" y="5334"/>
                  </a:lnTo>
                  <a:lnTo>
                    <a:pt x="1956" y="5156"/>
                  </a:lnTo>
                  <a:lnTo>
                    <a:pt x="1976" y="5117"/>
                  </a:lnTo>
                  <a:lnTo>
                    <a:pt x="2015" y="5097"/>
                  </a:lnTo>
                  <a:lnTo>
                    <a:pt x="2035" y="5117"/>
                  </a:lnTo>
                  <a:lnTo>
                    <a:pt x="2035" y="5176"/>
                  </a:lnTo>
                  <a:lnTo>
                    <a:pt x="2035" y="5235"/>
                  </a:lnTo>
                  <a:lnTo>
                    <a:pt x="1995" y="5294"/>
                  </a:lnTo>
                  <a:lnTo>
                    <a:pt x="2015" y="5314"/>
                  </a:lnTo>
                  <a:lnTo>
                    <a:pt x="2035" y="5314"/>
                  </a:lnTo>
                  <a:lnTo>
                    <a:pt x="2074" y="5275"/>
                  </a:lnTo>
                  <a:lnTo>
                    <a:pt x="2094" y="5235"/>
                  </a:lnTo>
                  <a:lnTo>
                    <a:pt x="2153" y="5235"/>
                  </a:lnTo>
                  <a:lnTo>
                    <a:pt x="2173" y="5196"/>
                  </a:lnTo>
                  <a:lnTo>
                    <a:pt x="2173" y="5156"/>
                  </a:lnTo>
                  <a:lnTo>
                    <a:pt x="2173" y="5097"/>
                  </a:lnTo>
                  <a:lnTo>
                    <a:pt x="2134" y="5057"/>
                  </a:lnTo>
                  <a:lnTo>
                    <a:pt x="2153" y="5038"/>
                  </a:lnTo>
                  <a:lnTo>
                    <a:pt x="2193" y="5038"/>
                  </a:lnTo>
                  <a:lnTo>
                    <a:pt x="2213" y="5057"/>
                  </a:lnTo>
                  <a:lnTo>
                    <a:pt x="2232" y="5097"/>
                  </a:lnTo>
                  <a:lnTo>
                    <a:pt x="2213" y="5038"/>
                  </a:lnTo>
                  <a:lnTo>
                    <a:pt x="2232" y="4998"/>
                  </a:lnTo>
                  <a:lnTo>
                    <a:pt x="2272" y="4959"/>
                  </a:lnTo>
                  <a:lnTo>
                    <a:pt x="2311" y="4919"/>
                  </a:lnTo>
                  <a:lnTo>
                    <a:pt x="2331" y="4939"/>
                  </a:lnTo>
                  <a:lnTo>
                    <a:pt x="2351" y="4959"/>
                  </a:lnTo>
                  <a:lnTo>
                    <a:pt x="2351" y="4919"/>
                  </a:lnTo>
                  <a:lnTo>
                    <a:pt x="2371" y="4840"/>
                  </a:lnTo>
                  <a:lnTo>
                    <a:pt x="2351" y="4840"/>
                  </a:lnTo>
                  <a:lnTo>
                    <a:pt x="2331" y="4820"/>
                  </a:lnTo>
                  <a:lnTo>
                    <a:pt x="2311" y="4761"/>
                  </a:lnTo>
                  <a:lnTo>
                    <a:pt x="2331" y="4741"/>
                  </a:lnTo>
                  <a:lnTo>
                    <a:pt x="2232" y="4741"/>
                  </a:lnTo>
                  <a:lnTo>
                    <a:pt x="2213" y="4781"/>
                  </a:lnTo>
                  <a:lnTo>
                    <a:pt x="2193" y="4801"/>
                  </a:lnTo>
                  <a:lnTo>
                    <a:pt x="2173" y="4840"/>
                  </a:lnTo>
                  <a:lnTo>
                    <a:pt x="2153" y="4880"/>
                  </a:lnTo>
                  <a:lnTo>
                    <a:pt x="2114" y="4880"/>
                  </a:lnTo>
                  <a:lnTo>
                    <a:pt x="2055" y="4860"/>
                  </a:lnTo>
                  <a:lnTo>
                    <a:pt x="2055" y="4820"/>
                  </a:lnTo>
                  <a:lnTo>
                    <a:pt x="2035" y="4820"/>
                  </a:lnTo>
                  <a:lnTo>
                    <a:pt x="2015" y="4801"/>
                  </a:lnTo>
                  <a:lnTo>
                    <a:pt x="2015" y="4781"/>
                  </a:lnTo>
                  <a:lnTo>
                    <a:pt x="2035" y="4761"/>
                  </a:lnTo>
                  <a:lnTo>
                    <a:pt x="2055" y="4781"/>
                  </a:lnTo>
                  <a:lnTo>
                    <a:pt x="2035" y="4722"/>
                  </a:lnTo>
                  <a:lnTo>
                    <a:pt x="2035" y="4702"/>
                  </a:lnTo>
                  <a:lnTo>
                    <a:pt x="1995" y="4702"/>
                  </a:lnTo>
                  <a:lnTo>
                    <a:pt x="1976" y="4643"/>
                  </a:lnTo>
                  <a:lnTo>
                    <a:pt x="1976" y="4583"/>
                  </a:lnTo>
                  <a:lnTo>
                    <a:pt x="2015" y="4544"/>
                  </a:lnTo>
                  <a:lnTo>
                    <a:pt x="2035" y="4485"/>
                  </a:lnTo>
                  <a:lnTo>
                    <a:pt x="2094" y="4524"/>
                  </a:lnTo>
                  <a:lnTo>
                    <a:pt x="2094" y="4583"/>
                  </a:lnTo>
                  <a:lnTo>
                    <a:pt x="2094" y="4643"/>
                  </a:lnTo>
                  <a:lnTo>
                    <a:pt x="2094" y="4702"/>
                  </a:lnTo>
                  <a:lnTo>
                    <a:pt x="2114" y="4643"/>
                  </a:lnTo>
                  <a:lnTo>
                    <a:pt x="2114" y="4623"/>
                  </a:lnTo>
                  <a:lnTo>
                    <a:pt x="2134" y="4623"/>
                  </a:lnTo>
                  <a:lnTo>
                    <a:pt x="2193" y="4722"/>
                  </a:lnTo>
                  <a:lnTo>
                    <a:pt x="2213" y="4662"/>
                  </a:lnTo>
                  <a:lnTo>
                    <a:pt x="2193" y="4623"/>
                  </a:lnTo>
                  <a:lnTo>
                    <a:pt x="2153" y="4583"/>
                  </a:lnTo>
                  <a:lnTo>
                    <a:pt x="2114" y="4524"/>
                  </a:lnTo>
                  <a:lnTo>
                    <a:pt x="2114" y="4465"/>
                  </a:lnTo>
                  <a:lnTo>
                    <a:pt x="2193" y="4465"/>
                  </a:lnTo>
                  <a:lnTo>
                    <a:pt x="2193" y="4504"/>
                  </a:lnTo>
                  <a:lnTo>
                    <a:pt x="2232" y="4485"/>
                  </a:lnTo>
                  <a:lnTo>
                    <a:pt x="2252" y="4445"/>
                  </a:lnTo>
                  <a:lnTo>
                    <a:pt x="2252" y="4406"/>
                  </a:lnTo>
                  <a:lnTo>
                    <a:pt x="2272" y="4366"/>
                  </a:lnTo>
                  <a:lnTo>
                    <a:pt x="2351" y="4425"/>
                  </a:lnTo>
                  <a:lnTo>
                    <a:pt x="2351" y="4425"/>
                  </a:lnTo>
                  <a:lnTo>
                    <a:pt x="2311" y="4406"/>
                  </a:lnTo>
                  <a:lnTo>
                    <a:pt x="2311" y="4425"/>
                  </a:lnTo>
                  <a:lnTo>
                    <a:pt x="2311" y="4485"/>
                  </a:lnTo>
                  <a:lnTo>
                    <a:pt x="2311" y="4544"/>
                  </a:lnTo>
                  <a:lnTo>
                    <a:pt x="2311" y="4564"/>
                  </a:lnTo>
                  <a:lnTo>
                    <a:pt x="2292" y="4583"/>
                  </a:lnTo>
                  <a:lnTo>
                    <a:pt x="2351" y="4583"/>
                  </a:lnTo>
                  <a:lnTo>
                    <a:pt x="2371" y="4603"/>
                  </a:lnTo>
                  <a:lnTo>
                    <a:pt x="2390" y="4643"/>
                  </a:lnTo>
                  <a:lnTo>
                    <a:pt x="2410" y="4682"/>
                  </a:lnTo>
                  <a:lnTo>
                    <a:pt x="2430" y="4860"/>
                  </a:lnTo>
                  <a:lnTo>
                    <a:pt x="2469" y="4820"/>
                  </a:lnTo>
                  <a:lnTo>
                    <a:pt x="2568" y="4820"/>
                  </a:lnTo>
                  <a:lnTo>
                    <a:pt x="2548" y="4801"/>
                  </a:lnTo>
                  <a:lnTo>
                    <a:pt x="2568" y="4761"/>
                  </a:lnTo>
                  <a:lnTo>
                    <a:pt x="2588" y="4741"/>
                  </a:lnTo>
                  <a:lnTo>
                    <a:pt x="2627" y="4722"/>
                  </a:lnTo>
                  <a:lnTo>
                    <a:pt x="2667" y="4682"/>
                  </a:lnTo>
                  <a:lnTo>
                    <a:pt x="2667" y="4662"/>
                  </a:lnTo>
                  <a:lnTo>
                    <a:pt x="2667" y="4603"/>
                  </a:lnTo>
                  <a:lnTo>
                    <a:pt x="2687" y="4623"/>
                  </a:lnTo>
                  <a:lnTo>
                    <a:pt x="2707" y="4643"/>
                  </a:lnTo>
                  <a:lnTo>
                    <a:pt x="2707" y="4662"/>
                  </a:lnTo>
                  <a:lnTo>
                    <a:pt x="2726" y="4662"/>
                  </a:lnTo>
                  <a:lnTo>
                    <a:pt x="2766" y="4643"/>
                  </a:lnTo>
                  <a:lnTo>
                    <a:pt x="2805" y="4583"/>
                  </a:lnTo>
                  <a:lnTo>
                    <a:pt x="2845" y="4544"/>
                  </a:lnTo>
                  <a:lnTo>
                    <a:pt x="2865" y="4465"/>
                  </a:lnTo>
                  <a:lnTo>
                    <a:pt x="2884" y="4465"/>
                  </a:lnTo>
                  <a:lnTo>
                    <a:pt x="2904" y="4485"/>
                  </a:lnTo>
                  <a:lnTo>
                    <a:pt x="2963" y="4524"/>
                  </a:lnTo>
                  <a:lnTo>
                    <a:pt x="3023" y="4485"/>
                  </a:lnTo>
                  <a:lnTo>
                    <a:pt x="3062" y="4445"/>
                  </a:lnTo>
                  <a:lnTo>
                    <a:pt x="3102" y="4327"/>
                  </a:lnTo>
                  <a:lnTo>
                    <a:pt x="3161" y="4228"/>
                  </a:lnTo>
                  <a:lnTo>
                    <a:pt x="3200" y="4169"/>
                  </a:lnTo>
                  <a:lnTo>
                    <a:pt x="3279" y="4129"/>
                  </a:lnTo>
                  <a:lnTo>
                    <a:pt x="3279" y="4208"/>
                  </a:lnTo>
                  <a:lnTo>
                    <a:pt x="3339" y="4169"/>
                  </a:lnTo>
                  <a:lnTo>
                    <a:pt x="3339" y="4149"/>
                  </a:lnTo>
                  <a:lnTo>
                    <a:pt x="3339" y="4109"/>
                  </a:lnTo>
                  <a:lnTo>
                    <a:pt x="3378" y="4129"/>
                  </a:lnTo>
                  <a:lnTo>
                    <a:pt x="3418" y="4129"/>
                  </a:lnTo>
                  <a:lnTo>
                    <a:pt x="3437" y="4090"/>
                  </a:lnTo>
                  <a:lnTo>
                    <a:pt x="3457" y="4070"/>
                  </a:lnTo>
                  <a:lnTo>
                    <a:pt x="3477" y="4030"/>
                  </a:lnTo>
                  <a:lnTo>
                    <a:pt x="3497" y="4011"/>
                  </a:lnTo>
                  <a:lnTo>
                    <a:pt x="3536" y="3991"/>
                  </a:lnTo>
                  <a:lnTo>
                    <a:pt x="3595" y="4030"/>
                  </a:lnTo>
                  <a:lnTo>
                    <a:pt x="3615" y="4011"/>
                  </a:lnTo>
                  <a:lnTo>
                    <a:pt x="3635" y="3991"/>
                  </a:lnTo>
                  <a:lnTo>
                    <a:pt x="3635" y="3932"/>
                  </a:lnTo>
                  <a:lnTo>
                    <a:pt x="3635" y="3872"/>
                  </a:lnTo>
                  <a:lnTo>
                    <a:pt x="3635" y="3813"/>
                  </a:lnTo>
                  <a:lnTo>
                    <a:pt x="3674" y="3872"/>
                  </a:lnTo>
                  <a:lnTo>
                    <a:pt x="3694" y="3892"/>
                  </a:lnTo>
                  <a:lnTo>
                    <a:pt x="3734" y="3912"/>
                  </a:lnTo>
                  <a:lnTo>
                    <a:pt x="3852" y="3774"/>
                  </a:lnTo>
                  <a:lnTo>
                    <a:pt x="3971" y="3675"/>
                  </a:lnTo>
                  <a:lnTo>
                    <a:pt x="4247" y="3438"/>
                  </a:lnTo>
                  <a:lnTo>
                    <a:pt x="4247" y="3477"/>
                  </a:lnTo>
                  <a:lnTo>
                    <a:pt x="4287" y="3458"/>
                  </a:lnTo>
                  <a:lnTo>
                    <a:pt x="4346" y="3398"/>
                  </a:lnTo>
                  <a:lnTo>
                    <a:pt x="4405" y="3299"/>
                  </a:lnTo>
                  <a:lnTo>
                    <a:pt x="4484" y="3201"/>
                  </a:lnTo>
                  <a:lnTo>
                    <a:pt x="4524" y="3181"/>
                  </a:lnTo>
                  <a:lnTo>
                    <a:pt x="4583" y="3161"/>
                  </a:lnTo>
                  <a:lnTo>
                    <a:pt x="4603" y="3102"/>
                  </a:lnTo>
                  <a:lnTo>
                    <a:pt x="4603" y="3043"/>
                  </a:lnTo>
                  <a:lnTo>
                    <a:pt x="4583" y="3003"/>
                  </a:lnTo>
                  <a:lnTo>
                    <a:pt x="4563" y="3003"/>
                  </a:lnTo>
                  <a:lnTo>
                    <a:pt x="4524" y="2964"/>
                  </a:lnTo>
                  <a:lnTo>
                    <a:pt x="4484" y="2885"/>
                  </a:lnTo>
                  <a:lnTo>
                    <a:pt x="4504" y="2845"/>
                  </a:lnTo>
                  <a:lnTo>
                    <a:pt x="4524" y="2845"/>
                  </a:lnTo>
                  <a:lnTo>
                    <a:pt x="4563" y="2865"/>
                  </a:lnTo>
                  <a:lnTo>
                    <a:pt x="4603" y="2924"/>
                  </a:lnTo>
                  <a:lnTo>
                    <a:pt x="4622" y="2924"/>
                  </a:lnTo>
                  <a:lnTo>
                    <a:pt x="4642" y="2904"/>
                  </a:lnTo>
                  <a:lnTo>
                    <a:pt x="4682" y="2983"/>
                  </a:lnTo>
                  <a:lnTo>
                    <a:pt x="4682" y="3023"/>
                  </a:lnTo>
                  <a:lnTo>
                    <a:pt x="4682" y="3062"/>
                  </a:lnTo>
                  <a:lnTo>
                    <a:pt x="4701" y="3122"/>
                  </a:lnTo>
                  <a:lnTo>
                    <a:pt x="4761" y="3003"/>
                  </a:lnTo>
                  <a:lnTo>
                    <a:pt x="4820" y="2983"/>
                  </a:lnTo>
                  <a:lnTo>
                    <a:pt x="4859" y="2964"/>
                  </a:lnTo>
                  <a:lnTo>
                    <a:pt x="4899" y="2944"/>
                  </a:lnTo>
                  <a:lnTo>
                    <a:pt x="4938" y="2944"/>
                  </a:lnTo>
                  <a:lnTo>
                    <a:pt x="4938" y="2983"/>
                  </a:lnTo>
                  <a:lnTo>
                    <a:pt x="4958" y="3003"/>
                  </a:lnTo>
                  <a:lnTo>
                    <a:pt x="4919" y="3003"/>
                  </a:lnTo>
                  <a:lnTo>
                    <a:pt x="4919" y="2983"/>
                  </a:lnTo>
                  <a:lnTo>
                    <a:pt x="4879" y="3003"/>
                  </a:lnTo>
                  <a:lnTo>
                    <a:pt x="4879" y="3043"/>
                  </a:lnTo>
                  <a:lnTo>
                    <a:pt x="4879" y="3082"/>
                  </a:lnTo>
                  <a:lnTo>
                    <a:pt x="4859" y="3122"/>
                  </a:lnTo>
                  <a:lnTo>
                    <a:pt x="4938" y="3023"/>
                  </a:lnTo>
                  <a:lnTo>
                    <a:pt x="4998" y="3003"/>
                  </a:lnTo>
                  <a:lnTo>
                    <a:pt x="5037" y="2983"/>
                  </a:lnTo>
                  <a:lnTo>
                    <a:pt x="5017" y="2944"/>
                  </a:lnTo>
                  <a:lnTo>
                    <a:pt x="5037" y="2924"/>
                  </a:lnTo>
                  <a:lnTo>
                    <a:pt x="5057" y="2904"/>
                  </a:lnTo>
                  <a:lnTo>
                    <a:pt x="5057" y="2865"/>
                  </a:lnTo>
                  <a:lnTo>
                    <a:pt x="5077" y="2865"/>
                  </a:lnTo>
                  <a:lnTo>
                    <a:pt x="5057" y="2845"/>
                  </a:lnTo>
                  <a:lnTo>
                    <a:pt x="5077" y="2806"/>
                  </a:lnTo>
                  <a:lnTo>
                    <a:pt x="5077" y="2766"/>
                  </a:lnTo>
                  <a:lnTo>
                    <a:pt x="5156" y="2885"/>
                  </a:lnTo>
                  <a:lnTo>
                    <a:pt x="5156" y="2865"/>
                  </a:lnTo>
                  <a:lnTo>
                    <a:pt x="5136" y="2845"/>
                  </a:lnTo>
                  <a:lnTo>
                    <a:pt x="5136" y="2825"/>
                  </a:lnTo>
                  <a:lnTo>
                    <a:pt x="5136" y="2806"/>
                  </a:lnTo>
                  <a:lnTo>
                    <a:pt x="5176" y="2766"/>
                  </a:lnTo>
                  <a:lnTo>
                    <a:pt x="5235" y="2727"/>
                  </a:lnTo>
                  <a:lnTo>
                    <a:pt x="5294" y="2746"/>
                  </a:lnTo>
                  <a:lnTo>
                    <a:pt x="5334" y="2766"/>
                  </a:lnTo>
                  <a:lnTo>
                    <a:pt x="5353" y="2786"/>
                  </a:lnTo>
                  <a:lnTo>
                    <a:pt x="5373" y="2766"/>
                  </a:lnTo>
                  <a:lnTo>
                    <a:pt x="5393" y="2727"/>
                  </a:lnTo>
                  <a:lnTo>
                    <a:pt x="5413" y="2707"/>
                  </a:lnTo>
                  <a:lnTo>
                    <a:pt x="5432" y="2687"/>
                  </a:lnTo>
                  <a:lnTo>
                    <a:pt x="5452" y="2746"/>
                  </a:lnTo>
                  <a:lnTo>
                    <a:pt x="5531" y="2727"/>
                  </a:lnTo>
                  <a:lnTo>
                    <a:pt x="5610" y="2687"/>
                  </a:lnTo>
                  <a:lnTo>
                    <a:pt x="5709" y="2667"/>
                  </a:lnTo>
                  <a:lnTo>
                    <a:pt x="5808" y="2667"/>
                  </a:lnTo>
                  <a:lnTo>
                    <a:pt x="5906" y="2569"/>
                  </a:lnTo>
                  <a:lnTo>
                    <a:pt x="5926" y="2529"/>
                  </a:lnTo>
                  <a:lnTo>
                    <a:pt x="5966" y="2450"/>
                  </a:lnTo>
                  <a:lnTo>
                    <a:pt x="5946" y="2470"/>
                  </a:lnTo>
                  <a:lnTo>
                    <a:pt x="5906" y="2470"/>
                  </a:lnTo>
                  <a:lnTo>
                    <a:pt x="5887" y="2430"/>
                  </a:lnTo>
                  <a:lnTo>
                    <a:pt x="5887" y="2391"/>
                  </a:lnTo>
                  <a:lnTo>
                    <a:pt x="5887" y="2351"/>
                  </a:lnTo>
                  <a:lnTo>
                    <a:pt x="5906" y="2332"/>
                  </a:lnTo>
                  <a:lnTo>
                    <a:pt x="5946" y="2312"/>
                  </a:lnTo>
                  <a:lnTo>
                    <a:pt x="5966" y="2332"/>
                  </a:lnTo>
                  <a:lnTo>
                    <a:pt x="6005" y="2351"/>
                  </a:lnTo>
                  <a:lnTo>
                    <a:pt x="6025" y="2351"/>
                  </a:lnTo>
                  <a:lnTo>
                    <a:pt x="6005" y="2391"/>
                  </a:lnTo>
                  <a:lnTo>
                    <a:pt x="6025" y="2430"/>
                  </a:lnTo>
                  <a:lnTo>
                    <a:pt x="6064" y="2430"/>
                  </a:lnTo>
                  <a:lnTo>
                    <a:pt x="6104" y="2411"/>
                  </a:lnTo>
                  <a:lnTo>
                    <a:pt x="6163" y="2391"/>
                  </a:lnTo>
                  <a:lnTo>
                    <a:pt x="6183" y="2411"/>
                  </a:lnTo>
                  <a:lnTo>
                    <a:pt x="6203" y="2430"/>
                  </a:lnTo>
                  <a:lnTo>
                    <a:pt x="6222" y="2411"/>
                  </a:lnTo>
                  <a:lnTo>
                    <a:pt x="6262" y="2391"/>
                  </a:lnTo>
                  <a:lnTo>
                    <a:pt x="6301" y="2351"/>
                  </a:lnTo>
                  <a:lnTo>
                    <a:pt x="6321" y="2292"/>
                  </a:lnTo>
                  <a:lnTo>
                    <a:pt x="6321" y="2332"/>
                  </a:lnTo>
                  <a:lnTo>
                    <a:pt x="6321" y="2351"/>
                  </a:lnTo>
                  <a:lnTo>
                    <a:pt x="6301" y="2371"/>
                  </a:lnTo>
                  <a:lnTo>
                    <a:pt x="6301" y="2391"/>
                  </a:lnTo>
                  <a:lnTo>
                    <a:pt x="6341" y="2351"/>
                  </a:lnTo>
                  <a:lnTo>
                    <a:pt x="6361" y="2391"/>
                  </a:lnTo>
                  <a:lnTo>
                    <a:pt x="6380" y="2391"/>
                  </a:lnTo>
                  <a:lnTo>
                    <a:pt x="6400" y="2371"/>
                  </a:lnTo>
                  <a:lnTo>
                    <a:pt x="6420" y="2312"/>
                  </a:lnTo>
                  <a:lnTo>
                    <a:pt x="6440" y="2233"/>
                  </a:lnTo>
                  <a:lnTo>
                    <a:pt x="6459" y="2193"/>
                  </a:lnTo>
                  <a:lnTo>
                    <a:pt x="6479" y="2174"/>
                  </a:lnTo>
                  <a:lnTo>
                    <a:pt x="6479" y="2292"/>
                  </a:lnTo>
                  <a:lnTo>
                    <a:pt x="6519" y="2253"/>
                  </a:lnTo>
                  <a:lnTo>
                    <a:pt x="6519" y="2193"/>
                  </a:lnTo>
                  <a:lnTo>
                    <a:pt x="6538" y="2134"/>
                  </a:lnTo>
                  <a:lnTo>
                    <a:pt x="6578" y="2095"/>
                  </a:lnTo>
                  <a:lnTo>
                    <a:pt x="6598" y="2134"/>
                  </a:lnTo>
                  <a:lnTo>
                    <a:pt x="6617" y="2075"/>
                  </a:lnTo>
                  <a:lnTo>
                    <a:pt x="6637" y="2114"/>
                  </a:lnTo>
                  <a:lnTo>
                    <a:pt x="6637" y="2035"/>
                  </a:lnTo>
                  <a:lnTo>
                    <a:pt x="6677" y="1996"/>
                  </a:lnTo>
                  <a:lnTo>
                    <a:pt x="6716" y="1956"/>
                  </a:lnTo>
                  <a:lnTo>
                    <a:pt x="6736" y="1917"/>
                  </a:lnTo>
                  <a:lnTo>
                    <a:pt x="6756" y="1917"/>
                  </a:lnTo>
                  <a:lnTo>
                    <a:pt x="6795" y="1956"/>
                  </a:lnTo>
                  <a:lnTo>
                    <a:pt x="6815" y="1976"/>
                  </a:lnTo>
                  <a:lnTo>
                    <a:pt x="6835" y="1937"/>
                  </a:lnTo>
                  <a:lnTo>
                    <a:pt x="6874" y="2055"/>
                  </a:lnTo>
                  <a:lnTo>
                    <a:pt x="6835" y="2055"/>
                  </a:lnTo>
                  <a:lnTo>
                    <a:pt x="6795" y="2035"/>
                  </a:lnTo>
                  <a:lnTo>
                    <a:pt x="6775" y="2035"/>
                  </a:lnTo>
                  <a:lnTo>
                    <a:pt x="6736" y="2055"/>
                  </a:lnTo>
                  <a:lnTo>
                    <a:pt x="6795" y="2095"/>
                  </a:lnTo>
                  <a:lnTo>
                    <a:pt x="6854" y="2114"/>
                  </a:lnTo>
                  <a:lnTo>
                    <a:pt x="6914" y="2134"/>
                  </a:lnTo>
                  <a:lnTo>
                    <a:pt x="6973" y="2114"/>
                  </a:lnTo>
                  <a:lnTo>
                    <a:pt x="7072" y="2075"/>
                  </a:lnTo>
                  <a:lnTo>
                    <a:pt x="7170" y="2035"/>
                  </a:lnTo>
                  <a:lnTo>
                    <a:pt x="7190" y="1996"/>
                  </a:lnTo>
                  <a:lnTo>
                    <a:pt x="7230" y="1976"/>
                  </a:lnTo>
                  <a:lnTo>
                    <a:pt x="7309" y="1937"/>
                  </a:lnTo>
                  <a:lnTo>
                    <a:pt x="7368" y="1917"/>
                  </a:lnTo>
                  <a:lnTo>
                    <a:pt x="7407" y="1877"/>
                  </a:lnTo>
                  <a:lnTo>
                    <a:pt x="7407" y="1858"/>
                  </a:lnTo>
                  <a:lnTo>
                    <a:pt x="7407" y="1779"/>
                  </a:lnTo>
                  <a:lnTo>
                    <a:pt x="7427" y="1838"/>
                  </a:lnTo>
                  <a:lnTo>
                    <a:pt x="7427" y="1858"/>
                  </a:lnTo>
                  <a:lnTo>
                    <a:pt x="7625" y="1838"/>
                  </a:lnTo>
                  <a:lnTo>
                    <a:pt x="7743" y="1779"/>
                  </a:lnTo>
                  <a:lnTo>
                    <a:pt x="7842" y="1739"/>
                  </a:lnTo>
                  <a:lnTo>
                    <a:pt x="7921" y="1680"/>
                  </a:lnTo>
                  <a:lnTo>
                    <a:pt x="7961" y="1640"/>
                  </a:lnTo>
                  <a:lnTo>
                    <a:pt x="8000" y="1601"/>
                  </a:lnTo>
                  <a:lnTo>
                    <a:pt x="8059" y="1640"/>
                  </a:lnTo>
                  <a:lnTo>
                    <a:pt x="8079" y="1542"/>
                  </a:lnTo>
                  <a:lnTo>
                    <a:pt x="8138" y="1463"/>
                  </a:lnTo>
                  <a:lnTo>
                    <a:pt x="8277" y="1324"/>
                  </a:lnTo>
                  <a:lnTo>
                    <a:pt x="8336" y="1245"/>
                  </a:lnTo>
                  <a:lnTo>
                    <a:pt x="8356" y="1186"/>
                  </a:lnTo>
                  <a:lnTo>
                    <a:pt x="8356" y="1127"/>
                  </a:lnTo>
                  <a:lnTo>
                    <a:pt x="7605" y="40"/>
                  </a:lnTo>
                  <a:lnTo>
                    <a:pt x="7566" y="40"/>
                  </a:lnTo>
                  <a:lnTo>
                    <a:pt x="7546" y="1"/>
                  </a:lnTo>
                  <a:lnTo>
                    <a:pt x="7546" y="60"/>
                  </a:lnTo>
                  <a:lnTo>
                    <a:pt x="7546" y="100"/>
                  </a:lnTo>
                  <a:lnTo>
                    <a:pt x="7605" y="218"/>
                  </a:lnTo>
                  <a:lnTo>
                    <a:pt x="7546" y="198"/>
                  </a:lnTo>
                  <a:lnTo>
                    <a:pt x="7506" y="179"/>
                  </a:lnTo>
                  <a:lnTo>
                    <a:pt x="7447" y="159"/>
                  </a:lnTo>
                  <a:lnTo>
                    <a:pt x="7427" y="100"/>
                  </a:lnTo>
                  <a:lnTo>
                    <a:pt x="7388" y="60"/>
                  </a:lnTo>
                  <a:lnTo>
                    <a:pt x="73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0" name="Google Shape;8980;p34"/>
            <p:cNvSpPr/>
            <p:nvPr/>
          </p:nvSpPr>
          <p:spPr>
            <a:xfrm>
              <a:off x="9698231" y="4064749"/>
              <a:ext cx="1093" cy="1041"/>
            </a:xfrm>
            <a:custGeom>
              <a:rect b="b" l="l" r="r" t="t"/>
              <a:pathLst>
                <a:path extrusionOk="0" h="20" w="21">
                  <a:moveTo>
                    <a:pt x="1" y="0"/>
                  </a:moveTo>
                  <a:lnTo>
                    <a:pt x="1" y="0"/>
                  </a:lnTo>
                  <a:lnTo>
                    <a:pt x="20" y="20"/>
                  </a:lnTo>
                  <a:lnTo>
                    <a:pt x="20" y="20"/>
                  </a:lnTo>
                  <a:lnTo>
                    <a:pt x="1" y="0"/>
                  </a:lnTo>
                  <a:lnTo>
                    <a:pt x="1" y="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1" name="Google Shape;8981;p34"/>
            <p:cNvSpPr/>
            <p:nvPr/>
          </p:nvSpPr>
          <p:spPr>
            <a:xfrm>
              <a:off x="9644784" y="4104821"/>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C26E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2" name="Google Shape;8982;p34"/>
            <p:cNvSpPr/>
            <p:nvPr/>
          </p:nvSpPr>
          <p:spPr>
            <a:xfrm>
              <a:off x="8679565" y="3081003"/>
              <a:ext cx="273483" cy="320738"/>
            </a:xfrm>
            <a:custGeom>
              <a:rect b="b" l="l" r="r" t="t"/>
              <a:pathLst>
                <a:path extrusionOk="0" h="6163" w="5255">
                  <a:moveTo>
                    <a:pt x="1897" y="0"/>
                  </a:moveTo>
                  <a:lnTo>
                    <a:pt x="1837" y="20"/>
                  </a:lnTo>
                  <a:lnTo>
                    <a:pt x="1640" y="79"/>
                  </a:lnTo>
                  <a:lnTo>
                    <a:pt x="1482" y="158"/>
                  </a:lnTo>
                  <a:lnTo>
                    <a:pt x="1304" y="257"/>
                  </a:lnTo>
                  <a:lnTo>
                    <a:pt x="1087" y="395"/>
                  </a:lnTo>
                  <a:lnTo>
                    <a:pt x="830" y="593"/>
                  </a:lnTo>
                  <a:lnTo>
                    <a:pt x="632" y="771"/>
                  </a:lnTo>
                  <a:lnTo>
                    <a:pt x="455" y="948"/>
                  </a:lnTo>
                  <a:lnTo>
                    <a:pt x="316" y="1106"/>
                  </a:lnTo>
                  <a:lnTo>
                    <a:pt x="198" y="1245"/>
                  </a:lnTo>
                  <a:lnTo>
                    <a:pt x="40" y="1462"/>
                  </a:lnTo>
                  <a:lnTo>
                    <a:pt x="0" y="1561"/>
                  </a:lnTo>
                  <a:lnTo>
                    <a:pt x="494" y="2311"/>
                  </a:lnTo>
                  <a:lnTo>
                    <a:pt x="474" y="2371"/>
                  </a:lnTo>
                  <a:lnTo>
                    <a:pt x="395" y="2509"/>
                  </a:lnTo>
                  <a:lnTo>
                    <a:pt x="376" y="2608"/>
                  </a:lnTo>
                  <a:lnTo>
                    <a:pt x="356" y="2726"/>
                  </a:lnTo>
                  <a:lnTo>
                    <a:pt x="356" y="2864"/>
                  </a:lnTo>
                  <a:lnTo>
                    <a:pt x="395" y="3003"/>
                  </a:lnTo>
                  <a:lnTo>
                    <a:pt x="415" y="3062"/>
                  </a:lnTo>
                  <a:lnTo>
                    <a:pt x="455" y="3121"/>
                  </a:lnTo>
                  <a:lnTo>
                    <a:pt x="534" y="3220"/>
                  </a:lnTo>
                  <a:lnTo>
                    <a:pt x="652" y="3279"/>
                  </a:lnTo>
                  <a:lnTo>
                    <a:pt x="771" y="3319"/>
                  </a:lnTo>
                  <a:lnTo>
                    <a:pt x="869" y="3338"/>
                  </a:lnTo>
                  <a:lnTo>
                    <a:pt x="968" y="3358"/>
                  </a:lnTo>
                  <a:lnTo>
                    <a:pt x="1047" y="3358"/>
                  </a:lnTo>
                  <a:lnTo>
                    <a:pt x="1225" y="3635"/>
                  </a:lnTo>
                  <a:lnTo>
                    <a:pt x="1659" y="4306"/>
                  </a:lnTo>
                  <a:lnTo>
                    <a:pt x="2193" y="5215"/>
                  </a:lnTo>
                  <a:lnTo>
                    <a:pt x="2450" y="5689"/>
                  </a:lnTo>
                  <a:lnTo>
                    <a:pt x="2687" y="6163"/>
                  </a:lnTo>
                  <a:lnTo>
                    <a:pt x="3536" y="5432"/>
                  </a:lnTo>
                  <a:lnTo>
                    <a:pt x="4049" y="5037"/>
                  </a:lnTo>
                  <a:lnTo>
                    <a:pt x="4524" y="4682"/>
                  </a:lnTo>
                  <a:lnTo>
                    <a:pt x="5254" y="4148"/>
                  </a:lnTo>
                  <a:lnTo>
                    <a:pt x="4504" y="3259"/>
                  </a:lnTo>
                  <a:lnTo>
                    <a:pt x="3812" y="2390"/>
                  </a:lnTo>
                  <a:lnTo>
                    <a:pt x="3101" y="1482"/>
                  </a:lnTo>
                  <a:lnTo>
                    <a:pt x="3161" y="1403"/>
                  </a:lnTo>
                  <a:lnTo>
                    <a:pt x="3200" y="1324"/>
                  </a:lnTo>
                  <a:lnTo>
                    <a:pt x="3240" y="1205"/>
                  </a:lnTo>
                  <a:lnTo>
                    <a:pt x="3259" y="1087"/>
                  </a:lnTo>
                  <a:lnTo>
                    <a:pt x="3259" y="968"/>
                  </a:lnTo>
                  <a:lnTo>
                    <a:pt x="3240" y="850"/>
                  </a:lnTo>
                  <a:lnTo>
                    <a:pt x="3180" y="731"/>
                  </a:lnTo>
                  <a:lnTo>
                    <a:pt x="3082" y="632"/>
                  </a:lnTo>
                  <a:lnTo>
                    <a:pt x="2963" y="553"/>
                  </a:lnTo>
                  <a:lnTo>
                    <a:pt x="2845" y="494"/>
                  </a:lnTo>
                  <a:lnTo>
                    <a:pt x="2726" y="474"/>
                  </a:lnTo>
                  <a:lnTo>
                    <a:pt x="2608" y="474"/>
                  </a:lnTo>
                  <a:lnTo>
                    <a:pt x="2430" y="514"/>
                  </a:lnTo>
                  <a:lnTo>
                    <a:pt x="2351" y="534"/>
                  </a:lnTo>
                  <a:lnTo>
                    <a:pt x="18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3" name="Google Shape;8983;p34"/>
            <p:cNvSpPr/>
            <p:nvPr/>
          </p:nvSpPr>
          <p:spPr>
            <a:xfrm>
              <a:off x="9470028" y="3991734"/>
              <a:ext cx="951909" cy="912877"/>
            </a:xfrm>
            <a:custGeom>
              <a:rect b="b" l="l" r="r" t="t"/>
              <a:pathLst>
                <a:path extrusionOk="0" h="17541" w="18291">
                  <a:moveTo>
                    <a:pt x="10133" y="1"/>
                  </a:moveTo>
                  <a:lnTo>
                    <a:pt x="10015" y="20"/>
                  </a:lnTo>
                  <a:lnTo>
                    <a:pt x="9896" y="60"/>
                  </a:lnTo>
                  <a:lnTo>
                    <a:pt x="9561" y="198"/>
                  </a:lnTo>
                  <a:lnTo>
                    <a:pt x="9126" y="415"/>
                  </a:lnTo>
                  <a:lnTo>
                    <a:pt x="8553" y="712"/>
                  </a:lnTo>
                  <a:lnTo>
                    <a:pt x="6973" y="1581"/>
                  </a:lnTo>
                  <a:lnTo>
                    <a:pt x="5946" y="2173"/>
                  </a:lnTo>
                  <a:lnTo>
                    <a:pt x="4820" y="2865"/>
                  </a:lnTo>
                  <a:lnTo>
                    <a:pt x="3694" y="3576"/>
                  </a:lnTo>
                  <a:lnTo>
                    <a:pt x="2608" y="4267"/>
                  </a:lnTo>
                  <a:lnTo>
                    <a:pt x="830" y="5452"/>
                  </a:lnTo>
                  <a:lnTo>
                    <a:pt x="20" y="5986"/>
                  </a:lnTo>
                  <a:lnTo>
                    <a:pt x="1" y="6005"/>
                  </a:lnTo>
                  <a:lnTo>
                    <a:pt x="1" y="6025"/>
                  </a:lnTo>
                  <a:lnTo>
                    <a:pt x="20" y="6144"/>
                  </a:lnTo>
                  <a:lnTo>
                    <a:pt x="60" y="6302"/>
                  </a:lnTo>
                  <a:lnTo>
                    <a:pt x="139" y="6519"/>
                  </a:lnTo>
                  <a:lnTo>
                    <a:pt x="356" y="7072"/>
                  </a:lnTo>
                  <a:lnTo>
                    <a:pt x="652" y="7763"/>
                  </a:lnTo>
                  <a:lnTo>
                    <a:pt x="850" y="8198"/>
                  </a:lnTo>
                  <a:lnTo>
                    <a:pt x="1640" y="10035"/>
                  </a:lnTo>
                  <a:lnTo>
                    <a:pt x="1759" y="10331"/>
                  </a:lnTo>
                  <a:lnTo>
                    <a:pt x="1798" y="10390"/>
                  </a:lnTo>
                  <a:lnTo>
                    <a:pt x="1838" y="10509"/>
                  </a:lnTo>
                  <a:lnTo>
                    <a:pt x="2173" y="11319"/>
                  </a:lnTo>
                  <a:lnTo>
                    <a:pt x="2529" y="12227"/>
                  </a:lnTo>
                  <a:lnTo>
                    <a:pt x="2549" y="12267"/>
                  </a:lnTo>
                  <a:lnTo>
                    <a:pt x="2568" y="12306"/>
                  </a:lnTo>
                  <a:lnTo>
                    <a:pt x="2588" y="12346"/>
                  </a:lnTo>
                  <a:lnTo>
                    <a:pt x="2628" y="12425"/>
                  </a:lnTo>
                  <a:lnTo>
                    <a:pt x="2766" y="12741"/>
                  </a:lnTo>
                  <a:lnTo>
                    <a:pt x="2766" y="12761"/>
                  </a:lnTo>
                  <a:lnTo>
                    <a:pt x="2805" y="12820"/>
                  </a:lnTo>
                  <a:lnTo>
                    <a:pt x="2825" y="12879"/>
                  </a:lnTo>
                  <a:lnTo>
                    <a:pt x="3358" y="13985"/>
                  </a:lnTo>
                  <a:lnTo>
                    <a:pt x="3872" y="15072"/>
                  </a:lnTo>
                  <a:lnTo>
                    <a:pt x="3892" y="15091"/>
                  </a:lnTo>
                  <a:lnTo>
                    <a:pt x="4070" y="15447"/>
                  </a:lnTo>
                  <a:lnTo>
                    <a:pt x="4089" y="15486"/>
                  </a:lnTo>
                  <a:lnTo>
                    <a:pt x="4168" y="15625"/>
                  </a:lnTo>
                  <a:lnTo>
                    <a:pt x="4879" y="16987"/>
                  </a:lnTo>
                  <a:lnTo>
                    <a:pt x="5176" y="17541"/>
                  </a:lnTo>
                  <a:lnTo>
                    <a:pt x="18291" y="12919"/>
                  </a:lnTo>
                  <a:lnTo>
                    <a:pt x="17916" y="12425"/>
                  </a:lnTo>
                  <a:lnTo>
                    <a:pt x="17047" y="11240"/>
                  </a:lnTo>
                  <a:lnTo>
                    <a:pt x="16099" y="9896"/>
                  </a:lnTo>
                  <a:lnTo>
                    <a:pt x="15703" y="9304"/>
                  </a:lnTo>
                  <a:lnTo>
                    <a:pt x="15427" y="8869"/>
                  </a:lnTo>
                  <a:lnTo>
                    <a:pt x="15190" y="8395"/>
                  </a:lnTo>
                  <a:lnTo>
                    <a:pt x="14953" y="7981"/>
                  </a:lnTo>
                  <a:lnTo>
                    <a:pt x="14064" y="6341"/>
                  </a:lnTo>
                  <a:lnTo>
                    <a:pt x="13847" y="5946"/>
                  </a:lnTo>
                  <a:lnTo>
                    <a:pt x="12642" y="3793"/>
                  </a:lnTo>
                  <a:lnTo>
                    <a:pt x="12425" y="3398"/>
                  </a:lnTo>
                  <a:lnTo>
                    <a:pt x="11496" y="1759"/>
                  </a:lnTo>
                  <a:lnTo>
                    <a:pt x="11299" y="1423"/>
                  </a:lnTo>
                  <a:lnTo>
                    <a:pt x="10746" y="494"/>
                  </a:lnTo>
                  <a:lnTo>
                    <a:pt x="10548" y="198"/>
                  </a:lnTo>
                  <a:lnTo>
                    <a:pt x="10449" y="80"/>
                  </a:lnTo>
                  <a:lnTo>
                    <a:pt x="10390" y="40"/>
                  </a:lnTo>
                  <a:lnTo>
                    <a:pt x="10311" y="1"/>
                  </a:lnTo>
                  <a:close/>
                </a:path>
              </a:pathLst>
            </a:custGeom>
            <a:solidFill>
              <a:schemeClr val="lt2"/>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4" name="Google Shape;8984;p34"/>
            <p:cNvSpPr/>
            <p:nvPr/>
          </p:nvSpPr>
          <p:spPr>
            <a:xfrm>
              <a:off x="9958284" y="4090406"/>
              <a:ext cx="1093" cy="1093"/>
            </a:xfrm>
            <a:custGeom>
              <a:rect b="b" l="l" r="r" t="t"/>
              <a:pathLst>
                <a:path extrusionOk="0" h="21" w="21">
                  <a:moveTo>
                    <a:pt x="21" y="1"/>
                  </a:moveTo>
                  <a:lnTo>
                    <a:pt x="21" y="1"/>
                  </a:lnTo>
                  <a:lnTo>
                    <a:pt x="1" y="21"/>
                  </a:lnTo>
                  <a:lnTo>
                    <a:pt x="1" y="21"/>
                  </a:lnTo>
                  <a:lnTo>
                    <a:pt x="21" y="1"/>
                  </a:lnTo>
                  <a:lnTo>
                    <a:pt x="21"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5" name="Google Shape;8985;p34"/>
            <p:cNvSpPr/>
            <p:nvPr/>
          </p:nvSpPr>
          <p:spPr>
            <a:xfrm>
              <a:off x="9841138" y="4155198"/>
              <a:ext cx="52" cy="1093"/>
            </a:xfrm>
            <a:custGeom>
              <a:rect b="b" l="l" r="r" t="t"/>
              <a:pathLst>
                <a:path extrusionOk="0" h="21"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6" name="Google Shape;8986;p34"/>
            <p:cNvSpPr/>
            <p:nvPr/>
          </p:nvSpPr>
          <p:spPr>
            <a:xfrm>
              <a:off x="9530709" y="4409110"/>
              <a:ext cx="2082" cy="10304"/>
            </a:xfrm>
            <a:custGeom>
              <a:rect b="b" l="l" r="r" t="t"/>
              <a:pathLst>
                <a:path extrusionOk="0" h="198" w="40">
                  <a:moveTo>
                    <a:pt x="40" y="0"/>
                  </a:moveTo>
                  <a:lnTo>
                    <a:pt x="20" y="40"/>
                  </a:lnTo>
                  <a:lnTo>
                    <a:pt x="0" y="20"/>
                  </a:lnTo>
                  <a:lnTo>
                    <a:pt x="20" y="79"/>
                  </a:lnTo>
                  <a:lnTo>
                    <a:pt x="40" y="59"/>
                  </a:lnTo>
                  <a:lnTo>
                    <a:pt x="40" y="0"/>
                  </a:lnTo>
                  <a:close/>
                  <a:moveTo>
                    <a:pt x="40" y="59"/>
                  </a:moveTo>
                  <a:lnTo>
                    <a:pt x="20" y="138"/>
                  </a:lnTo>
                  <a:lnTo>
                    <a:pt x="0" y="198"/>
                  </a:lnTo>
                  <a:lnTo>
                    <a:pt x="40" y="138"/>
                  </a:lnTo>
                  <a:lnTo>
                    <a:pt x="40" y="99"/>
                  </a:lnTo>
                  <a:lnTo>
                    <a:pt x="40" y="59"/>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7" name="Google Shape;8987;p34"/>
            <p:cNvSpPr/>
            <p:nvPr/>
          </p:nvSpPr>
          <p:spPr>
            <a:xfrm>
              <a:off x="9642703" y="4297064"/>
              <a:ext cx="1093" cy="52"/>
            </a:xfrm>
            <a:custGeom>
              <a:rect b="b" l="l" r="r" t="t"/>
              <a:pathLst>
                <a:path extrusionOk="0" h="1" w="21">
                  <a:moveTo>
                    <a:pt x="21" y="0"/>
                  </a:moveTo>
                  <a:lnTo>
                    <a:pt x="21" y="0"/>
                  </a:lnTo>
                  <a:lnTo>
                    <a:pt x="1" y="0"/>
                  </a:lnTo>
                  <a:lnTo>
                    <a:pt x="1" y="0"/>
                  </a:lnTo>
                  <a:lnTo>
                    <a:pt x="21" y="0"/>
                  </a:lnTo>
                  <a:lnTo>
                    <a:pt x="2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8" name="Google Shape;8988;p34"/>
            <p:cNvSpPr/>
            <p:nvPr/>
          </p:nvSpPr>
          <p:spPr>
            <a:xfrm>
              <a:off x="9503959" y="4064749"/>
              <a:ext cx="564401" cy="353629"/>
            </a:xfrm>
            <a:custGeom>
              <a:rect b="b" l="l" r="r" t="t"/>
              <a:pathLst>
                <a:path extrusionOk="0" h="6795" w="10845">
                  <a:moveTo>
                    <a:pt x="10548" y="59"/>
                  </a:moveTo>
                  <a:lnTo>
                    <a:pt x="10588" y="79"/>
                  </a:lnTo>
                  <a:lnTo>
                    <a:pt x="10588" y="59"/>
                  </a:lnTo>
                  <a:close/>
                  <a:moveTo>
                    <a:pt x="8790" y="514"/>
                  </a:moveTo>
                  <a:lnTo>
                    <a:pt x="8790" y="533"/>
                  </a:lnTo>
                  <a:lnTo>
                    <a:pt x="8770" y="553"/>
                  </a:lnTo>
                  <a:lnTo>
                    <a:pt x="8830" y="533"/>
                  </a:lnTo>
                  <a:lnTo>
                    <a:pt x="8830" y="514"/>
                  </a:lnTo>
                  <a:close/>
                  <a:moveTo>
                    <a:pt x="6064" y="2173"/>
                  </a:moveTo>
                  <a:lnTo>
                    <a:pt x="6005" y="2212"/>
                  </a:lnTo>
                  <a:lnTo>
                    <a:pt x="6005" y="2222"/>
                  </a:lnTo>
                  <a:lnTo>
                    <a:pt x="6064" y="2173"/>
                  </a:lnTo>
                  <a:close/>
                  <a:moveTo>
                    <a:pt x="3813" y="3694"/>
                  </a:moveTo>
                  <a:lnTo>
                    <a:pt x="3773" y="3713"/>
                  </a:lnTo>
                  <a:lnTo>
                    <a:pt x="3734" y="3733"/>
                  </a:lnTo>
                  <a:lnTo>
                    <a:pt x="3753" y="3753"/>
                  </a:lnTo>
                  <a:lnTo>
                    <a:pt x="3773" y="3753"/>
                  </a:lnTo>
                  <a:lnTo>
                    <a:pt x="3793" y="3733"/>
                  </a:lnTo>
                  <a:lnTo>
                    <a:pt x="3813" y="3694"/>
                  </a:lnTo>
                  <a:close/>
                  <a:moveTo>
                    <a:pt x="2805" y="4385"/>
                  </a:moveTo>
                  <a:lnTo>
                    <a:pt x="2766" y="4405"/>
                  </a:lnTo>
                  <a:lnTo>
                    <a:pt x="2746" y="4444"/>
                  </a:lnTo>
                  <a:lnTo>
                    <a:pt x="2766" y="4425"/>
                  </a:lnTo>
                  <a:lnTo>
                    <a:pt x="2845" y="4405"/>
                  </a:lnTo>
                  <a:lnTo>
                    <a:pt x="2805" y="4385"/>
                  </a:lnTo>
                  <a:close/>
                  <a:moveTo>
                    <a:pt x="2548" y="4760"/>
                  </a:moveTo>
                  <a:lnTo>
                    <a:pt x="2529" y="4780"/>
                  </a:lnTo>
                  <a:lnTo>
                    <a:pt x="2509" y="4800"/>
                  </a:lnTo>
                  <a:lnTo>
                    <a:pt x="2509" y="4820"/>
                  </a:lnTo>
                  <a:lnTo>
                    <a:pt x="2548" y="4780"/>
                  </a:lnTo>
                  <a:lnTo>
                    <a:pt x="2548" y="4760"/>
                  </a:lnTo>
                  <a:close/>
                  <a:moveTo>
                    <a:pt x="3161" y="4978"/>
                  </a:moveTo>
                  <a:lnTo>
                    <a:pt x="3161" y="4978"/>
                  </a:lnTo>
                  <a:lnTo>
                    <a:pt x="3161" y="4978"/>
                  </a:lnTo>
                  <a:close/>
                  <a:moveTo>
                    <a:pt x="10469" y="0"/>
                  </a:moveTo>
                  <a:lnTo>
                    <a:pt x="10469" y="40"/>
                  </a:lnTo>
                  <a:lnTo>
                    <a:pt x="10449" y="59"/>
                  </a:lnTo>
                  <a:lnTo>
                    <a:pt x="10370" y="79"/>
                  </a:lnTo>
                  <a:lnTo>
                    <a:pt x="10370" y="59"/>
                  </a:lnTo>
                  <a:lnTo>
                    <a:pt x="10390" y="40"/>
                  </a:lnTo>
                  <a:lnTo>
                    <a:pt x="10351" y="20"/>
                  </a:lnTo>
                  <a:lnTo>
                    <a:pt x="10331" y="20"/>
                  </a:lnTo>
                  <a:lnTo>
                    <a:pt x="10272" y="59"/>
                  </a:lnTo>
                  <a:lnTo>
                    <a:pt x="10232" y="99"/>
                  </a:lnTo>
                  <a:lnTo>
                    <a:pt x="10173" y="138"/>
                  </a:lnTo>
                  <a:lnTo>
                    <a:pt x="10173" y="119"/>
                  </a:lnTo>
                  <a:lnTo>
                    <a:pt x="10153" y="119"/>
                  </a:lnTo>
                  <a:lnTo>
                    <a:pt x="10113" y="138"/>
                  </a:lnTo>
                  <a:lnTo>
                    <a:pt x="10074" y="138"/>
                  </a:lnTo>
                  <a:lnTo>
                    <a:pt x="10054" y="158"/>
                  </a:lnTo>
                  <a:lnTo>
                    <a:pt x="10034" y="158"/>
                  </a:lnTo>
                  <a:lnTo>
                    <a:pt x="10015" y="138"/>
                  </a:lnTo>
                  <a:lnTo>
                    <a:pt x="9995" y="119"/>
                  </a:lnTo>
                  <a:lnTo>
                    <a:pt x="9955" y="119"/>
                  </a:lnTo>
                  <a:lnTo>
                    <a:pt x="9955" y="138"/>
                  </a:lnTo>
                  <a:lnTo>
                    <a:pt x="9955" y="158"/>
                  </a:lnTo>
                  <a:lnTo>
                    <a:pt x="9936" y="158"/>
                  </a:lnTo>
                  <a:lnTo>
                    <a:pt x="9896" y="178"/>
                  </a:lnTo>
                  <a:lnTo>
                    <a:pt x="9876" y="198"/>
                  </a:lnTo>
                  <a:lnTo>
                    <a:pt x="9876" y="217"/>
                  </a:lnTo>
                  <a:lnTo>
                    <a:pt x="9817" y="198"/>
                  </a:lnTo>
                  <a:lnTo>
                    <a:pt x="9797" y="237"/>
                  </a:lnTo>
                  <a:lnTo>
                    <a:pt x="9817" y="277"/>
                  </a:lnTo>
                  <a:lnTo>
                    <a:pt x="9817" y="316"/>
                  </a:lnTo>
                  <a:lnTo>
                    <a:pt x="9778" y="356"/>
                  </a:lnTo>
                  <a:lnTo>
                    <a:pt x="9738" y="356"/>
                  </a:lnTo>
                  <a:lnTo>
                    <a:pt x="9718" y="336"/>
                  </a:lnTo>
                  <a:lnTo>
                    <a:pt x="9718" y="296"/>
                  </a:lnTo>
                  <a:lnTo>
                    <a:pt x="9699" y="257"/>
                  </a:lnTo>
                  <a:lnTo>
                    <a:pt x="9699" y="237"/>
                  </a:lnTo>
                  <a:lnTo>
                    <a:pt x="9679" y="237"/>
                  </a:lnTo>
                  <a:lnTo>
                    <a:pt x="9659" y="277"/>
                  </a:lnTo>
                  <a:lnTo>
                    <a:pt x="9620" y="257"/>
                  </a:lnTo>
                  <a:lnTo>
                    <a:pt x="9580" y="277"/>
                  </a:lnTo>
                  <a:lnTo>
                    <a:pt x="9541" y="277"/>
                  </a:lnTo>
                  <a:lnTo>
                    <a:pt x="9541" y="257"/>
                  </a:lnTo>
                  <a:lnTo>
                    <a:pt x="9560" y="237"/>
                  </a:lnTo>
                  <a:lnTo>
                    <a:pt x="9541" y="237"/>
                  </a:lnTo>
                  <a:lnTo>
                    <a:pt x="9521" y="257"/>
                  </a:lnTo>
                  <a:lnTo>
                    <a:pt x="9442" y="257"/>
                  </a:lnTo>
                  <a:lnTo>
                    <a:pt x="9383" y="277"/>
                  </a:lnTo>
                  <a:lnTo>
                    <a:pt x="9363" y="296"/>
                  </a:lnTo>
                  <a:lnTo>
                    <a:pt x="9343" y="336"/>
                  </a:lnTo>
                  <a:lnTo>
                    <a:pt x="9264" y="336"/>
                  </a:lnTo>
                  <a:lnTo>
                    <a:pt x="9264" y="316"/>
                  </a:lnTo>
                  <a:lnTo>
                    <a:pt x="9244" y="356"/>
                  </a:lnTo>
                  <a:lnTo>
                    <a:pt x="9185" y="375"/>
                  </a:lnTo>
                  <a:lnTo>
                    <a:pt x="9146" y="375"/>
                  </a:lnTo>
                  <a:lnTo>
                    <a:pt x="9106" y="415"/>
                  </a:lnTo>
                  <a:lnTo>
                    <a:pt x="9086" y="395"/>
                  </a:lnTo>
                  <a:lnTo>
                    <a:pt x="9047" y="415"/>
                  </a:lnTo>
                  <a:lnTo>
                    <a:pt x="9067" y="415"/>
                  </a:lnTo>
                  <a:lnTo>
                    <a:pt x="9067" y="474"/>
                  </a:lnTo>
                  <a:lnTo>
                    <a:pt x="8988" y="474"/>
                  </a:lnTo>
                  <a:lnTo>
                    <a:pt x="8948" y="494"/>
                  </a:lnTo>
                  <a:lnTo>
                    <a:pt x="8909" y="474"/>
                  </a:lnTo>
                  <a:lnTo>
                    <a:pt x="8889" y="514"/>
                  </a:lnTo>
                  <a:lnTo>
                    <a:pt x="8889" y="533"/>
                  </a:lnTo>
                  <a:lnTo>
                    <a:pt x="8909" y="593"/>
                  </a:lnTo>
                  <a:lnTo>
                    <a:pt x="8790" y="593"/>
                  </a:lnTo>
                  <a:lnTo>
                    <a:pt x="8770" y="553"/>
                  </a:lnTo>
                  <a:lnTo>
                    <a:pt x="8751" y="533"/>
                  </a:lnTo>
                  <a:lnTo>
                    <a:pt x="8731" y="514"/>
                  </a:lnTo>
                  <a:lnTo>
                    <a:pt x="8691" y="533"/>
                  </a:lnTo>
                  <a:lnTo>
                    <a:pt x="8632" y="553"/>
                  </a:lnTo>
                  <a:lnTo>
                    <a:pt x="8672" y="573"/>
                  </a:lnTo>
                  <a:lnTo>
                    <a:pt x="8672" y="593"/>
                  </a:lnTo>
                  <a:lnTo>
                    <a:pt x="8652" y="612"/>
                  </a:lnTo>
                  <a:lnTo>
                    <a:pt x="8672" y="612"/>
                  </a:lnTo>
                  <a:lnTo>
                    <a:pt x="8691" y="553"/>
                  </a:lnTo>
                  <a:lnTo>
                    <a:pt x="8731" y="533"/>
                  </a:lnTo>
                  <a:lnTo>
                    <a:pt x="8731" y="553"/>
                  </a:lnTo>
                  <a:lnTo>
                    <a:pt x="8751" y="573"/>
                  </a:lnTo>
                  <a:lnTo>
                    <a:pt x="8711" y="632"/>
                  </a:lnTo>
                  <a:lnTo>
                    <a:pt x="8691" y="672"/>
                  </a:lnTo>
                  <a:lnTo>
                    <a:pt x="8672" y="711"/>
                  </a:lnTo>
                  <a:lnTo>
                    <a:pt x="8612" y="770"/>
                  </a:lnTo>
                  <a:lnTo>
                    <a:pt x="8553" y="770"/>
                  </a:lnTo>
                  <a:lnTo>
                    <a:pt x="8553" y="751"/>
                  </a:lnTo>
                  <a:lnTo>
                    <a:pt x="8553" y="731"/>
                  </a:lnTo>
                  <a:lnTo>
                    <a:pt x="8514" y="711"/>
                  </a:lnTo>
                  <a:lnTo>
                    <a:pt x="8494" y="751"/>
                  </a:lnTo>
                  <a:lnTo>
                    <a:pt x="8375" y="751"/>
                  </a:lnTo>
                  <a:lnTo>
                    <a:pt x="8395" y="770"/>
                  </a:lnTo>
                  <a:lnTo>
                    <a:pt x="8395" y="810"/>
                  </a:lnTo>
                  <a:lnTo>
                    <a:pt x="8336" y="830"/>
                  </a:lnTo>
                  <a:lnTo>
                    <a:pt x="8316" y="810"/>
                  </a:lnTo>
                  <a:lnTo>
                    <a:pt x="8277" y="810"/>
                  </a:lnTo>
                  <a:lnTo>
                    <a:pt x="8178" y="849"/>
                  </a:lnTo>
                  <a:lnTo>
                    <a:pt x="8079" y="869"/>
                  </a:lnTo>
                  <a:lnTo>
                    <a:pt x="7980" y="909"/>
                  </a:lnTo>
                  <a:lnTo>
                    <a:pt x="7901" y="968"/>
                  </a:lnTo>
                  <a:lnTo>
                    <a:pt x="7980" y="988"/>
                  </a:lnTo>
                  <a:lnTo>
                    <a:pt x="7980" y="928"/>
                  </a:lnTo>
                  <a:lnTo>
                    <a:pt x="8020" y="948"/>
                  </a:lnTo>
                  <a:lnTo>
                    <a:pt x="8020" y="988"/>
                  </a:lnTo>
                  <a:lnTo>
                    <a:pt x="8020" y="1067"/>
                  </a:lnTo>
                  <a:lnTo>
                    <a:pt x="7980" y="1086"/>
                  </a:lnTo>
                  <a:lnTo>
                    <a:pt x="7961" y="1086"/>
                  </a:lnTo>
                  <a:lnTo>
                    <a:pt x="7961" y="1067"/>
                  </a:lnTo>
                  <a:lnTo>
                    <a:pt x="7901" y="1126"/>
                  </a:lnTo>
                  <a:lnTo>
                    <a:pt x="7941" y="1126"/>
                  </a:lnTo>
                  <a:lnTo>
                    <a:pt x="7941" y="1146"/>
                  </a:lnTo>
                  <a:lnTo>
                    <a:pt x="7862" y="1146"/>
                  </a:lnTo>
                  <a:lnTo>
                    <a:pt x="7862" y="1126"/>
                  </a:lnTo>
                  <a:lnTo>
                    <a:pt x="7803" y="1165"/>
                  </a:lnTo>
                  <a:lnTo>
                    <a:pt x="7803" y="1185"/>
                  </a:lnTo>
                  <a:lnTo>
                    <a:pt x="7803" y="1205"/>
                  </a:lnTo>
                  <a:lnTo>
                    <a:pt x="7783" y="1205"/>
                  </a:lnTo>
                  <a:lnTo>
                    <a:pt x="7763" y="1185"/>
                  </a:lnTo>
                  <a:lnTo>
                    <a:pt x="7803" y="1106"/>
                  </a:lnTo>
                  <a:lnTo>
                    <a:pt x="7803" y="1106"/>
                  </a:lnTo>
                  <a:lnTo>
                    <a:pt x="7763" y="1126"/>
                  </a:lnTo>
                  <a:lnTo>
                    <a:pt x="7743" y="1106"/>
                  </a:lnTo>
                  <a:lnTo>
                    <a:pt x="7743" y="1067"/>
                  </a:lnTo>
                  <a:lnTo>
                    <a:pt x="7684" y="1106"/>
                  </a:lnTo>
                  <a:lnTo>
                    <a:pt x="7684" y="1047"/>
                  </a:lnTo>
                  <a:lnTo>
                    <a:pt x="7644" y="1067"/>
                  </a:lnTo>
                  <a:lnTo>
                    <a:pt x="7625" y="1086"/>
                  </a:lnTo>
                  <a:lnTo>
                    <a:pt x="7605" y="1106"/>
                  </a:lnTo>
                  <a:lnTo>
                    <a:pt x="7565" y="1106"/>
                  </a:lnTo>
                  <a:lnTo>
                    <a:pt x="7565" y="1165"/>
                  </a:lnTo>
                  <a:lnTo>
                    <a:pt x="7447" y="1185"/>
                  </a:lnTo>
                  <a:lnTo>
                    <a:pt x="7328" y="1244"/>
                  </a:lnTo>
                  <a:lnTo>
                    <a:pt x="7368" y="1264"/>
                  </a:lnTo>
                  <a:lnTo>
                    <a:pt x="7328" y="1304"/>
                  </a:lnTo>
                  <a:lnTo>
                    <a:pt x="7249" y="1304"/>
                  </a:lnTo>
                  <a:lnTo>
                    <a:pt x="7170" y="1323"/>
                  </a:lnTo>
                  <a:lnTo>
                    <a:pt x="7111" y="1402"/>
                  </a:lnTo>
                  <a:lnTo>
                    <a:pt x="7111" y="1442"/>
                  </a:lnTo>
                  <a:lnTo>
                    <a:pt x="7131" y="1462"/>
                  </a:lnTo>
                  <a:lnTo>
                    <a:pt x="7111" y="1481"/>
                  </a:lnTo>
                  <a:lnTo>
                    <a:pt x="7052" y="1481"/>
                  </a:lnTo>
                  <a:lnTo>
                    <a:pt x="7012" y="1541"/>
                  </a:lnTo>
                  <a:lnTo>
                    <a:pt x="6973" y="1580"/>
                  </a:lnTo>
                  <a:lnTo>
                    <a:pt x="6933" y="1600"/>
                  </a:lnTo>
                  <a:lnTo>
                    <a:pt x="6933" y="1600"/>
                  </a:lnTo>
                  <a:lnTo>
                    <a:pt x="7012" y="1521"/>
                  </a:lnTo>
                  <a:lnTo>
                    <a:pt x="6973" y="1501"/>
                  </a:lnTo>
                  <a:lnTo>
                    <a:pt x="6933" y="1521"/>
                  </a:lnTo>
                  <a:lnTo>
                    <a:pt x="6894" y="1561"/>
                  </a:lnTo>
                  <a:lnTo>
                    <a:pt x="6835" y="1561"/>
                  </a:lnTo>
                  <a:lnTo>
                    <a:pt x="6716" y="1798"/>
                  </a:lnTo>
                  <a:lnTo>
                    <a:pt x="6736" y="1817"/>
                  </a:lnTo>
                  <a:lnTo>
                    <a:pt x="6756" y="1857"/>
                  </a:lnTo>
                  <a:lnTo>
                    <a:pt x="6775" y="1896"/>
                  </a:lnTo>
                  <a:lnTo>
                    <a:pt x="6756" y="1936"/>
                  </a:lnTo>
                  <a:lnTo>
                    <a:pt x="6696" y="1936"/>
                  </a:lnTo>
                  <a:lnTo>
                    <a:pt x="6617" y="1956"/>
                  </a:lnTo>
                  <a:lnTo>
                    <a:pt x="6598" y="1936"/>
                  </a:lnTo>
                  <a:lnTo>
                    <a:pt x="6578" y="1936"/>
                  </a:lnTo>
                  <a:lnTo>
                    <a:pt x="6538" y="1916"/>
                  </a:lnTo>
                  <a:lnTo>
                    <a:pt x="6578" y="1896"/>
                  </a:lnTo>
                  <a:lnTo>
                    <a:pt x="6657" y="1896"/>
                  </a:lnTo>
                  <a:lnTo>
                    <a:pt x="6578" y="1877"/>
                  </a:lnTo>
                  <a:lnTo>
                    <a:pt x="6479" y="1877"/>
                  </a:lnTo>
                  <a:lnTo>
                    <a:pt x="6499" y="1837"/>
                  </a:lnTo>
                  <a:lnTo>
                    <a:pt x="6519" y="1817"/>
                  </a:lnTo>
                  <a:lnTo>
                    <a:pt x="6519" y="1837"/>
                  </a:lnTo>
                  <a:lnTo>
                    <a:pt x="6538" y="1837"/>
                  </a:lnTo>
                  <a:lnTo>
                    <a:pt x="6558" y="1798"/>
                  </a:lnTo>
                  <a:lnTo>
                    <a:pt x="6538" y="1778"/>
                  </a:lnTo>
                  <a:lnTo>
                    <a:pt x="6499" y="1778"/>
                  </a:lnTo>
                  <a:lnTo>
                    <a:pt x="6479" y="1758"/>
                  </a:lnTo>
                  <a:lnTo>
                    <a:pt x="6440" y="1778"/>
                  </a:lnTo>
                  <a:lnTo>
                    <a:pt x="6420" y="1798"/>
                  </a:lnTo>
                  <a:lnTo>
                    <a:pt x="6440" y="1817"/>
                  </a:lnTo>
                  <a:lnTo>
                    <a:pt x="6400" y="1798"/>
                  </a:lnTo>
                  <a:lnTo>
                    <a:pt x="6380" y="1817"/>
                  </a:lnTo>
                  <a:lnTo>
                    <a:pt x="6341" y="1857"/>
                  </a:lnTo>
                  <a:lnTo>
                    <a:pt x="6282" y="1896"/>
                  </a:lnTo>
                  <a:lnTo>
                    <a:pt x="6262" y="1916"/>
                  </a:lnTo>
                  <a:lnTo>
                    <a:pt x="6222" y="1916"/>
                  </a:lnTo>
                  <a:lnTo>
                    <a:pt x="6242" y="1936"/>
                  </a:lnTo>
                  <a:lnTo>
                    <a:pt x="6262" y="1936"/>
                  </a:lnTo>
                  <a:lnTo>
                    <a:pt x="6242" y="1956"/>
                  </a:lnTo>
                  <a:lnTo>
                    <a:pt x="6222" y="1975"/>
                  </a:lnTo>
                  <a:lnTo>
                    <a:pt x="6163" y="1975"/>
                  </a:lnTo>
                  <a:lnTo>
                    <a:pt x="6124" y="2035"/>
                  </a:lnTo>
                  <a:lnTo>
                    <a:pt x="6084" y="2054"/>
                  </a:lnTo>
                  <a:lnTo>
                    <a:pt x="6084" y="2074"/>
                  </a:lnTo>
                  <a:lnTo>
                    <a:pt x="6104" y="2094"/>
                  </a:lnTo>
                  <a:lnTo>
                    <a:pt x="6124" y="2114"/>
                  </a:lnTo>
                  <a:lnTo>
                    <a:pt x="6124" y="2153"/>
                  </a:lnTo>
                  <a:lnTo>
                    <a:pt x="6104" y="2193"/>
                  </a:lnTo>
                  <a:lnTo>
                    <a:pt x="6084" y="2212"/>
                  </a:lnTo>
                  <a:lnTo>
                    <a:pt x="6045" y="2232"/>
                  </a:lnTo>
                  <a:lnTo>
                    <a:pt x="6025" y="2252"/>
                  </a:lnTo>
                  <a:lnTo>
                    <a:pt x="6005" y="2232"/>
                  </a:lnTo>
                  <a:lnTo>
                    <a:pt x="6005" y="2222"/>
                  </a:lnTo>
                  <a:lnTo>
                    <a:pt x="5946" y="2272"/>
                  </a:lnTo>
                  <a:lnTo>
                    <a:pt x="5926" y="2272"/>
                  </a:lnTo>
                  <a:lnTo>
                    <a:pt x="5926" y="2232"/>
                  </a:lnTo>
                  <a:lnTo>
                    <a:pt x="5985" y="2193"/>
                  </a:lnTo>
                  <a:lnTo>
                    <a:pt x="5926" y="2212"/>
                  </a:lnTo>
                  <a:lnTo>
                    <a:pt x="5887" y="2232"/>
                  </a:lnTo>
                  <a:lnTo>
                    <a:pt x="5867" y="2272"/>
                  </a:lnTo>
                  <a:lnTo>
                    <a:pt x="5867" y="2311"/>
                  </a:lnTo>
                  <a:lnTo>
                    <a:pt x="5808" y="2331"/>
                  </a:lnTo>
                  <a:lnTo>
                    <a:pt x="5768" y="2351"/>
                  </a:lnTo>
                  <a:lnTo>
                    <a:pt x="5768" y="2331"/>
                  </a:lnTo>
                  <a:lnTo>
                    <a:pt x="5768" y="2291"/>
                  </a:lnTo>
                  <a:lnTo>
                    <a:pt x="5768" y="2252"/>
                  </a:lnTo>
                  <a:lnTo>
                    <a:pt x="5788" y="2212"/>
                  </a:lnTo>
                  <a:lnTo>
                    <a:pt x="5827" y="2193"/>
                  </a:lnTo>
                  <a:lnTo>
                    <a:pt x="5827" y="2232"/>
                  </a:lnTo>
                  <a:lnTo>
                    <a:pt x="5827" y="2252"/>
                  </a:lnTo>
                  <a:lnTo>
                    <a:pt x="5867" y="2252"/>
                  </a:lnTo>
                  <a:lnTo>
                    <a:pt x="5847" y="2193"/>
                  </a:lnTo>
                  <a:lnTo>
                    <a:pt x="5867" y="2193"/>
                  </a:lnTo>
                  <a:lnTo>
                    <a:pt x="5887" y="2173"/>
                  </a:lnTo>
                  <a:lnTo>
                    <a:pt x="5926" y="2133"/>
                  </a:lnTo>
                  <a:lnTo>
                    <a:pt x="5926" y="2153"/>
                  </a:lnTo>
                  <a:lnTo>
                    <a:pt x="5926" y="2173"/>
                  </a:lnTo>
                  <a:lnTo>
                    <a:pt x="6005" y="2114"/>
                  </a:lnTo>
                  <a:lnTo>
                    <a:pt x="6025" y="2094"/>
                  </a:lnTo>
                  <a:lnTo>
                    <a:pt x="6045" y="2054"/>
                  </a:lnTo>
                  <a:lnTo>
                    <a:pt x="6045" y="2054"/>
                  </a:lnTo>
                  <a:lnTo>
                    <a:pt x="5985" y="2074"/>
                  </a:lnTo>
                  <a:lnTo>
                    <a:pt x="5906" y="2114"/>
                  </a:lnTo>
                  <a:lnTo>
                    <a:pt x="5847" y="2153"/>
                  </a:lnTo>
                  <a:lnTo>
                    <a:pt x="5808" y="2153"/>
                  </a:lnTo>
                  <a:lnTo>
                    <a:pt x="5689" y="2311"/>
                  </a:lnTo>
                  <a:lnTo>
                    <a:pt x="5729" y="2331"/>
                  </a:lnTo>
                  <a:lnTo>
                    <a:pt x="5748" y="2351"/>
                  </a:lnTo>
                  <a:lnTo>
                    <a:pt x="5729" y="2370"/>
                  </a:lnTo>
                  <a:lnTo>
                    <a:pt x="5689" y="2351"/>
                  </a:lnTo>
                  <a:lnTo>
                    <a:pt x="5650" y="2351"/>
                  </a:lnTo>
                  <a:lnTo>
                    <a:pt x="5571" y="2390"/>
                  </a:lnTo>
                  <a:lnTo>
                    <a:pt x="5590" y="2410"/>
                  </a:lnTo>
                  <a:lnTo>
                    <a:pt x="5571" y="2449"/>
                  </a:lnTo>
                  <a:lnTo>
                    <a:pt x="5551" y="2489"/>
                  </a:lnTo>
                  <a:lnTo>
                    <a:pt x="5551" y="2509"/>
                  </a:lnTo>
                  <a:lnTo>
                    <a:pt x="5571" y="2489"/>
                  </a:lnTo>
                  <a:lnTo>
                    <a:pt x="5610" y="2489"/>
                  </a:lnTo>
                  <a:lnTo>
                    <a:pt x="5590" y="2528"/>
                  </a:lnTo>
                  <a:lnTo>
                    <a:pt x="5610" y="2548"/>
                  </a:lnTo>
                  <a:lnTo>
                    <a:pt x="5610" y="2568"/>
                  </a:lnTo>
                  <a:lnTo>
                    <a:pt x="5551" y="2588"/>
                  </a:lnTo>
                  <a:lnTo>
                    <a:pt x="5531" y="2568"/>
                  </a:lnTo>
                  <a:lnTo>
                    <a:pt x="5472" y="2588"/>
                  </a:lnTo>
                  <a:lnTo>
                    <a:pt x="5472" y="2588"/>
                  </a:lnTo>
                  <a:lnTo>
                    <a:pt x="5492" y="2509"/>
                  </a:lnTo>
                  <a:lnTo>
                    <a:pt x="5551" y="2410"/>
                  </a:lnTo>
                  <a:lnTo>
                    <a:pt x="5531" y="2410"/>
                  </a:lnTo>
                  <a:lnTo>
                    <a:pt x="5511" y="2430"/>
                  </a:lnTo>
                  <a:lnTo>
                    <a:pt x="5492" y="2430"/>
                  </a:lnTo>
                  <a:lnTo>
                    <a:pt x="5452" y="2449"/>
                  </a:lnTo>
                  <a:lnTo>
                    <a:pt x="5472" y="2449"/>
                  </a:lnTo>
                  <a:lnTo>
                    <a:pt x="5492" y="2469"/>
                  </a:lnTo>
                  <a:lnTo>
                    <a:pt x="5492" y="2489"/>
                  </a:lnTo>
                  <a:lnTo>
                    <a:pt x="5393" y="2627"/>
                  </a:lnTo>
                  <a:lnTo>
                    <a:pt x="5333" y="2686"/>
                  </a:lnTo>
                  <a:lnTo>
                    <a:pt x="5274" y="2746"/>
                  </a:lnTo>
                  <a:lnTo>
                    <a:pt x="5274" y="2726"/>
                  </a:lnTo>
                  <a:lnTo>
                    <a:pt x="5274" y="2686"/>
                  </a:lnTo>
                  <a:lnTo>
                    <a:pt x="5314" y="2627"/>
                  </a:lnTo>
                  <a:lnTo>
                    <a:pt x="5353" y="2588"/>
                  </a:lnTo>
                  <a:lnTo>
                    <a:pt x="5333" y="2548"/>
                  </a:lnTo>
                  <a:lnTo>
                    <a:pt x="5314" y="2528"/>
                  </a:lnTo>
                  <a:lnTo>
                    <a:pt x="5294" y="2568"/>
                  </a:lnTo>
                  <a:lnTo>
                    <a:pt x="5294" y="2588"/>
                  </a:lnTo>
                  <a:lnTo>
                    <a:pt x="5274" y="2607"/>
                  </a:lnTo>
                  <a:lnTo>
                    <a:pt x="5254" y="2627"/>
                  </a:lnTo>
                  <a:lnTo>
                    <a:pt x="5215" y="2627"/>
                  </a:lnTo>
                  <a:lnTo>
                    <a:pt x="5175" y="2667"/>
                  </a:lnTo>
                  <a:lnTo>
                    <a:pt x="5077" y="2746"/>
                  </a:lnTo>
                  <a:lnTo>
                    <a:pt x="5116" y="2746"/>
                  </a:lnTo>
                  <a:lnTo>
                    <a:pt x="5077" y="2785"/>
                  </a:lnTo>
                  <a:lnTo>
                    <a:pt x="5017" y="2805"/>
                  </a:lnTo>
                  <a:lnTo>
                    <a:pt x="5017" y="2785"/>
                  </a:lnTo>
                  <a:lnTo>
                    <a:pt x="4998" y="2825"/>
                  </a:lnTo>
                  <a:lnTo>
                    <a:pt x="4978" y="2825"/>
                  </a:lnTo>
                  <a:lnTo>
                    <a:pt x="4958" y="2844"/>
                  </a:lnTo>
                  <a:lnTo>
                    <a:pt x="4919" y="2884"/>
                  </a:lnTo>
                  <a:lnTo>
                    <a:pt x="4820" y="2943"/>
                  </a:lnTo>
                  <a:lnTo>
                    <a:pt x="4840" y="2963"/>
                  </a:lnTo>
                  <a:lnTo>
                    <a:pt x="4859" y="2943"/>
                  </a:lnTo>
                  <a:lnTo>
                    <a:pt x="4919" y="2904"/>
                  </a:lnTo>
                  <a:lnTo>
                    <a:pt x="4978" y="2904"/>
                  </a:lnTo>
                  <a:lnTo>
                    <a:pt x="4978" y="2923"/>
                  </a:lnTo>
                  <a:lnTo>
                    <a:pt x="4938" y="2963"/>
                  </a:lnTo>
                  <a:lnTo>
                    <a:pt x="4899" y="3002"/>
                  </a:lnTo>
                  <a:lnTo>
                    <a:pt x="4859" y="3062"/>
                  </a:lnTo>
                  <a:lnTo>
                    <a:pt x="4800" y="3101"/>
                  </a:lnTo>
                  <a:lnTo>
                    <a:pt x="4820" y="3101"/>
                  </a:lnTo>
                  <a:lnTo>
                    <a:pt x="4820" y="3121"/>
                  </a:lnTo>
                  <a:lnTo>
                    <a:pt x="4800" y="3141"/>
                  </a:lnTo>
                  <a:lnTo>
                    <a:pt x="4741" y="3180"/>
                  </a:lnTo>
                  <a:lnTo>
                    <a:pt x="4701" y="3180"/>
                  </a:lnTo>
                  <a:lnTo>
                    <a:pt x="4701" y="3141"/>
                  </a:lnTo>
                  <a:lnTo>
                    <a:pt x="4721" y="3121"/>
                  </a:lnTo>
                  <a:lnTo>
                    <a:pt x="4721" y="3101"/>
                  </a:lnTo>
                  <a:lnTo>
                    <a:pt x="4701" y="3101"/>
                  </a:lnTo>
                  <a:lnTo>
                    <a:pt x="4721" y="3081"/>
                  </a:lnTo>
                  <a:lnTo>
                    <a:pt x="4741" y="3062"/>
                  </a:lnTo>
                  <a:lnTo>
                    <a:pt x="4761" y="3042"/>
                  </a:lnTo>
                  <a:lnTo>
                    <a:pt x="4761" y="3002"/>
                  </a:lnTo>
                  <a:lnTo>
                    <a:pt x="4682" y="2983"/>
                  </a:lnTo>
                  <a:lnTo>
                    <a:pt x="4662" y="3022"/>
                  </a:lnTo>
                  <a:lnTo>
                    <a:pt x="4622" y="3022"/>
                  </a:lnTo>
                  <a:lnTo>
                    <a:pt x="4563" y="3062"/>
                  </a:lnTo>
                  <a:lnTo>
                    <a:pt x="4603" y="3062"/>
                  </a:lnTo>
                  <a:lnTo>
                    <a:pt x="4622" y="3081"/>
                  </a:lnTo>
                  <a:lnTo>
                    <a:pt x="4563" y="3081"/>
                  </a:lnTo>
                  <a:lnTo>
                    <a:pt x="4622" y="3141"/>
                  </a:lnTo>
                  <a:lnTo>
                    <a:pt x="4642" y="3101"/>
                  </a:lnTo>
                  <a:lnTo>
                    <a:pt x="4662" y="3081"/>
                  </a:lnTo>
                  <a:lnTo>
                    <a:pt x="4682" y="3062"/>
                  </a:lnTo>
                  <a:lnTo>
                    <a:pt x="4721" y="3062"/>
                  </a:lnTo>
                  <a:lnTo>
                    <a:pt x="4682" y="3101"/>
                  </a:lnTo>
                  <a:lnTo>
                    <a:pt x="4682" y="3141"/>
                  </a:lnTo>
                  <a:lnTo>
                    <a:pt x="4662" y="3180"/>
                  </a:lnTo>
                  <a:lnTo>
                    <a:pt x="4603" y="3220"/>
                  </a:lnTo>
                  <a:lnTo>
                    <a:pt x="4603" y="3200"/>
                  </a:lnTo>
                  <a:lnTo>
                    <a:pt x="4583" y="3220"/>
                  </a:lnTo>
                  <a:lnTo>
                    <a:pt x="4563" y="3239"/>
                  </a:lnTo>
                  <a:lnTo>
                    <a:pt x="4524" y="3259"/>
                  </a:lnTo>
                  <a:lnTo>
                    <a:pt x="4524" y="3259"/>
                  </a:lnTo>
                  <a:lnTo>
                    <a:pt x="4543" y="3200"/>
                  </a:lnTo>
                  <a:lnTo>
                    <a:pt x="4543" y="3180"/>
                  </a:lnTo>
                  <a:lnTo>
                    <a:pt x="4504" y="3180"/>
                  </a:lnTo>
                  <a:lnTo>
                    <a:pt x="4524" y="3239"/>
                  </a:lnTo>
                  <a:lnTo>
                    <a:pt x="4484" y="3239"/>
                  </a:lnTo>
                  <a:lnTo>
                    <a:pt x="4484" y="3220"/>
                  </a:lnTo>
                  <a:lnTo>
                    <a:pt x="4464" y="3239"/>
                  </a:lnTo>
                  <a:lnTo>
                    <a:pt x="4464" y="3259"/>
                  </a:lnTo>
                  <a:lnTo>
                    <a:pt x="4484" y="3279"/>
                  </a:lnTo>
                  <a:lnTo>
                    <a:pt x="4425" y="3279"/>
                  </a:lnTo>
                  <a:lnTo>
                    <a:pt x="4385" y="3318"/>
                  </a:lnTo>
                  <a:lnTo>
                    <a:pt x="4346" y="3358"/>
                  </a:lnTo>
                  <a:lnTo>
                    <a:pt x="4385" y="3358"/>
                  </a:lnTo>
                  <a:lnTo>
                    <a:pt x="4405" y="3378"/>
                  </a:lnTo>
                  <a:lnTo>
                    <a:pt x="4425" y="3397"/>
                  </a:lnTo>
                  <a:lnTo>
                    <a:pt x="4405" y="3437"/>
                  </a:lnTo>
                  <a:lnTo>
                    <a:pt x="4306" y="3496"/>
                  </a:lnTo>
                  <a:lnTo>
                    <a:pt x="4267" y="3516"/>
                  </a:lnTo>
                  <a:lnTo>
                    <a:pt x="4208" y="3516"/>
                  </a:lnTo>
                  <a:lnTo>
                    <a:pt x="4188" y="3575"/>
                  </a:lnTo>
                  <a:lnTo>
                    <a:pt x="4188" y="3555"/>
                  </a:lnTo>
                  <a:lnTo>
                    <a:pt x="4168" y="3555"/>
                  </a:lnTo>
                  <a:lnTo>
                    <a:pt x="4109" y="3595"/>
                  </a:lnTo>
                  <a:lnTo>
                    <a:pt x="4109" y="3575"/>
                  </a:lnTo>
                  <a:lnTo>
                    <a:pt x="4148" y="3536"/>
                  </a:lnTo>
                  <a:lnTo>
                    <a:pt x="4188" y="3496"/>
                  </a:lnTo>
                  <a:lnTo>
                    <a:pt x="4188" y="3476"/>
                  </a:lnTo>
                  <a:lnTo>
                    <a:pt x="4168" y="3457"/>
                  </a:lnTo>
                  <a:lnTo>
                    <a:pt x="4148" y="3476"/>
                  </a:lnTo>
                  <a:lnTo>
                    <a:pt x="4129" y="3457"/>
                  </a:lnTo>
                  <a:lnTo>
                    <a:pt x="4129" y="3417"/>
                  </a:lnTo>
                  <a:lnTo>
                    <a:pt x="4109" y="3457"/>
                  </a:lnTo>
                  <a:lnTo>
                    <a:pt x="4129" y="3476"/>
                  </a:lnTo>
                  <a:lnTo>
                    <a:pt x="4129" y="3496"/>
                  </a:lnTo>
                  <a:lnTo>
                    <a:pt x="4148" y="3516"/>
                  </a:lnTo>
                  <a:lnTo>
                    <a:pt x="4129" y="3516"/>
                  </a:lnTo>
                  <a:lnTo>
                    <a:pt x="4089" y="3536"/>
                  </a:lnTo>
                  <a:lnTo>
                    <a:pt x="4069" y="3536"/>
                  </a:lnTo>
                  <a:lnTo>
                    <a:pt x="4050" y="3516"/>
                  </a:lnTo>
                  <a:lnTo>
                    <a:pt x="4030" y="3536"/>
                  </a:lnTo>
                  <a:lnTo>
                    <a:pt x="4030" y="3575"/>
                  </a:lnTo>
                  <a:lnTo>
                    <a:pt x="4010" y="3595"/>
                  </a:lnTo>
                  <a:lnTo>
                    <a:pt x="3990" y="3615"/>
                  </a:lnTo>
                  <a:lnTo>
                    <a:pt x="3971" y="3555"/>
                  </a:lnTo>
                  <a:lnTo>
                    <a:pt x="3951" y="3555"/>
                  </a:lnTo>
                  <a:lnTo>
                    <a:pt x="3931" y="3575"/>
                  </a:lnTo>
                  <a:lnTo>
                    <a:pt x="3911" y="3575"/>
                  </a:lnTo>
                  <a:lnTo>
                    <a:pt x="3911" y="3595"/>
                  </a:lnTo>
                  <a:lnTo>
                    <a:pt x="3951" y="3595"/>
                  </a:lnTo>
                  <a:lnTo>
                    <a:pt x="3931" y="3615"/>
                  </a:lnTo>
                  <a:lnTo>
                    <a:pt x="3911" y="3634"/>
                  </a:lnTo>
                  <a:lnTo>
                    <a:pt x="3872" y="3654"/>
                  </a:lnTo>
                  <a:lnTo>
                    <a:pt x="3872" y="3674"/>
                  </a:lnTo>
                  <a:lnTo>
                    <a:pt x="3852" y="3674"/>
                  </a:lnTo>
                  <a:lnTo>
                    <a:pt x="3813" y="3694"/>
                  </a:lnTo>
                  <a:lnTo>
                    <a:pt x="3832" y="3694"/>
                  </a:lnTo>
                  <a:lnTo>
                    <a:pt x="3852" y="3713"/>
                  </a:lnTo>
                  <a:lnTo>
                    <a:pt x="3813" y="3773"/>
                  </a:lnTo>
                  <a:lnTo>
                    <a:pt x="3734" y="3812"/>
                  </a:lnTo>
                  <a:lnTo>
                    <a:pt x="3674" y="3871"/>
                  </a:lnTo>
                  <a:lnTo>
                    <a:pt x="3615" y="3931"/>
                  </a:lnTo>
                  <a:lnTo>
                    <a:pt x="3576" y="3951"/>
                  </a:lnTo>
                  <a:lnTo>
                    <a:pt x="3556" y="3931"/>
                  </a:lnTo>
                  <a:lnTo>
                    <a:pt x="3556" y="3911"/>
                  </a:lnTo>
                  <a:lnTo>
                    <a:pt x="3556" y="3871"/>
                  </a:lnTo>
                  <a:lnTo>
                    <a:pt x="3595" y="3852"/>
                  </a:lnTo>
                  <a:lnTo>
                    <a:pt x="3635" y="3832"/>
                  </a:lnTo>
                  <a:lnTo>
                    <a:pt x="3655" y="3812"/>
                  </a:lnTo>
                  <a:lnTo>
                    <a:pt x="3694" y="3773"/>
                  </a:lnTo>
                  <a:lnTo>
                    <a:pt x="3576" y="3852"/>
                  </a:lnTo>
                  <a:lnTo>
                    <a:pt x="3516" y="3891"/>
                  </a:lnTo>
                  <a:lnTo>
                    <a:pt x="3497" y="3951"/>
                  </a:lnTo>
                  <a:lnTo>
                    <a:pt x="3437" y="3970"/>
                  </a:lnTo>
                  <a:lnTo>
                    <a:pt x="3378" y="3951"/>
                  </a:lnTo>
                  <a:lnTo>
                    <a:pt x="3339" y="3951"/>
                  </a:lnTo>
                  <a:lnTo>
                    <a:pt x="3279" y="3990"/>
                  </a:lnTo>
                  <a:lnTo>
                    <a:pt x="3319" y="4010"/>
                  </a:lnTo>
                  <a:lnTo>
                    <a:pt x="3339" y="4010"/>
                  </a:lnTo>
                  <a:lnTo>
                    <a:pt x="3319" y="4049"/>
                  </a:lnTo>
                  <a:lnTo>
                    <a:pt x="3279" y="4069"/>
                  </a:lnTo>
                  <a:lnTo>
                    <a:pt x="3299" y="4089"/>
                  </a:lnTo>
                  <a:lnTo>
                    <a:pt x="3299" y="4109"/>
                  </a:lnTo>
                  <a:lnTo>
                    <a:pt x="3260" y="4109"/>
                  </a:lnTo>
                  <a:lnTo>
                    <a:pt x="3240" y="4089"/>
                  </a:lnTo>
                  <a:lnTo>
                    <a:pt x="3200" y="4128"/>
                  </a:lnTo>
                  <a:lnTo>
                    <a:pt x="3141" y="4128"/>
                  </a:lnTo>
                  <a:lnTo>
                    <a:pt x="3102" y="4168"/>
                  </a:lnTo>
                  <a:lnTo>
                    <a:pt x="3121" y="4168"/>
                  </a:lnTo>
                  <a:lnTo>
                    <a:pt x="3161" y="4148"/>
                  </a:lnTo>
                  <a:lnTo>
                    <a:pt x="3161" y="4168"/>
                  </a:lnTo>
                  <a:lnTo>
                    <a:pt x="3161" y="4188"/>
                  </a:lnTo>
                  <a:lnTo>
                    <a:pt x="3121" y="4247"/>
                  </a:lnTo>
                  <a:lnTo>
                    <a:pt x="3102" y="4247"/>
                  </a:lnTo>
                  <a:lnTo>
                    <a:pt x="3062" y="4267"/>
                  </a:lnTo>
                  <a:lnTo>
                    <a:pt x="3082" y="4247"/>
                  </a:lnTo>
                  <a:lnTo>
                    <a:pt x="3102" y="4227"/>
                  </a:lnTo>
                  <a:lnTo>
                    <a:pt x="3121" y="4188"/>
                  </a:lnTo>
                  <a:lnTo>
                    <a:pt x="3062" y="4227"/>
                  </a:lnTo>
                  <a:lnTo>
                    <a:pt x="3023" y="4306"/>
                  </a:lnTo>
                  <a:lnTo>
                    <a:pt x="3042" y="4286"/>
                  </a:lnTo>
                  <a:lnTo>
                    <a:pt x="3062" y="4306"/>
                  </a:lnTo>
                  <a:lnTo>
                    <a:pt x="3062" y="4346"/>
                  </a:lnTo>
                  <a:lnTo>
                    <a:pt x="2983" y="4385"/>
                  </a:lnTo>
                  <a:lnTo>
                    <a:pt x="2944" y="4385"/>
                  </a:lnTo>
                  <a:lnTo>
                    <a:pt x="2924" y="4365"/>
                  </a:lnTo>
                  <a:lnTo>
                    <a:pt x="2924" y="4385"/>
                  </a:lnTo>
                  <a:lnTo>
                    <a:pt x="2904" y="4425"/>
                  </a:lnTo>
                  <a:lnTo>
                    <a:pt x="2845" y="4484"/>
                  </a:lnTo>
                  <a:lnTo>
                    <a:pt x="2884" y="4484"/>
                  </a:lnTo>
                  <a:lnTo>
                    <a:pt x="2884" y="4523"/>
                  </a:lnTo>
                  <a:lnTo>
                    <a:pt x="2785" y="4543"/>
                  </a:lnTo>
                  <a:lnTo>
                    <a:pt x="2805" y="4504"/>
                  </a:lnTo>
                  <a:lnTo>
                    <a:pt x="2766" y="4504"/>
                  </a:lnTo>
                  <a:lnTo>
                    <a:pt x="2746" y="4484"/>
                  </a:lnTo>
                  <a:lnTo>
                    <a:pt x="2746" y="4444"/>
                  </a:lnTo>
                  <a:lnTo>
                    <a:pt x="2706" y="4484"/>
                  </a:lnTo>
                  <a:lnTo>
                    <a:pt x="2706" y="4504"/>
                  </a:lnTo>
                  <a:lnTo>
                    <a:pt x="2667" y="4523"/>
                  </a:lnTo>
                  <a:lnTo>
                    <a:pt x="2667" y="4504"/>
                  </a:lnTo>
                  <a:lnTo>
                    <a:pt x="2667" y="4464"/>
                  </a:lnTo>
                  <a:lnTo>
                    <a:pt x="2627" y="4504"/>
                  </a:lnTo>
                  <a:lnTo>
                    <a:pt x="2588" y="4543"/>
                  </a:lnTo>
                  <a:lnTo>
                    <a:pt x="2627" y="4563"/>
                  </a:lnTo>
                  <a:lnTo>
                    <a:pt x="2627" y="4583"/>
                  </a:lnTo>
                  <a:lnTo>
                    <a:pt x="2627" y="4602"/>
                  </a:lnTo>
                  <a:lnTo>
                    <a:pt x="2529" y="4602"/>
                  </a:lnTo>
                  <a:lnTo>
                    <a:pt x="2509" y="4622"/>
                  </a:lnTo>
                  <a:lnTo>
                    <a:pt x="2509" y="4662"/>
                  </a:lnTo>
                  <a:lnTo>
                    <a:pt x="2509" y="4681"/>
                  </a:lnTo>
                  <a:lnTo>
                    <a:pt x="2509" y="4721"/>
                  </a:lnTo>
                  <a:lnTo>
                    <a:pt x="2548" y="4721"/>
                  </a:lnTo>
                  <a:lnTo>
                    <a:pt x="2548" y="4760"/>
                  </a:lnTo>
                  <a:lnTo>
                    <a:pt x="2588" y="4741"/>
                  </a:lnTo>
                  <a:lnTo>
                    <a:pt x="2588" y="4760"/>
                  </a:lnTo>
                  <a:lnTo>
                    <a:pt x="2588" y="4780"/>
                  </a:lnTo>
                  <a:lnTo>
                    <a:pt x="2568" y="4800"/>
                  </a:lnTo>
                  <a:lnTo>
                    <a:pt x="2548" y="4820"/>
                  </a:lnTo>
                  <a:lnTo>
                    <a:pt x="2469" y="4859"/>
                  </a:lnTo>
                  <a:lnTo>
                    <a:pt x="2390" y="4859"/>
                  </a:lnTo>
                  <a:lnTo>
                    <a:pt x="2390" y="4800"/>
                  </a:lnTo>
                  <a:lnTo>
                    <a:pt x="2390" y="4760"/>
                  </a:lnTo>
                  <a:lnTo>
                    <a:pt x="2390" y="4701"/>
                  </a:lnTo>
                  <a:lnTo>
                    <a:pt x="2371" y="4642"/>
                  </a:lnTo>
                  <a:lnTo>
                    <a:pt x="2252" y="4741"/>
                  </a:lnTo>
                  <a:lnTo>
                    <a:pt x="2193" y="4780"/>
                  </a:lnTo>
                  <a:lnTo>
                    <a:pt x="2153" y="4800"/>
                  </a:lnTo>
                  <a:lnTo>
                    <a:pt x="2134" y="4839"/>
                  </a:lnTo>
                  <a:lnTo>
                    <a:pt x="2134" y="4879"/>
                  </a:lnTo>
                  <a:lnTo>
                    <a:pt x="2173" y="4938"/>
                  </a:lnTo>
                  <a:lnTo>
                    <a:pt x="2134" y="4958"/>
                  </a:lnTo>
                  <a:lnTo>
                    <a:pt x="2114" y="4978"/>
                  </a:lnTo>
                  <a:lnTo>
                    <a:pt x="2114" y="4938"/>
                  </a:lnTo>
                  <a:lnTo>
                    <a:pt x="2035" y="5017"/>
                  </a:lnTo>
                  <a:lnTo>
                    <a:pt x="1936" y="5116"/>
                  </a:lnTo>
                  <a:lnTo>
                    <a:pt x="1916" y="5136"/>
                  </a:lnTo>
                  <a:lnTo>
                    <a:pt x="1936" y="5155"/>
                  </a:lnTo>
                  <a:lnTo>
                    <a:pt x="1976" y="5195"/>
                  </a:lnTo>
                  <a:lnTo>
                    <a:pt x="1916" y="5234"/>
                  </a:lnTo>
                  <a:lnTo>
                    <a:pt x="1936" y="5234"/>
                  </a:lnTo>
                  <a:lnTo>
                    <a:pt x="1936" y="5274"/>
                  </a:lnTo>
                  <a:lnTo>
                    <a:pt x="1916" y="5294"/>
                  </a:lnTo>
                  <a:lnTo>
                    <a:pt x="1857" y="5333"/>
                  </a:lnTo>
                  <a:lnTo>
                    <a:pt x="1857" y="5313"/>
                  </a:lnTo>
                  <a:lnTo>
                    <a:pt x="1857" y="5294"/>
                  </a:lnTo>
                  <a:lnTo>
                    <a:pt x="1798" y="5313"/>
                  </a:lnTo>
                  <a:lnTo>
                    <a:pt x="1758" y="5353"/>
                  </a:lnTo>
                  <a:lnTo>
                    <a:pt x="1758" y="5313"/>
                  </a:lnTo>
                  <a:lnTo>
                    <a:pt x="1758" y="5294"/>
                  </a:lnTo>
                  <a:lnTo>
                    <a:pt x="1798" y="5274"/>
                  </a:lnTo>
                  <a:lnTo>
                    <a:pt x="1798" y="5294"/>
                  </a:lnTo>
                  <a:lnTo>
                    <a:pt x="1857" y="5215"/>
                  </a:lnTo>
                  <a:lnTo>
                    <a:pt x="1798" y="5254"/>
                  </a:lnTo>
                  <a:lnTo>
                    <a:pt x="1758" y="5274"/>
                  </a:lnTo>
                  <a:lnTo>
                    <a:pt x="1719" y="5254"/>
                  </a:lnTo>
                  <a:lnTo>
                    <a:pt x="1699" y="5234"/>
                  </a:lnTo>
                  <a:lnTo>
                    <a:pt x="1679" y="5274"/>
                  </a:lnTo>
                  <a:lnTo>
                    <a:pt x="1739" y="5274"/>
                  </a:lnTo>
                  <a:lnTo>
                    <a:pt x="1719" y="5313"/>
                  </a:lnTo>
                  <a:lnTo>
                    <a:pt x="1660" y="5313"/>
                  </a:lnTo>
                  <a:lnTo>
                    <a:pt x="1600" y="5333"/>
                  </a:lnTo>
                  <a:lnTo>
                    <a:pt x="1541" y="5373"/>
                  </a:lnTo>
                  <a:lnTo>
                    <a:pt x="1462" y="5412"/>
                  </a:lnTo>
                  <a:lnTo>
                    <a:pt x="1423" y="5412"/>
                  </a:lnTo>
                  <a:lnTo>
                    <a:pt x="1383" y="5392"/>
                  </a:lnTo>
                  <a:lnTo>
                    <a:pt x="1324" y="5491"/>
                  </a:lnTo>
                  <a:lnTo>
                    <a:pt x="1265" y="5550"/>
                  </a:lnTo>
                  <a:lnTo>
                    <a:pt x="1225" y="5590"/>
                  </a:lnTo>
                  <a:lnTo>
                    <a:pt x="1225" y="5610"/>
                  </a:lnTo>
                  <a:lnTo>
                    <a:pt x="1205" y="5629"/>
                  </a:lnTo>
                  <a:lnTo>
                    <a:pt x="1205" y="5649"/>
                  </a:lnTo>
                  <a:lnTo>
                    <a:pt x="1205" y="5669"/>
                  </a:lnTo>
                  <a:lnTo>
                    <a:pt x="1245" y="5669"/>
                  </a:lnTo>
                  <a:lnTo>
                    <a:pt x="1284" y="5649"/>
                  </a:lnTo>
                  <a:lnTo>
                    <a:pt x="1324" y="5590"/>
                  </a:lnTo>
                  <a:lnTo>
                    <a:pt x="1363" y="5550"/>
                  </a:lnTo>
                  <a:lnTo>
                    <a:pt x="1383" y="5531"/>
                  </a:lnTo>
                  <a:lnTo>
                    <a:pt x="1423" y="5531"/>
                  </a:lnTo>
                  <a:lnTo>
                    <a:pt x="1423" y="5511"/>
                  </a:lnTo>
                  <a:lnTo>
                    <a:pt x="1423" y="5491"/>
                  </a:lnTo>
                  <a:lnTo>
                    <a:pt x="1423" y="5452"/>
                  </a:lnTo>
                  <a:lnTo>
                    <a:pt x="1462" y="5432"/>
                  </a:lnTo>
                  <a:lnTo>
                    <a:pt x="1502" y="5432"/>
                  </a:lnTo>
                  <a:lnTo>
                    <a:pt x="1482" y="5471"/>
                  </a:lnTo>
                  <a:lnTo>
                    <a:pt x="1482" y="5511"/>
                  </a:lnTo>
                  <a:lnTo>
                    <a:pt x="1482" y="5550"/>
                  </a:lnTo>
                  <a:lnTo>
                    <a:pt x="1442" y="5590"/>
                  </a:lnTo>
                  <a:lnTo>
                    <a:pt x="1462" y="5590"/>
                  </a:lnTo>
                  <a:lnTo>
                    <a:pt x="1502" y="5570"/>
                  </a:lnTo>
                  <a:lnTo>
                    <a:pt x="1581" y="5531"/>
                  </a:lnTo>
                  <a:lnTo>
                    <a:pt x="1581" y="5570"/>
                  </a:lnTo>
                  <a:lnTo>
                    <a:pt x="1620" y="5570"/>
                  </a:lnTo>
                  <a:lnTo>
                    <a:pt x="1600" y="5649"/>
                  </a:lnTo>
                  <a:lnTo>
                    <a:pt x="1581" y="5708"/>
                  </a:lnTo>
                  <a:lnTo>
                    <a:pt x="1561" y="5689"/>
                  </a:lnTo>
                  <a:lnTo>
                    <a:pt x="1482" y="5787"/>
                  </a:lnTo>
                  <a:lnTo>
                    <a:pt x="1442" y="5787"/>
                  </a:lnTo>
                  <a:lnTo>
                    <a:pt x="1423" y="5748"/>
                  </a:lnTo>
                  <a:lnTo>
                    <a:pt x="1383" y="5768"/>
                  </a:lnTo>
                  <a:lnTo>
                    <a:pt x="1344" y="5807"/>
                  </a:lnTo>
                  <a:lnTo>
                    <a:pt x="1304" y="5827"/>
                  </a:lnTo>
                  <a:lnTo>
                    <a:pt x="1265" y="5827"/>
                  </a:lnTo>
                  <a:lnTo>
                    <a:pt x="1245" y="5847"/>
                  </a:lnTo>
                  <a:lnTo>
                    <a:pt x="1324" y="5847"/>
                  </a:lnTo>
                  <a:lnTo>
                    <a:pt x="1403" y="5807"/>
                  </a:lnTo>
                  <a:lnTo>
                    <a:pt x="1403" y="5827"/>
                  </a:lnTo>
                  <a:lnTo>
                    <a:pt x="1363" y="5847"/>
                  </a:lnTo>
                  <a:lnTo>
                    <a:pt x="1344" y="5866"/>
                  </a:lnTo>
                  <a:lnTo>
                    <a:pt x="1324" y="5886"/>
                  </a:lnTo>
                  <a:lnTo>
                    <a:pt x="1324" y="5906"/>
                  </a:lnTo>
                  <a:lnTo>
                    <a:pt x="1344" y="5945"/>
                  </a:lnTo>
                  <a:lnTo>
                    <a:pt x="1324" y="5965"/>
                  </a:lnTo>
                  <a:lnTo>
                    <a:pt x="1186" y="5965"/>
                  </a:lnTo>
                  <a:lnTo>
                    <a:pt x="1166" y="5985"/>
                  </a:lnTo>
                  <a:lnTo>
                    <a:pt x="1166" y="5866"/>
                  </a:lnTo>
                  <a:lnTo>
                    <a:pt x="1126" y="5926"/>
                  </a:lnTo>
                  <a:lnTo>
                    <a:pt x="1126" y="5847"/>
                  </a:lnTo>
                  <a:lnTo>
                    <a:pt x="1126" y="5807"/>
                  </a:lnTo>
                  <a:lnTo>
                    <a:pt x="1126" y="5748"/>
                  </a:lnTo>
                  <a:lnTo>
                    <a:pt x="1008" y="5807"/>
                  </a:lnTo>
                  <a:lnTo>
                    <a:pt x="949" y="5847"/>
                  </a:lnTo>
                  <a:lnTo>
                    <a:pt x="909" y="5886"/>
                  </a:lnTo>
                  <a:lnTo>
                    <a:pt x="870" y="5847"/>
                  </a:lnTo>
                  <a:lnTo>
                    <a:pt x="850" y="5807"/>
                  </a:lnTo>
                  <a:lnTo>
                    <a:pt x="810" y="5866"/>
                  </a:lnTo>
                  <a:lnTo>
                    <a:pt x="751" y="5866"/>
                  </a:lnTo>
                  <a:lnTo>
                    <a:pt x="712" y="5886"/>
                  </a:lnTo>
                  <a:lnTo>
                    <a:pt x="652" y="5886"/>
                  </a:lnTo>
                  <a:lnTo>
                    <a:pt x="652" y="5906"/>
                  </a:lnTo>
                  <a:lnTo>
                    <a:pt x="652" y="5926"/>
                  </a:lnTo>
                  <a:lnTo>
                    <a:pt x="712" y="5926"/>
                  </a:lnTo>
                  <a:lnTo>
                    <a:pt x="731" y="5945"/>
                  </a:lnTo>
                  <a:lnTo>
                    <a:pt x="731" y="5965"/>
                  </a:lnTo>
                  <a:lnTo>
                    <a:pt x="692" y="5965"/>
                  </a:lnTo>
                  <a:lnTo>
                    <a:pt x="652" y="6005"/>
                  </a:lnTo>
                  <a:lnTo>
                    <a:pt x="652" y="6005"/>
                  </a:lnTo>
                  <a:lnTo>
                    <a:pt x="712" y="5985"/>
                  </a:lnTo>
                  <a:lnTo>
                    <a:pt x="810" y="5945"/>
                  </a:lnTo>
                  <a:lnTo>
                    <a:pt x="791" y="5965"/>
                  </a:lnTo>
                  <a:lnTo>
                    <a:pt x="791" y="5985"/>
                  </a:lnTo>
                  <a:lnTo>
                    <a:pt x="791" y="6024"/>
                  </a:lnTo>
                  <a:lnTo>
                    <a:pt x="870" y="6005"/>
                  </a:lnTo>
                  <a:lnTo>
                    <a:pt x="870" y="6024"/>
                  </a:lnTo>
                  <a:lnTo>
                    <a:pt x="830" y="6044"/>
                  </a:lnTo>
                  <a:lnTo>
                    <a:pt x="810" y="6064"/>
                  </a:lnTo>
                  <a:lnTo>
                    <a:pt x="771" y="6103"/>
                  </a:lnTo>
                  <a:lnTo>
                    <a:pt x="751" y="5985"/>
                  </a:lnTo>
                  <a:lnTo>
                    <a:pt x="672" y="6064"/>
                  </a:lnTo>
                  <a:lnTo>
                    <a:pt x="613" y="6084"/>
                  </a:lnTo>
                  <a:lnTo>
                    <a:pt x="554" y="6084"/>
                  </a:lnTo>
                  <a:lnTo>
                    <a:pt x="573" y="6064"/>
                  </a:lnTo>
                  <a:lnTo>
                    <a:pt x="593" y="6024"/>
                  </a:lnTo>
                  <a:lnTo>
                    <a:pt x="573" y="6024"/>
                  </a:lnTo>
                  <a:lnTo>
                    <a:pt x="554" y="6044"/>
                  </a:lnTo>
                  <a:lnTo>
                    <a:pt x="534" y="6064"/>
                  </a:lnTo>
                  <a:lnTo>
                    <a:pt x="514" y="6044"/>
                  </a:lnTo>
                  <a:lnTo>
                    <a:pt x="514" y="6024"/>
                  </a:lnTo>
                  <a:lnTo>
                    <a:pt x="534" y="6024"/>
                  </a:lnTo>
                  <a:lnTo>
                    <a:pt x="554" y="6005"/>
                  </a:lnTo>
                  <a:lnTo>
                    <a:pt x="395" y="6084"/>
                  </a:lnTo>
                  <a:lnTo>
                    <a:pt x="395" y="6064"/>
                  </a:lnTo>
                  <a:lnTo>
                    <a:pt x="415" y="6064"/>
                  </a:lnTo>
                  <a:lnTo>
                    <a:pt x="455" y="6024"/>
                  </a:lnTo>
                  <a:lnTo>
                    <a:pt x="415" y="6044"/>
                  </a:lnTo>
                  <a:lnTo>
                    <a:pt x="376" y="6064"/>
                  </a:lnTo>
                  <a:lnTo>
                    <a:pt x="356" y="6103"/>
                  </a:lnTo>
                  <a:lnTo>
                    <a:pt x="356" y="6163"/>
                  </a:lnTo>
                  <a:lnTo>
                    <a:pt x="257" y="6182"/>
                  </a:lnTo>
                  <a:lnTo>
                    <a:pt x="218" y="6163"/>
                  </a:lnTo>
                  <a:lnTo>
                    <a:pt x="218" y="6143"/>
                  </a:lnTo>
                  <a:lnTo>
                    <a:pt x="198" y="6163"/>
                  </a:lnTo>
                  <a:lnTo>
                    <a:pt x="218" y="6182"/>
                  </a:lnTo>
                  <a:lnTo>
                    <a:pt x="237" y="6202"/>
                  </a:lnTo>
                  <a:lnTo>
                    <a:pt x="198" y="6222"/>
                  </a:lnTo>
                  <a:lnTo>
                    <a:pt x="178" y="6262"/>
                  </a:lnTo>
                  <a:lnTo>
                    <a:pt x="158" y="6301"/>
                  </a:lnTo>
                  <a:lnTo>
                    <a:pt x="139" y="6321"/>
                  </a:lnTo>
                  <a:lnTo>
                    <a:pt x="198" y="6341"/>
                  </a:lnTo>
                  <a:lnTo>
                    <a:pt x="158" y="6360"/>
                  </a:lnTo>
                  <a:lnTo>
                    <a:pt x="158" y="6380"/>
                  </a:lnTo>
                  <a:lnTo>
                    <a:pt x="178" y="6400"/>
                  </a:lnTo>
                  <a:lnTo>
                    <a:pt x="139" y="6420"/>
                  </a:lnTo>
                  <a:lnTo>
                    <a:pt x="119" y="6360"/>
                  </a:lnTo>
                  <a:lnTo>
                    <a:pt x="79" y="6301"/>
                  </a:lnTo>
                  <a:lnTo>
                    <a:pt x="60" y="6321"/>
                  </a:lnTo>
                  <a:lnTo>
                    <a:pt x="60" y="6341"/>
                  </a:lnTo>
                  <a:lnTo>
                    <a:pt x="0" y="6360"/>
                  </a:lnTo>
                  <a:lnTo>
                    <a:pt x="198" y="6795"/>
                  </a:lnTo>
                  <a:lnTo>
                    <a:pt x="257" y="6755"/>
                  </a:lnTo>
                  <a:lnTo>
                    <a:pt x="316" y="6716"/>
                  </a:lnTo>
                  <a:lnTo>
                    <a:pt x="356" y="6676"/>
                  </a:lnTo>
                  <a:lnTo>
                    <a:pt x="395" y="6657"/>
                  </a:lnTo>
                  <a:lnTo>
                    <a:pt x="415" y="6657"/>
                  </a:lnTo>
                  <a:lnTo>
                    <a:pt x="376" y="6617"/>
                  </a:lnTo>
                  <a:lnTo>
                    <a:pt x="514" y="6518"/>
                  </a:lnTo>
                  <a:lnTo>
                    <a:pt x="514" y="6538"/>
                  </a:lnTo>
                  <a:lnTo>
                    <a:pt x="514" y="6558"/>
                  </a:lnTo>
                  <a:lnTo>
                    <a:pt x="475" y="6597"/>
                  </a:lnTo>
                  <a:lnTo>
                    <a:pt x="475" y="6597"/>
                  </a:lnTo>
                  <a:lnTo>
                    <a:pt x="534" y="6558"/>
                  </a:lnTo>
                  <a:lnTo>
                    <a:pt x="573" y="6518"/>
                  </a:lnTo>
                  <a:lnTo>
                    <a:pt x="652" y="6400"/>
                  </a:lnTo>
                  <a:lnTo>
                    <a:pt x="534" y="6400"/>
                  </a:lnTo>
                  <a:lnTo>
                    <a:pt x="554" y="6360"/>
                  </a:lnTo>
                  <a:lnTo>
                    <a:pt x="633" y="6360"/>
                  </a:lnTo>
                  <a:lnTo>
                    <a:pt x="652" y="6341"/>
                  </a:lnTo>
                  <a:lnTo>
                    <a:pt x="672" y="6321"/>
                  </a:lnTo>
                  <a:lnTo>
                    <a:pt x="692" y="6380"/>
                  </a:lnTo>
                  <a:lnTo>
                    <a:pt x="692" y="6400"/>
                  </a:lnTo>
                  <a:lnTo>
                    <a:pt x="712" y="6420"/>
                  </a:lnTo>
                  <a:lnTo>
                    <a:pt x="731" y="6380"/>
                  </a:lnTo>
                  <a:lnTo>
                    <a:pt x="751" y="6360"/>
                  </a:lnTo>
                  <a:lnTo>
                    <a:pt x="810" y="6301"/>
                  </a:lnTo>
                  <a:lnTo>
                    <a:pt x="830" y="6321"/>
                  </a:lnTo>
                  <a:lnTo>
                    <a:pt x="830" y="6360"/>
                  </a:lnTo>
                  <a:lnTo>
                    <a:pt x="810" y="6400"/>
                  </a:lnTo>
                  <a:lnTo>
                    <a:pt x="771" y="6439"/>
                  </a:lnTo>
                  <a:lnTo>
                    <a:pt x="712" y="6439"/>
                  </a:lnTo>
                  <a:lnTo>
                    <a:pt x="672" y="6479"/>
                  </a:lnTo>
                  <a:lnTo>
                    <a:pt x="652" y="6518"/>
                  </a:lnTo>
                  <a:lnTo>
                    <a:pt x="593" y="6518"/>
                  </a:lnTo>
                  <a:lnTo>
                    <a:pt x="652" y="6538"/>
                  </a:lnTo>
                  <a:lnTo>
                    <a:pt x="554" y="6617"/>
                  </a:lnTo>
                  <a:lnTo>
                    <a:pt x="554" y="6617"/>
                  </a:lnTo>
                  <a:lnTo>
                    <a:pt x="613" y="6597"/>
                  </a:lnTo>
                  <a:lnTo>
                    <a:pt x="712" y="6597"/>
                  </a:lnTo>
                  <a:lnTo>
                    <a:pt x="731" y="6558"/>
                  </a:lnTo>
                  <a:lnTo>
                    <a:pt x="771" y="6578"/>
                  </a:lnTo>
                  <a:lnTo>
                    <a:pt x="791" y="6597"/>
                  </a:lnTo>
                  <a:lnTo>
                    <a:pt x="791" y="6617"/>
                  </a:lnTo>
                  <a:lnTo>
                    <a:pt x="731" y="6657"/>
                  </a:lnTo>
                  <a:lnTo>
                    <a:pt x="712" y="6657"/>
                  </a:lnTo>
                  <a:lnTo>
                    <a:pt x="731" y="6676"/>
                  </a:lnTo>
                  <a:lnTo>
                    <a:pt x="771" y="6676"/>
                  </a:lnTo>
                  <a:lnTo>
                    <a:pt x="810" y="6637"/>
                  </a:lnTo>
                  <a:lnTo>
                    <a:pt x="830" y="6558"/>
                  </a:lnTo>
                  <a:lnTo>
                    <a:pt x="850" y="6459"/>
                  </a:lnTo>
                  <a:lnTo>
                    <a:pt x="929" y="6400"/>
                  </a:lnTo>
                  <a:lnTo>
                    <a:pt x="988" y="6360"/>
                  </a:lnTo>
                  <a:lnTo>
                    <a:pt x="968" y="6400"/>
                  </a:lnTo>
                  <a:lnTo>
                    <a:pt x="949" y="6439"/>
                  </a:lnTo>
                  <a:lnTo>
                    <a:pt x="949" y="6459"/>
                  </a:lnTo>
                  <a:lnTo>
                    <a:pt x="968" y="6479"/>
                  </a:lnTo>
                  <a:lnTo>
                    <a:pt x="968" y="6459"/>
                  </a:lnTo>
                  <a:lnTo>
                    <a:pt x="1008" y="6439"/>
                  </a:lnTo>
                  <a:lnTo>
                    <a:pt x="1028" y="6439"/>
                  </a:lnTo>
                  <a:lnTo>
                    <a:pt x="1028" y="6420"/>
                  </a:lnTo>
                  <a:lnTo>
                    <a:pt x="1126" y="6360"/>
                  </a:lnTo>
                  <a:lnTo>
                    <a:pt x="1205" y="6360"/>
                  </a:lnTo>
                  <a:lnTo>
                    <a:pt x="1166" y="6400"/>
                  </a:lnTo>
                  <a:lnTo>
                    <a:pt x="1126" y="6420"/>
                  </a:lnTo>
                  <a:lnTo>
                    <a:pt x="1067" y="6459"/>
                  </a:lnTo>
                  <a:lnTo>
                    <a:pt x="1087" y="6459"/>
                  </a:lnTo>
                  <a:lnTo>
                    <a:pt x="1087" y="6479"/>
                  </a:lnTo>
                  <a:lnTo>
                    <a:pt x="1028" y="6518"/>
                  </a:lnTo>
                  <a:lnTo>
                    <a:pt x="1087" y="6518"/>
                  </a:lnTo>
                  <a:lnTo>
                    <a:pt x="1146" y="6479"/>
                  </a:lnTo>
                  <a:lnTo>
                    <a:pt x="1186" y="6439"/>
                  </a:lnTo>
                  <a:lnTo>
                    <a:pt x="1225" y="6479"/>
                  </a:lnTo>
                  <a:lnTo>
                    <a:pt x="1265" y="6459"/>
                  </a:lnTo>
                  <a:lnTo>
                    <a:pt x="1324" y="6420"/>
                  </a:lnTo>
                  <a:lnTo>
                    <a:pt x="1383" y="6400"/>
                  </a:lnTo>
                  <a:lnTo>
                    <a:pt x="1442" y="6341"/>
                  </a:lnTo>
                  <a:lnTo>
                    <a:pt x="1442" y="6360"/>
                  </a:lnTo>
                  <a:lnTo>
                    <a:pt x="1482" y="6321"/>
                  </a:lnTo>
                  <a:lnTo>
                    <a:pt x="1502" y="6262"/>
                  </a:lnTo>
                  <a:lnTo>
                    <a:pt x="1502" y="6222"/>
                  </a:lnTo>
                  <a:lnTo>
                    <a:pt x="1541" y="6163"/>
                  </a:lnTo>
                  <a:lnTo>
                    <a:pt x="1541" y="6202"/>
                  </a:lnTo>
                  <a:lnTo>
                    <a:pt x="1561" y="6242"/>
                  </a:lnTo>
                  <a:lnTo>
                    <a:pt x="1581" y="6202"/>
                  </a:lnTo>
                  <a:lnTo>
                    <a:pt x="1679" y="6202"/>
                  </a:lnTo>
                  <a:lnTo>
                    <a:pt x="1660" y="6182"/>
                  </a:lnTo>
                  <a:lnTo>
                    <a:pt x="1660" y="6163"/>
                  </a:lnTo>
                  <a:lnTo>
                    <a:pt x="1660" y="6143"/>
                  </a:lnTo>
                  <a:lnTo>
                    <a:pt x="1640" y="6143"/>
                  </a:lnTo>
                  <a:lnTo>
                    <a:pt x="1640" y="6103"/>
                  </a:lnTo>
                  <a:lnTo>
                    <a:pt x="1660" y="6084"/>
                  </a:lnTo>
                  <a:lnTo>
                    <a:pt x="1719" y="6024"/>
                  </a:lnTo>
                  <a:lnTo>
                    <a:pt x="1739" y="6044"/>
                  </a:lnTo>
                  <a:lnTo>
                    <a:pt x="1739" y="6064"/>
                  </a:lnTo>
                  <a:lnTo>
                    <a:pt x="1699" y="6103"/>
                  </a:lnTo>
                  <a:lnTo>
                    <a:pt x="1679" y="6143"/>
                  </a:lnTo>
                  <a:lnTo>
                    <a:pt x="1699" y="6143"/>
                  </a:lnTo>
                  <a:lnTo>
                    <a:pt x="1719" y="6163"/>
                  </a:lnTo>
                  <a:lnTo>
                    <a:pt x="1739" y="6143"/>
                  </a:lnTo>
                  <a:lnTo>
                    <a:pt x="1758" y="6123"/>
                  </a:lnTo>
                  <a:lnTo>
                    <a:pt x="1739" y="6103"/>
                  </a:lnTo>
                  <a:lnTo>
                    <a:pt x="1719" y="6103"/>
                  </a:lnTo>
                  <a:lnTo>
                    <a:pt x="1818" y="6064"/>
                  </a:lnTo>
                  <a:lnTo>
                    <a:pt x="1857" y="6044"/>
                  </a:lnTo>
                  <a:lnTo>
                    <a:pt x="1916" y="6044"/>
                  </a:lnTo>
                  <a:lnTo>
                    <a:pt x="1936" y="6005"/>
                  </a:lnTo>
                  <a:lnTo>
                    <a:pt x="1956" y="5965"/>
                  </a:lnTo>
                  <a:lnTo>
                    <a:pt x="1976" y="5945"/>
                  </a:lnTo>
                  <a:lnTo>
                    <a:pt x="1976" y="5906"/>
                  </a:lnTo>
                  <a:lnTo>
                    <a:pt x="1956" y="5926"/>
                  </a:lnTo>
                  <a:lnTo>
                    <a:pt x="1956" y="5945"/>
                  </a:lnTo>
                  <a:lnTo>
                    <a:pt x="1936" y="5965"/>
                  </a:lnTo>
                  <a:lnTo>
                    <a:pt x="1916" y="5965"/>
                  </a:lnTo>
                  <a:lnTo>
                    <a:pt x="1936" y="5886"/>
                  </a:lnTo>
                  <a:lnTo>
                    <a:pt x="1976" y="5866"/>
                  </a:lnTo>
                  <a:lnTo>
                    <a:pt x="2015" y="5866"/>
                  </a:lnTo>
                  <a:lnTo>
                    <a:pt x="2094" y="5847"/>
                  </a:lnTo>
                  <a:lnTo>
                    <a:pt x="2074" y="5886"/>
                  </a:lnTo>
                  <a:lnTo>
                    <a:pt x="2035" y="5926"/>
                  </a:lnTo>
                  <a:lnTo>
                    <a:pt x="2035" y="5945"/>
                  </a:lnTo>
                  <a:lnTo>
                    <a:pt x="2035" y="5965"/>
                  </a:lnTo>
                  <a:lnTo>
                    <a:pt x="2055" y="5926"/>
                  </a:lnTo>
                  <a:lnTo>
                    <a:pt x="2074" y="5906"/>
                  </a:lnTo>
                  <a:lnTo>
                    <a:pt x="2094" y="5886"/>
                  </a:lnTo>
                  <a:lnTo>
                    <a:pt x="2134" y="5847"/>
                  </a:lnTo>
                  <a:lnTo>
                    <a:pt x="2134" y="5866"/>
                  </a:lnTo>
                  <a:lnTo>
                    <a:pt x="2193" y="5827"/>
                  </a:lnTo>
                  <a:lnTo>
                    <a:pt x="2252" y="5807"/>
                  </a:lnTo>
                  <a:lnTo>
                    <a:pt x="2292" y="5768"/>
                  </a:lnTo>
                  <a:lnTo>
                    <a:pt x="2311" y="5748"/>
                  </a:lnTo>
                  <a:lnTo>
                    <a:pt x="2311" y="5708"/>
                  </a:lnTo>
                  <a:lnTo>
                    <a:pt x="2272" y="5708"/>
                  </a:lnTo>
                  <a:lnTo>
                    <a:pt x="2252" y="5689"/>
                  </a:lnTo>
                  <a:lnTo>
                    <a:pt x="2311" y="5689"/>
                  </a:lnTo>
                  <a:lnTo>
                    <a:pt x="2331" y="5669"/>
                  </a:lnTo>
                  <a:lnTo>
                    <a:pt x="2351" y="5689"/>
                  </a:lnTo>
                  <a:lnTo>
                    <a:pt x="2331" y="5708"/>
                  </a:lnTo>
                  <a:lnTo>
                    <a:pt x="2410" y="5669"/>
                  </a:lnTo>
                  <a:lnTo>
                    <a:pt x="2430" y="5649"/>
                  </a:lnTo>
                  <a:lnTo>
                    <a:pt x="2410" y="5590"/>
                  </a:lnTo>
                  <a:lnTo>
                    <a:pt x="2410" y="5570"/>
                  </a:lnTo>
                  <a:lnTo>
                    <a:pt x="2430" y="5550"/>
                  </a:lnTo>
                  <a:lnTo>
                    <a:pt x="2469" y="5550"/>
                  </a:lnTo>
                  <a:lnTo>
                    <a:pt x="2469" y="5570"/>
                  </a:lnTo>
                  <a:lnTo>
                    <a:pt x="2469" y="5610"/>
                  </a:lnTo>
                  <a:lnTo>
                    <a:pt x="2489" y="5629"/>
                  </a:lnTo>
                  <a:lnTo>
                    <a:pt x="2509" y="5629"/>
                  </a:lnTo>
                  <a:lnTo>
                    <a:pt x="2568" y="5550"/>
                  </a:lnTo>
                  <a:lnTo>
                    <a:pt x="2608" y="5550"/>
                  </a:lnTo>
                  <a:lnTo>
                    <a:pt x="2687" y="5511"/>
                  </a:lnTo>
                  <a:lnTo>
                    <a:pt x="2746" y="5432"/>
                  </a:lnTo>
                  <a:lnTo>
                    <a:pt x="2825" y="5353"/>
                  </a:lnTo>
                  <a:lnTo>
                    <a:pt x="2904" y="5274"/>
                  </a:lnTo>
                  <a:lnTo>
                    <a:pt x="2904" y="5313"/>
                  </a:lnTo>
                  <a:lnTo>
                    <a:pt x="2884" y="5353"/>
                  </a:lnTo>
                  <a:lnTo>
                    <a:pt x="2825" y="5412"/>
                  </a:lnTo>
                  <a:lnTo>
                    <a:pt x="2864" y="5412"/>
                  </a:lnTo>
                  <a:lnTo>
                    <a:pt x="2904" y="5392"/>
                  </a:lnTo>
                  <a:lnTo>
                    <a:pt x="2924" y="5353"/>
                  </a:lnTo>
                  <a:lnTo>
                    <a:pt x="2983" y="5333"/>
                  </a:lnTo>
                  <a:lnTo>
                    <a:pt x="3003" y="5313"/>
                  </a:lnTo>
                  <a:lnTo>
                    <a:pt x="3023" y="5274"/>
                  </a:lnTo>
                  <a:lnTo>
                    <a:pt x="3023" y="5254"/>
                  </a:lnTo>
                  <a:lnTo>
                    <a:pt x="3023" y="5215"/>
                  </a:lnTo>
                  <a:lnTo>
                    <a:pt x="3042" y="5195"/>
                  </a:lnTo>
                  <a:lnTo>
                    <a:pt x="3062" y="5195"/>
                  </a:lnTo>
                  <a:lnTo>
                    <a:pt x="3082" y="5215"/>
                  </a:lnTo>
                  <a:lnTo>
                    <a:pt x="3102" y="5175"/>
                  </a:lnTo>
                  <a:lnTo>
                    <a:pt x="3121" y="5155"/>
                  </a:lnTo>
                  <a:lnTo>
                    <a:pt x="3200" y="5076"/>
                  </a:lnTo>
                  <a:lnTo>
                    <a:pt x="3220" y="5116"/>
                  </a:lnTo>
                  <a:lnTo>
                    <a:pt x="3279" y="5037"/>
                  </a:lnTo>
                  <a:lnTo>
                    <a:pt x="3260" y="5037"/>
                  </a:lnTo>
                  <a:lnTo>
                    <a:pt x="3260" y="5017"/>
                  </a:lnTo>
                  <a:lnTo>
                    <a:pt x="3240" y="4978"/>
                  </a:lnTo>
                  <a:lnTo>
                    <a:pt x="3181" y="4978"/>
                  </a:lnTo>
                  <a:lnTo>
                    <a:pt x="3141" y="5037"/>
                  </a:lnTo>
                  <a:lnTo>
                    <a:pt x="3082" y="5096"/>
                  </a:lnTo>
                  <a:lnTo>
                    <a:pt x="3003" y="5096"/>
                  </a:lnTo>
                  <a:lnTo>
                    <a:pt x="3003" y="5076"/>
                  </a:lnTo>
                  <a:lnTo>
                    <a:pt x="2983" y="5076"/>
                  </a:lnTo>
                  <a:lnTo>
                    <a:pt x="2983" y="5057"/>
                  </a:lnTo>
                  <a:lnTo>
                    <a:pt x="3023" y="5057"/>
                  </a:lnTo>
                  <a:lnTo>
                    <a:pt x="3023" y="5017"/>
                  </a:lnTo>
                  <a:lnTo>
                    <a:pt x="3023" y="4997"/>
                  </a:lnTo>
                  <a:lnTo>
                    <a:pt x="3003" y="5017"/>
                  </a:lnTo>
                  <a:lnTo>
                    <a:pt x="3003" y="4978"/>
                  </a:lnTo>
                  <a:lnTo>
                    <a:pt x="3023" y="4938"/>
                  </a:lnTo>
                  <a:lnTo>
                    <a:pt x="3102" y="4859"/>
                  </a:lnTo>
                  <a:lnTo>
                    <a:pt x="3121" y="4879"/>
                  </a:lnTo>
                  <a:lnTo>
                    <a:pt x="3121" y="4899"/>
                  </a:lnTo>
                  <a:lnTo>
                    <a:pt x="3082" y="4978"/>
                  </a:lnTo>
                  <a:lnTo>
                    <a:pt x="3082" y="4978"/>
                  </a:lnTo>
                  <a:lnTo>
                    <a:pt x="3102" y="4958"/>
                  </a:lnTo>
                  <a:lnTo>
                    <a:pt x="3121" y="4938"/>
                  </a:lnTo>
                  <a:lnTo>
                    <a:pt x="3141" y="4918"/>
                  </a:lnTo>
                  <a:lnTo>
                    <a:pt x="3161" y="4978"/>
                  </a:lnTo>
                  <a:lnTo>
                    <a:pt x="3181" y="4938"/>
                  </a:lnTo>
                  <a:lnTo>
                    <a:pt x="3181" y="4918"/>
                  </a:lnTo>
                  <a:lnTo>
                    <a:pt x="3161" y="4899"/>
                  </a:lnTo>
                  <a:lnTo>
                    <a:pt x="3141" y="4859"/>
                  </a:lnTo>
                  <a:lnTo>
                    <a:pt x="3161" y="4839"/>
                  </a:lnTo>
                  <a:lnTo>
                    <a:pt x="3181" y="4820"/>
                  </a:lnTo>
                  <a:lnTo>
                    <a:pt x="3240" y="4800"/>
                  </a:lnTo>
                  <a:lnTo>
                    <a:pt x="3220" y="4839"/>
                  </a:lnTo>
                  <a:lnTo>
                    <a:pt x="3260" y="4800"/>
                  </a:lnTo>
                  <a:lnTo>
                    <a:pt x="3279" y="4780"/>
                  </a:lnTo>
                  <a:lnTo>
                    <a:pt x="3299" y="4741"/>
                  </a:lnTo>
                  <a:lnTo>
                    <a:pt x="3339" y="4721"/>
                  </a:lnTo>
                  <a:lnTo>
                    <a:pt x="3378" y="4741"/>
                  </a:lnTo>
                  <a:lnTo>
                    <a:pt x="3358" y="4741"/>
                  </a:lnTo>
                  <a:lnTo>
                    <a:pt x="3339" y="4760"/>
                  </a:lnTo>
                  <a:lnTo>
                    <a:pt x="3319" y="4800"/>
                  </a:lnTo>
                  <a:lnTo>
                    <a:pt x="3319" y="4839"/>
                  </a:lnTo>
                  <a:lnTo>
                    <a:pt x="3299" y="4859"/>
                  </a:lnTo>
                  <a:lnTo>
                    <a:pt x="3339" y="4859"/>
                  </a:lnTo>
                  <a:lnTo>
                    <a:pt x="3358" y="4918"/>
                  </a:lnTo>
                  <a:lnTo>
                    <a:pt x="3319" y="5017"/>
                  </a:lnTo>
                  <a:lnTo>
                    <a:pt x="3378" y="4978"/>
                  </a:lnTo>
                  <a:lnTo>
                    <a:pt x="3437" y="4978"/>
                  </a:lnTo>
                  <a:lnTo>
                    <a:pt x="3477" y="4918"/>
                  </a:lnTo>
                  <a:lnTo>
                    <a:pt x="3516" y="4899"/>
                  </a:lnTo>
                  <a:lnTo>
                    <a:pt x="3576" y="4859"/>
                  </a:lnTo>
                  <a:lnTo>
                    <a:pt x="3595" y="4839"/>
                  </a:lnTo>
                  <a:lnTo>
                    <a:pt x="3595" y="4800"/>
                  </a:lnTo>
                  <a:lnTo>
                    <a:pt x="3615" y="4800"/>
                  </a:lnTo>
                  <a:lnTo>
                    <a:pt x="3615" y="4820"/>
                  </a:lnTo>
                  <a:lnTo>
                    <a:pt x="3714" y="4760"/>
                  </a:lnTo>
                  <a:lnTo>
                    <a:pt x="3793" y="4662"/>
                  </a:lnTo>
                  <a:lnTo>
                    <a:pt x="3832" y="4662"/>
                  </a:lnTo>
                  <a:lnTo>
                    <a:pt x="3872" y="4681"/>
                  </a:lnTo>
                  <a:lnTo>
                    <a:pt x="3931" y="4642"/>
                  </a:lnTo>
                  <a:lnTo>
                    <a:pt x="3971" y="4602"/>
                  </a:lnTo>
                  <a:lnTo>
                    <a:pt x="4050" y="4523"/>
                  </a:lnTo>
                  <a:lnTo>
                    <a:pt x="4129" y="4425"/>
                  </a:lnTo>
                  <a:lnTo>
                    <a:pt x="4188" y="4385"/>
                  </a:lnTo>
                  <a:lnTo>
                    <a:pt x="4247" y="4346"/>
                  </a:lnTo>
                  <a:lnTo>
                    <a:pt x="4227" y="4385"/>
                  </a:lnTo>
                  <a:lnTo>
                    <a:pt x="4227" y="4385"/>
                  </a:lnTo>
                  <a:lnTo>
                    <a:pt x="4287" y="4365"/>
                  </a:lnTo>
                  <a:lnTo>
                    <a:pt x="4306" y="4326"/>
                  </a:lnTo>
                  <a:lnTo>
                    <a:pt x="4306" y="4306"/>
                  </a:lnTo>
                  <a:lnTo>
                    <a:pt x="4385" y="4306"/>
                  </a:lnTo>
                  <a:lnTo>
                    <a:pt x="4425" y="4247"/>
                  </a:lnTo>
                  <a:lnTo>
                    <a:pt x="4484" y="4207"/>
                  </a:lnTo>
                  <a:lnTo>
                    <a:pt x="4524" y="4188"/>
                  </a:lnTo>
                  <a:lnTo>
                    <a:pt x="4563" y="4188"/>
                  </a:lnTo>
                  <a:lnTo>
                    <a:pt x="4603" y="4148"/>
                  </a:lnTo>
                  <a:lnTo>
                    <a:pt x="4622" y="4109"/>
                  </a:lnTo>
                  <a:lnTo>
                    <a:pt x="4642" y="4069"/>
                  </a:lnTo>
                  <a:lnTo>
                    <a:pt x="4662" y="4030"/>
                  </a:lnTo>
                  <a:lnTo>
                    <a:pt x="4682" y="4069"/>
                  </a:lnTo>
                  <a:lnTo>
                    <a:pt x="4721" y="4069"/>
                  </a:lnTo>
                  <a:lnTo>
                    <a:pt x="4998" y="3852"/>
                  </a:lnTo>
                  <a:lnTo>
                    <a:pt x="5314" y="3615"/>
                  </a:lnTo>
                  <a:lnTo>
                    <a:pt x="5314" y="3615"/>
                  </a:lnTo>
                  <a:lnTo>
                    <a:pt x="5294" y="3634"/>
                  </a:lnTo>
                  <a:lnTo>
                    <a:pt x="5294" y="3634"/>
                  </a:lnTo>
                  <a:lnTo>
                    <a:pt x="5413" y="3555"/>
                  </a:lnTo>
                  <a:lnTo>
                    <a:pt x="5492" y="3476"/>
                  </a:lnTo>
                  <a:lnTo>
                    <a:pt x="5590" y="3378"/>
                  </a:lnTo>
                  <a:lnTo>
                    <a:pt x="5689" y="3318"/>
                  </a:lnTo>
                  <a:lnTo>
                    <a:pt x="5729" y="3279"/>
                  </a:lnTo>
                  <a:lnTo>
                    <a:pt x="5729" y="3239"/>
                  </a:lnTo>
                  <a:lnTo>
                    <a:pt x="5729" y="3220"/>
                  </a:lnTo>
                  <a:lnTo>
                    <a:pt x="5689" y="3220"/>
                  </a:lnTo>
                  <a:lnTo>
                    <a:pt x="5650" y="3180"/>
                  </a:lnTo>
                  <a:lnTo>
                    <a:pt x="5709" y="3141"/>
                  </a:lnTo>
                  <a:lnTo>
                    <a:pt x="5729" y="3141"/>
                  </a:lnTo>
                  <a:lnTo>
                    <a:pt x="5768" y="3160"/>
                  </a:lnTo>
                  <a:lnTo>
                    <a:pt x="5808" y="3141"/>
                  </a:lnTo>
                  <a:lnTo>
                    <a:pt x="5827" y="3160"/>
                  </a:lnTo>
                  <a:lnTo>
                    <a:pt x="5827" y="3200"/>
                  </a:lnTo>
                  <a:lnTo>
                    <a:pt x="5808" y="3220"/>
                  </a:lnTo>
                  <a:lnTo>
                    <a:pt x="5827" y="3259"/>
                  </a:lnTo>
                  <a:lnTo>
                    <a:pt x="5906" y="3160"/>
                  </a:lnTo>
                  <a:lnTo>
                    <a:pt x="5946" y="3121"/>
                  </a:lnTo>
                  <a:lnTo>
                    <a:pt x="5985" y="3101"/>
                  </a:lnTo>
                  <a:lnTo>
                    <a:pt x="6025" y="3062"/>
                  </a:lnTo>
                  <a:lnTo>
                    <a:pt x="6064" y="3062"/>
                  </a:lnTo>
                  <a:lnTo>
                    <a:pt x="6084" y="3081"/>
                  </a:lnTo>
                  <a:lnTo>
                    <a:pt x="6064" y="3101"/>
                  </a:lnTo>
                  <a:lnTo>
                    <a:pt x="6045" y="3101"/>
                  </a:lnTo>
                  <a:lnTo>
                    <a:pt x="6005" y="3121"/>
                  </a:lnTo>
                  <a:lnTo>
                    <a:pt x="5985" y="3141"/>
                  </a:lnTo>
                  <a:lnTo>
                    <a:pt x="5985" y="3160"/>
                  </a:lnTo>
                  <a:lnTo>
                    <a:pt x="5966" y="3200"/>
                  </a:lnTo>
                  <a:lnTo>
                    <a:pt x="6064" y="3121"/>
                  </a:lnTo>
                  <a:lnTo>
                    <a:pt x="6163" y="3062"/>
                  </a:lnTo>
                  <a:lnTo>
                    <a:pt x="6163" y="3022"/>
                  </a:lnTo>
                  <a:lnTo>
                    <a:pt x="6163" y="3002"/>
                  </a:lnTo>
                  <a:lnTo>
                    <a:pt x="6203" y="2983"/>
                  </a:lnTo>
                  <a:lnTo>
                    <a:pt x="6203" y="2963"/>
                  </a:lnTo>
                  <a:lnTo>
                    <a:pt x="6222" y="2923"/>
                  </a:lnTo>
                  <a:lnTo>
                    <a:pt x="6242" y="2904"/>
                  </a:lnTo>
                  <a:lnTo>
                    <a:pt x="6282" y="2943"/>
                  </a:lnTo>
                  <a:lnTo>
                    <a:pt x="6301" y="2923"/>
                  </a:lnTo>
                  <a:lnTo>
                    <a:pt x="6282" y="2923"/>
                  </a:lnTo>
                  <a:lnTo>
                    <a:pt x="6282" y="2904"/>
                  </a:lnTo>
                  <a:lnTo>
                    <a:pt x="6380" y="2825"/>
                  </a:lnTo>
                  <a:lnTo>
                    <a:pt x="6459" y="2805"/>
                  </a:lnTo>
                  <a:lnTo>
                    <a:pt x="6479" y="2805"/>
                  </a:lnTo>
                  <a:lnTo>
                    <a:pt x="6499" y="2825"/>
                  </a:lnTo>
                  <a:lnTo>
                    <a:pt x="6538" y="2765"/>
                  </a:lnTo>
                  <a:lnTo>
                    <a:pt x="6558" y="2746"/>
                  </a:lnTo>
                  <a:lnTo>
                    <a:pt x="6598" y="2726"/>
                  </a:lnTo>
                  <a:lnTo>
                    <a:pt x="6598" y="2765"/>
                  </a:lnTo>
                  <a:lnTo>
                    <a:pt x="6756" y="2667"/>
                  </a:lnTo>
                  <a:lnTo>
                    <a:pt x="6835" y="2607"/>
                  </a:lnTo>
                  <a:lnTo>
                    <a:pt x="6933" y="2588"/>
                  </a:lnTo>
                  <a:lnTo>
                    <a:pt x="7032" y="2489"/>
                  </a:lnTo>
                  <a:lnTo>
                    <a:pt x="7091" y="2410"/>
                  </a:lnTo>
                  <a:lnTo>
                    <a:pt x="7052" y="2430"/>
                  </a:lnTo>
                  <a:lnTo>
                    <a:pt x="7032" y="2410"/>
                  </a:lnTo>
                  <a:lnTo>
                    <a:pt x="7032" y="2390"/>
                  </a:lnTo>
                  <a:lnTo>
                    <a:pt x="7052" y="2351"/>
                  </a:lnTo>
                  <a:lnTo>
                    <a:pt x="7111" y="2311"/>
                  </a:lnTo>
                  <a:lnTo>
                    <a:pt x="7131" y="2331"/>
                  </a:lnTo>
                  <a:lnTo>
                    <a:pt x="7170" y="2331"/>
                  </a:lnTo>
                  <a:lnTo>
                    <a:pt x="7151" y="2351"/>
                  </a:lnTo>
                  <a:lnTo>
                    <a:pt x="7190" y="2351"/>
                  </a:lnTo>
                  <a:lnTo>
                    <a:pt x="7249" y="2331"/>
                  </a:lnTo>
                  <a:lnTo>
                    <a:pt x="7289" y="2291"/>
                  </a:lnTo>
                  <a:lnTo>
                    <a:pt x="7309" y="2291"/>
                  </a:lnTo>
                  <a:lnTo>
                    <a:pt x="7328" y="2311"/>
                  </a:lnTo>
                  <a:lnTo>
                    <a:pt x="7348" y="2291"/>
                  </a:lnTo>
                  <a:lnTo>
                    <a:pt x="7368" y="2252"/>
                  </a:lnTo>
                  <a:lnTo>
                    <a:pt x="7407" y="2239"/>
                  </a:lnTo>
                  <a:lnTo>
                    <a:pt x="7407" y="2239"/>
                  </a:lnTo>
                  <a:lnTo>
                    <a:pt x="7407" y="2252"/>
                  </a:lnTo>
                  <a:lnTo>
                    <a:pt x="7447" y="2212"/>
                  </a:lnTo>
                  <a:lnTo>
                    <a:pt x="7467" y="2232"/>
                  </a:lnTo>
                  <a:lnTo>
                    <a:pt x="7506" y="2193"/>
                  </a:lnTo>
                  <a:lnTo>
                    <a:pt x="7526" y="2153"/>
                  </a:lnTo>
                  <a:lnTo>
                    <a:pt x="7546" y="2114"/>
                  </a:lnTo>
                  <a:lnTo>
                    <a:pt x="7565" y="2074"/>
                  </a:lnTo>
                  <a:lnTo>
                    <a:pt x="7565" y="2094"/>
                  </a:lnTo>
                  <a:lnTo>
                    <a:pt x="7605" y="2054"/>
                  </a:lnTo>
                  <a:lnTo>
                    <a:pt x="7585" y="2133"/>
                  </a:lnTo>
                  <a:lnTo>
                    <a:pt x="7625" y="2094"/>
                  </a:lnTo>
                  <a:lnTo>
                    <a:pt x="7644" y="2054"/>
                  </a:lnTo>
                  <a:lnTo>
                    <a:pt x="7664" y="2015"/>
                  </a:lnTo>
                  <a:lnTo>
                    <a:pt x="7704" y="1995"/>
                  </a:lnTo>
                  <a:lnTo>
                    <a:pt x="7743" y="1956"/>
                  </a:lnTo>
                  <a:lnTo>
                    <a:pt x="7743" y="1975"/>
                  </a:lnTo>
                  <a:lnTo>
                    <a:pt x="7763" y="1936"/>
                  </a:lnTo>
                  <a:lnTo>
                    <a:pt x="7803" y="1896"/>
                  </a:lnTo>
                  <a:lnTo>
                    <a:pt x="7822" y="1877"/>
                  </a:lnTo>
                  <a:lnTo>
                    <a:pt x="7842" y="1837"/>
                  </a:lnTo>
                  <a:lnTo>
                    <a:pt x="7921" y="1837"/>
                  </a:lnTo>
                  <a:lnTo>
                    <a:pt x="7941" y="1817"/>
                  </a:lnTo>
                  <a:lnTo>
                    <a:pt x="7961" y="1877"/>
                  </a:lnTo>
                  <a:lnTo>
                    <a:pt x="7921" y="1896"/>
                  </a:lnTo>
                  <a:lnTo>
                    <a:pt x="7882" y="1896"/>
                  </a:lnTo>
                  <a:lnTo>
                    <a:pt x="7842" y="1916"/>
                  </a:lnTo>
                  <a:lnTo>
                    <a:pt x="7882" y="1936"/>
                  </a:lnTo>
                  <a:lnTo>
                    <a:pt x="7921" y="1916"/>
                  </a:lnTo>
                  <a:lnTo>
                    <a:pt x="8020" y="1896"/>
                  </a:lnTo>
                  <a:lnTo>
                    <a:pt x="8217" y="1778"/>
                  </a:lnTo>
                  <a:lnTo>
                    <a:pt x="8296" y="1719"/>
                  </a:lnTo>
                  <a:lnTo>
                    <a:pt x="8375" y="1679"/>
                  </a:lnTo>
                  <a:lnTo>
                    <a:pt x="8454" y="1640"/>
                  </a:lnTo>
                  <a:lnTo>
                    <a:pt x="8474" y="1600"/>
                  </a:lnTo>
                  <a:lnTo>
                    <a:pt x="8474" y="1561"/>
                  </a:lnTo>
                  <a:lnTo>
                    <a:pt x="8494" y="1600"/>
                  </a:lnTo>
                  <a:lnTo>
                    <a:pt x="8672" y="1561"/>
                  </a:lnTo>
                  <a:lnTo>
                    <a:pt x="8869" y="1442"/>
                  </a:lnTo>
                  <a:lnTo>
                    <a:pt x="8948" y="1383"/>
                  </a:lnTo>
                  <a:lnTo>
                    <a:pt x="9027" y="1323"/>
                  </a:lnTo>
                  <a:lnTo>
                    <a:pt x="9067" y="1343"/>
                  </a:lnTo>
                  <a:lnTo>
                    <a:pt x="9106" y="1284"/>
                  </a:lnTo>
                  <a:lnTo>
                    <a:pt x="9146" y="1244"/>
                  </a:lnTo>
                  <a:lnTo>
                    <a:pt x="9264" y="1146"/>
                  </a:lnTo>
                  <a:lnTo>
                    <a:pt x="9383" y="1067"/>
                  </a:lnTo>
                  <a:lnTo>
                    <a:pt x="9422" y="1027"/>
                  </a:lnTo>
                  <a:lnTo>
                    <a:pt x="9442" y="968"/>
                  </a:lnTo>
                  <a:lnTo>
                    <a:pt x="9462" y="968"/>
                  </a:lnTo>
                  <a:lnTo>
                    <a:pt x="9462" y="988"/>
                  </a:lnTo>
                  <a:lnTo>
                    <a:pt x="9442" y="1047"/>
                  </a:lnTo>
                  <a:lnTo>
                    <a:pt x="9442" y="1047"/>
                  </a:lnTo>
                  <a:lnTo>
                    <a:pt x="9481" y="1027"/>
                  </a:lnTo>
                  <a:lnTo>
                    <a:pt x="9521" y="988"/>
                  </a:lnTo>
                  <a:lnTo>
                    <a:pt x="9560" y="948"/>
                  </a:lnTo>
                  <a:lnTo>
                    <a:pt x="9600" y="948"/>
                  </a:lnTo>
                  <a:lnTo>
                    <a:pt x="9600" y="968"/>
                  </a:lnTo>
                  <a:lnTo>
                    <a:pt x="9580" y="988"/>
                  </a:lnTo>
                  <a:lnTo>
                    <a:pt x="9620" y="988"/>
                  </a:lnTo>
                  <a:lnTo>
                    <a:pt x="9639" y="968"/>
                  </a:lnTo>
                  <a:lnTo>
                    <a:pt x="9659" y="968"/>
                  </a:lnTo>
                  <a:lnTo>
                    <a:pt x="9659" y="928"/>
                  </a:lnTo>
                  <a:lnTo>
                    <a:pt x="9679" y="889"/>
                  </a:lnTo>
                  <a:lnTo>
                    <a:pt x="9738" y="830"/>
                  </a:lnTo>
                  <a:lnTo>
                    <a:pt x="9718" y="810"/>
                  </a:lnTo>
                  <a:lnTo>
                    <a:pt x="9738" y="790"/>
                  </a:lnTo>
                  <a:lnTo>
                    <a:pt x="9778" y="770"/>
                  </a:lnTo>
                  <a:lnTo>
                    <a:pt x="9778" y="790"/>
                  </a:lnTo>
                  <a:lnTo>
                    <a:pt x="9975" y="652"/>
                  </a:lnTo>
                  <a:lnTo>
                    <a:pt x="10212" y="533"/>
                  </a:lnTo>
                  <a:lnTo>
                    <a:pt x="10449" y="435"/>
                  </a:lnTo>
                  <a:lnTo>
                    <a:pt x="10706" y="356"/>
                  </a:lnTo>
                  <a:lnTo>
                    <a:pt x="10686" y="375"/>
                  </a:lnTo>
                  <a:lnTo>
                    <a:pt x="10726" y="375"/>
                  </a:lnTo>
                  <a:lnTo>
                    <a:pt x="10805" y="356"/>
                  </a:lnTo>
                  <a:lnTo>
                    <a:pt x="10844" y="356"/>
                  </a:lnTo>
                  <a:lnTo>
                    <a:pt x="10647" y="20"/>
                  </a:lnTo>
                  <a:lnTo>
                    <a:pt x="10627" y="0"/>
                  </a:lnTo>
                  <a:lnTo>
                    <a:pt x="10588" y="20"/>
                  </a:lnTo>
                  <a:lnTo>
                    <a:pt x="10607" y="59"/>
                  </a:lnTo>
                  <a:lnTo>
                    <a:pt x="10588" y="79"/>
                  </a:lnTo>
                  <a:lnTo>
                    <a:pt x="10607" y="99"/>
                  </a:lnTo>
                  <a:lnTo>
                    <a:pt x="10568" y="138"/>
                  </a:lnTo>
                  <a:lnTo>
                    <a:pt x="10528" y="158"/>
                  </a:lnTo>
                  <a:lnTo>
                    <a:pt x="10548" y="138"/>
                  </a:lnTo>
                  <a:lnTo>
                    <a:pt x="10548" y="119"/>
                  </a:lnTo>
                  <a:lnTo>
                    <a:pt x="10489" y="119"/>
                  </a:lnTo>
                  <a:lnTo>
                    <a:pt x="10509" y="79"/>
                  </a:lnTo>
                  <a:lnTo>
                    <a:pt x="10528" y="40"/>
                  </a:lnTo>
                  <a:lnTo>
                    <a:pt x="10489" y="40"/>
                  </a:lnTo>
                  <a:lnTo>
                    <a:pt x="10489" y="20"/>
                  </a:lnTo>
                  <a:lnTo>
                    <a:pt x="1046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9" name="Google Shape;8989;p34"/>
            <p:cNvSpPr/>
            <p:nvPr/>
          </p:nvSpPr>
          <p:spPr>
            <a:xfrm>
              <a:off x="9762971" y="4210674"/>
              <a:ext cx="52" cy="1093"/>
            </a:xfrm>
            <a:custGeom>
              <a:rect b="b" l="l" r="r" t="t"/>
              <a:pathLst>
                <a:path extrusionOk="0" h="21" w="1">
                  <a:moveTo>
                    <a:pt x="1" y="21"/>
                  </a:moveTo>
                  <a:lnTo>
                    <a:pt x="1" y="21"/>
                  </a:lnTo>
                  <a:lnTo>
                    <a:pt x="1" y="1"/>
                  </a:lnTo>
                  <a:lnTo>
                    <a:pt x="1" y="1"/>
                  </a:lnTo>
                  <a:lnTo>
                    <a:pt x="1" y="21"/>
                  </a:lnTo>
                  <a:lnTo>
                    <a:pt x="1"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0" name="Google Shape;8990;p34"/>
            <p:cNvSpPr/>
            <p:nvPr/>
          </p:nvSpPr>
          <p:spPr>
            <a:xfrm>
              <a:off x="10047744" y="4191159"/>
              <a:ext cx="1093" cy="2134"/>
            </a:xfrm>
            <a:custGeom>
              <a:rect b="b" l="l" r="r" t="t"/>
              <a:pathLst>
                <a:path extrusionOk="0" h="41" w="21">
                  <a:moveTo>
                    <a:pt x="20" y="1"/>
                  </a:moveTo>
                  <a:lnTo>
                    <a:pt x="20" y="1"/>
                  </a:lnTo>
                  <a:lnTo>
                    <a:pt x="0" y="40"/>
                  </a:lnTo>
                  <a:lnTo>
                    <a:pt x="0" y="40"/>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1" name="Google Shape;8991;p34"/>
            <p:cNvSpPr/>
            <p:nvPr/>
          </p:nvSpPr>
          <p:spPr>
            <a:xfrm>
              <a:off x="9913060" y="4263133"/>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2" name="Google Shape;8992;p34"/>
            <p:cNvSpPr/>
            <p:nvPr/>
          </p:nvSpPr>
          <p:spPr>
            <a:xfrm>
              <a:off x="9677675" y="4417332"/>
              <a:ext cx="1093" cy="52"/>
            </a:xfrm>
            <a:custGeom>
              <a:rect b="b" l="l" r="r" t="t"/>
              <a:pathLst>
                <a:path extrusionOk="0" h="1" w="21">
                  <a:moveTo>
                    <a:pt x="20" y="0"/>
                  </a:moveTo>
                  <a:lnTo>
                    <a:pt x="20" y="0"/>
                  </a:lnTo>
                  <a:lnTo>
                    <a:pt x="1" y="0"/>
                  </a:lnTo>
                  <a:lnTo>
                    <a:pt x="1" y="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3" name="Google Shape;8993;p34"/>
            <p:cNvSpPr/>
            <p:nvPr/>
          </p:nvSpPr>
          <p:spPr>
            <a:xfrm>
              <a:off x="9555377" y="4168573"/>
              <a:ext cx="572572" cy="370074"/>
            </a:xfrm>
            <a:custGeom>
              <a:rect b="b" l="l" r="r" t="t"/>
              <a:pathLst>
                <a:path extrusionOk="0" h="7111" w="11002">
                  <a:moveTo>
                    <a:pt x="9540" y="454"/>
                  </a:moveTo>
                  <a:lnTo>
                    <a:pt x="9521" y="474"/>
                  </a:lnTo>
                  <a:lnTo>
                    <a:pt x="9521" y="494"/>
                  </a:lnTo>
                  <a:lnTo>
                    <a:pt x="9501" y="514"/>
                  </a:lnTo>
                  <a:lnTo>
                    <a:pt x="9560" y="494"/>
                  </a:lnTo>
                  <a:lnTo>
                    <a:pt x="9580" y="474"/>
                  </a:lnTo>
                  <a:lnTo>
                    <a:pt x="9560" y="454"/>
                  </a:lnTo>
                  <a:close/>
                  <a:moveTo>
                    <a:pt x="7901" y="2272"/>
                  </a:moveTo>
                  <a:lnTo>
                    <a:pt x="7901" y="2291"/>
                  </a:lnTo>
                  <a:lnTo>
                    <a:pt x="7881" y="2311"/>
                  </a:lnTo>
                  <a:lnTo>
                    <a:pt x="7901" y="2272"/>
                  </a:lnTo>
                  <a:close/>
                  <a:moveTo>
                    <a:pt x="5748" y="2548"/>
                  </a:moveTo>
                  <a:lnTo>
                    <a:pt x="5728" y="2568"/>
                  </a:lnTo>
                  <a:lnTo>
                    <a:pt x="5708" y="2588"/>
                  </a:lnTo>
                  <a:lnTo>
                    <a:pt x="5689" y="2588"/>
                  </a:lnTo>
                  <a:lnTo>
                    <a:pt x="5689" y="2627"/>
                  </a:lnTo>
                  <a:lnTo>
                    <a:pt x="5708" y="2647"/>
                  </a:lnTo>
                  <a:lnTo>
                    <a:pt x="5768" y="2548"/>
                  </a:lnTo>
                  <a:close/>
                  <a:moveTo>
                    <a:pt x="4770" y="3254"/>
                  </a:moveTo>
                  <a:lnTo>
                    <a:pt x="4760" y="3259"/>
                  </a:lnTo>
                  <a:lnTo>
                    <a:pt x="4741" y="3299"/>
                  </a:lnTo>
                  <a:lnTo>
                    <a:pt x="4770" y="3254"/>
                  </a:lnTo>
                  <a:close/>
                  <a:moveTo>
                    <a:pt x="4741" y="3180"/>
                  </a:moveTo>
                  <a:lnTo>
                    <a:pt x="4721" y="3200"/>
                  </a:lnTo>
                  <a:lnTo>
                    <a:pt x="4681" y="3220"/>
                  </a:lnTo>
                  <a:lnTo>
                    <a:pt x="4642" y="3220"/>
                  </a:lnTo>
                  <a:lnTo>
                    <a:pt x="4602" y="3239"/>
                  </a:lnTo>
                  <a:lnTo>
                    <a:pt x="4662" y="3239"/>
                  </a:lnTo>
                  <a:lnTo>
                    <a:pt x="4662" y="3259"/>
                  </a:lnTo>
                  <a:lnTo>
                    <a:pt x="4642" y="3279"/>
                  </a:lnTo>
                  <a:lnTo>
                    <a:pt x="4602" y="3279"/>
                  </a:lnTo>
                  <a:lnTo>
                    <a:pt x="4662" y="3318"/>
                  </a:lnTo>
                  <a:lnTo>
                    <a:pt x="4701" y="3299"/>
                  </a:lnTo>
                  <a:lnTo>
                    <a:pt x="4721" y="3279"/>
                  </a:lnTo>
                  <a:lnTo>
                    <a:pt x="4741" y="3239"/>
                  </a:lnTo>
                  <a:lnTo>
                    <a:pt x="4780" y="3239"/>
                  </a:lnTo>
                  <a:lnTo>
                    <a:pt x="4770" y="3254"/>
                  </a:lnTo>
                  <a:lnTo>
                    <a:pt x="4800" y="3239"/>
                  </a:lnTo>
                  <a:lnTo>
                    <a:pt x="4820" y="3220"/>
                  </a:lnTo>
                  <a:lnTo>
                    <a:pt x="4820" y="3180"/>
                  </a:lnTo>
                  <a:close/>
                  <a:moveTo>
                    <a:pt x="4089" y="3634"/>
                  </a:moveTo>
                  <a:lnTo>
                    <a:pt x="4069" y="3654"/>
                  </a:lnTo>
                  <a:lnTo>
                    <a:pt x="4069" y="3694"/>
                  </a:lnTo>
                  <a:lnTo>
                    <a:pt x="4089" y="3713"/>
                  </a:lnTo>
                  <a:lnTo>
                    <a:pt x="4089" y="3753"/>
                  </a:lnTo>
                  <a:lnTo>
                    <a:pt x="4128" y="3713"/>
                  </a:lnTo>
                  <a:lnTo>
                    <a:pt x="4128" y="3694"/>
                  </a:lnTo>
                  <a:lnTo>
                    <a:pt x="4128" y="3674"/>
                  </a:lnTo>
                  <a:lnTo>
                    <a:pt x="4089" y="3674"/>
                  </a:lnTo>
                  <a:lnTo>
                    <a:pt x="4089" y="3634"/>
                  </a:lnTo>
                  <a:close/>
                  <a:moveTo>
                    <a:pt x="3694" y="3931"/>
                  </a:moveTo>
                  <a:lnTo>
                    <a:pt x="3654" y="3950"/>
                  </a:lnTo>
                  <a:lnTo>
                    <a:pt x="3615" y="3970"/>
                  </a:lnTo>
                  <a:lnTo>
                    <a:pt x="3634" y="3990"/>
                  </a:lnTo>
                  <a:lnTo>
                    <a:pt x="3654" y="4010"/>
                  </a:lnTo>
                  <a:lnTo>
                    <a:pt x="3674" y="3970"/>
                  </a:lnTo>
                  <a:lnTo>
                    <a:pt x="3694" y="3931"/>
                  </a:lnTo>
                  <a:close/>
                  <a:moveTo>
                    <a:pt x="3555" y="4029"/>
                  </a:moveTo>
                  <a:lnTo>
                    <a:pt x="3516" y="4049"/>
                  </a:lnTo>
                  <a:lnTo>
                    <a:pt x="3476" y="4069"/>
                  </a:lnTo>
                  <a:lnTo>
                    <a:pt x="3437" y="4089"/>
                  </a:lnTo>
                  <a:lnTo>
                    <a:pt x="3417" y="4108"/>
                  </a:lnTo>
                  <a:lnTo>
                    <a:pt x="3417" y="4108"/>
                  </a:lnTo>
                  <a:lnTo>
                    <a:pt x="3555" y="4029"/>
                  </a:lnTo>
                  <a:close/>
                  <a:moveTo>
                    <a:pt x="2884" y="4484"/>
                  </a:moveTo>
                  <a:lnTo>
                    <a:pt x="2805" y="4523"/>
                  </a:lnTo>
                  <a:lnTo>
                    <a:pt x="2825" y="4523"/>
                  </a:lnTo>
                  <a:lnTo>
                    <a:pt x="2864" y="4504"/>
                  </a:lnTo>
                  <a:lnTo>
                    <a:pt x="2884" y="4484"/>
                  </a:lnTo>
                  <a:close/>
                  <a:moveTo>
                    <a:pt x="2825" y="4523"/>
                  </a:moveTo>
                  <a:lnTo>
                    <a:pt x="2805" y="4543"/>
                  </a:lnTo>
                  <a:lnTo>
                    <a:pt x="2805" y="4543"/>
                  </a:lnTo>
                  <a:lnTo>
                    <a:pt x="2825" y="4523"/>
                  </a:lnTo>
                  <a:close/>
                  <a:moveTo>
                    <a:pt x="2489" y="4701"/>
                  </a:moveTo>
                  <a:lnTo>
                    <a:pt x="2469" y="4721"/>
                  </a:lnTo>
                  <a:lnTo>
                    <a:pt x="2430" y="4760"/>
                  </a:lnTo>
                  <a:lnTo>
                    <a:pt x="2430" y="4760"/>
                  </a:lnTo>
                  <a:lnTo>
                    <a:pt x="2469" y="4741"/>
                  </a:lnTo>
                  <a:lnTo>
                    <a:pt x="2548" y="4701"/>
                  </a:lnTo>
                  <a:close/>
                  <a:moveTo>
                    <a:pt x="2173" y="5116"/>
                  </a:moveTo>
                  <a:lnTo>
                    <a:pt x="2133" y="5136"/>
                  </a:lnTo>
                  <a:lnTo>
                    <a:pt x="2133" y="5175"/>
                  </a:lnTo>
                  <a:lnTo>
                    <a:pt x="2173" y="5116"/>
                  </a:lnTo>
                  <a:close/>
                  <a:moveTo>
                    <a:pt x="1481" y="6321"/>
                  </a:moveTo>
                  <a:lnTo>
                    <a:pt x="1462" y="6360"/>
                  </a:lnTo>
                  <a:lnTo>
                    <a:pt x="1462" y="6380"/>
                  </a:lnTo>
                  <a:lnTo>
                    <a:pt x="1481" y="6321"/>
                  </a:lnTo>
                  <a:close/>
                  <a:moveTo>
                    <a:pt x="593" y="6380"/>
                  </a:moveTo>
                  <a:lnTo>
                    <a:pt x="593" y="6380"/>
                  </a:lnTo>
                  <a:lnTo>
                    <a:pt x="593" y="6380"/>
                  </a:lnTo>
                  <a:close/>
                  <a:moveTo>
                    <a:pt x="474" y="6992"/>
                  </a:moveTo>
                  <a:lnTo>
                    <a:pt x="454" y="7012"/>
                  </a:lnTo>
                  <a:lnTo>
                    <a:pt x="454" y="7012"/>
                  </a:lnTo>
                  <a:lnTo>
                    <a:pt x="477" y="6995"/>
                  </a:lnTo>
                  <a:lnTo>
                    <a:pt x="477" y="6995"/>
                  </a:lnTo>
                  <a:lnTo>
                    <a:pt x="474" y="6992"/>
                  </a:lnTo>
                  <a:close/>
                  <a:moveTo>
                    <a:pt x="10785" y="0"/>
                  </a:moveTo>
                  <a:lnTo>
                    <a:pt x="10745" y="20"/>
                  </a:lnTo>
                  <a:lnTo>
                    <a:pt x="10745" y="40"/>
                  </a:lnTo>
                  <a:lnTo>
                    <a:pt x="10666" y="40"/>
                  </a:lnTo>
                  <a:lnTo>
                    <a:pt x="10646" y="79"/>
                  </a:lnTo>
                  <a:lnTo>
                    <a:pt x="10666" y="119"/>
                  </a:lnTo>
                  <a:lnTo>
                    <a:pt x="10666" y="158"/>
                  </a:lnTo>
                  <a:lnTo>
                    <a:pt x="10627" y="198"/>
                  </a:lnTo>
                  <a:lnTo>
                    <a:pt x="10567" y="198"/>
                  </a:lnTo>
                  <a:lnTo>
                    <a:pt x="10548" y="158"/>
                  </a:lnTo>
                  <a:lnTo>
                    <a:pt x="10528" y="119"/>
                  </a:lnTo>
                  <a:lnTo>
                    <a:pt x="10528" y="99"/>
                  </a:lnTo>
                  <a:lnTo>
                    <a:pt x="10508" y="79"/>
                  </a:lnTo>
                  <a:lnTo>
                    <a:pt x="10488" y="138"/>
                  </a:lnTo>
                  <a:lnTo>
                    <a:pt x="10429" y="138"/>
                  </a:lnTo>
                  <a:lnTo>
                    <a:pt x="10390" y="158"/>
                  </a:lnTo>
                  <a:lnTo>
                    <a:pt x="10350" y="158"/>
                  </a:lnTo>
                  <a:lnTo>
                    <a:pt x="10370" y="119"/>
                  </a:lnTo>
                  <a:lnTo>
                    <a:pt x="10370" y="99"/>
                  </a:lnTo>
                  <a:lnTo>
                    <a:pt x="10350" y="119"/>
                  </a:lnTo>
                  <a:lnTo>
                    <a:pt x="10330" y="138"/>
                  </a:lnTo>
                  <a:lnTo>
                    <a:pt x="10251" y="138"/>
                  </a:lnTo>
                  <a:lnTo>
                    <a:pt x="10172" y="178"/>
                  </a:lnTo>
                  <a:lnTo>
                    <a:pt x="10153" y="198"/>
                  </a:lnTo>
                  <a:lnTo>
                    <a:pt x="10153" y="237"/>
                  </a:lnTo>
                  <a:lnTo>
                    <a:pt x="10054" y="237"/>
                  </a:lnTo>
                  <a:lnTo>
                    <a:pt x="10034" y="217"/>
                  </a:lnTo>
                  <a:lnTo>
                    <a:pt x="10014" y="257"/>
                  </a:lnTo>
                  <a:lnTo>
                    <a:pt x="9975" y="277"/>
                  </a:lnTo>
                  <a:lnTo>
                    <a:pt x="9916" y="296"/>
                  </a:lnTo>
                  <a:lnTo>
                    <a:pt x="9876" y="316"/>
                  </a:lnTo>
                  <a:lnTo>
                    <a:pt x="9856" y="316"/>
                  </a:lnTo>
                  <a:lnTo>
                    <a:pt x="9817" y="336"/>
                  </a:lnTo>
                  <a:lnTo>
                    <a:pt x="9837" y="336"/>
                  </a:lnTo>
                  <a:lnTo>
                    <a:pt x="9817" y="395"/>
                  </a:lnTo>
                  <a:lnTo>
                    <a:pt x="9777" y="395"/>
                  </a:lnTo>
                  <a:lnTo>
                    <a:pt x="9738" y="415"/>
                  </a:lnTo>
                  <a:lnTo>
                    <a:pt x="9659" y="415"/>
                  </a:lnTo>
                  <a:lnTo>
                    <a:pt x="9639" y="435"/>
                  </a:lnTo>
                  <a:lnTo>
                    <a:pt x="9639" y="474"/>
                  </a:lnTo>
                  <a:lnTo>
                    <a:pt x="9659" y="533"/>
                  </a:lnTo>
                  <a:lnTo>
                    <a:pt x="9501" y="533"/>
                  </a:lnTo>
                  <a:lnTo>
                    <a:pt x="9501" y="514"/>
                  </a:lnTo>
                  <a:lnTo>
                    <a:pt x="9481" y="494"/>
                  </a:lnTo>
                  <a:lnTo>
                    <a:pt x="9461" y="474"/>
                  </a:lnTo>
                  <a:lnTo>
                    <a:pt x="9422" y="494"/>
                  </a:lnTo>
                  <a:lnTo>
                    <a:pt x="9363" y="514"/>
                  </a:lnTo>
                  <a:lnTo>
                    <a:pt x="9382" y="514"/>
                  </a:lnTo>
                  <a:lnTo>
                    <a:pt x="9382" y="553"/>
                  </a:lnTo>
                  <a:lnTo>
                    <a:pt x="9363" y="573"/>
                  </a:lnTo>
                  <a:lnTo>
                    <a:pt x="9382" y="573"/>
                  </a:lnTo>
                  <a:lnTo>
                    <a:pt x="9422" y="514"/>
                  </a:lnTo>
                  <a:lnTo>
                    <a:pt x="9461" y="494"/>
                  </a:lnTo>
                  <a:lnTo>
                    <a:pt x="9461" y="514"/>
                  </a:lnTo>
                  <a:lnTo>
                    <a:pt x="9481" y="533"/>
                  </a:lnTo>
                  <a:lnTo>
                    <a:pt x="9422" y="593"/>
                  </a:lnTo>
                  <a:lnTo>
                    <a:pt x="9402" y="632"/>
                  </a:lnTo>
                  <a:lnTo>
                    <a:pt x="9382" y="691"/>
                  </a:lnTo>
                  <a:lnTo>
                    <a:pt x="9323" y="731"/>
                  </a:lnTo>
                  <a:lnTo>
                    <a:pt x="9244" y="751"/>
                  </a:lnTo>
                  <a:lnTo>
                    <a:pt x="9244" y="731"/>
                  </a:lnTo>
                  <a:lnTo>
                    <a:pt x="9244" y="711"/>
                  </a:lnTo>
                  <a:lnTo>
                    <a:pt x="9224" y="691"/>
                  </a:lnTo>
                  <a:lnTo>
                    <a:pt x="9204" y="672"/>
                  </a:lnTo>
                  <a:lnTo>
                    <a:pt x="9165" y="711"/>
                  </a:lnTo>
                  <a:lnTo>
                    <a:pt x="9125" y="731"/>
                  </a:lnTo>
                  <a:lnTo>
                    <a:pt x="9046" y="731"/>
                  </a:lnTo>
                  <a:lnTo>
                    <a:pt x="9066" y="751"/>
                  </a:lnTo>
                  <a:lnTo>
                    <a:pt x="9066" y="790"/>
                  </a:lnTo>
                  <a:lnTo>
                    <a:pt x="9007" y="830"/>
                  </a:lnTo>
                  <a:lnTo>
                    <a:pt x="8987" y="830"/>
                  </a:lnTo>
                  <a:lnTo>
                    <a:pt x="8987" y="810"/>
                  </a:lnTo>
                  <a:lnTo>
                    <a:pt x="8948" y="790"/>
                  </a:lnTo>
                  <a:lnTo>
                    <a:pt x="8829" y="849"/>
                  </a:lnTo>
                  <a:lnTo>
                    <a:pt x="8711" y="889"/>
                  </a:lnTo>
                  <a:lnTo>
                    <a:pt x="8612" y="909"/>
                  </a:lnTo>
                  <a:lnTo>
                    <a:pt x="8513" y="988"/>
                  </a:lnTo>
                  <a:lnTo>
                    <a:pt x="8612" y="988"/>
                  </a:lnTo>
                  <a:lnTo>
                    <a:pt x="8612" y="928"/>
                  </a:lnTo>
                  <a:lnTo>
                    <a:pt x="8651" y="968"/>
                  </a:lnTo>
                  <a:lnTo>
                    <a:pt x="8651" y="1007"/>
                  </a:lnTo>
                  <a:lnTo>
                    <a:pt x="8632" y="1086"/>
                  </a:lnTo>
                  <a:lnTo>
                    <a:pt x="8592" y="1106"/>
                  </a:lnTo>
                  <a:lnTo>
                    <a:pt x="8572" y="1106"/>
                  </a:lnTo>
                  <a:lnTo>
                    <a:pt x="8572" y="1086"/>
                  </a:lnTo>
                  <a:lnTo>
                    <a:pt x="8493" y="1146"/>
                  </a:lnTo>
                  <a:lnTo>
                    <a:pt x="8553" y="1146"/>
                  </a:lnTo>
                  <a:lnTo>
                    <a:pt x="8533" y="1165"/>
                  </a:lnTo>
                  <a:lnTo>
                    <a:pt x="8474" y="1185"/>
                  </a:lnTo>
                  <a:lnTo>
                    <a:pt x="8454" y="1165"/>
                  </a:lnTo>
                  <a:lnTo>
                    <a:pt x="8454" y="1146"/>
                  </a:lnTo>
                  <a:lnTo>
                    <a:pt x="8395" y="1185"/>
                  </a:lnTo>
                  <a:lnTo>
                    <a:pt x="8395" y="1225"/>
                  </a:lnTo>
                  <a:lnTo>
                    <a:pt x="8395" y="1244"/>
                  </a:lnTo>
                  <a:lnTo>
                    <a:pt x="8355" y="1244"/>
                  </a:lnTo>
                  <a:lnTo>
                    <a:pt x="8355" y="1225"/>
                  </a:lnTo>
                  <a:lnTo>
                    <a:pt x="8395" y="1146"/>
                  </a:lnTo>
                  <a:lnTo>
                    <a:pt x="8335" y="1146"/>
                  </a:lnTo>
                  <a:lnTo>
                    <a:pt x="8335" y="1106"/>
                  </a:lnTo>
                  <a:lnTo>
                    <a:pt x="8256" y="1146"/>
                  </a:lnTo>
                  <a:lnTo>
                    <a:pt x="8256" y="1086"/>
                  </a:lnTo>
                  <a:lnTo>
                    <a:pt x="8237" y="1106"/>
                  </a:lnTo>
                  <a:lnTo>
                    <a:pt x="8197" y="1126"/>
                  </a:lnTo>
                  <a:lnTo>
                    <a:pt x="8177" y="1146"/>
                  </a:lnTo>
                  <a:lnTo>
                    <a:pt x="8138" y="1146"/>
                  </a:lnTo>
                  <a:lnTo>
                    <a:pt x="8138" y="1205"/>
                  </a:lnTo>
                  <a:lnTo>
                    <a:pt x="8000" y="1244"/>
                  </a:lnTo>
                  <a:lnTo>
                    <a:pt x="7861" y="1284"/>
                  </a:lnTo>
                  <a:lnTo>
                    <a:pt x="7901" y="1304"/>
                  </a:lnTo>
                  <a:lnTo>
                    <a:pt x="7861" y="1363"/>
                  </a:lnTo>
                  <a:lnTo>
                    <a:pt x="7763" y="1363"/>
                  </a:lnTo>
                  <a:lnTo>
                    <a:pt x="7684" y="1402"/>
                  </a:lnTo>
                  <a:lnTo>
                    <a:pt x="7605" y="1462"/>
                  </a:lnTo>
                  <a:lnTo>
                    <a:pt x="7605" y="1501"/>
                  </a:lnTo>
                  <a:lnTo>
                    <a:pt x="7624" y="1521"/>
                  </a:lnTo>
                  <a:lnTo>
                    <a:pt x="7585" y="1560"/>
                  </a:lnTo>
                  <a:lnTo>
                    <a:pt x="7565" y="1560"/>
                  </a:lnTo>
                  <a:lnTo>
                    <a:pt x="7526" y="1541"/>
                  </a:lnTo>
                  <a:lnTo>
                    <a:pt x="7486" y="1620"/>
                  </a:lnTo>
                  <a:lnTo>
                    <a:pt x="7447" y="1659"/>
                  </a:lnTo>
                  <a:lnTo>
                    <a:pt x="7407" y="1679"/>
                  </a:lnTo>
                  <a:lnTo>
                    <a:pt x="7486" y="1580"/>
                  </a:lnTo>
                  <a:lnTo>
                    <a:pt x="7447" y="1580"/>
                  </a:lnTo>
                  <a:lnTo>
                    <a:pt x="7407" y="1600"/>
                  </a:lnTo>
                  <a:lnTo>
                    <a:pt x="7348" y="1620"/>
                  </a:lnTo>
                  <a:lnTo>
                    <a:pt x="7289" y="1639"/>
                  </a:lnTo>
                  <a:lnTo>
                    <a:pt x="7131" y="1896"/>
                  </a:lnTo>
                  <a:lnTo>
                    <a:pt x="7170" y="1916"/>
                  </a:lnTo>
                  <a:lnTo>
                    <a:pt x="7170" y="1956"/>
                  </a:lnTo>
                  <a:lnTo>
                    <a:pt x="7170" y="1995"/>
                  </a:lnTo>
                  <a:lnTo>
                    <a:pt x="7150" y="2035"/>
                  </a:lnTo>
                  <a:lnTo>
                    <a:pt x="7091" y="2035"/>
                  </a:lnTo>
                  <a:lnTo>
                    <a:pt x="7012" y="2054"/>
                  </a:lnTo>
                  <a:lnTo>
                    <a:pt x="6992" y="2035"/>
                  </a:lnTo>
                  <a:lnTo>
                    <a:pt x="6953" y="2035"/>
                  </a:lnTo>
                  <a:lnTo>
                    <a:pt x="6933" y="2015"/>
                  </a:lnTo>
                  <a:lnTo>
                    <a:pt x="6953" y="1995"/>
                  </a:lnTo>
                  <a:lnTo>
                    <a:pt x="7032" y="1995"/>
                  </a:lnTo>
                  <a:lnTo>
                    <a:pt x="7052" y="1975"/>
                  </a:lnTo>
                  <a:lnTo>
                    <a:pt x="6874" y="1975"/>
                  </a:lnTo>
                  <a:lnTo>
                    <a:pt x="6874" y="1936"/>
                  </a:lnTo>
                  <a:lnTo>
                    <a:pt x="6913" y="1916"/>
                  </a:lnTo>
                  <a:lnTo>
                    <a:pt x="6913" y="1936"/>
                  </a:lnTo>
                  <a:lnTo>
                    <a:pt x="6933" y="1936"/>
                  </a:lnTo>
                  <a:lnTo>
                    <a:pt x="6953" y="1896"/>
                  </a:lnTo>
                  <a:lnTo>
                    <a:pt x="6933" y="1876"/>
                  </a:lnTo>
                  <a:lnTo>
                    <a:pt x="6894" y="1857"/>
                  </a:lnTo>
                  <a:lnTo>
                    <a:pt x="6874" y="1837"/>
                  </a:lnTo>
                  <a:lnTo>
                    <a:pt x="6815" y="1876"/>
                  </a:lnTo>
                  <a:lnTo>
                    <a:pt x="6815" y="1896"/>
                  </a:lnTo>
                  <a:lnTo>
                    <a:pt x="6815" y="1916"/>
                  </a:lnTo>
                  <a:lnTo>
                    <a:pt x="6795" y="1896"/>
                  </a:lnTo>
                  <a:lnTo>
                    <a:pt x="6755" y="1916"/>
                  </a:lnTo>
                  <a:lnTo>
                    <a:pt x="6696" y="1956"/>
                  </a:lnTo>
                  <a:lnTo>
                    <a:pt x="6637" y="2015"/>
                  </a:lnTo>
                  <a:lnTo>
                    <a:pt x="6577" y="2015"/>
                  </a:lnTo>
                  <a:lnTo>
                    <a:pt x="6597" y="2035"/>
                  </a:lnTo>
                  <a:lnTo>
                    <a:pt x="6617" y="2054"/>
                  </a:lnTo>
                  <a:lnTo>
                    <a:pt x="6597" y="2074"/>
                  </a:lnTo>
                  <a:lnTo>
                    <a:pt x="6558" y="2094"/>
                  </a:lnTo>
                  <a:lnTo>
                    <a:pt x="6498" y="2094"/>
                  </a:lnTo>
                  <a:lnTo>
                    <a:pt x="6439" y="2133"/>
                  </a:lnTo>
                  <a:lnTo>
                    <a:pt x="6400" y="2173"/>
                  </a:lnTo>
                  <a:lnTo>
                    <a:pt x="6400" y="2193"/>
                  </a:lnTo>
                  <a:lnTo>
                    <a:pt x="6419" y="2212"/>
                  </a:lnTo>
                  <a:lnTo>
                    <a:pt x="6439" y="2232"/>
                  </a:lnTo>
                  <a:lnTo>
                    <a:pt x="6439" y="2272"/>
                  </a:lnTo>
                  <a:lnTo>
                    <a:pt x="6419" y="2311"/>
                  </a:lnTo>
                  <a:lnTo>
                    <a:pt x="6380" y="2331"/>
                  </a:lnTo>
                  <a:lnTo>
                    <a:pt x="6340" y="2351"/>
                  </a:lnTo>
                  <a:lnTo>
                    <a:pt x="6321" y="2370"/>
                  </a:lnTo>
                  <a:lnTo>
                    <a:pt x="6281" y="2370"/>
                  </a:lnTo>
                  <a:lnTo>
                    <a:pt x="6301" y="2351"/>
                  </a:lnTo>
                  <a:lnTo>
                    <a:pt x="6222" y="2410"/>
                  </a:lnTo>
                  <a:lnTo>
                    <a:pt x="6202" y="2390"/>
                  </a:lnTo>
                  <a:lnTo>
                    <a:pt x="6202" y="2370"/>
                  </a:lnTo>
                  <a:lnTo>
                    <a:pt x="6261" y="2331"/>
                  </a:lnTo>
                  <a:lnTo>
                    <a:pt x="6222" y="2331"/>
                  </a:lnTo>
                  <a:lnTo>
                    <a:pt x="6163" y="2370"/>
                  </a:lnTo>
                  <a:lnTo>
                    <a:pt x="6143" y="2410"/>
                  </a:lnTo>
                  <a:lnTo>
                    <a:pt x="6123" y="2449"/>
                  </a:lnTo>
                  <a:lnTo>
                    <a:pt x="6064" y="2469"/>
                  </a:lnTo>
                  <a:lnTo>
                    <a:pt x="6024" y="2489"/>
                  </a:lnTo>
                  <a:lnTo>
                    <a:pt x="6024" y="2449"/>
                  </a:lnTo>
                  <a:lnTo>
                    <a:pt x="6024" y="2410"/>
                  </a:lnTo>
                  <a:lnTo>
                    <a:pt x="6024" y="2370"/>
                  </a:lnTo>
                  <a:lnTo>
                    <a:pt x="6064" y="2351"/>
                  </a:lnTo>
                  <a:lnTo>
                    <a:pt x="6103" y="2331"/>
                  </a:lnTo>
                  <a:lnTo>
                    <a:pt x="6103" y="2351"/>
                  </a:lnTo>
                  <a:lnTo>
                    <a:pt x="6103" y="2370"/>
                  </a:lnTo>
                  <a:lnTo>
                    <a:pt x="6143" y="2370"/>
                  </a:lnTo>
                  <a:lnTo>
                    <a:pt x="6123" y="2331"/>
                  </a:lnTo>
                  <a:lnTo>
                    <a:pt x="6143" y="2331"/>
                  </a:lnTo>
                  <a:lnTo>
                    <a:pt x="6182" y="2311"/>
                  </a:lnTo>
                  <a:lnTo>
                    <a:pt x="6202" y="2291"/>
                  </a:lnTo>
                  <a:lnTo>
                    <a:pt x="6301" y="2252"/>
                  </a:lnTo>
                  <a:lnTo>
                    <a:pt x="6340" y="2212"/>
                  </a:lnTo>
                  <a:lnTo>
                    <a:pt x="6360" y="2173"/>
                  </a:lnTo>
                  <a:lnTo>
                    <a:pt x="6360" y="2173"/>
                  </a:lnTo>
                  <a:lnTo>
                    <a:pt x="6281" y="2193"/>
                  </a:lnTo>
                  <a:lnTo>
                    <a:pt x="6202" y="2252"/>
                  </a:lnTo>
                  <a:lnTo>
                    <a:pt x="6143" y="2291"/>
                  </a:lnTo>
                  <a:lnTo>
                    <a:pt x="6084" y="2291"/>
                  </a:lnTo>
                  <a:lnTo>
                    <a:pt x="5926" y="2449"/>
                  </a:lnTo>
                  <a:lnTo>
                    <a:pt x="5965" y="2469"/>
                  </a:lnTo>
                  <a:lnTo>
                    <a:pt x="5985" y="2489"/>
                  </a:lnTo>
                  <a:lnTo>
                    <a:pt x="5985" y="2509"/>
                  </a:lnTo>
                  <a:lnTo>
                    <a:pt x="5945" y="2489"/>
                  </a:lnTo>
                  <a:lnTo>
                    <a:pt x="5906" y="2489"/>
                  </a:lnTo>
                  <a:lnTo>
                    <a:pt x="5787" y="2528"/>
                  </a:lnTo>
                  <a:lnTo>
                    <a:pt x="5807" y="2548"/>
                  </a:lnTo>
                  <a:lnTo>
                    <a:pt x="5787" y="2588"/>
                  </a:lnTo>
                  <a:lnTo>
                    <a:pt x="5748" y="2627"/>
                  </a:lnTo>
                  <a:lnTo>
                    <a:pt x="5748" y="2647"/>
                  </a:lnTo>
                  <a:lnTo>
                    <a:pt x="5768" y="2647"/>
                  </a:lnTo>
                  <a:lnTo>
                    <a:pt x="5787" y="2627"/>
                  </a:lnTo>
                  <a:lnTo>
                    <a:pt x="5807" y="2627"/>
                  </a:lnTo>
                  <a:lnTo>
                    <a:pt x="5827" y="2647"/>
                  </a:lnTo>
                  <a:lnTo>
                    <a:pt x="5807" y="2667"/>
                  </a:lnTo>
                  <a:lnTo>
                    <a:pt x="5807" y="2686"/>
                  </a:lnTo>
                  <a:lnTo>
                    <a:pt x="5827" y="2706"/>
                  </a:lnTo>
                  <a:lnTo>
                    <a:pt x="5807" y="2726"/>
                  </a:lnTo>
                  <a:lnTo>
                    <a:pt x="5768" y="2746"/>
                  </a:lnTo>
                  <a:lnTo>
                    <a:pt x="5748" y="2726"/>
                  </a:lnTo>
                  <a:lnTo>
                    <a:pt x="5728" y="2726"/>
                  </a:lnTo>
                  <a:lnTo>
                    <a:pt x="5669" y="2746"/>
                  </a:lnTo>
                  <a:lnTo>
                    <a:pt x="5708" y="2647"/>
                  </a:lnTo>
                  <a:lnTo>
                    <a:pt x="5570" y="2785"/>
                  </a:lnTo>
                  <a:lnTo>
                    <a:pt x="5511" y="2844"/>
                  </a:lnTo>
                  <a:lnTo>
                    <a:pt x="5432" y="2923"/>
                  </a:lnTo>
                  <a:lnTo>
                    <a:pt x="5432" y="2884"/>
                  </a:lnTo>
                  <a:lnTo>
                    <a:pt x="5432" y="2864"/>
                  </a:lnTo>
                  <a:lnTo>
                    <a:pt x="5491" y="2785"/>
                  </a:lnTo>
                  <a:lnTo>
                    <a:pt x="5531" y="2726"/>
                  </a:lnTo>
                  <a:lnTo>
                    <a:pt x="5531" y="2706"/>
                  </a:lnTo>
                  <a:lnTo>
                    <a:pt x="5511" y="2686"/>
                  </a:lnTo>
                  <a:lnTo>
                    <a:pt x="5471" y="2706"/>
                  </a:lnTo>
                  <a:lnTo>
                    <a:pt x="5471" y="2746"/>
                  </a:lnTo>
                  <a:lnTo>
                    <a:pt x="5452" y="2765"/>
                  </a:lnTo>
                  <a:lnTo>
                    <a:pt x="5432" y="2785"/>
                  </a:lnTo>
                  <a:lnTo>
                    <a:pt x="5373" y="2785"/>
                  </a:lnTo>
                  <a:lnTo>
                    <a:pt x="5313" y="2825"/>
                  </a:lnTo>
                  <a:lnTo>
                    <a:pt x="5215" y="2904"/>
                  </a:lnTo>
                  <a:lnTo>
                    <a:pt x="5254" y="2904"/>
                  </a:lnTo>
                  <a:lnTo>
                    <a:pt x="5195" y="2943"/>
                  </a:lnTo>
                  <a:lnTo>
                    <a:pt x="5136" y="2983"/>
                  </a:lnTo>
                  <a:lnTo>
                    <a:pt x="5136" y="2963"/>
                  </a:lnTo>
                  <a:lnTo>
                    <a:pt x="5116" y="3002"/>
                  </a:lnTo>
                  <a:lnTo>
                    <a:pt x="5096" y="3002"/>
                  </a:lnTo>
                  <a:lnTo>
                    <a:pt x="5076" y="3022"/>
                  </a:lnTo>
                  <a:lnTo>
                    <a:pt x="5017" y="3062"/>
                  </a:lnTo>
                  <a:lnTo>
                    <a:pt x="4899" y="3141"/>
                  </a:lnTo>
                  <a:lnTo>
                    <a:pt x="4918" y="3141"/>
                  </a:lnTo>
                  <a:lnTo>
                    <a:pt x="4958" y="3121"/>
                  </a:lnTo>
                  <a:lnTo>
                    <a:pt x="5017" y="3081"/>
                  </a:lnTo>
                  <a:lnTo>
                    <a:pt x="5057" y="3062"/>
                  </a:lnTo>
                  <a:lnTo>
                    <a:pt x="5076" y="3081"/>
                  </a:lnTo>
                  <a:lnTo>
                    <a:pt x="5076" y="3101"/>
                  </a:lnTo>
                  <a:lnTo>
                    <a:pt x="5017" y="3141"/>
                  </a:lnTo>
                  <a:lnTo>
                    <a:pt x="4978" y="3180"/>
                  </a:lnTo>
                  <a:lnTo>
                    <a:pt x="4918" y="3239"/>
                  </a:lnTo>
                  <a:lnTo>
                    <a:pt x="4859" y="3279"/>
                  </a:lnTo>
                  <a:lnTo>
                    <a:pt x="4899" y="3279"/>
                  </a:lnTo>
                  <a:lnTo>
                    <a:pt x="4879" y="3299"/>
                  </a:lnTo>
                  <a:lnTo>
                    <a:pt x="4839" y="3338"/>
                  </a:lnTo>
                  <a:lnTo>
                    <a:pt x="4780" y="3378"/>
                  </a:lnTo>
                  <a:lnTo>
                    <a:pt x="4760" y="3378"/>
                  </a:lnTo>
                  <a:lnTo>
                    <a:pt x="4741" y="3358"/>
                  </a:lnTo>
                  <a:lnTo>
                    <a:pt x="4760" y="3338"/>
                  </a:lnTo>
                  <a:lnTo>
                    <a:pt x="4760" y="3299"/>
                  </a:lnTo>
                  <a:lnTo>
                    <a:pt x="4741" y="3299"/>
                  </a:lnTo>
                  <a:lnTo>
                    <a:pt x="4721" y="3338"/>
                  </a:lnTo>
                  <a:lnTo>
                    <a:pt x="4701" y="3378"/>
                  </a:lnTo>
                  <a:lnTo>
                    <a:pt x="4642" y="3417"/>
                  </a:lnTo>
                  <a:lnTo>
                    <a:pt x="4642" y="3397"/>
                  </a:lnTo>
                  <a:lnTo>
                    <a:pt x="4662" y="3378"/>
                  </a:lnTo>
                  <a:lnTo>
                    <a:pt x="4622" y="3378"/>
                  </a:lnTo>
                  <a:lnTo>
                    <a:pt x="4602" y="3417"/>
                  </a:lnTo>
                  <a:lnTo>
                    <a:pt x="4563" y="3437"/>
                  </a:lnTo>
                  <a:lnTo>
                    <a:pt x="4523" y="3457"/>
                  </a:lnTo>
                  <a:lnTo>
                    <a:pt x="4563" y="3397"/>
                  </a:lnTo>
                  <a:lnTo>
                    <a:pt x="4563" y="3378"/>
                  </a:lnTo>
                  <a:lnTo>
                    <a:pt x="4543" y="3378"/>
                  </a:lnTo>
                  <a:lnTo>
                    <a:pt x="4523" y="3437"/>
                  </a:lnTo>
                  <a:lnTo>
                    <a:pt x="4504" y="3437"/>
                  </a:lnTo>
                  <a:lnTo>
                    <a:pt x="4484" y="3417"/>
                  </a:lnTo>
                  <a:lnTo>
                    <a:pt x="4464" y="3437"/>
                  </a:lnTo>
                  <a:lnTo>
                    <a:pt x="4484" y="3457"/>
                  </a:lnTo>
                  <a:lnTo>
                    <a:pt x="4484" y="3476"/>
                  </a:lnTo>
                  <a:lnTo>
                    <a:pt x="4444" y="3496"/>
                  </a:lnTo>
                  <a:lnTo>
                    <a:pt x="4425" y="3476"/>
                  </a:lnTo>
                  <a:lnTo>
                    <a:pt x="4365" y="3516"/>
                  </a:lnTo>
                  <a:lnTo>
                    <a:pt x="4345" y="3575"/>
                  </a:lnTo>
                  <a:lnTo>
                    <a:pt x="4345" y="3575"/>
                  </a:lnTo>
                  <a:lnTo>
                    <a:pt x="4385" y="3555"/>
                  </a:lnTo>
                  <a:lnTo>
                    <a:pt x="4405" y="3575"/>
                  </a:lnTo>
                  <a:lnTo>
                    <a:pt x="4405" y="3615"/>
                  </a:lnTo>
                  <a:lnTo>
                    <a:pt x="4385" y="3634"/>
                  </a:lnTo>
                  <a:lnTo>
                    <a:pt x="4266" y="3713"/>
                  </a:lnTo>
                  <a:lnTo>
                    <a:pt x="4227" y="3733"/>
                  </a:lnTo>
                  <a:lnTo>
                    <a:pt x="4168" y="3733"/>
                  </a:lnTo>
                  <a:lnTo>
                    <a:pt x="4128" y="3792"/>
                  </a:lnTo>
                  <a:lnTo>
                    <a:pt x="4128" y="3773"/>
                  </a:lnTo>
                  <a:lnTo>
                    <a:pt x="4108" y="3792"/>
                  </a:lnTo>
                  <a:lnTo>
                    <a:pt x="4049" y="3832"/>
                  </a:lnTo>
                  <a:lnTo>
                    <a:pt x="4029" y="3812"/>
                  </a:lnTo>
                  <a:lnTo>
                    <a:pt x="4049" y="3792"/>
                  </a:lnTo>
                  <a:lnTo>
                    <a:pt x="4089" y="3753"/>
                  </a:lnTo>
                  <a:lnTo>
                    <a:pt x="4029" y="3753"/>
                  </a:lnTo>
                  <a:lnTo>
                    <a:pt x="3990" y="3773"/>
                  </a:lnTo>
                  <a:lnTo>
                    <a:pt x="3990" y="3753"/>
                  </a:lnTo>
                  <a:lnTo>
                    <a:pt x="3950" y="3773"/>
                  </a:lnTo>
                  <a:lnTo>
                    <a:pt x="3950" y="3792"/>
                  </a:lnTo>
                  <a:lnTo>
                    <a:pt x="3931" y="3812"/>
                  </a:lnTo>
                  <a:lnTo>
                    <a:pt x="3911" y="3832"/>
                  </a:lnTo>
                  <a:lnTo>
                    <a:pt x="3891" y="3812"/>
                  </a:lnTo>
                  <a:lnTo>
                    <a:pt x="3871" y="3773"/>
                  </a:lnTo>
                  <a:lnTo>
                    <a:pt x="3871" y="3792"/>
                  </a:lnTo>
                  <a:lnTo>
                    <a:pt x="3852" y="3792"/>
                  </a:lnTo>
                  <a:lnTo>
                    <a:pt x="3812" y="3812"/>
                  </a:lnTo>
                  <a:lnTo>
                    <a:pt x="3832" y="3832"/>
                  </a:lnTo>
                  <a:lnTo>
                    <a:pt x="3852" y="3812"/>
                  </a:lnTo>
                  <a:lnTo>
                    <a:pt x="3852" y="3852"/>
                  </a:lnTo>
                  <a:lnTo>
                    <a:pt x="3812" y="3871"/>
                  </a:lnTo>
                  <a:lnTo>
                    <a:pt x="3773" y="3891"/>
                  </a:lnTo>
                  <a:lnTo>
                    <a:pt x="3773" y="3911"/>
                  </a:lnTo>
                  <a:lnTo>
                    <a:pt x="3733" y="3911"/>
                  </a:lnTo>
                  <a:lnTo>
                    <a:pt x="3694" y="3931"/>
                  </a:lnTo>
                  <a:lnTo>
                    <a:pt x="3713" y="3931"/>
                  </a:lnTo>
                  <a:lnTo>
                    <a:pt x="3733" y="3950"/>
                  </a:lnTo>
                  <a:lnTo>
                    <a:pt x="3694" y="4010"/>
                  </a:lnTo>
                  <a:lnTo>
                    <a:pt x="3615" y="4049"/>
                  </a:lnTo>
                  <a:lnTo>
                    <a:pt x="3516" y="4128"/>
                  </a:lnTo>
                  <a:lnTo>
                    <a:pt x="3457" y="4187"/>
                  </a:lnTo>
                  <a:lnTo>
                    <a:pt x="3397" y="4207"/>
                  </a:lnTo>
                  <a:lnTo>
                    <a:pt x="3397" y="4187"/>
                  </a:lnTo>
                  <a:lnTo>
                    <a:pt x="3397" y="4148"/>
                  </a:lnTo>
                  <a:lnTo>
                    <a:pt x="3397" y="4128"/>
                  </a:lnTo>
                  <a:lnTo>
                    <a:pt x="3417" y="4108"/>
                  </a:lnTo>
                  <a:lnTo>
                    <a:pt x="3358" y="4148"/>
                  </a:lnTo>
                  <a:lnTo>
                    <a:pt x="3318" y="4207"/>
                  </a:lnTo>
                  <a:lnTo>
                    <a:pt x="3259" y="4227"/>
                  </a:lnTo>
                  <a:lnTo>
                    <a:pt x="3141" y="4227"/>
                  </a:lnTo>
                  <a:lnTo>
                    <a:pt x="3081" y="4267"/>
                  </a:lnTo>
                  <a:lnTo>
                    <a:pt x="3101" y="4286"/>
                  </a:lnTo>
                  <a:lnTo>
                    <a:pt x="3141" y="4286"/>
                  </a:lnTo>
                  <a:lnTo>
                    <a:pt x="3101" y="4306"/>
                  </a:lnTo>
                  <a:lnTo>
                    <a:pt x="3062" y="4346"/>
                  </a:lnTo>
                  <a:lnTo>
                    <a:pt x="3081" y="4346"/>
                  </a:lnTo>
                  <a:lnTo>
                    <a:pt x="3101" y="4365"/>
                  </a:lnTo>
                  <a:lnTo>
                    <a:pt x="3081" y="4365"/>
                  </a:lnTo>
                  <a:lnTo>
                    <a:pt x="3042" y="4385"/>
                  </a:lnTo>
                  <a:lnTo>
                    <a:pt x="3022" y="4365"/>
                  </a:lnTo>
                  <a:lnTo>
                    <a:pt x="2983" y="4405"/>
                  </a:lnTo>
                  <a:lnTo>
                    <a:pt x="2904" y="4405"/>
                  </a:lnTo>
                  <a:lnTo>
                    <a:pt x="2864" y="4444"/>
                  </a:lnTo>
                  <a:lnTo>
                    <a:pt x="2884" y="4444"/>
                  </a:lnTo>
                  <a:lnTo>
                    <a:pt x="2923" y="4425"/>
                  </a:lnTo>
                  <a:lnTo>
                    <a:pt x="2923" y="4444"/>
                  </a:lnTo>
                  <a:lnTo>
                    <a:pt x="2923" y="4464"/>
                  </a:lnTo>
                  <a:lnTo>
                    <a:pt x="2884" y="4543"/>
                  </a:lnTo>
                  <a:lnTo>
                    <a:pt x="2864" y="4523"/>
                  </a:lnTo>
                  <a:lnTo>
                    <a:pt x="2864" y="4543"/>
                  </a:lnTo>
                  <a:lnTo>
                    <a:pt x="2805" y="4563"/>
                  </a:lnTo>
                  <a:lnTo>
                    <a:pt x="2805" y="4543"/>
                  </a:lnTo>
                  <a:lnTo>
                    <a:pt x="2746" y="4602"/>
                  </a:lnTo>
                  <a:lnTo>
                    <a:pt x="2785" y="4583"/>
                  </a:lnTo>
                  <a:lnTo>
                    <a:pt x="2805" y="4602"/>
                  </a:lnTo>
                  <a:lnTo>
                    <a:pt x="2805" y="4622"/>
                  </a:lnTo>
                  <a:lnTo>
                    <a:pt x="2785" y="4642"/>
                  </a:lnTo>
                  <a:lnTo>
                    <a:pt x="2706" y="4681"/>
                  </a:lnTo>
                  <a:lnTo>
                    <a:pt x="2667" y="4681"/>
                  </a:lnTo>
                  <a:lnTo>
                    <a:pt x="2647" y="4662"/>
                  </a:lnTo>
                  <a:lnTo>
                    <a:pt x="2647" y="4701"/>
                  </a:lnTo>
                  <a:lnTo>
                    <a:pt x="2627" y="4721"/>
                  </a:lnTo>
                  <a:lnTo>
                    <a:pt x="2548" y="4800"/>
                  </a:lnTo>
                  <a:lnTo>
                    <a:pt x="2588" y="4780"/>
                  </a:lnTo>
                  <a:lnTo>
                    <a:pt x="2588" y="4800"/>
                  </a:lnTo>
                  <a:lnTo>
                    <a:pt x="2568" y="4839"/>
                  </a:lnTo>
                  <a:lnTo>
                    <a:pt x="2469" y="4859"/>
                  </a:lnTo>
                  <a:lnTo>
                    <a:pt x="2489" y="4820"/>
                  </a:lnTo>
                  <a:lnTo>
                    <a:pt x="2449" y="4820"/>
                  </a:lnTo>
                  <a:lnTo>
                    <a:pt x="2430" y="4800"/>
                  </a:lnTo>
                  <a:lnTo>
                    <a:pt x="2430" y="4760"/>
                  </a:lnTo>
                  <a:lnTo>
                    <a:pt x="2390" y="4800"/>
                  </a:lnTo>
                  <a:lnTo>
                    <a:pt x="2370" y="4820"/>
                  </a:lnTo>
                  <a:lnTo>
                    <a:pt x="2351" y="4839"/>
                  </a:lnTo>
                  <a:lnTo>
                    <a:pt x="2331" y="4820"/>
                  </a:lnTo>
                  <a:lnTo>
                    <a:pt x="2331" y="4800"/>
                  </a:lnTo>
                  <a:lnTo>
                    <a:pt x="2311" y="4839"/>
                  </a:lnTo>
                  <a:lnTo>
                    <a:pt x="2252" y="4879"/>
                  </a:lnTo>
                  <a:lnTo>
                    <a:pt x="2291" y="4879"/>
                  </a:lnTo>
                  <a:lnTo>
                    <a:pt x="2291" y="4899"/>
                  </a:lnTo>
                  <a:lnTo>
                    <a:pt x="2272" y="4938"/>
                  </a:lnTo>
                  <a:lnTo>
                    <a:pt x="2193" y="4938"/>
                  </a:lnTo>
                  <a:lnTo>
                    <a:pt x="2153" y="4958"/>
                  </a:lnTo>
                  <a:lnTo>
                    <a:pt x="2153" y="4997"/>
                  </a:lnTo>
                  <a:lnTo>
                    <a:pt x="2153" y="5017"/>
                  </a:lnTo>
                  <a:lnTo>
                    <a:pt x="2133" y="5057"/>
                  </a:lnTo>
                  <a:lnTo>
                    <a:pt x="2193" y="5057"/>
                  </a:lnTo>
                  <a:lnTo>
                    <a:pt x="2193" y="5096"/>
                  </a:lnTo>
                  <a:lnTo>
                    <a:pt x="2232" y="5076"/>
                  </a:lnTo>
                  <a:lnTo>
                    <a:pt x="2232" y="5096"/>
                  </a:lnTo>
                  <a:lnTo>
                    <a:pt x="2232" y="5116"/>
                  </a:lnTo>
                  <a:lnTo>
                    <a:pt x="2193" y="5155"/>
                  </a:lnTo>
                  <a:lnTo>
                    <a:pt x="2173" y="5175"/>
                  </a:lnTo>
                  <a:lnTo>
                    <a:pt x="2094" y="5195"/>
                  </a:lnTo>
                  <a:lnTo>
                    <a:pt x="2015" y="5215"/>
                  </a:lnTo>
                  <a:lnTo>
                    <a:pt x="1995" y="5155"/>
                  </a:lnTo>
                  <a:lnTo>
                    <a:pt x="2015" y="5096"/>
                  </a:lnTo>
                  <a:lnTo>
                    <a:pt x="2015" y="5037"/>
                  </a:lnTo>
                  <a:lnTo>
                    <a:pt x="2015" y="5017"/>
                  </a:lnTo>
                  <a:lnTo>
                    <a:pt x="1995" y="4997"/>
                  </a:lnTo>
                  <a:lnTo>
                    <a:pt x="1876" y="5096"/>
                  </a:lnTo>
                  <a:lnTo>
                    <a:pt x="1797" y="5136"/>
                  </a:lnTo>
                  <a:lnTo>
                    <a:pt x="1738" y="5175"/>
                  </a:lnTo>
                  <a:lnTo>
                    <a:pt x="1718" y="5215"/>
                  </a:lnTo>
                  <a:lnTo>
                    <a:pt x="1699" y="5254"/>
                  </a:lnTo>
                  <a:lnTo>
                    <a:pt x="1718" y="5294"/>
                  </a:lnTo>
                  <a:lnTo>
                    <a:pt x="1758" y="5313"/>
                  </a:lnTo>
                  <a:lnTo>
                    <a:pt x="1718" y="5333"/>
                  </a:lnTo>
                  <a:lnTo>
                    <a:pt x="1679" y="5353"/>
                  </a:lnTo>
                  <a:lnTo>
                    <a:pt x="1699" y="5313"/>
                  </a:lnTo>
                  <a:lnTo>
                    <a:pt x="1600" y="5412"/>
                  </a:lnTo>
                  <a:lnTo>
                    <a:pt x="1481" y="5511"/>
                  </a:lnTo>
                  <a:lnTo>
                    <a:pt x="1462" y="5531"/>
                  </a:lnTo>
                  <a:lnTo>
                    <a:pt x="1462" y="5570"/>
                  </a:lnTo>
                  <a:lnTo>
                    <a:pt x="1521" y="5590"/>
                  </a:lnTo>
                  <a:lnTo>
                    <a:pt x="1462" y="5649"/>
                  </a:lnTo>
                  <a:lnTo>
                    <a:pt x="1481" y="5649"/>
                  </a:lnTo>
                  <a:lnTo>
                    <a:pt x="1462" y="5689"/>
                  </a:lnTo>
                  <a:lnTo>
                    <a:pt x="1442" y="5708"/>
                  </a:lnTo>
                  <a:lnTo>
                    <a:pt x="1383" y="5748"/>
                  </a:lnTo>
                  <a:lnTo>
                    <a:pt x="1383" y="5728"/>
                  </a:lnTo>
                  <a:lnTo>
                    <a:pt x="1383" y="5689"/>
                  </a:lnTo>
                  <a:lnTo>
                    <a:pt x="1323" y="5728"/>
                  </a:lnTo>
                  <a:lnTo>
                    <a:pt x="1264" y="5787"/>
                  </a:lnTo>
                  <a:lnTo>
                    <a:pt x="1264" y="5748"/>
                  </a:lnTo>
                  <a:lnTo>
                    <a:pt x="1284" y="5708"/>
                  </a:lnTo>
                  <a:lnTo>
                    <a:pt x="1304" y="5689"/>
                  </a:lnTo>
                  <a:lnTo>
                    <a:pt x="1323" y="5708"/>
                  </a:lnTo>
                  <a:lnTo>
                    <a:pt x="1383" y="5629"/>
                  </a:lnTo>
                  <a:lnTo>
                    <a:pt x="1323" y="5669"/>
                  </a:lnTo>
                  <a:lnTo>
                    <a:pt x="1284" y="5689"/>
                  </a:lnTo>
                  <a:lnTo>
                    <a:pt x="1244" y="5689"/>
                  </a:lnTo>
                  <a:lnTo>
                    <a:pt x="1205" y="5669"/>
                  </a:lnTo>
                  <a:lnTo>
                    <a:pt x="1185" y="5689"/>
                  </a:lnTo>
                  <a:lnTo>
                    <a:pt x="1225" y="5689"/>
                  </a:lnTo>
                  <a:lnTo>
                    <a:pt x="1244" y="5708"/>
                  </a:lnTo>
                  <a:lnTo>
                    <a:pt x="1225" y="5748"/>
                  </a:lnTo>
                  <a:lnTo>
                    <a:pt x="1146" y="5748"/>
                  </a:lnTo>
                  <a:lnTo>
                    <a:pt x="1106" y="5768"/>
                  </a:lnTo>
                  <a:lnTo>
                    <a:pt x="1007" y="5827"/>
                  </a:lnTo>
                  <a:lnTo>
                    <a:pt x="928" y="5866"/>
                  </a:lnTo>
                  <a:lnTo>
                    <a:pt x="830" y="5866"/>
                  </a:lnTo>
                  <a:lnTo>
                    <a:pt x="770" y="5965"/>
                  </a:lnTo>
                  <a:lnTo>
                    <a:pt x="711" y="6024"/>
                  </a:lnTo>
                  <a:lnTo>
                    <a:pt x="652" y="6084"/>
                  </a:lnTo>
                  <a:lnTo>
                    <a:pt x="652" y="6103"/>
                  </a:lnTo>
                  <a:lnTo>
                    <a:pt x="652" y="6123"/>
                  </a:lnTo>
                  <a:lnTo>
                    <a:pt x="632" y="6143"/>
                  </a:lnTo>
                  <a:lnTo>
                    <a:pt x="652" y="6163"/>
                  </a:lnTo>
                  <a:lnTo>
                    <a:pt x="691" y="6163"/>
                  </a:lnTo>
                  <a:lnTo>
                    <a:pt x="711" y="6143"/>
                  </a:lnTo>
                  <a:lnTo>
                    <a:pt x="770" y="6084"/>
                  </a:lnTo>
                  <a:lnTo>
                    <a:pt x="810" y="6024"/>
                  </a:lnTo>
                  <a:lnTo>
                    <a:pt x="849" y="6005"/>
                  </a:lnTo>
                  <a:lnTo>
                    <a:pt x="869" y="6005"/>
                  </a:lnTo>
                  <a:lnTo>
                    <a:pt x="889" y="5985"/>
                  </a:lnTo>
                  <a:lnTo>
                    <a:pt x="889" y="5945"/>
                  </a:lnTo>
                  <a:lnTo>
                    <a:pt x="889" y="5906"/>
                  </a:lnTo>
                  <a:lnTo>
                    <a:pt x="928" y="5886"/>
                  </a:lnTo>
                  <a:lnTo>
                    <a:pt x="948" y="5866"/>
                  </a:lnTo>
                  <a:lnTo>
                    <a:pt x="968" y="5886"/>
                  </a:lnTo>
                  <a:lnTo>
                    <a:pt x="948" y="5926"/>
                  </a:lnTo>
                  <a:lnTo>
                    <a:pt x="948" y="5965"/>
                  </a:lnTo>
                  <a:lnTo>
                    <a:pt x="948" y="6005"/>
                  </a:lnTo>
                  <a:lnTo>
                    <a:pt x="909" y="6044"/>
                  </a:lnTo>
                  <a:lnTo>
                    <a:pt x="928" y="6064"/>
                  </a:lnTo>
                  <a:lnTo>
                    <a:pt x="968" y="6044"/>
                  </a:lnTo>
                  <a:lnTo>
                    <a:pt x="1047" y="5985"/>
                  </a:lnTo>
                  <a:lnTo>
                    <a:pt x="1067" y="6005"/>
                  </a:lnTo>
                  <a:lnTo>
                    <a:pt x="1106" y="6024"/>
                  </a:lnTo>
                  <a:lnTo>
                    <a:pt x="1086" y="6103"/>
                  </a:lnTo>
                  <a:lnTo>
                    <a:pt x="1047" y="6182"/>
                  </a:lnTo>
                  <a:lnTo>
                    <a:pt x="1027" y="6163"/>
                  </a:lnTo>
                  <a:lnTo>
                    <a:pt x="1027" y="6143"/>
                  </a:lnTo>
                  <a:lnTo>
                    <a:pt x="948" y="6261"/>
                  </a:lnTo>
                  <a:lnTo>
                    <a:pt x="889" y="6242"/>
                  </a:lnTo>
                  <a:lnTo>
                    <a:pt x="869" y="6242"/>
                  </a:lnTo>
                  <a:lnTo>
                    <a:pt x="869" y="6222"/>
                  </a:lnTo>
                  <a:lnTo>
                    <a:pt x="830" y="6242"/>
                  </a:lnTo>
                  <a:lnTo>
                    <a:pt x="770" y="6301"/>
                  </a:lnTo>
                  <a:lnTo>
                    <a:pt x="731" y="6321"/>
                  </a:lnTo>
                  <a:lnTo>
                    <a:pt x="711" y="6321"/>
                  </a:lnTo>
                  <a:lnTo>
                    <a:pt x="711" y="6301"/>
                  </a:lnTo>
                  <a:lnTo>
                    <a:pt x="691" y="6340"/>
                  </a:lnTo>
                  <a:lnTo>
                    <a:pt x="770" y="6340"/>
                  </a:lnTo>
                  <a:lnTo>
                    <a:pt x="849" y="6281"/>
                  </a:lnTo>
                  <a:lnTo>
                    <a:pt x="849" y="6301"/>
                  </a:lnTo>
                  <a:lnTo>
                    <a:pt x="849" y="6321"/>
                  </a:lnTo>
                  <a:lnTo>
                    <a:pt x="810" y="6340"/>
                  </a:lnTo>
                  <a:lnTo>
                    <a:pt x="770" y="6360"/>
                  </a:lnTo>
                  <a:lnTo>
                    <a:pt x="770" y="6380"/>
                  </a:lnTo>
                  <a:lnTo>
                    <a:pt x="770" y="6400"/>
                  </a:lnTo>
                  <a:lnTo>
                    <a:pt x="770" y="6439"/>
                  </a:lnTo>
                  <a:lnTo>
                    <a:pt x="770" y="6459"/>
                  </a:lnTo>
                  <a:lnTo>
                    <a:pt x="711" y="6479"/>
                  </a:lnTo>
                  <a:lnTo>
                    <a:pt x="612" y="6479"/>
                  </a:lnTo>
                  <a:lnTo>
                    <a:pt x="573" y="6498"/>
                  </a:lnTo>
                  <a:lnTo>
                    <a:pt x="593" y="6380"/>
                  </a:lnTo>
                  <a:lnTo>
                    <a:pt x="553" y="6439"/>
                  </a:lnTo>
                  <a:lnTo>
                    <a:pt x="553" y="6360"/>
                  </a:lnTo>
                  <a:lnTo>
                    <a:pt x="533" y="6301"/>
                  </a:lnTo>
                  <a:lnTo>
                    <a:pt x="553" y="6261"/>
                  </a:lnTo>
                  <a:lnTo>
                    <a:pt x="415" y="6340"/>
                  </a:lnTo>
                  <a:lnTo>
                    <a:pt x="356" y="6380"/>
                  </a:lnTo>
                  <a:lnTo>
                    <a:pt x="296" y="6419"/>
                  </a:lnTo>
                  <a:lnTo>
                    <a:pt x="257" y="6400"/>
                  </a:lnTo>
                  <a:lnTo>
                    <a:pt x="237" y="6360"/>
                  </a:lnTo>
                  <a:lnTo>
                    <a:pt x="178" y="6400"/>
                  </a:lnTo>
                  <a:lnTo>
                    <a:pt x="138" y="6419"/>
                  </a:lnTo>
                  <a:lnTo>
                    <a:pt x="79" y="6439"/>
                  </a:lnTo>
                  <a:lnTo>
                    <a:pt x="20" y="6459"/>
                  </a:lnTo>
                  <a:lnTo>
                    <a:pt x="0" y="6479"/>
                  </a:lnTo>
                  <a:lnTo>
                    <a:pt x="20" y="6498"/>
                  </a:lnTo>
                  <a:lnTo>
                    <a:pt x="99" y="6498"/>
                  </a:lnTo>
                  <a:lnTo>
                    <a:pt x="99" y="6518"/>
                  </a:lnTo>
                  <a:lnTo>
                    <a:pt x="79" y="6518"/>
                  </a:lnTo>
                  <a:lnTo>
                    <a:pt x="40" y="6538"/>
                  </a:lnTo>
                  <a:lnTo>
                    <a:pt x="20" y="6577"/>
                  </a:lnTo>
                  <a:lnTo>
                    <a:pt x="79" y="6538"/>
                  </a:lnTo>
                  <a:lnTo>
                    <a:pt x="178" y="6498"/>
                  </a:lnTo>
                  <a:lnTo>
                    <a:pt x="158" y="6518"/>
                  </a:lnTo>
                  <a:lnTo>
                    <a:pt x="158" y="6538"/>
                  </a:lnTo>
                  <a:lnTo>
                    <a:pt x="178" y="6577"/>
                  </a:lnTo>
                  <a:lnTo>
                    <a:pt x="237" y="6558"/>
                  </a:lnTo>
                  <a:lnTo>
                    <a:pt x="237" y="6577"/>
                  </a:lnTo>
                  <a:lnTo>
                    <a:pt x="217" y="6597"/>
                  </a:lnTo>
                  <a:lnTo>
                    <a:pt x="178" y="6617"/>
                  </a:lnTo>
                  <a:lnTo>
                    <a:pt x="158" y="6657"/>
                  </a:lnTo>
                  <a:lnTo>
                    <a:pt x="119" y="6558"/>
                  </a:lnTo>
                  <a:lnTo>
                    <a:pt x="79" y="6597"/>
                  </a:lnTo>
                  <a:lnTo>
                    <a:pt x="0" y="6637"/>
                  </a:lnTo>
                  <a:lnTo>
                    <a:pt x="119" y="6933"/>
                  </a:lnTo>
                  <a:lnTo>
                    <a:pt x="178" y="6854"/>
                  </a:lnTo>
                  <a:lnTo>
                    <a:pt x="198" y="6874"/>
                  </a:lnTo>
                  <a:lnTo>
                    <a:pt x="198" y="6913"/>
                  </a:lnTo>
                  <a:lnTo>
                    <a:pt x="198" y="6953"/>
                  </a:lnTo>
                  <a:lnTo>
                    <a:pt x="158" y="6992"/>
                  </a:lnTo>
                  <a:lnTo>
                    <a:pt x="198" y="7111"/>
                  </a:lnTo>
                  <a:lnTo>
                    <a:pt x="237" y="7032"/>
                  </a:lnTo>
                  <a:lnTo>
                    <a:pt x="296" y="6953"/>
                  </a:lnTo>
                  <a:lnTo>
                    <a:pt x="395" y="6913"/>
                  </a:lnTo>
                  <a:lnTo>
                    <a:pt x="356" y="6953"/>
                  </a:lnTo>
                  <a:lnTo>
                    <a:pt x="336" y="6992"/>
                  </a:lnTo>
                  <a:lnTo>
                    <a:pt x="336" y="7012"/>
                  </a:lnTo>
                  <a:lnTo>
                    <a:pt x="336" y="7052"/>
                  </a:lnTo>
                  <a:lnTo>
                    <a:pt x="356" y="7012"/>
                  </a:lnTo>
                  <a:lnTo>
                    <a:pt x="395" y="6992"/>
                  </a:lnTo>
                  <a:lnTo>
                    <a:pt x="435" y="6992"/>
                  </a:lnTo>
                  <a:lnTo>
                    <a:pt x="415" y="6953"/>
                  </a:lnTo>
                  <a:lnTo>
                    <a:pt x="533" y="6894"/>
                  </a:lnTo>
                  <a:lnTo>
                    <a:pt x="573" y="6874"/>
                  </a:lnTo>
                  <a:lnTo>
                    <a:pt x="612" y="6894"/>
                  </a:lnTo>
                  <a:lnTo>
                    <a:pt x="593" y="6933"/>
                  </a:lnTo>
                  <a:lnTo>
                    <a:pt x="533" y="6953"/>
                  </a:lnTo>
                  <a:lnTo>
                    <a:pt x="477" y="6995"/>
                  </a:lnTo>
                  <a:lnTo>
                    <a:pt x="477" y="6995"/>
                  </a:lnTo>
                  <a:lnTo>
                    <a:pt x="494" y="7012"/>
                  </a:lnTo>
                  <a:lnTo>
                    <a:pt x="415" y="7052"/>
                  </a:lnTo>
                  <a:lnTo>
                    <a:pt x="494" y="7052"/>
                  </a:lnTo>
                  <a:lnTo>
                    <a:pt x="553" y="7012"/>
                  </a:lnTo>
                  <a:lnTo>
                    <a:pt x="533" y="7012"/>
                  </a:lnTo>
                  <a:lnTo>
                    <a:pt x="593" y="6973"/>
                  </a:lnTo>
                  <a:lnTo>
                    <a:pt x="632" y="7012"/>
                  </a:lnTo>
                  <a:lnTo>
                    <a:pt x="672" y="6973"/>
                  </a:lnTo>
                  <a:lnTo>
                    <a:pt x="751" y="6933"/>
                  </a:lnTo>
                  <a:lnTo>
                    <a:pt x="810" y="6894"/>
                  </a:lnTo>
                  <a:lnTo>
                    <a:pt x="889" y="6834"/>
                  </a:lnTo>
                  <a:lnTo>
                    <a:pt x="869" y="6854"/>
                  </a:lnTo>
                  <a:lnTo>
                    <a:pt x="869" y="6854"/>
                  </a:lnTo>
                  <a:lnTo>
                    <a:pt x="928" y="6815"/>
                  </a:lnTo>
                  <a:lnTo>
                    <a:pt x="928" y="6755"/>
                  </a:lnTo>
                  <a:lnTo>
                    <a:pt x="948" y="6696"/>
                  </a:lnTo>
                  <a:lnTo>
                    <a:pt x="988" y="6657"/>
                  </a:lnTo>
                  <a:lnTo>
                    <a:pt x="988" y="6696"/>
                  </a:lnTo>
                  <a:lnTo>
                    <a:pt x="1007" y="6716"/>
                  </a:lnTo>
                  <a:lnTo>
                    <a:pt x="1047" y="6696"/>
                  </a:lnTo>
                  <a:lnTo>
                    <a:pt x="1067" y="6676"/>
                  </a:lnTo>
                  <a:lnTo>
                    <a:pt x="1146" y="6676"/>
                  </a:lnTo>
                  <a:lnTo>
                    <a:pt x="1106" y="6657"/>
                  </a:lnTo>
                  <a:lnTo>
                    <a:pt x="1106" y="6637"/>
                  </a:lnTo>
                  <a:lnTo>
                    <a:pt x="1106" y="6617"/>
                  </a:lnTo>
                  <a:lnTo>
                    <a:pt x="1086" y="6617"/>
                  </a:lnTo>
                  <a:lnTo>
                    <a:pt x="1086" y="6577"/>
                  </a:lnTo>
                  <a:lnTo>
                    <a:pt x="1106" y="6538"/>
                  </a:lnTo>
                  <a:lnTo>
                    <a:pt x="1185" y="6479"/>
                  </a:lnTo>
                  <a:lnTo>
                    <a:pt x="1205" y="6498"/>
                  </a:lnTo>
                  <a:lnTo>
                    <a:pt x="1205" y="6518"/>
                  </a:lnTo>
                  <a:lnTo>
                    <a:pt x="1165" y="6558"/>
                  </a:lnTo>
                  <a:lnTo>
                    <a:pt x="1146" y="6597"/>
                  </a:lnTo>
                  <a:lnTo>
                    <a:pt x="1165" y="6617"/>
                  </a:lnTo>
                  <a:lnTo>
                    <a:pt x="1185" y="6617"/>
                  </a:lnTo>
                  <a:lnTo>
                    <a:pt x="1205" y="6597"/>
                  </a:lnTo>
                  <a:lnTo>
                    <a:pt x="1225" y="6577"/>
                  </a:lnTo>
                  <a:lnTo>
                    <a:pt x="1185" y="6577"/>
                  </a:lnTo>
                  <a:lnTo>
                    <a:pt x="1284" y="6518"/>
                  </a:lnTo>
                  <a:lnTo>
                    <a:pt x="1343" y="6498"/>
                  </a:lnTo>
                  <a:lnTo>
                    <a:pt x="1402" y="6498"/>
                  </a:lnTo>
                  <a:lnTo>
                    <a:pt x="1422" y="6439"/>
                  </a:lnTo>
                  <a:lnTo>
                    <a:pt x="1442" y="6419"/>
                  </a:lnTo>
                  <a:lnTo>
                    <a:pt x="1462" y="6380"/>
                  </a:lnTo>
                  <a:lnTo>
                    <a:pt x="1442" y="6400"/>
                  </a:lnTo>
                  <a:lnTo>
                    <a:pt x="1402" y="6400"/>
                  </a:lnTo>
                  <a:lnTo>
                    <a:pt x="1422" y="6321"/>
                  </a:lnTo>
                  <a:lnTo>
                    <a:pt x="1481" y="6301"/>
                  </a:lnTo>
                  <a:lnTo>
                    <a:pt x="1521" y="6281"/>
                  </a:lnTo>
                  <a:lnTo>
                    <a:pt x="1620" y="6261"/>
                  </a:lnTo>
                  <a:lnTo>
                    <a:pt x="1620" y="6261"/>
                  </a:lnTo>
                  <a:lnTo>
                    <a:pt x="1580" y="6321"/>
                  </a:lnTo>
                  <a:lnTo>
                    <a:pt x="1580" y="6301"/>
                  </a:lnTo>
                  <a:lnTo>
                    <a:pt x="1541" y="6340"/>
                  </a:lnTo>
                  <a:lnTo>
                    <a:pt x="1521" y="6380"/>
                  </a:lnTo>
                  <a:lnTo>
                    <a:pt x="1541" y="6400"/>
                  </a:lnTo>
                  <a:lnTo>
                    <a:pt x="1560" y="6360"/>
                  </a:lnTo>
                  <a:lnTo>
                    <a:pt x="1580" y="6340"/>
                  </a:lnTo>
                  <a:lnTo>
                    <a:pt x="1620" y="6321"/>
                  </a:lnTo>
                  <a:lnTo>
                    <a:pt x="1639" y="6281"/>
                  </a:lnTo>
                  <a:lnTo>
                    <a:pt x="1718" y="6242"/>
                  </a:lnTo>
                  <a:lnTo>
                    <a:pt x="1778" y="6202"/>
                  </a:lnTo>
                  <a:lnTo>
                    <a:pt x="1837" y="6182"/>
                  </a:lnTo>
                  <a:lnTo>
                    <a:pt x="1857" y="6143"/>
                  </a:lnTo>
                  <a:lnTo>
                    <a:pt x="1857" y="6103"/>
                  </a:lnTo>
                  <a:lnTo>
                    <a:pt x="1817" y="6123"/>
                  </a:lnTo>
                  <a:lnTo>
                    <a:pt x="1797" y="6103"/>
                  </a:lnTo>
                  <a:lnTo>
                    <a:pt x="1797" y="6084"/>
                  </a:lnTo>
                  <a:lnTo>
                    <a:pt x="1857" y="6084"/>
                  </a:lnTo>
                  <a:lnTo>
                    <a:pt x="1876" y="6064"/>
                  </a:lnTo>
                  <a:lnTo>
                    <a:pt x="1896" y="6084"/>
                  </a:lnTo>
                  <a:lnTo>
                    <a:pt x="1876" y="6103"/>
                  </a:lnTo>
                  <a:lnTo>
                    <a:pt x="1956" y="6064"/>
                  </a:lnTo>
                  <a:lnTo>
                    <a:pt x="1995" y="6024"/>
                  </a:lnTo>
                  <a:lnTo>
                    <a:pt x="1975" y="5985"/>
                  </a:lnTo>
                  <a:lnTo>
                    <a:pt x="1975" y="5965"/>
                  </a:lnTo>
                  <a:lnTo>
                    <a:pt x="1995" y="5926"/>
                  </a:lnTo>
                  <a:lnTo>
                    <a:pt x="2035" y="5926"/>
                  </a:lnTo>
                  <a:lnTo>
                    <a:pt x="2035" y="5965"/>
                  </a:lnTo>
                  <a:lnTo>
                    <a:pt x="2035" y="6005"/>
                  </a:lnTo>
                  <a:lnTo>
                    <a:pt x="2074" y="6005"/>
                  </a:lnTo>
                  <a:lnTo>
                    <a:pt x="2153" y="5926"/>
                  </a:lnTo>
                  <a:lnTo>
                    <a:pt x="2193" y="5926"/>
                  </a:lnTo>
                  <a:lnTo>
                    <a:pt x="2291" y="5866"/>
                  </a:lnTo>
                  <a:lnTo>
                    <a:pt x="2351" y="5787"/>
                  </a:lnTo>
                  <a:lnTo>
                    <a:pt x="2430" y="5689"/>
                  </a:lnTo>
                  <a:lnTo>
                    <a:pt x="2528" y="5610"/>
                  </a:lnTo>
                  <a:lnTo>
                    <a:pt x="2528" y="5649"/>
                  </a:lnTo>
                  <a:lnTo>
                    <a:pt x="2509" y="5708"/>
                  </a:lnTo>
                  <a:lnTo>
                    <a:pt x="2430" y="5768"/>
                  </a:lnTo>
                  <a:lnTo>
                    <a:pt x="2489" y="5768"/>
                  </a:lnTo>
                  <a:lnTo>
                    <a:pt x="2528" y="5728"/>
                  </a:lnTo>
                  <a:lnTo>
                    <a:pt x="2568" y="5708"/>
                  </a:lnTo>
                  <a:lnTo>
                    <a:pt x="2607" y="5669"/>
                  </a:lnTo>
                  <a:lnTo>
                    <a:pt x="2647" y="5649"/>
                  </a:lnTo>
                  <a:lnTo>
                    <a:pt x="2667" y="5610"/>
                  </a:lnTo>
                  <a:lnTo>
                    <a:pt x="2667" y="5590"/>
                  </a:lnTo>
                  <a:lnTo>
                    <a:pt x="2667" y="5570"/>
                  </a:lnTo>
                  <a:lnTo>
                    <a:pt x="2706" y="5531"/>
                  </a:lnTo>
                  <a:lnTo>
                    <a:pt x="2726" y="5531"/>
                  </a:lnTo>
                  <a:lnTo>
                    <a:pt x="2746" y="5550"/>
                  </a:lnTo>
                  <a:lnTo>
                    <a:pt x="2746" y="5511"/>
                  </a:lnTo>
                  <a:lnTo>
                    <a:pt x="2785" y="5471"/>
                  </a:lnTo>
                  <a:lnTo>
                    <a:pt x="2884" y="5412"/>
                  </a:lnTo>
                  <a:lnTo>
                    <a:pt x="2904" y="5432"/>
                  </a:lnTo>
                  <a:lnTo>
                    <a:pt x="2963" y="5333"/>
                  </a:lnTo>
                  <a:lnTo>
                    <a:pt x="2943" y="5333"/>
                  </a:lnTo>
                  <a:lnTo>
                    <a:pt x="2943" y="5294"/>
                  </a:lnTo>
                  <a:lnTo>
                    <a:pt x="2904" y="5294"/>
                  </a:lnTo>
                  <a:lnTo>
                    <a:pt x="2864" y="5313"/>
                  </a:lnTo>
                  <a:lnTo>
                    <a:pt x="2805" y="5373"/>
                  </a:lnTo>
                  <a:lnTo>
                    <a:pt x="2746" y="5412"/>
                  </a:lnTo>
                  <a:lnTo>
                    <a:pt x="2706" y="5432"/>
                  </a:lnTo>
                  <a:lnTo>
                    <a:pt x="2647" y="5432"/>
                  </a:lnTo>
                  <a:lnTo>
                    <a:pt x="2667" y="5412"/>
                  </a:lnTo>
                  <a:lnTo>
                    <a:pt x="2647" y="5412"/>
                  </a:lnTo>
                  <a:lnTo>
                    <a:pt x="2647" y="5392"/>
                  </a:lnTo>
                  <a:lnTo>
                    <a:pt x="2667" y="5373"/>
                  </a:lnTo>
                  <a:lnTo>
                    <a:pt x="2686" y="5392"/>
                  </a:lnTo>
                  <a:lnTo>
                    <a:pt x="2686" y="5333"/>
                  </a:lnTo>
                  <a:lnTo>
                    <a:pt x="2667" y="5333"/>
                  </a:lnTo>
                  <a:lnTo>
                    <a:pt x="2667" y="5294"/>
                  </a:lnTo>
                  <a:lnTo>
                    <a:pt x="2686" y="5254"/>
                  </a:lnTo>
                  <a:lnTo>
                    <a:pt x="2785" y="5175"/>
                  </a:lnTo>
                  <a:lnTo>
                    <a:pt x="2805" y="5175"/>
                  </a:lnTo>
                  <a:lnTo>
                    <a:pt x="2805" y="5195"/>
                  </a:lnTo>
                  <a:lnTo>
                    <a:pt x="2805" y="5234"/>
                  </a:lnTo>
                  <a:lnTo>
                    <a:pt x="2785" y="5274"/>
                  </a:lnTo>
                  <a:lnTo>
                    <a:pt x="2805" y="5254"/>
                  </a:lnTo>
                  <a:lnTo>
                    <a:pt x="2825" y="5234"/>
                  </a:lnTo>
                  <a:lnTo>
                    <a:pt x="2844" y="5294"/>
                  </a:lnTo>
                  <a:lnTo>
                    <a:pt x="2884" y="5254"/>
                  </a:lnTo>
                  <a:lnTo>
                    <a:pt x="2884" y="5234"/>
                  </a:lnTo>
                  <a:lnTo>
                    <a:pt x="2864" y="5215"/>
                  </a:lnTo>
                  <a:lnTo>
                    <a:pt x="2844" y="5175"/>
                  </a:lnTo>
                  <a:lnTo>
                    <a:pt x="2844" y="5136"/>
                  </a:lnTo>
                  <a:lnTo>
                    <a:pt x="2884" y="5136"/>
                  </a:lnTo>
                  <a:lnTo>
                    <a:pt x="2943" y="5116"/>
                  </a:lnTo>
                  <a:lnTo>
                    <a:pt x="2923" y="5136"/>
                  </a:lnTo>
                  <a:lnTo>
                    <a:pt x="2923" y="5136"/>
                  </a:lnTo>
                  <a:lnTo>
                    <a:pt x="2963" y="5116"/>
                  </a:lnTo>
                  <a:lnTo>
                    <a:pt x="3002" y="5076"/>
                  </a:lnTo>
                  <a:lnTo>
                    <a:pt x="3022" y="5057"/>
                  </a:lnTo>
                  <a:lnTo>
                    <a:pt x="3062" y="5017"/>
                  </a:lnTo>
                  <a:lnTo>
                    <a:pt x="3121" y="5037"/>
                  </a:lnTo>
                  <a:lnTo>
                    <a:pt x="3062" y="5057"/>
                  </a:lnTo>
                  <a:lnTo>
                    <a:pt x="3042" y="5096"/>
                  </a:lnTo>
                  <a:lnTo>
                    <a:pt x="3022" y="5136"/>
                  </a:lnTo>
                  <a:lnTo>
                    <a:pt x="3002" y="5175"/>
                  </a:lnTo>
                  <a:lnTo>
                    <a:pt x="3042" y="5155"/>
                  </a:lnTo>
                  <a:lnTo>
                    <a:pt x="3062" y="5175"/>
                  </a:lnTo>
                  <a:lnTo>
                    <a:pt x="3062" y="5195"/>
                  </a:lnTo>
                  <a:lnTo>
                    <a:pt x="3062" y="5215"/>
                  </a:lnTo>
                  <a:lnTo>
                    <a:pt x="3022" y="5333"/>
                  </a:lnTo>
                  <a:lnTo>
                    <a:pt x="3081" y="5294"/>
                  </a:lnTo>
                  <a:lnTo>
                    <a:pt x="3160" y="5274"/>
                  </a:lnTo>
                  <a:lnTo>
                    <a:pt x="3160" y="5254"/>
                  </a:lnTo>
                  <a:lnTo>
                    <a:pt x="3200" y="5215"/>
                  </a:lnTo>
                  <a:lnTo>
                    <a:pt x="3259" y="5195"/>
                  </a:lnTo>
                  <a:lnTo>
                    <a:pt x="3299" y="5155"/>
                  </a:lnTo>
                  <a:lnTo>
                    <a:pt x="3318" y="5136"/>
                  </a:lnTo>
                  <a:lnTo>
                    <a:pt x="3338" y="5096"/>
                  </a:lnTo>
                  <a:lnTo>
                    <a:pt x="3358" y="5096"/>
                  </a:lnTo>
                  <a:lnTo>
                    <a:pt x="3358" y="5116"/>
                  </a:lnTo>
                  <a:lnTo>
                    <a:pt x="3378" y="5116"/>
                  </a:lnTo>
                  <a:lnTo>
                    <a:pt x="3476" y="5037"/>
                  </a:lnTo>
                  <a:lnTo>
                    <a:pt x="3575" y="4938"/>
                  </a:lnTo>
                  <a:lnTo>
                    <a:pt x="3615" y="4938"/>
                  </a:lnTo>
                  <a:lnTo>
                    <a:pt x="3654" y="4958"/>
                  </a:lnTo>
                  <a:lnTo>
                    <a:pt x="3713" y="4918"/>
                  </a:lnTo>
                  <a:lnTo>
                    <a:pt x="3773" y="4879"/>
                  </a:lnTo>
                  <a:lnTo>
                    <a:pt x="3871" y="4780"/>
                  </a:lnTo>
                  <a:lnTo>
                    <a:pt x="3970" y="4681"/>
                  </a:lnTo>
                  <a:lnTo>
                    <a:pt x="4029" y="4642"/>
                  </a:lnTo>
                  <a:lnTo>
                    <a:pt x="4108" y="4602"/>
                  </a:lnTo>
                  <a:lnTo>
                    <a:pt x="4108" y="4602"/>
                  </a:lnTo>
                  <a:lnTo>
                    <a:pt x="4089" y="4642"/>
                  </a:lnTo>
                  <a:lnTo>
                    <a:pt x="4148" y="4602"/>
                  </a:lnTo>
                  <a:lnTo>
                    <a:pt x="4168" y="4583"/>
                  </a:lnTo>
                  <a:lnTo>
                    <a:pt x="4187" y="4563"/>
                  </a:lnTo>
                  <a:lnTo>
                    <a:pt x="4227" y="4563"/>
                  </a:lnTo>
                  <a:lnTo>
                    <a:pt x="4247" y="4543"/>
                  </a:lnTo>
                  <a:lnTo>
                    <a:pt x="4326" y="4504"/>
                  </a:lnTo>
                  <a:lnTo>
                    <a:pt x="4385" y="4444"/>
                  </a:lnTo>
                  <a:lnTo>
                    <a:pt x="4425" y="4425"/>
                  </a:lnTo>
                  <a:lnTo>
                    <a:pt x="4464" y="4425"/>
                  </a:lnTo>
                  <a:lnTo>
                    <a:pt x="4523" y="4385"/>
                  </a:lnTo>
                  <a:lnTo>
                    <a:pt x="4543" y="4346"/>
                  </a:lnTo>
                  <a:lnTo>
                    <a:pt x="4563" y="4306"/>
                  </a:lnTo>
                  <a:lnTo>
                    <a:pt x="4602" y="4247"/>
                  </a:lnTo>
                  <a:lnTo>
                    <a:pt x="4622" y="4286"/>
                  </a:lnTo>
                  <a:lnTo>
                    <a:pt x="4622" y="4306"/>
                  </a:lnTo>
                  <a:lnTo>
                    <a:pt x="4662" y="4306"/>
                  </a:lnTo>
                  <a:lnTo>
                    <a:pt x="4997" y="4069"/>
                  </a:lnTo>
                  <a:lnTo>
                    <a:pt x="5373" y="3812"/>
                  </a:lnTo>
                  <a:lnTo>
                    <a:pt x="5353" y="3832"/>
                  </a:lnTo>
                  <a:lnTo>
                    <a:pt x="5471" y="3753"/>
                  </a:lnTo>
                  <a:lnTo>
                    <a:pt x="5590" y="3654"/>
                  </a:lnTo>
                  <a:lnTo>
                    <a:pt x="5708" y="3575"/>
                  </a:lnTo>
                  <a:lnTo>
                    <a:pt x="5827" y="3496"/>
                  </a:lnTo>
                  <a:lnTo>
                    <a:pt x="5866" y="3437"/>
                  </a:lnTo>
                  <a:lnTo>
                    <a:pt x="5886" y="3417"/>
                  </a:lnTo>
                  <a:lnTo>
                    <a:pt x="5866" y="3397"/>
                  </a:lnTo>
                  <a:lnTo>
                    <a:pt x="5847" y="3397"/>
                  </a:lnTo>
                  <a:lnTo>
                    <a:pt x="5827" y="3378"/>
                  </a:lnTo>
                  <a:lnTo>
                    <a:pt x="5787" y="3338"/>
                  </a:lnTo>
                  <a:lnTo>
                    <a:pt x="5866" y="3299"/>
                  </a:lnTo>
                  <a:lnTo>
                    <a:pt x="5886" y="3299"/>
                  </a:lnTo>
                  <a:lnTo>
                    <a:pt x="5926" y="3318"/>
                  </a:lnTo>
                  <a:lnTo>
                    <a:pt x="5965" y="3299"/>
                  </a:lnTo>
                  <a:lnTo>
                    <a:pt x="6005" y="3338"/>
                  </a:lnTo>
                  <a:lnTo>
                    <a:pt x="5985" y="3358"/>
                  </a:lnTo>
                  <a:lnTo>
                    <a:pt x="5965" y="3397"/>
                  </a:lnTo>
                  <a:lnTo>
                    <a:pt x="5965" y="3437"/>
                  </a:lnTo>
                  <a:lnTo>
                    <a:pt x="6084" y="3318"/>
                  </a:lnTo>
                  <a:lnTo>
                    <a:pt x="6143" y="3299"/>
                  </a:lnTo>
                  <a:lnTo>
                    <a:pt x="6182" y="3259"/>
                  </a:lnTo>
                  <a:lnTo>
                    <a:pt x="6242" y="3220"/>
                  </a:lnTo>
                  <a:lnTo>
                    <a:pt x="6281" y="3220"/>
                  </a:lnTo>
                  <a:lnTo>
                    <a:pt x="6281" y="3239"/>
                  </a:lnTo>
                  <a:lnTo>
                    <a:pt x="6281" y="3259"/>
                  </a:lnTo>
                  <a:lnTo>
                    <a:pt x="6261" y="3259"/>
                  </a:lnTo>
                  <a:lnTo>
                    <a:pt x="6202" y="3279"/>
                  </a:lnTo>
                  <a:lnTo>
                    <a:pt x="6182" y="3318"/>
                  </a:lnTo>
                  <a:lnTo>
                    <a:pt x="6163" y="3338"/>
                  </a:lnTo>
                  <a:lnTo>
                    <a:pt x="6143" y="3378"/>
                  </a:lnTo>
                  <a:lnTo>
                    <a:pt x="6143" y="3378"/>
                  </a:lnTo>
                  <a:lnTo>
                    <a:pt x="6261" y="3279"/>
                  </a:lnTo>
                  <a:lnTo>
                    <a:pt x="6380" y="3200"/>
                  </a:lnTo>
                  <a:lnTo>
                    <a:pt x="6380" y="3180"/>
                  </a:lnTo>
                  <a:lnTo>
                    <a:pt x="6400" y="3160"/>
                  </a:lnTo>
                  <a:lnTo>
                    <a:pt x="6419" y="3141"/>
                  </a:lnTo>
                  <a:lnTo>
                    <a:pt x="6439" y="3121"/>
                  </a:lnTo>
                  <a:lnTo>
                    <a:pt x="6459" y="3081"/>
                  </a:lnTo>
                  <a:lnTo>
                    <a:pt x="6479" y="3042"/>
                  </a:lnTo>
                  <a:lnTo>
                    <a:pt x="6538" y="3081"/>
                  </a:lnTo>
                  <a:lnTo>
                    <a:pt x="6538" y="3062"/>
                  </a:lnTo>
                  <a:lnTo>
                    <a:pt x="6538" y="3042"/>
                  </a:lnTo>
                  <a:lnTo>
                    <a:pt x="6656" y="2963"/>
                  </a:lnTo>
                  <a:lnTo>
                    <a:pt x="6735" y="2943"/>
                  </a:lnTo>
                  <a:lnTo>
                    <a:pt x="6755" y="2943"/>
                  </a:lnTo>
                  <a:lnTo>
                    <a:pt x="6775" y="2963"/>
                  </a:lnTo>
                  <a:lnTo>
                    <a:pt x="6834" y="2904"/>
                  </a:lnTo>
                  <a:lnTo>
                    <a:pt x="6854" y="2884"/>
                  </a:lnTo>
                  <a:lnTo>
                    <a:pt x="6894" y="2844"/>
                  </a:lnTo>
                  <a:lnTo>
                    <a:pt x="6894" y="2884"/>
                  </a:lnTo>
                  <a:lnTo>
                    <a:pt x="7091" y="2785"/>
                  </a:lnTo>
                  <a:lnTo>
                    <a:pt x="7190" y="2726"/>
                  </a:lnTo>
                  <a:lnTo>
                    <a:pt x="7289" y="2686"/>
                  </a:lnTo>
                  <a:lnTo>
                    <a:pt x="7407" y="2607"/>
                  </a:lnTo>
                  <a:lnTo>
                    <a:pt x="7466" y="2548"/>
                  </a:lnTo>
                  <a:lnTo>
                    <a:pt x="7486" y="2509"/>
                  </a:lnTo>
                  <a:lnTo>
                    <a:pt x="7447" y="2528"/>
                  </a:lnTo>
                  <a:lnTo>
                    <a:pt x="7407" y="2528"/>
                  </a:lnTo>
                  <a:lnTo>
                    <a:pt x="7427" y="2489"/>
                  </a:lnTo>
                  <a:lnTo>
                    <a:pt x="7466" y="2449"/>
                  </a:lnTo>
                  <a:lnTo>
                    <a:pt x="7506" y="2410"/>
                  </a:lnTo>
                  <a:lnTo>
                    <a:pt x="7526" y="2430"/>
                  </a:lnTo>
                  <a:lnTo>
                    <a:pt x="7565" y="2410"/>
                  </a:lnTo>
                  <a:lnTo>
                    <a:pt x="7585" y="2430"/>
                  </a:lnTo>
                  <a:lnTo>
                    <a:pt x="7565" y="2449"/>
                  </a:lnTo>
                  <a:lnTo>
                    <a:pt x="7605" y="2449"/>
                  </a:lnTo>
                  <a:lnTo>
                    <a:pt x="7664" y="2430"/>
                  </a:lnTo>
                  <a:lnTo>
                    <a:pt x="7723" y="2390"/>
                  </a:lnTo>
                  <a:lnTo>
                    <a:pt x="7743" y="2390"/>
                  </a:lnTo>
                  <a:lnTo>
                    <a:pt x="7763" y="2410"/>
                  </a:lnTo>
                  <a:lnTo>
                    <a:pt x="7782" y="2370"/>
                  </a:lnTo>
                  <a:lnTo>
                    <a:pt x="7822" y="2351"/>
                  </a:lnTo>
                  <a:lnTo>
                    <a:pt x="7861" y="2324"/>
                  </a:lnTo>
                  <a:lnTo>
                    <a:pt x="7861" y="2331"/>
                  </a:lnTo>
                  <a:lnTo>
                    <a:pt x="7921" y="2291"/>
                  </a:lnTo>
                  <a:lnTo>
                    <a:pt x="7921" y="2311"/>
                  </a:lnTo>
                  <a:lnTo>
                    <a:pt x="7980" y="2272"/>
                  </a:lnTo>
                  <a:lnTo>
                    <a:pt x="8019" y="2232"/>
                  </a:lnTo>
                  <a:lnTo>
                    <a:pt x="8039" y="2193"/>
                  </a:lnTo>
                  <a:lnTo>
                    <a:pt x="8059" y="2153"/>
                  </a:lnTo>
                  <a:lnTo>
                    <a:pt x="8098" y="2133"/>
                  </a:lnTo>
                  <a:lnTo>
                    <a:pt x="8079" y="2193"/>
                  </a:lnTo>
                  <a:lnTo>
                    <a:pt x="8118" y="2173"/>
                  </a:lnTo>
                  <a:lnTo>
                    <a:pt x="8138" y="2133"/>
                  </a:lnTo>
                  <a:lnTo>
                    <a:pt x="8158" y="2094"/>
                  </a:lnTo>
                  <a:lnTo>
                    <a:pt x="8197" y="2054"/>
                  </a:lnTo>
                  <a:lnTo>
                    <a:pt x="8217" y="2054"/>
                  </a:lnTo>
                  <a:lnTo>
                    <a:pt x="8256" y="2035"/>
                  </a:lnTo>
                  <a:lnTo>
                    <a:pt x="8276" y="1995"/>
                  </a:lnTo>
                  <a:lnTo>
                    <a:pt x="8316" y="1956"/>
                  </a:lnTo>
                  <a:lnTo>
                    <a:pt x="8355" y="1916"/>
                  </a:lnTo>
                  <a:lnTo>
                    <a:pt x="8395" y="1876"/>
                  </a:lnTo>
                  <a:lnTo>
                    <a:pt x="8454" y="1896"/>
                  </a:lnTo>
                  <a:lnTo>
                    <a:pt x="8474" y="1876"/>
                  </a:lnTo>
                  <a:lnTo>
                    <a:pt x="8493" y="1857"/>
                  </a:lnTo>
                  <a:lnTo>
                    <a:pt x="8513" y="1916"/>
                  </a:lnTo>
                  <a:lnTo>
                    <a:pt x="8474" y="1936"/>
                  </a:lnTo>
                  <a:lnTo>
                    <a:pt x="8414" y="1936"/>
                  </a:lnTo>
                  <a:lnTo>
                    <a:pt x="8375" y="1975"/>
                  </a:lnTo>
                  <a:lnTo>
                    <a:pt x="8474" y="1975"/>
                  </a:lnTo>
                  <a:lnTo>
                    <a:pt x="8592" y="1936"/>
                  </a:lnTo>
                  <a:lnTo>
                    <a:pt x="8809" y="1817"/>
                  </a:lnTo>
                  <a:lnTo>
                    <a:pt x="8908" y="1738"/>
                  </a:lnTo>
                  <a:lnTo>
                    <a:pt x="9007" y="1699"/>
                  </a:lnTo>
                  <a:lnTo>
                    <a:pt x="9086" y="1639"/>
                  </a:lnTo>
                  <a:lnTo>
                    <a:pt x="9106" y="1600"/>
                  </a:lnTo>
                  <a:lnTo>
                    <a:pt x="9125" y="1560"/>
                  </a:lnTo>
                  <a:lnTo>
                    <a:pt x="9125" y="1600"/>
                  </a:lnTo>
                  <a:lnTo>
                    <a:pt x="9343" y="1541"/>
                  </a:lnTo>
                  <a:lnTo>
                    <a:pt x="9560" y="1422"/>
                  </a:lnTo>
                  <a:lnTo>
                    <a:pt x="9679" y="1343"/>
                  </a:lnTo>
                  <a:lnTo>
                    <a:pt x="9758" y="1284"/>
                  </a:lnTo>
                  <a:lnTo>
                    <a:pt x="9797" y="1284"/>
                  </a:lnTo>
                  <a:lnTo>
                    <a:pt x="9837" y="1225"/>
                  </a:lnTo>
                  <a:lnTo>
                    <a:pt x="9896" y="1165"/>
                  </a:lnTo>
                  <a:lnTo>
                    <a:pt x="10034" y="1067"/>
                  </a:lnTo>
                  <a:lnTo>
                    <a:pt x="10172" y="968"/>
                  </a:lnTo>
                  <a:lnTo>
                    <a:pt x="10212" y="928"/>
                  </a:lnTo>
                  <a:lnTo>
                    <a:pt x="10232" y="869"/>
                  </a:lnTo>
                  <a:lnTo>
                    <a:pt x="10271" y="869"/>
                  </a:lnTo>
                  <a:lnTo>
                    <a:pt x="10271" y="889"/>
                  </a:lnTo>
                  <a:lnTo>
                    <a:pt x="10232" y="948"/>
                  </a:lnTo>
                  <a:lnTo>
                    <a:pt x="10271" y="928"/>
                  </a:lnTo>
                  <a:lnTo>
                    <a:pt x="10330" y="869"/>
                  </a:lnTo>
                  <a:lnTo>
                    <a:pt x="10370" y="830"/>
                  </a:lnTo>
                  <a:lnTo>
                    <a:pt x="10429" y="830"/>
                  </a:lnTo>
                  <a:lnTo>
                    <a:pt x="10409" y="849"/>
                  </a:lnTo>
                  <a:lnTo>
                    <a:pt x="10390" y="869"/>
                  </a:lnTo>
                  <a:lnTo>
                    <a:pt x="10390" y="889"/>
                  </a:lnTo>
                  <a:lnTo>
                    <a:pt x="10429" y="889"/>
                  </a:lnTo>
                  <a:lnTo>
                    <a:pt x="10449" y="869"/>
                  </a:lnTo>
                  <a:lnTo>
                    <a:pt x="10469" y="849"/>
                  </a:lnTo>
                  <a:lnTo>
                    <a:pt x="10488" y="849"/>
                  </a:lnTo>
                  <a:lnTo>
                    <a:pt x="10488" y="810"/>
                  </a:lnTo>
                  <a:lnTo>
                    <a:pt x="10508" y="770"/>
                  </a:lnTo>
                  <a:lnTo>
                    <a:pt x="10587" y="691"/>
                  </a:lnTo>
                  <a:lnTo>
                    <a:pt x="10567" y="691"/>
                  </a:lnTo>
                  <a:lnTo>
                    <a:pt x="10567" y="672"/>
                  </a:lnTo>
                  <a:lnTo>
                    <a:pt x="10567" y="652"/>
                  </a:lnTo>
                  <a:lnTo>
                    <a:pt x="10607" y="632"/>
                  </a:lnTo>
                  <a:lnTo>
                    <a:pt x="10607" y="652"/>
                  </a:lnTo>
                  <a:lnTo>
                    <a:pt x="11002" y="395"/>
                  </a:lnTo>
                  <a:lnTo>
                    <a:pt x="107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4" name="Google Shape;8994;p34"/>
            <p:cNvSpPr/>
            <p:nvPr/>
          </p:nvSpPr>
          <p:spPr>
            <a:xfrm>
              <a:off x="9820582" y="4322720"/>
              <a:ext cx="52" cy="2134"/>
            </a:xfrm>
            <a:custGeom>
              <a:rect b="b" l="l" r="r" t="t"/>
              <a:pathLst>
                <a:path extrusionOk="0" h="41" w="1">
                  <a:moveTo>
                    <a:pt x="0" y="40"/>
                  </a:moveTo>
                  <a:lnTo>
                    <a:pt x="0" y="40"/>
                  </a:lnTo>
                  <a:lnTo>
                    <a:pt x="0" y="1"/>
                  </a:lnTo>
                  <a:lnTo>
                    <a:pt x="0" y="1"/>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5" name="Google Shape;8995;p34"/>
            <p:cNvSpPr/>
            <p:nvPr/>
          </p:nvSpPr>
          <p:spPr>
            <a:xfrm>
              <a:off x="10122789" y="4321732"/>
              <a:ext cx="1041" cy="2082"/>
            </a:xfrm>
            <a:custGeom>
              <a:rect b="b" l="l" r="r" t="t"/>
              <a:pathLst>
                <a:path extrusionOk="0" h="40" w="20">
                  <a:moveTo>
                    <a:pt x="0" y="40"/>
                  </a:moveTo>
                  <a:lnTo>
                    <a:pt x="0" y="40"/>
                  </a:lnTo>
                  <a:lnTo>
                    <a:pt x="20" y="0"/>
                  </a:lnTo>
                  <a:lnTo>
                    <a:pt x="20" y="0"/>
                  </a:lnTo>
                  <a:lnTo>
                    <a:pt x="0" y="40"/>
                  </a:lnTo>
                  <a:lnTo>
                    <a:pt x="0" y="4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6" name="Google Shape;8996;p34"/>
            <p:cNvSpPr/>
            <p:nvPr/>
          </p:nvSpPr>
          <p:spPr>
            <a:xfrm>
              <a:off x="9981963" y="4397765"/>
              <a:ext cx="1041" cy="1093"/>
            </a:xfrm>
            <a:custGeom>
              <a:rect b="b" l="l" r="r" t="t"/>
              <a:pathLst>
                <a:path extrusionOk="0" h="21" w="20">
                  <a:moveTo>
                    <a:pt x="20" y="1"/>
                  </a:moveTo>
                  <a:lnTo>
                    <a:pt x="20" y="1"/>
                  </a:lnTo>
                  <a:lnTo>
                    <a:pt x="0" y="21"/>
                  </a:lnTo>
                  <a:lnTo>
                    <a:pt x="0" y="21"/>
                  </a:lnTo>
                  <a:lnTo>
                    <a:pt x="20" y="1"/>
                  </a:lnTo>
                  <a:lnTo>
                    <a:pt x="2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7" name="Google Shape;8997;p34"/>
            <p:cNvSpPr/>
            <p:nvPr/>
          </p:nvSpPr>
          <p:spPr>
            <a:xfrm>
              <a:off x="9617046" y="4661981"/>
              <a:ext cx="52" cy="52"/>
            </a:xfrm>
            <a:custGeom>
              <a:rect b="b" l="l" r="r" t="t"/>
              <a:pathLst>
                <a:path extrusionOk="0" h="1" w="1">
                  <a:moveTo>
                    <a:pt x="0" y="0"/>
                  </a:moveTo>
                  <a:lnTo>
                    <a:pt x="0" y="0"/>
                  </a:lnTo>
                  <a:lnTo>
                    <a:pt x="0" y="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8" name="Google Shape;8998;p34"/>
            <p:cNvSpPr/>
            <p:nvPr/>
          </p:nvSpPr>
          <p:spPr>
            <a:xfrm>
              <a:off x="9734192" y="4549935"/>
              <a:ext cx="52" cy="1041"/>
            </a:xfrm>
            <a:custGeom>
              <a:rect b="b" l="l" r="r" t="t"/>
              <a:pathLst>
                <a:path extrusionOk="0" h="20" w="1">
                  <a:moveTo>
                    <a:pt x="1" y="0"/>
                  </a:moveTo>
                  <a:lnTo>
                    <a:pt x="1" y="0"/>
                  </a:lnTo>
                  <a:lnTo>
                    <a:pt x="1" y="20"/>
                  </a:lnTo>
                  <a:lnTo>
                    <a:pt x="1" y="20"/>
                  </a:lnTo>
                  <a:lnTo>
                    <a:pt x="1" y="0"/>
                  </a:lnTo>
                  <a:lnTo>
                    <a:pt x="1"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9" name="Google Shape;8999;p34"/>
            <p:cNvSpPr/>
            <p:nvPr/>
          </p:nvSpPr>
          <p:spPr>
            <a:xfrm>
              <a:off x="9604712" y="4633150"/>
              <a:ext cx="52" cy="1093"/>
            </a:xfrm>
            <a:custGeom>
              <a:rect b="b" l="l" r="r" t="t"/>
              <a:pathLst>
                <a:path extrusionOk="0" h="21" w="1">
                  <a:moveTo>
                    <a:pt x="0" y="1"/>
                  </a:moveTo>
                  <a:lnTo>
                    <a:pt x="0" y="1"/>
                  </a:lnTo>
                  <a:lnTo>
                    <a:pt x="0" y="21"/>
                  </a:lnTo>
                  <a:lnTo>
                    <a:pt x="0" y="21"/>
                  </a:lnTo>
                  <a:lnTo>
                    <a:pt x="0" y="21"/>
                  </a:lnTo>
                  <a:lnTo>
                    <a:pt x="0" y="21"/>
                  </a:lnTo>
                  <a:lnTo>
                    <a:pt x="0" y="1"/>
                  </a:lnTo>
                  <a:lnTo>
                    <a:pt x="0" y="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0" name="Google Shape;9000;p34"/>
            <p:cNvSpPr/>
            <p:nvPr/>
          </p:nvSpPr>
          <p:spPr>
            <a:xfrm>
              <a:off x="9601590" y="4301175"/>
              <a:ext cx="600414" cy="360863"/>
            </a:xfrm>
            <a:custGeom>
              <a:rect b="b" l="l" r="r" t="t"/>
              <a:pathLst>
                <a:path extrusionOk="0" h="6934" w="11537">
                  <a:moveTo>
                    <a:pt x="10094" y="415"/>
                  </a:moveTo>
                  <a:lnTo>
                    <a:pt x="10074" y="435"/>
                  </a:lnTo>
                  <a:lnTo>
                    <a:pt x="10074" y="454"/>
                  </a:lnTo>
                  <a:lnTo>
                    <a:pt x="10055" y="474"/>
                  </a:lnTo>
                  <a:lnTo>
                    <a:pt x="10055" y="474"/>
                  </a:lnTo>
                  <a:lnTo>
                    <a:pt x="10114" y="454"/>
                  </a:lnTo>
                  <a:lnTo>
                    <a:pt x="10134" y="435"/>
                  </a:lnTo>
                  <a:lnTo>
                    <a:pt x="10114" y="415"/>
                  </a:lnTo>
                  <a:close/>
                  <a:moveTo>
                    <a:pt x="10015" y="435"/>
                  </a:moveTo>
                  <a:lnTo>
                    <a:pt x="9956" y="454"/>
                  </a:lnTo>
                  <a:lnTo>
                    <a:pt x="9897" y="474"/>
                  </a:lnTo>
                  <a:lnTo>
                    <a:pt x="9936" y="494"/>
                  </a:lnTo>
                  <a:lnTo>
                    <a:pt x="9936" y="514"/>
                  </a:lnTo>
                  <a:lnTo>
                    <a:pt x="9916" y="533"/>
                  </a:lnTo>
                  <a:lnTo>
                    <a:pt x="9936" y="553"/>
                  </a:lnTo>
                  <a:lnTo>
                    <a:pt x="9976" y="474"/>
                  </a:lnTo>
                  <a:lnTo>
                    <a:pt x="10015" y="454"/>
                  </a:lnTo>
                  <a:lnTo>
                    <a:pt x="10015" y="435"/>
                  </a:lnTo>
                  <a:close/>
                  <a:moveTo>
                    <a:pt x="5373" y="3141"/>
                  </a:moveTo>
                  <a:lnTo>
                    <a:pt x="5354" y="3160"/>
                  </a:lnTo>
                  <a:lnTo>
                    <a:pt x="5393" y="3141"/>
                  </a:lnTo>
                  <a:close/>
                  <a:moveTo>
                    <a:pt x="5354" y="3160"/>
                  </a:moveTo>
                  <a:lnTo>
                    <a:pt x="5275" y="3200"/>
                  </a:lnTo>
                  <a:lnTo>
                    <a:pt x="5294" y="3220"/>
                  </a:lnTo>
                  <a:lnTo>
                    <a:pt x="5314" y="3200"/>
                  </a:lnTo>
                  <a:lnTo>
                    <a:pt x="5354" y="3160"/>
                  </a:lnTo>
                  <a:close/>
                  <a:moveTo>
                    <a:pt x="5117" y="3338"/>
                  </a:moveTo>
                  <a:lnTo>
                    <a:pt x="5117" y="3338"/>
                  </a:lnTo>
                  <a:lnTo>
                    <a:pt x="5117" y="3338"/>
                  </a:lnTo>
                  <a:close/>
                  <a:moveTo>
                    <a:pt x="5097" y="3239"/>
                  </a:moveTo>
                  <a:lnTo>
                    <a:pt x="5077" y="3279"/>
                  </a:lnTo>
                  <a:lnTo>
                    <a:pt x="5038" y="3299"/>
                  </a:lnTo>
                  <a:lnTo>
                    <a:pt x="4998" y="3299"/>
                  </a:lnTo>
                  <a:lnTo>
                    <a:pt x="4959" y="3318"/>
                  </a:lnTo>
                  <a:lnTo>
                    <a:pt x="5018" y="3318"/>
                  </a:lnTo>
                  <a:lnTo>
                    <a:pt x="5018" y="3338"/>
                  </a:lnTo>
                  <a:lnTo>
                    <a:pt x="4998" y="3358"/>
                  </a:lnTo>
                  <a:lnTo>
                    <a:pt x="4959" y="3358"/>
                  </a:lnTo>
                  <a:lnTo>
                    <a:pt x="5018" y="3397"/>
                  </a:lnTo>
                  <a:lnTo>
                    <a:pt x="5038" y="3378"/>
                  </a:lnTo>
                  <a:lnTo>
                    <a:pt x="5077" y="3338"/>
                  </a:lnTo>
                  <a:lnTo>
                    <a:pt x="5097" y="3318"/>
                  </a:lnTo>
                  <a:lnTo>
                    <a:pt x="5136" y="3318"/>
                  </a:lnTo>
                  <a:lnTo>
                    <a:pt x="5117" y="3338"/>
                  </a:lnTo>
                  <a:lnTo>
                    <a:pt x="5156" y="3318"/>
                  </a:lnTo>
                  <a:lnTo>
                    <a:pt x="5176" y="3299"/>
                  </a:lnTo>
                  <a:lnTo>
                    <a:pt x="5196" y="3259"/>
                  </a:lnTo>
                  <a:lnTo>
                    <a:pt x="5097" y="3239"/>
                  </a:lnTo>
                  <a:close/>
                  <a:moveTo>
                    <a:pt x="6657" y="3318"/>
                  </a:moveTo>
                  <a:lnTo>
                    <a:pt x="6598" y="3358"/>
                  </a:lnTo>
                  <a:lnTo>
                    <a:pt x="6578" y="3378"/>
                  </a:lnTo>
                  <a:lnTo>
                    <a:pt x="6559" y="3397"/>
                  </a:lnTo>
                  <a:lnTo>
                    <a:pt x="6539" y="3437"/>
                  </a:lnTo>
                  <a:lnTo>
                    <a:pt x="6657" y="3338"/>
                  </a:lnTo>
                  <a:lnTo>
                    <a:pt x="6657" y="3318"/>
                  </a:lnTo>
                  <a:close/>
                  <a:moveTo>
                    <a:pt x="3991" y="3990"/>
                  </a:moveTo>
                  <a:lnTo>
                    <a:pt x="3951" y="4010"/>
                  </a:lnTo>
                  <a:lnTo>
                    <a:pt x="3892" y="4029"/>
                  </a:lnTo>
                  <a:lnTo>
                    <a:pt x="3912" y="4049"/>
                  </a:lnTo>
                  <a:lnTo>
                    <a:pt x="3932" y="4049"/>
                  </a:lnTo>
                  <a:lnTo>
                    <a:pt x="3971" y="4029"/>
                  </a:lnTo>
                  <a:lnTo>
                    <a:pt x="3991" y="3990"/>
                  </a:lnTo>
                  <a:close/>
                  <a:moveTo>
                    <a:pt x="2332" y="5116"/>
                  </a:moveTo>
                  <a:lnTo>
                    <a:pt x="2292" y="5136"/>
                  </a:lnTo>
                  <a:lnTo>
                    <a:pt x="2292" y="5155"/>
                  </a:lnTo>
                  <a:lnTo>
                    <a:pt x="2332" y="5116"/>
                  </a:lnTo>
                  <a:close/>
                  <a:moveTo>
                    <a:pt x="1285" y="5590"/>
                  </a:moveTo>
                  <a:lnTo>
                    <a:pt x="1285" y="5590"/>
                  </a:lnTo>
                  <a:lnTo>
                    <a:pt x="1285" y="5590"/>
                  </a:lnTo>
                  <a:close/>
                  <a:moveTo>
                    <a:pt x="1463" y="5590"/>
                  </a:moveTo>
                  <a:lnTo>
                    <a:pt x="1403" y="5629"/>
                  </a:lnTo>
                  <a:lnTo>
                    <a:pt x="1384" y="5629"/>
                  </a:lnTo>
                  <a:lnTo>
                    <a:pt x="1403" y="5649"/>
                  </a:lnTo>
                  <a:lnTo>
                    <a:pt x="1463" y="5590"/>
                  </a:lnTo>
                  <a:close/>
                  <a:moveTo>
                    <a:pt x="890" y="5768"/>
                  </a:moveTo>
                  <a:lnTo>
                    <a:pt x="791" y="5866"/>
                  </a:lnTo>
                  <a:lnTo>
                    <a:pt x="751" y="5926"/>
                  </a:lnTo>
                  <a:lnTo>
                    <a:pt x="672" y="5965"/>
                  </a:lnTo>
                  <a:lnTo>
                    <a:pt x="672" y="5985"/>
                  </a:lnTo>
                  <a:lnTo>
                    <a:pt x="653" y="6005"/>
                  </a:lnTo>
                  <a:lnTo>
                    <a:pt x="633" y="6024"/>
                  </a:lnTo>
                  <a:lnTo>
                    <a:pt x="653" y="6064"/>
                  </a:lnTo>
                  <a:lnTo>
                    <a:pt x="692" y="6044"/>
                  </a:lnTo>
                  <a:lnTo>
                    <a:pt x="732" y="6024"/>
                  </a:lnTo>
                  <a:lnTo>
                    <a:pt x="791" y="5965"/>
                  </a:lnTo>
                  <a:lnTo>
                    <a:pt x="830" y="5926"/>
                  </a:lnTo>
                  <a:lnTo>
                    <a:pt x="870" y="5906"/>
                  </a:lnTo>
                  <a:lnTo>
                    <a:pt x="909" y="5906"/>
                  </a:lnTo>
                  <a:lnTo>
                    <a:pt x="929" y="5886"/>
                  </a:lnTo>
                  <a:lnTo>
                    <a:pt x="929" y="5866"/>
                  </a:lnTo>
                  <a:lnTo>
                    <a:pt x="929" y="5827"/>
                  </a:lnTo>
                  <a:lnTo>
                    <a:pt x="969" y="5787"/>
                  </a:lnTo>
                  <a:lnTo>
                    <a:pt x="929" y="5787"/>
                  </a:lnTo>
                  <a:lnTo>
                    <a:pt x="890" y="5768"/>
                  </a:lnTo>
                  <a:close/>
                  <a:moveTo>
                    <a:pt x="1482" y="6281"/>
                  </a:moveTo>
                  <a:lnTo>
                    <a:pt x="1463" y="6301"/>
                  </a:lnTo>
                  <a:lnTo>
                    <a:pt x="1463" y="6340"/>
                  </a:lnTo>
                  <a:lnTo>
                    <a:pt x="1482" y="6281"/>
                  </a:lnTo>
                  <a:close/>
                  <a:moveTo>
                    <a:pt x="1561" y="6321"/>
                  </a:moveTo>
                  <a:lnTo>
                    <a:pt x="1542" y="6340"/>
                  </a:lnTo>
                  <a:lnTo>
                    <a:pt x="1542" y="6360"/>
                  </a:lnTo>
                  <a:lnTo>
                    <a:pt x="1561" y="6321"/>
                  </a:lnTo>
                  <a:close/>
                  <a:moveTo>
                    <a:pt x="1147" y="6499"/>
                  </a:moveTo>
                  <a:lnTo>
                    <a:pt x="1107" y="6538"/>
                  </a:lnTo>
                  <a:lnTo>
                    <a:pt x="1127" y="6558"/>
                  </a:lnTo>
                  <a:lnTo>
                    <a:pt x="1147" y="6558"/>
                  </a:lnTo>
                  <a:lnTo>
                    <a:pt x="1166" y="6538"/>
                  </a:lnTo>
                  <a:lnTo>
                    <a:pt x="1186" y="6518"/>
                  </a:lnTo>
                  <a:lnTo>
                    <a:pt x="1166" y="6518"/>
                  </a:lnTo>
                  <a:lnTo>
                    <a:pt x="1147" y="6499"/>
                  </a:lnTo>
                  <a:close/>
                  <a:moveTo>
                    <a:pt x="11279" y="0"/>
                  </a:moveTo>
                  <a:lnTo>
                    <a:pt x="11260" y="40"/>
                  </a:lnTo>
                  <a:lnTo>
                    <a:pt x="11279" y="79"/>
                  </a:lnTo>
                  <a:lnTo>
                    <a:pt x="11279" y="119"/>
                  </a:lnTo>
                  <a:lnTo>
                    <a:pt x="11220" y="158"/>
                  </a:lnTo>
                  <a:lnTo>
                    <a:pt x="11161" y="158"/>
                  </a:lnTo>
                  <a:lnTo>
                    <a:pt x="11161" y="119"/>
                  </a:lnTo>
                  <a:lnTo>
                    <a:pt x="11141" y="59"/>
                  </a:lnTo>
                  <a:lnTo>
                    <a:pt x="11102" y="40"/>
                  </a:lnTo>
                  <a:lnTo>
                    <a:pt x="11102" y="99"/>
                  </a:lnTo>
                  <a:lnTo>
                    <a:pt x="11042" y="99"/>
                  </a:lnTo>
                  <a:lnTo>
                    <a:pt x="11042" y="79"/>
                  </a:lnTo>
                  <a:lnTo>
                    <a:pt x="10983" y="119"/>
                  </a:lnTo>
                  <a:lnTo>
                    <a:pt x="10963" y="119"/>
                  </a:lnTo>
                  <a:lnTo>
                    <a:pt x="10944" y="99"/>
                  </a:lnTo>
                  <a:lnTo>
                    <a:pt x="10963" y="79"/>
                  </a:lnTo>
                  <a:lnTo>
                    <a:pt x="10924" y="79"/>
                  </a:lnTo>
                  <a:lnTo>
                    <a:pt x="10845" y="99"/>
                  </a:lnTo>
                  <a:lnTo>
                    <a:pt x="10766" y="119"/>
                  </a:lnTo>
                  <a:lnTo>
                    <a:pt x="10746" y="158"/>
                  </a:lnTo>
                  <a:lnTo>
                    <a:pt x="10726" y="198"/>
                  </a:lnTo>
                  <a:lnTo>
                    <a:pt x="10647" y="198"/>
                  </a:lnTo>
                  <a:lnTo>
                    <a:pt x="10627" y="178"/>
                  </a:lnTo>
                  <a:lnTo>
                    <a:pt x="10608" y="217"/>
                  </a:lnTo>
                  <a:lnTo>
                    <a:pt x="10548" y="237"/>
                  </a:lnTo>
                  <a:lnTo>
                    <a:pt x="10489" y="257"/>
                  </a:lnTo>
                  <a:lnTo>
                    <a:pt x="10450" y="277"/>
                  </a:lnTo>
                  <a:lnTo>
                    <a:pt x="10430" y="277"/>
                  </a:lnTo>
                  <a:lnTo>
                    <a:pt x="10371" y="296"/>
                  </a:lnTo>
                  <a:lnTo>
                    <a:pt x="10410" y="296"/>
                  </a:lnTo>
                  <a:lnTo>
                    <a:pt x="10390" y="356"/>
                  </a:lnTo>
                  <a:lnTo>
                    <a:pt x="10351" y="356"/>
                  </a:lnTo>
                  <a:lnTo>
                    <a:pt x="10292" y="375"/>
                  </a:lnTo>
                  <a:lnTo>
                    <a:pt x="10213" y="375"/>
                  </a:lnTo>
                  <a:lnTo>
                    <a:pt x="10193" y="415"/>
                  </a:lnTo>
                  <a:lnTo>
                    <a:pt x="10193" y="435"/>
                  </a:lnTo>
                  <a:lnTo>
                    <a:pt x="10213" y="494"/>
                  </a:lnTo>
                  <a:lnTo>
                    <a:pt x="10173" y="494"/>
                  </a:lnTo>
                  <a:lnTo>
                    <a:pt x="10114" y="514"/>
                  </a:lnTo>
                  <a:lnTo>
                    <a:pt x="10074" y="514"/>
                  </a:lnTo>
                  <a:lnTo>
                    <a:pt x="10055" y="494"/>
                  </a:lnTo>
                  <a:lnTo>
                    <a:pt x="10055" y="474"/>
                  </a:lnTo>
                  <a:lnTo>
                    <a:pt x="10035" y="454"/>
                  </a:lnTo>
                  <a:lnTo>
                    <a:pt x="10015" y="454"/>
                  </a:lnTo>
                  <a:lnTo>
                    <a:pt x="10015" y="474"/>
                  </a:lnTo>
                  <a:lnTo>
                    <a:pt x="10015" y="494"/>
                  </a:lnTo>
                  <a:lnTo>
                    <a:pt x="10035" y="494"/>
                  </a:lnTo>
                  <a:lnTo>
                    <a:pt x="9976" y="553"/>
                  </a:lnTo>
                  <a:lnTo>
                    <a:pt x="9936" y="593"/>
                  </a:lnTo>
                  <a:lnTo>
                    <a:pt x="9916" y="652"/>
                  </a:lnTo>
                  <a:lnTo>
                    <a:pt x="9857" y="711"/>
                  </a:lnTo>
                  <a:lnTo>
                    <a:pt x="9778" y="731"/>
                  </a:lnTo>
                  <a:lnTo>
                    <a:pt x="9778" y="731"/>
                  </a:lnTo>
                  <a:lnTo>
                    <a:pt x="9798" y="691"/>
                  </a:lnTo>
                  <a:lnTo>
                    <a:pt x="9798" y="672"/>
                  </a:lnTo>
                  <a:lnTo>
                    <a:pt x="9778" y="652"/>
                  </a:lnTo>
                  <a:lnTo>
                    <a:pt x="9758" y="652"/>
                  </a:lnTo>
                  <a:lnTo>
                    <a:pt x="9719" y="691"/>
                  </a:lnTo>
                  <a:lnTo>
                    <a:pt x="9600" y="691"/>
                  </a:lnTo>
                  <a:lnTo>
                    <a:pt x="9561" y="711"/>
                  </a:lnTo>
                  <a:lnTo>
                    <a:pt x="9600" y="711"/>
                  </a:lnTo>
                  <a:lnTo>
                    <a:pt x="9600" y="770"/>
                  </a:lnTo>
                  <a:lnTo>
                    <a:pt x="9541" y="790"/>
                  </a:lnTo>
                  <a:lnTo>
                    <a:pt x="9521" y="790"/>
                  </a:lnTo>
                  <a:lnTo>
                    <a:pt x="9502" y="770"/>
                  </a:lnTo>
                  <a:lnTo>
                    <a:pt x="9482" y="770"/>
                  </a:lnTo>
                  <a:lnTo>
                    <a:pt x="9344" y="830"/>
                  </a:lnTo>
                  <a:lnTo>
                    <a:pt x="9225" y="869"/>
                  </a:lnTo>
                  <a:lnTo>
                    <a:pt x="9126" y="909"/>
                  </a:lnTo>
                  <a:lnTo>
                    <a:pt x="9028" y="968"/>
                  </a:lnTo>
                  <a:lnTo>
                    <a:pt x="9126" y="988"/>
                  </a:lnTo>
                  <a:lnTo>
                    <a:pt x="9126" y="928"/>
                  </a:lnTo>
                  <a:lnTo>
                    <a:pt x="9166" y="948"/>
                  </a:lnTo>
                  <a:lnTo>
                    <a:pt x="9166" y="988"/>
                  </a:lnTo>
                  <a:lnTo>
                    <a:pt x="9146" y="1067"/>
                  </a:lnTo>
                  <a:lnTo>
                    <a:pt x="9107" y="1086"/>
                  </a:lnTo>
                  <a:lnTo>
                    <a:pt x="9067" y="1086"/>
                  </a:lnTo>
                  <a:lnTo>
                    <a:pt x="9067" y="1067"/>
                  </a:lnTo>
                  <a:lnTo>
                    <a:pt x="9008" y="1146"/>
                  </a:lnTo>
                  <a:lnTo>
                    <a:pt x="9047" y="1146"/>
                  </a:lnTo>
                  <a:lnTo>
                    <a:pt x="9047" y="1165"/>
                  </a:lnTo>
                  <a:lnTo>
                    <a:pt x="8949" y="1165"/>
                  </a:lnTo>
                  <a:lnTo>
                    <a:pt x="8968" y="1146"/>
                  </a:lnTo>
                  <a:lnTo>
                    <a:pt x="8909" y="1185"/>
                  </a:lnTo>
                  <a:lnTo>
                    <a:pt x="8889" y="1205"/>
                  </a:lnTo>
                  <a:lnTo>
                    <a:pt x="8889" y="1225"/>
                  </a:lnTo>
                  <a:lnTo>
                    <a:pt x="8850" y="1244"/>
                  </a:lnTo>
                  <a:lnTo>
                    <a:pt x="8850" y="1205"/>
                  </a:lnTo>
                  <a:lnTo>
                    <a:pt x="8889" y="1126"/>
                  </a:lnTo>
                  <a:lnTo>
                    <a:pt x="8850" y="1146"/>
                  </a:lnTo>
                  <a:lnTo>
                    <a:pt x="8830" y="1126"/>
                  </a:lnTo>
                  <a:lnTo>
                    <a:pt x="8830" y="1106"/>
                  </a:lnTo>
                  <a:lnTo>
                    <a:pt x="8830" y="1086"/>
                  </a:lnTo>
                  <a:lnTo>
                    <a:pt x="8751" y="1146"/>
                  </a:lnTo>
                  <a:lnTo>
                    <a:pt x="8751" y="1146"/>
                  </a:lnTo>
                  <a:lnTo>
                    <a:pt x="8771" y="1086"/>
                  </a:lnTo>
                  <a:lnTo>
                    <a:pt x="8771" y="1086"/>
                  </a:lnTo>
                  <a:lnTo>
                    <a:pt x="8731" y="1106"/>
                  </a:lnTo>
                  <a:lnTo>
                    <a:pt x="8692" y="1126"/>
                  </a:lnTo>
                  <a:lnTo>
                    <a:pt x="8672" y="1146"/>
                  </a:lnTo>
                  <a:lnTo>
                    <a:pt x="8633" y="1146"/>
                  </a:lnTo>
                  <a:lnTo>
                    <a:pt x="8633" y="1205"/>
                  </a:lnTo>
                  <a:lnTo>
                    <a:pt x="8475" y="1244"/>
                  </a:lnTo>
                  <a:lnTo>
                    <a:pt x="8336" y="1304"/>
                  </a:lnTo>
                  <a:lnTo>
                    <a:pt x="8376" y="1323"/>
                  </a:lnTo>
                  <a:lnTo>
                    <a:pt x="8336" y="1363"/>
                  </a:lnTo>
                  <a:lnTo>
                    <a:pt x="8237" y="1363"/>
                  </a:lnTo>
                  <a:lnTo>
                    <a:pt x="8158" y="1402"/>
                  </a:lnTo>
                  <a:lnTo>
                    <a:pt x="8079" y="1481"/>
                  </a:lnTo>
                  <a:lnTo>
                    <a:pt x="8079" y="1521"/>
                  </a:lnTo>
                  <a:lnTo>
                    <a:pt x="8079" y="1541"/>
                  </a:lnTo>
                  <a:lnTo>
                    <a:pt x="8060" y="1560"/>
                  </a:lnTo>
                  <a:lnTo>
                    <a:pt x="8040" y="1580"/>
                  </a:lnTo>
                  <a:lnTo>
                    <a:pt x="8000" y="1560"/>
                  </a:lnTo>
                  <a:lnTo>
                    <a:pt x="7941" y="1639"/>
                  </a:lnTo>
                  <a:lnTo>
                    <a:pt x="7902" y="1679"/>
                  </a:lnTo>
                  <a:lnTo>
                    <a:pt x="7862" y="1699"/>
                  </a:lnTo>
                  <a:lnTo>
                    <a:pt x="7862" y="1699"/>
                  </a:lnTo>
                  <a:lnTo>
                    <a:pt x="7941" y="1600"/>
                  </a:lnTo>
                  <a:lnTo>
                    <a:pt x="7902" y="1600"/>
                  </a:lnTo>
                  <a:lnTo>
                    <a:pt x="7862" y="1620"/>
                  </a:lnTo>
                  <a:lnTo>
                    <a:pt x="7803" y="1659"/>
                  </a:lnTo>
                  <a:lnTo>
                    <a:pt x="7763" y="1679"/>
                  </a:lnTo>
                  <a:lnTo>
                    <a:pt x="7586" y="1916"/>
                  </a:lnTo>
                  <a:lnTo>
                    <a:pt x="7605" y="1936"/>
                  </a:lnTo>
                  <a:lnTo>
                    <a:pt x="7625" y="1975"/>
                  </a:lnTo>
                  <a:lnTo>
                    <a:pt x="7625" y="2015"/>
                  </a:lnTo>
                  <a:lnTo>
                    <a:pt x="7605" y="2074"/>
                  </a:lnTo>
                  <a:lnTo>
                    <a:pt x="7586" y="2054"/>
                  </a:lnTo>
                  <a:lnTo>
                    <a:pt x="7546" y="2074"/>
                  </a:lnTo>
                  <a:lnTo>
                    <a:pt x="7447" y="2094"/>
                  </a:lnTo>
                  <a:lnTo>
                    <a:pt x="7447" y="2074"/>
                  </a:lnTo>
                  <a:lnTo>
                    <a:pt x="7408" y="2074"/>
                  </a:lnTo>
                  <a:lnTo>
                    <a:pt x="7388" y="2054"/>
                  </a:lnTo>
                  <a:lnTo>
                    <a:pt x="7408" y="2035"/>
                  </a:lnTo>
                  <a:lnTo>
                    <a:pt x="7487" y="2035"/>
                  </a:lnTo>
                  <a:lnTo>
                    <a:pt x="7507" y="2015"/>
                  </a:lnTo>
                  <a:lnTo>
                    <a:pt x="7309" y="2015"/>
                  </a:lnTo>
                  <a:lnTo>
                    <a:pt x="7329" y="1975"/>
                  </a:lnTo>
                  <a:lnTo>
                    <a:pt x="7368" y="1936"/>
                  </a:lnTo>
                  <a:lnTo>
                    <a:pt x="7368" y="1975"/>
                  </a:lnTo>
                  <a:lnTo>
                    <a:pt x="7408" y="1936"/>
                  </a:lnTo>
                  <a:lnTo>
                    <a:pt x="7388" y="1916"/>
                  </a:lnTo>
                  <a:lnTo>
                    <a:pt x="7329" y="1896"/>
                  </a:lnTo>
                  <a:lnTo>
                    <a:pt x="7309" y="1877"/>
                  </a:lnTo>
                  <a:lnTo>
                    <a:pt x="7270" y="1916"/>
                  </a:lnTo>
                  <a:lnTo>
                    <a:pt x="7250" y="1936"/>
                  </a:lnTo>
                  <a:lnTo>
                    <a:pt x="7270" y="1956"/>
                  </a:lnTo>
                  <a:lnTo>
                    <a:pt x="7191" y="1956"/>
                  </a:lnTo>
                  <a:lnTo>
                    <a:pt x="7131" y="1995"/>
                  </a:lnTo>
                  <a:lnTo>
                    <a:pt x="7072" y="2054"/>
                  </a:lnTo>
                  <a:lnTo>
                    <a:pt x="7052" y="2074"/>
                  </a:lnTo>
                  <a:lnTo>
                    <a:pt x="7013" y="2074"/>
                  </a:lnTo>
                  <a:lnTo>
                    <a:pt x="7033" y="2094"/>
                  </a:lnTo>
                  <a:lnTo>
                    <a:pt x="7052" y="2094"/>
                  </a:lnTo>
                  <a:lnTo>
                    <a:pt x="7033" y="2114"/>
                  </a:lnTo>
                  <a:lnTo>
                    <a:pt x="6993" y="2153"/>
                  </a:lnTo>
                  <a:lnTo>
                    <a:pt x="6973" y="2153"/>
                  </a:lnTo>
                  <a:lnTo>
                    <a:pt x="6914" y="2133"/>
                  </a:lnTo>
                  <a:lnTo>
                    <a:pt x="6875" y="2193"/>
                  </a:lnTo>
                  <a:lnTo>
                    <a:pt x="6835" y="2212"/>
                  </a:lnTo>
                  <a:lnTo>
                    <a:pt x="6835" y="2252"/>
                  </a:lnTo>
                  <a:lnTo>
                    <a:pt x="6855" y="2272"/>
                  </a:lnTo>
                  <a:lnTo>
                    <a:pt x="6875" y="2291"/>
                  </a:lnTo>
                  <a:lnTo>
                    <a:pt x="6875" y="2331"/>
                  </a:lnTo>
                  <a:lnTo>
                    <a:pt x="6855" y="2370"/>
                  </a:lnTo>
                  <a:lnTo>
                    <a:pt x="6815" y="2390"/>
                  </a:lnTo>
                  <a:lnTo>
                    <a:pt x="6776" y="2410"/>
                  </a:lnTo>
                  <a:lnTo>
                    <a:pt x="6736" y="2430"/>
                  </a:lnTo>
                  <a:lnTo>
                    <a:pt x="6717" y="2410"/>
                  </a:lnTo>
                  <a:lnTo>
                    <a:pt x="6736" y="2390"/>
                  </a:lnTo>
                  <a:lnTo>
                    <a:pt x="6796" y="2351"/>
                  </a:lnTo>
                  <a:lnTo>
                    <a:pt x="6638" y="2449"/>
                  </a:lnTo>
                  <a:lnTo>
                    <a:pt x="6618" y="2449"/>
                  </a:lnTo>
                  <a:lnTo>
                    <a:pt x="6618" y="2430"/>
                  </a:lnTo>
                  <a:lnTo>
                    <a:pt x="6697" y="2370"/>
                  </a:lnTo>
                  <a:lnTo>
                    <a:pt x="6638" y="2390"/>
                  </a:lnTo>
                  <a:lnTo>
                    <a:pt x="6578" y="2430"/>
                  </a:lnTo>
                  <a:lnTo>
                    <a:pt x="6559" y="2469"/>
                  </a:lnTo>
                  <a:lnTo>
                    <a:pt x="6539" y="2509"/>
                  </a:lnTo>
                  <a:lnTo>
                    <a:pt x="6480" y="2528"/>
                  </a:lnTo>
                  <a:lnTo>
                    <a:pt x="6440" y="2548"/>
                  </a:lnTo>
                  <a:lnTo>
                    <a:pt x="6440" y="2528"/>
                  </a:lnTo>
                  <a:lnTo>
                    <a:pt x="6440" y="2469"/>
                  </a:lnTo>
                  <a:lnTo>
                    <a:pt x="6440" y="2430"/>
                  </a:lnTo>
                  <a:lnTo>
                    <a:pt x="6480" y="2410"/>
                  </a:lnTo>
                  <a:lnTo>
                    <a:pt x="6519" y="2390"/>
                  </a:lnTo>
                  <a:lnTo>
                    <a:pt x="6519" y="2410"/>
                  </a:lnTo>
                  <a:lnTo>
                    <a:pt x="6519" y="2430"/>
                  </a:lnTo>
                  <a:lnTo>
                    <a:pt x="6559" y="2430"/>
                  </a:lnTo>
                  <a:lnTo>
                    <a:pt x="6539" y="2390"/>
                  </a:lnTo>
                  <a:lnTo>
                    <a:pt x="6578" y="2390"/>
                  </a:lnTo>
                  <a:lnTo>
                    <a:pt x="6598" y="2370"/>
                  </a:lnTo>
                  <a:lnTo>
                    <a:pt x="6638" y="2311"/>
                  </a:lnTo>
                  <a:lnTo>
                    <a:pt x="6657" y="2331"/>
                  </a:lnTo>
                  <a:lnTo>
                    <a:pt x="6638" y="2351"/>
                  </a:lnTo>
                  <a:lnTo>
                    <a:pt x="6736" y="2291"/>
                  </a:lnTo>
                  <a:lnTo>
                    <a:pt x="6776" y="2272"/>
                  </a:lnTo>
                  <a:lnTo>
                    <a:pt x="6796" y="2212"/>
                  </a:lnTo>
                  <a:lnTo>
                    <a:pt x="6717" y="2252"/>
                  </a:lnTo>
                  <a:lnTo>
                    <a:pt x="6618" y="2291"/>
                  </a:lnTo>
                  <a:lnTo>
                    <a:pt x="6559" y="2351"/>
                  </a:lnTo>
                  <a:lnTo>
                    <a:pt x="6499" y="2351"/>
                  </a:lnTo>
                  <a:lnTo>
                    <a:pt x="6341" y="2509"/>
                  </a:lnTo>
                  <a:lnTo>
                    <a:pt x="6381" y="2528"/>
                  </a:lnTo>
                  <a:lnTo>
                    <a:pt x="6401" y="2548"/>
                  </a:lnTo>
                  <a:lnTo>
                    <a:pt x="6401" y="2588"/>
                  </a:lnTo>
                  <a:lnTo>
                    <a:pt x="6361" y="2568"/>
                  </a:lnTo>
                  <a:lnTo>
                    <a:pt x="6302" y="2568"/>
                  </a:lnTo>
                  <a:lnTo>
                    <a:pt x="6203" y="2588"/>
                  </a:lnTo>
                  <a:lnTo>
                    <a:pt x="6223" y="2607"/>
                  </a:lnTo>
                  <a:lnTo>
                    <a:pt x="6203" y="2627"/>
                  </a:lnTo>
                  <a:lnTo>
                    <a:pt x="6183" y="2667"/>
                  </a:lnTo>
                  <a:lnTo>
                    <a:pt x="6164" y="2706"/>
                  </a:lnTo>
                  <a:lnTo>
                    <a:pt x="6164" y="2726"/>
                  </a:lnTo>
                  <a:lnTo>
                    <a:pt x="6183" y="2706"/>
                  </a:lnTo>
                  <a:lnTo>
                    <a:pt x="6243" y="2706"/>
                  </a:lnTo>
                  <a:lnTo>
                    <a:pt x="6203" y="2746"/>
                  </a:lnTo>
                  <a:lnTo>
                    <a:pt x="6223" y="2746"/>
                  </a:lnTo>
                  <a:lnTo>
                    <a:pt x="6223" y="2765"/>
                  </a:lnTo>
                  <a:lnTo>
                    <a:pt x="6223" y="2785"/>
                  </a:lnTo>
                  <a:lnTo>
                    <a:pt x="6164" y="2805"/>
                  </a:lnTo>
                  <a:lnTo>
                    <a:pt x="6144" y="2805"/>
                  </a:lnTo>
                  <a:lnTo>
                    <a:pt x="6124" y="2785"/>
                  </a:lnTo>
                  <a:lnTo>
                    <a:pt x="6065" y="2805"/>
                  </a:lnTo>
                  <a:lnTo>
                    <a:pt x="6065" y="2805"/>
                  </a:lnTo>
                  <a:lnTo>
                    <a:pt x="6104" y="2726"/>
                  </a:lnTo>
                  <a:lnTo>
                    <a:pt x="6183" y="2627"/>
                  </a:lnTo>
                  <a:lnTo>
                    <a:pt x="6164" y="2607"/>
                  </a:lnTo>
                  <a:lnTo>
                    <a:pt x="6144" y="2627"/>
                  </a:lnTo>
                  <a:lnTo>
                    <a:pt x="6085" y="2647"/>
                  </a:lnTo>
                  <a:lnTo>
                    <a:pt x="6085" y="2667"/>
                  </a:lnTo>
                  <a:lnTo>
                    <a:pt x="6085" y="2686"/>
                  </a:lnTo>
                  <a:lnTo>
                    <a:pt x="6085" y="2706"/>
                  </a:lnTo>
                  <a:lnTo>
                    <a:pt x="6104" y="2706"/>
                  </a:lnTo>
                  <a:lnTo>
                    <a:pt x="5966" y="2844"/>
                  </a:lnTo>
                  <a:lnTo>
                    <a:pt x="5887" y="2923"/>
                  </a:lnTo>
                  <a:lnTo>
                    <a:pt x="5808" y="2983"/>
                  </a:lnTo>
                  <a:lnTo>
                    <a:pt x="5808" y="2963"/>
                  </a:lnTo>
                  <a:lnTo>
                    <a:pt x="5828" y="2923"/>
                  </a:lnTo>
                  <a:lnTo>
                    <a:pt x="5887" y="2864"/>
                  </a:lnTo>
                  <a:lnTo>
                    <a:pt x="5927" y="2805"/>
                  </a:lnTo>
                  <a:lnTo>
                    <a:pt x="5927" y="2765"/>
                  </a:lnTo>
                  <a:lnTo>
                    <a:pt x="5907" y="2746"/>
                  </a:lnTo>
                  <a:lnTo>
                    <a:pt x="5867" y="2785"/>
                  </a:lnTo>
                  <a:lnTo>
                    <a:pt x="5847" y="2805"/>
                  </a:lnTo>
                  <a:lnTo>
                    <a:pt x="5847" y="2825"/>
                  </a:lnTo>
                  <a:lnTo>
                    <a:pt x="5808" y="2844"/>
                  </a:lnTo>
                  <a:lnTo>
                    <a:pt x="5768" y="2864"/>
                  </a:lnTo>
                  <a:lnTo>
                    <a:pt x="5709" y="2884"/>
                  </a:lnTo>
                  <a:lnTo>
                    <a:pt x="5591" y="2983"/>
                  </a:lnTo>
                  <a:lnTo>
                    <a:pt x="5630" y="2983"/>
                  </a:lnTo>
                  <a:lnTo>
                    <a:pt x="5610" y="3002"/>
                  </a:lnTo>
                  <a:lnTo>
                    <a:pt x="5571" y="3022"/>
                  </a:lnTo>
                  <a:lnTo>
                    <a:pt x="5512" y="3062"/>
                  </a:lnTo>
                  <a:lnTo>
                    <a:pt x="5512" y="3042"/>
                  </a:lnTo>
                  <a:lnTo>
                    <a:pt x="5492" y="3062"/>
                  </a:lnTo>
                  <a:lnTo>
                    <a:pt x="5472" y="3062"/>
                  </a:lnTo>
                  <a:lnTo>
                    <a:pt x="5433" y="3101"/>
                  </a:lnTo>
                  <a:lnTo>
                    <a:pt x="5393" y="3141"/>
                  </a:lnTo>
                  <a:lnTo>
                    <a:pt x="5452" y="3141"/>
                  </a:lnTo>
                  <a:lnTo>
                    <a:pt x="5452" y="3160"/>
                  </a:lnTo>
                  <a:lnTo>
                    <a:pt x="5393" y="3220"/>
                  </a:lnTo>
                  <a:lnTo>
                    <a:pt x="5334" y="3259"/>
                  </a:lnTo>
                  <a:lnTo>
                    <a:pt x="5275" y="3318"/>
                  </a:lnTo>
                  <a:lnTo>
                    <a:pt x="5215" y="3358"/>
                  </a:lnTo>
                  <a:lnTo>
                    <a:pt x="5255" y="3358"/>
                  </a:lnTo>
                  <a:lnTo>
                    <a:pt x="5235" y="3378"/>
                  </a:lnTo>
                  <a:lnTo>
                    <a:pt x="5196" y="3397"/>
                  </a:lnTo>
                  <a:lnTo>
                    <a:pt x="5136" y="3437"/>
                  </a:lnTo>
                  <a:lnTo>
                    <a:pt x="5097" y="3457"/>
                  </a:lnTo>
                  <a:lnTo>
                    <a:pt x="5097" y="3437"/>
                  </a:lnTo>
                  <a:lnTo>
                    <a:pt x="5097" y="3417"/>
                  </a:lnTo>
                  <a:lnTo>
                    <a:pt x="5117" y="3378"/>
                  </a:lnTo>
                  <a:lnTo>
                    <a:pt x="5117" y="3358"/>
                  </a:lnTo>
                  <a:lnTo>
                    <a:pt x="5097" y="3358"/>
                  </a:lnTo>
                  <a:lnTo>
                    <a:pt x="5077" y="3397"/>
                  </a:lnTo>
                  <a:lnTo>
                    <a:pt x="5038" y="3437"/>
                  </a:lnTo>
                  <a:lnTo>
                    <a:pt x="4978" y="3496"/>
                  </a:lnTo>
                  <a:lnTo>
                    <a:pt x="4978" y="3476"/>
                  </a:lnTo>
                  <a:lnTo>
                    <a:pt x="4998" y="3476"/>
                  </a:lnTo>
                  <a:lnTo>
                    <a:pt x="4998" y="3437"/>
                  </a:lnTo>
                  <a:lnTo>
                    <a:pt x="4978" y="3457"/>
                  </a:lnTo>
                  <a:lnTo>
                    <a:pt x="4939" y="3476"/>
                  </a:lnTo>
                  <a:lnTo>
                    <a:pt x="4919" y="3516"/>
                  </a:lnTo>
                  <a:lnTo>
                    <a:pt x="4880" y="3536"/>
                  </a:lnTo>
                  <a:lnTo>
                    <a:pt x="4880" y="3536"/>
                  </a:lnTo>
                  <a:lnTo>
                    <a:pt x="4919" y="3476"/>
                  </a:lnTo>
                  <a:lnTo>
                    <a:pt x="4919" y="3457"/>
                  </a:lnTo>
                  <a:lnTo>
                    <a:pt x="4880" y="3437"/>
                  </a:lnTo>
                  <a:lnTo>
                    <a:pt x="4880" y="3496"/>
                  </a:lnTo>
                  <a:lnTo>
                    <a:pt x="4820" y="3496"/>
                  </a:lnTo>
                  <a:lnTo>
                    <a:pt x="4820" y="3516"/>
                  </a:lnTo>
                  <a:lnTo>
                    <a:pt x="4820" y="3536"/>
                  </a:lnTo>
                  <a:lnTo>
                    <a:pt x="4801" y="3555"/>
                  </a:lnTo>
                  <a:lnTo>
                    <a:pt x="4761" y="3555"/>
                  </a:lnTo>
                  <a:lnTo>
                    <a:pt x="4722" y="3575"/>
                  </a:lnTo>
                  <a:lnTo>
                    <a:pt x="4702" y="3595"/>
                  </a:lnTo>
                  <a:lnTo>
                    <a:pt x="4662" y="3634"/>
                  </a:lnTo>
                  <a:lnTo>
                    <a:pt x="4702" y="3634"/>
                  </a:lnTo>
                  <a:lnTo>
                    <a:pt x="4741" y="3654"/>
                  </a:lnTo>
                  <a:lnTo>
                    <a:pt x="4741" y="3674"/>
                  </a:lnTo>
                  <a:lnTo>
                    <a:pt x="4702" y="3713"/>
                  </a:lnTo>
                  <a:lnTo>
                    <a:pt x="4583" y="3792"/>
                  </a:lnTo>
                  <a:lnTo>
                    <a:pt x="4544" y="3812"/>
                  </a:lnTo>
                  <a:lnTo>
                    <a:pt x="4485" y="3812"/>
                  </a:lnTo>
                  <a:lnTo>
                    <a:pt x="4445" y="3871"/>
                  </a:lnTo>
                  <a:lnTo>
                    <a:pt x="4445" y="3852"/>
                  </a:lnTo>
                  <a:lnTo>
                    <a:pt x="4406" y="3852"/>
                  </a:lnTo>
                  <a:lnTo>
                    <a:pt x="4346" y="3891"/>
                  </a:lnTo>
                  <a:lnTo>
                    <a:pt x="4346" y="3871"/>
                  </a:lnTo>
                  <a:lnTo>
                    <a:pt x="4366" y="3871"/>
                  </a:lnTo>
                  <a:lnTo>
                    <a:pt x="4406" y="3832"/>
                  </a:lnTo>
                  <a:lnTo>
                    <a:pt x="4445" y="3792"/>
                  </a:lnTo>
                  <a:lnTo>
                    <a:pt x="4465" y="3773"/>
                  </a:lnTo>
                  <a:lnTo>
                    <a:pt x="4445" y="3733"/>
                  </a:lnTo>
                  <a:lnTo>
                    <a:pt x="4406" y="3753"/>
                  </a:lnTo>
                  <a:lnTo>
                    <a:pt x="4406" y="3694"/>
                  </a:lnTo>
                  <a:lnTo>
                    <a:pt x="4386" y="3733"/>
                  </a:lnTo>
                  <a:lnTo>
                    <a:pt x="4386" y="3753"/>
                  </a:lnTo>
                  <a:lnTo>
                    <a:pt x="4406" y="3773"/>
                  </a:lnTo>
                  <a:lnTo>
                    <a:pt x="4406" y="3812"/>
                  </a:lnTo>
                  <a:lnTo>
                    <a:pt x="4386" y="3812"/>
                  </a:lnTo>
                  <a:lnTo>
                    <a:pt x="4346" y="3832"/>
                  </a:lnTo>
                  <a:lnTo>
                    <a:pt x="4307" y="3832"/>
                  </a:lnTo>
                  <a:lnTo>
                    <a:pt x="4307" y="3812"/>
                  </a:lnTo>
                  <a:lnTo>
                    <a:pt x="4267" y="3832"/>
                  </a:lnTo>
                  <a:lnTo>
                    <a:pt x="4248" y="3871"/>
                  </a:lnTo>
                  <a:lnTo>
                    <a:pt x="4248" y="3891"/>
                  </a:lnTo>
                  <a:lnTo>
                    <a:pt x="4208" y="3911"/>
                  </a:lnTo>
                  <a:lnTo>
                    <a:pt x="4208" y="3871"/>
                  </a:lnTo>
                  <a:lnTo>
                    <a:pt x="4188" y="3832"/>
                  </a:lnTo>
                  <a:lnTo>
                    <a:pt x="4188" y="3852"/>
                  </a:lnTo>
                  <a:lnTo>
                    <a:pt x="4169" y="3852"/>
                  </a:lnTo>
                  <a:lnTo>
                    <a:pt x="4109" y="3871"/>
                  </a:lnTo>
                  <a:lnTo>
                    <a:pt x="4129" y="3891"/>
                  </a:lnTo>
                  <a:lnTo>
                    <a:pt x="4149" y="3891"/>
                  </a:lnTo>
                  <a:lnTo>
                    <a:pt x="4169" y="3871"/>
                  </a:lnTo>
                  <a:lnTo>
                    <a:pt x="4149" y="3911"/>
                  </a:lnTo>
                  <a:lnTo>
                    <a:pt x="4109" y="3931"/>
                  </a:lnTo>
                  <a:lnTo>
                    <a:pt x="4070" y="3950"/>
                  </a:lnTo>
                  <a:lnTo>
                    <a:pt x="4070" y="3970"/>
                  </a:lnTo>
                  <a:lnTo>
                    <a:pt x="4030" y="3970"/>
                  </a:lnTo>
                  <a:lnTo>
                    <a:pt x="3991" y="3990"/>
                  </a:lnTo>
                  <a:lnTo>
                    <a:pt x="4011" y="3990"/>
                  </a:lnTo>
                  <a:lnTo>
                    <a:pt x="4030" y="4010"/>
                  </a:lnTo>
                  <a:lnTo>
                    <a:pt x="3971" y="4069"/>
                  </a:lnTo>
                  <a:lnTo>
                    <a:pt x="3892" y="4109"/>
                  </a:lnTo>
                  <a:lnTo>
                    <a:pt x="3793" y="4168"/>
                  </a:lnTo>
                  <a:lnTo>
                    <a:pt x="3714" y="4247"/>
                  </a:lnTo>
                  <a:lnTo>
                    <a:pt x="3675" y="4247"/>
                  </a:lnTo>
                  <a:lnTo>
                    <a:pt x="3675" y="4207"/>
                  </a:lnTo>
                  <a:lnTo>
                    <a:pt x="3655" y="4188"/>
                  </a:lnTo>
                  <a:lnTo>
                    <a:pt x="3754" y="4128"/>
                  </a:lnTo>
                  <a:lnTo>
                    <a:pt x="3793" y="4109"/>
                  </a:lnTo>
                  <a:lnTo>
                    <a:pt x="3853" y="4069"/>
                  </a:lnTo>
                  <a:lnTo>
                    <a:pt x="3695" y="4148"/>
                  </a:lnTo>
                  <a:lnTo>
                    <a:pt x="3616" y="4207"/>
                  </a:lnTo>
                  <a:lnTo>
                    <a:pt x="3576" y="4247"/>
                  </a:lnTo>
                  <a:lnTo>
                    <a:pt x="3517" y="4267"/>
                  </a:lnTo>
                  <a:lnTo>
                    <a:pt x="3398" y="4267"/>
                  </a:lnTo>
                  <a:lnTo>
                    <a:pt x="3319" y="4306"/>
                  </a:lnTo>
                  <a:lnTo>
                    <a:pt x="3359" y="4326"/>
                  </a:lnTo>
                  <a:lnTo>
                    <a:pt x="3398" y="4326"/>
                  </a:lnTo>
                  <a:lnTo>
                    <a:pt x="3359" y="4346"/>
                  </a:lnTo>
                  <a:lnTo>
                    <a:pt x="3299" y="4385"/>
                  </a:lnTo>
                  <a:lnTo>
                    <a:pt x="3339" y="4385"/>
                  </a:lnTo>
                  <a:lnTo>
                    <a:pt x="3339" y="4405"/>
                  </a:lnTo>
                  <a:lnTo>
                    <a:pt x="3339" y="4425"/>
                  </a:lnTo>
                  <a:lnTo>
                    <a:pt x="3280" y="4425"/>
                  </a:lnTo>
                  <a:lnTo>
                    <a:pt x="3280" y="4405"/>
                  </a:lnTo>
                  <a:lnTo>
                    <a:pt x="3220" y="4444"/>
                  </a:lnTo>
                  <a:lnTo>
                    <a:pt x="3181" y="4425"/>
                  </a:lnTo>
                  <a:lnTo>
                    <a:pt x="3141" y="4425"/>
                  </a:lnTo>
                  <a:lnTo>
                    <a:pt x="3102" y="4484"/>
                  </a:lnTo>
                  <a:lnTo>
                    <a:pt x="3122" y="4484"/>
                  </a:lnTo>
                  <a:lnTo>
                    <a:pt x="3161" y="4464"/>
                  </a:lnTo>
                  <a:lnTo>
                    <a:pt x="3161" y="4484"/>
                  </a:lnTo>
                  <a:lnTo>
                    <a:pt x="3161" y="4504"/>
                  </a:lnTo>
                  <a:lnTo>
                    <a:pt x="3102" y="4563"/>
                  </a:lnTo>
                  <a:lnTo>
                    <a:pt x="3082" y="4563"/>
                  </a:lnTo>
                  <a:lnTo>
                    <a:pt x="3043" y="4602"/>
                  </a:lnTo>
                  <a:lnTo>
                    <a:pt x="3043" y="4583"/>
                  </a:lnTo>
                  <a:lnTo>
                    <a:pt x="3062" y="4563"/>
                  </a:lnTo>
                  <a:lnTo>
                    <a:pt x="3082" y="4543"/>
                  </a:lnTo>
                  <a:lnTo>
                    <a:pt x="3102" y="4504"/>
                  </a:lnTo>
                  <a:lnTo>
                    <a:pt x="3023" y="4543"/>
                  </a:lnTo>
                  <a:lnTo>
                    <a:pt x="3043" y="4543"/>
                  </a:lnTo>
                  <a:lnTo>
                    <a:pt x="2983" y="4622"/>
                  </a:lnTo>
                  <a:lnTo>
                    <a:pt x="3023" y="4622"/>
                  </a:lnTo>
                  <a:lnTo>
                    <a:pt x="3023" y="4662"/>
                  </a:lnTo>
                  <a:lnTo>
                    <a:pt x="3003" y="4681"/>
                  </a:lnTo>
                  <a:lnTo>
                    <a:pt x="2904" y="4701"/>
                  </a:lnTo>
                  <a:lnTo>
                    <a:pt x="2885" y="4701"/>
                  </a:lnTo>
                  <a:lnTo>
                    <a:pt x="2865" y="4681"/>
                  </a:lnTo>
                  <a:lnTo>
                    <a:pt x="2865" y="4721"/>
                  </a:lnTo>
                  <a:lnTo>
                    <a:pt x="2825" y="4741"/>
                  </a:lnTo>
                  <a:lnTo>
                    <a:pt x="2746" y="4800"/>
                  </a:lnTo>
                  <a:lnTo>
                    <a:pt x="2786" y="4800"/>
                  </a:lnTo>
                  <a:lnTo>
                    <a:pt x="2786" y="4820"/>
                  </a:lnTo>
                  <a:lnTo>
                    <a:pt x="2766" y="4859"/>
                  </a:lnTo>
                  <a:lnTo>
                    <a:pt x="2648" y="4879"/>
                  </a:lnTo>
                  <a:lnTo>
                    <a:pt x="2687" y="4839"/>
                  </a:lnTo>
                  <a:lnTo>
                    <a:pt x="2667" y="4820"/>
                  </a:lnTo>
                  <a:lnTo>
                    <a:pt x="2648" y="4820"/>
                  </a:lnTo>
                  <a:lnTo>
                    <a:pt x="2628" y="4800"/>
                  </a:lnTo>
                  <a:lnTo>
                    <a:pt x="2648" y="4780"/>
                  </a:lnTo>
                  <a:lnTo>
                    <a:pt x="2667" y="4741"/>
                  </a:lnTo>
                  <a:lnTo>
                    <a:pt x="2746" y="4721"/>
                  </a:lnTo>
                  <a:lnTo>
                    <a:pt x="2667" y="4721"/>
                  </a:lnTo>
                  <a:lnTo>
                    <a:pt x="2628" y="4760"/>
                  </a:lnTo>
                  <a:lnTo>
                    <a:pt x="2588" y="4820"/>
                  </a:lnTo>
                  <a:lnTo>
                    <a:pt x="2569" y="4839"/>
                  </a:lnTo>
                  <a:lnTo>
                    <a:pt x="2529" y="4839"/>
                  </a:lnTo>
                  <a:lnTo>
                    <a:pt x="2529" y="4820"/>
                  </a:lnTo>
                  <a:lnTo>
                    <a:pt x="2529" y="4800"/>
                  </a:lnTo>
                  <a:lnTo>
                    <a:pt x="2490" y="4839"/>
                  </a:lnTo>
                  <a:lnTo>
                    <a:pt x="2430" y="4879"/>
                  </a:lnTo>
                  <a:lnTo>
                    <a:pt x="2470" y="4899"/>
                  </a:lnTo>
                  <a:lnTo>
                    <a:pt x="2470" y="4918"/>
                  </a:lnTo>
                  <a:lnTo>
                    <a:pt x="2450" y="4938"/>
                  </a:lnTo>
                  <a:lnTo>
                    <a:pt x="2371" y="4938"/>
                  </a:lnTo>
                  <a:lnTo>
                    <a:pt x="2332" y="4958"/>
                  </a:lnTo>
                  <a:lnTo>
                    <a:pt x="2312" y="4997"/>
                  </a:lnTo>
                  <a:lnTo>
                    <a:pt x="2332" y="5017"/>
                  </a:lnTo>
                  <a:lnTo>
                    <a:pt x="2292" y="5057"/>
                  </a:lnTo>
                  <a:lnTo>
                    <a:pt x="2371" y="5057"/>
                  </a:lnTo>
                  <a:lnTo>
                    <a:pt x="2351" y="5096"/>
                  </a:lnTo>
                  <a:lnTo>
                    <a:pt x="2332" y="5116"/>
                  </a:lnTo>
                  <a:lnTo>
                    <a:pt x="2371" y="5096"/>
                  </a:lnTo>
                  <a:lnTo>
                    <a:pt x="2391" y="5076"/>
                  </a:lnTo>
                  <a:lnTo>
                    <a:pt x="2411" y="5096"/>
                  </a:lnTo>
                  <a:lnTo>
                    <a:pt x="2391" y="5116"/>
                  </a:lnTo>
                  <a:lnTo>
                    <a:pt x="2351" y="5155"/>
                  </a:lnTo>
                  <a:lnTo>
                    <a:pt x="2332" y="5175"/>
                  </a:lnTo>
                  <a:lnTo>
                    <a:pt x="2233" y="5195"/>
                  </a:lnTo>
                  <a:lnTo>
                    <a:pt x="2154" y="5195"/>
                  </a:lnTo>
                  <a:lnTo>
                    <a:pt x="2154" y="5155"/>
                  </a:lnTo>
                  <a:lnTo>
                    <a:pt x="2174" y="5096"/>
                  </a:lnTo>
                  <a:lnTo>
                    <a:pt x="2193" y="5037"/>
                  </a:lnTo>
                  <a:lnTo>
                    <a:pt x="2193" y="4997"/>
                  </a:lnTo>
                  <a:lnTo>
                    <a:pt x="2174" y="4978"/>
                  </a:lnTo>
                  <a:lnTo>
                    <a:pt x="2016" y="5076"/>
                  </a:lnTo>
                  <a:lnTo>
                    <a:pt x="1956" y="5116"/>
                  </a:lnTo>
                  <a:lnTo>
                    <a:pt x="1877" y="5136"/>
                  </a:lnTo>
                  <a:lnTo>
                    <a:pt x="1858" y="5195"/>
                  </a:lnTo>
                  <a:lnTo>
                    <a:pt x="1838" y="5215"/>
                  </a:lnTo>
                  <a:lnTo>
                    <a:pt x="1858" y="5254"/>
                  </a:lnTo>
                  <a:lnTo>
                    <a:pt x="1877" y="5294"/>
                  </a:lnTo>
                  <a:lnTo>
                    <a:pt x="1838" y="5313"/>
                  </a:lnTo>
                  <a:lnTo>
                    <a:pt x="1798" y="5313"/>
                  </a:lnTo>
                  <a:lnTo>
                    <a:pt x="1838" y="5274"/>
                  </a:lnTo>
                  <a:lnTo>
                    <a:pt x="1838" y="5274"/>
                  </a:lnTo>
                  <a:lnTo>
                    <a:pt x="1719" y="5373"/>
                  </a:lnTo>
                  <a:lnTo>
                    <a:pt x="1581" y="5471"/>
                  </a:lnTo>
                  <a:lnTo>
                    <a:pt x="1561" y="5491"/>
                  </a:lnTo>
                  <a:lnTo>
                    <a:pt x="1561" y="5511"/>
                  </a:lnTo>
                  <a:lnTo>
                    <a:pt x="1601" y="5550"/>
                  </a:lnTo>
                  <a:lnTo>
                    <a:pt x="1542" y="5590"/>
                  </a:lnTo>
                  <a:lnTo>
                    <a:pt x="1561" y="5610"/>
                  </a:lnTo>
                  <a:lnTo>
                    <a:pt x="1561" y="5629"/>
                  </a:lnTo>
                  <a:lnTo>
                    <a:pt x="1522" y="5649"/>
                  </a:lnTo>
                  <a:lnTo>
                    <a:pt x="1463" y="5689"/>
                  </a:lnTo>
                  <a:lnTo>
                    <a:pt x="1463" y="5669"/>
                  </a:lnTo>
                  <a:lnTo>
                    <a:pt x="1463" y="5649"/>
                  </a:lnTo>
                  <a:lnTo>
                    <a:pt x="1384" y="5669"/>
                  </a:lnTo>
                  <a:lnTo>
                    <a:pt x="1344" y="5728"/>
                  </a:lnTo>
                  <a:lnTo>
                    <a:pt x="1344" y="5669"/>
                  </a:lnTo>
                  <a:lnTo>
                    <a:pt x="1344" y="5649"/>
                  </a:lnTo>
                  <a:lnTo>
                    <a:pt x="1384" y="5629"/>
                  </a:lnTo>
                  <a:lnTo>
                    <a:pt x="1364" y="5629"/>
                  </a:lnTo>
                  <a:lnTo>
                    <a:pt x="1305" y="5610"/>
                  </a:lnTo>
                  <a:lnTo>
                    <a:pt x="1285" y="5590"/>
                  </a:lnTo>
                  <a:lnTo>
                    <a:pt x="1265" y="5629"/>
                  </a:lnTo>
                  <a:lnTo>
                    <a:pt x="1324" y="5629"/>
                  </a:lnTo>
                  <a:lnTo>
                    <a:pt x="1285" y="5669"/>
                  </a:lnTo>
                  <a:lnTo>
                    <a:pt x="1226" y="5669"/>
                  </a:lnTo>
                  <a:lnTo>
                    <a:pt x="1166" y="5689"/>
                  </a:lnTo>
                  <a:lnTo>
                    <a:pt x="1068" y="5748"/>
                  </a:lnTo>
                  <a:lnTo>
                    <a:pt x="988" y="5787"/>
                  </a:lnTo>
                  <a:lnTo>
                    <a:pt x="1008" y="5787"/>
                  </a:lnTo>
                  <a:lnTo>
                    <a:pt x="1008" y="5807"/>
                  </a:lnTo>
                  <a:lnTo>
                    <a:pt x="988" y="5847"/>
                  </a:lnTo>
                  <a:lnTo>
                    <a:pt x="988" y="5886"/>
                  </a:lnTo>
                  <a:lnTo>
                    <a:pt x="969" y="5926"/>
                  </a:lnTo>
                  <a:lnTo>
                    <a:pt x="929" y="5965"/>
                  </a:lnTo>
                  <a:lnTo>
                    <a:pt x="949" y="5965"/>
                  </a:lnTo>
                  <a:lnTo>
                    <a:pt x="1008" y="5945"/>
                  </a:lnTo>
                  <a:lnTo>
                    <a:pt x="1087" y="5906"/>
                  </a:lnTo>
                  <a:lnTo>
                    <a:pt x="1107" y="5945"/>
                  </a:lnTo>
                  <a:lnTo>
                    <a:pt x="1147" y="5945"/>
                  </a:lnTo>
                  <a:lnTo>
                    <a:pt x="1107" y="6024"/>
                  </a:lnTo>
                  <a:lnTo>
                    <a:pt x="1068" y="6103"/>
                  </a:lnTo>
                  <a:lnTo>
                    <a:pt x="1048" y="6084"/>
                  </a:lnTo>
                  <a:lnTo>
                    <a:pt x="1048" y="6064"/>
                  </a:lnTo>
                  <a:lnTo>
                    <a:pt x="949" y="6182"/>
                  </a:lnTo>
                  <a:lnTo>
                    <a:pt x="890" y="6163"/>
                  </a:lnTo>
                  <a:lnTo>
                    <a:pt x="890" y="6143"/>
                  </a:lnTo>
                  <a:lnTo>
                    <a:pt x="890" y="6123"/>
                  </a:lnTo>
                  <a:lnTo>
                    <a:pt x="830" y="6163"/>
                  </a:lnTo>
                  <a:lnTo>
                    <a:pt x="771" y="6202"/>
                  </a:lnTo>
                  <a:lnTo>
                    <a:pt x="732" y="6222"/>
                  </a:lnTo>
                  <a:lnTo>
                    <a:pt x="712" y="6222"/>
                  </a:lnTo>
                  <a:lnTo>
                    <a:pt x="692" y="6202"/>
                  </a:lnTo>
                  <a:lnTo>
                    <a:pt x="672" y="6222"/>
                  </a:lnTo>
                  <a:lnTo>
                    <a:pt x="692" y="6242"/>
                  </a:lnTo>
                  <a:lnTo>
                    <a:pt x="751" y="6242"/>
                  </a:lnTo>
                  <a:lnTo>
                    <a:pt x="830" y="6182"/>
                  </a:lnTo>
                  <a:lnTo>
                    <a:pt x="850" y="6202"/>
                  </a:lnTo>
                  <a:lnTo>
                    <a:pt x="830" y="6222"/>
                  </a:lnTo>
                  <a:lnTo>
                    <a:pt x="791" y="6242"/>
                  </a:lnTo>
                  <a:lnTo>
                    <a:pt x="751" y="6261"/>
                  </a:lnTo>
                  <a:lnTo>
                    <a:pt x="751" y="6281"/>
                  </a:lnTo>
                  <a:lnTo>
                    <a:pt x="751" y="6301"/>
                  </a:lnTo>
                  <a:lnTo>
                    <a:pt x="751" y="6340"/>
                  </a:lnTo>
                  <a:lnTo>
                    <a:pt x="732" y="6360"/>
                  </a:lnTo>
                  <a:lnTo>
                    <a:pt x="574" y="6360"/>
                  </a:lnTo>
                  <a:lnTo>
                    <a:pt x="534" y="6380"/>
                  </a:lnTo>
                  <a:lnTo>
                    <a:pt x="574" y="6261"/>
                  </a:lnTo>
                  <a:lnTo>
                    <a:pt x="514" y="6301"/>
                  </a:lnTo>
                  <a:lnTo>
                    <a:pt x="514" y="6222"/>
                  </a:lnTo>
                  <a:lnTo>
                    <a:pt x="534" y="6182"/>
                  </a:lnTo>
                  <a:lnTo>
                    <a:pt x="534" y="6143"/>
                  </a:lnTo>
                  <a:lnTo>
                    <a:pt x="396" y="6202"/>
                  </a:lnTo>
                  <a:lnTo>
                    <a:pt x="317" y="6242"/>
                  </a:lnTo>
                  <a:lnTo>
                    <a:pt x="277" y="6261"/>
                  </a:lnTo>
                  <a:lnTo>
                    <a:pt x="218" y="6242"/>
                  </a:lnTo>
                  <a:lnTo>
                    <a:pt x="198" y="6202"/>
                  </a:lnTo>
                  <a:lnTo>
                    <a:pt x="159" y="6242"/>
                  </a:lnTo>
                  <a:lnTo>
                    <a:pt x="119" y="6261"/>
                  </a:lnTo>
                  <a:lnTo>
                    <a:pt x="1" y="6281"/>
                  </a:lnTo>
                  <a:lnTo>
                    <a:pt x="21" y="6321"/>
                  </a:lnTo>
                  <a:lnTo>
                    <a:pt x="40" y="6340"/>
                  </a:lnTo>
                  <a:lnTo>
                    <a:pt x="40" y="6360"/>
                  </a:lnTo>
                  <a:lnTo>
                    <a:pt x="139" y="6340"/>
                  </a:lnTo>
                  <a:lnTo>
                    <a:pt x="119" y="6360"/>
                  </a:lnTo>
                  <a:lnTo>
                    <a:pt x="100" y="6380"/>
                  </a:lnTo>
                  <a:lnTo>
                    <a:pt x="119" y="6439"/>
                  </a:lnTo>
                  <a:lnTo>
                    <a:pt x="198" y="6400"/>
                  </a:lnTo>
                  <a:lnTo>
                    <a:pt x="198" y="6420"/>
                  </a:lnTo>
                  <a:lnTo>
                    <a:pt x="159" y="6439"/>
                  </a:lnTo>
                  <a:lnTo>
                    <a:pt x="100" y="6479"/>
                  </a:lnTo>
                  <a:lnTo>
                    <a:pt x="238" y="6795"/>
                  </a:lnTo>
                  <a:lnTo>
                    <a:pt x="277" y="6775"/>
                  </a:lnTo>
                  <a:lnTo>
                    <a:pt x="238" y="6815"/>
                  </a:lnTo>
                  <a:lnTo>
                    <a:pt x="277" y="6874"/>
                  </a:lnTo>
                  <a:lnTo>
                    <a:pt x="317" y="6854"/>
                  </a:lnTo>
                  <a:lnTo>
                    <a:pt x="317" y="6834"/>
                  </a:lnTo>
                  <a:lnTo>
                    <a:pt x="435" y="6775"/>
                  </a:lnTo>
                  <a:lnTo>
                    <a:pt x="495" y="6755"/>
                  </a:lnTo>
                  <a:lnTo>
                    <a:pt x="534" y="6775"/>
                  </a:lnTo>
                  <a:lnTo>
                    <a:pt x="495" y="6815"/>
                  </a:lnTo>
                  <a:lnTo>
                    <a:pt x="435" y="6834"/>
                  </a:lnTo>
                  <a:lnTo>
                    <a:pt x="337" y="6874"/>
                  </a:lnTo>
                  <a:lnTo>
                    <a:pt x="376" y="6874"/>
                  </a:lnTo>
                  <a:lnTo>
                    <a:pt x="376" y="6894"/>
                  </a:lnTo>
                  <a:lnTo>
                    <a:pt x="297" y="6933"/>
                  </a:lnTo>
                  <a:lnTo>
                    <a:pt x="376" y="6933"/>
                  </a:lnTo>
                  <a:lnTo>
                    <a:pt x="435" y="6894"/>
                  </a:lnTo>
                  <a:lnTo>
                    <a:pt x="495" y="6854"/>
                  </a:lnTo>
                  <a:lnTo>
                    <a:pt x="514" y="6894"/>
                  </a:lnTo>
                  <a:lnTo>
                    <a:pt x="574" y="6874"/>
                  </a:lnTo>
                  <a:lnTo>
                    <a:pt x="653" y="6834"/>
                  </a:lnTo>
                  <a:lnTo>
                    <a:pt x="732" y="6815"/>
                  </a:lnTo>
                  <a:lnTo>
                    <a:pt x="811" y="6755"/>
                  </a:lnTo>
                  <a:lnTo>
                    <a:pt x="791" y="6775"/>
                  </a:lnTo>
                  <a:lnTo>
                    <a:pt x="791" y="6775"/>
                  </a:lnTo>
                  <a:lnTo>
                    <a:pt x="850" y="6736"/>
                  </a:lnTo>
                  <a:lnTo>
                    <a:pt x="870" y="6676"/>
                  </a:lnTo>
                  <a:lnTo>
                    <a:pt x="890" y="6617"/>
                  </a:lnTo>
                  <a:lnTo>
                    <a:pt x="929" y="6578"/>
                  </a:lnTo>
                  <a:lnTo>
                    <a:pt x="929" y="6617"/>
                  </a:lnTo>
                  <a:lnTo>
                    <a:pt x="949" y="6637"/>
                  </a:lnTo>
                  <a:lnTo>
                    <a:pt x="988" y="6617"/>
                  </a:lnTo>
                  <a:lnTo>
                    <a:pt x="1008" y="6617"/>
                  </a:lnTo>
                  <a:lnTo>
                    <a:pt x="1087" y="6597"/>
                  </a:lnTo>
                  <a:lnTo>
                    <a:pt x="1068" y="6597"/>
                  </a:lnTo>
                  <a:lnTo>
                    <a:pt x="1068" y="6578"/>
                  </a:lnTo>
                  <a:lnTo>
                    <a:pt x="1068" y="6558"/>
                  </a:lnTo>
                  <a:lnTo>
                    <a:pt x="1048" y="6538"/>
                  </a:lnTo>
                  <a:lnTo>
                    <a:pt x="1048" y="6499"/>
                  </a:lnTo>
                  <a:lnTo>
                    <a:pt x="1087" y="6479"/>
                  </a:lnTo>
                  <a:lnTo>
                    <a:pt x="1166" y="6420"/>
                  </a:lnTo>
                  <a:lnTo>
                    <a:pt x="1186" y="6439"/>
                  </a:lnTo>
                  <a:lnTo>
                    <a:pt x="1186" y="6459"/>
                  </a:lnTo>
                  <a:lnTo>
                    <a:pt x="1147" y="6499"/>
                  </a:lnTo>
                  <a:lnTo>
                    <a:pt x="1147" y="6499"/>
                  </a:lnTo>
                  <a:lnTo>
                    <a:pt x="1265" y="6459"/>
                  </a:lnTo>
                  <a:lnTo>
                    <a:pt x="1384" y="6459"/>
                  </a:lnTo>
                  <a:lnTo>
                    <a:pt x="1423" y="6400"/>
                  </a:lnTo>
                  <a:lnTo>
                    <a:pt x="1443" y="6360"/>
                  </a:lnTo>
                  <a:lnTo>
                    <a:pt x="1463" y="6340"/>
                  </a:lnTo>
                  <a:lnTo>
                    <a:pt x="1443" y="6340"/>
                  </a:lnTo>
                  <a:lnTo>
                    <a:pt x="1403" y="6360"/>
                  </a:lnTo>
                  <a:lnTo>
                    <a:pt x="1443" y="6281"/>
                  </a:lnTo>
                  <a:lnTo>
                    <a:pt x="1482" y="6261"/>
                  </a:lnTo>
                  <a:lnTo>
                    <a:pt x="1542" y="6242"/>
                  </a:lnTo>
                  <a:lnTo>
                    <a:pt x="1640" y="6242"/>
                  </a:lnTo>
                  <a:lnTo>
                    <a:pt x="1601" y="6281"/>
                  </a:lnTo>
                  <a:lnTo>
                    <a:pt x="1601" y="6261"/>
                  </a:lnTo>
                  <a:lnTo>
                    <a:pt x="1561" y="6321"/>
                  </a:lnTo>
                  <a:lnTo>
                    <a:pt x="1561" y="6321"/>
                  </a:lnTo>
                  <a:lnTo>
                    <a:pt x="1601" y="6301"/>
                  </a:lnTo>
                  <a:lnTo>
                    <a:pt x="1621" y="6281"/>
                  </a:lnTo>
                  <a:lnTo>
                    <a:pt x="1660" y="6242"/>
                  </a:lnTo>
                  <a:lnTo>
                    <a:pt x="1660" y="6261"/>
                  </a:lnTo>
                  <a:lnTo>
                    <a:pt x="1739" y="6202"/>
                  </a:lnTo>
                  <a:lnTo>
                    <a:pt x="1818" y="6182"/>
                  </a:lnTo>
                  <a:lnTo>
                    <a:pt x="1877" y="6163"/>
                  </a:lnTo>
                  <a:lnTo>
                    <a:pt x="1897" y="6143"/>
                  </a:lnTo>
                  <a:lnTo>
                    <a:pt x="1917" y="6103"/>
                  </a:lnTo>
                  <a:lnTo>
                    <a:pt x="1858" y="6103"/>
                  </a:lnTo>
                  <a:lnTo>
                    <a:pt x="1838" y="6084"/>
                  </a:lnTo>
                  <a:lnTo>
                    <a:pt x="1838" y="6064"/>
                  </a:lnTo>
                  <a:lnTo>
                    <a:pt x="1956" y="6064"/>
                  </a:lnTo>
                  <a:lnTo>
                    <a:pt x="1937" y="6084"/>
                  </a:lnTo>
                  <a:lnTo>
                    <a:pt x="1937" y="6084"/>
                  </a:lnTo>
                  <a:lnTo>
                    <a:pt x="2016" y="6044"/>
                  </a:lnTo>
                  <a:lnTo>
                    <a:pt x="2055" y="6024"/>
                  </a:lnTo>
                  <a:lnTo>
                    <a:pt x="2035" y="5965"/>
                  </a:lnTo>
                  <a:lnTo>
                    <a:pt x="2035" y="5945"/>
                  </a:lnTo>
                  <a:lnTo>
                    <a:pt x="2055" y="5926"/>
                  </a:lnTo>
                  <a:lnTo>
                    <a:pt x="2114" y="5926"/>
                  </a:lnTo>
                  <a:lnTo>
                    <a:pt x="2114" y="5965"/>
                  </a:lnTo>
                  <a:lnTo>
                    <a:pt x="2114" y="6005"/>
                  </a:lnTo>
                  <a:lnTo>
                    <a:pt x="2134" y="6005"/>
                  </a:lnTo>
                  <a:lnTo>
                    <a:pt x="2233" y="5926"/>
                  </a:lnTo>
                  <a:lnTo>
                    <a:pt x="2253" y="5945"/>
                  </a:lnTo>
                  <a:lnTo>
                    <a:pt x="2371" y="5886"/>
                  </a:lnTo>
                  <a:lnTo>
                    <a:pt x="2450" y="5807"/>
                  </a:lnTo>
                  <a:lnTo>
                    <a:pt x="2549" y="5708"/>
                  </a:lnTo>
                  <a:lnTo>
                    <a:pt x="2648" y="5649"/>
                  </a:lnTo>
                  <a:lnTo>
                    <a:pt x="2648" y="5689"/>
                  </a:lnTo>
                  <a:lnTo>
                    <a:pt x="2608" y="5728"/>
                  </a:lnTo>
                  <a:lnTo>
                    <a:pt x="2529" y="5787"/>
                  </a:lnTo>
                  <a:lnTo>
                    <a:pt x="2588" y="5787"/>
                  </a:lnTo>
                  <a:lnTo>
                    <a:pt x="2628" y="5768"/>
                  </a:lnTo>
                  <a:lnTo>
                    <a:pt x="2667" y="5728"/>
                  </a:lnTo>
                  <a:lnTo>
                    <a:pt x="2727" y="5708"/>
                  </a:lnTo>
                  <a:lnTo>
                    <a:pt x="2766" y="5689"/>
                  </a:lnTo>
                  <a:lnTo>
                    <a:pt x="2786" y="5649"/>
                  </a:lnTo>
                  <a:lnTo>
                    <a:pt x="2806" y="5610"/>
                  </a:lnTo>
                  <a:lnTo>
                    <a:pt x="2786" y="5590"/>
                  </a:lnTo>
                  <a:lnTo>
                    <a:pt x="2825" y="5570"/>
                  </a:lnTo>
                  <a:lnTo>
                    <a:pt x="2865" y="5570"/>
                  </a:lnTo>
                  <a:lnTo>
                    <a:pt x="2885" y="5590"/>
                  </a:lnTo>
                  <a:lnTo>
                    <a:pt x="2885" y="5550"/>
                  </a:lnTo>
                  <a:lnTo>
                    <a:pt x="2924" y="5511"/>
                  </a:lnTo>
                  <a:lnTo>
                    <a:pt x="3043" y="5452"/>
                  </a:lnTo>
                  <a:lnTo>
                    <a:pt x="3062" y="5471"/>
                  </a:lnTo>
                  <a:lnTo>
                    <a:pt x="3122" y="5392"/>
                  </a:lnTo>
                  <a:lnTo>
                    <a:pt x="3102" y="5373"/>
                  </a:lnTo>
                  <a:lnTo>
                    <a:pt x="3102" y="5333"/>
                  </a:lnTo>
                  <a:lnTo>
                    <a:pt x="3082" y="5333"/>
                  </a:lnTo>
                  <a:lnTo>
                    <a:pt x="3043" y="5353"/>
                  </a:lnTo>
                  <a:lnTo>
                    <a:pt x="2964" y="5392"/>
                  </a:lnTo>
                  <a:lnTo>
                    <a:pt x="2885" y="5452"/>
                  </a:lnTo>
                  <a:lnTo>
                    <a:pt x="2845" y="5471"/>
                  </a:lnTo>
                  <a:lnTo>
                    <a:pt x="2806" y="5471"/>
                  </a:lnTo>
                  <a:lnTo>
                    <a:pt x="2806" y="5452"/>
                  </a:lnTo>
                  <a:lnTo>
                    <a:pt x="2806" y="5432"/>
                  </a:lnTo>
                  <a:lnTo>
                    <a:pt x="2786" y="5432"/>
                  </a:lnTo>
                  <a:lnTo>
                    <a:pt x="2806" y="5412"/>
                  </a:lnTo>
                  <a:lnTo>
                    <a:pt x="2845" y="5412"/>
                  </a:lnTo>
                  <a:lnTo>
                    <a:pt x="2845" y="5373"/>
                  </a:lnTo>
                  <a:lnTo>
                    <a:pt x="2845" y="5353"/>
                  </a:lnTo>
                  <a:lnTo>
                    <a:pt x="2825" y="5373"/>
                  </a:lnTo>
                  <a:lnTo>
                    <a:pt x="2806" y="5353"/>
                  </a:lnTo>
                  <a:lnTo>
                    <a:pt x="2825" y="5333"/>
                  </a:lnTo>
                  <a:lnTo>
                    <a:pt x="2845" y="5294"/>
                  </a:lnTo>
                  <a:lnTo>
                    <a:pt x="2964" y="5215"/>
                  </a:lnTo>
                  <a:lnTo>
                    <a:pt x="2983" y="5215"/>
                  </a:lnTo>
                  <a:lnTo>
                    <a:pt x="2983" y="5234"/>
                  </a:lnTo>
                  <a:lnTo>
                    <a:pt x="2964" y="5254"/>
                  </a:lnTo>
                  <a:lnTo>
                    <a:pt x="2924" y="5353"/>
                  </a:lnTo>
                  <a:lnTo>
                    <a:pt x="2944" y="5313"/>
                  </a:lnTo>
                  <a:lnTo>
                    <a:pt x="2964" y="5294"/>
                  </a:lnTo>
                  <a:lnTo>
                    <a:pt x="3003" y="5274"/>
                  </a:lnTo>
                  <a:lnTo>
                    <a:pt x="3023" y="5333"/>
                  </a:lnTo>
                  <a:lnTo>
                    <a:pt x="3043" y="5294"/>
                  </a:lnTo>
                  <a:lnTo>
                    <a:pt x="3043" y="5274"/>
                  </a:lnTo>
                  <a:lnTo>
                    <a:pt x="3023" y="5254"/>
                  </a:lnTo>
                  <a:lnTo>
                    <a:pt x="3023" y="5215"/>
                  </a:lnTo>
                  <a:lnTo>
                    <a:pt x="3023" y="5175"/>
                  </a:lnTo>
                  <a:lnTo>
                    <a:pt x="3062" y="5175"/>
                  </a:lnTo>
                  <a:lnTo>
                    <a:pt x="3122" y="5155"/>
                  </a:lnTo>
                  <a:lnTo>
                    <a:pt x="3102" y="5175"/>
                  </a:lnTo>
                  <a:lnTo>
                    <a:pt x="3102" y="5175"/>
                  </a:lnTo>
                  <a:lnTo>
                    <a:pt x="3161" y="5155"/>
                  </a:lnTo>
                  <a:lnTo>
                    <a:pt x="3181" y="5136"/>
                  </a:lnTo>
                  <a:lnTo>
                    <a:pt x="3220" y="5096"/>
                  </a:lnTo>
                  <a:lnTo>
                    <a:pt x="3260" y="5076"/>
                  </a:lnTo>
                  <a:lnTo>
                    <a:pt x="3299" y="5076"/>
                  </a:lnTo>
                  <a:lnTo>
                    <a:pt x="3240" y="5096"/>
                  </a:lnTo>
                  <a:lnTo>
                    <a:pt x="3220" y="5136"/>
                  </a:lnTo>
                  <a:lnTo>
                    <a:pt x="3201" y="5175"/>
                  </a:lnTo>
                  <a:lnTo>
                    <a:pt x="3181" y="5215"/>
                  </a:lnTo>
                  <a:lnTo>
                    <a:pt x="3240" y="5215"/>
                  </a:lnTo>
                  <a:lnTo>
                    <a:pt x="3240" y="5234"/>
                  </a:lnTo>
                  <a:lnTo>
                    <a:pt x="3240" y="5274"/>
                  </a:lnTo>
                  <a:lnTo>
                    <a:pt x="3181" y="5373"/>
                  </a:lnTo>
                  <a:lnTo>
                    <a:pt x="3260" y="5333"/>
                  </a:lnTo>
                  <a:lnTo>
                    <a:pt x="3319" y="5333"/>
                  </a:lnTo>
                  <a:lnTo>
                    <a:pt x="3339" y="5294"/>
                  </a:lnTo>
                  <a:lnTo>
                    <a:pt x="3378" y="5274"/>
                  </a:lnTo>
                  <a:lnTo>
                    <a:pt x="3438" y="5254"/>
                  </a:lnTo>
                  <a:lnTo>
                    <a:pt x="3497" y="5215"/>
                  </a:lnTo>
                  <a:lnTo>
                    <a:pt x="3517" y="5195"/>
                  </a:lnTo>
                  <a:lnTo>
                    <a:pt x="3537" y="5155"/>
                  </a:lnTo>
                  <a:lnTo>
                    <a:pt x="3556" y="5155"/>
                  </a:lnTo>
                  <a:lnTo>
                    <a:pt x="3556" y="5175"/>
                  </a:lnTo>
                  <a:lnTo>
                    <a:pt x="3695" y="5116"/>
                  </a:lnTo>
                  <a:lnTo>
                    <a:pt x="3793" y="5017"/>
                  </a:lnTo>
                  <a:lnTo>
                    <a:pt x="3833" y="4997"/>
                  </a:lnTo>
                  <a:lnTo>
                    <a:pt x="3853" y="4997"/>
                  </a:lnTo>
                  <a:lnTo>
                    <a:pt x="3872" y="5017"/>
                  </a:lnTo>
                  <a:lnTo>
                    <a:pt x="3951" y="4997"/>
                  </a:lnTo>
                  <a:lnTo>
                    <a:pt x="4011" y="4938"/>
                  </a:lnTo>
                  <a:lnTo>
                    <a:pt x="4109" y="4859"/>
                  </a:lnTo>
                  <a:lnTo>
                    <a:pt x="4228" y="4760"/>
                  </a:lnTo>
                  <a:lnTo>
                    <a:pt x="4287" y="4721"/>
                  </a:lnTo>
                  <a:lnTo>
                    <a:pt x="4366" y="4681"/>
                  </a:lnTo>
                  <a:lnTo>
                    <a:pt x="4346" y="4721"/>
                  </a:lnTo>
                  <a:lnTo>
                    <a:pt x="4425" y="4681"/>
                  </a:lnTo>
                  <a:lnTo>
                    <a:pt x="4445" y="4662"/>
                  </a:lnTo>
                  <a:lnTo>
                    <a:pt x="4445" y="4642"/>
                  </a:lnTo>
                  <a:lnTo>
                    <a:pt x="4485" y="4642"/>
                  </a:lnTo>
                  <a:lnTo>
                    <a:pt x="4524" y="4622"/>
                  </a:lnTo>
                  <a:lnTo>
                    <a:pt x="4603" y="4583"/>
                  </a:lnTo>
                  <a:lnTo>
                    <a:pt x="4662" y="4523"/>
                  </a:lnTo>
                  <a:lnTo>
                    <a:pt x="4722" y="4504"/>
                  </a:lnTo>
                  <a:lnTo>
                    <a:pt x="4761" y="4504"/>
                  </a:lnTo>
                  <a:lnTo>
                    <a:pt x="4820" y="4484"/>
                  </a:lnTo>
                  <a:lnTo>
                    <a:pt x="4840" y="4425"/>
                  </a:lnTo>
                  <a:lnTo>
                    <a:pt x="4860" y="4385"/>
                  </a:lnTo>
                  <a:lnTo>
                    <a:pt x="4899" y="4346"/>
                  </a:lnTo>
                  <a:lnTo>
                    <a:pt x="4919" y="4385"/>
                  </a:lnTo>
                  <a:lnTo>
                    <a:pt x="4959" y="4385"/>
                  </a:lnTo>
                  <a:lnTo>
                    <a:pt x="5334" y="4148"/>
                  </a:lnTo>
                  <a:lnTo>
                    <a:pt x="5709" y="3891"/>
                  </a:lnTo>
                  <a:lnTo>
                    <a:pt x="5709" y="3931"/>
                  </a:lnTo>
                  <a:lnTo>
                    <a:pt x="5828" y="3832"/>
                  </a:lnTo>
                  <a:lnTo>
                    <a:pt x="5966" y="3733"/>
                  </a:lnTo>
                  <a:lnTo>
                    <a:pt x="6085" y="3654"/>
                  </a:lnTo>
                  <a:lnTo>
                    <a:pt x="6203" y="3575"/>
                  </a:lnTo>
                  <a:lnTo>
                    <a:pt x="6262" y="3516"/>
                  </a:lnTo>
                  <a:lnTo>
                    <a:pt x="6262" y="3496"/>
                  </a:lnTo>
                  <a:lnTo>
                    <a:pt x="6262" y="3476"/>
                  </a:lnTo>
                  <a:lnTo>
                    <a:pt x="6223" y="3476"/>
                  </a:lnTo>
                  <a:lnTo>
                    <a:pt x="6203" y="3457"/>
                  </a:lnTo>
                  <a:lnTo>
                    <a:pt x="6183" y="3417"/>
                  </a:lnTo>
                  <a:lnTo>
                    <a:pt x="6243" y="3378"/>
                  </a:lnTo>
                  <a:lnTo>
                    <a:pt x="6282" y="3378"/>
                  </a:lnTo>
                  <a:lnTo>
                    <a:pt x="6322" y="3397"/>
                  </a:lnTo>
                  <a:lnTo>
                    <a:pt x="6361" y="3378"/>
                  </a:lnTo>
                  <a:lnTo>
                    <a:pt x="6381" y="3417"/>
                  </a:lnTo>
                  <a:lnTo>
                    <a:pt x="6381" y="3437"/>
                  </a:lnTo>
                  <a:lnTo>
                    <a:pt x="6361" y="3476"/>
                  </a:lnTo>
                  <a:lnTo>
                    <a:pt x="6361" y="3496"/>
                  </a:lnTo>
                  <a:lnTo>
                    <a:pt x="6480" y="3397"/>
                  </a:lnTo>
                  <a:lnTo>
                    <a:pt x="6539" y="3358"/>
                  </a:lnTo>
                  <a:lnTo>
                    <a:pt x="6578" y="3338"/>
                  </a:lnTo>
                  <a:lnTo>
                    <a:pt x="6638" y="3299"/>
                  </a:lnTo>
                  <a:lnTo>
                    <a:pt x="6697" y="3279"/>
                  </a:lnTo>
                  <a:lnTo>
                    <a:pt x="6677" y="3299"/>
                  </a:lnTo>
                  <a:lnTo>
                    <a:pt x="6677" y="3318"/>
                  </a:lnTo>
                  <a:lnTo>
                    <a:pt x="6657" y="3338"/>
                  </a:lnTo>
                  <a:lnTo>
                    <a:pt x="6657" y="3338"/>
                  </a:lnTo>
                  <a:lnTo>
                    <a:pt x="6796" y="3279"/>
                  </a:lnTo>
                  <a:lnTo>
                    <a:pt x="6776" y="3259"/>
                  </a:lnTo>
                  <a:lnTo>
                    <a:pt x="6796" y="3220"/>
                  </a:lnTo>
                  <a:lnTo>
                    <a:pt x="6835" y="3200"/>
                  </a:lnTo>
                  <a:lnTo>
                    <a:pt x="6855" y="3180"/>
                  </a:lnTo>
                  <a:lnTo>
                    <a:pt x="6855" y="3160"/>
                  </a:lnTo>
                  <a:lnTo>
                    <a:pt x="6875" y="3141"/>
                  </a:lnTo>
                  <a:lnTo>
                    <a:pt x="6894" y="3101"/>
                  </a:lnTo>
                  <a:lnTo>
                    <a:pt x="6954" y="3160"/>
                  </a:lnTo>
                  <a:lnTo>
                    <a:pt x="6954" y="3141"/>
                  </a:lnTo>
                  <a:lnTo>
                    <a:pt x="6954" y="3121"/>
                  </a:lnTo>
                  <a:lnTo>
                    <a:pt x="6954" y="3101"/>
                  </a:lnTo>
                  <a:lnTo>
                    <a:pt x="7072" y="3022"/>
                  </a:lnTo>
                  <a:lnTo>
                    <a:pt x="7151" y="3002"/>
                  </a:lnTo>
                  <a:lnTo>
                    <a:pt x="7210" y="3002"/>
                  </a:lnTo>
                  <a:lnTo>
                    <a:pt x="7270" y="2943"/>
                  </a:lnTo>
                  <a:lnTo>
                    <a:pt x="7289" y="2923"/>
                  </a:lnTo>
                  <a:lnTo>
                    <a:pt x="7329" y="2904"/>
                  </a:lnTo>
                  <a:lnTo>
                    <a:pt x="7329" y="2943"/>
                  </a:lnTo>
                  <a:lnTo>
                    <a:pt x="7526" y="2825"/>
                  </a:lnTo>
                  <a:lnTo>
                    <a:pt x="7645" y="2765"/>
                  </a:lnTo>
                  <a:lnTo>
                    <a:pt x="7744" y="2726"/>
                  </a:lnTo>
                  <a:lnTo>
                    <a:pt x="7862" y="2627"/>
                  </a:lnTo>
                  <a:lnTo>
                    <a:pt x="7921" y="2588"/>
                  </a:lnTo>
                  <a:lnTo>
                    <a:pt x="7961" y="2528"/>
                  </a:lnTo>
                  <a:lnTo>
                    <a:pt x="7902" y="2568"/>
                  </a:lnTo>
                  <a:lnTo>
                    <a:pt x="7862" y="2548"/>
                  </a:lnTo>
                  <a:lnTo>
                    <a:pt x="7882" y="2528"/>
                  </a:lnTo>
                  <a:lnTo>
                    <a:pt x="7921" y="2489"/>
                  </a:lnTo>
                  <a:lnTo>
                    <a:pt x="7981" y="2449"/>
                  </a:lnTo>
                  <a:lnTo>
                    <a:pt x="8040" y="2449"/>
                  </a:lnTo>
                  <a:lnTo>
                    <a:pt x="8020" y="2469"/>
                  </a:lnTo>
                  <a:lnTo>
                    <a:pt x="8040" y="2489"/>
                  </a:lnTo>
                  <a:lnTo>
                    <a:pt x="8079" y="2489"/>
                  </a:lnTo>
                  <a:lnTo>
                    <a:pt x="8139" y="2449"/>
                  </a:lnTo>
                  <a:lnTo>
                    <a:pt x="8178" y="2410"/>
                  </a:lnTo>
                  <a:lnTo>
                    <a:pt x="8198" y="2410"/>
                  </a:lnTo>
                  <a:lnTo>
                    <a:pt x="8218" y="2430"/>
                  </a:lnTo>
                  <a:lnTo>
                    <a:pt x="8237" y="2390"/>
                  </a:lnTo>
                  <a:lnTo>
                    <a:pt x="8297" y="2370"/>
                  </a:lnTo>
                  <a:lnTo>
                    <a:pt x="8336" y="2331"/>
                  </a:lnTo>
                  <a:lnTo>
                    <a:pt x="8336" y="2351"/>
                  </a:lnTo>
                  <a:lnTo>
                    <a:pt x="8396" y="2311"/>
                  </a:lnTo>
                  <a:lnTo>
                    <a:pt x="8396" y="2331"/>
                  </a:lnTo>
                  <a:lnTo>
                    <a:pt x="8455" y="2291"/>
                  </a:lnTo>
                  <a:lnTo>
                    <a:pt x="8494" y="2252"/>
                  </a:lnTo>
                  <a:lnTo>
                    <a:pt x="8514" y="2212"/>
                  </a:lnTo>
                  <a:lnTo>
                    <a:pt x="8534" y="2173"/>
                  </a:lnTo>
                  <a:lnTo>
                    <a:pt x="8573" y="2133"/>
                  </a:lnTo>
                  <a:lnTo>
                    <a:pt x="8554" y="2212"/>
                  </a:lnTo>
                  <a:lnTo>
                    <a:pt x="8593" y="2173"/>
                  </a:lnTo>
                  <a:lnTo>
                    <a:pt x="8613" y="2133"/>
                  </a:lnTo>
                  <a:lnTo>
                    <a:pt x="8652" y="2094"/>
                  </a:lnTo>
                  <a:lnTo>
                    <a:pt x="8692" y="2054"/>
                  </a:lnTo>
                  <a:lnTo>
                    <a:pt x="8712" y="2074"/>
                  </a:lnTo>
                  <a:lnTo>
                    <a:pt x="8751" y="2035"/>
                  </a:lnTo>
                  <a:lnTo>
                    <a:pt x="8751" y="2054"/>
                  </a:lnTo>
                  <a:lnTo>
                    <a:pt x="8771" y="1995"/>
                  </a:lnTo>
                  <a:lnTo>
                    <a:pt x="8810" y="1956"/>
                  </a:lnTo>
                  <a:lnTo>
                    <a:pt x="8850" y="1916"/>
                  </a:lnTo>
                  <a:lnTo>
                    <a:pt x="8889" y="1877"/>
                  </a:lnTo>
                  <a:lnTo>
                    <a:pt x="8949" y="1896"/>
                  </a:lnTo>
                  <a:lnTo>
                    <a:pt x="8968" y="1877"/>
                  </a:lnTo>
                  <a:lnTo>
                    <a:pt x="8988" y="1857"/>
                  </a:lnTo>
                  <a:lnTo>
                    <a:pt x="9008" y="1916"/>
                  </a:lnTo>
                  <a:lnTo>
                    <a:pt x="8968" y="1936"/>
                  </a:lnTo>
                  <a:lnTo>
                    <a:pt x="8909" y="1936"/>
                  </a:lnTo>
                  <a:lnTo>
                    <a:pt x="8870" y="1975"/>
                  </a:lnTo>
                  <a:lnTo>
                    <a:pt x="8968" y="1975"/>
                  </a:lnTo>
                  <a:lnTo>
                    <a:pt x="9087" y="1936"/>
                  </a:lnTo>
                  <a:lnTo>
                    <a:pt x="9324" y="1798"/>
                  </a:lnTo>
                  <a:lnTo>
                    <a:pt x="9423" y="1738"/>
                  </a:lnTo>
                  <a:lnTo>
                    <a:pt x="9521" y="1679"/>
                  </a:lnTo>
                  <a:lnTo>
                    <a:pt x="9600" y="1620"/>
                  </a:lnTo>
                  <a:lnTo>
                    <a:pt x="9640" y="1580"/>
                  </a:lnTo>
                  <a:lnTo>
                    <a:pt x="9640" y="1541"/>
                  </a:lnTo>
                  <a:lnTo>
                    <a:pt x="9660" y="1600"/>
                  </a:lnTo>
                  <a:lnTo>
                    <a:pt x="9857" y="1521"/>
                  </a:lnTo>
                  <a:lnTo>
                    <a:pt x="10094" y="1383"/>
                  </a:lnTo>
                  <a:lnTo>
                    <a:pt x="10213" y="1323"/>
                  </a:lnTo>
                  <a:lnTo>
                    <a:pt x="10292" y="1244"/>
                  </a:lnTo>
                  <a:lnTo>
                    <a:pt x="10351" y="1264"/>
                  </a:lnTo>
                  <a:lnTo>
                    <a:pt x="10390" y="1205"/>
                  </a:lnTo>
                  <a:lnTo>
                    <a:pt x="10450" y="1146"/>
                  </a:lnTo>
                  <a:lnTo>
                    <a:pt x="10588" y="1047"/>
                  </a:lnTo>
                  <a:lnTo>
                    <a:pt x="10726" y="948"/>
                  </a:lnTo>
                  <a:lnTo>
                    <a:pt x="10785" y="889"/>
                  </a:lnTo>
                  <a:lnTo>
                    <a:pt x="10805" y="830"/>
                  </a:lnTo>
                  <a:lnTo>
                    <a:pt x="10845" y="830"/>
                  </a:lnTo>
                  <a:lnTo>
                    <a:pt x="10825" y="849"/>
                  </a:lnTo>
                  <a:lnTo>
                    <a:pt x="10805" y="909"/>
                  </a:lnTo>
                  <a:lnTo>
                    <a:pt x="10845" y="889"/>
                  </a:lnTo>
                  <a:lnTo>
                    <a:pt x="10884" y="830"/>
                  </a:lnTo>
                  <a:lnTo>
                    <a:pt x="10944" y="810"/>
                  </a:lnTo>
                  <a:lnTo>
                    <a:pt x="10963" y="790"/>
                  </a:lnTo>
                  <a:lnTo>
                    <a:pt x="11003" y="790"/>
                  </a:lnTo>
                  <a:lnTo>
                    <a:pt x="10983" y="810"/>
                  </a:lnTo>
                  <a:lnTo>
                    <a:pt x="10963" y="830"/>
                  </a:lnTo>
                  <a:lnTo>
                    <a:pt x="10963" y="849"/>
                  </a:lnTo>
                  <a:lnTo>
                    <a:pt x="11003" y="849"/>
                  </a:lnTo>
                  <a:lnTo>
                    <a:pt x="11023" y="830"/>
                  </a:lnTo>
                  <a:lnTo>
                    <a:pt x="11042" y="810"/>
                  </a:lnTo>
                  <a:lnTo>
                    <a:pt x="11062" y="810"/>
                  </a:lnTo>
                  <a:lnTo>
                    <a:pt x="11062" y="770"/>
                  </a:lnTo>
                  <a:lnTo>
                    <a:pt x="11082" y="731"/>
                  </a:lnTo>
                  <a:lnTo>
                    <a:pt x="11161" y="652"/>
                  </a:lnTo>
                  <a:lnTo>
                    <a:pt x="11141" y="652"/>
                  </a:lnTo>
                  <a:lnTo>
                    <a:pt x="11141" y="632"/>
                  </a:lnTo>
                  <a:lnTo>
                    <a:pt x="11161" y="612"/>
                  </a:lnTo>
                  <a:lnTo>
                    <a:pt x="11200" y="593"/>
                  </a:lnTo>
                  <a:lnTo>
                    <a:pt x="11200" y="612"/>
                  </a:lnTo>
                  <a:lnTo>
                    <a:pt x="11536" y="395"/>
                  </a:lnTo>
                  <a:lnTo>
                    <a:pt x="1131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1" name="Google Shape;9001;p34"/>
            <p:cNvSpPr/>
            <p:nvPr/>
          </p:nvSpPr>
          <p:spPr>
            <a:xfrm>
              <a:off x="9886363" y="4459434"/>
              <a:ext cx="52" cy="1093"/>
            </a:xfrm>
            <a:custGeom>
              <a:rect b="b" l="l" r="r" t="t"/>
              <a:pathLst>
                <a:path extrusionOk="0" h="21" w="1">
                  <a:moveTo>
                    <a:pt x="0" y="21"/>
                  </a:moveTo>
                  <a:lnTo>
                    <a:pt x="0" y="21"/>
                  </a:lnTo>
                  <a:lnTo>
                    <a:pt x="0" y="1"/>
                  </a:lnTo>
                  <a:lnTo>
                    <a:pt x="0" y="1"/>
                  </a:lnTo>
                  <a:lnTo>
                    <a:pt x="0" y="21"/>
                  </a:lnTo>
                  <a:lnTo>
                    <a:pt x="0" y="21"/>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2" name="Google Shape;9002;p34"/>
            <p:cNvSpPr/>
            <p:nvPr/>
          </p:nvSpPr>
          <p:spPr>
            <a:xfrm>
              <a:off x="10206056" y="4449182"/>
              <a:ext cx="1041" cy="2082"/>
            </a:xfrm>
            <a:custGeom>
              <a:rect b="b" l="l" r="r" t="t"/>
              <a:pathLst>
                <a:path extrusionOk="0" h="40" w="20">
                  <a:moveTo>
                    <a:pt x="20" y="0"/>
                  </a:moveTo>
                  <a:lnTo>
                    <a:pt x="20" y="0"/>
                  </a:lnTo>
                  <a:lnTo>
                    <a:pt x="0" y="40"/>
                  </a:lnTo>
                  <a:lnTo>
                    <a:pt x="0" y="40"/>
                  </a:lnTo>
                  <a:lnTo>
                    <a:pt x="20" y="0"/>
                  </a:lnTo>
                  <a:lnTo>
                    <a:pt x="2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3" name="Google Shape;9003;p34"/>
            <p:cNvSpPr/>
            <p:nvPr/>
          </p:nvSpPr>
          <p:spPr>
            <a:xfrm>
              <a:off x="10061119" y="4517045"/>
              <a:ext cx="52" cy="1041"/>
            </a:xfrm>
            <a:custGeom>
              <a:rect b="b" l="l" r="r" t="t"/>
              <a:pathLst>
                <a:path extrusionOk="0" h="20" w="1">
                  <a:moveTo>
                    <a:pt x="0" y="0"/>
                  </a:moveTo>
                  <a:lnTo>
                    <a:pt x="0" y="0"/>
                  </a:lnTo>
                  <a:lnTo>
                    <a:pt x="0" y="20"/>
                  </a:lnTo>
                  <a:lnTo>
                    <a:pt x="0" y="20"/>
                  </a:lnTo>
                  <a:lnTo>
                    <a:pt x="0" y="0"/>
                  </a:lnTo>
                  <a:lnTo>
                    <a:pt x="0" y="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4" name="Google Shape;9004;p34"/>
            <p:cNvSpPr/>
            <p:nvPr/>
          </p:nvSpPr>
          <p:spPr>
            <a:xfrm>
              <a:off x="9672523" y="4428626"/>
              <a:ext cx="600362" cy="376267"/>
            </a:xfrm>
            <a:custGeom>
              <a:rect b="b" l="l" r="r" t="t"/>
              <a:pathLst>
                <a:path extrusionOk="0" h="7230" w="11536">
                  <a:moveTo>
                    <a:pt x="10331" y="415"/>
                  </a:moveTo>
                  <a:lnTo>
                    <a:pt x="10331" y="435"/>
                  </a:lnTo>
                  <a:lnTo>
                    <a:pt x="10331" y="455"/>
                  </a:lnTo>
                  <a:lnTo>
                    <a:pt x="10321" y="465"/>
                  </a:lnTo>
                  <a:lnTo>
                    <a:pt x="10321" y="465"/>
                  </a:lnTo>
                  <a:lnTo>
                    <a:pt x="10351" y="455"/>
                  </a:lnTo>
                  <a:lnTo>
                    <a:pt x="10371" y="435"/>
                  </a:lnTo>
                  <a:lnTo>
                    <a:pt x="10371" y="415"/>
                  </a:lnTo>
                  <a:close/>
                  <a:moveTo>
                    <a:pt x="10321" y="465"/>
                  </a:moveTo>
                  <a:lnTo>
                    <a:pt x="10303" y="470"/>
                  </a:lnTo>
                  <a:lnTo>
                    <a:pt x="10311" y="474"/>
                  </a:lnTo>
                  <a:lnTo>
                    <a:pt x="10321" y="465"/>
                  </a:lnTo>
                  <a:close/>
                  <a:moveTo>
                    <a:pt x="10252" y="435"/>
                  </a:moveTo>
                  <a:lnTo>
                    <a:pt x="10213" y="455"/>
                  </a:lnTo>
                  <a:lnTo>
                    <a:pt x="10153" y="474"/>
                  </a:lnTo>
                  <a:lnTo>
                    <a:pt x="10173" y="494"/>
                  </a:lnTo>
                  <a:lnTo>
                    <a:pt x="10173" y="514"/>
                  </a:lnTo>
                  <a:lnTo>
                    <a:pt x="10173" y="534"/>
                  </a:lnTo>
                  <a:lnTo>
                    <a:pt x="10173" y="553"/>
                  </a:lnTo>
                  <a:lnTo>
                    <a:pt x="10213" y="474"/>
                  </a:lnTo>
                  <a:lnTo>
                    <a:pt x="10252" y="455"/>
                  </a:lnTo>
                  <a:lnTo>
                    <a:pt x="10272" y="474"/>
                  </a:lnTo>
                  <a:lnTo>
                    <a:pt x="10272" y="494"/>
                  </a:lnTo>
                  <a:lnTo>
                    <a:pt x="10292" y="494"/>
                  </a:lnTo>
                  <a:lnTo>
                    <a:pt x="10292" y="474"/>
                  </a:lnTo>
                  <a:lnTo>
                    <a:pt x="10303" y="470"/>
                  </a:lnTo>
                  <a:lnTo>
                    <a:pt x="10272" y="455"/>
                  </a:lnTo>
                  <a:lnTo>
                    <a:pt x="10252" y="435"/>
                  </a:lnTo>
                  <a:close/>
                  <a:moveTo>
                    <a:pt x="6914" y="2173"/>
                  </a:moveTo>
                  <a:lnTo>
                    <a:pt x="6835" y="2213"/>
                  </a:lnTo>
                  <a:lnTo>
                    <a:pt x="6828" y="2227"/>
                  </a:lnTo>
                  <a:lnTo>
                    <a:pt x="6828" y="2227"/>
                  </a:lnTo>
                  <a:lnTo>
                    <a:pt x="6914" y="2173"/>
                  </a:lnTo>
                  <a:close/>
                  <a:moveTo>
                    <a:pt x="5452" y="2983"/>
                  </a:moveTo>
                  <a:lnTo>
                    <a:pt x="5334" y="3062"/>
                  </a:lnTo>
                  <a:lnTo>
                    <a:pt x="5354" y="3062"/>
                  </a:lnTo>
                  <a:lnTo>
                    <a:pt x="5393" y="3042"/>
                  </a:lnTo>
                  <a:lnTo>
                    <a:pt x="5452" y="2983"/>
                  </a:lnTo>
                  <a:close/>
                  <a:moveTo>
                    <a:pt x="4484" y="3595"/>
                  </a:moveTo>
                  <a:lnTo>
                    <a:pt x="4445" y="3615"/>
                  </a:lnTo>
                  <a:lnTo>
                    <a:pt x="4465" y="3654"/>
                  </a:lnTo>
                  <a:lnTo>
                    <a:pt x="4465" y="3674"/>
                  </a:lnTo>
                  <a:lnTo>
                    <a:pt x="4484" y="3714"/>
                  </a:lnTo>
                  <a:lnTo>
                    <a:pt x="4524" y="3674"/>
                  </a:lnTo>
                  <a:lnTo>
                    <a:pt x="4524" y="3654"/>
                  </a:lnTo>
                  <a:lnTo>
                    <a:pt x="4524" y="3635"/>
                  </a:lnTo>
                  <a:lnTo>
                    <a:pt x="4465" y="3635"/>
                  </a:lnTo>
                  <a:lnTo>
                    <a:pt x="4484" y="3595"/>
                  </a:lnTo>
                  <a:close/>
                  <a:moveTo>
                    <a:pt x="4070" y="3911"/>
                  </a:moveTo>
                  <a:lnTo>
                    <a:pt x="4030" y="3931"/>
                  </a:lnTo>
                  <a:lnTo>
                    <a:pt x="3971" y="3951"/>
                  </a:lnTo>
                  <a:lnTo>
                    <a:pt x="3991" y="3990"/>
                  </a:lnTo>
                  <a:lnTo>
                    <a:pt x="4010" y="3990"/>
                  </a:lnTo>
                  <a:lnTo>
                    <a:pt x="4050" y="3951"/>
                  </a:lnTo>
                  <a:lnTo>
                    <a:pt x="4070" y="3911"/>
                  </a:lnTo>
                  <a:close/>
                  <a:moveTo>
                    <a:pt x="3359" y="4385"/>
                  </a:moveTo>
                  <a:lnTo>
                    <a:pt x="3367" y="4393"/>
                  </a:lnTo>
                  <a:lnTo>
                    <a:pt x="3367" y="4393"/>
                  </a:lnTo>
                  <a:lnTo>
                    <a:pt x="3378" y="4385"/>
                  </a:lnTo>
                  <a:close/>
                  <a:moveTo>
                    <a:pt x="2806" y="4741"/>
                  </a:moveTo>
                  <a:lnTo>
                    <a:pt x="2786" y="4761"/>
                  </a:lnTo>
                  <a:lnTo>
                    <a:pt x="2746" y="4800"/>
                  </a:lnTo>
                  <a:lnTo>
                    <a:pt x="2786" y="4780"/>
                  </a:lnTo>
                  <a:lnTo>
                    <a:pt x="2865" y="4741"/>
                  </a:lnTo>
                  <a:close/>
                  <a:moveTo>
                    <a:pt x="2490" y="5136"/>
                  </a:moveTo>
                  <a:lnTo>
                    <a:pt x="2450" y="5175"/>
                  </a:lnTo>
                  <a:lnTo>
                    <a:pt x="2430" y="5195"/>
                  </a:lnTo>
                  <a:lnTo>
                    <a:pt x="2430" y="5215"/>
                  </a:lnTo>
                  <a:lnTo>
                    <a:pt x="2470" y="5175"/>
                  </a:lnTo>
                  <a:lnTo>
                    <a:pt x="2490" y="5136"/>
                  </a:lnTo>
                  <a:close/>
                  <a:moveTo>
                    <a:pt x="1048" y="5926"/>
                  </a:moveTo>
                  <a:lnTo>
                    <a:pt x="969" y="6044"/>
                  </a:lnTo>
                  <a:lnTo>
                    <a:pt x="929" y="6104"/>
                  </a:lnTo>
                  <a:lnTo>
                    <a:pt x="850" y="6143"/>
                  </a:lnTo>
                  <a:lnTo>
                    <a:pt x="850" y="6163"/>
                  </a:lnTo>
                  <a:lnTo>
                    <a:pt x="850" y="6202"/>
                  </a:lnTo>
                  <a:lnTo>
                    <a:pt x="830" y="6222"/>
                  </a:lnTo>
                  <a:lnTo>
                    <a:pt x="830" y="6242"/>
                  </a:lnTo>
                  <a:lnTo>
                    <a:pt x="870" y="6222"/>
                  </a:lnTo>
                  <a:lnTo>
                    <a:pt x="909" y="6202"/>
                  </a:lnTo>
                  <a:lnTo>
                    <a:pt x="969" y="6143"/>
                  </a:lnTo>
                  <a:lnTo>
                    <a:pt x="1008" y="6104"/>
                  </a:lnTo>
                  <a:lnTo>
                    <a:pt x="1048" y="6084"/>
                  </a:lnTo>
                  <a:lnTo>
                    <a:pt x="1087" y="6084"/>
                  </a:lnTo>
                  <a:lnTo>
                    <a:pt x="1107" y="6044"/>
                  </a:lnTo>
                  <a:lnTo>
                    <a:pt x="1107" y="6025"/>
                  </a:lnTo>
                  <a:lnTo>
                    <a:pt x="1087" y="5985"/>
                  </a:lnTo>
                  <a:lnTo>
                    <a:pt x="1146" y="5946"/>
                  </a:lnTo>
                  <a:lnTo>
                    <a:pt x="1107" y="5946"/>
                  </a:lnTo>
                  <a:lnTo>
                    <a:pt x="1048" y="5926"/>
                  </a:lnTo>
                  <a:close/>
                  <a:moveTo>
                    <a:pt x="1364" y="6657"/>
                  </a:moveTo>
                  <a:lnTo>
                    <a:pt x="1324" y="6696"/>
                  </a:lnTo>
                  <a:lnTo>
                    <a:pt x="1344" y="6696"/>
                  </a:lnTo>
                  <a:lnTo>
                    <a:pt x="1364" y="6716"/>
                  </a:lnTo>
                  <a:lnTo>
                    <a:pt x="1403" y="6696"/>
                  </a:lnTo>
                  <a:lnTo>
                    <a:pt x="1403" y="6677"/>
                  </a:lnTo>
                  <a:lnTo>
                    <a:pt x="1403" y="6657"/>
                  </a:lnTo>
                  <a:close/>
                  <a:moveTo>
                    <a:pt x="11299" y="0"/>
                  </a:moveTo>
                  <a:lnTo>
                    <a:pt x="11279" y="40"/>
                  </a:lnTo>
                  <a:lnTo>
                    <a:pt x="11240" y="40"/>
                  </a:lnTo>
                  <a:lnTo>
                    <a:pt x="11180" y="79"/>
                  </a:lnTo>
                  <a:lnTo>
                    <a:pt x="11141" y="79"/>
                  </a:lnTo>
                  <a:lnTo>
                    <a:pt x="11161" y="40"/>
                  </a:lnTo>
                  <a:lnTo>
                    <a:pt x="11161" y="20"/>
                  </a:lnTo>
                  <a:lnTo>
                    <a:pt x="11141" y="40"/>
                  </a:lnTo>
                  <a:lnTo>
                    <a:pt x="11121" y="60"/>
                  </a:lnTo>
                  <a:lnTo>
                    <a:pt x="11042" y="79"/>
                  </a:lnTo>
                  <a:lnTo>
                    <a:pt x="10963" y="99"/>
                  </a:lnTo>
                  <a:lnTo>
                    <a:pt x="10943" y="139"/>
                  </a:lnTo>
                  <a:lnTo>
                    <a:pt x="10943" y="178"/>
                  </a:lnTo>
                  <a:lnTo>
                    <a:pt x="10884" y="178"/>
                  </a:lnTo>
                  <a:lnTo>
                    <a:pt x="10845" y="198"/>
                  </a:lnTo>
                  <a:lnTo>
                    <a:pt x="10825" y="178"/>
                  </a:lnTo>
                  <a:lnTo>
                    <a:pt x="10805" y="218"/>
                  </a:lnTo>
                  <a:lnTo>
                    <a:pt x="10766" y="237"/>
                  </a:lnTo>
                  <a:lnTo>
                    <a:pt x="10706" y="257"/>
                  </a:lnTo>
                  <a:lnTo>
                    <a:pt x="10687" y="277"/>
                  </a:lnTo>
                  <a:lnTo>
                    <a:pt x="10647" y="277"/>
                  </a:lnTo>
                  <a:lnTo>
                    <a:pt x="10608" y="297"/>
                  </a:lnTo>
                  <a:lnTo>
                    <a:pt x="10647" y="297"/>
                  </a:lnTo>
                  <a:lnTo>
                    <a:pt x="10627" y="356"/>
                  </a:lnTo>
                  <a:lnTo>
                    <a:pt x="10588" y="356"/>
                  </a:lnTo>
                  <a:lnTo>
                    <a:pt x="10529" y="376"/>
                  </a:lnTo>
                  <a:lnTo>
                    <a:pt x="10450" y="376"/>
                  </a:lnTo>
                  <a:lnTo>
                    <a:pt x="10430" y="415"/>
                  </a:lnTo>
                  <a:lnTo>
                    <a:pt x="10430" y="435"/>
                  </a:lnTo>
                  <a:lnTo>
                    <a:pt x="10450" y="494"/>
                  </a:lnTo>
                  <a:lnTo>
                    <a:pt x="10410" y="494"/>
                  </a:lnTo>
                  <a:lnTo>
                    <a:pt x="10351" y="514"/>
                  </a:lnTo>
                  <a:lnTo>
                    <a:pt x="10311" y="514"/>
                  </a:lnTo>
                  <a:lnTo>
                    <a:pt x="10292" y="494"/>
                  </a:lnTo>
                  <a:lnTo>
                    <a:pt x="10213" y="553"/>
                  </a:lnTo>
                  <a:lnTo>
                    <a:pt x="10193" y="593"/>
                  </a:lnTo>
                  <a:lnTo>
                    <a:pt x="10173" y="652"/>
                  </a:lnTo>
                  <a:lnTo>
                    <a:pt x="10114" y="711"/>
                  </a:lnTo>
                  <a:lnTo>
                    <a:pt x="10015" y="711"/>
                  </a:lnTo>
                  <a:lnTo>
                    <a:pt x="10035" y="692"/>
                  </a:lnTo>
                  <a:lnTo>
                    <a:pt x="10035" y="672"/>
                  </a:lnTo>
                  <a:lnTo>
                    <a:pt x="10015" y="652"/>
                  </a:lnTo>
                  <a:lnTo>
                    <a:pt x="9995" y="652"/>
                  </a:lnTo>
                  <a:lnTo>
                    <a:pt x="9956" y="692"/>
                  </a:lnTo>
                  <a:lnTo>
                    <a:pt x="9837" y="692"/>
                  </a:lnTo>
                  <a:lnTo>
                    <a:pt x="9857" y="711"/>
                  </a:lnTo>
                  <a:lnTo>
                    <a:pt x="9837" y="751"/>
                  </a:lnTo>
                  <a:lnTo>
                    <a:pt x="9798" y="790"/>
                  </a:lnTo>
                  <a:lnTo>
                    <a:pt x="9778" y="771"/>
                  </a:lnTo>
                  <a:lnTo>
                    <a:pt x="9758" y="751"/>
                  </a:lnTo>
                  <a:lnTo>
                    <a:pt x="9719" y="751"/>
                  </a:lnTo>
                  <a:lnTo>
                    <a:pt x="9600" y="790"/>
                  </a:lnTo>
                  <a:lnTo>
                    <a:pt x="9482" y="830"/>
                  </a:lnTo>
                  <a:lnTo>
                    <a:pt x="9383" y="869"/>
                  </a:lnTo>
                  <a:lnTo>
                    <a:pt x="9284" y="929"/>
                  </a:lnTo>
                  <a:lnTo>
                    <a:pt x="9363" y="948"/>
                  </a:lnTo>
                  <a:lnTo>
                    <a:pt x="9363" y="889"/>
                  </a:lnTo>
                  <a:lnTo>
                    <a:pt x="9403" y="909"/>
                  </a:lnTo>
                  <a:lnTo>
                    <a:pt x="9403" y="948"/>
                  </a:lnTo>
                  <a:lnTo>
                    <a:pt x="9383" y="1027"/>
                  </a:lnTo>
                  <a:lnTo>
                    <a:pt x="9343" y="1047"/>
                  </a:lnTo>
                  <a:lnTo>
                    <a:pt x="9304" y="1047"/>
                  </a:lnTo>
                  <a:lnTo>
                    <a:pt x="9304" y="1027"/>
                  </a:lnTo>
                  <a:lnTo>
                    <a:pt x="9245" y="1087"/>
                  </a:lnTo>
                  <a:lnTo>
                    <a:pt x="9284" y="1087"/>
                  </a:lnTo>
                  <a:lnTo>
                    <a:pt x="9284" y="1106"/>
                  </a:lnTo>
                  <a:lnTo>
                    <a:pt x="9205" y="1126"/>
                  </a:lnTo>
                  <a:lnTo>
                    <a:pt x="9185" y="1106"/>
                  </a:lnTo>
                  <a:lnTo>
                    <a:pt x="9185" y="1087"/>
                  </a:lnTo>
                  <a:lnTo>
                    <a:pt x="9126" y="1126"/>
                  </a:lnTo>
                  <a:lnTo>
                    <a:pt x="9106" y="1146"/>
                  </a:lnTo>
                  <a:lnTo>
                    <a:pt x="9126" y="1166"/>
                  </a:lnTo>
                  <a:lnTo>
                    <a:pt x="9087" y="1166"/>
                  </a:lnTo>
                  <a:lnTo>
                    <a:pt x="9087" y="1146"/>
                  </a:lnTo>
                  <a:lnTo>
                    <a:pt x="9126" y="1067"/>
                  </a:lnTo>
                  <a:lnTo>
                    <a:pt x="9126" y="1067"/>
                  </a:lnTo>
                  <a:lnTo>
                    <a:pt x="9087" y="1087"/>
                  </a:lnTo>
                  <a:lnTo>
                    <a:pt x="9067" y="1067"/>
                  </a:lnTo>
                  <a:lnTo>
                    <a:pt x="9067" y="1047"/>
                  </a:lnTo>
                  <a:lnTo>
                    <a:pt x="9067" y="1027"/>
                  </a:lnTo>
                  <a:lnTo>
                    <a:pt x="8988" y="1067"/>
                  </a:lnTo>
                  <a:lnTo>
                    <a:pt x="8988" y="1067"/>
                  </a:lnTo>
                  <a:lnTo>
                    <a:pt x="9008" y="1008"/>
                  </a:lnTo>
                  <a:lnTo>
                    <a:pt x="9008" y="1008"/>
                  </a:lnTo>
                  <a:lnTo>
                    <a:pt x="8968" y="1027"/>
                  </a:lnTo>
                  <a:lnTo>
                    <a:pt x="8929" y="1047"/>
                  </a:lnTo>
                  <a:lnTo>
                    <a:pt x="8889" y="1067"/>
                  </a:lnTo>
                  <a:lnTo>
                    <a:pt x="8850" y="1067"/>
                  </a:lnTo>
                  <a:lnTo>
                    <a:pt x="8850" y="1126"/>
                  </a:lnTo>
                  <a:lnTo>
                    <a:pt x="8692" y="1146"/>
                  </a:lnTo>
                  <a:lnTo>
                    <a:pt x="8553" y="1205"/>
                  </a:lnTo>
                  <a:lnTo>
                    <a:pt x="8593" y="1225"/>
                  </a:lnTo>
                  <a:lnTo>
                    <a:pt x="8553" y="1264"/>
                  </a:lnTo>
                  <a:lnTo>
                    <a:pt x="8455" y="1264"/>
                  </a:lnTo>
                  <a:lnTo>
                    <a:pt x="8356" y="1284"/>
                  </a:lnTo>
                  <a:lnTo>
                    <a:pt x="8277" y="1363"/>
                  </a:lnTo>
                  <a:lnTo>
                    <a:pt x="8277" y="1403"/>
                  </a:lnTo>
                  <a:lnTo>
                    <a:pt x="8277" y="1422"/>
                  </a:lnTo>
                  <a:lnTo>
                    <a:pt x="8257" y="1442"/>
                  </a:lnTo>
                  <a:lnTo>
                    <a:pt x="8178" y="1442"/>
                  </a:lnTo>
                  <a:lnTo>
                    <a:pt x="8139" y="1521"/>
                  </a:lnTo>
                  <a:lnTo>
                    <a:pt x="8079" y="1541"/>
                  </a:lnTo>
                  <a:lnTo>
                    <a:pt x="8040" y="1561"/>
                  </a:lnTo>
                  <a:lnTo>
                    <a:pt x="8040" y="1561"/>
                  </a:lnTo>
                  <a:lnTo>
                    <a:pt x="8119" y="1482"/>
                  </a:lnTo>
                  <a:lnTo>
                    <a:pt x="8099" y="1462"/>
                  </a:lnTo>
                  <a:lnTo>
                    <a:pt x="8040" y="1482"/>
                  </a:lnTo>
                  <a:lnTo>
                    <a:pt x="7981" y="1521"/>
                  </a:lnTo>
                  <a:lnTo>
                    <a:pt x="7921" y="1541"/>
                  </a:lnTo>
                  <a:lnTo>
                    <a:pt x="7744" y="1778"/>
                  </a:lnTo>
                  <a:lnTo>
                    <a:pt x="7763" y="1798"/>
                  </a:lnTo>
                  <a:lnTo>
                    <a:pt x="7783" y="1837"/>
                  </a:lnTo>
                  <a:lnTo>
                    <a:pt x="7783" y="1877"/>
                  </a:lnTo>
                  <a:lnTo>
                    <a:pt x="7744" y="1936"/>
                  </a:lnTo>
                  <a:lnTo>
                    <a:pt x="7744" y="1916"/>
                  </a:lnTo>
                  <a:lnTo>
                    <a:pt x="7684" y="1916"/>
                  </a:lnTo>
                  <a:lnTo>
                    <a:pt x="7586" y="1936"/>
                  </a:lnTo>
                  <a:lnTo>
                    <a:pt x="7586" y="1916"/>
                  </a:lnTo>
                  <a:lnTo>
                    <a:pt x="7546" y="1916"/>
                  </a:lnTo>
                  <a:lnTo>
                    <a:pt x="7526" y="1897"/>
                  </a:lnTo>
                  <a:lnTo>
                    <a:pt x="7546" y="1877"/>
                  </a:lnTo>
                  <a:lnTo>
                    <a:pt x="7645" y="1877"/>
                  </a:lnTo>
                  <a:lnTo>
                    <a:pt x="7566" y="1857"/>
                  </a:lnTo>
                  <a:lnTo>
                    <a:pt x="7447" y="1857"/>
                  </a:lnTo>
                  <a:lnTo>
                    <a:pt x="7467" y="1818"/>
                  </a:lnTo>
                  <a:lnTo>
                    <a:pt x="7507" y="1778"/>
                  </a:lnTo>
                  <a:lnTo>
                    <a:pt x="7507" y="1818"/>
                  </a:lnTo>
                  <a:lnTo>
                    <a:pt x="7526" y="1818"/>
                  </a:lnTo>
                  <a:lnTo>
                    <a:pt x="7546" y="1778"/>
                  </a:lnTo>
                  <a:lnTo>
                    <a:pt x="7526" y="1758"/>
                  </a:lnTo>
                  <a:lnTo>
                    <a:pt x="7487" y="1739"/>
                  </a:lnTo>
                  <a:lnTo>
                    <a:pt x="7467" y="1739"/>
                  </a:lnTo>
                  <a:lnTo>
                    <a:pt x="7467" y="1719"/>
                  </a:lnTo>
                  <a:lnTo>
                    <a:pt x="7408" y="1758"/>
                  </a:lnTo>
                  <a:lnTo>
                    <a:pt x="7388" y="1778"/>
                  </a:lnTo>
                  <a:lnTo>
                    <a:pt x="7368" y="1778"/>
                  </a:lnTo>
                  <a:lnTo>
                    <a:pt x="7349" y="1798"/>
                  </a:lnTo>
                  <a:lnTo>
                    <a:pt x="7270" y="1837"/>
                  </a:lnTo>
                  <a:lnTo>
                    <a:pt x="7210" y="1877"/>
                  </a:lnTo>
                  <a:lnTo>
                    <a:pt x="7191" y="1897"/>
                  </a:lnTo>
                  <a:lnTo>
                    <a:pt x="7151" y="1897"/>
                  </a:lnTo>
                  <a:lnTo>
                    <a:pt x="7171" y="1916"/>
                  </a:lnTo>
                  <a:lnTo>
                    <a:pt x="7171" y="1936"/>
                  </a:lnTo>
                  <a:lnTo>
                    <a:pt x="7171" y="1956"/>
                  </a:lnTo>
                  <a:lnTo>
                    <a:pt x="7131" y="1976"/>
                  </a:lnTo>
                  <a:lnTo>
                    <a:pt x="7092" y="1976"/>
                  </a:lnTo>
                  <a:lnTo>
                    <a:pt x="7052" y="1956"/>
                  </a:lnTo>
                  <a:lnTo>
                    <a:pt x="6993" y="2015"/>
                  </a:lnTo>
                  <a:lnTo>
                    <a:pt x="6953" y="2055"/>
                  </a:lnTo>
                  <a:lnTo>
                    <a:pt x="6953" y="2074"/>
                  </a:lnTo>
                  <a:lnTo>
                    <a:pt x="6973" y="2094"/>
                  </a:lnTo>
                  <a:lnTo>
                    <a:pt x="6993" y="2114"/>
                  </a:lnTo>
                  <a:lnTo>
                    <a:pt x="6993" y="2153"/>
                  </a:lnTo>
                  <a:lnTo>
                    <a:pt x="6953" y="2193"/>
                  </a:lnTo>
                  <a:lnTo>
                    <a:pt x="6914" y="2213"/>
                  </a:lnTo>
                  <a:lnTo>
                    <a:pt x="6874" y="2232"/>
                  </a:lnTo>
                  <a:lnTo>
                    <a:pt x="6835" y="2252"/>
                  </a:lnTo>
                  <a:lnTo>
                    <a:pt x="6815" y="2252"/>
                  </a:lnTo>
                  <a:lnTo>
                    <a:pt x="6828" y="2227"/>
                  </a:lnTo>
                  <a:lnTo>
                    <a:pt x="6828" y="2227"/>
                  </a:lnTo>
                  <a:lnTo>
                    <a:pt x="6756" y="2272"/>
                  </a:lnTo>
                  <a:lnTo>
                    <a:pt x="6716" y="2272"/>
                  </a:lnTo>
                  <a:lnTo>
                    <a:pt x="6736" y="2252"/>
                  </a:lnTo>
                  <a:lnTo>
                    <a:pt x="6795" y="2193"/>
                  </a:lnTo>
                  <a:lnTo>
                    <a:pt x="6736" y="2213"/>
                  </a:lnTo>
                  <a:lnTo>
                    <a:pt x="6697" y="2252"/>
                  </a:lnTo>
                  <a:lnTo>
                    <a:pt x="6657" y="2292"/>
                  </a:lnTo>
                  <a:lnTo>
                    <a:pt x="6637" y="2331"/>
                  </a:lnTo>
                  <a:lnTo>
                    <a:pt x="6578" y="2351"/>
                  </a:lnTo>
                  <a:lnTo>
                    <a:pt x="6539" y="2371"/>
                  </a:lnTo>
                  <a:lnTo>
                    <a:pt x="6539" y="2351"/>
                  </a:lnTo>
                  <a:lnTo>
                    <a:pt x="6539" y="2311"/>
                  </a:lnTo>
                  <a:lnTo>
                    <a:pt x="6539" y="2252"/>
                  </a:lnTo>
                  <a:lnTo>
                    <a:pt x="6578" y="2232"/>
                  </a:lnTo>
                  <a:lnTo>
                    <a:pt x="6618" y="2213"/>
                  </a:lnTo>
                  <a:lnTo>
                    <a:pt x="6618" y="2232"/>
                  </a:lnTo>
                  <a:lnTo>
                    <a:pt x="6618" y="2252"/>
                  </a:lnTo>
                  <a:lnTo>
                    <a:pt x="6657" y="2252"/>
                  </a:lnTo>
                  <a:lnTo>
                    <a:pt x="6637" y="2213"/>
                  </a:lnTo>
                  <a:lnTo>
                    <a:pt x="6677" y="2213"/>
                  </a:lnTo>
                  <a:lnTo>
                    <a:pt x="6697" y="2193"/>
                  </a:lnTo>
                  <a:lnTo>
                    <a:pt x="6756" y="2134"/>
                  </a:lnTo>
                  <a:lnTo>
                    <a:pt x="6756" y="2153"/>
                  </a:lnTo>
                  <a:lnTo>
                    <a:pt x="6736" y="2173"/>
                  </a:lnTo>
                  <a:lnTo>
                    <a:pt x="6835" y="2114"/>
                  </a:lnTo>
                  <a:lnTo>
                    <a:pt x="6874" y="2094"/>
                  </a:lnTo>
                  <a:lnTo>
                    <a:pt x="6914" y="2055"/>
                  </a:lnTo>
                  <a:lnTo>
                    <a:pt x="6815" y="2074"/>
                  </a:lnTo>
                  <a:lnTo>
                    <a:pt x="6736" y="2114"/>
                  </a:lnTo>
                  <a:lnTo>
                    <a:pt x="6657" y="2153"/>
                  </a:lnTo>
                  <a:lnTo>
                    <a:pt x="6598" y="2173"/>
                  </a:lnTo>
                  <a:lnTo>
                    <a:pt x="6440" y="2331"/>
                  </a:lnTo>
                  <a:lnTo>
                    <a:pt x="6479" y="2351"/>
                  </a:lnTo>
                  <a:lnTo>
                    <a:pt x="6499" y="2371"/>
                  </a:lnTo>
                  <a:lnTo>
                    <a:pt x="6499" y="2410"/>
                  </a:lnTo>
                  <a:lnTo>
                    <a:pt x="6460" y="2390"/>
                  </a:lnTo>
                  <a:lnTo>
                    <a:pt x="6400" y="2390"/>
                  </a:lnTo>
                  <a:lnTo>
                    <a:pt x="6302" y="2410"/>
                  </a:lnTo>
                  <a:lnTo>
                    <a:pt x="6302" y="2430"/>
                  </a:lnTo>
                  <a:lnTo>
                    <a:pt x="6302" y="2450"/>
                  </a:lnTo>
                  <a:lnTo>
                    <a:pt x="6282" y="2489"/>
                  </a:lnTo>
                  <a:lnTo>
                    <a:pt x="6242" y="2529"/>
                  </a:lnTo>
                  <a:lnTo>
                    <a:pt x="6262" y="2548"/>
                  </a:lnTo>
                  <a:lnTo>
                    <a:pt x="6282" y="2529"/>
                  </a:lnTo>
                  <a:lnTo>
                    <a:pt x="6321" y="2529"/>
                  </a:lnTo>
                  <a:lnTo>
                    <a:pt x="6302" y="2568"/>
                  </a:lnTo>
                  <a:lnTo>
                    <a:pt x="6302" y="2588"/>
                  </a:lnTo>
                  <a:lnTo>
                    <a:pt x="6321" y="2588"/>
                  </a:lnTo>
                  <a:lnTo>
                    <a:pt x="6302" y="2608"/>
                  </a:lnTo>
                  <a:lnTo>
                    <a:pt x="6242" y="2627"/>
                  </a:lnTo>
                  <a:lnTo>
                    <a:pt x="6223" y="2627"/>
                  </a:lnTo>
                  <a:lnTo>
                    <a:pt x="6223" y="2608"/>
                  </a:lnTo>
                  <a:lnTo>
                    <a:pt x="6144" y="2627"/>
                  </a:lnTo>
                  <a:lnTo>
                    <a:pt x="6144" y="2627"/>
                  </a:lnTo>
                  <a:lnTo>
                    <a:pt x="6203" y="2548"/>
                  </a:lnTo>
                  <a:lnTo>
                    <a:pt x="6262" y="2450"/>
                  </a:lnTo>
                  <a:lnTo>
                    <a:pt x="6223" y="2450"/>
                  </a:lnTo>
                  <a:lnTo>
                    <a:pt x="6183" y="2469"/>
                  </a:lnTo>
                  <a:lnTo>
                    <a:pt x="6163" y="2469"/>
                  </a:lnTo>
                  <a:lnTo>
                    <a:pt x="6183" y="2489"/>
                  </a:lnTo>
                  <a:lnTo>
                    <a:pt x="6183" y="2509"/>
                  </a:lnTo>
                  <a:lnTo>
                    <a:pt x="6183" y="2529"/>
                  </a:lnTo>
                  <a:lnTo>
                    <a:pt x="6203" y="2529"/>
                  </a:lnTo>
                  <a:lnTo>
                    <a:pt x="6045" y="2667"/>
                  </a:lnTo>
                  <a:lnTo>
                    <a:pt x="5986" y="2746"/>
                  </a:lnTo>
                  <a:lnTo>
                    <a:pt x="5887" y="2825"/>
                  </a:lnTo>
                  <a:lnTo>
                    <a:pt x="5887" y="2785"/>
                  </a:lnTo>
                  <a:lnTo>
                    <a:pt x="5907" y="2746"/>
                  </a:lnTo>
                  <a:lnTo>
                    <a:pt x="5966" y="2687"/>
                  </a:lnTo>
                  <a:lnTo>
                    <a:pt x="6005" y="2627"/>
                  </a:lnTo>
                  <a:lnTo>
                    <a:pt x="6005" y="2608"/>
                  </a:lnTo>
                  <a:lnTo>
                    <a:pt x="5986" y="2568"/>
                  </a:lnTo>
                  <a:lnTo>
                    <a:pt x="5946" y="2608"/>
                  </a:lnTo>
                  <a:lnTo>
                    <a:pt x="5946" y="2647"/>
                  </a:lnTo>
                  <a:lnTo>
                    <a:pt x="5926" y="2667"/>
                  </a:lnTo>
                  <a:lnTo>
                    <a:pt x="5887" y="2687"/>
                  </a:lnTo>
                  <a:lnTo>
                    <a:pt x="5847" y="2687"/>
                  </a:lnTo>
                  <a:lnTo>
                    <a:pt x="5788" y="2726"/>
                  </a:lnTo>
                  <a:lnTo>
                    <a:pt x="5670" y="2805"/>
                  </a:lnTo>
                  <a:lnTo>
                    <a:pt x="5709" y="2805"/>
                  </a:lnTo>
                  <a:lnTo>
                    <a:pt x="5650" y="2864"/>
                  </a:lnTo>
                  <a:lnTo>
                    <a:pt x="5591" y="2884"/>
                  </a:lnTo>
                  <a:lnTo>
                    <a:pt x="5591" y="2864"/>
                  </a:lnTo>
                  <a:lnTo>
                    <a:pt x="5551" y="2904"/>
                  </a:lnTo>
                  <a:lnTo>
                    <a:pt x="5512" y="2943"/>
                  </a:lnTo>
                  <a:lnTo>
                    <a:pt x="5452" y="2983"/>
                  </a:lnTo>
                  <a:lnTo>
                    <a:pt x="5531" y="2983"/>
                  </a:lnTo>
                  <a:lnTo>
                    <a:pt x="5531" y="3003"/>
                  </a:lnTo>
                  <a:lnTo>
                    <a:pt x="5472" y="3062"/>
                  </a:lnTo>
                  <a:lnTo>
                    <a:pt x="5413" y="3101"/>
                  </a:lnTo>
                  <a:lnTo>
                    <a:pt x="5354" y="3161"/>
                  </a:lnTo>
                  <a:lnTo>
                    <a:pt x="5294" y="3220"/>
                  </a:lnTo>
                  <a:lnTo>
                    <a:pt x="5334" y="3200"/>
                  </a:lnTo>
                  <a:lnTo>
                    <a:pt x="5334" y="3200"/>
                  </a:lnTo>
                  <a:lnTo>
                    <a:pt x="5314" y="3240"/>
                  </a:lnTo>
                  <a:lnTo>
                    <a:pt x="5275" y="3259"/>
                  </a:lnTo>
                  <a:lnTo>
                    <a:pt x="5215" y="3299"/>
                  </a:lnTo>
                  <a:lnTo>
                    <a:pt x="5156" y="3299"/>
                  </a:lnTo>
                  <a:lnTo>
                    <a:pt x="5176" y="3259"/>
                  </a:lnTo>
                  <a:lnTo>
                    <a:pt x="5196" y="3240"/>
                  </a:lnTo>
                  <a:lnTo>
                    <a:pt x="5196" y="3220"/>
                  </a:lnTo>
                  <a:lnTo>
                    <a:pt x="5176" y="3220"/>
                  </a:lnTo>
                  <a:lnTo>
                    <a:pt x="5196" y="3180"/>
                  </a:lnTo>
                  <a:lnTo>
                    <a:pt x="5235" y="3161"/>
                  </a:lnTo>
                  <a:lnTo>
                    <a:pt x="5255" y="3141"/>
                  </a:lnTo>
                  <a:lnTo>
                    <a:pt x="5255" y="3121"/>
                  </a:lnTo>
                  <a:lnTo>
                    <a:pt x="5176" y="3101"/>
                  </a:lnTo>
                  <a:lnTo>
                    <a:pt x="5136" y="3141"/>
                  </a:lnTo>
                  <a:lnTo>
                    <a:pt x="5097" y="3141"/>
                  </a:lnTo>
                  <a:lnTo>
                    <a:pt x="5057" y="3161"/>
                  </a:lnTo>
                  <a:lnTo>
                    <a:pt x="5038" y="3180"/>
                  </a:lnTo>
                  <a:lnTo>
                    <a:pt x="5077" y="3180"/>
                  </a:lnTo>
                  <a:lnTo>
                    <a:pt x="5077" y="3200"/>
                  </a:lnTo>
                  <a:lnTo>
                    <a:pt x="5057" y="3200"/>
                  </a:lnTo>
                  <a:lnTo>
                    <a:pt x="5018" y="3220"/>
                  </a:lnTo>
                  <a:lnTo>
                    <a:pt x="5077" y="3259"/>
                  </a:lnTo>
                  <a:lnTo>
                    <a:pt x="5117" y="3240"/>
                  </a:lnTo>
                  <a:lnTo>
                    <a:pt x="5136" y="3200"/>
                  </a:lnTo>
                  <a:lnTo>
                    <a:pt x="5176" y="3180"/>
                  </a:lnTo>
                  <a:lnTo>
                    <a:pt x="5215" y="3161"/>
                  </a:lnTo>
                  <a:lnTo>
                    <a:pt x="5156" y="3220"/>
                  </a:lnTo>
                  <a:lnTo>
                    <a:pt x="5136" y="3259"/>
                  </a:lnTo>
                  <a:lnTo>
                    <a:pt x="5117" y="3299"/>
                  </a:lnTo>
                  <a:lnTo>
                    <a:pt x="5057" y="3338"/>
                  </a:lnTo>
                  <a:lnTo>
                    <a:pt x="5057" y="3319"/>
                  </a:lnTo>
                  <a:lnTo>
                    <a:pt x="5077" y="3299"/>
                  </a:lnTo>
                  <a:lnTo>
                    <a:pt x="5038" y="3319"/>
                  </a:lnTo>
                  <a:lnTo>
                    <a:pt x="5018" y="3338"/>
                  </a:lnTo>
                  <a:lnTo>
                    <a:pt x="4978" y="3378"/>
                  </a:lnTo>
                  <a:lnTo>
                    <a:pt x="4939" y="3398"/>
                  </a:lnTo>
                  <a:lnTo>
                    <a:pt x="4978" y="3338"/>
                  </a:lnTo>
                  <a:lnTo>
                    <a:pt x="4978" y="3319"/>
                  </a:lnTo>
                  <a:lnTo>
                    <a:pt x="4959" y="3299"/>
                  </a:lnTo>
                  <a:lnTo>
                    <a:pt x="4939" y="3378"/>
                  </a:lnTo>
                  <a:lnTo>
                    <a:pt x="4919" y="3378"/>
                  </a:lnTo>
                  <a:lnTo>
                    <a:pt x="4899" y="3358"/>
                  </a:lnTo>
                  <a:lnTo>
                    <a:pt x="4880" y="3378"/>
                  </a:lnTo>
                  <a:lnTo>
                    <a:pt x="4899" y="3398"/>
                  </a:lnTo>
                  <a:lnTo>
                    <a:pt x="4899" y="3417"/>
                  </a:lnTo>
                  <a:lnTo>
                    <a:pt x="4860" y="3437"/>
                  </a:lnTo>
                  <a:lnTo>
                    <a:pt x="4840" y="3437"/>
                  </a:lnTo>
                  <a:lnTo>
                    <a:pt x="4820" y="3417"/>
                  </a:lnTo>
                  <a:lnTo>
                    <a:pt x="4781" y="3437"/>
                  </a:lnTo>
                  <a:lnTo>
                    <a:pt x="4781" y="3457"/>
                  </a:lnTo>
                  <a:lnTo>
                    <a:pt x="4741" y="3516"/>
                  </a:lnTo>
                  <a:lnTo>
                    <a:pt x="4781" y="3496"/>
                  </a:lnTo>
                  <a:lnTo>
                    <a:pt x="4801" y="3516"/>
                  </a:lnTo>
                  <a:lnTo>
                    <a:pt x="4820" y="3556"/>
                  </a:lnTo>
                  <a:lnTo>
                    <a:pt x="4781" y="3595"/>
                  </a:lnTo>
                  <a:lnTo>
                    <a:pt x="4662" y="3674"/>
                  </a:lnTo>
                  <a:lnTo>
                    <a:pt x="4623" y="3694"/>
                  </a:lnTo>
                  <a:lnTo>
                    <a:pt x="4544" y="3694"/>
                  </a:lnTo>
                  <a:lnTo>
                    <a:pt x="4524" y="3753"/>
                  </a:lnTo>
                  <a:lnTo>
                    <a:pt x="4524" y="3733"/>
                  </a:lnTo>
                  <a:lnTo>
                    <a:pt x="4484" y="3753"/>
                  </a:lnTo>
                  <a:lnTo>
                    <a:pt x="4425" y="3793"/>
                  </a:lnTo>
                  <a:lnTo>
                    <a:pt x="4425" y="3773"/>
                  </a:lnTo>
                  <a:lnTo>
                    <a:pt x="4425" y="3753"/>
                  </a:lnTo>
                  <a:lnTo>
                    <a:pt x="4484" y="3714"/>
                  </a:lnTo>
                  <a:lnTo>
                    <a:pt x="4425" y="3714"/>
                  </a:lnTo>
                  <a:lnTo>
                    <a:pt x="4386" y="3733"/>
                  </a:lnTo>
                  <a:lnTo>
                    <a:pt x="4366" y="3733"/>
                  </a:lnTo>
                  <a:lnTo>
                    <a:pt x="4366" y="3714"/>
                  </a:lnTo>
                  <a:lnTo>
                    <a:pt x="4346" y="3733"/>
                  </a:lnTo>
                  <a:lnTo>
                    <a:pt x="4326" y="3773"/>
                  </a:lnTo>
                  <a:lnTo>
                    <a:pt x="4307" y="3793"/>
                  </a:lnTo>
                  <a:lnTo>
                    <a:pt x="4287" y="3812"/>
                  </a:lnTo>
                  <a:lnTo>
                    <a:pt x="4287" y="3773"/>
                  </a:lnTo>
                  <a:lnTo>
                    <a:pt x="4267" y="3733"/>
                  </a:lnTo>
                  <a:lnTo>
                    <a:pt x="4247" y="3753"/>
                  </a:lnTo>
                  <a:lnTo>
                    <a:pt x="4228" y="3773"/>
                  </a:lnTo>
                  <a:lnTo>
                    <a:pt x="4188" y="3773"/>
                  </a:lnTo>
                  <a:lnTo>
                    <a:pt x="4208" y="3793"/>
                  </a:lnTo>
                  <a:lnTo>
                    <a:pt x="4208" y="3812"/>
                  </a:lnTo>
                  <a:lnTo>
                    <a:pt x="4228" y="3793"/>
                  </a:lnTo>
                  <a:lnTo>
                    <a:pt x="4228" y="3812"/>
                  </a:lnTo>
                  <a:lnTo>
                    <a:pt x="4188" y="3832"/>
                  </a:lnTo>
                  <a:lnTo>
                    <a:pt x="4149" y="3872"/>
                  </a:lnTo>
                  <a:lnTo>
                    <a:pt x="4149" y="3891"/>
                  </a:lnTo>
                  <a:lnTo>
                    <a:pt x="4109" y="3872"/>
                  </a:lnTo>
                  <a:lnTo>
                    <a:pt x="4070" y="3911"/>
                  </a:lnTo>
                  <a:lnTo>
                    <a:pt x="4089" y="3911"/>
                  </a:lnTo>
                  <a:lnTo>
                    <a:pt x="4109" y="3931"/>
                  </a:lnTo>
                  <a:lnTo>
                    <a:pt x="4050" y="3990"/>
                  </a:lnTo>
                  <a:lnTo>
                    <a:pt x="3971" y="4050"/>
                  </a:lnTo>
                  <a:lnTo>
                    <a:pt x="3892" y="4109"/>
                  </a:lnTo>
                  <a:lnTo>
                    <a:pt x="3813" y="4188"/>
                  </a:lnTo>
                  <a:lnTo>
                    <a:pt x="3754" y="4208"/>
                  </a:lnTo>
                  <a:lnTo>
                    <a:pt x="3754" y="4188"/>
                  </a:lnTo>
                  <a:lnTo>
                    <a:pt x="3754" y="4148"/>
                  </a:lnTo>
                  <a:lnTo>
                    <a:pt x="3754" y="4129"/>
                  </a:lnTo>
                  <a:lnTo>
                    <a:pt x="3793" y="4089"/>
                  </a:lnTo>
                  <a:lnTo>
                    <a:pt x="3833" y="4069"/>
                  </a:lnTo>
                  <a:lnTo>
                    <a:pt x="3872" y="4050"/>
                  </a:lnTo>
                  <a:lnTo>
                    <a:pt x="3931" y="4010"/>
                  </a:lnTo>
                  <a:lnTo>
                    <a:pt x="3852" y="4050"/>
                  </a:lnTo>
                  <a:lnTo>
                    <a:pt x="3773" y="4089"/>
                  </a:lnTo>
                  <a:lnTo>
                    <a:pt x="3714" y="4148"/>
                  </a:lnTo>
                  <a:lnTo>
                    <a:pt x="3675" y="4208"/>
                  </a:lnTo>
                  <a:lnTo>
                    <a:pt x="3596" y="4227"/>
                  </a:lnTo>
                  <a:lnTo>
                    <a:pt x="3477" y="4227"/>
                  </a:lnTo>
                  <a:lnTo>
                    <a:pt x="3418" y="4267"/>
                  </a:lnTo>
                  <a:lnTo>
                    <a:pt x="3457" y="4287"/>
                  </a:lnTo>
                  <a:lnTo>
                    <a:pt x="3497" y="4287"/>
                  </a:lnTo>
                  <a:lnTo>
                    <a:pt x="3457" y="4326"/>
                  </a:lnTo>
                  <a:lnTo>
                    <a:pt x="3398" y="4346"/>
                  </a:lnTo>
                  <a:lnTo>
                    <a:pt x="3398" y="4366"/>
                  </a:lnTo>
                  <a:lnTo>
                    <a:pt x="3438" y="4366"/>
                  </a:lnTo>
                  <a:lnTo>
                    <a:pt x="3438" y="4385"/>
                  </a:lnTo>
                  <a:lnTo>
                    <a:pt x="3398" y="4405"/>
                  </a:lnTo>
                  <a:lnTo>
                    <a:pt x="3378" y="4405"/>
                  </a:lnTo>
                  <a:lnTo>
                    <a:pt x="3367" y="4393"/>
                  </a:lnTo>
                  <a:lnTo>
                    <a:pt x="3367" y="4393"/>
                  </a:lnTo>
                  <a:lnTo>
                    <a:pt x="3319" y="4425"/>
                  </a:lnTo>
                  <a:lnTo>
                    <a:pt x="3240" y="4425"/>
                  </a:lnTo>
                  <a:lnTo>
                    <a:pt x="3201" y="4464"/>
                  </a:lnTo>
                  <a:lnTo>
                    <a:pt x="3220" y="4464"/>
                  </a:lnTo>
                  <a:lnTo>
                    <a:pt x="3260" y="4445"/>
                  </a:lnTo>
                  <a:lnTo>
                    <a:pt x="3260" y="4464"/>
                  </a:lnTo>
                  <a:lnTo>
                    <a:pt x="3260" y="4484"/>
                  </a:lnTo>
                  <a:lnTo>
                    <a:pt x="3220" y="4563"/>
                  </a:lnTo>
                  <a:lnTo>
                    <a:pt x="3201" y="4543"/>
                  </a:lnTo>
                  <a:lnTo>
                    <a:pt x="3181" y="4563"/>
                  </a:lnTo>
                  <a:lnTo>
                    <a:pt x="3141" y="4583"/>
                  </a:lnTo>
                  <a:lnTo>
                    <a:pt x="3141" y="4563"/>
                  </a:lnTo>
                  <a:lnTo>
                    <a:pt x="3161" y="4543"/>
                  </a:lnTo>
                  <a:lnTo>
                    <a:pt x="3201" y="4524"/>
                  </a:lnTo>
                  <a:lnTo>
                    <a:pt x="3201" y="4504"/>
                  </a:lnTo>
                  <a:lnTo>
                    <a:pt x="3122" y="4543"/>
                  </a:lnTo>
                  <a:lnTo>
                    <a:pt x="3141" y="4543"/>
                  </a:lnTo>
                  <a:lnTo>
                    <a:pt x="3082" y="4622"/>
                  </a:lnTo>
                  <a:lnTo>
                    <a:pt x="3122" y="4603"/>
                  </a:lnTo>
                  <a:lnTo>
                    <a:pt x="3122" y="4622"/>
                  </a:lnTo>
                  <a:lnTo>
                    <a:pt x="3122" y="4642"/>
                  </a:lnTo>
                  <a:lnTo>
                    <a:pt x="3122" y="4682"/>
                  </a:lnTo>
                  <a:lnTo>
                    <a:pt x="3023" y="4721"/>
                  </a:lnTo>
                  <a:lnTo>
                    <a:pt x="2983" y="4721"/>
                  </a:lnTo>
                  <a:lnTo>
                    <a:pt x="2964" y="4701"/>
                  </a:lnTo>
                  <a:lnTo>
                    <a:pt x="2964" y="4721"/>
                  </a:lnTo>
                  <a:lnTo>
                    <a:pt x="2944" y="4761"/>
                  </a:lnTo>
                  <a:lnTo>
                    <a:pt x="2865" y="4820"/>
                  </a:lnTo>
                  <a:lnTo>
                    <a:pt x="2904" y="4820"/>
                  </a:lnTo>
                  <a:lnTo>
                    <a:pt x="2904" y="4840"/>
                  </a:lnTo>
                  <a:lnTo>
                    <a:pt x="2885" y="4879"/>
                  </a:lnTo>
                  <a:lnTo>
                    <a:pt x="2786" y="4899"/>
                  </a:lnTo>
                  <a:lnTo>
                    <a:pt x="2786" y="4899"/>
                  </a:lnTo>
                  <a:lnTo>
                    <a:pt x="2806" y="4859"/>
                  </a:lnTo>
                  <a:lnTo>
                    <a:pt x="2746" y="4859"/>
                  </a:lnTo>
                  <a:lnTo>
                    <a:pt x="2746" y="4840"/>
                  </a:lnTo>
                  <a:lnTo>
                    <a:pt x="2746" y="4800"/>
                  </a:lnTo>
                  <a:lnTo>
                    <a:pt x="2707" y="4840"/>
                  </a:lnTo>
                  <a:lnTo>
                    <a:pt x="2687" y="4859"/>
                  </a:lnTo>
                  <a:lnTo>
                    <a:pt x="2648" y="4879"/>
                  </a:lnTo>
                  <a:lnTo>
                    <a:pt x="2648" y="4859"/>
                  </a:lnTo>
                  <a:lnTo>
                    <a:pt x="2648" y="4840"/>
                  </a:lnTo>
                  <a:lnTo>
                    <a:pt x="2608" y="4879"/>
                  </a:lnTo>
                  <a:lnTo>
                    <a:pt x="2549" y="4919"/>
                  </a:lnTo>
                  <a:lnTo>
                    <a:pt x="2588" y="4938"/>
                  </a:lnTo>
                  <a:lnTo>
                    <a:pt x="2608" y="4958"/>
                  </a:lnTo>
                  <a:lnTo>
                    <a:pt x="2588" y="4978"/>
                  </a:lnTo>
                  <a:lnTo>
                    <a:pt x="2490" y="4978"/>
                  </a:lnTo>
                  <a:lnTo>
                    <a:pt x="2450" y="5017"/>
                  </a:lnTo>
                  <a:lnTo>
                    <a:pt x="2450" y="5037"/>
                  </a:lnTo>
                  <a:lnTo>
                    <a:pt x="2450" y="5077"/>
                  </a:lnTo>
                  <a:lnTo>
                    <a:pt x="2430" y="5116"/>
                  </a:lnTo>
                  <a:lnTo>
                    <a:pt x="2490" y="5116"/>
                  </a:lnTo>
                  <a:lnTo>
                    <a:pt x="2490" y="5136"/>
                  </a:lnTo>
                  <a:lnTo>
                    <a:pt x="2529" y="5136"/>
                  </a:lnTo>
                  <a:lnTo>
                    <a:pt x="2529" y="5156"/>
                  </a:lnTo>
                  <a:lnTo>
                    <a:pt x="2529" y="5175"/>
                  </a:lnTo>
                  <a:lnTo>
                    <a:pt x="2490" y="5195"/>
                  </a:lnTo>
                  <a:lnTo>
                    <a:pt x="2470" y="5215"/>
                  </a:lnTo>
                  <a:lnTo>
                    <a:pt x="2371" y="5254"/>
                  </a:lnTo>
                  <a:lnTo>
                    <a:pt x="2292" y="5274"/>
                  </a:lnTo>
                  <a:lnTo>
                    <a:pt x="2292" y="5215"/>
                  </a:lnTo>
                  <a:lnTo>
                    <a:pt x="2312" y="5156"/>
                  </a:lnTo>
                  <a:lnTo>
                    <a:pt x="2312" y="5096"/>
                  </a:lnTo>
                  <a:lnTo>
                    <a:pt x="2312" y="5077"/>
                  </a:lnTo>
                  <a:lnTo>
                    <a:pt x="2292" y="5037"/>
                  </a:lnTo>
                  <a:lnTo>
                    <a:pt x="2154" y="5156"/>
                  </a:lnTo>
                  <a:lnTo>
                    <a:pt x="2075" y="5195"/>
                  </a:lnTo>
                  <a:lnTo>
                    <a:pt x="2015" y="5235"/>
                  </a:lnTo>
                  <a:lnTo>
                    <a:pt x="1976" y="5274"/>
                  </a:lnTo>
                  <a:lnTo>
                    <a:pt x="1976" y="5314"/>
                  </a:lnTo>
                  <a:lnTo>
                    <a:pt x="1996" y="5353"/>
                  </a:lnTo>
                  <a:lnTo>
                    <a:pt x="2015" y="5373"/>
                  </a:lnTo>
                  <a:lnTo>
                    <a:pt x="1976" y="5393"/>
                  </a:lnTo>
                  <a:lnTo>
                    <a:pt x="1956" y="5412"/>
                  </a:lnTo>
                  <a:lnTo>
                    <a:pt x="1976" y="5373"/>
                  </a:lnTo>
                  <a:lnTo>
                    <a:pt x="1857" y="5472"/>
                  </a:lnTo>
                  <a:lnTo>
                    <a:pt x="1739" y="5570"/>
                  </a:lnTo>
                  <a:lnTo>
                    <a:pt x="1719" y="5610"/>
                  </a:lnTo>
                  <a:lnTo>
                    <a:pt x="1719" y="5630"/>
                  </a:lnTo>
                  <a:lnTo>
                    <a:pt x="1759" y="5669"/>
                  </a:lnTo>
                  <a:lnTo>
                    <a:pt x="1699" y="5709"/>
                  </a:lnTo>
                  <a:lnTo>
                    <a:pt x="1719" y="5728"/>
                  </a:lnTo>
                  <a:lnTo>
                    <a:pt x="1719" y="5748"/>
                  </a:lnTo>
                  <a:lnTo>
                    <a:pt x="1699" y="5768"/>
                  </a:lnTo>
                  <a:lnTo>
                    <a:pt x="1620" y="5807"/>
                  </a:lnTo>
                  <a:lnTo>
                    <a:pt x="1620" y="5788"/>
                  </a:lnTo>
                  <a:lnTo>
                    <a:pt x="1620" y="5768"/>
                  </a:lnTo>
                  <a:lnTo>
                    <a:pt x="1561" y="5807"/>
                  </a:lnTo>
                  <a:lnTo>
                    <a:pt x="1502" y="5847"/>
                  </a:lnTo>
                  <a:lnTo>
                    <a:pt x="1502" y="5807"/>
                  </a:lnTo>
                  <a:lnTo>
                    <a:pt x="1522" y="5788"/>
                  </a:lnTo>
                  <a:lnTo>
                    <a:pt x="1541" y="5768"/>
                  </a:lnTo>
                  <a:lnTo>
                    <a:pt x="1561" y="5768"/>
                  </a:lnTo>
                  <a:lnTo>
                    <a:pt x="1581" y="5748"/>
                  </a:lnTo>
                  <a:lnTo>
                    <a:pt x="1522" y="5768"/>
                  </a:lnTo>
                  <a:lnTo>
                    <a:pt x="1482" y="5748"/>
                  </a:lnTo>
                  <a:lnTo>
                    <a:pt x="1443" y="5728"/>
                  </a:lnTo>
                  <a:lnTo>
                    <a:pt x="1423" y="5768"/>
                  </a:lnTo>
                  <a:lnTo>
                    <a:pt x="1482" y="5768"/>
                  </a:lnTo>
                  <a:lnTo>
                    <a:pt x="1443" y="5807"/>
                  </a:lnTo>
                  <a:lnTo>
                    <a:pt x="1383" y="5827"/>
                  </a:lnTo>
                  <a:lnTo>
                    <a:pt x="1324" y="5847"/>
                  </a:lnTo>
                  <a:lnTo>
                    <a:pt x="1245" y="5906"/>
                  </a:lnTo>
                  <a:lnTo>
                    <a:pt x="1146" y="5946"/>
                  </a:lnTo>
                  <a:lnTo>
                    <a:pt x="1166" y="5946"/>
                  </a:lnTo>
                  <a:lnTo>
                    <a:pt x="1186" y="5965"/>
                  </a:lnTo>
                  <a:lnTo>
                    <a:pt x="1166" y="6005"/>
                  </a:lnTo>
                  <a:lnTo>
                    <a:pt x="1166" y="6044"/>
                  </a:lnTo>
                  <a:lnTo>
                    <a:pt x="1166" y="6084"/>
                  </a:lnTo>
                  <a:lnTo>
                    <a:pt x="1107" y="6123"/>
                  </a:lnTo>
                  <a:lnTo>
                    <a:pt x="1146" y="6123"/>
                  </a:lnTo>
                  <a:lnTo>
                    <a:pt x="1186" y="6104"/>
                  </a:lnTo>
                  <a:lnTo>
                    <a:pt x="1265" y="6064"/>
                  </a:lnTo>
                  <a:lnTo>
                    <a:pt x="1285" y="6084"/>
                  </a:lnTo>
                  <a:lnTo>
                    <a:pt x="1324" y="6104"/>
                  </a:lnTo>
                  <a:lnTo>
                    <a:pt x="1285" y="6183"/>
                  </a:lnTo>
                  <a:lnTo>
                    <a:pt x="1245" y="6262"/>
                  </a:lnTo>
                  <a:lnTo>
                    <a:pt x="1245" y="6242"/>
                  </a:lnTo>
                  <a:lnTo>
                    <a:pt x="1225" y="6222"/>
                  </a:lnTo>
                  <a:lnTo>
                    <a:pt x="1146" y="6341"/>
                  </a:lnTo>
                  <a:lnTo>
                    <a:pt x="1087" y="6321"/>
                  </a:lnTo>
                  <a:lnTo>
                    <a:pt x="1067" y="6321"/>
                  </a:lnTo>
                  <a:lnTo>
                    <a:pt x="1067" y="6301"/>
                  </a:lnTo>
                  <a:lnTo>
                    <a:pt x="1028" y="6321"/>
                  </a:lnTo>
                  <a:lnTo>
                    <a:pt x="969" y="6361"/>
                  </a:lnTo>
                  <a:lnTo>
                    <a:pt x="929" y="6400"/>
                  </a:lnTo>
                  <a:lnTo>
                    <a:pt x="909" y="6400"/>
                  </a:lnTo>
                  <a:lnTo>
                    <a:pt x="890" y="6380"/>
                  </a:lnTo>
                  <a:lnTo>
                    <a:pt x="870" y="6420"/>
                  </a:lnTo>
                  <a:lnTo>
                    <a:pt x="949" y="6420"/>
                  </a:lnTo>
                  <a:lnTo>
                    <a:pt x="1028" y="6361"/>
                  </a:lnTo>
                  <a:lnTo>
                    <a:pt x="1048" y="6380"/>
                  </a:lnTo>
                  <a:lnTo>
                    <a:pt x="1028" y="6400"/>
                  </a:lnTo>
                  <a:lnTo>
                    <a:pt x="988" y="6420"/>
                  </a:lnTo>
                  <a:lnTo>
                    <a:pt x="949" y="6440"/>
                  </a:lnTo>
                  <a:lnTo>
                    <a:pt x="949" y="6459"/>
                  </a:lnTo>
                  <a:lnTo>
                    <a:pt x="949" y="6479"/>
                  </a:lnTo>
                  <a:lnTo>
                    <a:pt x="949" y="6519"/>
                  </a:lnTo>
                  <a:lnTo>
                    <a:pt x="949" y="6538"/>
                  </a:lnTo>
                  <a:lnTo>
                    <a:pt x="890" y="6538"/>
                  </a:lnTo>
                  <a:lnTo>
                    <a:pt x="811" y="6558"/>
                  </a:lnTo>
                  <a:lnTo>
                    <a:pt x="771" y="6558"/>
                  </a:lnTo>
                  <a:lnTo>
                    <a:pt x="751" y="6578"/>
                  </a:lnTo>
                  <a:lnTo>
                    <a:pt x="771" y="6440"/>
                  </a:lnTo>
                  <a:lnTo>
                    <a:pt x="712" y="6499"/>
                  </a:lnTo>
                  <a:lnTo>
                    <a:pt x="712" y="6420"/>
                  </a:lnTo>
                  <a:lnTo>
                    <a:pt x="712" y="6380"/>
                  </a:lnTo>
                  <a:lnTo>
                    <a:pt x="732" y="6321"/>
                  </a:lnTo>
                  <a:lnTo>
                    <a:pt x="574" y="6400"/>
                  </a:lnTo>
                  <a:lnTo>
                    <a:pt x="514" y="6440"/>
                  </a:lnTo>
                  <a:lnTo>
                    <a:pt x="455" y="6479"/>
                  </a:lnTo>
                  <a:lnTo>
                    <a:pt x="416" y="6459"/>
                  </a:lnTo>
                  <a:lnTo>
                    <a:pt x="396" y="6420"/>
                  </a:lnTo>
                  <a:lnTo>
                    <a:pt x="337" y="6459"/>
                  </a:lnTo>
                  <a:lnTo>
                    <a:pt x="277" y="6479"/>
                  </a:lnTo>
                  <a:lnTo>
                    <a:pt x="218" y="6499"/>
                  </a:lnTo>
                  <a:lnTo>
                    <a:pt x="159" y="6519"/>
                  </a:lnTo>
                  <a:lnTo>
                    <a:pt x="159" y="6538"/>
                  </a:lnTo>
                  <a:lnTo>
                    <a:pt x="198" y="6538"/>
                  </a:lnTo>
                  <a:lnTo>
                    <a:pt x="238" y="6558"/>
                  </a:lnTo>
                  <a:lnTo>
                    <a:pt x="238" y="6578"/>
                  </a:lnTo>
                  <a:lnTo>
                    <a:pt x="218" y="6578"/>
                  </a:lnTo>
                  <a:lnTo>
                    <a:pt x="179" y="6598"/>
                  </a:lnTo>
                  <a:lnTo>
                    <a:pt x="159" y="6637"/>
                  </a:lnTo>
                  <a:lnTo>
                    <a:pt x="179" y="6617"/>
                  </a:lnTo>
                  <a:lnTo>
                    <a:pt x="218" y="6598"/>
                  </a:lnTo>
                  <a:lnTo>
                    <a:pt x="337" y="6558"/>
                  </a:lnTo>
                  <a:lnTo>
                    <a:pt x="317" y="6578"/>
                  </a:lnTo>
                  <a:lnTo>
                    <a:pt x="317" y="6598"/>
                  </a:lnTo>
                  <a:lnTo>
                    <a:pt x="317" y="6657"/>
                  </a:lnTo>
                  <a:lnTo>
                    <a:pt x="396" y="6617"/>
                  </a:lnTo>
                  <a:lnTo>
                    <a:pt x="396" y="6637"/>
                  </a:lnTo>
                  <a:lnTo>
                    <a:pt x="356" y="6677"/>
                  </a:lnTo>
                  <a:lnTo>
                    <a:pt x="317" y="6696"/>
                  </a:lnTo>
                  <a:lnTo>
                    <a:pt x="277" y="6716"/>
                  </a:lnTo>
                  <a:lnTo>
                    <a:pt x="258" y="6617"/>
                  </a:lnTo>
                  <a:lnTo>
                    <a:pt x="159" y="6677"/>
                  </a:lnTo>
                  <a:lnTo>
                    <a:pt x="100" y="6716"/>
                  </a:lnTo>
                  <a:lnTo>
                    <a:pt x="40" y="6716"/>
                  </a:lnTo>
                  <a:lnTo>
                    <a:pt x="40" y="6696"/>
                  </a:lnTo>
                  <a:lnTo>
                    <a:pt x="80" y="6657"/>
                  </a:lnTo>
                  <a:lnTo>
                    <a:pt x="60" y="6657"/>
                  </a:lnTo>
                  <a:lnTo>
                    <a:pt x="40" y="6677"/>
                  </a:lnTo>
                  <a:lnTo>
                    <a:pt x="1" y="6696"/>
                  </a:lnTo>
                  <a:lnTo>
                    <a:pt x="179" y="7052"/>
                  </a:lnTo>
                  <a:lnTo>
                    <a:pt x="238" y="6993"/>
                  </a:lnTo>
                  <a:lnTo>
                    <a:pt x="277" y="6933"/>
                  </a:lnTo>
                  <a:lnTo>
                    <a:pt x="317" y="6953"/>
                  </a:lnTo>
                  <a:lnTo>
                    <a:pt x="317" y="6993"/>
                  </a:lnTo>
                  <a:lnTo>
                    <a:pt x="277" y="7032"/>
                  </a:lnTo>
                  <a:lnTo>
                    <a:pt x="238" y="7072"/>
                  </a:lnTo>
                  <a:lnTo>
                    <a:pt x="198" y="7091"/>
                  </a:lnTo>
                  <a:lnTo>
                    <a:pt x="277" y="7230"/>
                  </a:lnTo>
                  <a:lnTo>
                    <a:pt x="337" y="7111"/>
                  </a:lnTo>
                  <a:lnTo>
                    <a:pt x="416" y="7032"/>
                  </a:lnTo>
                  <a:lnTo>
                    <a:pt x="514" y="6993"/>
                  </a:lnTo>
                  <a:lnTo>
                    <a:pt x="514" y="6993"/>
                  </a:lnTo>
                  <a:lnTo>
                    <a:pt x="475" y="7012"/>
                  </a:lnTo>
                  <a:lnTo>
                    <a:pt x="435" y="7052"/>
                  </a:lnTo>
                  <a:lnTo>
                    <a:pt x="435" y="7091"/>
                  </a:lnTo>
                  <a:lnTo>
                    <a:pt x="455" y="7111"/>
                  </a:lnTo>
                  <a:lnTo>
                    <a:pt x="475" y="7091"/>
                  </a:lnTo>
                  <a:lnTo>
                    <a:pt x="514" y="7072"/>
                  </a:lnTo>
                  <a:lnTo>
                    <a:pt x="534" y="7072"/>
                  </a:lnTo>
                  <a:lnTo>
                    <a:pt x="534" y="7032"/>
                  </a:lnTo>
                  <a:lnTo>
                    <a:pt x="653" y="6973"/>
                  </a:lnTo>
                  <a:lnTo>
                    <a:pt x="712" y="6953"/>
                  </a:lnTo>
                  <a:lnTo>
                    <a:pt x="751" y="6973"/>
                  </a:lnTo>
                  <a:lnTo>
                    <a:pt x="712" y="7012"/>
                  </a:lnTo>
                  <a:lnTo>
                    <a:pt x="653" y="7032"/>
                  </a:lnTo>
                  <a:lnTo>
                    <a:pt x="613" y="7052"/>
                  </a:lnTo>
                  <a:lnTo>
                    <a:pt x="593" y="7072"/>
                  </a:lnTo>
                  <a:lnTo>
                    <a:pt x="613" y="7091"/>
                  </a:lnTo>
                  <a:lnTo>
                    <a:pt x="514" y="7131"/>
                  </a:lnTo>
                  <a:lnTo>
                    <a:pt x="593" y="7131"/>
                  </a:lnTo>
                  <a:lnTo>
                    <a:pt x="672" y="7091"/>
                  </a:lnTo>
                  <a:lnTo>
                    <a:pt x="653" y="7091"/>
                  </a:lnTo>
                  <a:lnTo>
                    <a:pt x="712" y="7052"/>
                  </a:lnTo>
                  <a:lnTo>
                    <a:pt x="751" y="7091"/>
                  </a:lnTo>
                  <a:lnTo>
                    <a:pt x="811" y="7052"/>
                  </a:lnTo>
                  <a:lnTo>
                    <a:pt x="870" y="7032"/>
                  </a:lnTo>
                  <a:lnTo>
                    <a:pt x="949" y="6993"/>
                  </a:lnTo>
                  <a:lnTo>
                    <a:pt x="1028" y="6933"/>
                  </a:lnTo>
                  <a:lnTo>
                    <a:pt x="1028" y="6953"/>
                  </a:lnTo>
                  <a:lnTo>
                    <a:pt x="1067" y="6894"/>
                  </a:lnTo>
                  <a:lnTo>
                    <a:pt x="1087" y="6854"/>
                  </a:lnTo>
                  <a:lnTo>
                    <a:pt x="1107" y="6795"/>
                  </a:lnTo>
                  <a:lnTo>
                    <a:pt x="1146" y="6736"/>
                  </a:lnTo>
                  <a:lnTo>
                    <a:pt x="1146" y="6756"/>
                  </a:lnTo>
                  <a:lnTo>
                    <a:pt x="1146" y="6775"/>
                  </a:lnTo>
                  <a:lnTo>
                    <a:pt x="1186" y="6815"/>
                  </a:lnTo>
                  <a:lnTo>
                    <a:pt x="1206" y="6775"/>
                  </a:lnTo>
                  <a:lnTo>
                    <a:pt x="1245" y="6775"/>
                  </a:lnTo>
                  <a:lnTo>
                    <a:pt x="1324" y="6756"/>
                  </a:lnTo>
                  <a:lnTo>
                    <a:pt x="1285" y="6756"/>
                  </a:lnTo>
                  <a:lnTo>
                    <a:pt x="1285" y="6736"/>
                  </a:lnTo>
                  <a:lnTo>
                    <a:pt x="1285" y="6696"/>
                  </a:lnTo>
                  <a:lnTo>
                    <a:pt x="1265" y="6696"/>
                  </a:lnTo>
                  <a:lnTo>
                    <a:pt x="1265" y="6657"/>
                  </a:lnTo>
                  <a:lnTo>
                    <a:pt x="1304" y="6617"/>
                  </a:lnTo>
                  <a:lnTo>
                    <a:pt x="1383" y="6578"/>
                  </a:lnTo>
                  <a:lnTo>
                    <a:pt x="1403" y="6578"/>
                  </a:lnTo>
                  <a:lnTo>
                    <a:pt x="1403" y="6598"/>
                  </a:lnTo>
                  <a:lnTo>
                    <a:pt x="1364" y="6657"/>
                  </a:lnTo>
                  <a:lnTo>
                    <a:pt x="1364" y="6657"/>
                  </a:lnTo>
                  <a:lnTo>
                    <a:pt x="1482" y="6598"/>
                  </a:lnTo>
                  <a:lnTo>
                    <a:pt x="1541" y="6578"/>
                  </a:lnTo>
                  <a:lnTo>
                    <a:pt x="1601" y="6578"/>
                  </a:lnTo>
                  <a:lnTo>
                    <a:pt x="1620" y="6538"/>
                  </a:lnTo>
                  <a:lnTo>
                    <a:pt x="1660" y="6499"/>
                  </a:lnTo>
                  <a:lnTo>
                    <a:pt x="1680" y="6459"/>
                  </a:lnTo>
                  <a:lnTo>
                    <a:pt x="1699" y="6420"/>
                  </a:lnTo>
                  <a:lnTo>
                    <a:pt x="1680" y="6440"/>
                  </a:lnTo>
                  <a:lnTo>
                    <a:pt x="1660" y="6459"/>
                  </a:lnTo>
                  <a:lnTo>
                    <a:pt x="1660" y="6479"/>
                  </a:lnTo>
                  <a:lnTo>
                    <a:pt x="1620" y="6499"/>
                  </a:lnTo>
                  <a:lnTo>
                    <a:pt x="1640" y="6420"/>
                  </a:lnTo>
                  <a:lnTo>
                    <a:pt x="1699" y="6380"/>
                  </a:lnTo>
                  <a:lnTo>
                    <a:pt x="1739" y="6361"/>
                  </a:lnTo>
                  <a:lnTo>
                    <a:pt x="1838" y="6341"/>
                  </a:lnTo>
                  <a:lnTo>
                    <a:pt x="1838" y="6341"/>
                  </a:lnTo>
                  <a:lnTo>
                    <a:pt x="1798" y="6400"/>
                  </a:lnTo>
                  <a:lnTo>
                    <a:pt x="1798" y="6380"/>
                  </a:lnTo>
                  <a:lnTo>
                    <a:pt x="1759" y="6440"/>
                  </a:lnTo>
                  <a:lnTo>
                    <a:pt x="1739" y="6459"/>
                  </a:lnTo>
                  <a:lnTo>
                    <a:pt x="1759" y="6479"/>
                  </a:lnTo>
                  <a:lnTo>
                    <a:pt x="1778" y="6440"/>
                  </a:lnTo>
                  <a:lnTo>
                    <a:pt x="1798" y="6420"/>
                  </a:lnTo>
                  <a:lnTo>
                    <a:pt x="1838" y="6400"/>
                  </a:lnTo>
                  <a:lnTo>
                    <a:pt x="1877" y="6361"/>
                  </a:lnTo>
                  <a:lnTo>
                    <a:pt x="1936" y="6321"/>
                  </a:lnTo>
                  <a:lnTo>
                    <a:pt x="2015" y="6281"/>
                  </a:lnTo>
                  <a:lnTo>
                    <a:pt x="2075" y="6262"/>
                  </a:lnTo>
                  <a:lnTo>
                    <a:pt x="2094" y="6222"/>
                  </a:lnTo>
                  <a:lnTo>
                    <a:pt x="2114" y="6183"/>
                  </a:lnTo>
                  <a:lnTo>
                    <a:pt x="2055" y="6183"/>
                  </a:lnTo>
                  <a:lnTo>
                    <a:pt x="2035" y="6163"/>
                  </a:lnTo>
                  <a:lnTo>
                    <a:pt x="2094" y="6143"/>
                  </a:lnTo>
                  <a:lnTo>
                    <a:pt x="2154" y="6143"/>
                  </a:lnTo>
                  <a:lnTo>
                    <a:pt x="2134" y="6163"/>
                  </a:lnTo>
                  <a:lnTo>
                    <a:pt x="2213" y="6123"/>
                  </a:lnTo>
                  <a:lnTo>
                    <a:pt x="2253" y="6104"/>
                  </a:lnTo>
                  <a:lnTo>
                    <a:pt x="2233" y="6044"/>
                  </a:lnTo>
                  <a:lnTo>
                    <a:pt x="2233" y="6025"/>
                  </a:lnTo>
                  <a:lnTo>
                    <a:pt x="2253" y="6005"/>
                  </a:lnTo>
                  <a:lnTo>
                    <a:pt x="2272" y="5985"/>
                  </a:lnTo>
                  <a:lnTo>
                    <a:pt x="2292" y="6005"/>
                  </a:lnTo>
                  <a:lnTo>
                    <a:pt x="2312" y="6025"/>
                  </a:lnTo>
                  <a:lnTo>
                    <a:pt x="2312" y="6064"/>
                  </a:lnTo>
                  <a:lnTo>
                    <a:pt x="2312" y="6084"/>
                  </a:lnTo>
                  <a:lnTo>
                    <a:pt x="2332" y="6084"/>
                  </a:lnTo>
                  <a:lnTo>
                    <a:pt x="2411" y="5985"/>
                  </a:lnTo>
                  <a:lnTo>
                    <a:pt x="2450" y="6005"/>
                  </a:lnTo>
                  <a:lnTo>
                    <a:pt x="2569" y="5926"/>
                  </a:lnTo>
                  <a:lnTo>
                    <a:pt x="2648" y="5847"/>
                  </a:lnTo>
                  <a:lnTo>
                    <a:pt x="2727" y="5748"/>
                  </a:lnTo>
                  <a:lnTo>
                    <a:pt x="2825" y="5669"/>
                  </a:lnTo>
                  <a:lnTo>
                    <a:pt x="2825" y="5709"/>
                  </a:lnTo>
                  <a:lnTo>
                    <a:pt x="2806" y="5748"/>
                  </a:lnTo>
                  <a:lnTo>
                    <a:pt x="2727" y="5827"/>
                  </a:lnTo>
                  <a:lnTo>
                    <a:pt x="2766" y="5827"/>
                  </a:lnTo>
                  <a:lnTo>
                    <a:pt x="2806" y="5788"/>
                  </a:lnTo>
                  <a:lnTo>
                    <a:pt x="2865" y="5748"/>
                  </a:lnTo>
                  <a:lnTo>
                    <a:pt x="2904" y="5728"/>
                  </a:lnTo>
                  <a:lnTo>
                    <a:pt x="2944" y="5689"/>
                  </a:lnTo>
                  <a:lnTo>
                    <a:pt x="2964" y="5669"/>
                  </a:lnTo>
                  <a:lnTo>
                    <a:pt x="2983" y="5630"/>
                  </a:lnTo>
                  <a:lnTo>
                    <a:pt x="2964" y="5610"/>
                  </a:lnTo>
                  <a:lnTo>
                    <a:pt x="3003" y="5570"/>
                  </a:lnTo>
                  <a:lnTo>
                    <a:pt x="3023" y="5570"/>
                  </a:lnTo>
                  <a:lnTo>
                    <a:pt x="3043" y="5610"/>
                  </a:lnTo>
                  <a:lnTo>
                    <a:pt x="3062" y="5551"/>
                  </a:lnTo>
                  <a:lnTo>
                    <a:pt x="3102" y="5511"/>
                  </a:lnTo>
                  <a:lnTo>
                    <a:pt x="3201" y="5452"/>
                  </a:lnTo>
                  <a:lnTo>
                    <a:pt x="3220" y="5472"/>
                  </a:lnTo>
                  <a:lnTo>
                    <a:pt x="3280" y="5373"/>
                  </a:lnTo>
                  <a:lnTo>
                    <a:pt x="3260" y="5373"/>
                  </a:lnTo>
                  <a:lnTo>
                    <a:pt x="3260" y="5333"/>
                  </a:lnTo>
                  <a:lnTo>
                    <a:pt x="3280" y="5314"/>
                  </a:lnTo>
                  <a:lnTo>
                    <a:pt x="3240" y="5314"/>
                  </a:lnTo>
                  <a:lnTo>
                    <a:pt x="3201" y="5333"/>
                  </a:lnTo>
                  <a:lnTo>
                    <a:pt x="3122" y="5393"/>
                  </a:lnTo>
                  <a:lnTo>
                    <a:pt x="3062" y="5452"/>
                  </a:lnTo>
                  <a:lnTo>
                    <a:pt x="3023" y="5472"/>
                  </a:lnTo>
                  <a:lnTo>
                    <a:pt x="2964" y="5472"/>
                  </a:lnTo>
                  <a:lnTo>
                    <a:pt x="2964" y="5452"/>
                  </a:lnTo>
                  <a:lnTo>
                    <a:pt x="2944" y="5452"/>
                  </a:lnTo>
                  <a:lnTo>
                    <a:pt x="2964" y="5432"/>
                  </a:lnTo>
                  <a:lnTo>
                    <a:pt x="2983" y="5412"/>
                  </a:lnTo>
                  <a:lnTo>
                    <a:pt x="3003" y="5432"/>
                  </a:lnTo>
                  <a:lnTo>
                    <a:pt x="3003" y="5373"/>
                  </a:lnTo>
                  <a:lnTo>
                    <a:pt x="2983" y="5393"/>
                  </a:lnTo>
                  <a:lnTo>
                    <a:pt x="2964" y="5353"/>
                  </a:lnTo>
                  <a:lnTo>
                    <a:pt x="2964" y="5333"/>
                  </a:lnTo>
                  <a:lnTo>
                    <a:pt x="3003" y="5294"/>
                  </a:lnTo>
                  <a:lnTo>
                    <a:pt x="3102" y="5215"/>
                  </a:lnTo>
                  <a:lnTo>
                    <a:pt x="3141" y="5215"/>
                  </a:lnTo>
                  <a:lnTo>
                    <a:pt x="3122" y="5254"/>
                  </a:lnTo>
                  <a:lnTo>
                    <a:pt x="3082" y="5353"/>
                  </a:lnTo>
                  <a:lnTo>
                    <a:pt x="3102" y="5314"/>
                  </a:lnTo>
                  <a:lnTo>
                    <a:pt x="3122" y="5294"/>
                  </a:lnTo>
                  <a:lnTo>
                    <a:pt x="3141" y="5274"/>
                  </a:lnTo>
                  <a:lnTo>
                    <a:pt x="3161" y="5333"/>
                  </a:lnTo>
                  <a:lnTo>
                    <a:pt x="3201" y="5274"/>
                  </a:lnTo>
                  <a:lnTo>
                    <a:pt x="3201" y="5254"/>
                  </a:lnTo>
                  <a:lnTo>
                    <a:pt x="3181" y="5235"/>
                  </a:lnTo>
                  <a:lnTo>
                    <a:pt x="3161" y="5215"/>
                  </a:lnTo>
                  <a:lnTo>
                    <a:pt x="3181" y="5175"/>
                  </a:lnTo>
                  <a:lnTo>
                    <a:pt x="3201" y="5156"/>
                  </a:lnTo>
                  <a:lnTo>
                    <a:pt x="3280" y="5136"/>
                  </a:lnTo>
                  <a:lnTo>
                    <a:pt x="3260" y="5175"/>
                  </a:lnTo>
                  <a:lnTo>
                    <a:pt x="3260" y="5175"/>
                  </a:lnTo>
                  <a:lnTo>
                    <a:pt x="3299" y="5136"/>
                  </a:lnTo>
                  <a:lnTo>
                    <a:pt x="3319" y="5116"/>
                  </a:lnTo>
                  <a:lnTo>
                    <a:pt x="3359" y="5077"/>
                  </a:lnTo>
                  <a:lnTo>
                    <a:pt x="3398" y="5037"/>
                  </a:lnTo>
                  <a:lnTo>
                    <a:pt x="3438" y="5057"/>
                  </a:lnTo>
                  <a:lnTo>
                    <a:pt x="3418" y="5077"/>
                  </a:lnTo>
                  <a:lnTo>
                    <a:pt x="3378" y="5077"/>
                  </a:lnTo>
                  <a:lnTo>
                    <a:pt x="3359" y="5136"/>
                  </a:lnTo>
                  <a:lnTo>
                    <a:pt x="3359" y="5175"/>
                  </a:lnTo>
                  <a:lnTo>
                    <a:pt x="3339" y="5195"/>
                  </a:lnTo>
                  <a:lnTo>
                    <a:pt x="3398" y="5195"/>
                  </a:lnTo>
                  <a:lnTo>
                    <a:pt x="3398" y="5215"/>
                  </a:lnTo>
                  <a:lnTo>
                    <a:pt x="3398" y="5235"/>
                  </a:lnTo>
                  <a:lnTo>
                    <a:pt x="3339" y="5373"/>
                  </a:lnTo>
                  <a:lnTo>
                    <a:pt x="3418" y="5314"/>
                  </a:lnTo>
                  <a:lnTo>
                    <a:pt x="3477" y="5294"/>
                  </a:lnTo>
                  <a:lnTo>
                    <a:pt x="3497" y="5274"/>
                  </a:lnTo>
                  <a:lnTo>
                    <a:pt x="3536" y="5235"/>
                  </a:lnTo>
                  <a:lnTo>
                    <a:pt x="3596" y="5215"/>
                  </a:lnTo>
                  <a:lnTo>
                    <a:pt x="3655" y="5175"/>
                  </a:lnTo>
                  <a:lnTo>
                    <a:pt x="3675" y="5136"/>
                  </a:lnTo>
                  <a:lnTo>
                    <a:pt x="3694" y="5096"/>
                  </a:lnTo>
                  <a:lnTo>
                    <a:pt x="3694" y="5116"/>
                  </a:lnTo>
                  <a:lnTo>
                    <a:pt x="3694" y="5136"/>
                  </a:lnTo>
                  <a:lnTo>
                    <a:pt x="3714" y="5136"/>
                  </a:lnTo>
                  <a:lnTo>
                    <a:pt x="3833" y="5057"/>
                  </a:lnTo>
                  <a:lnTo>
                    <a:pt x="3931" y="4938"/>
                  </a:lnTo>
                  <a:lnTo>
                    <a:pt x="3991" y="4938"/>
                  </a:lnTo>
                  <a:lnTo>
                    <a:pt x="4010" y="4958"/>
                  </a:lnTo>
                  <a:lnTo>
                    <a:pt x="4089" y="4919"/>
                  </a:lnTo>
                  <a:lnTo>
                    <a:pt x="4149" y="4859"/>
                  </a:lnTo>
                  <a:lnTo>
                    <a:pt x="4247" y="4761"/>
                  </a:lnTo>
                  <a:lnTo>
                    <a:pt x="4346" y="4662"/>
                  </a:lnTo>
                  <a:lnTo>
                    <a:pt x="4405" y="4622"/>
                  </a:lnTo>
                  <a:lnTo>
                    <a:pt x="4484" y="4563"/>
                  </a:lnTo>
                  <a:lnTo>
                    <a:pt x="4465" y="4622"/>
                  </a:lnTo>
                  <a:lnTo>
                    <a:pt x="4544" y="4583"/>
                  </a:lnTo>
                  <a:lnTo>
                    <a:pt x="4564" y="4563"/>
                  </a:lnTo>
                  <a:lnTo>
                    <a:pt x="4564" y="4524"/>
                  </a:lnTo>
                  <a:lnTo>
                    <a:pt x="4643" y="4524"/>
                  </a:lnTo>
                  <a:lnTo>
                    <a:pt x="4702" y="4464"/>
                  </a:lnTo>
                  <a:lnTo>
                    <a:pt x="4781" y="4405"/>
                  </a:lnTo>
                  <a:lnTo>
                    <a:pt x="4820" y="4385"/>
                  </a:lnTo>
                  <a:lnTo>
                    <a:pt x="4860" y="4385"/>
                  </a:lnTo>
                  <a:lnTo>
                    <a:pt x="4919" y="4346"/>
                  </a:lnTo>
                  <a:lnTo>
                    <a:pt x="4959" y="4306"/>
                  </a:lnTo>
                  <a:lnTo>
                    <a:pt x="4978" y="4247"/>
                  </a:lnTo>
                  <a:lnTo>
                    <a:pt x="5018" y="4208"/>
                  </a:lnTo>
                  <a:lnTo>
                    <a:pt x="5018" y="4247"/>
                  </a:lnTo>
                  <a:lnTo>
                    <a:pt x="5057" y="4247"/>
                  </a:lnTo>
                  <a:lnTo>
                    <a:pt x="5413" y="3990"/>
                  </a:lnTo>
                  <a:lnTo>
                    <a:pt x="5808" y="3733"/>
                  </a:lnTo>
                  <a:lnTo>
                    <a:pt x="5788" y="3753"/>
                  </a:lnTo>
                  <a:lnTo>
                    <a:pt x="5926" y="3674"/>
                  </a:lnTo>
                  <a:lnTo>
                    <a:pt x="6045" y="3575"/>
                  </a:lnTo>
                  <a:lnTo>
                    <a:pt x="6163" y="3477"/>
                  </a:lnTo>
                  <a:lnTo>
                    <a:pt x="6282" y="3398"/>
                  </a:lnTo>
                  <a:lnTo>
                    <a:pt x="6341" y="3338"/>
                  </a:lnTo>
                  <a:lnTo>
                    <a:pt x="6361" y="3319"/>
                  </a:lnTo>
                  <a:lnTo>
                    <a:pt x="6341" y="3299"/>
                  </a:lnTo>
                  <a:lnTo>
                    <a:pt x="6321" y="3299"/>
                  </a:lnTo>
                  <a:lnTo>
                    <a:pt x="6302" y="3279"/>
                  </a:lnTo>
                  <a:lnTo>
                    <a:pt x="6262" y="3240"/>
                  </a:lnTo>
                  <a:lnTo>
                    <a:pt x="6321" y="3200"/>
                  </a:lnTo>
                  <a:lnTo>
                    <a:pt x="6361" y="3200"/>
                  </a:lnTo>
                  <a:lnTo>
                    <a:pt x="6400" y="3220"/>
                  </a:lnTo>
                  <a:lnTo>
                    <a:pt x="6460" y="3200"/>
                  </a:lnTo>
                  <a:lnTo>
                    <a:pt x="6479" y="3240"/>
                  </a:lnTo>
                  <a:lnTo>
                    <a:pt x="6460" y="3259"/>
                  </a:lnTo>
                  <a:lnTo>
                    <a:pt x="6440" y="3299"/>
                  </a:lnTo>
                  <a:lnTo>
                    <a:pt x="6440" y="3338"/>
                  </a:lnTo>
                  <a:lnTo>
                    <a:pt x="6558" y="3220"/>
                  </a:lnTo>
                  <a:lnTo>
                    <a:pt x="6618" y="3180"/>
                  </a:lnTo>
                  <a:lnTo>
                    <a:pt x="6677" y="3161"/>
                  </a:lnTo>
                  <a:lnTo>
                    <a:pt x="6716" y="3121"/>
                  </a:lnTo>
                  <a:lnTo>
                    <a:pt x="6776" y="3101"/>
                  </a:lnTo>
                  <a:lnTo>
                    <a:pt x="6776" y="3121"/>
                  </a:lnTo>
                  <a:lnTo>
                    <a:pt x="6776" y="3141"/>
                  </a:lnTo>
                  <a:lnTo>
                    <a:pt x="6776" y="3161"/>
                  </a:lnTo>
                  <a:lnTo>
                    <a:pt x="6736" y="3161"/>
                  </a:lnTo>
                  <a:lnTo>
                    <a:pt x="6736" y="3141"/>
                  </a:lnTo>
                  <a:lnTo>
                    <a:pt x="6697" y="3180"/>
                  </a:lnTo>
                  <a:lnTo>
                    <a:pt x="6657" y="3200"/>
                  </a:lnTo>
                  <a:lnTo>
                    <a:pt x="6657" y="3220"/>
                  </a:lnTo>
                  <a:lnTo>
                    <a:pt x="6618" y="3259"/>
                  </a:lnTo>
                  <a:lnTo>
                    <a:pt x="6756" y="3180"/>
                  </a:lnTo>
                  <a:lnTo>
                    <a:pt x="6874" y="3101"/>
                  </a:lnTo>
                  <a:lnTo>
                    <a:pt x="6874" y="3082"/>
                  </a:lnTo>
                  <a:lnTo>
                    <a:pt x="6894" y="3062"/>
                  </a:lnTo>
                  <a:lnTo>
                    <a:pt x="6914" y="3042"/>
                  </a:lnTo>
                  <a:lnTo>
                    <a:pt x="6934" y="3003"/>
                  </a:lnTo>
                  <a:lnTo>
                    <a:pt x="6953" y="3003"/>
                  </a:lnTo>
                  <a:lnTo>
                    <a:pt x="6953" y="2983"/>
                  </a:lnTo>
                  <a:lnTo>
                    <a:pt x="6993" y="2943"/>
                  </a:lnTo>
                  <a:lnTo>
                    <a:pt x="7033" y="2983"/>
                  </a:lnTo>
                  <a:lnTo>
                    <a:pt x="7052" y="2963"/>
                  </a:lnTo>
                  <a:lnTo>
                    <a:pt x="7033" y="2943"/>
                  </a:lnTo>
                  <a:lnTo>
                    <a:pt x="7052" y="2943"/>
                  </a:lnTo>
                  <a:lnTo>
                    <a:pt x="7092" y="2904"/>
                  </a:lnTo>
                  <a:lnTo>
                    <a:pt x="7171" y="2864"/>
                  </a:lnTo>
                  <a:lnTo>
                    <a:pt x="7250" y="2825"/>
                  </a:lnTo>
                  <a:lnTo>
                    <a:pt x="7289" y="2825"/>
                  </a:lnTo>
                  <a:lnTo>
                    <a:pt x="7309" y="2845"/>
                  </a:lnTo>
                  <a:lnTo>
                    <a:pt x="7368" y="2785"/>
                  </a:lnTo>
                  <a:lnTo>
                    <a:pt x="7388" y="2766"/>
                  </a:lnTo>
                  <a:lnTo>
                    <a:pt x="7428" y="2746"/>
                  </a:lnTo>
                  <a:lnTo>
                    <a:pt x="7408" y="2785"/>
                  </a:lnTo>
                  <a:lnTo>
                    <a:pt x="7625" y="2667"/>
                  </a:lnTo>
                  <a:lnTo>
                    <a:pt x="7744" y="2627"/>
                  </a:lnTo>
                  <a:lnTo>
                    <a:pt x="7842" y="2588"/>
                  </a:lnTo>
                  <a:lnTo>
                    <a:pt x="7981" y="2509"/>
                  </a:lnTo>
                  <a:lnTo>
                    <a:pt x="8020" y="2450"/>
                  </a:lnTo>
                  <a:lnTo>
                    <a:pt x="8060" y="2410"/>
                  </a:lnTo>
                  <a:lnTo>
                    <a:pt x="8000" y="2430"/>
                  </a:lnTo>
                  <a:lnTo>
                    <a:pt x="7981" y="2430"/>
                  </a:lnTo>
                  <a:lnTo>
                    <a:pt x="8000" y="2390"/>
                  </a:lnTo>
                  <a:lnTo>
                    <a:pt x="8040" y="2351"/>
                  </a:lnTo>
                  <a:lnTo>
                    <a:pt x="8099" y="2311"/>
                  </a:lnTo>
                  <a:lnTo>
                    <a:pt x="8119" y="2331"/>
                  </a:lnTo>
                  <a:lnTo>
                    <a:pt x="8158" y="2331"/>
                  </a:lnTo>
                  <a:lnTo>
                    <a:pt x="8139" y="2351"/>
                  </a:lnTo>
                  <a:lnTo>
                    <a:pt x="8158" y="2371"/>
                  </a:lnTo>
                  <a:lnTo>
                    <a:pt x="8178" y="2351"/>
                  </a:lnTo>
                  <a:lnTo>
                    <a:pt x="8257" y="2331"/>
                  </a:lnTo>
                  <a:lnTo>
                    <a:pt x="8297" y="2292"/>
                  </a:lnTo>
                  <a:lnTo>
                    <a:pt x="8336" y="2292"/>
                  </a:lnTo>
                  <a:lnTo>
                    <a:pt x="8336" y="2311"/>
                  </a:lnTo>
                  <a:lnTo>
                    <a:pt x="8376" y="2292"/>
                  </a:lnTo>
                  <a:lnTo>
                    <a:pt x="8415" y="2252"/>
                  </a:lnTo>
                  <a:lnTo>
                    <a:pt x="8474" y="2213"/>
                  </a:lnTo>
                  <a:lnTo>
                    <a:pt x="8514" y="2193"/>
                  </a:lnTo>
                  <a:lnTo>
                    <a:pt x="8514" y="2193"/>
                  </a:lnTo>
                  <a:lnTo>
                    <a:pt x="8494" y="2213"/>
                  </a:lnTo>
                  <a:lnTo>
                    <a:pt x="8474" y="2232"/>
                  </a:lnTo>
                  <a:lnTo>
                    <a:pt x="8455" y="2252"/>
                  </a:lnTo>
                  <a:lnTo>
                    <a:pt x="8514" y="2213"/>
                  </a:lnTo>
                  <a:lnTo>
                    <a:pt x="8514" y="2232"/>
                  </a:lnTo>
                  <a:lnTo>
                    <a:pt x="8593" y="2193"/>
                  </a:lnTo>
                  <a:lnTo>
                    <a:pt x="8613" y="2153"/>
                  </a:lnTo>
                  <a:lnTo>
                    <a:pt x="8652" y="2114"/>
                  </a:lnTo>
                  <a:lnTo>
                    <a:pt x="8672" y="2074"/>
                  </a:lnTo>
                  <a:lnTo>
                    <a:pt x="8711" y="2055"/>
                  </a:lnTo>
                  <a:lnTo>
                    <a:pt x="8711" y="2055"/>
                  </a:lnTo>
                  <a:lnTo>
                    <a:pt x="8692" y="2134"/>
                  </a:lnTo>
                  <a:lnTo>
                    <a:pt x="8731" y="2094"/>
                  </a:lnTo>
                  <a:lnTo>
                    <a:pt x="8771" y="2055"/>
                  </a:lnTo>
                  <a:lnTo>
                    <a:pt x="8790" y="2015"/>
                  </a:lnTo>
                  <a:lnTo>
                    <a:pt x="8850" y="1976"/>
                  </a:lnTo>
                  <a:lnTo>
                    <a:pt x="8850" y="1995"/>
                  </a:lnTo>
                  <a:lnTo>
                    <a:pt x="8889" y="1956"/>
                  </a:lnTo>
                  <a:lnTo>
                    <a:pt x="8889" y="1976"/>
                  </a:lnTo>
                  <a:lnTo>
                    <a:pt x="8929" y="1936"/>
                  </a:lnTo>
                  <a:lnTo>
                    <a:pt x="8968" y="1897"/>
                  </a:lnTo>
                  <a:lnTo>
                    <a:pt x="9027" y="1857"/>
                  </a:lnTo>
                  <a:lnTo>
                    <a:pt x="9047" y="1818"/>
                  </a:lnTo>
                  <a:lnTo>
                    <a:pt x="9106" y="1837"/>
                  </a:lnTo>
                  <a:lnTo>
                    <a:pt x="9146" y="1837"/>
                  </a:lnTo>
                  <a:lnTo>
                    <a:pt x="9166" y="1798"/>
                  </a:lnTo>
                  <a:lnTo>
                    <a:pt x="9185" y="1857"/>
                  </a:lnTo>
                  <a:lnTo>
                    <a:pt x="9126" y="1897"/>
                  </a:lnTo>
                  <a:lnTo>
                    <a:pt x="9106" y="1877"/>
                  </a:lnTo>
                  <a:lnTo>
                    <a:pt x="9087" y="1877"/>
                  </a:lnTo>
                  <a:lnTo>
                    <a:pt x="9027" y="1916"/>
                  </a:lnTo>
                  <a:lnTo>
                    <a:pt x="9126" y="1916"/>
                  </a:lnTo>
                  <a:lnTo>
                    <a:pt x="9245" y="1877"/>
                  </a:lnTo>
                  <a:lnTo>
                    <a:pt x="9502" y="1778"/>
                  </a:lnTo>
                  <a:lnTo>
                    <a:pt x="9600" y="1719"/>
                  </a:lnTo>
                  <a:lnTo>
                    <a:pt x="9719" y="1660"/>
                  </a:lnTo>
                  <a:lnTo>
                    <a:pt x="9818" y="1600"/>
                  </a:lnTo>
                  <a:lnTo>
                    <a:pt x="9837" y="1580"/>
                  </a:lnTo>
                  <a:lnTo>
                    <a:pt x="9857" y="1541"/>
                  </a:lnTo>
                  <a:lnTo>
                    <a:pt x="9857" y="1580"/>
                  </a:lnTo>
                  <a:lnTo>
                    <a:pt x="10074" y="1521"/>
                  </a:lnTo>
                  <a:lnTo>
                    <a:pt x="10331" y="1383"/>
                  </a:lnTo>
                  <a:lnTo>
                    <a:pt x="10450" y="1324"/>
                  </a:lnTo>
                  <a:lnTo>
                    <a:pt x="10548" y="1245"/>
                  </a:lnTo>
                  <a:lnTo>
                    <a:pt x="10588" y="1264"/>
                  </a:lnTo>
                  <a:lnTo>
                    <a:pt x="10647" y="1205"/>
                  </a:lnTo>
                  <a:lnTo>
                    <a:pt x="10706" y="1146"/>
                  </a:lnTo>
                  <a:lnTo>
                    <a:pt x="10845" y="1027"/>
                  </a:lnTo>
                  <a:lnTo>
                    <a:pt x="10983" y="929"/>
                  </a:lnTo>
                  <a:lnTo>
                    <a:pt x="11042" y="869"/>
                  </a:lnTo>
                  <a:lnTo>
                    <a:pt x="11062" y="810"/>
                  </a:lnTo>
                  <a:lnTo>
                    <a:pt x="11101" y="810"/>
                  </a:lnTo>
                  <a:lnTo>
                    <a:pt x="11082" y="830"/>
                  </a:lnTo>
                  <a:lnTo>
                    <a:pt x="11062" y="889"/>
                  </a:lnTo>
                  <a:lnTo>
                    <a:pt x="11101" y="850"/>
                  </a:lnTo>
                  <a:lnTo>
                    <a:pt x="11141" y="810"/>
                  </a:lnTo>
                  <a:lnTo>
                    <a:pt x="11200" y="771"/>
                  </a:lnTo>
                  <a:lnTo>
                    <a:pt x="11220" y="751"/>
                  </a:lnTo>
                  <a:lnTo>
                    <a:pt x="11259" y="751"/>
                  </a:lnTo>
                  <a:lnTo>
                    <a:pt x="11259" y="771"/>
                  </a:lnTo>
                  <a:lnTo>
                    <a:pt x="11240" y="790"/>
                  </a:lnTo>
                  <a:lnTo>
                    <a:pt x="11220" y="810"/>
                  </a:lnTo>
                  <a:lnTo>
                    <a:pt x="11259" y="810"/>
                  </a:lnTo>
                  <a:lnTo>
                    <a:pt x="11279" y="790"/>
                  </a:lnTo>
                  <a:lnTo>
                    <a:pt x="11299" y="751"/>
                  </a:lnTo>
                  <a:lnTo>
                    <a:pt x="11338" y="751"/>
                  </a:lnTo>
                  <a:lnTo>
                    <a:pt x="11319" y="731"/>
                  </a:lnTo>
                  <a:lnTo>
                    <a:pt x="11338" y="672"/>
                  </a:lnTo>
                  <a:lnTo>
                    <a:pt x="11417" y="593"/>
                  </a:lnTo>
                  <a:lnTo>
                    <a:pt x="11398" y="593"/>
                  </a:lnTo>
                  <a:lnTo>
                    <a:pt x="11398" y="573"/>
                  </a:lnTo>
                  <a:lnTo>
                    <a:pt x="11417" y="553"/>
                  </a:lnTo>
                  <a:lnTo>
                    <a:pt x="11457" y="534"/>
                  </a:lnTo>
                  <a:lnTo>
                    <a:pt x="11457" y="553"/>
                  </a:lnTo>
                  <a:lnTo>
                    <a:pt x="11536" y="474"/>
                  </a:lnTo>
                  <a:lnTo>
                    <a:pt x="11299"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5" name="Google Shape;9005;p34"/>
            <p:cNvSpPr/>
            <p:nvPr/>
          </p:nvSpPr>
          <p:spPr>
            <a:xfrm>
              <a:off x="9961407" y="4578714"/>
              <a:ext cx="52" cy="1041"/>
            </a:xfrm>
            <a:custGeom>
              <a:rect b="b" l="l" r="r" t="t"/>
              <a:pathLst>
                <a:path extrusionOk="0" h="20" w="1">
                  <a:moveTo>
                    <a:pt x="0" y="20"/>
                  </a:moveTo>
                  <a:lnTo>
                    <a:pt x="0" y="20"/>
                  </a:lnTo>
                  <a:lnTo>
                    <a:pt x="0" y="0"/>
                  </a:lnTo>
                  <a:lnTo>
                    <a:pt x="0" y="0"/>
                  </a:lnTo>
                  <a:lnTo>
                    <a:pt x="0" y="20"/>
                  </a:lnTo>
                  <a:lnTo>
                    <a:pt x="0" y="20"/>
                  </a:lnTo>
                  <a:close/>
                </a:path>
              </a:pathLst>
            </a:custGeom>
            <a:solidFill>
              <a:srgbClr val="BBCA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06" name="Google Shape;9006;p34"/>
          <p:cNvGrpSpPr/>
          <p:nvPr/>
        </p:nvGrpSpPr>
        <p:grpSpPr>
          <a:xfrm rot="1746615">
            <a:off x="8286991" y="1597482"/>
            <a:ext cx="1047275" cy="979617"/>
            <a:chOff x="-252624" y="1601574"/>
            <a:chExt cx="1047258" cy="979600"/>
          </a:xfrm>
        </p:grpSpPr>
        <p:sp>
          <p:nvSpPr>
            <p:cNvPr id="9007" name="Google Shape;9007;p34"/>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8" name="Google Shape;9008;p34"/>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9" name="Google Shape;9009;p34"/>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0" name="Google Shape;9010;p34"/>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1" name="Google Shape;9011;p34"/>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2" name="Google Shape;9012;p34"/>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3" name="Google Shape;9013;p34"/>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4" name="Google Shape;9014;p34"/>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5" name="Google Shape;9015;p34"/>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6" name="Google Shape;9016;p34"/>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7" name="Google Shape;9017;p34"/>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8" name="Google Shape;9018;p34"/>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9" name="Google Shape;9019;p34"/>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20" name="Google Shape;9020;p34"/>
          <p:cNvGrpSpPr/>
          <p:nvPr/>
        </p:nvGrpSpPr>
        <p:grpSpPr>
          <a:xfrm>
            <a:off x="0" y="1002280"/>
            <a:ext cx="679382" cy="871990"/>
            <a:chOff x="8619938" y="2813305"/>
            <a:chExt cx="679382" cy="871990"/>
          </a:xfrm>
        </p:grpSpPr>
        <p:sp>
          <p:nvSpPr>
            <p:cNvPr id="9021" name="Google Shape;9021;p34"/>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2" name="Google Shape;9022;p34"/>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3" name="Google Shape;9023;p34"/>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4" name="Google Shape;9024;p34"/>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5" name="Google Shape;9025;p34"/>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6" name="Google Shape;9026;p34"/>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7" name="Google Shape;9027;p34"/>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8" name="Google Shape;9028;p34"/>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9" name="Google Shape;9029;p34"/>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0" name="Google Shape;9030;p34"/>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1" name="Google Shape;9031;p34"/>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2" name="Google Shape;9032;p34"/>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3" name="Google Shape;9033;p34"/>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4" name="Google Shape;9034;p34"/>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5" name="Google Shape;9035;p34"/>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6" name="Google Shape;9036;p34"/>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7" name="Google Shape;9037;p34"/>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8" name="Google Shape;9038;p34"/>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9" name="Google Shape;9039;p34"/>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0" name="Google Shape;9040;p34"/>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1" name="Google Shape;9041;p34"/>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2" name="Google Shape;9042;p34"/>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3" name="Google Shape;9043;p34"/>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4" name="Google Shape;9044;p34"/>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5" name="Google Shape;9045;p34"/>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6" name="Google Shape;9046;p34"/>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7" name="Google Shape;9047;p34"/>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8" name="Google Shape;9048;p34"/>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49" name="Google Shape;9049;p34"/>
            <p:cNvGrpSpPr/>
            <p:nvPr/>
          </p:nvGrpSpPr>
          <p:grpSpPr>
            <a:xfrm>
              <a:off x="8619938" y="2813305"/>
              <a:ext cx="679382" cy="871990"/>
              <a:chOff x="8619938" y="2813305"/>
              <a:chExt cx="679382" cy="871990"/>
            </a:xfrm>
          </p:grpSpPr>
          <p:sp>
            <p:nvSpPr>
              <p:cNvPr id="9050" name="Google Shape;9050;p34"/>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1" name="Google Shape;9051;p34"/>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9055" name="Shape 9055"/>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9056" name="Shape 9056"/>
        <p:cNvGrpSpPr/>
        <p:nvPr/>
      </p:nvGrpSpPr>
      <p:grpSpPr>
        <a:xfrm>
          <a:off x="0" y="0"/>
          <a:ext cx="0" cy="0"/>
          <a:chOff x="0" y="0"/>
          <a:chExt cx="0" cy="0"/>
        </a:xfrm>
      </p:grpSpPr>
      <p:sp>
        <p:nvSpPr>
          <p:cNvPr id="9057" name="Google Shape;9057;p37"/>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34"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7750" y="365760"/>
            <a:ext cx="7708500" cy="5487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chemeClr val="accent3"/>
              </a:buClr>
              <a:buSzPts val="3000"/>
              <a:buFont typeface="Bowlby One"/>
              <a:buNone/>
              <a:defRPr sz="3000">
                <a:solidFill>
                  <a:schemeClr val="accent3"/>
                </a:solidFill>
                <a:latin typeface="Bowlby One"/>
                <a:ea typeface="Bowlby One"/>
                <a:cs typeface="Bowlby One"/>
                <a:sym typeface="Bowlby One"/>
              </a:defRPr>
            </a:lvl1pPr>
            <a:lvl2pPr lvl="1"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2pPr>
            <a:lvl3pPr lvl="2"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3pPr>
            <a:lvl4pPr lvl="3"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4pPr>
            <a:lvl5pPr lvl="4"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5pPr>
            <a:lvl6pPr lvl="5"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6pPr>
            <a:lvl7pPr lvl="6"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7pPr>
            <a:lvl8pPr lvl="7"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8pPr>
            <a:lvl9pPr lvl="8"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9pPr>
          </a:lstStyle>
          <a:p/>
        </p:txBody>
      </p:sp>
      <p:sp>
        <p:nvSpPr>
          <p:cNvPr id="7" name="Google Shape;7;p1"/>
          <p:cNvSpPr txBox="1"/>
          <p:nvPr>
            <p:ph idx="1" type="body"/>
          </p:nvPr>
        </p:nvSpPr>
        <p:spPr>
          <a:xfrm>
            <a:off x="692700" y="1351875"/>
            <a:ext cx="7711800" cy="32475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1pPr>
            <a:lvl2pPr indent="-317500" lvl="1" marL="9144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2pPr>
            <a:lvl3pPr indent="-317500" lvl="2" marL="13716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3pPr>
            <a:lvl4pPr indent="-317500" lvl="3" marL="18288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4pPr>
            <a:lvl5pPr indent="-317500" lvl="4" marL="22860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5pPr>
            <a:lvl6pPr indent="-317500" lvl="5" marL="27432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6pPr>
            <a:lvl7pPr indent="-317500" lvl="6" marL="32004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7pPr>
            <a:lvl8pPr indent="-317500" lvl="7" marL="36576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8pPr>
            <a:lvl9pPr indent="-317500" lvl="8" marL="4114800">
              <a:lnSpc>
                <a:spcPct val="100000"/>
              </a:lnSpc>
              <a:spcBef>
                <a:spcPts val="0"/>
              </a:spcBef>
              <a:spcAft>
                <a:spcPts val="0"/>
              </a:spcAft>
              <a:buClr>
                <a:schemeClr val="lt1"/>
              </a:buClr>
              <a:buSzPts val="1400"/>
              <a:buFont typeface="Open Sans"/>
              <a:buChar char="■"/>
              <a:defRPr>
                <a:solidFill>
                  <a:schemeClr val="lt1"/>
                </a:solidFill>
                <a:latin typeface="Open Sans"/>
                <a:ea typeface="Open Sans"/>
                <a:cs typeface="Open Sans"/>
                <a:sym typeface="Open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9052" name="Shape 9052"/>
        <p:cNvGrpSpPr/>
        <p:nvPr/>
      </p:nvGrpSpPr>
      <p:grpSpPr>
        <a:xfrm>
          <a:off x="0" y="0"/>
          <a:ext cx="0" cy="0"/>
          <a:chOff x="0" y="0"/>
          <a:chExt cx="0" cy="0"/>
        </a:xfrm>
      </p:grpSpPr>
      <p:sp>
        <p:nvSpPr>
          <p:cNvPr id="9053" name="Google Shape;9053;p35"/>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None/>
              <a:defRPr sz="2400">
                <a:solidFill>
                  <a:srgbClr val="FFFFFF"/>
                </a:solidFill>
              </a:defRPr>
            </a:lvl1pPr>
            <a:lvl2pPr lvl="1" rtl="0" algn="ctr">
              <a:spcBef>
                <a:spcPts val="0"/>
              </a:spcBef>
              <a:spcAft>
                <a:spcPts val="0"/>
              </a:spcAft>
              <a:buClr>
                <a:srgbClr val="FFFFFF"/>
              </a:buClr>
              <a:buSzPts val="2400"/>
              <a:buNone/>
              <a:defRPr sz="2400">
                <a:solidFill>
                  <a:srgbClr val="FFFFFF"/>
                </a:solidFill>
              </a:defRPr>
            </a:lvl2pPr>
            <a:lvl3pPr lvl="2" rtl="0" algn="ctr">
              <a:spcBef>
                <a:spcPts val="0"/>
              </a:spcBef>
              <a:spcAft>
                <a:spcPts val="0"/>
              </a:spcAft>
              <a:buClr>
                <a:srgbClr val="FFFFFF"/>
              </a:buClr>
              <a:buSzPts val="2400"/>
              <a:buNone/>
              <a:defRPr sz="2400">
                <a:solidFill>
                  <a:srgbClr val="FFFFFF"/>
                </a:solidFill>
              </a:defRPr>
            </a:lvl3pPr>
            <a:lvl4pPr lvl="3" rtl="0" algn="ctr">
              <a:spcBef>
                <a:spcPts val="0"/>
              </a:spcBef>
              <a:spcAft>
                <a:spcPts val="0"/>
              </a:spcAft>
              <a:buClr>
                <a:srgbClr val="FFFFFF"/>
              </a:buClr>
              <a:buSzPts val="2400"/>
              <a:buNone/>
              <a:defRPr sz="2400">
                <a:solidFill>
                  <a:srgbClr val="FFFFFF"/>
                </a:solidFill>
              </a:defRPr>
            </a:lvl4pPr>
            <a:lvl5pPr lvl="4" rtl="0" algn="ctr">
              <a:spcBef>
                <a:spcPts val="0"/>
              </a:spcBef>
              <a:spcAft>
                <a:spcPts val="0"/>
              </a:spcAft>
              <a:buClr>
                <a:srgbClr val="FFFFFF"/>
              </a:buClr>
              <a:buSzPts val="2400"/>
              <a:buNone/>
              <a:defRPr sz="2400">
                <a:solidFill>
                  <a:srgbClr val="FFFFFF"/>
                </a:solidFill>
              </a:defRPr>
            </a:lvl5pPr>
            <a:lvl6pPr lvl="5" rtl="0" algn="ctr">
              <a:spcBef>
                <a:spcPts val="0"/>
              </a:spcBef>
              <a:spcAft>
                <a:spcPts val="0"/>
              </a:spcAft>
              <a:buClr>
                <a:srgbClr val="FFFFFF"/>
              </a:buClr>
              <a:buSzPts val="2400"/>
              <a:buNone/>
              <a:defRPr sz="2400">
                <a:solidFill>
                  <a:srgbClr val="FFFFFF"/>
                </a:solidFill>
              </a:defRPr>
            </a:lvl6pPr>
            <a:lvl7pPr lvl="6" rtl="0" algn="ctr">
              <a:spcBef>
                <a:spcPts val="0"/>
              </a:spcBef>
              <a:spcAft>
                <a:spcPts val="0"/>
              </a:spcAft>
              <a:buClr>
                <a:srgbClr val="FFFFFF"/>
              </a:buClr>
              <a:buSzPts val="2400"/>
              <a:buNone/>
              <a:defRPr sz="2400">
                <a:solidFill>
                  <a:srgbClr val="FFFFFF"/>
                </a:solidFill>
              </a:defRPr>
            </a:lvl7pPr>
            <a:lvl8pPr lvl="7" rtl="0" algn="ctr">
              <a:spcBef>
                <a:spcPts val="0"/>
              </a:spcBef>
              <a:spcAft>
                <a:spcPts val="0"/>
              </a:spcAft>
              <a:buClr>
                <a:srgbClr val="FFFFFF"/>
              </a:buClr>
              <a:buSzPts val="2400"/>
              <a:buNone/>
              <a:defRPr sz="2400">
                <a:solidFill>
                  <a:srgbClr val="FFFFFF"/>
                </a:solidFill>
              </a:defRPr>
            </a:lvl8pPr>
            <a:lvl9pPr lvl="8" rtl="0" algn="ctr">
              <a:spcBef>
                <a:spcPts val="0"/>
              </a:spcBef>
              <a:spcAft>
                <a:spcPts val="0"/>
              </a:spcAft>
              <a:buClr>
                <a:srgbClr val="FFFFFF"/>
              </a:buClr>
              <a:buSzPts val="2400"/>
              <a:buNone/>
              <a:defRPr sz="2400">
                <a:solidFill>
                  <a:srgbClr val="FFFFFF"/>
                </a:solidFill>
              </a:defRPr>
            </a:lvl9pPr>
          </a:lstStyle>
          <a:p/>
        </p:txBody>
      </p:sp>
      <p:sp>
        <p:nvSpPr>
          <p:cNvPr id="9054" name="Google Shape;9054;p35"/>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81" r:id="rId1"/>
    <p:sldLayoutId id="2147483682"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2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18.png"/><Relationship Id="rId7" Type="http://schemas.openxmlformats.org/officeDocument/2006/relationships/image" Target="../media/image13.png"/><Relationship Id="rId8"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2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2.xml"/><Relationship Id="rId3" Type="http://schemas.openxmlformats.org/officeDocument/2006/relationships/image" Target="../media/image3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 Id="rId3" Type="http://schemas.openxmlformats.org/officeDocument/2006/relationships/image" Target="../media/image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 Id="rId3" Type="http://schemas.openxmlformats.org/officeDocument/2006/relationships/image" Target="../media/image30.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 Id="rId3" Type="http://schemas.openxmlformats.org/officeDocument/2006/relationships/image" Target="../media/image1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X0fODelRZGW1ldQnskqZZ1MW6L-IafDfmbLI4Qzao2E/copy" TargetMode="External"/><Relationship Id="rId5"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 Id="rId3" Type="http://schemas.openxmlformats.org/officeDocument/2006/relationships/image" Target="../media/image24.jpg"/><Relationship Id="rId4" Type="http://schemas.openxmlformats.org/officeDocument/2006/relationships/image" Target="../media/image31.jp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image" Target="../media/image3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X0fODelRZGW1ldQnskqZZ1MW6L-IafDfmbLI4Qzao2E/copy" TargetMode="External"/><Relationship Id="rId5"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3.xml"/><Relationship Id="rId3" Type="http://schemas.openxmlformats.org/officeDocument/2006/relationships/hyperlink" Target="https://www.freepik.com/free-vector/flat-indian-menu-template_15695285.htm/?utm_source=slidesgo_template&amp;utm_medium=referral-link&amp;utm_campaign=sg_resources&amp;utm_content=freepik" TargetMode="External"/><Relationship Id="rId4" Type="http://schemas.openxmlformats.org/officeDocument/2006/relationships/hyperlink" Target="https://www.freepik.com/free-vector/flat-design-indian-menu-template_15746409.htm/?utm_source=slidesgo_template&amp;utm_medium=referral-link&amp;utm_campaign=sg_resources&amp;utm_content=freepik"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4.xml"/><Relationship Id="rId3" Type="http://schemas.openxmlformats.org/officeDocument/2006/relationships/hyperlink" Target="https://www.freepik.com/free-photo/top-view-table-full-food_21088346.htm/?utm_source=slidesgo_template&amp;utm_medium=referral-link&amp;utm_campaign=sg_resources&amp;utm_content=freepik" TargetMode="External"/><Relationship Id="rId4" Type="http://schemas.openxmlformats.org/officeDocument/2006/relationships/hyperlink" Target="https://www.freepik.com/free-photo/side-view-smiling-chef-posing_7453291.htm/?utm_source=slidesgo_template&amp;utm_medium=referral-link&amp;utm_campaign=sg_resources&amp;utm_content=freepik" TargetMode="External"/><Relationship Id="rId9" Type="http://schemas.openxmlformats.org/officeDocument/2006/relationships/hyperlink" Target="https://www.freepik.com/free-photo/close-up-hand-holding-fork_13153034.htm/?utm_source=slidesgo_template&amp;utm_medium=referral-link&amp;utm_campaign=sg_resources&amp;utm_content=freepik" TargetMode="External"/><Relationship Id="rId5" Type="http://schemas.openxmlformats.org/officeDocument/2006/relationships/hyperlink" Target="https://www.freepik.com/free-photo/female-chef-kitchen-dressed-apron-uniform_32201651.htm/?utm_source=slidesgo_template&amp;utm_medium=referral-link&amp;utm_campaign=sg_resources&amp;utm_content=freepik" TargetMode="External"/><Relationship Id="rId6" Type="http://schemas.openxmlformats.org/officeDocument/2006/relationships/hyperlink" Target="https://www.freepik.com/free-photo/medium-shot-barista-with-coffee-cup_16616979.htm/?utm_source=slidesgo_template&amp;utm_medium=referral-link&amp;utm_campaign=sg_resources&amp;utm_content=freepik" TargetMode="External"/><Relationship Id="rId7" Type="http://schemas.openxmlformats.org/officeDocument/2006/relationships/hyperlink" Target="https://www.freepik.com/free-photo/japanese-man-posing-restaurant_24238809.htm/?utm_source=slidesgo_template&amp;utm_medium=referral-link&amp;utm_campaign=sg_resources&amp;utm_content=freepik" TargetMode="External"/><Relationship Id="rId8" Type="http://schemas.openxmlformats.org/officeDocument/2006/relationships/hyperlink" Target="https://www.freepik.com/free-photo/portrait-elderly-man-preparing-food-standing-front-table-with-vegetable_3212230.htm/?utm_source=slidesgo_template&amp;utm_medium=referral-link&amp;utm_campaign=sg_resources&amp;utm_content=freepik" TargetMode="External"/><Relationship Id="rId11" Type="http://schemas.openxmlformats.org/officeDocument/2006/relationships/hyperlink" Target="https://www.flaticon.com/packs/gastronomy-67?word=restaurant/?utm_source=slidesgo_template&amp;utm_medium=referral-link&amp;utm_campaign=sg_resources&amp;utm_content=flaticon" TargetMode="External"/><Relationship Id="rId10" Type="http://schemas.openxmlformats.org/officeDocument/2006/relationships/hyperlink" Target="https://www.freepik.com/free-vector/hand-drawn-potluck-invitation_30121271.htm/?utm_source=slidesgo_template&amp;utm_medium=referral-link&amp;utm_campaign=sg_resources&amp;utm_content=freepik"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5.xml"/><Relationship Id="rId3" Type="http://schemas.openxmlformats.org/officeDocument/2006/relationships/hyperlink" Target="http://bit.ly/2PfT4lq" TargetMode="External"/><Relationship Id="rId4" Type="http://schemas.openxmlformats.org/officeDocument/2006/relationships/slide" Target="/ppt/slides/slide14.xml"/><Relationship Id="rId5" Type="http://schemas.openxmlformats.org/officeDocument/2006/relationships/hyperlink" Target="http://bit.ly/33VAFh3" TargetMode="External"/><Relationship Id="rId6" Type="http://schemas.openxmlformats.org/officeDocument/2006/relationships/hyperlink" Target="http://bit.ly/30B07G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6.xml"/><Relationship Id="rId3" Type="http://schemas.openxmlformats.org/officeDocument/2006/relationships/hyperlink" Target="http://bit.ly/2PfT4lq" TargetMode="External"/><Relationship Id="rId4" Type="http://schemas.openxmlformats.org/officeDocument/2006/relationships/slide" Target="/ppt/slides/slide14.xml"/><Relationship Id="rId5" Type="http://schemas.openxmlformats.org/officeDocument/2006/relationships/slide" Target="/ppt/slides/slide14.xml"/><Relationship Id="rId6" Type="http://schemas.openxmlformats.org/officeDocument/2006/relationships/hyperlink" Target="http://bit.ly/33VAFh3" TargetMode="External"/><Relationship Id="rId7" Type="http://schemas.openxmlformats.org/officeDocument/2006/relationships/hyperlink" Target="http://bit.ly/30B07Gq"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7.xml"/><Relationship Id="rId3" Type="http://schemas.openxmlformats.org/officeDocument/2006/relationships/hyperlink" Target="https://fonts.google.com/specimen/Bowlby+One" TargetMode="External"/><Relationship Id="rId4" Type="http://schemas.openxmlformats.org/officeDocument/2006/relationships/hyperlink" Target="https://fonts.google.com/specimen/Open+San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8.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hyperlink" Target="https://storyset.com/how-it-works?utm_source=slidesgo_template&amp;utm_medium=referral-link&amp;utm_campaign=slidesgo_final_slides&amp;utm_term=how%20it%20works&amp;utm_content=storyset" TargetMode="External"/><Relationship Id="rId9" Type="http://schemas.openxmlformats.org/officeDocument/2006/relationships/hyperlink" Target="https://storyset.com/amico?utm_source=slidesgo_template&amp;utm_medium=referral-link&amp;utm_campaign=slidesgo_final_slides&amp;utm_term=amico&amp;utm_content=storyset" TargetMode="External"/><Relationship Id="rId5" Type="http://schemas.openxmlformats.org/officeDocument/2006/relationships/image" Target="../media/image19.png"/><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pana?utm_source=slidesgo_template&amp;utm_medium=referral-link&amp;utm_campaign=slidesgo_final_slides&amp;utm_term=pana&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hyperlink" Target="https://storyset.com/bro?utm_source=slidesgo_template&amp;utm_medium=referral-link&amp;utm_campaign=slidesgo_final_slides&amp;utm_term=bro&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3" Type="http://schemas.openxmlformats.org/officeDocument/2006/relationships/hyperlink" Target="https://storyset.com/rafiki?utm_source=slidesgo_template&amp;utm_medium=referral-link&amp;utm_campaign=slidesgo_final_slides&amp;utm_term=rafiki&amp;utm_content=storyset" TargetMode="External"/><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5" Type="http://schemas.openxmlformats.org/officeDocument/2006/relationships/image" Target="../media/image22.png"/><Relationship Id="rId14" Type="http://schemas.openxmlformats.org/officeDocument/2006/relationships/image" Target="../media/image21.png"/><Relationship Id="rId17" Type="http://schemas.openxmlformats.org/officeDocument/2006/relationships/image" Target="../media/image25.png"/><Relationship Id="rId16" Type="http://schemas.openxmlformats.org/officeDocument/2006/relationships/image" Target="../media/image20.png"/><Relationship Id="rId19" Type="http://schemas.openxmlformats.org/officeDocument/2006/relationships/hyperlink" Target="https://storyset.com/cuate?utm_source=slidesgo_template&amp;utm_medium=referral-link&amp;utm_campaign=slidesgo_final_slides&amp;utm_term=cuate&amp;utm_content=storyset" TargetMode="External"/><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9.xml"/><Relationship Id="rId3" Type="http://schemas.openxmlformats.org/officeDocument/2006/relationships/hyperlink" Target="https://bit.ly/2ZjL1pd"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5.xml"/><Relationship Id="rId3" Type="http://schemas.openxmlformats.org/officeDocument/2006/relationships/hyperlink" Target="https://workspace.google.com/marketplace/app/icons_for_slides_docs/381578326502"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62.xml"/><Relationship Id="rId3" Type="http://schemas.openxmlformats.org/officeDocument/2006/relationships/hyperlink" Target="http://bit.ly/2PfT4lq" TargetMode="Externa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1" name="Shape 9061"/>
        <p:cNvGrpSpPr/>
        <p:nvPr/>
      </p:nvGrpSpPr>
      <p:grpSpPr>
        <a:xfrm>
          <a:off x="0" y="0"/>
          <a:ext cx="0" cy="0"/>
          <a:chOff x="0" y="0"/>
          <a:chExt cx="0" cy="0"/>
        </a:xfrm>
      </p:grpSpPr>
      <p:sp>
        <p:nvSpPr>
          <p:cNvPr id="9062" name="Google Shape;9062;p38"/>
          <p:cNvSpPr/>
          <p:nvPr/>
        </p:nvSpPr>
        <p:spPr>
          <a:xfrm rot="-5400000">
            <a:off x="2302741" y="-680239"/>
            <a:ext cx="4538517" cy="6503979"/>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3" name="Google Shape;9063;p38"/>
          <p:cNvSpPr txBox="1"/>
          <p:nvPr>
            <p:ph type="ctrTitle"/>
          </p:nvPr>
        </p:nvSpPr>
        <p:spPr>
          <a:xfrm>
            <a:off x="1971056" y="958645"/>
            <a:ext cx="5202000" cy="2695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rPr>
              <a:t>MUNCH</a:t>
            </a:r>
            <a:r>
              <a:rPr lang="en"/>
              <a:t> FIND</a:t>
            </a:r>
            <a:r>
              <a:rPr lang="en">
                <a:solidFill>
                  <a:schemeClr val="accent3"/>
                </a:solidFill>
              </a:rPr>
              <a:t>!</a:t>
            </a:r>
            <a:endParaRPr>
              <a:solidFill>
                <a:schemeClr val="accent3"/>
              </a:solidFill>
            </a:endParaRPr>
          </a:p>
        </p:txBody>
      </p:sp>
      <p:sp>
        <p:nvSpPr>
          <p:cNvPr id="9064" name="Google Shape;9064;p38"/>
          <p:cNvSpPr txBox="1"/>
          <p:nvPr>
            <p:ph idx="1" type="subTitle"/>
          </p:nvPr>
        </p:nvSpPr>
        <p:spPr>
          <a:xfrm>
            <a:off x="1970950" y="3730875"/>
            <a:ext cx="5202000" cy="541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Presented by:</a:t>
            </a:r>
            <a:endParaRPr/>
          </a:p>
          <a:p>
            <a:pPr indent="0" lvl="0" marL="0" rtl="0" algn="ctr">
              <a:spcBef>
                <a:spcPts val="0"/>
              </a:spcBef>
              <a:spcAft>
                <a:spcPts val="0"/>
              </a:spcAft>
              <a:buNone/>
            </a:pPr>
            <a:r>
              <a:rPr lang="en"/>
              <a:t>Refqi, Lutfil, Danique, Sarah Mohammed</a:t>
            </a:r>
            <a:endParaRPr/>
          </a:p>
        </p:txBody>
      </p:sp>
      <p:grpSp>
        <p:nvGrpSpPr>
          <p:cNvPr id="9065" name="Google Shape;9065;p38"/>
          <p:cNvGrpSpPr/>
          <p:nvPr/>
        </p:nvGrpSpPr>
        <p:grpSpPr>
          <a:xfrm rot="1746615">
            <a:off x="4048366" y="-193218"/>
            <a:ext cx="1047275" cy="979617"/>
            <a:chOff x="-252624" y="1601574"/>
            <a:chExt cx="1047258" cy="979600"/>
          </a:xfrm>
        </p:grpSpPr>
        <p:sp>
          <p:nvSpPr>
            <p:cNvPr id="9066" name="Google Shape;9066;p38"/>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7" name="Google Shape;9067;p38"/>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8" name="Google Shape;9068;p38"/>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9" name="Google Shape;9069;p38"/>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0" name="Google Shape;9070;p38"/>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1" name="Google Shape;9071;p38"/>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2" name="Google Shape;9072;p38"/>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3" name="Google Shape;9073;p38"/>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4" name="Google Shape;9074;p38"/>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5" name="Google Shape;9075;p38"/>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6" name="Google Shape;9076;p38"/>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7" name="Google Shape;9077;p38"/>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8" name="Google Shape;9078;p38"/>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82" name="Shape 9082"/>
        <p:cNvGrpSpPr/>
        <p:nvPr/>
      </p:nvGrpSpPr>
      <p:grpSpPr>
        <a:xfrm>
          <a:off x="0" y="0"/>
          <a:ext cx="0" cy="0"/>
          <a:chOff x="0" y="0"/>
          <a:chExt cx="0" cy="0"/>
        </a:xfrm>
      </p:grpSpPr>
      <p:sp>
        <p:nvSpPr>
          <p:cNvPr id="9083" name="Google Shape;9083;p39"/>
          <p:cNvSpPr/>
          <p:nvPr/>
        </p:nvSpPr>
        <p:spPr>
          <a:xfrm rot="-5400000">
            <a:off x="1176144" y="1629872"/>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084" name="Google Shape;9084;p39"/>
          <p:cNvSpPr txBox="1"/>
          <p:nvPr>
            <p:ph idx="4" type="title"/>
          </p:nvPr>
        </p:nvSpPr>
        <p:spPr>
          <a:xfrm>
            <a:off x="1216663" y="1684625"/>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1</a:t>
            </a:r>
            <a:endParaRPr sz="1289"/>
          </a:p>
        </p:txBody>
      </p:sp>
      <p:sp>
        <p:nvSpPr>
          <p:cNvPr id="9085" name="Google Shape;9085;p39"/>
          <p:cNvSpPr txBox="1"/>
          <p:nvPr>
            <p:ph idx="6"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AGENDA</a:t>
            </a:r>
            <a:endParaRPr/>
          </a:p>
        </p:txBody>
      </p:sp>
      <p:sp>
        <p:nvSpPr>
          <p:cNvPr id="9086" name="Google Shape;9086;p39"/>
          <p:cNvSpPr txBox="1"/>
          <p:nvPr>
            <p:ph type="title"/>
          </p:nvPr>
        </p:nvSpPr>
        <p:spPr>
          <a:xfrm>
            <a:off x="1541864" y="1629875"/>
            <a:ext cx="29682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Project</a:t>
            </a:r>
            <a:r>
              <a:rPr lang="en"/>
              <a:t> o</a:t>
            </a:r>
            <a:r>
              <a:rPr lang="en"/>
              <a:t>verview​</a:t>
            </a:r>
            <a:endParaRPr/>
          </a:p>
        </p:txBody>
      </p:sp>
      <p:sp>
        <p:nvSpPr>
          <p:cNvPr id="9087" name="Google Shape;9087;p39"/>
          <p:cNvSpPr/>
          <p:nvPr/>
        </p:nvSpPr>
        <p:spPr>
          <a:xfrm rot="-5400000">
            <a:off x="1176144" y="2023072"/>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088" name="Google Shape;9088;p39"/>
          <p:cNvSpPr txBox="1"/>
          <p:nvPr>
            <p:ph idx="4" type="title"/>
          </p:nvPr>
        </p:nvSpPr>
        <p:spPr>
          <a:xfrm>
            <a:off x="1216663" y="2077825"/>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3</a:t>
            </a:r>
            <a:endParaRPr sz="1289"/>
          </a:p>
        </p:txBody>
      </p:sp>
      <p:sp>
        <p:nvSpPr>
          <p:cNvPr id="9089" name="Google Shape;9089;p39"/>
          <p:cNvSpPr txBox="1"/>
          <p:nvPr>
            <p:ph type="title"/>
          </p:nvPr>
        </p:nvSpPr>
        <p:spPr>
          <a:xfrm>
            <a:off x="1541864" y="2023075"/>
            <a:ext cx="29682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900"/>
              <a:t>Survey Questions​</a:t>
            </a:r>
            <a:endParaRPr sz="1900"/>
          </a:p>
        </p:txBody>
      </p:sp>
      <p:sp>
        <p:nvSpPr>
          <p:cNvPr id="9090" name="Google Shape;9090;p39"/>
          <p:cNvSpPr/>
          <p:nvPr/>
        </p:nvSpPr>
        <p:spPr>
          <a:xfrm rot="-5400000">
            <a:off x="1176144" y="2416272"/>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091" name="Google Shape;9091;p39"/>
          <p:cNvSpPr txBox="1"/>
          <p:nvPr>
            <p:ph idx="4" type="title"/>
          </p:nvPr>
        </p:nvSpPr>
        <p:spPr>
          <a:xfrm>
            <a:off x="1216663" y="2471025"/>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5</a:t>
            </a:r>
            <a:endParaRPr sz="1289"/>
          </a:p>
        </p:txBody>
      </p:sp>
      <p:sp>
        <p:nvSpPr>
          <p:cNvPr id="9092" name="Google Shape;9092;p39"/>
          <p:cNvSpPr txBox="1"/>
          <p:nvPr>
            <p:ph type="title"/>
          </p:nvPr>
        </p:nvSpPr>
        <p:spPr>
          <a:xfrm>
            <a:off x="1541864" y="2416275"/>
            <a:ext cx="29682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900"/>
              <a:t>Possible Solutions​</a:t>
            </a:r>
            <a:endParaRPr sz="1900"/>
          </a:p>
        </p:txBody>
      </p:sp>
      <p:sp>
        <p:nvSpPr>
          <p:cNvPr id="9093" name="Google Shape;9093;p39"/>
          <p:cNvSpPr/>
          <p:nvPr/>
        </p:nvSpPr>
        <p:spPr>
          <a:xfrm rot="-5400000">
            <a:off x="1176144" y="2809472"/>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094" name="Google Shape;9094;p39"/>
          <p:cNvSpPr txBox="1"/>
          <p:nvPr>
            <p:ph idx="4" type="title"/>
          </p:nvPr>
        </p:nvSpPr>
        <p:spPr>
          <a:xfrm>
            <a:off x="1216663" y="2864225"/>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7</a:t>
            </a:r>
            <a:endParaRPr sz="1289"/>
          </a:p>
        </p:txBody>
      </p:sp>
      <p:sp>
        <p:nvSpPr>
          <p:cNvPr id="9095" name="Google Shape;9095;p39"/>
          <p:cNvSpPr txBox="1"/>
          <p:nvPr>
            <p:ph type="title"/>
          </p:nvPr>
        </p:nvSpPr>
        <p:spPr>
          <a:xfrm>
            <a:off x="1541864" y="2809475"/>
            <a:ext cx="29682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Project Benefit​</a:t>
            </a:r>
            <a:endParaRPr/>
          </a:p>
        </p:txBody>
      </p:sp>
      <p:sp>
        <p:nvSpPr>
          <p:cNvPr id="9096" name="Google Shape;9096;p39"/>
          <p:cNvSpPr/>
          <p:nvPr/>
        </p:nvSpPr>
        <p:spPr>
          <a:xfrm rot="-5400000">
            <a:off x="4630319" y="1575097"/>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097" name="Google Shape;9097;p39"/>
          <p:cNvSpPr txBox="1"/>
          <p:nvPr>
            <p:ph idx="4" type="title"/>
          </p:nvPr>
        </p:nvSpPr>
        <p:spPr>
          <a:xfrm>
            <a:off x="4670838" y="1629850"/>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2</a:t>
            </a:r>
            <a:endParaRPr sz="1289"/>
          </a:p>
        </p:txBody>
      </p:sp>
      <p:sp>
        <p:nvSpPr>
          <p:cNvPr id="9098" name="Google Shape;9098;p39"/>
          <p:cNvSpPr txBox="1"/>
          <p:nvPr>
            <p:ph type="title"/>
          </p:nvPr>
        </p:nvSpPr>
        <p:spPr>
          <a:xfrm>
            <a:off x="4996029" y="1575100"/>
            <a:ext cx="29718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Target Audience​</a:t>
            </a:r>
            <a:endParaRPr/>
          </a:p>
        </p:txBody>
      </p:sp>
      <p:sp>
        <p:nvSpPr>
          <p:cNvPr id="9099" name="Google Shape;9099;p39"/>
          <p:cNvSpPr/>
          <p:nvPr/>
        </p:nvSpPr>
        <p:spPr>
          <a:xfrm rot="-5400000">
            <a:off x="4630319" y="1968297"/>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100" name="Google Shape;9100;p39"/>
          <p:cNvSpPr txBox="1"/>
          <p:nvPr>
            <p:ph idx="4" type="title"/>
          </p:nvPr>
        </p:nvSpPr>
        <p:spPr>
          <a:xfrm>
            <a:off x="4670838" y="2023050"/>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4</a:t>
            </a:r>
            <a:endParaRPr sz="1289"/>
          </a:p>
        </p:txBody>
      </p:sp>
      <p:sp>
        <p:nvSpPr>
          <p:cNvPr id="9101" name="Google Shape;9101;p39"/>
          <p:cNvSpPr txBox="1"/>
          <p:nvPr>
            <p:ph type="title"/>
          </p:nvPr>
        </p:nvSpPr>
        <p:spPr>
          <a:xfrm>
            <a:off x="4996029" y="1968300"/>
            <a:ext cx="29718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900"/>
              <a:t>Survey Analysis​</a:t>
            </a:r>
            <a:endParaRPr sz="1900"/>
          </a:p>
        </p:txBody>
      </p:sp>
      <p:sp>
        <p:nvSpPr>
          <p:cNvPr id="9102" name="Google Shape;9102;p39"/>
          <p:cNvSpPr/>
          <p:nvPr/>
        </p:nvSpPr>
        <p:spPr>
          <a:xfrm rot="-5400000">
            <a:off x="4630319" y="2361497"/>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103" name="Google Shape;9103;p39"/>
          <p:cNvSpPr txBox="1"/>
          <p:nvPr>
            <p:ph idx="4" type="title"/>
          </p:nvPr>
        </p:nvSpPr>
        <p:spPr>
          <a:xfrm>
            <a:off x="4670838" y="2416250"/>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6</a:t>
            </a:r>
            <a:endParaRPr sz="1289"/>
          </a:p>
        </p:txBody>
      </p:sp>
      <p:sp>
        <p:nvSpPr>
          <p:cNvPr id="9104" name="Google Shape;9104;p39"/>
          <p:cNvSpPr txBox="1"/>
          <p:nvPr>
            <p:ph type="title"/>
          </p:nvPr>
        </p:nvSpPr>
        <p:spPr>
          <a:xfrm>
            <a:off x="4996029" y="2361500"/>
            <a:ext cx="29718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500"/>
              <a:t>Recommended Solution​</a:t>
            </a:r>
            <a:endParaRPr sz="1500"/>
          </a:p>
        </p:txBody>
      </p:sp>
      <p:sp>
        <p:nvSpPr>
          <p:cNvPr id="9105" name="Google Shape;9105;p39"/>
          <p:cNvSpPr/>
          <p:nvPr/>
        </p:nvSpPr>
        <p:spPr>
          <a:xfrm rot="-5400000">
            <a:off x="4630319" y="2754697"/>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106" name="Google Shape;9106;p39"/>
          <p:cNvSpPr txBox="1"/>
          <p:nvPr>
            <p:ph idx="4" type="title"/>
          </p:nvPr>
        </p:nvSpPr>
        <p:spPr>
          <a:xfrm>
            <a:off x="4670838" y="2809450"/>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8</a:t>
            </a:r>
            <a:endParaRPr sz="1289"/>
          </a:p>
        </p:txBody>
      </p:sp>
      <p:sp>
        <p:nvSpPr>
          <p:cNvPr id="9107" name="Google Shape;9107;p39"/>
          <p:cNvSpPr txBox="1"/>
          <p:nvPr>
            <p:ph type="title"/>
          </p:nvPr>
        </p:nvSpPr>
        <p:spPr>
          <a:xfrm>
            <a:off x="4996029" y="2754700"/>
            <a:ext cx="29718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Storyboard​</a:t>
            </a:r>
            <a:endParaRPr/>
          </a:p>
        </p:txBody>
      </p:sp>
      <p:sp>
        <p:nvSpPr>
          <p:cNvPr id="9108" name="Google Shape;9108;p39"/>
          <p:cNvSpPr/>
          <p:nvPr/>
        </p:nvSpPr>
        <p:spPr>
          <a:xfrm rot="-5400000">
            <a:off x="1176144" y="3202697"/>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109" name="Google Shape;9109;p39"/>
          <p:cNvSpPr txBox="1"/>
          <p:nvPr>
            <p:ph idx="4" type="title"/>
          </p:nvPr>
        </p:nvSpPr>
        <p:spPr>
          <a:xfrm>
            <a:off x="1216663" y="3257450"/>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1289"/>
              <a:t>9</a:t>
            </a:r>
            <a:endParaRPr sz="1289"/>
          </a:p>
        </p:txBody>
      </p:sp>
      <p:sp>
        <p:nvSpPr>
          <p:cNvPr id="9110" name="Google Shape;9110;p39"/>
          <p:cNvSpPr txBox="1"/>
          <p:nvPr>
            <p:ph type="title"/>
          </p:nvPr>
        </p:nvSpPr>
        <p:spPr>
          <a:xfrm>
            <a:off x="1541864" y="3202700"/>
            <a:ext cx="29682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Gantt Chart​</a:t>
            </a:r>
            <a:endParaRPr/>
          </a:p>
        </p:txBody>
      </p:sp>
      <p:sp>
        <p:nvSpPr>
          <p:cNvPr id="9111" name="Google Shape;9111;p39"/>
          <p:cNvSpPr/>
          <p:nvPr/>
        </p:nvSpPr>
        <p:spPr>
          <a:xfrm rot="-5400000">
            <a:off x="4630319" y="3147922"/>
            <a:ext cx="365743" cy="365711"/>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58925" lIns="58925" spcFirstLastPara="1" rIns="58925" wrap="square" tIns="58925">
            <a:noAutofit/>
          </a:bodyPr>
          <a:lstStyle/>
          <a:p>
            <a:pPr indent="0" lvl="0" marL="0" rtl="0" algn="l">
              <a:spcBef>
                <a:spcPts val="0"/>
              </a:spcBef>
              <a:spcAft>
                <a:spcPts val="0"/>
              </a:spcAft>
              <a:buNone/>
            </a:pPr>
            <a:r>
              <a:t/>
            </a:r>
            <a:endParaRPr/>
          </a:p>
        </p:txBody>
      </p:sp>
      <p:sp>
        <p:nvSpPr>
          <p:cNvPr id="9112" name="Google Shape;9112;p39"/>
          <p:cNvSpPr txBox="1"/>
          <p:nvPr>
            <p:ph idx="4" type="title"/>
          </p:nvPr>
        </p:nvSpPr>
        <p:spPr>
          <a:xfrm>
            <a:off x="4670838" y="3202675"/>
            <a:ext cx="284700" cy="256200"/>
          </a:xfrm>
          <a:prstGeom prst="rect">
            <a:avLst/>
          </a:prstGeom>
        </p:spPr>
        <p:txBody>
          <a:bodyPr anchorCtr="0" anchor="ctr" bIns="58925" lIns="58925" spcFirstLastPara="1" rIns="58925" wrap="square" tIns="58925">
            <a:noAutofit/>
          </a:bodyPr>
          <a:lstStyle/>
          <a:p>
            <a:pPr indent="0" lvl="0" marL="0" rtl="0" algn="ctr">
              <a:spcBef>
                <a:spcPts val="0"/>
              </a:spcBef>
              <a:spcAft>
                <a:spcPts val="0"/>
              </a:spcAft>
              <a:buNone/>
            </a:pPr>
            <a:r>
              <a:rPr lang="en" sz="789"/>
              <a:t>10</a:t>
            </a:r>
            <a:endParaRPr sz="789"/>
          </a:p>
        </p:txBody>
      </p:sp>
      <p:sp>
        <p:nvSpPr>
          <p:cNvPr id="9113" name="Google Shape;9113;p39"/>
          <p:cNvSpPr txBox="1"/>
          <p:nvPr>
            <p:ph type="title"/>
          </p:nvPr>
        </p:nvSpPr>
        <p:spPr>
          <a:xfrm>
            <a:off x="4996029" y="3147925"/>
            <a:ext cx="29718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Prototype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7" name="Shape 9117"/>
        <p:cNvGrpSpPr/>
        <p:nvPr/>
      </p:nvGrpSpPr>
      <p:grpSpPr>
        <a:xfrm>
          <a:off x="0" y="0"/>
          <a:ext cx="0" cy="0"/>
          <a:chOff x="0" y="0"/>
          <a:chExt cx="0" cy="0"/>
        </a:xfrm>
      </p:grpSpPr>
      <p:sp>
        <p:nvSpPr>
          <p:cNvPr id="9118" name="Google Shape;9118;p40"/>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Problem statement</a:t>
            </a:r>
            <a:endParaRPr/>
          </a:p>
        </p:txBody>
      </p:sp>
      <p:sp>
        <p:nvSpPr>
          <p:cNvPr id="9119" name="Google Shape;9119;p40"/>
          <p:cNvSpPr txBox="1"/>
          <p:nvPr>
            <p:ph idx="2" type="subTitle"/>
          </p:nvPr>
        </p:nvSpPr>
        <p:spPr>
          <a:xfrm>
            <a:off x="1180750" y="1114300"/>
            <a:ext cx="6782400" cy="3281700"/>
          </a:xfrm>
          <a:prstGeom prst="rect">
            <a:avLst/>
          </a:prstGeom>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sz="1200">
                <a:solidFill>
                  <a:srgbClr val="000000"/>
                </a:solidFill>
                <a:latin typeface="Times New Roman"/>
                <a:ea typeface="Times New Roman"/>
                <a:cs typeface="Times New Roman"/>
                <a:sym typeface="Times New Roman"/>
              </a:rPr>
              <a:t>Individual decision fatigue and Group decision conflict</a:t>
            </a:r>
            <a:r>
              <a:rPr lang="en" sz="1050">
                <a:solidFill>
                  <a:srgbClr val="000000"/>
                </a:solidFill>
                <a:latin typeface="Aptos"/>
                <a:ea typeface="Aptos"/>
                <a:cs typeface="Aptos"/>
                <a:sym typeface="Aptos"/>
              </a:rPr>
              <a:t>.</a:t>
            </a:r>
            <a:r>
              <a:rPr lang="en" sz="1200">
                <a:solidFill>
                  <a:srgbClr val="000000"/>
                </a:solidFill>
                <a:latin typeface="Times New Roman"/>
                <a:ea typeface="Times New Roman"/>
                <a:cs typeface="Times New Roman"/>
                <a:sym typeface="Times New Roman"/>
              </a:rPr>
              <a:t> Users repeatedly experience difficulty and delay when deciding what to eat, particularly when using apps that are optimised for browsing rather than deciding. This has a real cost in time wasted, increased hunger/frustration, and a tendency to default to the same few options repeatedly rather than exploring genuinely. When groups need to agree on where to eat, existing tools offer no structured way to reach a decision. This leads to prolonged discussion, indecision, or dissatisfaction when one person's preference is chosen over others'.</a:t>
            </a:r>
            <a:endParaRPr sz="1200">
              <a:solidFill>
                <a:srgbClr val="000000"/>
              </a:solidFill>
              <a:latin typeface="Times New Roman"/>
              <a:ea typeface="Times New Roman"/>
              <a:cs typeface="Times New Roman"/>
              <a:sym typeface="Times New Roman"/>
            </a:endParaRPr>
          </a:p>
          <a:p>
            <a:pPr indent="0" lvl="0" marL="0" rtl="0" algn="ctr">
              <a:lnSpc>
                <a:spcPct val="115000"/>
              </a:lnSpc>
              <a:spcBef>
                <a:spcPts val="600"/>
              </a:spcBef>
              <a:spcAft>
                <a:spcPts val="0"/>
              </a:spcAft>
              <a:buNone/>
            </a:pPr>
            <a:r>
              <a:t/>
            </a:r>
            <a:endParaRPr sz="1200">
              <a:solidFill>
                <a:srgbClr val="000000"/>
              </a:solidFill>
              <a:latin typeface="Times New Roman"/>
              <a:ea typeface="Times New Roman"/>
              <a:cs typeface="Times New Roman"/>
              <a:sym typeface="Times New Roman"/>
            </a:endParaRPr>
          </a:p>
          <a:p>
            <a:pPr indent="0" lvl="0" marL="0" rtl="0" algn="ctr">
              <a:lnSpc>
                <a:spcPct val="115000"/>
              </a:lnSpc>
              <a:spcBef>
                <a:spcPts val="600"/>
              </a:spcBef>
              <a:spcAft>
                <a:spcPts val="600"/>
              </a:spcAft>
              <a:buNone/>
            </a:pPr>
            <a:r>
              <a:rPr lang="en" sz="1200">
                <a:solidFill>
                  <a:srgbClr val="000000"/>
                </a:solidFill>
                <a:latin typeface="Times New Roman"/>
                <a:ea typeface="Times New Roman"/>
                <a:cs typeface="Times New Roman"/>
                <a:sym typeface="Times New Roman"/>
              </a:rPr>
              <a:t>The opportunity here is to build a tool that inverts the usual product logic. Instead of expanding the user's choices, </a:t>
            </a:r>
            <a:r>
              <a:rPr i="1" lang="en" sz="1200">
                <a:solidFill>
                  <a:srgbClr val="000000"/>
                </a:solidFill>
                <a:latin typeface="Times New Roman"/>
                <a:ea typeface="Times New Roman"/>
                <a:cs typeface="Times New Roman"/>
                <a:sym typeface="Times New Roman"/>
              </a:rPr>
              <a:t>Munch Find!</a:t>
            </a:r>
            <a:r>
              <a:rPr lang="en" sz="1200">
                <a:solidFill>
                  <a:srgbClr val="000000"/>
                </a:solidFill>
                <a:latin typeface="Times New Roman"/>
                <a:ea typeface="Times New Roman"/>
                <a:cs typeface="Times New Roman"/>
                <a:sym typeface="Times New Roman"/>
              </a:rPr>
              <a:t> deliberately narrows the decision down to one, using randomisation constrained by user-set filters. This addresses a genuine, everyday, and currently unmet need, and does so with a mechanic simple enough to implement as a functional prototype within the scope of this module.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23" name="Shape 9123"/>
        <p:cNvGrpSpPr/>
        <p:nvPr/>
      </p:nvGrpSpPr>
      <p:grpSpPr>
        <a:xfrm>
          <a:off x="0" y="0"/>
          <a:ext cx="0" cy="0"/>
          <a:chOff x="0" y="0"/>
          <a:chExt cx="0" cy="0"/>
        </a:xfrm>
      </p:grpSpPr>
      <p:sp>
        <p:nvSpPr>
          <p:cNvPr id="9124" name="Google Shape;9124;p41"/>
          <p:cNvSpPr txBox="1"/>
          <p:nvPr>
            <p:ph type="title"/>
          </p:nvPr>
        </p:nvSpPr>
        <p:spPr>
          <a:xfrm>
            <a:off x="1691827" y="2608700"/>
            <a:ext cx="20193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sz="1800"/>
              <a:t>Grab Fan</a:t>
            </a:r>
            <a:endParaRPr sz="1800"/>
          </a:p>
        </p:txBody>
      </p:sp>
      <p:sp>
        <p:nvSpPr>
          <p:cNvPr id="9125" name="Google Shape;9125;p41"/>
          <p:cNvSpPr txBox="1"/>
          <p:nvPr>
            <p:ph idx="4" type="title"/>
          </p:nvPr>
        </p:nvSpPr>
        <p:spPr>
          <a:xfrm>
            <a:off x="720000" y="365746"/>
            <a:ext cx="7704000" cy="759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Target Audience</a:t>
            </a:r>
            <a:endParaRPr/>
          </a:p>
          <a:p>
            <a:pPr indent="0" lvl="0" marL="0" rtl="0" algn="ctr">
              <a:spcBef>
                <a:spcPts val="0"/>
              </a:spcBef>
              <a:spcAft>
                <a:spcPts val="0"/>
              </a:spcAft>
              <a:buNone/>
            </a:pPr>
            <a:r>
              <a:rPr lang="en" sz="1200">
                <a:latin typeface="Open Sans"/>
                <a:ea typeface="Open Sans"/>
                <a:cs typeface="Open Sans"/>
                <a:sym typeface="Open Sans"/>
              </a:rPr>
              <a:t>Students and young working adults, aged 18–30 who:</a:t>
            </a:r>
            <a:endParaRPr sz="1200">
              <a:latin typeface="Open Sans"/>
              <a:ea typeface="Open Sans"/>
              <a:cs typeface="Open Sans"/>
              <a:sym typeface="Open Sans"/>
            </a:endParaRPr>
          </a:p>
          <a:p>
            <a:pPr indent="0" lvl="0" marL="0" rtl="0" algn="l">
              <a:spcBef>
                <a:spcPts val="0"/>
              </a:spcBef>
              <a:spcAft>
                <a:spcPts val="0"/>
              </a:spcAft>
              <a:buNone/>
            </a:pPr>
            <a:r>
              <a:t/>
            </a:r>
            <a:endParaRPr/>
          </a:p>
        </p:txBody>
      </p:sp>
      <p:sp>
        <p:nvSpPr>
          <p:cNvPr id="9126" name="Google Shape;9126;p41"/>
          <p:cNvSpPr txBox="1"/>
          <p:nvPr>
            <p:ph idx="3" type="subTitle"/>
          </p:nvPr>
        </p:nvSpPr>
        <p:spPr>
          <a:xfrm>
            <a:off x="1691500" y="2825325"/>
            <a:ext cx="20199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Order food delivery or eat out </a:t>
            </a:r>
            <a:r>
              <a:rPr b="1" lang="en"/>
              <a:t>3+ times a week</a:t>
            </a:r>
            <a:endParaRPr b="1"/>
          </a:p>
        </p:txBody>
      </p:sp>
      <p:sp>
        <p:nvSpPr>
          <p:cNvPr id="9127" name="Google Shape;9127;p41"/>
          <p:cNvSpPr/>
          <p:nvPr/>
        </p:nvSpPr>
        <p:spPr>
          <a:xfrm rot="-5400000">
            <a:off x="2324532" y="1631734"/>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8" name="Google Shape;9128;p41"/>
          <p:cNvSpPr/>
          <p:nvPr/>
        </p:nvSpPr>
        <p:spPr>
          <a:xfrm rot="-5400000">
            <a:off x="6358891" y="1631734"/>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29" name="Google Shape;9129;p41"/>
          <p:cNvGrpSpPr/>
          <p:nvPr/>
        </p:nvGrpSpPr>
        <p:grpSpPr>
          <a:xfrm>
            <a:off x="2536013" y="1851975"/>
            <a:ext cx="336025" cy="318525"/>
            <a:chOff x="930875" y="1193650"/>
            <a:chExt cx="336025" cy="318525"/>
          </a:xfrm>
        </p:grpSpPr>
        <p:sp>
          <p:nvSpPr>
            <p:cNvPr id="9130" name="Google Shape;9130;p41"/>
            <p:cNvSpPr/>
            <p:nvPr/>
          </p:nvSpPr>
          <p:spPr>
            <a:xfrm>
              <a:off x="1094200" y="1276475"/>
              <a:ext cx="9350" cy="30375"/>
            </a:xfrm>
            <a:custGeom>
              <a:rect b="b" l="l" r="r" t="t"/>
              <a:pathLst>
                <a:path extrusionOk="0" h="1215" w="374">
                  <a:moveTo>
                    <a:pt x="1" y="1"/>
                  </a:moveTo>
                  <a:lnTo>
                    <a:pt x="1" y="94"/>
                  </a:lnTo>
                  <a:lnTo>
                    <a:pt x="1" y="1027"/>
                  </a:lnTo>
                  <a:lnTo>
                    <a:pt x="1" y="1121"/>
                  </a:lnTo>
                  <a:lnTo>
                    <a:pt x="47" y="1167"/>
                  </a:lnTo>
                  <a:lnTo>
                    <a:pt x="94" y="1214"/>
                  </a:lnTo>
                  <a:lnTo>
                    <a:pt x="281" y="1214"/>
                  </a:lnTo>
                  <a:lnTo>
                    <a:pt x="327" y="1167"/>
                  </a:lnTo>
                  <a:lnTo>
                    <a:pt x="374" y="1121"/>
                  </a:lnTo>
                  <a:lnTo>
                    <a:pt x="374" y="1027"/>
                  </a:lnTo>
                  <a:lnTo>
                    <a:pt x="374" y="94"/>
                  </a:lnTo>
                  <a:lnTo>
                    <a:pt x="37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1" name="Google Shape;9131;p41"/>
            <p:cNvSpPr/>
            <p:nvPr/>
          </p:nvSpPr>
          <p:spPr>
            <a:xfrm>
              <a:off x="943700" y="1302150"/>
              <a:ext cx="310375" cy="192525"/>
            </a:xfrm>
            <a:custGeom>
              <a:rect b="b" l="l" r="r" t="t"/>
              <a:pathLst>
                <a:path extrusionOk="0" h="7701" w="12415">
                  <a:moveTo>
                    <a:pt x="6207" y="0"/>
                  </a:moveTo>
                  <a:lnTo>
                    <a:pt x="5554" y="47"/>
                  </a:lnTo>
                  <a:lnTo>
                    <a:pt x="4947" y="140"/>
                  </a:lnTo>
                  <a:lnTo>
                    <a:pt x="4387" y="280"/>
                  </a:lnTo>
                  <a:lnTo>
                    <a:pt x="3780" y="514"/>
                  </a:lnTo>
                  <a:lnTo>
                    <a:pt x="3267" y="747"/>
                  </a:lnTo>
                  <a:lnTo>
                    <a:pt x="2754" y="1074"/>
                  </a:lnTo>
                  <a:lnTo>
                    <a:pt x="2287" y="1401"/>
                  </a:lnTo>
                  <a:lnTo>
                    <a:pt x="1820" y="1821"/>
                  </a:lnTo>
                  <a:lnTo>
                    <a:pt x="1447" y="2241"/>
                  </a:lnTo>
                  <a:lnTo>
                    <a:pt x="1074" y="2754"/>
                  </a:lnTo>
                  <a:lnTo>
                    <a:pt x="747" y="3267"/>
                  </a:lnTo>
                  <a:lnTo>
                    <a:pt x="514" y="3781"/>
                  </a:lnTo>
                  <a:lnTo>
                    <a:pt x="280" y="4341"/>
                  </a:lnTo>
                  <a:lnTo>
                    <a:pt x="140" y="4947"/>
                  </a:lnTo>
                  <a:lnTo>
                    <a:pt x="47" y="5554"/>
                  </a:lnTo>
                  <a:lnTo>
                    <a:pt x="0" y="6207"/>
                  </a:lnTo>
                  <a:lnTo>
                    <a:pt x="0" y="7701"/>
                  </a:lnTo>
                  <a:lnTo>
                    <a:pt x="12414" y="7701"/>
                  </a:lnTo>
                  <a:lnTo>
                    <a:pt x="12134" y="6254"/>
                  </a:lnTo>
                  <a:lnTo>
                    <a:pt x="12087" y="5741"/>
                  </a:lnTo>
                  <a:lnTo>
                    <a:pt x="11994" y="5227"/>
                  </a:lnTo>
                  <a:lnTo>
                    <a:pt x="11807" y="4667"/>
                  </a:lnTo>
                  <a:lnTo>
                    <a:pt x="11621" y="4154"/>
                  </a:lnTo>
                  <a:lnTo>
                    <a:pt x="11387" y="3641"/>
                  </a:lnTo>
                  <a:lnTo>
                    <a:pt x="11107" y="3081"/>
                  </a:lnTo>
                  <a:lnTo>
                    <a:pt x="10781" y="2614"/>
                  </a:lnTo>
                  <a:lnTo>
                    <a:pt x="10407" y="2147"/>
                  </a:lnTo>
                  <a:lnTo>
                    <a:pt x="9987" y="1681"/>
                  </a:lnTo>
                  <a:lnTo>
                    <a:pt x="9567" y="1261"/>
                  </a:lnTo>
                  <a:lnTo>
                    <a:pt x="9054" y="934"/>
                  </a:lnTo>
                  <a:lnTo>
                    <a:pt x="8541" y="607"/>
                  </a:lnTo>
                  <a:lnTo>
                    <a:pt x="8027" y="374"/>
                  </a:lnTo>
                  <a:lnTo>
                    <a:pt x="7421" y="187"/>
                  </a:lnTo>
                  <a:lnTo>
                    <a:pt x="6861" y="47"/>
                  </a:lnTo>
                  <a:lnTo>
                    <a:pt x="62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2" name="Google Shape;9132;p41"/>
            <p:cNvSpPr/>
            <p:nvPr/>
          </p:nvSpPr>
          <p:spPr>
            <a:xfrm>
              <a:off x="1090700" y="1302150"/>
              <a:ext cx="163375" cy="192525"/>
            </a:xfrm>
            <a:custGeom>
              <a:rect b="b" l="l" r="r" t="t"/>
              <a:pathLst>
                <a:path extrusionOk="0" h="7701" w="6535">
                  <a:moveTo>
                    <a:pt x="1" y="0"/>
                  </a:moveTo>
                  <a:lnTo>
                    <a:pt x="561" y="94"/>
                  </a:lnTo>
                  <a:lnTo>
                    <a:pt x="1121" y="187"/>
                  </a:lnTo>
                  <a:lnTo>
                    <a:pt x="1681" y="327"/>
                  </a:lnTo>
                  <a:lnTo>
                    <a:pt x="2194" y="561"/>
                  </a:lnTo>
                  <a:lnTo>
                    <a:pt x="2707" y="794"/>
                  </a:lnTo>
                  <a:lnTo>
                    <a:pt x="3174" y="1121"/>
                  </a:lnTo>
                  <a:lnTo>
                    <a:pt x="3641" y="1447"/>
                  </a:lnTo>
                  <a:lnTo>
                    <a:pt x="4014" y="1821"/>
                  </a:lnTo>
                  <a:lnTo>
                    <a:pt x="4434" y="2241"/>
                  </a:lnTo>
                  <a:lnTo>
                    <a:pt x="4807" y="2754"/>
                  </a:lnTo>
                  <a:lnTo>
                    <a:pt x="5087" y="3267"/>
                  </a:lnTo>
                  <a:lnTo>
                    <a:pt x="5367" y="3781"/>
                  </a:lnTo>
                  <a:lnTo>
                    <a:pt x="5554" y="4341"/>
                  </a:lnTo>
                  <a:lnTo>
                    <a:pt x="5741" y="4947"/>
                  </a:lnTo>
                  <a:lnTo>
                    <a:pt x="5834" y="5554"/>
                  </a:lnTo>
                  <a:lnTo>
                    <a:pt x="5834" y="6207"/>
                  </a:lnTo>
                  <a:lnTo>
                    <a:pt x="5834" y="7701"/>
                  </a:lnTo>
                  <a:lnTo>
                    <a:pt x="6534" y="7701"/>
                  </a:lnTo>
                  <a:lnTo>
                    <a:pt x="6534" y="6207"/>
                  </a:lnTo>
                  <a:lnTo>
                    <a:pt x="6487" y="5554"/>
                  </a:lnTo>
                  <a:lnTo>
                    <a:pt x="6394" y="4947"/>
                  </a:lnTo>
                  <a:lnTo>
                    <a:pt x="6254" y="4341"/>
                  </a:lnTo>
                  <a:lnTo>
                    <a:pt x="6021" y="3781"/>
                  </a:lnTo>
                  <a:lnTo>
                    <a:pt x="5787" y="3267"/>
                  </a:lnTo>
                  <a:lnTo>
                    <a:pt x="5461" y="2754"/>
                  </a:lnTo>
                  <a:lnTo>
                    <a:pt x="5087" y="2241"/>
                  </a:lnTo>
                  <a:lnTo>
                    <a:pt x="4714" y="1821"/>
                  </a:lnTo>
                  <a:lnTo>
                    <a:pt x="4247" y="1401"/>
                  </a:lnTo>
                  <a:lnTo>
                    <a:pt x="3781" y="1074"/>
                  </a:lnTo>
                  <a:lnTo>
                    <a:pt x="3267" y="747"/>
                  </a:lnTo>
                  <a:lnTo>
                    <a:pt x="2754" y="514"/>
                  </a:lnTo>
                  <a:lnTo>
                    <a:pt x="2194" y="280"/>
                  </a:lnTo>
                  <a:lnTo>
                    <a:pt x="1587" y="140"/>
                  </a:lnTo>
                  <a:lnTo>
                    <a:pt x="981" y="47"/>
                  </a:lnTo>
                  <a:lnTo>
                    <a:pt x="3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3" name="Google Shape;9133;p41"/>
            <p:cNvSpPr/>
            <p:nvPr/>
          </p:nvSpPr>
          <p:spPr>
            <a:xfrm>
              <a:off x="930875" y="1479500"/>
              <a:ext cx="331350" cy="32675"/>
            </a:xfrm>
            <a:custGeom>
              <a:rect b="b" l="l" r="r" t="t"/>
              <a:pathLst>
                <a:path extrusionOk="0" h="1307" w="13254">
                  <a:moveTo>
                    <a:pt x="187" y="0"/>
                  </a:moveTo>
                  <a:lnTo>
                    <a:pt x="93" y="93"/>
                  </a:lnTo>
                  <a:lnTo>
                    <a:pt x="47" y="187"/>
                  </a:lnTo>
                  <a:lnTo>
                    <a:pt x="0" y="327"/>
                  </a:lnTo>
                  <a:lnTo>
                    <a:pt x="0" y="980"/>
                  </a:lnTo>
                  <a:lnTo>
                    <a:pt x="47" y="1073"/>
                  </a:lnTo>
                  <a:lnTo>
                    <a:pt x="93" y="1213"/>
                  </a:lnTo>
                  <a:lnTo>
                    <a:pt x="187" y="1260"/>
                  </a:lnTo>
                  <a:lnTo>
                    <a:pt x="327" y="1307"/>
                  </a:lnTo>
                  <a:lnTo>
                    <a:pt x="13114" y="1307"/>
                  </a:lnTo>
                  <a:lnTo>
                    <a:pt x="13160" y="1213"/>
                  </a:lnTo>
                  <a:lnTo>
                    <a:pt x="13207" y="1073"/>
                  </a:lnTo>
                  <a:lnTo>
                    <a:pt x="13254" y="653"/>
                  </a:lnTo>
                  <a:lnTo>
                    <a:pt x="13207" y="187"/>
                  </a:lnTo>
                  <a:lnTo>
                    <a:pt x="13160" y="47"/>
                  </a:lnTo>
                  <a:lnTo>
                    <a:pt x="1311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4" name="Google Shape;9134;p41"/>
            <p:cNvSpPr/>
            <p:nvPr/>
          </p:nvSpPr>
          <p:spPr>
            <a:xfrm>
              <a:off x="1075525" y="1235650"/>
              <a:ext cx="42025" cy="45525"/>
            </a:xfrm>
            <a:custGeom>
              <a:rect b="b" l="l" r="r" t="t"/>
              <a:pathLst>
                <a:path extrusionOk="0" h="1821" w="1681">
                  <a:moveTo>
                    <a:pt x="748" y="0"/>
                  </a:moveTo>
                  <a:lnTo>
                    <a:pt x="561" y="47"/>
                  </a:lnTo>
                  <a:lnTo>
                    <a:pt x="421" y="140"/>
                  </a:lnTo>
                  <a:lnTo>
                    <a:pt x="281" y="234"/>
                  </a:lnTo>
                  <a:lnTo>
                    <a:pt x="188" y="374"/>
                  </a:lnTo>
                  <a:lnTo>
                    <a:pt x="94" y="560"/>
                  </a:lnTo>
                  <a:lnTo>
                    <a:pt x="48" y="700"/>
                  </a:lnTo>
                  <a:lnTo>
                    <a:pt x="1" y="887"/>
                  </a:lnTo>
                  <a:lnTo>
                    <a:pt x="48" y="1074"/>
                  </a:lnTo>
                  <a:lnTo>
                    <a:pt x="94" y="1260"/>
                  </a:lnTo>
                  <a:lnTo>
                    <a:pt x="188" y="1447"/>
                  </a:lnTo>
                  <a:lnTo>
                    <a:pt x="281" y="1587"/>
                  </a:lnTo>
                  <a:lnTo>
                    <a:pt x="421" y="1680"/>
                  </a:lnTo>
                  <a:lnTo>
                    <a:pt x="561" y="1774"/>
                  </a:lnTo>
                  <a:lnTo>
                    <a:pt x="748" y="1820"/>
                  </a:lnTo>
                  <a:lnTo>
                    <a:pt x="1121" y="1820"/>
                  </a:lnTo>
                  <a:lnTo>
                    <a:pt x="1261" y="1774"/>
                  </a:lnTo>
                  <a:lnTo>
                    <a:pt x="1401" y="1680"/>
                  </a:lnTo>
                  <a:lnTo>
                    <a:pt x="1494" y="1587"/>
                  </a:lnTo>
                  <a:lnTo>
                    <a:pt x="1588" y="1447"/>
                  </a:lnTo>
                  <a:lnTo>
                    <a:pt x="1634" y="1260"/>
                  </a:lnTo>
                  <a:lnTo>
                    <a:pt x="1681" y="887"/>
                  </a:lnTo>
                  <a:lnTo>
                    <a:pt x="1634" y="560"/>
                  </a:lnTo>
                  <a:lnTo>
                    <a:pt x="1588" y="374"/>
                  </a:lnTo>
                  <a:lnTo>
                    <a:pt x="1494" y="234"/>
                  </a:lnTo>
                  <a:lnTo>
                    <a:pt x="1401" y="140"/>
                  </a:lnTo>
                  <a:lnTo>
                    <a:pt x="1261" y="47"/>
                  </a:lnTo>
                  <a:lnTo>
                    <a:pt x="11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5" name="Google Shape;9135;p41"/>
            <p:cNvSpPr/>
            <p:nvPr/>
          </p:nvSpPr>
          <p:spPr>
            <a:xfrm>
              <a:off x="1242375" y="1479500"/>
              <a:ext cx="24525" cy="32675"/>
            </a:xfrm>
            <a:custGeom>
              <a:rect b="b" l="l" r="r" t="t"/>
              <a:pathLst>
                <a:path extrusionOk="0" h="1307" w="981">
                  <a:moveTo>
                    <a:pt x="94" y="0"/>
                  </a:moveTo>
                  <a:lnTo>
                    <a:pt x="187" y="93"/>
                  </a:lnTo>
                  <a:lnTo>
                    <a:pt x="280" y="187"/>
                  </a:lnTo>
                  <a:lnTo>
                    <a:pt x="327" y="327"/>
                  </a:lnTo>
                  <a:lnTo>
                    <a:pt x="327" y="980"/>
                  </a:lnTo>
                  <a:lnTo>
                    <a:pt x="280" y="1073"/>
                  </a:lnTo>
                  <a:lnTo>
                    <a:pt x="187" y="1213"/>
                  </a:lnTo>
                  <a:lnTo>
                    <a:pt x="94" y="1260"/>
                  </a:lnTo>
                  <a:lnTo>
                    <a:pt x="0" y="1307"/>
                  </a:lnTo>
                  <a:lnTo>
                    <a:pt x="654" y="1307"/>
                  </a:lnTo>
                  <a:lnTo>
                    <a:pt x="794" y="1260"/>
                  </a:lnTo>
                  <a:lnTo>
                    <a:pt x="887" y="1213"/>
                  </a:lnTo>
                  <a:lnTo>
                    <a:pt x="980" y="1073"/>
                  </a:lnTo>
                  <a:lnTo>
                    <a:pt x="980" y="980"/>
                  </a:lnTo>
                  <a:lnTo>
                    <a:pt x="980" y="327"/>
                  </a:lnTo>
                  <a:lnTo>
                    <a:pt x="980" y="187"/>
                  </a:lnTo>
                  <a:lnTo>
                    <a:pt x="887" y="93"/>
                  </a:lnTo>
                  <a:lnTo>
                    <a:pt x="79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6" name="Google Shape;9136;p41"/>
            <p:cNvSpPr/>
            <p:nvPr/>
          </p:nvSpPr>
          <p:spPr>
            <a:xfrm>
              <a:off x="1090700" y="1235650"/>
              <a:ext cx="31525" cy="45525"/>
            </a:xfrm>
            <a:custGeom>
              <a:rect b="b" l="l" r="r" t="t"/>
              <a:pathLst>
                <a:path extrusionOk="0" h="1821" w="1261">
                  <a:moveTo>
                    <a:pt x="327" y="0"/>
                  </a:moveTo>
                  <a:lnTo>
                    <a:pt x="1" y="47"/>
                  </a:lnTo>
                  <a:lnTo>
                    <a:pt x="281" y="187"/>
                  </a:lnTo>
                  <a:lnTo>
                    <a:pt x="467" y="374"/>
                  </a:lnTo>
                  <a:lnTo>
                    <a:pt x="607" y="607"/>
                  </a:lnTo>
                  <a:lnTo>
                    <a:pt x="654" y="887"/>
                  </a:lnTo>
                  <a:lnTo>
                    <a:pt x="607" y="1214"/>
                  </a:lnTo>
                  <a:lnTo>
                    <a:pt x="467" y="1447"/>
                  </a:lnTo>
                  <a:lnTo>
                    <a:pt x="281" y="1634"/>
                  </a:lnTo>
                  <a:lnTo>
                    <a:pt x="1" y="1774"/>
                  </a:lnTo>
                  <a:lnTo>
                    <a:pt x="327" y="1820"/>
                  </a:lnTo>
                  <a:lnTo>
                    <a:pt x="514" y="1820"/>
                  </a:lnTo>
                  <a:lnTo>
                    <a:pt x="701" y="1774"/>
                  </a:lnTo>
                  <a:lnTo>
                    <a:pt x="841" y="1680"/>
                  </a:lnTo>
                  <a:lnTo>
                    <a:pt x="981" y="1587"/>
                  </a:lnTo>
                  <a:lnTo>
                    <a:pt x="1121" y="1447"/>
                  </a:lnTo>
                  <a:lnTo>
                    <a:pt x="1167" y="1260"/>
                  </a:lnTo>
                  <a:lnTo>
                    <a:pt x="1261" y="1074"/>
                  </a:lnTo>
                  <a:lnTo>
                    <a:pt x="1261" y="887"/>
                  </a:lnTo>
                  <a:lnTo>
                    <a:pt x="1261" y="700"/>
                  </a:lnTo>
                  <a:lnTo>
                    <a:pt x="1167" y="560"/>
                  </a:lnTo>
                  <a:lnTo>
                    <a:pt x="1121" y="374"/>
                  </a:lnTo>
                  <a:lnTo>
                    <a:pt x="981" y="234"/>
                  </a:lnTo>
                  <a:lnTo>
                    <a:pt x="841" y="140"/>
                  </a:lnTo>
                  <a:lnTo>
                    <a:pt x="701" y="47"/>
                  </a:lnTo>
                  <a:lnTo>
                    <a:pt x="5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7" name="Google Shape;9137;p41"/>
            <p:cNvSpPr/>
            <p:nvPr/>
          </p:nvSpPr>
          <p:spPr>
            <a:xfrm>
              <a:off x="977525" y="1193650"/>
              <a:ext cx="10525" cy="29200"/>
            </a:xfrm>
            <a:custGeom>
              <a:rect b="b" l="l" r="r" t="t"/>
              <a:pathLst>
                <a:path extrusionOk="0" h="1168" w="421">
                  <a:moveTo>
                    <a:pt x="141" y="0"/>
                  </a:moveTo>
                  <a:lnTo>
                    <a:pt x="94" y="47"/>
                  </a:lnTo>
                  <a:lnTo>
                    <a:pt x="47" y="94"/>
                  </a:lnTo>
                  <a:lnTo>
                    <a:pt x="1" y="187"/>
                  </a:lnTo>
                  <a:lnTo>
                    <a:pt x="1" y="980"/>
                  </a:lnTo>
                  <a:lnTo>
                    <a:pt x="47" y="1027"/>
                  </a:lnTo>
                  <a:lnTo>
                    <a:pt x="94" y="1120"/>
                  </a:lnTo>
                  <a:lnTo>
                    <a:pt x="141" y="1167"/>
                  </a:lnTo>
                  <a:lnTo>
                    <a:pt x="281" y="1167"/>
                  </a:lnTo>
                  <a:lnTo>
                    <a:pt x="374" y="1120"/>
                  </a:lnTo>
                  <a:lnTo>
                    <a:pt x="421" y="1027"/>
                  </a:lnTo>
                  <a:lnTo>
                    <a:pt x="421" y="980"/>
                  </a:lnTo>
                  <a:lnTo>
                    <a:pt x="421" y="187"/>
                  </a:lnTo>
                  <a:lnTo>
                    <a:pt x="421" y="94"/>
                  </a:lnTo>
                  <a:lnTo>
                    <a:pt x="374" y="47"/>
                  </a:lnTo>
                  <a:lnTo>
                    <a:pt x="2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8" name="Google Shape;9138;p41"/>
            <p:cNvSpPr/>
            <p:nvPr/>
          </p:nvSpPr>
          <p:spPr>
            <a:xfrm>
              <a:off x="977525" y="1240325"/>
              <a:ext cx="10525" cy="29175"/>
            </a:xfrm>
            <a:custGeom>
              <a:rect b="b" l="l" r="r" t="t"/>
              <a:pathLst>
                <a:path extrusionOk="0" h="1167" w="421">
                  <a:moveTo>
                    <a:pt x="141" y="0"/>
                  </a:moveTo>
                  <a:lnTo>
                    <a:pt x="94" y="47"/>
                  </a:lnTo>
                  <a:lnTo>
                    <a:pt x="47" y="93"/>
                  </a:lnTo>
                  <a:lnTo>
                    <a:pt x="1" y="187"/>
                  </a:lnTo>
                  <a:lnTo>
                    <a:pt x="1" y="980"/>
                  </a:lnTo>
                  <a:lnTo>
                    <a:pt x="47" y="1073"/>
                  </a:lnTo>
                  <a:lnTo>
                    <a:pt x="94" y="1120"/>
                  </a:lnTo>
                  <a:lnTo>
                    <a:pt x="141" y="1167"/>
                  </a:lnTo>
                  <a:lnTo>
                    <a:pt x="281" y="1167"/>
                  </a:lnTo>
                  <a:lnTo>
                    <a:pt x="374" y="1120"/>
                  </a:lnTo>
                  <a:lnTo>
                    <a:pt x="421" y="1073"/>
                  </a:lnTo>
                  <a:lnTo>
                    <a:pt x="421" y="980"/>
                  </a:lnTo>
                  <a:lnTo>
                    <a:pt x="421" y="187"/>
                  </a:lnTo>
                  <a:lnTo>
                    <a:pt x="421" y="93"/>
                  </a:lnTo>
                  <a:lnTo>
                    <a:pt x="374" y="47"/>
                  </a:lnTo>
                  <a:lnTo>
                    <a:pt x="2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9" name="Google Shape;9139;p41"/>
            <p:cNvSpPr/>
            <p:nvPr/>
          </p:nvSpPr>
          <p:spPr>
            <a:xfrm>
              <a:off x="944875" y="1226325"/>
              <a:ext cx="29175" cy="10525"/>
            </a:xfrm>
            <a:custGeom>
              <a:rect b="b" l="l" r="r" t="t"/>
              <a:pathLst>
                <a:path extrusionOk="0" h="421" w="1167">
                  <a:moveTo>
                    <a:pt x="187" y="0"/>
                  </a:moveTo>
                  <a:lnTo>
                    <a:pt x="140" y="47"/>
                  </a:lnTo>
                  <a:lnTo>
                    <a:pt x="47" y="47"/>
                  </a:lnTo>
                  <a:lnTo>
                    <a:pt x="0" y="140"/>
                  </a:lnTo>
                  <a:lnTo>
                    <a:pt x="0" y="187"/>
                  </a:lnTo>
                  <a:lnTo>
                    <a:pt x="0" y="280"/>
                  </a:lnTo>
                  <a:lnTo>
                    <a:pt x="47" y="327"/>
                  </a:lnTo>
                  <a:lnTo>
                    <a:pt x="140" y="373"/>
                  </a:lnTo>
                  <a:lnTo>
                    <a:pt x="187" y="420"/>
                  </a:lnTo>
                  <a:lnTo>
                    <a:pt x="980" y="420"/>
                  </a:lnTo>
                  <a:lnTo>
                    <a:pt x="1073" y="373"/>
                  </a:lnTo>
                  <a:lnTo>
                    <a:pt x="1120" y="327"/>
                  </a:lnTo>
                  <a:lnTo>
                    <a:pt x="1167" y="280"/>
                  </a:lnTo>
                  <a:lnTo>
                    <a:pt x="1167" y="187"/>
                  </a:lnTo>
                  <a:lnTo>
                    <a:pt x="1167" y="140"/>
                  </a:lnTo>
                  <a:lnTo>
                    <a:pt x="1120" y="47"/>
                  </a:lnTo>
                  <a:lnTo>
                    <a:pt x="1073" y="47"/>
                  </a:lnTo>
                  <a:lnTo>
                    <a:pt x="98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0" name="Google Shape;9140;p41"/>
            <p:cNvSpPr/>
            <p:nvPr/>
          </p:nvSpPr>
          <p:spPr>
            <a:xfrm>
              <a:off x="991525" y="1226325"/>
              <a:ext cx="29200" cy="10525"/>
            </a:xfrm>
            <a:custGeom>
              <a:rect b="b" l="l" r="r" t="t"/>
              <a:pathLst>
                <a:path extrusionOk="0" h="421" w="1168">
                  <a:moveTo>
                    <a:pt x="187" y="0"/>
                  </a:moveTo>
                  <a:lnTo>
                    <a:pt x="141" y="47"/>
                  </a:lnTo>
                  <a:lnTo>
                    <a:pt x="47" y="47"/>
                  </a:lnTo>
                  <a:lnTo>
                    <a:pt x="1" y="140"/>
                  </a:lnTo>
                  <a:lnTo>
                    <a:pt x="1" y="187"/>
                  </a:lnTo>
                  <a:lnTo>
                    <a:pt x="1" y="280"/>
                  </a:lnTo>
                  <a:lnTo>
                    <a:pt x="47" y="327"/>
                  </a:lnTo>
                  <a:lnTo>
                    <a:pt x="141" y="373"/>
                  </a:lnTo>
                  <a:lnTo>
                    <a:pt x="187" y="420"/>
                  </a:lnTo>
                  <a:lnTo>
                    <a:pt x="981" y="420"/>
                  </a:lnTo>
                  <a:lnTo>
                    <a:pt x="1074" y="373"/>
                  </a:lnTo>
                  <a:lnTo>
                    <a:pt x="1121" y="327"/>
                  </a:lnTo>
                  <a:lnTo>
                    <a:pt x="1167" y="280"/>
                  </a:lnTo>
                  <a:lnTo>
                    <a:pt x="1167" y="187"/>
                  </a:lnTo>
                  <a:lnTo>
                    <a:pt x="1167" y="140"/>
                  </a:lnTo>
                  <a:lnTo>
                    <a:pt x="1121" y="47"/>
                  </a:lnTo>
                  <a:lnTo>
                    <a:pt x="1074" y="47"/>
                  </a:lnTo>
                  <a:lnTo>
                    <a:pt x="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1" name="Google Shape;9141;p41"/>
            <p:cNvSpPr/>
            <p:nvPr/>
          </p:nvSpPr>
          <p:spPr>
            <a:xfrm>
              <a:off x="1215550" y="1228650"/>
              <a:ext cx="10525" cy="29200"/>
            </a:xfrm>
            <a:custGeom>
              <a:rect b="b" l="l" r="r" t="t"/>
              <a:pathLst>
                <a:path extrusionOk="0" h="1168" w="421">
                  <a:moveTo>
                    <a:pt x="187" y="0"/>
                  </a:moveTo>
                  <a:lnTo>
                    <a:pt x="140" y="47"/>
                  </a:lnTo>
                  <a:lnTo>
                    <a:pt x="47" y="47"/>
                  </a:lnTo>
                  <a:lnTo>
                    <a:pt x="0" y="140"/>
                  </a:lnTo>
                  <a:lnTo>
                    <a:pt x="0" y="187"/>
                  </a:lnTo>
                  <a:lnTo>
                    <a:pt x="0" y="980"/>
                  </a:lnTo>
                  <a:lnTo>
                    <a:pt x="0" y="1074"/>
                  </a:lnTo>
                  <a:lnTo>
                    <a:pt x="47" y="1120"/>
                  </a:lnTo>
                  <a:lnTo>
                    <a:pt x="140" y="1167"/>
                  </a:lnTo>
                  <a:lnTo>
                    <a:pt x="280" y="1167"/>
                  </a:lnTo>
                  <a:lnTo>
                    <a:pt x="327" y="1120"/>
                  </a:lnTo>
                  <a:lnTo>
                    <a:pt x="373" y="1074"/>
                  </a:lnTo>
                  <a:lnTo>
                    <a:pt x="420" y="980"/>
                  </a:lnTo>
                  <a:lnTo>
                    <a:pt x="420" y="187"/>
                  </a:lnTo>
                  <a:lnTo>
                    <a:pt x="373" y="140"/>
                  </a:lnTo>
                  <a:lnTo>
                    <a:pt x="327" y="47"/>
                  </a:lnTo>
                  <a:lnTo>
                    <a:pt x="280" y="47"/>
                  </a:lnTo>
                  <a:lnTo>
                    <a:pt x="1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2" name="Google Shape;9142;p41"/>
            <p:cNvSpPr/>
            <p:nvPr/>
          </p:nvSpPr>
          <p:spPr>
            <a:xfrm>
              <a:off x="1215550" y="1275325"/>
              <a:ext cx="10525" cy="30350"/>
            </a:xfrm>
            <a:custGeom>
              <a:rect b="b" l="l" r="r" t="t"/>
              <a:pathLst>
                <a:path extrusionOk="0" h="1214" w="421">
                  <a:moveTo>
                    <a:pt x="187" y="0"/>
                  </a:moveTo>
                  <a:lnTo>
                    <a:pt x="140" y="47"/>
                  </a:lnTo>
                  <a:lnTo>
                    <a:pt x="47" y="93"/>
                  </a:lnTo>
                  <a:lnTo>
                    <a:pt x="0" y="140"/>
                  </a:lnTo>
                  <a:lnTo>
                    <a:pt x="0" y="233"/>
                  </a:lnTo>
                  <a:lnTo>
                    <a:pt x="0" y="980"/>
                  </a:lnTo>
                  <a:lnTo>
                    <a:pt x="0" y="1073"/>
                  </a:lnTo>
                  <a:lnTo>
                    <a:pt x="47" y="1120"/>
                  </a:lnTo>
                  <a:lnTo>
                    <a:pt x="140" y="1167"/>
                  </a:lnTo>
                  <a:lnTo>
                    <a:pt x="187" y="1213"/>
                  </a:lnTo>
                  <a:lnTo>
                    <a:pt x="280" y="1167"/>
                  </a:lnTo>
                  <a:lnTo>
                    <a:pt x="327" y="1120"/>
                  </a:lnTo>
                  <a:lnTo>
                    <a:pt x="373" y="1073"/>
                  </a:lnTo>
                  <a:lnTo>
                    <a:pt x="420" y="980"/>
                  </a:lnTo>
                  <a:lnTo>
                    <a:pt x="420" y="233"/>
                  </a:lnTo>
                  <a:lnTo>
                    <a:pt x="373" y="140"/>
                  </a:lnTo>
                  <a:lnTo>
                    <a:pt x="327" y="93"/>
                  </a:lnTo>
                  <a:lnTo>
                    <a:pt x="280" y="47"/>
                  </a:lnTo>
                  <a:lnTo>
                    <a:pt x="1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3" name="Google Shape;9143;p41"/>
            <p:cNvSpPr/>
            <p:nvPr/>
          </p:nvSpPr>
          <p:spPr>
            <a:xfrm>
              <a:off x="1182875" y="1262475"/>
              <a:ext cx="29200" cy="9375"/>
            </a:xfrm>
            <a:custGeom>
              <a:rect b="b" l="l" r="r" t="t"/>
              <a:pathLst>
                <a:path extrusionOk="0" h="375" w="1168">
                  <a:moveTo>
                    <a:pt x="94" y="1"/>
                  </a:moveTo>
                  <a:lnTo>
                    <a:pt x="47" y="47"/>
                  </a:lnTo>
                  <a:lnTo>
                    <a:pt x="0" y="94"/>
                  </a:lnTo>
                  <a:lnTo>
                    <a:pt x="0" y="187"/>
                  </a:lnTo>
                  <a:lnTo>
                    <a:pt x="0" y="281"/>
                  </a:lnTo>
                  <a:lnTo>
                    <a:pt x="47" y="327"/>
                  </a:lnTo>
                  <a:lnTo>
                    <a:pt x="94" y="374"/>
                  </a:lnTo>
                  <a:lnTo>
                    <a:pt x="1027" y="374"/>
                  </a:lnTo>
                  <a:lnTo>
                    <a:pt x="1120" y="327"/>
                  </a:lnTo>
                  <a:lnTo>
                    <a:pt x="1167" y="281"/>
                  </a:lnTo>
                  <a:lnTo>
                    <a:pt x="1167" y="187"/>
                  </a:lnTo>
                  <a:lnTo>
                    <a:pt x="1167" y="94"/>
                  </a:lnTo>
                  <a:lnTo>
                    <a:pt x="1120" y="47"/>
                  </a:lnTo>
                  <a:lnTo>
                    <a:pt x="10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4" name="Google Shape;9144;p41"/>
            <p:cNvSpPr/>
            <p:nvPr/>
          </p:nvSpPr>
          <p:spPr>
            <a:xfrm>
              <a:off x="1229550" y="1262475"/>
              <a:ext cx="29175" cy="9375"/>
            </a:xfrm>
            <a:custGeom>
              <a:rect b="b" l="l" r="r" t="t"/>
              <a:pathLst>
                <a:path extrusionOk="0" h="375" w="1167">
                  <a:moveTo>
                    <a:pt x="93" y="1"/>
                  </a:moveTo>
                  <a:lnTo>
                    <a:pt x="47" y="47"/>
                  </a:lnTo>
                  <a:lnTo>
                    <a:pt x="0" y="94"/>
                  </a:lnTo>
                  <a:lnTo>
                    <a:pt x="0" y="187"/>
                  </a:lnTo>
                  <a:lnTo>
                    <a:pt x="0" y="281"/>
                  </a:lnTo>
                  <a:lnTo>
                    <a:pt x="47" y="327"/>
                  </a:lnTo>
                  <a:lnTo>
                    <a:pt x="93" y="374"/>
                  </a:lnTo>
                  <a:lnTo>
                    <a:pt x="1027" y="374"/>
                  </a:lnTo>
                  <a:lnTo>
                    <a:pt x="1120" y="327"/>
                  </a:lnTo>
                  <a:lnTo>
                    <a:pt x="1167" y="281"/>
                  </a:lnTo>
                  <a:lnTo>
                    <a:pt x="1167" y="187"/>
                  </a:lnTo>
                  <a:lnTo>
                    <a:pt x="1167" y="94"/>
                  </a:lnTo>
                  <a:lnTo>
                    <a:pt x="1120" y="47"/>
                  </a:lnTo>
                  <a:lnTo>
                    <a:pt x="10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45" name="Google Shape;9145;p41"/>
          <p:cNvGrpSpPr/>
          <p:nvPr/>
        </p:nvGrpSpPr>
        <p:grpSpPr>
          <a:xfrm>
            <a:off x="6570338" y="1845550"/>
            <a:ext cx="336050" cy="331375"/>
            <a:chOff x="3959625" y="1186650"/>
            <a:chExt cx="336050" cy="331375"/>
          </a:xfrm>
        </p:grpSpPr>
        <p:sp>
          <p:nvSpPr>
            <p:cNvPr id="9146" name="Google Shape;9146;p41"/>
            <p:cNvSpPr/>
            <p:nvPr/>
          </p:nvSpPr>
          <p:spPr>
            <a:xfrm>
              <a:off x="4136975" y="1201825"/>
              <a:ext cx="61850" cy="49025"/>
            </a:xfrm>
            <a:custGeom>
              <a:rect b="b" l="l" r="r" t="t"/>
              <a:pathLst>
                <a:path extrusionOk="0" h="1961" w="2474">
                  <a:moveTo>
                    <a:pt x="0" y="0"/>
                  </a:moveTo>
                  <a:lnTo>
                    <a:pt x="0" y="1960"/>
                  </a:lnTo>
                  <a:lnTo>
                    <a:pt x="2427" y="1960"/>
                  </a:lnTo>
                  <a:lnTo>
                    <a:pt x="2427" y="1867"/>
                  </a:lnTo>
                  <a:lnTo>
                    <a:pt x="2474" y="1633"/>
                  </a:lnTo>
                  <a:lnTo>
                    <a:pt x="2474" y="980"/>
                  </a:lnTo>
                  <a:lnTo>
                    <a:pt x="2474" y="327"/>
                  </a:lnTo>
                  <a:lnTo>
                    <a:pt x="2474" y="93"/>
                  </a:lnTo>
                  <a:lnTo>
                    <a:pt x="24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7" name="Google Shape;9147;p41"/>
            <p:cNvSpPr/>
            <p:nvPr/>
          </p:nvSpPr>
          <p:spPr>
            <a:xfrm>
              <a:off x="4115975" y="1186650"/>
              <a:ext cx="23350" cy="129525"/>
            </a:xfrm>
            <a:custGeom>
              <a:rect b="b" l="l" r="r" t="t"/>
              <a:pathLst>
                <a:path extrusionOk="0" h="5181" w="934">
                  <a:moveTo>
                    <a:pt x="234" y="0"/>
                  </a:moveTo>
                  <a:lnTo>
                    <a:pt x="140" y="47"/>
                  </a:lnTo>
                  <a:lnTo>
                    <a:pt x="94" y="94"/>
                  </a:lnTo>
                  <a:lnTo>
                    <a:pt x="47" y="140"/>
                  </a:lnTo>
                  <a:lnTo>
                    <a:pt x="0" y="234"/>
                  </a:lnTo>
                  <a:lnTo>
                    <a:pt x="0" y="5181"/>
                  </a:lnTo>
                  <a:lnTo>
                    <a:pt x="934" y="5181"/>
                  </a:lnTo>
                  <a:lnTo>
                    <a:pt x="934" y="234"/>
                  </a:lnTo>
                  <a:lnTo>
                    <a:pt x="887" y="140"/>
                  </a:lnTo>
                  <a:lnTo>
                    <a:pt x="840" y="94"/>
                  </a:lnTo>
                  <a:lnTo>
                    <a:pt x="794" y="47"/>
                  </a:lnTo>
                  <a:lnTo>
                    <a:pt x="70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8" name="Google Shape;9148;p41"/>
            <p:cNvSpPr/>
            <p:nvPr/>
          </p:nvSpPr>
          <p:spPr>
            <a:xfrm>
              <a:off x="3995800" y="1303325"/>
              <a:ext cx="263700" cy="193700"/>
            </a:xfrm>
            <a:custGeom>
              <a:rect b="b" l="l" r="r" t="t"/>
              <a:pathLst>
                <a:path extrusionOk="0" h="7748" w="10548">
                  <a:moveTo>
                    <a:pt x="1774" y="0"/>
                  </a:moveTo>
                  <a:lnTo>
                    <a:pt x="1401" y="47"/>
                  </a:lnTo>
                  <a:lnTo>
                    <a:pt x="1074" y="140"/>
                  </a:lnTo>
                  <a:lnTo>
                    <a:pt x="794" y="327"/>
                  </a:lnTo>
                  <a:lnTo>
                    <a:pt x="514" y="560"/>
                  </a:lnTo>
                  <a:lnTo>
                    <a:pt x="327" y="794"/>
                  </a:lnTo>
                  <a:lnTo>
                    <a:pt x="141" y="1120"/>
                  </a:lnTo>
                  <a:lnTo>
                    <a:pt x="47" y="1447"/>
                  </a:lnTo>
                  <a:lnTo>
                    <a:pt x="1" y="1774"/>
                  </a:lnTo>
                  <a:lnTo>
                    <a:pt x="1" y="7747"/>
                  </a:lnTo>
                  <a:lnTo>
                    <a:pt x="10548" y="7747"/>
                  </a:lnTo>
                  <a:lnTo>
                    <a:pt x="10361" y="5834"/>
                  </a:lnTo>
                  <a:lnTo>
                    <a:pt x="10361" y="5740"/>
                  </a:lnTo>
                  <a:lnTo>
                    <a:pt x="10268" y="5647"/>
                  </a:lnTo>
                  <a:lnTo>
                    <a:pt x="10081" y="5600"/>
                  </a:lnTo>
                  <a:lnTo>
                    <a:pt x="9848" y="5460"/>
                  </a:lnTo>
                  <a:lnTo>
                    <a:pt x="9661" y="5367"/>
                  </a:lnTo>
                  <a:lnTo>
                    <a:pt x="9521" y="5180"/>
                  </a:lnTo>
                  <a:lnTo>
                    <a:pt x="9381" y="4994"/>
                  </a:lnTo>
                  <a:lnTo>
                    <a:pt x="9288" y="4807"/>
                  </a:lnTo>
                  <a:lnTo>
                    <a:pt x="9241" y="4574"/>
                  </a:lnTo>
                  <a:lnTo>
                    <a:pt x="9194" y="4340"/>
                  </a:lnTo>
                  <a:lnTo>
                    <a:pt x="9241" y="3874"/>
                  </a:lnTo>
                  <a:lnTo>
                    <a:pt x="9288" y="3687"/>
                  </a:lnTo>
                  <a:lnTo>
                    <a:pt x="9381" y="3500"/>
                  </a:lnTo>
                  <a:lnTo>
                    <a:pt x="9474" y="3314"/>
                  </a:lnTo>
                  <a:lnTo>
                    <a:pt x="9614" y="3174"/>
                  </a:lnTo>
                  <a:lnTo>
                    <a:pt x="9801" y="3080"/>
                  </a:lnTo>
                  <a:lnTo>
                    <a:pt x="9988" y="3034"/>
                  </a:lnTo>
                  <a:lnTo>
                    <a:pt x="10034" y="2987"/>
                  </a:lnTo>
                  <a:lnTo>
                    <a:pt x="10081" y="2940"/>
                  </a:lnTo>
                  <a:lnTo>
                    <a:pt x="10081" y="2800"/>
                  </a:lnTo>
                  <a:lnTo>
                    <a:pt x="10174" y="654"/>
                  </a:lnTo>
                  <a:lnTo>
                    <a:pt x="10221" y="233"/>
                  </a:lnTo>
                  <a:lnTo>
                    <a:pt x="10174" y="93"/>
                  </a:lnTo>
                  <a:lnTo>
                    <a:pt x="10128" y="47"/>
                  </a:lnTo>
                  <a:lnTo>
                    <a:pt x="100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9" name="Google Shape;9149;p41"/>
            <p:cNvSpPr/>
            <p:nvPr/>
          </p:nvSpPr>
          <p:spPr>
            <a:xfrm>
              <a:off x="4213975" y="1303325"/>
              <a:ext cx="45525" cy="193700"/>
            </a:xfrm>
            <a:custGeom>
              <a:rect b="b" l="l" r="r" t="t"/>
              <a:pathLst>
                <a:path extrusionOk="0" h="7748" w="1821">
                  <a:moveTo>
                    <a:pt x="654" y="0"/>
                  </a:moveTo>
                  <a:lnTo>
                    <a:pt x="841" y="47"/>
                  </a:lnTo>
                  <a:lnTo>
                    <a:pt x="981" y="187"/>
                  </a:lnTo>
                  <a:lnTo>
                    <a:pt x="1074" y="327"/>
                  </a:lnTo>
                  <a:lnTo>
                    <a:pt x="1121" y="514"/>
                  </a:lnTo>
                  <a:lnTo>
                    <a:pt x="1121" y="2894"/>
                  </a:lnTo>
                  <a:lnTo>
                    <a:pt x="1121" y="2940"/>
                  </a:lnTo>
                  <a:lnTo>
                    <a:pt x="1027" y="2987"/>
                  </a:lnTo>
                  <a:lnTo>
                    <a:pt x="841" y="3034"/>
                  </a:lnTo>
                  <a:lnTo>
                    <a:pt x="654" y="3127"/>
                  </a:lnTo>
                  <a:lnTo>
                    <a:pt x="467" y="3267"/>
                  </a:lnTo>
                  <a:lnTo>
                    <a:pt x="327" y="3407"/>
                  </a:lnTo>
                  <a:lnTo>
                    <a:pt x="187" y="3594"/>
                  </a:lnTo>
                  <a:lnTo>
                    <a:pt x="94" y="3780"/>
                  </a:lnTo>
                  <a:lnTo>
                    <a:pt x="47" y="4014"/>
                  </a:lnTo>
                  <a:lnTo>
                    <a:pt x="1" y="4247"/>
                  </a:lnTo>
                  <a:lnTo>
                    <a:pt x="47" y="4480"/>
                  </a:lnTo>
                  <a:lnTo>
                    <a:pt x="94" y="4667"/>
                  </a:lnTo>
                  <a:lnTo>
                    <a:pt x="187" y="4900"/>
                  </a:lnTo>
                  <a:lnTo>
                    <a:pt x="327" y="5040"/>
                  </a:lnTo>
                  <a:lnTo>
                    <a:pt x="467" y="5227"/>
                  </a:lnTo>
                  <a:lnTo>
                    <a:pt x="654" y="5367"/>
                  </a:lnTo>
                  <a:lnTo>
                    <a:pt x="841" y="5460"/>
                  </a:lnTo>
                  <a:lnTo>
                    <a:pt x="1027" y="5507"/>
                  </a:lnTo>
                  <a:lnTo>
                    <a:pt x="1121" y="5554"/>
                  </a:lnTo>
                  <a:lnTo>
                    <a:pt x="1121" y="5600"/>
                  </a:lnTo>
                  <a:lnTo>
                    <a:pt x="1121" y="7747"/>
                  </a:lnTo>
                  <a:lnTo>
                    <a:pt x="1821" y="7747"/>
                  </a:lnTo>
                  <a:lnTo>
                    <a:pt x="1821" y="5600"/>
                  </a:lnTo>
                  <a:lnTo>
                    <a:pt x="1774" y="5554"/>
                  </a:lnTo>
                  <a:lnTo>
                    <a:pt x="1727" y="5507"/>
                  </a:lnTo>
                  <a:lnTo>
                    <a:pt x="1494" y="5460"/>
                  </a:lnTo>
                  <a:lnTo>
                    <a:pt x="1307" y="5367"/>
                  </a:lnTo>
                  <a:lnTo>
                    <a:pt x="1121" y="5227"/>
                  </a:lnTo>
                  <a:lnTo>
                    <a:pt x="981" y="5040"/>
                  </a:lnTo>
                  <a:lnTo>
                    <a:pt x="841" y="4900"/>
                  </a:lnTo>
                  <a:lnTo>
                    <a:pt x="747" y="4667"/>
                  </a:lnTo>
                  <a:lnTo>
                    <a:pt x="701" y="4480"/>
                  </a:lnTo>
                  <a:lnTo>
                    <a:pt x="701" y="4247"/>
                  </a:lnTo>
                  <a:lnTo>
                    <a:pt x="701" y="4014"/>
                  </a:lnTo>
                  <a:lnTo>
                    <a:pt x="747" y="3780"/>
                  </a:lnTo>
                  <a:lnTo>
                    <a:pt x="841" y="3594"/>
                  </a:lnTo>
                  <a:lnTo>
                    <a:pt x="981" y="3407"/>
                  </a:lnTo>
                  <a:lnTo>
                    <a:pt x="1121" y="3267"/>
                  </a:lnTo>
                  <a:lnTo>
                    <a:pt x="1307" y="3127"/>
                  </a:lnTo>
                  <a:lnTo>
                    <a:pt x="1494" y="3034"/>
                  </a:lnTo>
                  <a:lnTo>
                    <a:pt x="1727" y="2987"/>
                  </a:lnTo>
                  <a:lnTo>
                    <a:pt x="1774" y="2940"/>
                  </a:lnTo>
                  <a:lnTo>
                    <a:pt x="1821" y="2894"/>
                  </a:lnTo>
                  <a:lnTo>
                    <a:pt x="1821" y="514"/>
                  </a:lnTo>
                  <a:lnTo>
                    <a:pt x="1774" y="327"/>
                  </a:lnTo>
                  <a:lnTo>
                    <a:pt x="1681" y="187"/>
                  </a:lnTo>
                  <a:lnTo>
                    <a:pt x="1494" y="47"/>
                  </a:lnTo>
                  <a:lnTo>
                    <a:pt x="130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0" name="Google Shape;9150;p41"/>
            <p:cNvSpPr/>
            <p:nvPr/>
          </p:nvSpPr>
          <p:spPr>
            <a:xfrm>
              <a:off x="4115975" y="1446825"/>
              <a:ext cx="51350" cy="51350"/>
            </a:xfrm>
            <a:custGeom>
              <a:rect b="b" l="l" r="r" t="t"/>
              <a:pathLst>
                <a:path extrusionOk="0" h="2054" w="2054">
                  <a:moveTo>
                    <a:pt x="1027" y="0"/>
                  </a:moveTo>
                  <a:lnTo>
                    <a:pt x="840" y="47"/>
                  </a:lnTo>
                  <a:lnTo>
                    <a:pt x="607" y="94"/>
                  </a:lnTo>
                  <a:lnTo>
                    <a:pt x="467" y="187"/>
                  </a:lnTo>
                  <a:lnTo>
                    <a:pt x="280" y="327"/>
                  </a:lnTo>
                  <a:lnTo>
                    <a:pt x="187" y="467"/>
                  </a:lnTo>
                  <a:lnTo>
                    <a:pt x="94" y="654"/>
                  </a:lnTo>
                  <a:lnTo>
                    <a:pt x="47" y="840"/>
                  </a:lnTo>
                  <a:lnTo>
                    <a:pt x="0" y="1027"/>
                  </a:lnTo>
                  <a:lnTo>
                    <a:pt x="47" y="1260"/>
                  </a:lnTo>
                  <a:lnTo>
                    <a:pt x="94" y="1447"/>
                  </a:lnTo>
                  <a:lnTo>
                    <a:pt x="187" y="1634"/>
                  </a:lnTo>
                  <a:lnTo>
                    <a:pt x="280" y="1774"/>
                  </a:lnTo>
                  <a:lnTo>
                    <a:pt x="467" y="1867"/>
                  </a:lnTo>
                  <a:lnTo>
                    <a:pt x="607" y="1960"/>
                  </a:lnTo>
                  <a:lnTo>
                    <a:pt x="840" y="2054"/>
                  </a:lnTo>
                  <a:lnTo>
                    <a:pt x="1214" y="2054"/>
                  </a:lnTo>
                  <a:lnTo>
                    <a:pt x="1447" y="1960"/>
                  </a:lnTo>
                  <a:lnTo>
                    <a:pt x="1587" y="1867"/>
                  </a:lnTo>
                  <a:lnTo>
                    <a:pt x="1727" y="1774"/>
                  </a:lnTo>
                  <a:lnTo>
                    <a:pt x="1867" y="1634"/>
                  </a:lnTo>
                  <a:lnTo>
                    <a:pt x="1961" y="1447"/>
                  </a:lnTo>
                  <a:lnTo>
                    <a:pt x="2007" y="1260"/>
                  </a:lnTo>
                  <a:lnTo>
                    <a:pt x="2054" y="1027"/>
                  </a:lnTo>
                  <a:lnTo>
                    <a:pt x="2007" y="840"/>
                  </a:lnTo>
                  <a:lnTo>
                    <a:pt x="1961" y="654"/>
                  </a:lnTo>
                  <a:lnTo>
                    <a:pt x="1867" y="467"/>
                  </a:lnTo>
                  <a:lnTo>
                    <a:pt x="1727" y="327"/>
                  </a:lnTo>
                  <a:lnTo>
                    <a:pt x="1587" y="187"/>
                  </a:lnTo>
                  <a:lnTo>
                    <a:pt x="1447" y="94"/>
                  </a:lnTo>
                  <a:lnTo>
                    <a:pt x="1214" y="47"/>
                  </a:lnTo>
                  <a:lnTo>
                    <a:pt x="10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1" name="Google Shape;9151;p41"/>
            <p:cNvSpPr/>
            <p:nvPr/>
          </p:nvSpPr>
          <p:spPr>
            <a:xfrm>
              <a:off x="3959625" y="1485325"/>
              <a:ext cx="332550" cy="32700"/>
            </a:xfrm>
            <a:custGeom>
              <a:rect b="b" l="l" r="r" t="t"/>
              <a:pathLst>
                <a:path extrusionOk="0" h="1308" w="13302">
                  <a:moveTo>
                    <a:pt x="141" y="0"/>
                  </a:moveTo>
                  <a:lnTo>
                    <a:pt x="48" y="47"/>
                  </a:lnTo>
                  <a:lnTo>
                    <a:pt x="1" y="140"/>
                  </a:lnTo>
                  <a:lnTo>
                    <a:pt x="1" y="234"/>
                  </a:lnTo>
                  <a:lnTo>
                    <a:pt x="1" y="1074"/>
                  </a:lnTo>
                  <a:lnTo>
                    <a:pt x="1" y="1167"/>
                  </a:lnTo>
                  <a:lnTo>
                    <a:pt x="48" y="1260"/>
                  </a:lnTo>
                  <a:lnTo>
                    <a:pt x="141" y="1307"/>
                  </a:lnTo>
                  <a:lnTo>
                    <a:pt x="13301" y="1307"/>
                  </a:lnTo>
                  <a:lnTo>
                    <a:pt x="13301" y="1260"/>
                  </a:lnTo>
                  <a:lnTo>
                    <a:pt x="13301" y="1074"/>
                  </a:lnTo>
                  <a:lnTo>
                    <a:pt x="13255" y="327"/>
                  </a:lnTo>
                  <a:lnTo>
                    <a:pt x="13255" y="94"/>
                  </a:lnTo>
                  <a:lnTo>
                    <a:pt x="13255" y="47"/>
                  </a:lnTo>
                  <a:lnTo>
                    <a:pt x="1320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2" name="Google Shape;9152;p41"/>
            <p:cNvSpPr/>
            <p:nvPr/>
          </p:nvSpPr>
          <p:spPr>
            <a:xfrm>
              <a:off x="4034300" y="1347650"/>
              <a:ext cx="70025" cy="70025"/>
            </a:xfrm>
            <a:custGeom>
              <a:rect b="b" l="l" r="r" t="t"/>
              <a:pathLst>
                <a:path extrusionOk="0" h="2801" w="2801">
                  <a:moveTo>
                    <a:pt x="1121" y="1"/>
                  </a:moveTo>
                  <a:lnTo>
                    <a:pt x="841" y="94"/>
                  </a:lnTo>
                  <a:lnTo>
                    <a:pt x="607" y="234"/>
                  </a:lnTo>
                  <a:lnTo>
                    <a:pt x="421" y="421"/>
                  </a:lnTo>
                  <a:lnTo>
                    <a:pt x="234" y="607"/>
                  </a:lnTo>
                  <a:lnTo>
                    <a:pt x="94" y="841"/>
                  </a:lnTo>
                  <a:lnTo>
                    <a:pt x="1" y="1121"/>
                  </a:lnTo>
                  <a:lnTo>
                    <a:pt x="1" y="1401"/>
                  </a:lnTo>
                  <a:lnTo>
                    <a:pt x="1" y="1681"/>
                  </a:lnTo>
                  <a:lnTo>
                    <a:pt x="94" y="1914"/>
                  </a:lnTo>
                  <a:lnTo>
                    <a:pt x="234" y="2194"/>
                  </a:lnTo>
                  <a:lnTo>
                    <a:pt x="421" y="2381"/>
                  </a:lnTo>
                  <a:lnTo>
                    <a:pt x="607" y="2567"/>
                  </a:lnTo>
                  <a:lnTo>
                    <a:pt x="841" y="2661"/>
                  </a:lnTo>
                  <a:lnTo>
                    <a:pt x="1121" y="2754"/>
                  </a:lnTo>
                  <a:lnTo>
                    <a:pt x="1401" y="2801"/>
                  </a:lnTo>
                  <a:lnTo>
                    <a:pt x="1681" y="2754"/>
                  </a:lnTo>
                  <a:lnTo>
                    <a:pt x="1914" y="2661"/>
                  </a:lnTo>
                  <a:lnTo>
                    <a:pt x="2147" y="2567"/>
                  </a:lnTo>
                  <a:lnTo>
                    <a:pt x="2381" y="2381"/>
                  </a:lnTo>
                  <a:lnTo>
                    <a:pt x="2567" y="2194"/>
                  </a:lnTo>
                  <a:lnTo>
                    <a:pt x="2661" y="1914"/>
                  </a:lnTo>
                  <a:lnTo>
                    <a:pt x="2754" y="1681"/>
                  </a:lnTo>
                  <a:lnTo>
                    <a:pt x="2801" y="1401"/>
                  </a:lnTo>
                  <a:lnTo>
                    <a:pt x="2754" y="1121"/>
                  </a:lnTo>
                  <a:lnTo>
                    <a:pt x="2661" y="841"/>
                  </a:lnTo>
                  <a:lnTo>
                    <a:pt x="2567" y="607"/>
                  </a:lnTo>
                  <a:lnTo>
                    <a:pt x="2381" y="421"/>
                  </a:lnTo>
                  <a:lnTo>
                    <a:pt x="2147" y="234"/>
                  </a:lnTo>
                  <a:lnTo>
                    <a:pt x="1914" y="94"/>
                  </a:lnTo>
                  <a:lnTo>
                    <a:pt x="16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3" name="Google Shape;9153;p41"/>
            <p:cNvSpPr/>
            <p:nvPr/>
          </p:nvSpPr>
          <p:spPr>
            <a:xfrm>
              <a:off x="4152150" y="1334825"/>
              <a:ext cx="60675" cy="60675"/>
            </a:xfrm>
            <a:custGeom>
              <a:rect b="b" l="l" r="r" t="t"/>
              <a:pathLst>
                <a:path extrusionOk="0" h="2427" w="2427">
                  <a:moveTo>
                    <a:pt x="1214" y="0"/>
                  </a:moveTo>
                  <a:lnTo>
                    <a:pt x="980" y="47"/>
                  </a:lnTo>
                  <a:lnTo>
                    <a:pt x="747" y="94"/>
                  </a:lnTo>
                  <a:lnTo>
                    <a:pt x="560" y="234"/>
                  </a:lnTo>
                  <a:lnTo>
                    <a:pt x="374" y="374"/>
                  </a:lnTo>
                  <a:lnTo>
                    <a:pt x="234" y="560"/>
                  </a:lnTo>
                  <a:lnTo>
                    <a:pt x="94" y="747"/>
                  </a:lnTo>
                  <a:lnTo>
                    <a:pt x="47" y="980"/>
                  </a:lnTo>
                  <a:lnTo>
                    <a:pt x="0" y="1214"/>
                  </a:lnTo>
                  <a:lnTo>
                    <a:pt x="47" y="1447"/>
                  </a:lnTo>
                  <a:lnTo>
                    <a:pt x="94" y="1680"/>
                  </a:lnTo>
                  <a:lnTo>
                    <a:pt x="234" y="1867"/>
                  </a:lnTo>
                  <a:lnTo>
                    <a:pt x="374" y="2054"/>
                  </a:lnTo>
                  <a:lnTo>
                    <a:pt x="560" y="2194"/>
                  </a:lnTo>
                  <a:lnTo>
                    <a:pt x="747" y="2334"/>
                  </a:lnTo>
                  <a:lnTo>
                    <a:pt x="980" y="2380"/>
                  </a:lnTo>
                  <a:lnTo>
                    <a:pt x="1214" y="2427"/>
                  </a:lnTo>
                  <a:lnTo>
                    <a:pt x="1447" y="2380"/>
                  </a:lnTo>
                  <a:lnTo>
                    <a:pt x="1680" y="2334"/>
                  </a:lnTo>
                  <a:lnTo>
                    <a:pt x="1867" y="2194"/>
                  </a:lnTo>
                  <a:lnTo>
                    <a:pt x="2054" y="2054"/>
                  </a:lnTo>
                  <a:lnTo>
                    <a:pt x="2194" y="1867"/>
                  </a:lnTo>
                  <a:lnTo>
                    <a:pt x="2334" y="1680"/>
                  </a:lnTo>
                  <a:lnTo>
                    <a:pt x="2380" y="1447"/>
                  </a:lnTo>
                  <a:lnTo>
                    <a:pt x="2427" y="1214"/>
                  </a:lnTo>
                  <a:lnTo>
                    <a:pt x="2380" y="980"/>
                  </a:lnTo>
                  <a:lnTo>
                    <a:pt x="2334" y="747"/>
                  </a:lnTo>
                  <a:lnTo>
                    <a:pt x="2194" y="560"/>
                  </a:lnTo>
                  <a:lnTo>
                    <a:pt x="2054" y="374"/>
                  </a:lnTo>
                  <a:lnTo>
                    <a:pt x="1867" y="234"/>
                  </a:lnTo>
                  <a:lnTo>
                    <a:pt x="1680" y="94"/>
                  </a:lnTo>
                  <a:lnTo>
                    <a:pt x="1447" y="47"/>
                  </a:lnTo>
                  <a:lnTo>
                    <a:pt x="121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4" name="Google Shape;9154;p41"/>
            <p:cNvSpPr/>
            <p:nvPr/>
          </p:nvSpPr>
          <p:spPr>
            <a:xfrm>
              <a:off x="4183650" y="1201825"/>
              <a:ext cx="29175" cy="49025"/>
            </a:xfrm>
            <a:custGeom>
              <a:rect b="b" l="l" r="r" t="t"/>
              <a:pathLst>
                <a:path extrusionOk="0" h="1961" w="1167">
                  <a:moveTo>
                    <a:pt x="374" y="0"/>
                  </a:moveTo>
                  <a:lnTo>
                    <a:pt x="467" y="47"/>
                  </a:lnTo>
                  <a:lnTo>
                    <a:pt x="467" y="93"/>
                  </a:lnTo>
                  <a:lnTo>
                    <a:pt x="514" y="140"/>
                  </a:lnTo>
                  <a:lnTo>
                    <a:pt x="467" y="187"/>
                  </a:lnTo>
                  <a:lnTo>
                    <a:pt x="0" y="933"/>
                  </a:lnTo>
                  <a:lnTo>
                    <a:pt x="0" y="980"/>
                  </a:lnTo>
                  <a:lnTo>
                    <a:pt x="0" y="1027"/>
                  </a:lnTo>
                  <a:lnTo>
                    <a:pt x="467" y="1773"/>
                  </a:lnTo>
                  <a:lnTo>
                    <a:pt x="514" y="1820"/>
                  </a:lnTo>
                  <a:lnTo>
                    <a:pt x="467" y="1867"/>
                  </a:lnTo>
                  <a:lnTo>
                    <a:pt x="467" y="1913"/>
                  </a:lnTo>
                  <a:lnTo>
                    <a:pt x="374" y="1960"/>
                  </a:lnTo>
                  <a:lnTo>
                    <a:pt x="1074" y="1960"/>
                  </a:lnTo>
                  <a:lnTo>
                    <a:pt x="1120" y="1913"/>
                  </a:lnTo>
                  <a:lnTo>
                    <a:pt x="1167" y="1867"/>
                  </a:lnTo>
                  <a:lnTo>
                    <a:pt x="1167" y="1820"/>
                  </a:lnTo>
                  <a:lnTo>
                    <a:pt x="1167" y="1773"/>
                  </a:lnTo>
                  <a:lnTo>
                    <a:pt x="700" y="1027"/>
                  </a:lnTo>
                  <a:lnTo>
                    <a:pt x="654" y="980"/>
                  </a:lnTo>
                  <a:lnTo>
                    <a:pt x="700" y="933"/>
                  </a:lnTo>
                  <a:lnTo>
                    <a:pt x="1167" y="187"/>
                  </a:lnTo>
                  <a:lnTo>
                    <a:pt x="1167" y="140"/>
                  </a:lnTo>
                  <a:lnTo>
                    <a:pt x="1167" y="93"/>
                  </a:lnTo>
                  <a:lnTo>
                    <a:pt x="1120" y="47"/>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5" name="Google Shape;9155;p41"/>
            <p:cNvSpPr/>
            <p:nvPr/>
          </p:nvSpPr>
          <p:spPr>
            <a:xfrm>
              <a:off x="4275825" y="1485325"/>
              <a:ext cx="19850" cy="32700"/>
            </a:xfrm>
            <a:custGeom>
              <a:rect b="b" l="l" r="r" t="t"/>
              <a:pathLst>
                <a:path extrusionOk="0" h="1308" w="794">
                  <a:moveTo>
                    <a:pt x="0" y="0"/>
                  </a:moveTo>
                  <a:lnTo>
                    <a:pt x="47" y="47"/>
                  </a:lnTo>
                  <a:lnTo>
                    <a:pt x="93" y="140"/>
                  </a:lnTo>
                  <a:lnTo>
                    <a:pt x="93" y="234"/>
                  </a:lnTo>
                  <a:lnTo>
                    <a:pt x="93" y="1074"/>
                  </a:lnTo>
                  <a:lnTo>
                    <a:pt x="93" y="1167"/>
                  </a:lnTo>
                  <a:lnTo>
                    <a:pt x="47" y="1260"/>
                  </a:lnTo>
                  <a:lnTo>
                    <a:pt x="0" y="1307"/>
                  </a:lnTo>
                  <a:lnTo>
                    <a:pt x="653" y="1307"/>
                  </a:lnTo>
                  <a:lnTo>
                    <a:pt x="747" y="1260"/>
                  </a:lnTo>
                  <a:lnTo>
                    <a:pt x="793" y="1167"/>
                  </a:lnTo>
                  <a:lnTo>
                    <a:pt x="793" y="1074"/>
                  </a:lnTo>
                  <a:lnTo>
                    <a:pt x="793" y="234"/>
                  </a:lnTo>
                  <a:lnTo>
                    <a:pt x="793" y="140"/>
                  </a:lnTo>
                  <a:lnTo>
                    <a:pt x="747" y="47"/>
                  </a:lnTo>
                  <a:lnTo>
                    <a:pt x="65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156" name="Google Shape;9156;p41"/>
          <p:cNvSpPr txBox="1"/>
          <p:nvPr>
            <p:ph type="title"/>
          </p:nvPr>
        </p:nvSpPr>
        <p:spPr>
          <a:xfrm>
            <a:off x="3711414" y="2608700"/>
            <a:ext cx="20193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sz="1800"/>
              <a:t>Indecisive</a:t>
            </a:r>
            <a:endParaRPr sz="1800"/>
          </a:p>
        </p:txBody>
      </p:sp>
      <p:sp>
        <p:nvSpPr>
          <p:cNvPr id="9157" name="Google Shape;9157;p41"/>
          <p:cNvSpPr txBox="1"/>
          <p:nvPr>
            <p:ph idx="3" type="subTitle"/>
          </p:nvPr>
        </p:nvSpPr>
        <p:spPr>
          <a:xfrm>
            <a:off x="3711087" y="2825325"/>
            <a:ext cx="20199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300"/>
              <a:t>Regularly feel stuck or take a long time </a:t>
            </a:r>
            <a:r>
              <a:rPr b="1" lang="en" sz="1300"/>
              <a:t>deciding what to eat</a:t>
            </a:r>
            <a:endParaRPr b="1" sz="1300"/>
          </a:p>
        </p:txBody>
      </p:sp>
      <p:sp>
        <p:nvSpPr>
          <p:cNvPr id="9158" name="Google Shape;9158;p41"/>
          <p:cNvSpPr/>
          <p:nvPr/>
        </p:nvSpPr>
        <p:spPr>
          <a:xfrm rot="-5400000">
            <a:off x="4341707" y="16317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9" name="Google Shape;9159;p41"/>
          <p:cNvSpPr txBox="1"/>
          <p:nvPr>
            <p:ph type="title"/>
          </p:nvPr>
        </p:nvSpPr>
        <p:spPr>
          <a:xfrm>
            <a:off x="5731336" y="2608700"/>
            <a:ext cx="20193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sz="1200"/>
              <a:t>Cucumber Comfort</a:t>
            </a:r>
            <a:endParaRPr sz="1200"/>
          </a:p>
        </p:txBody>
      </p:sp>
      <p:sp>
        <p:nvSpPr>
          <p:cNvPr id="9160" name="Google Shape;9160;p41"/>
          <p:cNvSpPr txBox="1"/>
          <p:nvPr>
            <p:ph idx="3" type="subTitle"/>
          </p:nvPr>
        </p:nvSpPr>
        <p:spPr>
          <a:xfrm>
            <a:off x="5731009" y="2825325"/>
            <a:ext cx="20199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Are </a:t>
            </a:r>
            <a:r>
              <a:rPr b="1" lang="en"/>
              <a:t>comfortable</a:t>
            </a:r>
            <a:r>
              <a:rPr lang="en"/>
              <a:t> using a mobile app to make quick decision</a:t>
            </a:r>
            <a:endParaRPr b="1"/>
          </a:p>
        </p:txBody>
      </p:sp>
      <p:grpSp>
        <p:nvGrpSpPr>
          <p:cNvPr id="9161" name="Google Shape;9161;p41"/>
          <p:cNvGrpSpPr/>
          <p:nvPr/>
        </p:nvGrpSpPr>
        <p:grpSpPr>
          <a:xfrm>
            <a:off x="4553188" y="1897475"/>
            <a:ext cx="336025" cy="227525"/>
            <a:chOff x="930875" y="3325225"/>
            <a:chExt cx="336025" cy="227525"/>
          </a:xfrm>
        </p:grpSpPr>
        <p:sp>
          <p:nvSpPr>
            <p:cNvPr id="9162" name="Google Shape;9162;p41"/>
            <p:cNvSpPr/>
            <p:nvPr/>
          </p:nvSpPr>
          <p:spPr>
            <a:xfrm>
              <a:off x="947200" y="3527050"/>
              <a:ext cx="303375" cy="25700"/>
            </a:xfrm>
            <a:custGeom>
              <a:rect b="b" l="l" r="r" t="t"/>
              <a:pathLst>
                <a:path extrusionOk="0" h="1028" w="12135">
                  <a:moveTo>
                    <a:pt x="0" y="1"/>
                  </a:moveTo>
                  <a:lnTo>
                    <a:pt x="0" y="701"/>
                  </a:lnTo>
                  <a:lnTo>
                    <a:pt x="0" y="841"/>
                  </a:lnTo>
                  <a:lnTo>
                    <a:pt x="94" y="934"/>
                  </a:lnTo>
                  <a:lnTo>
                    <a:pt x="187" y="1027"/>
                  </a:lnTo>
                  <a:lnTo>
                    <a:pt x="11854" y="1027"/>
                  </a:lnTo>
                  <a:lnTo>
                    <a:pt x="11901" y="981"/>
                  </a:lnTo>
                  <a:lnTo>
                    <a:pt x="11854" y="841"/>
                  </a:lnTo>
                  <a:lnTo>
                    <a:pt x="11807" y="701"/>
                  </a:lnTo>
                  <a:lnTo>
                    <a:pt x="11761" y="561"/>
                  </a:lnTo>
                  <a:lnTo>
                    <a:pt x="12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3" name="Google Shape;9163;p41"/>
            <p:cNvSpPr/>
            <p:nvPr/>
          </p:nvSpPr>
          <p:spPr>
            <a:xfrm>
              <a:off x="1228375" y="3527050"/>
              <a:ext cx="22200" cy="25700"/>
            </a:xfrm>
            <a:custGeom>
              <a:rect b="b" l="l" r="r" t="t"/>
              <a:pathLst>
                <a:path extrusionOk="0" h="1028" w="888">
                  <a:moveTo>
                    <a:pt x="234" y="1"/>
                  </a:moveTo>
                  <a:lnTo>
                    <a:pt x="234" y="701"/>
                  </a:lnTo>
                  <a:lnTo>
                    <a:pt x="187" y="841"/>
                  </a:lnTo>
                  <a:lnTo>
                    <a:pt x="140" y="934"/>
                  </a:lnTo>
                  <a:lnTo>
                    <a:pt x="0" y="1027"/>
                  </a:lnTo>
                  <a:lnTo>
                    <a:pt x="700" y="1027"/>
                  </a:lnTo>
                  <a:lnTo>
                    <a:pt x="794" y="934"/>
                  </a:lnTo>
                  <a:lnTo>
                    <a:pt x="887" y="841"/>
                  </a:lnTo>
                  <a:lnTo>
                    <a:pt x="887" y="701"/>
                  </a:lnTo>
                  <a:lnTo>
                    <a:pt x="88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4" name="Google Shape;9164;p41"/>
            <p:cNvSpPr/>
            <p:nvPr/>
          </p:nvSpPr>
          <p:spPr>
            <a:xfrm>
              <a:off x="930875" y="3325225"/>
              <a:ext cx="252025" cy="204200"/>
            </a:xfrm>
            <a:custGeom>
              <a:rect b="b" l="l" r="r" t="t"/>
              <a:pathLst>
                <a:path extrusionOk="0" h="8168" w="10081">
                  <a:moveTo>
                    <a:pt x="327" y="0"/>
                  </a:moveTo>
                  <a:lnTo>
                    <a:pt x="187" y="47"/>
                  </a:lnTo>
                  <a:lnTo>
                    <a:pt x="93" y="93"/>
                  </a:lnTo>
                  <a:lnTo>
                    <a:pt x="47" y="233"/>
                  </a:lnTo>
                  <a:lnTo>
                    <a:pt x="0" y="327"/>
                  </a:lnTo>
                  <a:lnTo>
                    <a:pt x="0" y="7840"/>
                  </a:lnTo>
                  <a:lnTo>
                    <a:pt x="47" y="7980"/>
                  </a:lnTo>
                  <a:lnTo>
                    <a:pt x="93" y="8074"/>
                  </a:lnTo>
                  <a:lnTo>
                    <a:pt x="187" y="8167"/>
                  </a:lnTo>
                  <a:lnTo>
                    <a:pt x="10080" y="8167"/>
                  </a:lnTo>
                  <a:lnTo>
                    <a:pt x="100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5" name="Google Shape;9165;p41"/>
            <p:cNvSpPr/>
            <p:nvPr/>
          </p:nvSpPr>
          <p:spPr>
            <a:xfrm>
              <a:off x="1175875" y="3325225"/>
              <a:ext cx="28025" cy="204200"/>
            </a:xfrm>
            <a:custGeom>
              <a:rect b="b" l="l" r="r" t="t"/>
              <a:pathLst>
                <a:path extrusionOk="0" h="8168" w="1121">
                  <a:moveTo>
                    <a:pt x="0" y="0"/>
                  </a:moveTo>
                  <a:lnTo>
                    <a:pt x="0" y="8167"/>
                  </a:lnTo>
                  <a:lnTo>
                    <a:pt x="700" y="8167"/>
                  </a:lnTo>
                  <a:lnTo>
                    <a:pt x="1120" y="4014"/>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6" name="Google Shape;9166;p41"/>
            <p:cNvSpPr/>
            <p:nvPr/>
          </p:nvSpPr>
          <p:spPr>
            <a:xfrm>
              <a:off x="1191050" y="3325225"/>
              <a:ext cx="70025" cy="204200"/>
            </a:xfrm>
            <a:custGeom>
              <a:rect b="b" l="l" r="r" t="t"/>
              <a:pathLst>
                <a:path extrusionOk="0" h="8168" w="2801">
                  <a:moveTo>
                    <a:pt x="0" y="0"/>
                  </a:moveTo>
                  <a:lnTo>
                    <a:pt x="0" y="8167"/>
                  </a:lnTo>
                  <a:lnTo>
                    <a:pt x="2753" y="8167"/>
                  </a:lnTo>
                  <a:lnTo>
                    <a:pt x="2800" y="8120"/>
                  </a:lnTo>
                  <a:lnTo>
                    <a:pt x="2800" y="8027"/>
                  </a:lnTo>
                  <a:lnTo>
                    <a:pt x="2753" y="7700"/>
                  </a:lnTo>
                  <a:lnTo>
                    <a:pt x="2800" y="607"/>
                  </a:lnTo>
                  <a:lnTo>
                    <a:pt x="2800" y="233"/>
                  </a:lnTo>
                  <a:lnTo>
                    <a:pt x="2800" y="93"/>
                  </a:lnTo>
                  <a:lnTo>
                    <a:pt x="2753" y="47"/>
                  </a:lnTo>
                  <a:lnTo>
                    <a:pt x="27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7" name="Google Shape;9167;p41"/>
            <p:cNvSpPr/>
            <p:nvPr/>
          </p:nvSpPr>
          <p:spPr>
            <a:xfrm>
              <a:off x="954200" y="3349725"/>
              <a:ext cx="201850" cy="156350"/>
            </a:xfrm>
            <a:custGeom>
              <a:rect b="b" l="l" r="r" t="t"/>
              <a:pathLst>
                <a:path extrusionOk="0" h="6254" w="8074">
                  <a:moveTo>
                    <a:pt x="47" y="0"/>
                  </a:moveTo>
                  <a:lnTo>
                    <a:pt x="0" y="93"/>
                  </a:lnTo>
                  <a:lnTo>
                    <a:pt x="0" y="6160"/>
                  </a:lnTo>
                  <a:lnTo>
                    <a:pt x="47" y="6207"/>
                  </a:lnTo>
                  <a:lnTo>
                    <a:pt x="140" y="6254"/>
                  </a:lnTo>
                  <a:lnTo>
                    <a:pt x="7887" y="6254"/>
                  </a:lnTo>
                  <a:lnTo>
                    <a:pt x="7981" y="6207"/>
                  </a:lnTo>
                  <a:lnTo>
                    <a:pt x="8074" y="3220"/>
                  </a:lnTo>
                  <a:lnTo>
                    <a:pt x="8027" y="47"/>
                  </a:lnTo>
                  <a:lnTo>
                    <a:pt x="7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8" name="Google Shape;9168;p41"/>
            <p:cNvSpPr/>
            <p:nvPr/>
          </p:nvSpPr>
          <p:spPr>
            <a:xfrm>
              <a:off x="1209700" y="3454725"/>
              <a:ext cx="38525" cy="51350"/>
            </a:xfrm>
            <a:custGeom>
              <a:rect b="b" l="l" r="r" t="t"/>
              <a:pathLst>
                <a:path extrusionOk="0" h="2054" w="1541">
                  <a:moveTo>
                    <a:pt x="47" y="0"/>
                  </a:moveTo>
                  <a:lnTo>
                    <a:pt x="1" y="47"/>
                  </a:lnTo>
                  <a:lnTo>
                    <a:pt x="1" y="2007"/>
                  </a:lnTo>
                  <a:lnTo>
                    <a:pt x="47" y="2054"/>
                  </a:lnTo>
                  <a:lnTo>
                    <a:pt x="1541" y="2054"/>
                  </a:lnTo>
                  <a:lnTo>
                    <a:pt x="1541" y="2007"/>
                  </a:lnTo>
                  <a:lnTo>
                    <a:pt x="1541" y="47"/>
                  </a:lnTo>
                  <a:lnTo>
                    <a:pt x="154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9" name="Google Shape;9169;p41"/>
            <p:cNvSpPr/>
            <p:nvPr/>
          </p:nvSpPr>
          <p:spPr>
            <a:xfrm>
              <a:off x="1209700" y="3349725"/>
              <a:ext cx="38525" cy="38525"/>
            </a:xfrm>
            <a:custGeom>
              <a:rect b="b" l="l" r="r" t="t"/>
              <a:pathLst>
                <a:path extrusionOk="0" h="1541" w="1541">
                  <a:moveTo>
                    <a:pt x="607" y="0"/>
                  </a:moveTo>
                  <a:lnTo>
                    <a:pt x="374" y="93"/>
                  </a:lnTo>
                  <a:lnTo>
                    <a:pt x="374" y="140"/>
                  </a:lnTo>
                  <a:lnTo>
                    <a:pt x="374" y="233"/>
                  </a:lnTo>
                  <a:lnTo>
                    <a:pt x="374" y="280"/>
                  </a:lnTo>
                  <a:lnTo>
                    <a:pt x="374" y="373"/>
                  </a:lnTo>
                  <a:lnTo>
                    <a:pt x="234" y="373"/>
                  </a:lnTo>
                  <a:lnTo>
                    <a:pt x="141" y="327"/>
                  </a:lnTo>
                  <a:lnTo>
                    <a:pt x="94" y="373"/>
                  </a:lnTo>
                  <a:lnTo>
                    <a:pt x="1" y="607"/>
                  </a:lnTo>
                  <a:lnTo>
                    <a:pt x="1" y="840"/>
                  </a:lnTo>
                  <a:lnTo>
                    <a:pt x="94" y="1073"/>
                  </a:lnTo>
                  <a:lnTo>
                    <a:pt x="234" y="1307"/>
                  </a:lnTo>
                  <a:lnTo>
                    <a:pt x="374" y="1400"/>
                  </a:lnTo>
                  <a:lnTo>
                    <a:pt x="467" y="1447"/>
                  </a:lnTo>
                  <a:lnTo>
                    <a:pt x="654" y="1493"/>
                  </a:lnTo>
                  <a:lnTo>
                    <a:pt x="794" y="1540"/>
                  </a:lnTo>
                  <a:lnTo>
                    <a:pt x="934" y="1493"/>
                  </a:lnTo>
                  <a:lnTo>
                    <a:pt x="1074" y="1447"/>
                  </a:lnTo>
                  <a:lnTo>
                    <a:pt x="1214" y="1400"/>
                  </a:lnTo>
                  <a:lnTo>
                    <a:pt x="1307" y="1307"/>
                  </a:lnTo>
                  <a:lnTo>
                    <a:pt x="1401" y="1167"/>
                  </a:lnTo>
                  <a:lnTo>
                    <a:pt x="1494" y="1027"/>
                  </a:lnTo>
                  <a:lnTo>
                    <a:pt x="1541" y="887"/>
                  </a:lnTo>
                  <a:lnTo>
                    <a:pt x="1541" y="747"/>
                  </a:lnTo>
                  <a:lnTo>
                    <a:pt x="1541" y="607"/>
                  </a:lnTo>
                  <a:lnTo>
                    <a:pt x="1494" y="467"/>
                  </a:lnTo>
                  <a:lnTo>
                    <a:pt x="1401" y="327"/>
                  </a:lnTo>
                  <a:lnTo>
                    <a:pt x="1307" y="187"/>
                  </a:lnTo>
                  <a:lnTo>
                    <a:pt x="1121" y="47"/>
                  </a:lnTo>
                  <a:lnTo>
                    <a:pt x="88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0" name="Google Shape;9170;p41"/>
            <p:cNvSpPr/>
            <p:nvPr/>
          </p:nvSpPr>
          <p:spPr>
            <a:xfrm>
              <a:off x="1231875" y="3454725"/>
              <a:ext cx="16350" cy="51350"/>
            </a:xfrm>
            <a:custGeom>
              <a:rect b="b" l="l" r="r" t="t"/>
              <a:pathLst>
                <a:path extrusionOk="0" h="2054" w="654">
                  <a:moveTo>
                    <a:pt x="0" y="0"/>
                  </a:moveTo>
                  <a:lnTo>
                    <a:pt x="47" y="47"/>
                  </a:lnTo>
                  <a:lnTo>
                    <a:pt x="47" y="2007"/>
                  </a:lnTo>
                  <a:lnTo>
                    <a:pt x="0" y="2054"/>
                  </a:lnTo>
                  <a:lnTo>
                    <a:pt x="654" y="2054"/>
                  </a:lnTo>
                  <a:lnTo>
                    <a:pt x="654" y="2007"/>
                  </a:lnTo>
                  <a:lnTo>
                    <a:pt x="654" y="47"/>
                  </a:lnTo>
                  <a:lnTo>
                    <a:pt x="65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1" name="Google Shape;9171;p41"/>
            <p:cNvSpPr/>
            <p:nvPr/>
          </p:nvSpPr>
          <p:spPr>
            <a:xfrm>
              <a:off x="1221375" y="3349725"/>
              <a:ext cx="26850" cy="38525"/>
            </a:xfrm>
            <a:custGeom>
              <a:rect b="b" l="l" r="r" t="t"/>
              <a:pathLst>
                <a:path extrusionOk="0" h="1541" w="1074">
                  <a:moveTo>
                    <a:pt x="234" y="0"/>
                  </a:moveTo>
                  <a:lnTo>
                    <a:pt x="0" y="47"/>
                  </a:lnTo>
                  <a:lnTo>
                    <a:pt x="140" y="93"/>
                  </a:lnTo>
                  <a:lnTo>
                    <a:pt x="280" y="187"/>
                  </a:lnTo>
                  <a:lnTo>
                    <a:pt x="374" y="327"/>
                  </a:lnTo>
                  <a:lnTo>
                    <a:pt x="420" y="467"/>
                  </a:lnTo>
                  <a:lnTo>
                    <a:pt x="467" y="607"/>
                  </a:lnTo>
                  <a:lnTo>
                    <a:pt x="467" y="747"/>
                  </a:lnTo>
                  <a:lnTo>
                    <a:pt x="467" y="887"/>
                  </a:lnTo>
                  <a:lnTo>
                    <a:pt x="420" y="1027"/>
                  </a:lnTo>
                  <a:lnTo>
                    <a:pt x="374" y="1167"/>
                  </a:lnTo>
                  <a:lnTo>
                    <a:pt x="280" y="1307"/>
                  </a:lnTo>
                  <a:lnTo>
                    <a:pt x="140" y="1400"/>
                  </a:lnTo>
                  <a:lnTo>
                    <a:pt x="0" y="1447"/>
                  </a:lnTo>
                  <a:lnTo>
                    <a:pt x="234" y="1540"/>
                  </a:lnTo>
                  <a:lnTo>
                    <a:pt x="467" y="1493"/>
                  </a:lnTo>
                  <a:lnTo>
                    <a:pt x="654" y="1447"/>
                  </a:lnTo>
                  <a:lnTo>
                    <a:pt x="840" y="1307"/>
                  </a:lnTo>
                  <a:lnTo>
                    <a:pt x="934" y="1167"/>
                  </a:lnTo>
                  <a:lnTo>
                    <a:pt x="1027" y="1027"/>
                  </a:lnTo>
                  <a:lnTo>
                    <a:pt x="1074" y="887"/>
                  </a:lnTo>
                  <a:lnTo>
                    <a:pt x="1074" y="747"/>
                  </a:lnTo>
                  <a:lnTo>
                    <a:pt x="1074" y="607"/>
                  </a:lnTo>
                  <a:lnTo>
                    <a:pt x="1027" y="467"/>
                  </a:lnTo>
                  <a:lnTo>
                    <a:pt x="934" y="327"/>
                  </a:lnTo>
                  <a:lnTo>
                    <a:pt x="840" y="187"/>
                  </a:lnTo>
                  <a:lnTo>
                    <a:pt x="654" y="93"/>
                  </a:lnTo>
                  <a:lnTo>
                    <a:pt x="4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2" name="Google Shape;9172;p41"/>
            <p:cNvSpPr/>
            <p:nvPr/>
          </p:nvSpPr>
          <p:spPr>
            <a:xfrm>
              <a:off x="1147875" y="3349725"/>
              <a:ext cx="19850" cy="156350"/>
            </a:xfrm>
            <a:custGeom>
              <a:rect b="b" l="l" r="r" t="t"/>
              <a:pathLst>
                <a:path extrusionOk="0" h="6254" w="794">
                  <a:moveTo>
                    <a:pt x="94" y="0"/>
                  </a:moveTo>
                  <a:lnTo>
                    <a:pt x="94" y="93"/>
                  </a:lnTo>
                  <a:lnTo>
                    <a:pt x="94" y="6160"/>
                  </a:lnTo>
                  <a:lnTo>
                    <a:pt x="94" y="6207"/>
                  </a:lnTo>
                  <a:lnTo>
                    <a:pt x="0" y="6254"/>
                  </a:lnTo>
                  <a:lnTo>
                    <a:pt x="700" y="6254"/>
                  </a:lnTo>
                  <a:lnTo>
                    <a:pt x="747" y="6207"/>
                  </a:lnTo>
                  <a:lnTo>
                    <a:pt x="794" y="6160"/>
                  </a:lnTo>
                  <a:lnTo>
                    <a:pt x="794" y="93"/>
                  </a:lnTo>
                  <a:lnTo>
                    <a:pt x="74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3" name="Google Shape;9173;p41"/>
            <p:cNvSpPr/>
            <p:nvPr/>
          </p:nvSpPr>
          <p:spPr>
            <a:xfrm>
              <a:off x="1245875" y="3325225"/>
              <a:ext cx="21025" cy="204200"/>
            </a:xfrm>
            <a:custGeom>
              <a:rect b="b" l="l" r="r" t="t"/>
              <a:pathLst>
                <a:path extrusionOk="0" h="8168" w="841">
                  <a:moveTo>
                    <a:pt x="0" y="0"/>
                  </a:moveTo>
                  <a:lnTo>
                    <a:pt x="140" y="47"/>
                  </a:lnTo>
                  <a:lnTo>
                    <a:pt x="234" y="93"/>
                  </a:lnTo>
                  <a:lnTo>
                    <a:pt x="280" y="233"/>
                  </a:lnTo>
                  <a:lnTo>
                    <a:pt x="327" y="327"/>
                  </a:lnTo>
                  <a:lnTo>
                    <a:pt x="327" y="7840"/>
                  </a:lnTo>
                  <a:lnTo>
                    <a:pt x="280" y="7980"/>
                  </a:lnTo>
                  <a:lnTo>
                    <a:pt x="234" y="8074"/>
                  </a:lnTo>
                  <a:lnTo>
                    <a:pt x="140" y="8167"/>
                  </a:lnTo>
                  <a:lnTo>
                    <a:pt x="654" y="8167"/>
                  </a:lnTo>
                  <a:lnTo>
                    <a:pt x="747" y="8074"/>
                  </a:lnTo>
                  <a:lnTo>
                    <a:pt x="840" y="7980"/>
                  </a:lnTo>
                  <a:lnTo>
                    <a:pt x="840" y="7840"/>
                  </a:lnTo>
                  <a:lnTo>
                    <a:pt x="840" y="327"/>
                  </a:lnTo>
                  <a:lnTo>
                    <a:pt x="840" y="233"/>
                  </a:lnTo>
                  <a:lnTo>
                    <a:pt x="747" y="93"/>
                  </a:lnTo>
                  <a:lnTo>
                    <a:pt x="654" y="47"/>
                  </a:lnTo>
                  <a:lnTo>
                    <a:pt x="5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4" name="Google Shape;9174;p41"/>
            <p:cNvSpPr/>
            <p:nvPr/>
          </p:nvSpPr>
          <p:spPr>
            <a:xfrm>
              <a:off x="1208550" y="3406875"/>
              <a:ext cx="40850" cy="10525"/>
            </a:xfrm>
            <a:custGeom>
              <a:rect b="b" l="l" r="r" t="t"/>
              <a:pathLst>
                <a:path extrusionOk="0" h="421" w="1634">
                  <a:moveTo>
                    <a:pt x="140" y="1"/>
                  </a:moveTo>
                  <a:lnTo>
                    <a:pt x="47" y="48"/>
                  </a:lnTo>
                  <a:lnTo>
                    <a:pt x="0" y="141"/>
                  </a:lnTo>
                  <a:lnTo>
                    <a:pt x="0" y="188"/>
                  </a:lnTo>
                  <a:lnTo>
                    <a:pt x="0" y="281"/>
                  </a:lnTo>
                  <a:lnTo>
                    <a:pt x="47" y="328"/>
                  </a:lnTo>
                  <a:lnTo>
                    <a:pt x="140" y="374"/>
                  </a:lnTo>
                  <a:lnTo>
                    <a:pt x="187" y="421"/>
                  </a:lnTo>
                  <a:lnTo>
                    <a:pt x="1447" y="421"/>
                  </a:lnTo>
                  <a:lnTo>
                    <a:pt x="1540" y="374"/>
                  </a:lnTo>
                  <a:lnTo>
                    <a:pt x="1587" y="328"/>
                  </a:lnTo>
                  <a:lnTo>
                    <a:pt x="1633" y="281"/>
                  </a:lnTo>
                  <a:lnTo>
                    <a:pt x="1633" y="188"/>
                  </a:lnTo>
                  <a:lnTo>
                    <a:pt x="1633" y="141"/>
                  </a:lnTo>
                  <a:lnTo>
                    <a:pt x="1587" y="48"/>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5" name="Google Shape;9175;p41"/>
            <p:cNvSpPr/>
            <p:nvPr/>
          </p:nvSpPr>
          <p:spPr>
            <a:xfrm>
              <a:off x="1208550" y="3425550"/>
              <a:ext cx="40850" cy="10525"/>
            </a:xfrm>
            <a:custGeom>
              <a:rect b="b" l="l" r="r" t="t"/>
              <a:pathLst>
                <a:path extrusionOk="0" h="421" w="1634">
                  <a:moveTo>
                    <a:pt x="140" y="1"/>
                  </a:moveTo>
                  <a:lnTo>
                    <a:pt x="47" y="47"/>
                  </a:lnTo>
                  <a:lnTo>
                    <a:pt x="0" y="141"/>
                  </a:lnTo>
                  <a:lnTo>
                    <a:pt x="0" y="187"/>
                  </a:lnTo>
                  <a:lnTo>
                    <a:pt x="0" y="281"/>
                  </a:lnTo>
                  <a:lnTo>
                    <a:pt x="47" y="327"/>
                  </a:lnTo>
                  <a:lnTo>
                    <a:pt x="140" y="374"/>
                  </a:lnTo>
                  <a:lnTo>
                    <a:pt x="187" y="421"/>
                  </a:lnTo>
                  <a:lnTo>
                    <a:pt x="1447" y="421"/>
                  </a:lnTo>
                  <a:lnTo>
                    <a:pt x="1540" y="374"/>
                  </a:lnTo>
                  <a:lnTo>
                    <a:pt x="1587" y="327"/>
                  </a:lnTo>
                  <a:lnTo>
                    <a:pt x="1633" y="281"/>
                  </a:lnTo>
                  <a:lnTo>
                    <a:pt x="1633" y="187"/>
                  </a:lnTo>
                  <a:lnTo>
                    <a:pt x="1633" y="141"/>
                  </a:lnTo>
                  <a:lnTo>
                    <a:pt x="1587" y="47"/>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6" name="Google Shape;9176;p41"/>
            <p:cNvSpPr/>
            <p:nvPr/>
          </p:nvSpPr>
          <p:spPr>
            <a:xfrm>
              <a:off x="1212050" y="3352050"/>
              <a:ext cx="19850" cy="19850"/>
            </a:xfrm>
            <a:custGeom>
              <a:rect b="b" l="l" r="r" t="t"/>
              <a:pathLst>
                <a:path extrusionOk="0" h="794" w="794">
                  <a:moveTo>
                    <a:pt x="280" y="0"/>
                  </a:moveTo>
                  <a:lnTo>
                    <a:pt x="140" y="94"/>
                  </a:lnTo>
                  <a:lnTo>
                    <a:pt x="0" y="280"/>
                  </a:lnTo>
                  <a:lnTo>
                    <a:pt x="467" y="700"/>
                  </a:lnTo>
                  <a:lnTo>
                    <a:pt x="513" y="747"/>
                  </a:lnTo>
                  <a:lnTo>
                    <a:pt x="607" y="794"/>
                  </a:lnTo>
                  <a:lnTo>
                    <a:pt x="653" y="747"/>
                  </a:lnTo>
                  <a:lnTo>
                    <a:pt x="747" y="700"/>
                  </a:lnTo>
                  <a:lnTo>
                    <a:pt x="793" y="654"/>
                  </a:lnTo>
                  <a:lnTo>
                    <a:pt x="793" y="560"/>
                  </a:lnTo>
                  <a:lnTo>
                    <a:pt x="793" y="514"/>
                  </a:lnTo>
                  <a:lnTo>
                    <a:pt x="747" y="420"/>
                  </a:lnTo>
                  <a:lnTo>
                    <a:pt x="2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7" name="Google Shape;9177;p41"/>
            <p:cNvSpPr/>
            <p:nvPr/>
          </p:nvSpPr>
          <p:spPr>
            <a:xfrm>
              <a:off x="1135025" y="3380050"/>
              <a:ext cx="9375" cy="95700"/>
            </a:xfrm>
            <a:custGeom>
              <a:rect b="b" l="l" r="r" t="t"/>
              <a:pathLst>
                <a:path extrusionOk="0" h="3828" w="375">
                  <a:moveTo>
                    <a:pt x="188" y="0"/>
                  </a:moveTo>
                  <a:lnTo>
                    <a:pt x="94" y="47"/>
                  </a:lnTo>
                  <a:lnTo>
                    <a:pt x="48" y="47"/>
                  </a:lnTo>
                  <a:lnTo>
                    <a:pt x="1" y="140"/>
                  </a:lnTo>
                  <a:lnTo>
                    <a:pt x="1" y="187"/>
                  </a:lnTo>
                  <a:lnTo>
                    <a:pt x="1" y="3641"/>
                  </a:lnTo>
                  <a:lnTo>
                    <a:pt x="1" y="3734"/>
                  </a:lnTo>
                  <a:lnTo>
                    <a:pt x="48" y="3781"/>
                  </a:lnTo>
                  <a:lnTo>
                    <a:pt x="94" y="3827"/>
                  </a:lnTo>
                  <a:lnTo>
                    <a:pt x="234" y="3827"/>
                  </a:lnTo>
                  <a:lnTo>
                    <a:pt x="328" y="3781"/>
                  </a:lnTo>
                  <a:lnTo>
                    <a:pt x="374" y="3734"/>
                  </a:lnTo>
                  <a:lnTo>
                    <a:pt x="374" y="3641"/>
                  </a:lnTo>
                  <a:lnTo>
                    <a:pt x="374" y="187"/>
                  </a:lnTo>
                  <a:lnTo>
                    <a:pt x="374" y="140"/>
                  </a:lnTo>
                  <a:lnTo>
                    <a:pt x="328" y="47"/>
                  </a:lnTo>
                  <a:lnTo>
                    <a:pt x="234" y="47"/>
                  </a:lnTo>
                  <a:lnTo>
                    <a:pt x="18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1" name="Shape 9181"/>
        <p:cNvGrpSpPr/>
        <p:nvPr/>
      </p:nvGrpSpPr>
      <p:grpSpPr>
        <a:xfrm>
          <a:off x="0" y="0"/>
          <a:ext cx="0" cy="0"/>
          <a:chOff x="0" y="0"/>
          <a:chExt cx="0" cy="0"/>
        </a:xfrm>
      </p:grpSpPr>
      <p:sp>
        <p:nvSpPr>
          <p:cNvPr id="9182" name="Google Shape;9182;p42"/>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Survey Questions​</a:t>
            </a:r>
            <a:endParaRPr/>
          </a:p>
        </p:txBody>
      </p:sp>
      <p:sp>
        <p:nvSpPr>
          <p:cNvPr id="9183" name="Google Shape;9183;p42"/>
          <p:cNvSpPr txBox="1"/>
          <p:nvPr>
            <p:ph idx="1" type="body"/>
          </p:nvPr>
        </p:nvSpPr>
        <p:spPr>
          <a:xfrm>
            <a:off x="763575" y="788175"/>
            <a:ext cx="3395700" cy="4042800"/>
          </a:xfrm>
          <a:prstGeom prst="rect">
            <a:avLst/>
          </a:prstGeom>
        </p:spPr>
        <p:txBody>
          <a:bodyPr anchorCtr="0" anchor="ctr" bIns="91425" lIns="91425" spcFirstLastPara="1" rIns="91425" wrap="square" tIns="91425">
            <a:noAutofit/>
          </a:bodyPr>
          <a:lstStyle/>
          <a:p>
            <a:pPr indent="-311150" lvl="0" marL="457200" rtl="0" algn="l">
              <a:spcBef>
                <a:spcPts val="0"/>
              </a:spcBef>
              <a:spcAft>
                <a:spcPts val="0"/>
              </a:spcAft>
              <a:buSzPts val="1300"/>
              <a:buAutoNum type="arabicPeriod"/>
            </a:pPr>
            <a:r>
              <a:rPr lang="en" sz="1100"/>
              <a:t>What </a:t>
            </a:r>
            <a:r>
              <a:rPr b="1" lang="en" sz="1100"/>
              <a:t>features</a:t>
            </a:r>
            <a:r>
              <a:rPr lang="en" sz="1100"/>
              <a:t> do you expect to see in Munch Find!?</a:t>
            </a:r>
            <a:endParaRPr sz="1100"/>
          </a:p>
          <a:p>
            <a:pPr indent="-311150" lvl="0" marL="457200" rtl="0" algn="l">
              <a:spcBef>
                <a:spcPts val="0"/>
              </a:spcBef>
              <a:spcAft>
                <a:spcPts val="0"/>
              </a:spcAft>
              <a:buSzPts val="1300"/>
              <a:buAutoNum type="arabicPeriod"/>
            </a:pPr>
            <a:r>
              <a:rPr lang="en" sz="1100"/>
              <a:t>How </a:t>
            </a:r>
            <a:r>
              <a:rPr b="1" lang="en" sz="1100"/>
              <a:t>frequently</a:t>
            </a:r>
            <a:r>
              <a:rPr lang="en" sz="1100"/>
              <a:t> would you use Munch Find!?</a:t>
            </a:r>
            <a:endParaRPr sz="1100"/>
          </a:p>
          <a:p>
            <a:pPr indent="-311150" lvl="0" marL="457200" rtl="0" algn="l">
              <a:spcBef>
                <a:spcPts val="0"/>
              </a:spcBef>
              <a:spcAft>
                <a:spcPts val="0"/>
              </a:spcAft>
              <a:buSzPts val="1300"/>
              <a:buAutoNum type="arabicPeriod"/>
            </a:pPr>
            <a:r>
              <a:rPr lang="en" sz="1100"/>
              <a:t>When you can't decide what to eat, how do you currently make the </a:t>
            </a:r>
            <a:r>
              <a:rPr b="1" lang="en" sz="1100"/>
              <a:t>decision</a:t>
            </a:r>
            <a:r>
              <a:rPr lang="en" sz="1100"/>
              <a:t>?</a:t>
            </a:r>
            <a:endParaRPr sz="1100"/>
          </a:p>
          <a:p>
            <a:pPr indent="-311150" lvl="0" marL="457200" rtl="0" algn="l">
              <a:spcBef>
                <a:spcPts val="0"/>
              </a:spcBef>
              <a:spcAft>
                <a:spcPts val="0"/>
              </a:spcAft>
              <a:buSzPts val="1300"/>
              <a:buAutoNum type="arabicPeriod"/>
            </a:pPr>
            <a:r>
              <a:rPr lang="en" sz="1100"/>
              <a:t>Which </a:t>
            </a:r>
            <a:r>
              <a:rPr b="1" lang="en" sz="1100"/>
              <a:t>filters</a:t>
            </a:r>
            <a:r>
              <a:rPr lang="en" sz="1100"/>
              <a:t> are most important to you when choosing food?</a:t>
            </a:r>
            <a:endParaRPr sz="1100"/>
          </a:p>
          <a:p>
            <a:pPr indent="-311150" lvl="0" marL="457200" rtl="0" algn="l">
              <a:spcBef>
                <a:spcPts val="0"/>
              </a:spcBef>
              <a:spcAft>
                <a:spcPts val="0"/>
              </a:spcAft>
              <a:buSzPts val="1300"/>
              <a:buAutoNum type="arabicPeriod"/>
            </a:pPr>
            <a:r>
              <a:rPr lang="en" sz="1100"/>
              <a:t>How often would you use a "</a:t>
            </a:r>
            <a:r>
              <a:rPr b="1" lang="en" sz="1100"/>
              <a:t>Group Mode</a:t>
            </a:r>
            <a:r>
              <a:rPr lang="en" sz="1100"/>
              <a:t>" where a group of people can get one shared random result together?</a:t>
            </a:r>
            <a:endParaRPr sz="1100"/>
          </a:p>
          <a:p>
            <a:pPr indent="-311150" lvl="0" marL="457200" rtl="0" algn="l">
              <a:spcBef>
                <a:spcPts val="0"/>
              </a:spcBef>
              <a:spcAft>
                <a:spcPts val="0"/>
              </a:spcAft>
              <a:buSzPts val="1300"/>
              <a:buAutoNum type="arabicPeriod"/>
            </a:pPr>
            <a:r>
              <a:rPr lang="en" sz="1100"/>
              <a:t>If the app picks a result you </a:t>
            </a:r>
            <a:r>
              <a:rPr b="1" lang="en" sz="1100"/>
              <a:t>don't like</a:t>
            </a:r>
            <a:r>
              <a:rPr lang="en" sz="1100"/>
              <a:t>, what should happen?</a:t>
            </a:r>
            <a:endParaRPr sz="1100"/>
          </a:p>
          <a:p>
            <a:pPr indent="-311150" lvl="0" marL="457200" rtl="0" algn="l">
              <a:spcBef>
                <a:spcPts val="0"/>
              </a:spcBef>
              <a:spcAft>
                <a:spcPts val="0"/>
              </a:spcAft>
              <a:buSzPts val="1300"/>
              <a:buAutoNum type="arabicPeriod"/>
            </a:pPr>
            <a:r>
              <a:rPr lang="en" sz="1100"/>
              <a:t>Would you like the app to remember your past picks (</a:t>
            </a:r>
            <a:r>
              <a:rPr b="1" lang="en" sz="1100"/>
              <a:t>history</a:t>
            </a:r>
            <a:r>
              <a:rPr lang="en" sz="1100"/>
              <a:t>)?</a:t>
            </a:r>
            <a:endParaRPr sz="1100"/>
          </a:p>
          <a:p>
            <a:pPr indent="-311150" lvl="0" marL="457200" rtl="0" algn="l">
              <a:spcBef>
                <a:spcPts val="0"/>
              </a:spcBef>
              <a:spcAft>
                <a:spcPts val="0"/>
              </a:spcAft>
              <a:buSzPts val="1300"/>
              <a:buAutoNum type="arabicPeriod"/>
            </a:pPr>
            <a:r>
              <a:rPr lang="en" sz="1100"/>
              <a:t>How would you like to see the result </a:t>
            </a:r>
            <a:r>
              <a:rPr b="1" lang="en" sz="1100"/>
              <a:t>displayed</a:t>
            </a:r>
            <a:r>
              <a:rPr lang="en" sz="1100"/>
              <a:t>?</a:t>
            </a:r>
            <a:endParaRPr sz="1100"/>
          </a:p>
          <a:p>
            <a:pPr indent="-311150" lvl="0" marL="457200" rtl="0" algn="l">
              <a:spcBef>
                <a:spcPts val="0"/>
              </a:spcBef>
              <a:spcAft>
                <a:spcPts val="0"/>
              </a:spcAft>
              <a:buSzPts val="1300"/>
              <a:buAutoNum type="arabicPeriod"/>
            </a:pPr>
            <a:r>
              <a:rPr lang="en" sz="1100"/>
              <a:t>What type of </a:t>
            </a:r>
            <a:r>
              <a:rPr b="1" lang="en" sz="1100"/>
              <a:t>notifications</a:t>
            </a:r>
            <a:r>
              <a:rPr lang="en" sz="1100"/>
              <a:t>, if any, would you want from the app?</a:t>
            </a:r>
            <a:endParaRPr sz="1100"/>
          </a:p>
        </p:txBody>
      </p:sp>
      <p:sp>
        <p:nvSpPr>
          <p:cNvPr id="9184" name="Google Shape;9184;p42"/>
          <p:cNvSpPr txBox="1"/>
          <p:nvPr>
            <p:ph idx="1" type="body"/>
          </p:nvPr>
        </p:nvSpPr>
        <p:spPr>
          <a:xfrm>
            <a:off x="4387830" y="788175"/>
            <a:ext cx="3690900" cy="4042800"/>
          </a:xfrm>
          <a:prstGeom prst="rect">
            <a:avLst/>
          </a:prstGeom>
        </p:spPr>
        <p:txBody>
          <a:bodyPr anchorCtr="0" anchor="ctr" bIns="91425" lIns="91425" spcFirstLastPara="1" rIns="91425" wrap="square" tIns="91425">
            <a:noAutofit/>
          </a:bodyPr>
          <a:lstStyle/>
          <a:p>
            <a:pPr indent="-298450" lvl="0" marL="457200" rtl="0" algn="l">
              <a:spcBef>
                <a:spcPts val="0"/>
              </a:spcBef>
              <a:spcAft>
                <a:spcPts val="0"/>
              </a:spcAft>
              <a:buSzPts val="1100"/>
              <a:buAutoNum type="arabicPeriod"/>
            </a:pPr>
            <a:r>
              <a:rPr lang="en" sz="1100"/>
              <a:t>Which </a:t>
            </a:r>
            <a:r>
              <a:rPr b="1" lang="en" sz="1100"/>
              <a:t>sharing</a:t>
            </a:r>
            <a:r>
              <a:rPr lang="en" sz="1100"/>
              <a:t> options would be useful to you?</a:t>
            </a:r>
            <a:endParaRPr sz="1100"/>
          </a:p>
          <a:p>
            <a:pPr indent="-298450" lvl="0" marL="457200" rtl="0" algn="l">
              <a:spcBef>
                <a:spcPts val="0"/>
              </a:spcBef>
              <a:spcAft>
                <a:spcPts val="0"/>
              </a:spcAft>
              <a:buSzPts val="1100"/>
              <a:buAutoNum type="arabicPeriod"/>
            </a:pPr>
            <a:r>
              <a:rPr lang="en" sz="1100"/>
              <a:t>.</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0" lvl="0" marL="457200" rtl="0" algn="l">
              <a:spcBef>
                <a:spcPts val="0"/>
              </a:spcBef>
              <a:spcAft>
                <a:spcPts val="0"/>
              </a:spcAft>
              <a:buNone/>
            </a:pPr>
            <a:r>
              <a:t/>
            </a:r>
            <a:endParaRPr sz="1100"/>
          </a:p>
          <a:p>
            <a:pPr indent="-298450" lvl="0" marL="457200" rtl="0" algn="l">
              <a:spcBef>
                <a:spcPts val="0"/>
              </a:spcBef>
              <a:spcAft>
                <a:spcPts val="0"/>
              </a:spcAft>
              <a:buSzPts val="1100"/>
              <a:buAutoNum type="arabicPeriod"/>
            </a:pPr>
            <a:r>
              <a:rPr lang="en" sz="1100"/>
              <a:t>Which </a:t>
            </a:r>
            <a:r>
              <a:rPr b="1" lang="en" sz="1100"/>
              <a:t>device</a:t>
            </a:r>
            <a:r>
              <a:rPr lang="en" sz="1100"/>
              <a:t> will you primarily use to access Munch Find!?</a:t>
            </a:r>
            <a:endParaRPr sz="1100"/>
          </a:p>
          <a:p>
            <a:pPr indent="-298450" lvl="0" marL="457200" rtl="0" algn="l">
              <a:spcBef>
                <a:spcPts val="0"/>
              </a:spcBef>
              <a:spcAft>
                <a:spcPts val="0"/>
              </a:spcAft>
              <a:buSzPts val="1100"/>
              <a:buAutoNum type="arabicPeriod"/>
            </a:pPr>
            <a:r>
              <a:rPr lang="en" sz="1100"/>
              <a:t>How </a:t>
            </a:r>
            <a:r>
              <a:rPr b="1" lang="en" sz="1100"/>
              <a:t>quickly</a:t>
            </a:r>
            <a:r>
              <a:rPr lang="en" sz="1100"/>
              <a:t> do you expect the app to show a result after tapping "Find me food"?</a:t>
            </a:r>
            <a:endParaRPr sz="1100"/>
          </a:p>
          <a:p>
            <a:pPr indent="-298450" lvl="0" marL="457200" rtl="0" algn="l">
              <a:spcBef>
                <a:spcPts val="0"/>
              </a:spcBef>
              <a:spcAft>
                <a:spcPts val="0"/>
              </a:spcAft>
              <a:buSzPts val="1100"/>
              <a:buAutoNum type="arabicPeriod"/>
            </a:pPr>
            <a:r>
              <a:rPr lang="en" sz="1100"/>
              <a:t>What additional </a:t>
            </a:r>
            <a:r>
              <a:rPr b="1" lang="en" sz="1100"/>
              <a:t>features</a:t>
            </a:r>
            <a:r>
              <a:rPr lang="en" sz="1100"/>
              <a:t> would you like to suggest for Munch Find!?</a:t>
            </a:r>
            <a:endParaRPr sz="1100"/>
          </a:p>
        </p:txBody>
      </p:sp>
      <p:pic>
        <p:nvPicPr>
          <p:cNvPr id="9185" name="Google Shape;9185;p42"/>
          <p:cNvPicPr preferRelativeResize="0"/>
          <p:nvPr/>
        </p:nvPicPr>
        <p:blipFill>
          <a:blip r:embed="rId3">
            <a:alphaModFix/>
          </a:blip>
          <a:stretch>
            <a:fillRect/>
          </a:stretch>
        </p:blipFill>
        <p:spPr>
          <a:xfrm>
            <a:off x="4966528" y="1397475"/>
            <a:ext cx="2835375" cy="18424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9" name="Shape 9189"/>
        <p:cNvGrpSpPr/>
        <p:nvPr/>
      </p:nvGrpSpPr>
      <p:grpSpPr>
        <a:xfrm>
          <a:off x="0" y="0"/>
          <a:ext cx="0" cy="0"/>
          <a:chOff x="0" y="0"/>
          <a:chExt cx="0" cy="0"/>
        </a:xfrm>
      </p:grpSpPr>
      <p:pic>
        <p:nvPicPr>
          <p:cNvPr id="9190" name="Google Shape;9190;p43"/>
          <p:cNvPicPr preferRelativeResize="0"/>
          <p:nvPr/>
        </p:nvPicPr>
        <p:blipFill>
          <a:blip r:embed="rId3">
            <a:alphaModFix/>
          </a:blip>
          <a:stretch>
            <a:fillRect/>
          </a:stretch>
        </p:blipFill>
        <p:spPr>
          <a:xfrm>
            <a:off x="0" y="1"/>
            <a:ext cx="9144001" cy="513528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94" name="Shape 9194"/>
        <p:cNvGrpSpPr/>
        <p:nvPr/>
      </p:nvGrpSpPr>
      <p:grpSpPr>
        <a:xfrm>
          <a:off x="0" y="0"/>
          <a:ext cx="0" cy="0"/>
          <a:chOff x="0" y="0"/>
          <a:chExt cx="0" cy="0"/>
        </a:xfrm>
      </p:grpSpPr>
      <p:sp>
        <p:nvSpPr>
          <p:cNvPr id="9195" name="Google Shape;9195;p44"/>
          <p:cNvSpPr/>
          <p:nvPr/>
        </p:nvSpPr>
        <p:spPr>
          <a:xfrm rot="-5400000">
            <a:off x="1444153" y="15528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6" name="Google Shape;9196;p44"/>
          <p:cNvSpPr/>
          <p:nvPr/>
        </p:nvSpPr>
        <p:spPr>
          <a:xfrm rot="-5400000">
            <a:off x="1444153" y="30780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7" name="Google Shape;9197;p44"/>
          <p:cNvSpPr/>
          <p:nvPr/>
        </p:nvSpPr>
        <p:spPr>
          <a:xfrm rot="-5400000">
            <a:off x="4796978" y="15528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8" name="Google Shape;9198;p44"/>
          <p:cNvSpPr/>
          <p:nvPr/>
        </p:nvSpPr>
        <p:spPr>
          <a:xfrm rot="-5400000">
            <a:off x="4796978" y="30780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9" name="Google Shape;9199;p44"/>
          <p:cNvSpPr txBox="1"/>
          <p:nvPr>
            <p:ph idx="8"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Possible Solutions</a:t>
            </a:r>
            <a:endParaRPr/>
          </a:p>
        </p:txBody>
      </p:sp>
      <p:sp>
        <p:nvSpPr>
          <p:cNvPr id="9200" name="Google Shape;9200;p44"/>
          <p:cNvSpPr txBox="1"/>
          <p:nvPr>
            <p:ph type="title"/>
          </p:nvPr>
        </p:nvSpPr>
        <p:spPr>
          <a:xfrm>
            <a:off x="2365778" y="155226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Random single-tap decision</a:t>
            </a:r>
            <a:endParaRPr sz="900"/>
          </a:p>
        </p:txBody>
      </p:sp>
      <p:sp>
        <p:nvSpPr>
          <p:cNvPr id="9201" name="Google Shape;9201;p44"/>
          <p:cNvSpPr txBox="1"/>
          <p:nvPr>
            <p:ph idx="1" type="subTitle"/>
          </p:nvPr>
        </p:nvSpPr>
        <p:spPr>
          <a:xfrm>
            <a:off x="2365775" y="1763671"/>
            <a:ext cx="1978200" cy="75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removes the need to browse one tap gives the user one store and one dish, ending the scrolling cycle entirely</a:t>
            </a:r>
            <a:endParaRPr sz="1000"/>
          </a:p>
        </p:txBody>
      </p:sp>
      <p:sp>
        <p:nvSpPr>
          <p:cNvPr id="9202" name="Google Shape;9202;p44"/>
          <p:cNvSpPr txBox="1"/>
          <p:nvPr>
            <p:ph idx="2" type="title"/>
          </p:nvPr>
        </p:nvSpPr>
        <p:spPr>
          <a:xfrm>
            <a:off x="5721659" y="155226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Filtered randomisation</a:t>
            </a:r>
            <a:endParaRPr sz="900"/>
          </a:p>
        </p:txBody>
      </p:sp>
      <p:sp>
        <p:nvSpPr>
          <p:cNvPr id="9203" name="Google Shape;9203;p44"/>
          <p:cNvSpPr txBox="1"/>
          <p:nvPr>
            <p:ph idx="3" type="subTitle"/>
          </p:nvPr>
        </p:nvSpPr>
        <p:spPr>
          <a:xfrm>
            <a:off x="5721650" y="1763667"/>
            <a:ext cx="1978200" cy="98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lets the user narrow by budget, cuisine, or dietary restriction first, so the random pick stays relevant instead of completely blind.</a:t>
            </a:r>
            <a:endParaRPr sz="1000"/>
          </a:p>
          <a:p>
            <a:pPr indent="0" lvl="0" marL="0" rtl="0" algn="l">
              <a:spcBef>
                <a:spcPts val="0"/>
              </a:spcBef>
              <a:spcAft>
                <a:spcPts val="0"/>
              </a:spcAft>
              <a:buNone/>
            </a:pPr>
            <a:r>
              <a:t/>
            </a:r>
            <a:endParaRPr sz="1000"/>
          </a:p>
        </p:txBody>
      </p:sp>
      <p:sp>
        <p:nvSpPr>
          <p:cNvPr id="9204" name="Google Shape;9204;p44"/>
          <p:cNvSpPr txBox="1"/>
          <p:nvPr>
            <p:ph idx="4" type="title"/>
          </p:nvPr>
        </p:nvSpPr>
        <p:spPr>
          <a:xfrm>
            <a:off x="2365778" y="3077506"/>
            <a:ext cx="1975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Group Mode / shared session</a:t>
            </a:r>
            <a:endParaRPr sz="900"/>
          </a:p>
        </p:txBody>
      </p:sp>
      <p:sp>
        <p:nvSpPr>
          <p:cNvPr id="9205" name="Google Shape;9205;p44"/>
          <p:cNvSpPr txBox="1"/>
          <p:nvPr>
            <p:ph idx="5" type="subTitle"/>
          </p:nvPr>
        </p:nvSpPr>
        <p:spPr>
          <a:xfrm>
            <a:off x="2365775" y="3288924"/>
            <a:ext cx="1978200" cy="132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multiple users join one session and receive the same randomised result, removing the need for group negotiation and eliminating the "blame" that falls on whoever chooses.</a:t>
            </a:r>
            <a:endParaRPr sz="1000"/>
          </a:p>
        </p:txBody>
      </p:sp>
      <p:sp>
        <p:nvSpPr>
          <p:cNvPr id="9206" name="Google Shape;9206;p44"/>
          <p:cNvSpPr txBox="1"/>
          <p:nvPr>
            <p:ph idx="6" type="title"/>
          </p:nvPr>
        </p:nvSpPr>
        <p:spPr>
          <a:xfrm>
            <a:off x="5721659" y="307750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Distance/location-based narrowing</a:t>
            </a:r>
            <a:endParaRPr sz="900"/>
          </a:p>
        </p:txBody>
      </p:sp>
      <p:sp>
        <p:nvSpPr>
          <p:cNvPr id="9207" name="Google Shape;9207;p44"/>
          <p:cNvSpPr txBox="1"/>
          <p:nvPr>
            <p:ph idx="7" type="subTitle"/>
          </p:nvPr>
        </p:nvSpPr>
        <p:spPr>
          <a:xfrm>
            <a:off x="5721650" y="3288925"/>
            <a:ext cx="1978200" cy="875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prioritises nearby stores so the random result is realistic and immediately actionable, not a restaurant across town.</a:t>
            </a:r>
            <a:endParaRPr sz="1000"/>
          </a:p>
          <a:p>
            <a:pPr indent="0" lvl="0" marL="0" rtl="0" algn="l">
              <a:spcBef>
                <a:spcPts val="0"/>
              </a:spcBef>
              <a:spcAft>
                <a:spcPts val="0"/>
              </a:spcAft>
              <a:buNone/>
            </a:pPr>
            <a:r>
              <a:t/>
            </a:r>
            <a:endParaRPr sz="1000"/>
          </a:p>
        </p:txBody>
      </p:sp>
      <p:grpSp>
        <p:nvGrpSpPr>
          <p:cNvPr id="9208" name="Google Shape;9208;p44"/>
          <p:cNvGrpSpPr/>
          <p:nvPr/>
        </p:nvGrpSpPr>
        <p:grpSpPr>
          <a:xfrm>
            <a:off x="1655621" y="1764888"/>
            <a:ext cx="336050" cy="334875"/>
            <a:chOff x="3959625" y="2580850"/>
            <a:chExt cx="336050" cy="334875"/>
          </a:xfrm>
        </p:grpSpPr>
        <p:sp>
          <p:nvSpPr>
            <p:cNvPr id="9209" name="Google Shape;9209;p44"/>
            <p:cNvSpPr/>
            <p:nvPr/>
          </p:nvSpPr>
          <p:spPr>
            <a:xfrm>
              <a:off x="3959625" y="2600700"/>
              <a:ext cx="316225" cy="310350"/>
            </a:xfrm>
            <a:custGeom>
              <a:rect b="b" l="l" r="r" t="t"/>
              <a:pathLst>
                <a:path extrusionOk="0" h="12414" w="12649">
                  <a:moveTo>
                    <a:pt x="4108" y="0"/>
                  </a:moveTo>
                  <a:lnTo>
                    <a:pt x="2988" y="3360"/>
                  </a:lnTo>
                  <a:lnTo>
                    <a:pt x="2568" y="5367"/>
                  </a:lnTo>
                  <a:lnTo>
                    <a:pt x="1914" y="6580"/>
                  </a:lnTo>
                  <a:lnTo>
                    <a:pt x="1448" y="7934"/>
                  </a:lnTo>
                  <a:lnTo>
                    <a:pt x="1401" y="8727"/>
                  </a:lnTo>
                  <a:lnTo>
                    <a:pt x="934" y="9567"/>
                  </a:lnTo>
                  <a:lnTo>
                    <a:pt x="1" y="12321"/>
                  </a:lnTo>
                  <a:lnTo>
                    <a:pt x="1" y="12414"/>
                  </a:lnTo>
                  <a:lnTo>
                    <a:pt x="48" y="12367"/>
                  </a:lnTo>
                  <a:lnTo>
                    <a:pt x="141" y="12274"/>
                  </a:lnTo>
                  <a:lnTo>
                    <a:pt x="281" y="12227"/>
                  </a:lnTo>
                  <a:lnTo>
                    <a:pt x="12648" y="8494"/>
                  </a:lnTo>
                  <a:lnTo>
                    <a:pt x="410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0" name="Google Shape;9210;p44"/>
            <p:cNvSpPr/>
            <p:nvPr/>
          </p:nvSpPr>
          <p:spPr>
            <a:xfrm>
              <a:off x="3959625" y="2801375"/>
              <a:ext cx="316225" cy="114350"/>
            </a:xfrm>
            <a:custGeom>
              <a:rect b="b" l="l" r="r" t="t"/>
              <a:pathLst>
                <a:path extrusionOk="0" h="4574" w="12649">
                  <a:moveTo>
                    <a:pt x="12135" y="0"/>
                  </a:moveTo>
                  <a:lnTo>
                    <a:pt x="10361" y="560"/>
                  </a:lnTo>
                  <a:lnTo>
                    <a:pt x="9568" y="1027"/>
                  </a:lnTo>
                  <a:lnTo>
                    <a:pt x="7935" y="1400"/>
                  </a:lnTo>
                  <a:lnTo>
                    <a:pt x="5834" y="2100"/>
                  </a:lnTo>
                  <a:lnTo>
                    <a:pt x="4621" y="2753"/>
                  </a:lnTo>
                  <a:lnTo>
                    <a:pt x="3221" y="2940"/>
                  </a:lnTo>
                  <a:lnTo>
                    <a:pt x="94" y="4014"/>
                  </a:lnTo>
                  <a:lnTo>
                    <a:pt x="1" y="4294"/>
                  </a:lnTo>
                  <a:lnTo>
                    <a:pt x="1" y="4434"/>
                  </a:lnTo>
                  <a:lnTo>
                    <a:pt x="48" y="4527"/>
                  </a:lnTo>
                  <a:lnTo>
                    <a:pt x="141" y="4574"/>
                  </a:lnTo>
                  <a:lnTo>
                    <a:pt x="281" y="4574"/>
                  </a:lnTo>
                  <a:lnTo>
                    <a:pt x="3594" y="3500"/>
                  </a:lnTo>
                  <a:lnTo>
                    <a:pt x="4668" y="2894"/>
                  </a:lnTo>
                  <a:lnTo>
                    <a:pt x="5834" y="2707"/>
                  </a:lnTo>
                  <a:lnTo>
                    <a:pt x="8541" y="1820"/>
                  </a:lnTo>
                  <a:lnTo>
                    <a:pt x="9381" y="1353"/>
                  </a:lnTo>
                  <a:lnTo>
                    <a:pt x="10128" y="1307"/>
                  </a:lnTo>
                  <a:lnTo>
                    <a:pt x="12648" y="467"/>
                  </a:lnTo>
                  <a:lnTo>
                    <a:pt x="121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1" name="Google Shape;9211;p44"/>
            <p:cNvSpPr/>
            <p:nvPr/>
          </p:nvSpPr>
          <p:spPr>
            <a:xfrm>
              <a:off x="4138150" y="2685850"/>
              <a:ext cx="66525" cy="66550"/>
            </a:xfrm>
            <a:custGeom>
              <a:rect b="b" l="l" r="r" t="t"/>
              <a:pathLst>
                <a:path extrusionOk="0" h="2662" w="2661">
                  <a:moveTo>
                    <a:pt x="1120" y="1"/>
                  </a:moveTo>
                  <a:lnTo>
                    <a:pt x="887" y="94"/>
                  </a:lnTo>
                  <a:lnTo>
                    <a:pt x="607" y="234"/>
                  </a:lnTo>
                  <a:lnTo>
                    <a:pt x="420" y="374"/>
                  </a:lnTo>
                  <a:lnTo>
                    <a:pt x="234" y="608"/>
                  </a:lnTo>
                  <a:lnTo>
                    <a:pt x="94" y="841"/>
                  </a:lnTo>
                  <a:lnTo>
                    <a:pt x="47" y="1121"/>
                  </a:lnTo>
                  <a:lnTo>
                    <a:pt x="0" y="1354"/>
                  </a:lnTo>
                  <a:lnTo>
                    <a:pt x="47" y="1634"/>
                  </a:lnTo>
                  <a:lnTo>
                    <a:pt x="94" y="1868"/>
                  </a:lnTo>
                  <a:lnTo>
                    <a:pt x="234" y="2148"/>
                  </a:lnTo>
                  <a:lnTo>
                    <a:pt x="420" y="2334"/>
                  </a:lnTo>
                  <a:lnTo>
                    <a:pt x="607" y="2521"/>
                  </a:lnTo>
                  <a:lnTo>
                    <a:pt x="840" y="2614"/>
                  </a:lnTo>
                  <a:lnTo>
                    <a:pt x="1074" y="2661"/>
                  </a:lnTo>
                  <a:lnTo>
                    <a:pt x="1307" y="2614"/>
                  </a:lnTo>
                  <a:lnTo>
                    <a:pt x="1540" y="2568"/>
                  </a:lnTo>
                  <a:lnTo>
                    <a:pt x="1774" y="2428"/>
                  </a:lnTo>
                  <a:lnTo>
                    <a:pt x="1960" y="2288"/>
                  </a:lnTo>
                  <a:lnTo>
                    <a:pt x="2194" y="2101"/>
                  </a:lnTo>
                  <a:lnTo>
                    <a:pt x="2380" y="1914"/>
                  </a:lnTo>
                  <a:lnTo>
                    <a:pt x="2520" y="1681"/>
                  </a:lnTo>
                  <a:lnTo>
                    <a:pt x="2614" y="1494"/>
                  </a:lnTo>
                  <a:lnTo>
                    <a:pt x="2660" y="1261"/>
                  </a:lnTo>
                  <a:lnTo>
                    <a:pt x="2660" y="1028"/>
                  </a:lnTo>
                  <a:lnTo>
                    <a:pt x="2614" y="794"/>
                  </a:lnTo>
                  <a:lnTo>
                    <a:pt x="2520" y="608"/>
                  </a:lnTo>
                  <a:lnTo>
                    <a:pt x="2334" y="374"/>
                  </a:lnTo>
                  <a:lnTo>
                    <a:pt x="2147" y="234"/>
                  </a:lnTo>
                  <a:lnTo>
                    <a:pt x="1914" y="94"/>
                  </a:lnTo>
                  <a:lnTo>
                    <a:pt x="163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2" name="Google Shape;9212;p44"/>
            <p:cNvSpPr/>
            <p:nvPr/>
          </p:nvSpPr>
          <p:spPr>
            <a:xfrm>
              <a:off x="4082150" y="2634525"/>
              <a:ext cx="47850" cy="40850"/>
            </a:xfrm>
            <a:custGeom>
              <a:rect b="b" l="l" r="r" t="t"/>
              <a:pathLst>
                <a:path extrusionOk="0" h="1634" w="1914">
                  <a:moveTo>
                    <a:pt x="467" y="1"/>
                  </a:moveTo>
                  <a:lnTo>
                    <a:pt x="420" y="47"/>
                  </a:lnTo>
                  <a:lnTo>
                    <a:pt x="373" y="141"/>
                  </a:lnTo>
                  <a:lnTo>
                    <a:pt x="0" y="1261"/>
                  </a:lnTo>
                  <a:lnTo>
                    <a:pt x="0" y="1307"/>
                  </a:lnTo>
                  <a:lnTo>
                    <a:pt x="0" y="1401"/>
                  </a:lnTo>
                  <a:lnTo>
                    <a:pt x="47" y="1447"/>
                  </a:lnTo>
                  <a:lnTo>
                    <a:pt x="140" y="1494"/>
                  </a:lnTo>
                  <a:lnTo>
                    <a:pt x="1260" y="1634"/>
                  </a:lnTo>
                  <a:lnTo>
                    <a:pt x="1307" y="1587"/>
                  </a:lnTo>
                  <a:lnTo>
                    <a:pt x="1400" y="1494"/>
                  </a:lnTo>
                  <a:lnTo>
                    <a:pt x="1633" y="1167"/>
                  </a:lnTo>
                  <a:lnTo>
                    <a:pt x="1913" y="654"/>
                  </a:lnTo>
                  <a:lnTo>
                    <a:pt x="1913" y="561"/>
                  </a:lnTo>
                  <a:lnTo>
                    <a:pt x="1867" y="467"/>
                  </a:lnTo>
                  <a:lnTo>
                    <a:pt x="1820" y="421"/>
                  </a:lnTo>
                  <a:lnTo>
                    <a:pt x="1773" y="374"/>
                  </a:lnTo>
                  <a:lnTo>
                    <a:pt x="65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3" name="Google Shape;9213;p44"/>
            <p:cNvSpPr/>
            <p:nvPr/>
          </p:nvSpPr>
          <p:spPr>
            <a:xfrm>
              <a:off x="4082150" y="2640350"/>
              <a:ext cx="47850" cy="42025"/>
            </a:xfrm>
            <a:custGeom>
              <a:rect b="b" l="l" r="r" t="t"/>
              <a:pathLst>
                <a:path extrusionOk="0" h="1681" w="1914">
                  <a:moveTo>
                    <a:pt x="1400" y="1"/>
                  </a:moveTo>
                  <a:lnTo>
                    <a:pt x="1027" y="1028"/>
                  </a:lnTo>
                  <a:lnTo>
                    <a:pt x="980" y="1121"/>
                  </a:lnTo>
                  <a:lnTo>
                    <a:pt x="933" y="1168"/>
                  </a:lnTo>
                  <a:lnTo>
                    <a:pt x="793" y="1168"/>
                  </a:lnTo>
                  <a:lnTo>
                    <a:pt x="47" y="934"/>
                  </a:lnTo>
                  <a:lnTo>
                    <a:pt x="0" y="1028"/>
                  </a:lnTo>
                  <a:lnTo>
                    <a:pt x="0" y="1074"/>
                  </a:lnTo>
                  <a:lnTo>
                    <a:pt x="0" y="1168"/>
                  </a:lnTo>
                  <a:lnTo>
                    <a:pt x="47" y="1214"/>
                  </a:lnTo>
                  <a:lnTo>
                    <a:pt x="140" y="1261"/>
                  </a:lnTo>
                  <a:lnTo>
                    <a:pt x="1260" y="1634"/>
                  </a:lnTo>
                  <a:lnTo>
                    <a:pt x="1353" y="1681"/>
                  </a:lnTo>
                  <a:lnTo>
                    <a:pt x="1400" y="1634"/>
                  </a:lnTo>
                  <a:lnTo>
                    <a:pt x="1493" y="1588"/>
                  </a:lnTo>
                  <a:lnTo>
                    <a:pt x="1540" y="1541"/>
                  </a:lnTo>
                  <a:lnTo>
                    <a:pt x="1913" y="421"/>
                  </a:lnTo>
                  <a:lnTo>
                    <a:pt x="1913" y="328"/>
                  </a:lnTo>
                  <a:lnTo>
                    <a:pt x="1867" y="234"/>
                  </a:lnTo>
                  <a:lnTo>
                    <a:pt x="1820" y="188"/>
                  </a:lnTo>
                  <a:lnTo>
                    <a:pt x="1773" y="141"/>
                  </a:lnTo>
                  <a:lnTo>
                    <a:pt x="140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4" name="Google Shape;9214;p44"/>
            <p:cNvSpPr/>
            <p:nvPr/>
          </p:nvSpPr>
          <p:spPr>
            <a:xfrm>
              <a:off x="4142800" y="2690525"/>
              <a:ext cx="64200" cy="64200"/>
            </a:xfrm>
            <a:custGeom>
              <a:rect b="b" l="l" r="r" t="t"/>
              <a:pathLst>
                <a:path extrusionOk="0" h="2568" w="2568">
                  <a:moveTo>
                    <a:pt x="1914" y="1"/>
                  </a:moveTo>
                  <a:lnTo>
                    <a:pt x="2008" y="187"/>
                  </a:lnTo>
                  <a:lnTo>
                    <a:pt x="2054" y="421"/>
                  </a:lnTo>
                  <a:lnTo>
                    <a:pt x="2101" y="654"/>
                  </a:lnTo>
                  <a:lnTo>
                    <a:pt x="2101" y="887"/>
                  </a:lnTo>
                  <a:lnTo>
                    <a:pt x="2054" y="1074"/>
                  </a:lnTo>
                  <a:lnTo>
                    <a:pt x="1961" y="1307"/>
                  </a:lnTo>
                  <a:lnTo>
                    <a:pt x="1821" y="1494"/>
                  </a:lnTo>
                  <a:lnTo>
                    <a:pt x="1681" y="1681"/>
                  </a:lnTo>
                  <a:lnTo>
                    <a:pt x="1494" y="1821"/>
                  </a:lnTo>
                  <a:lnTo>
                    <a:pt x="1308" y="1961"/>
                  </a:lnTo>
                  <a:lnTo>
                    <a:pt x="1121" y="2007"/>
                  </a:lnTo>
                  <a:lnTo>
                    <a:pt x="888" y="2054"/>
                  </a:lnTo>
                  <a:lnTo>
                    <a:pt x="421" y="2054"/>
                  </a:lnTo>
                  <a:lnTo>
                    <a:pt x="234" y="2007"/>
                  </a:lnTo>
                  <a:lnTo>
                    <a:pt x="1" y="1867"/>
                  </a:lnTo>
                  <a:lnTo>
                    <a:pt x="1" y="1867"/>
                  </a:lnTo>
                  <a:lnTo>
                    <a:pt x="234" y="2147"/>
                  </a:lnTo>
                  <a:lnTo>
                    <a:pt x="421" y="2334"/>
                  </a:lnTo>
                  <a:lnTo>
                    <a:pt x="701" y="2474"/>
                  </a:lnTo>
                  <a:lnTo>
                    <a:pt x="934" y="2521"/>
                  </a:lnTo>
                  <a:lnTo>
                    <a:pt x="1214" y="2567"/>
                  </a:lnTo>
                  <a:lnTo>
                    <a:pt x="1448" y="2521"/>
                  </a:lnTo>
                  <a:lnTo>
                    <a:pt x="1728" y="2474"/>
                  </a:lnTo>
                  <a:lnTo>
                    <a:pt x="1961" y="2334"/>
                  </a:lnTo>
                  <a:lnTo>
                    <a:pt x="2148" y="2147"/>
                  </a:lnTo>
                  <a:lnTo>
                    <a:pt x="2334" y="1961"/>
                  </a:lnTo>
                  <a:lnTo>
                    <a:pt x="2474" y="1681"/>
                  </a:lnTo>
                  <a:lnTo>
                    <a:pt x="2568" y="1447"/>
                  </a:lnTo>
                  <a:lnTo>
                    <a:pt x="2568" y="1167"/>
                  </a:lnTo>
                  <a:lnTo>
                    <a:pt x="2568" y="934"/>
                  </a:lnTo>
                  <a:lnTo>
                    <a:pt x="2474" y="654"/>
                  </a:lnTo>
                  <a:lnTo>
                    <a:pt x="2334" y="421"/>
                  </a:lnTo>
                  <a:lnTo>
                    <a:pt x="2148" y="187"/>
                  </a:lnTo>
                  <a:lnTo>
                    <a:pt x="19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5" name="Google Shape;9215;p44"/>
            <p:cNvSpPr/>
            <p:nvPr/>
          </p:nvSpPr>
          <p:spPr>
            <a:xfrm>
              <a:off x="4143975" y="2786200"/>
              <a:ext cx="74700" cy="60700"/>
            </a:xfrm>
            <a:custGeom>
              <a:rect b="b" l="l" r="r" t="t"/>
              <a:pathLst>
                <a:path extrusionOk="0" h="2428" w="2988">
                  <a:moveTo>
                    <a:pt x="561" y="0"/>
                  </a:moveTo>
                  <a:lnTo>
                    <a:pt x="467" y="47"/>
                  </a:lnTo>
                  <a:lnTo>
                    <a:pt x="47" y="654"/>
                  </a:lnTo>
                  <a:lnTo>
                    <a:pt x="1" y="747"/>
                  </a:lnTo>
                  <a:lnTo>
                    <a:pt x="47" y="794"/>
                  </a:lnTo>
                  <a:lnTo>
                    <a:pt x="841" y="1354"/>
                  </a:lnTo>
                  <a:lnTo>
                    <a:pt x="887" y="1400"/>
                  </a:lnTo>
                  <a:lnTo>
                    <a:pt x="841" y="1494"/>
                  </a:lnTo>
                  <a:lnTo>
                    <a:pt x="561" y="1867"/>
                  </a:lnTo>
                  <a:lnTo>
                    <a:pt x="561" y="1960"/>
                  </a:lnTo>
                  <a:lnTo>
                    <a:pt x="607" y="2007"/>
                  </a:lnTo>
                  <a:lnTo>
                    <a:pt x="1167" y="2427"/>
                  </a:lnTo>
                  <a:lnTo>
                    <a:pt x="2194" y="1727"/>
                  </a:lnTo>
                  <a:lnTo>
                    <a:pt x="2847" y="1774"/>
                  </a:lnTo>
                  <a:lnTo>
                    <a:pt x="2941" y="1634"/>
                  </a:lnTo>
                  <a:lnTo>
                    <a:pt x="2987" y="1494"/>
                  </a:lnTo>
                  <a:lnTo>
                    <a:pt x="2987" y="1354"/>
                  </a:lnTo>
                  <a:lnTo>
                    <a:pt x="2987" y="1214"/>
                  </a:lnTo>
                  <a:lnTo>
                    <a:pt x="2941" y="1027"/>
                  </a:lnTo>
                  <a:lnTo>
                    <a:pt x="2894" y="934"/>
                  </a:lnTo>
                  <a:lnTo>
                    <a:pt x="2801" y="794"/>
                  </a:lnTo>
                  <a:lnTo>
                    <a:pt x="2661" y="700"/>
                  </a:lnTo>
                  <a:lnTo>
                    <a:pt x="1961" y="140"/>
                  </a:lnTo>
                  <a:lnTo>
                    <a:pt x="1867" y="140"/>
                  </a:lnTo>
                  <a:lnTo>
                    <a:pt x="1821" y="187"/>
                  </a:lnTo>
                  <a:lnTo>
                    <a:pt x="1541" y="560"/>
                  </a:lnTo>
                  <a:lnTo>
                    <a:pt x="1447" y="607"/>
                  </a:lnTo>
                  <a:lnTo>
                    <a:pt x="1401" y="560"/>
                  </a:lnTo>
                  <a:lnTo>
                    <a:pt x="6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6" name="Google Shape;9216;p44"/>
            <p:cNvSpPr/>
            <p:nvPr/>
          </p:nvSpPr>
          <p:spPr>
            <a:xfrm>
              <a:off x="4048300" y="2580850"/>
              <a:ext cx="246200" cy="243875"/>
            </a:xfrm>
            <a:custGeom>
              <a:rect b="b" l="l" r="r" t="t"/>
              <a:pathLst>
                <a:path extrusionOk="0" h="9755" w="9848">
                  <a:moveTo>
                    <a:pt x="794" y="1"/>
                  </a:moveTo>
                  <a:lnTo>
                    <a:pt x="654" y="47"/>
                  </a:lnTo>
                  <a:lnTo>
                    <a:pt x="561" y="141"/>
                  </a:lnTo>
                  <a:lnTo>
                    <a:pt x="47" y="887"/>
                  </a:lnTo>
                  <a:lnTo>
                    <a:pt x="1" y="981"/>
                  </a:lnTo>
                  <a:lnTo>
                    <a:pt x="1" y="1121"/>
                  </a:lnTo>
                  <a:lnTo>
                    <a:pt x="47" y="1261"/>
                  </a:lnTo>
                  <a:lnTo>
                    <a:pt x="141" y="1354"/>
                  </a:lnTo>
                  <a:lnTo>
                    <a:pt x="1401" y="2194"/>
                  </a:lnTo>
                  <a:lnTo>
                    <a:pt x="2567" y="3081"/>
                  </a:lnTo>
                  <a:lnTo>
                    <a:pt x="3688" y="4061"/>
                  </a:lnTo>
                  <a:lnTo>
                    <a:pt x="4761" y="5088"/>
                  </a:lnTo>
                  <a:lnTo>
                    <a:pt x="5788" y="6161"/>
                  </a:lnTo>
                  <a:lnTo>
                    <a:pt x="6768" y="7328"/>
                  </a:lnTo>
                  <a:lnTo>
                    <a:pt x="7654" y="8494"/>
                  </a:lnTo>
                  <a:lnTo>
                    <a:pt x="8541" y="9708"/>
                  </a:lnTo>
                  <a:lnTo>
                    <a:pt x="8588" y="9754"/>
                  </a:lnTo>
                  <a:lnTo>
                    <a:pt x="8634" y="9754"/>
                  </a:lnTo>
                  <a:lnTo>
                    <a:pt x="8821" y="9568"/>
                  </a:lnTo>
                  <a:lnTo>
                    <a:pt x="9194" y="9381"/>
                  </a:lnTo>
                  <a:lnTo>
                    <a:pt x="9614" y="9148"/>
                  </a:lnTo>
                  <a:lnTo>
                    <a:pt x="9801" y="9008"/>
                  </a:lnTo>
                  <a:lnTo>
                    <a:pt x="9848" y="8961"/>
                  </a:lnTo>
                  <a:lnTo>
                    <a:pt x="9848" y="8821"/>
                  </a:lnTo>
                  <a:lnTo>
                    <a:pt x="8914" y="7561"/>
                  </a:lnTo>
                  <a:lnTo>
                    <a:pt x="7981" y="6301"/>
                  </a:lnTo>
                  <a:lnTo>
                    <a:pt x="6954" y="5134"/>
                  </a:lnTo>
                  <a:lnTo>
                    <a:pt x="5881" y="3968"/>
                  </a:lnTo>
                  <a:lnTo>
                    <a:pt x="4761" y="2894"/>
                  </a:lnTo>
                  <a:lnTo>
                    <a:pt x="3547" y="1868"/>
                  </a:lnTo>
                  <a:lnTo>
                    <a:pt x="2334" y="934"/>
                  </a:lnTo>
                  <a:lnTo>
                    <a:pt x="1027" y="47"/>
                  </a:lnTo>
                  <a:lnTo>
                    <a:pt x="88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7" name="Google Shape;9217;p44"/>
            <p:cNvSpPr/>
            <p:nvPr/>
          </p:nvSpPr>
          <p:spPr>
            <a:xfrm>
              <a:off x="4007475" y="2684700"/>
              <a:ext cx="63025" cy="85200"/>
            </a:xfrm>
            <a:custGeom>
              <a:rect b="b" l="l" r="r" t="t"/>
              <a:pathLst>
                <a:path extrusionOk="0" h="3408" w="2521">
                  <a:moveTo>
                    <a:pt x="1074" y="0"/>
                  </a:moveTo>
                  <a:lnTo>
                    <a:pt x="0" y="3220"/>
                  </a:lnTo>
                  <a:lnTo>
                    <a:pt x="234" y="3360"/>
                  </a:lnTo>
                  <a:lnTo>
                    <a:pt x="514" y="3407"/>
                  </a:lnTo>
                  <a:lnTo>
                    <a:pt x="747" y="3407"/>
                  </a:lnTo>
                  <a:lnTo>
                    <a:pt x="980" y="3360"/>
                  </a:lnTo>
                  <a:lnTo>
                    <a:pt x="1214" y="3267"/>
                  </a:lnTo>
                  <a:lnTo>
                    <a:pt x="1447" y="3174"/>
                  </a:lnTo>
                  <a:lnTo>
                    <a:pt x="1680" y="2987"/>
                  </a:lnTo>
                  <a:lnTo>
                    <a:pt x="1914" y="2800"/>
                  </a:lnTo>
                  <a:lnTo>
                    <a:pt x="2147" y="2520"/>
                  </a:lnTo>
                  <a:lnTo>
                    <a:pt x="2334" y="2240"/>
                  </a:lnTo>
                  <a:lnTo>
                    <a:pt x="2427" y="1960"/>
                  </a:lnTo>
                  <a:lnTo>
                    <a:pt x="2520" y="1634"/>
                  </a:lnTo>
                  <a:lnTo>
                    <a:pt x="2520" y="1354"/>
                  </a:lnTo>
                  <a:lnTo>
                    <a:pt x="2474" y="1074"/>
                  </a:lnTo>
                  <a:lnTo>
                    <a:pt x="2334" y="794"/>
                  </a:lnTo>
                  <a:lnTo>
                    <a:pt x="2100" y="514"/>
                  </a:lnTo>
                  <a:lnTo>
                    <a:pt x="1867" y="327"/>
                  </a:lnTo>
                  <a:lnTo>
                    <a:pt x="1634" y="187"/>
                  </a:lnTo>
                  <a:lnTo>
                    <a:pt x="1354" y="94"/>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8" name="Google Shape;9218;p44"/>
            <p:cNvSpPr/>
            <p:nvPr/>
          </p:nvSpPr>
          <p:spPr>
            <a:xfrm>
              <a:off x="3982975" y="2799025"/>
              <a:ext cx="29175" cy="40875"/>
            </a:xfrm>
            <a:custGeom>
              <a:rect b="b" l="l" r="r" t="t"/>
              <a:pathLst>
                <a:path extrusionOk="0" h="1635" w="1167">
                  <a:moveTo>
                    <a:pt x="514" y="1"/>
                  </a:moveTo>
                  <a:lnTo>
                    <a:pt x="0" y="1634"/>
                  </a:lnTo>
                  <a:lnTo>
                    <a:pt x="0" y="1634"/>
                  </a:lnTo>
                  <a:lnTo>
                    <a:pt x="560" y="1494"/>
                  </a:lnTo>
                  <a:lnTo>
                    <a:pt x="980" y="1401"/>
                  </a:lnTo>
                  <a:lnTo>
                    <a:pt x="1120" y="1354"/>
                  </a:lnTo>
                  <a:lnTo>
                    <a:pt x="1167" y="1307"/>
                  </a:lnTo>
                  <a:lnTo>
                    <a:pt x="1167" y="654"/>
                  </a:lnTo>
                  <a:lnTo>
                    <a:pt x="1167" y="234"/>
                  </a:lnTo>
                  <a:lnTo>
                    <a:pt x="1167" y="94"/>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9" name="Google Shape;9219;p44"/>
            <p:cNvSpPr/>
            <p:nvPr/>
          </p:nvSpPr>
          <p:spPr>
            <a:xfrm>
              <a:off x="4076300" y="2745375"/>
              <a:ext cx="42025" cy="53675"/>
            </a:xfrm>
            <a:custGeom>
              <a:rect b="b" l="l" r="r" t="t"/>
              <a:pathLst>
                <a:path extrusionOk="0" h="2147" w="1681">
                  <a:moveTo>
                    <a:pt x="1587" y="0"/>
                  </a:moveTo>
                  <a:lnTo>
                    <a:pt x="1541" y="47"/>
                  </a:lnTo>
                  <a:lnTo>
                    <a:pt x="1121" y="607"/>
                  </a:lnTo>
                  <a:lnTo>
                    <a:pt x="1027" y="653"/>
                  </a:lnTo>
                  <a:lnTo>
                    <a:pt x="981" y="653"/>
                  </a:lnTo>
                  <a:lnTo>
                    <a:pt x="701" y="467"/>
                  </a:lnTo>
                  <a:lnTo>
                    <a:pt x="607" y="420"/>
                  </a:lnTo>
                  <a:lnTo>
                    <a:pt x="561" y="467"/>
                  </a:lnTo>
                  <a:lnTo>
                    <a:pt x="94" y="1073"/>
                  </a:lnTo>
                  <a:lnTo>
                    <a:pt x="1" y="1260"/>
                  </a:lnTo>
                  <a:lnTo>
                    <a:pt x="1" y="1493"/>
                  </a:lnTo>
                  <a:lnTo>
                    <a:pt x="94" y="1680"/>
                  </a:lnTo>
                  <a:lnTo>
                    <a:pt x="234" y="1820"/>
                  </a:lnTo>
                  <a:lnTo>
                    <a:pt x="934" y="2147"/>
                  </a:lnTo>
                  <a:lnTo>
                    <a:pt x="1121" y="2147"/>
                  </a:lnTo>
                  <a:lnTo>
                    <a:pt x="1307" y="1913"/>
                  </a:lnTo>
                  <a:lnTo>
                    <a:pt x="1587" y="1447"/>
                  </a:lnTo>
                  <a:lnTo>
                    <a:pt x="1681" y="47"/>
                  </a:lnTo>
                  <a:lnTo>
                    <a:pt x="15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0" name="Google Shape;9220;p44"/>
            <p:cNvSpPr/>
            <p:nvPr/>
          </p:nvSpPr>
          <p:spPr>
            <a:xfrm>
              <a:off x="4037800" y="2828200"/>
              <a:ext cx="68875" cy="58350"/>
            </a:xfrm>
            <a:custGeom>
              <a:rect b="b" l="l" r="r" t="t"/>
              <a:pathLst>
                <a:path extrusionOk="0" h="2334" w="2755">
                  <a:moveTo>
                    <a:pt x="1354" y="0"/>
                  </a:moveTo>
                  <a:lnTo>
                    <a:pt x="1121" y="47"/>
                  </a:lnTo>
                  <a:lnTo>
                    <a:pt x="841" y="94"/>
                  </a:lnTo>
                  <a:lnTo>
                    <a:pt x="607" y="234"/>
                  </a:lnTo>
                  <a:lnTo>
                    <a:pt x="421" y="420"/>
                  </a:lnTo>
                  <a:lnTo>
                    <a:pt x="234" y="607"/>
                  </a:lnTo>
                  <a:lnTo>
                    <a:pt x="94" y="840"/>
                  </a:lnTo>
                  <a:lnTo>
                    <a:pt x="47" y="1120"/>
                  </a:lnTo>
                  <a:lnTo>
                    <a:pt x="1" y="1400"/>
                  </a:lnTo>
                  <a:lnTo>
                    <a:pt x="47" y="1634"/>
                  </a:lnTo>
                  <a:lnTo>
                    <a:pt x="94" y="1914"/>
                  </a:lnTo>
                  <a:lnTo>
                    <a:pt x="234" y="2147"/>
                  </a:lnTo>
                  <a:lnTo>
                    <a:pt x="421" y="2334"/>
                  </a:lnTo>
                  <a:lnTo>
                    <a:pt x="794" y="2101"/>
                  </a:lnTo>
                  <a:lnTo>
                    <a:pt x="1167" y="1821"/>
                  </a:lnTo>
                  <a:lnTo>
                    <a:pt x="2707" y="1634"/>
                  </a:lnTo>
                  <a:lnTo>
                    <a:pt x="2754" y="1307"/>
                  </a:lnTo>
                  <a:lnTo>
                    <a:pt x="2707" y="980"/>
                  </a:lnTo>
                  <a:lnTo>
                    <a:pt x="2567" y="700"/>
                  </a:lnTo>
                  <a:lnTo>
                    <a:pt x="2334" y="420"/>
                  </a:lnTo>
                  <a:lnTo>
                    <a:pt x="2147" y="234"/>
                  </a:lnTo>
                  <a:lnTo>
                    <a:pt x="1914" y="94"/>
                  </a:lnTo>
                  <a:lnTo>
                    <a:pt x="1634" y="47"/>
                  </a:lnTo>
                  <a:lnTo>
                    <a:pt x="13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1" name="Google Shape;9221;p44"/>
            <p:cNvSpPr/>
            <p:nvPr/>
          </p:nvSpPr>
          <p:spPr>
            <a:xfrm>
              <a:off x="4255975" y="2789700"/>
              <a:ext cx="39700" cy="37350"/>
            </a:xfrm>
            <a:custGeom>
              <a:rect b="b" l="l" r="r" t="t"/>
              <a:pathLst>
                <a:path extrusionOk="0" h="1494" w="1588">
                  <a:moveTo>
                    <a:pt x="1214" y="0"/>
                  </a:moveTo>
                  <a:lnTo>
                    <a:pt x="1167" y="234"/>
                  </a:lnTo>
                  <a:lnTo>
                    <a:pt x="1121" y="280"/>
                  </a:lnTo>
                  <a:lnTo>
                    <a:pt x="1027" y="374"/>
                  </a:lnTo>
                  <a:lnTo>
                    <a:pt x="234" y="934"/>
                  </a:lnTo>
                  <a:lnTo>
                    <a:pt x="94" y="980"/>
                  </a:lnTo>
                  <a:lnTo>
                    <a:pt x="1" y="1027"/>
                  </a:lnTo>
                  <a:lnTo>
                    <a:pt x="234" y="1354"/>
                  </a:lnTo>
                  <a:lnTo>
                    <a:pt x="327" y="1447"/>
                  </a:lnTo>
                  <a:lnTo>
                    <a:pt x="421" y="1494"/>
                  </a:lnTo>
                  <a:lnTo>
                    <a:pt x="561" y="1494"/>
                  </a:lnTo>
                  <a:lnTo>
                    <a:pt x="654" y="1447"/>
                  </a:lnTo>
                  <a:lnTo>
                    <a:pt x="1447" y="934"/>
                  </a:lnTo>
                  <a:lnTo>
                    <a:pt x="1541" y="840"/>
                  </a:lnTo>
                  <a:lnTo>
                    <a:pt x="1587" y="747"/>
                  </a:lnTo>
                  <a:lnTo>
                    <a:pt x="1587" y="607"/>
                  </a:lnTo>
                  <a:lnTo>
                    <a:pt x="1541" y="467"/>
                  </a:lnTo>
                  <a:lnTo>
                    <a:pt x="121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2" name="Google Shape;9222;p44"/>
            <p:cNvSpPr/>
            <p:nvPr/>
          </p:nvSpPr>
          <p:spPr>
            <a:xfrm>
              <a:off x="3982975" y="2799025"/>
              <a:ext cx="33850" cy="40875"/>
            </a:xfrm>
            <a:custGeom>
              <a:rect b="b" l="l" r="r" t="t"/>
              <a:pathLst>
                <a:path extrusionOk="0" h="1635" w="1354">
                  <a:moveTo>
                    <a:pt x="887" y="1"/>
                  </a:moveTo>
                  <a:lnTo>
                    <a:pt x="887" y="934"/>
                  </a:lnTo>
                  <a:lnTo>
                    <a:pt x="840" y="1027"/>
                  </a:lnTo>
                  <a:lnTo>
                    <a:pt x="794" y="1074"/>
                  </a:lnTo>
                  <a:lnTo>
                    <a:pt x="747" y="1121"/>
                  </a:lnTo>
                  <a:lnTo>
                    <a:pt x="140" y="1121"/>
                  </a:lnTo>
                  <a:lnTo>
                    <a:pt x="0" y="1634"/>
                  </a:lnTo>
                  <a:lnTo>
                    <a:pt x="1120" y="1634"/>
                  </a:lnTo>
                  <a:lnTo>
                    <a:pt x="1214" y="1587"/>
                  </a:lnTo>
                  <a:lnTo>
                    <a:pt x="1307" y="1541"/>
                  </a:lnTo>
                  <a:lnTo>
                    <a:pt x="1307" y="1494"/>
                  </a:lnTo>
                  <a:lnTo>
                    <a:pt x="1354" y="1401"/>
                  </a:lnTo>
                  <a:lnTo>
                    <a:pt x="1354" y="234"/>
                  </a:lnTo>
                  <a:lnTo>
                    <a:pt x="1307" y="141"/>
                  </a:lnTo>
                  <a:lnTo>
                    <a:pt x="1307" y="94"/>
                  </a:lnTo>
                  <a:lnTo>
                    <a:pt x="1214" y="47"/>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3" name="Google Shape;9223;p44"/>
            <p:cNvSpPr/>
            <p:nvPr/>
          </p:nvSpPr>
          <p:spPr>
            <a:xfrm>
              <a:off x="4077475" y="2746525"/>
              <a:ext cx="52525" cy="58375"/>
            </a:xfrm>
            <a:custGeom>
              <a:rect b="b" l="l" r="r" t="t"/>
              <a:pathLst>
                <a:path extrusionOk="0" h="2335" w="2101">
                  <a:moveTo>
                    <a:pt x="1587" y="1"/>
                  </a:moveTo>
                  <a:lnTo>
                    <a:pt x="1167" y="561"/>
                  </a:lnTo>
                  <a:lnTo>
                    <a:pt x="1167" y="607"/>
                  </a:lnTo>
                  <a:lnTo>
                    <a:pt x="1214" y="701"/>
                  </a:lnTo>
                  <a:lnTo>
                    <a:pt x="1447" y="887"/>
                  </a:lnTo>
                  <a:lnTo>
                    <a:pt x="1494" y="934"/>
                  </a:lnTo>
                  <a:lnTo>
                    <a:pt x="1494" y="1027"/>
                  </a:lnTo>
                  <a:lnTo>
                    <a:pt x="1027" y="1634"/>
                  </a:lnTo>
                  <a:lnTo>
                    <a:pt x="887" y="1774"/>
                  </a:lnTo>
                  <a:lnTo>
                    <a:pt x="700" y="1821"/>
                  </a:lnTo>
                  <a:lnTo>
                    <a:pt x="514" y="1821"/>
                  </a:lnTo>
                  <a:lnTo>
                    <a:pt x="327" y="1727"/>
                  </a:lnTo>
                  <a:lnTo>
                    <a:pt x="0" y="1494"/>
                  </a:lnTo>
                  <a:lnTo>
                    <a:pt x="47" y="1634"/>
                  </a:lnTo>
                  <a:lnTo>
                    <a:pt x="187" y="1774"/>
                  </a:lnTo>
                  <a:lnTo>
                    <a:pt x="794" y="2241"/>
                  </a:lnTo>
                  <a:lnTo>
                    <a:pt x="980" y="2334"/>
                  </a:lnTo>
                  <a:lnTo>
                    <a:pt x="1167" y="2334"/>
                  </a:lnTo>
                  <a:lnTo>
                    <a:pt x="1354" y="2241"/>
                  </a:lnTo>
                  <a:lnTo>
                    <a:pt x="1540" y="2101"/>
                  </a:lnTo>
                  <a:lnTo>
                    <a:pt x="1960" y="1494"/>
                  </a:lnTo>
                  <a:lnTo>
                    <a:pt x="2007" y="1401"/>
                  </a:lnTo>
                  <a:lnTo>
                    <a:pt x="1960" y="1354"/>
                  </a:lnTo>
                  <a:lnTo>
                    <a:pt x="1680" y="1167"/>
                  </a:lnTo>
                  <a:lnTo>
                    <a:pt x="1634" y="1074"/>
                  </a:lnTo>
                  <a:lnTo>
                    <a:pt x="1680" y="1027"/>
                  </a:lnTo>
                  <a:lnTo>
                    <a:pt x="2054" y="467"/>
                  </a:lnTo>
                  <a:lnTo>
                    <a:pt x="2100" y="374"/>
                  </a:lnTo>
                  <a:lnTo>
                    <a:pt x="2054" y="327"/>
                  </a:lnTo>
                  <a:lnTo>
                    <a:pt x="163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4" name="Google Shape;9224;p44"/>
            <p:cNvSpPr/>
            <p:nvPr/>
          </p:nvSpPr>
          <p:spPr>
            <a:xfrm>
              <a:off x="4007475" y="2691700"/>
              <a:ext cx="65350" cy="79350"/>
            </a:xfrm>
            <a:custGeom>
              <a:rect b="b" l="l" r="r" t="t"/>
              <a:pathLst>
                <a:path extrusionOk="0" h="3174" w="2614">
                  <a:moveTo>
                    <a:pt x="1820" y="0"/>
                  </a:moveTo>
                  <a:lnTo>
                    <a:pt x="1960" y="280"/>
                  </a:lnTo>
                  <a:lnTo>
                    <a:pt x="2100" y="560"/>
                  </a:lnTo>
                  <a:lnTo>
                    <a:pt x="2147" y="840"/>
                  </a:lnTo>
                  <a:lnTo>
                    <a:pt x="2100" y="1120"/>
                  </a:lnTo>
                  <a:lnTo>
                    <a:pt x="2054" y="1447"/>
                  </a:lnTo>
                  <a:lnTo>
                    <a:pt x="1960" y="1727"/>
                  </a:lnTo>
                  <a:lnTo>
                    <a:pt x="1820" y="1960"/>
                  </a:lnTo>
                  <a:lnTo>
                    <a:pt x="1634" y="2194"/>
                  </a:lnTo>
                  <a:lnTo>
                    <a:pt x="1307" y="2474"/>
                  </a:lnTo>
                  <a:lnTo>
                    <a:pt x="887" y="2614"/>
                  </a:lnTo>
                  <a:lnTo>
                    <a:pt x="514" y="2707"/>
                  </a:lnTo>
                  <a:lnTo>
                    <a:pt x="94" y="2707"/>
                  </a:lnTo>
                  <a:lnTo>
                    <a:pt x="0" y="2940"/>
                  </a:lnTo>
                  <a:lnTo>
                    <a:pt x="280" y="3080"/>
                  </a:lnTo>
                  <a:lnTo>
                    <a:pt x="514" y="3174"/>
                  </a:lnTo>
                  <a:lnTo>
                    <a:pt x="1074" y="3174"/>
                  </a:lnTo>
                  <a:lnTo>
                    <a:pt x="1354" y="3127"/>
                  </a:lnTo>
                  <a:lnTo>
                    <a:pt x="1634" y="3034"/>
                  </a:lnTo>
                  <a:lnTo>
                    <a:pt x="1867" y="2894"/>
                  </a:lnTo>
                  <a:lnTo>
                    <a:pt x="2100" y="2660"/>
                  </a:lnTo>
                  <a:lnTo>
                    <a:pt x="2334" y="2427"/>
                  </a:lnTo>
                  <a:lnTo>
                    <a:pt x="2474" y="2100"/>
                  </a:lnTo>
                  <a:lnTo>
                    <a:pt x="2567" y="1774"/>
                  </a:lnTo>
                  <a:lnTo>
                    <a:pt x="2614" y="1447"/>
                  </a:lnTo>
                  <a:lnTo>
                    <a:pt x="2567" y="1120"/>
                  </a:lnTo>
                  <a:lnTo>
                    <a:pt x="2474" y="794"/>
                  </a:lnTo>
                  <a:lnTo>
                    <a:pt x="2334" y="514"/>
                  </a:lnTo>
                  <a:lnTo>
                    <a:pt x="2100" y="234"/>
                  </a:lnTo>
                  <a:lnTo>
                    <a:pt x="182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5" name="Google Shape;9225;p44"/>
            <p:cNvSpPr/>
            <p:nvPr/>
          </p:nvSpPr>
          <p:spPr>
            <a:xfrm>
              <a:off x="4157975" y="2815375"/>
              <a:ext cx="60700" cy="31525"/>
            </a:xfrm>
            <a:custGeom>
              <a:rect b="b" l="l" r="r" t="t"/>
              <a:pathLst>
                <a:path extrusionOk="0" h="1261" w="2428">
                  <a:moveTo>
                    <a:pt x="2427" y="0"/>
                  </a:moveTo>
                  <a:lnTo>
                    <a:pt x="1" y="840"/>
                  </a:lnTo>
                  <a:lnTo>
                    <a:pt x="47" y="840"/>
                  </a:lnTo>
                  <a:lnTo>
                    <a:pt x="607" y="1260"/>
                  </a:lnTo>
                  <a:lnTo>
                    <a:pt x="2194" y="747"/>
                  </a:lnTo>
                  <a:lnTo>
                    <a:pt x="2287" y="607"/>
                  </a:lnTo>
                  <a:lnTo>
                    <a:pt x="2381" y="467"/>
                  </a:lnTo>
                  <a:lnTo>
                    <a:pt x="2427" y="327"/>
                  </a:lnTo>
                  <a:lnTo>
                    <a:pt x="2427" y="187"/>
                  </a:lnTo>
                  <a:lnTo>
                    <a:pt x="24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6" name="Google Shape;9226;p44"/>
            <p:cNvSpPr/>
            <p:nvPr/>
          </p:nvSpPr>
          <p:spPr>
            <a:xfrm>
              <a:off x="4040150" y="2853875"/>
              <a:ext cx="66525" cy="35025"/>
            </a:xfrm>
            <a:custGeom>
              <a:rect b="b" l="l" r="r" t="t"/>
              <a:pathLst>
                <a:path extrusionOk="0" h="1401" w="2661">
                  <a:moveTo>
                    <a:pt x="2613" y="0"/>
                  </a:moveTo>
                  <a:lnTo>
                    <a:pt x="0" y="840"/>
                  </a:lnTo>
                  <a:lnTo>
                    <a:pt x="140" y="1120"/>
                  </a:lnTo>
                  <a:lnTo>
                    <a:pt x="327" y="1307"/>
                  </a:lnTo>
                  <a:lnTo>
                    <a:pt x="373" y="1400"/>
                  </a:lnTo>
                  <a:lnTo>
                    <a:pt x="2613" y="607"/>
                  </a:lnTo>
                  <a:lnTo>
                    <a:pt x="2660" y="327"/>
                  </a:lnTo>
                  <a:lnTo>
                    <a:pt x="26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27" name="Google Shape;9227;p44"/>
          <p:cNvGrpSpPr/>
          <p:nvPr/>
        </p:nvGrpSpPr>
        <p:grpSpPr>
          <a:xfrm>
            <a:off x="1691209" y="3289563"/>
            <a:ext cx="264875" cy="336025"/>
            <a:chOff x="3994625" y="3271550"/>
            <a:chExt cx="264875" cy="336025"/>
          </a:xfrm>
        </p:grpSpPr>
        <p:sp>
          <p:nvSpPr>
            <p:cNvPr id="9228" name="Google Shape;9228;p44"/>
            <p:cNvSpPr/>
            <p:nvPr/>
          </p:nvSpPr>
          <p:spPr>
            <a:xfrm>
              <a:off x="4007475" y="3271550"/>
              <a:ext cx="246200" cy="336025"/>
            </a:xfrm>
            <a:custGeom>
              <a:rect b="b" l="l" r="r" t="t"/>
              <a:pathLst>
                <a:path extrusionOk="0" h="13441" w="9848">
                  <a:moveTo>
                    <a:pt x="4527" y="0"/>
                  </a:moveTo>
                  <a:lnTo>
                    <a:pt x="4014" y="47"/>
                  </a:lnTo>
                  <a:lnTo>
                    <a:pt x="3547" y="94"/>
                  </a:lnTo>
                  <a:lnTo>
                    <a:pt x="3080" y="187"/>
                  </a:lnTo>
                  <a:lnTo>
                    <a:pt x="2614" y="327"/>
                  </a:lnTo>
                  <a:lnTo>
                    <a:pt x="2194" y="467"/>
                  </a:lnTo>
                  <a:lnTo>
                    <a:pt x="1820" y="654"/>
                  </a:lnTo>
                  <a:lnTo>
                    <a:pt x="1447" y="840"/>
                  </a:lnTo>
                  <a:lnTo>
                    <a:pt x="1120" y="1027"/>
                  </a:lnTo>
                  <a:lnTo>
                    <a:pt x="840" y="1260"/>
                  </a:lnTo>
                  <a:lnTo>
                    <a:pt x="607" y="1494"/>
                  </a:lnTo>
                  <a:lnTo>
                    <a:pt x="374" y="1727"/>
                  </a:lnTo>
                  <a:lnTo>
                    <a:pt x="234" y="2007"/>
                  </a:lnTo>
                  <a:lnTo>
                    <a:pt x="94" y="2287"/>
                  </a:lnTo>
                  <a:lnTo>
                    <a:pt x="0" y="2567"/>
                  </a:lnTo>
                  <a:lnTo>
                    <a:pt x="0" y="2847"/>
                  </a:lnTo>
                  <a:lnTo>
                    <a:pt x="47" y="3220"/>
                  </a:lnTo>
                  <a:lnTo>
                    <a:pt x="140" y="3547"/>
                  </a:lnTo>
                  <a:lnTo>
                    <a:pt x="327" y="3920"/>
                  </a:lnTo>
                  <a:lnTo>
                    <a:pt x="607" y="4200"/>
                  </a:lnTo>
                  <a:lnTo>
                    <a:pt x="700" y="4387"/>
                  </a:lnTo>
                  <a:lnTo>
                    <a:pt x="747" y="4574"/>
                  </a:lnTo>
                  <a:lnTo>
                    <a:pt x="747" y="12787"/>
                  </a:lnTo>
                  <a:lnTo>
                    <a:pt x="794" y="13021"/>
                  </a:lnTo>
                  <a:lnTo>
                    <a:pt x="934" y="13254"/>
                  </a:lnTo>
                  <a:lnTo>
                    <a:pt x="1167" y="13394"/>
                  </a:lnTo>
                  <a:lnTo>
                    <a:pt x="1400" y="13441"/>
                  </a:lnTo>
                  <a:lnTo>
                    <a:pt x="8681" y="13441"/>
                  </a:lnTo>
                  <a:lnTo>
                    <a:pt x="8821" y="13394"/>
                  </a:lnTo>
                  <a:lnTo>
                    <a:pt x="8914" y="13347"/>
                  </a:lnTo>
                  <a:lnTo>
                    <a:pt x="8961" y="13301"/>
                  </a:lnTo>
                  <a:lnTo>
                    <a:pt x="9007" y="13207"/>
                  </a:lnTo>
                  <a:lnTo>
                    <a:pt x="9101" y="12974"/>
                  </a:lnTo>
                  <a:lnTo>
                    <a:pt x="9101" y="12694"/>
                  </a:lnTo>
                  <a:lnTo>
                    <a:pt x="9101" y="4480"/>
                  </a:lnTo>
                  <a:lnTo>
                    <a:pt x="9147" y="4247"/>
                  </a:lnTo>
                  <a:lnTo>
                    <a:pt x="9287" y="4014"/>
                  </a:lnTo>
                  <a:lnTo>
                    <a:pt x="9567" y="3734"/>
                  </a:lnTo>
                  <a:lnTo>
                    <a:pt x="9707" y="3454"/>
                  </a:lnTo>
                  <a:lnTo>
                    <a:pt x="9801" y="3174"/>
                  </a:lnTo>
                  <a:lnTo>
                    <a:pt x="9847" y="2847"/>
                  </a:lnTo>
                  <a:lnTo>
                    <a:pt x="9847" y="2660"/>
                  </a:lnTo>
                  <a:lnTo>
                    <a:pt x="9801" y="2474"/>
                  </a:lnTo>
                  <a:lnTo>
                    <a:pt x="9661" y="2240"/>
                  </a:lnTo>
                  <a:lnTo>
                    <a:pt x="9521" y="2007"/>
                  </a:lnTo>
                  <a:lnTo>
                    <a:pt x="9334" y="1774"/>
                  </a:lnTo>
                  <a:lnTo>
                    <a:pt x="9101" y="1540"/>
                  </a:lnTo>
                  <a:lnTo>
                    <a:pt x="8821" y="1260"/>
                  </a:lnTo>
                  <a:lnTo>
                    <a:pt x="8494" y="1074"/>
                  </a:lnTo>
                  <a:lnTo>
                    <a:pt x="8167" y="840"/>
                  </a:lnTo>
                  <a:lnTo>
                    <a:pt x="7794" y="654"/>
                  </a:lnTo>
                  <a:lnTo>
                    <a:pt x="7421" y="467"/>
                  </a:lnTo>
                  <a:lnTo>
                    <a:pt x="7001" y="280"/>
                  </a:lnTo>
                  <a:lnTo>
                    <a:pt x="6534" y="187"/>
                  </a:lnTo>
                  <a:lnTo>
                    <a:pt x="6067" y="47"/>
                  </a:lnTo>
                  <a:lnTo>
                    <a:pt x="55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9" name="Google Shape;9229;p44"/>
            <p:cNvSpPr/>
            <p:nvPr/>
          </p:nvSpPr>
          <p:spPr>
            <a:xfrm>
              <a:off x="3994625" y="3339225"/>
              <a:ext cx="112050" cy="129525"/>
            </a:xfrm>
            <a:custGeom>
              <a:rect b="b" l="l" r="r" t="t"/>
              <a:pathLst>
                <a:path extrusionOk="0" h="5181" w="4482">
                  <a:moveTo>
                    <a:pt x="3128" y="0"/>
                  </a:moveTo>
                  <a:lnTo>
                    <a:pt x="2941" y="47"/>
                  </a:lnTo>
                  <a:lnTo>
                    <a:pt x="2754" y="140"/>
                  </a:lnTo>
                  <a:lnTo>
                    <a:pt x="2568" y="233"/>
                  </a:lnTo>
                  <a:lnTo>
                    <a:pt x="2428" y="373"/>
                  </a:lnTo>
                  <a:lnTo>
                    <a:pt x="2241" y="607"/>
                  </a:lnTo>
                  <a:lnTo>
                    <a:pt x="2148" y="840"/>
                  </a:lnTo>
                  <a:lnTo>
                    <a:pt x="2148" y="887"/>
                  </a:lnTo>
                  <a:lnTo>
                    <a:pt x="2101" y="887"/>
                  </a:lnTo>
                  <a:lnTo>
                    <a:pt x="1868" y="840"/>
                  </a:lnTo>
                  <a:lnTo>
                    <a:pt x="1681" y="840"/>
                  </a:lnTo>
                  <a:lnTo>
                    <a:pt x="1448" y="887"/>
                  </a:lnTo>
                  <a:lnTo>
                    <a:pt x="1261" y="933"/>
                  </a:lnTo>
                  <a:lnTo>
                    <a:pt x="1028" y="1027"/>
                  </a:lnTo>
                  <a:lnTo>
                    <a:pt x="888" y="1167"/>
                  </a:lnTo>
                  <a:lnTo>
                    <a:pt x="701" y="1307"/>
                  </a:lnTo>
                  <a:lnTo>
                    <a:pt x="561" y="1447"/>
                  </a:lnTo>
                  <a:lnTo>
                    <a:pt x="421" y="1680"/>
                  </a:lnTo>
                  <a:lnTo>
                    <a:pt x="374" y="1867"/>
                  </a:lnTo>
                  <a:lnTo>
                    <a:pt x="281" y="2054"/>
                  </a:lnTo>
                  <a:lnTo>
                    <a:pt x="281" y="2287"/>
                  </a:lnTo>
                  <a:lnTo>
                    <a:pt x="281" y="2520"/>
                  </a:lnTo>
                  <a:lnTo>
                    <a:pt x="328" y="2707"/>
                  </a:lnTo>
                  <a:lnTo>
                    <a:pt x="421" y="2894"/>
                  </a:lnTo>
                  <a:lnTo>
                    <a:pt x="514" y="3080"/>
                  </a:lnTo>
                  <a:lnTo>
                    <a:pt x="468" y="3174"/>
                  </a:lnTo>
                  <a:lnTo>
                    <a:pt x="328" y="3314"/>
                  </a:lnTo>
                  <a:lnTo>
                    <a:pt x="188" y="3547"/>
                  </a:lnTo>
                  <a:lnTo>
                    <a:pt x="94" y="3734"/>
                  </a:lnTo>
                  <a:lnTo>
                    <a:pt x="48" y="3920"/>
                  </a:lnTo>
                  <a:lnTo>
                    <a:pt x="1" y="4154"/>
                  </a:lnTo>
                  <a:lnTo>
                    <a:pt x="48" y="4340"/>
                  </a:lnTo>
                  <a:lnTo>
                    <a:pt x="94" y="4527"/>
                  </a:lnTo>
                  <a:lnTo>
                    <a:pt x="188" y="4714"/>
                  </a:lnTo>
                  <a:lnTo>
                    <a:pt x="281" y="4900"/>
                  </a:lnTo>
                  <a:lnTo>
                    <a:pt x="468" y="5040"/>
                  </a:lnTo>
                  <a:lnTo>
                    <a:pt x="654" y="5134"/>
                  </a:lnTo>
                  <a:lnTo>
                    <a:pt x="888" y="5180"/>
                  </a:lnTo>
                  <a:lnTo>
                    <a:pt x="1121" y="5134"/>
                  </a:lnTo>
                  <a:lnTo>
                    <a:pt x="1308" y="4994"/>
                  </a:lnTo>
                  <a:lnTo>
                    <a:pt x="1541" y="4807"/>
                  </a:lnTo>
                  <a:lnTo>
                    <a:pt x="1728" y="4620"/>
                  </a:lnTo>
                  <a:lnTo>
                    <a:pt x="2101" y="4200"/>
                  </a:lnTo>
                  <a:lnTo>
                    <a:pt x="2241" y="3967"/>
                  </a:lnTo>
                  <a:lnTo>
                    <a:pt x="2288" y="3827"/>
                  </a:lnTo>
                  <a:lnTo>
                    <a:pt x="2288" y="3687"/>
                  </a:lnTo>
                  <a:lnTo>
                    <a:pt x="2194" y="3454"/>
                  </a:lnTo>
                  <a:lnTo>
                    <a:pt x="2381" y="3407"/>
                  </a:lnTo>
                  <a:lnTo>
                    <a:pt x="2614" y="3360"/>
                  </a:lnTo>
                  <a:lnTo>
                    <a:pt x="2801" y="3314"/>
                  </a:lnTo>
                  <a:lnTo>
                    <a:pt x="2894" y="3267"/>
                  </a:lnTo>
                  <a:lnTo>
                    <a:pt x="2988" y="3174"/>
                  </a:lnTo>
                  <a:lnTo>
                    <a:pt x="3081" y="2987"/>
                  </a:lnTo>
                  <a:lnTo>
                    <a:pt x="3174" y="2800"/>
                  </a:lnTo>
                  <a:lnTo>
                    <a:pt x="3221" y="2567"/>
                  </a:lnTo>
                  <a:lnTo>
                    <a:pt x="3221" y="2380"/>
                  </a:lnTo>
                  <a:lnTo>
                    <a:pt x="3548" y="2334"/>
                  </a:lnTo>
                  <a:lnTo>
                    <a:pt x="3828" y="2240"/>
                  </a:lnTo>
                  <a:lnTo>
                    <a:pt x="4061" y="2100"/>
                  </a:lnTo>
                  <a:lnTo>
                    <a:pt x="4294" y="1867"/>
                  </a:lnTo>
                  <a:lnTo>
                    <a:pt x="4388" y="1633"/>
                  </a:lnTo>
                  <a:lnTo>
                    <a:pt x="4481" y="1400"/>
                  </a:lnTo>
                  <a:lnTo>
                    <a:pt x="4481" y="1167"/>
                  </a:lnTo>
                  <a:lnTo>
                    <a:pt x="4481" y="933"/>
                  </a:lnTo>
                  <a:lnTo>
                    <a:pt x="4388" y="700"/>
                  </a:lnTo>
                  <a:lnTo>
                    <a:pt x="4294" y="513"/>
                  </a:lnTo>
                  <a:lnTo>
                    <a:pt x="4108" y="327"/>
                  </a:lnTo>
                  <a:lnTo>
                    <a:pt x="3921" y="140"/>
                  </a:lnTo>
                  <a:lnTo>
                    <a:pt x="3734" y="47"/>
                  </a:lnTo>
                  <a:lnTo>
                    <a:pt x="354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0" name="Google Shape;9230;p44"/>
            <p:cNvSpPr/>
            <p:nvPr/>
          </p:nvSpPr>
          <p:spPr>
            <a:xfrm>
              <a:off x="4080975" y="3495550"/>
              <a:ext cx="86350" cy="93375"/>
            </a:xfrm>
            <a:custGeom>
              <a:rect b="b" l="l" r="r" t="t"/>
              <a:pathLst>
                <a:path extrusionOk="0" h="3735" w="3454">
                  <a:moveTo>
                    <a:pt x="1867" y="1"/>
                  </a:moveTo>
                  <a:lnTo>
                    <a:pt x="1494" y="47"/>
                  </a:lnTo>
                  <a:lnTo>
                    <a:pt x="1167" y="141"/>
                  </a:lnTo>
                  <a:lnTo>
                    <a:pt x="840" y="327"/>
                  </a:lnTo>
                  <a:lnTo>
                    <a:pt x="560" y="561"/>
                  </a:lnTo>
                  <a:lnTo>
                    <a:pt x="327" y="841"/>
                  </a:lnTo>
                  <a:lnTo>
                    <a:pt x="140" y="1167"/>
                  </a:lnTo>
                  <a:lnTo>
                    <a:pt x="47" y="1494"/>
                  </a:lnTo>
                  <a:lnTo>
                    <a:pt x="0" y="1867"/>
                  </a:lnTo>
                  <a:lnTo>
                    <a:pt x="47" y="2241"/>
                  </a:lnTo>
                  <a:lnTo>
                    <a:pt x="140" y="2614"/>
                  </a:lnTo>
                  <a:lnTo>
                    <a:pt x="327" y="2941"/>
                  </a:lnTo>
                  <a:lnTo>
                    <a:pt x="560" y="3221"/>
                  </a:lnTo>
                  <a:lnTo>
                    <a:pt x="840" y="3407"/>
                  </a:lnTo>
                  <a:lnTo>
                    <a:pt x="1167" y="3594"/>
                  </a:lnTo>
                  <a:lnTo>
                    <a:pt x="1494" y="3687"/>
                  </a:lnTo>
                  <a:lnTo>
                    <a:pt x="1867" y="3734"/>
                  </a:lnTo>
                  <a:lnTo>
                    <a:pt x="2054" y="3734"/>
                  </a:lnTo>
                  <a:lnTo>
                    <a:pt x="2240" y="3687"/>
                  </a:lnTo>
                  <a:lnTo>
                    <a:pt x="2567" y="3547"/>
                  </a:lnTo>
                  <a:lnTo>
                    <a:pt x="2801" y="3314"/>
                  </a:lnTo>
                  <a:lnTo>
                    <a:pt x="3034" y="3034"/>
                  </a:lnTo>
                  <a:lnTo>
                    <a:pt x="3174" y="2707"/>
                  </a:lnTo>
                  <a:lnTo>
                    <a:pt x="3314" y="2381"/>
                  </a:lnTo>
                  <a:lnTo>
                    <a:pt x="3407" y="2054"/>
                  </a:lnTo>
                  <a:lnTo>
                    <a:pt x="3407" y="1821"/>
                  </a:lnTo>
                  <a:lnTo>
                    <a:pt x="3454" y="1447"/>
                  </a:lnTo>
                  <a:lnTo>
                    <a:pt x="3361" y="1074"/>
                  </a:lnTo>
                  <a:lnTo>
                    <a:pt x="3267" y="794"/>
                  </a:lnTo>
                  <a:lnTo>
                    <a:pt x="3081" y="514"/>
                  </a:lnTo>
                  <a:lnTo>
                    <a:pt x="2847" y="327"/>
                  </a:lnTo>
                  <a:lnTo>
                    <a:pt x="2567" y="141"/>
                  </a:lnTo>
                  <a:lnTo>
                    <a:pt x="2240" y="47"/>
                  </a:lnTo>
                  <a:lnTo>
                    <a:pt x="18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1" name="Google Shape;9231;p44"/>
            <p:cNvSpPr/>
            <p:nvPr/>
          </p:nvSpPr>
          <p:spPr>
            <a:xfrm>
              <a:off x="4098475" y="3292550"/>
              <a:ext cx="122525" cy="112025"/>
            </a:xfrm>
            <a:custGeom>
              <a:rect b="b" l="l" r="r" t="t"/>
              <a:pathLst>
                <a:path extrusionOk="0" h="4481" w="4901">
                  <a:moveTo>
                    <a:pt x="794" y="0"/>
                  </a:moveTo>
                  <a:lnTo>
                    <a:pt x="607" y="47"/>
                  </a:lnTo>
                  <a:lnTo>
                    <a:pt x="420" y="94"/>
                  </a:lnTo>
                  <a:lnTo>
                    <a:pt x="234" y="187"/>
                  </a:lnTo>
                  <a:lnTo>
                    <a:pt x="140" y="327"/>
                  </a:lnTo>
                  <a:lnTo>
                    <a:pt x="47" y="514"/>
                  </a:lnTo>
                  <a:lnTo>
                    <a:pt x="0" y="700"/>
                  </a:lnTo>
                  <a:lnTo>
                    <a:pt x="0" y="934"/>
                  </a:lnTo>
                  <a:lnTo>
                    <a:pt x="94" y="1214"/>
                  </a:lnTo>
                  <a:lnTo>
                    <a:pt x="280" y="1727"/>
                  </a:lnTo>
                  <a:lnTo>
                    <a:pt x="607" y="2334"/>
                  </a:lnTo>
                  <a:lnTo>
                    <a:pt x="1027" y="2894"/>
                  </a:lnTo>
                  <a:lnTo>
                    <a:pt x="1447" y="3407"/>
                  </a:lnTo>
                  <a:lnTo>
                    <a:pt x="1821" y="3827"/>
                  </a:lnTo>
                  <a:lnTo>
                    <a:pt x="2194" y="4107"/>
                  </a:lnTo>
                  <a:lnTo>
                    <a:pt x="2521" y="4294"/>
                  </a:lnTo>
                  <a:lnTo>
                    <a:pt x="2847" y="4434"/>
                  </a:lnTo>
                  <a:lnTo>
                    <a:pt x="3221" y="4481"/>
                  </a:lnTo>
                  <a:lnTo>
                    <a:pt x="3547" y="4434"/>
                  </a:lnTo>
                  <a:lnTo>
                    <a:pt x="3827" y="4341"/>
                  </a:lnTo>
                  <a:lnTo>
                    <a:pt x="4154" y="4154"/>
                  </a:lnTo>
                  <a:lnTo>
                    <a:pt x="4387" y="3921"/>
                  </a:lnTo>
                  <a:lnTo>
                    <a:pt x="4621" y="3594"/>
                  </a:lnTo>
                  <a:lnTo>
                    <a:pt x="4761" y="3360"/>
                  </a:lnTo>
                  <a:lnTo>
                    <a:pt x="4854" y="3034"/>
                  </a:lnTo>
                  <a:lnTo>
                    <a:pt x="4901" y="2754"/>
                  </a:lnTo>
                  <a:lnTo>
                    <a:pt x="4901" y="2380"/>
                  </a:lnTo>
                  <a:lnTo>
                    <a:pt x="4807" y="2054"/>
                  </a:lnTo>
                  <a:lnTo>
                    <a:pt x="4714" y="1727"/>
                  </a:lnTo>
                  <a:lnTo>
                    <a:pt x="4481" y="1447"/>
                  </a:lnTo>
                  <a:lnTo>
                    <a:pt x="4201" y="1214"/>
                  </a:lnTo>
                  <a:lnTo>
                    <a:pt x="3781" y="887"/>
                  </a:lnTo>
                  <a:lnTo>
                    <a:pt x="3221" y="560"/>
                  </a:lnTo>
                  <a:lnTo>
                    <a:pt x="2567" y="234"/>
                  </a:lnTo>
                  <a:lnTo>
                    <a:pt x="2194" y="140"/>
                  </a:lnTo>
                  <a:lnTo>
                    <a:pt x="1821" y="47"/>
                  </a:lnTo>
                  <a:lnTo>
                    <a:pt x="12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2" name="Google Shape;9232;p44"/>
            <p:cNvSpPr/>
            <p:nvPr/>
          </p:nvSpPr>
          <p:spPr>
            <a:xfrm>
              <a:off x="4153300" y="3331050"/>
              <a:ext cx="45525" cy="40850"/>
            </a:xfrm>
            <a:custGeom>
              <a:rect b="b" l="l" r="r" t="t"/>
              <a:pathLst>
                <a:path extrusionOk="0" h="1634" w="1821">
                  <a:moveTo>
                    <a:pt x="794" y="0"/>
                  </a:moveTo>
                  <a:lnTo>
                    <a:pt x="608" y="47"/>
                  </a:lnTo>
                  <a:lnTo>
                    <a:pt x="468" y="140"/>
                  </a:lnTo>
                  <a:lnTo>
                    <a:pt x="281" y="234"/>
                  </a:lnTo>
                  <a:lnTo>
                    <a:pt x="188" y="374"/>
                  </a:lnTo>
                  <a:lnTo>
                    <a:pt x="48" y="607"/>
                  </a:lnTo>
                  <a:lnTo>
                    <a:pt x="1" y="887"/>
                  </a:lnTo>
                  <a:lnTo>
                    <a:pt x="48" y="1074"/>
                  </a:lnTo>
                  <a:lnTo>
                    <a:pt x="141" y="1167"/>
                  </a:lnTo>
                  <a:lnTo>
                    <a:pt x="468" y="1400"/>
                  </a:lnTo>
                  <a:lnTo>
                    <a:pt x="794" y="1587"/>
                  </a:lnTo>
                  <a:lnTo>
                    <a:pt x="934" y="1634"/>
                  </a:lnTo>
                  <a:lnTo>
                    <a:pt x="1214" y="1634"/>
                  </a:lnTo>
                  <a:lnTo>
                    <a:pt x="1354" y="1587"/>
                  </a:lnTo>
                  <a:lnTo>
                    <a:pt x="1448" y="1494"/>
                  </a:lnTo>
                  <a:lnTo>
                    <a:pt x="1588" y="1400"/>
                  </a:lnTo>
                  <a:lnTo>
                    <a:pt x="1728" y="1074"/>
                  </a:lnTo>
                  <a:lnTo>
                    <a:pt x="1821" y="794"/>
                  </a:lnTo>
                  <a:lnTo>
                    <a:pt x="1821" y="654"/>
                  </a:lnTo>
                  <a:lnTo>
                    <a:pt x="1774" y="514"/>
                  </a:lnTo>
                  <a:lnTo>
                    <a:pt x="1728" y="420"/>
                  </a:lnTo>
                  <a:lnTo>
                    <a:pt x="1634" y="280"/>
                  </a:lnTo>
                  <a:lnTo>
                    <a:pt x="1494" y="140"/>
                  </a:lnTo>
                  <a:lnTo>
                    <a:pt x="1308" y="47"/>
                  </a:lnTo>
                  <a:lnTo>
                    <a:pt x="112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3" name="Google Shape;9233;p44"/>
            <p:cNvSpPr/>
            <p:nvPr/>
          </p:nvSpPr>
          <p:spPr>
            <a:xfrm>
              <a:off x="4125300" y="3271550"/>
              <a:ext cx="134200" cy="336025"/>
            </a:xfrm>
            <a:custGeom>
              <a:rect b="b" l="l" r="r" t="t"/>
              <a:pathLst>
                <a:path extrusionOk="0" h="13441" w="5368">
                  <a:moveTo>
                    <a:pt x="1" y="0"/>
                  </a:moveTo>
                  <a:lnTo>
                    <a:pt x="934" y="94"/>
                  </a:lnTo>
                  <a:lnTo>
                    <a:pt x="1821" y="280"/>
                  </a:lnTo>
                  <a:lnTo>
                    <a:pt x="2661" y="560"/>
                  </a:lnTo>
                  <a:lnTo>
                    <a:pt x="2988" y="700"/>
                  </a:lnTo>
                  <a:lnTo>
                    <a:pt x="3361" y="887"/>
                  </a:lnTo>
                  <a:lnTo>
                    <a:pt x="3641" y="1074"/>
                  </a:lnTo>
                  <a:lnTo>
                    <a:pt x="3921" y="1307"/>
                  </a:lnTo>
                  <a:lnTo>
                    <a:pt x="4154" y="1540"/>
                  </a:lnTo>
                  <a:lnTo>
                    <a:pt x="4341" y="1774"/>
                  </a:lnTo>
                  <a:lnTo>
                    <a:pt x="4481" y="2007"/>
                  </a:lnTo>
                  <a:lnTo>
                    <a:pt x="4621" y="2287"/>
                  </a:lnTo>
                  <a:lnTo>
                    <a:pt x="4668" y="2567"/>
                  </a:lnTo>
                  <a:lnTo>
                    <a:pt x="4714" y="2847"/>
                  </a:lnTo>
                  <a:lnTo>
                    <a:pt x="4668" y="3220"/>
                  </a:lnTo>
                  <a:lnTo>
                    <a:pt x="4528" y="3547"/>
                  </a:lnTo>
                  <a:lnTo>
                    <a:pt x="4341" y="3920"/>
                  </a:lnTo>
                  <a:lnTo>
                    <a:pt x="4108" y="4200"/>
                  </a:lnTo>
                  <a:lnTo>
                    <a:pt x="3968" y="4387"/>
                  </a:lnTo>
                  <a:lnTo>
                    <a:pt x="3968" y="4574"/>
                  </a:lnTo>
                  <a:lnTo>
                    <a:pt x="3968" y="12787"/>
                  </a:lnTo>
                  <a:lnTo>
                    <a:pt x="3874" y="13021"/>
                  </a:lnTo>
                  <a:lnTo>
                    <a:pt x="3734" y="13254"/>
                  </a:lnTo>
                  <a:lnTo>
                    <a:pt x="3548" y="13394"/>
                  </a:lnTo>
                  <a:lnTo>
                    <a:pt x="3314" y="13441"/>
                  </a:lnTo>
                  <a:lnTo>
                    <a:pt x="3968" y="13441"/>
                  </a:lnTo>
                  <a:lnTo>
                    <a:pt x="4248" y="13394"/>
                  </a:lnTo>
                  <a:lnTo>
                    <a:pt x="4434" y="13254"/>
                  </a:lnTo>
                  <a:lnTo>
                    <a:pt x="4574" y="13021"/>
                  </a:lnTo>
                  <a:lnTo>
                    <a:pt x="4621" y="12787"/>
                  </a:lnTo>
                  <a:lnTo>
                    <a:pt x="4621" y="4574"/>
                  </a:lnTo>
                  <a:lnTo>
                    <a:pt x="4668" y="4387"/>
                  </a:lnTo>
                  <a:lnTo>
                    <a:pt x="4761" y="4200"/>
                  </a:lnTo>
                  <a:lnTo>
                    <a:pt x="5041" y="3920"/>
                  </a:lnTo>
                  <a:lnTo>
                    <a:pt x="5228" y="3547"/>
                  </a:lnTo>
                  <a:lnTo>
                    <a:pt x="5321" y="3220"/>
                  </a:lnTo>
                  <a:lnTo>
                    <a:pt x="5368" y="2847"/>
                  </a:lnTo>
                  <a:lnTo>
                    <a:pt x="5368" y="2567"/>
                  </a:lnTo>
                  <a:lnTo>
                    <a:pt x="5274" y="2287"/>
                  </a:lnTo>
                  <a:lnTo>
                    <a:pt x="5181" y="2007"/>
                  </a:lnTo>
                  <a:lnTo>
                    <a:pt x="4994" y="1727"/>
                  </a:lnTo>
                  <a:lnTo>
                    <a:pt x="4761" y="1494"/>
                  </a:lnTo>
                  <a:lnTo>
                    <a:pt x="4528" y="1260"/>
                  </a:lnTo>
                  <a:lnTo>
                    <a:pt x="4248" y="1027"/>
                  </a:lnTo>
                  <a:lnTo>
                    <a:pt x="3921" y="840"/>
                  </a:lnTo>
                  <a:lnTo>
                    <a:pt x="3548" y="654"/>
                  </a:lnTo>
                  <a:lnTo>
                    <a:pt x="3174" y="467"/>
                  </a:lnTo>
                  <a:lnTo>
                    <a:pt x="2754" y="327"/>
                  </a:lnTo>
                  <a:lnTo>
                    <a:pt x="2288" y="187"/>
                  </a:lnTo>
                  <a:lnTo>
                    <a:pt x="1821" y="94"/>
                  </a:lnTo>
                  <a:lnTo>
                    <a:pt x="1354" y="47"/>
                  </a:lnTo>
                  <a:lnTo>
                    <a:pt x="84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4" name="Google Shape;9234;p44"/>
            <p:cNvSpPr/>
            <p:nvPr/>
          </p:nvSpPr>
          <p:spPr>
            <a:xfrm>
              <a:off x="4118300" y="3292550"/>
              <a:ext cx="109700" cy="112025"/>
            </a:xfrm>
            <a:custGeom>
              <a:rect b="b" l="l" r="r" t="t"/>
              <a:pathLst>
                <a:path extrusionOk="0" h="4481" w="4388">
                  <a:moveTo>
                    <a:pt x="1" y="0"/>
                  </a:moveTo>
                  <a:lnTo>
                    <a:pt x="421" y="47"/>
                  </a:lnTo>
                  <a:lnTo>
                    <a:pt x="841" y="140"/>
                  </a:lnTo>
                  <a:lnTo>
                    <a:pt x="1634" y="420"/>
                  </a:lnTo>
                  <a:lnTo>
                    <a:pt x="2381" y="700"/>
                  </a:lnTo>
                  <a:lnTo>
                    <a:pt x="2941" y="1027"/>
                  </a:lnTo>
                  <a:lnTo>
                    <a:pt x="3221" y="1260"/>
                  </a:lnTo>
                  <a:lnTo>
                    <a:pt x="3454" y="1587"/>
                  </a:lnTo>
                  <a:lnTo>
                    <a:pt x="3594" y="1914"/>
                  </a:lnTo>
                  <a:lnTo>
                    <a:pt x="3688" y="2240"/>
                  </a:lnTo>
                  <a:lnTo>
                    <a:pt x="3734" y="2614"/>
                  </a:lnTo>
                  <a:lnTo>
                    <a:pt x="3688" y="2987"/>
                  </a:lnTo>
                  <a:lnTo>
                    <a:pt x="3594" y="3360"/>
                  </a:lnTo>
                  <a:lnTo>
                    <a:pt x="3361" y="3687"/>
                  </a:lnTo>
                  <a:lnTo>
                    <a:pt x="3128" y="3967"/>
                  </a:lnTo>
                  <a:lnTo>
                    <a:pt x="2848" y="4201"/>
                  </a:lnTo>
                  <a:lnTo>
                    <a:pt x="2521" y="4341"/>
                  </a:lnTo>
                  <a:lnTo>
                    <a:pt x="2148" y="4434"/>
                  </a:lnTo>
                  <a:lnTo>
                    <a:pt x="2428" y="4481"/>
                  </a:lnTo>
                  <a:lnTo>
                    <a:pt x="2708" y="4481"/>
                  </a:lnTo>
                  <a:lnTo>
                    <a:pt x="2941" y="4434"/>
                  </a:lnTo>
                  <a:lnTo>
                    <a:pt x="3221" y="4341"/>
                  </a:lnTo>
                  <a:lnTo>
                    <a:pt x="3454" y="4247"/>
                  </a:lnTo>
                  <a:lnTo>
                    <a:pt x="3688" y="4061"/>
                  </a:lnTo>
                  <a:lnTo>
                    <a:pt x="3874" y="3874"/>
                  </a:lnTo>
                  <a:lnTo>
                    <a:pt x="4061" y="3687"/>
                  </a:lnTo>
                  <a:lnTo>
                    <a:pt x="4248" y="3360"/>
                  </a:lnTo>
                  <a:lnTo>
                    <a:pt x="4388" y="2987"/>
                  </a:lnTo>
                  <a:lnTo>
                    <a:pt x="4388" y="2614"/>
                  </a:lnTo>
                  <a:lnTo>
                    <a:pt x="4388" y="2240"/>
                  </a:lnTo>
                  <a:lnTo>
                    <a:pt x="4294" y="1914"/>
                  </a:lnTo>
                  <a:lnTo>
                    <a:pt x="4108" y="1587"/>
                  </a:lnTo>
                  <a:lnTo>
                    <a:pt x="3921" y="1260"/>
                  </a:lnTo>
                  <a:lnTo>
                    <a:pt x="3594" y="1027"/>
                  </a:lnTo>
                  <a:lnTo>
                    <a:pt x="3314" y="840"/>
                  </a:lnTo>
                  <a:lnTo>
                    <a:pt x="2894" y="654"/>
                  </a:lnTo>
                  <a:lnTo>
                    <a:pt x="2428" y="467"/>
                  </a:lnTo>
                  <a:lnTo>
                    <a:pt x="1961" y="280"/>
                  </a:lnTo>
                  <a:lnTo>
                    <a:pt x="1448" y="140"/>
                  </a:lnTo>
                  <a:lnTo>
                    <a:pt x="934" y="47"/>
                  </a:lnTo>
                  <a:lnTo>
                    <a:pt x="4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5" name="Google Shape;9235;p44"/>
            <p:cNvSpPr/>
            <p:nvPr/>
          </p:nvSpPr>
          <p:spPr>
            <a:xfrm>
              <a:off x="4119475" y="3495550"/>
              <a:ext cx="54850" cy="93375"/>
            </a:xfrm>
            <a:custGeom>
              <a:rect b="b" l="l" r="r" t="t"/>
              <a:pathLst>
                <a:path extrusionOk="0" h="3735" w="2194">
                  <a:moveTo>
                    <a:pt x="327" y="1"/>
                  </a:moveTo>
                  <a:lnTo>
                    <a:pt x="0" y="47"/>
                  </a:lnTo>
                  <a:lnTo>
                    <a:pt x="327" y="141"/>
                  </a:lnTo>
                  <a:lnTo>
                    <a:pt x="607" y="281"/>
                  </a:lnTo>
                  <a:lnTo>
                    <a:pt x="887" y="467"/>
                  </a:lnTo>
                  <a:lnTo>
                    <a:pt x="1074" y="654"/>
                  </a:lnTo>
                  <a:lnTo>
                    <a:pt x="1261" y="934"/>
                  </a:lnTo>
                  <a:lnTo>
                    <a:pt x="1401" y="1214"/>
                  </a:lnTo>
                  <a:lnTo>
                    <a:pt x="1494" y="1541"/>
                  </a:lnTo>
                  <a:lnTo>
                    <a:pt x="1541" y="1867"/>
                  </a:lnTo>
                  <a:lnTo>
                    <a:pt x="1494" y="2194"/>
                  </a:lnTo>
                  <a:lnTo>
                    <a:pt x="1401" y="2521"/>
                  </a:lnTo>
                  <a:lnTo>
                    <a:pt x="1261" y="2801"/>
                  </a:lnTo>
                  <a:lnTo>
                    <a:pt x="1074" y="3081"/>
                  </a:lnTo>
                  <a:lnTo>
                    <a:pt x="887" y="3314"/>
                  </a:lnTo>
                  <a:lnTo>
                    <a:pt x="607" y="3501"/>
                  </a:lnTo>
                  <a:lnTo>
                    <a:pt x="327" y="3641"/>
                  </a:lnTo>
                  <a:lnTo>
                    <a:pt x="0" y="3734"/>
                  </a:lnTo>
                  <a:lnTo>
                    <a:pt x="327" y="3734"/>
                  </a:lnTo>
                  <a:lnTo>
                    <a:pt x="700" y="3687"/>
                  </a:lnTo>
                  <a:lnTo>
                    <a:pt x="1074" y="3594"/>
                  </a:lnTo>
                  <a:lnTo>
                    <a:pt x="1401" y="3407"/>
                  </a:lnTo>
                  <a:lnTo>
                    <a:pt x="1681" y="3221"/>
                  </a:lnTo>
                  <a:lnTo>
                    <a:pt x="1914" y="2941"/>
                  </a:lnTo>
                  <a:lnTo>
                    <a:pt x="2054" y="2614"/>
                  </a:lnTo>
                  <a:lnTo>
                    <a:pt x="2194" y="2241"/>
                  </a:lnTo>
                  <a:lnTo>
                    <a:pt x="2194" y="1867"/>
                  </a:lnTo>
                  <a:lnTo>
                    <a:pt x="2194" y="1494"/>
                  </a:lnTo>
                  <a:lnTo>
                    <a:pt x="2054" y="1167"/>
                  </a:lnTo>
                  <a:lnTo>
                    <a:pt x="1914" y="841"/>
                  </a:lnTo>
                  <a:lnTo>
                    <a:pt x="1681" y="561"/>
                  </a:lnTo>
                  <a:lnTo>
                    <a:pt x="1401" y="327"/>
                  </a:lnTo>
                  <a:lnTo>
                    <a:pt x="1074" y="141"/>
                  </a:lnTo>
                  <a:lnTo>
                    <a:pt x="700"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6" name="Google Shape;9236;p44"/>
            <p:cNvSpPr/>
            <p:nvPr/>
          </p:nvSpPr>
          <p:spPr>
            <a:xfrm>
              <a:off x="4153300" y="3338050"/>
              <a:ext cx="46700" cy="39700"/>
            </a:xfrm>
            <a:custGeom>
              <a:rect b="b" l="l" r="r" t="t"/>
              <a:pathLst>
                <a:path extrusionOk="0" h="1588" w="1868">
                  <a:moveTo>
                    <a:pt x="1634" y="0"/>
                  </a:moveTo>
                  <a:lnTo>
                    <a:pt x="1588" y="280"/>
                  </a:lnTo>
                  <a:lnTo>
                    <a:pt x="1448" y="514"/>
                  </a:lnTo>
                  <a:lnTo>
                    <a:pt x="1354" y="654"/>
                  </a:lnTo>
                  <a:lnTo>
                    <a:pt x="1168" y="747"/>
                  </a:lnTo>
                  <a:lnTo>
                    <a:pt x="1028" y="840"/>
                  </a:lnTo>
                  <a:lnTo>
                    <a:pt x="841" y="887"/>
                  </a:lnTo>
                  <a:lnTo>
                    <a:pt x="514" y="887"/>
                  </a:lnTo>
                  <a:lnTo>
                    <a:pt x="328" y="840"/>
                  </a:lnTo>
                  <a:lnTo>
                    <a:pt x="141" y="747"/>
                  </a:lnTo>
                  <a:lnTo>
                    <a:pt x="1" y="607"/>
                  </a:lnTo>
                  <a:lnTo>
                    <a:pt x="1" y="840"/>
                  </a:lnTo>
                  <a:lnTo>
                    <a:pt x="94" y="1027"/>
                  </a:lnTo>
                  <a:lnTo>
                    <a:pt x="234" y="1214"/>
                  </a:lnTo>
                  <a:lnTo>
                    <a:pt x="374" y="1400"/>
                  </a:lnTo>
                  <a:lnTo>
                    <a:pt x="561" y="1494"/>
                  </a:lnTo>
                  <a:lnTo>
                    <a:pt x="748" y="1540"/>
                  </a:lnTo>
                  <a:lnTo>
                    <a:pt x="934" y="1587"/>
                  </a:lnTo>
                  <a:lnTo>
                    <a:pt x="1074" y="1540"/>
                  </a:lnTo>
                  <a:lnTo>
                    <a:pt x="1261" y="1494"/>
                  </a:lnTo>
                  <a:lnTo>
                    <a:pt x="1448" y="1447"/>
                  </a:lnTo>
                  <a:lnTo>
                    <a:pt x="1588" y="1307"/>
                  </a:lnTo>
                  <a:lnTo>
                    <a:pt x="1681" y="1167"/>
                  </a:lnTo>
                  <a:lnTo>
                    <a:pt x="1774" y="1027"/>
                  </a:lnTo>
                  <a:lnTo>
                    <a:pt x="1821" y="887"/>
                  </a:lnTo>
                  <a:lnTo>
                    <a:pt x="1868" y="560"/>
                  </a:lnTo>
                  <a:lnTo>
                    <a:pt x="1821" y="280"/>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7" name="Google Shape;9237;p44"/>
            <p:cNvSpPr/>
            <p:nvPr/>
          </p:nvSpPr>
          <p:spPr>
            <a:xfrm>
              <a:off x="4001625" y="3339225"/>
              <a:ext cx="105050" cy="133025"/>
            </a:xfrm>
            <a:custGeom>
              <a:rect b="b" l="l" r="r" t="t"/>
              <a:pathLst>
                <a:path extrusionOk="0" h="5321" w="4202">
                  <a:moveTo>
                    <a:pt x="3128" y="0"/>
                  </a:moveTo>
                  <a:lnTo>
                    <a:pt x="3268" y="140"/>
                  </a:lnTo>
                  <a:lnTo>
                    <a:pt x="3314" y="327"/>
                  </a:lnTo>
                  <a:lnTo>
                    <a:pt x="3361" y="513"/>
                  </a:lnTo>
                  <a:lnTo>
                    <a:pt x="3408" y="700"/>
                  </a:lnTo>
                  <a:lnTo>
                    <a:pt x="3408" y="887"/>
                  </a:lnTo>
                  <a:lnTo>
                    <a:pt x="3361" y="1073"/>
                  </a:lnTo>
                  <a:lnTo>
                    <a:pt x="3268" y="1260"/>
                  </a:lnTo>
                  <a:lnTo>
                    <a:pt x="3174" y="1400"/>
                  </a:lnTo>
                  <a:lnTo>
                    <a:pt x="2988" y="1633"/>
                  </a:lnTo>
                  <a:lnTo>
                    <a:pt x="2708" y="1820"/>
                  </a:lnTo>
                  <a:lnTo>
                    <a:pt x="2428" y="1913"/>
                  </a:lnTo>
                  <a:lnTo>
                    <a:pt x="2148" y="1913"/>
                  </a:lnTo>
                  <a:lnTo>
                    <a:pt x="2101" y="2147"/>
                  </a:lnTo>
                  <a:lnTo>
                    <a:pt x="2054" y="2334"/>
                  </a:lnTo>
                  <a:lnTo>
                    <a:pt x="1961" y="2567"/>
                  </a:lnTo>
                  <a:lnTo>
                    <a:pt x="1868" y="2754"/>
                  </a:lnTo>
                  <a:lnTo>
                    <a:pt x="1728" y="2894"/>
                  </a:lnTo>
                  <a:lnTo>
                    <a:pt x="1588" y="3034"/>
                  </a:lnTo>
                  <a:lnTo>
                    <a:pt x="1401" y="3174"/>
                  </a:lnTo>
                  <a:lnTo>
                    <a:pt x="1214" y="3267"/>
                  </a:lnTo>
                  <a:lnTo>
                    <a:pt x="1308" y="3547"/>
                  </a:lnTo>
                  <a:lnTo>
                    <a:pt x="1308" y="3827"/>
                  </a:lnTo>
                  <a:lnTo>
                    <a:pt x="1214" y="4107"/>
                  </a:lnTo>
                  <a:lnTo>
                    <a:pt x="1074" y="4387"/>
                  </a:lnTo>
                  <a:lnTo>
                    <a:pt x="888" y="4620"/>
                  </a:lnTo>
                  <a:lnTo>
                    <a:pt x="608" y="4760"/>
                  </a:lnTo>
                  <a:lnTo>
                    <a:pt x="328" y="4854"/>
                  </a:lnTo>
                  <a:lnTo>
                    <a:pt x="1" y="4854"/>
                  </a:lnTo>
                  <a:lnTo>
                    <a:pt x="188" y="5040"/>
                  </a:lnTo>
                  <a:lnTo>
                    <a:pt x="374" y="5180"/>
                  </a:lnTo>
                  <a:lnTo>
                    <a:pt x="608" y="5274"/>
                  </a:lnTo>
                  <a:lnTo>
                    <a:pt x="841" y="5320"/>
                  </a:lnTo>
                  <a:lnTo>
                    <a:pt x="1074" y="5320"/>
                  </a:lnTo>
                  <a:lnTo>
                    <a:pt x="1308" y="5227"/>
                  </a:lnTo>
                  <a:lnTo>
                    <a:pt x="1541" y="5134"/>
                  </a:lnTo>
                  <a:lnTo>
                    <a:pt x="1728" y="4994"/>
                  </a:lnTo>
                  <a:lnTo>
                    <a:pt x="1914" y="4807"/>
                  </a:lnTo>
                  <a:lnTo>
                    <a:pt x="2054" y="4527"/>
                  </a:lnTo>
                  <a:lnTo>
                    <a:pt x="2101" y="4247"/>
                  </a:lnTo>
                  <a:lnTo>
                    <a:pt x="2101" y="3967"/>
                  </a:lnTo>
                  <a:lnTo>
                    <a:pt x="2054" y="3687"/>
                  </a:lnTo>
                  <a:lnTo>
                    <a:pt x="2241" y="3594"/>
                  </a:lnTo>
                  <a:lnTo>
                    <a:pt x="2381" y="3500"/>
                  </a:lnTo>
                  <a:lnTo>
                    <a:pt x="2568" y="3360"/>
                  </a:lnTo>
                  <a:lnTo>
                    <a:pt x="2708" y="3174"/>
                  </a:lnTo>
                  <a:lnTo>
                    <a:pt x="2801" y="2987"/>
                  </a:lnTo>
                  <a:lnTo>
                    <a:pt x="2894" y="2800"/>
                  </a:lnTo>
                  <a:lnTo>
                    <a:pt x="2941" y="2567"/>
                  </a:lnTo>
                  <a:lnTo>
                    <a:pt x="2941" y="2380"/>
                  </a:lnTo>
                  <a:lnTo>
                    <a:pt x="3268" y="2334"/>
                  </a:lnTo>
                  <a:lnTo>
                    <a:pt x="3548" y="2240"/>
                  </a:lnTo>
                  <a:lnTo>
                    <a:pt x="3781" y="2100"/>
                  </a:lnTo>
                  <a:lnTo>
                    <a:pt x="4014" y="1867"/>
                  </a:lnTo>
                  <a:lnTo>
                    <a:pt x="4108" y="1633"/>
                  </a:lnTo>
                  <a:lnTo>
                    <a:pt x="4201" y="1400"/>
                  </a:lnTo>
                  <a:lnTo>
                    <a:pt x="4201" y="1167"/>
                  </a:lnTo>
                  <a:lnTo>
                    <a:pt x="4201" y="933"/>
                  </a:lnTo>
                  <a:lnTo>
                    <a:pt x="4108" y="700"/>
                  </a:lnTo>
                  <a:lnTo>
                    <a:pt x="4014" y="513"/>
                  </a:lnTo>
                  <a:lnTo>
                    <a:pt x="3828" y="327"/>
                  </a:lnTo>
                  <a:lnTo>
                    <a:pt x="3641" y="140"/>
                  </a:lnTo>
                  <a:lnTo>
                    <a:pt x="3408" y="47"/>
                  </a:lnTo>
                  <a:lnTo>
                    <a:pt x="31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8" name="Google Shape;9238;p44"/>
            <p:cNvSpPr/>
            <p:nvPr/>
          </p:nvSpPr>
          <p:spPr>
            <a:xfrm>
              <a:off x="4010975" y="3329875"/>
              <a:ext cx="243850" cy="246200"/>
            </a:xfrm>
            <a:custGeom>
              <a:rect b="b" l="l" r="r" t="t"/>
              <a:pathLst>
                <a:path extrusionOk="0" h="9848" w="9754">
                  <a:moveTo>
                    <a:pt x="3034" y="1"/>
                  </a:moveTo>
                  <a:lnTo>
                    <a:pt x="2987" y="47"/>
                  </a:lnTo>
                  <a:lnTo>
                    <a:pt x="2707" y="701"/>
                  </a:lnTo>
                  <a:lnTo>
                    <a:pt x="2707" y="747"/>
                  </a:lnTo>
                  <a:lnTo>
                    <a:pt x="2754" y="841"/>
                  </a:lnTo>
                  <a:lnTo>
                    <a:pt x="2940" y="981"/>
                  </a:lnTo>
                  <a:lnTo>
                    <a:pt x="3080" y="1167"/>
                  </a:lnTo>
                  <a:lnTo>
                    <a:pt x="3174" y="1401"/>
                  </a:lnTo>
                  <a:lnTo>
                    <a:pt x="3220" y="1681"/>
                  </a:lnTo>
                  <a:lnTo>
                    <a:pt x="3127" y="1961"/>
                  </a:lnTo>
                  <a:lnTo>
                    <a:pt x="2987" y="2241"/>
                  </a:lnTo>
                  <a:lnTo>
                    <a:pt x="2707" y="2381"/>
                  </a:lnTo>
                  <a:lnTo>
                    <a:pt x="2427" y="2474"/>
                  </a:lnTo>
                  <a:lnTo>
                    <a:pt x="2240" y="2474"/>
                  </a:lnTo>
                  <a:lnTo>
                    <a:pt x="2007" y="2428"/>
                  </a:lnTo>
                  <a:lnTo>
                    <a:pt x="1960" y="2428"/>
                  </a:lnTo>
                  <a:lnTo>
                    <a:pt x="1867" y="2474"/>
                  </a:lnTo>
                  <a:lnTo>
                    <a:pt x="0" y="6674"/>
                  </a:lnTo>
                  <a:lnTo>
                    <a:pt x="0" y="6768"/>
                  </a:lnTo>
                  <a:lnTo>
                    <a:pt x="47" y="6861"/>
                  </a:lnTo>
                  <a:lnTo>
                    <a:pt x="1820" y="7654"/>
                  </a:lnTo>
                  <a:lnTo>
                    <a:pt x="1914" y="7654"/>
                  </a:lnTo>
                  <a:lnTo>
                    <a:pt x="1960" y="7608"/>
                  </a:lnTo>
                  <a:lnTo>
                    <a:pt x="2100" y="7421"/>
                  </a:lnTo>
                  <a:lnTo>
                    <a:pt x="2287" y="7328"/>
                  </a:lnTo>
                  <a:lnTo>
                    <a:pt x="2520" y="7234"/>
                  </a:lnTo>
                  <a:lnTo>
                    <a:pt x="2940" y="7234"/>
                  </a:lnTo>
                  <a:lnTo>
                    <a:pt x="3080" y="7328"/>
                  </a:lnTo>
                  <a:lnTo>
                    <a:pt x="3267" y="7421"/>
                  </a:lnTo>
                  <a:lnTo>
                    <a:pt x="3360" y="7514"/>
                  </a:lnTo>
                  <a:lnTo>
                    <a:pt x="3454" y="7654"/>
                  </a:lnTo>
                  <a:lnTo>
                    <a:pt x="3547" y="7794"/>
                  </a:lnTo>
                  <a:lnTo>
                    <a:pt x="3594" y="7934"/>
                  </a:lnTo>
                  <a:lnTo>
                    <a:pt x="3594" y="8121"/>
                  </a:lnTo>
                  <a:lnTo>
                    <a:pt x="3594" y="8354"/>
                  </a:lnTo>
                  <a:lnTo>
                    <a:pt x="3594" y="8401"/>
                  </a:lnTo>
                  <a:lnTo>
                    <a:pt x="3640" y="8448"/>
                  </a:lnTo>
                  <a:lnTo>
                    <a:pt x="6674" y="9848"/>
                  </a:lnTo>
                  <a:lnTo>
                    <a:pt x="6721" y="9801"/>
                  </a:lnTo>
                  <a:lnTo>
                    <a:pt x="6721" y="9754"/>
                  </a:lnTo>
                  <a:lnTo>
                    <a:pt x="6721" y="9661"/>
                  </a:lnTo>
                  <a:lnTo>
                    <a:pt x="9567" y="3128"/>
                  </a:lnTo>
                  <a:lnTo>
                    <a:pt x="9707" y="3034"/>
                  </a:lnTo>
                  <a:lnTo>
                    <a:pt x="9754" y="3034"/>
                  </a:lnTo>
                  <a:lnTo>
                    <a:pt x="9754" y="2988"/>
                  </a:lnTo>
                  <a:lnTo>
                    <a:pt x="7981" y="2194"/>
                  </a:lnTo>
                  <a:lnTo>
                    <a:pt x="7841" y="2194"/>
                  </a:lnTo>
                  <a:lnTo>
                    <a:pt x="7607" y="2334"/>
                  </a:lnTo>
                  <a:lnTo>
                    <a:pt x="7374" y="2381"/>
                  </a:lnTo>
                  <a:lnTo>
                    <a:pt x="7141" y="2334"/>
                  </a:lnTo>
                  <a:lnTo>
                    <a:pt x="6954" y="2241"/>
                  </a:lnTo>
                  <a:lnTo>
                    <a:pt x="6767" y="2054"/>
                  </a:lnTo>
                  <a:lnTo>
                    <a:pt x="6674" y="1867"/>
                  </a:lnTo>
                  <a:lnTo>
                    <a:pt x="6674" y="1681"/>
                  </a:lnTo>
                  <a:lnTo>
                    <a:pt x="6627" y="1634"/>
                  </a:lnTo>
                  <a:lnTo>
                    <a:pt x="6581" y="1587"/>
                  </a:lnTo>
                  <a:lnTo>
                    <a:pt x="312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9" name="Google Shape;9239;p44"/>
            <p:cNvSpPr/>
            <p:nvPr/>
          </p:nvSpPr>
          <p:spPr>
            <a:xfrm>
              <a:off x="4161475" y="3397550"/>
              <a:ext cx="94525" cy="178525"/>
            </a:xfrm>
            <a:custGeom>
              <a:rect b="b" l="l" r="r" t="t"/>
              <a:pathLst>
                <a:path extrusionOk="0" h="7141" w="3781">
                  <a:moveTo>
                    <a:pt x="3081" y="1"/>
                  </a:moveTo>
                  <a:lnTo>
                    <a:pt x="3127" y="47"/>
                  </a:lnTo>
                  <a:lnTo>
                    <a:pt x="3127" y="141"/>
                  </a:lnTo>
                  <a:lnTo>
                    <a:pt x="141" y="6767"/>
                  </a:lnTo>
                  <a:lnTo>
                    <a:pt x="94" y="6814"/>
                  </a:lnTo>
                  <a:lnTo>
                    <a:pt x="1" y="6814"/>
                  </a:lnTo>
                  <a:lnTo>
                    <a:pt x="654" y="7141"/>
                  </a:lnTo>
                  <a:lnTo>
                    <a:pt x="747" y="7141"/>
                  </a:lnTo>
                  <a:lnTo>
                    <a:pt x="794" y="7047"/>
                  </a:lnTo>
                  <a:lnTo>
                    <a:pt x="3781" y="421"/>
                  </a:lnTo>
                  <a:lnTo>
                    <a:pt x="3781" y="327"/>
                  </a:lnTo>
                  <a:lnTo>
                    <a:pt x="3734" y="281"/>
                  </a:lnTo>
                  <a:lnTo>
                    <a:pt x="308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0" name="Google Shape;9240;p44"/>
            <p:cNvSpPr/>
            <p:nvPr/>
          </p:nvSpPr>
          <p:spPr>
            <a:xfrm>
              <a:off x="4101975" y="3394050"/>
              <a:ext cx="45525" cy="45525"/>
            </a:xfrm>
            <a:custGeom>
              <a:rect b="b" l="l" r="r" t="t"/>
              <a:pathLst>
                <a:path extrusionOk="0" h="1821" w="1821">
                  <a:moveTo>
                    <a:pt x="887" y="1"/>
                  </a:moveTo>
                  <a:lnTo>
                    <a:pt x="700" y="47"/>
                  </a:lnTo>
                  <a:lnTo>
                    <a:pt x="560" y="94"/>
                  </a:lnTo>
                  <a:lnTo>
                    <a:pt x="374" y="187"/>
                  </a:lnTo>
                  <a:lnTo>
                    <a:pt x="234" y="281"/>
                  </a:lnTo>
                  <a:lnTo>
                    <a:pt x="140" y="421"/>
                  </a:lnTo>
                  <a:lnTo>
                    <a:pt x="47" y="561"/>
                  </a:lnTo>
                  <a:lnTo>
                    <a:pt x="0" y="747"/>
                  </a:lnTo>
                  <a:lnTo>
                    <a:pt x="0" y="934"/>
                  </a:lnTo>
                  <a:lnTo>
                    <a:pt x="0" y="1121"/>
                  </a:lnTo>
                  <a:lnTo>
                    <a:pt x="47" y="1261"/>
                  </a:lnTo>
                  <a:lnTo>
                    <a:pt x="140" y="1447"/>
                  </a:lnTo>
                  <a:lnTo>
                    <a:pt x="234" y="1587"/>
                  </a:lnTo>
                  <a:lnTo>
                    <a:pt x="374" y="1681"/>
                  </a:lnTo>
                  <a:lnTo>
                    <a:pt x="560" y="1774"/>
                  </a:lnTo>
                  <a:lnTo>
                    <a:pt x="700" y="1821"/>
                  </a:lnTo>
                  <a:lnTo>
                    <a:pt x="1074" y="1821"/>
                  </a:lnTo>
                  <a:lnTo>
                    <a:pt x="1260" y="1774"/>
                  </a:lnTo>
                  <a:lnTo>
                    <a:pt x="1400" y="1681"/>
                  </a:lnTo>
                  <a:lnTo>
                    <a:pt x="1541" y="1587"/>
                  </a:lnTo>
                  <a:lnTo>
                    <a:pt x="1681" y="1447"/>
                  </a:lnTo>
                  <a:lnTo>
                    <a:pt x="1727" y="1261"/>
                  </a:lnTo>
                  <a:lnTo>
                    <a:pt x="1774" y="1121"/>
                  </a:lnTo>
                  <a:lnTo>
                    <a:pt x="1821" y="934"/>
                  </a:lnTo>
                  <a:lnTo>
                    <a:pt x="1774" y="747"/>
                  </a:lnTo>
                  <a:lnTo>
                    <a:pt x="1727" y="561"/>
                  </a:lnTo>
                  <a:lnTo>
                    <a:pt x="1681" y="421"/>
                  </a:lnTo>
                  <a:lnTo>
                    <a:pt x="1541" y="281"/>
                  </a:lnTo>
                  <a:lnTo>
                    <a:pt x="1400" y="187"/>
                  </a:lnTo>
                  <a:lnTo>
                    <a:pt x="1260" y="94"/>
                  </a:lnTo>
                  <a:lnTo>
                    <a:pt x="1074" y="47"/>
                  </a:lnTo>
                  <a:lnTo>
                    <a:pt x="88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1" name="Google Shape;9241;p44"/>
            <p:cNvSpPr/>
            <p:nvPr/>
          </p:nvSpPr>
          <p:spPr>
            <a:xfrm>
              <a:off x="4150975" y="3476875"/>
              <a:ext cx="31525" cy="31525"/>
            </a:xfrm>
            <a:custGeom>
              <a:rect b="b" l="l" r="r" t="t"/>
              <a:pathLst>
                <a:path extrusionOk="0" h="1261" w="1261">
                  <a:moveTo>
                    <a:pt x="607" y="1"/>
                  </a:moveTo>
                  <a:lnTo>
                    <a:pt x="374" y="48"/>
                  </a:lnTo>
                  <a:lnTo>
                    <a:pt x="187" y="188"/>
                  </a:lnTo>
                  <a:lnTo>
                    <a:pt x="47" y="374"/>
                  </a:lnTo>
                  <a:lnTo>
                    <a:pt x="1" y="654"/>
                  </a:lnTo>
                  <a:lnTo>
                    <a:pt x="47" y="888"/>
                  </a:lnTo>
                  <a:lnTo>
                    <a:pt x="187" y="1074"/>
                  </a:lnTo>
                  <a:lnTo>
                    <a:pt x="374" y="1214"/>
                  </a:lnTo>
                  <a:lnTo>
                    <a:pt x="607" y="1261"/>
                  </a:lnTo>
                  <a:lnTo>
                    <a:pt x="887" y="1214"/>
                  </a:lnTo>
                  <a:lnTo>
                    <a:pt x="1074" y="1074"/>
                  </a:lnTo>
                  <a:lnTo>
                    <a:pt x="1214" y="888"/>
                  </a:lnTo>
                  <a:lnTo>
                    <a:pt x="1261" y="654"/>
                  </a:lnTo>
                  <a:lnTo>
                    <a:pt x="1214" y="374"/>
                  </a:lnTo>
                  <a:lnTo>
                    <a:pt x="1074" y="188"/>
                  </a:lnTo>
                  <a:lnTo>
                    <a:pt x="887" y="48"/>
                  </a:lnTo>
                  <a:lnTo>
                    <a:pt x="60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42" name="Google Shape;9242;p44"/>
          <p:cNvGrpSpPr/>
          <p:nvPr/>
        </p:nvGrpSpPr>
        <p:grpSpPr>
          <a:xfrm>
            <a:off x="5051046" y="3289563"/>
            <a:ext cx="250850" cy="336025"/>
            <a:chOff x="5510200" y="3966900"/>
            <a:chExt cx="250850" cy="336025"/>
          </a:xfrm>
        </p:grpSpPr>
        <p:sp>
          <p:nvSpPr>
            <p:cNvPr id="9243" name="Google Shape;9243;p44"/>
            <p:cNvSpPr/>
            <p:nvPr/>
          </p:nvSpPr>
          <p:spPr>
            <a:xfrm>
              <a:off x="5636200" y="3982075"/>
              <a:ext cx="80525" cy="54850"/>
            </a:xfrm>
            <a:custGeom>
              <a:rect b="b" l="l" r="r" t="t"/>
              <a:pathLst>
                <a:path extrusionOk="0" h="2194" w="3221">
                  <a:moveTo>
                    <a:pt x="0" y="0"/>
                  </a:moveTo>
                  <a:lnTo>
                    <a:pt x="0" y="2194"/>
                  </a:lnTo>
                  <a:lnTo>
                    <a:pt x="3174" y="2194"/>
                  </a:lnTo>
                  <a:lnTo>
                    <a:pt x="3174" y="2147"/>
                  </a:lnTo>
                  <a:lnTo>
                    <a:pt x="3127" y="2054"/>
                  </a:lnTo>
                  <a:lnTo>
                    <a:pt x="2894" y="1727"/>
                  </a:lnTo>
                  <a:lnTo>
                    <a:pt x="2567" y="1260"/>
                  </a:lnTo>
                  <a:lnTo>
                    <a:pt x="2520" y="1167"/>
                  </a:lnTo>
                  <a:lnTo>
                    <a:pt x="2474" y="1027"/>
                  </a:lnTo>
                  <a:lnTo>
                    <a:pt x="2987" y="234"/>
                  </a:lnTo>
                  <a:lnTo>
                    <a:pt x="3174" y="94"/>
                  </a:lnTo>
                  <a:lnTo>
                    <a:pt x="3220" y="47"/>
                  </a:lnTo>
                  <a:lnTo>
                    <a:pt x="31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4" name="Google Shape;9244;p44"/>
            <p:cNvSpPr/>
            <p:nvPr/>
          </p:nvSpPr>
          <p:spPr>
            <a:xfrm>
              <a:off x="5685200" y="3982075"/>
              <a:ext cx="33850" cy="54850"/>
            </a:xfrm>
            <a:custGeom>
              <a:rect b="b" l="l" r="r" t="t"/>
              <a:pathLst>
                <a:path extrusionOk="0" h="2194" w="1354">
                  <a:moveTo>
                    <a:pt x="607" y="0"/>
                  </a:moveTo>
                  <a:lnTo>
                    <a:pt x="654" y="47"/>
                  </a:lnTo>
                  <a:lnTo>
                    <a:pt x="654" y="140"/>
                  </a:lnTo>
                  <a:lnTo>
                    <a:pt x="654" y="187"/>
                  </a:lnTo>
                  <a:lnTo>
                    <a:pt x="0" y="1027"/>
                  </a:lnTo>
                  <a:lnTo>
                    <a:pt x="0" y="1074"/>
                  </a:lnTo>
                  <a:lnTo>
                    <a:pt x="0" y="1167"/>
                  </a:lnTo>
                  <a:lnTo>
                    <a:pt x="654" y="2007"/>
                  </a:lnTo>
                  <a:lnTo>
                    <a:pt x="654" y="2054"/>
                  </a:lnTo>
                  <a:lnTo>
                    <a:pt x="654" y="2147"/>
                  </a:lnTo>
                  <a:lnTo>
                    <a:pt x="607" y="2147"/>
                  </a:lnTo>
                  <a:lnTo>
                    <a:pt x="560" y="2194"/>
                  </a:lnTo>
                  <a:lnTo>
                    <a:pt x="1214" y="2194"/>
                  </a:lnTo>
                  <a:lnTo>
                    <a:pt x="1307" y="2147"/>
                  </a:lnTo>
                  <a:lnTo>
                    <a:pt x="1354" y="2147"/>
                  </a:lnTo>
                  <a:lnTo>
                    <a:pt x="1354" y="2054"/>
                  </a:lnTo>
                  <a:lnTo>
                    <a:pt x="1307" y="2007"/>
                  </a:lnTo>
                  <a:lnTo>
                    <a:pt x="700" y="1167"/>
                  </a:lnTo>
                  <a:lnTo>
                    <a:pt x="654" y="1074"/>
                  </a:lnTo>
                  <a:lnTo>
                    <a:pt x="700" y="1027"/>
                  </a:lnTo>
                  <a:lnTo>
                    <a:pt x="1307" y="187"/>
                  </a:lnTo>
                  <a:lnTo>
                    <a:pt x="1354" y="140"/>
                  </a:lnTo>
                  <a:lnTo>
                    <a:pt x="1354" y="47"/>
                  </a:lnTo>
                  <a:lnTo>
                    <a:pt x="13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5" name="Google Shape;9245;p44"/>
            <p:cNvSpPr/>
            <p:nvPr/>
          </p:nvSpPr>
          <p:spPr>
            <a:xfrm>
              <a:off x="5630350" y="3966900"/>
              <a:ext cx="10525" cy="296375"/>
            </a:xfrm>
            <a:custGeom>
              <a:rect b="b" l="l" r="r" t="t"/>
              <a:pathLst>
                <a:path extrusionOk="0" h="11855" w="421">
                  <a:moveTo>
                    <a:pt x="141" y="1"/>
                  </a:moveTo>
                  <a:lnTo>
                    <a:pt x="94" y="47"/>
                  </a:lnTo>
                  <a:lnTo>
                    <a:pt x="48" y="141"/>
                  </a:lnTo>
                  <a:lnTo>
                    <a:pt x="1" y="187"/>
                  </a:lnTo>
                  <a:lnTo>
                    <a:pt x="1" y="11668"/>
                  </a:lnTo>
                  <a:lnTo>
                    <a:pt x="48" y="11761"/>
                  </a:lnTo>
                  <a:lnTo>
                    <a:pt x="94" y="11808"/>
                  </a:lnTo>
                  <a:lnTo>
                    <a:pt x="141" y="11854"/>
                  </a:lnTo>
                  <a:lnTo>
                    <a:pt x="281" y="11854"/>
                  </a:lnTo>
                  <a:lnTo>
                    <a:pt x="374" y="11808"/>
                  </a:lnTo>
                  <a:lnTo>
                    <a:pt x="421" y="11761"/>
                  </a:lnTo>
                  <a:lnTo>
                    <a:pt x="421" y="11668"/>
                  </a:lnTo>
                  <a:lnTo>
                    <a:pt x="421" y="187"/>
                  </a:lnTo>
                  <a:lnTo>
                    <a:pt x="421" y="141"/>
                  </a:lnTo>
                  <a:lnTo>
                    <a:pt x="374" y="47"/>
                  </a:lnTo>
                  <a:lnTo>
                    <a:pt x="2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6" name="Google Shape;9246;p44"/>
            <p:cNvSpPr/>
            <p:nvPr/>
          </p:nvSpPr>
          <p:spPr>
            <a:xfrm>
              <a:off x="5510200" y="4140750"/>
              <a:ext cx="45525" cy="35025"/>
            </a:xfrm>
            <a:custGeom>
              <a:rect b="b" l="l" r="r" t="t"/>
              <a:pathLst>
                <a:path extrusionOk="0" h="1401" w="1821">
                  <a:moveTo>
                    <a:pt x="280" y="0"/>
                  </a:moveTo>
                  <a:lnTo>
                    <a:pt x="187" y="47"/>
                  </a:lnTo>
                  <a:lnTo>
                    <a:pt x="140" y="93"/>
                  </a:lnTo>
                  <a:lnTo>
                    <a:pt x="93" y="187"/>
                  </a:lnTo>
                  <a:lnTo>
                    <a:pt x="0" y="1167"/>
                  </a:lnTo>
                  <a:lnTo>
                    <a:pt x="0" y="1260"/>
                  </a:lnTo>
                  <a:lnTo>
                    <a:pt x="47" y="1307"/>
                  </a:lnTo>
                  <a:lnTo>
                    <a:pt x="140" y="1354"/>
                  </a:lnTo>
                  <a:lnTo>
                    <a:pt x="233" y="1400"/>
                  </a:lnTo>
                  <a:lnTo>
                    <a:pt x="887" y="1307"/>
                  </a:lnTo>
                  <a:lnTo>
                    <a:pt x="1773" y="933"/>
                  </a:lnTo>
                  <a:lnTo>
                    <a:pt x="1820" y="747"/>
                  </a:lnTo>
                  <a:lnTo>
                    <a:pt x="1027" y="280"/>
                  </a:lnTo>
                  <a:lnTo>
                    <a:pt x="373" y="47"/>
                  </a:ln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7" name="Google Shape;9247;p44"/>
            <p:cNvSpPr/>
            <p:nvPr/>
          </p:nvSpPr>
          <p:spPr>
            <a:xfrm>
              <a:off x="5532350" y="4147750"/>
              <a:ext cx="24525" cy="25675"/>
            </a:xfrm>
            <a:custGeom>
              <a:rect b="b" l="l" r="r" t="t"/>
              <a:pathLst>
                <a:path extrusionOk="0" h="1027" w="981">
                  <a:moveTo>
                    <a:pt x="141" y="0"/>
                  </a:moveTo>
                  <a:lnTo>
                    <a:pt x="1" y="1027"/>
                  </a:lnTo>
                  <a:lnTo>
                    <a:pt x="1" y="1027"/>
                  </a:lnTo>
                  <a:lnTo>
                    <a:pt x="887" y="887"/>
                  </a:lnTo>
                  <a:lnTo>
                    <a:pt x="981" y="373"/>
                  </a:lnTo>
                  <a:lnTo>
                    <a:pt x="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8" name="Google Shape;9248;p44"/>
            <p:cNvSpPr/>
            <p:nvPr/>
          </p:nvSpPr>
          <p:spPr>
            <a:xfrm>
              <a:off x="5610525" y="4062575"/>
              <a:ext cx="44350" cy="51350"/>
            </a:xfrm>
            <a:custGeom>
              <a:rect b="b" l="l" r="r" t="t"/>
              <a:pathLst>
                <a:path extrusionOk="0" h="2054" w="1774">
                  <a:moveTo>
                    <a:pt x="794" y="0"/>
                  </a:moveTo>
                  <a:lnTo>
                    <a:pt x="607" y="47"/>
                  </a:lnTo>
                  <a:lnTo>
                    <a:pt x="421" y="140"/>
                  </a:lnTo>
                  <a:lnTo>
                    <a:pt x="281" y="280"/>
                  </a:lnTo>
                  <a:lnTo>
                    <a:pt x="141" y="420"/>
                  </a:lnTo>
                  <a:lnTo>
                    <a:pt x="47" y="607"/>
                  </a:lnTo>
                  <a:lnTo>
                    <a:pt x="1" y="794"/>
                  </a:lnTo>
                  <a:lnTo>
                    <a:pt x="1" y="1027"/>
                  </a:lnTo>
                  <a:lnTo>
                    <a:pt x="1" y="1214"/>
                  </a:lnTo>
                  <a:lnTo>
                    <a:pt x="47" y="1400"/>
                  </a:lnTo>
                  <a:lnTo>
                    <a:pt x="141" y="1587"/>
                  </a:lnTo>
                  <a:lnTo>
                    <a:pt x="281" y="1727"/>
                  </a:lnTo>
                  <a:lnTo>
                    <a:pt x="421" y="1867"/>
                  </a:lnTo>
                  <a:lnTo>
                    <a:pt x="607" y="1960"/>
                  </a:lnTo>
                  <a:lnTo>
                    <a:pt x="794" y="2007"/>
                  </a:lnTo>
                  <a:lnTo>
                    <a:pt x="1027" y="2054"/>
                  </a:lnTo>
                  <a:lnTo>
                    <a:pt x="1214" y="2007"/>
                  </a:lnTo>
                  <a:lnTo>
                    <a:pt x="1354" y="1914"/>
                  </a:lnTo>
                  <a:lnTo>
                    <a:pt x="1494" y="1820"/>
                  </a:lnTo>
                  <a:lnTo>
                    <a:pt x="1634" y="1634"/>
                  </a:lnTo>
                  <a:lnTo>
                    <a:pt x="1774" y="1307"/>
                  </a:lnTo>
                  <a:lnTo>
                    <a:pt x="1774" y="1027"/>
                  </a:lnTo>
                  <a:lnTo>
                    <a:pt x="1774" y="747"/>
                  </a:lnTo>
                  <a:lnTo>
                    <a:pt x="1634" y="374"/>
                  </a:lnTo>
                  <a:lnTo>
                    <a:pt x="1494" y="234"/>
                  </a:lnTo>
                  <a:lnTo>
                    <a:pt x="1354" y="94"/>
                  </a:lnTo>
                  <a:lnTo>
                    <a:pt x="12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9" name="Google Shape;9249;p44"/>
            <p:cNvSpPr/>
            <p:nvPr/>
          </p:nvSpPr>
          <p:spPr>
            <a:xfrm>
              <a:off x="5519525" y="4222400"/>
              <a:ext cx="227525" cy="80525"/>
            </a:xfrm>
            <a:custGeom>
              <a:rect b="b" l="l" r="r" t="t"/>
              <a:pathLst>
                <a:path extrusionOk="0" h="3221" w="9101">
                  <a:moveTo>
                    <a:pt x="607" y="1"/>
                  </a:moveTo>
                  <a:lnTo>
                    <a:pt x="374" y="48"/>
                  </a:lnTo>
                  <a:lnTo>
                    <a:pt x="187" y="188"/>
                  </a:lnTo>
                  <a:lnTo>
                    <a:pt x="47" y="374"/>
                  </a:lnTo>
                  <a:lnTo>
                    <a:pt x="0" y="608"/>
                  </a:lnTo>
                  <a:lnTo>
                    <a:pt x="0" y="2988"/>
                  </a:lnTo>
                  <a:lnTo>
                    <a:pt x="0" y="3081"/>
                  </a:lnTo>
                  <a:lnTo>
                    <a:pt x="47" y="3174"/>
                  </a:lnTo>
                  <a:lnTo>
                    <a:pt x="140" y="3221"/>
                  </a:lnTo>
                  <a:lnTo>
                    <a:pt x="9101" y="3221"/>
                  </a:lnTo>
                  <a:lnTo>
                    <a:pt x="9101" y="3128"/>
                  </a:lnTo>
                  <a:lnTo>
                    <a:pt x="9101" y="2848"/>
                  </a:lnTo>
                  <a:lnTo>
                    <a:pt x="9054" y="2054"/>
                  </a:lnTo>
                  <a:lnTo>
                    <a:pt x="8914" y="841"/>
                  </a:lnTo>
                  <a:lnTo>
                    <a:pt x="8914" y="281"/>
                  </a:lnTo>
                  <a:lnTo>
                    <a:pt x="8914" y="188"/>
                  </a:lnTo>
                  <a:lnTo>
                    <a:pt x="8867" y="94"/>
                  </a:lnTo>
                  <a:lnTo>
                    <a:pt x="87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0" name="Google Shape;9250;p44"/>
            <p:cNvSpPr/>
            <p:nvPr/>
          </p:nvSpPr>
          <p:spPr>
            <a:xfrm>
              <a:off x="5544025" y="4139575"/>
              <a:ext cx="179700" cy="54850"/>
            </a:xfrm>
            <a:custGeom>
              <a:rect b="b" l="l" r="r" t="t"/>
              <a:pathLst>
                <a:path extrusionOk="0" h="2194" w="7188">
                  <a:moveTo>
                    <a:pt x="747" y="0"/>
                  </a:moveTo>
                  <a:lnTo>
                    <a:pt x="607" y="47"/>
                  </a:lnTo>
                  <a:lnTo>
                    <a:pt x="420" y="140"/>
                  </a:lnTo>
                  <a:lnTo>
                    <a:pt x="280" y="234"/>
                  </a:lnTo>
                  <a:lnTo>
                    <a:pt x="187" y="374"/>
                  </a:lnTo>
                  <a:lnTo>
                    <a:pt x="94" y="560"/>
                  </a:lnTo>
                  <a:lnTo>
                    <a:pt x="0" y="747"/>
                  </a:lnTo>
                  <a:lnTo>
                    <a:pt x="0" y="980"/>
                  </a:lnTo>
                  <a:lnTo>
                    <a:pt x="0" y="1167"/>
                  </a:lnTo>
                  <a:lnTo>
                    <a:pt x="47" y="1354"/>
                  </a:lnTo>
                  <a:lnTo>
                    <a:pt x="140" y="1541"/>
                  </a:lnTo>
                  <a:lnTo>
                    <a:pt x="280" y="1681"/>
                  </a:lnTo>
                  <a:lnTo>
                    <a:pt x="420" y="1821"/>
                  </a:lnTo>
                  <a:lnTo>
                    <a:pt x="607" y="1914"/>
                  </a:lnTo>
                  <a:lnTo>
                    <a:pt x="794" y="1961"/>
                  </a:lnTo>
                  <a:lnTo>
                    <a:pt x="1494" y="2054"/>
                  </a:lnTo>
                  <a:lnTo>
                    <a:pt x="2241" y="2147"/>
                  </a:lnTo>
                  <a:lnTo>
                    <a:pt x="2941" y="2194"/>
                  </a:lnTo>
                  <a:lnTo>
                    <a:pt x="4387" y="2194"/>
                  </a:lnTo>
                  <a:lnTo>
                    <a:pt x="5087" y="2147"/>
                  </a:lnTo>
                  <a:lnTo>
                    <a:pt x="5834" y="2054"/>
                  </a:lnTo>
                  <a:lnTo>
                    <a:pt x="6534" y="1961"/>
                  </a:lnTo>
                  <a:lnTo>
                    <a:pt x="6721" y="1914"/>
                  </a:lnTo>
                  <a:lnTo>
                    <a:pt x="6861" y="1821"/>
                  </a:lnTo>
                  <a:lnTo>
                    <a:pt x="7001" y="1681"/>
                  </a:lnTo>
                  <a:lnTo>
                    <a:pt x="7094" y="1494"/>
                  </a:lnTo>
                  <a:lnTo>
                    <a:pt x="7141" y="1307"/>
                  </a:lnTo>
                  <a:lnTo>
                    <a:pt x="7187" y="1121"/>
                  </a:lnTo>
                  <a:lnTo>
                    <a:pt x="7187" y="887"/>
                  </a:lnTo>
                  <a:lnTo>
                    <a:pt x="7141" y="700"/>
                  </a:lnTo>
                  <a:lnTo>
                    <a:pt x="7094" y="840"/>
                  </a:lnTo>
                  <a:lnTo>
                    <a:pt x="6954" y="467"/>
                  </a:lnTo>
                  <a:lnTo>
                    <a:pt x="6767" y="187"/>
                  </a:lnTo>
                  <a:lnTo>
                    <a:pt x="6674" y="94"/>
                  </a:lnTo>
                  <a:lnTo>
                    <a:pt x="6534" y="0"/>
                  </a:lnTo>
                  <a:lnTo>
                    <a:pt x="6207" y="0"/>
                  </a:lnTo>
                  <a:lnTo>
                    <a:pt x="4947" y="140"/>
                  </a:lnTo>
                  <a:lnTo>
                    <a:pt x="3687" y="234"/>
                  </a:lnTo>
                  <a:lnTo>
                    <a:pt x="2381" y="140"/>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1" name="Google Shape;9251;p44"/>
            <p:cNvSpPr/>
            <p:nvPr/>
          </p:nvSpPr>
          <p:spPr>
            <a:xfrm>
              <a:off x="5714375" y="4141900"/>
              <a:ext cx="42025" cy="33875"/>
            </a:xfrm>
            <a:custGeom>
              <a:rect b="b" l="l" r="r" t="t"/>
              <a:pathLst>
                <a:path extrusionOk="0" h="1355" w="1681">
                  <a:moveTo>
                    <a:pt x="1493" y="1"/>
                  </a:moveTo>
                  <a:lnTo>
                    <a:pt x="0" y="607"/>
                  </a:lnTo>
                  <a:lnTo>
                    <a:pt x="93" y="1121"/>
                  </a:lnTo>
                  <a:lnTo>
                    <a:pt x="1633" y="1354"/>
                  </a:lnTo>
                  <a:lnTo>
                    <a:pt x="1680" y="1308"/>
                  </a:lnTo>
                  <a:lnTo>
                    <a:pt x="1633" y="1261"/>
                  </a:lnTo>
                  <a:lnTo>
                    <a:pt x="1540" y="1168"/>
                  </a:lnTo>
                  <a:lnTo>
                    <a:pt x="1493" y="1074"/>
                  </a:lnTo>
                  <a:lnTo>
                    <a:pt x="1493" y="374"/>
                  </a:lnTo>
                  <a:lnTo>
                    <a:pt x="1540" y="94"/>
                  </a:lnTo>
                  <a:lnTo>
                    <a:pt x="15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2" name="Google Shape;9252;p44"/>
            <p:cNvSpPr/>
            <p:nvPr/>
          </p:nvSpPr>
          <p:spPr>
            <a:xfrm>
              <a:off x="5719025" y="4222400"/>
              <a:ext cx="32700" cy="80525"/>
            </a:xfrm>
            <a:custGeom>
              <a:rect b="b" l="l" r="r" t="t"/>
              <a:pathLst>
                <a:path extrusionOk="0" h="3221" w="1308">
                  <a:moveTo>
                    <a:pt x="1" y="1"/>
                  </a:moveTo>
                  <a:lnTo>
                    <a:pt x="281" y="48"/>
                  </a:lnTo>
                  <a:lnTo>
                    <a:pt x="467" y="188"/>
                  </a:lnTo>
                  <a:lnTo>
                    <a:pt x="607" y="374"/>
                  </a:lnTo>
                  <a:lnTo>
                    <a:pt x="654" y="608"/>
                  </a:lnTo>
                  <a:lnTo>
                    <a:pt x="654" y="2988"/>
                  </a:lnTo>
                  <a:lnTo>
                    <a:pt x="654" y="3081"/>
                  </a:lnTo>
                  <a:lnTo>
                    <a:pt x="607" y="3174"/>
                  </a:lnTo>
                  <a:lnTo>
                    <a:pt x="514" y="3221"/>
                  </a:lnTo>
                  <a:lnTo>
                    <a:pt x="1214" y="3221"/>
                  </a:lnTo>
                  <a:lnTo>
                    <a:pt x="1261" y="3174"/>
                  </a:lnTo>
                  <a:lnTo>
                    <a:pt x="1307" y="3081"/>
                  </a:lnTo>
                  <a:lnTo>
                    <a:pt x="1307" y="2988"/>
                  </a:lnTo>
                  <a:lnTo>
                    <a:pt x="1307" y="608"/>
                  </a:lnTo>
                  <a:lnTo>
                    <a:pt x="1261" y="374"/>
                  </a:lnTo>
                  <a:lnTo>
                    <a:pt x="1121" y="188"/>
                  </a:lnTo>
                  <a:lnTo>
                    <a:pt x="934" y="48"/>
                  </a:lnTo>
                  <a:lnTo>
                    <a:pt x="70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3" name="Google Shape;9253;p44"/>
            <p:cNvSpPr/>
            <p:nvPr/>
          </p:nvSpPr>
          <p:spPr>
            <a:xfrm>
              <a:off x="5626850" y="4062575"/>
              <a:ext cx="35025" cy="51350"/>
            </a:xfrm>
            <a:custGeom>
              <a:rect b="b" l="l" r="r" t="t"/>
              <a:pathLst>
                <a:path extrusionOk="0" h="2054" w="1401">
                  <a:moveTo>
                    <a:pt x="188" y="0"/>
                  </a:moveTo>
                  <a:lnTo>
                    <a:pt x="1" y="47"/>
                  </a:lnTo>
                  <a:lnTo>
                    <a:pt x="281" y="187"/>
                  </a:lnTo>
                  <a:lnTo>
                    <a:pt x="514" y="420"/>
                  </a:lnTo>
                  <a:lnTo>
                    <a:pt x="654" y="700"/>
                  </a:lnTo>
                  <a:lnTo>
                    <a:pt x="701" y="1027"/>
                  </a:lnTo>
                  <a:lnTo>
                    <a:pt x="654" y="1354"/>
                  </a:lnTo>
                  <a:lnTo>
                    <a:pt x="514" y="1634"/>
                  </a:lnTo>
                  <a:lnTo>
                    <a:pt x="281" y="1820"/>
                  </a:lnTo>
                  <a:lnTo>
                    <a:pt x="1" y="1960"/>
                  </a:lnTo>
                  <a:lnTo>
                    <a:pt x="188" y="2007"/>
                  </a:lnTo>
                  <a:lnTo>
                    <a:pt x="374" y="2054"/>
                  </a:lnTo>
                  <a:lnTo>
                    <a:pt x="561" y="2007"/>
                  </a:lnTo>
                  <a:lnTo>
                    <a:pt x="748" y="1960"/>
                  </a:lnTo>
                  <a:lnTo>
                    <a:pt x="934" y="1867"/>
                  </a:lnTo>
                  <a:lnTo>
                    <a:pt x="1074" y="1727"/>
                  </a:lnTo>
                  <a:lnTo>
                    <a:pt x="1214" y="1587"/>
                  </a:lnTo>
                  <a:lnTo>
                    <a:pt x="1308" y="1400"/>
                  </a:lnTo>
                  <a:lnTo>
                    <a:pt x="1354" y="1214"/>
                  </a:lnTo>
                  <a:lnTo>
                    <a:pt x="1401" y="1027"/>
                  </a:lnTo>
                  <a:lnTo>
                    <a:pt x="1354" y="794"/>
                  </a:lnTo>
                  <a:lnTo>
                    <a:pt x="1308" y="607"/>
                  </a:lnTo>
                  <a:lnTo>
                    <a:pt x="1214" y="420"/>
                  </a:lnTo>
                  <a:lnTo>
                    <a:pt x="1074" y="280"/>
                  </a:lnTo>
                  <a:lnTo>
                    <a:pt x="934" y="140"/>
                  </a:lnTo>
                  <a:lnTo>
                    <a:pt x="748" y="47"/>
                  </a:lnTo>
                  <a:lnTo>
                    <a:pt x="5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4" name="Google Shape;9254;p44"/>
            <p:cNvSpPr/>
            <p:nvPr/>
          </p:nvSpPr>
          <p:spPr>
            <a:xfrm>
              <a:off x="5742375" y="4140750"/>
              <a:ext cx="18675" cy="35025"/>
            </a:xfrm>
            <a:custGeom>
              <a:rect b="b" l="l" r="r" t="t"/>
              <a:pathLst>
                <a:path extrusionOk="0" h="1401" w="747">
                  <a:moveTo>
                    <a:pt x="467" y="0"/>
                  </a:moveTo>
                  <a:lnTo>
                    <a:pt x="373" y="47"/>
                  </a:lnTo>
                  <a:lnTo>
                    <a:pt x="0" y="187"/>
                  </a:lnTo>
                  <a:lnTo>
                    <a:pt x="93" y="1167"/>
                  </a:lnTo>
                  <a:lnTo>
                    <a:pt x="93" y="1214"/>
                  </a:lnTo>
                  <a:lnTo>
                    <a:pt x="47" y="1307"/>
                  </a:lnTo>
                  <a:lnTo>
                    <a:pt x="513" y="1400"/>
                  </a:lnTo>
                  <a:lnTo>
                    <a:pt x="607" y="1354"/>
                  </a:lnTo>
                  <a:lnTo>
                    <a:pt x="700" y="1307"/>
                  </a:lnTo>
                  <a:lnTo>
                    <a:pt x="747" y="1260"/>
                  </a:lnTo>
                  <a:lnTo>
                    <a:pt x="747" y="1167"/>
                  </a:lnTo>
                  <a:lnTo>
                    <a:pt x="653" y="187"/>
                  </a:lnTo>
                  <a:lnTo>
                    <a:pt x="607" y="93"/>
                  </a:lnTo>
                  <a:lnTo>
                    <a:pt x="560" y="47"/>
                  </a:lnTo>
                  <a:lnTo>
                    <a:pt x="4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5" name="Google Shape;9255;p44"/>
            <p:cNvSpPr/>
            <p:nvPr/>
          </p:nvSpPr>
          <p:spPr>
            <a:xfrm>
              <a:off x="5693375" y="4139575"/>
              <a:ext cx="35025" cy="51350"/>
            </a:xfrm>
            <a:custGeom>
              <a:rect b="b" l="l" r="r" t="t"/>
              <a:pathLst>
                <a:path extrusionOk="0" h="2054" w="1401">
                  <a:moveTo>
                    <a:pt x="233" y="0"/>
                  </a:moveTo>
                  <a:lnTo>
                    <a:pt x="0" y="47"/>
                  </a:lnTo>
                  <a:lnTo>
                    <a:pt x="233" y="140"/>
                  </a:lnTo>
                  <a:lnTo>
                    <a:pt x="420" y="327"/>
                  </a:lnTo>
                  <a:lnTo>
                    <a:pt x="607" y="514"/>
                  </a:lnTo>
                  <a:lnTo>
                    <a:pt x="700" y="794"/>
                  </a:lnTo>
                  <a:lnTo>
                    <a:pt x="700" y="840"/>
                  </a:lnTo>
                  <a:lnTo>
                    <a:pt x="700" y="1027"/>
                  </a:lnTo>
                  <a:lnTo>
                    <a:pt x="700" y="1214"/>
                  </a:lnTo>
                  <a:lnTo>
                    <a:pt x="653" y="1354"/>
                  </a:lnTo>
                  <a:lnTo>
                    <a:pt x="607" y="1541"/>
                  </a:lnTo>
                  <a:lnTo>
                    <a:pt x="513" y="1681"/>
                  </a:lnTo>
                  <a:lnTo>
                    <a:pt x="420" y="1821"/>
                  </a:lnTo>
                  <a:lnTo>
                    <a:pt x="280" y="1961"/>
                  </a:lnTo>
                  <a:lnTo>
                    <a:pt x="140" y="2054"/>
                  </a:lnTo>
                  <a:lnTo>
                    <a:pt x="560" y="1961"/>
                  </a:lnTo>
                  <a:lnTo>
                    <a:pt x="747" y="1914"/>
                  </a:lnTo>
                  <a:lnTo>
                    <a:pt x="933" y="1821"/>
                  </a:lnTo>
                  <a:lnTo>
                    <a:pt x="1073" y="1681"/>
                  </a:lnTo>
                  <a:lnTo>
                    <a:pt x="1213" y="1541"/>
                  </a:lnTo>
                  <a:lnTo>
                    <a:pt x="1307" y="1354"/>
                  </a:lnTo>
                  <a:lnTo>
                    <a:pt x="1353" y="1167"/>
                  </a:lnTo>
                  <a:lnTo>
                    <a:pt x="1400" y="980"/>
                  </a:lnTo>
                  <a:lnTo>
                    <a:pt x="1353" y="747"/>
                  </a:lnTo>
                  <a:lnTo>
                    <a:pt x="1307" y="560"/>
                  </a:lnTo>
                  <a:lnTo>
                    <a:pt x="1213" y="374"/>
                  </a:lnTo>
                  <a:lnTo>
                    <a:pt x="1073" y="234"/>
                  </a:lnTo>
                  <a:lnTo>
                    <a:pt x="933" y="140"/>
                  </a:lnTo>
                  <a:lnTo>
                    <a:pt x="747" y="47"/>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56" name="Google Shape;9256;p44"/>
          <p:cNvGrpSpPr/>
          <p:nvPr/>
        </p:nvGrpSpPr>
        <p:grpSpPr>
          <a:xfrm>
            <a:off x="5008459" y="1815638"/>
            <a:ext cx="336025" cy="233375"/>
            <a:chOff x="6986075" y="4018225"/>
            <a:chExt cx="336025" cy="233375"/>
          </a:xfrm>
        </p:grpSpPr>
        <p:sp>
          <p:nvSpPr>
            <p:cNvPr id="9257" name="Google Shape;9257;p44"/>
            <p:cNvSpPr/>
            <p:nvPr/>
          </p:nvSpPr>
          <p:spPr>
            <a:xfrm>
              <a:off x="6986075" y="4036900"/>
              <a:ext cx="330200" cy="175025"/>
            </a:xfrm>
            <a:custGeom>
              <a:rect b="b" l="l" r="r" t="t"/>
              <a:pathLst>
                <a:path extrusionOk="0" h="7001" w="13208">
                  <a:moveTo>
                    <a:pt x="6441" y="1"/>
                  </a:moveTo>
                  <a:lnTo>
                    <a:pt x="6161" y="94"/>
                  </a:lnTo>
                  <a:lnTo>
                    <a:pt x="5694" y="327"/>
                  </a:lnTo>
                  <a:lnTo>
                    <a:pt x="5181" y="607"/>
                  </a:lnTo>
                  <a:lnTo>
                    <a:pt x="4947" y="747"/>
                  </a:lnTo>
                  <a:lnTo>
                    <a:pt x="4714" y="841"/>
                  </a:lnTo>
                  <a:lnTo>
                    <a:pt x="4434" y="934"/>
                  </a:lnTo>
                  <a:lnTo>
                    <a:pt x="4201" y="981"/>
                  </a:lnTo>
                  <a:lnTo>
                    <a:pt x="3641" y="1027"/>
                  </a:lnTo>
                  <a:lnTo>
                    <a:pt x="3081" y="1121"/>
                  </a:lnTo>
                  <a:lnTo>
                    <a:pt x="2847" y="1214"/>
                  </a:lnTo>
                  <a:lnTo>
                    <a:pt x="2614" y="1354"/>
                  </a:lnTo>
                  <a:lnTo>
                    <a:pt x="2427" y="1494"/>
                  </a:lnTo>
                  <a:lnTo>
                    <a:pt x="2241" y="1727"/>
                  </a:lnTo>
                  <a:lnTo>
                    <a:pt x="2007" y="2194"/>
                  </a:lnTo>
                  <a:lnTo>
                    <a:pt x="1774" y="2707"/>
                  </a:lnTo>
                  <a:lnTo>
                    <a:pt x="1634" y="2987"/>
                  </a:lnTo>
                  <a:lnTo>
                    <a:pt x="1494" y="3174"/>
                  </a:lnTo>
                  <a:lnTo>
                    <a:pt x="1354" y="3407"/>
                  </a:lnTo>
                  <a:lnTo>
                    <a:pt x="1121" y="3594"/>
                  </a:lnTo>
                  <a:lnTo>
                    <a:pt x="701" y="3967"/>
                  </a:lnTo>
                  <a:lnTo>
                    <a:pt x="327" y="4341"/>
                  </a:lnTo>
                  <a:lnTo>
                    <a:pt x="187" y="4574"/>
                  </a:lnTo>
                  <a:lnTo>
                    <a:pt x="47" y="4807"/>
                  </a:lnTo>
                  <a:lnTo>
                    <a:pt x="0" y="5041"/>
                  </a:lnTo>
                  <a:lnTo>
                    <a:pt x="0" y="5228"/>
                  </a:lnTo>
                  <a:lnTo>
                    <a:pt x="0" y="5648"/>
                  </a:lnTo>
                  <a:lnTo>
                    <a:pt x="94" y="6441"/>
                  </a:lnTo>
                  <a:lnTo>
                    <a:pt x="140" y="6581"/>
                  </a:lnTo>
                  <a:lnTo>
                    <a:pt x="187" y="6721"/>
                  </a:lnTo>
                  <a:lnTo>
                    <a:pt x="280" y="6814"/>
                  </a:lnTo>
                  <a:lnTo>
                    <a:pt x="420" y="6861"/>
                  </a:lnTo>
                  <a:lnTo>
                    <a:pt x="607" y="6954"/>
                  </a:lnTo>
                  <a:lnTo>
                    <a:pt x="794" y="7001"/>
                  </a:lnTo>
                  <a:lnTo>
                    <a:pt x="12601" y="7001"/>
                  </a:lnTo>
                  <a:lnTo>
                    <a:pt x="12788" y="6954"/>
                  </a:lnTo>
                  <a:lnTo>
                    <a:pt x="13021" y="6861"/>
                  </a:lnTo>
                  <a:lnTo>
                    <a:pt x="13114" y="6814"/>
                  </a:lnTo>
                  <a:lnTo>
                    <a:pt x="13114" y="6674"/>
                  </a:lnTo>
                  <a:lnTo>
                    <a:pt x="13161" y="6394"/>
                  </a:lnTo>
                  <a:lnTo>
                    <a:pt x="13208" y="5648"/>
                  </a:lnTo>
                  <a:lnTo>
                    <a:pt x="13208" y="5274"/>
                  </a:lnTo>
                  <a:lnTo>
                    <a:pt x="13114" y="4901"/>
                  </a:lnTo>
                  <a:lnTo>
                    <a:pt x="12974" y="4667"/>
                  </a:lnTo>
                  <a:lnTo>
                    <a:pt x="12834" y="4434"/>
                  </a:lnTo>
                  <a:lnTo>
                    <a:pt x="12508" y="4061"/>
                  </a:lnTo>
                  <a:lnTo>
                    <a:pt x="12134" y="3734"/>
                  </a:lnTo>
                  <a:lnTo>
                    <a:pt x="11808" y="3361"/>
                  </a:lnTo>
                  <a:lnTo>
                    <a:pt x="11668" y="3127"/>
                  </a:lnTo>
                  <a:lnTo>
                    <a:pt x="11528" y="2847"/>
                  </a:lnTo>
                  <a:lnTo>
                    <a:pt x="11294" y="2334"/>
                  </a:lnTo>
                  <a:lnTo>
                    <a:pt x="11061" y="1821"/>
                  </a:lnTo>
                  <a:lnTo>
                    <a:pt x="10921" y="1587"/>
                  </a:lnTo>
                  <a:lnTo>
                    <a:pt x="10734" y="1447"/>
                  </a:lnTo>
                  <a:lnTo>
                    <a:pt x="10501" y="1307"/>
                  </a:lnTo>
                  <a:lnTo>
                    <a:pt x="10221" y="1214"/>
                  </a:lnTo>
                  <a:lnTo>
                    <a:pt x="9707" y="1121"/>
                  </a:lnTo>
                  <a:lnTo>
                    <a:pt x="9101" y="1027"/>
                  </a:lnTo>
                  <a:lnTo>
                    <a:pt x="8867" y="981"/>
                  </a:lnTo>
                  <a:lnTo>
                    <a:pt x="8587" y="934"/>
                  </a:lnTo>
                  <a:lnTo>
                    <a:pt x="8354" y="841"/>
                  </a:lnTo>
                  <a:lnTo>
                    <a:pt x="8121" y="701"/>
                  </a:lnTo>
                  <a:lnTo>
                    <a:pt x="7654" y="374"/>
                  </a:lnTo>
                  <a:lnTo>
                    <a:pt x="7421" y="234"/>
                  </a:lnTo>
                  <a:lnTo>
                    <a:pt x="7187" y="94"/>
                  </a:lnTo>
                  <a:lnTo>
                    <a:pt x="69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8" name="Google Shape;9258;p44"/>
            <p:cNvSpPr/>
            <p:nvPr/>
          </p:nvSpPr>
          <p:spPr>
            <a:xfrm>
              <a:off x="7144750" y="4036900"/>
              <a:ext cx="177350" cy="175025"/>
            </a:xfrm>
            <a:custGeom>
              <a:rect b="b" l="l" r="r" t="t"/>
              <a:pathLst>
                <a:path extrusionOk="0" h="7001" w="7094">
                  <a:moveTo>
                    <a:pt x="374" y="1"/>
                  </a:moveTo>
                  <a:lnTo>
                    <a:pt x="0" y="47"/>
                  </a:lnTo>
                  <a:lnTo>
                    <a:pt x="420" y="187"/>
                  </a:lnTo>
                  <a:lnTo>
                    <a:pt x="840" y="421"/>
                  </a:lnTo>
                  <a:lnTo>
                    <a:pt x="1260" y="654"/>
                  </a:lnTo>
                  <a:lnTo>
                    <a:pt x="1680" y="841"/>
                  </a:lnTo>
                  <a:lnTo>
                    <a:pt x="1914" y="934"/>
                  </a:lnTo>
                  <a:lnTo>
                    <a:pt x="2194" y="981"/>
                  </a:lnTo>
                  <a:lnTo>
                    <a:pt x="2754" y="1027"/>
                  </a:lnTo>
                  <a:lnTo>
                    <a:pt x="3314" y="1121"/>
                  </a:lnTo>
                  <a:lnTo>
                    <a:pt x="3547" y="1214"/>
                  </a:lnTo>
                  <a:lnTo>
                    <a:pt x="3781" y="1354"/>
                  </a:lnTo>
                  <a:lnTo>
                    <a:pt x="3967" y="1494"/>
                  </a:lnTo>
                  <a:lnTo>
                    <a:pt x="4107" y="1727"/>
                  </a:lnTo>
                  <a:lnTo>
                    <a:pt x="4387" y="2194"/>
                  </a:lnTo>
                  <a:lnTo>
                    <a:pt x="4621" y="2707"/>
                  </a:lnTo>
                  <a:lnTo>
                    <a:pt x="4714" y="2987"/>
                  </a:lnTo>
                  <a:lnTo>
                    <a:pt x="4901" y="3174"/>
                  </a:lnTo>
                  <a:lnTo>
                    <a:pt x="5041" y="3407"/>
                  </a:lnTo>
                  <a:lnTo>
                    <a:pt x="5227" y="3594"/>
                  </a:lnTo>
                  <a:lnTo>
                    <a:pt x="5647" y="3967"/>
                  </a:lnTo>
                  <a:lnTo>
                    <a:pt x="6067" y="4341"/>
                  </a:lnTo>
                  <a:lnTo>
                    <a:pt x="6207" y="4574"/>
                  </a:lnTo>
                  <a:lnTo>
                    <a:pt x="6301" y="4807"/>
                  </a:lnTo>
                  <a:lnTo>
                    <a:pt x="6347" y="5041"/>
                  </a:lnTo>
                  <a:lnTo>
                    <a:pt x="6394" y="5228"/>
                  </a:lnTo>
                  <a:lnTo>
                    <a:pt x="6394" y="5648"/>
                  </a:lnTo>
                  <a:lnTo>
                    <a:pt x="6254" y="6441"/>
                  </a:lnTo>
                  <a:lnTo>
                    <a:pt x="6254" y="6581"/>
                  </a:lnTo>
                  <a:lnTo>
                    <a:pt x="6161" y="6721"/>
                  </a:lnTo>
                  <a:lnTo>
                    <a:pt x="6067" y="6814"/>
                  </a:lnTo>
                  <a:lnTo>
                    <a:pt x="5974" y="6861"/>
                  </a:lnTo>
                  <a:lnTo>
                    <a:pt x="5787" y="6954"/>
                  </a:lnTo>
                  <a:lnTo>
                    <a:pt x="5647" y="7001"/>
                  </a:lnTo>
                  <a:lnTo>
                    <a:pt x="6254" y="7001"/>
                  </a:lnTo>
                  <a:lnTo>
                    <a:pt x="6441" y="6954"/>
                  </a:lnTo>
                  <a:lnTo>
                    <a:pt x="6674" y="6861"/>
                  </a:lnTo>
                  <a:lnTo>
                    <a:pt x="6767" y="6814"/>
                  </a:lnTo>
                  <a:lnTo>
                    <a:pt x="6861" y="6721"/>
                  </a:lnTo>
                  <a:lnTo>
                    <a:pt x="6907" y="6581"/>
                  </a:lnTo>
                  <a:lnTo>
                    <a:pt x="6954" y="6441"/>
                  </a:lnTo>
                  <a:lnTo>
                    <a:pt x="7047" y="5648"/>
                  </a:lnTo>
                  <a:lnTo>
                    <a:pt x="7094" y="5228"/>
                  </a:lnTo>
                  <a:lnTo>
                    <a:pt x="7047" y="5041"/>
                  </a:lnTo>
                  <a:lnTo>
                    <a:pt x="7001" y="4807"/>
                  </a:lnTo>
                  <a:lnTo>
                    <a:pt x="6907" y="4574"/>
                  </a:lnTo>
                  <a:lnTo>
                    <a:pt x="6721" y="4341"/>
                  </a:lnTo>
                  <a:lnTo>
                    <a:pt x="6347" y="3967"/>
                  </a:lnTo>
                  <a:lnTo>
                    <a:pt x="5927" y="3594"/>
                  </a:lnTo>
                  <a:lnTo>
                    <a:pt x="5741" y="3407"/>
                  </a:lnTo>
                  <a:lnTo>
                    <a:pt x="5554" y="3174"/>
                  </a:lnTo>
                  <a:lnTo>
                    <a:pt x="5414" y="2987"/>
                  </a:lnTo>
                  <a:lnTo>
                    <a:pt x="5274" y="2707"/>
                  </a:lnTo>
                  <a:lnTo>
                    <a:pt x="5041" y="2194"/>
                  </a:lnTo>
                  <a:lnTo>
                    <a:pt x="4807" y="1727"/>
                  </a:lnTo>
                  <a:lnTo>
                    <a:pt x="4667" y="1494"/>
                  </a:lnTo>
                  <a:lnTo>
                    <a:pt x="4434" y="1354"/>
                  </a:lnTo>
                  <a:lnTo>
                    <a:pt x="4247" y="1214"/>
                  </a:lnTo>
                  <a:lnTo>
                    <a:pt x="3967" y="1121"/>
                  </a:lnTo>
                  <a:lnTo>
                    <a:pt x="3454" y="1027"/>
                  </a:lnTo>
                  <a:lnTo>
                    <a:pt x="2894" y="981"/>
                  </a:lnTo>
                  <a:lnTo>
                    <a:pt x="2614" y="934"/>
                  </a:lnTo>
                  <a:lnTo>
                    <a:pt x="2334" y="841"/>
                  </a:lnTo>
                  <a:lnTo>
                    <a:pt x="2100" y="747"/>
                  </a:lnTo>
                  <a:lnTo>
                    <a:pt x="1867" y="607"/>
                  </a:lnTo>
                  <a:lnTo>
                    <a:pt x="1354" y="327"/>
                  </a:lnTo>
                  <a:lnTo>
                    <a:pt x="887" y="94"/>
                  </a:lnTo>
                  <a:lnTo>
                    <a:pt x="60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9" name="Google Shape;9259;p44"/>
            <p:cNvSpPr/>
            <p:nvPr/>
          </p:nvSpPr>
          <p:spPr>
            <a:xfrm>
              <a:off x="6997750" y="4087075"/>
              <a:ext cx="106175" cy="106200"/>
            </a:xfrm>
            <a:custGeom>
              <a:rect b="b" l="l" r="r" t="t"/>
              <a:pathLst>
                <a:path extrusionOk="0" h="4248" w="4247">
                  <a:moveTo>
                    <a:pt x="2100" y="0"/>
                  </a:moveTo>
                  <a:lnTo>
                    <a:pt x="1680" y="47"/>
                  </a:lnTo>
                  <a:lnTo>
                    <a:pt x="1307" y="140"/>
                  </a:lnTo>
                  <a:lnTo>
                    <a:pt x="934" y="327"/>
                  </a:lnTo>
                  <a:lnTo>
                    <a:pt x="607" y="607"/>
                  </a:lnTo>
                  <a:lnTo>
                    <a:pt x="374" y="934"/>
                  </a:lnTo>
                  <a:lnTo>
                    <a:pt x="140" y="1260"/>
                  </a:lnTo>
                  <a:lnTo>
                    <a:pt x="47" y="1680"/>
                  </a:lnTo>
                  <a:lnTo>
                    <a:pt x="0" y="2100"/>
                  </a:lnTo>
                  <a:lnTo>
                    <a:pt x="0" y="2380"/>
                  </a:lnTo>
                  <a:lnTo>
                    <a:pt x="94" y="2660"/>
                  </a:lnTo>
                  <a:lnTo>
                    <a:pt x="140" y="2940"/>
                  </a:lnTo>
                  <a:lnTo>
                    <a:pt x="280" y="3174"/>
                  </a:lnTo>
                  <a:lnTo>
                    <a:pt x="374" y="3267"/>
                  </a:lnTo>
                  <a:lnTo>
                    <a:pt x="514" y="3361"/>
                  </a:lnTo>
                  <a:lnTo>
                    <a:pt x="607" y="3407"/>
                  </a:lnTo>
                  <a:lnTo>
                    <a:pt x="747" y="3501"/>
                  </a:lnTo>
                  <a:lnTo>
                    <a:pt x="1027" y="3781"/>
                  </a:lnTo>
                  <a:lnTo>
                    <a:pt x="1354" y="4014"/>
                  </a:lnTo>
                  <a:lnTo>
                    <a:pt x="1727" y="4154"/>
                  </a:lnTo>
                  <a:lnTo>
                    <a:pt x="1914" y="4201"/>
                  </a:lnTo>
                  <a:lnTo>
                    <a:pt x="2100" y="4247"/>
                  </a:lnTo>
                  <a:lnTo>
                    <a:pt x="2567" y="4201"/>
                  </a:lnTo>
                  <a:lnTo>
                    <a:pt x="2940" y="4061"/>
                  </a:lnTo>
                  <a:lnTo>
                    <a:pt x="3314" y="3874"/>
                  </a:lnTo>
                  <a:lnTo>
                    <a:pt x="3594" y="3594"/>
                  </a:lnTo>
                  <a:lnTo>
                    <a:pt x="3874" y="3314"/>
                  </a:lnTo>
                  <a:lnTo>
                    <a:pt x="4060" y="2940"/>
                  </a:lnTo>
                  <a:lnTo>
                    <a:pt x="4200" y="2520"/>
                  </a:lnTo>
                  <a:lnTo>
                    <a:pt x="4247" y="2100"/>
                  </a:lnTo>
                  <a:lnTo>
                    <a:pt x="4200" y="1820"/>
                  </a:lnTo>
                  <a:lnTo>
                    <a:pt x="4154" y="1587"/>
                  </a:lnTo>
                  <a:lnTo>
                    <a:pt x="4014" y="1354"/>
                  </a:lnTo>
                  <a:lnTo>
                    <a:pt x="3874" y="1167"/>
                  </a:lnTo>
                  <a:lnTo>
                    <a:pt x="3547" y="794"/>
                  </a:lnTo>
                  <a:lnTo>
                    <a:pt x="3127" y="514"/>
                  </a:lnTo>
                  <a:lnTo>
                    <a:pt x="3080" y="420"/>
                  </a:lnTo>
                  <a:lnTo>
                    <a:pt x="3080" y="327"/>
                  </a:lnTo>
                  <a:lnTo>
                    <a:pt x="3034" y="234"/>
                  </a:lnTo>
                  <a:lnTo>
                    <a:pt x="2987" y="187"/>
                  </a:lnTo>
                  <a:lnTo>
                    <a:pt x="2567" y="47"/>
                  </a:lnTo>
                  <a:lnTo>
                    <a:pt x="21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0" name="Google Shape;9260;p44"/>
            <p:cNvSpPr/>
            <p:nvPr/>
          </p:nvSpPr>
          <p:spPr>
            <a:xfrm>
              <a:off x="7170425" y="4018225"/>
              <a:ext cx="144675" cy="134200"/>
            </a:xfrm>
            <a:custGeom>
              <a:rect b="b" l="l" r="r" t="t"/>
              <a:pathLst>
                <a:path extrusionOk="0" h="5368" w="5787">
                  <a:moveTo>
                    <a:pt x="1727" y="1"/>
                  </a:moveTo>
                  <a:lnTo>
                    <a:pt x="1680" y="94"/>
                  </a:lnTo>
                  <a:lnTo>
                    <a:pt x="0" y="2428"/>
                  </a:lnTo>
                  <a:lnTo>
                    <a:pt x="4154" y="5368"/>
                  </a:lnTo>
                  <a:lnTo>
                    <a:pt x="4994" y="4061"/>
                  </a:lnTo>
                  <a:lnTo>
                    <a:pt x="5554" y="3174"/>
                  </a:lnTo>
                  <a:lnTo>
                    <a:pt x="5740" y="2848"/>
                  </a:lnTo>
                  <a:lnTo>
                    <a:pt x="5787" y="2708"/>
                  </a:lnTo>
                  <a:lnTo>
                    <a:pt x="4294" y="1681"/>
                  </a:lnTo>
                  <a:lnTo>
                    <a:pt x="4154" y="1634"/>
                  </a:lnTo>
                  <a:lnTo>
                    <a:pt x="4060" y="1681"/>
                  </a:lnTo>
                  <a:lnTo>
                    <a:pt x="3780" y="1821"/>
                  </a:lnTo>
                  <a:lnTo>
                    <a:pt x="3360" y="1821"/>
                  </a:lnTo>
                  <a:lnTo>
                    <a:pt x="3174" y="1774"/>
                  </a:lnTo>
                  <a:lnTo>
                    <a:pt x="2940" y="1634"/>
                  </a:lnTo>
                  <a:lnTo>
                    <a:pt x="2707" y="1354"/>
                  </a:lnTo>
                  <a:lnTo>
                    <a:pt x="2660" y="1214"/>
                  </a:lnTo>
                  <a:lnTo>
                    <a:pt x="2614" y="1074"/>
                  </a:lnTo>
                  <a:lnTo>
                    <a:pt x="2614" y="888"/>
                  </a:lnTo>
                  <a:lnTo>
                    <a:pt x="2660" y="701"/>
                  </a:lnTo>
                  <a:lnTo>
                    <a:pt x="2614" y="561"/>
                  </a:lnTo>
                  <a:lnTo>
                    <a:pt x="2567" y="468"/>
                  </a:lnTo>
                  <a:lnTo>
                    <a:pt x="1960" y="48"/>
                  </a:lnTo>
                  <a:lnTo>
                    <a:pt x="191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1" name="Google Shape;9261;p44"/>
            <p:cNvSpPr/>
            <p:nvPr/>
          </p:nvSpPr>
          <p:spPr>
            <a:xfrm>
              <a:off x="7004750" y="4091750"/>
              <a:ext cx="99175" cy="101525"/>
            </a:xfrm>
            <a:custGeom>
              <a:rect b="b" l="l" r="r" t="t"/>
              <a:pathLst>
                <a:path extrusionOk="0" h="4061" w="3967">
                  <a:moveTo>
                    <a:pt x="2707" y="0"/>
                  </a:moveTo>
                  <a:lnTo>
                    <a:pt x="2287" y="233"/>
                  </a:lnTo>
                  <a:lnTo>
                    <a:pt x="1820" y="513"/>
                  </a:lnTo>
                  <a:lnTo>
                    <a:pt x="1447" y="887"/>
                  </a:lnTo>
                  <a:lnTo>
                    <a:pt x="1074" y="1213"/>
                  </a:lnTo>
                  <a:lnTo>
                    <a:pt x="747" y="1633"/>
                  </a:lnTo>
                  <a:lnTo>
                    <a:pt x="467" y="2053"/>
                  </a:lnTo>
                  <a:lnTo>
                    <a:pt x="234" y="2520"/>
                  </a:lnTo>
                  <a:lnTo>
                    <a:pt x="0" y="2987"/>
                  </a:lnTo>
                  <a:lnTo>
                    <a:pt x="140" y="3220"/>
                  </a:lnTo>
                  <a:lnTo>
                    <a:pt x="327" y="3407"/>
                  </a:lnTo>
                  <a:lnTo>
                    <a:pt x="560" y="3594"/>
                  </a:lnTo>
                  <a:lnTo>
                    <a:pt x="747" y="3734"/>
                  </a:lnTo>
                  <a:lnTo>
                    <a:pt x="1027" y="3874"/>
                  </a:lnTo>
                  <a:lnTo>
                    <a:pt x="1260" y="3967"/>
                  </a:lnTo>
                  <a:lnTo>
                    <a:pt x="1540" y="4014"/>
                  </a:lnTo>
                  <a:lnTo>
                    <a:pt x="1820" y="4060"/>
                  </a:lnTo>
                  <a:lnTo>
                    <a:pt x="2287" y="4014"/>
                  </a:lnTo>
                  <a:lnTo>
                    <a:pt x="2660" y="3874"/>
                  </a:lnTo>
                  <a:lnTo>
                    <a:pt x="3034" y="3687"/>
                  </a:lnTo>
                  <a:lnTo>
                    <a:pt x="3314" y="3407"/>
                  </a:lnTo>
                  <a:lnTo>
                    <a:pt x="3594" y="3127"/>
                  </a:lnTo>
                  <a:lnTo>
                    <a:pt x="3780" y="2753"/>
                  </a:lnTo>
                  <a:lnTo>
                    <a:pt x="3920" y="2333"/>
                  </a:lnTo>
                  <a:lnTo>
                    <a:pt x="3967" y="1913"/>
                  </a:lnTo>
                  <a:lnTo>
                    <a:pt x="3920" y="1587"/>
                  </a:lnTo>
                  <a:lnTo>
                    <a:pt x="3874" y="1307"/>
                  </a:lnTo>
                  <a:lnTo>
                    <a:pt x="3780" y="1027"/>
                  </a:lnTo>
                  <a:lnTo>
                    <a:pt x="3594" y="747"/>
                  </a:lnTo>
                  <a:lnTo>
                    <a:pt x="3454" y="513"/>
                  </a:lnTo>
                  <a:lnTo>
                    <a:pt x="3220" y="327"/>
                  </a:lnTo>
                  <a:lnTo>
                    <a:pt x="2987" y="140"/>
                  </a:lnTo>
                  <a:lnTo>
                    <a:pt x="27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2" name="Google Shape;9262;p44"/>
            <p:cNvSpPr/>
            <p:nvPr/>
          </p:nvSpPr>
          <p:spPr>
            <a:xfrm>
              <a:off x="7260250" y="4076575"/>
              <a:ext cx="57200" cy="75850"/>
            </a:xfrm>
            <a:custGeom>
              <a:rect b="b" l="l" r="r" t="t"/>
              <a:pathLst>
                <a:path extrusionOk="0" h="3034" w="2288">
                  <a:moveTo>
                    <a:pt x="1634" y="0"/>
                  </a:moveTo>
                  <a:lnTo>
                    <a:pt x="1681" y="94"/>
                  </a:lnTo>
                  <a:lnTo>
                    <a:pt x="1727" y="140"/>
                  </a:lnTo>
                  <a:lnTo>
                    <a:pt x="1727" y="234"/>
                  </a:lnTo>
                  <a:lnTo>
                    <a:pt x="1681" y="327"/>
                  </a:lnTo>
                  <a:lnTo>
                    <a:pt x="1" y="2660"/>
                  </a:lnTo>
                  <a:lnTo>
                    <a:pt x="561" y="3034"/>
                  </a:lnTo>
                  <a:lnTo>
                    <a:pt x="2241" y="700"/>
                  </a:lnTo>
                  <a:lnTo>
                    <a:pt x="2241" y="607"/>
                  </a:lnTo>
                  <a:lnTo>
                    <a:pt x="2287" y="514"/>
                  </a:lnTo>
                  <a:lnTo>
                    <a:pt x="2241" y="467"/>
                  </a:lnTo>
                  <a:lnTo>
                    <a:pt x="2194" y="374"/>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3" name="Google Shape;9263;p44"/>
            <p:cNvSpPr/>
            <p:nvPr/>
          </p:nvSpPr>
          <p:spPr>
            <a:xfrm>
              <a:off x="7014075" y="4077750"/>
              <a:ext cx="273025" cy="173850"/>
            </a:xfrm>
            <a:custGeom>
              <a:rect b="b" l="l" r="r" t="t"/>
              <a:pathLst>
                <a:path extrusionOk="0" h="6954" w="10921">
                  <a:moveTo>
                    <a:pt x="5367" y="0"/>
                  </a:moveTo>
                  <a:lnTo>
                    <a:pt x="4854" y="47"/>
                  </a:lnTo>
                  <a:lnTo>
                    <a:pt x="4294" y="140"/>
                  </a:lnTo>
                  <a:lnTo>
                    <a:pt x="3781" y="280"/>
                  </a:lnTo>
                  <a:lnTo>
                    <a:pt x="3267" y="467"/>
                  </a:lnTo>
                  <a:lnTo>
                    <a:pt x="2801" y="653"/>
                  </a:lnTo>
                  <a:lnTo>
                    <a:pt x="2381" y="933"/>
                  </a:lnTo>
                  <a:lnTo>
                    <a:pt x="1961" y="1260"/>
                  </a:lnTo>
                  <a:lnTo>
                    <a:pt x="1541" y="1587"/>
                  </a:lnTo>
                  <a:lnTo>
                    <a:pt x="1214" y="2007"/>
                  </a:lnTo>
                  <a:lnTo>
                    <a:pt x="887" y="2380"/>
                  </a:lnTo>
                  <a:lnTo>
                    <a:pt x="654" y="2847"/>
                  </a:lnTo>
                  <a:lnTo>
                    <a:pt x="421" y="3313"/>
                  </a:lnTo>
                  <a:lnTo>
                    <a:pt x="234" y="3827"/>
                  </a:lnTo>
                  <a:lnTo>
                    <a:pt x="94" y="4340"/>
                  </a:lnTo>
                  <a:lnTo>
                    <a:pt x="1" y="4854"/>
                  </a:lnTo>
                  <a:lnTo>
                    <a:pt x="1" y="5414"/>
                  </a:lnTo>
                  <a:lnTo>
                    <a:pt x="1" y="6300"/>
                  </a:lnTo>
                  <a:lnTo>
                    <a:pt x="47" y="6580"/>
                  </a:lnTo>
                  <a:lnTo>
                    <a:pt x="187" y="6767"/>
                  </a:lnTo>
                  <a:lnTo>
                    <a:pt x="374" y="6907"/>
                  </a:lnTo>
                  <a:lnTo>
                    <a:pt x="607" y="6954"/>
                  </a:lnTo>
                  <a:lnTo>
                    <a:pt x="10641" y="6954"/>
                  </a:lnTo>
                  <a:lnTo>
                    <a:pt x="10734" y="6907"/>
                  </a:lnTo>
                  <a:lnTo>
                    <a:pt x="10828" y="6860"/>
                  </a:lnTo>
                  <a:lnTo>
                    <a:pt x="10874" y="6767"/>
                  </a:lnTo>
                  <a:lnTo>
                    <a:pt x="10921" y="6534"/>
                  </a:lnTo>
                  <a:lnTo>
                    <a:pt x="10921" y="6300"/>
                  </a:lnTo>
                  <a:lnTo>
                    <a:pt x="10921" y="5414"/>
                  </a:lnTo>
                  <a:lnTo>
                    <a:pt x="10921" y="4854"/>
                  </a:lnTo>
                  <a:lnTo>
                    <a:pt x="10828" y="4294"/>
                  </a:lnTo>
                  <a:lnTo>
                    <a:pt x="10688" y="3780"/>
                  </a:lnTo>
                  <a:lnTo>
                    <a:pt x="10548" y="3313"/>
                  </a:lnTo>
                  <a:lnTo>
                    <a:pt x="10314" y="2847"/>
                  </a:lnTo>
                  <a:lnTo>
                    <a:pt x="10081" y="2380"/>
                  </a:lnTo>
                  <a:lnTo>
                    <a:pt x="9801" y="1960"/>
                  </a:lnTo>
                  <a:lnTo>
                    <a:pt x="9474" y="1587"/>
                  </a:lnTo>
                  <a:lnTo>
                    <a:pt x="9101" y="1260"/>
                  </a:lnTo>
                  <a:lnTo>
                    <a:pt x="8727" y="933"/>
                  </a:lnTo>
                  <a:lnTo>
                    <a:pt x="8307" y="653"/>
                  </a:lnTo>
                  <a:lnTo>
                    <a:pt x="7841" y="420"/>
                  </a:lnTo>
                  <a:lnTo>
                    <a:pt x="7374" y="280"/>
                  </a:lnTo>
                  <a:lnTo>
                    <a:pt x="6861" y="140"/>
                  </a:lnTo>
                  <a:lnTo>
                    <a:pt x="6347" y="47"/>
                  </a:lnTo>
                  <a:lnTo>
                    <a:pt x="578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4" name="Google Shape;9264;p44"/>
            <p:cNvSpPr/>
            <p:nvPr/>
          </p:nvSpPr>
          <p:spPr>
            <a:xfrm>
              <a:off x="7144750" y="4077750"/>
              <a:ext cx="149350" cy="173850"/>
            </a:xfrm>
            <a:custGeom>
              <a:rect b="b" l="l" r="r" t="t"/>
              <a:pathLst>
                <a:path extrusionOk="0" h="6954" w="5974">
                  <a:moveTo>
                    <a:pt x="0" y="0"/>
                  </a:moveTo>
                  <a:lnTo>
                    <a:pt x="560" y="47"/>
                  </a:lnTo>
                  <a:lnTo>
                    <a:pt x="1074" y="140"/>
                  </a:lnTo>
                  <a:lnTo>
                    <a:pt x="1587" y="280"/>
                  </a:lnTo>
                  <a:lnTo>
                    <a:pt x="2054" y="467"/>
                  </a:lnTo>
                  <a:lnTo>
                    <a:pt x="2520" y="700"/>
                  </a:lnTo>
                  <a:lnTo>
                    <a:pt x="2987" y="980"/>
                  </a:lnTo>
                  <a:lnTo>
                    <a:pt x="3360" y="1307"/>
                  </a:lnTo>
                  <a:lnTo>
                    <a:pt x="3734" y="1633"/>
                  </a:lnTo>
                  <a:lnTo>
                    <a:pt x="4061" y="2053"/>
                  </a:lnTo>
                  <a:lnTo>
                    <a:pt x="4387" y="2427"/>
                  </a:lnTo>
                  <a:lnTo>
                    <a:pt x="4667" y="2893"/>
                  </a:lnTo>
                  <a:lnTo>
                    <a:pt x="4854" y="3360"/>
                  </a:lnTo>
                  <a:lnTo>
                    <a:pt x="5041" y="3827"/>
                  </a:lnTo>
                  <a:lnTo>
                    <a:pt x="5181" y="4340"/>
                  </a:lnTo>
                  <a:lnTo>
                    <a:pt x="5274" y="4900"/>
                  </a:lnTo>
                  <a:lnTo>
                    <a:pt x="5274" y="5414"/>
                  </a:lnTo>
                  <a:lnTo>
                    <a:pt x="5274" y="6300"/>
                  </a:lnTo>
                  <a:lnTo>
                    <a:pt x="5227" y="6580"/>
                  </a:lnTo>
                  <a:lnTo>
                    <a:pt x="5087" y="6767"/>
                  </a:lnTo>
                  <a:lnTo>
                    <a:pt x="4901" y="6907"/>
                  </a:lnTo>
                  <a:lnTo>
                    <a:pt x="4621" y="6954"/>
                  </a:lnTo>
                  <a:lnTo>
                    <a:pt x="5321" y="6954"/>
                  </a:lnTo>
                  <a:lnTo>
                    <a:pt x="5554" y="6907"/>
                  </a:lnTo>
                  <a:lnTo>
                    <a:pt x="5787" y="6767"/>
                  </a:lnTo>
                  <a:lnTo>
                    <a:pt x="5927" y="6580"/>
                  </a:lnTo>
                  <a:lnTo>
                    <a:pt x="5974" y="6300"/>
                  </a:lnTo>
                  <a:lnTo>
                    <a:pt x="5974" y="5414"/>
                  </a:lnTo>
                  <a:lnTo>
                    <a:pt x="5927" y="4854"/>
                  </a:lnTo>
                  <a:lnTo>
                    <a:pt x="5834" y="4340"/>
                  </a:lnTo>
                  <a:lnTo>
                    <a:pt x="5741" y="3827"/>
                  </a:lnTo>
                  <a:lnTo>
                    <a:pt x="5554" y="3313"/>
                  </a:lnTo>
                  <a:lnTo>
                    <a:pt x="5321" y="2847"/>
                  </a:lnTo>
                  <a:lnTo>
                    <a:pt x="5041" y="2380"/>
                  </a:lnTo>
                  <a:lnTo>
                    <a:pt x="4714" y="2007"/>
                  </a:lnTo>
                  <a:lnTo>
                    <a:pt x="4387" y="1587"/>
                  </a:lnTo>
                  <a:lnTo>
                    <a:pt x="4014" y="1260"/>
                  </a:lnTo>
                  <a:lnTo>
                    <a:pt x="3594" y="933"/>
                  </a:lnTo>
                  <a:lnTo>
                    <a:pt x="3127" y="653"/>
                  </a:lnTo>
                  <a:lnTo>
                    <a:pt x="2660" y="467"/>
                  </a:lnTo>
                  <a:lnTo>
                    <a:pt x="2147" y="280"/>
                  </a:lnTo>
                  <a:lnTo>
                    <a:pt x="1634" y="140"/>
                  </a:lnTo>
                  <a:lnTo>
                    <a:pt x="1120" y="47"/>
                  </a:lnTo>
                  <a:lnTo>
                    <a:pt x="56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8" name="Shape 9268"/>
        <p:cNvGrpSpPr/>
        <p:nvPr/>
      </p:nvGrpSpPr>
      <p:grpSpPr>
        <a:xfrm>
          <a:off x="0" y="0"/>
          <a:ext cx="0" cy="0"/>
          <a:chOff x="0" y="0"/>
          <a:chExt cx="0" cy="0"/>
        </a:xfrm>
      </p:grpSpPr>
      <p:sp>
        <p:nvSpPr>
          <p:cNvPr id="9269" name="Google Shape;9269;p45"/>
          <p:cNvSpPr/>
          <p:nvPr/>
        </p:nvSpPr>
        <p:spPr>
          <a:xfrm rot="-5400000">
            <a:off x="1444153" y="15528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0" name="Google Shape;9270;p45"/>
          <p:cNvSpPr/>
          <p:nvPr/>
        </p:nvSpPr>
        <p:spPr>
          <a:xfrm rot="-5400000">
            <a:off x="1444153" y="30780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1" name="Google Shape;9271;p45"/>
          <p:cNvSpPr/>
          <p:nvPr/>
        </p:nvSpPr>
        <p:spPr>
          <a:xfrm rot="-5400000">
            <a:off x="4796978" y="15528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2" name="Google Shape;9272;p45"/>
          <p:cNvSpPr/>
          <p:nvPr/>
        </p:nvSpPr>
        <p:spPr>
          <a:xfrm rot="-5400000">
            <a:off x="4796978" y="30780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3" name="Google Shape;9273;p45"/>
          <p:cNvSpPr txBox="1"/>
          <p:nvPr>
            <p:ph idx="8"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Expected Benefits</a:t>
            </a:r>
            <a:endParaRPr/>
          </a:p>
        </p:txBody>
      </p:sp>
      <p:sp>
        <p:nvSpPr>
          <p:cNvPr id="9274" name="Google Shape;9274;p45"/>
          <p:cNvSpPr txBox="1"/>
          <p:nvPr>
            <p:ph type="title"/>
          </p:nvPr>
        </p:nvSpPr>
        <p:spPr>
          <a:xfrm>
            <a:off x="2365778" y="155226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Saves time</a:t>
            </a:r>
            <a:endParaRPr sz="900"/>
          </a:p>
        </p:txBody>
      </p:sp>
      <p:sp>
        <p:nvSpPr>
          <p:cNvPr id="9275" name="Google Shape;9275;p45"/>
          <p:cNvSpPr txBox="1"/>
          <p:nvPr>
            <p:ph idx="1" type="subTitle"/>
          </p:nvPr>
        </p:nvSpPr>
        <p:spPr>
          <a:xfrm>
            <a:off x="2365775" y="1763671"/>
            <a:ext cx="1978200" cy="75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users reach a final food decision in under a minute instead of spending 10-20 minutes scrolling delivery apps</a:t>
            </a:r>
            <a:endParaRPr sz="1000"/>
          </a:p>
        </p:txBody>
      </p:sp>
      <p:sp>
        <p:nvSpPr>
          <p:cNvPr id="9276" name="Google Shape;9276;p45"/>
          <p:cNvSpPr txBox="1"/>
          <p:nvPr>
            <p:ph idx="2" type="title"/>
          </p:nvPr>
        </p:nvSpPr>
        <p:spPr>
          <a:xfrm>
            <a:off x="5721659" y="155226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Reduces decision fatigue</a:t>
            </a:r>
            <a:endParaRPr sz="900"/>
          </a:p>
        </p:txBody>
      </p:sp>
      <p:sp>
        <p:nvSpPr>
          <p:cNvPr id="9277" name="Google Shape;9277;p45"/>
          <p:cNvSpPr txBox="1"/>
          <p:nvPr>
            <p:ph idx="3" type="subTitle"/>
          </p:nvPr>
        </p:nvSpPr>
        <p:spPr>
          <a:xfrm>
            <a:off x="5721650" y="1763667"/>
            <a:ext cx="1978200" cy="98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removes the mental effort of comparing endless options, especially useful after a long day or when hunger is already making decisions harder</a:t>
            </a:r>
            <a:endParaRPr sz="1000"/>
          </a:p>
        </p:txBody>
      </p:sp>
      <p:sp>
        <p:nvSpPr>
          <p:cNvPr id="9278" name="Google Shape;9278;p45"/>
          <p:cNvSpPr txBox="1"/>
          <p:nvPr>
            <p:ph idx="4" type="title"/>
          </p:nvPr>
        </p:nvSpPr>
        <p:spPr>
          <a:xfrm>
            <a:off x="2365778" y="3077506"/>
            <a:ext cx="1975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Resolves group conflict</a:t>
            </a:r>
            <a:endParaRPr sz="900"/>
          </a:p>
        </p:txBody>
      </p:sp>
      <p:sp>
        <p:nvSpPr>
          <p:cNvPr id="9279" name="Google Shape;9279;p45"/>
          <p:cNvSpPr txBox="1"/>
          <p:nvPr>
            <p:ph idx="5" type="subTitle"/>
          </p:nvPr>
        </p:nvSpPr>
        <p:spPr>
          <a:xfrm>
            <a:off x="2365775" y="3288924"/>
            <a:ext cx="1978200" cy="132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Group Mode gives friends, coworkers, or families a neutral "decider" so no single person is blamed for a bad pick, and no time is wasted negotiating.</a:t>
            </a:r>
            <a:endParaRPr sz="1000"/>
          </a:p>
        </p:txBody>
      </p:sp>
      <p:sp>
        <p:nvSpPr>
          <p:cNvPr id="9280" name="Google Shape;9280;p45"/>
          <p:cNvSpPr txBox="1"/>
          <p:nvPr>
            <p:ph idx="6" type="title"/>
          </p:nvPr>
        </p:nvSpPr>
        <p:spPr>
          <a:xfrm>
            <a:off x="5721659" y="307750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900"/>
              <a:t>Encourages food variety</a:t>
            </a:r>
            <a:endParaRPr sz="900"/>
          </a:p>
        </p:txBody>
      </p:sp>
      <p:sp>
        <p:nvSpPr>
          <p:cNvPr id="9281" name="Google Shape;9281;p45"/>
          <p:cNvSpPr txBox="1"/>
          <p:nvPr>
            <p:ph idx="7" type="subTitle"/>
          </p:nvPr>
        </p:nvSpPr>
        <p:spPr>
          <a:xfrm>
            <a:off x="5721650" y="3288925"/>
            <a:ext cx="1978200" cy="875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t>random selection nudges users toward stores or dishes they might not have picked themselves, breaking the habit of defaulting to the same 2-3 places</a:t>
            </a:r>
            <a:endParaRPr sz="1000"/>
          </a:p>
        </p:txBody>
      </p:sp>
      <p:grpSp>
        <p:nvGrpSpPr>
          <p:cNvPr id="9282" name="Google Shape;9282;p45"/>
          <p:cNvGrpSpPr/>
          <p:nvPr/>
        </p:nvGrpSpPr>
        <p:grpSpPr>
          <a:xfrm>
            <a:off x="1655621" y="1764888"/>
            <a:ext cx="336050" cy="334875"/>
            <a:chOff x="3959625" y="2580850"/>
            <a:chExt cx="336050" cy="334875"/>
          </a:xfrm>
        </p:grpSpPr>
        <p:sp>
          <p:nvSpPr>
            <p:cNvPr id="9283" name="Google Shape;9283;p45"/>
            <p:cNvSpPr/>
            <p:nvPr/>
          </p:nvSpPr>
          <p:spPr>
            <a:xfrm>
              <a:off x="3959625" y="2600700"/>
              <a:ext cx="316225" cy="310350"/>
            </a:xfrm>
            <a:custGeom>
              <a:rect b="b" l="l" r="r" t="t"/>
              <a:pathLst>
                <a:path extrusionOk="0" h="12414" w="12649">
                  <a:moveTo>
                    <a:pt x="4108" y="0"/>
                  </a:moveTo>
                  <a:lnTo>
                    <a:pt x="2988" y="3360"/>
                  </a:lnTo>
                  <a:lnTo>
                    <a:pt x="2568" y="5367"/>
                  </a:lnTo>
                  <a:lnTo>
                    <a:pt x="1914" y="6580"/>
                  </a:lnTo>
                  <a:lnTo>
                    <a:pt x="1448" y="7934"/>
                  </a:lnTo>
                  <a:lnTo>
                    <a:pt x="1401" y="8727"/>
                  </a:lnTo>
                  <a:lnTo>
                    <a:pt x="934" y="9567"/>
                  </a:lnTo>
                  <a:lnTo>
                    <a:pt x="1" y="12321"/>
                  </a:lnTo>
                  <a:lnTo>
                    <a:pt x="1" y="12414"/>
                  </a:lnTo>
                  <a:lnTo>
                    <a:pt x="48" y="12367"/>
                  </a:lnTo>
                  <a:lnTo>
                    <a:pt x="141" y="12274"/>
                  </a:lnTo>
                  <a:lnTo>
                    <a:pt x="281" y="12227"/>
                  </a:lnTo>
                  <a:lnTo>
                    <a:pt x="12648" y="8494"/>
                  </a:lnTo>
                  <a:lnTo>
                    <a:pt x="410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4" name="Google Shape;9284;p45"/>
            <p:cNvSpPr/>
            <p:nvPr/>
          </p:nvSpPr>
          <p:spPr>
            <a:xfrm>
              <a:off x="3959625" y="2801375"/>
              <a:ext cx="316225" cy="114350"/>
            </a:xfrm>
            <a:custGeom>
              <a:rect b="b" l="l" r="r" t="t"/>
              <a:pathLst>
                <a:path extrusionOk="0" h="4574" w="12649">
                  <a:moveTo>
                    <a:pt x="12135" y="0"/>
                  </a:moveTo>
                  <a:lnTo>
                    <a:pt x="10361" y="560"/>
                  </a:lnTo>
                  <a:lnTo>
                    <a:pt x="9568" y="1027"/>
                  </a:lnTo>
                  <a:lnTo>
                    <a:pt x="7935" y="1400"/>
                  </a:lnTo>
                  <a:lnTo>
                    <a:pt x="5834" y="2100"/>
                  </a:lnTo>
                  <a:lnTo>
                    <a:pt x="4621" y="2753"/>
                  </a:lnTo>
                  <a:lnTo>
                    <a:pt x="3221" y="2940"/>
                  </a:lnTo>
                  <a:lnTo>
                    <a:pt x="94" y="4014"/>
                  </a:lnTo>
                  <a:lnTo>
                    <a:pt x="1" y="4294"/>
                  </a:lnTo>
                  <a:lnTo>
                    <a:pt x="1" y="4434"/>
                  </a:lnTo>
                  <a:lnTo>
                    <a:pt x="48" y="4527"/>
                  </a:lnTo>
                  <a:lnTo>
                    <a:pt x="141" y="4574"/>
                  </a:lnTo>
                  <a:lnTo>
                    <a:pt x="281" y="4574"/>
                  </a:lnTo>
                  <a:lnTo>
                    <a:pt x="3594" y="3500"/>
                  </a:lnTo>
                  <a:lnTo>
                    <a:pt x="4668" y="2894"/>
                  </a:lnTo>
                  <a:lnTo>
                    <a:pt x="5834" y="2707"/>
                  </a:lnTo>
                  <a:lnTo>
                    <a:pt x="8541" y="1820"/>
                  </a:lnTo>
                  <a:lnTo>
                    <a:pt x="9381" y="1353"/>
                  </a:lnTo>
                  <a:lnTo>
                    <a:pt x="10128" y="1307"/>
                  </a:lnTo>
                  <a:lnTo>
                    <a:pt x="12648" y="467"/>
                  </a:lnTo>
                  <a:lnTo>
                    <a:pt x="121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5" name="Google Shape;9285;p45"/>
            <p:cNvSpPr/>
            <p:nvPr/>
          </p:nvSpPr>
          <p:spPr>
            <a:xfrm>
              <a:off x="4138150" y="2685850"/>
              <a:ext cx="66525" cy="66550"/>
            </a:xfrm>
            <a:custGeom>
              <a:rect b="b" l="l" r="r" t="t"/>
              <a:pathLst>
                <a:path extrusionOk="0" h="2662" w="2661">
                  <a:moveTo>
                    <a:pt x="1120" y="1"/>
                  </a:moveTo>
                  <a:lnTo>
                    <a:pt x="887" y="94"/>
                  </a:lnTo>
                  <a:lnTo>
                    <a:pt x="607" y="234"/>
                  </a:lnTo>
                  <a:lnTo>
                    <a:pt x="420" y="374"/>
                  </a:lnTo>
                  <a:lnTo>
                    <a:pt x="234" y="608"/>
                  </a:lnTo>
                  <a:lnTo>
                    <a:pt x="94" y="841"/>
                  </a:lnTo>
                  <a:lnTo>
                    <a:pt x="47" y="1121"/>
                  </a:lnTo>
                  <a:lnTo>
                    <a:pt x="0" y="1354"/>
                  </a:lnTo>
                  <a:lnTo>
                    <a:pt x="47" y="1634"/>
                  </a:lnTo>
                  <a:lnTo>
                    <a:pt x="94" y="1868"/>
                  </a:lnTo>
                  <a:lnTo>
                    <a:pt x="234" y="2148"/>
                  </a:lnTo>
                  <a:lnTo>
                    <a:pt x="420" y="2334"/>
                  </a:lnTo>
                  <a:lnTo>
                    <a:pt x="607" y="2521"/>
                  </a:lnTo>
                  <a:lnTo>
                    <a:pt x="840" y="2614"/>
                  </a:lnTo>
                  <a:lnTo>
                    <a:pt x="1074" y="2661"/>
                  </a:lnTo>
                  <a:lnTo>
                    <a:pt x="1307" y="2614"/>
                  </a:lnTo>
                  <a:lnTo>
                    <a:pt x="1540" y="2568"/>
                  </a:lnTo>
                  <a:lnTo>
                    <a:pt x="1774" y="2428"/>
                  </a:lnTo>
                  <a:lnTo>
                    <a:pt x="1960" y="2288"/>
                  </a:lnTo>
                  <a:lnTo>
                    <a:pt x="2194" y="2101"/>
                  </a:lnTo>
                  <a:lnTo>
                    <a:pt x="2380" y="1914"/>
                  </a:lnTo>
                  <a:lnTo>
                    <a:pt x="2520" y="1681"/>
                  </a:lnTo>
                  <a:lnTo>
                    <a:pt x="2614" y="1494"/>
                  </a:lnTo>
                  <a:lnTo>
                    <a:pt x="2660" y="1261"/>
                  </a:lnTo>
                  <a:lnTo>
                    <a:pt x="2660" y="1028"/>
                  </a:lnTo>
                  <a:lnTo>
                    <a:pt x="2614" y="794"/>
                  </a:lnTo>
                  <a:lnTo>
                    <a:pt x="2520" y="608"/>
                  </a:lnTo>
                  <a:lnTo>
                    <a:pt x="2334" y="374"/>
                  </a:lnTo>
                  <a:lnTo>
                    <a:pt x="2147" y="234"/>
                  </a:lnTo>
                  <a:lnTo>
                    <a:pt x="1914" y="94"/>
                  </a:lnTo>
                  <a:lnTo>
                    <a:pt x="163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6" name="Google Shape;9286;p45"/>
            <p:cNvSpPr/>
            <p:nvPr/>
          </p:nvSpPr>
          <p:spPr>
            <a:xfrm>
              <a:off x="4082150" y="2634525"/>
              <a:ext cx="47850" cy="40850"/>
            </a:xfrm>
            <a:custGeom>
              <a:rect b="b" l="l" r="r" t="t"/>
              <a:pathLst>
                <a:path extrusionOk="0" h="1634" w="1914">
                  <a:moveTo>
                    <a:pt x="467" y="1"/>
                  </a:moveTo>
                  <a:lnTo>
                    <a:pt x="420" y="47"/>
                  </a:lnTo>
                  <a:lnTo>
                    <a:pt x="373" y="141"/>
                  </a:lnTo>
                  <a:lnTo>
                    <a:pt x="0" y="1261"/>
                  </a:lnTo>
                  <a:lnTo>
                    <a:pt x="0" y="1307"/>
                  </a:lnTo>
                  <a:lnTo>
                    <a:pt x="0" y="1401"/>
                  </a:lnTo>
                  <a:lnTo>
                    <a:pt x="47" y="1447"/>
                  </a:lnTo>
                  <a:lnTo>
                    <a:pt x="140" y="1494"/>
                  </a:lnTo>
                  <a:lnTo>
                    <a:pt x="1260" y="1634"/>
                  </a:lnTo>
                  <a:lnTo>
                    <a:pt x="1307" y="1587"/>
                  </a:lnTo>
                  <a:lnTo>
                    <a:pt x="1400" y="1494"/>
                  </a:lnTo>
                  <a:lnTo>
                    <a:pt x="1633" y="1167"/>
                  </a:lnTo>
                  <a:lnTo>
                    <a:pt x="1913" y="654"/>
                  </a:lnTo>
                  <a:lnTo>
                    <a:pt x="1913" y="561"/>
                  </a:lnTo>
                  <a:lnTo>
                    <a:pt x="1867" y="467"/>
                  </a:lnTo>
                  <a:lnTo>
                    <a:pt x="1820" y="421"/>
                  </a:lnTo>
                  <a:lnTo>
                    <a:pt x="1773" y="374"/>
                  </a:lnTo>
                  <a:lnTo>
                    <a:pt x="65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7" name="Google Shape;9287;p45"/>
            <p:cNvSpPr/>
            <p:nvPr/>
          </p:nvSpPr>
          <p:spPr>
            <a:xfrm>
              <a:off x="4082150" y="2640350"/>
              <a:ext cx="47850" cy="42025"/>
            </a:xfrm>
            <a:custGeom>
              <a:rect b="b" l="l" r="r" t="t"/>
              <a:pathLst>
                <a:path extrusionOk="0" h="1681" w="1914">
                  <a:moveTo>
                    <a:pt x="1400" y="1"/>
                  </a:moveTo>
                  <a:lnTo>
                    <a:pt x="1027" y="1028"/>
                  </a:lnTo>
                  <a:lnTo>
                    <a:pt x="980" y="1121"/>
                  </a:lnTo>
                  <a:lnTo>
                    <a:pt x="933" y="1168"/>
                  </a:lnTo>
                  <a:lnTo>
                    <a:pt x="793" y="1168"/>
                  </a:lnTo>
                  <a:lnTo>
                    <a:pt x="47" y="934"/>
                  </a:lnTo>
                  <a:lnTo>
                    <a:pt x="0" y="1028"/>
                  </a:lnTo>
                  <a:lnTo>
                    <a:pt x="0" y="1074"/>
                  </a:lnTo>
                  <a:lnTo>
                    <a:pt x="0" y="1168"/>
                  </a:lnTo>
                  <a:lnTo>
                    <a:pt x="47" y="1214"/>
                  </a:lnTo>
                  <a:lnTo>
                    <a:pt x="140" y="1261"/>
                  </a:lnTo>
                  <a:lnTo>
                    <a:pt x="1260" y="1634"/>
                  </a:lnTo>
                  <a:lnTo>
                    <a:pt x="1353" y="1681"/>
                  </a:lnTo>
                  <a:lnTo>
                    <a:pt x="1400" y="1634"/>
                  </a:lnTo>
                  <a:lnTo>
                    <a:pt x="1493" y="1588"/>
                  </a:lnTo>
                  <a:lnTo>
                    <a:pt x="1540" y="1541"/>
                  </a:lnTo>
                  <a:lnTo>
                    <a:pt x="1913" y="421"/>
                  </a:lnTo>
                  <a:lnTo>
                    <a:pt x="1913" y="328"/>
                  </a:lnTo>
                  <a:lnTo>
                    <a:pt x="1867" y="234"/>
                  </a:lnTo>
                  <a:lnTo>
                    <a:pt x="1820" y="188"/>
                  </a:lnTo>
                  <a:lnTo>
                    <a:pt x="1773" y="141"/>
                  </a:lnTo>
                  <a:lnTo>
                    <a:pt x="140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8" name="Google Shape;9288;p45"/>
            <p:cNvSpPr/>
            <p:nvPr/>
          </p:nvSpPr>
          <p:spPr>
            <a:xfrm>
              <a:off x="4142800" y="2690525"/>
              <a:ext cx="64200" cy="64200"/>
            </a:xfrm>
            <a:custGeom>
              <a:rect b="b" l="l" r="r" t="t"/>
              <a:pathLst>
                <a:path extrusionOk="0" h="2568" w="2568">
                  <a:moveTo>
                    <a:pt x="1914" y="1"/>
                  </a:moveTo>
                  <a:lnTo>
                    <a:pt x="2008" y="187"/>
                  </a:lnTo>
                  <a:lnTo>
                    <a:pt x="2054" y="421"/>
                  </a:lnTo>
                  <a:lnTo>
                    <a:pt x="2101" y="654"/>
                  </a:lnTo>
                  <a:lnTo>
                    <a:pt x="2101" y="887"/>
                  </a:lnTo>
                  <a:lnTo>
                    <a:pt x="2054" y="1074"/>
                  </a:lnTo>
                  <a:lnTo>
                    <a:pt x="1961" y="1307"/>
                  </a:lnTo>
                  <a:lnTo>
                    <a:pt x="1821" y="1494"/>
                  </a:lnTo>
                  <a:lnTo>
                    <a:pt x="1681" y="1681"/>
                  </a:lnTo>
                  <a:lnTo>
                    <a:pt x="1494" y="1821"/>
                  </a:lnTo>
                  <a:lnTo>
                    <a:pt x="1308" y="1961"/>
                  </a:lnTo>
                  <a:lnTo>
                    <a:pt x="1121" y="2007"/>
                  </a:lnTo>
                  <a:lnTo>
                    <a:pt x="888" y="2054"/>
                  </a:lnTo>
                  <a:lnTo>
                    <a:pt x="421" y="2054"/>
                  </a:lnTo>
                  <a:lnTo>
                    <a:pt x="234" y="2007"/>
                  </a:lnTo>
                  <a:lnTo>
                    <a:pt x="1" y="1867"/>
                  </a:lnTo>
                  <a:lnTo>
                    <a:pt x="1" y="1867"/>
                  </a:lnTo>
                  <a:lnTo>
                    <a:pt x="234" y="2147"/>
                  </a:lnTo>
                  <a:lnTo>
                    <a:pt x="421" y="2334"/>
                  </a:lnTo>
                  <a:lnTo>
                    <a:pt x="701" y="2474"/>
                  </a:lnTo>
                  <a:lnTo>
                    <a:pt x="934" y="2521"/>
                  </a:lnTo>
                  <a:lnTo>
                    <a:pt x="1214" y="2567"/>
                  </a:lnTo>
                  <a:lnTo>
                    <a:pt x="1448" y="2521"/>
                  </a:lnTo>
                  <a:lnTo>
                    <a:pt x="1728" y="2474"/>
                  </a:lnTo>
                  <a:lnTo>
                    <a:pt x="1961" y="2334"/>
                  </a:lnTo>
                  <a:lnTo>
                    <a:pt x="2148" y="2147"/>
                  </a:lnTo>
                  <a:lnTo>
                    <a:pt x="2334" y="1961"/>
                  </a:lnTo>
                  <a:lnTo>
                    <a:pt x="2474" y="1681"/>
                  </a:lnTo>
                  <a:lnTo>
                    <a:pt x="2568" y="1447"/>
                  </a:lnTo>
                  <a:lnTo>
                    <a:pt x="2568" y="1167"/>
                  </a:lnTo>
                  <a:lnTo>
                    <a:pt x="2568" y="934"/>
                  </a:lnTo>
                  <a:lnTo>
                    <a:pt x="2474" y="654"/>
                  </a:lnTo>
                  <a:lnTo>
                    <a:pt x="2334" y="421"/>
                  </a:lnTo>
                  <a:lnTo>
                    <a:pt x="2148" y="187"/>
                  </a:lnTo>
                  <a:lnTo>
                    <a:pt x="19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9" name="Google Shape;9289;p45"/>
            <p:cNvSpPr/>
            <p:nvPr/>
          </p:nvSpPr>
          <p:spPr>
            <a:xfrm>
              <a:off x="4143975" y="2786200"/>
              <a:ext cx="74700" cy="60700"/>
            </a:xfrm>
            <a:custGeom>
              <a:rect b="b" l="l" r="r" t="t"/>
              <a:pathLst>
                <a:path extrusionOk="0" h="2428" w="2988">
                  <a:moveTo>
                    <a:pt x="561" y="0"/>
                  </a:moveTo>
                  <a:lnTo>
                    <a:pt x="467" y="47"/>
                  </a:lnTo>
                  <a:lnTo>
                    <a:pt x="47" y="654"/>
                  </a:lnTo>
                  <a:lnTo>
                    <a:pt x="1" y="747"/>
                  </a:lnTo>
                  <a:lnTo>
                    <a:pt x="47" y="794"/>
                  </a:lnTo>
                  <a:lnTo>
                    <a:pt x="841" y="1354"/>
                  </a:lnTo>
                  <a:lnTo>
                    <a:pt x="887" y="1400"/>
                  </a:lnTo>
                  <a:lnTo>
                    <a:pt x="841" y="1494"/>
                  </a:lnTo>
                  <a:lnTo>
                    <a:pt x="561" y="1867"/>
                  </a:lnTo>
                  <a:lnTo>
                    <a:pt x="561" y="1960"/>
                  </a:lnTo>
                  <a:lnTo>
                    <a:pt x="607" y="2007"/>
                  </a:lnTo>
                  <a:lnTo>
                    <a:pt x="1167" y="2427"/>
                  </a:lnTo>
                  <a:lnTo>
                    <a:pt x="2194" y="1727"/>
                  </a:lnTo>
                  <a:lnTo>
                    <a:pt x="2847" y="1774"/>
                  </a:lnTo>
                  <a:lnTo>
                    <a:pt x="2941" y="1634"/>
                  </a:lnTo>
                  <a:lnTo>
                    <a:pt x="2987" y="1494"/>
                  </a:lnTo>
                  <a:lnTo>
                    <a:pt x="2987" y="1354"/>
                  </a:lnTo>
                  <a:lnTo>
                    <a:pt x="2987" y="1214"/>
                  </a:lnTo>
                  <a:lnTo>
                    <a:pt x="2941" y="1027"/>
                  </a:lnTo>
                  <a:lnTo>
                    <a:pt x="2894" y="934"/>
                  </a:lnTo>
                  <a:lnTo>
                    <a:pt x="2801" y="794"/>
                  </a:lnTo>
                  <a:lnTo>
                    <a:pt x="2661" y="700"/>
                  </a:lnTo>
                  <a:lnTo>
                    <a:pt x="1961" y="140"/>
                  </a:lnTo>
                  <a:lnTo>
                    <a:pt x="1867" y="140"/>
                  </a:lnTo>
                  <a:lnTo>
                    <a:pt x="1821" y="187"/>
                  </a:lnTo>
                  <a:lnTo>
                    <a:pt x="1541" y="560"/>
                  </a:lnTo>
                  <a:lnTo>
                    <a:pt x="1447" y="607"/>
                  </a:lnTo>
                  <a:lnTo>
                    <a:pt x="1401" y="560"/>
                  </a:lnTo>
                  <a:lnTo>
                    <a:pt x="6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0" name="Google Shape;9290;p45"/>
            <p:cNvSpPr/>
            <p:nvPr/>
          </p:nvSpPr>
          <p:spPr>
            <a:xfrm>
              <a:off x="4048300" y="2580850"/>
              <a:ext cx="246200" cy="243875"/>
            </a:xfrm>
            <a:custGeom>
              <a:rect b="b" l="l" r="r" t="t"/>
              <a:pathLst>
                <a:path extrusionOk="0" h="9755" w="9848">
                  <a:moveTo>
                    <a:pt x="794" y="1"/>
                  </a:moveTo>
                  <a:lnTo>
                    <a:pt x="654" y="47"/>
                  </a:lnTo>
                  <a:lnTo>
                    <a:pt x="561" y="141"/>
                  </a:lnTo>
                  <a:lnTo>
                    <a:pt x="47" y="887"/>
                  </a:lnTo>
                  <a:lnTo>
                    <a:pt x="1" y="981"/>
                  </a:lnTo>
                  <a:lnTo>
                    <a:pt x="1" y="1121"/>
                  </a:lnTo>
                  <a:lnTo>
                    <a:pt x="47" y="1261"/>
                  </a:lnTo>
                  <a:lnTo>
                    <a:pt x="141" y="1354"/>
                  </a:lnTo>
                  <a:lnTo>
                    <a:pt x="1401" y="2194"/>
                  </a:lnTo>
                  <a:lnTo>
                    <a:pt x="2567" y="3081"/>
                  </a:lnTo>
                  <a:lnTo>
                    <a:pt x="3688" y="4061"/>
                  </a:lnTo>
                  <a:lnTo>
                    <a:pt x="4761" y="5088"/>
                  </a:lnTo>
                  <a:lnTo>
                    <a:pt x="5788" y="6161"/>
                  </a:lnTo>
                  <a:lnTo>
                    <a:pt x="6768" y="7328"/>
                  </a:lnTo>
                  <a:lnTo>
                    <a:pt x="7654" y="8494"/>
                  </a:lnTo>
                  <a:lnTo>
                    <a:pt x="8541" y="9708"/>
                  </a:lnTo>
                  <a:lnTo>
                    <a:pt x="8588" y="9754"/>
                  </a:lnTo>
                  <a:lnTo>
                    <a:pt x="8634" y="9754"/>
                  </a:lnTo>
                  <a:lnTo>
                    <a:pt x="8821" y="9568"/>
                  </a:lnTo>
                  <a:lnTo>
                    <a:pt x="9194" y="9381"/>
                  </a:lnTo>
                  <a:lnTo>
                    <a:pt x="9614" y="9148"/>
                  </a:lnTo>
                  <a:lnTo>
                    <a:pt x="9801" y="9008"/>
                  </a:lnTo>
                  <a:lnTo>
                    <a:pt x="9848" y="8961"/>
                  </a:lnTo>
                  <a:lnTo>
                    <a:pt x="9848" y="8821"/>
                  </a:lnTo>
                  <a:lnTo>
                    <a:pt x="8914" y="7561"/>
                  </a:lnTo>
                  <a:lnTo>
                    <a:pt x="7981" y="6301"/>
                  </a:lnTo>
                  <a:lnTo>
                    <a:pt x="6954" y="5134"/>
                  </a:lnTo>
                  <a:lnTo>
                    <a:pt x="5881" y="3968"/>
                  </a:lnTo>
                  <a:lnTo>
                    <a:pt x="4761" y="2894"/>
                  </a:lnTo>
                  <a:lnTo>
                    <a:pt x="3547" y="1868"/>
                  </a:lnTo>
                  <a:lnTo>
                    <a:pt x="2334" y="934"/>
                  </a:lnTo>
                  <a:lnTo>
                    <a:pt x="1027" y="47"/>
                  </a:lnTo>
                  <a:lnTo>
                    <a:pt x="88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1" name="Google Shape;9291;p45"/>
            <p:cNvSpPr/>
            <p:nvPr/>
          </p:nvSpPr>
          <p:spPr>
            <a:xfrm>
              <a:off x="4007475" y="2684700"/>
              <a:ext cx="63025" cy="85200"/>
            </a:xfrm>
            <a:custGeom>
              <a:rect b="b" l="l" r="r" t="t"/>
              <a:pathLst>
                <a:path extrusionOk="0" h="3408" w="2521">
                  <a:moveTo>
                    <a:pt x="1074" y="0"/>
                  </a:moveTo>
                  <a:lnTo>
                    <a:pt x="0" y="3220"/>
                  </a:lnTo>
                  <a:lnTo>
                    <a:pt x="234" y="3360"/>
                  </a:lnTo>
                  <a:lnTo>
                    <a:pt x="514" y="3407"/>
                  </a:lnTo>
                  <a:lnTo>
                    <a:pt x="747" y="3407"/>
                  </a:lnTo>
                  <a:lnTo>
                    <a:pt x="980" y="3360"/>
                  </a:lnTo>
                  <a:lnTo>
                    <a:pt x="1214" y="3267"/>
                  </a:lnTo>
                  <a:lnTo>
                    <a:pt x="1447" y="3174"/>
                  </a:lnTo>
                  <a:lnTo>
                    <a:pt x="1680" y="2987"/>
                  </a:lnTo>
                  <a:lnTo>
                    <a:pt x="1914" y="2800"/>
                  </a:lnTo>
                  <a:lnTo>
                    <a:pt x="2147" y="2520"/>
                  </a:lnTo>
                  <a:lnTo>
                    <a:pt x="2334" y="2240"/>
                  </a:lnTo>
                  <a:lnTo>
                    <a:pt x="2427" y="1960"/>
                  </a:lnTo>
                  <a:lnTo>
                    <a:pt x="2520" y="1634"/>
                  </a:lnTo>
                  <a:lnTo>
                    <a:pt x="2520" y="1354"/>
                  </a:lnTo>
                  <a:lnTo>
                    <a:pt x="2474" y="1074"/>
                  </a:lnTo>
                  <a:lnTo>
                    <a:pt x="2334" y="794"/>
                  </a:lnTo>
                  <a:lnTo>
                    <a:pt x="2100" y="514"/>
                  </a:lnTo>
                  <a:lnTo>
                    <a:pt x="1867" y="327"/>
                  </a:lnTo>
                  <a:lnTo>
                    <a:pt x="1634" y="187"/>
                  </a:lnTo>
                  <a:lnTo>
                    <a:pt x="1354" y="94"/>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2" name="Google Shape;9292;p45"/>
            <p:cNvSpPr/>
            <p:nvPr/>
          </p:nvSpPr>
          <p:spPr>
            <a:xfrm>
              <a:off x="3982975" y="2799025"/>
              <a:ext cx="29175" cy="40875"/>
            </a:xfrm>
            <a:custGeom>
              <a:rect b="b" l="l" r="r" t="t"/>
              <a:pathLst>
                <a:path extrusionOk="0" h="1635" w="1167">
                  <a:moveTo>
                    <a:pt x="514" y="1"/>
                  </a:moveTo>
                  <a:lnTo>
                    <a:pt x="0" y="1634"/>
                  </a:lnTo>
                  <a:lnTo>
                    <a:pt x="0" y="1634"/>
                  </a:lnTo>
                  <a:lnTo>
                    <a:pt x="560" y="1494"/>
                  </a:lnTo>
                  <a:lnTo>
                    <a:pt x="980" y="1401"/>
                  </a:lnTo>
                  <a:lnTo>
                    <a:pt x="1120" y="1354"/>
                  </a:lnTo>
                  <a:lnTo>
                    <a:pt x="1167" y="1307"/>
                  </a:lnTo>
                  <a:lnTo>
                    <a:pt x="1167" y="654"/>
                  </a:lnTo>
                  <a:lnTo>
                    <a:pt x="1167" y="234"/>
                  </a:lnTo>
                  <a:lnTo>
                    <a:pt x="1167" y="94"/>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3" name="Google Shape;9293;p45"/>
            <p:cNvSpPr/>
            <p:nvPr/>
          </p:nvSpPr>
          <p:spPr>
            <a:xfrm>
              <a:off x="4076300" y="2745375"/>
              <a:ext cx="42025" cy="53675"/>
            </a:xfrm>
            <a:custGeom>
              <a:rect b="b" l="l" r="r" t="t"/>
              <a:pathLst>
                <a:path extrusionOk="0" h="2147" w="1681">
                  <a:moveTo>
                    <a:pt x="1587" y="0"/>
                  </a:moveTo>
                  <a:lnTo>
                    <a:pt x="1541" y="47"/>
                  </a:lnTo>
                  <a:lnTo>
                    <a:pt x="1121" y="607"/>
                  </a:lnTo>
                  <a:lnTo>
                    <a:pt x="1027" y="653"/>
                  </a:lnTo>
                  <a:lnTo>
                    <a:pt x="981" y="653"/>
                  </a:lnTo>
                  <a:lnTo>
                    <a:pt x="701" y="467"/>
                  </a:lnTo>
                  <a:lnTo>
                    <a:pt x="607" y="420"/>
                  </a:lnTo>
                  <a:lnTo>
                    <a:pt x="561" y="467"/>
                  </a:lnTo>
                  <a:lnTo>
                    <a:pt x="94" y="1073"/>
                  </a:lnTo>
                  <a:lnTo>
                    <a:pt x="1" y="1260"/>
                  </a:lnTo>
                  <a:lnTo>
                    <a:pt x="1" y="1493"/>
                  </a:lnTo>
                  <a:lnTo>
                    <a:pt x="94" y="1680"/>
                  </a:lnTo>
                  <a:lnTo>
                    <a:pt x="234" y="1820"/>
                  </a:lnTo>
                  <a:lnTo>
                    <a:pt x="934" y="2147"/>
                  </a:lnTo>
                  <a:lnTo>
                    <a:pt x="1121" y="2147"/>
                  </a:lnTo>
                  <a:lnTo>
                    <a:pt x="1307" y="1913"/>
                  </a:lnTo>
                  <a:lnTo>
                    <a:pt x="1587" y="1447"/>
                  </a:lnTo>
                  <a:lnTo>
                    <a:pt x="1681" y="47"/>
                  </a:lnTo>
                  <a:lnTo>
                    <a:pt x="15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4" name="Google Shape;9294;p45"/>
            <p:cNvSpPr/>
            <p:nvPr/>
          </p:nvSpPr>
          <p:spPr>
            <a:xfrm>
              <a:off x="4037800" y="2828200"/>
              <a:ext cx="68875" cy="58350"/>
            </a:xfrm>
            <a:custGeom>
              <a:rect b="b" l="l" r="r" t="t"/>
              <a:pathLst>
                <a:path extrusionOk="0" h="2334" w="2755">
                  <a:moveTo>
                    <a:pt x="1354" y="0"/>
                  </a:moveTo>
                  <a:lnTo>
                    <a:pt x="1121" y="47"/>
                  </a:lnTo>
                  <a:lnTo>
                    <a:pt x="841" y="94"/>
                  </a:lnTo>
                  <a:lnTo>
                    <a:pt x="607" y="234"/>
                  </a:lnTo>
                  <a:lnTo>
                    <a:pt x="421" y="420"/>
                  </a:lnTo>
                  <a:lnTo>
                    <a:pt x="234" y="607"/>
                  </a:lnTo>
                  <a:lnTo>
                    <a:pt x="94" y="840"/>
                  </a:lnTo>
                  <a:lnTo>
                    <a:pt x="47" y="1120"/>
                  </a:lnTo>
                  <a:lnTo>
                    <a:pt x="1" y="1400"/>
                  </a:lnTo>
                  <a:lnTo>
                    <a:pt x="47" y="1634"/>
                  </a:lnTo>
                  <a:lnTo>
                    <a:pt x="94" y="1914"/>
                  </a:lnTo>
                  <a:lnTo>
                    <a:pt x="234" y="2147"/>
                  </a:lnTo>
                  <a:lnTo>
                    <a:pt x="421" y="2334"/>
                  </a:lnTo>
                  <a:lnTo>
                    <a:pt x="794" y="2101"/>
                  </a:lnTo>
                  <a:lnTo>
                    <a:pt x="1167" y="1821"/>
                  </a:lnTo>
                  <a:lnTo>
                    <a:pt x="2707" y="1634"/>
                  </a:lnTo>
                  <a:lnTo>
                    <a:pt x="2754" y="1307"/>
                  </a:lnTo>
                  <a:lnTo>
                    <a:pt x="2707" y="980"/>
                  </a:lnTo>
                  <a:lnTo>
                    <a:pt x="2567" y="700"/>
                  </a:lnTo>
                  <a:lnTo>
                    <a:pt x="2334" y="420"/>
                  </a:lnTo>
                  <a:lnTo>
                    <a:pt x="2147" y="234"/>
                  </a:lnTo>
                  <a:lnTo>
                    <a:pt x="1914" y="94"/>
                  </a:lnTo>
                  <a:lnTo>
                    <a:pt x="1634" y="47"/>
                  </a:lnTo>
                  <a:lnTo>
                    <a:pt x="13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5" name="Google Shape;9295;p45"/>
            <p:cNvSpPr/>
            <p:nvPr/>
          </p:nvSpPr>
          <p:spPr>
            <a:xfrm>
              <a:off x="4255975" y="2789700"/>
              <a:ext cx="39700" cy="37350"/>
            </a:xfrm>
            <a:custGeom>
              <a:rect b="b" l="l" r="r" t="t"/>
              <a:pathLst>
                <a:path extrusionOk="0" h="1494" w="1588">
                  <a:moveTo>
                    <a:pt x="1214" y="0"/>
                  </a:moveTo>
                  <a:lnTo>
                    <a:pt x="1167" y="234"/>
                  </a:lnTo>
                  <a:lnTo>
                    <a:pt x="1121" y="280"/>
                  </a:lnTo>
                  <a:lnTo>
                    <a:pt x="1027" y="374"/>
                  </a:lnTo>
                  <a:lnTo>
                    <a:pt x="234" y="934"/>
                  </a:lnTo>
                  <a:lnTo>
                    <a:pt x="94" y="980"/>
                  </a:lnTo>
                  <a:lnTo>
                    <a:pt x="1" y="1027"/>
                  </a:lnTo>
                  <a:lnTo>
                    <a:pt x="234" y="1354"/>
                  </a:lnTo>
                  <a:lnTo>
                    <a:pt x="327" y="1447"/>
                  </a:lnTo>
                  <a:lnTo>
                    <a:pt x="421" y="1494"/>
                  </a:lnTo>
                  <a:lnTo>
                    <a:pt x="561" y="1494"/>
                  </a:lnTo>
                  <a:lnTo>
                    <a:pt x="654" y="1447"/>
                  </a:lnTo>
                  <a:lnTo>
                    <a:pt x="1447" y="934"/>
                  </a:lnTo>
                  <a:lnTo>
                    <a:pt x="1541" y="840"/>
                  </a:lnTo>
                  <a:lnTo>
                    <a:pt x="1587" y="747"/>
                  </a:lnTo>
                  <a:lnTo>
                    <a:pt x="1587" y="607"/>
                  </a:lnTo>
                  <a:lnTo>
                    <a:pt x="1541" y="467"/>
                  </a:lnTo>
                  <a:lnTo>
                    <a:pt x="121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6" name="Google Shape;9296;p45"/>
            <p:cNvSpPr/>
            <p:nvPr/>
          </p:nvSpPr>
          <p:spPr>
            <a:xfrm>
              <a:off x="3982975" y="2799025"/>
              <a:ext cx="33850" cy="40875"/>
            </a:xfrm>
            <a:custGeom>
              <a:rect b="b" l="l" r="r" t="t"/>
              <a:pathLst>
                <a:path extrusionOk="0" h="1635" w="1354">
                  <a:moveTo>
                    <a:pt x="887" y="1"/>
                  </a:moveTo>
                  <a:lnTo>
                    <a:pt x="887" y="934"/>
                  </a:lnTo>
                  <a:lnTo>
                    <a:pt x="840" y="1027"/>
                  </a:lnTo>
                  <a:lnTo>
                    <a:pt x="794" y="1074"/>
                  </a:lnTo>
                  <a:lnTo>
                    <a:pt x="747" y="1121"/>
                  </a:lnTo>
                  <a:lnTo>
                    <a:pt x="140" y="1121"/>
                  </a:lnTo>
                  <a:lnTo>
                    <a:pt x="0" y="1634"/>
                  </a:lnTo>
                  <a:lnTo>
                    <a:pt x="1120" y="1634"/>
                  </a:lnTo>
                  <a:lnTo>
                    <a:pt x="1214" y="1587"/>
                  </a:lnTo>
                  <a:lnTo>
                    <a:pt x="1307" y="1541"/>
                  </a:lnTo>
                  <a:lnTo>
                    <a:pt x="1307" y="1494"/>
                  </a:lnTo>
                  <a:lnTo>
                    <a:pt x="1354" y="1401"/>
                  </a:lnTo>
                  <a:lnTo>
                    <a:pt x="1354" y="234"/>
                  </a:lnTo>
                  <a:lnTo>
                    <a:pt x="1307" y="141"/>
                  </a:lnTo>
                  <a:lnTo>
                    <a:pt x="1307" y="94"/>
                  </a:lnTo>
                  <a:lnTo>
                    <a:pt x="1214" y="47"/>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7" name="Google Shape;9297;p45"/>
            <p:cNvSpPr/>
            <p:nvPr/>
          </p:nvSpPr>
          <p:spPr>
            <a:xfrm>
              <a:off x="4077475" y="2746525"/>
              <a:ext cx="52525" cy="58375"/>
            </a:xfrm>
            <a:custGeom>
              <a:rect b="b" l="l" r="r" t="t"/>
              <a:pathLst>
                <a:path extrusionOk="0" h="2335" w="2101">
                  <a:moveTo>
                    <a:pt x="1587" y="1"/>
                  </a:moveTo>
                  <a:lnTo>
                    <a:pt x="1167" y="561"/>
                  </a:lnTo>
                  <a:lnTo>
                    <a:pt x="1167" y="607"/>
                  </a:lnTo>
                  <a:lnTo>
                    <a:pt x="1214" y="701"/>
                  </a:lnTo>
                  <a:lnTo>
                    <a:pt x="1447" y="887"/>
                  </a:lnTo>
                  <a:lnTo>
                    <a:pt x="1494" y="934"/>
                  </a:lnTo>
                  <a:lnTo>
                    <a:pt x="1494" y="1027"/>
                  </a:lnTo>
                  <a:lnTo>
                    <a:pt x="1027" y="1634"/>
                  </a:lnTo>
                  <a:lnTo>
                    <a:pt x="887" y="1774"/>
                  </a:lnTo>
                  <a:lnTo>
                    <a:pt x="700" y="1821"/>
                  </a:lnTo>
                  <a:lnTo>
                    <a:pt x="514" y="1821"/>
                  </a:lnTo>
                  <a:lnTo>
                    <a:pt x="327" y="1727"/>
                  </a:lnTo>
                  <a:lnTo>
                    <a:pt x="0" y="1494"/>
                  </a:lnTo>
                  <a:lnTo>
                    <a:pt x="47" y="1634"/>
                  </a:lnTo>
                  <a:lnTo>
                    <a:pt x="187" y="1774"/>
                  </a:lnTo>
                  <a:lnTo>
                    <a:pt x="794" y="2241"/>
                  </a:lnTo>
                  <a:lnTo>
                    <a:pt x="980" y="2334"/>
                  </a:lnTo>
                  <a:lnTo>
                    <a:pt x="1167" y="2334"/>
                  </a:lnTo>
                  <a:lnTo>
                    <a:pt x="1354" y="2241"/>
                  </a:lnTo>
                  <a:lnTo>
                    <a:pt x="1540" y="2101"/>
                  </a:lnTo>
                  <a:lnTo>
                    <a:pt x="1960" y="1494"/>
                  </a:lnTo>
                  <a:lnTo>
                    <a:pt x="2007" y="1401"/>
                  </a:lnTo>
                  <a:lnTo>
                    <a:pt x="1960" y="1354"/>
                  </a:lnTo>
                  <a:lnTo>
                    <a:pt x="1680" y="1167"/>
                  </a:lnTo>
                  <a:lnTo>
                    <a:pt x="1634" y="1074"/>
                  </a:lnTo>
                  <a:lnTo>
                    <a:pt x="1680" y="1027"/>
                  </a:lnTo>
                  <a:lnTo>
                    <a:pt x="2054" y="467"/>
                  </a:lnTo>
                  <a:lnTo>
                    <a:pt x="2100" y="374"/>
                  </a:lnTo>
                  <a:lnTo>
                    <a:pt x="2054" y="327"/>
                  </a:lnTo>
                  <a:lnTo>
                    <a:pt x="163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8" name="Google Shape;9298;p45"/>
            <p:cNvSpPr/>
            <p:nvPr/>
          </p:nvSpPr>
          <p:spPr>
            <a:xfrm>
              <a:off x="4007475" y="2691700"/>
              <a:ext cx="65350" cy="79350"/>
            </a:xfrm>
            <a:custGeom>
              <a:rect b="b" l="l" r="r" t="t"/>
              <a:pathLst>
                <a:path extrusionOk="0" h="3174" w="2614">
                  <a:moveTo>
                    <a:pt x="1820" y="0"/>
                  </a:moveTo>
                  <a:lnTo>
                    <a:pt x="1960" y="280"/>
                  </a:lnTo>
                  <a:lnTo>
                    <a:pt x="2100" y="560"/>
                  </a:lnTo>
                  <a:lnTo>
                    <a:pt x="2147" y="840"/>
                  </a:lnTo>
                  <a:lnTo>
                    <a:pt x="2100" y="1120"/>
                  </a:lnTo>
                  <a:lnTo>
                    <a:pt x="2054" y="1447"/>
                  </a:lnTo>
                  <a:lnTo>
                    <a:pt x="1960" y="1727"/>
                  </a:lnTo>
                  <a:lnTo>
                    <a:pt x="1820" y="1960"/>
                  </a:lnTo>
                  <a:lnTo>
                    <a:pt x="1634" y="2194"/>
                  </a:lnTo>
                  <a:lnTo>
                    <a:pt x="1307" y="2474"/>
                  </a:lnTo>
                  <a:lnTo>
                    <a:pt x="887" y="2614"/>
                  </a:lnTo>
                  <a:lnTo>
                    <a:pt x="514" y="2707"/>
                  </a:lnTo>
                  <a:lnTo>
                    <a:pt x="94" y="2707"/>
                  </a:lnTo>
                  <a:lnTo>
                    <a:pt x="0" y="2940"/>
                  </a:lnTo>
                  <a:lnTo>
                    <a:pt x="280" y="3080"/>
                  </a:lnTo>
                  <a:lnTo>
                    <a:pt x="514" y="3174"/>
                  </a:lnTo>
                  <a:lnTo>
                    <a:pt x="1074" y="3174"/>
                  </a:lnTo>
                  <a:lnTo>
                    <a:pt x="1354" y="3127"/>
                  </a:lnTo>
                  <a:lnTo>
                    <a:pt x="1634" y="3034"/>
                  </a:lnTo>
                  <a:lnTo>
                    <a:pt x="1867" y="2894"/>
                  </a:lnTo>
                  <a:lnTo>
                    <a:pt x="2100" y="2660"/>
                  </a:lnTo>
                  <a:lnTo>
                    <a:pt x="2334" y="2427"/>
                  </a:lnTo>
                  <a:lnTo>
                    <a:pt x="2474" y="2100"/>
                  </a:lnTo>
                  <a:lnTo>
                    <a:pt x="2567" y="1774"/>
                  </a:lnTo>
                  <a:lnTo>
                    <a:pt x="2614" y="1447"/>
                  </a:lnTo>
                  <a:lnTo>
                    <a:pt x="2567" y="1120"/>
                  </a:lnTo>
                  <a:lnTo>
                    <a:pt x="2474" y="794"/>
                  </a:lnTo>
                  <a:lnTo>
                    <a:pt x="2334" y="514"/>
                  </a:lnTo>
                  <a:lnTo>
                    <a:pt x="2100" y="234"/>
                  </a:lnTo>
                  <a:lnTo>
                    <a:pt x="182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9" name="Google Shape;9299;p45"/>
            <p:cNvSpPr/>
            <p:nvPr/>
          </p:nvSpPr>
          <p:spPr>
            <a:xfrm>
              <a:off x="4157975" y="2815375"/>
              <a:ext cx="60700" cy="31525"/>
            </a:xfrm>
            <a:custGeom>
              <a:rect b="b" l="l" r="r" t="t"/>
              <a:pathLst>
                <a:path extrusionOk="0" h="1261" w="2428">
                  <a:moveTo>
                    <a:pt x="2427" y="0"/>
                  </a:moveTo>
                  <a:lnTo>
                    <a:pt x="1" y="840"/>
                  </a:lnTo>
                  <a:lnTo>
                    <a:pt x="47" y="840"/>
                  </a:lnTo>
                  <a:lnTo>
                    <a:pt x="607" y="1260"/>
                  </a:lnTo>
                  <a:lnTo>
                    <a:pt x="2194" y="747"/>
                  </a:lnTo>
                  <a:lnTo>
                    <a:pt x="2287" y="607"/>
                  </a:lnTo>
                  <a:lnTo>
                    <a:pt x="2381" y="467"/>
                  </a:lnTo>
                  <a:lnTo>
                    <a:pt x="2427" y="327"/>
                  </a:lnTo>
                  <a:lnTo>
                    <a:pt x="2427" y="187"/>
                  </a:lnTo>
                  <a:lnTo>
                    <a:pt x="24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0" name="Google Shape;9300;p45"/>
            <p:cNvSpPr/>
            <p:nvPr/>
          </p:nvSpPr>
          <p:spPr>
            <a:xfrm>
              <a:off x="4040150" y="2853875"/>
              <a:ext cx="66525" cy="35025"/>
            </a:xfrm>
            <a:custGeom>
              <a:rect b="b" l="l" r="r" t="t"/>
              <a:pathLst>
                <a:path extrusionOk="0" h="1401" w="2661">
                  <a:moveTo>
                    <a:pt x="2613" y="0"/>
                  </a:moveTo>
                  <a:lnTo>
                    <a:pt x="0" y="840"/>
                  </a:lnTo>
                  <a:lnTo>
                    <a:pt x="140" y="1120"/>
                  </a:lnTo>
                  <a:lnTo>
                    <a:pt x="327" y="1307"/>
                  </a:lnTo>
                  <a:lnTo>
                    <a:pt x="373" y="1400"/>
                  </a:lnTo>
                  <a:lnTo>
                    <a:pt x="2613" y="607"/>
                  </a:lnTo>
                  <a:lnTo>
                    <a:pt x="2660" y="327"/>
                  </a:lnTo>
                  <a:lnTo>
                    <a:pt x="26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01" name="Google Shape;9301;p45"/>
          <p:cNvGrpSpPr/>
          <p:nvPr/>
        </p:nvGrpSpPr>
        <p:grpSpPr>
          <a:xfrm>
            <a:off x="1691209" y="3289563"/>
            <a:ext cx="264875" cy="336025"/>
            <a:chOff x="3994625" y="3271550"/>
            <a:chExt cx="264875" cy="336025"/>
          </a:xfrm>
        </p:grpSpPr>
        <p:sp>
          <p:nvSpPr>
            <p:cNvPr id="9302" name="Google Shape;9302;p45"/>
            <p:cNvSpPr/>
            <p:nvPr/>
          </p:nvSpPr>
          <p:spPr>
            <a:xfrm>
              <a:off x="4007475" y="3271550"/>
              <a:ext cx="246200" cy="336025"/>
            </a:xfrm>
            <a:custGeom>
              <a:rect b="b" l="l" r="r" t="t"/>
              <a:pathLst>
                <a:path extrusionOk="0" h="13441" w="9848">
                  <a:moveTo>
                    <a:pt x="4527" y="0"/>
                  </a:moveTo>
                  <a:lnTo>
                    <a:pt x="4014" y="47"/>
                  </a:lnTo>
                  <a:lnTo>
                    <a:pt x="3547" y="94"/>
                  </a:lnTo>
                  <a:lnTo>
                    <a:pt x="3080" y="187"/>
                  </a:lnTo>
                  <a:lnTo>
                    <a:pt x="2614" y="327"/>
                  </a:lnTo>
                  <a:lnTo>
                    <a:pt x="2194" y="467"/>
                  </a:lnTo>
                  <a:lnTo>
                    <a:pt x="1820" y="654"/>
                  </a:lnTo>
                  <a:lnTo>
                    <a:pt x="1447" y="840"/>
                  </a:lnTo>
                  <a:lnTo>
                    <a:pt x="1120" y="1027"/>
                  </a:lnTo>
                  <a:lnTo>
                    <a:pt x="840" y="1260"/>
                  </a:lnTo>
                  <a:lnTo>
                    <a:pt x="607" y="1494"/>
                  </a:lnTo>
                  <a:lnTo>
                    <a:pt x="374" y="1727"/>
                  </a:lnTo>
                  <a:lnTo>
                    <a:pt x="234" y="2007"/>
                  </a:lnTo>
                  <a:lnTo>
                    <a:pt x="94" y="2287"/>
                  </a:lnTo>
                  <a:lnTo>
                    <a:pt x="0" y="2567"/>
                  </a:lnTo>
                  <a:lnTo>
                    <a:pt x="0" y="2847"/>
                  </a:lnTo>
                  <a:lnTo>
                    <a:pt x="47" y="3220"/>
                  </a:lnTo>
                  <a:lnTo>
                    <a:pt x="140" y="3547"/>
                  </a:lnTo>
                  <a:lnTo>
                    <a:pt x="327" y="3920"/>
                  </a:lnTo>
                  <a:lnTo>
                    <a:pt x="607" y="4200"/>
                  </a:lnTo>
                  <a:lnTo>
                    <a:pt x="700" y="4387"/>
                  </a:lnTo>
                  <a:lnTo>
                    <a:pt x="747" y="4574"/>
                  </a:lnTo>
                  <a:lnTo>
                    <a:pt x="747" y="12787"/>
                  </a:lnTo>
                  <a:lnTo>
                    <a:pt x="794" y="13021"/>
                  </a:lnTo>
                  <a:lnTo>
                    <a:pt x="934" y="13254"/>
                  </a:lnTo>
                  <a:lnTo>
                    <a:pt x="1167" y="13394"/>
                  </a:lnTo>
                  <a:lnTo>
                    <a:pt x="1400" y="13441"/>
                  </a:lnTo>
                  <a:lnTo>
                    <a:pt x="8681" y="13441"/>
                  </a:lnTo>
                  <a:lnTo>
                    <a:pt x="8821" y="13394"/>
                  </a:lnTo>
                  <a:lnTo>
                    <a:pt x="8914" y="13347"/>
                  </a:lnTo>
                  <a:lnTo>
                    <a:pt x="8961" y="13301"/>
                  </a:lnTo>
                  <a:lnTo>
                    <a:pt x="9007" y="13207"/>
                  </a:lnTo>
                  <a:lnTo>
                    <a:pt x="9101" y="12974"/>
                  </a:lnTo>
                  <a:lnTo>
                    <a:pt x="9101" y="12694"/>
                  </a:lnTo>
                  <a:lnTo>
                    <a:pt x="9101" y="4480"/>
                  </a:lnTo>
                  <a:lnTo>
                    <a:pt x="9147" y="4247"/>
                  </a:lnTo>
                  <a:lnTo>
                    <a:pt x="9287" y="4014"/>
                  </a:lnTo>
                  <a:lnTo>
                    <a:pt x="9567" y="3734"/>
                  </a:lnTo>
                  <a:lnTo>
                    <a:pt x="9707" y="3454"/>
                  </a:lnTo>
                  <a:lnTo>
                    <a:pt x="9801" y="3174"/>
                  </a:lnTo>
                  <a:lnTo>
                    <a:pt x="9847" y="2847"/>
                  </a:lnTo>
                  <a:lnTo>
                    <a:pt x="9847" y="2660"/>
                  </a:lnTo>
                  <a:lnTo>
                    <a:pt x="9801" y="2474"/>
                  </a:lnTo>
                  <a:lnTo>
                    <a:pt x="9661" y="2240"/>
                  </a:lnTo>
                  <a:lnTo>
                    <a:pt x="9521" y="2007"/>
                  </a:lnTo>
                  <a:lnTo>
                    <a:pt x="9334" y="1774"/>
                  </a:lnTo>
                  <a:lnTo>
                    <a:pt x="9101" y="1540"/>
                  </a:lnTo>
                  <a:lnTo>
                    <a:pt x="8821" y="1260"/>
                  </a:lnTo>
                  <a:lnTo>
                    <a:pt x="8494" y="1074"/>
                  </a:lnTo>
                  <a:lnTo>
                    <a:pt x="8167" y="840"/>
                  </a:lnTo>
                  <a:lnTo>
                    <a:pt x="7794" y="654"/>
                  </a:lnTo>
                  <a:lnTo>
                    <a:pt x="7421" y="467"/>
                  </a:lnTo>
                  <a:lnTo>
                    <a:pt x="7001" y="280"/>
                  </a:lnTo>
                  <a:lnTo>
                    <a:pt x="6534" y="187"/>
                  </a:lnTo>
                  <a:lnTo>
                    <a:pt x="6067" y="47"/>
                  </a:lnTo>
                  <a:lnTo>
                    <a:pt x="55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3" name="Google Shape;9303;p45"/>
            <p:cNvSpPr/>
            <p:nvPr/>
          </p:nvSpPr>
          <p:spPr>
            <a:xfrm>
              <a:off x="3994625" y="3339225"/>
              <a:ext cx="112050" cy="129525"/>
            </a:xfrm>
            <a:custGeom>
              <a:rect b="b" l="l" r="r" t="t"/>
              <a:pathLst>
                <a:path extrusionOk="0" h="5181" w="4482">
                  <a:moveTo>
                    <a:pt x="3128" y="0"/>
                  </a:moveTo>
                  <a:lnTo>
                    <a:pt x="2941" y="47"/>
                  </a:lnTo>
                  <a:lnTo>
                    <a:pt x="2754" y="140"/>
                  </a:lnTo>
                  <a:lnTo>
                    <a:pt x="2568" y="233"/>
                  </a:lnTo>
                  <a:lnTo>
                    <a:pt x="2428" y="373"/>
                  </a:lnTo>
                  <a:lnTo>
                    <a:pt x="2241" y="607"/>
                  </a:lnTo>
                  <a:lnTo>
                    <a:pt x="2148" y="840"/>
                  </a:lnTo>
                  <a:lnTo>
                    <a:pt x="2148" y="887"/>
                  </a:lnTo>
                  <a:lnTo>
                    <a:pt x="2101" y="887"/>
                  </a:lnTo>
                  <a:lnTo>
                    <a:pt x="1868" y="840"/>
                  </a:lnTo>
                  <a:lnTo>
                    <a:pt x="1681" y="840"/>
                  </a:lnTo>
                  <a:lnTo>
                    <a:pt x="1448" y="887"/>
                  </a:lnTo>
                  <a:lnTo>
                    <a:pt x="1261" y="933"/>
                  </a:lnTo>
                  <a:lnTo>
                    <a:pt x="1028" y="1027"/>
                  </a:lnTo>
                  <a:lnTo>
                    <a:pt x="888" y="1167"/>
                  </a:lnTo>
                  <a:lnTo>
                    <a:pt x="701" y="1307"/>
                  </a:lnTo>
                  <a:lnTo>
                    <a:pt x="561" y="1447"/>
                  </a:lnTo>
                  <a:lnTo>
                    <a:pt x="421" y="1680"/>
                  </a:lnTo>
                  <a:lnTo>
                    <a:pt x="374" y="1867"/>
                  </a:lnTo>
                  <a:lnTo>
                    <a:pt x="281" y="2054"/>
                  </a:lnTo>
                  <a:lnTo>
                    <a:pt x="281" y="2287"/>
                  </a:lnTo>
                  <a:lnTo>
                    <a:pt x="281" y="2520"/>
                  </a:lnTo>
                  <a:lnTo>
                    <a:pt x="328" y="2707"/>
                  </a:lnTo>
                  <a:lnTo>
                    <a:pt x="421" y="2894"/>
                  </a:lnTo>
                  <a:lnTo>
                    <a:pt x="514" y="3080"/>
                  </a:lnTo>
                  <a:lnTo>
                    <a:pt x="468" y="3174"/>
                  </a:lnTo>
                  <a:lnTo>
                    <a:pt x="328" y="3314"/>
                  </a:lnTo>
                  <a:lnTo>
                    <a:pt x="188" y="3547"/>
                  </a:lnTo>
                  <a:lnTo>
                    <a:pt x="94" y="3734"/>
                  </a:lnTo>
                  <a:lnTo>
                    <a:pt x="48" y="3920"/>
                  </a:lnTo>
                  <a:lnTo>
                    <a:pt x="1" y="4154"/>
                  </a:lnTo>
                  <a:lnTo>
                    <a:pt x="48" y="4340"/>
                  </a:lnTo>
                  <a:lnTo>
                    <a:pt x="94" y="4527"/>
                  </a:lnTo>
                  <a:lnTo>
                    <a:pt x="188" y="4714"/>
                  </a:lnTo>
                  <a:lnTo>
                    <a:pt x="281" y="4900"/>
                  </a:lnTo>
                  <a:lnTo>
                    <a:pt x="468" y="5040"/>
                  </a:lnTo>
                  <a:lnTo>
                    <a:pt x="654" y="5134"/>
                  </a:lnTo>
                  <a:lnTo>
                    <a:pt x="888" y="5180"/>
                  </a:lnTo>
                  <a:lnTo>
                    <a:pt x="1121" y="5134"/>
                  </a:lnTo>
                  <a:lnTo>
                    <a:pt x="1308" y="4994"/>
                  </a:lnTo>
                  <a:lnTo>
                    <a:pt x="1541" y="4807"/>
                  </a:lnTo>
                  <a:lnTo>
                    <a:pt x="1728" y="4620"/>
                  </a:lnTo>
                  <a:lnTo>
                    <a:pt x="2101" y="4200"/>
                  </a:lnTo>
                  <a:lnTo>
                    <a:pt x="2241" y="3967"/>
                  </a:lnTo>
                  <a:lnTo>
                    <a:pt x="2288" y="3827"/>
                  </a:lnTo>
                  <a:lnTo>
                    <a:pt x="2288" y="3687"/>
                  </a:lnTo>
                  <a:lnTo>
                    <a:pt x="2194" y="3454"/>
                  </a:lnTo>
                  <a:lnTo>
                    <a:pt x="2381" y="3407"/>
                  </a:lnTo>
                  <a:lnTo>
                    <a:pt x="2614" y="3360"/>
                  </a:lnTo>
                  <a:lnTo>
                    <a:pt x="2801" y="3314"/>
                  </a:lnTo>
                  <a:lnTo>
                    <a:pt x="2894" y="3267"/>
                  </a:lnTo>
                  <a:lnTo>
                    <a:pt x="2988" y="3174"/>
                  </a:lnTo>
                  <a:lnTo>
                    <a:pt x="3081" y="2987"/>
                  </a:lnTo>
                  <a:lnTo>
                    <a:pt x="3174" y="2800"/>
                  </a:lnTo>
                  <a:lnTo>
                    <a:pt x="3221" y="2567"/>
                  </a:lnTo>
                  <a:lnTo>
                    <a:pt x="3221" y="2380"/>
                  </a:lnTo>
                  <a:lnTo>
                    <a:pt x="3548" y="2334"/>
                  </a:lnTo>
                  <a:lnTo>
                    <a:pt x="3828" y="2240"/>
                  </a:lnTo>
                  <a:lnTo>
                    <a:pt x="4061" y="2100"/>
                  </a:lnTo>
                  <a:lnTo>
                    <a:pt x="4294" y="1867"/>
                  </a:lnTo>
                  <a:lnTo>
                    <a:pt x="4388" y="1633"/>
                  </a:lnTo>
                  <a:lnTo>
                    <a:pt x="4481" y="1400"/>
                  </a:lnTo>
                  <a:lnTo>
                    <a:pt x="4481" y="1167"/>
                  </a:lnTo>
                  <a:lnTo>
                    <a:pt x="4481" y="933"/>
                  </a:lnTo>
                  <a:lnTo>
                    <a:pt x="4388" y="700"/>
                  </a:lnTo>
                  <a:lnTo>
                    <a:pt x="4294" y="513"/>
                  </a:lnTo>
                  <a:lnTo>
                    <a:pt x="4108" y="327"/>
                  </a:lnTo>
                  <a:lnTo>
                    <a:pt x="3921" y="140"/>
                  </a:lnTo>
                  <a:lnTo>
                    <a:pt x="3734" y="47"/>
                  </a:lnTo>
                  <a:lnTo>
                    <a:pt x="354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4" name="Google Shape;9304;p45"/>
            <p:cNvSpPr/>
            <p:nvPr/>
          </p:nvSpPr>
          <p:spPr>
            <a:xfrm>
              <a:off x="4080975" y="3495550"/>
              <a:ext cx="86350" cy="93375"/>
            </a:xfrm>
            <a:custGeom>
              <a:rect b="b" l="l" r="r" t="t"/>
              <a:pathLst>
                <a:path extrusionOk="0" h="3735" w="3454">
                  <a:moveTo>
                    <a:pt x="1867" y="1"/>
                  </a:moveTo>
                  <a:lnTo>
                    <a:pt x="1494" y="47"/>
                  </a:lnTo>
                  <a:lnTo>
                    <a:pt x="1167" y="141"/>
                  </a:lnTo>
                  <a:lnTo>
                    <a:pt x="840" y="327"/>
                  </a:lnTo>
                  <a:lnTo>
                    <a:pt x="560" y="561"/>
                  </a:lnTo>
                  <a:lnTo>
                    <a:pt x="327" y="841"/>
                  </a:lnTo>
                  <a:lnTo>
                    <a:pt x="140" y="1167"/>
                  </a:lnTo>
                  <a:lnTo>
                    <a:pt x="47" y="1494"/>
                  </a:lnTo>
                  <a:lnTo>
                    <a:pt x="0" y="1867"/>
                  </a:lnTo>
                  <a:lnTo>
                    <a:pt x="47" y="2241"/>
                  </a:lnTo>
                  <a:lnTo>
                    <a:pt x="140" y="2614"/>
                  </a:lnTo>
                  <a:lnTo>
                    <a:pt x="327" y="2941"/>
                  </a:lnTo>
                  <a:lnTo>
                    <a:pt x="560" y="3221"/>
                  </a:lnTo>
                  <a:lnTo>
                    <a:pt x="840" y="3407"/>
                  </a:lnTo>
                  <a:lnTo>
                    <a:pt x="1167" y="3594"/>
                  </a:lnTo>
                  <a:lnTo>
                    <a:pt x="1494" y="3687"/>
                  </a:lnTo>
                  <a:lnTo>
                    <a:pt x="1867" y="3734"/>
                  </a:lnTo>
                  <a:lnTo>
                    <a:pt x="2054" y="3734"/>
                  </a:lnTo>
                  <a:lnTo>
                    <a:pt x="2240" y="3687"/>
                  </a:lnTo>
                  <a:lnTo>
                    <a:pt x="2567" y="3547"/>
                  </a:lnTo>
                  <a:lnTo>
                    <a:pt x="2801" y="3314"/>
                  </a:lnTo>
                  <a:lnTo>
                    <a:pt x="3034" y="3034"/>
                  </a:lnTo>
                  <a:lnTo>
                    <a:pt x="3174" y="2707"/>
                  </a:lnTo>
                  <a:lnTo>
                    <a:pt x="3314" y="2381"/>
                  </a:lnTo>
                  <a:lnTo>
                    <a:pt x="3407" y="2054"/>
                  </a:lnTo>
                  <a:lnTo>
                    <a:pt x="3407" y="1821"/>
                  </a:lnTo>
                  <a:lnTo>
                    <a:pt x="3454" y="1447"/>
                  </a:lnTo>
                  <a:lnTo>
                    <a:pt x="3361" y="1074"/>
                  </a:lnTo>
                  <a:lnTo>
                    <a:pt x="3267" y="794"/>
                  </a:lnTo>
                  <a:lnTo>
                    <a:pt x="3081" y="514"/>
                  </a:lnTo>
                  <a:lnTo>
                    <a:pt x="2847" y="327"/>
                  </a:lnTo>
                  <a:lnTo>
                    <a:pt x="2567" y="141"/>
                  </a:lnTo>
                  <a:lnTo>
                    <a:pt x="2240" y="47"/>
                  </a:lnTo>
                  <a:lnTo>
                    <a:pt x="18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5" name="Google Shape;9305;p45"/>
            <p:cNvSpPr/>
            <p:nvPr/>
          </p:nvSpPr>
          <p:spPr>
            <a:xfrm>
              <a:off x="4098475" y="3292550"/>
              <a:ext cx="122525" cy="112025"/>
            </a:xfrm>
            <a:custGeom>
              <a:rect b="b" l="l" r="r" t="t"/>
              <a:pathLst>
                <a:path extrusionOk="0" h="4481" w="4901">
                  <a:moveTo>
                    <a:pt x="794" y="0"/>
                  </a:moveTo>
                  <a:lnTo>
                    <a:pt x="607" y="47"/>
                  </a:lnTo>
                  <a:lnTo>
                    <a:pt x="420" y="94"/>
                  </a:lnTo>
                  <a:lnTo>
                    <a:pt x="234" y="187"/>
                  </a:lnTo>
                  <a:lnTo>
                    <a:pt x="140" y="327"/>
                  </a:lnTo>
                  <a:lnTo>
                    <a:pt x="47" y="514"/>
                  </a:lnTo>
                  <a:lnTo>
                    <a:pt x="0" y="700"/>
                  </a:lnTo>
                  <a:lnTo>
                    <a:pt x="0" y="934"/>
                  </a:lnTo>
                  <a:lnTo>
                    <a:pt x="94" y="1214"/>
                  </a:lnTo>
                  <a:lnTo>
                    <a:pt x="280" y="1727"/>
                  </a:lnTo>
                  <a:lnTo>
                    <a:pt x="607" y="2334"/>
                  </a:lnTo>
                  <a:lnTo>
                    <a:pt x="1027" y="2894"/>
                  </a:lnTo>
                  <a:lnTo>
                    <a:pt x="1447" y="3407"/>
                  </a:lnTo>
                  <a:lnTo>
                    <a:pt x="1821" y="3827"/>
                  </a:lnTo>
                  <a:lnTo>
                    <a:pt x="2194" y="4107"/>
                  </a:lnTo>
                  <a:lnTo>
                    <a:pt x="2521" y="4294"/>
                  </a:lnTo>
                  <a:lnTo>
                    <a:pt x="2847" y="4434"/>
                  </a:lnTo>
                  <a:lnTo>
                    <a:pt x="3221" y="4481"/>
                  </a:lnTo>
                  <a:lnTo>
                    <a:pt x="3547" y="4434"/>
                  </a:lnTo>
                  <a:lnTo>
                    <a:pt x="3827" y="4341"/>
                  </a:lnTo>
                  <a:lnTo>
                    <a:pt x="4154" y="4154"/>
                  </a:lnTo>
                  <a:lnTo>
                    <a:pt x="4387" y="3921"/>
                  </a:lnTo>
                  <a:lnTo>
                    <a:pt x="4621" y="3594"/>
                  </a:lnTo>
                  <a:lnTo>
                    <a:pt x="4761" y="3360"/>
                  </a:lnTo>
                  <a:lnTo>
                    <a:pt x="4854" y="3034"/>
                  </a:lnTo>
                  <a:lnTo>
                    <a:pt x="4901" y="2754"/>
                  </a:lnTo>
                  <a:lnTo>
                    <a:pt x="4901" y="2380"/>
                  </a:lnTo>
                  <a:lnTo>
                    <a:pt x="4807" y="2054"/>
                  </a:lnTo>
                  <a:lnTo>
                    <a:pt x="4714" y="1727"/>
                  </a:lnTo>
                  <a:lnTo>
                    <a:pt x="4481" y="1447"/>
                  </a:lnTo>
                  <a:lnTo>
                    <a:pt x="4201" y="1214"/>
                  </a:lnTo>
                  <a:lnTo>
                    <a:pt x="3781" y="887"/>
                  </a:lnTo>
                  <a:lnTo>
                    <a:pt x="3221" y="560"/>
                  </a:lnTo>
                  <a:lnTo>
                    <a:pt x="2567" y="234"/>
                  </a:lnTo>
                  <a:lnTo>
                    <a:pt x="2194" y="140"/>
                  </a:lnTo>
                  <a:lnTo>
                    <a:pt x="1821" y="47"/>
                  </a:lnTo>
                  <a:lnTo>
                    <a:pt x="12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6" name="Google Shape;9306;p45"/>
            <p:cNvSpPr/>
            <p:nvPr/>
          </p:nvSpPr>
          <p:spPr>
            <a:xfrm>
              <a:off x="4153300" y="3331050"/>
              <a:ext cx="45525" cy="40850"/>
            </a:xfrm>
            <a:custGeom>
              <a:rect b="b" l="l" r="r" t="t"/>
              <a:pathLst>
                <a:path extrusionOk="0" h="1634" w="1821">
                  <a:moveTo>
                    <a:pt x="794" y="0"/>
                  </a:moveTo>
                  <a:lnTo>
                    <a:pt x="608" y="47"/>
                  </a:lnTo>
                  <a:lnTo>
                    <a:pt x="468" y="140"/>
                  </a:lnTo>
                  <a:lnTo>
                    <a:pt x="281" y="234"/>
                  </a:lnTo>
                  <a:lnTo>
                    <a:pt x="188" y="374"/>
                  </a:lnTo>
                  <a:lnTo>
                    <a:pt x="48" y="607"/>
                  </a:lnTo>
                  <a:lnTo>
                    <a:pt x="1" y="887"/>
                  </a:lnTo>
                  <a:lnTo>
                    <a:pt x="48" y="1074"/>
                  </a:lnTo>
                  <a:lnTo>
                    <a:pt x="141" y="1167"/>
                  </a:lnTo>
                  <a:lnTo>
                    <a:pt x="468" y="1400"/>
                  </a:lnTo>
                  <a:lnTo>
                    <a:pt x="794" y="1587"/>
                  </a:lnTo>
                  <a:lnTo>
                    <a:pt x="934" y="1634"/>
                  </a:lnTo>
                  <a:lnTo>
                    <a:pt x="1214" y="1634"/>
                  </a:lnTo>
                  <a:lnTo>
                    <a:pt x="1354" y="1587"/>
                  </a:lnTo>
                  <a:lnTo>
                    <a:pt x="1448" y="1494"/>
                  </a:lnTo>
                  <a:lnTo>
                    <a:pt x="1588" y="1400"/>
                  </a:lnTo>
                  <a:lnTo>
                    <a:pt x="1728" y="1074"/>
                  </a:lnTo>
                  <a:lnTo>
                    <a:pt x="1821" y="794"/>
                  </a:lnTo>
                  <a:lnTo>
                    <a:pt x="1821" y="654"/>
                  </a:lnTo>
                  <a:lnTo>
                    <a:pt x="1774" y="514"/>
                  </a:lnTo>
                  <a:lnTo>
                    <a:pt x="1728" y="420"/>
                  </a:lnTo>
                  <a:lnTo>
                    <a:pt x="1634" y="280"/>
                  </a:lnTo>
                  <a:lnTo>
                    <a:pt x="1494" y="140"/>
                  </a:lnTo>
                  <a:lnTo>
                    <a:pt x="1308" y="47"/>
                  </a:lnTo>
                  <a:lnTo>
                    <a:pt x="112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7" name="Google Shape;9307;p45"/>
            <p:cNvSpPr/>
            <p:nvPr/>
          </p:nvSpPr>
          <p:spPr>
            <a:xfrm>
              <a:off x="4125300" y="3271550"/>
              <a:ext cx="134200" cy="336025"/>
            </a:xfrm>
            <a:custGeom>
              <a:rect b="b" l="l" r="r" t="t"/>
              <a:pathLst>
                <a:path extrusionOk="0" h="13441" w="5368">
                  <a:moveTo>
                    <a:pt x="1" y="0"/>
                  </a:moveTo>
                  <a:lnTo>
                    <a:pt x="934" y="94"/>
                  </a:lnTo>
                  <a:lnTo>
                    <a:pt x="1821" y="280"/>
                  </a:lnTo>
                  <a:lnTo>
                    <a:pt x="2661" y="560"/>
                  </a:lnTo>
                  <a:lnTo>
                    <a:pt x="2988" y="700"/>
                  </a:lnTo>
                  <a:lnTo>
                    <a:pt x="3361" y="887"/>
                  </a:lnTo>
                  <a:lnTo>
                    <a:pt x="3641" y="1074"/>
                  </a:lnTo>
                  <a:lnTo>
                    <a:pt x="3921" y="1307"/>
                  </a:lnTo>
                  <a:lnTo>
                    <a:pt x="4154" y="1540"/>
                  </a:lnTo>
                  <a:lnTo>
                    <a:pt x="4341" y="1774"/>
                  </a:lnTo>
                  <a:lnTo>
                    <a:pt x="4481" y="2007"/>
                  </a:lnTo>
                  <a:lnTo>
                    <a:pt x="4621" y="2287"/>
                  </a:lnTo>
                  <a:lnTo>
                    <a:pt x="4668" y="2567"/>
                  </a:lnTo>
                  <a:lnTo>
                    <a:pt x="4714" y="2847"/>
                  </a:lnTo>
                  <a:lnTo>
                    <a:pt x="4668" y="3220"/>
                  </a:lnTo>
                  <a:lnTo>
                    <a:pt x="4528" y="3547"/>
                  </a:lnTo>
                  <a:lnTo>
                    <a:pt x="4341" y="3920"/>
                  </a:lnTo>
                  <a:lnTo>
                    <a:pt x="4108" y="4200"/>
                  </a:lnTo>
                  <a:lnTo>
                    <a:pt x="3968" y="4387"/>
                  </a:lnTo>
                  <a:lnTo>
                    <a:pt x="3968" y="4574"/>
                  </a:lnTo>
                  <a:lnTo>
                    <a:pt x="3968" y="12787"/>
                  </a:lnTo>
                  <a:lnTo>
                    <a:pt x="3874" y="13021"/>
                  </a:lnTo>
                  <a:lnTo>
                    <a:pt x="3734" y="13254"/>
                  </a:lnTo>
                  <a:lnTo>
                    <a:pt x="3548" y="13394"/>
                  </a:lnTo>
                  <a:lnTo>
                    <a:pt x="3314" y="13441"/>
                  </a:lnTo>
                  <a:lnTo>
                    <a:pt x="3968" y="13441"/>
                  </a:lnTo>
                  <a:lnTo>
                    <a:pt x="4248" y="13394"/>
                  </a:lnTo>
                  <a:lnTo>
                    <a:pt x="4434" y="13254"/>
                  </a:lnTo>
                  <a:lnTo>
                    <a:pt x="4574" y="13021"/>
                  </a:lnTo>
                  <a:lnTo>
                    <a:pt x="4621" y="12787"/>
                  </a:lnTo>
                  <a:lnTo>
                    <a:pt x="4621" y="4574"/>
                  </a:lnTo>
                  <a:lnTo>
                    <a:pt x="4668" y="4387"/>
                  </a:lnTo>
                  <a:lnTo>
                    <a:pt x="4761" y="4200"/>
                  </a:lnTo>
                  <a:lnTo>
                    <a:pt x="5041" y="3920"/>
                  </a:lnTo>
                  <a:lnTo>
                    <a:pt x="5228" y="3547"/>
                  </a:lnTo>
                  <a:lnTo>
                    <a:pt x="5321" y="3220"/>
                  </a:lnTo>
                  <a:lnTo>
                    <a:pt x="5368" y="2847"/>
                  </a:lnTo>
                  <a:lnTo>
                    <a:pt x="5368" y="2567"/>
                  </a:lnTo>
                  <a:lnTo>
                    <a:pt x="5274" y="2287"/>
                  </a:lnTo>
                  <a:lnTo>
                    <a:pt x="5181" y="2007"/>
                  </a:lnTo>
                  <a:lnTo>
                    <a:pt x="4994" y="1727"/>
                  </a:lnTo>
                  <a:lnTo>
                    <a:pt x="4761" y="1494"/>
                  </a:lnTo>
                  <a:lnTo>
                    <a:pt x="4528" y="1260"/>
                  </a:lnTo>
                  <a:lnTo>
                    <a:pt x="4248" y="1027"/>
                  </a:lnTo>
                  <a:lnTo>
                    <a:pt x="3921" y="840"/>
                  </a:lnTo>
                  <a:lnTo>
                    <a:pt x="3548" y="654"/>
                  </a:lnTo>
                  <a:lnTo>
                    <a:pt x="3174" y="467"/>
                  </a:lnTo>
                  <a:lnTo>
                    <a:pt x="2754" y="327"/>
                  </a:lnTo>
                  <a:lnTo>
                    <a:pt x="2288" y="187"/>
                  </a:lnTo>
                  <a:lnTo>
                    <a:pt x="1821" y="94"/>
                  </a:lnTo>
                  <a:lnTo>
                    <a:pt x="1354" y="47"/>
                  </a:lnTo>
                  <a:lnTo>
                    <a:pt x="84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8" name="Google Shape;9308;p45"/>
            <p:cNvSpPr/>
            <p:nvPr/>
          </p:nvSpPr>
          <p:spPr>
            <a:xfrm>
              <a:off x="4118300" y="3292550"/>
              <a:ext cx="109700" cy="112025"/>
            </a:xfrm>
            <a:custGeom>
              <a:rect b="b" l="l" r="r" t="t"/>
              <a:pathLst>
                <a:path extrusionOk="0" h="4481" w="4388">
                  <a:moveTo>
                    <a:pt x="1" y="0"/>
                  </a:moveTo>
                  <a:lnTo>
                    <a:pt x="421" y="47"/>
                  </a:lnTo>
                  <a:lnTo>
                    <a:pt x="841" y="140"/>
                  </a:lnTo>
                  <a:lnTo>
                    <a:pt x="1634" y="420"/>
                  </a:lnTo>
                  <a:lnTo>
                    <a:pt x="2381" y="700"/>
                  </a:lnTo>
                  <a:lnTo>
                    <a:pt x="2941" y="1027"/>
                  </a:lnTo>
                  <a:lnTo>
                    <a:pt x="3221" y="1260"/>
                  </a:lnTo>
                  <a:lnTo>
                    <a:pt x="3454" y="1587"/>
                  </a:lnTo>
                  <a:lnTo>
                    <a:pt x="3594" y="1914"/>
                  </a:lnTo>
                  <a:lnTo>
                    <a:pt x="3688" y="2240"/>
                  </a:lnTo>
                  <a:lnTo>
                    <a:pt x="3734" y="2614"/>
                  </a:lnTo>
                  <a:lnTo>
                    <a:pt x="3688" y="2987"/>
                  </a:lnTo>
                  <a:lnTo>
                    <a:pt x="3594" y="3360"/>
                  </a:lnTo>
                  <a:lnTo>
                    <a:pt x="3361" y="3687"/>
                  </a:lnTo>
                  <a:lnTo>
                    <a:pt x="3128" y="3967"/>
                  </a:lnTo>
                  <a:lnTo>
                    <a:pt x="2848" y="4201"/>
                  </a:lnTo>
                  <a:lnTo>
                    <a:pt x="2521" y="4341"/>
                  </a:lnTo>
                  <a:lnTo>
                    <a:pt x="2148" y="4434"/>
                  </a:lnTo>
                  <a:lnTo>
                    <a:pt x="2428" y="4481"/>
                  </a:lnTo>
                  <a:lnTo>
                    <a:pt x="2708" y="4481"/>
                  </a:lnTo>
                  <a:lnTo>
                    <a:pt x="2941" y="4434"/>
                  </a:lnTo>
                  <a:lnTo>
                    <a:pt x="3221" y="4341"/>
                  </a:lnTo>
                  <a:lnTo>
                    <a:pt x="3454" y="4247"/>
                  </a:lnTo>
                  <a:lnTo>
                    <a:pt x="3688" y="4061"/>
                  </a:lnTo>
                  <a:lnTo>
                    <a:pt x="3874" y="3874"/>
                  </a:lnTo>
                  <a:lnTo>
                    <a:pt x="4061" y="3687"/>
                  </a:lnTo>
                  <a:lnTo>
                    <a:pt x="4248" y="3360"/>
                  </a:lnTo>
                  <a:lnTo>
                    <a:pt x="4388" y="2987"/>
                  </a:lnTo>
                  <a:lnTo>
                    <a:pt x="4388" y="2614"/>
                  </a:lnTo>
                  <a:lnTo>
                    <a:pt x="4388" y="2240"/>
                  </a:lnTo>
                  <a:lnTo>
                    <a:pt x="4294" y="1914"/>
                  </a:lnTo>
                  <a:lnTo>
                    <a:pt x="4108" y="1587"/>
                  </a:lnTo>
                  <a:lnTo>
                    <a:pt x="3921" y="1260"/>
                  </a:lnTo>
                  <a:lnTo>
                    <a:pt x="3594" y="1027"/>
                  </a:lnTo>
                  <a:lnTo>
                    <a:pt x="3314" y="840"/>
                  </a:lnTo>
                  <a:lnTo>
                    <a:pt x="2894" y="654"/>
                  </a:lnTo>
                  <a:lnTo>
                    <a:pt x="2428" y="467"/>
                  </a:lnTo>
                  <a:lnTo>
                    <a:pt x="1961" y="280"/>
                  </a:lnTo>
                  <a:lnTo>
                    <a:pt x="1448" y="140"/>
                  </a:lnTo>
                  <a:lnTo>
                    <a:pt x="934" y="47"/>
                  </a:lnTo>
                  <a:lnTo>
                    <a:pt x="4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9" name="Google Shape;9309;p45"/>
            <p:cNvSpPr/>
            <p:nvPr/>
          </p:nvSpPr>
          <p:spPr>
            <a:xfrm>
              <a:off x="4119475" y="3495550"/>
              <a:ext cx="54850" cy="93375"/>
            </a:xfrm>
            <a:custGeom>
              <a:rect b="b" l="l" r="r" t="t"/>
              <a:pathLst>
                <a:path extrusionOk="0" h="3735" w="2194">
                  <a:moveTo>
                    <a:pt x="327" y="1"/>
                  </a:moveTo>
                  <a:lnTo>
                    <a:pt x="0" y="47"/>
                  </a:lnTo>
                  <a:lnTo>
                    <a:pt x="327" y="141"/>
                  </a:lnTo>
                  <a:lnTo>
                    <a:pt x="607" y="281"/>
                  </a:lnTo>
                  <a:lnTo>
                    <a:pt x="887" y="467"/>
                  </a:lnTo>
                  <a:lnTo>
                    <a:pt x="1074" y="654"/>
                  </a:lnTo>
                  <a:lnTo>
                    <a:pt x="1261" y="934"/>
                  </a:lnTo>
                  <a:lnTo>
                    <a:pt x="1401" y="1214"/>
                  </a:lnTo>
                  <a:lnTo>
                    <a:pt x="1494" y="1541"/>
                  </a:lnTo>
                  <a:lnTo>
                    <a:pt x="1541" y="1867"/>
                  </a:lnTo>
                  <a:lnTo>
                    <a:pt x="1494" y="2194"/>
                  </a:lnTo>
                  <a:lnTo>
                    <a:pt x="1401" y="2521"/>
                  </a:lnTo>
                  <a:lnTo>
                    <a:pt x="1261" y="2801"/>
                  </a:lnTo>
                  <a:lnTo>
                    <a:pt x="1074" y="3081"/>
                  </a:lnTo>
                  <a:lnTo>
                    <a:pt x="887" y="3314"/>
                  </a:lnTo>
                  <a:lnTo>
                    <a:pt x="607" y="3501"/>
                  </a:lnTo>
                  <a:lnTo>
                    <a:pt x="327" y="3641"/>
                  </a:lnTo>
                  <a:lnTo>
                    <a:pt x="0" y="3734"/>
                  </a:lnTo>
                  <a:lnTo>
                    <a:pt x="327" y="3734"/>
                  </a:lnTo>
                  <a:lnTo>
                    <a:pt x="700" y="3687"/>
                  </a:lnTo>
                  <a:lnTo>
                    <a:pt x="1074" y="3594"/>
                  </a:lnTo>
                  <a:lnTo>
                    <a:pt x="1401" y="3407"/>
                  </a:lnTo>
                  <a:lnTo>
                    <a:pt x="1681" y="3221"/>
                  </a:lnTo>
                  <a:lnTo>
                    <a:pt x="1914" y="2941"/>
                  </a:lnTo>
                  <a:lnTo>
                    <a:pt x="2054" y="2614"/>
                  </a:lnTo>
                  <a:lnTo>
                    <a:pt x="2194" y="2241"/>
                  </a:lnTo>
                  <a:lnTo>
                    <a:pt x="2194" y="1867"/>
                  </a:lnTo>
                  <a:lnTo>
                    <a:pt x="2194" y="1494"/>
                  </a:lnTo>
                  <a:lnTo>
                    <a:pt x="2054" y="1167"/>
                  </a:lnTo>
                  <a:lnTo>
                    <a:pt x="1914" y="841"/>
                  </a:lnTo>
                  <a:lnTo>
                    <a:pt x="1681" y="561"/>
                  </a:lnTo>
                  <a:lnTo>
                    <a:pt x="1401" y="327"/>
                  </a:lnTo>
                  <a:lnTo>
                    <a:pt x="1074" y="141"/>
                  </a:lnTo>
                  <a:lnTo>
                    <a:pt x="700"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0" name="Google Shape;9310;p45"/>
            <p:cNvSpPr/>
            <p:nvPr/>
          </p:nvSpPr>
          <p:spPr>
            <a:xfrm>
              <a:off x="4153300" y="3338050"/>
              <a:ext cx="46700" cy="39700"/>
            </a:xfrm>
            <a:custGeom>
              <a:rect b="b" l="l" r="r" t="t"/>
              <a:pathLst>
                <a:path extrusionOk="0" h="1588" w="1868">
                  <a:moveTo>
                    <a:pt x="1634" y="0"/>
                  </a:moveTo>
                  <a:lnTo>
                    <a:pt x="1588" y="280"/>
                  </a:lnTo>
                  <a:lnTo>
                    <a:pt x="1448" y="514"/>
                  </a:lnTo>
                  <a:lnTo>
                    <a:pt x="1354" y="654"/>
                  </a:lnTo>
                  <a:lnTo>
                    <a:pt x="1168" y="747"/>
                  </a:lnTo>
                  <a:lnTo>
                    <a:pt x="1028" y="840"/>
                  </a:lnTo>
                  <a:lnTo>
                    <a:pt x="841" y="887"/>
                  </a:lnTo>
                  <a:lnTo>
                    <a:pt x="514" y="887"/>
                  </a:lnTo>
                  <a:lnTo>
                    <a:pt x="328" y="840"/>
                  </a:lnTo>
                  <a:lnTo>
                    <a:pt x="141" y="747"/>
                  </a:lnTo>
                  <a:lnTo>
                    <a:pt x="1" y="607"/>
                  </a:lnTo>
                  <a:lnTo>
                    <a:pt x="1" y="840"/>
                  </a:lnTo>
                  <a:lnTo>
                    <a:pt x="94" y="1027"/>
                  </a:lnTo>
                  <a:lnTo>
                    <a:pt x="234" y="1214"/>
                  </a:lnTo>
                  <a:lnTo>
                    <a:pt x="374" y="1400"/>
                  </a:lnTo>
                  <a:lnTo>
                    <a:pt x="561" y="1494"/>
                  </a:lnTo>
                  <a:lnTo>
                    <a:pt x="748" y="1540"/>
                  </a:lnTo>
                  <a:lnTo>
                    <a:pt x="934" y="1587"/>
                  </a:lnTo>
                  <a:lnTo>
                    <a:pt x="1074" y="1540"/>
                  </a:lnTo>
                  <a:lnTo>
                    <a:pt x="1261" y="1494"/>
                  </a:lnTo>
                  <a:lnTo>
                    <a:pt x="1448" y="1447"/>
                  </a:lnTo>
                  <a:lnTo>
                    <a:pt x="1588" y="1307"/>
                  </a:lnTo>
                  <a:lnTo>
                    <a:pt x="1681" y="1167"/>
                  </a:lnTo>
                  <a:lnTo>
                    <a:pt x="1774" y="1027"/>
                  </a:lnTo>
                  <a:lnTo>
                    <a:pt x="1821" y="887"/>
                  </a:lnTo>
                  <a:lnTo>
                    <a:pt x="1868" y="560"/>
                  </a:lnTo>
                  <a:lnTo>
                    <a:pt x="1821" y="280"/>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1" name="Google Shape;9311;p45"/>
            <p:cNvSpPr/>
            <p:nvPr/>
          </p:nvSpPr>
          <p:spPr>
            <a:xfrm>
              <a:off x="4001625" y="3339225"/>
              <a:ext cx="105050" cy="133025"/>
            </a:xfrm>
            <a:custGeom>
              <a:rect b="b" l="l" r="r" t="t"/>
              <a:pathLst>
                <a:path extrusionOk="0" h="5321" w="4202">
                  <a:moveTo>
                    <a:pt x="3128" y="0"/>
                  </a:moveTo>
                  <a:lnTo>
                    <a:pt x="3268" y="140"/>
                  </a:lnTo>
                  <a:lnTo>
                    <a:pt x="3314" y="327"/>
                  </a:lnTo>
                  <a:lnTo>
                    <a:pt x="3361" y="513"/>
                  </a:lnTo>
                  <a:lnTo>
                    <a:pt x="3408" y="700"/>
                  </a:lnTo>
                  <a:lnTo>
                    <a:pt x="3408" y="887"/>
                  </a:lnTo>
                  <a:lnTo>
                    <a:pt x="3361" y="1073"/>
                  </a:lnTo>
                  <a:lnTo>
                    <a:pt x="3268" y="1260"/>
                  </a:lnTo>
                  <a:lnTo>
                    <a:pt x="3174" y="1400"/>
                  </a:lnTo>
                  <a:lnTo>
                    <a:pt x="2988" y="1633"/>
                  </a:lnTo>
                  <a:lnTo>
                    <a:pt x="2708" y="1820"/>
                  </a:lnTo>
                  <a:lnTo>
                    <a:pt x="2428" y="1913"/>
                  </a:lnTo>
                  <a:lnTo>
                    <a:pt x="2148" y="1913"/>
                  </a:lnTo>
                  <a:lnTo>
                    <a:pt x="2101" y="2147"/>
                  </a:lnTo>
                  <a:lnTo>
                    <a:pt x="2054" y="2334"/>
                  </a:lnTo>
                  <a:lnTo>
                    <a:pt x="1961" y="2567"/>
                  </a:lnTo>
                  <a:lnTo>
                    <a:pt x="1868" y="2754"/>
                  </a:lnTo>
                  <a:lnTo>
                    <a:pt x="1728" y="2894"/>
                  </a:lnTo>
                  <a:lnTo>
                    <a:pt x="1588" y="3034"/>
                  </a:lnTo>
                  <a:lnTo>
                    <a:pt x="1401" y="3174"/>
                  </a:lnTo>
                  <a:lnTo>
                    <a:pt x="1214" y="3267"/>
                  </a:lnTo>
                  <a:lnTo>
                    <a:pt x="1308" y="3547"/>
                  </a:lnTo>
                  <a:lnTo>
                    <a:pt x="1308" y="3827"/>
                  </a:lnTo>
                  <a:lnTo>
                    <a:pt x="1214" y="4107"/>
                  </a:lnTo>
                  <a:lnTo>
                    <a:pt x="1074" y="4387"/>
                  </a:lnTo>
                  <a:lnTo>
                    <a:pt x="888" y="4620"/>
                  </a:lnTo>
                  <a:lnTo>
                    <a:pt x="608" y="4760"/>
                  </a:lnTo>
                  <a:lnTo>
                    <a:pt x="328" y="4854"/>
                  </a:lnTo>
                  <a:lnTo>
                    <a:pt x="1" y="4854"/>
                  </a:lnTo>
                  <a:lnTo>
                    <a:pt x="188" y="5040"/>
                  </a:lnTo>
                  <a:lnTo>
                    <a:pt x="374" y="5180"/>
                  </a:lnTo>
                  <a:lnTo>
                    <a:pt x="608" y="5274"/>
                  </a:lnTo>
                  <a:lnTo>
                    <a:pt x="841" y="5320"/>
                  </a:lnTo>
                  <a:lnTo>
                    <a:pt x="1074" y="5320"/>
                  </a:lnTo>
                  <a:lnTo>
                    <a:pt x="1308" y="5227"/>
                  </a:lnTo>
                  <a:lnTo>
                    <a:pt x="1541" y="5134"/>
                  </a:lnTo>
                  <a:lnTo>
                    <a:pt x="1728" y="4994"/>
                  </a:lnTo>
                  <a:lnTo>
                    <a:pt x="1914" y="4807"/>
                  </a:lnTo>
                  <a:lnTo>
                    <a:pt x="2054" y="4527"/>
                  </a:lnTo>
                  <a:lnTo>
                    <a:pt x="2101" y="4247"/>
                  </a:lnTo>
                  <a:lnTo>
                    <a:pt x="2101" y="3967"/>
                  </a:lnTo>
                  <a:lnTo>
                    <a:pt x="2054" y="3687"/>
                  </a:lnTo>
                  <a:lnTo>
                    <a:pt x="2241" y="3594"/>
                  </a:lnTo>
                  <a:lnTo>
                    <a:pt x="2381" y="3500"/>
                  </a:lnTo>
                  <a:lnTo>
                    <a:pt x="2568" y="3360"/>
                  </a:lnTo>
                  <a:lnTo>
                    <a:pt x="2708" y="3174"/>
                  </a:lnTo>
                  <a:lnTo>
                    <a:pt x="2801" y="2987"/>
                  </a:lnTo>
                  <a:lnTo>
                    <a:pt x="2894" y="2800"/>
                  </a:lnTo>
                  <a:lnTo>
                    <a:pt x="2941" y="2567"/>
                  </a:lnTo>
                  <a:lnTo>
                    <a:pt x="2941" y="2380"/>
                  </a:lnTo>
                  <a:lnTo>
                    <a:pt x="3268" y="2334"/>
                  </a:lnTo>
                  <a:lnTo>
                    <a:pt x="3548" y="2240"/>
                  </a:lnTo>
                  <a:lnTo>
                    <a:pt x="3781" y="2100"/>
                  </a:lnTo>
                  <a:lnTo>
                    <a:pt x="4014" y="1867"/>
                  </a:lnTo>
                  <a:lnTo>
                    <a:pt x="4108" y="1633"/>
                  </a:lnTo>
                  <a:lnTo>
                    <a:pt x="4201" y="1400"/>
                  </a:lnTo>
                  <a:lnTo>
                    <a:pt x="4201" y="1167"/>
                  </a:lnTo>
                  <a:lnTo>
                    <a:pt x="4201" y="933"/>
                  </a:lnTo>
                  <a:lnTo>
                    <a:pt x="4108" y="700"/>
                  </a:lnTo>
                  <a:lnTo>
                    <a:pt x="4014" y="513"/>
                  </a:lnTo>
                  <a:lnTo>
                    <a:pt x="3828" y="327"/>
                  </a:lnTo>
                  <a:lnTo>
                    <a:pt x="3641" y="140"/>
                  </a:lnTo>
                  <a:lnTo>
                    <a:pt x="3408" y="47"/>
                  </a:lnTo>
                  <a:lnTo>
                    <a:pt x="31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2" name="Google Shape;9312;p45"/>
            <p:cNvSpPr/>
            <p:nvPr/>
          </p:nvSpPr>
          <p:spPr>
            <a:xfrm>
              <a:off x="4010975" y="3329875"/>
              <a:ext cx="243850" cy="246200"/>
            </a:xfrm>
            <a:custGeom>
              <a:rect b="b" l="l" r="r" t="t"/>
              <a:pathLst>
                <a:path extrusionOk="0" h="9848" w="9754">
                  <a:moveTo>
                    <a:pt x="3034" y="1"/>
                  </a:moveTo>
                  <a:lnTo>
                    <a:pt x="2987" y="47"/>
                  </a:lnTo>
                  <a:lnTo>
                    <a:pt x="2707" y="701"/>
                  </a:lnTo>
                  <a:lnTo>
                    <a:pt x="2707" y="747"/>
                  </a:lnTo>
                  <a:lnTo>
                    <a:pt x="2754" y="841"/>
                  </a:lnTo>
                  <a:lnTo>
                    <a:pt x="2940" y="981"/>
                  </a:lnTo>
                  <a:lnTo>
                    <a:pt x="3080" y="1167"/>
                  </a:lnTo>
                  <a:lnTo>
                    <a:pt x="3174" y="1401"/>
                  </a:lnTo>
                  <a:lnTo>
                    <a:pt x="3220" y="1681"/>
                  </a:lnTo>
                  <a:lnTo>
                    <a:pt x="3127" y="1961"/>
                  </a:lnTo>
                  <a:lnTo>
                    <a:pt x="2987" y="2241"/>
                  </a:lnTo>
                  <a:lnTo>
                    <a:pt x="2707" y="2381"/>
                  </a:lnTo>
                  <a:lnTo>
                    <a:pt x="2427" y="2474"/>
                  </a:lnTo>
                  <a:lnTo>
                    <a:pt x="2240" y="2474"/>
                  </a:lnTo>
                  <a:lnTo>
                    <a:pt x="2007" y="2428"/>
                  </a:lnTo>
                  <a:lnTo>
                    <a:pt x="1960" y="2428"/>
                  </a:lnTo>
                  <a:lnTo>
                    <a:pt x="1867" y="2474"/>
                  </a:lnTo>
                  <a:lnTo>
                    <a:pt x="0" y="6674"/>
                  </a:lnTo>
                  <a:lnTo>
                    <a:pt x="0" y="6768"/>
                  </a:lnTo>
                  <a:lnTo>
                    <a:pt x="47" y="6861"/>
                  </a:lnTo>
                  <a:lnTo>
                    <a:pt x="1820" y="7654"/>
                  </a:lnTo>
                  <a:lnTo>
                    <a:pt x="1914" y="7654"/>
                  </a:lnTo>
                  <a:lnTo>
                    <a:pt x="1960" y="7608"/>
                  </a:lnTo>
                  <a:lnTo>
                    <a:pt x="2100" y="7421"/>
                  </a:lnTo>
                  <a:lnTo>
                    <a:pt x="2287" y="7328"/>
                  </a:lnTo>
                  <a:lnTo>
                    <a:pt x="2520" y="7234"/>
                  </a:lnTo>
                  <a:lnTo>
                    <a:pt x="2940" y="7234"/>
                  </a:lnTo>
                  <a:lnTo>
                    <a:pt x="3080" y="7328"/>
                  </a:lnTo>
                  <a:lnTo>
                    <a:pt x="3267" y="7421"/>
                  </a:lnTo>
                  <a:lnTo>
                    <a:pt x="3360" y="7514"/>
                  </a:lnTo>
                  <a:lnTo>
                    <a:pt x="3454" y="7654"/>
                  </a:lnTo>
                  <a:lnTo>
                    <a:pt x="3547" y="7794"/>
                  </a:lnTo>
                  <a:lnTo>
                    <a:pt x="3594" y="7934"/>
                  </a:lnTo>
                  <a:lnTo>
                    <a:pt x="3594" y="8121"/>
                  </a:lnTo>
                  <a:lnTo>
                    <a:pt x="3594" y="8354"/>
                  </a:lnTo>
                  <a:lnTo>
                    <a:pt x="3594" y="8401"/>
                  </a:lnTo>
                  <a:lnTo>
                    <a:pt x="3640" y="8448"/>
                  </a:lnTo>
                  <a:lnTo>
                    <a:pt x="6674" y="9848"/>
                  </a:lnTo>
                  <a:lnTo>
                    <a:pt x="6721" y="9801"/>
                  </a:lnTo>
                  <a:lnTo>
                    <a:pt x="6721" y="9754"/>
                  </a:lnTo>
                  <a:lnTo>
                    <a:pt x="6721" y="9661"/>
                  </a:lnTo>
                  <a:lnTo>
                    <a:pt x="9567" y="3128"/>
                  </a:lnTo>
                  <a:lnTo>
                    <a:pt x="9707" y="3034"/>
                  </a:lnTo>
                  <a:lnTo>
                    <a:pt x="9754" y="3034"/>
                  </a:lnTo>
                  <a:lnTo>
                    <a:pt x="9754" y="2988"/>
                  </a:lnTo>
                  <a:lnTo>
                    <a:pt x="7981" y="2194"/>
                  </a:lnTo>
                  <a:lnTo>
                    <a:pt x="7841" y="2194"/>
                  </a:lnTo>
                  <a:lnTo>
                    <a:pt x="7607" y="2334"/>
                  </a:lnTo>
                  <a:lnTo>
                    <a:pt x="7374" y="2381"/>
                  </a:lnTo>
                  <a:lnTo>
                    <a:pt x="7141" y="2334"/>
                  </a:lnTo>
                  <a:lnTo>
                    <a:pt x="6954" y="2241"/>
                  </a:lnTo>
                  <a:lnTo>
                    <a:pt x="6767" y="2054"/>
                  </a:lnTo>
                  <a:lnTo>
                    <a:pt x="6674" y="1867"/>
                  </a:lnTo>
                  <a:lnTo>
                    <a:pt x="6674" y="1681"/>
                  </a:lnTo>
                  <a:lnTo>
                    <a:pt x="6627" y="1634"/>
                  </a:lnTo>
                  <a:lnTo>
                    <a:pt x="6581" y="1587"/>
                  </a:lnTo>
                  <a:lnTo>
                    <a:pt x="312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3" name="Google Shape;9313;p45"/>
            <p:cNvSpPr/>
            <p:nvPr/>
          </p:nvSpPr>
          <p:spPr>
            <a:xfrm>
              <a:off x="4161475" y="3397550"/>
              <a:ext cx="94525" cy="178525"/>
            </a:xfrm>
            <a:custGeom>
              <a:rect b="b" l="l" r="r" t="t"/>
              <a:pathLst>
                <a:path extrusionOk="0" h="7141" w="3781">
                  <a:moveTo>
                    <a:pt x="3081" y="1"/>
                  </a:moveTo>
                  <a:lnTo>
                    <a:pt x="3127" y="47"/>
                  </a:lnTo>
                  <a:lnTo>
                    <a:pt x="3127" y="141"/>
                  </a:lnTo>
                  <a:lnTo>
                    <a:pt x="141" y="6767"/>
                  </a:lnTo>
                  <a:lnTo>
                    <a:pt x="94" y="6814"/>
                  </a:lnTo>
                  <a:lnTo>
                    <a:pt x="1" y="6814"/>
                  </a:lnTo>
                  <a:lnTo>
                    <a:pt x="654" y="7141"/>
                  </a:lnTo>
                  <a:lnTo>
                    <a:pt x="747" y="7141"/>
                  </a:lnTo>
                  <a:lnTo>
                    <a:pt x="794" y="7047"/>
                  </a:lnTo>
                  <a:lnTo>
                    <a:pt x="3781" y="421"/>
                  </a:lnTo>
                  <a:lnTo>
                    <a:pt x="3781" y="327"/>
                  </a:lnTo>
                  <a:lnTo>
                    <a:pt x="3734" y="281"/>
                  </a:lnTo>
                  <a:lnTo>
                    <a:pt x="308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4" name="Google Shape;9314;p45"/>
            <p:cNvSpPr/>
            <p:nvPr/>
          </p:nvSpPr>
          <p:spPr>
            <a:xfrm>
              <a:off x="4101975" y="3394050"/>
              <a:ext cx="45525" cy="45525"/>
            </a:xfrm>
            <a:custGeom>
              <a:rect b="b" l="l" r="r" t="t"/>
              <a:pathLst>
                <a:path extrusionOk="0" h="1821" w="1821">
                  <a:moveTo>
                    <a:pt x="887" y="1"/>
                  </a:moveTo>
                  <a:lnTo>
                    <a:pt x="700" y="47"/>
                  </a:lnTo>
                  <a:lnTo>
                    <a:pt x="560" y="94"/>
                  </a:lnTo>
                  <a:lnTo>
                    <a:pt x="374" y="187"/>
                  </a:lnTo>
                  <a:lnTo>
                    <a:pt x="234" y="281"/>
                  </a:lnTo>
                  <a:lnTo>
                    <a:pt x="140" y="421"/>
                  </a:lnTo>
                  <a:lnTo>
                    <a:pt x="47" y="561"/>
                  </a:lnTo>
                  <a:lnTo>
                    <a:pt x="0" y="747"/>
                  </a:lnTo>
                  <a:lnTo>
                    <a:pt x="0" y="934"/>
                  </a:lnTo>
                  <a:lnTo>
                    <a:pt x="0" y="1121"/>
                  </a:lnTo>
                  <a:lnTo>
                    <a:pt x="47" y="1261"/>
                  </a:lnTo>
                  <a:lnTo>
                    <a:pt x="140" y="1447"/>
                  </a:lnTo>
                  <a:lnTo>
                    <a:pt x="234" y="1587"/>
                  </a:lnTo>
                  <a:lnTo>
                    <a:pt x="374" y="1681"/>
                  </a:lnTo>
                  <a:lnTo>
                    <a:pt x="560" y="1774"/>
                  </a:lnTo>
                  <a:lnTo>
                    <a:pt x="700" y="1821"/>
                  </a:lnTo>
                  <a:lnTo>
                    <a:pt x="1074" y="1821"/>
                  </a:lnTo>
                  <a:lnTo>
                    <a:pt x="1260" y="1774"/>
                  </a:lnTo>
                  <a:lnTo>
                    <a:pt x="1400" y="1681"/>
                  </a:lnTo>
                  <a:lnTo>
                    <a:pt x="1541" y="1587"/>
                  </a:lnTo>
                  <a:lnTo>
                    <a:pt x="1681" y="1447"/>
                  </a:lnTo>
                  <a:lnTo>
                    <a:pt x="1727" y="1261"/>
                  </a:lnTo>
                  <a:lnTo>
                    <a:pt x="1774" y="1121"/>
                  </a:lnTo>
                  <a:lnTo>
                    <a:pt x="1821" y="934"/>
                  </a:lnTo>
                  <a:lnTo>
                    <a:pt x="1774" y="747"/>
                  </a:lnTo>
                  <a:lnTo>
                    <a:pt x="1727" y="561"/>
                  </a:lnTo>
                  <a:lnTo>
                    <a:pt x="1681" y="421"/>
                  </a:lnTo>
                  <a:lnTo>
                    <a:pt x="1541" y="281"/>
                  </a:lnTo>
                  <a:lnTo>
                    <a:pt x="1400" y="187"/>
                  </a:lnTo>
                  <a:lnTo>
                    <a:pt x="1260" y="94"/>
                  </a:lnTo>
                  <a:lnTo>
                    <a:pt x="1074" y="47"/>
                  </a:lnTo>
                  <a:lnTo>
                    <a:pt x="88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5" name="Google Shape;9315;p45"/>
            <p:cNvSpPr/>
            <p:nvPr/>
          </p:nvSpPr>
          <p:spPr>
            <a:xfrm>
              <a:off x="4150975" y="3476875"/>
              <a:ext cx="31525" cy="31525"/>
            </a:xfrm>
            <a:custGeom>
              <a:rect b="b" l="l" r="r" t="t"/>
              <a:pathLst>
                <a:path extrusionOk="0" h="1261" w="1261">
                  <a:moveTo>
                    <a:pt x="607" y="1"/>
                  </a:moveTo>
                  <a:lnTo>
                    <a:pt x="374" y="48"/>
                  </a:lnTo>
                  <a:lnTo>
                    <a:pt x="187" y="188"/>
                  </a:lnTo>
                  <a:lnTo>
                    <a:pt x="47" y="374"/>
                  </a:lnTo>
                  <a:lnTo>
                    <a:pt x="1" y="654"/>
                  </a:lnTo>
                  <a:lnTo>
                    <a:pt x="47" y="888"/>
                  </a:lnTo>
                  <a:lnTo>
                    <a:pt x="187" y="1074"/>
                  </a:lnTo>
                  <a:lnTo>
                    <a:pt x="374" y="1214"/>
                  </a:lnTo>
                  <a:lnTo>
                    <a:pt x="607" y="1261"/>
                  </a:lnTo>
                  <a:lnTo>
                    <a:pt x="887" y="1214"/>
                  </a:lnTo>
                  <a:lnTo>
                    <a:pt x="1074" y="1074"/>
                  </a:lnTo>
                  <a:lnTo>
                    <a:pt x="1214" y="888"/>
                  </a:lnTo>
                  <a:lnTo>
                    <a:pt x="1261" y="654"/>
                  </a:lnTo>
                  <a:lnTo>
                    <a:pt x="1214" y="374"/>
                  </a:lnTo>
                  <a:lnTo>
                    <a:pt x="1074" y="188"/>
                  </a:lnTo>
                  <a:lnTo>
                    <a:pt x="887" y="48"/>
                  </a:lnTo>
                  <a:lnTo>
                    <a:pt x="60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16" name="Google Shape;9316;p45"/>
          <p:cNvGrpSpPr/>
          <p:nvPr/>
        </p:nvGrpSpPr>
        <p:grpSpPr>
          <a:xfrm>
            <a:off x="5051046" y="3289563"/>
            <a:ext cx="250850" cy="336025"/>
            <a:chOff x="5510200" y="3966900"/>
            <a:chExt cx="250850" cy="336025"/>
          </a:xfrm>
        </p:grpSpPr>
        <p:sp>
          <p:nvSpPr>
            <p:cNvPr id="9317" name="Google Shape;9317;p45"/>
            <p:cNvSpPr/>
            <p:nvPr/>
          </p:nvSpPr>
          <p:spPr>
            <a:xfrm>
              <a:off x="5636200" y="3982075"/>
              <a:ext cx="80525" cy="54850"/>
            </a:xfrm>
            <a:custGeom>
              <a:rect b="b" l="l" r="r" t="t"/>
              <a:pathLst>
                <a:path extrusionOk="0" h="2194" w="3221">
                  <a:moveTo>
                    <a:pt x="0" y="0"/>
                  </a:moveTo>
                  <a:lnTo>
                    <a:pt x="0" y="2194"/>
                  </a:lnTo>
                  <a:lnTo>
                    <a:pt x="3174" y="2194"/>
                  </a:lnTo>
                  <a:lnTo>
                    <a:pt x="3174" y="2147"/>
                  </a:lnTo>
                  <a:lnTo>
                    <a:pt x="3127" y="2054"/>
                  </a:lnTo>
                  <a:lnTo>
                    <a:pt x="2894" y="1727"/>
                  </a:lnTo>
                  <a:lnTo>
                    <a:pt x="2567" y="1260"/>
                  </a:lnTo>
                  <a:lnTo>
                    <a:pt x="2520" y="1167"/>
                  </a:lnTo>
                  <a:lnTo>
                    <a:pt x="2474" y="1027"/>
                  </a:lnTo>
                  <a:lnTo>
                    <a:pt x="2987" y="234"/>
                  </a:lnTo>
                  <a:lnTo>
                    <a:pt x="3174" y="94"/>
                  </a:lnTo>
                  <a:lnTo>
                    <a:pt x="3220" y="47"/>
                  </a:lnTo>
                  <a:lnTo>
                    <a:pt x="31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8" name="Google Shape;9318;p45"/>
            <p:cNvSpPr/>
            <p:nvPr/>
          </p:nvSpPr>
          <p:spPr>
            <a:xfrm>
              <a:off x="5685200" y="3982075"/>
              <a:ext cx="33850" cy="54850"/>
            </a:xfrm>
            <a:custGeom>
              <a:rect b="b" l="l" r="r" t="t"/>
              <a:pathLst>
                <a:path extrusionOk="0" h="2194" w="1354">
                  <a:moveTo>
                    <a:pt x="607" y="0"/>
                  </a:moveTo>
                  <a:lnTo>
                    <a:pt x="654" y="47"/>
                  </a:lnTo>
                  <a:lnTo>
                    <a:pt x="654" y="140"/>
                  </a:lnTo>
                  <a:lnTo>
                    <a:pt x="654" y="187"/>
                  </a:lnTo>
                  <a:lnTo>
                    <a:pt x="0" y="1027"/>
                  </a:lnTo>
                  <a:lnTo>
                    <a:pt x="0" y="1074"/>
                  </a:lnTo>
                  <a:lnTo>
                    <a:pt x="0" y="1167"/>
                  </a:lnTo>
                  <a:lnTo>
                    <a:pt x="654" y="2007"/>
                  </a:lnTo>
                  <a:lnTo>
                    <a:pt x="654" y="2054"/>
                  </a:lnTo>
                  <a:lnTo>
                    <a:pt x="654" y="2147"/>
                  </a:lnTo>
                  <a:lnTo>
                    <a:pt x="607" y="2147"/>
                  </a:lnTo>
                  <a:lnTo>
                    <a:pt x="560" y="2194"/>
                  </a:lnTo>
                  <a:lnTo>
                    <a:pt x="1214" y="2194"/>
                  </a:lnTo>
                  <a:lnTo>
                    <a:pt x="1307" y="2147"/>
                  </a:lnTo>
                  <a:lnTo>
                    <a:pt x="1354" y="2147"/>
                  </a:lnTo>
                  <a:lnTo>
                    <a:pt x="1354" y="2054"/>
                  </a:lnTo>
                  <a:lnTo>
                    <a:pt x="1307" y="2007"/>
                  </a:lnTo>
                  <a:lnTo>
                    <a:pt x="700" y="1167"/>
                  </a:lnTo>
                  <a:lnTo>
                    <a:pt x="654" y="1074"/>
                  </a:lnTo>
                  <a:lnTo>
                    <a:pt x="700" y="1027"/>
                  </a:lnTo>
                  <a:lnTo>
                    <a:pt x="1307" y="187"/>
                  </a:lnTo>
                  <a:lnTo>
                    <a:pt x="1354" y="140"/>
                  </a:lnTo>
                  <a:lnTo>
                    <a:pt x="1354" y="47"/>
                  </a:lnTo>
                  <a:lnTo>
                    <a:pt x="13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9" name="Google Shape;9319;p45"/>
            <p:cNvSpPr/>
            <p:nvPr/>
          </p:nvSpPr>
          <p:spPr>
            <a:xfrm>
              <a:off x="5630350" y="3966900"/>
              <a:ext cx="10525" cy="296375"/>
            </a:xfrm>
            <a:custGeom>
              <a:rect b="b" l="l" r="r" t="t"/>
              <a:pathLst>
                <a:path extrusionOk="0" h="11855" w="421">
                  <a:moveTo>
                    <a:pt x="141" y="1"/>
                  </a:moveTo>
                  <a:lnTo>
                    <a:pt x="94" y="47"/>
                  </a:lnTo>
                  <a:lnTo>
                    <a:pt x="48" y="141"/>
                  </a:lnTo>
                  <a:lnTo>
                    <a:pt x="1" y="187"/>
                  </a:lnTo>
                  <a:lnTo>
                    <a:pt x="1" y="11668"/>
                  </a:lnTo>
                  <a:lnTo>
                    <a:pt x="48" y="11761"/>
                  </a:lnTo>
                  <a:lnTo>
                    <a:pt x="94" y="11808"/>
                  </a:lnTo>
                  <a:lnTo>
                    <a:pt x="141" y="11854"/>
                  </a:lnTo>
                  <a:lnTo>
                    <a:pt x="281" y="11854"/>
                  </a:lnTo>
                  <a:lnTo>
                    <a:pt x="374" y="11808"/>
                  </a:lnTo>
                  <a:lnTo>
                    <a:pt x="421" y="11761"/>
                  </a:lnTo>
                  <a:lnTo>
                    <a:pt x="421" y="11668"/>
                  </a:lnTo>
                  <a:lnTo>
                    <a:pt x="421" y="187"/>
                  </a:lnTo>
                  <a:lnTo>
                    <a:pt x="421" y="141"/>
                  </a:lnTo>
                  <a:lnTo>
                    <a:pt x="374" y="47"/>
                  </a:lnTo>
                  <a:lnTo>
                    <a:pt x="2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0" name="Google Shape;9320;p45"/>
            <p:cNvSpPr/>
            <p:nvPr/>
          </p:nvSpPr>
          <p:spPr>
            <a:xfrm>
              <a:off x="5510200" y="4140750"/>
              <a:ext cx="45525" cy="35025"/>
            </a:xfrm>
            <a:custGeom>
              <a:rect b="b" l="l" r="r" t="t"/>
              <a:pathLst>
                <a:path extrusionOk="0" h="1401" w="1821">
                  <a:moveTo>
                    <a:pt x="280" y="0"/>
                  </a:moveTo>
                  <a:lnTo>
                    <a:pt x="187" y="47"/>
                  </a:lnTo>
                  <a:lnTo>
                    <a:pt x="140" y="93"/>
                  </a:lnTo>
                  <a:lnTo>
                    <a:pt x="93" y="187"/>
                  </a:lnTo>
                  <a:lnTo>
                    <a:pt x="0" y="1167"/>
                  </a:lnTo>
                  <a:lnTo>
                    <a:pt x="0" y="1260"/>
                  </a:lnTo>
                  <a:lnTo>
                    <a:pt x="47" y="1307"/>
                  </a:lnTo>
                  <a:lnTo>
                    <a:pt x="140" y="1354"/>
                  </a:lnTo>
                  <a:lnTo>
                    <a:pt x="233" y="1400"/>
                  </a:lnTo>
                  <a:lnTo>
                    <a:pt x="887" y="1307"/>
                  </a:lnTo>
                  <a:lnTo>
                    <a:pt x="1773" y="933"/>
                  </a:lnTo>
                  <a:lnTo>
                    <a:pt x="1820" y="747"/>
                  </a:lnTo>
                  <a:lnTo>
                    <a:pt x="1027" y="280"/>
                  </a:lnTo>
                  <a:lnTo>
                    <a:pt x="373" y="47"/>
                  </a:ln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1" name="Google Shape;9321;p45"/>
            <p:cNvSpPr/>
            <p:nvPr/>
          </p:nvSpPr>
          <p:spPr>
            <a:xfrm>
              <a:off x="5532350" y="4147750"/>
              <a:ext cx="24525" cy="25675"/>
            </a:xfrm>
            <a:custGeom>
              <a:rect b="b" l="l" r="r" t="t"/>
              <a:pathLst>
                <a:path extrusionOk="0" h="1027" w="981">
                  <a:moveTo>
                    <a:pt x="141" y="0"/>
                  </a:moveTo>
                  <a:lnTo>
                    <a:pt x="1" y="1027"/>
                  </a:lnTo>
                  <a:lnTo>
                    <a:pt x="1" y="1027"/>
                  </a:lnTo>
                  <a:lnTo>
                    <a:pt x="887" y="887"/>
                  </a:lnTo>
                  <a:lnTo>
                    <a:pt x="981" y="373"/>
                  </a:lnTo>
                  <a:lnTo>
                    <a:pt x="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2" name="Google Shape;9322;p45"/>
            <p:cNvSpPr/>
            <p:nvPr/>
          </p:nvSpPr>
          <p:spPr>
            <a:xfrm>
              <a:off x="5610525" y="4062575"/>
              <a:ext cx="44350" cy="51350"/>
            </a:xfrm>
            <a:custGeom>
              <a:rect b="b" l="l" r="r" t="t"/>
              <a:pathLst>
                <a:path extrusionOk="0" h="2054" w="1774">
                  <a:moveTo>
                    <a:pt x="794" y="0"/>
                  </a:moveTo>
                  <a:lnTo>
                    <a:pt x="607" y="47"/>
                  </a:lnTo>
                  <a:lnTo>
                    <a:pt x="421" y="140"/>
                  </a:lnTo>
                  <a:lnTo>
                    <a:pt x="281" y="280"/>
                  </a:lnTo>
                  <a:lnTo>
                    <a:pt x="141" y="420"/>
                  </a:lnTo>
                  <a:lnTo>
                    <a:pt x="47" y="607"/>
                  </a:lnTo>
                  <a:lnTo>
                    <a:pt x="1" y="794"/>
                  </a:lnTo>
                  <a:lnTo>
                    <a:pt x="1" y="1027"/>
                  </a:lnTo>
                  <a:lnTo>
                    <a:pt x="1" y="1214"/>
                  </a:lnTo>
                  <a:lnTo>
                    <a:pt x="47" y="1400"/>
                  </a:lnTo>
                  <a:lnTo>
                    <a:pt x="141" y="1587"/>
                  </a:lnTo>
                  <a:lnTo>
                    <a:pt x="281" y="1727"/>
                  </a:lnTo>
                  <a:lnTo>
                    <a:pt x="421" y="1867"/>
                  </a:lnTo>
                  <a:lnTo>
                    <a:pt x="607" y="1960"/>
                  </a:lnTo>
                  <a:lnTo>
                    <a:pt x="794" y="2007"/>
                  </a:lnTo>
                  <a:lnTo>
                    <a:pt x="1027" y="2054"/>
                  </a:lnTo>
                  <a:lnTo>
                    <a:pt x="1214" y="2007"/>
                  </a:lnTo>
                  <a:lnTo>
                    <a:pt x="1354" y="1914"/>
                  </a:lnTo>
                  <a:lnTo>
                    <a:pt x="1494" y="1820"/>
                  </a:lnTo>
                  <a:lnTo>
                    <a:pt x="1634" y="1634"/>
                  </a:lnTo>
                  <a:lnTo>
                    <a:pt x="1774" y="1307"/>
                  </a:lnTo>
                  <a:lnTo>
                    <a:pt x="1774" y="1027"/>
                  </a:lnTo>
                  <a:lnTo>
                    <a:pt x="1774" y="747"/>
                  </a:lnTo>
                  <a:lnTo>
                    <a:pt x="1634" y="374"/>
                  </a:lnTo>
                  <a:lnTo>
                    <a:pt x="1494" y="234"/>
                  </a:lnTo>
                  <a:lnTo>
                    <a:pt x="1354" y="94"/>
                  </a:lnTo>
                  <a:lnTo>
                    <a:pt x="12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3" name="Google Shape;9323;p45"/>
            <p:cNvSpPr/>
            <p:nvPr/>
          </p:nvSpPr>
          <p:spPr>
            <a:xfrm>
              <a:off x="5519525" y="4222400"/>
              <a:ext cx="227525" cy="80525"/>
            </a:xfrm>
            <a:custGeom>
              <a:rect b="b" l="l" r="r" t="t"/>
              <a:pathLst>
                <a:path extrusionOk="0" h="3221" w="9101">
                  <a:moveTo>
                    <a:pt x="607" y="1"/>
                  </a:moveTo>
                  <a:lnTo>
                    <a:pt x="374" y="48"/>
                  </a:lnTo>
                  <a:lnTo>
                    <a:pt x="187" y="188"/>
                  </a:lnTo>
                  <a:lnTo>
                    <a:pt x="47" y="374"/>
                  </a:lnTo>
                  <a:lnTo>
                    <a:pt x="0" y="608"/>
                  </a:lnTo>
                  <a:lnTo>
                    <a:pt x="0" y="2988"/>
                  </a:lnTo>
                  <a:lnTo>
                    <a:pt x="0" y="3081"/>
                  </a:lnTo>
                  <a:lnTo>
                    <a:pt x="47" y="3174"/>
                  </a:lnTo>
                  <a:lnTo>
                    <a:pt x="140" y="3221"/>
                  </a:lnTo>
                  <a:lnTo>
                    <a:pt x="9101" y="3221"/>
                  </a:lnTo>
                  <a:lnTo>
                    <a:pt x="9101" y="3128"/>
                  </a:lnTo>
                  <a:lnTo>
                    <a:pt x="9101" y="2848"/>
                  </a:lnTo>
                  <a:lnTo>
                    <a:pt x="9054" y="2054"/>
                  </a:lnTo>
                  <a:lnTo>
                    <a:pt x="8914" y="841"/>
                  </a:lnTo>
                  <a:lnTo>
                    <a:pt x="8914" y="281"/>
                  </a:lnTo>
                  <a:lnTo>
                    <a:pt x="8914" y="188"/>
                  </a:lnTo>
                  <a:lnTo>
                    <a:pt x="8867" y="94"/>
                  </a:lnTo>
                  <a:lnTo>
                    <a:pt x="87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4" name="Google Shape;9324;p45"/>
            <p:cNvSpPr/>
            <p:nvPr/>
          </p:nvSpPr>
          <p:spPr>
            <a:xfrm>
              <a:off x="5544025" y="4139575"/>
              <a:ext cx="179700" cy="54850"/>
            </a:xfrm>
            <a:custGeom>
              <a:rect b="b" l="l" r="r" t="t"/>
              <a:pathLst>
                <a:path extrusionOk="0" h="2194" w="7188">
                  <a:moveTo>
                    <a:pt x="747" y="0"/>
                  </a:moveTo>
                  <a:lnTo>
                    <a:pt x="607" y="47"/>
                  </a:lnTo>
                  <a:lnTo>
                    <a:pt x="420" y="140"/>
                  </a:lnTo>
                  <a:lnTo>
                    <a:pt x="280" y="234"/>
                  </a:lnTo>
                  <a:lnTo>
                    <a:pt x="187" y="374"/>
                  </a:lnTo>
                  <a:lnTo>
                    <a:pt x="94" y="560"/>
                  </a:lnTo>
                  <a:lnTo>
                    <a:pt x="0" y="747"/>
                  </a:lnTo>
                  <a:lnTo>
                    <a:pt x="0" y="980"/>
                  </a:lnTo>
                  <a:lnTo>
                    <a:pt x="0" y="1167"/>
                  </a:lnTo>
                  <a:lnTo>
                    <a:pt x="47" y="1354"/>
                  </a:lnTo>
                  <a:lnTo>
                    <a:pt x="140" y="1541"/>
                  </a:lnTo>
                  <a:lnTo>
                    <a:pt x="280" y="1681"/>
                  </a:lnTo>
                  <a:lnTo>
                    <a:pt x="420" y="1821"/>
                  </a:lnTo>
                  <a:lnTo>
                    <a:pt x="607" y="1914"/>
                  </a:lnTo>
                  <a:lnTo>
                    <a:pt x="794" y="1961"/>
                  </a:lnTo>
                  <a:lnTo>
                    <a:pt x="1494" y="2054"/>
                  </a:lnTo>
                  <a:lnTo>
                    <a:pt x="2241" y="2147"/>
                  </a:lnTo>
                  <a:lnTo>
                    <a:pt x="2941" y="2194"/>
                  </a:lnTo>
                  <a:lnTo>
                    <a:pt x="4387" y="2194"/>
                  </a:lnTo>
                  <a:lnTo>
                    <a:pt x="5087" y="2147"/>
                  </a:lnTo>
                  <a:lnTo>
                    <a:pt x="5834" y="2054"/>
                  </a:lnTo>
                  <a:lnTo>
                    <a:pt x="6534" y="1961"/>
                  </a:lnTo>
                  <a:lnTo>
                    <a:pt x="6721" y="1914"/>
                  </a:lnTo>
                  <a:lnTo>
                    <a:pt x="6861" y="1821"/>
                  </a:lnTo>
                  <a:lnTo>
                    <a:pt x="7001" y="1681"/>
                  </a:lnTo>
                  <a:lnTo>
                    <a:pt x="7094" y="1494"/>
                  </a:lnTo>
                  <a:lnTo>
                    <a:pt x="7141" y="1307"/>
                  </a:lnTo>
                  <a:lnTo>
                    <a:pt x="7187" y="1121"/>
                  </a:lnTo>
                  <a:lnTo>
                    <a:pt x="7187" y="887"/>
                  </a:lnTo>
                  <a:lnTo>
                    <a:pt x="7141" y="700"/>
                  </a:lnTo>
                  <a:lnTo>
                    <a:pt x="7094" y="840"/>
                  </a:lnTo>
                  <a:lnTo>
                    <a:pt x="6954" y="467"/>
                  </a:lnTo>
                  <a:lnTo>
                    <a:pt x="6767" y="187"/>
                  </a:lnTo>
                  <a:lnTo>
                    <a:pt x="6674" y="94"/>
                  </a:lnTo>
                  <a:lnTo>
                    <a:pt x="6534" y="0"/>
                  </a:lnTo>
                  <a:lnTo>
                    <a:pt x="6207" y="0"/>
                  </a:lnTo>
                  <a:lnTo>
                    <a:pt x="4947" y="140"/>
                  </a:lnTo>
                  <a:lnTo>
                    <a:pt x="3687" y="234"/>
                  </a:lnTo>
                  <a:lnTo>
                    <a:pt x="2381" y="140"/>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5" name="Google Shape;9325;p45"/>
            <p:cNvSpPr/>
            <p:nvPr/>
          </p:nvSpPr>
          <p:spPr>
            <a:xfrm>
              <a:off x="5714375" y="4141900"/>
              <a:ext cx="42025" cy="33875"/>
            </a:xfrm>
            <a:custGeom>
              <a:rect b="b" l="l" r="r" t="t"/>
              <a:pathLst>
                <a:path extrusionOk="0" h="1355" w="1681">
                  <a:moveTo>
                    <a:pt x="1493" y="1"/>
                  </a:moveTo>
                  <a:lnTo>
                    <a:pt x="0" y="607"/>
                  </a:lnTo>
                  <a:lnTo>
                    <a:pt x="93" y="1121"/>
                  </a:lnTo>
                  <a:lnTo>
                    <a:pt x="1633" y="1354"/>
                  </a:lnTo>
                  <a:lnTo>
                    <a:pt x="1680" y="1308"/>
                  </a:lnTo>
                  <a:lnTo>
                    <a:pt x="1633" y="1261"/>
                  </a:lnTo>
                  <a:lnTo>
                    <a:pt x="1540" y="1168"/>
                  </a:lnTo>
                  <a:lnTo>
                    <a:pt x="1493" y="1074"/>
                  </a:lnTo>
                  <a:lnTo>
                    <a:pt x="1493" y="374"/>
                  </a:lnTo>
                  <a:lnTo>
                    <a:pt x="1540" y="94"/>
                  </a:lnTo>
                  <a:lnTo>
                    <a:pt x="15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6" name="Google Shape;9326;p45"/>
            <p:cNvSpPr/>
            <p:nvPr/>
          </p:nvSpPr>
          <p:spPr>
            <a:xfrm>
              <a:off x="5719025" y="4222400"/>
              <a:ext cx="32700" cy="80525"/>
            </a:xfrm>
            <a:custGeom>
              <a:rect b="b" l="l" r="r" t="t"/>
              <a:pathLst>
                <a:path extrusionOk="0" h="3221" w="1308">
                  <a:moveTo>
                    <a:pt x="1" y="1"/>
                  </a:moveTo>
                  <a:lnTo>
                    <a:pt x="281" y="48"/>
                  </a:lnTo>
                  <a:lnTo>
                    <a:pt x="467" y="188"/>
                  </a:lnTo>
                  <a:lnTo>
                    <a:pt x="607" y="374"/>
                  </a:lnTo>
                  <a:lnTo>
                    <a:pt x="654" y="608"/>
                  </a:lnTo>
                  <a:lnTo>
                    <a:pt x="654" y="2988"/>
                  </a:lnTo>
                  <a:lnTo>
                    <a:pt x="654" y="3081"/>
                  </a:lnTo>
                  <a:lnTo>
                    <a:pt x="607" y="3174"/>
                  </a:lnTo>
                  <a:lnTo>
                    <a:pt x="514" y="3221"/>
                  </a:lnTo>
                  <a:lnTo>
                    <a:pt x="1214" y="3221"/>
                  </a:lnTo>
                  <a:lnTo>
                    <a:pt x="1261" y="3174"/>
                  </a:lnTo>
                  <a:lnTo>
                    <a:pt x="1307" y="3081"/>
                  </a:lnTo>
                  <a:lnTo>
                    <a:pt x="1307" y="2988"/>
                  </a:lnTo>
                  <a:lnTo>
                    <a:pt x="1307" y="608"/>
                  </a:lnTo>
                  <a:lnTo>
                    <a:pt x="1261" y="374"/>
                  </a:lnTo>
                  <a:lnTo>
                    <a:pt x="1121" y="188"/>
                  </a:lnTo>
                  <a:lnTo>
                    <a:pt x="934" y="48"/>
                  </a:lnTo>
                  <a:lnTo>
                    <a:pt x="70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7" name="Google Shape;9327;p45"/>
            <p:cNvSpPr/>
            <p:nvPr/>
          </p:nvSpPr>
          <p:spPr>
            <a:xfrm>
              <a:off x="5626850" y="4062575"/>
              <a:ext cx="35025" cy="51350"/>
            </a:xfrm>
            <a:custGeom>
              <a:rect b="b" l="l" r="r" t="t"/>
              <a:pathLst>
                <a:path extrusionOk="0" h="2054" w="1401">
                  <a:moveTo>
                    <a:pt x="188" y="0"/>
                  </a:moveTo>
                  <a:lnTo>
                    <a:pt x="1" y="47"/>
                  </a:lnTo>
                  <a:lnTo>
                    <a:pt x="281" y="187"/>
                  </a:lnTo>
                  <a:lnTo>
                    <a:pt x="514" y="420"/>
                  </a:lnTo>
                  <a:lnTo>
                    <a:pt x="654" y="700"/>
                  </a:lnTo>
                  <a:lnTo>
                    <a:pt x="701" y="1027"/>
                  </a:lnTo>
                  <a:lnTo>
                    <a:pt x="654" y="1354"/>
                  </a:lnTo>
                  <a:lnTo>
                    <a:pt x="514" y="1634"/>
                  </a:lnTo>
                  <a:lnTo>
                    <a:pt x="281" y="1820"/>
                  </a:lnTo>
                  <a:lnTo>
                    <a:pt x="1" y="1960"/>
                  </a:lnTo>
                  <a:lnTo>
                    <a:pt x="188" y="2007"/>
                  </a:lnTo>
                  <a:lnTo>
                    <a:pt x="374" y="2054"/>
                  </a:lnTo>
                  <a:lnTo>
                    <a:pt x="561" y="2007"/>
                  </a:lnTo>
                  <a:lnTo>
                    <a:pt x="748" y="1960"/>
                  </a:lnTo>
                  <a:lnTo>
                    <a:pt x="934" y="1867"/>
                  </a:lnTo>
                  <a:lnTo>
                    <a:pt x="1074" y="1727"/>
                  </a:lnTo>
                  <a:lnTo>
                    <a:pt x="1214" y="1587"/>
                  </a:lnTo>
                  <a:lnTo>
                    <a:pt x="1308" y="1400"/>
                  </a:lnTo>
                  <a:lnTo>
                    <a:pt x="1354" y="1214"/>
                  </a:lnTo>
                  <a:lnTo>
                    <a:pt x="1401" y="1027"/>
                  </a:lnTo>
                  <a:lnTo>
                    <a:pt x="1354" y="794"/>
                  </a:lnTo>
                  <a:lnTo>
                    <a:pt x="1308" y="607"/>
                  </a:lnTo>
                  <a:lnTo>
                    <a:pt x="1214" y="420"/>
                  </a:lnTo>
                  <a:lnTo>
                    <a:pt x="1074" y="280"/>
                  </a:lnTo>
                  <a:lnTo>
                    <a:pt x="934" y="140"/>
                  </a:lnTo>
                  <a:lnTo>
                    <a:pt x="748" y="47"/>
                  </a:lnTo>
                  <a:lnTo>
                    <a:pt x="5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8" name="Google Shape;9328;p45"/>
            <p:cNvSpPr/>
            <p:nvPr/>
          </p:nvSpPr>
          <p:spPr>
            <a:xfrm>
              <a:off x="5742375" y="4140750"/>
              <a:ext cx="18675" cy="35025"/>
            </a:xfrm>
            <a:custGeom>
              <a:rect b="b" l="l" r="r" t="t"/>
              <a:pathLst>
                <a:path extrusionOk="0" h="1401" w="747">
                  <a:moveTo>
                    <a:pt x="467" y="0"/>
                  </a:moveTo>
                  <a:lnTo>
                    <a:pt x="373" y="47"/>
                  </a:lnTo>
                  <a:lnTo>
                    <a:pt x="0" y="187"/>
                  </a:lnTo>
                  <a:lnTo>
                    <a:pt x="93" y="1167"/>
                  </a:lnTo>
                  <a:lnTo>
                    <a:pt x="93" y="1214"/>
                  </a:lnTo>
                  <a:lnTo>
                    <a:pt x="47" y="1307"/>
                  </a:lnTo>
                  <a:lnTo>
                    <a:pt x="513" y="1400"/>
                  </a:lnTo>
                  <a:lnTo>
                    <a:pt x="607" y="1354"/>
                  </a:lnTo>
                  <a:lnTo>
                    <a:pt x="700" y="1307"/>
                  </a:lnTo>
                  <a:lnTo>
                    <a:pt x="747" y="1260"/>
                  </a:lnTo>
                  <a:lnTo>
                    <a:pt x="747" y="1167"/>
                  </a:lnTo>
                  <a:lnTo>
                    <a:pt x="653" y="187"/>
                  </a:lnTo>
                  <a:lnTo>
                    <a:pt x="607" y="93"/>
                  </a:lnTo>
                  <a:lnTo>
                    <a:pt x="560" y="47"/>
                  </a:lnTo>
                  <a:lnTo>
                    <a:pt x="4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9" name="Google Shape;9329;p45"/>
            <p:cNvSpPr/>
            <p:nvPr/>
          </p:nvSpPr>
          <p:spPr>
            <a:xfrm>
              <a:off x="5693375" y="4139575"/>
              <a:ext cx="35025" cy="51350"/>
            </a:xfrm>
            <a:custGeom>
              <a:rect b="b" l="l" r="r" t="t"/>
              <a:pathLst>
                <a:path extrusionOk="0" h="2054" w="1401">
                  <a:moveTo>
                    <a:pt x="233" y="0"/>
                  </a:moveTo>
                  <a:lnTo>
                    <a:pt x="0" y="47"/>
                  </a:lnTo>
                  <a:lnTo>
                    <a:pt x="233" y="140"/>
                  </a:lnTo>
                  <a:lnTo>
                    <a:pt x="420" y="327"/>
                  </a:lnTo>
                  <a:lnTo>
                    <a:pt x="607" y="514"/>
                  </a:lnTo>
                  <a:lnTo>
                    <a:pt x="700" y="794"/>
                  </a:lnTo>
                  <a:lnTo>
                    <a:pt x="700" y="840"/>
                  </a:lnTo>
                  <a:lnTo>
                    <a:pt x="700" y="1027"/>
                  </a:lnTo>
                  <a:lnTo>
                    <a:pt x="700" y="1214"/>
                  </a:lnTo>
                  <a:lnTo>
                    <a:pt x="653" y="1354"/>
                  </a:lnTo>
                  <a:lnTo>
                    <a:pt x="607" y="1541"/>
                  </a:lnTo>
                  <a:lnTo>
                    <a:pt x="513" y="1681"/>
                  </a:lnTo>
                  <a:lnTo>
                    <a:pt x="420" y="1821"/>
                  </a:lnTo>
                  <a:lnTo>
                    <a:pt x="280" y="1961"/>
                  </a:lnTo>
                  <a:lnTo>
                    <a:pt x="140" y="2054"/>
                  </a:lnTo>
                  <a:lnTo>
                    <a:pt x="560" y="1961"/>
                  </a:lnTo>
                  <a:lnTo>
                    <a:pt x="747" y="1914"/>
                  </a:lnTo>
                  <a:lnTo>
                    <a:pt x="933" y="1821"/>
                  </a:lnTo>
                  <a:lnTo>
                    <a:pt x="1073" y="1681"/>
                  </a:lnTo>
                  <a:lnTo>
                    <a:pt x="1213" y="1541"/>
                  </a:lnTo>
                  <a:lnTo>
                    <a:pt x="1307" y="1354"/>
                  </a:lnTo>
                  <a:lnTo>
                    <a:pt x="1353" y="1167"/>
                  </a:lnTo>
                  <a:lnTo>
                    <a:pt x="1400" y="980"/>
                  </a:lnTo>
                  <a:lnTo>
                    <a:pt x="1353" y="747"/>
                  </a:lnTo>
                  <a:lnTo>
                    <a:pt x="1307" y="560"/>
                  </a:lnTo>
                  <a:lnTo>
                    <a:pt x="1213" y="374"/>
                  </a:lnTo>
                  <a:lnTo>
                    <a:pt x="1073" y="234"/>
                  </a:lnTo>
                  <a:lnTo>
                    <a:pt x="933" y="140"/>
                  </a:lnTo>
                  <a:lnTo>
                    <a:pt x="747" y="47"/>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30" name="Google Shape;9330;p45"/>
          <p:cNvGrpSpPr/>
          <p:nvPr/>
        </p:nvGrpSpPr>
        <p:grpSpPr>
          <a:xfrm>
            <a:off x="5008459" y="1815638"/>
            <a:ext cx="336025" cy="233375"/>
            <a:chOff x="6986075" y="4018225"/>
            <a:chExt cx="336025" cy="233375"/>
          </a:xfrm>
        </p:grpSpPr>
        <p:sp>
          <p:nvSpPr>
            <p:cNvPr id="9331" name="Google Shape;9331;p45"/>
            <p:cNvSpPr/>
            <p:nvPr/>
          </p:nvSpPr>
          <p:spPr>
            <a:xfrm>
              <a:off x="6986075" y="4036900"/>
              <a:ext cx="330200" cy="175025"/>
            </a:xfrm>
            <a:custGeom>
              <a:rect b="b" l="l" r="r" t="t"/>
              <a:pathLst>
                <a:path extrusionOk="0" h="7001" w="13208">
                  <a:moveTo>
                    <a:pt x="6441" y="1"/>
                  </a:moveTo>
                  <a:lnTo>
                    <a:pt x="6161" y="94"/>
                  </a:lnTo>
                  <a:lnTo>
                    <a:pt x="5694" y="327"/>
                  </a:lnTo>
                  <a:lnTo>
                    <a:pt x="5181" y="607"/>
                  </a:lnTo>
                  <a:lnTo>
                    <a:pt x="4947" y="747"/>
                  </a:lnTo>
                  <a:lnTo>
                    <a:pt x="4714" y="841"/>
                  </a:lnTo>
                  <a:lnTo>
                    <a:pt x="4434" y="934"/>
                  </a:lnTo>
                  <a:lnTo>
                    <a:pt x="4201" y="981"/>
                  </a:lnTo>
                  <a:lnTo>
                    <a:pt x="3641" y="1027"/>
                  </a:lnTo>
                  <a:lnTo>
                    <a:pt x="3081" y="1121"/>
                  </a:lnTo>
                  <a:lnTo>
                    <a:pt x="2847" y="1214"/>
                  </a:lnTo>
                  <a:lnTo>
                    <a:pt x="2614" y="1354"/>
                  </a:lnTo>
                  <a:lnTo>
                    <a:pt x="2427" y="1494"/>
                  </a:lnTo>
                  <a:lnTo>
                    <a:pt x="2241" y="1727"/>
                  </a:lnTo>
                  <a:lnTo>
                    <a:pt x="2007" y="2194"/>
                  </a:lnTo>
                  <a:lnTo>
                    <a:pt x="1774" y="2707"/>
                  </a:lnTo>
                  <a:lnTo>
                    <a:pt x="1634" y="2987"/>
                  </a:lnTo>
                  <a:lnTo>
                    <a:pt x="1494" y="3174"/>
                  </a:lnTo>
                  <a:lnTo>
                    <a:pt x="1354" y="3407"/>
                  </a:lnTo>
                  <a:lnTo>
                    <a:pt x="1121" y="3594"/>
                  </a:lnTo>
                  <a:lnTo>
                    <a:pt x="701" y="3967"/>
                  </a:lnTo>
                  <a:lnTo>
                    <a:pt x="327" y="4341"/>
                  </a:lnTo>
                  <a:lnTo>
                    <a:pt x="187" y="4574"/>
                  </a:lnTo>
                  <a:lnTo>
                    <a:pt x="47" y="4807"/>
                  </a:lnTo>
                  <a:lnTo>
                    <a:pt x="0" y="5041"/>
                  </a:lnTo>
                  <a:lnTo>
                    <a:pt x="0" y="5228"/>
                  </a:lnTo>
                  <a:lnTo>
                    <a:pt x="0" y="5648"/>
                  </a:lnTo>
                  <a:lnTo>
                    <a:pt x="94" y="6441"/>
                  </a:lnTo>
                  <a:lnTo>
                    <a:pt x="140" y="6581"/>
                  </a:lnTo>
                  <a:lnTo>
                    <a:pt x="187" y="6721"/>
                  </a:lnTo>
                  <a:lnTo>
                    <a:pt x="280" y="6814"/>
                  </a:lnTo>
                  <a:lnTo>
                    <a:pt x="420" y="6861"/>
                  </a:lnTo>
                  <a:lnTo>
                    <a:pt x="607" y="6954"/>
                  </a:lnTo>
                  <a:lnTo>
                    <a:pt x="794" y="7001"/>
                  </a:lnTo>
                  <a:lnTo>
                    <a:pt x="12601" y="7001"/>
                  </a:lnTo>
                  <a:lnTo>
                    <a:pt x="12788" y="6954"/>
                  </a:lnTo>
                  <a:lnTo>
                    <a:pt x="13021" y="6861"/>
                  </a:lnTo>
                  <a:lnTo>
                    <a:pt x="13114" y="6814"/>
                  </a:lnTo>
                  <a:lnTo>
                    <a:pt x="13114" y="6674"/>
                  </a:lnTo>
                  <a:lnTo>
                    <a:pt x="13161" y="6394"/>
                  </a:lnTo>
                  <a:lnTo>
                    <a:pt x="13208" y="5648"/>
                  </a:lnTo>
                  <a:lnTo>
                    <a:pt x="13208" y="5274"/>
                  </a:lnTo>
                  <a:lnTo>
                    <a:pt x="13114" y="4901"/>
                  </a:lnTo>
                  <a:lnTo>
                    <a:pt x="12974" y="4667"/>
                  </a:lnTo>
                  <a:lnTo>
                    <a:pt x="12834" y="4434"/>
                  </a:lnTo>
                  <a:lnTo>
                    <a:pt x="12508" y="4061"/>
                  </a:lnTo>
                  <a:lnTo>
                    <a:pt x="12134" y="3734"/>
                  </a:lnTo>
                  <a:lnTo>
                    <a:pt x="11808" y="3361"/>
                  </a:lnTo>
                  <a:lnTo>
                    <a:pt x="11668" y="3127"/>
                  </a:lnTo>
                  <a:lnTo>
                    <a:pt x="11528" y="2847"/>
                  </a:lnTo>
                  <a:lnTo>
                    <a:pt x="11294" y="2334"/>
                  </a:lnTo>
                  <a:lnTo>
                    <a:pt x="11061" y="1821"/>
                  </a:lnTo>
                  <a:lnTo>
                    <a:pt x="10921" y="1587"/>
                  </a:lnTo>
                  <a:lnTo>
                    <a:pt x="10734" y="1447"/>
                  </a:lnTo>
                  <a:lnTo>
                    <a:pt x="10501" y="1307"/>
                  </a:lnTo>
                  <a:lnTo>
                    <a:pt x="10221" y="1214"/>
                  </a:lnTo>
                  <a:lnTo>
                    <a:pt x="9707" y="1121"/>
                  </a:lnTo>
                  <a:lnTo>
                    <a:pt x="9101" y="1027"/>
                  </a:lnTo>
                  <a:lnTo>
                    <a:pt x="8867" y="981"/>
                  </a:lnTo>
                  <a:lnTo>
                    <a:pt x="8587" y="934"/>
                  </a:lnTo>
                  <a:lnTo>
                    <a:pt x="8354" y="841"/>
                  </a:lnTo>
                  <a:lnTo>
                    <a:pt x="8121" y="701"/>
                  </a:lnTo>
                  <a:lnTo>
                    <a:pt x="7654" y="374"/>
                  </a:lnTo>
                  <a:lnTo>
                    <a:pt x="7421" y="234"/>
                  </a:lnTo>
                  <a:lnTo>
                    <a:pt x="7187" y="94"/>
                  </a:lnTo>
                  <a:lnTo>
                    <a:pt x="69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2" name="Google Shape;9332;p45"/>
            <p:cNvSpPr/>
            <p:nvPr/>
          </p:nvSpPr>
          <p:spPr>
            <a:xfrm>
              <a:off x="7144750" y="4036900"/>
              <a:ext cx="177350" cy="175025"/>
            </a:xfrm>
            <a:custGeom>
              <a:rect b="b" l="l" r="r" t="t"/>
              <a:pathLst>
                <a:path extrusionOk="0" h="7001" w="7094">
                  <a:moveTo>
                    <a:pt x="374" y="1"/>
                  </a:moveTo>
                  <a:lnTo>
                    <a:pt x="0" y="47"/>
                  </a:lnTo>
                  <a:lnTo>
                    <a:pt x="420" y="187"/>
                  </a:lnTo>
                  <a:lnTo>
                    <a:pt x="840" y="421"/>
                  </a:lnTo>
                  <a:lnTo>
                    <a:pt x="1260" y="654"/>
                  </a:lnTo>
                  <a:lnTo>
                    <a:pt x="1680" y="841"/>
                  </a:lnTo>
                  <a:lnTo>
                    <a:pt x="1914" y="934"/>
                  </a:lnTo>
                  <a:lnTo>
                    <a:pt x="2194" y="981"/>
                  </a:lnTo>
                  <a:lnTo>
                    <a:pt x="2754" y="1027"/>
                  </a:lnTo>
                  <a:lnTo>
                    <a:pt x="3314" y="1121"/>
                  </a:lnTo>
                  <a:lnTo>
                    <a:pt x="3547" y="1214"/>
                  </a:lnTo>
                  <a:lnTo>
                    <a:pt x="3781" y="1354"/>
                  </a:lnTo>
                  <a:lnTo>
                    <a:pt x="3967" y="1494"/>
                  </a:lnTo>
                  <a:lnTo>
                    <a:pt x="4107" y="1727"/>
                  </a:lnTo>
                  <a:lnTo>
                    <a:pt x="4387" y="2194"/>
                  </a:lnTo>
                  <a:lnTo>
                    <a:pt x="4621" y="2707"/>
                  </a:lnTo>
                  <a:lnTo>
                    <a:pt x="4714" y="2987"/>
                  </a:lnTo>
                  <a:lnTo>
                    <a:pt x="4901" y="3174"/>
                  </a:lnTo>
                  <a:lnTo>
                    <a:pt x="5041" y="3407"/>
                  </a:lnTo>
                  <a:lnTo>
                    <a:pt x="5227" y="3594"/>
                  </a:lnTo>
                  <a:lnTo>
                    <a:pt x="5647" y="3967"/>
                  </a:lnTo>
                  <a:lnTo>
                    <a:pt x="6067" y="4341"/>
                  </a:lnTo>
                  <a:lnTo>
                    <a:pt x="6207" y="4574"/>
                  </a:lnTo>
                  <a:lnTo>
                    <a:pt x="6301" y="4807"/>
                  </a:lnTo>
                  <a:lnTo>
                    <a:pt x="6347" y="5041"/>
                  </a:lnTo>
                  <a:lnTo>
                    <a:pt x="6394" y="5228"/>
                  </a:lnTo>
                  <a:lnTo>
                    <a:pt x="6394" y="5648"/>
                  </a:lnTo>
                  <a:lnTo>
                    <a:pt x="6254" y="6441"/>
                  </a:lnTo>
                  <a:lnTo>
                    <a:pt x="6254" y="6581"/>
                  </a:lnTo>
                  <a:lnTo>
                    <a:pt x="6161" y="6721"/>
                  </a:lnTo>
                  <a:lnTo>
                    <a:pt x="6067" y="6814"/>
                  </a:lnTo>
                  <a:lnTo>
                    <a:pt x="5974" y="6861"/>
                  </a:lnTo>
                  <a:lnTo>
                    <a:pt x="5787" y="6954"/>
                  </a:lnTo>
                  <a:lnTo>
                    <a:pt x="5647" y="7001"/>
                  </a:lnTo>
                  <a:lnTo>
                    <a:pt x="6254" y="7001"/>
                  </a:lnTo>
                  <a:lnTo>
                    <a:pt x="6441" y="6954"/>
                  </a:lnTo>
                  <a:lnTo>
                    <a:pt x="6674" y="6861"/>
                  </a:lnTo>
                  <a:lnTo>
                    <a:pt x="6767" y="6814"/>
                  </a:lnTo>
                  <a:lnTo>
                    <a:pt x="6861" y="6721"/>
                  </a:lnTo>
                  <a:lnTo>
                    <a:pt x="6907" y="6581"/>
                  </a:lnTo>
                  <a:lnTo>
                    <a:pt x="6954" y="6441"/>
                  </a:lnTo>
                  <a:lnTo>
                    <a:pt x="7047" y="5648"/>
                  </a:lnTo>
                  <a:lnTo>
                    <a:pt x="7094" y="5228"/>
                  </a:lnTo>
                  <a:lnTo>
                    <a:pt x="7047" y="5041"/>
                  </a:lnTo>
                  <a:lnTo>
                    <a:pt x="7001" y="4807"/>
                  </a:lnTo>
                  <a:lnTo>
                    <a:pt x="6907" y="4574"/>
                  </a:lnTo>
                  <a:lnTo>
                    <a:pt x="6721" y="4341"/>
                  </a:lnTo>
                  <a:lnTo>
                    <a:pt x="6347" y="3967"/>
                  </a:lnTo>
                  <a:lnTo>
                    <a:pt x="5927" y="3594"/>
                  </a:lnTo>
                  <a:lnTo>
                    <a:pt x="5741" y="3407"/>
                  </a:lnTo>
                  <a:lnTo>
                    <a:pt x="5554" y="3174"/>
                  </a:lnTo>
                  <a:lnTo>
                    <a:pt x="5414" y="2987"/>
                  </a:lnTo>
                  <a:lnTo>
                    <a:pt x="5274" y="2707"/>
                  </a:lnTo>
                  <a:lnTo>
                    <a:pt x="5041" y="2194"/>
                  </a:lnTo>
                  <a:lnTo>
                    <a:pt x="4807" y="1727"/>
                  </a:lnTo>
                  <a:lnTo>
                    <a:pt x="4667" y="1494"/>
                  </a:lnTo>
                  <a:lnTo>
                    <a:pt x="4434" y="1354"/>
                  </a:lnTo>
                  <a:lnTo>
                    <a:pt x="4247" y="1214"/>
                  </a:lnTo>
                  <a:lnTo>
                    <a:pt x="3967" y="1121"/>
                  </a:lnTo>
                  <a:lnTo>
                    <a:pt x="3454" y="1027"/>
                  </a:lnTo>
                  <a:lnTo>
                    <a:pt x="2894" y="981"/>
                  </a:lnTo>
                  <a:lnTo>
                    <a:pt x="2614" y="934"/>
                  </a:lnTo>
                  <a:lnTo>
                    <a:pt x="2334" y="841"/>
                  </a:lnTo>
                  <a:lnTo>
                    <a:pt x="2100" y="747"/>
                  </a:lnTo>
                  <a:lnTo>
                    <a:pt x="1867" y="607"/>
                  </a:lnTo>
                  <a:lnTo>
                    <a:pt x="1354" y="327"/>
                  </a:lnTo>
                  <a:lnTo>
                    <a:pt x="887" y="94"/>
                  </a:lnTo>
                  <a:lnTo>
                    <a:pt x="60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3" name="Google Shape;9333;p45"/>
            <p:cNvSpPr/>
            <p:nvPr/>
          </p:nvSpPr>
          <p:spPr>
            <a:xfrm>
              <a:off x="6997750" y="4087075"/>
              <a:ext cx="106175" cy="106200"/>
            </a:xfrm>
            <a:custGeom>
              <a:rect b="b" l="l" r="r" t="t"/>
              <a:pathLst>
                <a:path extrusionOk="0" h="4248" w="4247">
                  <a:moveTo>
                    <a:pt x="2100" y="0"/>
                  </a:moveTo>
                  <a:lnTo>
                    <a:pt x="1680" y="47"/>
                  </a:lnTo>
                  <a:lnTo>
                    <a:pt x="1307" y="140"/>
                  </a:lnTo>
                  <a:lnTo>
                    <a:pt x="934" y="327"/>
                  </a:lnTo>
                  <a:lnTo>
                    <a:pt x="607" y="607"/>
                  </a:lnTo>
                  <a:lnTo>
                    <a:pt x="374" y="934"/>
                  </a:lnTo>
                  <a:lnTo>
                    <a:pt x="140" y="1260"/>
                  </a:lnTo>
                  <a:lnTo>
                    <a:pt x="47" y="1680"/>
                  </a:lnTo>
                  <a:lnTo>
                    <a:pt x="0" y="2100"/>
                  </a:lnTo>
                  <a:lnTo>
                    <a:pt x="0" y="2380"/>
                  </a:lnTo>
                  <a:lnTo>
                    <a:pt x="94" y="2660"/>
                  </a:lnTo>
                  <a:lnTo>
                    <a:pt x="140" y="2940"/>
                  </a:lnTo>
                  <a:lnTo>
                    <a:pt x="280" y="3174"/>
                  </a:lnTo>
                  <a:lnTo>
                    <a:pt x="374" y="3267"/>
                  </a:lnTo>
                  <a:lnTo>
                    <a:pt x="514" y="3361"/>
                  </a:lnTo>
                  <a:lnTo>
                    <a:pt x="607" y="3407"/>
                  </a:lnTo>
                  <a:lnTo>
                    <a:pt x="747" y="3501"/>
                  </a:lnTo>
                  <a:lnTo>
                    <a:pt x="1027" y="3781"/>
                  </a:lnTo>
                  <a:lnTo>
                    <a:pt x="1354" y="4014"/>
                  </a:lnTo>
                  <a:lnTo>
                    <a:pt x="1727" y="4154"/>
                  </a:lnTo>
                  <a:lnTo>
                    <a:pt x="1914" y="4201"/>
                  </a:lnTo>
                  <a:lnTo>
                    <a:pt x="2100" y="4247"/>
                  </a:lnTo>
                  <a:lnTo>
                    <a:pt x="2567" y="4201"/>
                  </a:lnTo>
                  <a:lnTo>
                    <a:pt x="2940" y="4061"/>
                  </a:lnTo>
                  <a:lnTo>
                    <a:pt x="3314" y="3874"/>
                  </a:lnTo>
                  <a:lnTo>
                    <a:pt x="3594" y="3594"/>
                  </a:lnTo>
                  <a:lnTo>
                    <a:pt x="3874" y="3314"/>
                  </a:lnTo>
                  <a:lnTo>
                    <a:pt x="4060" y="2940"/>
                  </a:lnTo>
                  <a:lnTo>
                    <a:pt x="4200" y="2520"/>
                  </a:lnTo>
                  <a:lnTo>
                    <a:pt x="4247" y="2100"/>
                  </a:lnTo>
                  <a:lnTo>
                    <a:pt x="4200" y="1820"/>
                  </a:lnTo>
                  <a:lnTo>
                    <a:pt x="4154" y="1587"/>
                  </a:lnTo>
                  <a:lnTo>
                    <a:pt x="4014" y="1354"/>
                  </a:lnTo>
                  <a:lnTo>
                    <a:pt x="3874" y="1167"/>
                  </a:lnTo>
                  <a:lnTo>
                    <a:pt x="3547" y="794"/>
                  </a:lnTo>
                  <a:lnTo>
                    <a:pt x="3127" y="514"/>
                  </a:lnTo>
                  <a:lnTo>
                    <a:pt x="3080" y="420"/>
                  </a:lnTo>
                  <a:lnTo>
                    <a:pt x="3080" y="327"/>
                  </a:lnTo>
                  <a:lnTo>
                    <a:pt x="3034" y="234"/>
                  </a:lnTo>
                  <a:lnTo>
                    <a:pt x="2987" y="187"/>
                  </a:lnTo>
                  <a:lnTo>
                    <a:pt x="2567" y="47"/>
                  </a:lnTo>
                  <a:lnTo>
                    <a:pt x="21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4" name="Google Shape;9334;p45"/>
            <p:cNvSpPr/>
            <p:nvPr/>
          </p:nvSpPr>
          <p:spPr>
            <a:xfrm>
              <a:off x="7170425" y="4018225"/>
              <a:ext cx="144675" cy="134200"/>
            </a:xfrm>
            <a:custGeom>
              <a:rect b="b" l="l" r="r" t="t"/>
              <a:pathLst>
                <a:path extrusionOk="0" h="5368" w="5787">
                  <a:moveTo>
                    <a:pt x="1727" y="1"/>
                  </a:moveTo>
                  <a:lnTo>
                    <a:pt x="1680" y="94"/>
                  </a:lnTo>
                  <a:lnTo>
                    <a:pt x="0" y="2428"/>
                  </a:lnTo>
                  <a:lnTo>
                    <a:pt x="4154" y="5368"/>
                  </a:lnTo>
                  <a:lnTo>
                    <a:pt x="4994" y="4061"/>
                  </a:lnTo>
                  <a:lnTo>
                    <a:pt x="5554" y="3174"/>
                  </a:lnTo>
                  <a:lnTo>
                    <a:pt x="5740" y="2848"/>
                  </a:lnTo>
                  <a:lnTo>
                    <a:pt x="5787" y="2708"/>
                  </a:lnTo>
                  <a:lnTo>
                    <a:pt x="4294" y="1681"/>
                  </a:lnTo>
                  <a:lnTo>
                    <a:pt x="4154" y="1634"/>
                  </a:lnTo>
                  <a:lnTo>
                    <a:pt x="4060" y="1681"/>
                  </a:lnTo>
                  <a:lnTo>
                    <a:pt x="3780" y="1821"/>
                  </a:lnTo>
                  <a:lnTo>
                    <a:pt x="3360" y="1821"/>
                  </a:lnTo>
                  <a:lnTo>
                    <a:pt x="3174" y="1774"/>
                  </a:lnTo>
                  <a:lnTo>
                    <a:pt x="2940" y="1634"/>
                  </a:lnTo>
                  <a:lnTo>
                    <a:pt x="2707" y="1354"/>
                  </a:lnTo>
                  <a:lnTo>
                    <a:pt x="2660" y="1214"/>
                  </a:lnTo>
                  <a:lnTo>
                    <a:pt x="2614" y="1074"/>
                  </a:lnTo>
                  <a:lnTo>
                    <a:pt x="2614" y="888"/>
                  </a:lnTo>
                  <a:lnTo>
                    <a:pt x="2660" y="701"/>
                  </a:lnTo>
                  <a:lnTo>
                    <a:pt x="2614" y="561"/>
                  </a:lnTo>
                  <a:lnTo>
                    <a:pt x="2567" y="468"/>
                  </a:lnTo>
                  <a:lnTo>
                    <a:pt x="1960" y="48"/>
                  </a:lnTo>
                  <a:lnTo>
                    <a:pt x="191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5" name="Google Shape;9335;p45"/>
            <p:cNvSpPr/>
            <p:nvPr/>
          </p:nvSpPr>
          <p:spPr>
            <a:xfrm>
              <a:off x="7004750" y="4091750"/>
              <a:ext cx="99175" cy="101525"/>
            </a:xfrm>
            <a:custGeom>
              <a:rect b="b" l="l" r="r" t="t"/>
              <a:pathLst>
                <a:path extrusionOk="0" h="4061" w="3967">
                  <a:moveTo>
                    <a:pt x="2707" y="0"/>
                  </a:moveTo>
                  <a:lnTo>
                    <a:pt x="2287" y="233"/>
                  </a:lnTo>
                  <a:lnTo>
                    <a:pt x="1820" y="513"/>
                  </a:lnTo>
                  <a:lnTo>
                    <a:pt x="1447" y="887"/>
                  </a:lnTo>
                  <a:lnTo>
                    <a:pt x="1074" y="1213"/>
                  </a:lnTo>
                  <a:lnTo>
                    <a:pt x="747" y="1633"/>
                  </a:lnTo>
                  <a:lnTo>
                    <a:pt x="467" y="2053"/>
                  </a:lnTo>
                  <a:lnTo>
                    <a:pt x="234" y="2520"/>
                  </a:lnTo>
                  <a:lnTo>
                    <a:pt x="0" y="2987"/>
                  </a:lnTo>
                  <a:lnTo>
                    <a:pt x="140" y="3220"/>
                  </a:lnTo>
                  <a:lnTo>
                    <a:pt x="327" y="3407"/>
                  </a:lnTo>
                  <a:lnTo>
                    <a:pt x="560" y="3594"/>
                  </a:lnTo>
                  <a:lnTo>
                    <a:pt x="747" y="3734"/>
                  </a:lnTo>
                  <a:lnTo>
                    <a:pt x="1027" y="3874"/>
                  </a:lnTo>
                  <a:lnTo>
                    <a:pt x="1260" y="3967"/>
                  </a:lnTo>
                  <a:lnTo>
                    <a:pt x="1540" y="4014"/>
                  </a:lnTo>
                  <a:lnTo>
                    <a:pt x="1820" y="4060"/>
                  </a:lnTo>
                  <a:lnTo>
                    <a:pt x="2287" y="4014"/>
                  </a:lnTo>
                  <a:lnTo>
                    <a:pt x="2660" y="3874"/>
                  </a:lnTo>
                  <a:lnTo>
                    <a:pt x="3034" y="3687"/>
                  </a:lnTo>
                  <a:lnTo>
                    <a:pt x="3314" y="3407"/>
                  </a:lnTo>
                  <a:lnTo>
                    <a:pt x="3594" y="3127"/>
                  </a:lnTo>
                  <a:lnTo>
                    <a:pt x="3780" y="2753"/>
                  </a:lnTo>
                  <a:lnTo>
                    <a:pt x="3920" y="2333"/>
                  </a:lnTo>
                  <a:lnTo>
                    <a:pt x="3967" y="1913"/>
                  </a:lnTo>
                  <a:lnTo>
                    <a:pt x="3920" y="1587"/>
                  </a:lnTo>
                  <a:lnTo>
                    <a:pt x="3874" y="1307"/>
                  </a:lnTo>
                  <a:lnTo>
                    <a:pt x="3780" y="1027"/>
                  </a:lnTo>
                  <a:lnTo>
                    <a:pt x="3594" y="747"/>
                  </a:lnTo>
                  <a:lnTo>
                    <a:pt x="3454" y="513"/>
                  </a:lnTo>
                  <a:lnTo>
                    <a:pt x="3220" y="327"/>
                  </a:lnTo>
                  <a:lnTo>
                    <a:pt x="2987" y="140"/>
                  </a:lnTo>
                  <a:lnTo>
                    <a:pt x="27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6" name="Google Shape;9336;p45"/>
            <p:cNvSpPr/>
            <p:nvPr/>
          </p:nvSpPr>
          <p:spPr>
            <a:xfrm>
              <a:off x="7260250" y="4076575"/>
              <a:ext cx="57200" cy="75850"/>
            </a:xfrm>
            <a:custGeom>
              <a:rect b="b" l="l" r="r" t="t"/>
              <a:pathLst>
                <a:path extrusionOk="0" h="3034" w="2288">
                  <a:moveTo>
                    <a:pt x="1634" y="0"/>
                  </a:moveTo>
                  <a:lnTo>
                    <a:pt x="1681" y="94"/>
                  </a:lnTo>
                  <a:lnTo>
                    <a:pt x="1727" y="140"/>
                  </a:lnTo>
                  <a:lnTo>
                    <a:pt x="1727" y="234"/>
                  </a:lnTo>
                  <a:lnTo>
                    <a:pt x="1681" y="327"/>
                  </a:lnTo>
                  <a:lnTo>
                    <a:pt x="1" y="2660"/>
                  </a:lnTo>
                  <a:lnTo>
                    <a:pt x="561" y="3034"/>
                  </a:lnTo>
                  <a:lnTo>
                    <a:pt x="2241" y="700"/>
                  </a:lnTo>
                  <a:lnTo>
                    <a:pt x="2241" y="607"/>
                  </a:lnTo>
                  <a:lnTo>
                    <a:pt x="2287" y="514"/>
                  </a:lnTo>
                  <a:lnTo>
                    <a:pt x="2241" y="467"/>
                  </a:lnTo>
                  <a:lnTo>
                    <a:pt x="2194" y="374"/>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7" name="Google Shape;9337;p45"/>
            <p:cNvSpPr/>
            <p:nvPr/>
          </p:nvSpPr>
          <p:spPr>
            <a:xfrm>
              <a:off x="7014075" y="4077750"/>
              <a:ext cx="273025" cy="173850"/>
            </a:xfrm>
            <a:custGeom>
              <a:rect b="b" l="l" r="r" t="t"/>
              <a:pathLst>
                <a:path extrusionOk="0" h="6954" w="10921">
                  <a:moveTo>
                    <a:pt x="5367" y="0"/>
                  </a:moveTo>
                  <a:lnTo>
                    <a:pt x="4854" y="47"/>
                  </a:lnTo>
                  <a:lnTo>
                    <a:pt x="4294" y="140"/>
                  </a:lnTo>
                  <a:lnTo>
                    <a:pt x="3781" y="280"/>
                  </a:lnTo>
                  <a:lnTo>
                    <a:pt x="3267" y="467"/>
                  </a:lnTo>
                  <a:lnTo>
                    <a:pt x="2801" y="653"/>
                  </a:lnTo>
                  <a:lnTo>
                    <a:pt x="2381" y="933"/>
                  </a:lnTo>
                  <a:lnTo>
                    <a:pt x="1961" y="1260"/>
                  </a:lnTo>
                  <a:lnTo>
                    <a:pt x="1541" y="1587"/>
                  </a:lnTo>
                  <a:lnTo>
                    <a:pt x="1214" y="2007"/>
                  </a:lnTo>
                  <a:lnTo>
                    <a:pt x="887" y="2380"/>
                  </a:lnTo>
                  <a:lnTo>
                    <a:pt x="654" y="2847"/>
                  </a:lnTo>
                  <a:lnTo>
                    <a:pt x="421" y="3313"/>
                  </a:lnTo>
                  <a:lnTo>
                    <a:pt x="234" y="3827"/>
                  </a:lnTo>
                  <a:lnTo>
                    <a:pt x="94" y="4340"/>
                  </a:lnTo>
                  <a:lnTo>
                    <a:pt x="1" y="4854"/>
                  </a:lnTo>
                  <a:lnTo>
                    <a:pt x="1" y="5414"/>
                  </a:lnTo>
                  <a:lnTo>
                    <a:pt x="1" y="6300"/>
                  </a:lnTo>
                  <a:lnTo>
                    <a:pt x="47" y="6580"/>
                  </a:lnTo>
                  <a:lnTo>
                    <a:pt x="187" y="6767"/>
                  </a:lnTo>
                  <a:lnTo>
                    <a:pt x="374" y="6907"/>
                  </a:lnTo>
                  <a:lnTo>
                    <a:pt x="607" y="6954"/>
                  </a:lnTo>
                  <a:lnTo>
                    <a:pt x="10641" y="6954"/>
                  </a:lnTo>
                  <a:lnTo>
                    <a:pt x="10734" y="6907"/>
                  </a:lnTo>
                  <a:lnTo>
                    <a:pt x="10828" y="6860"/>
                  </a:lnTo>
                  <a:lnTo>
                    <a:pt x="10874" y="6767"/>
                  </a:lnTo>
                  <a:lnTo>
                    <a:pt x="10921" y="6534"/>
                  </a:lnTo>
                  <a:lnTo>
                    <a:pt x="10921" y="6300"/>
                  </a:lnTo>
                  <a:lnTo>
                    <a:pt x="10921" y="5414"/>
                  </a:lnTo>
                  <a:lnTo>
                    <a:pt x="10921" y="4854"/>
                  </a:lnTo>
                  <a:lnTo>
                    <a:pt x="10828" y="4294"/>
                  </a:lnTo>
                  <a:lnTo>
                    <a:pt x="10688" y="3780"/>
                  </a:lnTo>
                  <a:lnTo>
                    <a:pt x="10548" y="3313"/>
                  </a:lnTo>
                  <a:lnTo>
                    <a:pt x="10314" y="2847"/>
                  </a:lnTo>
                  <a:lnTo>
                    <a:pt x="10081" y="2380"/>
                  </a:lnTo>
                  <a:lnTo>
                    <a:pt x="9801" y="1960"/>
                  </a:lnTo>
                  <a:lnTo>
                    <a:pt x="9474" y="1587"/>
                  </a:lnTo>
                  <a:lnTo>
                    <a:pt x="9101" y="1260"/>
                  </a:lnTo>
                  <a:lnTo>
                    <a:pt x="8727" y="933"/>
                  </a:lnTo>
                  <a:lnTo>
                    <a:pt x="8307" y="653"/>
                  </a:lnTo>
                  <a:lnTo>
                    <a:pt x="7841" y="420"/>
                  </a:lnTo>
                  <a:lnTo>
                    <a:pt x="7374" y="280"/>
                  </a:lnTo>
                  <a:lnTo>
                    <a:pt x="6861" y="140"/>
                  </a:lnTo>
                  <a:lnTo>
                    <a:pt x="6347" y="47"/>
                  </a:lnTo>
                  <a:lnTo>
                    <a:pt x="578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8" name="Google Shape;9338;p45"/>
            <p:cNvSpPr/>
            <p:nvPr/>
          </p:nvSpPr>
          <p:spPr>
            <a:xfrm>
              <a:off x="7144750" y="4077750"/>
              <a:ext cx="149350" cy="173850"/>
            </a:xfrm>
            <a:custGeom>
              <a:rect b="b" l="l" r="r" t="t"/>
              <a:pathLst>
                <a:path extrusionOk="0" h="6954" w="5974">
                  <a:moveTo>
                    <a:pt x="0" y="0"/>
                  </a:moveTo>
                  <a:lnTo>
                    <a:pt x="560" y="47"/>
                  </a:lnTo>
                  <a:lnTo>
                    <a:pt x="1074" y="140"/>
                  </a:lnTo>
                  <a:lnTo>
                    <a:pt x="1587" y="280"/>
                  </a:lnTo>
                  <a:lnTo>
                    <a:pt x="2054" y="467"/>
                  </a:lnTo>
                  <a:lnTo>
                    <a:pt x="2520" y="700"/>
                  </a:lnTo>
                  <a:lnTo>
                    <a:pt x="2987" y="980"/>
                  </a:lnTo>
                  <a:lnTo>
                    <a:pt x="3360" y="1307"/>
                  </a:lnTo>
                  <a:lnTo>
                    <a:pt x="3734" y="1633"/>
                  </a:lnTo>
                  <a:lnTo>
                    <a:pt x="4061" y="2053"/>
                  </a:lnTo>
                  <a:lnTo>
                    <a:pt x="4387" y="2427"/>
                  </a:lnTo>
                  <a:lnTo>
                    <a:pt x="4667" y="2893"/>
                  </a:lnTo>
                  <a:lnTo>
                    <a:pt x="4854" y="3360"/>
                  </a:lnTo>
                  <a:lnTo>
                    <a:pt x="5041" y="3827"/>
                  </a:lnTo>
                  <a:lnTo>
                    <a:pt x="5181" y="4340"/>
                  </a:lnTo>
                  <a:lnTo>
                    <a:pt x="5274" y="4900"/>
                  </a:lnTo>
                  <a:lnTo>
                    <a:pt x="5274" y="5414"/>
                  </a:lnTo>
                  <a:lnTo>
                    <a:pt x="5274" y="6300"/>
                  </a:lnTo>
                  <a:lnTo>
                    <a:pt x="5227" y="6580"/>
                  </a:lnTo>
                  <a:lnTo>
                    <a:pt x="5087" y="6767"/>
                  </a:lnTo>
                  <a:lnTo>
                    <a:pt x="4901" y="6907"/>
                  </a:lnTo>
                  <a:lnTo>
                    <a:pt x="4621" y="6954"/>
                  </a:lnTo>
                  <a:lnTo>
                    <a:pt x="5321" y="6954"/>
                  </a:lnTo>
                  <a:lnTo>
                    <a:pt x="5554" y="6907"/>
                  </a:lnTo>
                  <a:lnTo>
                    <a:pt x="5787" y="6767"/>
                  </a:lnTo>
                  <a:lnTo>
                    <a:pt x="5927" y="6580"/>
                  </a:lnTo>
                  <a:lnTo>
                    <a:pt x="5974" y="6300"/>
                  </a:lnTo>
                  <a:lnTo>
                    <a:pt x="5974" y="5414"/>
                  </a:lnTo>
                  <a:lnTo>
                    <a:pt x="5927" y="4854"/>
                  </a:lnTo>
                  <a:lnTo>
                    <a:pt x="5834" y="4340"/>
                  </a:lnTo>
                  <a:lnTo>
                    <a:pt x="5741" y="3827"/>
                  </a:lnTo>
                  <a:lnTo>
                    <a:pt x="5554" y="3313"/>
                  </a:lnTo>
                  <a:lnTo>
                    <a:pt x="5321" y="2847"/>
                  </a:lnTo>
                  <a:lnTo>
                    <a:pt x="5041" y="2380"/>
                  </a:lnTo>
                  <a:lnTo>
                    <a:pt x="4714" y="2007"/>
                  </a:lnTo>
                  <a:lnTo>
                    <a:pt x="4387" y="1587"/>
                  </a:lnTo>
                  <a:lnTo>
                    <a:pt x="4014" y="1260"/>
                  </a:lnTo>
                  <a:lnTo>
                    <a:pt x="3594" y="933"/>
                  </a:lnTo>
                  <a:lnTo>
                    <a:pt x="3127" y="653"/>
                  </a:lnTo>
                  <a:lnTo>
                    <a:pt x="2660" y="467"/>
                  </a:lnTo>
                  <a:lnTo>
                    <a:pt x="2147" y="280"/>
                  </a:lnTo>
                  <a:lnTo>
                    <a:pt x="1634" y="140"/>
                  </a:lnTo>
                  <a:lnTo>
                    <a:pt x="1120" y="47"/>
                  </a:lnTo>
                  <a:lnTo>
                    <a:pt x="56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42" name="Shape 9342"/>
        <p:cNvGrpSpPr/>
        <p:nvPr/>
      </p:nvGrpSpPr>
      <p:grpSpPr>
        <a:xfrm>
          <a:off x="0" y="0"/>
          <a:ext cx="0" cy="0"/>
          <a:chOff x="0" y="0"/>
          <a:chExt cx="0" cy="0"/>
        </a:xfrm>
      </p:grpSpPr>
      <p:pic>
        <p:nvPicPr>
          <p:cNvPr id="9343" name="Google Shape;9343;p46" title="Untitled.png"/>
          <p:cNvPicPr preferRelativeResize="0"/>
          <p:nvPr/>
        </p:nvPicPr>
        <p:blipFill>
          <a:blip r:embed="rId3">
            <a:alphaModFix/>
          </a:blip>
          <a:stretch>
            <a:fillRect/>
          </a:stretch>
        </p:blipFill>
        <p:spPr>
          <a:xfrm>
            <a:off x="736000" y="388225"/>
            <a:ext cx="7778381" cy="4838700"/>
          </a:xfrm>
          <a:prstGeom prst="rect">
            <a:avLst/>
          </a:prstGeom>
          <a:noFill/>
          <a:ln>
            <a:noFill/>
          </a:ln>
        </p:spPr>
      </p:pic>
      <p:sp>
        <p:nvSpPr>
          <p:cNvPr id="9344" name="Google Shape;9344;p46"/>
          <p:cNvSpPr txBox="1"/>
          <p:nvPr>
            <p:ph type="title"/>
          </p:nvPr>
        </p:nvSpPr>
        <p:spPr>
          <a:xfrm>
            <a:off x="810375" y="15241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Storyboard​</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48" name="Shape 9348"/>
        <p:cNvGrpSpPr/>
        <p:nvPr/>
      </p:nvGrpSpPr>
      <p:grpSpPr>
        <a:xfrm>
          <a:off x="0" y="0"/>
          <a:ext cx="0" cy="0"/>
          <a:chOff x="0" y="0"/>
          <a:chExt cx="0" cy="0"/>
        </a:xfrm>
      </p:grpSpPr>
      <p:pic>
        <p:nvPicPr>
          <p:cNvPr id="9349" name="Google Shape;9349;p47" title="_run_user_1000_doc_cd955b89_2.2%20Storyboard.html.png"/>
          <p:cNvPicPr preferRelativeResize="0"/>
          <p:nvPr/>
        </p:nvPicPr>
        <p:blipFill>
          <a:blip r:embed="rId3">
            <a:alphaModFix/>
          </a:blip>
          <a:stretch>
            <a:fillRect/>
          </a:stretch>
        </p:blipFill>
        <p:spPr>
          <a:xfrm>
            <a:off x="1728359" y="-25225"/>
            <a:ext cx="5868019" cy="5193949"/>
          </a:xfrm>
          <a:prstGeom prst="rect">
            <a:avLst/>
          </a:prstGeom>
          <a:noFill/>
          <a:ln>
            <a:noFill/>
          </a:ln>
        </p:spPr>
      </p:pic>
      <p:sp>
        <p:nvSpPr>
          <p:cNvPr id="9350" name="Google Shape;9350;p47"/>
          <p:cNvSpPr txBox="1"/>
          <p:nvPr>
            <p:ph type="title"/>
          </p:nvPr>
        </p:nvSpPr>
        <p:spPr>
          <a:xfrm>
            <a:off x="810375" y="152396"/>
            <a:ext cx="7704000" cy="777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2800"/>
              <a:t>Storyboard​</a:t>
            </a:r>
            <a:endParaRPr sz="28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54" name="Shape 9354"/>
        <p:cNvGrpSpPr/>
        <p:nvPr/>
      </p:nvGrpSpPr>
      <p:grpSpPr>
        <a:xfrm>
          <a:off x="0" y="0"/>
          <a:ext cx="0" cy="0"/>
          <a:chOff x="0" y="0"/>
          <a:chExt cx="0" cy="0"/>
        </a:xfrm>
      </p:grpSpPr>
      <p:sp>
        <p:nvSpPr>
          <p:cNvPr id="9355" name="Google Shape;9355;p48"/>
          <p:cNvSpPr txBox="1"/>
          <p:nvPr>
            <p:ph type="title"/>
          </p:nvPr>
        </p:nvSpPr>
        <p:spPr>
          <a:xfrm>
            <a:off x="810375" y="15241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Project gantt chart​</a:t>
            </a:r>
            <a:endParaRPr/>
          </a:p>
        </p:txBody>
      </p:sp>
      <p:pic>
        <p:nvPicPr>
          <p:cNvPr id="9356" name="Google Shape;9356;p48"/>
          <p:cNvPicPr preferRelativeResize="0"/>
          <p:nvPr/>
        </p:nvPicPr>
        <p:blipFill>
          <a:blip r:embed="rId3">
            <a:alphaModFix/>
          </a:blip>
          <a:stretch>
            <a:fillRect/>
          </a:stretch>
        </p:blipFill>
        <p:spPr>
          <a:xfrm>
            <a:off x="771400" y="906210"/>
            <a:ext cx="7781925" cy="38385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0" name="Shape 9360"/>
        <p:cNvGrpSpPr/>
        <p:nvPr/>
      </p:nvGrpSpPr>
      <p:grpSpPr>
        <a:xfrm>
          <a:off x="0" y="0"/>
          <a:ext cx="0" cy="0"/>
          <a:chOff x="0" y="0"/>
          <a:chExt cx="0" cy="0"/>
        </a:xfrm>
      </p:grpSpPr>
      <p:sp>
        <p:nvSpPr>
          <p:cNvPr id="9361" name="Google Shape;9361;p49"/>
          <p:cNvSpPr txBox="1"/>
          <p:nvPr>
            <p:ph type="title"/>
          </p:nvPr>
        </p:nvSpPr>
        <p:spPr>
          <a:xfrm>
            <a:off x="720000" y="365747"/>
            <a:ext cx="7704000" cy="882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Design Guide</a:t>
            </a:r>
            <a:endParaRPr/>
          </a:p>
          <a:p>
            <a:pPr indent="0" lvl="0" marL="0" rtl="0" algn="ctr">
              <a:spcBef>
                <a:spcPts val="0"/>
              </a:spcBef>
              <a:spcAft>
                <a:spcPts val="0"/>
              </a:spcAft>
              <a:buNone/>
            </a:pPr>
            <a:r>
              <a:rPr lang="en" sz="1900">
                <a:solidFill>
                  <a:schemeClr val="dk1"/>
                </a:solidFill>
              </a:rPr>
              <a:t>Colors and Fonts</a:t>
            </a:r>
            <a:endParaRPr sz="1900">
              <a:solidFill>
                <a:schemeClr val="dk1"/>
              </a:solidFill>
            </a:endParaRPr>
          </a:p>
          <a:p>
            <a:pPr indent="0" lvl="0" marL="0" rtl="0" algn="ctr">
              <a:spcBef>
                <a:spcPts val="0"/>
              </a:spcBef>
              <a:spcAft>
                <a:spcPts val="0"/>
              </a:spcAft>
              <a:buNone/>
            </a:pPr>
            <a:r>
              <a:t/>
            </a:r>
            <a:endParaRPr/>
          </a:p>
        </p:txBody>
      </p:sp>
      <p:graphicFrame>
        <p:nvGraphicFramePr>
          <p:cNvPr id="9362" name="Google Shape;9362;p49"/>
          <p:cNvGraphicFramePr/>
          <p:nvPr/>
        </p:nvGraphicFramePr>
        <p:xfrm>
          <a:off x="1014188" y="1248338"/>
          <a:ext cx="3000000" cy="3000000"/>
        </p:xfrm>
        <a:graphic>
          <a:graphicData uri="http://schemas.openxmlformats.org/drawingml/2006/table">
            <a:tbl>
              <a:tblPr>
                <a:noFill/>
                <a:tableStyleId>{08642277-F37A-4332-884A-B142A5F6B35F}</a:tableStyleId>
              </a:tblPr>
              <a:tblGrid>
                <a:gridCol w="1223225"/>
                <a:gridCol w="1211150"/>
                <a:gridCol w="1223225"/>
              </a:tblGrid>
              <a:tr h="314100">
                <a:tc>
                  <a:txBody>
                    <a:bodyPr/>
                    <a:lstStyle/>
                    <a:p>
                      <a:pPr indent="0" lvl="0" marL="0" rtl="0" algn="l">
                        <a:lnSpc>
                          <a:spcPct val="115000"/>
                        </a:lnSpc>
                        <a:spcBef>
                          <a:spcPts val="0"/>
                        </a:spcBef>
                        <a:spcAft>
                          <a:spcPts val="0"/>
                        </a:spcAft>
                        <a:buNone/>
                      </a:pPr>
                      <a:r>
                        <a:rPr lang="en" sz="1050">
                          <a:latin typeface="Aptos"/>
                          <a:ea typeface="Aptos"/>
                          <a:cs typeface="Aptos"/>
                          <a:sym typeface="Aptos"/>
                        </a:rPr>
                        <a:t>Color Name</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Hex Code</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Usage</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273125">
                <a:tc>
                  <a:txBody>
                    <a:bodyPr/>
                    <a:lstStyle/>
                    <a:p>
                      <a:pPr indent="0" lvl="0" marL="0" rtl="0" algn="l">
                        <a:lnSpc>
                          <a:spcPct val="115000"/>
                        </a:lnSpc>
                        <a:spcBef>
                          <a:spcPts val="0"/>
                        </a:spcBef>
                        <a:spcAft>
                          <a:spcPts val="0"/>
                        </a:spcAft>
                        <a:buNone/>
                      </a:pPr>
                      <a:r>
                        <a:rPr lang="en" sz="1050">
                          <a:solidFill>
                            <a:srgbClr val="FFFFFF"/>
                          </a:solidFill>
                          <a:highlight>
                            <a:srgbClr val="B68235"/>
                          </a:highlight>
                          <a:latin typeface="Aptos"/>
                          <a:ea typeface="Aptos"/>
                          <a:cs typeface="Aptos"/>
                          <a:sym typeface="Aptos"/>
                        </a:rPr>
                        <a:t>Primary</a:t>
                      </a:r>
                      <a:endParaRPr sz="1050">
                        <a:solidFill>
                          <a:srgbClr val="FFFFFF"/>
                        </a:solidFill>
                        <a:highlight>
                          <a:srgbClr val="B68235"/>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solidFill>
                            <a:srgbClr val="FFFFFF"/>
                          </a:solidFill>
                          <a:highlight>
                            <a:srgbClr val="B68235"/>
                          </a:highlight>
                          <a:latin typeface="Aptos"/>
                          <a:ea typeface="Aptos"/>
                          <a:cs typeface="Aptos"/>
                          <a:sym typeface="Aptos"/>
                        </a:rPr>
                        <a:t>#B68235</a:t>
                      </a:r>
                      <a:endParaRPr sz="1050">
                        <a:solidFill>
                          <a:srgbClr val="FFFFFF"/>
                        </a:solidFill>
                        <a:highlight>
                          <a:srgbClr val="B68235"/>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solidFill>
                            <a:srgbClr val="FFFFFF"/>
                          </a:solidFill>
                          <a:highlight>
                            <a:srgbClr val="B68235"/>
                          </a:highlight>
                          <a:latin typeface="Aptos"/>
                          <a:ea typeface="Aptos"/>
                          <a:cs typeface="Aptos"/>
                          <a:sym typeface="Aptos"/>
                        </a:rPr>
                        <a:t>Buttons</a:t>
                      </a:r>
                      <a:endParaRPr sz="1050">
                        <a:solidFill>
                          <a:srgbClr val="FFFFFF"/>
                        </a:solidFill>
                        <a:highlight>
                          <a:srgbClr val="B68235"/>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273125">
                <a:tc>
                  <a:txBody>
                    <a:bodyPr/>
                    <a:lstStyle/>
                    <a:p>
                      <a:pPr indent="0" lvl="0" marL="0" rtl="0" algn="l">
                        <a:lnSpc>
                          <a:spcPct val="115000"/>
                        </a:lnSpc>
                        <a:spcBef>
                          <a:spcPts val="0"/>
                        </a:spcBef>
                        <a:spcAft>
                          <a:spcPts val="0"/>
                        </a:spcAft>
                        <a:buNone/>
                      </a:pPr>
                      <a:r>
                        <a:rPr lang="en" sz="1050">
                          <a:solidFill>
                            <a:srgbClr val="FFFFFF"/>
                          </a:solidFill>
                          <a:highlight>
                            <a:srgbClr val="A18E76"/>
                          </a:highlight>
                          <a:latin typeface="Aptos"/>
                          <a:ea typeface="Aptos"/>
                          <a:cs typeface="Aptos"/>
                          <a:sym typeface="Aptos"/>
                        </a:rPr>
                        <a:t>Secondary</a:t>
                      </a:r>
                      <a:endParaRPr sz="1050">
                        <a:solidFill>
                          <a:srgbClr val="FFFFFF"/>
                        </a:solidFill>
                        <a:highlight>
                          <a:srgbClr val="A18E76"/>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solidFill>
                            <a:srgbClr val="FFFFFF"/>
                          </a:solidFill>
                          <a:highlight>
                            <a:srgbClr val="A18E76"/>
                          </a:highlight>
                          <a:latin typeface="Aptos"/>
                          <a:ea typeface="Aptos"/>
                          <a:cs typeface="Aptos"/>
                          <a:sym typeface="Aptos"/>
                        </a:rPr>
                        <a:t>#A18E76</a:t>
                      </a:r>
                      <a:endParaRPr sz="1050">
                        <a:solidFill>
                          <a:srgbClr val="FFFFFF"/>
                        </a:solidFill>
                        <a:highlight>
                          <a:srgbClr val="A18E76"/>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solidFill>
                            <a:srgbClr val="FFFFFF"/>
                          </a:solidFill>
                          <a:highlight>
                            <a:srgbClr val="A18E76"/>
                          </a:highlight>
                          <a:latin typeface="Aptos"/>
                          <a:ea typeface="Aptos"/>
                          <a:cs typeface="Aptos"/>
                          <a:sym typeface="Aptos"/>
                        </a:rPr>
                        <a:t>Accents</a:t>
                      </a:r>
                      <a:endParaRPr sz="1050">
                        <a:solidFill>
                          <a:srgbClr val="FFFFFF"/>
                        </a:solidFill>
                        <a:highlight>
                          <a:srgbClr val="A18E76"/>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273125">
                <a:tc>
                  <a:txBody>
                    <a:bodyPr/>
                    <a:lstStyle/>
                    <a:p>
                      <a:pPr indent="0" lvl="0" marL="0" rtl="0" algn="l">
                        <a:lnSpc>
                          <a:spcPct val="115000"/>
                        </a:lnSpc>
                        <a:spcBef>
                          <a:spcPts val="0"/>
                        </a:spcBef>
                        <a:spcAft>
                          <a:spcPts val="0"/>
                        </a:spcAft>
                        <a:buNone/>
                      </a:pPr>
                      <a:r>
                        <a:rPr lang="en" sz="1050">
                          <a:highlight>
                            <a:srgbClr val="FEF7FF"/>
                          </a:highlight>
                          <a:latin typeface="Aptos"/>
                          <a:ea typeface="Aptos"/>
                          <a:cs typeface="Aptos"/>
                          <a:sym typeface="Aptos"/>
                        </a:rPr>
                        <a:t>Background</a:t>
                      </a:r>
                      <a:endParaRPr sz="1050">
                        <a:highlight>
                          <a:srgbClr val="FEF7FF"/>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highlight>
                            <a:srgbClr val="FEF7FF"/>
                          </a:highlight>
                          <a:latin typeface="Aptos"/>
                          <a:ea typeface="Aptos"/>
                          <a:cs typeface="Aptos"/>
                          <a:sym typeface="Aptos"/>
                        </a:rPr>
                        <a:t>#FEF7FF</a:t>
                      </a:r>
                      <a:endParaRPr sz="1050">
                        <a:highlight>
                          <a:srgbClr val="FEF7FF"/>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highlight>
                            <a:srgbClr val="FEF7FF"/>
                          </a:highlight>
                          <a:latin typeface="Aptos"/>
                          <a:ea typeface="Aptos"/>
                          <a:cs typeface="Aptos"/>
                          <a:sym typeface="Aptos"/>
                        </a:rPr>
                        <a:t>Page background</a:t>
                      </a:r>
                      <a:endParaRPr sz="1050">
                        <a:highlight>
                          <a:srgbClr val="FEF7FF"/>
                        </a:highlight>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graphicFrame>
        <p:nvGraphicFramePr>
          <p:cNvPr id="9363" name="Google Shape;9363;p49"/>
          <p:cNvGraphicFramePr/>
          <p:nvPr/>
        </p:nvGraphicFramePr>
        <p:xfrm>
          <a:off x="4766363" y="1248338"/>
          <a:ext cx="3000000" cy="3000000"/>
        </p:xfrm>
        <a:graphic>
          <a:graphicData uri="http://schemas.openxmlformats.org/drawingml/2006/table">
            <a:tbl>
              <a:tblPr>
                <a:noFill/>
                <a:tableStyleId>{08642277-F37A-4332-884A-B142A5F6B35F}</a:tableStyleId>
              </a:tblPr>
              <a:tblGrid>
                <a:gridCol w="915900"/>
                <a:gridCol w="933975"/>
                <a:gridCol w="891850"/>
                <a:gridCol w="915900"/>
              </a:tblGrid>
              <a:tr h="190500">
                <a:tc>
                  <a:txBody>
                    <a:bodyPr/>
                    <a:lstStyle/>
                    <a:p>
                      <a:pPr indent="0" lvl="0" marL="0" rtl="0" algn="l">
                        <a:lnSpc>
                          <a:spcPct val="115000"/>
                        </a:lnSpc>
                        <a:spcBef>
                          <a:spcPts val="0"/>
                        </a:spcBef>
                        <a:spcAft>
                          <a:spcPts val="0"/>
                        </a:spcAft>
                        <a:buNone/>
                      </a:pPr>
                      <a:r>
                        <a:rPr lang="en" sz="1050">
                          <a:latin typeface="Aptos"/>
                          <a:ea typeface="Aptos"/>
                          <a:cs typeface="Aptos"/>
                          <a:sym typeface="Aptos"/>
                        </a:rPr>
                        <a:t>Style</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Font</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Size</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Weight</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361950">
                <a:tc>
                  <a:txBody>
                    <a:bodyPr/>
                    <a:lstStyle/>
                    <a:p>
                      <a:pPr indent="0" lvl="0" marL="0" rtl="0" algn="l">
                        <a:lnSpc>
                          <a:spcPct val="115000"/>
                        </a:lnSpc>
                        <a:spcBef>
                          <a:spcPts val="0"/>
                        </a:spcBef>
                        <a:spcAft>
                          <a:spcPts val="0"/>
                        </a:spcAft>
                        <a:buNone/>
                      </a:pPr>
                      <a:r>
                        <a:rPr lang="en" sz="1050">
                          <a:latin typeface="Aptos"/>
                          <a:ea typeface="Aptos"/>
                          <a:cs typeface="Aptos"/>
                          <a:sym typeface="Aptos"/>
                        </a:rPr>
                        <a:t>Heading</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1150">
                          <a:latin typeface="Cormorant Garamond"/>
                          <a:ea typeface="Cormorant Garamond"/>
                          <a:cs typeface="Cormorant Garamond"/>
                          <a:sym typeface="Cormorant Garamond"/>
                        </a:rPr>
                        <a:t>Cormorant Garamond</a:t>
                      </a:r>
                      <a:r>
                        <a:rPr lang="en" sz="1050">
                          <a:latin typeface="Cormorant Garamond"/>
                          <a:ea typeface="Cormorant Garamond"/>
                          <a:cs typeface="Cormorant Garamond"/>
                          <a:sym typeface="Cormorant Garamond"/>
                        </a:rPr>
                        <a:t>	</a:t>
                      </a:r>
                      <a:endParaRPr sz="1050">
                        <a:latin typeface="Cormorant Garamond"/>
                        <a:ea typeface="Cormorant Garamond"/>
                        <a:cs typeface="Cormorant Garamond"/>
                        <a:sym typeface="Cormorant Garamond"/>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40px</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Bold</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100000">
                <a:tc>
                  <a:txBody>
                    <a:bodyPr/>
                    <a:lstStyle/>
                    <a:p>
                      <a:pPr indent="0" lvl="0" marL="0" rtl="0" algn="l">
                        <a:lnSpc>
                          <a:spcPct val="115000"/>
                        </a:lnSpc>
                        <a:spcBef>
                          <a:spcPts val="0"/>
                        </a:spcBef>
                        <a:spcAft>
                          <a:spcPts val="0"/>
                        </a:spcAft>
                        <a:buNone/>
                      </a:pPr>
                      <a:r>
                        <a:rPr lang="en" sz="1050">
                          <a:latin typeface="Aptos"/>
                          <a:ea typeface="Aptos"/>
                          <a:cs typeface="Aptos"/>
                          <a:sym typeface="Aptos"/>
                        </a:rPr>
                        <a:t>Body</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Cormorant Garamond"/>
                          <a:ea typeface="Cormorant Garamond"/>
                          <a:cs typeface="Cormorant Garamond"/>
                          <a:sym typeface="Cormorant Garamond"/>
                        </a:rPr>
                        <a:t>Cormorant Garamond</a:t>
                      </a:r>
                      <a:endParaRPr sz="1050">
                        <a:latin typeface="Cormorant Garamond"/>
                        <a:ea typeface="Cormorant Garamond"/>
                        <a:cs typeface="Cormorant Garamond"/>
                        <a:sym typeface="Cormorant Garamond"/>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15px</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050">
                          <a:latin typeface="Aptos"/>
                          <a:ea typeface="Aptos"/>
                          <a:cs typeface="Aptos"/>
                          <a:sym typeface="Aptos"/>
                        </a:rPr>
                        <a:t>Regular</a:t>
                      </a:r>
                      <a:endParaRPr sz="1050">
                        <a:latin typeface="Aptos"/>
                        <a:ea typeface="Aptos"/>
                        <a:cs typeface="Aptos"/>
                        <a:sym typeface="Aptos"/>
                      </a:endParaRPr>
                    </a:p>
                  </a:txBody>
                  <a:tcPr marT="0" marB="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
        <p:nvSpPr>
          <p:cNvPr id="9364" name="Google Shape;9364;p49"/>
          <p:cNvSpPr txBox="1"/>
          <p:nvPr>
            <p:ph type="title"/>
          </p:nvPr>
        </p:nvSpPr>
        <p:spPr>
          <a:xfrm>
            <a:off x="720000" y="2493499"/>
            <a:ext cx="7704000" cy="479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900">
                <a:solidFill>
                  <a:schemeClr val="dk1"/>
                </a:solidFill>
              </a:rPr>
              <a:t>Tech Stack</a:t>
            </a:r>
            <a:endParaRPr/>
          </a:p>
        </p:txBody>
      </p:sp>
      <p:pic>
        <p:nvPicPr>
          <p:cNvPr id="9365" name="Google Shape;9365;p49"/>
          <p:cNvPicPr preferRelativeResize="0"/>
          <p:nvPr/>
        </p:nvPicPr>
        <p:blipFill>
          <a:blip r:embed="rId3">
            <a:alphaModFix/>
          </a:blip>
          <a:stretch>
            <a:fillRect/>
          </a:stretch>
        </p:blipFill>
        <p:spPr>
          <a:xfrm>
            <a:off x="1560334" y="3084275"/>
            <a:ext cx="1542651" cy="311091"/>
          </a:xfrm>
          <a:prstGeom prst="rect">
            <a:avLst/>
          </a:prstGeom>
          <a:noFill/>
          <a:ln>
            <a:noFill/>
          </a:ln>
        </p:spPr>
      </p:pic>
      <p:pic>
        <p:nvPicPr>
          <p:cNvPr id="9366" name="Google Shape;9366;p49"/>
          <p:cNvPicPr preferRelativeResize="0"/>
          <p:nvPr/>
        </p:nvPicPr>
        <p:blipFill>
          <a:blip r:embed="rId4">
            <a:alphaModFix/>
          </a:blip>
          <a:stretch>
            <a:fillRect/>
          </a:stretch>
        </p:blipFill>
        <p:spPr>
          <a:xfrm>
            <a:off x="1272325" y="3550163"/>
            <a:ext cx="2118661" cy="656487"/>
          </a:xfrm>
          <a:prstGeom prst="rect">
            <a:avLst/>
          </a:prstGeom>
          <a:noFill/>
          <a:ln>
            <a:noFill/>
          </a:ln>
        </p:spPr>
      </p:pic>
      <p:pic>
        <p:nvPicPr>
          <p:cNvPr id="9367" name="Google Shape;9367;p49"/>
          <p:cNvPicPr preferRelativeResize="0"/>
          <p:nvPr/>
        </p:nvPicPr>
        <p:blipFill>
          <a:blip r:embed="rId5">
            <a:alphaModFix/>
          </a:blip>
          <a:stretch>
            <a:fillRect/>
          </a:stretch>
        </p:blipFill>
        <p:spPr>
          <a:xfrm>
            <a:off x="4105781" y="3051487"/>
            <a:ext cx="1453913" cy="656486"/>
          </a:xfrm>
          <a:prstGeom prst="rect">
            <a:avLst/>
          </a:prstGeom>
          <a:noFill/>
          <a:ln>
            <a:noFill/>
          </a:ln>
        </p:spPr>
      </p:pic>
      <p:pic>
        <p:nvPicPr>
          <p:cNvPr id="9368" name="Google Shape;9368;p49"/>
          <p:cNvPicPr preferRelativeResize="0"/>
          <p:nvPr/>
        </p:nvPicPr>
        <p:blipFill>
          <a:blip r:embed="rId6">
            <a:alphaModFix/>
          </a:blip>
          <a:stretch>
            <a:fillRect/>
          </a:stretch>
        </p:blipFill>
        <p:spPr>
          <a:xfrm>
            <a:off x="5822525" y="3819363"/>
            <a:ext cx="1975352" cy="691575"/>
          </a:xfrm>
          <a:prstGeom prst="rect">
            <a:avLst/>
          </a:prstGeom>
          <a:noFill/>
          <a:ln>
            <a:noFill/>
          </a:ln>
        </p:spPr>
      </p:pic>
      <p:sp>
        <p:nvSpPr>
          <p:cNvPr id="9369" name="Google Shape;9369;p49"/>
          <p:cNvSpPr txBox="1"/>
          <p:nvPr/>
        </p:nvSpPr>
        <p:spPr>
          <a:xfrm>
            <a:off x="5822525" y="4345075"/>
            <a:ext cx="2397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^^For scraping data^^</a:t>
            </a:r>
            <a:endParaRPr>
              <a:solidFill>
                <a:schemeClr val="lt1"/>
              </a:solidFill>
              <a:latin typeface="Open Sans"/>
              <a:ea typeface="Open Sans"/>
              <a:cs typeface="Open Sans"/>
              <a:sym typeface="Open Sans"/>
            </a:endParaRPr>
          </a:p>
        </p:txBody>
      </p:sp>
      <p:sp>
        <p:nvSpPr>
          <p:cNvPr id="9370" name="Google Shape;9370;p49"/>
          <p:cNvSpPr txBox="1"/>
          <p:nvPr/>
        </p:nvSpPr>
        <p:spPr>
          <a:xfrm>
            <a:off x="4068875" y="3707975"/>
            <a:ext cx="16965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^^For Database^^</a:t>
            </a:r>
            <a:endParaRPr>
              <a:solidFill>
                <a:schemeClr val="lt1"/>
              </a:solidFill>
              <a:latin typeface="Open Sans"/>
              <a:ea typeface="Open Sans"/>
              <a:cs typeface="Open Sans"/>
              <a:sym typeface="Open Sans"/>
            </a:endParaRPr>
          </a:p>
        </p:txBody>
      </p:sp>
      <p:sp>
        <p:nvSpPr>
          <p:cNvPr id="9371" name="Google Shape;9371;p49"/>
          <p:cNvSpPr txBox="1"/>
          <p:nvPr/>
        </p:nvSpPr>
        <p:spPr>
          <a:xfrm>
            <a:off x="1426175" y="4257050"/>
            <a:ext cx="1964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^^For UI/Frontend^^</a:t>
            </a:r>
            <a:endParaRPr>
              <a:solidFill>
                <a:schemeClr val="lt1"/>
              </a:solidFill>
              <a:latin typeface="Open Sans"/>
              <a:ea typeface="Open Sans"/>
              <a:cs typeface="Open Sans"/>
              <a:sym typeface="Open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75" name="Shape 9375"/>
        <p:cNvGrpSpPr/>
        <p:nvPr/>
      </p:nvGrpSpPr>
      <p:grpSpPr>
        <a:xfrm>
          <a:off x="0" y="0"/>
          <a:ext cx="0" cy="0"/>
          <a:chOff x="0" y="0"/>
          <a:chExt cx="0" cy="0"/>
        </a:xfrm>
      </p:grpSpPr>
      <p:sp>
        <p:nvSpPr>
          <p:cNvPr id="9376" name="Google Shape;9376;p50"/>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Prototype</a:t>
            </a:r>
            <a:endParaRPr/>
          </a:p>
        </p:txBody>
      </p:sp>
      <p:pic>
        <p:nvPicPr>
          <p:cNvPr id="9377" name="Google Shape;9377;p50" title="Screenshot_20260824_131308_Samsung Browser-portrait.png"/>
          <p:cNvPicPr preferRelativeResize="0"/>
          <p:nvPr/>
        </p:nvPicPr>
        <p:blipFill>
          <a:blip r:embed="rId3">
            <a:alphaModFix/>
          </a:blip>
          <a:stretch>
            <a:fillRect/>
          </a:stretch>
        </p:blipFill>
        <p:spPr>
          <a:xfrm>
            <a:off x="152400" y="1066860"/>
            <a:ext cx="2071339" cy="3924239"/>
          </a:xfrm>
          <a:prstGeom prst="rect">
            <a:avLst/>
          </a:prstGeom>
          <a:noFill/>
          <a:ln>
            <a:noFill/>
          </a:ln>
        </p:spPr>
      </p:pic>
      <p:pic>
        <p:nvPicPr>
          <p:cNvPr id="9378" name="Google Shape;9378;p50" title="Screenshot_20260824_131314_Samsung Browser-portrait.png"/>
          <p:cNvPicPr preferRelativeResize="0"/>
          <p:nvPr/>
        </p:nvPicPr>
        <p:blipFill>
          <a:blip r:embed="rId4">
            <a:alphaModFix/>
          </a:blip>
          <a:stretch>
            <a:fillRect/>
          </a:stretch>
        </p:blipFill>
        <p:spPr>
          <a:xfrm>
            <a:off x="2376139" y="1066860"/>
            <a:ext cx="2071339" cy="3924239"/>
          </a:xfrm>
          <a:prstGeom prst="rect">
            <a:avLst/>
          </a:prstGeom>
          <a:noFill/>
          <a:ln>
            <a:noFill/>
          </a:ln>
        </p:spPr>
      </p:pic>
      <p:pic>
        <p:nvPicPr>
          <p:cNvPr id="9379" name="Google Shape;9379;p50" title="Screenshot_20260824_131322_Samsung Browser-portrait.png"/>
          <p:cNvPicPr preferRelativeResize="0"/>
          <p:nvPr/>
        </p:nvPicPr>
        <p:blipFill>
          <a:blip r:embed="rId5">
            <a:alphaModFix/>
          </a:blip>
          <a:stretch>
            <a:fillRect/>
          </a:stretch>
        </p:blipFill>
        <p:spPr>
          <a:xfrm>
            <a:off x="4599878" y="1066860"/>
            <a:ext cx="2071339" cy="3924239"/>
          </a:xfrm>
          <a:prstGeom prst="rect">
            <a:avLst/>
          </a:prstGeom>
          <a:noFill/>
          <a:ln>
            <a:noFill/>
          </a:ln>
        </p:spPr>
      </p:pic>
      <p:pic>
        <p:nvPicPr>
          <p:cNvPr id="9380" name="Google Shape;9380;p50" title="Screenshot_20260824_131358_Maps-portrait.png"/>
          <p:cNvPicPr preferRelativeResize="0"/>
          <p:nvPr/>
        </p:nvPicPr>
        <p:blipFill>
          <a:blip r:embed="rId6">
            <a:alphaModFix/>
          </a:blip>
          <a:stretch>
            <a:fillRect/>
          </a:stretch>
        </p:blipFill>
        <p:spPr>
          <a:xfrm>
            <a:off x="7242975" y="3264200"/>
            <a:ext cx="723316" cy="1370353"/>
          </a:xfrm>
          <a:prstGeom prst="rect">
            <a:avLst/>
          </a:prstGeom>
          <a:noFill/>
          <a:ln>
            <a:noFill/>
          </a:ln>
        </p:spPr>
      </p:pic>
      <p:pic>
        <p:nvPicPr>
          <p:cNvPr id="9381" name="Google Shape;9381;p50" title="Screenshot_20260824_131353_Grab-portrait.png"/>
          <p:cNvPicPr preferRelativeResize="0"/>
          <p:nvPr/>
        </p:nvPicPr>
        <p:blipFill>
          <a:blip r:embed="rId7">
            <a:alphaModFix/>
          </a:blip>
          <a:stretch>
            <a:fillRect/>
          </a:stretch>
        </p:blipFill>
        <p:spPr>
          <a:xfrm>
            <a:off x="6591384" y="3264200"/>
            <a:ext cx="723316" cy="1370353"/>
          </a:xfrm>
          <a:prstGeom prst="rect">
            <a:avLst/>
          </a:prstGeom>
          <a:noFill/>
          <a:ln>
            <a:noFill/>
          </a:ln>
        </p:spPr>
      </p:pic>
      <p:cxnSp>
        <p:nvCxnSpPr>
          <p:cNvPr id="9382" name="Google Shape;9382;p50"/>
          <p:cNvCxnSpPr>
            <a:endCxn id="9381" idx="0"/>
          </p:cNvCxnSpPr>
          <p:nvPr/>
        </p:nvCxnSpPr>
        <p:spPr>
          <a:xfrm>
            <a:off x="5375942" y="3044900"/>
            <a:ext cx="1577100" cy="219300"/>
          </a:xfrm>
          <a:prstGeom prst="straightConnector1">
            <a:avLst/>
          </a:prstGeom>
          <a:noFill/>
          <a:ln cap="flat" cmpd="sng" w="9525">
            <a:solidFill>
              <a:schemeClr val="dk2"/>
            </a:solidFill>
            <a:prstDash val="solid"/>
            <a:round/>
            <a:headEnd len="med" w="med" type="none"/>
            <a:tailEnd len="med" w="med" type="triangle"/>
          </a:ln>
        </p:spPr>
      </p:cxnSp>
      <p:cxnSp>
        <p:nvCxnSpPr>
          <p:cNvPr id="9383" name="Google Shape;9383;p50"/>
          <p:cNvCxnSpPr>
            <a:endCxn id="9380" idx="0"/>
          </p:cNvCxnSpPr>
          <p:nvPr/>
        </p:nvCxnSpPr>
        <p:spPr>
          <a:xfrm>
            <a:off x="6215333" y="3044900"/>
            <a:ext cx="1389300" cy="219300"/>
          </a:xfrm>
          <a:prstGeom prst="straightConnector1">
            <a:avLst/>
          </a:prstGeom>
          <a:noFill/>
          <a:ln cap="flat" cmpd="sng" w="9525">
            <a:solidFill>
              <a:schemeClr val="dk2"/>
            </a:solidFill>
            <a:prstDash val="solid"/>
            <a:round/>
            <a:headEnd len="med" w="med" type="none"/>
            <a:tailEnd len="med" w="med" type="triangle"/>
          </a:ln>
        </p:spPr>
      </p:cxnSp>
      <p:sp>
        <p:nvSpPr>
          <p:cNvPr id="9384" name="Google Shape;9384;p50"/>
          <p:cNvSpPr txBox="1"/>
          <p:nvPr/>
        </p:nvSpPr>
        <p:spPr>
          <a:xfrm>
            <a:off x="6671225" y="4473550"/>
            <a:ext cx="1266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Grab | Maps</a:t>
            </a:r>
            <a:endParaRPr>
              <a:solidFill>
                <a:schemeClr val="lt1"/>
              </a:solidFill>
              <a:latin typeface="Open Sans"/>
              <a:ea typeface="Open Sans"/>
              <a:cs typeface="Open Sans"/>
              <a:sym typeface="Open Sans"/>
            </a:endParaRPr>
          </a:p>
        </p:txBody>
      </p:sp>
      <p:sp>
        <p:nvSpPr>
          <p:cNvPr id="9385" name="Google Shape;9385;p50"/>
          <p:cNvSpPr txBox="1"/>
          <p:nvPr/>
        </p:nvSpPr>
        <p:spPr>
          <a:xfrm>
            <a:off x="2986675" y="914450"/>
            <a:ext cx="723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Filters</a:t>
            </a:r>
            <a:endParaRPr>
              <a:solidFill>
                <a:schemeClr val="lt1"/>
              </a:solidFill>
              <a:latin typeface="Open Sans"/>
              <a:ea typeface="Open Sans"/>
              <a:cs typeface="Open Sans"/>
              <a:sym typeface="Open Sans"/>
            </a:endParaRPr>
          </a:p>
        </p:txBody>
      </p:sp>
      <p:sp>
        <p:nvSpPr>
          <p:cNvPr id="9386" name="Google Shape;9386;p50"/>
          <p:cNvSpPr txBox="1"/>
          <p:nvPr/>
        </p:nvSpPr>
        <p:spPr>
          <a:xfrm>
            <a:off x="5055725" y="914450"/>
            <a:ext cx="11595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Selection</a:t>
            </a:r>
            <a:endParaRPr>
              <a:solidFill>
                <a:schemeClr val="lt1"/>
              </a:solidFill>
              <a:latin typeface="Open Sans"/>
              <a:ea typeface="Open Sans"/>
              <a:cs typeface="Open Sans"/>
              <a:sym typeface="Open Sans"/>
            </a:endParaRPr>
          </a:p>
        </p:txBody>
      </p:sp>
      <p:pic>
        <p:nvPicPr>
          <p:cNvPr id="9387" name="Google Shape;9387;p50"/>
          <p:cNvPicPr preferRelativeResize="0"/>
          <p:nvPr/>
        </p:nvPicPr>
        <p:blipFill>
          <a:blip r:embed="rId8">
            <a:alphaModFix/>
          </a:blip>
          <a:stretch>
            <a:fillRect/>
          </a:stretch>
        </p:blipFill>
        <p:spPr>
          <a:xfrm>
            <a:off x="6675868" y="1648060"/>
            <a:ext cx="1257300" cy="1257300"/>
          </a:xfrm>
          <a:prstGeom prst="rect">
            <a:avLst/>
          </a:prstGeom>
          <a:noFill/>
          <a:ln>
            <a:noFill/>
          </a:ln>
        </p:spPr>
      </p:pic>
      <p:sp>
        <p:nvSpPr>
          <p:cNvPr id="9388" name="Google Shape;9388;p50"/>
          <p:cNvSpPr txBox="1"/>
          <p:nvPr/>
        </p:nvSpPr>
        <p:spPr>
          <a:xfrm>
            <a:off x="6671225" y="1314650"/>
            <a:ext cx="12666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Try it here!</a:t>
            </a:r>
            <a:endParaRPr>
              <a:solidFill>
                <a:schemeClr val="lt1"/>
              </a:solidFill>
              <a:latin typeface="Open Sans"/>
              <a:ea typeface="Open Sans"/>
              <a:cs typeface="Open Sans"/>
              <a:sym typeface="Open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2" name="Shape 9392"/>
        <p:cNvGrpSpPr/>
        <p:nvPr/>
      </p:nvGrpSpPr>
      <p:grpSpPr>
        <a:xfrm>
          <a:off x="0" y="0"/>
          <a:ext cx="0" cy="0"/>
          <a:chOff x="0" y="0"/>
          <a:chExt cx="0" cy="0"/>
        </a:xfrm>
      </p:grpSpPr>
      <p:sp>
        <p:nvSpPr>
          <p:cNvPr id="9393" name="Google Shape;9393;p51"/>
          <p:cNvSpPr txBox="1"/>
          <p:nvPr>
            <p:ph type="title"/>
          </p:nvPr>
        </p:nvSpPr>
        <p:spPr>
          <a:xfrm>
            <a:off x="1892250" y="576050"/>
            <a:ext cx="5355600" cy="1097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THANKS!</a:t>
            </a:r>
            <a:endParaRPr/>
          </a:p>
        </p:txBody>
      </p:sp>
      <p:sp>
        <p:nvSpPr>
          <p:cNvPr id="9394" name="Google Shape;9394;p51"/>
          <p:cNvSpPr txBox="1"/>
          <p:nvPr>
            <p:ph idx="1" type="subTitle"/>
          </p:nvPr>
        </p:nvSpPr>
        <p:spPr>
          <a:xfrm>
            <a:off x="1892250" y="1674598"/>
            <a:ext cx="53595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Bottoms up?</a:t>
            </a:r>
            <a:endParaRPr/>
          </a:p>
        </p:txBody>
      </p:sp>
      <p:pic>
        <p:nvPicPr>
          <p:cNvPr id="9395" name="Google Shape;9395;p51"/>
          <p:cNvPicPr preferRelativeResize="0"/>
          <p:nvPr/>
        </p:nvPicPr>
        <p:blipFill>
          <a:blip r:embed="rId3">
            <a:alphaModFix amt="1000"/>
          </a:blip>
          <a:stretch>
            <a:fillRect/>
          </a:stretch>
        </p:blipFill>
        <p:spPr>
          <a:xfrm>
            <a:off x="2565363" y="1726323"/>
            <a:ext cx="4009370" cy="224970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399" name="Shape 9399"/>
        <p:cNvGrpSpPr/>
        <p:nvPr/>
      </p:nvGrpSpPr>
      <p:grpSpPr>
        <a:xfrm>
          <a:off x="0" y="0"/>
          <a:ext cx="0" cy="0"/>
          <a:chOff x="0" y="0"/>
          <a:chExt cx="0" cy="0"/>
        </a:xfrm>
      </p:grpSpPr>
      <p:sp>
        <p:nvSpPr>
          <p:cNvPr id="9400" name="Google Shape;9400;p52"/>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THE SLIDE TITLE GOES HERE!</a:t>
            </a:r>
            <a:endParaRPr/>
          </a:p>
        </p:txBody>
      </p:sp>
      <p:sp>
        <p:nvSpPr>
          <p:cNvPr id="9401" name="Google Shape;9401;p52"/>
          <p:cNvSpPr txBox="1"/>
          <p:nvPr>
            <p:ph idx="1" type="body"/>
          </p:nvPr>
        </p:nvSpPr>
        <p:spPr>
          <a:xfrm>
            <a:off x="2238000" y="1613956"/>
            <a:ext cx="4668000" cy="21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Do you know what helps you make your point clear? Lists like this one:</a:t>
            </a:r>
            <a:br>
              <a:rPr lang="en"/>
            </a:br>
            <a:endParaRPr/>
          </a:p>
          <a:p>
            <a:pPr indent="-323850" lvl="0" marL="457200" rtl="0" algn="l">
              <a:spcBef>
                <a:spcPts val="0"/>
              </a:spcBef>
              <a:spcAft>
                <a:spcPts val="0"/>
              </a:spcAft>
              <a:buSzPts val="1500"/>
              <a:buFont typeface="Catamaran"/>
              <a:buChar char="●"/>
            </a:pPr>
            <a:r>
              <a:rPr lang="en"/>
              <a:t>They’re simple </a:t>
            </a:r>
            <a:endParaRPr/>
          </a:p>
          <a:p>
            <a:pPr indent="-323850" lvl="0" marL="457200" rtl="0" algn="l">
              <a:spcBef>
                <a:spcPts val="0"/>
              </a:spcBef>
              <a:spcAft>
                <a:spcPts val="0"/>
              </a:spcAft>
              <a:buSzPts val="1500"/>
              <a:buFont typeface="Catamaran"/>
              <a:buChar char="●"/>
            </a:pPr>
            <a:r>
              <a:rPr lang="en"/>
              <a:t>You can </a:t>
            </a:r>
            <a:r>
              <a:rPr lang="en"/>
              <a:t>organize</a:t>
            </a:r>
            <a:r>
              <a:rPr lang="en"/>
              <a:t> your ideas clearly</a:t>
            </a:r>
            <a:endParaRPr/>
          </a:p>
          <a:p>
            <a:pPr indent="-323850" lvl="0" marL="457200" rtl="0" algn="l">
              <a:spcBef>
                <a:spcPts val="0"/>
              </a:spcBef>
              <a:spcAft>
                <a:spcPts val="0"/>
              </a:spcAft>
              <a:buSzPts val="1500"/>
              <a:buFont typeface="Catamaran"/>
              <a:buChar char="●"/>
            </a:pPr>
            <a:r>
              <a:rPr lang="en"/>
              <a:t>You’ll never forget to buy milk!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rPr lang="en"/>
              <a:t>And the most important thing: the audience won’t miss the point of your presentation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405" name="Shape 9405"/>
        <p:cNvGrpSpPr/>
        <p:nvPr/>
      </p:nvGrpSpPr>
      <p:grpSpPr>
        <a:xfrm>
          <a:off x="0" y="0"/>
          <a:ext cx="0" cy="0"/>
          <a:chOff x="0" y="0"/>
          <a:chExt cx="0" cy="0"/>
        </a:xfrm>
      </p:grpSpPr>
      <p:sp>
        <p:nvSpPr>
          <p:cNvPr id="9406" name="Google Shape;9406;p53"/>
          <p:cNvSpPr/>
          <p:nvPr/>
        </p:nvSpPr>
        <p:spPr>
          <a:xfrm rot="-5400000">
            <a:off x="1593216" y="168244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7" name="Google Shape;9407;p53"/>
          <p:cNvSpPr/>
          <p:nvPr/>
        </p:nvSpPr>
        <p:spPr>
          <a:xfrm rot="-5400000">
            <a:off x="4192503" y="168244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8" name="Google Shape;9408;p53"/>
          <p:cNvSpPr/>
          <p:nvPr/>
        </p:nvSpPr>
        <p:spPr>
          <a:xfrm rot="-5400000">
            <a:off x="6791778" y="168244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9" name="Google Shape;9409;p53"/>
          <p:cNvSpPr txBox="1"/>
          <p:nvPr>
            <p:ph idx="4" type="title"/>
          </p:nvPr>
        </p:nvSpPr>
        <p:spPr>
          <a:xfrm>
            <a:off x="719929" y="2603244"/>
            <a:ext cx="2505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9410" name="Google Shape;9410;p53"/>
          <p:cNvSpPr txBox="1"/>
          <p:nvPr>
            <p:ph idx="5" type="title"/>
          </p:nvPr>
        </p:nvSpPr>
        <p:spPr>
          <a:xfrm>
            <a:off x="3319200" y="2603244"/>
            <a:ext cx="2505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9411" name="Google Shape;9411;p53"/>
          <p:cNvSpPr txBox="1"/>
          <p:nvPr>
            <p:ph idx="6" type="title"/>
          </p:nvPr>
        </p:nvSpPr>
        <p:spPr>
          <a:xfrm>
            <a:off x="5918471" y="2603244"/>
            <a:ext cx="25056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9412" name="Google Shape;9412;p53"/>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THREE IDEAS</a:t>
            </a:r>
            <a:endParaRPr/>
          </a:p>
        </p:txBody>
      </p:sp>
      <p:sp>
        <p:nvSpPr>
          <p:cNvPr id="9413" name="Google Shape;9413;p53"/>
          <p:cNvSpPr txBox="1"/>
          <p:nvPr>
            <p:ph idx="1" type="subTitle"/>
          </p:nvPr>
        </p:nvSpPr>
        <p:spPr>
          <a:xfrm>
            <a:off x="720004" y="2822700"/>
            <a:ext cx="25017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in the Solar System</a:t>
            </a:r>
            <a:endParaRPr/>
          </a:p>
        </p:txBody>
      </p:sp>
      <p:sp>
        <p:nvSpPr>
          <p:cNvPr id="9414" name="Google Shape;9414;p53"/>
          <p:cNvSpPr txBox="1"/>
          <p:nvPr>
            <p:ph idx="2" type="subTitle"/>
          </p:nvPr>
        </p:nvSpPr>
        <p:spPr>
          <a:xfrm>
            <a:off x="3319275" y="2822700"/>
            <a:ext cx="25017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a:t>
            </a:r>
            <a:endParaRPr/>
          </a:p>
        </p:txBody>
      </p:sp>
      <p:sp>
        <p:nvSpPr>
          <p:cNvPr id="9415" name="Google Shape;9415;p53"/>
          <p:cNvSpPr txBox="1"/>
          <p:nvPr>
            <p:ph idx="3" type="subTitle"/>
          </p:nvPr>
        </p:nvSpPr>
        <p:spPr>
          <a:xfrm>
            <a:off x="5920421" y="2822700"/>
            <a:ext cx="2501700" cy="914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 It’s full of iron oxide dust</a:t>
            </a:r>
            <a:endParaRPr/>
          </a:p>
        </p:txBody>
      </p:sp>
      <p:grpSp>
        <p:nvGrpSpPr>
          <p:cNvPr id="9416" name="Google Shape;9416;p53"/>
          <p:cNvGrpSpPr/>
          <p:nvPr/>
        </p:nvGrpSpPr>
        <p:grpSpPr>
          <a:xfrm>
            <a:off x="1853109" y="1893938"/>
            <a:ext cx="239200" cy="336025"/>
            <a:chOff x="7033900" y="1184325"/>
            <a:chExt cx="239200" cy="336025"/>
          </a:xfrm>
        </p:grpSpPr>
        <p:sp>
          <p:nvSpPr>
            <p:cNvPr id="9417" name="Google Shape;9417;p53"/>
            <p:cNvSpPr/>
            <p:nvPr/>
          </p:nvSpPr>
          <p:spPr>
            <a:xfrm>
              <a:off x="7105075" y="1204150"/>
              <a:ext cx="147025" cy="206525"/>
            </a:xfrm>
            <a:custGeom>
              <a:rect b="b" l="l" r="r" t="t"/>
              <a:pathLst>
                <a:path extrusionOk="0" h="8261" w="5881">
                  <a:moveTo>
                    <a:pt x="4667" y="0"/>
                  </a:moveTo>
                  <a:lnTo>
                    <a:pt x="4107" y="1120"/>
                  </a:lnTo>
                  <a:lnTo>
                    <a:pt x="3874" y="1447"/>
                  </a:lnTo>
                  <a:lnTo>
                    <a:pt x="3594" y="1774"/>
                  </a:lnTo>
                  <a:lnTo>
                    <a:pt x="3267" y="2007"/>
                  </a:lnTo>
                  <a:lnTo>
                    <a:pt x="2847" y="2147"/>
                  </a:lnTo>
                  <a:lnTo>
                    <a:pt x="2474" y="2334"/>
                  </a:lnTo>
                  <a:lnTo>
                    <a:pt x="2147" y="2567"/>
                  </a:lnTo>
                  <a:lnTo>
                    <a:pt x="1821" y="2847"/>
                  </a:lnTo>
                  <a:lnTo>
                    <a:pt x="1587" y="3220"/>
                  </a:lnTo>
                  <a:lnTo>
                    <a:pt x="1" y="6487"/>
                  </a:lnTo>
                  <a:lnTo>
                    <a:pt x="3594" y="8261"/>
                  </a:lnTo>
                  <a:lnTo>
                    <a:pt x="5228" y="4994"/>
                  </a:lnTo>
                  <a:lnTo>
                    <a:pt x="5274" y="4761"/>
                  </a:lnTo>
                  <a:lnTo>
                    <a:pt x="5321" y="4574"/>
                  </a:lnTo>
                  <a:lnTo>
                    <a:pt x="5321" y="4387"/>
                  </a:lnTo>
                  <a:lnTo>
                    <a:pt x="5274" y="4154"/>
                  </a:lnTo>
                  <a:lnTo>
                    <a:pt x="5181" y="3734"/>
                  </a:lnTo>
                  <a:lnTo>
                    <a:pt x="5041" y="3360"/>
                  </a:lnTo>
                  <a:lnTo>
                    <a:pt x="4994" y="3174"/>
                  </a:lnTo>
                  <a:lnTo>
                    <a:pt x="4947" y="2707"/>
                  </a:lnTo>
                  <a:lnTo>
                    <a:pt x="4947" y="2100"/>
                  </a:lnTo>
                  <a:lnTo>
                    <a:pt x="4994" y="1867"/>
                  </a:lnTo>
                  <a:lnTo>
                    <a:pt x="5041" y="1634"/>
                  </a:lnTo>
                  <a:lnTo>
                    <a:pt x="5881" y="607"/>
                  </a:lnTo>
                  <a:lnTo>
                    <a:pt x="466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8" name="Google Shape;9418;p53"/>
            <p:cNvSpPr/>
            <p:nvPr/>
          </p:nvSpPr>
          <p:spPr>
            <a:xfrm>
              <a:off x="7179750" y="1212325"/>
              <a:ext cx="72350" cy="198350"/>
            </a:xfrm>
            <a:custGeom>
              <a:rect b="b" l="l" r="r" t="t"/>
              <a:pathLst>
                <a:path extrusionOk="0" h="7934" w="2894">
                  <a:moveTo>
                    <a:pt x="2287" y="0"/>
                  </a:moveTo>
                  <a:lnTo>
                    <a:pt x="1774" y="1073"/>
                  </a:lnTo>
                  <a:lnTo>
                    <a:pt x="1587" y="1540"/>
                  </a:lnTo>
                  <a:lnTo>
                    <a:pt x="1540" y="1960"/>
                  </a:lnTo>
                  <a:lnTo>
                    <a:pt x="1587" y="2333"/>
                  </a:lnTo>
                  <a:lnTo>
                    <a:pt x="1680" y="2707"/>
                  </a:lnTo>
                  <a:lnTo>
                    <a:pt x="1820" y="3127"/>
                  </a:lnTo>
                  <a:lnTo>
                    <a:pt x="1820" y="3547"/>
                  </a:lnTo>
                  <a:lnTo>
                    <a:pt x="1774" y="3967"/>
                  </a:lnTo>
                  <a:lnTo>
                    <a:pt x="1634" y="4340"/>
                  </a:lnTo>
                  <a:lnTo>
                    <a:pt x="0" y="7607"/>
                  </a:lnTo>
                  <a:lnTo>
                    <a:pt x="607" y="7934"/>
                  </a:lnTo>
                  <a:lnTo>
                    <a:pt x="2241" y="4667"/>
                  </a:lnTo>
                  <a:lnTo>
                    <a:pt x="2381" y="4247"/>
                  </a:lnTo>
                  <a:lnTo>
                    <a:pt x="2427" y="3827"/>
                  </a:lnTo>
                  <a:lnTo>
                    <a:pt x="2427" y="3407"/>
                  </a:lnTo>
                  <a:lnTo>
                    <a:pt x="2287" y="3033"/>
                  </a:lnTo>
                  <a:lnTo>
                    <a:pt x="2194" y="2660"/>
                  </a:lnTo>
                  <a:lnTo>
                    <a:pt x="2147" y="2287"/>
                  </a:lnTo>
                  <a:lnTo>
                    <a:pt x="2194" y="1820"/>
                  </a:lnTo>
                  <a:lnTo>
                    <a:pt x="2381" y="1400"/>
                  </a:lnTo>
                  <a:lnTo>
                    <a:pt x="2894" y="280"/>
                  </a:lnTo>
                  <a:lnTo>
                    <a:pt x="22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9" name="Google Shape;9419;p53"/>
            <p:cNvSpPr/>
            <p:nvPr/>
          </p:nvSpPr>
          <p:spPr>
            <a:xfrm>
              <a:off x="7205425" y="1184325"/>
              <a:ext cx="61850" cy="51350"/>
            </a:xfrm>
            <a:custGeom>
              <a:rect b="b" l="l" r="r" t="t"/>
              <a:pathLst>
                <a:path extrusionOk="0" h="2054" w="2474">
                  <a:moveTo>
                    <a:pt x="513" y="0"/>
                  </a:moveTo>
                  <a:lnTo>
                    <a:pt x="420" y="47"/>
                  </a:lnTo>
                  <a:lnTo>
                    <a:pt x="373" y="140"/>
                  </a:lnTo>
                  <a:lnTo>
                    <a:pt x="0" y="887"/>
                  </a:lnTo>
                  <a:lnTo>
                    <a:pt x="0" y="980"/>
                  </a:lnTo>
                  <a:lnTo>
                    <a:pt x="0" y="1073"/>
                  </a:lnTo>
                  <a:lnTo>
                    <a:pt x="47" y="1120"/>
                  </a:lnTo>
                  <a:lnTo>
                    <a:pt x="93" y="1213"/>
                  </a:lnTo>
                  <a:lnTo>
                    <a:pt x="1914" y="2053"/>
                  </a:lnTo>
                  <a:lnTo>
                    <a:pt x="1960" y="2053"/>
                  </a:lnTo>
                  <a:lnTo>
                    <a:pt x="1960" y="2007"/>
                  </a:lnTo>
                  <a:lnTo>
                    <a:pt x="1914" y="1867"/>
                  </a:lnTo>
                  <a:lnTo>
                    <a:pt x="1960" y="1773"/>
                  </a:lnTo>
                  <a:lnTo>
                    <a:pt x="2240" y="1120"/>
                  </a:lnTo>
                  <a:lnTo>
                    <a:pt x="2334" y="1073"/>
                  </a:lnTo>
                  <a:lnTo>
                    <a:pt x="2427" y="980"/>
                  </a:lnTo>
                  <a:lnTo>
                    <a:pt x="2474" y="933"/>
                  </a:lnTo>
                  <a:lnTo>
                    <a:pt x="653"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0" name="Google Shape;9420;p53"/>
            <p:cNvSpPr/>
            <p:nvPr/>
          </p:nvSpPr>
          <p:spPr>
            <a:xfrm>
              <a:off x="7170425" y="1290475"/>
              <a:ext cx="36175" cy="40875"/>
            </a:xfrm>
            <a:custGeom>
              <a:rect b="b" l="l" r="r" t="t"/>
              <a:pathLst>
                <a:path extrusionOk="0" h="1635" w="1447">
                  <a:moveTo>
                    <a:pt x="700" y="1"/>
                  </a:moveTo>
                  <a:lnTo>
                    <a:pt x="560" y="47"/>
                  </a:lnTo>
                  <a:lnTo>
                    <a:pt x="420" y="94"/>
                  </a:lnTo>
                  <a:lnTo>
                    <a:pt x="280" y="187"/>
                  </a:lnTo>
                  <a:lnTo>
                    <a:pt x="140" y="281"/>
                  </a:lnTo>
                  <a:lnTo>
                    <a:pt x="93" y="421"/>
                  </a:lnTo>
                  <a:lnTo>
                    <a:pt x="0" y="607"/>
                  </a:lnTo>
                  <a:lnTo>
                    <a:pt x="0" y="747"/>
                  </a:lnTo>
                  <a:lnTo>
                    <a:pt x="0" y="934"/>
                  </a:lnTo>
                  <a:lnTo>
                    <a:pt x="47" y="1074"/>
                  </a:lnTo>
                  <a:lnTo>
                    <a:pt x="93" y="1214"/>
                  </a:lnTo>
                  <a:lnTo>
                    <a:pt x="187" y="1354"/>
                  </a:lnTo>
                  <a:lnTo>
                    <a:pt x="327" y="1448"/>
                  </a:lnTo>
                  <a:lnTo>
                    <a:pt x="467" y="1541"/>
                  </a:lnTo>
                  <a:lnTo>
                    <a:pt x="747" y="1634"/>
                  </a:lnTo>
                  <a:lnTo>
                    <a:pt x="840" y="1634"/>
                  </a:lnTo>
                  <a:lnTo>
                    <a:pt x="933" y="1588"/>
                  </a:lnTo>
                  <a:lnTo>
                    <a:pt x="1120" y="1448"/>
                  </a:lnTo>
                  <a:lnTo>
                    <a:pt x="1260" y="1214"/>
                  </a:lnTo>
                  <a:lnTo>
                    <a:pt x="1400" y="887"/>
                  </a:lnTo>
                  <a:lnTo>
                    <a:pt x="1447" y="561"/>
                  </a:lnTo>
                  <a:lnTo>
                    <a:pt x="1447" y="421"/>
                  </a:lnTo>
                  <a:lnTo>
                    <a:pt x="1400" y="281"/>
                  </a:lnTo>
                  <a:lnTo>
                    <a:pt x="1307" y="141"/>
                  </a:lnTo>
                  <a:lnTo>
                    <a:pt x="1167" y="47"/>
                  </a:lnTo>
                  <a:lnTo>
                    <a:pt x="10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1" name="Google Shape;9421;p53"/>
            <p:cNvSpPr/>
            <p:nvPr/>
          </p:nvSpPr>
          <p:spPr>
            <a:xfrm>
              <a:off x="7183250" y="1290475"/>
              <a:ext cx="28025" cy="40875"/>
            </a:xfrm>
            <a:custGeom>
              <a:rect b="b" l="l" r="r" t="t"/>
              <a:pathLst>
                <a:path extrusionOk="0" h="1635" w="1121">
                  <a:moveTo>
                    <a:pt x="187" y="1"/>
                  </a:moveTo>
                  <a:lnTo>
                    <a:pt x="0" y="47"/>
                  </a:lnTo>
                  <a:lnTo>
                    <a:pt x="94" y="47"/>
                  </a:lnTo>
                  <a:lnTo>
                    <a:pt x="234" y="141"/>
                  </a:lnTo>
                  <a:lnTo>
                    <a:pt x="374" y="281"/>
                  </a:lnTo>
                  <a:lnTo>
                    <a:pt x="467" y="374"/>
                  </a:lnTo>
                  <a:lnTo>
                    <a:pt x="514" y="561"/>
                  </a:lnTo>
                  <a:lnTo>
                    <a:pt x="560" y="701"/>
                  </a:lnTo>
                  <a:lnTo>
                    <a:pt x="560" y="841"/>
                  </a:lnTo>
                  <a:lnTo>
                    <a:pt x="514" y="1028"/>
                  </a:lnTo>
                  <a:lnTo>
                    <a:pt x="467" y="1168"/>
                  </a:lnTo>
                  <a:lnTo>
                    <a:pt x="374" y="1308"/>
                  </a:lnTo>
                  <a:lnTo>
                    <a:pt x="280" y="1401"/>
                  </a:lnTo>
                  <a:lnTo>
                    <a:pt x="140" y="1494"/>
                  </a:lnTo>
                  <a:lnTo>
                    <a:pt x="0" y="1588"/>
                  </a:lnTo>
                  <a:lnTo>
                    <a:pt x="187" y="1634"/>
                  </a:lnTo>
                  <a:lnTo>
                    <a:pt x="327" y="1634"/>
                  </a:lnTo>
                  <a:lnTo>
                    <a:pt x="607" y="1588"/>
                  </a:lnTo>
                  <a:lnTo>
                    <a:pt x="840" y="1401"/>
                  </a:lnTo>
                  <a:lnTo>
                    <a:pt x="980" y="1308"/>
                  </a:lnTo>
                  <a:lnTo>
                    <a:pt x="1027" y="1168"/>
                  </a:lnTo>
                  <a:lnTo>
                    <a:pt x="1120" y="1028"/>
                  </a:lnTo>
                  <a:lnTo>
                    <a:pt x="1120" y="841"/>
                  </a:lnTo>
                  <a:lnTo>
                    <a:pt x="1120" y="701"/>
                  </a:lnTo>
                  <a:lnTo>
                    <a:pt x="1074" y="561"/>
                  </a:lnTo>
                  <a:lnTo>
                    <a:pt x="1027" y="374"/>
                  </a:lnTo>
                  <a:lnTo>
                    <a:pt x="934" y="281"/>
                  </a:lnTo>
                  <a:lnTo>
                    <a:pt x="794" y="141"/>
                  </a:lnTo>
                  <a:lnTo>
                    <a:pt x="654" y="47"/>
                  </a:lnTo>
                  <a:lnTo>
                    <a:pt x="51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2" name="Google Shape;9422;p53"/>
            <p:cNvSpPr/>
            <p:nvPr/>
          </p:nvSpPr>
          <p:spPr>
            <a:xfrm>
              <a:off x="7046750" y="1335975"/>
              <a:ext cx="214700" cy="184375"/>
            </a:xfrm>
            <a:custGeom>
              <a:rect b="b" l="l" r="r" t="t"/>
              <a:pathLst>
                <a:path extrusionOk="0" h="7375" w="8588">
                  <a:moveTo>
                    <a:pt x="0" y="1"/>
                  </a:moveTo>
                  <a:lnTo>
                    <a:pt x="887" y="7094"/>
                  </a:lnTo>
                  <a:lnTo>
                    <a:pt x="934" y="7188"/>
                  </a:lnTo>
                  <a:lnTo>
                    <a:pt x="980" y="7281"/>
                  </a:lnTo>
                  <a:lnTo>
                    <a:pt x="1120" y="7374"/>
                  </a:lnTo>
                  <a:lnTo>
                    <a:pt x="7420" y="7374"/>
                  </a:lnTo>
                  <a:lnTo>
                    <a:pt x="7420" y="7328"/>
                  </a:lnTo>
                  <a:lnTo>
                    <a:pt x="7420" y="7234"/>
                  </a:lnTo>
                  <a:lnTo>
                    <a:pt x="7374" y="7141"/>
                  </a:lnTo>
                  <a:lnTo>
                    <a:pt x="7374" y="7001"/>
                  </a:lnTo>
                  <a:lnTo>
                    <a:pt x="858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3" name="Google Shape;9423;p53"/>
            <p:cNvSpPr/>
            <p:nvPr/>
          </p:nvSpPr>
          <p:spPr>
            <a:xfrm>
              <a:off x="7217075" y="1335975"/>
              <a:ext cx="44375" cy="184375"/>
            </a:xfrm>
            <a:custGeom>
              <a:rect b="b" l="l" r="r" t="t"/>
              <a:pathLst>
                <a:path extrusionOk="0" h="7375" w="1775">
                  <a:moveTo>
                    <a:pt x="1121" y="1"/>
                  </a:moveTo>
                  <a:lnTo>
                    <a:pt x="187" y="7094"/>
                  </a:lnTo>
                  <a:lnTo>
                    <a:pt x="141" y="7188"/>
                  </a:lnTo>
                  <a:lnTo>
                    <a:pt x="94" y="7281"/>
                  </a:lnTo>
                  <a:lnTo>
                    <a:pt x="1" y="7374"/>
                  </a:lnTo>
                  <a:lnTo>
                    <a:pt x="654" y="7374"/>
                  </a:lnTo>
                  <a:lnTo>
                    <a:pt x="748" y="7281"/>
                  </a:lnTo>
                  <a:lnTo>
                    <a:pt x="841" y="7188"/>
                  </a:lnTo>
                  <a:lnTo>
                    <a:pt x="888" y="7094"/>
                  </a:lnTo>
                  <a:lnTo>
                    <a:pt x="17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4" name="Google Shape;9424;p53"/>
            <p:cNvSpPr/>
            <p:nvPr/>
          </p:nvSpPr>
          <p:spPr>
            <a:xfrm>
              <a:off x="7033900" y="1317325"/>
              <a:ext cx="234550" cy="44350"/>
            </a:xfrm>
            <a:custGeom>
              <a:rect b="b" l="l" r="r" t="t"/>
              <a:pathLst>
                <a:path extrusionOk="0" h="1774" w="9382">
                  <a:moveTo>
                    <a:pt x="188" y="0"/>
                  </a:moveTo>
                  <a:lnTo>
                    <a:pt x="94" y="94"/>
                  </a:lnTo>
                  <a:lnTo>
                    <a:pt x="48" y="187"/>
                  </a:lnTo>
                  <a:lnTo>
                    <a:pt x="1" y="280"/>
                  </a:lnTo>
                  <a:lnTo>
                    <a:pt x="1" y="1447"/>
                  </a:lnTo>
                  <a:lnTo>
                    <a:pt x="48" y="1587"/>
                  </a:lnTo>
                  <a:lnTo>
                    <a:pt x="94" y="1680"/>
                  </a:lnTo>
                  <a:lnTo>
                    <a:pt x="188" y="1727"/>
                  </a:lnTo>
                  <a:lnTo>
                    <a:pt x="328" y="1774"/>
                  </a:lnTo>
                  <a:lnTo>
                    <a:pt x="9241" y="1774"/>
                  </a:lnTo>
                  <a:lnTo>
                    <a:pt x="9335" y="1727"/>
                  </a:lnTo>
                  <a:lnTo>
                    <a:pt x="9335" y="1680"/>
                  </a:lnTo>
                  <a:lnTo>
                    <a:pt x="9288" y="1447"/>
                  </a:lnTo>
                  <a:lnTo>
                    <a:pt x="9335" y="280"/>
                  </a:lnTo>
                  <a:lnTo>
                    <a:pt x="9381" y="47"/>
                  </a:lnTo>
                  <a:lnTo>
                    <a:pt x="9335" y="0"/>
                  </a:lnTo>
                  <a:lnTo>
                    <a:pt x="5228" y="0"/>
                  </a:lnTo>
                  <a:lnTo>
                    <a:pt x="3314" y="560"/>
                  </a:lnTo>
                  <a:lnTo>
                    <a:pt x="182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5" name="Google Shape;9425;p53"/>
            <p:cNvSpPr/>
            <p:nvPr/>
          </p:nvSpPr>
          <p:spPr>
            <a:xfrm>
              <a:off x="7079400" y="1317325"/>
              <a:ext cx="77050" cy="98025"/>
            </a:xfrm>
            <a:custGeom>
              <a:rect b="b" l="l" r="r" t="t"/>
              <a:pathLst>
                <a:path extrusionOk="0" h="3921" w="3082">
                  <a:moveTo>
                    <a:pt x="1" y="0"/>
                  </a:moveTo>
                  <a:lnTo>
                    <a:pt x="1" y="3594"/>
                  </a:lnTo>
                  <a:lnTo>
                    <a:pt x="1" y="3734"/>
                  </a:lnTo>
                  <a:lnTo>
                    <a:pt x="94" y="3827"/>
                  </a:lnTo>
                  <a:lnTo>
                    <a:pt x="188" y="3874"/>
                  </a:lnTo>
                  <a:lnTo>
                    <a:pt x="328" y="3920"/>
                  </a:lnTo>
                  <a:lnTo>
                    <a:pt x="2801" y="3920"/>
                  </a:lnTo>
                  <a:lnTo>
                    <a:pt x="30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6" name="Google Shape;9426;p53"/>
            <p:cNvSpPr/>
            <p:nvPr/>
          </p:nvSpPr>
          <p:spPr>
            <a:xfrm>
              <a:off x="7138925" y="1317325"/>
              <a:ext cx="25675" cy="98025"/>
            </a:xfrm>
            <a:custGeom>
              <a:rect b="b" l="l" r="r" t="t"/>
              <a:pathLst>
                <a:path extrusionOk="0" h="3921" w="1027">
                  <a:moveTo>
                    <a:pt x="327" y="0"/>
                  </a:moveTo>
                  <a:lnTo>
                    <a:pt x="327" y="3594"/>
                  </a:lnTo>
                  <a:lnTo>
                    <a:pt x="327" y="3734"/>
                  </a:lnTo>
                  <a:lnTo>
                    <a:pt x="233" y="3827"/>
                  </a:lnTo>
                  <a:lnTo>
                    <a:pt x="140" y="3874"/>
                  </a:lnTo>
                  <a:lnTo>
                    <a:pt x="0" y="3920"/>
                  </a:lnTo>
                  <a:lnTo>
                    <a:pt x="700" y="3920"/>
                  </a:lnTo>
                  <a:lnTo>
                    <a:pt x="840" y="3874"/>
                  </a:lnTo>
                  <a:lnTo>
                    <a:pt x="933" y="3827"/>
                  </a:lnTo>
                  <a:lnTo>
                    <a:pt x="980" y="3734"/>
                  </a:lnTo>
                  <a:lnTo>
                    <a:pt x="1027" y="3594"/>
                  </a:lnTo>
                  <a:lnTo>
                    <a:pt x="10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7" name="Google Shape;9427;p53"/>
            <p:cNvSpPr/>
            <p:nvPr/>
          </p:nvSpPr>
          <p:spPr>
            <a:xfrm>
              <a:off x="7248575" y="1317325"/>
              <a:ext cx="24525" cy="44350"/>
            </a:xfrm>
            <a:custGeom>
              <a:rect b="b" l="l" r="r" t="t"/>
              <a:pathLst>
                <a:path extrusionOk="0" h="1774" w="981">
                  <a:moveTo>
                    <a:pt x="94" y="0"/>
                  </a:moveTo>
                  <a:lnTo>
                    <a:pt x="234" y="94"/>
                  </a:lnTo>
                  <a:lnTo>
                    <a:pt x="281" y="187"/>
                  </a:lnTo>
                  <a:lnTo>
                    <a:pt x="328" y="280"/>
                  </a:lnTo>
                  <a:lnTo>
                    <a:pt x="328" y="1447"/>
                  </a:lnTo>
                  <a:lnTo>
                    <a:pt x="281" y="1587"/>
                  </a:lnTo>
                  <a:lnTo>
                    <a:pt x="234" y="1680"/>
                  </a:lnTo>
                  <a:lnTo>
                    <a:pt x="94" y="1727"/>
                  </a:lnTo>
                  <a:lnTo>
                    <a:pt x="1" y="1774"/>
                  </a:lnTo>
                  <a:lnTo>
                    <a:pt x="654" y="1774"/>
                  </a:lnTo>
                  <a:lnTo>
                    <a:pt x="794" y="1727"/>
                  </a:lnTo>
                  <a:lnTo>
                    <a:pt x="888" y="1680"/>
                  </a:lnTo>
                  <a:lnTo>
                    <a:pt x="981" y="1587"/>
                  </a:lnTo>
                  <a:lnTo>
                    <a:pt x="981" y="1447"/>
                  </a:lnTo>
                  <a:lnTo>
                    <a:pt x="981" y="280"/>
                  </a:lnTo>
                  <a:lnTo>
                    <a:pt x="981" y="187"/>
                  </a:lnTo>
                  <a:lnTo>
                    <a:pt x="888" y="94"/>
                  </a:lnTo>
                  <a:lnTo>
                    <a:pt x="79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8" name="Google Shape;9428;p53"/>
            <p:cNvSpPr/>
            <p:nvPr/>
          </p:nvSpPr>
          <p:spPr>
            <a:xfrm>
              <a:off x="7238075" y="1199475"/>
              <a:ext cx="31525" cy="37375"/>
            </a:xfrm>
            <a:custGeom>
              <a:rect b="b" l="l" r="r" t="t"/>
              <a:pathLst>
                <a:path extrusionOk="0" h="1495" w="1261">
                  <a:moveTo>
                    <a:pt x="1" y="1167"/>
                  </a:moveTo>
                  <a:lnTo>
                    <a:pt x="48" y="1214"/>
                  </a:lnTo>
                  <a:lnTo>
                    <a:pt x="74" y="1201"/>
                  </a:lnTo>
                  <a:lnTo>
                    <a:pt x="74" y="1201"/>
                  </a:lnTo>
                  <a:lnTo>
                    <a:pt x="1" y="1167"/>
                  </a:lnTo>
                  <a:close/>
                  <a:moveTo>
                    <a:pt x="561" y="1"/>
                  </a:moveTo>
                  <a:lnTo>
                    <a:pt x="608" y="47"/>
                  </a:lnTo>
                  <a:lnTo>
                    <a:pt x="654" y="141"/>
                  </a:lnTo>
                  <a:lnTo>
                    <a:pt x="654" y="234"/>
                  </a:lnTo>
                  <a:lnTo>
                    <a:pt x="654" y="281"/>
                  </a:lnTo>
                  <a:lnTo>
                    <a:pt x="281" y="1074"/>
                  </a:lnTo>
                  <a:lnTo>
                    <a:pt x="234" y="1121"/>
                  </a:lnTo>
                  <a:lnTo>
                    <a:pt x="141" y="1167"/>
                  </a:lnTo>
                  <a:lnTo>
                    <a:pt x="74" y="1201"/>
                  </a:lnTo>
                  <a:lnTo>
                    <a:pt x="74" y="1201"/>
                  </a:lnTo>
                  <a:lnTo>
                    <a:pt x="608" y="1447"/>
                  </a:lnTo>
                  <a:lnTo>
                    <a:pt x="654" y="1494"/>
                  </a:lnTo>
                  <a:lnTo>
                    <a:pt x="748" y="1494"/>
                  </a:lnTo>
                  <a:lnTo>
                    <a:pt x="841" y="1447"/>
                  </a:lnTo>
                  <a:lnTo>
                    <a:pt x="888" y="1354"/>
                  </a:lnTo>
                  <a:lnTo>
                    <a:pt x="1261" y="607"/>
                  </a:lnTo>
                  <a:lnTo>
                    <a:pt x="1261" y="514"/>
                  </a:lnTo>
                  <a:lnTo>
                    <a:pt x="1261" y="421"/>
                  </a:lnTo>
                  <a:lnTo>
                    <a:pt x="1214" y="374"/>
                  </a:lnTo>
                  <a:lnTo>
                    <a:pt x="1168" y="327"/>
                  </a:lnTo>
                  <a:lnTo>
                    <a:pt x="56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29" name="Google Shape;9429;p53"/>
          <p:cNvGrpSpPr/>
          <p:nvPr/>
        </p:nvGrpSpPr>
        <p:grpSpPr>
          <a:xfrm>
            <a:off x="7054584" y="1893938"/>
            <a:ext cx="233375" cy="336025"/>
            <a:chOff x="7789925" y="1184325"/>
            <a:chExt cx="233375" cy="336025"/>
          </a:xfrm>
        </p:grpSpPr>
        <p:sp>
          <p:nvSpPr>
            <p:cNvPr id="9430" name="Google Shape;9430;p53"/>
            <p:cNvSpPr/>
            <p:nvPr/>
          </p:nvSpPr>
          <p:spPr>
            <a:xfrm>
              <a:off x="7929950" y="1270650"/>
              <a:ext cx="93350" cy="89850"/>
            </a:xfrm>
            <a:custGeom>
              <a:rect b="b" l="l" r="r" t="t"/>
              <a:pathLst>
                <a:path extrusionOk="0" h="3594" w="3734">
                  <a:moveTo>
                    <a:pt x="187" y="0"/>
                  </a:moveTo>
                  <a:lnTo>
                    <a:pt x="93" y="47"/>
                  </a:lnTo>
                  <a:lnTo>
                    <a:pt x="47" y="94"/>
                  </a:lnTo>
                  <a:lnTo>
                    <a:pt x="0" y="140"/>
                  </a:lnTo>
                  <a:lnTo>
                    <a:pt x="0" y="234"/>
                  </a:lnTo>
                  <a:lnTo>
                    <a:pt x="0" y="280"/>
                  </a:lnTo>
                  <a:lnTo>
                    <a:pt x="47" y="374"/>
                  </a:lnTo>
                  <a:lnTo>
                    <a:pt x="93" y="374"/>
                  </a:lnTo>
                  <a:lnTo>
                    <a:pt x="187" y="420"/>
                  </a:lnTo>
                  <a:lnTo>
                    <a:pt x="2240" y="420"/>
                  </a:lnTo>
                  <a:lnTo>
                    <a:pt x="2520" y="514"/>
                  </a:lnTo>
                  <a:lnTo>
                    <a:pt x="2754" y="654"/>
                  </a:lnTo>
                  <a:lnTo>
                    <a:pt x="2940" y="840"/>
                  </a:lnTo>
                  <a:lnTo>
                    <a:pt x="3127" y="1027"/>
                  </a:lnTo>
                  <a:lnTo>
                    <a:pt x="3267" y="1260"/>
                  </a:lnTo>
                  <a:lnTo>
                    <a:pt x="3314" y="1540"/>
                  </a:lnTo>
                  <a:lnTo>
                    <a:pt x="3360" y="1821"/>
                  </a:lnTo>
                  <a:lnTo>
                    <a:pt x="3314" y="2054"/>
                  </a:lnTo>
                  <a:lnTo>
                    <a:pt x="3267" y="2334"/>
                  </a:lnTo>
                  <a:lnTo>
                    <a:pt x="3127" y="2567"/>
                  </a:lnTo>
                  <a:lnTo>
                    <a:pt x="2940" y="2801"/>
                  </a:lnTo>
                  <a:lnTo>
                    <a:pt x="2754" y="2941"/>
                  </a:lnTo>
                  <a:lnTo>
                    <a:pt x="2520" y="3081"/>
                  </a:lnTo>
                  <a:lnTo>
                    <a:pt x="2240" y="3174"/>
                  </a:lnTo>
                  <a:lnTo>
                    <a:pt x="1447" y="3174"/>
                  </a:lnTo>
                  <a:lnTo>
                    <a:pt x="1400" y="3221"/>
                  </a:lnTo>
                  <a:lnTo>
                    <a:pt x="1307" y="3221"/>
                  </a:lnTo>
                  <a:lnTo>
                    <a:pt x="1260" y="3314"/>
                  </a:lnTo>
                  <a:lnTo>
                    <a:pt x="1260" y="3361"/>
                  </a:lnTo>
                  <a:lnTo>
                    <a:pt x="1260" y="3454"/>
                  </a:lnTo>
                  <a:lnTo>
                    <a:pt x="1307" y="3501"/>
                  </a:lnTo>
                  <a:lnTo>
                    <a:pt x="1400" y="3547"/>
                  </a:lnTo>
                  <a:lnTo>
                    <a:pt x="1447" y="3594"/>
                  </a:lnTo>
                  <a:lnTo>
                    <a:pt x="1960" y="3594"/>
                  </a:lnTo>
                  <a:lnTo>
                    <a:pt x="2334" y="3547"/>
                  </a:lnTo>
                  <a:lnTo>
                    <a:pt x="2660" y="3454"/>
                  </a:lnTo>
                  <a:lnTo>
                    <a:pt x="2940" y="3267"/>
                  </a:lnTo>
                  <a:lnTo>
                    <a:pt x="3220" y="3081"/>
                  </a:lnTo>
                  <a:lnTo>
                    <a:pt x="3454" y="2801"/>
                  </a:lnTo>
                  <a:lnTo>
                    <a:pt x="3594" y="2474"/>
                  </a:lnTo>
                  <a:lnTo>
                    <a:pt x="3734" y="2147"/>
                  </a:lnTo>
                  <a:lnTo>
                    <a:pt x="3734" y="1821"/>
                  </a:lnTo>
                  <a:lnTo>
                    <a:pt x="3734" y="1447"/>
                  </a:lnTo>
                  <a:lnTo>
                    <a:pt x="3594" y="1120"/>
                  </a:lnTo>
                  <a:lnTo>
                    <a:pt x="3454" y="794"/>
                  </a:lnTo>
                  <a:lnTo>
                    <a:pt x="3220" y="560"/>
                  </a:lnTo>
                  <a:lnTo>
                    <a:pt x="2940" y="327"/>
                  </a:lnTo>
                  <a:lnTo>
                    <a:pt x="2660" y="140"/>
                  </a:lnTo>
                  <a:lnTo>
                    <a:pt x="2334" y="47"/>
                  </a:lnTo>
                  <a:lnTo>
                    <a:pt x="19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1" name="Google Shape;9431;p53"/>
            <p:cNvSpPr/>
            <p:nvPr/>
          </p:nvSpPr>
          <p:spPr>
            <a:xfrm>
              <a:off x="7857600" y="1184325"/>
              <a:ext cx="79375" cy="38525"/>
            </a:xfrm>
            <a:custGeom>
              <a:rect b="b" l="l" r="r" t="t"/>
              <a:pathLst>
                <a:path extrusionOk="0" h="1541" w="3175">
                  <a:moveTo>
                    <a:pt x="327" y="0"/>
                  </a:moveTo>
                  <a:lnTo>
                    <a:pt x="187" y="47"/>
                  </a:lnTo>
                  <a:lnTo>
                    <a:pt x="94" y="93"/>
                  </a:lnTo>
                  <a:lnTo>
                    <a:pt x="47" y="187"/>
                  </a:lnTo>
                  <a:lnTo>
                    <a:pt x="1" y="327"/>
                  </a:lnTo>
                  <a:lnTo>
                    <a:pt x="1" y="1540"/>
                  </a:lnTo>
                  <a:lnTo>
                    <a:pt x="3174" y="1540"/>
                  </a:lnTo>
                  <a:lnTo>
                    <a:pt x="2754" y="560"/>
                  </a:lnTo>
                  <a:lnTo>
                    <a:pt x="2801" y="373"/>
                  </a:lnTo>
                  <a:lnTo>
                    <a:pt x="2894" y="187"/>
                  </a:lnTo>
                  <a:lnTo>
                    <a:pt x="2894" y="47"/>
                  </a:lnTo>
                  <a:lnTo>
                    <a:pt x="289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2" name="Google Shape;9432;p53"/>
            <p:cNvSpPr/>
            <p:nvPr/>
          </p:nvSpPr>
          <p:spPr>
            <a:xfrm>
              <a:off x="7789925" y="1228650"/>
              <a:ext cx="211200" cy="290525"/>
            </a:xfrm>
            <a:custGeom>
              <a:rect b="b" l="l" r="r" t="t"/>
              <a:pathLst>
                <a:path extrusionOk="0" h="11621" w="8448">
                  <a:moveTo>
                    <a:pt x="2614" y="0"/>
                  </a:moveTo>
                  <a:lnTo>
                    <a:pt x="2521" y="47"/>
                  </a:lnTo>
                  <a:lnTo>
                    <a:pt x="2474" y="140"/>
                  </a:lnTo>
                  <a:lnTo>
                    <a:pt x="2474" y="234"/>
                  </a:lnTo>
                  <a:lnTo>
                    <a:pt x="2708" y="1120"/>
                  </a:lnTo>
                  <a:lnTo>
                    <a:pt x="2801" y="1680"/>
                  </a:lnTo>
                  <a:lnTo>
                    <a:pt x="2894" y="2240"/>
                  </a:lnTo>
                  <a:lnTo>
                    <a:pt x="2894" y="2800"/>
                  </a:lnTo>
                  <a:lnTo>
                    <a:pt x="2848" y="3407"/>
                  </a:lnTo>
                  <a:lnTo>
                    <a:pt x="2801" y="3734"/>
                  </a:lnTo>
                  <a:lnTo>
                    <a:pt x="2661" y="4014"/>
                  </a:lnTo>
                  <a:lnTo>
                    <a:pt x="2428" y="4294"/>
                  </a:lnTo>
                  <a:lnTo>
                    <a:pt x="2148" y="4481"/>
                  </a:lnTo>
                  <a:lnTo>
                    <a:pt x="1681" y="4807"/>
                  </a:lnTo>
                  <a:lnTo>
                    <a:pt x="1261" y="5134"/>
                  </a:lnTo>
                  <a:lnTo>
                    <a:pt x="934" y="5554"/>
                  </a:lnTo>
                  <a:lnTo>
                    <a:pt x="608" y="6021"/>
                  </a:lnTo>
                  <a:lnTo>
                    <a:pt x="374" y="6534"/>
                  </a:lnTo>
                  <a:lnTo>
                    <a:pt x="188" y="7047"/>
                  </a:lnTo>
                  <a:lnTo>
                    <a:pt x="48" y="7607"/>
                  </a:lnTo>
                  <a:lnTo>
                    <a:pt x="1" y="8214"/>
                  </a:lnTo>
                  <a:lnTo>
                    <a:pt x="48" y="8447"/>
                  </a:lnTo>
                  <a:lnTo>
                    <a:pt x="94" y="8681"/>
                  </a:lnTo>
                  <a:lnTo>
                    <a:pt x="141" y="8867"/>
                  </a:lnTo>
                  <a:lnTo>
                    <a:pt x="234" y="9007"/>
                  </a:lnTo>
                  <a:lnTo>
                    <a:pt x="514" y="9334"/>
                  </a:lnTo>
                  <a:lnTo>
                    <a:pt x="841" y="9567"/>
                  </a:lnTo>
                  <a:lnTo>
                    <a:pt x="1634" y="10034"/>
                  </a:lnTo>
                  <a:lnTo>
                    <a:pt x="2008" y="10267"/>
                  </a:lnTo>
                  <a:lnTo>
                    <a:pt x="2381" y="10547"/>
                  </a:lnTo>
                  <a:lnTo>
                    <a:pt x="4668" y="11107"/>
                  </a:lnTo>
                  <a:lnTo>
                    <a:pt x="6908" y="11621"/>
                  </a:lnTo>
                  <a:lnTo>
                    <a:pt x="7001" y="11574"/>
                  </a:lnTo>
                  <a:lnTo>
                    <a:pt x="7095" y="11527"/>
                  </a:lnTo>
                  <a:lnTo>
                    <a:pt x="7421" y="11201"/>
                  </a:lnTo>
                  <a:lnTo>
                    <a:pt x="7701" y="10827"/>
                  </a:lnTo>
                  <a:lnTo>
                    <a:pt x="7935" y="10454"/>
                  </a:lnTo>
                  <a:lnTo>
                    <a:pt x="8121" y="9987"/>
                  </a:lnTo>
                  <a:lnTo>
                    <a:pt x="8261" y="9567"/>
                  </a:lnTo>
                  <a:lnTo>
                    <a:pt x="8355" y="9054"/>
                  </a:lnTo>
                  <a:lnTo>
                    <a:pt x="8401" y="8587"/>
                  </a:lnTo>
                  <a:lnTo>
                    <a:pt x="8448" y="8074"/>
                  </a:lnTo>
                  <a:lnTo>
                    <a:pt x="8401" y="7514"/>
                  </a:lnTo>
                  <a:lnTo>
                    <a:pt x="8308" y="6954"/>
                  </a:lnTo>
                  <a:lnTo>
                    <a:pt x="8121" y="6487"/>
                  </a:lnTo>
                  <a:lnTo>
                    <a:pt x="7888" y="6067"/>
                  </a:lnTo>
                  <a:lnTo>
                    <a:pt x="7561" y="5647"/>
                  </a:lnTo>
                  <a:lnTo>
                    <a:pt x="7188" y="5274"/>
                  </a:lnTo>
                  <a:lnTo>
                    <a:pt x="6815" y="4947"/>
                  </a:lnTo>
                  <a:lnTo>
                    <a:pt x="6348" y="4667"/>
                  </a:lnTo>
                  <a:lnTo>
                    <a:pt x="6068" y="4481"/>
                  </a:lnTo>
                  <a:lnTo>
                    <a:pt x="5834" y="4201"/>
                  </a:lnTo>
                  <a:lnTo>
                    <a:pt x="5648" y="3874"/>
                  </a:lnTo>
                  <a:lnTo>
                    <a:pt x="5601" y="3547"/>
                  </a:lnTo>
                  <a:lnTo>
                    <a:pt x="5554" y="2940"/>
                  </a:lnTo>
                  <a:lnTo>
                    <a:pt x="5554" y="2334"/>
                  </a:lnTo>
                  <a:lnTo>
                    <a:pt x="5601" y="1680"/>
                  </a:lnTo>
                  <a:lnTo>
                    <a:pt x="5694" y="1120"/>
                  </a:lnTo>
                  <a:lnTo>
                    <a:pt x="6161" y="234"/>
                  </a:lnTo>
                  <a:lnTo>
                    <a:pt x="6161" y="140"/>
                  </a:lnTo>
                  <a:lnTo>
                    <a:pt x="6161" y="47"/>
                  </a:lnTo>
                  <a:lnTo>
                    <a:pt x="606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3" name="Google Shape;9433;p53"/>
            <p:cNvSpPr/>
            <p:nvPr/>
          </p:nvSpPr>
          <p:spPr>
            <a:xfrm>
              <a:off x="7917100" y="1228650"/>
              <a:ext cx="88700" cy="290525"/>
            </a:xfrm>
            <a:custGeom>
              <a:rect b="b" l="l" r="r" t="t"/>
              <a:pathLst>
                <a:path extrusionOk="0" h="11621" w="3548">
                  <a:moveTo>
                    <a:pt x="327" y="0"/>
                  </a:moveTo>
                  <a:lnTo>
                    <a:pt x="374" y="47"/>
                  </a:lnTo>
                  <a:lnTo>
                    <a:pt x="421" y="140"/>
                  </a:lnTo>
                  <a:lnTo>
                    <a:pt x="421" y="234"/>
                  </a:lnTo>
                  <a:lnTo>
                    <a:pt x="187" y="1120"/>
                  </a:lnTo>
                  <a:lnTo>
                    <a:pt x="94" y="1680"/>
                  </a:lnTo>
                  <a:lnTo>
                    <a:pt x="47" y="2240"/>
                  </a:lnTo>
                  <a:lnTo>
                    <a:pt x="1" y="2800"/>
                  </a:lnTo>
                  <a:lnTo>
                    <a:pt x="47" y="3407"/>
                  </a:lnTo>
                  <a:lnTo>
                    <a:pt x="141" y="3734"/>
                  </a:lnTo>
                  <a:lnTo>
                    <a:pt x="281" y="4014"/>
                  </a:lnTo>
                  <a:lnTo>
                    <a:pt x="467" y="4294"/>
                  </a:lnTo>
                  <a:lnTo>
                    <a:pt x="747" y="4481"/>
                  </a:lnTo>
                  <a:lnTo>
                    <a:pt x="1214" y="4807"/>
                  </a:lnTo>
                  <a:lnTo>
                    <a:pt x="1634" y="5134"/>
                  </a:lnTo>
                  <a:lnTo>
                    <a:pt x="2008" y="5554"/>
                  </a:lnTo>
                  <a:lnTo>
                    <a:pt x="2288" y="6021"/>
                  </a:lnTo>
                  <a:lnTo>
                    <a:pt x="2568" y="6534"/>
                  </a:lnTo>
                  <a:lnTo>
                    <a:pt x="2754" y="7047"/>
                  </a:lnTo>
                  <a:lnTo>
                    <a:pt x="2848" y="7607"/>
                  </a:lnTo>
                  <a:lnTo>
                    <a:pt x="2894" y="8214"/>
                  </a:lnTo>
                  <a:lnTo>
                    <a:pt x="2848" y="8681"/>
                  </a:lnTo>
                  <a:lnTo>
                    <a:pt x="2801" y="9194"/>
                  </a:lnTo>
                  <a:lnTo>
                    <a:pt x="2661" y="9661"/>
                  </a:lnTo>
                  <a:lnTo>
                    <a:pt x="2474" y="10081"/>
                  </a:lnTo>
                  <a:lnTo>
                    <a:pt x="2241" y="10501"/>
                  </a:lnTo>
                  <a:lnTo>
                    <a:pt x="1961" y="10874"/>
                  </a:lnTo>
                  <a:lnTo>
                    <a:pt x="1681" y="11201"/>
                  </a:lnTo>
                  <a:lnTo>
                    <a:pt x="1308" y="11527"/>
                  </a:lnTo>
                  <a:lnTo>
                    <a:pt x="1214" y="11574"/>
                  </a:lnTo>
                  <a:lnTo>
                    <a:pt x="1121" y="11621"/>
                  </a:lnTo>
                  <a:lnTo>
                    <a:pt x="1821" y="11621"/>
                  </a:lnTo>
                  <a:lnTo>
                    <a:pt x="1914" y="11574"/>
                  </a:lnTo>
                  <a:lnTo>
                    <a:pt x="2008" y="11527"/>
                  </a:lnTo>
                  <a:lnTo>
                    <a:pt x="2334" y="11201"/>
                  </a:lnTo>
                  <a:lnTo>
                    <a:pt x="2661" y="10874"/>
                  </a:lnTo>
                  <a:lnTo>
                    <a:pt x="2941" y="10501"/>
                  </a:lnTo>
                  <a:lnTo>
                    <a:pt x="3128" y="10081"/>
                  </a:lnTo>
                  <a:lnTo>
                    <a:pt x="3314" y="9661"/>
                  </a:lnTo>
                  <a:lnTo>
                    <a:pt x="3454" y="9194"/>
                  </a:lnTo>
                  <a:lnTo>
                    <a:pt x="3548" y="8681"/>
                  </a:lnTo>
                  <a:lnTo>
                    <a:pt x="3548" y="8214"/>
                  </a:lnTo>
                  <a:lnTo>
                    <a:pt x="3548" y="7607"/>
                  </a:lnTo>
                  <a:lnTo>
                    <a:pt x="3408" y="7047"/>
                  </a:lnTo>
                  <a:lnTo>
                    <a:pt x="3221" y="6534"/>
                  </a:lnTo>
                  <a:lnTo>
                    <a:pt x="2988" y="6021"/>
                  </a:lnTo>
                  <a:lnTo>
                    <a:pt x="2661" y="5554"/>
                  </a:lnTo>
                  <a:lnTo>
                    <a:pt x="2288" y="5134"/>
                  </a:lnTo>
                  <a:lnTo>
                    <a:pt x="1868" y="4807"/>
                  </a:lnTo>
                  <a:lnTo>
                    <a:pt x="1448" y="4481"/>
                  </a:lnTo>
                  <a:lnTo>
                    <a:pt x="1168" y="4294"/>
                  </a:lnTo>
                  <a:lnTo>
                    <a:pt x="934" y="4014"/>
                  </a:lnTo>
                  <a:lnTo>
                    <a:pt x="794" y="3734"/>
                  </a:lnTo>
                  <a:lnTo>
                    <a:pt x="701" y="3407"/>
                  </a:lnTo>
                  <a:lnTo>
                    <a:pt x="701" y="2800"/>
                  </a:lnTo>
                  <a:lnTo>
                    <a:pt x="701" y="2240"/>
                  </a:lnTo>
                  <a:lnTo>
                    <a:pt x="747" y="1680"/>
                  </a:lnTo>
                  <a:lnTo>
                    <a:pt x="887" y="1120"/>
                  </a:lnTo>
                  <a:lnTo>
                    <a:pt x="1074" y="234"/>
                  </a:lnTo>
                  <a:lnTo>
                    <a:pt x="1074" y="140"/>
                  </a:lnTo>
                  <a:lnTo>
                    <a:pt x="1074" y="47"/>
                  </a:lnTo>
                  <a:lnTo>
                    <a:pt x="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4" name="Google Shape;9434;p53"/>
            <p:cNvSpPr/>
            <p:nvPr/>
          </p:nvSpPr>
          <p:spPr>
            <a:xfrm>
              <a:off x="7789925" y="1384975"/>
              <a:ext cx="210050" cy="134200"/>
            </a:xfrm>
            <a:custGeom>
              <a:rect b="b" l="l" r="r" t="t"/>
              <a:pathLst>
                <a:path extrusionOk="0" h="5368" w="8402">
                  <a:moveTo>
                    <a:pt x="3314" y="1"/>
                  </a:moveTo>
                  <a:lnTo>
                    <a:pt x="2988" y="48"/>
                  </a:lnTo>
                  <a:lnTo>
                    <a:pt x="2754" y="94"/>
                  </a:lnTo>
                  <a:lnTo>
                    <a:pt x="2521" y="188"/>
                  </a:lnTo>
                  <a:lnTo>
                    <a:pt x="2334" y="281"/>
                  </a:lnTo>
                  <a:lnTo>
                    <a:pt x="2148" y="374"/>
                  </a:lnTo>
                  <a:lnTo>
                    <a:pt x="1914" y="468"/>
                  </a:lnTo>
                  <a:lnTo>
                    <a:pt x="1681" y="514"/>
                  </a:lnTo>
                  <a:lnTo>
                    <a:pt x="1354" y="561"/>
                  </a:lnTo>
                  <a:lnTo>
                    <a:pt x="1028" y="561"/>
                  </a:lnTo>
                  <a:lnTo>
                    <a:pt x="748" y="468"/>
                  </a:lnTo>
                  <a:lnTo>
                    <a:pt x="514" y="374"/>
                  </a:lnTo>
                  <a:lnTo>
                    <a:pt x="328" y="281"/>
                  </a:lnTo>
                  <a:lnTo>
                    <a:pt x="188" y="701"/>
                  </a:lnTo>
                  <a:lnTo>
                    <a:pt x="94" y="1074"/>
                  </a:lnTo>
                  <a:lnTo>
                    <a:pt x="48" y="1541"/>
                  </a:lnTo>
                  <a:lnTo>
                    <a:pt x="1" y="1961"/>
                  </a:lnTo>
                  <a:lnTo>
                    <a:pt x="48" y="2428"/>
                  </a:lnTo>
                  <a:lnTo>
                    <a:pt x="141" y="2941"/>
                  </a:lnTo>
                  <a:lnTo>
                    <a:pt x="281" y="3408"/>
                  </a:lnTo>
                  <a:lnTo>
                    <a:pt x="421" y="3828"/>
                  </a:lnTo>
                  <a:lnTo>
                    <a:pt x="654" y="4248"/>
                  </a:lnTo>
                  <a:lnTo>
                    <a:pt x="934" y="4621"/>
                  </a:lnTo>
                  <a:lnTo>
                    <a:pt x="1261" y="4948"/>
                  </a:lnTo>
                  <a:lnTo>
                    <a:pt x="1588" y="5274"/>
                  </a:lnTo>
                  <a:lnTo>
                    <a:pt x="1681" y="5321"/>
                  </a:lnTo>
                  <a:lnTo>
                    <a:pt x="1774" y="5368"/>
                  </a:lnTo>
                  <a:lnTo>
                    <a:pt x="6908" y="5368"/>
                  </a:lnTo>
                  <a:lnTo>
                    <a:pt x="7001" y="5321"/>
                  </a:lnTo>
                  <a:lnTo>
                    <a:pt x="7095" y="5274"/>
                  </a:lnTo>
                  <a:lnTo>
                    <a:pt x="7421" y="4948"/>
                  </a:lnTo>
                  <a:lnTo>
                    <a:pt x="7701" y="4621"/>
                  </a:lnTo>
                  <a:lnTo>
                    <a:pt x="7888" y="4201"/>
                  </a:lnTo>
                  <a:lnTo>
                    <a:pt x="8075" y="3781"/>
                  </a:lnTo>
                  <a:lnTo>
                    <a:pt x="8168" y="3314"/>
                  </a:lnTo>
                  <a:lnTo>
                    <a:pt x="8261" y="2848"/>
                  </a:lnTo>
                  <a:lnTo>
                    <a:pt x="8308" y="2334"/>
                  </a:lnTo>
                  <a:lnTo>
                    <a:pt x="8308" y="1868"/>
                  </a:lnTo>
                  <a:lnTo>
                    <a:pt x="8355" y="1448"/>
                  </a:lnTo>
                  <a:lnTo>
                    <a:pt x="8401" y="1028"/>
                  </a:lnTo>
                  <a:lnTo>
                    <a:pt x="8401" y="654"/>
                  </a:lnTo>
                  <a:lnTo>
                    <a:pt x="8401" y="468"/>
                  </a:lnTo>
                  <a:lnTo>
                    <a:pt x="8308" y="281"/>
                  </a:lnTo>
                  <a:lnTo>
                    <a:pt x="8121" y="188"/>
                  </a:lnTo>
                  <a:lnTo>
                    <a:pt x="7935" y="94"/>
                  </a:lnTo>
                  <a:lnTo>
                    <a:pt x="7655" y="48"/>
                  </a:lnTo>
                  <a:lnTo>
                    <a:pt x="7328" y="1"/>
                  </a:lnTo>
                  <a:lnTo>
                    <a:pt x="7001" y="48"/>
                  </a:lnTo>
                  <a:lnTo>
                    <a:pt x="6721" y="94"/>
                  </a:lnTo>
                  <a:lnTo>
                    <a:pt x="6535" y="188"/>
                  </a:lnTo>
                  <a:lnTo>
                    <a:pt x="6348" y="281"/>
                  </a:lnTo>
                  <a:lnTo>
                    <a:pt x="6161" y="374"/>
                  </a:lnTo>
                  <a:lnTo>
                    <a:pt x="5928" y="468"/>
                  </a:lnTo>
                  <a:lnTo>
                    <a:pt x="5648" y="514"/>
                  </a:lnTo>
                  <a:lnTo>
                    <a:pt x="5321" y="561"/>
                  </a:lnTo>
                  <a:lnTo>
                    <a:pt x="4994" y="514"/>
                  </a:lnTo>
                  <a:lnTo>
                    <a:pt x="4761" y="468"/>
                  </a:lnTo>
                  <a:lnTo>
                    <a:pt x="4528" y="374"/>
                  </a:lnTo>
                  <a:lnTo>
                    <a:pt x="4341" y="281"/>
                  </a:lnTo>
                  <a:lnTo>
                    <a:pt x="4154" y="188"/>
                  </a:lnTo>
                  <a:lnTo>
                    <a:pt x="3921" y="94"/>
                  </a:lnTo>
                  <a:lnTo>
                    <a:pt x="3688" y="48"/>
                  </a:lnTo>
                  <a:lnTo>
                    <a:pt x="331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5" name="Google Shape;9435;p53"/>
            <p:cNvSpPr/>
            <p:nvPr/>
          </p:nvSpPr>
          <p:spPr>
            <a:xfrm>
              <a:off x="7911275" y="1184325"/>
              <a:ext cx="25700" cy="38525"/>
            </a:xfrm>
            <a:custGeom>
              <a:rect b="b" l="l" r="r" t="t"/>
              <a:pathLst>
                <a:path extrusionOk="0" h="1541" w="1028">
                  <a:moveTo>
                    <a:pt x="0" y="0"/>
                  </a:moveTo>
                  <a:lnTo>
                    <a:pt x="140" y="47"/>
                  </a:lnTo>
                  <a:lnTo>
                    <a:pt x="234" y="93"/>
                  </a:lnTo>
                  <a:lnTo>
                    <a:pt x="327" y="187"/>
                  </a:lnTo>
                  <a:lnTo>
                    <a:pt x="327" y="327"/>
                  </a:lnTo>
                  <a:lnTo>
                    <a:pt x="327" y="1540"/>
                  </a:lnTo>
                  <a:lnTo>
                    <a:pt x="1027" y="1540"/>
                  </a:lnTo>
                  <a:lnTo>
                    <a:pt x="1027" y="327"/>
                  </a:lnTo>
                  <a:lnTo>
                    <a:pt x="980" y="187"/>
                  </a:lnTo>
                  <a:lnTo>
                    <a:pt x="934" y="93"/>
                  </a:lnTo>
                  <a:lnTo>
                    <a:pt x="840" y="47"/>
                  </a:lnTo>
                  <a:lnTo>
                    <a:pt x="70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6" name="Google Shape;9436;p53"/>
            <p:cNvSpPr/>
            <p:nvPr/>
          </p:nvSpPr>
          <p:spPr>
            <a:xfrm>
              <a:off x="7945100" y="1386150"/>
              <a:ext cx="60700" cy="133025"/>
            </a:xfrm>
            <a:custGeom>
              <a:rect b="b" l="l" r="r" t="t"/>
              <a:pathLst>
                <a:path extrusionOk="0" h="5321" w="2428">
                  <a:moveTo>
                    <a:pt x="1308" y="1"/>
                  </a:moveTo>
                  <a:lnTo>
                    <a:pt x="1494" y="421"/>
                  </a:lnTo>
                  <a:lnTo>
                    <a:pt x="1634" y="934"/>
                  </a:lnTo>
                  <a:lnTo>
                    <a:pt x="1728" y="1447"/>
                  </a:lnTo>
                  <a:lnTo>
                    <a:pt x="1774" y="1914"/>
                  </a:lnTo>
                  <a:lnTo>
                    <a:pt x="1728" y="2381"/>
                  </a:lnTo>
                  <a:lnTo>
                    <a:pt x="1681" y="2894"/>
                  </a:lnTo>
                  <a:lnTo>
                    <a:pt x="1541" y="3361"/>
                  </a:lnTo>
                  <a:lnTo>
                    <a:pt x="1354" y="3781"/>
                  </a:lnTo>
                  <a:lnTo>
                    <a:pt x="1121" y="4201"/>
                  </a:lnTo>
                  <a:lnTo>
                    <a:pt x="841" y="4574"/>
                  </a:lnTo>
                  <a:lnTo>
                    <a:pt x="561" y="4901"/>
                  </a:lnTo>
                  <a:lnTo>
                    <a:pt x="188" y="5227"/>
                  </a:lnTo>
                  <a:lnTo>
                    <a:pt x="94" y="5274"/>
                  </a:lnTo>
                  <a:lnTo>
                    <a:pt x="1" y="5321"/>
                  </a:lnTo>
                  <a:lnTo>
                    <a:pt x="701" y="5321"/>
                  </a:lnTo>
                  <a:lnTo>
                    <a:pt x="794" y="5274"/>
                  </a:lnTo>
                  <a:lnTo>
                    <a:pt x="888" y="5227"/>
                  </a:lnTo>
                  <a:lnTo>
                    <a:pt x="1214" y="4901"/>
                  </a:lnTo>
                  <a:lnTo>
                    <a:pt x="1541" y="4574"/>
                  </a:lnTo>
                  <a:lnTo>
                    <a:pt x="1821" y="4201"/>
                  </a:lnTo>
                  <a:lnTo>
                    <a:pt x="2008" y="3781"/>
                  </a:lnTo>
                  <a:lnTo>
                    <a:pt x="2194" y="3361"/>
                  </a:lnTo>
                  <a:lnTo>
                    <a:pt x="2334" y="2894"/>
                  </a:lnTo>
                  <a:lnTo>
                    <a:pt x="2428" y="2381"/>
                  </a:lnTo>
                  <a:lnTo>
                    <a:pt x="2428" y="1914"/>
                  </a:lnTo>
                  <a:lnTo>
                    <a:pt x="2428" y="1494"/>
                  </a:lnTo>
                  <a:lnTo>
                    <a:pt x="2381" y="1027"/>
                  </a:lnTo>
                  <a:lnTo>
                    <a:pt x="2241" y="654"/>
                  </a:lnTo>
                  <a:lnTo>
                    <a:pt x="2101" y="234"/>
                  </a:lnTo>
                  <a:lnTo>
                    <a:pt x="1774" y="94"/>
                  </a:lnTo>
                  <a:lnTo>
                    <a:pt x="158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7" name="Google Shape;9437;p53"/>
            <p:cNvSpPr/>
            <p:nvPr/>
          </p:nvSpPr>
          <p:spPr>
            <a:xfrm>
              <a:off x="7838950" y="1212325"/>
              <a:ext cx="113175" cy="33850"/>
            </a:xfrm>
            <a:custGeom>
              <a:rect b="b" l="l" r="r" t="t"/>
              <a:pathLst>
                <a:path extrusionOk="0" h="1354" w="4527">
                  <a:moveTo>
                    <a:pt x="233" y="0"/>
                  </a:moveTo>
                  <a:lnTo>
                    <a:pt x="93" y="93"/>
                  </a:lnTo>
                  <a:lnTo>
                    <a:pt x="47" y="187"/>
                  </a:lnTo>
                  <a:lnTo>
                    <a:pt x="0" y="327"/>
                  </a:lnTo>
                  <a:lnTo>
                    <a:pt x="0" y="1027"/>
                  </a:lnTo>
                  <a:lnTo>
                    <a:pt x="47" y="1167"/>
                  </a:lnTo>
                  <a:lnTo>
                    <a:pt x="93" y="1260"/>
                  </a:lnTo>
                  <a:lnTo>
                    <a:pt x="233" y="1307"/>
                  </a:lnTo>
                  <a:lnTo>
                    <a:pt x="327" y="1353"/>
                  </a:lnTo>
                  <a:lnTo>
                    <a:pt x="4387" y="1353"/>
                  </a:lnTo>
                  <a:lnTo>
                    <a:pt x="4480" y="1307"/>
                  </a:lnTo>
                  <a:lnTo>
                    <a:pt x="4527" y="1260"/>
                  </a:lnTo>
                  <a:lnTo>
                    <a:pt x="4480" y="1027"/>
                  </a:lnTo>
                  <a:lnTo>
                    <a:pt x="4434" y="373"/>
                  </a:lnTo>
                  <a:lnTo>
                    <a:pt x="4480" y="140"/>
                  </a:lnTo>
                  <a:lnTo>
                    <a:pt x="4480" y="47"/>
                  </a:lnTo>
                  <a:lnTo>
                    <a:pt x="438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8" name="Google Shape;9438;p53"/>
            <p:cNvSpPr/>
            <p:nvPr/>
          </p:nvSpPr>
          <p:spPr>
            <a:xfrm>
              <a:off x="7928775" y="1439825"/>
              <a:ext cx="58350" cy="79350"/>
            </a:xfrm>
            <a:custGeom>
              <a:rect b="b" l="l" r="r" t="t"/>
              <a:pathLst>
                <a:path extrusionOk="0" h="3174" w="2334">
                  <a:moveTo>
                    <a:pt x="1261" y="0"/>
                  </a:moveTo>
                  <a:lnTo>
                    <a:pt x="1027" y="47"/>
                  </a:lnTo>
                  <a:lnTo>
                    <a:pt x="794" y="140"/>
                  </a:lnTo>
                  <a:lnTo>
                    <a:pt x="560" y="280"/>
                  </a:lnTo>
                  <a:lnTo>
                    <a:pt x="374" y="467"/>
                  </a:lnTo>
                  <a:lnTo>
                    <a:pt x="187" y="700"/>
                  </a:lnTo>
                  <a:lnTo>
                    <a:pt x="94" y="980"/>
                  </a:lnTo>
                  <a:lnTo>
                    <a:pt x="0" y="1260"/>
                  </a:lnTo>
                  <a:lnTo>
                    <a:pt x="0" y="1587"/>
                  </a:lnTo>
                  <a:lnTo>
                    <a:pt x="0" y="1914"/>
                  </a:lnTo>
                  <a:lnTo>
                    <a:pt x="94" y="2194"/>
                  </a:lnTo>
                  <a:lnTo>
                    <a:pt x="187" y="2474"/>
                  </a:lnTo>
                  <a:lnTo>
                    <a:pt x="374" y="2707"/>
                  </a:lnTo>
                  <a:lnTo>
                    <a:pt x="560" y="2894"/>
                  </a:lnTo>
                  <a:lnTo>
                    <a:pt x="794" y="3034"/>
                  </a:lnTo>
                  <a:lnTo>
                    <a:pt x="1027" y="3127"/>
                  </a:lnTo>
                  <a:lnTo>
                    <a:pt x="1261" y="3174"/>
                  </a:lnTo>
                  <a:lnTo>
                    <a:pt x="1541" y="3127"/>
                  </a:lnTo>
                  <a:lnTo>
                    <a:pt x="1727" y="3034"/>
                  </a:lnTo>
                  <a:lnTo>
                    <a:pt x="1914" y="2894"/>
                  </a:lnTo>
                  <a:lnTo>
                    <a:pt x="2101" y="2707"/>
                  </a:lnTo>
                  <a:lnTo>
                    <a:pt x="2194" y="2427"/>
                  </a:lnTo>
                  <a:lnTo>
                    <a:pt x="2287" y="2147"/>
                  </a:lnTo>
                  <a:lnTo>
                    <a:pt x="2334" y="1867"/>
                  </a:lnTo>
                  <a:lnTo>
                    <a:pt x="2334" y="1540"/>
                  </a:lnTo>
                  <a:lnTo>
                    <a:pt x="2334" y="1214"/>
                  </a:lnTo>
                  <a:lnTo>
                    <a:pt x="2287" y="934"/>
                  </a:lnTo>
                  <a:lnTo>
                    <a:pt x="2194" y="700"/>
                  </a:lnTo>
                  <a:lnTo>
                    <a:pt x="2101" y="467"/>
                  </a:lnTo>
                  <a:lnTo>
                    <a:pt x="1914" y="280"/>
                  </a:lnTo>
                  <a:lnTo>
                    <a:pt x="1727" y="140"/>
                  </a:lnTo>
                  <a:lnTo>
                    <a:pt x="1541" y="47"/>
                  </a:lnTo>
                  <a:lnTo>
                    <a:pt x="12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9" name="Google Shape;9439;p53"/>
            <p:cNvSpPr/>
            <p:nvPr/>
          </p:nvSpPr>
          <p:spPr>
            <a:xfrm>
              <a:off x="7950950" y="1448000"/>
              <a:ext cx="70025" cy="72350"/>
            </a:xfrm>
            <a:custGeom>
              <a:rect b="b" l="l" r="r" t="t"/>
              <a:pathLst>
                <a:path extrusionOk="0" h="2894" w="2801">
                  <a:moveTo>
                    <a:pt x="1540" y="0"/>
                  </a:moveTo>
                  <a:lnTo>
                    <a:pt x="1260" y="47"/>
                  </a:lnTo>
                  <a:lnTo>
                    <a:pt x="980" y="187"/>
                  </a:lnTo>
                  <a:lnTo>
                    <a:pt x="747" y="373"/>
                  </a:lnTo>
                  <a:lnTo>
                    <a:pt x="514" y="560"/>
                  </a:lnTo>
                  <a:lnTo>
                    <a:pt x="327" y="840"/>
                  </a:lnTo>
                  <a:lnTo>
                    <a:pt x="140" y="1073"/>
                  </a:lnTo>
                  <a:lnTo>
                    <a:pt x="47" y="1353"/>
                  </a:lnTo>
                  <a:lnTo>
                    <a:pt x="0" y="1633"/>
                  </a:lnTo>
                  <a:lnTo>
                    <a:pt x="47" y="1913"/>
                  </a:lnTo>
                  <a:lnTo>
                    <a:pt x="94" y="2193"/>
                  </a:lnTo>
                  <a:lnTo>
                    <a:pt x="187" y="2380"/>
                  </a:lnTo>
                  <a:lnTo>
                    <a:pt x="374" y="2613"/>
                  </a:lnTo>
                  <a:lnTo>
                    <a:pt x="514" y="2707"/>
                  </a:lnTo>
                  <a:lnTo>
                    <a:pt x="654" y="2800"/>
                  </a:lnTo>
                  <a:lnTo>
                    <a:pt x="980" y="2893"/>
                  </a:lnTo>
                  <a:lnTo>
                    <a:pt x="1167" y="2893"/>
                  </a:lnTo>
                  <a:lnTo>
                    <a:pt x="1307" y="2847"/>
                  </a:lnTo>
                  <a:lnTo>
                    <a:pt x="1494" y="2753"/>
                  </a:lnTo>
                  <a:lnTo>
                    <a:pt x="1634" y="2660"/>
                  </a:lnTo>
                  <a:lnTo>
                    <a:pt x="1914" y="2380"/>
                  </a:lnTo>
                  <a:lnTo>
                    <a:pt x="2194" y="2053"/>
                  </a:lnTo>
                  <a:lnTo>
                    <a:pt x="2427" y="1820"/>
                  </a:lnTo>
                  <a:lnTo>
                    <a:pt x="2567" y="1587"/>
                  </a:lnTo>
                  <a:lnTo>
                    <a:pt x="2707" y="1353"/>
                  </a:lnTo>
                  <a:lnTo>
                    <a:pt x="2800" y="1120"/>
                  </a:lnTo>
                  <a:lnTo>
                    <a:pt x="2800" y="887"/>
                  </a:lnTo>
                  <a:lnTo>
                    <a:pt x="2800" y="700"/>
                  </a:lnTo>
                  <a:lnTo>
                    <a:pt x="2707" y="467"/>
                  </a:lnTo>
                  <a:lnTo>
                    <a:pt x="2520" y="280"/>
                  </a:lnTo>
                  <a:lnTo>
                    <a:pt x="2334" y="140"/>
                  </a:lnTo>
                  <a:lnTo>
                    <a:pt x="2054" y="47"/>
                  </a:lnTo>
                  <a:lnTo>
                    <a:pt x="182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0" name="Google Shape;9440;p53"/>
            <p:cNvSpPr/>
            <p:nvPr/>
          </p:nvSpPr>
          <p:spPr>
            <a:xfrm>
              <a:off x="7971950" y="1448000"/>
              <a:ext cx="51350" cy="72350"/>
            </a:xfrm>
            <a:custGeom>
              <a:rect b="b" l="l" r="r" t="t"/>
              <a:pathLst>
                <a:path extrusionOk="0" h="2894" w="2054">
                  <a:moveTo>
                    <a:pt x="840" y="0"/>
                  </a:moveTo>
                  <a:lnTo>
                    <a:pt x="560" y="47"/>
                  </a:lnTo>
                  <a:lnTo>
                    <a:pt x="794" y="140"/>
                  </a:lnTo>
                  <a:lnTo>
                    <a:pt x="1027" y="280"/>
                  </a:lnTo>
                  <a:lnTo>
                    <a:pt x="1167" y="467"/>
                  </a:lnTo>
                  <a:lnTo>
                    <a:pt x="1307" y="700"/>
                  </a:lnTo>
                  <a:lnTo>
                    <a:pt x="1354" y="980"/>
                  </a:lnTo>
                  <a:lnTo>
                    <a:pt x="1354" y="1260"/>
                  </a:lnTo>
                  <a:lnTo>
                    <a:pt x="1307" y="1540"/>
                  </a:lnTo>
                  <a:lnTo>
                    <a:pt x="1214" y="1820"/>
                  </a:lnTo>
                  <a:lnTo>
                    <a:pt x="1074" y="2053"/>
                  </a:lnTo>
                  <a:lnTo>
                    <a:pt x="887" y="2333"/>
                  </a:lnTo>
                  <a:lnTo>
                    <a:pt x="700" y="2520"/>
                  </a:lnTo>
                  <a:lnTo>
                    <a:pt x="467" y="2660"/>
                  </a:lnTo>
                  <a:lnTo>
                    <a:pt x="234" y="2800"/>
                  </a:lnTo>
                  <a:lnTo>
                    <a:pt x="0" y="2847"/>
                  </a:lnTo>
                  <a:lnTo>
                    <a:pt x="187" y="2893"/>
                  </a:lnTo>
                  <a:lnTo>
                    <a:pt x="607" y="2893"/>
                  </a:lnTo>
                  <a:lnTo>
                    <a:pt x="794" y="2800"/>
                  </a:lnTo>
                  <a:lnTo>
                    <a:pt x="980" y="2753"/>
                  </a:lnTo>
                  <a:lnTo>
                    <a:pt x="1214" y="2613"/>
                  </a:lnTo>
                  <a:lnTo>
                    <a:pt x="1400" y="2473"/>
                  </a:lnTo>
                  <a:lnTo>
                    <a:pt x="1540" y="2333"/>
                  </a:lnTo>
                  <a:lnTo>
                    <a:pt x="1774" y="2053"/>
                  </a:lnTo>
                  <a:lnTo>
                    <a:pt x="1914" y="1820"/>
                  </a:lnTo>
                  <a:lnTo>
                    <a:pt x="2007" y="1540"/>
                  </a:lnTo>
                  <a:lnTo>
                    <a:pt x="2054" y="1260"/>
                  </a:lnTo>
                  <a:lnTo>
                    <a:pt x="2054" y="980"/>
                  </a:lnTo>
                  <a:lnTo>
                    <a:pt x="1960" y="700"/>
                  </a:lnTo>
                  <a:lnTo>
                    <a:pt x="1867" y="467"/>
                  </a:lnTo>
                  <a:lnTo>
                    <a:pt x="1680" y="280"/>
                  </a:lnTo>
                  <a:lnTo>
                    <a:pt x="1447" y="93"/>
                  </a:lnTo>
                  <a:lnTo>
                    <a:pt x="116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1" name="Google Shape;9441;p53"/>
            <p:cNvSpPr/>
            <p:nvPr/>
          </p:nvSpPr>
          <p:spPr>
            <a:xfrm>
              <a:off x="7952100" y="1439825"/>
              <a:ext cx="40875" cy="79350"/>
            </a:xfrm>
            <a:custGeom>
              <a:rect b="b" l="l" r="r" t="t"/>
              <a:pathLst>
                <a:path extrusionOk="0" h="3174" w="1635">
                  <a:moveTo>
                    <a:pt x="328" y="0"/>
                  </a:moveTo>
                  <a:lnTo>
                    <a:pt x="1" y="47"/>
                  </a:lnTo>
                  <a:lnTo>
                    <a:pt x="188" y="140"/>
                  </a:lnTo>
                  <a:lnTo>
                    <a:pt x="374" y="280"/>
                  </a:lnTo>
                  <a:lnTo>
                    <a:pt x="561" y="420"/>
                  </a:lnTo>
                  <a:lnTo>
                    <a:pt x="701" y="607"/>
                  </a:lnTo>
                  <a:lnTo>
                    <a:pt x="794" y="840"/>
                  </a:lnTo>
                  <a:lnTo>
                    <a:pt x="888" y="1074"/>
                  </a:lnTo>
                  <a:lnTo>
                    <a:pt x="934" y="1307"/>
                  </a:lnTo>
                  <a:lnTo>
                    <a:pt x="981" y="1587"/>
                  </a:lnTo>
                  <a:lnTo>
                    <a:pt x="934" y="1867"/>
                  </a:lnTo>
                  <a:lnTo>
                    <a:pt x="888" y="2100"/>
                  </a:lnTo>
                  <a:lnTo>
                    <a:pt x="794" y="2334"/>
                  </a:lnTo>
                  <a:lnTo>
                    <a:pt x="701" y="2567"/>
                  </a:lnTo>
                  <a:lnTo>
                    <a:pt x="561" y="2754"/>
                  </a:lnTo>
                  <a:lnTo>
                    <a:pt x="374" y="2894"/>
                  </a:lnTo>
                  <a:lnTo>
                    <a:pt x="188" y="3034"/>
                  </a:lnTo>
                  <a:lnTo>
                    <a:pt x="1" y="3127"/>
                  </a:lnTo>
                  <a:lnTo>
                    <a:pt x="328" y="3174"/>
                  </a:lnTo>
                  <a:lnTo>
                    <a:pt x="608" y="3127"/>
                  </a:lnTo>
                  <a:lnTo>
                    <a:pt x="841" y="3034"/>
                  </a:lnTo>
                  <a:lnTo>
                    <a:pt x="1074" y="2894"/>
                  </a:lnTo>
                  <a:lnTo>
                    <a:pt x="1261" y="2707"/>
                  </a:lnTo>
                  <a:lnTo>
                    <a:pt x="1401" y="2474"/>
                  </a:lnTo>
                  <a:lnTo>
                    <a:pt x="1541" y="2194"/>
                  </a:lnTo>
                  <a:lnTo>
                    <a:pt x="1634" y="1914"/>
                  </a:lnTo>
                  <a:lnTo>
                    <a:pt x="1634" y="1587"/>
                  </a:lnTo>
                  <a:lnTo>
                    <a:pt x="1634" y="1260"/>
                  </a:lnTo>
                  <a:lnTo>
                    <a:pt x="1541" y="980"/>
                  </a:lnTo>
                  <a:lnTo>
                    <a:pt x="1401" y="700"/>
                  </a:lnTo>
                  <a:lnTo>
                    <a:pt x="1261" y="467"/>
                  </a:lnTo>
                  <a:lnTo>
                    <a:pt x="1074" y="280"/>
                  </a:lnTo>
                  <a:lnTo>
                    <a:pt x="841" y="140"/>
                  </a:lnTo>
                  <a:lnTo>
                    <a:pt x="608" y="47"/>
                  </a:lnTo>
                  <a:lnTo>
                    <a:pt x="3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2" name="Google Shape;9442;p53"/>
            <p:cNvSpPr/>
            <p:nvPr/>
          </p:nvSpPr>
          <p:spPr>
            <a:xfrm>
              <a:off x="7932275" y="1212325"/>
              <a:ext cx="24525" cy="33850"/>
            </a:xfrm>
            <a:custGeom>
              <a:rect b="b" l="l" r="r" t="t"/>
              <a:pathLst>
                <a:path extrusionOk="0" h="1354" w="981">
                  <a:moveTo>
                    <a:pt x="140" y="0"/>
                  </a:moveTo>
                  <a:lnTo>
                    <a:pt x="234" y="93"/>
                  </a:lnTo>
                  <a:lnTo>
                    <a:pt x="280" y="187"/>
                  </a:lnTo>
                  <a:lnTo>
                    <a:pt x="327" y="327"/>
                  </a:lnTo>
                  <a:lnTo>
                    <a:pt x="327" y="1027"/>
                  </a:lnTo>
                  <a:lnTo>
                    <a:pt x="280" y="1167"/>
                  </a:lnTo>
                  <a:lnTo>
                    <a:pt x="234" y="1260"/>
                  </a:lnTo>
                  <a:lnTo>
                    <a:pt x="140" y="1307"/>
                  </a:lnTo>
                  <a:lnTo>
                    <a:pt x="0" y="1353"/>
                  </a:lnTo>
                  <a:lnTo>
                    <a:pt x="654" y="1353"/>
                  </a:lnTo>
                  <a:lnTo>
                    <a:pt x="794" y="1307"/>
                  </a:lnTo>
                  <a:lnTo>
                    <a:pt x="887" y="1260"/>
                  </a:lnTo>
                  <a:lnTo>
                    <a:pt x="981" y="1167"/>
                  </a:lnTo>
                  <a:lnTo>
                    <a:pt x="981" y="1027"/>
                  </a:lnTo>
                  <a:lnTo>
                    <a:pt x="981" y="327"/>
                  </a:lnTo>
                  <a:lnTo>
                    <a:pt x="981" y="187"/>
                  </a:lnTo>
                  <a:lnTo>
                    <a:pt x="887" y="93"/>
                  </a:lnTo>
                  <a:lnTo>
                    <a:pt x="79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43" name="Google Shape;9443;p53"/>
          <p:cNvGrpSpPr/>
          <p:nvPr/>
        </p:nvGrpSpPr>
        <p:grpSpPr>
          <a:xfrm>
            <a:off x="4427309" y="1893938"/>
            <a:ext cx="289375" cy="336025"/>
            <a:chOff x="6246375" y="2579700"/>
            <a:chExt cx="289375" cy="336025"/>
          </a:xfrm>
        </p:grpSpPr>
        <p:sp>
          <p:nvSpPr>
            <p:cNvPr id="9444" name="Google Shape;9444;p53"/>
            <p:cNvSpPr/>
            <p:nvPr/>
          </p:nvSpPr>
          <p:spPr>
            <a:xfrm>
              <a:off x="6246375" y="2600700"/>
              <a:ext cx="185550" cy="315025"/>
            </a:xfrm>
            <a:custGeom>
              <a:rect b="b" l="l" r="r" t="t"/>
              <a:pathLst>
                <a:path extrusionOk="0" h="12601" w="7422">
                  <a:moveTo>
                    <a:pt x="2754" y="0"/>
                  </a:moveTo>
                  <a:lnTo>
                    <a:pt x="2754" y="2660"/>
                  </a:lnTo>
                  <a:lnTo>
                    <a:pt x="2708" y="2754"/>
                  </a:lnTo>
                  <a:lnTo>
                    <a:pt x="2194" y="2754"/>
                  </a:lnTo>
                  <a:lnTo>
                    <a:pt x="1774" y="2800"/>
                  </a:lnTo>
                  <a:lnTo>
                    <a:pt x="1354" y="2940"/>
                  </a:lnTo>
                  <a:lnTo>
                    <a:pt x="981" y="3127"/>
                  </a:lnTo>
                  <a:lnTo>
                    <a:pt x="654" y="3407"/>
                  </a:lnTo>
                  <a:lnTo>
                    <a:pt x="374" y="3734"/>
                  </a:lnTo>
                  <a:lnTo>
                    <a:pt x="187" y="4107"/>
                  </a:lnTo>
                  <a:lnTo>
                    <a:pt x="47" y="4527"/>
                  </a:lnTo>
                  <a:lnTo>
                    <a:pt x="1" y="4947"/>
                  </a:lnTo>
                  <a:lnTo>
                    <a:pt x="1" y="6394"/>
                  </a:lnTo>
                  <a:lnTo>
                    <a:pt x="561" y="7700"/>
                  </a:lnTo>
                  <a:lnTo>
                    <a:pt x="1" y="8960"/>
                  </a:lnTo>
                  <a:lnTo>
                    <a:pt x="1" y="12134"/>
                  </a:lnTo>
                  <a:lnTo>
                    <a:pt x="47" y="12321"/>
                  </a:lnTo>
                  <a:lnTo>
                    <a:pt x="187" y="12461"/>
                  </a:lnTo>
                  <a:lnTo>
                    <a:pt x="327" y="12601"/>
                  </a:lnTo>
                  <a:lnTo>
                    <a:pt x="7234" y="12601"/>
                  </a:lnTo>
                  <a:lnTo>
                    <a:pt x="7281" y="12554"/>
                  </a:lnTo>
                  <a:lnTo>
                    <a:pt x="7281" y="12274"/>
                  </a:lnTo>
                  <a:lnTo>
                    <a:pt x="7374" y="11434"/>
                  </a:lnTo>
                  <a:lnTo>
                    <a:pt x="7421" y="8774"/>
                  </a:lnTo>
                  <a:lnTo>
                    <a:pt x="7421" y="4947"/>
                  </a:lnTo>
                  <a:lnTo>
                    <a:pt x="7374" y="4527"/>
                  </a:lnTo>
                  <a:lnTo>
                    <a:pt x="7281" y="4107"/>
                  </a:lnTo>
                  <a:lnTo>
                    <a:pt x="7141" y="3734"/>
                  </a:lnTo>
                  <a:lnTo>
                    <a:pt x="6908" y="3407"/>
                  </a:lnTo>
                  <a:lnTo>
                    <a:pt x="6674" y="3127"/>
                  </a:lnTo>
                  <a:lnTo>
                    <a:pt x="6348" y="2940"/>
                  </a:lnTo>
                  <a:lnTo>
                    <a:pt x="5974" y="2800"/>
                  </a:lnTo>
                  <a:lnTo>
                    <a:pt x="5508" y="2754"/>
                  </a:lnTo>
                  <a:lnTo>
                    <a:pt x="5088" y="2754"/>
                  </a:lnTo>
                  <a:lnTo>
                    <a:pt x="4854" y="2660"/>
                  </a:lnTo>
                  <a:lnTo>
                    <a:pt x="4761" y="2567"/>
                  </a:lnTo>
                  <a:lnTo>
                    <a:pt x="4714" y="2520"/>
                  </a:lnTo>
                  <a:lnTo>
                    <a:pt x="499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5" name="Google Shape;9445;p53"/>
            <p:cNvSpPr/>
            <p:nvPr/>
          </p:nvSpPr>
          <p:spPr>
            <a:xfrm>
              <a:off x="6353725" y="2600700"/>
              <a:ext cx="85200" cy="315025"/>
            </a:xfrm>
            <a:custGeom>
              <a:rect b="b" l="l" r="r" t="t"/>
              <a:pathLst>
                <a:path extrusionOk="0" h="12601" w="3408">
                  <a:moveTo>
                    <a:pt x="0" y="0"/>
                  </a:moveTo>
                  <a:lnTo>
                    <a:pt x="0" y="2660"/>
                  </a:lnTo>
                  <a:lnTo>
                    <a:pt x="47" y="2754"/>
                  </a:lnTo>
                  <a:lnTo>
                    <a:pt x="560" y="2754"/>
                  </a:lnTo>
                  <a:lnTo>
                    <a:pt x="980" y="2800"/>
                  </a:lnTo>
                  <a:lnTo>
                    <a:pt x="1400" y="2940"/>
                  </a:lnTo>
                  <a:lnTo>
                    <a:pt x="1774" y="3127"/>
                  </a:lnTo>
                  <a:lnTo>
                    <a:pt x="2100" y="3407"/>
                  </a:lnTo>
                  <a:lnTo>
                    <a:pt x="2380" y="3734"/>
                  </a:lnTo>
                  <a:lnTo>
                    <a:pt x="2567" y="4107"/>
                  </a:lnTo>
                  <a:lnTo>
                    <a:pt x="2707" y="4527"/>
                  </a:lnTo>
                  <a:lnTo>
                    <a:pt x="2754" y="4947"/>
                  </a:lnTo>
                  <a:lnTo>
                    <a:pt x="2754" y="6394"/>
                  </a:lnTo>
                  <a:lnTo>
                    <a:pt x="3080" y="7747"/>
                  </a:lnTo>
                  <a:lnTo>
                    <a:pt x="2754" y="8960"/>
                  </a:lnTo>
                  <a:lnTo>
                    <a:pt x="2754" y="12134"/>
                  </a:lnTo>
                  <a:lnTo>
                    <a:pt x="2707" y="12321"/>
                  </a:lnTo>
                  <a:lnTo>
                    <a:pt x="2567" y="12461"/>
                  </a:lnTo>
                  <a:lnTo>
                    <a:pt x="2427" y="12601"/>
                  </a:lnTo>
                  <a:lnTo>
                    <a:pt x="3127" y="12601"/>
                  </a:lnTo>
                  <a:lnTo>
                    <a:pt x="3267" y="12461"/>
                  </a:lnTo>
                  <a:lnTo>
                    <a:pt x="3360" y="12321"/>
                  </a:lnTo>
                  <a:lnTo>
                    <a:pt x="3407" y="12134"/>
                  </a:lnTo>
                  <a:lnTo>
                    <a:pt x="3407" y="8960"/>
                  </a:lnTo>
                  <a:lnTo>
                    <a:pt x="3220" y="7980"/>
                  </a:lnTo>
                  <a:lnTo>
                    <a:pt x="3407" y="6394"/>
                  </a:lnTo>
                  <a:lnTo>
                    <a:pt x="3407" y="4947"/>
                  </a:lnTo>
                  <a:lnTo>
                    <a:pt x="3360" y="4527"/>
                  </a:lnTo>
                  <a:lnTo>
                    <a:pt x="3220" y="4107"/>
                  </a:lnTo>
                  <a:lnTo>
                    <a:pt x="3034" y="3734"/>
                  </a:lnTo>
                  <a:lnTo>
                    <a:pt x="2754" y="3407"/>
                  </a:lnTo>
                  <a:lnTo>
                    <a:pt x="2474" y="3127"/>
                  </a:lnTo>
                  <a:lnTo>
                    <a:pt x="2100" y="2940"/>
                  </a:lnTo>
                  <a:lnTo>
                    <a:pt x="1680" y="2800"/>
                  </a:lnTo>
                  <a:lnTo>
                    <a:pt x="1214" y="2754"/>
                  </a:lnTo>
                  <a:lnTo>
                    <a:pt x="700" y="2754"/>
                  </a:lnTo>
                  <a:lnTo>
                    <a:pt x="700" y="2660"/>
                  </a:lnTo>
                  <a:lnTo>
                    <a:pt x="70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6" name="Google Shape;9446;p53"/>
            <p:cNvSpPr/>
            <p:nvPr/>
          </p:nvSpPr>
          <p:spPr>
            <a:xfrm>
              <a:off x="6295375" y="2579700"/>
              <a:ext cx="81700" cy="42025"/>
            </a:xfrm>
            <a:custGeom>
              <a:rect b="b" l="l" r="r" t="t"/>
              <a:pathLst>
                <a:path extrusionOk="0" h="1681" w="3268">
                  <a:moveTo>
                    <a:pt x="328" y="0"/>
                  </a:moveTo>
                  <a:lnTo>
                    <a:pt x="188" y="47"/>
                  </a:lnTo>
                  <a:lnTo>
                    <a:pt x="94" y="93"/>
                  </a:lnTo>
                  <a:lnTo>
                    <a:pt x="48" y="233"/>
                  </a:lnTo>
                  <a:lnTo>
                    <a:pt x="1" y="327"/>
                  </a:lnTo>
                  <a:lnTo>
                    <a:pt x="1" y="1354"/>
                  </a:lnTo>
                  <a:lnTo>
                    <a:pt x="48" y="1494"/>
                  </a:lnTo>
                  <a:lnTo>
                    <a:pt x="94" y="1587"/>
                  </a:lnTo>
                  <a:lnTo>
                    <a:pt x="188" y="1680"/>
                  </a:lnTo>
                  <a:lnTo>
                    <a:pt x="3268" y="1680"/>
                  </a:lnTo>
                  <a:lnTo>
                    <a:pt x="32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7" name="Google Shape;9447;p53"/>
            <p:cNvSpPr/>
            <p:nvPr/>
          </p:nvSpPr>
          <p:spPr>
            <a:xfrm>
              <a:off x="6246375" y="2760525"/>
              <a:ext cx="192550" cy="64200"/>
            </a:xfrm>
            <a:custGeom>
              <a:rect b="b" l="l" r="r" t="t"/>
              <a:pathLst>
                <a:path extrusionOk="0" h="2568" w="7702">
                  <a:moveTo>
                    <a:pt x="1" y="1"/>
                  </a:moveTo>
                  <a:lnTo>
                    <a:pt x="1" y="2567"/>
                  </a:lnTo>
                  <a:lnTo>
                    <a:pt x="7701" y="2567"/>
                  </a:lnTo>
                  <a:lnTo>
                    <a:pt x="7514" y="1401"/>
                  </a:lnTo>
                  <a:lnTo>
                    <a:pt x="770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8" name="Google Shape;9448;p53"/>
            <p:cNvSpPr/>
            <p:nvPr/>
          </p:nvSpPr>
          <p:spPr>
            <a:xfrm>
              <a:off x="6422550" y="2760525"/>
              <a:ext cx="16375" cy="64200"/>
            </a:xfrm>
            <a:custGeom>
              <a:rect b="b" l="l" r="r" t="t"/>
              <a:pathLst>
                <a:path extrusionOk="0" h="2568" w="655">
                  <a:moveTo>
                    <a:pt x="1" y="1"/>
                  </a:moveTo>
                  <a:lnTo>
                    <a:pt x="1" y="2567"/>
                  </a:lnTo>
                  <a:lnTo>
                    <a:pt x="654" y="2567"/>
                  </a:lnTo>
                  <a:lnTo>
                    <a:pt x="6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9" name="Google Shape;9449;p53"/>
            <p:cNvSpPr/>
            <p:nvPr/>
          </p:nvSpPr>
          <p:spPr>
            <a:xfrm>
              <a:off x="6282550" y="2732525"/>
              <a:ext cx="114350" cy="121375"/>
            </a:xfrm>
            <a:custGeom>
              <a:rect b="b" l="l" r="r" t="t"/>
              <a:pathLst>
                <a:path extrusionOk="0" h="4855" w="4574">
                  <a:moveTo>
                    <a:pt x="2427" y="1"/>
                  </a:moveTo>
                  <a:lnTo>
                    <a:pt x="1914" y="47"/>
                  </a:lnTo>
                  <a:lnTo>
                    <a:pt x="1494" y="187"/>
                  </a:lnTo>
                  <a:lnTo>
                    <a:pt x="1074" y="421"/>
                  </a:lnTo>
                  <a:lnTo>
                    <a:pt x="701" y="701"/>
                  </a:lnTo>
                  <a:lnTo>
                    <a:pt x="421" y="1074"/>
                  </a:lnTo>
                  <a:lnTo>
                    <a:pt x="187" y="1494"/>
                  </a:lnTo>
                  <a:lnTo>
                    <a:pt x="47" y="1914"/>
                  </a:lnTo>
                  <a:lnTo>
                    <a:pt x="0" y="2427"/>
                  </a:lnTo>
                  <a:lnTo>
                    <a:pt x="47" y="2894"/>
                  </a:lnTo>
                  <a:lnTo>
                    <a:pt x="187" y="3361"/>
                  </a:lnTo>
                  <a:lnTo>
                    <a:pt x="421" y="3781"/>
                  </a:lnTo>
                  <a:lnTo>
                    <a:pt x="701" y="4154"/>
                  </a:lnTo>
                  <a:lnTo>
                    <a:pt x="1074" y="4434"/>
                  </a:lnTo>
                  <a:lnTo>
                    <a:pt x="1494" y="4667"/>
                  </a:lnTo>
                  <a:lnTo>
                    <a:pt x="1914" y="4807"/>
                  </a:lnTo>
                  <a:lnTo>
                    <a:pt x="2427" y="4854"/>
                  </a:lnTo>
                  <a:lnTo>
                    <a:pt x="2661" y="4807"/>
                  </a:lnTo>
                  <a:lnTo>
                    <a:pt x="2894" y="4761"/>
                  </a:lnTo>
                  <a:lnTo>
                    <a:pt x="3127" y="4667"/>
                  </a:lnTo>
                  <a:lnTo>
                    <a:pt x="3314" y="4527"/>
                  </a:lnTo>
                  <a:lnTo>
                    <a:pt x="3687" y="4201"/>
                  </a:lnTo>
                  <a:lnTo>
                    <a:pt x="4014" y="3827"/>
                  </a:lnTo>
                  <a:lnTo>
                    <a:pt x="4247" y="3454"/>
                  </a:lnTo>
                  <a:lnTo>
                    <a:pt x="4434" y="3034"/>
                  </a:lnTo>
                  <a:lnTo>
                    <a:pt x="4527" y="2661"/>
                  </a:lnTo>
                  <a:lnTo>
                    <a:pt x="4574" y="2427"/>
                  </a:lnTo>
                  <a:lnTo>
                    <a:pt x="4527" y="2101"/>
                  </a:lnTo>
                  <a:lnTo>
                    <a:pt x="4387" y="1727"/>
                  </a:lnTo>
                  <a:lnTo>
                    <a:pt x="4201" y="1354"/>
                  </a:lnTo>
                  <a:lnTo>
                    <a:pt x="3967" y="934"/>
                  </a:lnTo>
                  <a:lnTo>
                    <a:pt x="3687" y="561"/>
                  </a:lnTo>
                  <a:lnTo>
                    <a:pt x="3314" y="281"/>
                  </a:lnTo>
                  <a:lnTo>
                    <a:pt x="3127" y="141"/>
                  </a:lnTo>
                  <a:lnTo>
                    <a:pt x="2894" y="94"/>
                  </a:lnTo>
                  <a:lnTo>
                    <a:pt x="266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0" name="Google Shape;9450;p53"/>
            <p:cNvSpPr/>
            <p:nvPr/>
          </p:nvSpPr>
          <p:spPr>
            <a:xfrm>
              <a:off x="6333875" y="2732525"/>
              <a:ext cx="70025" cy="121375"/>
            </a:xfrm>
            <a:custGeom>
              <a:rect b="b" l="l" r="r" t="t"/>
              <a:pathLst>
                <a:path extrusionOk="0" h="4855" w="2801">
                  <a:moveTo>
                    <a:pt x="1" y="1"/>
                  </a:moveTo>
                  <a:lnTo>
                    <a:pt x="468" y="141"/>
                  </a:lnTo>
                  <a:lnTo>
                    <a:pt x="841" y="281"/>
                  </a:lnTo>
                  <a:lnTo>
                    <a:pt x="1214" y="514"/>
                  </a:lnTo>
                  <a:lnTo>
                    <a:pt x="1494" y="841"/>
                  </a:lnTo>
                  <a:lnTo>
                    <a:pt x="1774" y="1167"/>
                  </a:lnTo>
                  <a:lnTo>
                    <a:pt x="1961" y="1541"/>
                  </a:lnTo>
                  <a:lnTo>
                    <a:pt x="2054" y="1961"/>
                  </a:lnTo>
                  <a:lnTo>
                    <a:pt x="2101" y="2427"/>
                  </a:lnTo>
                  <a:lnTo>
                    <a:pt x="2054" y="2847"/>
                  </a:lnTo>
                  <a:lnTo>
                    <a:pt x="1961" y="3267"/>
                  </a:lnTo>
                  <a:lnTo>
                    <a:pt x="1774" y="3687"/>
                  </a:lnTo>
                  <a:lnTo>
                    <a:pt x="1494" y="4014"/>
                  </a:lnTo>
                  <a:lnTo>
                    <a:pt x="1214" y="4294"/>
                  </a:lnTo>
                  <a:lnTo>
                    <a:pt x="841" y="4527"/>
                  </a:lnTo>
                  <a:lnTo>
                    <a:pt x="468" y="4714"/>
                  </a:lnTo>
                  <a:lnTo>
                    <a:pt x="1" y="4807"/>
                  </a:lnTo>
                  <a:lnTo>
                    <a:pt x="374" y="4854"/>
                  </a:lnTo>
                  <a:lnTo>
                    <a:pt x="841" y="4807"/>
                  </a:lnTo>
                  <a:lnTo>
                    <a:pt x="1308" y="4667"/>
                  </a:lnTo>
                  <a:lnTo>
                    <a:pt x="1728" y="4434"/>
                  </a:lnTo>
                  <a:lnTo>
                    <a:pt x="2054" y="4154"/>
                  </a:lnTo>
                  <a:lnTo>
                    <a:pt x="2381" y="3781"/>
                  </a:lnTo>
                  <a:lnTo>
                    <a:pt x="2614" y="3361"/>
                  </a:lnTo>
                  <a:lnTo>
                    <a:pt x="2754" y="2894"/>
                  </a:lnTo>
                  <a:lnTo>
                    <a:pt x="2801" y="2427"/>
                  </a:lnTo>
                  <a:lnTo>
                    <a:pt x="2754" y="1914"/>
                  </a:lnTo>
                  <a:lnTo>
                    <a:pt x="2614" y="1494"/>
                  </a:lnTo>
                  <a:lnTo>
                    <a:pt x="2381" y="1074"/>
                  </a:lnTo>
                  <a:lnTo>
                    <a:pt x="2054" y="701"/>
                  </a:lnTo>
                  <a:lnTo>
                    <a:pt x="1728" y="421"/>
                  </a:lnTo>
                  <a:lnTo>
                    <a:pt x="1308" y="187"/>
                  </a:lnTo>
                  <a:lnTo>
                    <a:pt x="841" y="47"/>
                  </a:lnTo>
                  <a:lnTo>
                    <a:pt x="37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1" name="Google Shape;9451;p53"/>
            <p:cNvSpPr/>
            <p:nvPr/>
          </p:nvSpPr>
          <p:spPr>
            <a:xfrm>
              <a:off x="6318725" y="2768700"/>
              <a:ext cx="43175" cy="47850"/>
            </a:xfrm>
            <a:custGeom>
              <a:rect b="b" l="l" r="r" t="t"/>
              <a:pathLst>
                <a:path extrusionOk="0" h="1914" w="1727">
                  <a:moveTo>
                    <a:pt x="980" y="0"/>
                  </a:moveTo>
                  <a:lnTo>
                    <a:pt x="794" y="47"/>
                  </a:lnTo>
                  <a:lnTo>
                    <a:pt x="607" y="94"/>
                  </a:lnTo>
                  <a:lnTo>
                    <a:pt x="420" y="187"/>
                  </a:lnTo>
                  <a:lnTo>
                    <a:pt x="280" y="280"/>
                  </a:lnTo>
                  <a:lnTo>
                    <a:pt x="187" y="420"/>
                  </a:lnTo>
                  <a:lnTo>
                    <a:pt x="94" y="607"/>
                  </a:lnTo>
                  <a:lnTo>
                    <a:pt x="47" y="794"/>
                  </a:lnTo>
                  <a:lnTo>
                    <a:pt x="0" y="980"/>
                  </a:lnTo>
                  <a:lnTo>
                    <a:pt x="47" y="1167"/>
                  </a:lnTo>
                  <a:lnTo>
                    <a:pt x="94" y="1354"/>
                  </a:lnTo>
                  <a:lnTo>
                    <a:pt x="187" y="1494"/>
                  </a:lnTo>
                  <a:lnTo>
                    <a:pt x="280" y="1634"/>
                  </a:lnTo>
                  <a:lnTo>
                    <a:pt x="420" y="1774"/>
                  </a:lnTo>
                  <a:lnTo>
                    <a:pt x="607" y="1867"/>
                  </a:lnTo>
                  <a:lnTo>
                    <a:pt x="794" y="1914"/>
                  </a:lnTo>
                  <a:lnTo>
                    <a:pt x="1167" y="1914"/>
                  </a:lnTo>
                  <a:lnTo>
                    <a:pt x="1307" y="1820"/>
                  </a:lnTo>
                  <a:lnTo>
                    <a:pt x="1447" y="1680"/>
                  </a:lnTo>
                  <a:lnTo>
                    <a:pt x="1540" y="1540"/>
                  </a:lnTo>
                  <a:lnTo>
                    <a:pt x="1680" y="1260"/>
                  </a:lnTo>
                  <a:lnTo>
                    <a:pt x="1727" y="980"/>
                  </a:lnTo>
                  <a:lnTo>
                    <a:pt x="1680" y="700"/>
                  </a:lnTo>
                  <a:lnTo>
                    <a:pt x="1540" y="374"/>
                  </a:lnTo>
                  <a:lnTo>
                    <a:pt x="1447" y="234"/>
                  </a:lnTo>
                  <a:lnTo>
                    <a:pt x="1307" y="140"/>
                  </a:lnTo>
                  <a:lnTo>
                    <a:pt x="1167" y="47"/>
                  </a:lnTo>
                  <a:lnTo>
                    <a:pt x="9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2" name="Google Shape;9452;p53"/>
            <p:cNvSpPr/>
            <p:nvPr/>
          </p:nvSpPr>
          <p:spPr>
            <a:xfrm>
              <a:off x="6459900" y="2846875"/>
              <a:ext cx="75850" cy="50175"/>
            </a:xfrm>
            <a:custGeom>
              <a:rect b="b" l="l" r="r" t="t"/>
              <a:pathLst>
                <a:path extrusionOk="0" h="2007" w="3034">
                  <a:moveTo>
                    <a:pt x="93" y="0"/>
                  </a:moveTo>
                  <a:lnTo>
                    <a:pt x="47" y="47"/>
                  </a:lnTo>
                  <a:lnTo>
                    <a:pt x="0" y="140"/>
                  </a:lnTo>
                  <a:lnTo>
                    <a:pt x="0" y="233"/>
                  </a:lnTo>
                  <a:lnTo>
                    <a:pt x="93" y="1354"/>
                  </a:lnTo>
                  <a:lnTo>
                    <a:pt x="420" y="1680"/>
                  </a:lnTo>
                  <a:lnTo>
                    <a:pt x="653" y="1914"/>
                  </a:lnTo>
                  <a:lnTo>
                    <a:pt x="747" y="2007"/>
                  </a:lnTo>
                  <a:lnTo>
                    <a:pt x="2380" y="2007"/>
                  </a:lnTo>
                  <a:lnTo>
                    <a:pt x="2520" y="1914"/>
                  </a:lnTo>
                  <a:lnTo>
                    <a:pt x="2660" y="1634"/>
                  </a:lnTo>
                  <a:lnTo>
                    <a:pt x="2894" y="1307"/>
                  </a:lnTo>
                  <a:lnTo>
                    <a:pt x="3034" y="233"/>
                  </a:lnTo>
                  <a:lnTo>
                    <a:pt x="3034" y="140"/>
                  </a:lnTo>
                  <a:lnTo>
                    <a:pt x="2987" y="47"/>
                  </a:lnTo>
                  <a:lnTo>
                    <a:pt x="28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3" name="Google Shape;9453;p53"/>
            <p:cNvSpPr/>
            <p:nvPr/>
          </p:nvSpPr>
          <p:spPr>
            <a:xfrm>
              <a:off x="6515900" y="2846875"/>
              <a:ext cx="19850" cy="49025"/>
            </a:xfrm>
            <a:custGeom>
              <a:rect b="b" l="l" r="r" t="t"/>
              <a:pathLst>
                <a:path extrusionOk="0" h="1961" w="794">
                  <a:moveTo>
                    <a:pt x="0" y="0"/>
                  </a:moveTo>
                  <a:lnTo>
                    <a:pt x="47" y="47"/>
                  </a:lnTo>
                  <a:lnTo>
                    <a:pt x="93" y="140"/>
                  </a:lnTo>
                  <a:lnTo>
                    <a:pt x="93" y="233"/>
                  </a:lnTo>
                  <a:lnTo>
                    <a:pt x="0" y="1260"/>
                  </a:lnTo>
                  <a:lnTo>
                    <a:pt x="280" y="1960"/>
                  </a:lnTo>
                  <a:lnTo>
                    <a:pt x="654" y="1307"/>
                  </a:lnTo>
                  <a:lnTo>
                    <a:pt x="794" y="233"/>
                  </a:lnTo>
                  <a:lnTo>
                    <a:pt x="794" y="140"/>
                  </a:lnTo>
                  <a:lnTo>
                    <a:pt x="747" y="47"/>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4" name="Google Shape;9454;p53"/>
            <p:cNvSpPr/>
            <p:nvPr/>
          </p:nvSpPr>
          <p:spPr>
            <a:xfrm>
              <a:off x="6462225" y="2876025"/>
              <a:ext cx="64200" cy="39700"/>
            </a:xfrm>
            <a:custGeom>
              <a:rect b="b" l="l" r="r" t="t"/>
              <a:pathLst>
                <a:path extrusionOk="0" h="1588" w="2568">
                  <a:moveTo>
                    <a:pt x="1027" y="1"/>
                  </a:moveTo>
                  <a:lnTo>
                    <a:pt x="794" y="48"/>
                  </a:lnTo>
                  <a:lnTo>
                    <a:pt x="654" y="141"/>
                  </a:lnTo>
                  <a:lnTo>
                    <a:pt x="514" y="234"/>
                  </a:lnTo>
                  <a:lnTo>
                    <a:pt x="327" y="281"/>
                  </a:lnTo>
                  <a:lnTo>
                    <a:pt x="140" y="234"/>
                  </a:lnTo>
                  <a:lnTo>
                    <a:pt x="0" y="188"/>
                  </a:lnTo>
                  <a:lnTo>
                    <a:pt x="187" y="1494"/>
                  </a:lnTo>
                  <a:lnTo>
                    <a:pt x="187" y="1588"/>
                  </a:lnTo>
                  <a:lnTo>
                    <a:pt x="2567" y="1588"/>
                  </a:lnTo>
                  <a:lnTo>
                    <a:pt x="2521" y="1354"/>
                  </a:lnTo>
                  <a:lnTo>
                    <a:pt x="2381" y="841"/>
                  </a:lnTo>
                  <a:lnTo>
                    <a:pt x="2240" y="328"/>
                  </a:lnTo>
                  <a:lnTo>
                    <a:pt x="2194" y="141"/>
                  </a:lnTo>
                  <a:lnTo>
                    <a:pt x="2147" y="94"/>
                  </a:lnTo>
                  <a:lnTo>
                    <a:pt x="1960" y="188"/>
                  </a:lnTo>
                  <a:lnTo>
                    <a:pt x="1867" y="234"/>
                  </a:lnTo>
                  <a:lnTo>
                    <a:pt x="1727" y="281"/>
                  </a:lnTo>
                  <a:lnTo>
                    <a:pt x="1540" y="234"/>
                  </a:lnTo>
                  <a:lnTo>
                    <a:pt x="1400" y="141"/>
                  </a:lnTo>
                  <a:lnTo>
                    <a:pt x="1260" y="48"/>
                  </a:lnTo>
                  <a:lnTo>
                    <a:pt x="102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5" name="Google Shape;9455;p53"/>
            <p:cNvSpPr/>
            <p:nvPr/>
          </p:nvSpPr>
          <p:spPr>
            <a:xfrm>
              <a:off x="6511225" y="2876025"/>
              <a:ext cx="21025" cy="39700"/>
            </a:xfrm>
            <a:custGeom>
              <a:rect b="b" l="l" r="r" t="t"/>
              <a:pathLst>
                <a:path extrusionOk="0" h="1588" w="841">
                  <a:moveTo>
                    <a:pt x="327" y="1"/>
                  </a:moveTo>
                  <a:lnTo>
                    <a:pt x="187" y="94"/>
                  </a:lnTo>
                  <a:lnTo>
                    <a:pt x="187" y="141"/>
                  </a:lnTo>
                  <a:lnTo>
                    <a:pt x="47" y="1494"/>
                  </a:lnTo>
                  <a:lnTo>
                    <a:pt x="0" y="1588"/>
                  </a:lnTo>
                  <a:lnTo>
                    <a:pt x="654" y="1588"/>
                  </a:lnTo>
                  <a:lnTo>
                    <a:pt x="701" y="1494"/>
                  </a:lnTo>
                  <a:lnTo>
                    <a:pt x="841" y="141"/>
                  </a:lnTo>
                  <a:lnTo>
                    <a:pt x="701" y="48"/>
                  </a:lnTo>
                  <a:lnTo>
                    <a:pt x="51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6" name="Google Shape;9456;p53"/>
            <p:cNvSpPr/>
            <p:nvPr/>
          </p:nvSpPr>
          <p:spPr>
            <a:xfrm>
              <a:off x="6365375" y="2579700"/>
              <a:ext cx="24525" cy="42025"/>
            </a:xfrm>
            <a:custGeom>
              <a:rect b="b" l="l" r="r" t="t"/>
              <a:pathLst>
                <a:path extrusionOk="0" h="1681" w="981">
                  <a:moveTo>
                    <a:pt x="1" y="0"/>
                  </a:moveTo>
                  <a:lnTo>
                    <a:pt x="141" y="47"/>
                  </a:lnTo>
                  <a:lnTo>
                    <a:pt x="234" y="93"/>
                  </a:lnTo>
                  <a:lnTo>
                    <a:pt x="281" y="233"/>
                  </a:lnTo>
                  <a:lnTo>
                    <a:pt x="328" y="327"/>
                  </a:lnTo>
                  <a:lnTo>
                    <a:pt x="328" y="1354"/>
                  </a:lnTo>
                  <a:lnTo>
                    <a:pt x="281" y="1494"/>
                  </a:lnTo>
                  <a:lnTo>
                    <a:pt x="234" y="1587"/>
                  </a:lnTo>
                  <a:lnTo>
                    <a:pt x="141" y="1680"/>
                  </a:lnTo>
                  <a:lnTo>
                    <a:pt x="794" y="1680"/>
                  </a:lnTo>
                  <a:lnTo>
                    <a:pt x="888" y="1587"/>
                  </a:lnTo>
                  <a:lnTo>
                    <a:pt x="981" y="1494"/>
                  </a:lnTo>
                  <a:lnTo>
                    <a:pt x="981" y="1354"/>
                  </a:lnTo>
                  <a:lnTo>
                    <a:pt x="981" y="327"/>
                  </a:lnTo>
                  <a:lnTo>
                    <a:pt x="981" y="233"/>
                  </a:lnTo>
                  <a:lnTo>
                    <a:pt x="888" y="93"/>
                  </a:lnTo>
                  <a:lnTo>
                    <a:pt x="794"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7" name="Google Shape;9457;p53"/>
            <p:cNvSpPr/>
            <p:nvPr/>
          </p:nvSpPr>
          <p:spPr>
            <a:xfrm>
              <a:off x="6333875" y="2768700"/>
              <a:ext cx="32700" cy="47850"/>
            </a:xfrm>
            <a:custGeom>
              <a:rect b="b" l="l" r="r" t="t"/>
              <a:pathLst>
                <a:path extrusionOk="0" h="1914" w="1308">
                  <a:moveTo>
                    <a:pt x="374" y="0"/>
                  </a:moveTo>
                  <a:lnTo>
                    <a:pt x="188" y="47"/>
                  </a:lnTo>
                  <a:lnTo>
                    <a:pt x="1" y="94"/>
                  </a:lnTo>
                  <a:lnTo>
                    <a:pt x="281" y="234"/>
                  </a:lnTo>
                  <a:lnTo>
                    <a:pt x="468" y="420"/>
                  </a:lnTo>
                  <a:lnTo>
                    <a:pt x="608" y="700"/>
                  </a:lnTo>
                  <a:lnTo>
                    <a:pt x="654" y="980"/>
                  </a:lnTo>
                  <a:lnTo>
                    <a:pt x="608" y="1260"/>
                  </a:lnTo>
                  <a:lnTo>
                    <a:pt x="468" y="1540"/>
                  </a:lnTo>
                  <a:lnTo>
                    <a:pt x="281" y="1727"/>
                  </a:lnTo>
                  <a:lnTo>
                    <a:pt x="1" y="1867"/>
                  </a:lnTo>
                  <a:lnTo>
                    <a:pt x="188" y="1914"/>
                  </a:lnTo>
                  <a:lnTo>
                    <a:pt x="561" y="1914"/>
                  </a:lnTo>
                  <a:lnTo>
                    <a:pt x="748" y="1867"/>
                  </a:lnTo>
                  <a:lnTo>
                    <a:pt x="888" y="1774"/>
                  </a:lnTo>
                  <a:lnTo>
                    <a:pt x="1028" y="1634"/>
                  </a:lnTo>
                  <a:lnTo>
                    <a:pt x="1168" y="1494"/>
                  </a:lnTo>
                  <a:lnTo>
                    <a:pt x="1261" y="1354"/>
                  </a:lnTo>
                  <a:lnTo>
                    <a:pt x="1308" y="1167"/>
                  </a:lnTo>
                  <a:lnTo>
                    <a:pt x="1308" y="980"/>
                  </a:lnTo>
                  <a:lnTo>
                    <a:pt x="1308" y="794"/>
                  </a:lnTo>
                  <a:lnTo>
                    <a:pt x="1261" y="607"/>
                  </a:lnTo>
                  <a:lnTo>
                    <a:pt x="1168" y="420"/>
                  </a:lnTo>
                  <a:lnTo>
                    <a:pt x="1028" y="280"/>
                  </a:lnTo>
                  <a:lnTo>
                    <a:pt x="888" y="187"/>
                  </a:lnTo>
                  <a:lnTo>
                    <a:pt x="748" y="94"/>
                  </a:lnTo>
                  <a:lnTo>
                    <a:pt x="561" y="47"/>
                  </a:lnTo>
                  <a:lnTo>
                    <a:pt x="3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461" name="Shape 9461"/>
        <p:cNvGrpSpPr/>
        <p:nvPr/>
      </p:nvGrpSpPr>
      <p:grpSpPr>
        <a:xfrm>
          <a:off x="0" y="0"/>
          <a:ext cx="0" cy="0"/>
          <a:chOff x="0" y="0"/>
          <a:chExt cx="0" cy="0"/>
        </a:xfrm>
      </p:grpSpPr>
      <p:sp>
        <p:nvSpPr>
          <p:cNvPr id="9462" name="Google Shape;9462;p54"/>
          <p:cNvSpPr/>
          <p:nvPr/>
        </p:nvSpPr>
        <p:spPr>
          <a:xfrm rot="-5400000">
            <a:off x="1444153" y="15528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3" name="Google Shape;9463;p54"/>
          <p:cNvSpPr/>
          <p:nvPr/>
        </p:nvSpPr>
        <p:spPr>
          <a:xfrm rot="-5400000">
            <a:off x="1444153" y="30780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4" name="Google Shape;9464;p54"/>
          <p:cNvSpPr/>
          <p:nvPr/>
        </p:nvSpPr>
        <p:spPr>
          <a:xfrm rot="-5400000">
            <a:off x="4796978" y="155282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5" name="Google Shape;9465;p54"/>
          <p:cNvSpPr/>
          <p:nvPr/>
        </p:nvSpPr>
        <p:spPr>
          <a:xfrm rot="-5400000">
            <a:off x="4796978" y="30780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6" name="Google Shape;9466;p54"/>
          <p:cNvSpPr txBox="1"/>
          <p:nvPr>
            <p:ph idx="8"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FOUR IDEAS</a:t>
            </a:r>
            <a:endParaRPr/>
          </a:p>
        </p:txBody>
      </p:sp>
      <p:sp>
        <p:nvSpPr>
          <p:cNvPr id="9467" name="Google Shape;9467;p54"/>
          <p:cNvSpPr txBox="1"/>
          <p:nvPr>
            <p:ph type="title"/>
          </p:nvPr>
        </p:nvSpPr>
        <p:spPr>
          <a:xfrm>
            <a:off x="2365778" y="155226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sp>
        <p:nvSpPr>
          <p:cNvPr id="9468" name="Google Shape;9468;p54"/>
          <p:cNvSpPr txBox="1"/>
          <p:nvPr>
            <p:ph idx="1" type="subTitle"/>
          </p:nvPr>
        </p:nvSpPr>
        <p:spPr>
          <a:xfrm>
            <a:off x="2365778" y="1763686"/>
            <a:ext cx="19782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Mars is actually a very cold place</a:t>
            </a:r>
            <a:endParaRPr/>
          </a:p>
        </p:txBody>
      </p:sp>
      <p:sp>
        <p:nvSpPr>
          <p:cNvPr id="9469" name="Google Shape;9469;p54"/>
          <p:cNvSpPr txBox="1"/>
          <p:nvPr>
            <p:ph idx="2" type="title"/>
          </p:nvPr>
        </p:nvSpPr>
        <p:spPr>
          <a:xfrm>
            <a:off x="5721659" y="155226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9470" name="Google Shape;9470;p54"/>
          <p:cNvSpPr txBox="1"/>
          <p:nvPr>
            <p:ph idx="3" type="subTitle"/>
          </p:nvPr>
        </p:nvSpPr>
        <p:spPr>
          <a:xfrm>
            <a:off x="5721659" y="1763686"/>
            <a:ext cx="19782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is the second planet from the Sun</a:t>
            </a:r>
            <a:endParaRPr/>
          </a:p>
        </p:txBody>
      </p:sp>
      <p:sp>
        <p:nvSpPr>
          <p:cNvPr id="9471" name="Google Shape;9471;p54"/>
          <p:cNvSpPr txBox="1"/>
          <p:nvPr>
            <p:ph idx="4" type="title"/>
          </p:nvPr>
        </p:nvSpPr>
        <p:spPr>
          <a:xfrm>
            <a:off x="2365778" y="3077506"/>
            <a:ext cx="1975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JUPITER</a:t>
            </a:r>
            <a:endParaRPr/>
          </a:p>
        </p:txBody>
      </p:sp>
      <p:sp>
        <p:nvSpPr>
          <p:cNvPr id="9472" name="Google Shape;9472;p54"/>
          <p:cNvSpPr txBox="1"/>
          <p:nvPr>
            <p:ph idx="5" type="subTitle"/>
          </p:nvPr>
        </p:nvSpPr>
        <p:spPr>
          <a:xfrm>
            <a:off x="2365778" y="3288925"/>
            <a:ext cx="19782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Jupiter is the biggest planet in the System</a:t>
            </a:r>
            <a:endParaRPr/>
          </a:p>
        </p:txBody>
      </p:sp>
      <p:sp>
        <p:nvSpPr>
          <p:cNvPr id="9473" name="Google Shape;9473;p54"/>
          <p:cNvSpPr txBox="1"/>
          <p:nvPr>
            <p:ph idx="6" type="title"/>
          </p:nvPr>
        </p:nvSpPr>
        <p:spPr>
          <a:xfrm>
            <a:off x="5721659" y="3077506"/>
            <a:ext cx="19782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9474" name="Google Shape;9474;p54"/>
          <p:cNvSpPr txBox="1"/>
          <p:nvPr>
            <p:ph idx="7" type="subTitle"/>
          </p:nvPr>
        </p:nvSpPr>
        <p:spPr>
          <a:xfrm>
            <a:off x="5721659" y="3288925"/>
            <a:ext cx="19782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Saturn is a gas giant and has rings</a:t>
            </a:r>
            <a:endParaRPr/>
          </a:p>
        </p:txBody>
      </p:sp>
      <p:grpSp>
        <p:nvGrpSpPr>
          <p:cNvPr id="9475" name="Google Shape;9475;p54"/>
          <p:cNvGrpSpPr/>
          <p:nvPr/>
        </p:nvGrpSpPr>
        <p:grpSpPr>
          <a:xfrm>
            <a:off x="1655621" y="1764888"/>
            <a:ext cx="336050" cy="334875"/>
            <a:chOff x="3959625" y="2580850"/>
            <a:chExt cx="336050" cy="334875"/>
          </a:xfrm>
        </p:grpSpPr>
        <p:sp>
          <p:nvSpPr>
            <p:cNvPr id="9476" name="Google Shape;9476;p54"/>
            <p:cNvSpPr/>
            <p:nvPr/>
          </p:nvSpPr>
          <p:spPr>
            <a:xfrm>
              <a:off x="3959625" y="2600700"/>
              <a:ext cx="316225" cy="310350"/>
            </a:xfrm>
            <a:custGeom>
              <a:rect b="b" l="l" r="r" t="t"/>
              <a:pathLst>
                <a:path extrusionOk="0" h="12414" w="12649">
                  <a:moveTo>
                    <a:pt x="4108" y="0"/>
                  </a:moveTo>
                  <a:lnTo>
                    <a:pt x="2988" y="3360"/>
                  </a:lnTo>
                  <a:lnTo>
                    <a:pt x="2568" y="5367"/>
                  </a:lnTo>
                  <a:lnTo>
                    <a:pt x="1914" y="6580"/>
                  </a:lnTo>
                  <a:lnTo>
                    <a:pt x="1448" y="7934"/>
                  </a:lnTo>
                  <a:lnTo>
                    <a:pt x="1401" y="8727"/>
                  </a:lnTo>
                  <a:lnTo>
                    <a:pt x="934" y="9567"/>
                  </a:lnTo>
                  <a:lnTo>
                    <a:pt x="1" y="12321"/>
                  </a:lnTo>
                  <a:lnTo>
                    <a:pt x="1" y="12414"/>
                  </a:lnTo>
                  <a:lnTo>
                    <a:pt x="48" y="12367"/>
                  </a:lnTo>
                  <a:lnTo>
                    <a:pt x="141" y="12274"/>
                  </a:lnTo>
                  <a:lnTo>
                    <a:pt x="281" y="12227"/>
                  </a:lnTo>
                  <a:lnTo>
                    <a:pt x="12648" y="8494"/>
                  </a:lnTo>
                  <a:lnTo>
                    <a:pt x="410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7" name="Google Shape;9477;p54"/>
            <p:cNvSpPr/>
            <p:nvPr/>
          </p:nvSpPr>
          <p:spPr>
            <a:xfrm>
              <a:off x="3959625" y="2801375"/>
              <a:ext cx="316225" cy="114350"/>
            </a:xfrm>
            <a:custGeom>
              <a:rect b="b" l="l" r="r" t="t"/>
              <a:pathLst>
                <a:path extrusionOk="0" h="4574" w="12649">
                  <a:moveTo>
                    <a:pt x="12135" y="0"/>
                  </a:moveTo>
                  <a:lnTo>
                    <a:pt x="10361" y="560"/>
                  </a:lnTo>
                  <a:lnTo>
                    <a:pt x="9568" y="1027"/>
                  </a:lnTo>
                  <a:lnTo>
                    <a:pt x="7935" y="1400"/>
                  </a:lnTo>
                  <a:lnTo>
                    <a:pt x="5834" y="2100"/>
                  </a:lnTo>
                  <a:lnTo>
                    <a:pt x="4621" y="2753"/>
                  </a:lnTo>
                  <a:lnTo>
                    <a:pt x="3221" y="2940"/>
                  </a:lnTo>
                  <a:lnTo>
                    <a:pt x="94" y="4014"/>
                  </a:lnTo>
                  <a:lnTo>
                    <a:pt x="1" y="4294"/>
                  </a:lnTo>
                  <a:lnTo>
                    <a:pt x="1" y="4434"/>
                  </a:lnTo>
                  <a:lnTo>
                    <a:pt x="48" y="4527"/>
                  </a:lnTo>
                  <a:lnTo>
                    <a:pt x="141" y="4574"/>
                  </a:lnTo>
                  <a:lnTo>
                    <a:pt x="281" y="4574"/>
                  </a:lnTo>
                  <a:lnTo>
                    <a:pt x="3594" y="3500"/>
                  </a:lnTo>
                  <a:lnTo>
                    <a:pt x="4668" y="2894"/>
                  </a:lnTo>
                  <a:lnTo>
                    <a:pt x="5834" y="2707"/>
                  </a:lnTo>
                  <a:lnTo>
                    <a:pt x="8541" y="1820"/>
                  </a:lnTo>
                  <a:lnTo>
                    <a:pt x="9381" y="1353"/>
                  </a:lnTo>
                  <a:lnTo>
                    <a:pt x="10128" y="1307"/>
                  </a:lnTo>
                  <a:lnTo>
                    <a:pt x="12648" y="467"/>
                  </a:lnTo>
                  <a:lnTo>
                    <a:pt x="121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8" name="Google Shape;9478;p54"/>
            <p:cNvSpPr/>
            <p:nvPr/>
          </p:nvSpPr>
          <p:spPr>
            <a:xfrm>
              <a:off x="4138150" y="2685850"/>
              <a:ext cx="66525" cy="66550"/>
            </a:xfrm>
            <a:custGeom>
              <a:rect b="b" l="l" r="r" t="t"/>
              <a:pathLst>
                <a:path extrusionOk="0" h="2662" w="2661">
                  <a:moveTo>
                    <a:pt x="1120" y="1"/>
                  </a:moveTo>
                  <a:lnTo>
                    <a:pt x="887" y="94"/>
                  </a:lnTo>
                  <a:lnTo>
                    <a:pt x="607" y="234"/>
                  </a:lnTo>
                  <a:lnTo>
                    <a:pt x="420" y="374"/>
                  </a:lnTo>
                  <a:lnTo>
                    <a:pt x="234" y="608"/>
                  </a:lnTo>
                  <a:lnTo>
                    <a:pt x="94" y="841"/>
                  </a:lnTo>
                  <a:lnTo>
                    <a:pt x="47" y="1121"/>
                  </a:lnTo>
                  <a:lnTo>
                    <a:pt x="0" y="1354"/>
                  </a:lnTo>
                  <a:lnTo>
                    <a:pt x="47" y="1634"/>
                  </a:lnTo>
                  <a:lnTo>
                    <a:pt x="94" y="1868"/>
                  </a:lnTo>
                  <a:lnTo>
                    <a:pt x="234" y="2148"/>
                  </a:lnTo>
                  <a:lnTo>
                    <a:pt x="420" y="2334"/>
                  </a:lnTo>
                  <a:lnTo>
                    <a:pt x="607" y="2521"/>
                  </a:lnTo>
                  <a:lnTo>
                    <a:pt x="840" y="2614"/>
                  </a:lnTo>
                  <a:lnTo>
                    <a:pt x="1074" y="2661"/>
                  </a:lnTo>
                  <a:lnTo>
                    <a:pt x="1307" y="2614"/>
                  </a:lnTo>
                  <a:lnTo>
                    <a:pt x="1540" y="2568"/>
                  </a:lnTo>
                  <a:lnTo>
                    <a:pt x="1774" y="2428"/>
                  </a:lnTo>
                  <a:lnTo>
                    <a:pt x="1960" y="2288"/>
                  </a:lnTo>
                  <a:lnTo>
                    <a:pt x="2194" y="2101"/>
                  </a:lnTo>
                  <a:lnTo>
                    <a:pt x="2380" y="1914"/>
                  </a:lnTo>
                  <a:lnTo>
                    <a:pt x="2520" y="1681"/>
                  </a:lnTo>
                  <a:lnTo>
                    <a:pt x="2614" y="1494"/>
                  </a:lnTo>
                  <a:lnTo>
                    <a:pt x="2660" y="1261"/>
                  </a:lnTo>
                  <a:lnTo>
                    <a:pt x="2660" y="1028"/>
                  </a:lnTo>
                  <a:lnTo>
                    <a:pt x="2614" y="794"/>
                  </a:lnTo>
                  <a:lnTo>
                    <a:pt x="2520" y="608"/>
                  </a:lnTo>
                  <a:lnTo>
                    <a:pt x="2334" y="374"/>
                  </a:lnTo>
                  <a:lnTo>
                    <a:pt x="2147" y="234"/>
                  </a:lnTo>
                  <a:lnTo>
                    <a:pt x="1914" y="94"/>
                  </a:lnTo>
                  <a:lnTo>
                    <a:pt x="163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9" name="Google Shape;9479;p54"/>
            <p:cNvSpPr/>
            <p:nvPr/>
          </p:nvSpPr>
          <p:spPr>
            <a:xfrm>
              <a:off x="4082150" y="2634525"/>
              <a:ext cx="47850" cy="40850"/>
            </a:xfrm>
            <a:custGeom>
              <a:rect b="b" l="l" r="r" t="t"/>
              <a:pathLst>
                <a:path extrusionOk="0" h="1634" w="1914">
                  <a:moveTo>
                    <a:pt x="467" y="1"/>
                  </a:moveTo>
                  <a:lnTo>
                    <a:pt x="420" y="47"/>
                  </a:lnTo>
                  <a:lnTo>
                    <a:pt x="373" y="141"/>
                  </a:lnTo>
                  <a:lnTo>
                    <a:pt x="0" y="1261"/>
                  </a:lnTo>
                  <a:lnTo>
                    <a:pt x="0" y="1307"/>
                  </a:lnTo>
                  <a:lnTo>
                    <a:pt x="0" y="1401"/>
                  </a:lnTo>
                  <a:lnTo>
                    <a:pt x="47" y="1447"/>
                  </a:lnTo>
                  <a:lnTo>
                    <a:pt x="140" y="1494"/>
                  </a:lnTo>
                  <a:lnTo>
                    <a:pt x="1260" y="1634"/>
                  </a:lnTo>
                  <a:lnTo>
                    <a:pt x="1307" y="1587"/>
                  </a:lnTo>
                  <a:lnTo>
                    <a:pt x="1400" y="1494"/>
                  </a:lnTo>
                  <a:lnTo>
                    <a:pt x="1633" y="1167"/>
                  </a:lnTo>
                  <a:lnTo>
                    <a:pt x="1913" y="654"/>
                  </a:lnTo>
                  <a:lnTo>
                    <a:pt x="1913" y="561"/>
                  </a:lnTo>
                  <a:lnTo>
                    <a:pt x="1867" y="467"/>
                  </a:lnTo>
                  <a:lnTo>
                    <a:pt x="1820" y="421"/>
                  </a:lnTo>
                  <a:lnTo>
                    <a:pt x="1773" y="374"/>
                  </a:lnTo>
                  <a:lnTo>
                    <a:pt x="65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0" name="Google Shape;9480;p54"/>
            <p:cNvSpPr/>
            <p:nvPr/>
          </p:nvSpPr>
          <p:spPr>
            <a:xfrm>
              <a:off x="4082150" y="2640350"/>
              <a:ext cx="47850" cy="42025"/>
            </a:xfrm>
            <a:custGeom>
              <a:rect b="b" l="l" r="r" t="t"/>
              <a:pathLst>
                <a:path extrusionOk="0" h="1681" w="1914">
                  <a:moveTo>
                    <a:pt x="1400" y="1"/>
                  </a:moveTo>
                  <a:lnTo>
                    <a:pt x="1027" y="1028"/>
                  </a:lnTo>
                  <a:lnTo>
                    <a:pt x="980" y="1121"/>
                  </a:lnTo>
                  <a:lnTo>
                    <a:pt x="933" y="1168"/>
                  </a:lnTo>
                  <a:lnTo>
                    <a:pt x="793" y="1168"/>
                  </a:lnTo>
                  <a:lnTo>
                    <a:pt x="47" y="934"/>
                  </a:lnTo>
                  <a:lnTo>
                    <a:pt x="0" y="1028"/>
                  </a:lnTo>
                  <a:lnTo>
                    <a:pt x="0" y="1074"/>
                  </a:lnTo>
                  <a:lnTo>
                    <a:pt x="0" y="1168"/>
                  </a:lnTo>
                  <a:lnTo>
                    <a:pt x="47" y="1214"/>
                  </a:lnTo>
                  <a:lnTo>
                    <a:pt x="140" y="1261"/>
                  </a:lnTo>
                  <a:lnTo>
                    <a:pt x="1260" y="1634"/>
                  </a:lnTo>
                  <a:lnTo>
                    <a:pt x="1353" y="1681"/>
                  </a:lnTo>
                  <a:lnTo>
                    <a:pt x="1400" y="1634"/>
                  </a:lnTo>
                  <a:lnTo>
                    <a:pt x="1493" y="1588"/>
                  </a:lnTo>
                  <a:lnTo>
                    <a:pt x="1540" y="1541"/>
                  </a:lnTo>
                  <a:lnTo>
                    <a:pt x="1913" y="421"/>
                  </a:lnTo>
                  <a:lnTo>
                    <a:pt x="1913" y="328"/>
                  </a:lnTo>
                  <a:lnTo>
                    <a:pt x="1867" y="234"/>
                  </a:lnTo>
                  <a:lnTo>
                    <a:pt x="1820" y="188"/>
                  </a:lnTo>
                  <a:lnTo>
                    <a:pt x="1773" y="141"/>
                  </a:lnTo>
                  <a:lnTo>
                    <a:pt x="140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1" name="Google Shape;9481;p54"/>
            <p:cNvSpPr/>
            <p:nvPr/>
          </p:nvSpPr>
          <p:spPr>
            <a:xfrm>
              <a:off x="4142800" y="2690525"/>
              <a:ext cx="64200" cy="64200"/>
            </a:xfrm>
            <a:custGeom>
              <a:rect b="b" l="l" r="r" t="t"/>
              <a:pathLst>
                <a:path extrusionOk="0" h="2568" w="2568">
                  <a:moveTo>
                    <a:pt x="1914" y="1"/>
                  </a:moveTo>
                  <a:lnTo>
                    <a:pt x="2008" y="187"/>
                  </a:lnTo>
                  <a:lnTo>
                    <a:pt x="2054" y="421"/>
                  </a:lnTo>
                  <a:lnTo>
                    <a:pt x="2101" y="654"/>
                  </a:lnTo>
                  <a:lnTo>
                    <a:pt x="2101" y="887"/>
                  </a:lnTo>
                  <a:lnTo>
                    <a:pt x="2054" y="1074"/>
                  </a:lnTo>
                  <a:lnTo>
                    <a:pt x="1961" y="1307"/>
                  </a:lnTo>
                  <a:lnTo>
                    <a:pt x="1821" y="1494"/>
                  </a:lnTo>
                  <a:lnTo>
                    <a:pt x="1681" y="1681"/>
                  </a:lnTo>
                  <a:lnTo>
                    <a:pt x="1494" y="1821"/>
                  </a:lnTo>
                  <a:lnTo>
                    <a:pt x="1308" y="1961"/>
                  </a:lnTo>
                  <a:lnTo>
                    <a:pt x="1121" y="2007"/>
                  </a:lnTo>
                  <a:lnTo>
                    <a:pt x="888" y="2054"/>
                  </a:lnTo>
                  <a:lnTo>
                    <a:pt x="421" y="2054"/>
                  </a:lnTo>
                  <a:lnTo>
                    <a:pt x="234" y="2007"/>
                  </a:lnTo>
                  <a:lnTo>
                    <a:pt x="1" y="1867"/>
                  </a:lnTo>
                  <a:lnTo>
                    <a:pt x="1" y="1867"/>
                  </a:lnTo>
                  <a:lnTo>
                    <a:pt x="234" y="2147"/>
                  </a:lnTo>
                  <a:lnTo>
                    <a:pt x="421" y="2334"/>
                  </a:lnTo>
                  <a:lnTo>
                    <a:pt x="701" y="2474"/>
                  </a:lnTo>
                  <a:lnTo>
                    <a:pt x="934" y="2521"/>
                  </a:lnTo>
                  <a:lnTo>
                    <a:pt x="1214" y="2567"/>
                  </a:lnTo>
                  <a:lnTo>
                    <a:pt x="1448" y="2521"/>
                  </a:lnTo>
                  <a:lnTo>
                    <a:pt x="1728" y="2474"/>
                  </a:lnTo>
                  <a:lnTo>
                    <a:pt x="1961" y="2334"/>
                  </a:lnTo>
                  <a:lnTo>
                    <a:pt x="2148" y="2147"/>
                  </a:lnTo>
                  <a:lnTo>
                    <a:pt x="2334" y="1961"/>
                  </a:lnTo>
                  <a:lnTo>
                    <a:pt x="2474" y="1681"/>
                  </a:lnTo>
                  <a:lnTo>
                    <a:pt x="2568" y="1447"/>
                  </a:lnTo>
                  <a:lnTo>
                    <a:pt x="2568" y="1167"/>
                  </a:lnTo>
                  <a:lnTo>
                    <a:pt x="2568" y="934"/>
                  </a:lnTo>
                  <a:lnTo>
                    <a:pt x="2474" y="654"/>
                  </a:lnTo>
                  <a:lnTo>
                    <a:pt x="2334" y="421"/>
                  </a:lnTo>
                  <a:lnTo>
                    <a:pt x="2148" y="187"/>
                  </a:lnTo>
                  <a:lnTo>
                    <a:pt x="19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2" name="Google Shape;9482;p54"/>
            <p:cNvSpPr/>
            <p:nvPr/>
          </p:nvSpPr>
          <p:spPr>
            <a:xfrm>
              <a:off x="4143975" y="2786200"/>
              <a:ext cx="74700" cy="60700"/>
            </a:xfrm>
            <a:custGeom>
              <a:rect b="b" l="l" r="r" t="t"/>
              <a:pathLst>
                <a:path extrusionOk="0" h="2428" w="2988">
                  <a:moveTo>
                    <a:pt x="561" y="0"/>
                  </a:moveTo>
                  <a:lnTo>
                    <a:pt x="467" y="47"/>
                  </a:lnTo>
                  <a:lnTo>
                    <a:pt x="47" y="654"/>
                  </a:lnTo>
                  <a:lnTo>
                    <a:pt x="1" y="747"/>
                  </a:lnTo>
                  <a:lnTo>
                    <a:pt x="47" y="794"/>
                  </a:lnTo>
                  <a:lnTo>
                    <a:pt x="841" y="1354"/>
                  </a:lnTo>
                  <a:lnTo>
                    <a:pt x="887" y="1400"/>
                  </a:lnTo>
                  <a:lnTo>
                    <a:pt x="841" y="1494"/>
                  </a:lnTo>
                  <a:lnTo>
                    <a:pt x="561" y="1867"/>
                  </a:lnTo>
                  <a:lnTo>
                    <a:pt x="561" y="1960"/>
                  </a:lnTo>
                  <a:lnTo>
                    <a:pt x="607" y="2007"/>
                  </a:lnTo>
                  <a:lnTo>
                    <a:pt x="1167" y="2427"/>
                  </a:lnTo>
                  <a:lnTo>
                    <a:pt x="2194" y="1727"/>
                  </a:lnTo>
                  <a:lnTo>
                    <a:pt x="2847" y="1774"/>
                  </a:lnTo>
                  <a:lnTo>
                    <a:pt x="2941" y="1634"/>
                  </a:lnTo>
                  <a:lnTo>
                    <a:pt x="2987" y="1494"/>
                  </a:lnTo>
                  <a:lnTo>
                    <a:pt x="2987" y="1354"/>
                  </a:lnTo>
                  <a:lnTo>
                    <a:pt x="2987" y="1214"/>
                  </a:lnTo>
                  <a:lnTo>
                    <a:pt x="2941" y="1027"/>
                  </a:lnTo>
                  <a:lnTo>
                    <a:pt x="2894" y="934"/>
                  </a:lnTo>
                  <a:lnTo>
                    <a:pt x="2801" y="794"/>
                  </a:lnTo>
                  <a:lnTo>
                    <a:pt x="2661" y="700"/>
                  </a:lnTo>
                  <a:lnTo>
                    <a:pt x="1961" y="140"/>
                  </a:lnTo>
                  <a:lnTo>
                    <a:pt x="1867" y="140"/>
                  </a:lnTo>
                  <a:lnTo>
                    <a:pt x="1821" y="187"/>
                  </a:lnTo>
                  <a:lnTo>
                    <a:pt x="1541" y="560"/>
                  </a:lnTo>
                  <a:lnTo>
                    <a:pt x="1447" y="607"/>
                  </a:lnTo>
                  <a:lnTo>
                    <a:pt x="1401" y="560"/>
                  </a:lnTo>
                  <a:lnTo>
                    <a:pt x="6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3" name="Google Shape;9483;p54"/>
            <p:cNvSpPr/>
            <p:nvPr/>
          </p:nvSpPr>
          <p:spPr>
            <a:xfrm>
              <a:off x="4048300" y="2580850"/>
              <a:ext cx="246200" cy="243875"/>
            </a:xfrm>
            <a:custGeom>
              <a:rect b="b" l="l" r="r" t="t"/>
              <a:pathLst>
                <a:path extrusionOk="0" h="9755" w="9848">
                  <a:moveTo>
                    <a:pt x="794" y="1"/>
                  </a:moveTo>
                  <a:lnTo>
                    <a:pt x="654" y="47"/>
                  </a:lnTo>
                  <a:lnTo>
                    <a:pt x="561" y="141"/>
                  </a:lnTo>
                  <a:lnTo>
                    <a:pt x="47" y="887"/>
                  </a:lnTo>
                  <a:lnTo>
                    <a:pt x="1" y="981"/>
                  </a:lnTo>
                  <a:lnTo>
                    <a:pt x="1" y="1121"/>
                  </a:lnTo>
                  <a:lnTo>
                    <a:pt x="47" y="1261"/>
                  </a:lnTo>
                  <a:lnTo>
                    <a:pt x="141" y="1354"/>
                  </a:lnTo>
                  <a:lnTo>
                    <a:pt x="1401" y="2194"/>
                  </a:lnTo>
                  <a:lnTo>
                    <a:pt x="2567" y="3081"/>
                  </a:lnTo>
                  <a:lnTo>
                    <a:pt x="3688" y="4061"/>
                  </a:lnTo>
                  <a:lnTo>
                    <a:pt x="4761" y="5088"/>
                  </a:lnTo>
                  <a:lnTo>
                    <a:pt x="5788" y="6161"/>
                  </a:lnTo>
                  <a:lnTo>
                    <a:pt x="6768" y="7328"/>
                  </a:lnTo>
                  <a:lnTo>
                    <a:pt x="7654" y="8494"/>
                  </a:lnTo>
                  <a:lnTo>
                    <a:pt x="8541" y="9708"/>
                  </a:lnTo>
                  <a:lnTo>
                    <a:pt x="8588" y="9754"/>
                  </a:lnTo>
                  <a:lnTo>
                    <a:pt x="8634" y="9754"/>
                  </a:lnTo>
                  <a:lnTo>
                    <a:pt x="8821" y="9568"/>
                  </a:lnTo>
                  <a:lnTo>
                    <a:pt x="9194" y="9381"/>
                  </a:lnTo>
                  <a:lnTo>
                    <a:pt x="9614" y="9148"/>
                  </a:lnTo>
                  <a:lnTo>
                    <a:pt x="9801" y="9008"/>
                  </a:lnTo>
                  <a:lnTo>
                    <a:pt x="9848" y="8961"/>
                  </a:lnTo>
                  <a:lnTo>
                    <a:pt x="9848" y="8821"/>
                  </a:lnTo>
                  <a:lnTo>
                    <a:pt x="8914" y="7561"/>
                  </a:lnTo>
                  <a:lnTo>
                    <a:pt x="7981" y="6301"/>
                  </a:lnTo>
                  <a:lnTo>
                    <a:pt x="6954" y="5134"/>
                  </a:lnTo>
                  <a:lnTo>
                    <a:pt x="5881" y="3968"/>
                  </a:lnTo>
                  <a:lnTo>
                    <a:pt x="4761" y="2894"/>
                  </a:lnTo>
                  <a:lnTo>
                    <a:pt x="3547" y="1868"/>
                  </a:lnTo>
                  <a:lnTo>
                    <a:pt x="2334" y="934"/>
                  </a:lnTo>
                  <a:lnTo>
                    <a:pt x="1027" y="47"/>
                  </a:lnTo>
                  <a:lnTo>
                    <a:pt x="88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4" name="Google Shape;9484;p54"/>
            <p:cNvSpPr/>
            <p:nvPr/>
          </p:nvSpPr>
          <p:spPr>
            <a:xfrm>
              <a:off x="4007475" y="2684700"/>
              <a:ext cx="63025" cy="85200"/>
            </a:xfrm>
            <a:custGeom>
              <a:rect b="b" l="l" r="r" t="t"/>
              <a:pathLst>
                <a:path extrusionOk="0" h="3408" w="2521">
                  <a:moveTo>
                    <a:pt x="1074" y="0"/>
                  </a:moveTo>
                  <a:lnTo>
                    <a:pt x="0" y="3220"/>
                  </a:lnTo>
                  <a:lnTo>
                    <a:pt x="234" y="3360"/>
                  </a:lnTo>
                  <a:lnTo>
                    <a:pt x="514" y="3407"/>
                  </a:lnTo>
                  <a:lnTo>
                    <a:pt x="747" y="3407"/>
                  </a:lnTo>
                  <a:lnTo>
                    <a:pt x="980" y="3360"/>
                  </a:lnTo>
                  <a:lnTo>
                    <a:pt x="1214" y="3267"/>
                  </a:lnTo>
                  <a:lnTo>
                    <a:pt x="1447" y="3174"/>
                  </a:lnTo>
                  <a:lnTo>
                    <a:pt x="1680" y="2987"/>
                  </a:lnTo>
                  <a:lnTo>
                    <a:pt x="1914" y="2800"/>
                  </a:lnTo>
                  <a:lnTo>
                    <a:pt x="2147" y="2520"/>
                  </a:lnTo>
                  <a:lnTo>
                    <a:pt x="2334" y="2240"/>
                  </a:lnTo>
                  <a:lnTo>
                    <a:pt x="2427" y="1960"/>
                  </a:lnTo>
                  <a:lnTo>
                    <a:pt x="2520" y="1634"/>
                  </a:lnTo>
                  <a:lnTo>
                    <a:pt x="2520" y="1354"/>
                  </a:lnTo>
                  <a:lnTo>
                    <a:pt x="2474" y="1074"/>
                  </a:lnTo>
                  <a:lnTo>
                    <a:pt x="2334" y="794"/>
                  </a:lnTo>
                  <a:lnTo>
                    <a:pt x="2100" y="514"/>
                  </a:lnTo>
                  <a:lnTo>
                    <a:pt x="1867" y="327"/>
                  </a:lnTo>
                  <a:lnTo>
                    <a:pt x="1634" y="187"/>
                  </a:lnTo>
                  <a:lnTo>
                    <a:pt x="1354" y="94"/>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5" name="Google Shape;9485;p54"/>
            <p:cNvSpPr/>
            <p:nvPr/>
          </p:nvSpPr>
          <p:spPr>
            <a:xfrm>
              <a:off x="3982975" y="2799025"/>
              <a:ext cx="29175" cy="40875"/>
            </a:xfrm>
            <a:custGeom>
              <a:rect b="b" l="l" r="r" t="t"/>
              <a:pathLst>
                <a:path extrusionOk="0" h="1635" w="1167">
                  <a:moveTo>
                    <a:pt x="514" y="1"/>
                  </a:moveTo>
                  <a:lnTo>
                    <a:pt x="0" y="1634"/>
                  </a:lnTo>
                  <a:lnTo>
                    <a:pt x="0" y="1634"/>
                  </a:lnTo>
                  <a:lnTo>
                    <a:pt x="560" y="1494"/>
                  </a:lnTo>
                  <a:lnTo>
                    <a:pt x="980" y="1401"/>
                  </a:lnTo>
                  <a:lnTo>
                    <a:pt x="1120" y="1354"/>
                  </a:lnTo>
                  <a:lnTo>
                    <a:pt x="1167" y="1307"/>
                  </a:lnTo>
                  <a:lnTo>
                    <a:pt x="1167" y="654"/>
                  </a:lnTo>
                  <a:lnTo>
                    <a:pt x="1167" y="234"/>
                  </a:lnTo>
                  <a:lnTo>
                    <a:pt x="1167" y="94"/>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6" name="Google Shape;9486;p54"/>
            <p:cNvSpPr/>
            <p:nvPr/>
          </p:nvSpPr>
          <p:spPr>
            <a:xfrm>
              <a:off x="4076300" y="2745375"/>
              <a:ext cx="42025" cy="53675"/>
            </a:xfrm>
            <a:custGeom>
              <a:rect b="b" l="l" r="r" t="t"/>
              <a:pathLst>
                <a:path extrusionOk="0" h="2147" w="1681">
                  <a:moveTo>
                    <a:pt x="1587" y="0"/>
                  </a:moveTo>
                  <a:lnTo>
                    <a:pt x="1541" y="47"/>
                  </a:lnTo>
                  <a:lnTo>
                    <a:pt x="1121" y="607"/>
                  </a:lnTo>
                  <a:lnTo>
                    <a:pt x="1027" y="653"/>
                  </a:lnTo>
                  <a:lnTo>
                    <a:pt x="981" y="653"/>
                  </a:lnTo>
                  <a:lnTo>
                    <a:pt x="701" y="467"/>
                  </a:lnTo>
                  <a:lnTo>
                    <a:pt x="607" y="420"/>
                  </a:lnTo>
                  <a:lnTo>
                    <a:pt x="561" y="467"/>
                  </a:lnTo>
                  <a:lnTo>
                    <a:pt x="94" y="1073"/>
                  </a:lnTo>
                  <a:lnTo>
                    <a:pt x="1" y="1260"/>
                  </a:lnTo>
                  <a:lnTo>
                    <a:pt x="1" y="1493"/>
                  </a:lnTo>
                  <a:lnTo>
                    <a:pt x="94" y="1680"/>
                  </a:lnTo>
                  <a:lnTo>
                    <a:pt x="234" y="1820"/>
                  </a:lnTo>
                  <a:lnTo>
                    <a:pt x="934" y="2147"/>
                  </a:lnTo>
                  <a:lnTo>
                    <a:pt x="1121" y="2147"/>
                  </a:lnTo>
                  <a:lnTo>
                    <a:pt x="1307" y="1913"/>
                  </a:lnTo>
                  <a:lnTo>
                    <a:pt x="1587" y="1447"/>
                  </a:lnTo>
                  <a:lnTo>
                    <a:pt x="1681" y="47"/>
                  </a:lnTo>
                  <a:lnTo>
                    <a:pt x="15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7" name="Google Shape;9487;p54"/>
            <p:cNvSpPr/>
            <p:nvPr/>
          </p:nvSpPr>
          <p:spPr>
            <a:xfrm>
              <a:off x="4037800" y="2828200"/>
              <a:ext cx="68875" cy="58350"/>
            </a:xfrm>
            <a:custGeom>
              <a:rect b="b" l="l" r="r" t="t"/>
              <a:pathLst>
                <a:path extrusionOk="0" h="2334" w="2755">
                  <a:moveTo>
                    <a:pt x="1354" y="0"/>
                  </a:moveTo>
                  <a:lnTo>
                    <a:pt x="1121" y="47"/>
                  </a:lnTo>
                  <a:lnTo>
                    <a:pt x="841" y="94"/>
                  </a:lnTo>
                  <a:lnTo>
                    <a:pt x="607" y="234"/>
                  </a:lnTo>
                  <a:lnTo>
                    <a:pt x="421" y="420"/>
                  </a:lnTo>
                  <a:lnTo>
                    <a:pt x="234" y="607"/>
                  </a:lnTo>
                  <a:lnTo>
                    <a:pt x="94" y="840"/>
                  </a:lnTo>
                  <a:lnTo>
                    <a:pt x="47" y="1120"/>
                  </a:lnTo>
                  <a:lnTo>
                    <a:pt x="1" y="1400"/>
                  </a:lnTo>
                  <a:lnTo>
                    <a:pt x="47" y="1634"/>
                  </a:lnTo>
                  <a:lnTo>
                    <a:pt x="94" y="1914"/>
                  </a:lnTo>
                  <a:lnTo>
                    <a:pt x="234" y="2147"/>
                  </a:lnTo>
                  <a:lnTo>
                    <a:pt x="421" y="2334"/>
                  </a:lnTo>
                  <a:lnTo>
                    <a:pt x="794" y="2101"/>
                  </a:lnTo>
                  <a:lnTo>
                    <a:pt x="1167" y="1821"/>
                  </a:lnTo>
                  <a:lnTo>
                    <a:pt x="2707" y="1634"/>
                  </a:lnTo>
                  <a:lnTo>
                    <a:pt x="2754" y="1307"/>
                  </a:lnTo>
                  <a:lnTo>
                    <a:pt x="2707" y="980"/>
                  </a:lnTo>
                  <a:lnTo>
                    <a:pt x="2567" y="700"/>
                  </a:lnTo>
                  <a:lnTo>
                    <a:pt x="2334" y="420"/>
                  </a:lnTo>
                  <a:lnTo>
                    <a:pt x="2147" y="234"/>
                  </a:lnTo>
                  <a:lnTo>
                    <a:pt x="1914" y="94"/>
                  </a:lnTo>
                  <a:lnTo>
                    <a:pt x="1634" y="47"/>
                  </a:lnTo>
                  <a:lnTo>
                    <a:pt x="13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8" name="Google Shape;9488;p54"/>
            <p:cNvSpPr/>
            <p:nvPr/>
          </p:nvSpPr>
          <p:spPr>
            <a:xfrm>
              <a:off x="4255975" y="2789700"/>
              <a:ext cx="39700" cy="37350"/>
            </a:xfrm>
            <a:custGeom>
              <a:rect b="b" l="l" r="r" t="t"/>
              <a:pathLst>
                <a:path extrusionOk="0" h="1494" w="1588">
                  <a:moveTo>
                    <a:pt x="1214" y="0"/>
                  </a:moveTo>
                  <a:lnTo>
                    <a:pt x="1167" y="234"/>
                  </a:lnTo>
                  <a:lnTo>
                    <a:pt x="1121" y="280"/>
                  </a:lnTo>
                  <a:lnTo>
                    <a:pt x="1027" y="374"/>
                  </a:lnTo>
                  <a:lnTo>
                    <a:pt x="234" y="934"/>
                  </a:lnTo>
                  <a:lnTo>
                    <a:pt x="94" y="980"/>
                  </a:lnTo>
                  <a:lnTo>
                    <a:pt x="1" y="1027"/>
                  </a:lnTo>
                  <a:lnTo>
                    <a:pt x="234" y="1354"/>
                  </a:lnTo>
                  <a:lnTo>
                    <a:pt x="327" y="1447"/>
                  </a:lnTo>
                  <a:lnTo>
                    <a:pt x="421" y="1494"/>
                  </a:lnTo>
                  <a:lnTo>
                    <a:pt x="561" y="1494"/>
                  </a:lnTo>
                  <a:lnTo>
                    <a:pt x="654" y="1447"/>
                  </a:lnTo>
                  <a:lnTo>
                    <a:pt x="1447" y="934"/>
                  </a:lnTo>
                  <a:lnTo>
                    <a:pt x="1541" y="840"/>
                  </a:lnTo>
                  <a:lnTo>
                    <a:pt x="1587" y="747"/>
                  </a:lnTo>
                  <a:lnTo>
                    <a:pt x="1587" y="607"/>
                  </a:lnTo>
                  <a:lnTo>
                    <a:pt x="1541" y="467"/>
                  </a:lnTo>
                  <a:lnTo>
                    <a:pt x="121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9" name="Google Shape;9489;p54"/>
            <p:cNvSpPr/>
            <p:nvPr/>
          </p:nvSpPr>
          <p:spPr>
            <a:xfrm>
              <a:off x="3982975" y="2799025"/>
              <a:ext cx="33850" cy="40875"/>
            </a:xfrm>
            <a:custGeom>
              <a:rect b="b" l="l" r="r" t="t"/>
              <a:pathLst>
                <a:path extrusionOk="0" h="1635" w="1354">
                  <a:moveTo>
                    <a:pt x="887" y="1"/>
                  </a:moveTo>
                  <a:lnTo>
                    <a:pt x="887" y="934"/>
                  </a:lnTo>
                  <a:lnTo>
                    <a:pt x="840" y="1027"/>
                  </a:lnTo>
                  <a:lnTo>
                    <a:pt x="794" y="1074"/>
                  </a:lnTo>
                  <a:lnTo>
                    <a:pt x="747" y="1121"/>
                  </a:lnTo>
                  <a:lnTo>
                    <a:pt x="140" y="1121"/>
                  </a:lnTo>
                  <a:lnTo>
                    <a:pt x="0" y="1634"/>
                  </a:lnTo>
                  <a:lnTo>
                    <a:pt x="1120" y="1634"/>
                  </a:lnTo>
                  <a:lnTo>
                    <a:pt x="1214" y="1587"/>
                  </a:lnTo>
                  <a:lnTo>
                    <a:pt x="1307" y="1541"/>
                  </a:lnTo>
                  <a:lnTo>
                    <a:pt x="1307" y="1494"/>
                  </a:lnTo>
                  <a:lnTo>
                    <a:pt x="1354" y="1401"/>
                  </a:lnTo>
                  <a:lnTo>
                    <a:pt x="1354" y="234"/>
                  </a:lnTo>
                  <a:lnTo>
                    <a:pt x="1307" y="141"/>
                  </a:lnTo>
                  <a:lnTo>
                    <a:pt x="1307" y="94"/>
                  </a:lnTo>
                  <a:lnTo>
                    <a:pt x="1214" y="47"/>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0" name="Google Shape;9490;p54"/>
            <p:cNvSpPr/>
            <p:nvPr/>
          </p:nvSpPr>
          <p:spPr>
            <a:xfrm>
              <a:off x="4077475" y="2746525"/>
              <a:ext cx="52525" cy="58375"/>
            </a:xfrm>
            <a:custGeom>
              <a:rect b="b" l="l" r="r" t="t"/>
              <a:pathLst>
                <a:path extrusionOk="0" h="2335" w="2101">
                  <a:moveTo>
                    <a:pt x="1587" y="1"/>
                  </a:moveTo>
                  <a:lnTo>
                    <a:pt x="1167" y="561"/>
                  </a:lnTo>
                  <a:lnTo>
                    <a:pt x="1167" y="607"/>
                  </a:lnTo>
                  <a:lnTo>
                    <a:pt x="1214" y="701"/>
                  </a:lnTo>
                  <a:lnTo>
                    <a:pt x="1447" y="887"/>
                  </a:lnTo>
                  <a:lnTo>
                    <a:pt x="1494" y="934"/>
                  </a:lnTo>
                  <a:lnTo>
                    <a:pt x="1494" y="1027"/>
                  </a:lnTo>
                  <a:lnTo>
                    <a:pt x="1027" y="1634"/>
                  </a:lnTo>
                  <a:lnTo>
                    <a:pt x="887" y="1774"/>
                  </a:lnTo>
                  <a:lnTo>
                    <a:pt x="700" y="1821"/>
                  </a:lnTo>
                  <a:lnTo>
                    <a:pt x="514" y="1821"/>
                  </a:lnTo>
                  <a:lnTo>
                    <a:pt x="327" y="1727"/>
                  </a:lnTo>
                  <a:lnTo>
                    <a:pt x="0" y="1494"/>
                  </a:lnTo>
                  <a:lnTo>
                    <a:pt x="47" y="1634"/>
                  </a:lnTo>
                  <a:lnTo>
                    <a:pt x="187" y="1774"/>
                  </a:lnTo>
                  <a:lnTo>
                    <a:pt x="794" y="2241"/>
                  </a:lnTo>
                  <a:lnTo>
                    <a:pt x="980" y="2334"/>
                  </a:lnTo>
                  <a:lnTo>
                    <a:pt x="1167" y="2334"/>
                  </a:lnTo>
                  <a:lnTo>
                    <a:pt x="1354" y="2241"/>
                  </a:lnTo>
                  <a:lnTo>
                    <a:pt x="1540" y="2101"/>
                  </a:lnTo>
                  <a:lnTo>
                    <a:pt x="1960" y="1494"/>
                  </a:lnTo>
                  <a:lnTo>
                    <a:pt x="2007" y="1401"/>
                  </a:lnTo>
                  <a:lnTo>
                    <a:pt x="1960" y="1354"/>
                  </a:lnTo>
                  <a:lnTo>
                    <a:pt x="1680" y="1167"/>
                  </a:lnTo>
                  <a:lnTo>
                    <a:pt x="1634" y="1074"/>
                  </a:lnTo>
                  <a:lnTo>
                    <a:pt x="1680" y="1027"/>
                  </a:lnTo>
                  <a:lnTo>
                    <a:pt x="2054" y="467"/>
                  </a:lnTo>
                  <a:lnTo>
                    <a:pt x="2100" y="374"/>
                  </a:lnTo>
                  <a:lnTo>
                    <a:pt x="2054" y="327"/>
                  </a:lnTo>
                  <a:lnTo>
                    <a:pt x="163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1" name="Google Shape;9491;p54"/>
            <p:cNvSpPr/>
            <p:nvPr/>
          </p:nvSpPr>
          <p:spPr>
            <a:xfrm>
              <a:off x="4007475" y="2691700"/>
              <a:ext cx="65350" cy="79350"/>
            </a:xfrm>
            <a:custGeom>
              <a:rect b="b" l="l" r="r" t="t"/>
              <a:pathLst>
                <a:path extrusionOk="0" h="3174" w="2614">
                  <a:moveTo>
                    <a:pt x="1820" y="0"/>
                  </a:moveTo>
                  <a:lnTo>
                    <a:pt x="1960" y="280"/>
                  </a:lnTo>
                  <a:lnTo>
                    <a:pt x="2100" y="560"/>
                  </a:lnTo>
                  <a:lnTo>
                    <a:pt x="2147" y="840"/>
                  </a:lnTo>
                  <a:lnTo>
                    <a:pt x="2100" y="1120"/>
                  </a:lnTo>
                  <a:lnTo>
                    <a:pt x="2054" y="1447"/>
                  </a:lnTo>
                  <a:lnTo>
                    <a:pt x="1960" y="1727"/>
                  </a:lnTo>
                  <a:lnTo>
                    <a:pt x="1820" y="1960"/>
                  </a:lnTo>
                  <a:lnTo>
                    <a:pt x="1634" y="2194"/>
                  </a:lnTo>
                  <a:lnTo>
                    <a:pt x="1307" y="2474"/>
                  </a:lnTo>
                  <a:lnTo>
                    <a:pt x="887" y="2614"/>
                  </a:lnTo>
                  <a:lnTo>
                    <a:pt x="514" y="2707"/>
                  </a:lnTo>
                  <a:lnTo>
                    <a:pt x="94" y="2707"/>
                  </a:lnTo>
                  <a:lnTo>
                    <a:pt x="0" y="2940"/>
                  </a:lnTo>
                  <a:lnTo>
                    <a:pt x="280" y="3080"/>
                  </a:lnTo>
                  <a:lnTo>
                    <a:pt x="514" y="3174"/>
                  </a:lnTo>
                  <a:lnTo>
                    <a:pt x="1074" y="3174"/>
                  </a:lnTo>
                  <a:lnTo>
                    <a:pt x="1354" y="3127"/>
                  </a:lnTo>
                  <a:lnTo>
                    <a:pt x="1634" y="3034"/>
                  </a:lnTo>
                  <a:lnTo>
                    <a:pt x="1867" y="2894"/>
                  </a:lnTo>
                  <a:lnTo>
                    <a:pt x="2100" y="2660"/>
                  </a:lnTo>
                  <a:lnTo>
                    <a:pt x="2334" y="2427"/>
                  </a:lnTo>
                  <a:lnTo>
                    <a:pt x="2474" y="2100"/>
                  </a:lnTo>
                  <a:lnTo>
                    <a:pt x="2567" y="1774"/>
                  </a:lnTo>
                  <a:lnTo>
                    <a:pt x="2614" y="1447"/>
                  </a:lnTo>
                  <a:lnTo>
                    <a:pt x="2567" y="1120"/>
                  </a:lnTo>
                  <a:lnTo>
                    <a:pt x="2474" y="794"/>
                  </a:lnTo>
                  <a:lnTo>
                    <a:pt x="2334" y="514"/>
                  </a:lnTo>
                  <a:lnTo>
                    <a:pt x="2100" y="234"/>
                  </a:lnTo>
                  <a:lnTo>
                    <a:pt x="182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2" name="Google Shape;9492;p54"/>
            <p:cNvSpPr/>
            <p:nvPr/>
          </p:nvSpPr>
          <p:spPr>
            <a:xfrm>
              <a:off x="4157975" y="2815375"/>
              <a:ext cx="60700" cy="31525"/>
            </a:xfrm>
            <a:custGeom>
              <a:rect b="b" l="l" r="r" t="t"/>
              <a:pathLst>
                <a:path extrusionOk="0" h="1261" w="2428">
                  <a:moveTo>
                    <a:pt x="2427" y="0"/>
                  </a:moveTo>
                  <a:lnTo>
                    <a:pt x="1" y="840"/>
                  </a:lnTo>
                  <a:lnTo>
                    <a:pt x="47" y="840"/>
                  </a:lnTo>
                  <a:lnTo>
                    <a:pt x="607" y="1260"/>
                  </a:lnTo>
                  <a:lnTo>
                    <a:pt x="2194" y="747"/>
                  </a:lnTo>
                  <a:lnTo>
                    <a:pt x="2287" y="607"/>
                  </a:lnTo>
                  <a:lnTo>
                    <a:pt x="2381" y="467"/>
                  </a:lnTo>
                  <a:lnTo>
                    <a:pt x="2427" y="327"/>
                  </a:lnTo>
                  <a:lnTo>
                    <a:pt x="2427" y="187"/>
                  </a:lnTo>
                  <a:lnTo>
                    <a:pt x="24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3" name="Google Shape;9493;p54"/>
            <p:cNvSpPr/>
            <p:nvPr/>
          </p:nvSpPr>
          <p:spPr>
            <a:xfrm>
              <a:off x="4040150" y="2853875"/>
              <a:ext cx="66525" cy="35025"/>
            </a:xfrm>
            <a:custGeom>
              <a:rect b="b" l="l" r="r" t="t"/>
              <a:pathLst>
                <a:path extrusionOk="0" h="1401" w="2661">
                  <a:moveTo>
                    <a:pt x="2613" y="0"/>
                  </a:moveTo>
                  <a:lnTo>
                    <a:pt x="0" y="840"/>
                  </a:lnTo>
                  <a:lnTo>
                    <a:pt x="140" y="1120"/>
                  </a:lnTo>
                  <a:lnTo>
                    <a:pt x="327" y="1307"/>
                  </a:lnTo>
                  <a:lnTo>
                    <a:pt x="373" y="1400"/>
                  </a:lnTo>
                  <a:lnTo>
                    <a:pt x="2613" y="607"/>
                  </a:lnTo>
                  <a:lnTo>
                    <a:pt x="2660" y="327"/>
                  </a:lnTo>
                  <a:lnTo>
                    <a:pt x="26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94" name="Google Shape;9494;p54"/>
          <p:cNvGrpSpPr/>
          <p:nvPr/>
        </p:nvGrpSpPr>
        <p:grpSpPr>
          <a:xfrm>
            <a:off x="1691209" y="3289563"/>
            <a:ext cx="264875" cy="336025"/>
            <a:chOff x="3994625" y="3271550"/>
            <a:chExt cx="264875" cy="336025"/>
          </a:xfrm>
        </p:grpSpPr>
        <p:sp>
          <p:nvSpPr>
            <p:cNvPr id="9495" name="Google Shape;9495;p54"/>
            <p:cNvSpPr/>
            <p:nvPr/>
          </p:nvSpPr>
          <p:spPr>
            <a:xfrm>
              <a:off x="4007475" y="3271550"/>
              <a:ext cx="246200" cy="336025"/>
            </a:xfrm>
            <a:custGeom>
              <a:rect b="b" l="l" r="r" t="t"/>
              <a:pathLst>
                <a:path extrusionOk="0" h="13441" w="9848">
                  <a:moveTo>
                    <a:pt x="4527" y="0"/>
                  </a:moveTo>
                  <a:lnTo>
                    <a:pt x="4014" y="47"/>
                  </a:lnTo>
                  <a:lnTo>
                    <a:pt x="3547" y="94"/>
                  </a:lnTo>
                  <a:lnTo>
                    <a:pt x="3080" y="187"/>
                  </a:lnTo>
                  <a:lnTo>
                    <a:pt x="2614" y="327"/>
                  </a:lnTo>
                  <a:lnTo>
                    <a:pt x="2194" y="467"/>
                  </a:lnTo>
                  <a:lnTo>
                    <a:pt x="1820" y="654"/>
                  </a:lnTo>
                  <a:lnTo>
                    <a:pt x="1447" y="840"/>
                  </a:lnTo>
                  <a:lnTo>
                    <a:pt x="1120" y="1027"/>
                  </a:lnTo>
                  <a:lnTo>
                    <a:pt x="840" y="1260"/>
                  </a:lnTo>
                  <a:lnTo>
                    <a:pt x="607" y="1494"/>
                  </a:lnTo>
                  <a:lnTo>
                    <a:pt x="374" y="1727"/>
                  </a:lnTo>
                  <a:lnTo>
                    <a:pt x="234" y="2007"/>
                  </a:lnTo>
                  <a:lnTo>
                    <a:pt x="94" y="2287"/>
                  </a:lnTo>
                  <a:lnTo>
                    <a:pt x="0" y="2567"/>
                  </a:lnTo>
                  <a:lnTo>
                    <a:pt x="0" y="2847"/>
                  </a:lnTo>
                  <a:lnTo>
                    <a:pt x="47" y="3220"/>
                  </a:lnTo>
                  <a:lnTo>
                    <a:pt x="140" y="3547"/>
                  </a:lnTo>
                  <a:lnTo>
                    <a:pt x="327" y="3920"/>
                  </a:lnTo>
                  <a:lnTo>
                    <a:pt x="607" y="4200"/>
                  </a:lnTo>
                  <a:lnTo>
                    <a:pt x="700" y="4387"/>
                  </a:lnTo>
                  <a:lnTo>
                    <a:pt x="747" y="4574"/>
                  </a:lnTo>
                  <a:lnTo>
                    <a:pt x="747" y="12787"/>
                  </a:lnTo>
                  <a:lnTo>
                    <a:pt x="794" y="13021"/>
                  </a:lnTo>
                  <a:lnTo>
                    <a:pt x="934" y="13254"/>
                  </a:lnTo>
                  <a:lnTo>
                    <a:pt x="1167" y="13394"/>
                  </a:lnTo>
                  <a:lnTo>
                    <a:pt x="1400" y="13441"/>
                  </a:lnTo>
                  <a:lnTo>
                    <a:pt x="8681" y="13441"/>
                  </a:lnTo>
                  <a:lnTo>
                    <a:pt x="8821" y="13394"/>
                  </a:lnTo>
                  <a:lnTo>
                    <a:pt x="8914" y="13347"/>
                  </a:lnTo>
                  <a:lnTo>
                    <a:pt x="8961" y="13301"/>
                  </a:lnTo>
                  <a:lnTo>
                    <a:pt x="9007" y="13207"/>
                  </a:lnTo>
                  <a:lnTo>
                    <a:pt x="9101" y="12974"/>
                  </a:lnTo>
                  <a:lnTo>
                    <a:pt x="9101" y="12694"/>
                  </a:lnTo>
                  <a:lnTo>
                    <a:pt x="9101" y="4480"/>
                  </a:lnTo>
                  <a:lnTo>
                    <a:pt x="9147" y="4247"/>
                  </a:lnTo>
                  <a:lnTo>
                    <a:pt x="9287" y="4014"/>
                  </a:lnTo>
                  <a:lnTo>
                    <a:pt x="9567" y="3734"/>
                  </a:lnTo>
                  <a:lnTo>
                    <a:pt x="9707" y="3454"/>
                  </a:lnTo>
                  <a:lnTo>
                    <a:pt x="9801" y="3174"/>
                  </a:lnTo>
                  <a:lnTo>
                    <a:pt x="9847" y="2847"/>
                  </a:lnTo>
                  <a:lnTo>
                    <a:pt x="9847" y="2660"/>
                  </a:lnTo>
                  <a:lnTo>
                    <a:pt x="9801" y="2474"/>
                  </a:lnTo>
                  <a:lnTo>
                    <a:pt x="9661" y="2240"/>
                  </a:lnTo>
                  <a:lnTo>
                    <a:pt x="9521" y="2007"/>
                  </a:lnTo>
                  <a:lnTo>
                    <a:pt x="9334" y="1774"/>
                  </a:lnTo>
                  <a:lnTo>
                    <a:pt x="9101" y="1540"/>
                  </a:lnTo>
                  <a:lnTo>
                    <a:pt x="8821" y="1260"/>
                  </a:lnTo>
                  <a:lnTo>
                    <a:pt x="8494" y="1074"/>
                  </a:lnTo>
                  <a:lnTo>
                    <a:pt x="8167" y="840"/>
                  </a:lnTo>
                  <a:lnTo>
                    <a:pt x="7794" y="654"/>
                  </a:lnTo>
                  <a:lnTo>
                    <a:pt x="7421" y="467"/>
                  </a:lnTo>
                  <a:lnTo>
                    <a:pt x="7001" y="280"/>
                  </a:lnTo>
                  <a:lnTo>
                    <a:pt x="6534" y="187"/>
                  </a:lnTo>
                  <a:lnTo>
                    <a:pt x="6067" y="47"/>
                  </a:lnTo>
                  <a:lnTo>
                    <a:pt x="55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6" name="Google Shape;9496;p54"/>
            <p:cNvSpPr/>
            <p:nvPr/>
          </p:nvSpPr>
          <p:spPr>
            <a:xfrm>
              <a:off x="3994625" y="3339225"/>
              <a:ext cx="112050" cy="129525"/>
            </a:xfrm>
            <a:custGeom>
              <a:rect b="b" l="l" r="r" t="t"/>
              <a:pathLst>
                <a:path extrusionOk="0" h="5181" w="4482">
                  <a:moveTo>
                    <a:pt x="3128" y="0"/>
                  </a:moveTo>
                  <a:lnTo>
                    <a:pt x="2941" y="47"/>
                  </a:lnTo>
                  <a:lnTo>
                    <a:pt x="2754" y="140"/>
                  </a:lnTo>
                  <a:lnTo>
                    <a:pt x="2568" y="233"/>
                  </a:lnTo>
                  <a:lnTo>
                    <a:pt x="2428" y="373"/>
                  </a:lnTo>
                  <a:lnTo>
                    <a:pt x="2241" y="607"/>
                  </a:lnTo>
                  <a:lnTo>
                    <a:pt x="2148" y="840"/>
                  </a:lnTo>
                  <a:lnTo>
                    <a:pt x="2148" y="887"/>
                  </a:lnTo>
                  <a:lnTo>
                    <a:pt x="2101" y="887"/>
                  </a:lnTo>
                  <a:lnTo>
                    <a:pt x="1868" y="840"/>
                  </a:lnTo>
                  <a:lnTo>
                    <a:pt x="1681" y="840"/>
                  </a:lnTo>
                  <a:lnTo>
                    <a:pt x="1448" y="887"/>
                  </a:lnTo>
                  <a:lnTo>
                    <a:pt x="1261" y="933"/>
                  </a:lnTo>
                  <a:lnTo>
                    <a:pt x="1028" y="1027"/>
                  </a:lnTo>
                  <a:lnTo>
                    <a:pt x="888" y="1167"/>
                  </a:lnTo>
                  <a:lnTo>
                    <a:pt x="701" y="1307"/>
                  </a:lnTo>
                  <a:lnTo>
                    <a:pt x="561" y="1447"/>
                  </a:lnTo>
                  <a:lnTo>
                    <a:pt x="421" y="1680"/>
                  </a:lnTo>
                  <a:lnTo>
                    <a:pt x="374" y="1867"/>
                  </a:lnTo>
                  <a:lnTo>
                    <a:pt x="281" y="2054"/>
                  </a:lnTo>
                  <a:lnTo>
                    <a:pt x="281" y="2287"/>
                  </a:lnTo>
                  <a:lnTo>
                    <a:pt x="281" y="2520"/>
                  </a:lnTo>
                  <a:lnTo>
                    <a:pt x="328" y="2707"/>
                  </a:lnTo>
                  <a:lnTo>
                    <a:pt x="421" y="2894"/>
                  </a:lnTo>
                  <a:lnTo>
                    <a:pt x="514" y="3080"/>
                  </a:lnTo>
                  <a:lnTo>
                    <a:pt x="468" y="3174"/>
                  </a:lnTo>
                  <a:lnTo>
                    <a:pt x="328" y="3314"/>
                  </a:lnTo>
                  <a:lnTo>
                    <a:pt x="188" y="3547"/>
                  </a:lnTo>
                  <a:lnTo>
                    <a:pt x="94" y="3734"/>
                  </a:lnTo>
                  <a:lnTo>
                    <a:pt x="48" y="3920"/>
                  </a:lnTo>
                  <a:lnTo>
                    <a:pt x="1" y="4154"/>
                  </a:lnTo>
                  <a:lnTo>
                    <a:pt x="48" y="4340"/>
                  </a:lnTo>
                  <a:lnTo>
                    <a:pt x="94" y="4527"/>
                  </a:lnTo>
                  <a:lnTo>
                    <a:pt x="188" y="4714"/>
                  </a:lnTo>
                  <a:lnTo>
                    <a:pt x="281" y="4900"/>
                  </a:lnTo>
                  <a:lnTo>
                    <a:pt x="468" y="5040"/>
                  </a:lnTo>
                  <a:lnTo>
                    <a:pt x="654" y="5134"/>
                  </a:lnTo>
                  <a:lnTo>
                    <a:pt x="888" y="5180"/>
                  </a:lnTo>
                  <a:lnTo>
                    <a:pt x="1121" y="5134"/>
                  </a:lnTo>
                  <a:lnTo>
                    <a:pt x="1308" y="4994"/>
                  </a:lnTo>
                  <a:lnTo>
                    <a:pt x="1541" y="4807"/>
                  </a:lnTo>
                  <a:lnTo>
                    <a:pt x="1728" y="4620"/>
                  </a:lnTo>
                  <a:lnTo>
                    <a:pt x="2101" y="4200"/>
                  </a:lnTo>
                  <a:lnTo>
                    <a:pt x="2241" y="3967"/>
                  </a:lnTo>
                  <a:lnTo>
                    <a:pt x="2288" y="3827"/>
                  </a:lnTo>
                  <a:lnTo>
                    <a:pt x="2288" y="3687"/>
                  </a:lnTo>
                  <a:lnTo>
                    <a:pt x="2194" y="3454"/>
                  </a:lnTo>
                  <a:lnTo>
                    <a:pt x="2381" y="3407"/>
                  </a:lnTo>
                  <a:lnTo>
                    <a:pt x="2614" y="3360"/>
                  </a:lnTo>
                  <a:lnTo>
                    <a:pt x="2801" y="3314"/>
                  </a:lnTo>
                  <a:lnTo>
                    <a:pt x="2894" y="3267"/>
                  </a:lnTo>
                  <a:lnTo>
                    <a:pt x="2988" y="3174"/>
                  </a:lnTo>
                  <a:lnTo>
                    <a:pt x="3081" y="2987"/>
                  </a:lnTo>
                  <a:lnTo>
                    <a:pt x="3174" y="2800"/>
                  </a:lnTo>
                  <a:lnTo>
                    <a:pt x="3221" y="2567"/>
                  </a:lnTo>
                  <a:lnTo>
                    <a:pt x="3221" y="2380"/>
                  </a:lnTo>
                  <a:lnTo>
                    <a:pt x="3548" y="2334"/>
                  </a:lnTo>
                  <a:lnTo>
                    <a:pt x="3828" y="2240"/>
                  </a:lnTo>
                  <a:lnTo>
                    <a:pt x="4061" y="2100"/>
                  </a:lnTo>
                  <a:lnTo>
                    <a:pt x="4294" y="1867"/>
                  </a:lnTo>
                  <a:lnTo>
                    <a:pt x="4388" y="1633"/>
                  </a:lnTo>
                  <a:lnTo>
                    <a:pt x="4481" y="1400"/>
                  </a:lnTo>
                  <a:lnTo>
                    <a:pt x="4481" y="1167"/>
                  </a:lnTo>
                  <a:lnTo>
                    <a:pt x="4481" y="933"/>
                  </a:lnTo>
                  <a:lnTo>
                    <a:pt x="4388" y="700"/>
                  </a:lnTo>
                  <a:lnTo>
                    <a:pt x="4294" y="513"/>
                  </a:lnTo>
                  <a:lnTo>
                    <a:pt x="4108" y="327"/>
                  </a:lnTo>
                  <a:lnTo>
                    <a:pt x="3921" y="140"/>
                  </a:lnTo>
                  <a:lnTo>
                    <a:pt x="3734" y="47"/>
                  </a:lnTo>
                  <a:lnTo>
                    <a:pt x="354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7" name="Google Shape;9497;p54"/>
            <p:cNvSpPr/>
            <p:nvPr/>
          </p:nvSpPr>
          <p:spPr>
            <a:xfrm>
              <a:off x="4080975" y="3495550"/>
              <a:ext cx="86350" cy="93375"/>
            </a:xfrm>
            <a:custGeom>
              <a:rect b="b" l="l" r="r" t="t"/>
              <a:pathLst>
                <a:path extrusionOk="0" h="3735" w="3454">
                  <a:moveTo>
                    <a:pt x="1867" y="1"/>
                  </a:moveTo>
                  <a:lnTo>
                    <a:pt x="1494" y="47"/>
                  </a:lnTo>
                  <a:lnTo>
                    <a:pt x="1167" y="141"/>
                  </a:lnTo>
                  <a:lnTo>
                    <a:pt x="840" y="327"/>
                  </a:lnTo>
                  <a:lnTo>
                    <a:pt x="560" y="561"/>
                  </a:lnTo>
                  <a:lnTo>
                    <a:pt x="327" y="841"/>
                  </a:lnTo>
                  <a:lnTo>
                    <a:pt x="140" y="1167"/>
                  </a:lnTo>
                  <a:lnTo>
                    <a:pt x="47" y="1494"/>
                  </a:lnTo>
                  <a:lnTo>
                    <a:pt x="0" y="1867"/>
                  </a:lnTo>
                  <a:lnTo>
                    <a:pt x="47" y="2241"/>
                  </a:lnTo>
                  <a:lnTo>
                    <a:pt x="140" y="2614"/>
                  </a:lnTo>
                  <a:lnTo>
                    <a:pt x="327" y="2941"/>
                  </a:lnTo>
                  <a:lnTo>
                    <a:pt x="560" y="3221"/>
                  </a:lnTo>
                  <a:lnTo>
                    <a:pt x="840" y="3407"/>
                  </a:lnTo>
                  <a:lnTo>
                    <a:pt x="1167" y="3594"/>
                  </a:lnTo>
                  <a:lnTo>
                    <a:pt x="1494" y="3687"/>
                  </a:lnTo>
                  <a:lnTo>
                    <a:pt x="1867" y="3734"/>
                  </a:lnTo>
                  <a:lnTo>
                    <a:pt x="2054" y="3734"/>
                  </a:lnTo>
                  <a:lnTo>
                    <a:pt x="2240" y="3687"/>
                  </a:lnTo>
                  <a:lnTo>
                    <a:pt x="2567" y="3547"/>
                  </a:lnTo>
                  <a:lnTo>
                    <a:pt x="2801" y="3314"/>
                  </a:lnTo>
                  <a:lnTo>
                    <a:pt x="3034" y="3034"/>
                  </a:lnTo>
                  <a:lnTo>
                    <a:pt x="3174" y="2707"/>
                  </a:lnTo>
                  <a:lnTo>
                    <a:pt x="3314" y="2381"/>
                  </a:lnTo>
                  <a:lnTo>
                    <a:pt x="3407" y="2054"/>
                  </a:lnTo>
                  <a:lnTo>
                    <a:pt x="3407" y="1821"/>
                  </a:lnTo>
                  <a:lnTo>
                    <a:pt x="3454" y="1447"/>
                  </a:lnTo>
                  <a:lnTo>
                    <a:pt x="3361" y="1074"/>
                  </a:lnTo>
                  <a:lnTo>
                    <a:pt x="3267" y="794"/>
                  </a:lnTo>
                  <a:lnTo>
                    <a:pt x="3081" y="514"/>
                  </a:lnTo>
                  <a:lnTo>
                    <a:pt x="2847" y="327"/>
                  </a:lnTo>
                  <a:lnTo>
                    <a:pt x="2567" y="141"/>
                  </a:lnTo>
                  <a:lnTo>
                    <a:pt x="2240" y="47"/>
                  </a:lnTo>
                  <a:lnTo>
                    <a:pt x="18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8" name="Google Shape;9498;p54"/>
            <p:cNvSpPr/>
            <p:nvPr/>
          </p:nvSpPr>
          <p:spPr>
            <a:xfrm>
              <a:off x="4098475" y="3292550"/>
              <a:ext cx="122525" cy="112025"/>
            </a:xfrm>
            <a:custGeom>
              <a:rect b="b" l="l" r="r" t="t"/>
              <a:pathLst>
                <a:path extrusionOk="0" h="4481" w="4901">
                  <a:moveTo>
                    <a:pt x="794" y="0"/>
                  </a:moveTo>
                  <a:lnTo>
                    <a:pt x="607" y="47"/>
                  </a:lnTo>
                  <a:lnTo>
                    <a:pt x="420" y="94"/>
                  </a:lnTo>
                  <a:lnTo>
                    <a:pt x="234" y="187"/>
                  </a:lnTo>
                  <a:lnTo>
                    <a:pt x="140" y="327"/>
                  </a:lnTo>
                  <a:lnTo>
                    <a:pt x="47" y="514"/>
                  </a:lnTo>
                  <a:lnTo>
                    <a:pt x="0" y="700"/>
                  </a:lnTo>
                  <a:lnTo>
                    <a:pt x="0" y="934"/>
                  </a:lnTo>
                  <a:lnTo>
                    <a:pt x="94" y="1214"/>
                  </a:lnTo>
                  <a:lnTo>
                    <a:pt x="280" y="1727"/>
                  </a:lnTo>
                  <a:lnTo>
                    <a:pt x="607" y="2334"/>
                  </a:lnTo>
                  <a:lnTo>
                    <a:pt x="1027" y="2894"/>
                  </a:lnTo>
                  <a:lnTo>
                    <a:pt x="1447" y="3407"/>
                  </a:lnTo>
                  <a:lnTo>
                    <a:pt x="1821" y="3827"/>
                  </a:lnTo>
                  <a:lnTo>
                    <a:pt x="2194" y="4107"/>
                  </a:lnTo>
                  <a:lnTo>
                    <a:pt x="2521" y="4294"/>
                  </a:lnTo>
                  <a:lnTo>
                    <a:pt x="2847" y="4434"/>
                  </a:lnTo>
                  <a:lnTo>
                    <a:pt x="3221" y="4481"/>
                  </a:lnTo>
                  <a:lnTo>
                    <a:pt x="3547" y="4434"/>
                  </a:lnTo>
                  <a:lnTo>
                    <a:pt x="3827" y="4341"/>
                  </a:lnTo>
                  <a:lnTo>
                    <a:pt x="4154" y="4154"/>
                  </a:lnTo>
                  <a:lnTo>
                    <a:pt x="4387" y="3921"/>
                  </a:lnTo>
                  <a:lnTo>
                    <a:pt x="4621" y="3594"/>
                  </a:lnTo>
                  <a:lnTo>
                    <a:pt x="4761" y="3360"/>
                  </a:lnTo>
                  <a:lnTo>
                    <a:pt x="4854" y="3034"/>
                  </a:lnTo>
                  <a:lnTo>
                    <a:pt x="4901" y="2754"/>
                  </a:lnTo>
                  <a:lnTo>
                    <a:pt x="4901" y="2380"/>
                  </a:lnTo>
                  <a:lnTo>
                    <a:pt x="4807" y="2054"/>
                  </a:lnTo>
                  <a:lnTo>
                    <a:pt x="4714" y="1727"/>
                  </a:lnTo>
                  <a:lnTo>
                    <a:pt x="4481" y="1447"/>
                  </a:lnTo>
                  <a:lnTo>
                    <a:pt x="4201" y="1214"/>
                  </a:lnTo>
                  <a:lnTo>
                    <a:pt x="3781" y="887"/>
                  </a:lnTo>
                  <a:lnTo>
                    <a:pt x="3221" y="560"/>
                  </a:lnTo>
                  <a:lnTo>
                    <a:pt x="2567" y="234"/>
                  </a:lnTo>
                  <a:lnTo>
                    <a:pt x="2194" y="140"/>
                  </a:lnTo>
                  <a:lnTo>
                    <a:pt x="1821" y="47"/>
                  </a:lnTo>
                  <a:lnTo>
                    <a:pt x="12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9" name="Google Shape;9499;p54"/>
            <p:cNvSpPr/>
            <p:nvPr/>
          </p:nvSpPr>
          <p:spPr>
            <a:xfrm>
              <a:off x="4153300" y="3331050"/>
              <a:ext cx="45525" cy="40850"/>
            </a:xfrm>
            <a:custGeom>
              <a:rect b="b" l="l" r="r" t="t"/>
              <a:pathLst>
                <a:path extrusionOk="0" h="1634" w="1821">
                  <a:moveTo>
                    <a:pt x="794" y="0"/>
                  </a:moveTo>
                  <a:lnTo>
                    <a:pt x="608" y="47"/>
                  </a:lnTo>
                  <a:lnTo>
                    <a:pt x="468" y="140"/>
                  </a:lnTo>
                  <a:lnTo>
                    <a:pt x="281" y="234"/>
                  </a:lnTo>
                  <a:lnTo>
                    <a:pt x="188" y="374"/>
                  </a:lnTo>
                  <a:lnTo>
                    <a:pt x="48" y="607"/>
                  </a:lnTo>
                  <a:lnTo>
                    <a:pt x="1" y="887"/>
                  </a:lnTo>
                  <a:lnTo>
                    <a:pt x="48" y="1074"/>
                  </a:lnTo>
                  <a:lnTo>
                    <a:pt x="141" y="1167"/>
                  </a:lnTo>
                  <a:lnTo>
                    <a:pt x="468" y="1400"/>
                  </a:lnTo>
                  <a:lnTo>
                    <a:pt x="794" y="1587"/>
                  </a:lnTo>
                  <a:lnTo>
                    <a:pt x="934" y="1634"/>
                  </a:lnTo>
                  <a:lnTo>
                    <a:pt x="1214" y="1634"/>
                  </a:lnTo>
                  <a:lnTo>
                    <a:pt x="1354" y="1587"/>
                  </a:lnTo>
                  <a:lnTo>
                    <a:pt x="1448" y="1494"/>
                  </a:lnTo>
                  <a:lnTo>
                    <a:pt x="1588" y="1400"/>
                  </a:lnTo>
                  <a:lnTo>
                    <a:pt x="1728" y="1074"/>
                  </a:lnTo>
                  <a:lnTo>
                    <a:pt x="1821" y="794"/>
                  </a:lnTo>
                  <a:lnTo>
                    <a:pt x="1821" y="654"/>
                  </a:lnTo>
                  <a:lnTo>
                    <a:pt x="1774" y="514"/>
                  </a:lnTo>
                  <a:lnTo>
                    <a:pt x="1728" y="420"/>
                  </a:lnTo>
                  <a:lnTo>
                    <a:pt x="1634" y="280"/>
                  </a:lnTo>
                  <a:lnTo>
                    <a:pt x="1494" y="140"/>
                  </a:lnTo>
                  <a:lnTo>
                    <a:pt x="1308" y="47"/>
                  </a:lnTo>
                  <a:lnTo>
                    <a:pt x="112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0" name="Google Shape;9500;p54"/>
            <p:cNvSpPr/>
            <p:nvPr/>
          </p:nvSpPr>
          <p:spPr>
            <a:xfrm>
              <a:off x="4125300" y="3271550"/>
              <a:ext cx="134200" cy="336025"/>
            </a:xfrm>
            <a:custGeom>
              <a:rect b="b" l="l" r="r" t="t"/>
              <a:pathLst>
                <a:path extrusionOk="0" h="13441" w="5368">
                  <a:moveTo>
                    <a:pt x="1" y="0"/>
                  </a:moveTo>
                  <a:lnTo>
                    <a:pt x="934" y="94"/>
                  </a:lnTo>
                  <a:lnTo>
                    <a:pt x="1821" y="280"/>
                  </a:lnTo>
                  <a:lnTo>
                    <a:pt x="2661" y="560"/>
                  </a:lnTo>
                  <a:lnTo>
                    <a:pt x="2988" y="700"/>
                  </a:lnTo>
                  <a:lnTo>
                    <a:pt x="3361" y="887"/>
                  </a:lnTo>
                  <a:lnTo>
                    <a:pt x="3641" y="1074"/>
                  </a:lnTo>
                  <a:lnTo>
                    <a:pt x="3921" y="1307"/>
                  </a:lnTo>
                  <a:lnTo>
                    <a:pt x="4154" y="1540"/>
                  </a:lnTo>
                  <a:lnTo>
                    <a:pt x="4341" y="1774"/>
                  </a:lnTo>
                  <a:lnTo>
                    <a:pt x="4481" y="2007"/>
                  </a:lnTo>
                  <a:lnTo>
                    <a:pt x="4621" y="2287"/>
                  </a:lnTo>
                  <a:lnTo>
                    <a:pt x="4668" y="2567"/>
                  </a:lnTo>
                  <a:lnTo>
                    <a:pt x="4714" y="2847"/>
                  </a:lnTo>
                  <a:lnTo>
                    <a:pt x="4668" y="3220"/>
                  </a:lnTo>
                  <a:lnTo>
                    <a:pt x="4528" y="3547"/>
                  </a:lnTo>
                  <a:lnTo>
                    <a:pt x="4341" y="3920"/>
                  </a:lnTo>
                  <a:lnTo>
                    <a:pt x="4108" y="4200"/>
                  </a:lnTo>
                  <a:lnTo>
                    <a:pt x="3968" y="4387"/>
                  </a:lnTo>
                  <a:lnTo>
                    <a:pt x="3968" y="4574"/>
                  </a:lnTo>
                  <a:lnTo>
                    <a:pt x="3968" y="12787"/>
                  </a:lnTo>
                  <a:lnTo>
                    <a:pt x="3874" y="13021"/>
                  </a:lnTo>
                  <a:lnTo>
                    <a:pt x="3734" y="13254"/>
                  </a:lnTo>
                  <a:lnTo>
                    <a:pt x="3548" y="13394"/>
                  </a:lnTo>
                  <a:lnTo>
                    <a:pt x="3314" y="13441"/>
                  </a:lnTo>
                  <a:lnTo>
                    <a:pt x="3968" y="13441"/>
                  </a:lnTo>
                  <a:lnTo>
                    <a:pt x="4248" y="13394"/>
                  </a:lnTo>
                  <a:lnTo>
                    <a:pt x="4434" y="13254"/>
                  </a:lnTo>
                  <a:lnTo>
                    <a:pt x="4574" y="13021"/>
                  </a:lnTo>
                  <a:lnTo>
                    <a:pt x="4621" y="12787"/>
                  </a:lnTo>
                  <a:lnTo>
                    <a:pt x="4621" y="4574"/>
                  </a:lnTo>
                  <a:lnTo>
                    <a:pt x="4668" y="4387"/>
                  </a:lnTo>
                  <a:lnTo>
                    <a:pt x="4761" y="4200"/>
                  </a:lnTo>
                  <a:lnTo>
                    <a:pt x="5041" y="3920"/>
                  </a:lnTo>
                  <a:lnTo>
                    <a:pt x="5228" y="3547"/>
                  </a:lnTo>
                  <a:lnTo>
                    <a:pt x="5321" y="3220"/>
                  </a:lnTo>
                  <a:lnTo>
                    <a:pt x="5368" y="2847"/>
                  </a:lnTo>
                  <a:lnTo>
                    <a:pt x="5368" y="2567"/>
                  </a:lnTo>
                  <a:lnTo>
                    <a:pt x="5274" y="2287"/>
                  </a:lnTo>
                  <a:lnTo>
                    <a:pt x="5181" y="2007"/>
                  </a:lnTo>
                  <a:lnTo>
                    <a:pt x="4994" y="1727"/>
                  </a:lnTo>
                  <a:lnTo>
                    <a:pt x="4761" y="1494"/>
                  </a:lnTo>
                  <a:lnTo>
                    <a:pt x="4528" y="1260"/>
                  </a:lnTo>
                  <a:lnTo>
                    <a:pt x="4248" y="1027"/>
                  </a:lnTo>
                  <a:lnTo>
                    <a:pt x="3921" y="840"/>
                  </a:lnTo>
                  <a:lnTo>
                    <a:pt x="3548" y="654"/>
                  </a:lnTo>
                  <a:lnTo>
                    <a:pt x="3174" y="467"/>
                  </a:lnTo>
                  <a:lnTo>
                    <a:pt x="2754" y="327"/>
                  </a:lnTo>
                  <a:lnTo>
                    <a:pt x="2288" y="187"/>
                  </a:lnTo>
                  <a:lnTo>
                    <a:pt x="1821" y="94"/>
                  </a:lnTo>
                  <a:lnTo>
                    <a:pt x="1354" y="47"/>
                  </a:lnTo>
                  <a:lnTo>
                    <a:pt x="84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1" name="Google Shape;9501;p54"/>
            <p:cNvSpPr/>
            <p:nvPr/>
          </p:nvSpPr>
          <p:spPr>
            <a:xfrm>
              <a:off x="4118300" y="3292550"/>
              <a:ext cx="109700" cy="112025"/>
            </a:xfrm>
            <a:custGeom>
              <a:rect b="b" l="l" r="r" t="t"/>
              <a:pathLst>
                <a:path extrusionOk="0" h="4481" w="4388">
                  <a:moveTo>
                    <a:pt x="1" y="0"/>
                  </a:moveTo>
                  <a:lnTo>
                    <a:pt x="421" y="47"/>
                  </a:lnTo>
                  <a:lnTo>
                    <a:pt x="841" y="140"/>
                  </a:lnTo>
                  <a:lnTo>
                    <a:pt x="1634" y="420"/>
                  </a:lnTo>
                  <a:lnTo>
                    <a:pt x="2381" y="700"/>
                  </a:lnTo>
                  <a:lnTo>
                    <a:pt x="2941" y="1027"/>
                  </a:lnTo>
                  <a:lnTo>
                    <a:pt x="3221" y="1260"/>
                  </a:lnTo>
                  <a:lnTo>
                    <a:pt x="3454" y="1587"/>
                  </a:lnTo>
                  <a:lnTo>
                    <a:pt x="3594" y="1914"/>
                  </a:lnTo>
                  <a:lnTo>
                    <a:pt x="3688" y="2240"/>
                  </a:lnTo>
                  <a:lnTo>
                    <a:pt x="3734" y="2614"/>
                  </a:lnTo>
                  <a:lnTo>
                    <a:pt x="3688" y="2987"/>
                  </a:lnTo>
                  <a:lnTo>
                    <a:pt x="3594" y="3360"/>
                  </a:lnTo>
                  <a:lnTo>
                    <a:pt x="3361" y="3687"/>
                  </a:lnTo>
                  <a:lnTo>
                    <a:pt x="3128" y="3967"/>
                  </a:lnTo>
                  <a:lnTo>
                    <a:pt x="2848" y="4201"/>
                  </a:lnTo>
                  <a:lnTo>
                    <a:pt x="2521" y="4341"/>
                  </a:lnTo>
                  <a:lnTo>
                    <a:pt x="2148" y="4434"/>
                  </a:lnTo>
                  <a:lnTo>
                    <a:pt x="2428" y="4481"/>
                  </a:lnTo>
                  <a:lnTo>
                    <a:pt x="2708" y="4481"/>
                  </a:lnTo>
                  <a:lnTo>
                    <a:pt x="2941" y="4434"/>
                  </a:lnTo>
                  <a:lnTo>
                    <a:pt x="3221" y="4341"/>
                  </a:lnTo>
                  <a:lnTo>
                    <a:pt x="3454" y="4247"/>
                  </a:lnTo>
                  <a:lnTo>
                    <a:pt x="3688" y="4061"/>
                  </a:lnTo>
                  <a:lnTo>
                    <a:pt x="3874" y="3874"/>
                  </a:lnTo>
                  <a:lnTo>
                    <a:pt x="4061" y="3687"/>
                  </a:lnTo>
                  <a:lnTo>
                    <a:pt x="4248" y="3360"/>
                  </a:lnTo>
                  <a:lnTo>
                    <a:pt x="4388" y="2987"/>
                  </a:lnTo>
                  <a:lnTo>
                    <a:pt x="4388" y="2614"/>
                  </a:lnTo>
                  <a:lnTo>
                    <a:pt x="4388" y="2240"/>
                  </a:lnTo>
                  <a:lnTo>
                    <a:pt x="4294" y="1914"/>
                  </a:lnTo>
                  <a:lnTo>
                    <a:pt x="4108" y="1587"/>
                  </a:lnTo>
                  <a:lnTo>
                    <a:pt x="3921" y="1260"/>
                  </a:lnTo>
                  <a:lnTo>
                    <a:pt x="3594" y="1027"/>
                  </a:lnTo>
                  <a:lnTo>
                    <a:pt x="3314" y="840"/>
                  </a:lnTo>
                  <a:lnTo>
                    <a:pt x="2894" y="654"/>
                  </a:lnTo>
                  <a:lnTo>
                    <a:pt x="2428" y="467"/>
                  </a:lnTo>
                  <a:lnTo>
                    <a:pt x="1961" y="280"/>
                  </a:lnTo>
                  <a:lnTo>
                    <a:pt x="1448" y="140"/>
                  </a:lnTo>
                  <a:lnTo>
                    <a:pt x="934" y="47"/>
                  </a:lnTo>
                  <a:lnTo>
                    <a:pt x="4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2" name="Google Shape;9502;p54"/>
            <p:cNvSpPr/>
            <p:nvPr/>
          </p:nvSpPr>
          <p:spPr>
            <a:xfrm>
              <a:off x="4119475" y="3495550"/>
              <a:ext cx="54850" cy="93375"/>
            </a:xfrm>
            <a:custGeom>
              <a:rect b="b" l="l" r="r" t="t"/>
              <a:pathLst>
                <a:path extrusionOk="0" h="3735" w="2194">
                  <a:moveTo>
                    <a:pt x="327" y="1"/>
                  </a:moveTo>
                  <a:lnTo>
                    <a:pt x="0" y="47"/>
                  </a:lnTo>
                  <a:lnTo>
                    <a:pt x="327" y="141"/>
                  </a:lnTo>
                  <a:lnTo>
                    <a:pt x="607" y="281"/>
                  </a:lnTo>
                  <a:lnTo>
                    <a:pt x="887" y="467"/>
                  </a:lnTo>
                  <a:lnTo>
                    <a:pt x="1074" y="654"/>
                  </a:lnTo>
                  <a:lnTo>
                    <a:pt x="1261" y="934"/>
                  </a:lnTo>
                  <a:lnTo>
                    <a:pt x="1401" y="1214"/>
                  </a:lnTo>
                  <a:lnTo>
                    <a:pt x="1494" y="1541"/>
                  </a:lnTo>
                  <a:lnTo>
                    <a:pt x="1541" y="1867"/>
                  </a:lnTo>
                  <a:lnTo>
                    <a:pt x="1494" y="2194"/>
                  </a:lnTo>
                  <a:lnTo>
                    <a:pt x="1401" y="2521"/>
                  </a:lnTo>
                  <a:lnTo>
                    <a:pt x="1261" y="2801"/>
                  </a:lnTo>
                  <a:lnTo>
                    <a:pt x="1074" y="3081"/>
                  </a:lnTo>
                  <a:lnTo>
                    <a:pt x="887" y="3314"/>
                  </a:lnTo>
                  <a:lnTo>
                    <a:pt x="607" y="3501"/>
                  </a:lnTo>
                  <a:lnTo>
                    <a:pt x="327" y="3641"/>
                  </a:lnTo>
                  <a:lnTo>
                    <a:pt x="0" y="3734"/>
                  </a:lnTo>
                  <a:lnTo>
                    <a:pt x="327" y="3734"/>
                  </a:lnTo>
                  <a:lnTo>
                    <a:pt x="700" y="3687"/>
                  </a:lnTo>
                  <a:lnTo>
                    <a:pt x="1074" y="3594"/>
                  </a:lnTo>
                  <a:lnTo>
                    <a:pt x="1401" y="3407"/>
                  </a:lnTo>
                  <a:lnTo>
                    <a:pt x="1681" y="3221"/>
                  </a:lnTo>
                  <a:lnTo>
                    <a:pt x="1914" y="2941"/>
                  </a:lnTo>
                  <a:lnTo>
                    <a:pt x="2054" y="2614"/>
                  </a:lnTo>
                  <a:lnTo>
                    <a:pt x="2194" y="2241"/>
                  </a:lnTo>
                  <a:lnTo>
                    <a:pt x="2194" y="1867"/>
                  </a:lnTo>
                  <a:lnTo>
                    <a:pt x="2194" y="1494"/>
                  </a:lnTo>
                  <a:lnTo>
                    <a:pt x="2054" y="1167"/>
                  </a:lnTo>
                  <a:lnTo>
                    <a:pt x="1914" y="841"/>
                  </a:lnTo>
                  <a:lnTo>
                    <a:pt x="1681" y="561"/>
                  </a:lnTo>
                  <a:lnTo>
                    <a:pt x="1401" y="327"/>
                  </a:lnTo>
                  <a:lnTo>
                    <a:pt x="1074" y="141"/>
                  </a:lnTo>
                  <a:lnTo>
                    <a:pt x="700"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3" name="Google Shape;9503;p54"/>
            <p:cNvSpPr/>
            <p:nvPr/>
          </p:nvSpPr>
          <p:spPr>
            <a:xfrm>
              <a:off x="4153300" y="3338050"/>
              <a:ext cx="46700" cy="39700"/>
            </a:xfrm>
            <a:custGeom>
              <a:rect b="b" l="l" r="r" t="t"/>
              <a:pathLst>
                <a:path extrusionOk="0" h="1588" w="1868">
                  <a:moveTo>
                    <a:pt x="1634" y="0"/>
                  </a:moveTo>
                  <a:lnTo>
                    <a:pt x="1588" y="280"/>
                  </a:lnTo>
                  <a:lnTo>
                    <a:pt x="1448" y="514"/>
                  </a:lnTo>
                  <a:lnTo>
                    <a:pt x="1354" y="654"/>
                  </a:lnTo>
                  <a:lnTo>
                    <a:pt x="1168" y="747"/>
                  </a:lnTo>
                  <a:lnTo>
                    <a:pt x="1028" y="840"/>
                  </a:lnTo>
                  <a:lnTo>
                    <a:pt x="841" y="887"/>
                  </a:lnTo>
                  <a:lnTo>
                    <a:pt x="514" y="887"/>
                  </a:lnTo>
                  <a:lnTo>
                    <a:pt x="328" y="840"/>
                  </a:lnTo>
                  <a:lnTo>
                    <a:pt x="141" y="747"/>
                  </a:lnTo>
                  <a:lnTo>
                    <a:pt x="1" y="607"/>
                  </a:lnTo>
                  <a:lnTo>
                    <a:pt x="1" y="840"/>
                  </a:lnTo>
                  <a:lnTo>
                    <a:pt x="94" y="1027"/>
                  </a:lnTo>
                  <a:lnTo>
                    <a:pt x="234" y="1214"/>
                  </a:lnTo>
                  <a:lnTo>
                    <a:pt x="374" y="1400"/>
                  </a:lnTo>
                  <a:lnTo>
                    <a:pt x="561" y="1494"/>
                  </a:lnTo>
                  <a:lnTo>
                    <a:pt x="748" y="1540"/>
                  </a:lnTo>
                  <a:lnTo>
                    <a:pt x="934" y="1587"/>
                  </a:lnTo>
                  <a:lnTo>
                    <a:pt x="1074" y="1540"/>
                  </a:lnTo>
                  <a:lnTo>
                    <a:pt x="1261" y="1494"/>
                  </a:lnTo>
                  <a:lnTo>
                    <a:pt x="1448" y="1447"/>
                  </a:lnTo>
                  <a:lnTo>
                    <a:pt x="1588" y="1307"/>
                  </a:lnTo>
                  <a:lnTo>
                    <a:pt x="1681" y="1167"/>
                  </a:lnTo>
                  <a:lnTo>
                    <a:pt x="1774" y="1027"/>
                  </a:lnTo>
                  <a:lnTo>
                    <a:pt x="1821" y="887"/>
                  </a:lnTo>
                  <a:lnTo>
                    <a:pt x="1868" y="560"/>
                  </a:lnTo>
                  <a:lnTo>
                    <a:pt x="1821" y="280"/>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4" name="Google Shape;9504;p54"/>
            <p:cNvSpPr/>
            <p:nvPr/>
          </p:nvSpPr>
          <p:spPr>
            <a:xfrm>
              <a:off x="4001625" y="3339225"/>
              <a:ext cx="105050" cy="133025"/>
            </a:xfrm>
            <a:custGeom>
              <a:rect b="b" l="l" r="r" t="t"/>
              <a:pathLst>
                <a:path extrusionOk="0" h="5321" w="4202">
                  <a:moveTo>
                    <a:pt x="3128" y="0"/>
                  </a:moveTo>
                  <a:lnTo>
                    <a:pt x="3268" y="140"/>
                  </a:lnTo>
                  <a:lnTo>
                    <a:pt x="3314" y="327"/>
                  </a:lnTo>
                  <a:lnTo>
                    <a:pt x="3361" y="513"/>
                  </a:lnTo>
                  <a:lnTo>
                    <a:pt x="3408" y="700"/>
                  </a:lnTo>
                  <a:lnTo>
                    <a:pt x="3408" y="887"/>
                  </a:lnTo>
                  <a:lnTo>
                    <a:pt x="3361" y="1073"/>
                  </a:lnTo>
                  <a:lnTo>
                    <a:pt x="3268" y="1260"/>
                  </a:lnTo>
                  <a:lnTo>
                    <a:pt x="3174" y="1400"/>
                  </a:lnTo>
                  <a:lnTo>
                    <a:pt x="2988" y="1633"/>
                  </a:lnTo>
                  <a:lnTo>
                    <a:pt x="2708" y="1820"/>
                  </a:lnTo>
                  <a:lnTo>
                    <a:pt x="2428" y="1913"/>
                  </a:lnTo>
                  <a:lnTo>
                    <a:pt x="2148" y="1913"/>
                  </a:lnTo>
                  <a:lnTo>
                    <a:pt x="2101" y="2147"/>
                  </a:lnTo>
                  <a:lnTo>
                    <a:pt x="2054" y="2334"/>
                  </a:lnTo>
                  <a:lnTo>
                    <a:pt x="1961" y="2567"/>
                  </a:lnTo>
                  <a:lnTo>
                    <a:pt x="1868" y="2754"/>
                  </a:lnTo>
                  <a:lnTo>
                    <a:pt x="1728" y="2894"/>
                  </a:lnTo>
                  <a:lnTo>
                    <a:pt x="1588" y="3034"/>
                  </a:lnTo>
                  <a:lnTo>
                    <a:pt x="1401" y="3174"/>
                  </a:lnTo>
                  <a:lnTo>
                    <a:pt x="1214" y="3267"/>
                  </a:lnTo>
                  <a:lnTo>
                    <a:pt x="1308" y="3547"/>
                  </a:lnTo>
                  <a:lnTo>
                    <a:pt x="1308" y="3827"/>
                  </a:lnTo>
                  <a:lnTo>
                    <a:pt x="1214" y="4107"/>
                  </a:lnTo>
                  <a:lnTo>
                    <a:pt x="1074" y="4387"/>
                  </a:lnTo>
                  <a:lnTo>
                    <a:pt x="888" y="4620"/>
                  </a:lnTo>
                  <a:lnTo>
                    <a:pt x="608" y="4760"/>
                  </a:lnTo>
                  <a:lnTo>
                    <a:pt x="328" y="4854"/>
                  </a:lnTo>
                  <a:lnTo>
                    <a:pt x="1" y="4854"/>
                  </a:lnTo>
                  <a:lnTo>
                    <a:pt x="188" y="5040"/>
                  </a:lnTo>
                  <a:lnTo>
                    <a:pt x="374" y="5180"/>
                  </a:lnTo>
                  <a:lnTo>
                    <a:pt x="608" y="5274"/>
                  </a:lnTo>
                  <a:lnTo>
                    <a:pt x="841" y="5320"/>
                  </a:lnTo>
                  <a:lnTo>
                    <a:pt x="1074" y="5320"/>
                  </a:lnTo>
                  <a:lnTo>
                    <a:pt x="1308" y="5227"/>
                  </a:lnTo>
                  <a:lnTo>
                    <a:pt x="1541" y="5134"/>
                  </a:lnTo>
                  <a:lnTo>
                    <a:pt x="1728" y="4994"/>
                  </a:lnTo>
                  <a:lnTo>
                    <a:pt x="1914" y="4807"/>
                  </a:lnTo>
                  <a:lnTo>
                    <a:pt x="2054" y="4527"/>
                  </a:lnTo>
                  <a:lnTo>
                    <a:pt x="2101" y="4247"/>
                  </a:lnTo>
                  <a:lnTo>
                    <a:pt x="2101" y="3967"/>
                  </a:lnTo>
                  <a:lnTo>
                    <a:pt x="2054" y="3687"/>
                  </a:lnTo>
                  <a:lnTo>
                    <a:pt x="2241" y="3594"/>
                  </a:lnTo>
                  <a:lnTo>
                    <a:pt x="2381" y="3500"/>
                  </a:lnTo>
                  <a:lnTo>
                    <a:pt x="2568" y="3360"/>
                  </a:lnTo>
                  <a:lnTo>
                    <a:pt x="2708" y="3174"/>
                  </a:lnTo>
                  <a:lnTo>
                    <a:pt x="2801" y="2987"/>
                  </a:lnTo>
                  <a:lnTo>
                    <a:pt x="2894" y="2800"/>
                  </a:lnTo>
                  <a:lnTo>
                    <a:pt x="2941" y="2567"/>
                  </a:lnTo>
                  <a:lnTo>
                    <a:pt x="2941" y="2380"/>
                  </a:lnTo>
                  <a:lnTo>
                    <a:pt x="3268" y="2334"/>
                  </a:lnTo>
                  <a:lnTo>
                    <a:pt x="3548" y="2240"/>
                  </a:lnTo>
                  <a:lnTo>
                    <a:pt x="3781" y="2100"/>
                  </a:lnTo>
                  <a:lnTo>
                    <a:pt x="4014" y="1867"/>
                  </a:lnTo>
                  <a:lnTo>
                    <a:pt x="4108" y="1633"/>
                  </a:lnTo>
                  <a:lnTo>
                    <a:pt x="4201" y="1400"/>
                  </a:lnTo>
                  <a:lnTo>
                    <a:pt x="4201" y="1167"/>
                  </a:lnTo>
                  <a:lnTo>
                    <a:pt x="4201" y="933"/>
                  </a:lnTo>
                  <a:lnTo>
                    <a:pt x="4108" y="700"/>
                  </a:lnTo>
                  <a:lnTo>
                    <a:pt x="4014" y="513"/>
                  </a:lnTo>
                  <a:lnTo>
                    <a:pt x="3828" y="327"/>
                  </a:lnTo>
                  <a:lnTo>
                    <a:pt x="3641" y="140"/>
                  </a:lnTo>
                  <a:lnTo>
                    <a:pt x="3408" y="47"/>
                  </a:lnTo>
                  <a:lnTo>
                    <a:pt x="31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5" name="Google Shape;9505;p54"/>
            <p:cNvSpPr/>
            <p:nvPr/>
          </p:nvSpPr>
          <p:spPr>
            <a:xfrm>
              <a:off x="4010975" y="3329875"/>
              <a:ext cx="243850" cy="246200"/>
            </a:xfrm>
            <a:custGeom>
              <a:rect b="b" l="l" r="r" t="t"/>
              <a:pathLst>
                <a:path extrusionOk="0" h="9848" w="9754">
                  <a:moveTo>
                    <a:pt x="3034" y="1"/>
                  </a:moveTo>
                  <a:lnTo>
                    <a:pt x="2987" y="47"/>
                  </a:lnTo>
                  <a:lnTo>
                    <a:pt x="2707" y="701"/>
                  </a:lnTo>
                  <a:lnTo>
                    <a:pt x="2707" y="747"/>
                  </a:lnTo>
                  <a:lnTo>
                    <a:pt x="2754" y="841"/>
                  </a:lnTo>
                  <a:lnTo>
                    <a:pt x="2940" y="981"/>
                  </a:lnTo>
                  <a:lnTo>
                    <a:pt x="3080" y="1167"/>
                  </a:lnTo>
                  <a:lnTo>
                    <a:pt x="3174" y="1401"/>
                  </a:lnTo>
                  <a:lnTo>
                    <a:pt x="3220" y="1681"/>
                  </a:lnTo>
                  <a:lnTo>
                    <a:pt x="3127" y="1961"/>
                  </a:lnTo>
                  <a:lnTo>
                    <a:pt x="2987" y="2241"/>
                  </a:lnTo>
                  <a:lnTo>
                    <a:pt x="2707" y="2381"/>
                  </a:lnTo>
                  <a:lnTo>
                    <a:pt x="2427" y="2474"/>
                  </a:lnTo>
                  <a:lnTo>
                    <a:pt x="2240" y="2474"/>
                  </a:lnTo>
                  <a:lnTo>
                    <a:pt x="2007" y="2428"/>
                  </a:lnTo>
                  <a:lnTo>
                    <a:pt x="1960" y="2428"/>
                  </a:lnTo>
                  <a:lnTo>
                    <a:pt x="1867" y="2474"/>
                  </a:lnTo>
                  <a:lnTo>
                    <a:pt x="0" y="6674"/>
                  </a:lnTo>
                  <a:lnTo>
                    <a:pt x="0" y="6768"/>
                  </a:lnTo>
                  <a:lnTo>
                    <a:pt x="47" y="6861"/>
                  </a:lnTo>
                  <a:lnTo>
                    <a:pt x="1820" y="7654"/>
                  </a:lnTo>
                  <a:lnTo>
                    <a:pt x="1914" y="7654"/>
                  </a:lnTo>
                  <a:lnTo>
                    <a:pt x="1960" y="7608"/>
                  </a:lnTo>
                  <a:lnTo>
                    <a:pt x="2100" y="7421"/>
                  </a:lnTo>
                  <a:lnTo>
                    <a:pt x="2287" y="7328"/>
                  </a:lnTo>
                  <a:lnTo>
                    <a:pt x="2520" y="7234"/>
                  </a:lnTo>
                  <a:lnTo>
                    <a:pt x="2940" y="7234"/>
                  </a:lnTo>
                  <a:lnTo>
                    <a:pt x="3080" y="7328"/>
                  </a:lnTo>
                  <a:lnTo>
                    <a:pt x="3267" y="7421"/>
                  </a:lnTo>
                  <a:lnTo>
                    <a:pt x="3360" y="7514"/>
                  </a:lnTo>
                  <a:lnTo>
                    <a:pt x="3454" y="7654"/>
                  </a:lnTo>
                  <a:lnTo>
                    <a:pt x="3547" y="7794"/>
                  </a:lnTo>
                  <a:lnTo>
                    <a:pt x="3594" y="7934"/>
                  </a:lnTo>
                  <a:lnTo>
                    <a:pt x="3594" y="8121"/>
                  </a:lnTo>
                  <a:lnTo>
                    <a:pt x="3594" y="8354"/>
                  </a:lnTo>
                  <a:lnTo>
                    <a:pt x="3594" y="8401"/>
                  </a:lnTo>
                  <a:lnTo>
                    <a:pt x="3640" y="8448"/>
                  </a:lnTo>
                  <a:lnTo>
                    <a:pt x="6674" y="9848"/>
                  </a:lnTo>
                  <a:lnTo>
                    <a:pt x="6721" y="9801"/>
                  </a:lnTo>
                  <a:lnTo>
                    <a:pt x="6721" y="9754"/>
                  </a:lnTo>
                  <a:lnTo>
                    <a:pt x="6721" y="9661"/>
                  </a:lnTo>
                  <a:lnTo>
                    <a:pt x="9567" y="3128"/>
                  </a:lnTo>
                  <a:lnTo>
                    <a:pt x="9707" y="3034"/>
                  </a:lnTo>
                  <a:lnTo>
                    <a:pt x="9754" y="3034"/>
                  </a:lnTo>
                  <a:lnTo>
                    <a:pt x="9754" y="2988"/>
                  </a:lnTo>
                  <a:lnTo>
                    <a:pt x="7981" y="2194"/>
                  </a:lnTo>
                  <a:lnTo>
                    <a:pt x="7841" y="2194"/>
                  </a:lnTo>
                  <a:lnTo>
                    <a:pt x="7607" y="2334"/>
                  </a:lnTo>
                  <a:lnTo>
                    <a:pt x="7374" y="2381"/>
                  </a:lnTo>
                  <a:lnTo>
                    <a:pt x="7141" y="2334"/>
                  </a:lnTo>
                  <a:lnTo>
                    <a:pt x="6954" y="2241"/>
                  </a:lnTo>
                  <a:lnTo>
                    <a:pt x="6767" y="2054"/>
                  </a:lnTo>
                  <a:lnTo>
                    <a:pt x="6674" y="1867"/>
                  </a:lnTo>
                  <a:lnTo>
                    <a:pt x="6674" y="1681"/>
                  </a:lnTo>
                  <a:lnTo>
                    <a:pt x="6627" y="1634"/>
                  </a:lnTo>
                  <a:lnTo>
                    <a:pt x="6581" y="1587"/>
                  </a:lnTo>
                  <a:lnTo>
                    <a:pt x="312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6" name="Google Shape;9506;p54"/>
            <p:cNvSpPr/>
            <p:nvPr/>
          </p:nvSpPr>
          <p:spPr>
            <a:xfrm>
              <a:off x="4161475" y="3397550"/>
              <a:ext cx="94525" cy="178525"/>
            </a:xfrm>
            <a:custGeom>
              <a:rect b="b" l="l" r="r" t="t"/>
              <a:pathLst>
                <a:path extrusionOk="0" h="7141" w="3781">
                  <a:moveTo>
                    <a:pt x="3081" y="1"/>
                  </a:moveTo>
                  <a:lnTo>
                    <a:pt x="3127" y="47"/>
                  </a:lnTo>
                  <a:lnTo>
                    <a:pt x="3127" y="141"/>
                  </a:lnTo>
                  <a:lnTo>
                    <a:pt x="141" y="6767"/>
                  </a:lnTo>
                  <a:lnTo>
                    <a:pt x="94" y="6814"/>
                  </a:lnTo>
                  <a:lnTo>
                    <a:pt x="1" y="6814"/>
                  </a:lnTo>
                  <a:lnTo>
                    <a:pt x="654" y="7141"/>
                  </a:lnTo>
                  <a:lnTo>
                    <a:pt x="747" y="7141"/>
                  </a:lnTo>
                  <a:lnTo>
                    <a:pt x="794" y="7047"/>
                  </a:lnTo>
                  <a:lnTo>
                    <a:pt x="3781" y="421"/>
                  </a:lnTo>
                  <a:lnTo>
                    <a:pt x="3781" y="327"/>
                  </a:lnTo>
                  <a:lnTo>
                    <a:pt x="3734" y="281"/>
                  </a:lnTo>
                  <a:lnTo>
                    <a:pt x="308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7" name="Google Shape;9507;p54"/>
            <p:cNvSpPr/>
            <p:nvPr/>
          </p:nvSpPr>
          <p:spPr>
            <a:xfrm>
              <a:off x="4101975" y="3394050"/>
              <a:ext cx="45525" cy="45525"/>
            </a:xfrm>
            <a:custGeom>
              <a:rect b="b" l="l" r="r" t="t"/>
              <a:pathLst>
                <a:path extrusionOk="0" h="1821" w="1821">
                  <a:moveTo>
                    <a:pt x="887" y="1"/>
                  </a:moveTo>
                  <a:lnTo>
                    <a:pt x="700" y="47"/>
                  </a:lnTo>
                  <a:lnTo>
                    <a:pt x="560" y="94"/>
                  </a:lnTo>
                  <a:lnTo>
                    <a:pt x="374" y="187"/>
                  </a:lnTo>
                  <a:lnTo>
                    <a:pt x="234" y="281"/>
                  </a:lnTo>
                  <a:lnTo>
                    <a:pt x="140" y="421"/>
                  </a:lnTo>
                  <a:lnTo>
                    <a:pt x="47" y="561"/>
                  </a:lnTo>
                  <a:lnTo>
                    <a:pt x="0" y="747"/>
                  </a:lnTo>
                  <a:lnTo>
                    <a:pt x="0" y="934"/>
                  </a:lnTo>
                  <a:lnTo>
                    <a:pt x="0" y="1121"/>
                  </a:lnTo>
                  <a:lnTo>
                    <a:pt x="47" y="1261"/>
                  </a:lnTo>
                  <a:lnTo>
                    <a:pt x="140" y="1447"/>
                  </a:lnTo>
                  <a:lnTo>
                    <a:pt x="234" y="1587"/>
                  </a:lnTo>
                  <a:lnTo>
                    <a:pt x="374" y="1681"/>
                  </a:lnTo>
                  <a:lnTo>
                    <a:pt x="560" y="1774"/>
                  </a:lnTo>
                  <a:lnTo>
                    <a:pt x="700" y="1821"/>
                  </a:lnTo>
                  <a:lnTo>
                    <a:pt x="1074" y="1821"/>
                  </a:lnTo>
                  <a:lnTo>
                    <a:pt x="1260" y="1774"/>
                  </a:lnTo>
                  <a:lnTo>
                    <a:pt x="1400" y="1681"/>
                  </a:lnTo>
                  <a:lnTo>
                    <a:pt x="1541" y="1587"/>
                  </a:lnTo>
                  <a:lnTo>
                    <a:pt x="1681" y="1447"/>
                  </a:lnTo>
                  <a:lnTo>
                    <a:pt x="1727" y="1261"/>
                  </a:lnTo>
                  <a:lnTo>
                    <a:pt x="1774" y="1121"/>
                  </a:lnTo>
                  <a:lnTo>
                    <a:pt x="1821" y="934"/>
                  </a:lnTo>
                  <a:lnTo>
                    <a:pt x="1774" y="747"/>
                  </a:lnTo>
                  <a:lnTo>
                    <a:pt x="1727" y="561"/>
                  </a:lnTo>
                  <a:lnTo>
                    <a:pt x="1681" y="421"/>
                  </a:lnTo>
                  <a:lnTo>
                    <a:pt x="1541" y="281"/>
                  </a:lnTo>
                  <a:lnTo>
                    <a:pt x="1400" y="187"/>
                  </a:lnTo>
                  <a:lnTo>
                    <a:pt x="1260" y="94"/>
                  </a:lnTo>
                  <a:lnTo>
                    <a:pt x="1074" y="47"/>
                  </a:lnTo>
                  <a:lnTo>
                    <a:pt x="88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8" name="Google Shape;9508;p54"/>
            <p:cNvSpPr/>
            <p:nvPr/>
          </p:nvSpPr>
          <p:spPr>
            <a:xfrm>
              <a:off x="4150975" y="3476875"/>
              <a:ext cx="31525" cy="31525"/>
            </a:xfrm>
            <a:custGeom>
              <a:rect b="b" l="l" r="r" t="t"/>
              <a:pathLst>
                <a:path extrusionOk="0" h="1261" w="1261">
                  <a:moveTo>
                    <a:pt x="607" y="1"/>
                  </a:moveTo>
                  <a:lnTo>
                    <a:pt x="374" y="48"/>
                  </a:lnTo>
                  <a:lnTo>
                    <a:pt x="187" y="188"/>
                  </a:lnTo>
                  <a:lnTo>
                    <a:pt x="47" y="374"/>
                  </a:lnTo>
                  <a:lnTo>
                    <a:pt x="1" y="654"/>
                  </a:lnTo>
                  <a:lnTo>
                    <a:pt x="47" y="888"/>
                  </a:lnTo>
                  <a:lnTo>
                    <a:pt x="187" y="1074"/>
                  </a:lnTo>
                  <a:lnTo>
                    <a:pt x="374" y="1214"/>
                  </a:lnTo>
                  <a:lnTo>
                    <a:pt x="607" y="1261"/>
                  </a:lnTo>
                  <a:lnTo>
                    <a:pt x="887" y="1214"/>
                  </a:lnTo>
                  <a:lnTo>
                    <a:pt x="1074" y="1074"/>
                  </a:lnTo>
                  <a:lnTo>
                    <a:pt x="1214" y="888"/>
                  </a:lnTo>
                  <a:lnTo>
                    <a:pt x="1261" y="654"/>
                  </a:lnTo>
                  <a:lnTo>
                    <a:pt x="1214" y="374"/>
                  </a:lnTo>
                  <a:lnTo>
                    <a:pt x="1074" y="188"/>
                  </a:lnTo>
                  <a:lnTo>
                    <a:pt x="887" y="48"/>
                  </a:lnTo>
                  <a:lnTo>
                    <a:pt x="60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09" name="Google Shape;9509;p54"/>
          <p:cNvGrpSpPr/>
          <p:nvPr/>
        </p:nvGrpSpPr>
        <p:grpSpPr>
          <a:xfrm>
            <a:off x="5051046" y="3289563"/>
            <a:ext cx="250850" cy="336025"/>
            <a:chOff x="5510200" y="3966900"/>
            <a:chExt cx="250850" cy="336025"/>
          </a:xfrm>
        </p:grpSpPr>
        <p:sp>
          <p:nvSpPr>
            <p:cNvPr id="9510" name="Google Shape;9510;p54"/>
            <p:cNvSpPr/>
            <p:nvPr/>
          </p:nvSpPr>
          <p:spPr>
            <a:xfrm>
              <a:off x="5636200" y="3982075"/>
              <a:ext cx="80525" cy="54850"/>
            </a:xfrm>
            <a:custGeom>
              <a:rect b="b" l="l" r="r" t="t"/>
              <a:pathLst>
                <a:path extrusionOk="0" h="2194" w="3221">
                  <a:moveTo>
                    <a:pt x="0" y="0"/>
                  </a:moveTo>
                  <a:lnTo>
                    <a:pt x="0" y="2194"/>
                  </a:lnTo>
                  <a:lnTo>
                    <a:pt x="3174" y="2194"/>
                  </a:lnTo>
                  <a:lnTo>
                    <a:pt x="3174" y="2147"/>
                  </a:lnTo>
                  <a:lnTo>
                    <a:pt x="3127" y="2054"/>
                  </a:lnTo>
                  <a:lnTo>
                    <a:pt x="2894" y="1727"/>
                  </a:lnTo>
                  <a:lnTo>
                    <a:pt x="2567" y="1260"/>
                  </a:lnTo>
                  <a:lnTo>
                    <a:pt x="2520" y="1167"/>
                  </a:lnTo>
                  <a:lnTo>
                    <a:pt x="2474" y="1027"/>
                  </a:lnTo>
                  <a:lnTo>
                    <a:pt x="2987" y="234"/>
                  </a:lnTo>
                  <a:lnTo>
                    <a:pt x="3174" y="94"/>
                  </a:lnTo>
                  <a:lnTo>
                    <a:pt x="3220" y="47"/>
                  </a:lnTo>
                  <a:lnTo>
                    <a:pt x="31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1" name="Google Shape;9511;p54"/>
            <p:cNvSpPr/>
            <p:nvPr/>
          </p:nvSpPr>
          <p:spPr>
            <a:xfrm>
              <a:off x="5685200" y="3982075"/>
              <a:ext cx="33850" cy="54850"/>
            </a:xfrm>
            <a:custGeom>
              <a:rect b="b" l="l" r="r" t="t"/>
              <a:pathLst>
                <a:path extrusionOk="0" h="2194" w="1354">
                  <a:moveTo>
                    <a:pt x="607" y="0"/>
                  </a:moveTo>
                  <a:lnTo>
                    <a:pt x="654" y="47"/>
                  </a:lnTo>
                  <a:lnTo>
                    <a:pt x="654" y="140"/>
                  </a:lnTo>
                  <a:lnTo>
                    <a:pt x="654" y="187"/>
                  </a:lnTo>
                  <a:lnTo>
                    <a:pt x="0" y="1027"/>
                  </a:lnTo>
                  <a:lnTo>
                    <a:pt x="0" y="1074"/>
                  </a:lnTo>
                  <a:lnTo>
                    <a:pt x="0" y="1167"/>
                  </a:lnTo>
                  <a:lnTo>
                    <a:pt x="654" y="2007"/>
                  </a:lnTo>
                  <a:lnTo>
                    <a:pt x="654" y="2054"/>
                  </a:lnTo>
                  <a:lnTo>
                    <a:pt x="654" y="2147"/>
                  </a:lnTo>
                  <a:lnTo>
                    <a:pt x="607" y="2147"/>
                  </a:lnTo>
                  <a:lnTo>
                    <a:pt x="560" y="2194"/>
                  </a:lnTo>
                  <a:lnTo>
                    <a:pt x="1214" y="2194"/>
                  </a:lnTo>
                  <a:lnTo>
                    <a:pt x="1307" y="2147"/>
                  </a:lnTo>
                  <a:lnTo>
                    <a:pt x="1354" y="2147"/>
                  </a:lnTo>
                  <a:lnTo>
                    <a:pt x="1354" y="2054"/>
                  </a:lnTo>
                  <a:lnTo>
                    <a:pt x="1307" y="2007"/>
                  </a:lnTo>
                  <a:lnTo>
                    <a:pt x="700" y="1167"/>
                  </a:lnTo>
                  <a:lnTo>
                    <a:pt x="654" y="1074"/>
                  </a:lnTo>
                  <a:lnTo>
                    <a:pt x="700" y="1027"/>
                  </a:lnTo>
                  <a:lnTo>
                    <a:pt x="1307" y="187"/>
                  </a:lnTo>
                  <a:lnTo>
                    <a:pt x="1354" y="140"/>
                  </a:lnTo>
                  <a:lnTo>
                    <a:pt x="1354" y="47"/>
                  </a:lnTo>
                  <a:lnTo>
                    <a:pt x="13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2" name="Google Shape;9512;p54"/>
            <p:cNvSpPr/>
            <p:nvPr/>
          </p:nvSpPr>
          <p:spPr>
            <a:xfrm>
              <a:off x="5630350" y="3966900"/>
              <a:ext cx="10525" cy="296375"/>
            </a:xfrm>
            <a:custGeom>
              <a:rect b="b" l="l" r="r" t="t"/>
              <a:pathLst>
                <a:path extrusionOk="0" h="11855" w="421">
                  <a:moveTo>
                    <a:pt x="141" y="1"/>
                  </a:moveTo>
                  <a:lnTo>
                    <a:pt x="94" y="47"/>
                  </a:lnTo>
                  <a:lnTo>
                    <a:pt x="48" y="141"/>
                  </a:lnTo>
                  <a:lnTo>
                    <a:pt x="1" y="187"/>
                  </a:lnTo>
                  <a:lnTo>
                    <a:pt x="1" y="11668"/>
                  </a:lnTo>
                  <a:lnTo>
                    <a:pt x="48" y="11761"/>
                  </a:lnTo>
                  <a:lnTo>
                    <a:pt x="94" y="11808"/>
                  </a:lnTo>
                  <a:lnTo>
                    <a:pt x="141" y="11854"/>
                  </a:lnTo>
                  <a:lnTo>
                    <a:pt x="281" y="11854"/>
                  </a:lnTo>
                  <a:lnTo>
                    <a:pt x="374" y="11808"/>
                  </a:lnTo>
                  <a:lnTo>
                    <a:pt x="421" y="11761"/>
                  </a:lnTo>
                  <a:lnTo>
                    <a:pt x="421" y="11668"/>
                  </a:lnTo>
                  <a:lnTo>
                    <a:pt x="421" y="187"/>
                  </a:lnTo>
                  <a:lnTo>
                    <a:pt x="421" y="141"/>
                  </a:lnTo>
                  <a:lnTo>
                    <a:pt x="374" y="47"/>
                  </a:lnTo>
                  <a:lnTo>
                    <a:pt x="2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3" name="Google Shape;9513;p54"/>
            <p:cNvSpPr/>
            <p:nvPr/>
          </p:nvSpPr>
          <p:spPr>
            <a:xfrm>
              <a:off x="5510200" y="4140750"/>
              <a:ext cx="45525" cy="35025"/>
            </a:xfrm>
            <a:custGeom>
              <a:rect b="b" l="l" r="r" t="t"/>
              <a:pathLst>
                <a:path extrusionOk="0" h="1401" w="1821">
                  <a:moveTo>
                    <a:pt x="280" y="0"/>
                  </a:moveTo>
                  <a:lnTo>
                    <a:pt x="187" y="47"/>
                  </a:lnTo>
                  <a:lnTo>
                    <a:pt x="140" y="93"/>
                  </a:lnTo>
                  <a:lnTo>
                    <a:pt x="93" y="187"/>
                  </a:lnTo>
                  <a:lnTo>
                    <a:pt x="0" y="1167"/>
                  </a:lnTo>
                  <a:lnTo>
                    <a:pt x="0" y="1260"/>
                  </a:lnTo>
                  <a:lnTo>
                    <a:pt x="47" y="1307"/>
                  </a:lnTo>
                  <a:lnTo>
                    <a:pt x="140" y="1354"/>
                  </a:lnTo>
                  <a:lnTo>
                    <a:pt x="233" y="1400"/>
                  </a:lnTo>
                  <a:lnTo>
                    <a:pt x="887" y="1307"/>
                  </a:lnTo>
                  <a:lnTo>
                    <a:pt x="1773" y="933"/>
                  </a:lnTo>
                  <a:lnTo>
                    <a:pt x="1820" y="747"/>
                  </a:lnTo>
                  <a:lnTo>
                    <a:pt x="1027" y="280"/>
                  </a:lnTo>
                  <a:lnTo>
                    <a:pt x="373" y="47"/>
                  </a:ln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4" name="Google Shape;9514;p54"/>
            <p:cNvSpPr/>
            <p:nvPr/>
          </p:nvSpPr>
          <p:spPr>
            <a:xfrm>
              <a:off x="5532350" y="4147750"/>
              <a:ext cx="24525" cy="25675"/>
            </a:xfrm>
            <a:custGeom>
              <a:rect b="b" l="l" r="r" t="t"/>
              <a:pathLst>
                <a:path extrusionOk="0" h="1027" w="981">
                  <a:moveTo>
                    <a:pt x="141" y="0"/>
                  </a:moveTo>
                  <a:lnTo>
                    <a:pt x="1" y="1027"/>
                  </a:lnTo>
                  <a:lnTo>
                    <a:pt x="1" y="1027"/>
                  </a:lnTo>
                  <a:lnTo>
                    <a:pt x="887" y="887"/>
                  </a:lnTo>
                  <a:lnTo>
                    <a:pt x="981" y="373"/>
                  </a:lnTo>
                  <a:lnTo>
                    <a:pt x="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5" name="Google Shape;9515;p54"/>
            <p:cNvSpPr/>
            <p:nvPr/>
          </p:nvSpPr>
          <p:spPr>
            <a:xfrm>
              <a:off x="5610525" y="4062575"/>
              <a:ext cx="44350" cy="51350"/>
            </a:xfrm>
            <a:custGeom>
              <a:rect b="b" l="l" r="r" t="t"/>
              <a:pathLst>
                <a:path extrusionOk="0" h="2054" w="1774">
                  <a:moveTo>
                    <a:pt x="794" y="0"/>
                  </a:moveTo>
                  <a:lnTo>
                    <a:pt x="607" y="47"/>
                  </a:lnTo>
                  <a:lnTo>
                    <a:pt x="421" y="140"/>
                  </a:lnTo>
                  <a:lnTo>
                    <a:pt x="281" y="280"/>
                  </a:lnTo>
                  <a:lnTo>
                    <a:pt x="141" y="420"/>
                  </a:lnTo>
                  <a:lnTo>
                    <a:pt x="47" y="607"/>
                  </a:lnTo>
                  <a:lnTo>
                    <a:pt x="1" y="794"/>
                  </a:lnTo>
                  <a:lnTo>
                    <a:pt x="1" y="1027"/>
                  </a:lnTo>
                  <a:lnTo>
                    <a:pt x="1" y="1214"/>
                  </a:lnTo>
                  <a:lnTo>
                    <a:pt x="47" y="1400"/>
                  </a:lnTo>
                  <a:lnTo>
                    <a:pt x="141" y="1587"/>
                  </a:lnTo>
                  <a:lnTo>
                    <a:pt x="281" y="1727"/>
                  </a:lnTo>
                  <a:lnTo>
                    <a:pt x="421" y="1867"/>
                  </a:lnTo>
                  <a:lnTo>
                    <a:pt x="607" y="1960"/>
                  </a:lnTo>
                  <a:lnTo>
                    <a:pt x="794" y="2007"/>
                  </a:lnTo>
                  <a:lnTo>
                    <a:pt x="1027" y="2054"/>
                  </a:lnTo>
                  <a:lnTo>
                    <a:pt x="1214" y="2007"/>
                  </a:lnTo>
                  <a:lnTo>
                    <a:pt x="1354" y="1914"/>
                  </a:lnTo>
                  <a:lnTo>
                    <a:pt x="1494" y="1820"/>
                  </a:lnTo>
                  <a:lnTo>
                    <a:pt x="1634" y="1634"/>
                  </a:lnTo>
                  <a:lnTo>
                    <a:pt x="1774" y="1307"/>
                  </a:lnTo>
                  <a:lnTo>
                    <a:pt x="1774" y="1027"/>
                  </a:lnTo>
                  <a:lnTo>
                    <a:pt x="1774" y="747"/>
                  </a:lnTo>
                  <a:lnTo>
                    <a:pt x="1634" y="374"/>
                  </a:lnTo>
                  <a:lnTo>
                    <a:pt x="1494" y="234"/>
                  </a:lnTo>
                  <a:lnTo>
                    <a:pt x="1354" y="94"/>
                  </a:lnTo>
                  <a:lnTo>
                    <a:pt x="12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6" name="Google Shape;9516;p54"/>
            <p:cNvSpPr/>
            <p:nvPr/>
          </p:nvSpPr>
          <p:spPr>
            <a:xfrm>
              <a:off x="5519525" y="4222400"/>
              <a:ext cx="227525" cy="80525"/>
            </a:xfrm>
            <a:custGeom>
              <a:rect b="b" l="l" r="r" t="t"/>
              <a:pathLst>
                <a:path extrusionOk="0" h="3221" w="9101">
                  <a:moveTo>
                    <a:pt x="607" y="1"/>
                  </a:moveTo>
                  <a:lnTo>
                    <a:pt x="374" y="48"/>
                  </a:lnTo>
                  <a:lnTo>
                    <a:pt x="187" y="188"/>
                  </a:lnTo>
                  <a:lnTo>
                    <a:pt x="47" y="374"/>
                  </a:lnTo>
                  <a:lnTo>
                    <a:pt x="0" y="608"/>
                  </a:lnTo>
                  <a:lnTo>
                    <a:pt x="0" y="2988"/>
                  </a:lnTo>
                  <a:lnTo>
                    <a:pt x="0" y="3081"/>
                  </a:lnTo>
                  <a:lnTo>
                    <a:pt x="47" y="3174"/>
                  </a:lnTo>
                  <a:lnTo>
                    <a:pt x="140" y="3221"/>
                  </a:lnTo>
                  <a:lnTo>
                    <a:pt x="9101" y="3221"/>
                  </a:lnTo>
                  <a:lnTo>
                    <a:pt x="9101" y="3128"/>
                  </a:lnTo>
                  <a:lnTo>
                    <a:pt x="9101" y="2848"/>
                  </a:lnTo>
                  <a:lnTo>
                    <a:pt x="9054" y="2054"/>
                  </a:lnTo>
                  <a:lnTo>
                    <a:pt x="8914" y="841"/>
                  </a:lnTo>
                  <a:lnTo>
                    <a:pt x="8914" y="281"/>
                  </a:lnTo>
                  <a:lnTo>
                    <a:pt x="8914" y="188"/>
                  </a:lnTo>
                  <a:lnTo>
                    <a:pt x="8867" y="94"/>
                  </a:lnTo>
                  <a:lnTo>
                    <a:pt x="87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7" name="Google Shape;9517;p54"/>
            <p:cNvSpPr/>
            <p:nvPr/>
          </p:nvSpPr>
          <p:spPr>
            <a:xfrm>
              <a:off x="5544025" y="4139575"/>
              <a:ext cx="179700" cy="54850"/>
            </a:xfrm>
            <a:custGeom>
              <a:rect b="b" l="l" r="r" t="t"/>
              <a:pathLst>
                <a:path extrusionOk="0" h="2194" w="7188">
                  <a:moveTo>
                    <a:pt x="747" y="0"/>
                  </a:moveTo>
                  <a:lnTo>
                    <a:pt x="607" y="47"/>
                  </a:lnTo>
                  <a:lnTo>
                    <a:pt x="420" y="140"/>
                  </a:lnTo>
                  <a:lnTo>
                    <a:pt x="280" y="234"/>
                  </a:lnTo>
                  <a:lnTo>
                    <a:pt x="187" y="374"/>
                  </a:lnTo>
                  <a:lnTo>
                    <a:pt x="94" y="560"/>
                  </a:lnTo>
                  <a:lnTo>
                    <a:pt x="0" y="747"/>
                  </a:lnTo>
                  <a:lnTo>
                    <a:pt x="0" y="980"/>
                  </a:lnTo>
                  <a:lnTo>
                    <a:pt x="0" y="1167"/>
                  </a:lnTo>
                  <a:lnTo>
                    <a:pt x="47" y="1354"/>
                  </a:lnTo>
                  <a:lnTo>
                    <a:pt x="140" y="1541"/>
                  </a:lnTo>
                  <a:lnTo>
                    <a:pt x="280" y="1681"/>
                  </a:lnTo>
                  <a:lnTo>
                    <a:pt x="420" y="1821"/>
                  </a:lnTo>
                  <a:lnTo>
                    <a:pt x="607" y="1914"/>
                  </a:lnTo>
                  <a:lnTo>
                    <a:pt x="794" y="1961"/>
                  </a:lnTo>
                  <a:lnTo>
                    <a:pt x="1494" y="2054"/>
                  </a:lnTo>
                  <a:lnTo>
                    <a:pt x="2241" y="2147"/>
                  </a:lnTo>
                  <a:lnTo>
                    <a:pt x="2941" y="2194"/>
                  </a:lnTo>
                  <a:lnTo>
                    <a:pt x="4387" y="2194"/>
                  </a:lnTo>
                  <a:lnTo>
                    <a:pt x="5087" y="2147"/>
                  </a:lnTo>
                  <a:lnTo>
                    <a:pt x="5834" y="2054"/>
                  </a:lnTo>
                  <a:lnTo>
                    <a:pt x="6534" y="1961"/>
                  </a:lnTo>
                  <a:lnTo>
                    <a:pt x="6721" y="1914"/>
                  </a:lnTo>
                  <a:lnTo>
                    <a:pt x="6861" y="1821"/>
                  </a:lnTo>
                  <a:lnTo>
                    <a:pt x="7001" y="1681"/>
                  </a:lnTo>
                  <a:lnTo>
                    <a:pt x="7094" y="1494"/>
                  </a:lnTo>
                  <a:lnTo>
                    <a:pt x="7141" y="1307"/>
                  </a:lnTo>
                  <a:lnTo>
                    <a:pt x="7187" y="1121"/>
                  </a:lnTo>
                  <a:lnTo>
                    <a:pt x="7187" y="887"/>
                  </a:lnTo>
                  <a:lnTo>
                    <a:pt x="7141" y="700"/>
                  </a:lnTo>
                  <a:lnTo>
                    <a:pt x="7094" y="840"/>
                  </a:lnTo>
                  <a:lnTo>
                    <a:pt x="6954" y="467"/>
                  </a:lnTo>
                  <a:lnTo>
                    <a:pt x="6767" y="187"/>
                  </a:lnTo>
                  <a:lnTo>
                    <a:pt x="6674" y="94"/>
                  </a:lnTo>
                  <a:lnTo>
                    <a:pt x="6534" y="0"/>
                  </a:lnTo>
                  <a:lnTo>
                    <a:pt x="6207" y="0"/>
                  </a:lnTo>
                  <a:lnTo>
                    <a:pt x="4947" y="140"/>
                  </a:lnTo>
                  <a:lnTo>
                    <a:pt x="3687" y="234"/>
                  </a:lnTo>
                  <a:lnTo>
                    <a:pt x="2381" y="140"/>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8" name="Google Shape;9518;p54"/>
            <p:cNvSpPr/>
            <p:nvPr/>
          </p:nvSpPr>
          <p:spPr>
            <a:xfrm>
              <a:off x="5714375" y="4141900"/>
              <a:ext cx="42025" cy="33875"/>
            </a:xfrm>
            <a:custGeom>
              <a:rect b="b" l="l" r="r" t="t"/>
              <a:pathLst>
                <a:path extrusionOk="0" h="1355" w="1681">
                  <a:moveTo>
                    <a:pt x="1493" y="1"/>
                  </a:moveTo>
                  <a:lnTo>
                    <a:pt x="0" y="607"/>
                  </a:lnTo>
                  <a:lnTo>
                    <a:pt x="93" y="1121"/>
                  </a:lnTo>
                  <a:lnTo>
                    <a:pt x="1633" y="1354"/>
                  </a:lnTo>
                  <a:lnTo>
                    <a:pt x="1680" y="1308"/>
                  </a:lnTo>
                  <a:lnTo>
                    <a:pt x="1633" y="1261"/>
                  </a:lnTo>
                  <a:lnTo>
                    <a:pt x="1540" y="1168"/>
                  </a:lnTo>
                  <a:lnTo>
                    <a:pt x="1493" y="1074"/>
                  </a:lnTo>
                  <a:lnTo>
                    <a:pt x="1493" y="374"/>
                  </a:lnTo>
                  <a:lnTo>
                    <a:pt x="1540" y="94"/>
                  </a:lnTo>
                  <a:lnTo>
                    <a:pt x="15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9" name="Google Shape;9519;p54"/>
            <p:cNvSpPr/>
            <p:nvPr/>
          </p:nvSpPr>
          <p:spPr>
            <a:xfrm>
              <a:off x="5719025" y="4222400"/>
              <a:ext cx="32700" cy="80525"/>
            </a:xfrm>
            <a:custGeom>
              <a:rect b="b" l="l" r="r" t="t"/>
              <a:pathLst>
                <a:path extrusionOk="0" h="3221" w="1308">
                  <a:moveTo>
                    <a:pt x="1" y="1"/>
                  </a:moveTo>
                  <a:lnTo>
                    <a:pt x="281" y="48"/>
                  </a:lnTo>
                  <a:lnTo>
                    <a:pt x="467" y="188"/>
                  </a:lnTo>
                  <a:lnTo>
                    <a:pt x="607" y="374"/>
                  </a:lnTo>
                  <a:lnTo>
                    <a:pt x="654" y="608"/>
                  </a:lnTo>
                  <a:lnTo>
                    <a:pt x="654" y="2988"/>
                  </a:lnTo>
                  <a:lnTo>
                    <a:pt x="654" y="3081"/>
                  </a:lnTo>
                  <a:lnTo>
                    <a:pt x="607" y="3174"/>
                  </a:lnTo>
                  <a:lnTo>
                    <a:pt x="514" y="3221"/>
                  </a:lnTo>
                  <a:lnTo>
                    <a:pt x="1214" y="3221"/>
                  </a:lnTo>
                  <a:lnTo>
                    <a:pt x="1261" y="3174"/>
                  </a:lnTo>
                  <a:lnTo>
                    <a:pt x="1307" y="3081"/>
                  </a:lnTo>
                  <a:lnTo>
                    <a:pt x="1307" y="2988"/>
                  </a:lnTo>
                  <a:lnTo>
                    <a:pt x="1307" y="608"/>
                  </a:lnTo>
                  <a:lnTo>
                    <a:pt x="1261" y="374"/>
                  </a:lnTo>
                  <a:lnTo>
                    <a:pt x="1121" y="188"/>
                  </a:lnTo>
                  <a:lnTo>
                    <a:pt x="934" y="48"/>
                  </a:lnTo>
                  <a:lnTo>
                    <a:pt x="70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0" name="Google Shape;9520;p54"/>
            <p:cNvSpPr/>
            <p:nvPr/>
          </p:nvSpPr>
          <p:spPr>
            <a:xfrm>
              <a:off x="5626850" y="4062575"/>
              <a:ext cx="35025" cy="51350"/>
            </a:xfrm>
            <a:custGeom>
              <a:rect b="b" l="l" r="r" t="t"/>
              <a:pathLst>
                <a:path extrusionOk="0" h="2054" w="1401">
                  <a:moveTo>
                    <a:pt x="188" y="0"/>
                  </a:moveTo>
                  <a:lnTo>
                    <a:pt x="1" y="47"/>
                  </a:lnTo>
                  <a:lnTo>
                    <a:pt x="281" y="187"/>
                  </a:lnTo>
                  <a:lnTo>
                    <a:pt x="514" y="420"/>
                  </a:lnTo>
                  <a:lnTo>
                    <a:pt x="654" y="700"/>
                  </a:lnTo>
                  <a:lnTo>
                    <a:pt x="701" y="1027"/>
                  </a:lnTo>
                  <a:lnTo>
                    <a:pt x="654" y="1354"/>
                  </a:lnTo>
                  <a:lnTo>
                    <a:pt x="514" y="1634"/>
                  </a:lnTo>
                  <a:lnTo>
                    <a:pt x="281" y="1820"/>
                  </a:lnTo>
                  <a:lnTo>
                    <a:pt x="1" y="1960"/>
                  </a:lnTo>
                  <a:lnTo>
                    <a:pt x="188" y="2007"/>
                  </a:lnTo>
                  <a:lnTo>
                    <a:pt x="374" y="2054"/>
                  </a:lnTo>
                  <a:lnTo>
                    <a:pt x="561" y="2007"/>
                  </a:lnTo>
                  <a:lnTo>
                    <a:pt x="748" y="1960"/>
                  </a:lnTo>
                  <a:lnTo>
                    <a:pt x="934" y="1867"/>
                  </a:lnTo>
                  <a:lnTo>
                    <a:pt x="1074" y="1727"/>
                  </a:lnTo>
                  <a:lnTo>
                    <a:pt x="1214" y="1587"/>
                  </a:lnTo>
                  <a:lnTo>
                    <a:pt x="1308" y="1400"/>
                  </a:lnTo>
                  <a:lnTo>
                    <a:pt x="1354" y="1214"/>
                  </a:lnTo>
                  <a:lnTo>
                    <a:pt x="1401" y="1027"/>
                  </a:lnTo>
                  <a:lnTo>
                    <a:pt x="1354" y="794"/>
                  </a:lnTo>
                  <a:lnTo>
                    <a:pt x="1308" y="607"/>
                  </a:lnTo>
                  <a:lnTo>
                    <a:pt x="1214" y="420"/>
                  </a:lnTo>
                  <a:lnTo>
                    <a:pt x="1074" y="280"/>
                  </a:lnTo>
                  <a:lnTo>
                    <a:pt x="934" y="140"/>
                  </a:lnTo>
                  <a:lnTo>
                    <a:pt x="748" y="47"/>
                  </a:lnTo>
                  <a:lnTo>
                    <a:pt x="5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1" name="Google Shape;9521;p54"/>
            <p:cNvSpPr/>
            <p:nvPr/>
          </p:nvSpPr>
          <p:spPr>
            <a:xfrm>
              <a:off x="5742375" y="4140750"/>
              <a:ext cx="18675" cy="35025"/>
            </a:xfrm>
            <a:custGeom>
              <a:rect b="b" l="l" r="r" t="t"/>
              <a:pathLst>
                <a:path extrusionOk="0" h="1401" w="747">
                  <a:moveTo>
                    <a:pt x="467" y="0"/>
                  </a:moveTo>
                  <a:lnTo>
                    <a:pt x="373" y="47"/>
                  </a:lnTo>
                  <a:lnTo>
                    <a:pt x="0" y="187"/>
                  </a:lnTo>
                  <a:lnTo>
                    <a:pt x="93" y="1167"/>
                  </a:lnTo>
                  <a:lnTo>
                    <a:pt x="93" y="1214"/>
                  </a:lnTo>
                  <a:lnTo>
                    <a:pt x="47" y="1307"/>
                  </a:lnTo>
                  <a:lnTo>
                    <a:pt x="513" y="1400"/>
                  </a:lnTo>
                  <a:lnTo>
                    <a:pt x="607" y="1354"/>
                  </a:lnTo>
                  <a:lnTo>
                    <a:pt x="700" y="1307"/>
                  </a:lnTo>
                  <a:lnTo>
                    <a:pt x="747" y="1260"/>
                  </a:lnTo>
                  <a:lnTo>
                    <a:pt x="747" y="1167"/>
                  </a:lnTo>
                  <a:lnTo>
                    <a:pt x="653" y="187"/>
                  </a:lnTo>
                  <a:lnTo>
                    <a:pt x="607" y="93"/>
                  </a:lnTo>
                  <a:lnTo>
                    <a:pt x="560" y="47"/>
                  </a:lnTo>
                  <a:lnTo>
                    <a:pt x="4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2" name="Google Shape;9522;p54"/>
            <p:cNvSpPr/>
            <p:nvPr/>
          </p:nvSpPr>
          <p:spPr>
            <a:xfrm>
              <a:off x="5693375" y="4139575"/>
              <a:ext cx="35025" cy="51350"/>
            </a:xfrm>
            <a:custGeom>
              <a:rect b="b" l="l" r="r" t="t"/>
              <a:pathLst>
                <a:path extrusionOk="0" h="2054" w="1401">
                  <a:moveTo>
                    <a:pt x="233" y="0"/>
                  </a:moveTo>
                  <a:lnTo>
                    <a:pt x="0" y="47"/>
                  </a:lnTo>
                  <a:lnTo>
                    <a:pt x="233" y="140"/>
                  </a:lnTo>
                  <a:lnTo>
                    <a:pt x="420" y="327"/>
                  </a:lnTo>
                  <a:lnTo>
                    <a:pt x="607" y="514"/>
                  </a:lnTo>
                  <a:lnTo>
                    <a:pt x="700" y="794"/>
                  </a:lnTo>
                  <a:lnTo>
                    <a:pt x="700" y="840"/>
                  </a:lnTo>
                  <a:lnTo>
                    <a:pt x="700" y="1027"/>
                  </a:lnTo>
                  <a:lnTo>
                    <a:pt x="700" y="1214"/>
                  </a:lnTo>
                  <a:lnTo>
                    <a:pt x="653" y="1354"/>
                  </a:lnTo>
                  <a:lnTo>
                    <a:pt x="607" y="1541"/>
                  </a:lnTo>
                  <a:lnTo>
                    <a:pt x="513" y="1681"/>
                  </a:lnTo>
                  <a:lnTo>
                    <a:pt x="420" y="1821"/>
                  </a:lnTo>
                  <a:lnTo>
                    <a:pt x="280" y="1961"/>
                  </a:lnTo>
                  <a:lnTo>
                    <a:pt x="140" y="2054"/>
                  </a:lnTo>
                  <a:lnTo>
                    <a:pt x="560" y="1961"/>
                  </a:lnTo>
                  <a:lnTo>
                    <a:pt x="747" y="1914"/>
                  </a:lnTo>
                  <a:lnTo>
                    <a:pt x="933" y="1821"/>
                  </a:lnTo>
                  <a:lnTo>
                    <a:pt x="1073" y="1681"/>
                  </a:lnTo>
                  <a:lnTo>
                    <a:pt x="1213" y="1541"/>
                  </a:lnTo>
                  <a:lnTo>
                    <a:pt x="1307" y="1354"/>
                  </a:lnTo>
                  <a:lnTo>
                    <a:pt x="1353" y="1167"/>
                  </a:lnTo>
                  <a:lnTo>
                    <a:pt x="1400" y="980"/>
                  </a:lnTo>
                  <a:lnTo>
                    <a:pt x="1353" y="747"/>
                  </a:lnTo>
                  <a:lnTo>
                    <a:pt x="1307" y="560"/>
                  </a:lnTo>
                  <a:lnTo>
                    <a:pt x="1213" y="374"/>
                  </a:lnTo>
                  <a:lnTo>
                    <a:pt x="1073" y="234"/>
                  </a:lnTo>
                  <a:lnTo>
                    <a:pt x="933" y="140"/>
                  </a:lnTo>
                  <a:lnTo>
                    <a:pt x="747" y="47"/>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23" name="Google Shape;9523;p54"/>
          <p:cNvGrpSpPr/>
          <p:nvPr/>
        </p:nvGrpSpPr>
        <p:grpSpPr>
          <a:xfrm>
            <a:off x="5008459" y="1815638"/>
            <a:ext cx="336025" cy="233375"/>
            <a:chOff x="6986075" y="4018225"/>
            <a:chExt cx="336025" cy="233375"/>
          </a:xfrm>
        </p:grpSpPr>
        <p:sp>
          <p:nvSpPr>
            <p:cNvPr id="9524" name="Google Shape;9524;p54"/>
            <p:cNvSpPr/>
            <p:nvPr/>
          </p:nvSpPr>
          <p:spPr>
            <a:xfrm>
              <a:off x="6986075" y="4036900"/>
              <a:ext cx="330200" cy="175025"/>
            </a:xfrm>
            <a:custGeom>
              <a:rect b="b" l="l" r="r" t="t"/>
              <a:pathLst>
                <a:path extrusionOk="0" h="7001" w="13208">
                  <a:moveTo>
                    <a:pt x="6441" y="1"/>
                  </a:moveTo>
                  <a:lnTo>
                    <a:pt x="6161" y="94"/>
                  </a:lnTo>
                  <a:lnTo>
                    <a:pt x="5694" y="327"/>
                  </a:lnTo>
                  <a:lnTo>
                    <a:pt x="5181" y="607"/>
                  </a:lnTo>
                  <a:lnTo>
                    <a:pt x="4947" y="747"/>
                  </a:lnTo>
                  <a:lnTo>
                    <a:pt x="4714" y="841"/>
                  </a:lnTo>
                  <a:lnTo>
                    <a:pt x="4434" y="934"/>
                  </a:lnTo>
                  <a:lnTo>
                    <a:pt x="4201" y="981"/>
                  </a:lnTo>
                  <a:lnTo>
                    <a:pt x="3641" y="1027"/>
                  </a:lnTo>
                  <a:lnTo>
                    <a:pt x="3081" y="1121"/>
                  </a:lnTo>
                  <a:lnTo>
                    <a:pt x="2847" y="1214"/>
                  </a:lnTo>
                  <a:lnTo>
                    <a:pt x="2614" y="1354"/>
                  </a:lnTo>
                  <a:lnTo>
                    <a:pt x="2427" y="1494"/>
                  </a:lnTo>
                  <a:lnTo>
                    <a:pt x="2241" y="1727"/>
                  </a:lnTo>
                  <a:lnTo>
                    <a:pt x="2007" y="2194"/>
                  </a:lnTo>
                  <a:lnTo>
                    <a:pt x="1774" y="2707"/>
                  </a:lnTo>
                  <a:lnTo>
                    <a:pt x="1634" y="2987"/>
                  </a:lnTo>
                  <a:lnTo>
                    <a:pt x="1494" y="3174"/>
                  </a:lnTo>
                  <a:lnTo>
                    <a:pt x="1354" y="3407"/>
                  </a:lnTo>
                  <a:lnTo>
                    <a:pt x="1121" y="3594"/>
                  </a:lnTo>
                  <a:lnTo>
                    <a:pt x="701" y="3967"/>
                  </a:lnTo>
                  <a:lnTo>
                    <a:pt x="327" y="4341"/>
                  </a:lnTo>
                  <a:lnTo>
                    <a:pt x="187" y="4574"/>
                  </a:lnTo>
                  <a:lnTo>
                    <a:pt x="47" y="4807"/>
                  </a:lnTo>
                  <a:lnTo>
                    <a:pt x="0" y="5041"/>
                  </a:lnTo>
                  <a:lnTo>
                    <a:pt x="0" y="5228"/>
                  </a:lnTo>
                  <a:lnTo>
                    <a:pt x="0" y="5648"/>
                  </a:lnTo>
                  <a:lnTo>
                    <a:pt x="94" y="6441"/>
                  </a:lnTo>
                  <a:lnTo>
                    <a:pt x="140" y="6581"/>
                  </a:lnTo>
                  <a:lnTo>
                    <a:pt x="187" y="6721"/>
                  </a:lnTo>
                  <a:lnTo>
                    <a:pt x="280" y="6814"/>
                  </a:lnTo>
                  <a:lnTo>
                    <a:pt x="420" y="6861"/>
                  </a:lnTo>
                  <a:lnTo>
                    <a:pt x="607" y="6954"/>
                  </a:lnTo>
                  <a:lnTo>
                    <a:pt x="794" y="7001"/>
                  </a:lnTo>
                  <a:lnTo>
                    <a:pt x="12601" y="7001"/>
                  </a:lnTo>
                  <a:lnTo>
                    <a:pt x="12788" y="6954"/>
                  </a:lnTo>
                  <a:lnTo>
                    <a:pt x="13021" y="6861"/>
                  </a:lnTo>
                  <a:lnTo>
                    <a:pt x="13114" y="6814"/>
                  </a:lnTo>
                  <a:lnTo>
                    <a:pt x="13114" y="6674"/>
                  </a:lnTo>
                  <a:lnTo>
                    <a:pt x="13161" y="6394"/>
                  </a:lnTo>
                  <a:lnTo>
                    <a:pt x="13208" y="5648"/>
                  </a:lnTo>
                  <a:lnTo>
                    <a:pt x="13208" y="5274"/>
                  </a:lnTo>
                  <a:lnTo>
                    <a:pt x="13114" y="4901"/>
                  </a:lnTo>
                  <a:lnTo>
                    <a:pt x="12974" y="4667"/>
                  </a:lnTo>
                  <a:lnTo>
                    <a:pt x="12834" y="4434"/>
                  </a:lnTo>
                  <a:lnTo>
                    <a:pt x="12508" y="4061"/>
                  </a:lnTo>
                  <a:lnTo>
                    <a:pt x="12134" y="3734"/>
                  </a:lnTo>
                  <a:lnTo>
                    <a:pt x="11808" y="3361"/>
                  </a:lnTo>
                  <a:lnTo>
                    <a:pt x="11668" y="3127"/>
                  </a:lnTo>
                  <a:lnTo>
                    <a:pt x="11528" y="2847"/>
                  </a:lnTo>
                  <a:lnTo>
                    <a:pt x="11294" y="2334"/>
                  </a:lnTo>
                  <a:lnTo>
                    <a:pt x="11061" y="1821"/>
                  </a:lnTo>
                  <a:lnTo>
                    <a:pt x="10921" y="1587"/>
                  </a:lnTo>
                  <a:lnTo>
                    <a:pt x="10734" y="1447"/>
                  </a:lnTo>
                  <a:lnTo>
                    <a:pt x="10501" y="1307"/>
                  </a:lnTo>
                  <a:lnTo>
                    <a:pt x="10221" y="1214"/>
                  </a:lnTo>
                  <a:lnTo>
                    <a:pt x="9707" y="1121"/>
                  </a:lnTo>
                  <a:lnTo>
                    <a:pt x="9101" y="1027"/>
                  </a:lnTo>
                  <a:lnTo>
                    <a:pt x="8867" y="981"/>
                  </a:lnTo>
                  <a:lnTo>
                    <a:pt x="8587" y="934"/>
                  </a:lnTo>
                  <a:lnTo>
                    <a:pt x="8354" y="841"/>
                  </a:lnTo>
                  <a:lnTo>
                    <a:pt x="8121" y="701"/>
                  </a:lnTo>
                  <a:lnTo>
                    <a:pt x="7654" y="374"/>
                  </a:lnTo>
                  <a:lnTo>
                    <a:pt x="7421" y="234"/>
                  </a:lnTo>
                  <a:lnTo>
                    <a:pt x="7187" y="94"/>
                  </a:lnTo>
                  <a:lnTo>
                    <a:pt x="69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5" name="Google Shape;9525;p54"/>
            <p:cNvSpPr/>
            <p:nvPr/>
          </p:nvSpPr>
          <p:spPr>
            <a:xfrm>
              <a:off x="7144750" y="4036900"/>
              <a:ext cx="177350" cy="175025"/>
            </a:xfrm>
            <a:custGeom>
              <a:rect b="b" l="l" r="r" t="t"/>
              <a:pathLst>
                <a:path extrusionOk="0" h="7001" w="7094">
                  <a:moveTo>
                    <a:pt x="374" y="1"/>
                  </a:moveTo>
                  <a:lnTo>
                    <a:pt x="0" y="47"/>
                  </a:lnTo>
                  <a:lnTo>
                    <a:pt x="420" y="187"/>
                  </a:lnTo>
                  <a:lnTo>
                    <a:pt x="840" y="421"/>
                  </a:lnTo>
                  <a:lnTo>
                    <a:pt x="1260" y="654"/>
                  </a:lnTo>
                  <a:lnTo>
                    <a:pt x="1680" y="841"/>
                  </a:lnTo>
                  <a:lnTo>
                    <a:pt x="1914" y="934"/>
                  </a:lnTo>
                  <a:lnTo>
                    <a:pt x="2194" y="981"/>
                  </a:lnTo>
                  <a:lnTo>
                    <a:pt x="2754" y="1027"/>
                  </a:lnTo>
                  <a:lnTo>
                    <a:pt x="3314" y="1121"/>
                  </a:lnTo>
                  <a:lnTo>
                    <a:pt x="3547" y="1214"/>
                  </a:lnTo>
                  <a:lnTo>
                    <a:pt x="3781" y="1354"/>
                  </a:lnTo>
                  <a:lnTo>
                    <a:pt x="3967" y="1494"/>
                  </a:lnTo>
                  <a:lnTo>
                    <a:pt x="4107" y="1727"/>
                  </a:lnTo>
                  <a:lnTo>
                    <a:pt x="4387" y="2194"/>
                  </a:lnTo>
                  <a:lnTo>
                    <a:pt x="4621" y="2707"/>
                  </a:lnTo>
                  <a:lnTo>
                    <a:pt x="4714" y="2987"/>
                  </a:lnTo>
                  <a:lnTo>
                    <a:pt x="4901" y="3174"/>
                  </a:lnTo>
                  <a:lnTo>
                    <a:pt x="5041" y="3407"/>
                  </a:lnTo>
                  <a:lnTo>
                    <a:pt x="5227" y="3594"/>
                  </a:lnTo>
                  <a:lnTo>
                    <a:pt x="5647" y="3967"/>
                  </a:lnTo>
                  <a:lnTo>
                    <a:pt x="6067" y="4341"/>
                  </a:lnTo>
                  <a:lnTo>
                    <a:pt x="6207" y="4574"/>
                  </a:lnTo>
                  <a:lnTo>
                    <a:pt x="6301" y="4807"/>
                  </a:lnTo>
                  <a:lnTo>
                    <a:pt x="6347" y="5041"/>
                  </a:lnTo>
                  <a:lnTo>
                    <a:pt x="6394" y="5228"/>
                  </a:lnTo>
                  <a:lnTo>
                    <a:pt x="6394" y="5648"/>
                  </a:lnTo>
                  <a:lnTo>
                    <a:pt x="6254" y="6441"/>
                  </a:lnTo>
                  <a:lnTo>
                    <a:pt x="6254" y="6581"/>
                  </a:lnTo>
                  <a:lnTo>
                    <a:pt x="6161" y="6721"/>
                  </a:lnTo>
                  <a:lnTo>
                    <a:pt x="6067" y="6814"/>
                  </a:lnTo>
                  <a:lnTo>
                    <a:pt x="5974" y="6861"/>
                  </a:lnTo>
                  <a:lnTo>
                    <a:pt x="5787" y="6954"/>
                  </a:lnTo>
                  <a:lnTo>
                    <a:pt x="5647" y="7001"/>
                  </a:lnTo>
                  <a:lnTo>
                    <a:pt x="6254" y="7001"/>
                  </a:lnTo>
                  <a:lnTo>
                    <a:pt x="6441" y="6954"/>
                  </a:lnTo>
                  <a:lnTo>
                    <a:pt x="6674" y="6861"/>
                  </a:lnTo>
                  <a:lnTo>
                    <a:pt x="6767" y="6814"/>
                  </a:lnTo>
                  <a:lnTo>
                    <a:pt x="6861" y="6721"/>
                  </a:lnTo>
                  <a:lnTo>
                    <a:pt x="6907" y="6581"/>
                  </a:lnTo>
                  <a:lnTo>
                    <a:pt x="6954" y="6441"/>
                  </a:lnTo>
                  <a:lnTo>
                    <a:pt x="7047" y="5648"/>
                  </a:lnTo>
                  <a:lnTo>
                    <a:pt x="7094" y="5228"/>
                  </a:lnTo>
                  <a:lnTo>
                    <a:pt x="7047" y="5041"/>
                  </a:lnTo>
                  <a:lnTo>
                    <a:pt x="7001" y="4807"/>
                  </a:lnTo>
                  <a:lnTo>
                    <a:pt x="6907" y="4574"/>
                  </a:lnTo>
                  <a:lnTo>
                    <a:pt x="6721" y="4341"/>
                  </a:lnTo>
                  <a:lnTo>
                    <a:pt x="6347" y="3967"/>
                  </a:lnTo>
                  <a:lnTo>
                    <a:pt x="5927" y="3594"/>
                  </a:lnTo>
                  <a:lnTo>
                    <a:pt x="5741" y="3407"/>
                  </a:lnTo>
                  <a:lnTo>
                    <a:pt x="5554" y="3174"/>
                  </a:lnTo>
                  <a:lnTo>
                    <a:pt x="5414" y="2987"/>
                  </a:lnTo>
                  <a:lnTo>
                    <a:pt x="5274" y="2707"/>
                  </a:lnTo>
                  <a:lnTo>
                    <a:pt x="5041" y="2194"/>
                  </a:lnTo>
                  <a:lnTo>
                    <a:pt x="4807" y="1727"/>
                  </a:lnTo>
                  <a:lnTo>
                    <a:pt x="4667" y="1494"/>
                  </a:lnTo>
                  <a:lnTo>
                    <a:pt x="4434" y="1354"/>
                  </a:lnTo>
                  <a:lnTo>
                    <a:pt x="4247" y="1214"/>
                  </a:lnTo>
                  <a:lnTo>
                    <a:pt x="3967" y="1121"/>
                  </a:lnTo>
                  <a:lnTo>
                    <a:pt x="3454" y="1027"/>
                  </a:lnTo>
                  <a:lnTo>
                    <a:pt x="2894" y="981"/>
                  </a:lnTo>
                  <a:lnTo>
                    <a:pt x="2614" y="934"/>
                  </a:lnTo>
                  <a:lnTo>
                    <a:pt x="2334" y="841"/>
                  </a:lnTo>
                  <a:lnTo>
                    <a:pt x="2100" y="747"/>
                  </a:lnTo>
                  <a:lnTo>
                    <a:pt x="1867" y="607"/>
                  </a:lnTo>
                  <a:lnTo>
                    <a:pt x="1354" y="327"/>
                  </a:lnTo>
                  <a:lnTo>
                    <a:pt x="887" y="94"/>
                  </a:lnTo>
                  <a:lnTo>
                    <a:pt x="60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6" name="Google Shape;9526;p54"/>
            <p:cNvSpPr/>
            <p:nvPr/>
          </p:nvSpPr>
          <p:spPr>
            <a:xfrm>
              <a:off x="6997750" y="4087075"/>
              <a:ext cx="106175" cy="106200"/>
            </a:xfrm>
            <a:custGeom>
              <a:rect b="b" l="l" r="r" t="t"/>
              <a:pathLst>
                <a:path extrusionOk="0" h="4248" w="4247">
                  <a:moveTo>
                    <a:pt x="2100" y="0"/>
                  </a:moveTo>
                  <a:lnTo>
                    <a:pt x="1680" y="47"/>
                  </a:lnTo>
                  <a:lnTo>
                    <a:pt x="1307" y="140"/>
                  </a:lnTo>
                  <a:lnTo>
                    <a:pt x="934" y="327"/>
                  </a:lnTo>
                  <a:lnTo>
                    <a:pt x="607" y="607"/>
                  </a:lnTo>
                  <a:lnTo>
                    <a:pt x="374" y="934"/>
                  </a:lnTo>
                  <a:lnTo>
                    <a:pt x="140" y="1260"/>
                  </a:lnTo>
                  <a:lnTo>
                    <a:pt x="47" y="1680"/>
                  </a:lnTo>
                  <a:lnTo>
                    <a:pt x="0" y="2100"/>
                  </a:lnTo>
                  <a:lnTo>
                    <a:pt x="0" y="2380"/>
                  </a:lnTo>
                  <a:lnTo>
                    <a:pt x="94" y="2660"/>
                  </a:lnTo>
                  <a:lnTo>
                    <a:pt x="140" y="2940"/>
                  </a:lnTo>
                  <a:lnTo>
                    <a:pt x="280" y="3174"/>
                  </a:lnTo>
                  <a:lnTo>
                    <a:pt x="374" y="3267"/>
                  </a:lnTo>
                  <a:lnTo>
                    <a:pt x="514" y="3361"/>
                  </a:lnTo>
                  <a:lnTo>
                    <a:pt x="607" y="3407"/>
                  </a:lnTo>
                  <a:lnTo>
                    <a:pt x="747" y="3501"/>
                  </a:lnTo>
                  <a:lnTo>
                    <a:pt x="1027" y="3781"/>
                  </a:lnTo>
                  <a:lnTo>
                    <a:pt x="1354" y="4014"/>
                  </a:lnTo>
                  <a:lnTo>
                    <a:pt x="1727" y="4154"/>
                  </a:lnTo>
                  <a:lnTo>
                    <a:pt x="1914" y="4201"/>
                  </a:lnTo>
                  <a:lnTo>
                    <a:pt x="2100" y="4247"/>
                  </a:lnTo>
                  <a:lnTo>
                    <a:pt x="2567" y="4201"/>
                  </a:lnTo>
                  <a:lnTo>
                    <a:pt x="2940" y="4061"/>
                  </a:lnTo>
                  <a:lnTo>
                    <a:pt x="3314" y="3874"/>
                  </a:lnTo>
                  <a:lnTo>
                    <a:pt x="3594" y="3594"/>
                  </a:lnTo>
                  <a:lnTo>
                    <a:pt x="3874" y="3314"/>
                  </a:lnTo>
                  <a:lnTo>
                    <a:pt x="4060" y="2940"/>
                  </a:lnTo>
                  <a:lnTo>
                    <a:pt x="4200" y="2520"/>
                  </a:lnTo>
                  <a:lnTo>
                    <a:pt x="4247" y="2100"/>
                  </a:lnTo>
                  <a:lnTo>
                    <a:pt x="4200" y="1820"/>
                  </a:lnTo>
                  <a:lnTo>
                    <a:pt x="4154" y="1587"/>
                  </a:lnTo>
                  <a:lnTo>
                    <a:pt x="4014" y="1354"/>
                  </a:lnTo>
                  <a:lnTo>
                    <a:pt x="3874" y="1167"/>
                  </a:lnTo>
                  <a:lnTo>
                    <a:pt x="3547" y="794"/>
                  </a:lnTo>
                  <a:lnTo>
                    <a:pt x="3127" y="514"/>
                  </a:lnTo>
                  <a:lnTo>
                    <a:pt x="3080" y="420"/>
                  </a:lnTo>
                  <a:lnTo>
                    <a:pt x="3080" y="327"/>
                  </a:lnTo>
                  <a:lnTo>
                    <a:pt x="3034" y="234"/>
                  </a:lnTo>
                  <a:lnTo>
                    <a:pt x="2987" y="187"/>
                  </a:lnTo>
                  <a:lnTo>
                    <a:pt x="2567" y="47"/>
                  </a:lnTo>
                  <a:lnTo>
                    <a:pt x="21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7" name="Google Shape;9527;p54"/>
            <p:cNvSpPr/>
            <p:nvPr/>
          </p:nvSpPr>
          <p:spPr>
            <a:xfrm>
              <a:off x="7170425" y="4018225"/>
              <a:ext cx="144675" cy="134200"/>
            </a:xfrm>
            <a:custGeom>
              <a:rect b="b" l="l" r="r" t="t"/>
              <a:pathLst>
                <a:path extrusionOk="0" h="5368" w="5787">
                  <a:moveTo>
                    <a:pt x="1727" y="1"/>
                  </a:moveTo>
                  <a:lnTo>
                    <a:pt x="1680" y="94"/>
                  </a:lnTo>
                  <a:lnTo>
                    <a:pt x="0" y="2428"/>
                  </a:lnTo>
                  <a:lnTo>
                    <a:pt x="4154" y="5368"/>
                  </a:lnTo>
                  <a:lnTo>
                    <a:pt x="4994" y="4061"/>
                  </a:lnTo>
                  <a:lnTo>
                    <a:pt x="5554" y="3174"/>
                  </a:lnTo>
                  <a:lnTo>
                    <a:pt x="5740" y="2848"/>
                  </a:lnTo>
                  <a:lnTo>
                    <a:pt x="5787" y="2708"/>
                  </a:lnTo>
                  <a:lnTo>
                    <a:pt x="4294" y="1681"/>
                  </a:lnTo>
                  <a:lnTo>
                    <a:pt x="4154" y="1634"/>
                  </a:lnTo>
                  <a:lnTo>
                    <a:pt x="4060" y="1681"/>
                  </a:lnTo>
                  <a:lnTo>
                    <a:pt x="3780" y="1821"/>
                  </a:lnTo>
                  <a:lnTo>
                    <a:pt x="3360" y="1821"/>
                  </a:lnTo>
                  <a:lnTo>
                    <a:pt x="3174" y="1774"/>
                  </a:lnTo>
                  <a:lnTo>
                    <a:pt x="2940" y="1634"/>
                  </a:lnTo>
                  <a:lnTo>
                    <a:pt x="2707" y="1354"/>
                  </a:lnTo>
                  <a:lnTo>
                    <a:pt x="2660" y="1214"/>
                  </a:lnTo>
                  <a:lnTo>
                    <a:pt x="2614" y="1074"/>
                  </a:lnTo>
                  <a:lnTo>
                    <a:pt x="2614" y="888"/>
                  </a:lnTo>
                  <a:lnTo>
                    <a:pt x="2660" y="701"/>
                  </a:lnTo>
                  <a:lnTo>
                    <a:pt x="2614" y="561"/>
                  </a:lnTo>
                  <a:lnTo>
                    <a:pt x="2567" y="468"/>
                  </a:lnTo>
                  <a:lnTo>
                    <a:pt x="1960" y="48"/>
                  </a:lnTo>
                  <a:lnTo>
                    <a:pt x="191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8" name="Google Shape;9528;p54"/>
            <p:cNvSpPr/>
            <p:nvPr/>
          </p:nvSpPr>
          <p:spPr>
            <a:xfrm>
              <a:off x="7004750" y="4091750"/>
              <a:ext cx="99175" cy="101525"/>
            </a:xfrm>
            <a:custGeom>
              <a:rect b="b" l="l" r="r" t="t"/>
              <a:pathLst>
                <a:path extrusionOk="0" h="4061" w="3967">
                  <a:moveTo>
                    <a:pt x="2707" y="0"/>
                  </a:moveTo>
                  <a:lnTo>
                    <a:pt x="2287" y="233"/>
                  </a:lnTo>
                  <a:lnTo>
                    <a:pt x="1820" y="513"/>
                  </a:lnTo>
                  <a:lnTo>
                    <a:pt x="1447" y="887"/>
                  </a:lnTo>
                  <a:lnTo>
                    <a:pt x="1074" y="1213"/>
                  </a:lnTo>
                  <a:lnTo>
                    <a:pt x="747" y="1633"/>
                  </a:lnTo>
                  <a:lnTo>
                    <a:pt x="467" y="2053"/>
                  </a:lnTo>
                  <a:lnTo>
                    <a:pt x="234" y="2520"/>
                  </a:lnTo>
                  <a:lnTo>
                    <a:pt x="0" y="2987"/>
                  </a:lnTo>
                  <a:lnTo>
                    <a:pt x="140" y="3220"/>
                  </a:lnTo>
                  <a:lnTo>
                    <a:pt x="327" y="3407"/>
                  </a:lnTo>
                  <a:lnTo>
                    <a:pt x="560" y="3594"/>
                  </a:lnTo>
                  <a:lnTo>
                    <a:pt x="747" y="3734"/>
                  </a:lnTo>
                  <a:lnTo>
                    <a:pt x="1027" y="3874"/>
                  </a:lnTo>
                  <a:lnTo>
                    <a:pt x="1260" y="3967"/>
                  </a:lnTo>
                  <a:lnTo>
                    <a:pt x="1540" y="4014"/>
                  </a:lnTo>
                  <a:lnTo>
                    <a:pt x="1820" y="4060"/>
                  </a:lnTo>
                  <a:lnTo>
                    <a:pt x="2287" y="4014"/>
                  </a:lnTo>
                  <a:lnTo>
                    <a:pt x="2660" y="3874"/>
                  </a:lnTo>
                  <a:lnTo>
                    <a:pt x="3034" y="3687"/>
                  </a:lnTo>
                  <a:lnTo>
                    <a:pt x="3314" y="3407"/>
                  </a:lnTo>
                  <a:lnTo>
                    <a:pt x="3594" y="3127"/>
                  </a:lnTo>
                  <a:lnTo>
                    <a:pt x="3780" y="2753"/>
                  </a:lnTo>
                  <a:lnTo>
                    <a:pt x="3920" y="2333"/>
                  </a:lnTo>
                  <a:lnTo>
                    <a:pt x="3967" y="1913"/>
                  </a:lnTo>
                  <a:lnTo>
                    <a:pt x="3920" y="1587"/>
                  </a:lnTo>
                  <a:lnTo>
                    <a:pt x="3874" y="1307"/>
                  </a:lnTo>
                  <a:lnTo>
                    <a:pt x="3780" y="1027"/>
                  </a:lnTo>
                  <a:lnTo>
                    <a:pt x="3594" y="747"/>
                  </a:lnTo>
                  <a:lnTo>
                    <a:pt x="3454" y="513"/>
                  </a:lnTo>
                  <a:lnTo>
                    <a:pt x="3220" y="327"/>
                  </a:lnTo>
                  <a:lnTo>
                    <a:pt x="2987" y="140"/>
                  </a:lnTo>
                  <a:lnTo>
                    <a:pt x="27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9" name="Google Shape;9529;p54"/>
            <p:cNvSpPr/>
            <p:nvPr/>
          </p:nvSpPr>
          <p:spPr>
            <a:xfrm>
              <a:off x="7260250" y="4076575"/>
              <a:ext cx="57200" cy="75850"/>
            </a:xfrm>
            <a:custGeom>
              <a:rect b="b" l="l" r="r" t="t"/>
              <a:pathLst>
                <a:path extrusionOk="0" h="3034" w="2288">
                  <a:moveTo>
                    <a:pt x="1634" y="0"/>
                  </a:moveTo>
                  <a:lnTo>
                    <a:pt x="1681" y="94"/>
                  </a:lnTo>
                  <a:lnTo>
                    <a:pt x="1727" y="140"/>
                  </a:lnTo>
                  <a:lnTo>
                    <a:pt x="1727" y="234"/>
                  </a:lnTo>
                  <a:lnTo>
                    <a:pt x="1681" y="327"/>
                  </a:lnTo>
                  <a:lnTo>
                    <a:pt x="1" y="2660"/>
                  </a:lnTo>
                  <a:lnTo>
                    <a:pt x="561" y="3034"/>
                  </a:lnTo>
                  <a:lnTo>
                    <a:pt x="2241" y="700"/>
                  </a:lnTo>
                  <a:lnTo>
                    <a:pt x="2241" y="607"/>
                  </a:lnTo>
                  <a:lnTo>
                    <a:pt x="2287" y="514"/>
                  </a:lnTo>
                  <a:lnTo>
                    <a:pt x="2241" y="467"/>
                  </a:lnTo>
                  <a:lnTo>
                    <a:pt x="2194" y="374"/>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0" name="Google Shape;9530;p54"/>
            <p:cNvSpPr/>
            <p:nvPr/>
          </p:nvSpPr>
          <p:spPr>
            <a:xfrm>
              <a:off x="7014075" y="4077750"/>
              <a:ext cx="273025" cy="173850"/>
            </a:xfrm>
            <a:custGeom>
              <a:rect b="b" l="l" r="r" t="t"/>
              <a:pathLst>
                <a:path extrusionOk="0" h="6954" w="10921">
                  <a:moveTo>
                    <a:pt x="5367" y="0"/>
                  </a:moveTo>
                  <a:lnTo>
                    <a:pt x="4854" y="47"/>
                  </a:lnTo>
                  <a:lnTo>
                    <a:pt x="4294" y="140"/>
                  </a:lnTo>
                  <a:lnTo>
                    <a:pt x="3781" y="280"/>
                  </a:lnTo>
                  <a:lnTo>
                    <a:pt x="3267" y="467"/>
                  </a:lnTo>
                  <a:lnTo>
                    <a:pt x="2801" y="653"/>
                  </a:lnTo>
                  <a:lnTo>
                    <a:pt x="2381" y="933"/>
                  </a:lnTo>
                  <a:lnTo>
                    <a:pt x="1961" y="1260"/>
                  </a:lnTo>
                  <a:lnTo>
                    <a:pt x="1541" y="1587"/>
                  </a:lnTo>
                  <a:lnTo>
                    <a:pt x="1214" y="2007"/>
                  </a:lnTo>
                  <a:lnTo>
                    <a:pt x="887" y="2380"/>
                  </a:lnTo>
                  <a:lnTo>
                    <a:pt x="654" y="2847"/>
                  </a:lnTo>
                  <a:lnTo>
                    <a:pt x="421" y="3313"/>
                  </a:lnTo>
                  <a:lnTo>
                    <a:pt x="234" y="3827"/>
                  </a:lnTo>
                  <a:lnTo>
                    <a:pt x="94" y="4340"/>
                  </a:lnTo>
                  <a:lnTo>
                    <a:pt x="1" y="4854"/>
                  </a:lnTo>
                  <a:lnTo>
                    <a:pt x="1" y="5414"/>
                  </a:lnTo>
                  <a:lnTo>
                    <a:pt x="1" y="6300"/>
                  </a:lnTo>
                  <a:lnTo>
                    <a:pt x="47" y="6580"/>
                  </a:lnTo>
                  <a:lnTo>
                    <a:pt x="187" y="6767"/>
                  </a:lnTo>
                  <a:lnTo>
                    <a:pt x="374" y="6907"/>
                  </a:lnTo>
                  <a:lnTo>
                    <a:pt x="607" y="6954"/>
                  </a:lnTo>
                  <a:lnTo>
                    <a:pt x="10641" y="6954"/>
                  </a:lnTo>
                  <a:lnTo>
                    <a:pt x="10734" y="6907"/>
                  </a:lnTo>
                  <a:lnTo>
                    <a:pt x="10828" y="6860"/>
                  </a:lnTo>
                  <a:lnTo>
                    <a:pt x="10874" y="6767"/>
                  </a:lnTo>
                  <a:lnTo>
                    <a:pt x="10921" y="6534"/>
                  </a:lnTo>
                  <a:lnTo>
                    <a:pt x="10921" y="6300"/>
                  </a:lnTo>
                  <a:lnTo>
                    <a:pt x="10921" y="5414"/>
                  </a:lnTo>
                  <a:lnTo>
                    <a:pt x="10921" y="4854"/>
                  </a:lnTo>
                  <a:lnTo>
                    <a:pt x="10828" y="4294"/>
                  </a:lnTo>
                  <a:lnTo>
                    <a:pt x="10688" y="3780"/>
                  </a:lnTo>
                  <a:lnTo>
                    <a:pt x="10548" y="3313"/>
                  </a:lnTo>
                  <a:lnTo>
                    <a:pt x="10314" y="2847"/>
                  </a:lnTo>
                  <a:lnTo>
                    <a:pt x="10081" y="2380"/>
                  </a:lnTo>
                  <a:lnTo>
                    <a:pt x="9801" y="1960"/>
                  </a:lnTo>
                  <a:lnTo>
                    <a:pt x="9474" y="1587"/>
                  </a:lnTo>
                  <a:lnTo>
                    <a:pt x="9101" y="1260"/>
                  </a:lnTo>
                  <a:lnTo>
                    <a:pt x="8727" y="933"/>
                  </a:lnTo>
                  <a:lnTo>
                    <a:pt x="8307" y="653"/>
                  </a:lnTo>
                  <a:lnTo>
                    <a:pt x="7841" y="420"/>
                  </a:lnTo>
                  <a:lnTo>
                    <a:pt x="7374" y="280"/>
                  </a:lnTo>
                  <a:lnTo>
                    <a:pt x="6861" y="140"/>
                  </a:lnTo>
                  <a:lnTo>
                    <a:pt x="6347" y="47"/>
                  </a:lnTo>
                  <a:lnTo>
                    <a:pt x="578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1" name="Google Shape;9531;p54"/>
            <p:cNvSpPr/>
            <p:nvPr/>
          </p:nvSpPr>
          <p:spPr>
            <a:xfrm>
              <a:off x="7144750" y="4077750"/>
              <a:ext cx="149350" cy="173850"/>
            </a:xfrm>
            <a:custGeom>
              <a:rect b="b" l="l" r="r" t="t"/>
              <a:pathLst>
                <a:path extrusionOk="0" h="6954" w="5974">
                  <a:moveTo>
                    <a:pt x="0" y="0"/>
                  </a:moveTo>
                  <a:lnTo>
                    <a:pt x="560" y="47"/>
                  </a:lnTo>
                  <a:lnTo>
                    <a:pt x="1074" y="140"/>
                  </a:lnTo>
                  <a:lnTo>
                    <a:pt x="1587" y="280"/>
                  </a:lnTo>
                  <a:lnTo>
                    <a:pt x="2054" y="467"/>
                  </a:lnTo>
                  <a:lnTo>
                    <a:pt x="2520" y="700"/>
                  </a:lnTo>
                  <a:lnTo>
                    <a:pt x="2987" y="980"/>
                  </a:lnTo>
                  <a:lnTo>
                    <a:pt x="3360" y="1307"/>
                  </a:lnTo>
                  <a:lnTo>
                    <a:pt x="3734" y="1633"/>
                  </a:lnTo>
                  <a:lnTo>
                    <a:pt x="4061" y="2053"/>
                  </a:lnTo>
                  <a:lnTo>
                    <a:pt x="4387" y="2427"/>
                  </a:lnTo>
                  <a:lnTo>
                    <a:pt x="4667" y="2893"/>
                  </a:lnTo>
                  <a:lnTo>
                    <a:pt x="4854" y="3360"/>
                  </a:lnTo>
                  <a:lnTo>
                    <a:pt x="5041" y="3827"/>
                  </a:lnTo>
                  <a:lnTo>
                    <a:pt x="5181" y="4340"/>
                  </a:lnTo>
                  <a:lnTo>
                    <a:pt x="5274" y="4900"/>
                  </a:lnTo>
                  <a:lnTo>
                    <a:pt x="5274" y="5414"/>
                  </a:lnTo>
                  <a:lnTo>
                    <a:pt x="5274" y="6300"/>
                  </a:lnTo>
                  <a:lnTo>
                    <a:pt x="5227" y="6580"/>
                  </a:lnTo>
                  <a:lnTo>
                    <a:pt x="5087" y="6767"/>
                  </a:lnTo>
                  <a:lnTo>
                    <a:pt x="4901" y="6907"/>
                  </a:lnTo>
                  <a:lnTo>
                    <a:pt x="4621" y="6954"/>
                  </a:lnTo>
                  <a:lnTo>
                    <a:pt x="5321" y="6954"/>
                  </a:lnTo>
                  <a:lnTo>
                    <a:pt x="5554" y="6907"/>
                  </a:lnTo>
                  <a:lnTo>
                    <a:pt x="5787" y="6767"/>
                  </a:lnTo>
                  <a:lnTo>
                    <a:pt x="5927" y="6580"/>
                  </a:lnTo>
                  <a:lnTo>
                    <a:pt x="5974" y="6300"/>
                  </a:lnTo>
                  <a:lnTo>
                    <a:pt x="5974" y="5414"/>
                  </a:lnTo>
                  <a:lnTo>
                    <a:pt x="5927" y="4854"/>
                  </a:lnTo>
                  <a:lnTo>
                    <a:pt x="5834" y="4340"/>
                  </a:lnTo>
                  <a:lnTo>
                    <a:pt x="5741" y="3827"/>
                  </a:lnTo>
                  <a:lnTo>
                    <a:pt x="5554" y="3313"/>
                  </a:lnTo>
                  <a:lnTo>
                    <a:pt x="5321" y="2847"/>
                  </a:lnTo>
                  <a:lnTo>
                    <a:pt x="5041" y="2380"/>
                  </a:lnTo>
                  <a:lnTo>
                    <a:pt x="4714" y="2007"/>
                  </a:lnTo>
                  <a:lnTo>
                    <a:pt x="4387" y="1587"/>
                  </a:lnTo>
                  <a:lnTo>
                    <a:pt x="4014" y="1260"/>
                  </a:lnTo>
                  <a:lnTo>
                    <a:pt x="3594" y="933"/>
                  </a:lnTo>
                  <a:lnTo>
                    <a:pt x="3127" y="653"/>
                  </a:lnTo>
                  <a:lnTo>
                    <a:pt x="2660" y="467"/>
                  </a:lnTo>
                  <a:lnTo>
                    <a:pt x="2147" y="280"/>
                  </a:lnTo>
                  <a:lnTo>
                    <a:pt x="1634" y="140"/>
                  </a:lnTo>
                  <a:lnTo>
                    <a:pt x="1120" y="47"/>
                  </a:lnTo>
                  <a:lnTo>
                    <a:pt x="56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535" name="Shape 9535"/>
        <p:cNvGrpSpPr/>
        <p:nvPr/>
      </p:nvGrpSpPr>
      <p:grpSpPr>
        <a:xfrm>
          <a:off x="0" y="0"/>
          <a:ext cx="0" cy="0"/>
          <a:chOff x="0" y="0"/>
          <a:chExt cx="0" cy="0"/>
        </a:xfrm>
      </p:grpSpPr>
      <p:sp>
        <p:nvSpPr>
          <p:cNvPr id="9536" name="Google Shape;9536;p55"/>
          <p:cNvSpPr/>
          <p:nvPr/>
        </p:nvSpPr>
        <p:spPr>
          <a:xfrm rot="-5400000">
            <a:off x="1636928" y="11023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7" name="Google Shape;9537;p55"/>
          <p:cNvSpPr/>
          <p:nvPr/>
        </p:nvSpPr>
        <p:spPr>
          <a:xfrm rot="-5400000">
            <a:off x="4215903" y="11023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8" name="Google Shape;9538;p55"/>
          <p:cNvSpPr/>
          <p:nvPr/>
        </p:nvSpPr>
        <p:spPr>
          <a:xfrm rot="-5400000">
            <a:off x="6748078" y="11023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9" name="Google Shape;9539;p55"/>
          <p:cNvSpPr/>
          <p:nvPr/>
        </p:nvSpPr>
        <p:spPr>
          <a:xfrm rot="-5400000">
            <a:off x="1636928" y="28737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0" name="Google Shape;9540;p55"/>
          <p:cNvSpPr/>
          <p:nvPr/>
        </p:nvSpPr>
        <p:spPr>
          <a:xfrm rot="-5400000">
            <a:off x="4215903" y="28737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1" name="Google Shape;9541;p55"/>
          <p:cNvSpPr/>
          <p:nvPr/>
        </p:nvSpPr>
        <p:spPr>
          <a:xfrm rot="-5400000">
            <a:off x="6748078" y="2873771"/>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2" name="Google Shape;9542;p55"/>
          <p:cNvSpPr txBox="1"/>
          <p:nvPr>
            <p:ph idx="2" type="title"/>
          </p:nvPr>
        </p:nvSpPr>
        <p:spPr>
          <a:xfrm>
            <a:off x="3579000" y="2006021"/>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9543" name="Google Shape;9543;p55"/>
          <p:cNvSpPr txBox="1"/>
          <p:nvPr>
            <p:ph idx="3" type="subTitle"/>
          </p:nvPr>
        </p:nvSpPr>
        <p:spPr>
          <a:xfrm>
            <a:off x="3579000" y="2235730"/>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is the second planet from the Sun</a:t>
            </a:r>
            <a:endParaRPr/>
          </a:p>
        </p:txBody>
      </p:sp>
      <p:sp>
        <p:nvSpPr>
          <p:cNvPr id="9544" name="Google Shape;9544;p55"/>
          <p:cNvSpPr txBox="1"/>
          <p:nvPr>
            <p:ph idx="9" type="subTitle"/>
          </p:nvPr>
        </p:nvSpPr>
        <p:spPr>
          <a:xfrm>
            <a:off x="6134563" y="2235730"/>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Neptune is the farthest planet</a:t>
            </a:r>
            <a:endParaRPr/>
          </a:p>
        </p:txBody>
      </p:sp>
      <p:sp>
        <p:nvSpPr>
          <p:cNvPr id="9545" name="Google Shape;9545;p55"/>
          <p:cNvSpPr txBox="1"/>
          <p:nvPr>
            <p:ph idx="15"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SIX IDEAS</a:t>
            </a:r>
            <a:endParaRPr/>
          </a:p>
        </p:txBody>
      </p:sp>
      <p:sp>
        <p:nvSpPr>
          <p:cNvPr id="9546" name="Google Shape;9546;p55"/>
          <p:cNvSpPr txBox="1"/>
          <p:nvPr>
            <p:ph idx="4" type="title"/>
          </p:nvPr>
        </p:nvSpPr>
        <p:spPr>
          <a:xfrm>
            <a:off x="1023437" y="3790939"/>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9547" name="Google Shape;9547;p55"/>
          <p:cNvSpPr txBox="1"/>
          <p:nvPr>
            <p:ph idx="1" type="subTitle"/>
          </p:nvPr>
        </p:nvSpPr>
        <p:spPr>
          <a:xfrm>
            <a:off x="1023437" y="2235730"/>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Mars is actually a very cold place</a:t>
            </a:r>
            <a:endParaRPr/>
          </a:p>
        </p:txBody>
      </p:sp>
      <p:sp>
        <p:nvSpPr>
          <p:cNvPr id="9548" name="Google Shape;9548;p55"/>
          <p:cNvSpPr txBox="1"/>
          <p:nvPr>
            <p:ph idx="5" type="subTitle"/>
          </p:nvPr>
        </p:nvSpPr>
        <p:spPr>
          <a:xfrm>
            <a:off x="1023437" y="4021375"/>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a:t>
            </a:r>
            <a:endParaRPr/>
          </a:p>
        </p:txBody>
      </p:sp>
      <p:sp>
        <p:nvSpPr>
          <p:cNvPr id="9549" name="Google Shape;9549;p55"/>
          <p:cNvSpPr txBox="1"/>
          <p:nvPr>
            <p:ph idx="6" type="title"/>
          </p:nvPr>
        </p:nvSpPr>
        <p:spPr>
          <a:xfrm>
            <a:off x="3579000" y="3790939"/>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SATURN</a:t>
            </a:r>
            <a:endParaRPr/>
          </a:p>
        </p:txBody>
      </p:sp>
      <p:sp>
        <p:nvSpPr>
          <p:cNvPr id="9550" name="Google Shape;9550;p55"/>
          <p:cNvSpPr txBox="1"/>
          <p:nvPr>
            <p:ph idx="7" type="subTitle"/>
          </p:nvPr>
        </p:nvSpPr>
        <p:spPr>
          <a:xfrm>
            <a:off x="3579000" y="4021375"/>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Saturn is ringed and a gas giant planet</a:t>
            </a:r>
            <a:endParaRPr/>
          </a:p>
        </p:txBody>
      </p:sp>
      <p:sp>
        <p:nvSpPr>
          <p:cNvPr id="9551" name="Google Shape;9551;p55"/>
          <p:cNvSpPr txBox="1"/>
          <p:nvPr>
            <p:ph idx="8" type="title"/>
          </p:nvPr>
        </p:nvSpPr>
        <p:spPr>
          <a:xfrm>
            <a:off x="6134563" y="2006021"/>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NEPTUNE</a:t>
            </a:r>
            <a:endParaRPr/>
          </a:p>
        </p:txBody>
      </p:sp>
      <p:sp>
        <p:nvSpPr>
          <p:cNvPr id="9552" name="Google Shape;9552;p55"/>
          <p:cNvSpPr txBox="1"/>
          <p:nvPr>
            <p:ph type="title"/>
          </p:nvPr>
        </p:nvSpPr>
        <p:spPr>
          <a:xfrm>
            <a:off x="1023437" y="2006021"/>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9553" name="Google Shape;9553;p55"/>
          <p:cNvSpPr txBox="1"/>
          <p:nvPr>
            <p:ph idx="13" type="title"/>
          </p:nvPr>
        </p:nvSpPr>
        <p:spPr>
          <a:xfrm>
            <a:off x="6134563" y="3790939"/>
            <a:ext cx="19860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JUPITER</a:t>
            </a:r>
            <a:endParaRPr/>
          </a:p>
        </p:txBody>
      </p:sp>
      <p:sp>
        <p:nvSpPr>
          <p:cNvPr id="9554" name="Google Shape;9554;p55"/>
          <p:cNvSpPr txBox="1"/>
          <p:nvPr>
            <p:ph idx="14" type="subTitle"/>
          </p:nvPr>
        </p:nvSpPr>
        <p:spPr>
          <a:xfrm>
            <a:off x="6134563" y="4021375"/>
            <a:ext cx="1986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grpSp>
        <p:nvGrpSpPr>
          <p:cNvPr id="9555" name="Google Shape;9555;p55"/>
          <p:cNvGrpSpPr/>
          <p:nvPr/>
        </p:nvGrpSpPr>
        <p:grpSpPr>
          <a:xfrm>
            <a:off x="1899163" y="1313888"/>
            <a:ext cx="234525" cy="336025"/>
            <a:chOff x="1734725" y="1184325"/>
            <a:chExt cx="234525" cy="336025"/>
          </a:xfrm>
        </p:grpSpPr>
        <p:sp>
          <p:nvSpPr>
            <p:cNvPr id="9556" name="Google Shape;9556;p55"/>
            <p:cNvSpPr/>
            <p:nvPr/>
          </p:nvSpPr>
          <p:spPr>
            <a:xfrm>
              <a:off x="1851400" y="1184325"/>
              <a:ext cx="43200" cy="50175"/>
            </a:xfrm>
            <a:custGeom>
              <a:rect b="b" l="l" r="r" t="t"/>
              <a:pathLst>
                <a:path extrusionOk="0" h="2007" w="1728">
                  <a:moveTo>
                    <a:pt x="1494" y="0"/>
                  </a:moveTo>
                  <a:lnTo>
                    <a:pt x="1167" y="93"/>
                  </a:lnTo>
                  <a:lnTo>
                    <a:pt x="887" y="280"/>
                  </a:lnTo>
                  <a:lnTo>
                    <a:pt x="654" y="467"/>
                  </a:lnTo>
                  <a:lnTo>
                    <a:pt x="467" y="747"/>
                  </a:lnTo>
                  <a:lnTo>
                    <a:pt x="280" y="1027"/>
                  </a:lnTo>
                  <a:lnTo>
                    <a:pt x="140" y="1307"/>
                  </a:lnTo>
                  <a:lnTo>
                    <a:pt x="0" y="1727"/>
                  </a:lnTo>
                  <a:lnTo>
                    <a:pt x="0" y="1820"/>
                  </a:lnTo>
                  <a:lnTo>
                    <a:pt x="0" y="1913"/>
                  </a:lnTo>
                  <a:lnTo>
                    <a:pt x="47" y="1960"/>
                  </a:lnTo>
                  <a:lnTo>
                    <a:pt x="140" y="2007"/>
                  </a:lnTo>
                  <a:lnTo>
                    <a:pt x="187" y="2007"/>
                  </a:lnTo>
                  <a:lnTo>
                    <a:pt x="327" y="1960"/>
                  </a:lnTo>
                  <a:lnTo>
                    <a:pt x="374" y="1867"/>
                  </a:lnTo>
                  <a:lnTo>
                    <a:pt x="514" y="1493"/>
                  </a:lnTo>
                  <a:lnTo>
                    <a:pt x="747" y="1073"/>
                  </a:lnTo>
                  <a:lnTo>
                    <a:pt x="887" y="840"/>
                  </a:lnTo>
                  <a:lnTo>
                    <a:pt x="1074" y="607"/>
                  </a:lnTo>
                  <a:lnTo>
                    <a:pt x="1307" y="467"/>
                  </a:lnTo>
                  <a:lnTo>
                    <a:pt x="1540" y="420"/>
                  </a:lnTo>
                  <a:lnTo>
                    <a:pt x="1634" y="373"/>
                  </a:lnTo>
                  <a:lnTo>
                    <a:pt x="1680" y="327"/>
                  </a:lnTo>
                  <a:lnTo>
                    <a:pt x="1727" y="233"/>
                  </a:lnTo>
                  <a:lnTo>
                    <a:pt x="1727" y="187"/>
                  </a:lnTo>
                  <a:lnTo>
                    <a:pt x="1680" y="93"/>
                  </a:lnTo>
                  <a:lnTo>
                    <a:pt x="1634" y="47"/>
                  </a:lnTo>
                  <a:lnTo>
                    <a:pt x="15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7" name="Google Shape;9557;p55"/>
            <p:cNvSpPr/>
            <p:nvPr/>
          </p:nvSpPr>
          <p:spPr>
            <a:xfrm>
              <a:off x="1830400" y="1227475"/>
              <a:ext cx="38525" cy="43200"/>
            </a:xfrm>
            <a:custGeom>
              <a:rect b="b" l="l" r="r" t="t"/>
              <a:pathLst>
                <a:path extrusionOk="0" h="1728" w="1541">
                  <a:moveTo>
                    <a:pt x="700" y="1"/>
                  </a:moveTo>
                  <a:lnTo>
                    <a:pt x="514" y="94"/>
                  </a:lnTo>
                  <a:lnTo>
                    <a:pt x="374" y="141"/>
                  </a:lnTo>
                  <a:lnTo>
                    <a:pt x="234" y="281"/>
                  </a:lnTo>
                  <a:lnTo>
                    <a:pt x="140" y="374"/>
                  </a:lnTo>
                  <a:lnTo>
                    <a:pt x="47" y="514"/>
                  </a:lnTo>
                  <a:lnTo>
                    <a:pt x="0" y="701"/>
                  </a:lnTo>
                  <a:lnTo>
                    <a:pt x="0" y="887"/>
                  </a:lnTo>
                  <a:lnTo>
                    <a:pt x="0" y="1027"/>
                  </a:lnTo>
                  <a:lnTo>
                    <a:pt x="47" y="1214"/>
                  </a:lnTo>
                  <a:lnTo>
                    <a:pt x="140" y="1354"/>
                  </a:lnTo>
                  <a:lnTo>
                    <a:pt x="234" y="1494"/>
                  </a:lnTo>
                  <a:lnTo>
                    <a:pt x="374" y="1587"/>
                  </a:lnTo>
                  <a:lnTo>
                    <a:pt x="514" y="1681"/>
                  </a:lnTo>
                  <a:lnTo>
                    <a:pt x="700" y="1727"/>
                  </a:lnTo>
                  <a:lnTo>
                    <a:pt x="1027" y="1727"/>
                  </a:lnTo>
                  <a:lnTo>
                    <a:pt x="1167" y="1681"/>
                  </a:lnTo>
                  <a:lnTo>
                    <a:pt x="1260" y="1587"/>
                  </a:lnTo>
                  <a:lnTo>
                    <a:pt x="1354" y="1494"/>
                  </a:lnTo>
                  <a:lnTo>
                    <a:pt x="1494" y="1214"/>
                  </a:lnTo>
                  <a:lnTo>
                    <a:pt x="1540" y="887"/>
                  </a:lnTo>
                  <a:lnTo>
                    <a:pt x="1494" y="514"/>
                  </a:lnTo>
                  <a:lnTo>
                    <a:pt x="1354" y="281"/>
                  </a:lnTo>
                  <a:lnTo>
                    <a:pt x="1260" y="141"/>
                  </a:lnTo>
                  <a:lnTo>
                    <a:pt x="1167" y="94"/>
                  </a:lnTo>
                  <a:lnTo>
                    <a:pt x="10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8" name="Google Shape;9558;p55"/>
            <p:cNvSpPr/>
            <p:nvPr/>
          </p:nvSpPr>
          <p:spPr>
            <a:xfrm>
              <a:off x="1843225" y="1227475"/>
              <a:ext cx="30350" cy="43200"/>
            </a:xfrm>
            <a:custGeom>
              <a:rect b="b" l="l" r="r" t="t"/>
              <a:pathLst>
                <a:path extrusionOk="0" h="1728" w="1214">
                  <a:moveTo>
                    <a:pt x="187" y="1"/>
                  </a:moveTo>
                  <a:lnTo>
                    <a:pt x="1" y="94"/>
                  </a:lnTo>
                  <a:lnTo>
                    <a:pt x="234" y="187"/>
                  </a:lnTo>
                  <a:lnTo>
                    <a:pt x="374" y="374"/>
                  </a:lnTo>
                  <a:lnTo>
                    <a:pt x="514" y="607"/>
                  </a:lnTo>
                  <a:lnTo>
                    <a:pt x="561" y="887"/>
                  </a:lnTo>
                  <a:lnTo>
                    <a:pt x="514" y="1121"/>
                  </a:lnTo>
                  <a:lnTo>
                    <a:pt x="374" y="1354"/>
                  </a:lnTo>
                  <a:lnTo>
                    <a:pt x="234" y="1541"/>
                  </a:lnTo>
                  <a:lnTo>
                    <a:pt x="1" y="1681"/>
                  </a:lnTo>
                  <a:lnTo>
                    <a:pt x="187" y="1727"/>
                  </a:lnTo>
                  <a:lnTo>
                    <a:pt x="514" y="1727"/>
                  </a:lnTo>
                  <a:lnTo>
                    <a:pt x="701" y="1681"/>
                  </a:lnTo>
                  <a:lnTo>
                    <a:pt x="841" y="1587"/>
                  </a:lnTo>
                  <a:lnTo>
                    <a:pt x="934" y="1494"/>
                  </a:lnTo>
                  <a:lnTo>
                    <a:pt x="1074" y="1354"/>
                  </a:lnTo>
                  <a:lnTo>
                    <a:pt x="1121" y="1214"/>
                  </a:lnTo>
                  <a:lnTo>
                    <a:pt x="1214" y="1027"/>
                  </a:lnTo>
                  <a:lnTo>
                    <a:pt x="1214" y="887"/>
                  </a:lnTo>
                  <a:lnTo>
                    <a:pt x="1214" y="701"/>
                  </a:lnTo>
                  <a:lnTo>
                    <a:pt x="1121" y="514"/>
                  </a:lnTo>
                  <a:lnTo>
                    <a:pt x="1074" y="374"/>
                  </a:lnTo>
                  <a:lnTo>
                    <a:pt x="934" y="281"/>
                  </a:lnTo>
                  <a:lnTo>
                    <a:pt x="841" y="141"/>
                  </a:lnTo>
                  <a:lnTo>
                    <a:pt x="701" y="94"/>
                  </a:lnTo>
                  <a:lnTo>
                    <a:pt x="5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9" name="Google Shape;9559;p55"/>
            <p:cNvSpPr/>
            <p:nvPr/>
          </p:nvSpPr>
          <p:spPr>
            <a:xfrm>
              <a:off x="1749900" y="1295150"/>
              <a:ext cx="204200" cy="126025"/>
            </a:xfrm>
            <a:custGeom>
              <a:rect b="b" l="l" r="r" t="t"/>
              <a:pathLst>
                <a:path extrusionOk="0" h="5041" w="8168">
                  <a:moveTo>
                    <a:pt x="5040" y="0"/>
                  </a:moveTo>
                  <a:lnTo>
                    <a:pt x="3827" y="47"/>
                  </a:lnTo>
                  <a:lnTo>
                    <a:pt x="2660" y="140"/>
                  </a:lnTo>
                  <a:lnTo>
                    <a:pt x="1634" y="280"/>
                  </a:lnTo>
                  <a:lnTo>
                    <a:pt x="887" y="374"/>
                  </a:lnTo>
                  <a:lnTo>
                    <a:pt x="700" y="467"/>
                  </a:lnTo>
                  <a:lnTo>
                    <a:pt x="607" y="514"/>
                  </a:lnTo>
                  <a:lnTo>
                    <a:pt x="0" y="5041"/>
                  </a:lnTo>
                  <a:lnTo>
                    <a:pt x="8167" y="5041"/>
                  </a:lnTo>
                  <a:lnTo>
                    <a:pt x="7094" y="94"/>
                  </a:lnTo>
                  <a:lnTo>
                    <a:pt x="7000" y="47"/>
                  </a:lnTo>
                  <a:lnTo>
                    <a:pt x="67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0" name="Google Shape;9560;p55"/>
            <p:cNvSpPr/>
            <p:nvPr/>
          </p:nvSpPr>
          <p:spPr>
            <a:xfrm>
              <a:off x="1921400" y="1295150"/>
              <a:ext cx="32700" cy="126025"/>
            </a:xfrm>
            <a:custGeom>
              <a:rect b="b" l="l" r="r" t="t"/>
              <a:pathLst>
                <a:path extrusionOk="0" h="5041" w="1308">
                  <a:moveTo>
                    <a:pt x="140" y="0"/>
                  </a:moveTo>
                  <a:lnTo>
                    <a:pt x="47" y="140"/>
                  </a:lnTo>
                  <a:lnTo>
                    <a:pt x="0" y="234"/>
                  </a:lnTo>
                  <a:lnTo>
                    <a:pt x="0" y="420"/>
                  </a:lnTo>
                  <a:lnTo>
                    <a:pt x="607" y="5041"/>
                  </a:lnTo>
                  <a:lnTo>
                    <a:pt x="1307" y="5041"/>
                  </a:lnTo>
                  <a:lnTo>
                    <a:pt x="700" y="794"/>
                  </a:lnTo>
                  <a:lnTo>
                    <a:pt x="700" y="654"/>
                  </a:lnTo>
                  <a:lnTo>
                    <a:pt x="607" y="514"/>
                  </a:lnTo>
                  <a:lnTo>
                    <a:pt x="420" y="280"/>
                  </a:lnTo>
                  <a:lnTo>
                    <a:pt x="14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1" name="Google Shape;9561;p55"/>
            <p:cNvSpPr/>
            <p:nvPr/>
          </p:nvSpPr>
          <p:spPr>
            <a:xfrm>
              <a:off x="1765050" y="1268325"/>
              <a:ext cx="173875" cy="49025"/>
            </a:xfrm>
            <a:custGeom>
              <a:rect b="b" l="l" r="r" t="t"/>
              <a:pathLst>
                <a:path extrusionOk="0" h="1961" w="6955">
                  <a:moveTo>
                    <a:pt x="794" y="0"/>
                  </a:moveTo>
                  <a:lnTo>
                    <a:pt x="561" y="47"/>
                  </a:lnTo>
                  <a:lnTo>
                    <a:pt x="374" y="187"/>
                  </a:lnTo>
                  <a:lnTo>
                    <a:pt x="234" y="373"/>
                  </a:lnTo>
                  <a:lnTo>
                    <a:pt x="141" y="560"/>
                  </a:lnTo>
                  <a:lnTo>
                    <a:pt x="1" y="1587"/>
                  </a:lnTo>
                  <a:lnTo>
                    <a:pt x="421" y="1820"/>
                  </a:lnTo>
                  <a:lnTo>
                    <a:pt x="701" y="1960"/>
                  </a:lnTo>
                  <a:lnTo>
                    <a:pt x="1308" y="1960"/>
                  </a:lnTo>
                  <a:lnTo>
                    <a:pt x="1494" y="1914"/>
                  </a:lnTo>
                  <a:lnTo>
                    <a:pt x="1821" y="1727"/>
                  </a:lnTo>
                  <a:lnTo>
                    <a:pt x="2194" y="1540"/>
                  </a:lnTo>
                  <a:lnTo>
                    <a:pt x="2381" y="1447"/>
                  </a:lnTo>
                  <a:lnTo>
                    <a:pt x="2941" y="1447"/>
                  </a:lnTo>
                  <a:lnTo>
                    <a:pt x="3128" y="1540"/>
                  </a:lnTo>
                  <a:lnTo>
                    <a:pt x="3454" y="1727"/>
                  </a:lnTo>
                  <a:lnTo>
                    <a:pt x="3781" y="1914"/>
                  </a:lnTo>
                  <a:lnTo>
                    <a:pt x="4014" y="1960"/>
                  </a:lnTo>
                  <a:lnTo>
                    <a:pt x="4574" y="1960"/>
                  </a:lnTo>
                  <a:lnTo>
                    <a:pt x="4761" y="1914"/>
                  </a:lnTo>
                  <a:lnTo>
                    <a:pt x="5088" y="1727"/>
                  </a:lnTo>
                  <a:lnTo>
                    <a:pt x="5414" y="1540"/>
                  </a:lnTo>
                  <a:lnTo>
                    <a:pt x="5648" y="1447"/>
                  </a:lnTo>
                  <a:lnTo>
                    <a:pt x="5928" y="1447"/>
                  </a:lnTo>
                  <a:lnTo>
                    <a:pt x="6254" y="1493"/>
                  </a:lnTo>
                  <a:lnTo>
                    <a:pt x="6534" y="1587"/>
                  </a:lnTo>
                  <a:lnTo>
                    <a:pt x="6954" y="1867"/>
                  </a:lnTo>
                  <a:lnTo>
                    <a:pt x="6488" y="840"/>
                  </a:lnTo>
                  <a:lnTo>
                    <a:pt x="6441" y="280"/>
                  </a:lnTo>
                  <a:lnTo>
                    <a:pt x="6394" y="187"/>
                  </a:lnTo>
                  <a:lnTo>
                    <a:pt x="6348" y="93"/>
                  </a:lnTo>
                  <a:lnTo>
                    <a:pt x="6254" y="47"/>
                  </a:lnTo>
                  <a:lnTo>
                    <a:pt x="616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2" name="Google Shape;9562;p55"/>
            <p:cNvSpPr/>
            <p:nvPr/>
          </p:nvSpPr>
          <p:spPr>
            <a:xfrm>
              <a:off x="1832725" y="1424650"/>
              <a:ext cx="38525" cy="75875"/>
            </a:xfrm>
            <a:custGeom>
              <a:rect b="b" l="l" r="r" t="t"/>
              <a:pathLst>
                <a:path extrusionOk="0" h="3035" w="1541">
                  <a:moveTo>
                    <a:pt x="1" y="1"/>
                  </a:moveTo>
                  <a:lnTo>
                    <a:pt x="1" y="3034"/>
                  </a:lnTo>
                  <a:lnTo>
                    <a:pt x="1541" y="3034"/>
                  </a:lnTo>
                  <a:lnTo>
                    <a:pt x="1261" y="1634"/>
                  </a:lnTo>
                  <a:lnTo>
                    <a:pt x="154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3" name="Google Shape;9563;p55"/>
            <p:cNvSpPr/>
            <p:nvPr/>
          </p:nvSpPr>
          <p:spPr>
            <a:xfrm>
              <a:off x="1853725" y="1424650"/>
              <a:ext cx="17525" cy="75875"/>
            </a:xfrm>
            <a:custGeom>
              <a:rect b="b" l="l" r="r" t="t"/>
              <a:pathLst>
                <a:path extrusionOk="0" h="3035" w="701">
                  <a:moveTo>
                    <a:pt x="1" y="1"/>
                  </a:moveTo>
                  <a:lnTo>
                    <a:pt x="1" y="3034"/>
                  </a:lnTo>
                  <a:lnTo>
                    <a:pt x="701" y="3034"/>
                  </a:lnTo>
                  <a:lnTo>
                    <a:pt x="70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4" name="Google Shape;9564;p55"/>
            <p:cNvSpPr/>
            <p:nvPr/>
          </p:nvSpPr>
          <p:spPr>
            <a:xfrm>
              <a:off x="1734725" y="1410650"/>
              <a:ext cx="228700" cy="38525"/>
            </a:xfrm>
            <a:custGeom>
              <a:rect b="b" l="l" r="r" t="t"/>
              <a:pathLst>
                <a:path extrusionOk="0" h="1541" w="9148">
                  <a:moveTo>
                    <a:pt x="327" y="1"/>
                  </a:moveTo>
                  <a:lnTo>
                    <a:pt x="140" y="47"/>
                  </a:lnTo>
                  <a:lnTo>
                    <a:pt x="47" y="141"/>
                  </a:lnTo>
                  <a:lnTo>
                    <a:pt x="0" y="281"/>
                  </a:lnTo>
                  <a:lnTo>
                    <a:pt x="0" y="421"/>
                  </a:lnTo>
                  <a:lnTo>
                    <a:pt x="187" y="1307"/>
                  </a:lnTo>
                  <a:lnTo>
                    <a:pt x="234" y="1401"/>
                  </a:lnTo>
                  <a:lnTo>
                    <a:pt x="327" y="1447"/>
                  </a:lnTo>
                  <a:lnTo>
                    <a:pt x="420" y="1494"/>
                  </a:lnTo>
                  <a:lnTo>
                    <a:pt x="514" y="1541"/>
                  </a:lnTo>
                  <a:lnTo>
                    <a:pt x="8867" y="1541"/>
                  </a:lnTo>
                  <a:lnTo>
                    <a:pt x="8914" y="1494"/>
                  </a:lnTo>
                  <a:lnTo>
                    <a:pt x="8914" y="1447"/>
                  </a:lnTo>
                  <a:lnTo>
                    <a:pt x="8914" y="1354"/>
                  </a:lnTo>
                  <a:lnTo>
                    <a:pt x="8914" y="1214"/>
                  </a:lnTo>
                  <a:lnTo>
                    <a:pt x="9054" y="607"/>
                  </a:lnTo>
                  <a:lnTo>
                    <a:pt x="9147" y="234"/>
                  </a:lnTo>
                  <a:lnTo>
                    <a:pt x="9101" y="94"/>
                  </a:lnTo>
                  <a:lnTo>
                    <a:pt x="90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5" name="Google Shape;9565;p55"/>
            <p:cNvSpPr/>
            <p:nvPr/>
          </p:nvSpPr>
          <p:spPr>
            <a:xfrm>
              <a:off x="1770900" y="1490000"/>
              <a:ext cx="156350" cy="30350"/>
            </a:xfrm>
            <a:custGeom>
              <a:rect b="b" l="l" r="r" t="t"/>
              <a:pathLst>
                <a:path extrusionOk="0" h="1214" w="6254">
                  <a:moveTo>
                    <a:pt x="467" y="0"/>
                  </a:moveTo>
                  <a:lnTo>
                    <a:pt x="327" y="47"/>
                  </a:lnTo>
                  <a:lnTo>
                    <a:pt x="234" y="140"/>
                  </a:lnTo>
                  <a:lnTo>
                    <a:pt x="0" y="793"/>
                  </a:lnTo>
                  <a:lnTo>
                    <a:pt x="0" y="933"/>
                  </a:lnTo>
                  <a:lnTo>
                    <a:pt x="47" y="1073"/>
                  </a:lnTo>
                  <a:lnTo>
                    <a:pt x="187" y="1167"/>
                  </a:lnTo>
                  <a:lnTo>
                    <a:pt x="327" y="1213"/>
                  </a:lnTo>
                  <a:lnTo>
                    <a:pt x="6160" y="1213"/>
                  </a:lnTo>
                  <a:lnTo>
                    <a:pt x="6207" y="1167"/>
                  </a:lnTo>
                  <a:lnTo>
                    <a:pt x="6254" y="1027"/>
                  </a:lnTo>
                  <a:lnTo>
                    <a:pt x="6207" y="607"/>
                  </a:lnTo>
                  <a:lnTo>
                    <a:pt x="6114" y="187"/>
                  </a:lnTo>
                  <a:lnTo>
                    <a:pt x="6067" y="47"/>
                  </a:lnTo>
                  <a:lnTo>
                    <a:pt x="602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6" name="Google Shape;9566;p55"/>
            <p:cNvSpPr/>
            <p:nvPr/>
          </p:nvSpPr>
          <p:spPr>
            <a:xfrm>
              <a:off x="1905075" y="1490000"/>
              <a:ext cx="28025" cy="30350"/>
            </a:xfrm>
            <a:custGeom>
              <a:rect b="b" l="l" r="r" t="t"/>
              <a:pathLst>
                <a:path extrusionOk="0" h="1214" w="1121">
                  <a:moveTo>
                    <a:pt x="0" y="0"/>
                  </a:moveTo>
                  <a:lnTo>
                    <a:pt x="93" y="47"/>
                  </a:lnTo>
                  <a:lnTo>
                    <a:pt x="187" y="140"/>
                  </a:lnTo>
                  <a:lnTo>
                    <a:pt x="420" y="793"/>
                  </a:lnTo>
                  <a:lnTo>
                    <a:pt x="420" y="933"/>
                  </a:lnTo>
                  <a:lnTo>
                    <a:pt x="373" y="1073"/>
                  </a:lnTo>
                  <a:lnTo>
                    <a:pt x="280" y="1167"/>
                  </a:lnTo>
                  <a:lnTo>
                    <a:pt x="93" y="1213"/>
                  </a:lnTo>
                  <a:lnTo>
                    <a:pt x="793" y="1213"/>
                  </a:lnTo>
                  <a:lnTo>
                    <a:pt x="933" y="1167"/>
                  </a:lnTo>
                  <a:lnTo>
                    <a:pt x="1027" y="1073"/>
                  </a:lnTo>
                  <a:lnTo>
                    <a:pt x="1120" y="933"/>
                  </a:lnTo>
                  <a:lnTo>
                    <a:pt x="1073" y="793"/>
                  </a:lnTo>
                  <a:lnTo>
                    <a:pt x="840" y="140"/>
                  </a:lnTo>
                  <a:lnTo>
                    <a:pt x="793" y="47"/>
                  </a:lnTo>
                  <a:lnTo>
                    <a:pt x="65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7" name="Google Shape;9567;p55"/>
            <p:cNvSpPr/>
            <p:nvPr/>
          </p:nvSpPr>
          <p:spPr>
            <a:xfrm>
              <a:off x="1938900" y="1410650"/>
              <a:ext cx="30350" cy="38525"/>
            </a:xfrm>
            <a:custGeom>
              <a:rect b="b" l="l" r="r" t="t"/>
              <a:pathLst>
                <a:path extrusionOk="0" h="1541" w="1214">
                  <a:moveTo>
                    <a:pt x="234" y="1"/>
                  </a:moveTo>
                  <a:lnTo>
                    <a:pt x="374" y="47"/>
                  </a:lnTo>
                  <a:lnTo>
                    <a:pt x="467" y="141"/>
                  </a:lnTo>
                  <a:lnTo>
                    <a:pt x="560" y="281"/>
                  </a:lnTo>
                  <a:lnTo>
                    <a:pt x="560" y="421"/>
                  </a:lnTo>
                  <a:lnTo>
                    <a:pt x="327" y="1307"/>
                  </a:lnTo>
                  <a:lnTo>
                    <a:pt x="280" y="1401"/>
                  </a:lnTo>
                  <a:lnTo>
                    <a:pt x="234" y="1447"/>
                  </a:lnTo>
                  <a:lnTo>
                    <a:pt x="140" y="1494"/>
                  </a:lnTo>
                  <a:lnTo>
                    <a:pt x="0" y="1541"/>
                  </a:lnTo>
                  <a:lnTo>
                    <a:pt x="700" y="1541"/>
                  </a:lnTo>
                  <a:lnTo>
                    <a:pt x="794" y="1494"/>
                  </a:lnTo>
                  <a:lnTo>
                    <a:pt x="887" y="1447"/>
                  </a:lnTo>
                  <a:lnTo>
                    <a:pt x="934" y="1401"/>
                  </a:lnTo>
                  <a:lnTo>
                    <a:pt x="980" y="1307"/>
                  </a:lnTo>
                  <a:lnTo>
                    <a:pt x="1214" y="421"/>
                  </a:lnTo>
                  <a:lnTo>
                    <a:pt x="1214" y="281"/>
                  </a:lnTo>
                  <a:lnTo>
                    <a:pt x="1167" y="141"/>
                  </a:lnTo>
                  <a:lnTo>
                    <a:pt x="1027" y="47"/>
                  </a:lnTo>
                  <a:lnTo>
                    <a:pt x="88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8" name="Google Shape;9568;p55"/>
            <p:cNvSpPr/>
            <p:nvPr/>
          </p:nvSpPr>
          <p:spPr>
            <a:xfrm>
              <a:off x="1902725" y="1268325"/>
              <a:ext cx="36200" cy="46675"/>
            </a:xfrm>
            <a:custGeom>
              <a:rect b="b" l="l" r="r" t="t"/>
              <a:pathLst>
                <a:path extrusionOk="0" h="1867" w="1448">
                  <a:moveTo>
                    <a:pt x="1" y="0"/>
                  </a:moveTo>
                  <a:lnTo>
                    <a:pt x="234" y="47"/>
                  </a:lnTo>
                  <a:lnTo>
                    <a:pt x="421" y="187"/>
                  </a:lnTo>
                  <a:lnTo>
                    <a:pt x="561" y="373"/>
                  </a:lnTo>
                  <a:lnTo>
                    <a:pt x="607" y="560"/>
                  </a:lnTo>
                  <a:lnTo>
                    <a:pt x="747" y="1493"/>
                  </a:lnTo>
                  <a:lnTo>
                    <a:pt x="981" y="1540"/>
                  </a:lnTo>
                  <a:lnTo>
                    <a:pt x="1121" y="1680"/>
                  </a:lnTo>
                  <a:lnTo>
                    <a:pt x="1447" y="1867"/>
                  </a:lnTo>
                  <a:lnTo>
                    <a:pt x="1307" y="560"/>
                  </a:lnTo>
                  <a:lnTo>
                    <a:pt x="1214" y="373"/>
                  </a:lnTo>
                  <a:lnTo>
                    <a:pt x="1074" y="187"/>
                  </a:lnTo>
                  <a:lnTo>
                    <a:pt x="887" y="47"/>
                  </a:lnTo>
                  <a:lnTo>
                    <a:pt x="65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69" name="Google Shape;9569;p55"/>
          <p:cNvGrpSpPr/>
          <p:nvPr/>
        </p:nvGrpSpPr>
        <p:grpSpPr>
          <a:xfrm>
            <a:off x="1893900" y="3085263"/>
            <a:ext cx="245050" cy="336025"/>
            <a:chOff x="2489575" y="1184325"/>
            <a:chExt cx="245050" cy="336025"/>
          </a:xfrm>
        </p:grpSpPr>
        <p:sp>
          <p:nvSpPr>
            <p:cNvPr id="9570" name="Google Shape;9570;p55"/>
            <p:cNvSpPr/>
            <p:nvPr/>
          </p:nvSpPr>
          <p:spPr>
            <a:xfrm>
              <a:off x="2600425" y="1184325"/>
              <a:ext cx="50200" cy="54850"/>
            </a:xfrm>
            <a:custGeom>
              <a:rect b="b" l="l" r="r" t="t"/>
              <a:pathLst>
                <a:path extrusionOk="0" h="2194" w="2008">
                  <a:moveTo>
                    <a:pt x="1120" y="0"/>
                  </a:moveTo>
                  <a:lnTo>
                    <a:pt x="887" y="47"/>
                  </a:lnTo>
                  <a:lnTo>
                    <a:pt x="700" y="93"/>
                  </a:lnTo>
                  <a:lnTo>
                    <a:pt x="514" y="187"/>
                  </a:lnTo>
                  <a:lnTo>
                    <a:pt x="327" y="327"/>
                  </a:lnTo>
                  <a:lnTo>
                    <a:pt x="234" y="513"/>
                  </a:lnTo>
                  <a:lnTo>
                    <a:pt x="94" y="700"/>
                  </a:lnTo>
                  <a:lnTo>
                    <a:pt x="47" y="887"/>
                  </a:lnTo>
                  <a:lnTo>
                    <a:pt x="0" y="1120"/>
                  </a:lnTo>
                  <a:lnTo>
                    <a:pt x="47" y="1353"/>
                  </a:lnTo>
                  <a:lnTo>
                    <a:pt x="94" y="1540"/>
                  </a:lnTo>
                  <a:lnTo>
                    <a:pt x="234" y="1727"/>
                  </a:lnTo>
                  <a:lnTo>
                    <a:pt x="327" y="1867"/>
                  </a:lnTo>
                  <a:lnTo>
                    <a:pt x="514" y="2007"/>
                  </a:lnTo>
                  <a:lnTo>
                    <a:pt x="700" y="2147"/>
                  </a:lnTo>
                  <a:lnTo>
                    <a:pt x="887" y="2193"/>
                  </a:lnTo>
                  <a:lnTo>
                    <a:pt x="1354" y="2193"/>
                  </a:lnTo>
                  <a:lnTo>
                    <a:pt x="1540" y="2100"/>
                  </a:lnTo>
                  <a:lnTo>
                    <a:pt x="1680" y="2007"/>
                  </a:lnTo>
                  <a:lnTo>
                    <a:pt x="1774" y="1867"/>
                  </a:lnTo>
                  <a:lnTo>
                    <a:pt x="1867" y="1680"/>
                  </a:lnTo>
                  <a:lnTo>
                    <a:pt x="1960" y="1493"/>
                  </a:lnTo>
                  <a:lnTo>
                    <a:pt x="2007" y="1073"/>
                  </a:lnTo>
                  <a:lnTo>
                    <a:pt x="1960" y="747"/>
                  </a:lnTo>
                  <a:lnTo>
                    <a:pt x="1867" y="560"/>
                  </a:lnTo>
                  <a:lnTo>
                    <a:pt x="1774" y="373"/>
                  </a:lnTo>
                  <a:lnTo>
                    <a:pt x="1680" y="233"/>
                  </a:lnTo>
                  <a:lnTo>
                    <a:pt x="1540" y="140"/>
                  </a:lnTo>
                  <a:lnTo>
                    <a:pt x="1354" y="47"/>
                  </a:lnTo>
                  <a:lnTo>
                    <a:pt x="112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1" name="Google Shape;9571;p55"/>
            <p:cNvSpPr/>
            <p:nvPr/>
          </p:nvSpPr>
          <p:spPr>
            <a:xfrm>
              <a:off x="2642425" y="1186650"/>
              <a:ext cx="49025" cy="54850"/>
            </a:xfrm>
            <a:custGeom>
              <a:rect b="b" l="l" r="r" t="t"/>
              <a:pathLst>
                <a:path extrusionOk="0" h="2194" w="1961">
                  <a:moveTo>
                    <a:pt x="840" y="0"/>
                  </a:moveTo>
                  <a:lnTo>
                    <a:pt x="654" y="47"/>
                  </a:lnTo>
                  <a:lnTo>
                    <a:pt x="467" y="187"/>
                  </a:lnTo>
                  <a:lnTo>
                    <a:pt x="327" y="327"/>
                  </a:lnTo>
                  <a:lnTo>
                    <a:pt x="187" y="467"/>
                  </a:lnTo>
                  <a:lnTo>
                    <a:pt x="47" y="654"/>
                  </a:lnTo>
                  <a:lnTo>
                    <a:pt x="0" y="887"/>
                  </a:lnTo>
                  <a:lnTo>
                    <a:pt x="0" y="1074"/>
                  </a:lnTo>
                  <a:lnTo>
                    <a:pt x="0" y="1307"/>
                  </a:lnTo>
                  <a:lnTo>
                    <a:pt x="47" y="1494"/>
                  </a:lnTo>
                  <a:lnTo>
                    <a:pt x="187" y="1680"/>
                  </a:lnTo>
                  <a:lnTo>
                    <a:pt x="327" y="1867"/>
                  </a:lnTo>
                  <a:lnTo>
                    <a:pt x="467" y="2007"/>
                  </a:lnTo>
                  <a:lnTo>
                    <a:pt x="654" y="2100"/>
                  </a:lnTo>
                  <a:lnTo>
                    <a:pt x="840" y="2147"/>
                  </a:lnTo>
                  <a:lnTo>
                    <a:pt x="1074" y="2194"/>
                  </a:lnTo>
                  <a:lnTo>
                    <a:pt x="1307" y="2147"/>
                  </a:lnTo>
                  <a:lnTo>
                    <a:pt x="1494" y="2100"/>
                  </a:lnTo>
                  <a:lnTo>
                    <a:pt x="1634" y="2007"/>
                  </a:lnTo>
                  <a:lnTo>
                    <a:pt x="1727" y="1867"/>
                  </a:lnTo>
                  <a:lnTo>
                    <a:pt x="1820" y="1680"/>
                  </a:lnTo>
                  <a:lnTo>
                    <a:pt x="1914" y="1494"/>
                  </a:lnTo>
                  <a:lnTo>
                    <a:pt x="1960" y="1074"/>
                  </a:lnTo>
                  <a:lnTo>
                    <a:pt x="1914" y="794"/>
                  </a:lnTo>
                  <a:lnTo>
                    <a:pt x="1727" y="420"/>
                  </a:lnTo>
                  <a:lnTo>
                    <a:pt x="1634" y="234"/>
                  </a:lnTo>
                  <a:lnTo>
                    <a:pt x="1494" y="94"/>
                  </a:lnTo>
                  <a:lnTo>
                    <a:pt x="130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2" name="Google Shape;9572;p55"/>
            <p:cNvSpPr/>
            <p:nvPr/>
          </p:nvSpPr>
          <p:spPr>
            <a:xfrm>
              <a:off x="2620250" y="1184325"/>
              <a:ext cx="36200" cy="54850"/>
            </a:xfrm>
            <a:custGeom>
              <a:rect b="b" l="l" r="r" t="t"/>
              <a:pathLst>
                <a:path extrusionOk="0" h="2194" w="1448">
                  <a:moveTo>
                    <a:pt x="327" y="0"/>
                  </a:moveTo>
                  <a:lnTo>
                    <a:pt x="1" y="47"/>
                  </a:lnTo>
                  <a:lnTo>
                    <a:pt x="281" y="233"/>
                  </a:lnTo>
                  <a:lnTo>
                    <a:pt x="561" y="467"/>
                  </a:lnTo>
                  <a:lnTo>
                    <a:pt x="701" y="747"/>
                  </a:lnTo>
                  <a:lnTo>
                    <a:pt x="747" y="933"/>
                  </a:lnTo>
                  <a:lnTo>
                    <a:pt x="747" y="1120"/>
                  </a:lnTo>
                  <a:lnTo>
                    <a:pt x="747" y="1307"/>
                  </a:lnTo>
                  <a:lnTo>
                    <a:pt x="701" y="1447"/>
                  </a:lnTo>
                  <a:lnTo>
                    <a:pt x="561" y="1773"/>
                  </a:lnTo>
                  <a:lnTo>
                    <a:pt x="281" y="2007"/>
                  </a:lnTo>
                  <a:lnTo>
                    <a:pt x="1" y="2147"/>
                  </a:lnTo>
                  <a:lnTo>
                    <a:pt x="327" y="2193"/>
                  </a:lnTo>
                  <a:lnTo>
                    <a:pt x="561" y="2193"/>
                  </a:lnTo>
                  <a:lnTo>
                    <a:pt x="747" y="2147"/>
                  </a:lnTo>
                  <a:lnTo>
                    <a:pt x="934" y="2007"/>
                  </a:lnTo>
                  <a:lnTo>
                    <a:pt x="1121" y="1867"/>
                  </a:lnTo>
                  <a:lnTo>
                    <a:pt x="1261" y="1727"/>
                  </a:lnTo>
                  <a:lnTo>
                    <a:pt x="1354" y="1540"/>
                  </a:lnTo>
                  <a:lnTo>
                    <a:pt x="1401" y="1353"/>
                  </a:lnTo>
                  <a:lnTo>
                    <a:pt x="1447" y="1120"/>
                  </a:lnTo>
                  <a:lnTo>
                    <a:pt x="1401" y="887"/>
                  </a:lnTo>
                  <a:lnTo>
                    <a:pt x="1354" y="700"/>
                  </a:lnTo>
                  <a:lnTo>
                    <a:pt x="1261" y="513"/>
                  </a:lnTo>
                  <a:lnTo>
                    <a:pt x="1121" y="327"/>
                  </a:lnTo>
                  <a:lnTo>
                    <a:pt x="934" y="187"/>
                  </a:lnTo>
                  <a:lnTo>
                    <a:pt x="747" y="93"/>
                  </a:lnTo>
                  <a:lnTo>
                    <a:pt x="561" y="47"/>
                  </a:lnTo>
                  <a:lnTo>
                    <a:pt x="3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3" name="Google Shape;9573;p55"/>
            <p:cNvSpPr/>
            <p:nvPr/>
          </p:nvSpPr>
          <p:spPr>
            <a:xfrm>
              <a:off x="2661100" y="1186650"/>
              <a:ext cx="36175" cy="54850"/>
            </a:xfrm>
            <a:custGeom>
              <a:rect b="b" l="l" r="r" t="t"/>
              <a:pathLst>
                <a:path extrusionOk="0" h="2194" w="1447">
                  <a:moveTo>
                    <a:pt x="327" y="0"/>
                  </a:moveTo>
                  <a:lnTo>
                    <a:pt x="0" y="47"/>
                  </a:lnTo>
                  <a:lnTo>
                    <a:pt x="327" y="187"/>
                  </a:lnTo>
                  <a:lnTo>
                    <a:pt x="560" y="420"/>
                  </a:lnTo>
                  <a:lnTo>
                    <a:pt x="700" y="747"/>
                  </a:lnTo>
                  <a:lnTo>
                    <a:pt x="747" y="887"/>
                  </a:lnTo>
                  <a:lnTo>
                    <a:pt x="747" y="1074"/>
                  </a:lnTo>
                  <a:lnTo>
                    <a:pt x="747" y="1260"/>
                  </a:lnTo>
                  <a:lnTo>
                    <a:pt x="700" y="1447"/>
                  </a:lnTo>
                  <a:lnTo>
                    <a:pt x="560" y="1727"/>
                  </a:lnTo>
                  <a:lnTo>
                    <a:pt x="327" y="1960"/>
                  </a:lnTo>
                  <a:lnTo>
                    <a:pt x="0" y="2147"/>
                  </a:lnTo>
                  <a:lnTo>
                    <a:pt x="327" y="2194"/>
                  </a:lnTo>
                  <a:lnTo>
                    <a:pt x="560" y="2147"/>
                  </a:lnTo>
                  <a:lnTo>
                    <a:pt x="747" y="2100"/>
                  </a:lnTo>
                  <a:lnTo>
                    <a:pt x="933" y="2007"/>
                  </a:lnTo>
                  <a:lnTo>
                    <a:pt x="1120" y="1867"/>
                  </a:lnTo>
                  <a:lnTo>
                    <a:pt x="1260" y="1680"/>
                  </a:lnTo>
                  <a:lnTo>
                    <a:pt x="1353" y="1494"/>
                  </a:lnTo>
                  <a:lnTo>
                    <a:pt x="1400" y="1307"/>
                  </a:lnTo>
                  <a:lnTo>
                    <a:pt x="1447" y="1074"/>
                  </a:lnTo>
                  <a:lnTo>
                    <a:pt x="1400" y="887"/>
                  </a:lnTo>
                  <a:lnTo>
                    <a:pt x="1353" y="654"/>
                  </a:lnTo>
                  <a:lnTo>
                    <a:pt x="1260" y="467"/>
                  </a:lnTo>
                  <a:lnTo>
                    <a:pt x="1120" y="327"/>
                  </a:lnTo>
                  <a:lnTo>
                    <a:pt x="933" y="187"/>
                  </a:lnTo>
                  <a:lnTo>
                    <a:pt x="747" y="47"/>
                  </a:lnTo>
                  <a:lnTo>
                    <a:pt x="56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4" name="Google Shape;9574;p55"/>
            <p:cNvSpPr/>
            <p:nvPr/>
          </p:nvSpPr>
          <p:spPr>
            <a:xfrm>
              <a:off x="2502425" y="1211150"/>
              <a:ext cx="219350" cy="99200"/>
            </a:xfrm>
            <a:custGeom>
              <a:rect b="b" l="l" r="r" t="t"/>
              <a:pathLst>
                <a:path extrusionOk="0" h="3968" w="8774">
                  <a:moveTo>
                    <a:pt x="3220" y="0"/>
                  </a:moveTo>
                  <a:lnTo>
                    <a:pt x="3080" y="47"/>
                  </a:lnTo>
                  <a:lnTo>
                    <a:pt x="2894" y="94"/>
                  </a:lnTo>
                  <a:lnTo>
                    <a:pt x="2754" y="140"/>
                  </a:lnTo>
                  <a:lnTo>
                    <a:pt x="2474" y="327"/>
                  </a:lnTo>
                  <a:lnTo>
                    <a:pt x="2194" y="514"/>
                  </a:lnTo>
                  <a:lnTo>
                    <a:pt x="1914" y="700"/>
                  </a:lnTo>
                  <a:lnTo>
                    <a:pt x="1540" y="747"/>
                  </a:lnTo>
                  <a:lnTo>
                    <a:pt x="1214" y="794"/>
                  </a:lnTo>
                  <a:lnTo>
                    <a:pt x="887" y="887"/>
                  </a:lnTo>
                  <a:lnTo>
                    <a:pt x="747" y="934"/>
                  </a:lnTo>
                  <a:lnTo>
                    <a:pt x="607" y="1027"/>
                  </a:lnTo>
                  <a:lnTo>
                    <a:pt x="374" y="1214"/>
                  </a:lnTo>
                  <a:lnTo>
                    <a:pt x="234" y="1494"/>
                  </a:lnTo>
                  <a:lnTo>
                    <a:pt x="0" y="2054"/>
                  </a:lnTo>
                  <a:lnTo>
                    <a:pt x="1540" y="3967"/>
                  </a:lnTo>
                  <a:lnTo>
                    <a:pt x="6534" y="3967"/>
                  </a:lnTo>
                  <a:lnTo>
                    <a:pt x="8774" y="2054"/>
                  </a:lnTo>
                  <a:lnTo>
                    <a:pt x="8494" y="1540"/>
                  </a:lnTo>
                  <a:lnTo>
                    <a:pt x="8307" y="1354"/>
                  </a:lnTo>
                  <a:lnTo>
                    <a:pt x="8074" y="1120"/>
                  </a:lnTo>
                  <a:lnTo>
                    <a:pt x="7794" y="980"/>
                  </a:lnTo>
                  <a:lnTo>
                    <a:pt x="7467" y="887"/>
                  </a:lnTo>
                  <a:lnTo>
                    <a:pt x="7140" y="840"/>
                  </a:lnTo>
                  <a:lnTo>
                    <a:pt x="6814" y="747"/>
                  </a:lnTo>
                  <a:lnTo>
                    <a:pt x="6534" y="560"/>
                  </a:lnTo>
                  <a:lnTo>
                    <a:pt x="6300" y="327"/>
                  </a:lnTo>
                  <a:lnTo>
                    <a:pt x="6020" y="140"/>
                  </a:lnTo>
                  <a:lnTo>
                    <a:pt x="5880" y="94"/>
                  </a:lnTo>
                  <a:lnTo>
                    <a:pt x="5694" y="47"/>
                  </a:lnTo>
                  <a:lnTo>
                    <a:pt x="5554" y="0"/>
                  </a:lnTo>
                  <a:lnTo>
                    <a:pt x="5367" y="47"/>
                  </a:lnTo>
                  <a:lnTo>
                    <a:pt x="5040" y="94"/>
                  </a:lnTo>
                  <a:lnTo>
                    <a:pt x="4714" y="187"/>
                  </a:lnTo>
                  <a:lnTo>
                    <a:pt x="4387" y="234"/>
                  </a:lnTo>
                  <a:lnTo>
                    <a:pt x="4060" y="187"/>
                  </a:lnTo>
                  <a:lnTo>
                    <a:pt x="3687" y="94"/>
                  </a:lnTo>
                  <a:lnTo>
                    <a:pt x="3360" y="47"/>
                  </a:lnTo>
                  <a:lnTo>
                    <a:pt x="322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5" name="Google Shape;9575;p55"/>
            <p:cNvSpPr/>
            <p:nvPr/>
          </p:nvSpPr>
          <p:spPr>
            <a:xfrm>
              <a:off x="2631925" y="1212325"/>
              <a:ext cx="89850" cy="98025"/>
            </a:xfrm>
            <a:custGeom>
              <a:rect b="b" l="l" r="r" t="t"/>
              <a:pathLst>
                <a:path extrusionOk="0" h="3921" w="3594">
                  <a:moveTo>
                    <a:pt x="280" y="0"/>
                  </a:moveTo>
                  <a:lnTo>
                    <a:pt x="0" y="47"/>
                  </a:lnTo>
                  <a:lnTo>
                    <a:pt x="280" y="140"/>
                  </a:lnTo>
                  <a:lnTo>
                    <a:pt x="514" y="327"/>
                  </a:lnTo>
                  <a:lnTo>
                    <a:pt x="747" y="513"/>
                  </a:lnTo>
                  <a:lnTo>
                    <a:pt x="1027" y="653"/>
                  </a:lnTo>
                  <a:lnTo>
                    <a:pt x="1354" y="700"/>
                  </a:lnTo>
                  <a:lnTo>
                    <a:pt x="1680" y="747"/>
                  </a:lnTo>
                  <a:lnTo>
                    <a:pt x="2054" y="840"/>
                  </a:lnTo>
                  <a:lnTo>
                    <a:pt x="2194" y="887"/>
                  </a:lnTo>
                  <a:lnTo>
                    <a:pt x="2334" y="980"/>
                  </a:lnTo>
                  <a:lnTo>
                    <a:pt x="2520" y="1167"/>
                  </a:lnTo>
                  <a:lnTo>
                    <a:pt x="2660" y="1447"/>
                  </a:lnTo>
                  <a:lnTo>
                    <a:pt x="2940" y="2007"/>
                  </a:lnTo>
                  <a:lnTo>
                    <a:pt x="654" y="3920"/>
                  </a:lnTo>
                  <a:lnTo>
                    <a:pt x="1354" y="3920"/>
                  </a:lnTo>
                  <a:lnTo>
                    <a:pt x="3594" y="2007"/>
                  </a:lnTo>
                  <a:lnTo>
                    <a:pt x="3361" y="1447"/>
                  </a:lnTo>
                  <a:lnTo>
                    <a:pt x="3220" y="1167"/>
                  </a:lnTo>
                  <a:lnTo>
                    <a:pt x="2987" y="980"/>
                  </a:lnTo>
                  <a:lnTo>
                    <a:pt x="2847" y="887"/>
                  </a:lnTo>
                  <a:lnTo>
                    <a:pt x="2707" y="840"/>
                  </a:lnTo>
                  <a:lnTo>
                    <a:pt x="2380" y="747"/>
                  </a:lnTo>
                  <a:lnTo>
                    <a:pt x="2007" y="700"/>
                  </a:lnTo>
                  <a:lnTo>
                    <a:pt x="1680" y="653"/>
                  </a:lnTo>
                  <a:lnTo>
                    <a:pt x="1400" y="467"/>
                  </a:lnTo>
                  <a:lnTo>
                    <a:pt x="1120" y="280"/>
                  </a:lnTo>
                  <a:lnTo>
                    <a:pt x="840" y="93"/>
                  </a:lnTo>
                  <a:lnTo>
                    <a:pt x="700" y="47"/>
                  </a:ln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6" name="Google Shape;9576;p55"/>
            <p:cNvSpPr/>
            <p:nvPr/>
          </p:nvSpPr>
          <p:spPr>
            <a:xfrm>
              <a:off x="2489575" y="1247325"/>
              <a:ext cx="240375" cy="245025"/>
            </a:xfrm>
            <a:custGeom>
              <a:rect b="b" l="l" r="r" t="t"/>
              <a:pathLst>
                <a:path extrusionOk="0" h="9801" w="9615">
                  <a:moveTo>
                    <a:pt x="4341" y="0"/>
                  </a:moveTo>
                  <a:lnTo>
                    <a:pt x="4248" y="47"/>
                  </a:lnTo>
                  <a:lnTo>
                    <a:pt x="4201" y="140"/>
                  </a:lnTo>
                  <a:lnTo>
                    <a:pt x="4201" y="1400"/>
                  </a:lnTo>
                  <a:lnTo>
                    <a:pt x="4201" y="1540"/>
                  </a:lnTo>
                  <a:lnTo>
                    <a:pt x="4154" y="1680"/>
                  </a:lnTo>
                  <a:lnTo>
                    <a:pt x="4014" y="1913"/>
                  </a:lnTo>
                  <a:lnTo>
                    <a:pt x="3781" y="2053"/>
                  </a:lnTo>
                  <a:lnTo>
                    <a:pt x="3688" y="2100"/>
                  </a:lnTo>
                  <a:lnTo>
                    <a:pt x="3548" y="2100"/>
                  </a:lnTo>
                  <a:lnTo>
                    <a:pt x="3268" y="2053"/>
                  </a:lnTo>
                  <a:lnTo>
                    <a:pt x="3081" y="1913"/>
                  </a:lnTo>
                  <a:lnTo>
                    <a:pt x="2941" y="1680"/>
                  </a:lnTo>
                  <a:lnTo>
                    <a:pt x="2848" y="1400"/>
                  </a:lnTo>
                  <a:lnTo>
                    <a:pt x="2848" y="233"/>
                  </a:lnTo>
                  <a:lnTo>
                    <a:pt x="2848" y="187"/>
                  </a:lnTo>
                  <a:lnTo>
                    <a:pt x="2754" y="140"/>
                  </a:lnTo>
                  <a:lnTo>
                    <a:pt x="1541" y="327"/>
                  </a:lnTo>
                  <a:lnTo>
                    <a:pt x="374" y="607"/>
                  </a:lnTo>
                  <a:lnTo>
                    <a:pt x="234" y="653"/>
                  </a:lnTo>
                  <a:lnTo>
                    <a:pt x="141" y="747"/>
                  </a:lnTo>
                  <a:lnTo>
                    <a:pt x="48" y="933"/>
                  </a:lnTo>
                  <a:lnTo>
                    <a:pt x="1" y="1167"/>
                  </a:lnTo>
                  <a:lnTo>
                    <a:pt x="48" y="1260"/>
                  </a:lnTo>
                  <a:lnTo>
                    <a:pt x="94" y="1353"/>
                  </a:lnTo>
                  <a:lnTo>
                    <a:pt x="1261" y="3267"/>
                  </a:lnTo>
                  <a:lnTo>
                    <a:pt x="2474" y="5320"/>
                  </a:lnTo>
                  <a:lnTo>
                    <a:pt x="3688" y="7514"/>
                  </a:lnTo>
                  <a:lnTo>
                    <a:pt x="4901" y="9800"/>
                  </a:lnTo>
                  <a:lnTo>
                    <a:pt x="7188" y="5414"/>
                  </a:lnTo>
                  <a:lnTo>
                    <a:pt x="8261" y="3360"/>
                  </a:lnTo>
                  <a:lnTo>
                    <a:pt x="8821" y="2380"/>
                  </a:lnTo>
                  <a:lnTo>
                    <a:pt x="9428" y="1493"/>
                  </a:lnTo>
                  <a:lnTo>
                    <a:pt x="9521" y="1260"/>
                  </a:lnTo>
                  <a:lnTo>
                    <a:pt x="9615" y="1027"/>
                  </a:lnTo>
                  <a:lnTo>
                    <a:pt x="9568" y="933"/>
                  </a:lnTo>
                  <a:lnTo>
                    <a:pt x="9568" y="840"/>
                  </a:lnTo>
                  <a:lnTo>
                    <a:pt x="9475" y="747"/>
                  </a:lnTo>
                  <a:lnTo>
                    <a:pt x="9381" y="700"/>
                  </a:lnTo>
                  <a:lnTo>
                    <a:pt x="7888" y="327"/>
                  </a:lnTo>
                  <a:lnTo>
                    <a:pt x="7141" y="187"/>
                  </a:lnTo>
                  <a:lnTo>
                    <a:pt x="6348" y="47"/>
                  </a:lnTo>
                  <a:lnTo>
                    <a:pt x="6301" y="93"/>
                  </a:lnTo>
                  <a:lnTo>
                    <a:pt x="6254" y="187"/>
                  </a:lnTo>
                  <a:lnTo>
                    <a:pt x="6254" y="653"/>
                  </a:lnTo>
                  <a:lnTo>
                    <a:pt x="6208" y="887"/>
                  </a:lnTo>
                  <a:lnTo>
                    <a:pt x="6068" y="1073"/>
                  </a:lnTo>
                  <a:lnTo>
                    <a:pt x="5881" y="1167"/>
                  </a:lnTo>
                  <a:lnTo>
                    <a:pt x="5694" y="1213"/>
                  </a:lnTo>
                  <a:lnTo>
                    <a:pt x="5461" y="1167"/>
                  </a:lnTo>
                  <a:lnTo>
                    <a:pt x="5274" y="1073"/>
                  </a:lnTo>
                  <a:lnTo>
                    <a:pt x="5134" y="887"/>
                  </a:lnTo>
                  <a:lnTo>
                    <a:pt x="5088" y="653"/>
                  </a:lnTo>
                  <a:lnTo>
                    <a:pt x="5088" y="93"/>
                  </a:lnTo>
                  <a:lnTo>
                    <a:pt x="5088" y="47"/>
                  </a:lnTo>
                  <a:lnTo>
                    <a:pt x="499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7" name="Google Shape;9577;p55"/>
            <p:cNvSpPr/>
            <p:nvPr/>
          </p:nvSpPr>
          <p:spPr>
            <a:xfrm>
              <a:off x="2603925" y="1248475"/>
              <a:ext cx="130700" cy="243875"/>
            </a:xfrm>
            <a:custGeom>
              <a:rect b="b" l="l" r="r" t="t"/>
              <a:pathLst>
                <a:path extrusionOk="0" h="9755" w="5228">
                  <a:moveTo>
                    <a:pt x="1774" y="1"/>
                  </a:moveTo>
                  <a:lnTo>
                    <a:pt x="1727" y="47"/>
                  </a:lnTo>
                  <a:lnTo>
                    <a:pt x="1680" y="94"/>
                  </a:lnTo>
                  <a:lnTo>
                    <a:pt x="2940" y="281"/>
                  </a:lnTo>
                  <a:lnTo>
                    <a:pt x="4200" y="561"/>
                  </a:lnTo>
                  <a:lnTo>
                    <a:pt x="4294" y="607"/>
                  </a:lnTo>
                  <a:lnTo>
                    <a:pt x="4387" y="701"/>
                  </a:lnTo>
                  <a:lnTo>
                    <a:pt x="4527" y="887"/>
                  </a:lnTo>
                  <a:lnTo>
                    <a:pt x="4527" y="1121"/>
                  </a:lnTo>
                  <a:lnTo>
                    <a:pt x="4527" y="1214"/>
                  </a:lnTo>
                  <a:lnTo>
                    <a:pt x="4434" y="1307"/>
                  </a:lnTo>
                  <a:lnTo>
                    <a:pt x="3360" y="3081"/>
                  </a:lnTo>
                  <a:lnTo>
                    <a:pt x="2240" y="4994"/>
                  </a:lnTo>
                  <a:lnTo>
                    <a:pt x="1120" y="7001"/>
                  </a:lnTo>
                  <a:lnTo>
                    <a:pt x="0" y="9101"/>
                  </a:lnTo>
                  <a:lnTo>
                    <a:pt x="327" y="9754"/>
                  </a:lnTo>
                  <a:lnTo>
                    <a:pt x="1540" y="7468"/>
                  </a:lnTo>
                  <a:lnTo>
                    <a:pt x="2754" y="5274"/>
                  </a:lnTo>
                  <a:lnTo>
                    <a:pt x="3920" y="3221"/>
                  </a:lnTo>
                  <a:lnTo>
                    <a:pt x="5134" y="1307"/>
                  </a:lnTo>
                  <a:lnTo>
                    <a:pt x="5181" y="1214"/>
                  </a:lnTo>
                  <a:lnTo>
                    <a:pt x="5227" y="1121"/>
                  </a:lnTo>
                  <a:lnTo>
                    <a:pt x="5181" y="887"/>
                  </a:lnTo>
                  <a:lnTo>
                    <a:pt x="5041" y="701"/>
                  </a:lnTo>
                  <a:lnTo>
                    <a:pt x="4947" y="607"/>
                  </a:lnTo>
                  <a:lnTo>
                    <a:pt x="4854" y="561"/>
                  </a:lnTo>
                  <a:lnTo>
                    <a:pt x="4107" y="374"/>
                  </a:lnTo>
                  <a:lnTo>
                    <a:pt x="3314" y="234"/>
                  </a:lnTo>
                  <a:lnTo>
                    <a:pt x="2567" y="94"/>
                  </a:lnTo>
                  <a:lnTo>
                    <a:pt x="17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8" name="Google Shape;9578;p55"/>
            <p:cNvSpPr/>
            <p:nvPr/>
          </p:nvSpPr>
          <p:spPr>
            <a:xfrm>
              <a:off x="2529250" y="1361650"/>
              <a:ext cx="159875" cy="157525"/>
            </a:xfrm>
            <a:custGeom>
              <a:rect b="b" l="l" r="r" t="t"/>
              <a:pathLst>
                <a:path extrusionOk="0" h="6301" w="6395">
                  <a:moveTo>
                    <a:pt x="281" y="1"/>
                  </a:moveTo>
                  <a:lnTo>
                    <a:pt x="234" y="47"/>
                  </a:lnTo>
                  <a:lnTo>
                    <a:pt x="187" y="94"/>
                  </a:lnTo>
                  <a:lnTo>
                    <a:pt x="94" y="374"/>
                  </a:lnTo>
                  <a:lnTo>
                    <a:pt x="1" y="747"/>
                  </a:lnTo>
                  <a:lnTo>
                    <a:pt x="3174" y="6301"/>
                  </a:lnTo>
                  <a:lnTo>
                    <a:pt x="3221" y="6301"/>
                  </a:lnTo>
                  <a:lnTo>
                    <a:pt x="3267" y="6254"/>
                  </a:lnTo>
                  <a:lnTo>
                    <a:pt x="3361" y="6114"/>
                  </a:lnTo>
                  <a:lnTo>
                    <a:pt x="6394" y="747"/>
                  </a:lnTo>
                  <a:lnTo>
                    <a:pt x="5927" y="421"/>
                  </a:lnTo>
                  <a:lnTo>
                    <a:pt x="5554" y="234"/>
                  </a:lnTo>
                  <a:lnTo>
                    <a:pt x="5321" y="141"/>
                  </a:lnTo>
                  <a:lnTo>
                    <a:pt x="2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9" name="Google Shape;9579;p55"/>
            <p:cNvSpPr/>
            <p:nvPr/>
          </p:nvSpPr>
          <p:spPr>
            <a:xfrm>
              <a:off x="2603925" y="1369825"/>
              <a:ext cx="91025" cy="150525"/>
            </a:xfrm>
            <a:custGeom>
              <a:rect b="b" l="l" r="r" t="t"/>
              <a:pathLst>
                <a:path extrusionOk="0" h="6021" w="3641">
                  <a:moveTo>
                    <a:pt x="3594" y="0"/>
                  </a:moveTo>
                  <a:lnTo>
                    <a:pt x="3547" y="47"/>
                  </a:lnTo>
                  <a:lnTo>
                    <a:pt x="2940" y="420"/>
                  </a:lnTo>
                  <a:lnTo>
                    <a:pt x="0" y="5554"/>
                  </a:lnTo>
                  <a:lnTo>
                    <a:pt x="187" y="5974"/>
                  </a:lnTo>
                  <a:lnTo>
                    <a:pt x="234" y="6020"/>
                  </a:lnTo>
                  <a:lnTo>
                    <a:pt x="374" y="6020"/>
                  </a:lnTo>
                  <a:lnTo>
                    <a:pt x="420" y="5974"/>
                  </a:lnTo>
                  <a:lnTo>
                    <a:pt x="3640" y="420"/>
                  </a:lnTo>
                  <a:lnTo>
                    <a:pt x="3640" y="187"/>
                  </a:lnTo>
                  <a:lnTo>
                    <a:pt x="3594" y="47"/>
                  </a:lnTo>
                  <a:lnTo>
                    <a:pt x="35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0" name="Google Shape;9580;p55"/>
            <p:cNvSpPr/>
            <p:nvPr/>
          </p:nvSpPr>
          <p:spPr>
            <a:xfrm>
              <a:off x="2514075" y="1348825"/>
              <a:ext cx="193700" cy="31525"/>
            </a:xfrm>
            <a:custGeom>
              <a:rect b="b" l="l" r="r" t="t"/>
              <a:pathLst>
                <a:path extrusionOk="0" h="1261" w="7748">
                  <a:moveTo>
                    <a:pt x="141" y="0"/>
                  </a:moveTo>
                  <a:lnTo>
                    <a:pt x="48" y="47"/>
                  </a:lnTo>
                  <a:lnTo>
                    <a:pt x="1" y="94"/>
                  </a:lnTo>
                  <a:lnTo>
                    <a:pt x="1" y="140"/>
                  </a:lnTo>
                  <a:lnTo>
                    <a:pt x="1" y="234"/>
                  </a:lnTo>
                  <a:lnTo>
                    <a:pt x="608" y="1260"/>
                  </a:lnTo>
                  <a:lnTo>
                    <a:pt x="7234" y="1260"/>
                  </a:lnTo>
                  <a:lnTo>
                    <a:pt x="7374" y="420"/>
                  </a:lnTo>
                  <a:lnTo>
                    <a:pt x="7608" y="187"/>
                  </a:lnTo>
                  <a:lnTo>
                    <a:pt x="7701" y="94"/>
                  </a:lnTo>
                  <a:lnTo>
                    <a:pt x="7748" y="47"/>
                  </a:lnTo>
                  <a:lnTo>
                    <a:pt x="7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1" name="Google Shape;9581;p55"/>
            <p:cNvSpPr/>
            <p:nvPr/>
          </p:nvSpPr>
          <p:spPr>
            <a:xfrm>
              <a:off x="2677425" y="1348825"/>
              <a:ext cx="32700" cy="31525"/>
            </a:xfrm>
            <a:custGeom>
              <a:rect b="b" l="l" r="r" t="t"/>
              <a:pathLst>
                <a:path extrusionOk="0" h="1261" w="1308">
                  <a:moveTo>
                    <a:pt x="514" y="0"/>
                  </a:moveTo>
                  <a:lnTo>
                    <a:pt x="560" y="47"/>
                  </a:lnTo>
                  <a:lnTo>
                    <a:pt x="607" y="94"/>
                  </a:lnTo>
                  <a:lnTo>
                    <a:pt x="654" y="140"/>
                  </a:lnTo>
                  <a:lnTo>
                    <a:pt x="607" y="234"/>
                  </a:lnTo>
                  <a:lnTo>
                    <a:pt x="0" y="1260"/>
                  </a:lnTo>
                  <a:lnTo>
                    <a:pt x="700" y="1260"/>
                  </a:lnTo>
                  <a:lnTo>
                    <a:pt x="1307" y="234"/>
                  </a:lnTo>
                  <a:lnTo>
                    <a:pt x="1307" y="140"/>
                  </a:lnTo>
                  <a:lnTo>
                    <a:pt x="1307" y="94"/>
                  </a:lnTo>
                  <a:lnTo>
                    <a:pt x="1260" y="47"/>
                  </a:lnTo>
                  <a:lnTo>
                    <a:pt x="11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82" name="Google Shape;9582;p55"/>
          <p:cNvGrpSpPr/>
          <p:nvPr/>
        </p:nvGrpSpPr>
        <p:grpSpPr>
          <a:xfrm>
            <a:off x="4451238" y="3119675"/>
            <a:ext cx="241525" cy="336025"/>
            <a:chOff x="3246775" y="1184325"/>
            <a:chExt cx="241525" cy="336025"/>
          </a:xfrm>
        </p:grpSpPr>
        <p:sp>
          <p:nvSpPr>
            <p:cNvPr id="9583" name="Google Shape;9583;p55"/>
            <p:cNvSpPr/>
            <p:nvPr/>
          </p:nvSpPr>
          <p:spPr>
            <a:xfrm>
              <a:off x="3363450" y="1184325"/>
              <a:ext cx="49025" cy="116675"/>
            </a:xfrm>
            <a:custGeom>
              <a:rect b="b" l="l" r="r" t="t"/>
              <a:pathLst>
                <a:path extrusionOk="0" h="4667" w="1961">
                  <a:moveTo>
                    <a:pt x="1307" y="0"/>
                  </a:moveTo>
                  <a:lnTo>
                    <a:pt x="1167" y="47"/>
                  </a:lnTo>
                  <a:lnTo>
                    <a:pt x="1074" y="140"/>
                  </a:lnTo>
                  <a:lnTo>
                    <a:pt x="1027" y="233"/>
                  </a:lnTo>
                  <a:lnTo>
                    <a:pt x="0" y="4387"/>
                  </a:lnTo>
                  <a:lnTo>
                    <a:pt x="1120" y="4667"/>
                  </a:lnTo>
                  <a:lnTo>
                    <a:pt x="1820" y="653"/>
                  </a:lnTo>
                  <a:lnTo>
                    <a:pt x="1960" y="327"/>
                  </a:lnTo>
                  <a:lnTo>
                    <a:pt x="1960" y="187"/>
                  </a:lnTo>
                  <a:lnTo>
                    <a:pt x="1960" y="140"/>
                  </a:lnTo>
                  <a:lnTo>
                    <a:pt x="1914" y="140"/>
                  </a:lnTo>
                  <a:lnTo>
                    <a:pt x="144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4" name="Google Shape;9584;p55"/>
            <p:cNvSpPr/>
            <p:nvPr/>
          </p:nvSpPr>
          <p:spPr>
            <a:xfrm>
              <a:off x="3378625" y="1185475"/>
              <a:ext cx="38525" cy="115525"/>
            </a:xfrm>
            <a:custGeom>
              <a:rect b="b" l="l" r="r" t="t"/>
              <a:pathLst>
                <a:path extrusionOk="0" h="4621" w="1541">
                  <a:moveTo>
                    <a:pt x="933" y="1"/>
                  </a:moveTo>
                  <a:lnTo>
                    <a:pt x="1027" y="141"/>
                  </a:lnTo>
                  <a:lnTo>
                    <a:pt x="1027" y="327"/>
                  </a:lnTo>
                  <a:lnTo>
                    <a:pt x="0" y="4481"/>
                  </a:lnTo>
                  <a:lnTo>
                    <a:pt x="513" y="4621"/>
                  </a:lnTo>
                  <a:lnTo>
                    <a:pt x="1540" y="467"/>
                  </a:lnTo>
                  <a:lnTo>
                    <a:pt x="1540" y="374"/>
                  </a:lnTo>
                  <a:lnTo>
                    <a:pt x="1493" y="234"/>
                  </a:lnTo>
                  <a:lnTo>
                    <a:pt x="1400" y="141"/>
                  </a:lnTo>
                  <a:lnTo>
                    <a:pt x="1307" y="94"/>
                  </a:lnTo>
                  <a:lnTo>
                    <a:pt x="93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5" name="Google Shape;9585;p55"/>
            <p:cNvSpPr/>
            <p:nvPr/>
          </p:nvSpPr>
          <p:spPr>
            <a:xfrm>
              <a:off x="3349450" y="1445650"/>
              <a:ext cx="36200" cy="63025"/>
            </a:xfrm>
            <a:custGeom>
              <a:rect b="b" l="l" r="r" t="t"/>
              <a:pathLst>
                <a:path extrusionOk="0" h="2521" w="1448">
                  <a:moveTo>
                    <a:pt x="0" y="1"/>
                  </a:moveTo>
                  <a:lnTo>
                    <a:pt x="0" y="2521"/>
                  </a:lnTo>
                  <a:lnTo>
                    <a:pt x="1447" y="2521"/>
                  </a:lnTo>
                  <a:lnTo>
                    <a:pt x="1120" y="1307"/>
                  </a:lnTo>
                  <a:lnTo>
                    <a:pt x="144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6" name="Google Shape;9586;p55"/>
            <p:cNvSpPr/>
            <p:nvPr/>
          </p:nvSpPr>
          <p:spPr>
            <a:xfrm>
              <a:off x="3275950" y="1223975"/>
              <a:ext cx="180850" cy="200700"/>
            </a:xfrm>
            <a:custGeom>
              <a:rect b="b" l="l" r="r" t="t"/>
              <a:pathLst>
                <a:path extrusionOk="0" h="8028" w="7234">
                  <a:moveTo>
                    <a:pt x="3687" y="1"/>
                  </a:moveTo>
                  <a:lnTo>
                    <a:pt x="2474" y="607"/>
                  </a:lnTo>
                  <a:lnTo>
                    <a:pt x="2380" y="607"/>
                  </a:lnTo>
                  <a:lnTo>
                    <a:pt x="1307" y="47"/>
                  </a:lnTo>
                  <a:lnTo>
                    <a:pt x="1214" y="47"/>
                  </a:lnTo>
                  <a:lnTo>
                    <a:pt x="1120" y="94"/>
                  </a:lnTo>
                  <a:lnTo>
                    <a:pt x="887" y="654"/>
                  </a:lnTo>
                  <a:lnTo>
                    <a:pt x="654" y="1214"/>
                  </a:lnTo>
                  <a:lnTo>
                    <a:pt x="467" y="1821"/>
                  </a:lnTo>
                  <a:lnTo>
                    <a:pt x="280" y="2381"/>
                  </a:lnTo>
                  <a:lnTo>
                    <a:pt x="187" y="2941"/>
                  </a:lnTo>
                  <a:lnTo>
                    <a:pt x="94" y="3454"/>
                  </a:lnTo>
                  <a:lnTo>
                    <a:pt x="0" y="3921"/>
                  </a:lnTo>
                  <a:lnTo>
                    <a:pt x="0" y="4388"/>
                  </a:lnTo>
                  <a:lnTo>
                    <a:pt x="0" y="4761"/>
                  </a:lnTo>
                  <a:lnTo>
                    <a:pt x="47" y="5088"/>
                  </a:lnTo>
                  <a:lnTo>
                    <a:pt x="140" y="5461"/>
                  </a:lnTo>
                  <a:lnTo>
                    <a:pt x="280" y="5788"/>
                  </a:lnTo>
                  <a:lnTo>
                    <a:pt x="420" y="6114"/>
                  </a:lnTo>
                  <a:lnTo>
                    <a:pt x="607" y="6441"/>
                  </a:lnTo>
                  <a:lnTo>
                    <a:pt x="840" y="6721"/>
                  </a:lnTo>
                  <a:lnTo>
                    <a:pt x="1074" y="6954"/>
                  </a:lnTo>
                  <a:lnTo>
                    <a:pt x="1354" y="7188"/>
                  </a:lnTo>
                  <a:lnTo>
                    <a:pt x="1634" y="7421"/>
                  </a:lnTo>
                  <a:lnTo>
                    <a:pt x="1914" y="7608"/>
                  </a:lnTo>
                  <a:lnTo>
                    <a:pt x="2240" y="7748"/>
                  </a:lnTo>
                  <a:lnTo>
                    <a:pt x="2567" y="7888"/>
                  </a:lnTo>
                  <a:lnTo>
                    <a:pt x="2940" y="7981"/>
                  </a:lnTo>
                  <a:lnTo>
                    <a:pt x="3314" y="8028"/>
                  </a:lnTo>
                  <a:lnTo>
                    <a:pt x="4060" y="8028"/>
                  </a:lnTo>
                  <a:lnTo>
                    <a:pt x="4387" y="7981"/>
                  </a:lnTo>
                  <a:lnTo>
                    <a:pt x="4760" y="7888"/>
                  </a:lnTo>
                  <a:lnTo>
                    <a:pt x="5087" y="7748"/>
                  </a:lnTo>
                  <a:lnTo>
                    <a:pt x="5414" y="7608"/>
                  </a:lnTo>
                  <a:lnTo>
                    <a:pt x="5694" y="7421"/>
                  </a:lnTo>
                  <a:lnTo>
                    <a:pt x="5974" y="7234"/>
                  </a:lnTo>
                  <a:lnTo>
                    <a:pt x="6207" y="7001"/>
                  </a:lnTo>
                  <a:lnTo>
                    <a:pt x="6441" y="6721"/>
                  </a:lnTo>
                  <a:lnTo>
                    <a:pt x="6627" y="6441"/>
                  </a:lnTo>
                  <a:lnTo>
                    <a:pt x="6814" y="6161"/>
                  </a:lnTo>
                  <a:lnTo>
                    <a:pt x="6954" y="5834"/>
                  </a:lnTo>
                  <a:lnTo>
                    <a:pt x="7094" y="5508"/>
                  </a:lnTo>
                  <a:lnTo>
                    <a:pt x="7141" y="5134"/>
                  </a:lnTo>
                  <a:lnTo>
                    <a:pt x="7187" y="4761"/>
                  </a:lnTo>
                  <a:lnTo>
                    <a:pt x="7234" y="4388"/>
                  </a:lnTo>
                  <a:lnTo>
                    <a:pt x="7187" y="4014"/>
                  </a:lnTo>
                  <a:lnTo>
                    <a:pt x="7141" y="3594"/>
                  </a:lnTo>
                  <a:lnTo>
                    <a:pt x="6907" y="2707"/>
                  </a:lnTo>
                  <a:lnTo>
                    <a:pt x="6581" y="1727"/>
                  </a:lnTo>
                  <a:lnTo>
                    <a:pt x="6114" y="701"/>
                  </a:lnTo>
                  <a:lnTo>
                    <a:pt x="6161" y="421"/>
                  </a:lnTo>
                  <a:lnTo>
                    <a:pt x="6161" y="327"/>
                  </a:lnTo>
                  <a:lnTo>
                    <a:pt x="6161" y="234"/>
                  </a:lnTo>
                  <a:lnTo>
                    <a:pt x="4900" y="701"/>
                  </a:lnTo>
                  <a:lnTo>
                    <a:pt x="4807" y="701"/>
                  </a:lnTo>
                  <a:lnTo>
                    <a:pt x="3827" y="47"/>
                  </a:lnTo>
                  <a:lnTo>
                    <a:pt x="37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7" name="Google Shape;9587;p55"/>
            <p:cNvSpPr/>
            <p:nvPr/>
          </p:nvSpPr>
          <p:spPr>
            <a:xfrm>
              <a:off x="3358775" y="1229825"/>
              <a:ext cx="101525" cy="194850"/>
            </a:xfrm>
            <a:custGeom>
              <a:rect b="b" l="l" r="r" t="t"/>
              <a:pathLst>
                <a:path extrusionOk="0" h="7794" w="4061">
                  <a:moveTo>
                    <a:pt x="2848" y="0"/>
                  </a:moveTo>
                  <a:lnTo>
                    <a:pt x="2381" y="187"/>
                  </a:lnTo>
                  <a:lnTo>
                    <a:pt x="2801" y="1260"/>
                  </a:lnTo>
                  <a:lnTo>
                    <a:pt x="3081" y="2333"/>
                  </a:lnTo>
                  <a:lnTo>
                    <a:pt x="3314" y="3313"/>
                  </a:lnTo>
                  <a:lnTo>
                    <a:pt x="3361" y="3734"/>
                  </a:lnTo>
                  <a:lnTo>
                    <a:pt x="3361" y="4154"/>
                  </a:lnTo>
                  <a:lnTo>
                    <a:pt x="3361" y="4480"/>
                  </a:lnTo>
                  <a:lnTo>
                    <a:pt x="3314" y="4854"/>
                  </a:lnTo>
                  <a:lnTo>
                    <a:pt x="3221" y="5180"/>
                  </a:lnTo>
                  <a:lnTo>
                    <a:pt x="3081" y="5507"/>
                  </a:lnTo>
                  <a:lnTo>
                    <a:pt x="2941" y="5787"/>
                  </a:lnTo>
                  <a:lnTo>
                    <a:pt x="2801" y="6114"/>
                  </a:lnTo>
                  <a:lnTo>
                    <a:pt x="2614" y="6347"/>
                  </a:lnTo>
                  <a:lnTo>
                    <a:pt x="2381" y="6627"/>
                  </a:lnTo>
                  <a:lnTo>
                    <a:pt x="2147" y="6860"/>
                  </a:lnTo>
                  <a:lnTo>
                    <a:pt x="1914" y="7047"/>
                  </a:lnTo>
                  <a:lnTo>
                    <a:pt x="1634" y="7280"/>
                  </a:lnTo>
                  <a:lnTo>
                    <a:pt x="1354" y="7420"/>
                  </a:lnTo>
                  <a:lnTo>
                    <a:pt x="1027" y="7560"/>
                  </a:lnTo>
                  <a:lnTo>
                    <a:pt x="701" y="7654"/>
                  </a:lnTo>
                  <a:lnTo>
                    <a:pt x="374" y="7747"/>
                  </a:lnTo>
                  <a:lnTo>
                    <a:pt x="1" y="7794"/>
                  </a:lnTo>
                  <a:lnTo>
                    <a:pt x="747" y="7794"/>
                  </a:lnTo>
                  <a:lnTo>
                    <a:pt x="1121" y="7747"/>
                  </a:lnTo>
                  <a:lnTo>
                    <a:pt x="1447" y="7654"/>
                  </a:lnTo>
                  <a:lnTo>
                    <a:pt x="1774" y="7514"/>
                  </a:lnTo>
                  <a:lnTo>
                    <a:pt x="2101" y="7374"/>
                  </a:lnTo>
                  <a:lnTo>
                    <a:pt x="2427" y="7187"/>
                  </a:lnTo>
                  <a:lnTo>
                    <a:pt x="2707" y="6954"/>
                  </a:lnTo>
                  <a:lnTo>
                    <a:pt x="2941" y="6720"/>
                  </a:lnTo>
                  <a:lnTo>
                    <a:pt x="3221" y="6487"/>
                  </a:lnTo>
                  <a:lnTo>
                    <a:pt x="3408" y="6207"/>
                  </a:lnTo>
                  <a:lnTo>
                    <a:pt x="3594" y="5880"/>
                  </a:lnTo>
                  <a:lnTo>
                    <a:pt x="3734" y="5554"/>
                  </a:lnTo>
                  <a:lnTo>
                    <a:pt x="3874" y="5227"/>
                  </a:lnTo>
                  <a:lnTo>
                    <a:pt x="3968" y="4854"/>
                  </a:lnTo>
                  <a:lnTo>
                    <a:pt x="4014" y="4527"/>
                  </a:lnTo>
                  <a:lnTo>
                    <a:pt x="4061" y="4154"/>
                  </a:lnTo>
                  <a:lnTo>
                    <a:pt x="4014" y="3734"/>
                  </a:lnTo>
                  <a:lnTo>
                    <a:pt x="3968" y="3267"/>
                  </a:lnTo>
                  <a:lnTo>
                    <a:pt x="3781" y="2240"/>
                  </a:lnTo>
                  <a:lnTo>
                    <a:pt x="3408" y="1167"/>
                  </a:lnTo>
                  <a:lnTo>
                    <a:pt x="3221" y="607"/>
                  </a:lnTo>
                  <a:lnTo>
                    <a:pt x="2988" y="93"/>
                  </a:lnTo>
                  <a:lnTo>
                    <a:pt x="294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8" name="Google Shape;9588;p55"/>
            <p:cNvSpPr/>
            <p:nvPr/>
          </p:nvSpPr>
          <p:spPr>
            <a:xfrm>
              <a:off x="3371625" y="1445650"/>
              <a:ext cx="14025" cy="63025"/>
            </a:xfrm>
            <a:custGeom>
              <a:rect b="b" l="l" r="r" t="t"/>
              <a:pathLst>
                <a:path extrusionOk="0" h="2521" w="561">
                  <a:moveTo>
                    <a:pt x="0" y="1"/>
                  </a:moveTo>
                  <a:lnTo>
                    <a:pt x="0" y="2521"/>
                  </a:lnTo>
                  <a:lnTo>
                    <a:pt x="560" y="2521"/>
                  </a:lnTo>
                  <a:lnTo>
                    <a:pt x="56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9" name="Google Shape;9589;p55"/>
            <p:cNvSpPr/>
            <p:nvPr/>
          </p:nvSpPr>
          <p:spPr>
            <a:xfrm>
              <a:off x="3261950" y="1339475"/>
              <a:ext cx="211200" cy="115550"/>
            </a:xfrm>
            <a:custGeom>
              <a:rect b="b" l="l" r="r" t="t"/>
              <a:pathLst>
                <a:path extrusionOk="0" h="4622" w="8448">
                  <a:moveTo>
                    <a:pt x="0" y="1"/>
                  </a:moveTo>
                  <a:lnTo>
                    <a:pt x="47" y="468"/>
                  </a:lnTo>
                  <a:lnTo>
                    <a:pt x="94" y="934"/>
                  </a:lnTo>
                  <a:lnTo>
                    <a:pt x="187" y="1401"/>
                  </a:lnTo>
                  <a:lnTo>
                    <a:pt x="327" y="1821"/>
                  </a:lnTo>
                  <a:lnTo>
                    <a:pt x="514" y="2194"/>
                  </a:lnTo>
                  <a:lnTo>
                    <a:pt x="747" y="2614"/>
                  </a:lnTo>
                  <a:lnTo>
                    <a:pt x="980" y="2941"/>
                  </a:lnTo>
                  <a:lnTo>
                    <a:pt x="1260" y="3268"/>
                  </a:lnTo>
                  <a:lnTo>
                    <a:pt x="1540" y="3594"/>
                  </a:lnTo>
                  <a:lnTo>
                    <a:pt x="1867" y="3828"/>
                  </a:lnTo>
                  <a:lnTo>
                    <a:pt x="2240" y="4061"/>
                  </a:lnTo>
                  <a:lnTo>
                    <a:pt x="2614" y="4294"/>
                  </a:lnTo>
                  <a:lnTo>
                    <a:pt x="2987" y="4434"/>
                  </a:lnTo>
                  <a:lnTo>
                    <a:pt x="3407" y="4528"/>
                  </a:lnTo>
                  <a:lnTo>
                    <a:pt x="3780" y="4621"/>
                  </a:lnTo>
                  <a:lnTo>
                    <a:pt x="4714" y="4621"/>
                  </a:lnTo>
                  <a:lnTo>
                    <a:pt x="5180" y="4481"/>
                  </a:lnTo>
                  <a:lnTo>
                    <a:pt x="5600" y="4341"/>
                  </a:lnTo>
                  <a:lnTo>
                    <a:pt x="5974" y="4108"/>
                  </a:lnTo>
                  <a:lnTo>
                    <a:pt x="6347" y="3828"/>
                  </a:lnTo>
                  <a:lnTo>
                    <a:pt x="6674" y="3501"/>
                  </a:lnTo>
                  <a:lnTo>
                    <a:pt x="7001" y="3128"/>
                  </a:lnTo>
                  <a:lnTo>
                    <a:pt x="7327" y="2754"/>
                  </a:lnTo>
                  <a:lnTo>
                    <a:pt x="7747" y="2148"/>
                  </a:lnTo>
                  <a:lnTo>
                    <a:pt x="8074" y="1494"/>
                  </a:lnTo>
                  <a:lnTo>
                    <a:pt x="8261" y="1121"/>
                  </a:lnTo>
                  <a:lnTo>
                    <a:pt x="8354" y="794"/>
                  </a:lnTo>
                  <a:lnTo>
                    <a:pt x="8447" y="421"/>
                  </a:lnTo>
                  <a:lnTo>
                    <a:pt x="844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0" name="Google Shape;9590;p55"/>
            <p:cNvSpPr/>
            <p:nvPr/>
          </p:nvSpPr>
          <p:spPr>
            <a:xfrm>
              <a:off x="3358775" y="1339475"/>
              <a:ext cx="114375" cy="115550"/>
            </a:xfrm>
            <a:custGeom>
              <a:rect b="b" l="l" r="r" t="t"/>
              <a:pathLst>
                <a:path extrusionOk="0" h="4622" w="4575">
                  <a:moveTo>
                    <a:pt x="3921" y="1"/>
                  </a:moveTo>
                  <a:lnTo>
                    <a:pt x="3874" y="468"/>
                  </a:lnTo>
                  <a:lnTo>
                    <a:pt x="3828" y="888"/>
                  </a:lnTo>
                  <a:lnTo>
                    <a:pt x="3734" y="1308"/>
                  </a:lnTo>
                  <a:lnTo>
                    <a:pt x="3594" y="1728"/>
                  </a:lnTo>
                  <a:lnTo>
                    <a:pt x="3454" y="2101"/>
                  </a:lnTo>
                  <a:lnTo>
                    <a:pt x="3268" y="2474"/>
                  </a:lnTo>
                  <a:lnTo>
                    <a:pt x="3034" y="2848"/>
                  </a:lnTo>
                  <a:lnTo>
                    <a:pt x="2754" y="3174"/>
                  </a:lnTo>
                  <a:lnTo>
                    <a:pt x="2474" y="3454"/>
                  </a:lnTo>
                  <a:lnTo>
                    <a:pt x="2194" y="3734"/>
                  </a:lnTo>
                  <a:lnTo>
                    <a:pt x="1867" y="3968"/>
                  </a:lnTo>
                  <a:lnTo>
                    <a:pt x="1541" y="4154"/>
                  </a:lnTo>
                  <a:lnTo>
                    <a:pt x="1167" y="4341"/>
                  </a:lnTo>
                  <a:lnTo>
                    <a:pt x="794" y="4481"/>
                  </a:lnTo>
                  <a:lnTo>
                    <a:pt x="421" y="4574"/>
                  </a:lnTo>
                  <a:lnTo>
                    <a:pt x="1" y="4621"/>
                  </a:lnTo>
                  <a:lnTo>
                    <a:pt x="794" y="4621"/>
                  </a:lnTo>
                  <a:lnTo>
                    <a:pt x="1214" y="4528"/>
                  </a:lnTo>
                  <a:lnTo>
                    <a:pt x="1587" y="4434"/>
                  </a:lnTo>
                  <a:lnTo>
                    <a:pt x="2007" y="4294"/>
                  </a:lnTo>
                  <a:lnTo>
                    <a:pt x="2381" y="4061"/>
                  </a:lnTo>
                  <a:lnTo>
                    <a:pt x="2707" y="3828"/>
                  </a:lnTo>
                  <a:lnTo>
                    <a:pt x="3034" y="3594"/>
                  </a:lnTo>
                  <a:lnTo>
                    <a:pt x="3361" y="3268"/>
                  </a:lnTo>
                  <a:lnTo>
                    <a:pt x="3594" y="2941"/>
                  </a:lnTo>
                  <a:lnTo>
                    <a:pt x="3874" y="2614"/>
                  </a:lnTo>
                  <a:lnTo>
                    <a:pt x="4061" y="2194"/>
                  </a:lnTo>
                  <a:lnTo>
                    <a:pt x="4248" y="1821"/>
                  </a:lnTo>
                  <a:lnTo>
                    <a:pt x="4388" y="1401"/>
                  </a:lnTo>
                  <a:lnTo>
                    <a:pt x="4481" y="934"/>
                  </a:lnTo>
                  <a:lnTo>
                    <a:pt x="4574" y="468"/>
                  </a:lnTo>
                  <a:lnTo>
                    <a:pt x="457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1" name="Google Shape;9591;p55"/>
            <p:cNvSpPr/>
            <p:nvPr/>
          </p:nvSpPr>
          <p:spPr>
            <a:xfrm>
              <a:off x="3246775" y="1314975"/>
              <a:ext cx="226375" cy="38525"/>
            </a:xfrm>
            <a:custGeom>
              <a:rect b="b" l="l" r="r" t="t"/>
              <a:pathLst>
                <a:path extrusionOk="0" h="1541" w="9055">
                  <a:moveTo>
                    <a:pt x="234" y="1"/>
                  </a:moveTo>
                  <a:lnTo>
                    <a:pt x="94" y="94"/>
                  </a:lnTo>
                  <a:lnTo>
                    <a:pt x="47" y="188"/>
                  </a:lnTo>
                  <a:lnTo>
                    <a:pt x="1" y="328"/>
                  </a:lnTo>
                  <a:lnTo>
                    <a:pt x="1" y="1214"/>
                  </a:lnTo>
                  <a:lnTo>
                    <a:pt x="47" y="1308"/>
                  </a:lnTo>
                  <a:lnTo>
                    <a:pt x="94" y="1448"/>
                  </a:lnTo>
                  <a:lnTo>
                    <a:pt x="234" y="1494"/>
                  </a:lnTo>
                  <a:lnTo>
                    <a:pt x="327" y="1541"/>
                  </a:lnTo>
                  <a:lnTo>
                    <a:pt x="9054" y="1541"/>
                  </a:lnTo>
                  <a:lnTo>
                    <a:pt x="90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2" name="Google Shape;9592;p55"/>
            <p:cNvSpPr/>
            <p:nvPr/>
          </p:nvSpPr>
          <p:spPr>
            <a:xfrm>
              <a:off x="3307450" y="1490000"/>
              <a:ext cx="107350" cy="30350"/>
            </a:xfrm>
            <a:custGeom>
              <a:rect b="b" l="l" r="r" t="t"/>
              <a:pathLst>
                <a:path extrusionOk="0" h="1214" w="4294">
                  <a:moveTo>
                    <a:pt x="140" y="0"/>
                  </a:moveTo>
                  <a:lnTo>
                    <a:pt x="94" y="47"/>
                  </a:lnTo>
                  <a:lnTo>
                    <a:pt x="47" y="140"/>
                  </a:lnTo>
                  <a:lnTo>
                    <a:pt x="0" y="233"/>
                  </a:lnTo>
                  <a:lnTo>
                    <a:pt x="0" y="980"/>
                  </a:lnTo>
                  <a:lnTo>
                    <a:pt x="47" y="1073"/>
                  </a:lnTo>
                  <a:lnTo>
                    <a:pt x="94" y="1167"/>
                  </a:lnTo>
                  <a:lnTo>
                    <a:pt x="140" y="1213"/>
                  </a:lnTo>
                  <a:lnTo>
                    <a:pt x="4294" y="1213"/>
                  </a:lnTo>
                  <a:lnTo>
                    <a:pt x="42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3" name="Google Shape;9593;p55"/>
            <p:cNvSpPr/>
            <p:nvPr/>
          </p:nvSpPr>
          <p:spPr>
            <a:xfrm>
              <a:off x="3407775" y="1490000"/>
              <a:ext cx="19875" cy="30350"/>
            </a:xfrm>
            <a:custGeom>
              <a:rect b="b" l="l" r="r" t="t"/>
              <a:pathLst>
                <a:path extrusionOk="0" h="1214" w="795">
                  <a:moveTo>
                    <a:pt x="1" y="0"/>
                  </a:moveTo>
                  <a:lnTo>
                    <a:pt x="47" y="47"/>
                  </a:lnTo>
                  <a:lnTo>
                    <a:pt x="94" y="140"/>
                  </a:lnTo>
                  <a:lnTo>
                    <a:pt x="141" y="233"/>
                  </a:lnTo>
                  <a:lnTo>
                    <a:pt x="141" y="980"/>
                  </a:lnTo>
                  <a:lnTo>
                    <a:pt x="94" y="1073"/>
                  </a:lnTo>
                  <a:lnTo>
                    <a:pt x="47" y="1167"/>
                  </a:lnTo>
                  <a:lnTo>
                    <a:pt x="1" y="1213"/>
                  </a:lnTo>
                  <a:lnTo>
                    <a:pt x="654" y="1213"/>
                  </a:lnTo>
                  <a:lnTo>
                    <a:pt x="747" y="1167"/>
                  </a:lnTo>
                  <a:lnTo>
                    <a:pt x="794" y="1073"/>
                  </a:lnTo>
                  <a:lnTo>
                    <a:pt x="794" y="980"/>
                  </a:lnTo>
                  <a:lnTo>
                    <a:pt x="794" y="233"/>
                  </a:lnTo>
                  <a:lnTo>
                    <a:pt x="794" y="140"/>
                  </a:lnTo>
                  <a:lnTo>
                    <a:pt x="747" y="47"/>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4" name="Google Shape;9594;p55"/>
            <p:cNvSpPr/>
            <p:nvPr/>
          </p:nvSpPr>
          <p:spPr>
            <a:xfrm>
              <a:off x="3462625" y="1314975"/>
              <a:ext cx="25675" cy="38525"/>
            </a:xfrm>
            <a:custGeom>
              <a:rect b="b" l="l" r="r" t="t"/>
              <a:pathLst>
                <a:path extrusionOk="0" h="1541" w="1027">
                  <a:moveTo>
                    <a:pt x="140" y="1"/>
                  </a:moveTo>
                  <a:lnTo>
                    <a:pt x="234" y="94"/>
                  </a:lnTo>
                  <a:lnTo>
                    <a:pt x="327" y="188"/>
                  </a:lnTo>
                  <a:lnTo>
                    <a:pt x="327" y="328"/>
                  </a:lnTo>
                  <a:lnTo>
                    <a:pt x="327" y="1214"/>
                  </a:lnTo>
                  <a:lnTo>
                    <a:pt x="327" y="1308"/>
                  </a:lnTo>
                  <a:lnTo>
                    <a:pt x="234" y="1448"/>
                  </a:lnTo>
                  <a:lnTo>
                    <a:pt x="140" y="1494"/>
                  </a:lnTo>
                  <a:lnTo>
                    <a:pt x="0" y="1541"/>
                  </a:lnTo>
                  <a:lnTo>
                    <a:pt x="700" y="1541"/>
                  </a:lnTo>
                  <a:lnTo>
                    <a:pt x="840" y="1494"/>
                  </a:lnTo>
                  <a:lnTo>
                    <a:pt x="934" y="1448"/>
                  </a:lnTo>
                  <a:lnTo>
                    <a:pt x="1027" y="1308"/>
                  </a:lnTo>
                  <a:lnTo>
                    <a:pt x="1027" y="1214"/>
                  </a:lnTo>
                  <a:lnTo>
                    <a:pt x="1027" y="328"/>
                  </a:lnTo>
                  <a:lnTo>
                    <a:pt x="1027" y="188"/>
                  </a:lnTo>
                  <a:lnTo>
                    <a:pt x="934" y="94"/>
                  </a:lnTo>
                  <a:lnTo>
                    <a:pt x="8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95" name="Google Shape;9595;p55"/>
          <p:cNvGrpSpPr/>
          <p:nvPr/>
        </p:nvGrpSpPr>
        <p:grpSpPr>
          <a:xfrm>
            <a:off x="6959563" y="3095763"/>
            <a:ext cx="336025" cy="315025"/>
            <a:chOff x="5467025" y="1194825"/>
            <a:chExt cx="336025" cy="315025"/>
          </a:xfrm>
        </p:grpSpPr>
        <p:sp>
          <p:nvSpPr>
            <p:cNvPr id="9596" name="Google Shape;9596;p55"/>
            <p:cNvSpPr/>
            <p:nvPr/>
          </p:nvSpPr>
          <p:spPr>
            <a:xfrm>
              <a:off x="5479850" y="1198325"/>
              <a:ext cx="157525" cy="140025"/>
            </a:xfrm>
            <a:custGeom>
              <a:rect b="b" l="l" r="r" t="t"/>
              <a:pathLst>
                <a:path extrusionOk="0" h="5601" w="6301">
                  <a:moveTo>
                    <a:pt x="1027" y="0"/>
                  </a:moveTo>
                  <a:lnTo>
                    <a:pt x="794" y="47"/>
                  </a:lnTo>
                  <a:lnTo>
                    <a:pt x="561" y="187"/>
                  </a:lnTo>
                  <a:lnTo>
                    <a:pt x="374" y="373"/>
                  </a:lnTo>
                  <a:lnTo>
                    <a:pt x="187" y="607"/>
                  </a:lnTo>
                  <a:lnTo>
                    <a:pt x="94" y="887"/>
                  </a:lnTo>
                  <a:lnTo>
                    <a:pt x="1" y="1213"/>
                  </a:lnTo>
                  <a:lnTo>
                    <a:pt x="1" y="1493"/>
                  </a:lnTo>
                  <a:lnTo>
                    <a:pt x="47" y="1773"/>
                  </a:lnTo>
                  <a:lnTo>
                    <a:pt x="187" y="2053"/>
                  </a:lnTo>
                  <a:lnTo>
                    <a:pt x="327" y="2287"/>
                  </a:lnTo>
                  <a:lnTo>
                    <a:pt x="561" y="2520"/>
                  </a:lnTo>
                  <a:lnTo>
                    <a:pt x="747" y="2660"/>
                  </a:lnTo>
                  <a:lnTo>
                    <a:pt x="934" y="2753"/>
                  </a:lnTo>
                  <a:lnTo>
                    <a:pt x="1121" y="2800"/>
                  </a:lnTo>
                  <a:lnTo>
                    <a:pt x="1354" y="2847"/>
                  </a:lnTo>
                  <a:lnTo>
                    <a:pt x="1774" y="2847"/>
                  </a:lnTo>
                  <a:lnTo>
                    <a:pt x="1961" y="2800"/>
                  </a:lnTo>
                  <a:lnTo>
                    <a:pt x="2147" y="2707"/>
                  </a:lnTo>
                  <a:lnTo>
                    <a:pt x="2241" y="2893"/>
                  </a:lnTo>
                  <a:lnTo>
                    <a:pt x="2334" y="3080"/>
                  </a:lnTo>
                  <a:lnTo>
                    <a:pt x="2474" y="3267"/>
                  </a:lnTo>
                  <a:lnTo>
                    <a:pt x="2661" y="3453"/>
                  </a:lnTo>
                  <a:lnTo>
                    <a:pt x="2801" y="3547"/>
                  </a:lnTo>
                  <a:lnTo>
                    <a:pt x="3034" y="3640"/>
                  </a:lnTo>
                  <a:lnTo>
                    <a:pt x="3221" y="3733"/>
                  </a:lnTo>
                  <a:lnTo>
                    <a:pt x="3407" y="3780"/>
                  </a:lnTo>
                  <a:lnTo>
                    <a:pt x="3361" y="3967"/>
                  </a:lnTo>
                  <a:lnTo>
                    <a:pt x="3361" y="4153"/>
                  </a:lnTo>
                  <a:lnTo>
                    <a:pt x="3407" y="4387"/>
                  </a:lnTo>
                  <a:lnTo>
                    <a:pt x="3454" y="4573"/>
                  </a:lnTo>
                  <a:lnTo>
                    <a:pt x="3547" y="4760"/>
                  </a:lnTo>
                  <a:lnTo>
                    <a:pt x="3641" y="4947"/>
                  </a:lnTo>
                  <a:lnTo>
                    <a:pt x="3781" y="5134"/>
                  </a:lnTo>
                  <a:lnTo>
                    <a:pt x="3921" y="5274"/>
                  </a:lnTo>
                  <a:lnTo>
                    <a:pt x="4201" y="5414"/>
                  </a:lnTo>
                  <a:lnTo>
                    <a:pt x="4481" y="5554"/>
                  </a:lnTo>
                  <a:lnTo>
                    <a:pt x="4761" y="5600"/>
                  </a:lnTo>
                  <a:lnTo>
                    <a:pt x="5041" y="5600"/>
                  </a:lnTo>
                  <a:lnTo>
                    <a:pt x="5321" y="5507"/>
                  </a:lnTo>
                  <a:lnTo>
                    <a:pt x="5601" y="5414"/>
                  </a:lnTo>
                  <a:lnTo>
                    <a:pt x="5834" y="5227"/>
                  </a:lnTo>
                  <a:lnTo>
                    <a:pt x="6068" y="4994"/>
                  </a:lnTo>
                  <a:lnTo>
                    <a:pt x="6208" y="4760"/>
                  </a:lnTo>
                  <a:lnTo>
                    <a:pt x="6254" y="4527"/>
                  </a:lnTo>
                  <a:lnTo>
                    <a:pt x="6301" y="4293"/>
                  </a:lnTo>
                  <a:lnTo>
                    <a:pt x="6254" y="4060"/>
                  </a:lnTo>
                  <a:lnTo>
                    <a:pt x="6161" y="3780"/>
                  </a:lnTo>
                  <a:lnTo>
                    <a:pt x="6068" y="3547"/>
                  </a:lnTo>
                  <a:lnTo>
                    <a:pt x="5881" y="3360"/>
                  </a:lnTo>
                  <a:lnTo>
                    <a:pt x="5694" y="3127"/>
                  </a:lnTo>
                  <a:lnTo>
                    <a:pt x="5414" y="2893"/>
                  </a:lnTo>
                  <a:lnTo>
                    <a:pt x="5274" y="2847"/>
                  </a:lnTo>
                  <a:lnTo>
                    <a:pt x="5088" y="2800"/>
                  </a:lnTo>
                  <a:lnTo>
                    <a:pt x="4994" y="2707"/>
                  </a:lnTo>
                  <a:lnTo>
                    <a:pt x="4901" y="2613"/>
                  </a:lnTo>
                  <a:lnTo>
                    <a:pt x="4948" y="2240"/>
                  </a:lnTo>
                  <a:lnTo>
                    <a:pt x="4901" y="2100"/>
                  </a:lnTo>
                  <a:lnTo>
                    <a:pt x="4854" y="1960"/>
                  </a:lnTo>
                  <a:lnTo>
                    <a:pt x="4668" y="1727"/>
                  </a:lnTo>
                  <a:lnTo>
                    <a:pt x="4388" y="1447"/>
                  </a:lnTo>
                  <a:lnTo>
                    <a:pt x="4154" y="1353"/>
                  </a:lnTo>
                  <a:lnTo>
                    <a:pt x="3921" y="1260"/>
                  </a:lnTo>
                  <a:lnTo>
                    <a:pt x="3407" y="1073"/>
                  </a:lnTo>
                  <a:lnTo>
                    <a:pt x="2754" y="980"/>
                  </a:lnTo>
                  <a:lnTo>
                    <a:pt x="2661" y="793"/>
                  </a:lnTo>
                  <a:lnTo>
                    <a:pt x="2521" y="653"/>
                  </a:lnTo>
                  <a:lnTo>
                    <a:pt x="2147" y="420"/>
                  </a:lnTo>
                  <a:lnTo>
                    <a:pt x="1914" y="233"/>
                  </a:lnTo>
                  <a:lnTo>
                    <a:pt x="1681" y="140"/>
                  </a:lnTo>
                  <a:lnTo>
                    <a:pt x="1447" y="47"/>
                  </a:lnTo>
                  <a:lnTo>
                    <a:pt x="12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7" name="Google Shape;9597;p55"/>
            <p:cNvSpPr/>
            <p:nvPr/>
          </p:nvSpPr>
          <p:spPr>
            <a:xfrm>
              <a:off x="5485700" y="1194825"/>
              <a:ext cx="152850" cy="137675"/>
            </a:xfrm>
            <a:custGeom>
              <a:rect b="b" l="l" r="r" t="t"/>
              <a:pathLst>
                <a:path extrusionOk="0" h="5507" w="6114">
                  <a:moveTo>
                    <a:pt x="1120" y="0"/>
                  </a:moveTo>
                  <a:lnTo>
                    <a:pt x="840" y="47"/>
                  </a:lnTo>
                  <a:lnTo>
                    <a:pt x="607" y="187"/>
                  </a:lnTo>
                  <a:lnTo>
                    <a:pt x="373" y="327"/>
                  </a:lnTo>
                  <a:lnTo>
                    <a:pt x="140" y="513"/>
                  </a:lnTo>
                  <a:lnTo>
                    <a:pt x="0" y="700"/>
                  </a:lnTo>
                  <a:lnTo>
                    <a:pt x="187" y="607"/>
                  </a:lnTo>
                  <a:lnTo>
                    <a:pt x="420" y="513"/>
                  </a:lnTo>
                  <a:lnTo>
                    <a:pt x="607" y="513"/>
                  </a:lnTo>
                  <a:lnTo>
                    <a:pt x="840" y="467"/>
                  </a:lnTo>
                  <a:lnTo>
                    <a:pt x="1073" y="513"/>
                  </a:lnTo>
                  <a:lnTo>
                    <a:pt x="1307" y="560"/>
                  </a:lnTo>
                  <a:lnTo>
                    <a:pt x="1493" y="653"/>
                  </a:lnTo>
                  <a:lnTo>
                    <a:pt x="1680" y="793"/>
                  </a:lnTo>
                  <a:lnTo>
                    <a:pt x="1867" y="933"/>
                  </a:lnTo>
                  <a:lnTo>
                    <a:pt x="2007" y="1120"/>
                  </a:lnTo>
                  <a:lnTo>
                    <a:pt x="2100" y="1307"/>
                  </a:lnTo>
                  <a:lnTo>
                    <a:pt x="2193" y="1493"/>
                  </a:lnTo>
                  <a:lnTo>
                    <a:pt x="2240" y="1540"/>
                  </a:lnTo>
                  <a:lnTo>
                    <a:pt x="2287" y="1540"/>
                  </a:lnTo>
                  <a:lnTo>
                    <a:pt x="2660" y="1447"/>
                  </a:lnTo>
                  <a:lnTo>
                    <a:pt x="3267" y="1447"/>
                  </a:lnTo>
                  <a:lnTo>
                    <a:pt x="3454" y="1540"/>
                  </a:lnTo>
                  <a:lnTo>
                    <a:pt x="3640" y="1633"/>
                  </a:lnTo>
                  <a:lnTo>
                    <a:pt x="3827" y="1727"/>
                  </a:lnTo>
                  <a:lnTo>
                    <a:pt x="3967" y="1913"/>
                  </a:lnTo>
                  <a:lnTo>
                    <a:pt x="4107" y="2053"/>
                  </a:lnTo>
                  <a:lnTo>
                    <a:pt x="4294" y="2427"/>
                  </a:lnTo>
                  <a:lnTo>
                    <a:pt x="4387" y="2800"/>
                  </a:lnTo>
                  <a:lnTo>
                    <a:pt x="4340" y="3173"/>
                  </a:lnTo>
                  <a:lnTo>
                    <a:pt x="4340" y="3220"/>
                  </a:lnTo>
                  <a:lnTo>
                    <a:pt x="4387" y="3267"/>
                  </a:lnTo>
                  <a:lnTo>
                    <a:pt x="4574" y="3313"/>
                  </a:lnTo>
                  <a:lnTo>
                    <a:pt x="4807" y="3360"/>
                  </a:lnTo>
                  <a:lnTo>
                    <a:pt x="4994" y="3500"/>
                  </a:lnTo>
                  <a:lnTo>
                    <a:pt x="5180" y="3640"/>
                  </a:lnTo>
                  <a:lnTo>
                    <a:pt x="5320" y="3827"/>
                  </a:lnTo>
                  <a:lnTo>
                    <a:pt x="5460" y="4060"/>
                  </a:lnTo>
                  <a:lnTo>
                    <a:pt x="5554" y="4293"/>
                  </a:lnTo>
                  <a:lnTo>
                    <a:pt x="5647" y="4527"/>
                  </a:lnTo>
                  <a:lnTo>
                    <a:pt x="5647" y="4760"/>
                  </a:lnTo>
                  <a:lnTo>
                    <a:pt x="5600" y="5040"/>
                  </a:lnTo>
                  <a:lnTo>
                    <a:pt x="5554" y="5274"/>
                  </a:lnTo>
                  <a:lnTo>
                    <a:pt x="5414" y="5507"/>
                  </a:lnTo>
                  <a:lnTo>
                    <a:pt x="5647" y="5367"/>
                  </a:lnTo>
                  <a:lnTo>
                    <a:pt x="5834" y="5134"/>
                  </a:lnTo>
                  <a:lnTo>
                    <a:pt x="5974" y="4900"/>
                  </a:lnTo>
                  <a:lnTo>
                    <a:pt x="6067" y="4667"/>
                  </a:lnTo>
                  <a:lnTo>
                    <a:pt x="6114" y="4387"/>
                  </a:lnTo>
                  <a:lnTo>
                    <a:pt x="6114" y="4107"/>
                  </a:lnTo>
                  <a:lnTo>
                    <a:pt x="6067" y="3827"/>
                  </a:lnTo>
                  <a:lnTo>
                    <a:pt x="5974" y="3593"/>
                  </a:lnTo>
                  <a:lnTo>
                    <a:pt x="5834" y="3360"/>
                  </a:lnTo>
                  <a:lnTo>
                    <a:pt x="5647" y="3127"/>
                  </a:lnTo>
                  <a:lnTo>
                    <a:pt x="5460" y="2987"/>
                  </a:lnTo>
                  <a:lnTo>
                    <a:pt x="5274" y="2893"/>
                  </a:lnTo>
                  <a:lnTo>
                    <a:pt x="5087" y="2800"/>
                  </a:lnTo>
                  <a:lnTo>
                    <a:pt x="4854" y="2753"/>
                  </a:lnTo>
                  <a:lnTo>
                    <a:pt x="4807" y="2753"/>
                  </a:lnTo>
                  <a:lnTo>
                    <a:pt x="4807" y="2707"/>
                  </a:lnTo>
                  <a:lnTo>
                    <a:pt x="4854" y="2333"/>
                  </a:lnTo>
                  <a:lnTo>
                    <a:pt x="4760" y="1913"/>
                  </a:lnTo>
                  <a:lnTo>
                    <a:pt x="4574" y="1587"/>
                  </a:lnTo>
                  <a:lnTo>
                    <a:pt x="4434" y="1400"/>
                  </a:lnTo>
                  <a:lnTo>
                    <a:pt x="4294" y="1260"/>
                  </a:lnTo>
                  <a:lnTo>
                    <a:pt x="4107" y="1167"/>
                  </a:lnTo>
                  <a:lnTo>
                    <a:pt x="3920" y="1073"/>
                  </a:lnTo>
                  <a:lnTo>
                    <a:pt x="3734" y="980"/>
                  </a:lnTo>
                  <a:lnTo>
                    <a:pt x="3547" y="933"/>
                  </a:lnTo>
                  <a:lnTo>
                    <a:pt x="3127" y="933"/>
                  </a:lnTo>
                  <a:lnTo>
                    <a:pt x="2753" y="1073"/>
                  </a:lnTo>
                  <a:lnTo>
                    <a:pt x="2707" y="1073"/>
                  </a:lnTo>
                  <a:lnTo>
                    <a:pt x="2660" y="1027"/>
                  </a:lnTo>
                  <a:lnTo>
                    <a:pt x="2613" y="840"/>
                  </a:lnTo>
                  <a:lnTo>
                    <a:pt x="2473" y="653"/>
                  </a:lnTo>
                  <a:lnTo>
                    <a:pt x="2333" y="467"/>
                  </a:lnTo>
                  <a:lnTo>
                    <a:pt x="2147" y="327"/>
                  </a:lnTo>
                  <a:lnTo>
                    <a:pt x="1913" y="140"/>
                  </a:lnTo>
                  <a:lnTo>
                    <a:pt x="1680" y="47"/>
                  </a:lnTo>
                  <a:lnTo>
                    <a:pt x="140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8" name="Google Shape;9598;p55"/>
            <p:cNvSpPr/>
            <p:nvPr/>
          </p:nvSpPr>
          <p:spPr>
            <a:xfrm>
              <a:off x="5547525" y="1264825"/>
              <a:ext cx="219375" cy="214700"/>
            </a:xfrm>
            <a:custGeom>
              <a:rect b="b" l="l" r="r" t="t"/>
              <a:pathLst>
                <a:path extrusionOk="0" h="8588" w="8775">
                  <a:moveTo>
                    <a:pt x="4247" y="0"/>
                  </a:moveTo>
                  <a:lnTo>
                    <a:pt x="3921" y="187"/>
                  </a:lnTo>
                  <a:lnTo>
                    <a:pt x="3221" y="887"/>
                  </a:lnTo>
                  <a:lnTo>
                    <a:pt x="3174" y="933"/>
                  </a:lnTo>
                  <a:lnTo>
                    <a:pt x="3174" y="1027"/>
                  </a:lnTo>
                  <a:lnTo>
                    <a:pt x="3314" y="1260"/>
                  </a:lnTo>
                  <a:lnTo>
                    <a:pt x="3361" y="1540"/>
                  </a:lnTo>
                  <a:lnTo>
                    <a:pt x="3267" y="1773"/>
                  </a:lnTo>
                  <a:lnTo>
                    <a:pt x="3081" y="2054"/>
                  </a:lnTo>
                  <a:lnTo>
                    <a:pt x="2894" y="2194"/>
                  </a:lnTo>
                  <a:lnTo>
                    <a:pt x="2614" y="2240"/>
                  </a:lnTo>
                  <a:lnTo>
                    <a:pt x="2334" y="2194"/>
                  </a:lnTo>
                  <a:lnTo>
                    <a:pt x="2054" y="2054"/>
                  </a:lnTo>
                  <a:lnTo>
                    <a:pt x="0" y="4200"/>
                  </a:lnTo>
                  <a:lnTo>
                    <a:pt x="4807" y="8587"/>
                  </a:lnTo>
                  <a:lnTo>
                    <a:pt x="6067" y="7280"/>
                  </a:lnTo>
                  <a:lnTo>
                    <a:pt x="6021" y="7140"/>
                  </a:lnTo>
                  <a:lnTo>
                    <a:pt x="5974" y="6954"/>
                  </a:lnTo>
                  <a:lnTo>
                    <a:pt x="6067" y="6767"/>
                  </a:lnTo>
                  <a:lnTo>
                    <a:pt x="6161" y="6580"/>
                  </a:lnTo>
                  <a:lnTo>
                    <a:pt x="6301" y="6487"/>
                  </a:lnTo>
                  <a:lnTo>
                    <a:pt x="6441" y="6440"/>
                  </a:lnTo>
                  <a:lnTo>
                    <a:pt x="6674" y="6440"/>
                  </a:lnTo>
                  <a:lnTo>
                    <a:pt x="6861" y="6487"/>
                  </a:lnTo>
                  <a:lnTo>
                    <a:pt x="8774" y="4527"/>
                  </a:lnTo>
                  <a:lnTo>
                    <a:pt x="8681" y="4107"/>
                  </a:lnTo>
                  <a:lnTo>
                    <a:pt x="8634" y="3827"/>
                  </a:lnTo>
                  <a:lnTo>
                    <a:pt x="8587" y="3734"/>
                  </a:lnTo>
                  <a:lnTo>
                    <a:pt x="8307" y="3874"/>
                  </a:lnTo>
                  <a:lnTo>
                    <a:pt x="8027" y="3920"/>
                  </a:lnTo>
                  <a:lnTo>
                    <a:pt x="7747" y="3827"/>
                  </a:lnTo>
                  <a:lnTo>
                    <a:pt x="7607" y="3780"/>
                  </a:lnTo>
                  <a:lnTo>
                    <a:pt x="7467" y="3687"/>
                  </a:lnTo>
                  <a:lnTo>
                    <a:pt x="7281" y="3454"/>
                  </a:lnTo>
                  <a:lnTo>
                    <a:pt x="7234" y="3360"/>
                  </a:lnTo>
                  <a:lnTo>
                    <a:pt x="7187" y="3267"/>
                  </a:lnTo>
                  <a:lnTo>
                    <a:pt x="7141" y="2940"/>
                  </a:lnTo>
                  <a:lnTo>
                    <a:pt x="7141" y="2800"/>
                  </a:lnTo>
                  <a:lnTo>
                    <a:pt x="7187" y="2660"/>
                  </a:lnTo>
                  <a:lnTo>
                    <a:pt x="6814" y="2240"/>
                  </a:lnTo>
                  <a:lnTo>
                    <a:pt x="5927" y="1400"/>
                  </a:lnTo>
                  <a:lnTo>
                    <a:pt x="4621" y="187"/>
                  </a:lnTo>
                  <a:lnTo>
                    <a:pt x="4434" y="47"/>
                  </a:lnTo>
                  <a:lnTo>
                    <a:pt x="429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9" name="Google Shape;9599;p55"/>
            <p:cNvSpPr/>
            <p:nvPr/>
          </p:nvSpPr>
          <p:spPr>
            <a:xfrm>
              <a:off x="5645525" y="1256650"/>
              <a:ext cx="131875" cy="121350"/>
            </a:xfrm>
            <a:custGeom>
              <a:rect b="b" l="l" r="r" t="t"/>
              <a:pathLst>
                <a:path extrusionOk="0" h="4854" w="5275">
                  <a:moveTo>
                    <a:pt x="467" y="0"/>
                  </a:moveTo>
                  <a:lnTo>
                    <a:pt x="421" y="47"/>
                  </a:lnTo>
                  <a:lnTo>
                    <a:pt x="1" y="514"/>
                  </a:lnTo>
                  <a:lnTo>
                    <a:pt x="47" y="514"/>
                  </a:lnTo>
                  <a:lnTo>
                    <a:pt x="3034" y="3221"/>
                  </a:lnTo>
                  <a:lnTo>
                    <a:pt x="3081" y="3314"/>
                  </a:lnTo>
                  <a:lnTo>
                    <a:pt x="3081" y="3361"/>
                  </a:lnTo>
                  <a:lnTo>
                    <a:pt x="2987" y="3501"/>
                  </a:lnTo>
                  <a:lnTo>
                    <a:pt x="2941" y="3641"/>
                  </a:lnTo>
                  <a:lnTo>
                    <a:pt x="2894" y="3827"/>
                  </a:lnTo>
                  <a:lnTo>
                    <a:pt x="2894" y="3967"/>
                  </a:lnTo>
                  <a:lnTo>
                    <a:pt x="2987" y="4201"/>
                  </a:lnTo>
                  <a:lnTo>
                    <a:pt x="3127" y="4341"/>
                  </a:lnTo>
                  <a:lnTo>
                    <a:pt x="3267" y="4481"/>
                  </a:lnTo>
                  <a:lnTo>
                    <a:pt x="3407" y="4527"/>
                  </a:lnTo>
                  <a:lnTo>
                    <a:pt x="3547" y="4574"/>
                  </a:lnTo>
                  <a:lnTo>
                    <a:pt x="3687" y="4621"/>
                  </a:lnTo>
                  <a:lnTo>
                    <a:pt x="3967" y="4574"/>
                  </a:lnTo>
                  <a:lnTo>
                    <a:pt x="4247" y="4434"/>
                  </a:lnTo>
                  <a:lnTo>
                    <a:pt x="4294" y="4387"/>
                  </a:lnTo>
                  <a:lnTo>
                    <a:pt x="4387" y="4434"/>
                  </a:lnTo>
                  <a:lnTo>
                    <a:pt x="4807" y="4807"/>
                  </a:lnTo>
                  <a:lnTo>
                    <a:pt x="4854" y="4854"/>
                  </a:lnTo>
                  <a:lnTo>
                    <a:pt x="5227" y="4481"/>
                  </a:lnTo>
                  <a:lnTo>
                    <a:pt x="5274" y="4387"/>
                  </a:lnTo>
                  <a:lnTo>
                    <a:pt x="5227" y="4294"/>
                  </a:lnTo>
                  <a:lnTo>
                    <a:pt x="4807" y="3921"/>
                  </a:lnTo>
                  <a:lnTo>
                    <a:pt x="4714" y="3874"/>
                  </a:lnTo>
                  <a:lnTo>
                    <a:pt x="4667" y="3921"/>
                  </a:lnTo>
                  <a:lnTo>
                    <a:pt x="4434" y="4061"/>
                  </a:lnTo>
                  <a:lnTo>
                    <a:pt x="4154" y="4107"/>
                  </a:lnTo>
                  <a:lnTo>
                    <a:pt x="4014" y="4107"/>
                  </a:lnTo>
                  <a:lnTo>
                    <a:pt x="3874" y="4061"/>
                  </a:lnTo>
                  <a:lnTo>
                    <a:pt x="3734" y="3967"/>
                  </a:lnTo>
                  <a:lnTo>
                    <a:pt x="3594" y="3874"/>
                  </a:lnTo>
                  <a:lnTo>
                    <a:pt x="3454" y="3687"/>
                  </a:lnTo>
                  <a:lnTo>
                    <a:pt x="3361" y="3501"/>
                  </a:lnTo>
                  <a:lnTo>
                    <a:pt x="3361" y="3314"/>
                  </a:lnTo>
                  <a:lnTo>
                    <a:pt x="3407" y="3174"/>
                  </a:lnTo>
                  <a:lnTo>
                    <a:pt x="3454" y="3034"/>
                  </a:lnTo>
                  <a:lnTo>
                    <a:pt x="3501" y="2894"/>
                  </a:lnTo>
                  <a:lnTo>
                    <a:pt x="3547" y="2801"/>
                  </a:lnTo>
                  <a:lnTo>
                    <a:pt x="3501" y="2754"/>
                  </a:lnTo>
                  <a:lnTo>
                    <a:pt x="561" y="47"/>
                  </a:lnTo>
                  <a:lnTo>
                    <a:pt x="4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0" name="Google Shape;9600;p55"/>
            <p:cNvSpPr/>
            <p:nvPr/>
          </p:nvSpPr>
          <p:spPr>
            <a:xfrm>
              <a:off x="5664200" y="1367475"/>
              <a:ext cx="47850" cy="46700"/>
            </a:xfrm>
            <a:custGeom>
              <a:rect b="b" l="l" r="r" t="t"/>
              <a:pathLst>
                <a:path extrusionOk="0" h="1868" w="1914">
                  <a:moveTo>
                    <a:pt x="747" y="1"/>
                  </a:moveTo>
                  <a:lnTo>
                    <a:pt x="607" y="48"/>
                  </a:lnTo>
                  <a:lnTo>
                    <a:pt x="420" y="141"/>
                  </a:lnTo>
                  <a:lnTo>
                    <a:pt x="280" y="281"/>
                  </a:lnTo>
                  <a:lnTo>
                    <a:pt x="187" y="421"/>
                  </a:lnTo>
                  <a:lnTo>
                    <a:pt x="94" y="561"/>
                  </a:lnTo>
                  <a:lnTo>
                    <a:pt x="47" y="748"/>
                  </a:lnTo>
                  <a:lnTo>
                    <a:pt x="0" y="934"/>
                  </a:lnTo>
                  <a:lnTo>
                    <a:pt x="47" y="1121"/>
                  </a:lnTo>
                  <a:lnTo>
                    <a:pt x="94" y="1308"/>
                  </a:lnTo>
                  <a:lnTo>
                    <a:pt x="187" y="1448"/>
                  </a:lnTo>
                  <a:lnTo>
                    <a:pt x="280" y="1588"/>
                  </a:lnTo>
                  <a:lnTo>
                    <a:pt x="420" y="1728"/>
                  </a:lnTo>
                  <a:lnTo>
                    <a:pt x="607" y="1821"/>
                  </a:lnTo>
                  <a:lnTo>
                    <a:pt x="747" y="1868"/>
                  </a:lnTo>
                  <a:lnTo>
                    <a:pt x="1167" y="1868"/>
                  </a:lnTo>
                  <a:lnTo>
                    <a:pt x="1354" y="1821"/>
                  </a:lnTo>
                  <a:lnTo>
                    <a:pt x="1494" y="1728"/>
                  </a:lnTo>
                  <a:lnTo>
                    <a:pt x="1634" y="1588"/>
                  </a:lnTo>
                  <a:lnTo>
                    <a:pt x="1774" y="1448"/>
                  </a:lnTo>
                  <a:lnTo>
                    <a:pt x="1820" y="1308"/>
                  </a:lnTo>
                  <a:lnTo>
                    <a:pt x="1914" y="1121"/>
                  </a:lnTo>
                  <a:lnTo>
                    <a:pt x="1914" y="934"/>
                  </a:lnTo>
                  <a:lnTo>
                    <a:pt x="1914" y="748"/>
                  </a:lnTo>
                  <a:lnTo>
                    <a:pt x="1820" y="561"/>
                  </a:lnTo>
                  <a:lnTo>
                    <a:pt x="1774" y="421"/>
                  </a:lnTo>
                  <a:lnTo>
                    <a:pt x="1634" y="281"/>
                  </a:lnTo>
                  <a:lnTo>
                    <a:pt x="1494" y="141"/>
                  </a:lnTo>
                  <a:lnTo>
                    <a:pt x="1354" y="48"/>
                  </a:lnTo>
                  <a:lnTo>
                    <a:pt x="116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1" name="Google Shape;9601;p55"/>
            <p:cNvSpPr/>
            <p:nvPr/>
          </p:nvSpPr>
          <p:spPr>
            <a:xfrm>
              <a:off x="5645525" y="1302150"/>
              <a:ext cx="33850" cy="32700"/>
            </a:xfrm>
            <a:custGeom>
              <a:rect b="b" l="l" r="r" t="t"/>
              <a:pathLst>
                <a:path extrusionOk="0" h="1308" w="1354">
                  <a:moveTo>
                    <a:pt x="701" y="0"/>
                  </a:moveTo>
                  <a:lnTo>
                    <a:pt x="421" y="47"/>
                  </a:lnTo>
                  <a:lnTo>
                    <a:pt x="234" y="187"/>
                  </a:lnTo>
                  <a:lnTo>
                    <a:pt x="94" y="374"/>
                  </a:lnTo>
                  <a:lnTo>
                    <a:pt x="1" y="654"/>
                  </a:lnTo>
                  <a:lnTo>
                    <a:pt x="94" y="934"/>
                  </a:lnTo>
                  <a:lnTo>
                    <a:pt x="234" y="1121"/>
                  </a:lnTo>
                  <a:lnTo>
                    <a:pt x="421" y="1261"/>
                  </a:lnTo>
                  <a:lnTo>
                    <a:pt x="701" y="1307"/>
                  </a:lnTo>
                  <a:lnTo>
                    <a:pt x="934" y="1261"/>
                  </a:lnTo>
                  <a:lnTo>
                    <a:pt x="1167" y="1121"/>
                  </a:lnTo>
                  <a:lnTo>
                    <a:pt x="1307" y="934"/>
                  </a:lnTo>
                  <a:lnTo>
                    <a:pt x="1354" y="654"/>
                  </a:lnTo>
                  <a:lnTo>
                    <a:pt x="1307" y="374"/>
                  </a:lnTo>
                  <a:lnTo>
                    <a:pt x="1167" y="187"/>
                  </a:lnTo>
                  <a:lnTo>
                    <a:pt x="934" y="47"/>
                  </a:lnTo>
                  <a:lnTo>
                    <a:pt x="70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2" name="Google Shape;9602;p55"/>
            <p:cNvSpPr/>
            <p:nvPr/>
          </p:nvSpPr>
          <p:spPr>
            <a:xfrm>
              <a:off x="5507850" y="1195975"/>
              <a:ext cx="71200" cy="87525"/>
            </a:xfrm>
            <a:custGeom>
              <a:rect b="b" l="l" r="r" t="t"/>
              <a:pathLst>
                <a:path extrusionOk="0" h="3501" w="2848">
                  <a:moveTo>
                    <a:pt x="2007" y="1"/>
                  </a:moveTo>
                  <a:lnTo>
                    <a:pt x="1027" y="1587"/>
                  </a:lnTo>
                  <a:lnTo>
                    <a:pt x="1" y="3221"/>
                  </a:lnTo>
                  <a:lnTo>
                    <a:pt x="327" y="3407"/>
                  </a:lnTo>
                  <a:lnTo>
                    <a:pt x="701" y="3501"/>
                  </a:lnTo>
                  <a:lnTo>
                    <a:pt x="1074" y="3501"/>
                  </a:lnTo>
                  <a:lnTo>
                    <a:pt x="1447" y="3454"/>
                  </a:lnTo>
                  <a:lnTo>
                    <a:pt x="1821" y="3361"/>
                  </a:lnTo>
                  <a:lnTo>
                    <a:pt x="2147" y="3174"/>
                  </a:lnTo>
                  <a:lnTo>
                    <a:pt x="2427" y="2941"/>
                  </a:lnTo>
                  <a:lnTo>
                    <a:pt x="2661" y="2614"/>
                  </a:lnTo>
                  <a:lnTo>
                    <a:pt x="2754" y="2427"/>
                  </a:lnTo>
                  <a:lnTo>
                    <a:pt x="2801" y="2241"/>
                  </a:lnTo>
                  <a:lnTo>
                    <a:pt x="2848" y="1867"/>
                  </a:lnTo>
                  <a:lnTo>
                    <a:pt x="2801" y="1494"/>
                  </a:lnTo>
                  <a:lnTo>
                    <a:pt x="2661" y="1121"/>
                  </a:lnTo>
                  <a:lnTo>
                    <a:pt x="2521" y="841"/>
                  </a:lnTo>
                  <a:lnTo>
                    <a:pt x="2381" y="561"/>
                  </a:lnTo>
                  <a:lnTo>
                    <a:pt x="2241" y="374"/>
                  </a:lnTo>
                  <a:lnTo>
                    <a:pt x="2147" y="281"/>
                  </a:lnTo>
                  <a:lnTo>
                    <a:pt x="2101" y="234"/>
                  </a:lnTo>
                  <a:lnTo>
                    <a:pt x="2054" y="141"/>
                  </a:lnTo>
                  <a:lnTo>
                    <a:pt x="2054" y="47"/>
                  </a:lnTo>
                  <a:lnTo>
                    <a:pt x="20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3" name="Google Shape;9603;p55"/>
            <p:cNvSpPr/>
            <p:nvPr/>
          </p:nvSpPr>
          <p:spPr>
            <a:xfrm>
              <a:off x="5551025" y="1194825"/>
              <a:ext cx="31525" cy="80525"/>
            </a:xfrm>
            <a:custGeom>
              <a:rect b="b" l="l" r="r" t="t"/>
              <a:pathLst>
                <a:path extrusionOk="0" h="3221" w="1261">
                  <a:moveTo>
                    <a:pt x="374" y="0"/>
                  </a:moveTo>
                  <a:lnTo>
                    <a:pt x="280" y="47"/>
                  </a:lnTo>
                  <a:lnTo>
                    <a:pt x="0" y="513"/>
                  </a:lnTo>
                  <a:lnTo>
                    <a:pt x="280" y="793"/>
                  </a:lnTo>
                  <a:lnTo>
                    <a:pt x="467" y="1073"/>
                  </a:lnTo>
                  <a:lnTo>
                    <a:pt x="654" y="1400"/>
                  </a:lnTo>
                  <a:lnTo>
                    <a:pt x="747" y="1727"/>
                  </a:lnTo>
                  <a:lnTo>
                    <a:pt x="794" y="2100"/>
                  </a:lnTo>
                  <a:lnTo>
                    <a:pt x="747" y="2427"/>
                  </a:lnTo>
                  <a:lnTo>
                    <a:pt x="654" y="2800"/>
                  </a:lnTo>
                  <a:lnTo>
                    <a:pt x="467" y="3127"/>
                  </a:lnTo>
                  <a:lnTo>
                    <a:pt x="420" y="3220"/>
                  </a:lnTo>
                  <a:lnTo>
                    <a:pt x="700" y="2940"/>
                  </a:lnTo>
                  <a:lnTo>
                    <a:pt x="934" y="2660"/>
                  </a:lnTo>
                  <a:lnTo>
                    <a:pt x="1121" y="2333"/>
                  </a:lnTo>
                  <a:lnTo>
                    <a:pt x="1214" y="1960"/>
                  </a:lnTo>
                  <a:lnTo>
                    <a:pt x="1261" y="1587"/>
                  </a:lnTo>
                  <a:lnTo>
                    <a:pt x="1214" y="1213"/>
                  </a:lnTo>
                  <a:lnTo>
                    <a:pt x="1121" y="887"/>
                  </a:lnTo>
                  <a:lnTo>
                    <a:pt x="934" y="560"/>
                  </a:lnTo>
                  <a:lnTo>
                    <a:pt x="747" y="280"/>
                  </a:lnTo>
                  <a:lnTo>
                    <a:pt x="420" y="47"/>
                  </a:lnTo>
                  <a:lnTo>
                    <a:pt x="3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4" name="Google Shape;9604;p55"/>
            <p:cNvSpPr/>
            <p:nvPr/>
          </p:nvSpPr>
          <p:spPr>
            <a:xfrm>
              <a:off x="5712025" y="1398975"/>
              <a:ext cx="89875" cy="89875"/>
            </a:xfrm>
            <a:custGeom>
              <a:rect b="b" l="l" r="r" t="t"/>
              <a:pathLst>
                <a:path extrusionOk="0" h="3595" w="3595">
                  <a:moveTo>
                    <a:pt x="2007" y="748"/>
                  </a:moveTo>
                  <a:lnTo>
                    <a:pt x="2241" y="794"/>
                  </a:lnTo>
                  <a:lnTo>
                    <a:pt x="2427" y="934"/>
                  </a:lnTo>
                  <a:lnTo>
                    <a:pt x="2567" y="1028"/>
                  </a:lnTo>
                  <a:lnTo>
                    <a:pt x="2707" y="1214"/>
                  </a:lnTo>
                  <a:lnTo>
                    <a:pt x="2801" y="1401"/>
                  </a:lnTo>
                  <a:lnTo>
                    <a:pt x="2847" y="1588"/>
                  </a:lnTo>
                  <a:lnTo>
                    <a:pt x="2894" y="1821"/>
                  </a:lnTo>
                  <a:lnTo>
                    <a:pt x="2847" y="2008"/>
                  </a:lnTo>
                  <a:lnTo>
                    <a:pt x="2801" y="2241"/>
                  </a:lnTo>
                  <a:lnTo>
                    <a:pt x="2707" y="2428"/>
                  </a:lnTo>
                  <a:lnTo>
                    <a:pt x="2567" y="2568"/>
                  </a:lnTo>
                  <a:lnTo>
                    <a:pt x="2427" y="2708"/>
                  </a:lnTo>
                  <a:lnTo>
                    <a:pt x="2241" y="2801"/>
                  </a:lnTo>
                  <a:lnTo>
                    <a:pt x="2007" y="2848"/>
                  </a:lnTo>
                  <a:lnTo>
                    <a:pt x="1821" y="2894"/>
                  </a:lnTo>
                  <a:lnTo>
                    <a:pt x="1587" y="2848"/>
                  </a:lnTo>
                  <a:lnTo>
                    <a:pt x="1401" y="2801"/>
                  </a:lnTo>
                  <a:lnTo>
                    <a:pt x="1214" y="2708"/>
                  </a:lnTo>
                  <a:lnTo>
                    <a:pt x="1027" y="2568"/>
                  </a:lnTo>
                  <a:lnTo>
                    <a:pt x="934" y="2428"/>
                  </a:lnTo>
                  <a:lnTo>
                    <a:pt x="794" y="2241"/>
                  </a:lnTo>
                  <a:lnTo>
                    <a:pt x="747" y="2008"/>
                  </a:lnTo>
                  <a:lnTo>
                    <a:pt x="747" y="1821"/>
                  </a:lnTo>
                  <a:lnTo>
                    <a:pt x="747" y="1588"/>
                  </a:lnTo>
                  <a:lnTo>
                    <a:pt x="794" y="1401"/>
                  </a:lnTo>
                  <a:lnTo>
                    <a:pt x="934" y="1214"/>
                  </a:lnTo>
                  <a:lnTo>
                    <a:pt x="1027" y="1028"/>
                  </a:lnTo>
                  <a:lnTo>
                    <a:pt x="1214" y="934"/>
                  </a:lnTo>
                  <a:lnTo>
                    <a:pt x="1401" y="794"/>
                  </a:lnTo>
                  <a:lnTo>
                    <a:pt x="1587" y="748"/>
                  </a:lnTo>
                  <a:close/>
                  <a:moveTo>
                    <a:pt x="1821" y="1"/>
                  </a:moveTo>
                  <a:lnTo>
                    <a:pt x="1447" y="48"/>
                  </a:lnTo>
                  <a:lnTo>
                    <a:pt x="1121" y="141"/>
                  </a:lnTo>
                  <a:lnTo>
                    <a:pt x="794" y="328"/>
                  </a:lnTo>
                  <a:lnTo>
                    <a:pt x="514" y="514"/>
                  </a:lnTo>
                  <a:lnTo>
                    <a:pt x="327" y="794"/>
                  </a:lnTo>
                  <a:lnTo>
                    <a:pt x="141" y="1121"/>
                  </a:lnTo>
                  <a:lnTo>
                    <a:pt x="47" y="1448"/>
                  </a:lnTo>
                  <a:lnTo>
                    <a:pt x="1" y="1821"/>
                  </a:lnTo>
                  <a:lnTo>
                    <a:pt x="47" y="2194"/>
                  </a:lnTo>
                  <a:lnTo>
                    <a:pt x="141" y="2521"/>
                  </a:lnTo>
                  <a:lnTo>
                    <a:pt x="327" y="2801"/>
                  </a:lnTo>
                  <a:lnTo>
                    <a:pt x="514" y="3081"/>
                  </a:lnTo>
                  <a:lnTo>
                    <a:pt x="794" y="3314"/>
                  </a:lnTo>
                  <a:lnTo>
                    <a:pt x="1121" y="3454"/>
                  </a:lnTo>
                  <a:lnTo>
                    <a:pt x="1447" y="3594"/>
                  </a:lnTo>
                  <a:lnTo>
                    <a:pt x="2194" y="3594"/>
                  </a:lnTo>
                  <a:lnTo>
                    <a:pt x="2521" y="3454"/>
                  </a:lnTo>
                  <a:lnTo>
                    <a:pt x="2801" y="3314"/>
                  </a:lnTo>
                  <a:lnTo>
                    <a:pt x="3081" y="3081"/>
                  </a:lnTo>
                  <a:lnTo>
                    <a:pt x="3314" y="2801"/>
                  </a:lnTo>
                  <a:lnTo>
                    <a:pt x="3454" y="2521"/>
                  </a:lnTo>
                  <a:lnTo>
                    <a:pt x="3594" y="2194"/>
                  </a:lnTo>
                  <a:lnTo>
                    <a:pt x="3594" y="1821"/>
                  </a:lnTo>
                  <a:lnTo>
                    <a:pt x="3594" y="1448"/>
                  </a:lnTo>
                  <a:lnTo>
                    <a:pt x="3454" y="1121"/>
                  </a:lnTo>
                  <a:lnTo>
                    <a:pt x="3314" y="794"/>
                  </a:lnTo>
                  <a:lnTo>
                    <a:pt x="3081" y="514"/>
                  </a:lnTo>
                  <a:lnTo>
                    <a:pt x="2801" y="328"/>
                  </a:lnTo>
                  <a:lnTo>
                    <a:pt x="2521" y="141"/>
                  </a:lnTo>
                  <a:lnTo>
                    <a:pt x="2194" y="48"/>
                  </a:lnTo>
                  <a:lnTo>
                    <a:pt x="182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5" name="Google Shape;9605;p55"/>
            <p:cNvSpPr/>
            <p:nvPr/>
          </p:nvSpPr>
          <p:spPr>
            <a:xfrm>
              <a:off x="5467025" y="1206475"/>
              <a:ext cx="331375" cy="303375"/>
            </a:xfrm>
            <a:custGeom>
              <a:rect b="b" l="l" r="r" t="t"/>
              <a:pathLst>
                <a:path extrusionOk="0" h="12135" w="13255">
                  <a:moveTo>
                    <a:pt x="234" y="1"/>
                  </a:moveTo>
                  <a:lnTo>
                    <a:pt x="140" y="47"/>
                  </a:lnTo>
                  <a:lnTo>
                    <a:pt x="47" y="141"/>
                  </a:lnTo>
                  <a:lnTo>
                    <a:pt x="0" y="234"/>
                  </a:lnTo>
                  <a:lnTo>
                    <a:pt x="0" y="11668"/>
                  </a:lnTo>
                  <a:lnTo>
                    <a:pt x="47" y="11854"/>
                  </a:lnTo>
                  <a:lnTo>
                    <a:pt x="187" y="11994"/>
                  </a:lnTo>
                  <a:lnTo>
                    <a:pt x="327" y="12088"/>
                  </a:lnTo>
                  <a:lnTo>
                    <a:pt x="514" y="12134"/>
                  </a:lnTo>
                  <a:lnTo>
                    <a:pt x="12974" y="12134"/>
                  </a:lnTo>
                  <a:lnTo>
                    <a:pt x="13114" y="12088"/>
                  </a:lnTo>
                  <a:lnTo>
                    <a:pt x="13207" y="12041"/>
                  </a:lnTo>
                  <a:lnTo>
                    <a:pt x="13254" y="11901"/>
                  </a:lnTo>
                  <a:lnTo>
                    <a:pt x="13254" y="11808"/>
                  </a:lnTo>
                  <a:lnTo>
                    <a:pt x="13161" y="11528"/>
                  </a:lnTo>
                  <a:lnTo>
                    <a:pt x="13067" y="11341"/>
                  </a:lnTo>
                  <a:lnTo>
                    <a:pt x="747" y="94"/>
                  </a:lnTo>
                  <a:lnTo>
                    <a:pt x="60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6" name="Google Shape;9606;p55"/>
            <p:cNvSpPr/>
            <p:nvPr/>
          </p:nvSpPr>
          <p:spPr>
            <a:xfrm>
              <a:off x="5467025" y="1200650"/>
              <a:ext cx="336025" cy="309200"/>
            </a:xfrm>
            <a:custGeom>
              <a:rect b="b" l="l" r="r" t="t"/>
              <a:pathLst>
                <a:path extrusionOk="0" h="12368" w="13441">
                  <a:moveTo>
                    <a:pt x="467" y="0"/>
                  </a:moveTo>
                  <a:lnTo>
                    <a:pt x="327" y="47"/>
                  </a:lnTo>
                  <a:lnTo>
                    <a:pt x="187" y="94"/>
                  </a:lnTo>
                  <a:lnTo>
                    <a:pt x="94" y="234"/>
                  </a:lnTo>
                  <a:lnTo>
                    <a:pt x="47" y="327"/>
                  </a:lnTo>
                  <a:lnTo>
                    <a:pt x="0" y="467"/>
                  </a:lnTo>
                  <a:lnTo>
                    <a:pt x="187" y="514"/>
                  </a:lnTo>
                  <a:lnTo>
                    <a:pt x="374" y="607"/>
                  </a:lnTo>
                  <a:lnTo>
                    <a:pt x="12834" y="11994"/>
                  </a:lnTo>
                  <a:lnTo>
                    <a:pt x="12927" y="12181"/>
                  </a:lnTo>
                  <a:lnTo>
                    <a:pt x="12974" y="12367"/>
                  </a:lnTo>
                  <a:lnTo>
                    <a:pt x="13114" y="12367"/>
                  </a:lnTo>
                  <a:lnTo>
                    <a:pt x="13254" y="12274"/>
                  </a:lnTo>
                  <a:lnTo>
                    <a:pt x="13347" y="12181"/>
                  </a:lnTo>
                  <a:lnTo>
                    <a:pt x="13441" y="12041"/>
                  </a:lnTo>
                  <a:lnTo>
                    <a:pt x="13441" y="11901"/>
                  </a:lnTo>
                  <a:lnTo>
                    <a:pt x="13441" y="11761"/>
                  </a:lnTo>
                  <a:lnTo>
                    <a:pt x="13394" y="11667"/>
                  </a:lnTo>
                  <a:lnTo>
                    <a:pt x="13301" y="11527"/>
                  </a:lnTo>
                  <a:lnTo>
                    <a:pt x="840" y="140"/>
                  </a:lnTo>
                  <a:lnTo>
                    <a:pt x="700" y="47"/>
                  </a:lnTo>
                  <a:lnTo>
                    <a:pt x="56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07" name="Google Shape;9607;p55"/>
          <p:cNvGrpSpPr/>
          <p:nvPr/>
        </p:nvGrpSpPr>
        <p:grpSpPr>
          <a:xfrm>
            <a:off x="4427388" y="1353563"/>
            <a:ext cx="336025" cy="256700"/>
            <a:chOff x="6223050" y="1223975"/>
            <a:chExt cx="336025" cy="256700"/>
          </a:xfrm>
        </p:grpSpPr>
        <p:sp>
          <p:nvSpPr>
            <p:cNvPr id="9608" name="Google Shape;9608;p55"/>
            <p:cNvSpPr/>
            <p:nvPr/>
          </p:nvSpPr>
          <p:spPr>
            <a:xfrm>
              <a:off x="6395725" y="1223975"/>
              <a:ext cx="67700" cy="59525"/>
            </a:xfrm>
            <a:custGeom>
              <a:rect b="b" l="l" r="r" t="t"/>
              <a:pathLst>
                <a:path extrusionOk="0" h="2381" w="2708">
                  <a:moveTo>
                    <a:pt x="1914" y="1"/>
                  </a:moveTo>
                  <a:lnTo>
                    <a:pt x="1587" y="47"/>
                  </a:lnTo>
                  <a:lnTo>
                    <a:pt x="1214" y="141"/>
                  </a:lnTo>
                  <a:lnTo>
                    <a:pt x="934" y="281"/>
                  </a:lnTo>
                  <a:lnTo>
                    <a:pt x="654" y="421"/>
                  </a:lnTo>
                  <a:lnTo>
                    <a:pt x="420" y="561"/>
                  </a:lnTo>
                  <a:lnTo>
                    <a:pt x="280" y="701"/>
                  </a:lnTo>
                  <a:lnTo>
                    <a:pt x="140" y="887"/>
                  </a:lnTo>
                  <a:lnTo>
                    <a:pt x="94" y="1074"/>
                  </a:lnTo>
                  <a:lnTo>
                    <a:pt x="47" y="1261"/>
                  </a:lnTo>
                  <a:lnTo>
                    <a:pt x="0" y="1447"/>
                  </a:lnTo>
                  <a:lnTo>
                    <a:pt x="47" y="1681"/>
                  </a:lnTo>
                  <a:lnTo>
                    <a:pt x="140" y="1867"/>
                  </a:lnTo>
                  <a:lnTo>
                    <a:pt x="234" y="2054"/>
                  </a:lnTo>
                  <a:lnTo>
                    <a:pt x="374" y="2194"/>
                  </a:lnTo>
                  <a:lnTo>
                    <a:pt x="514" y="2287"/>
                  </a:lnTo>
                  <a:lnTo>
                    <a:pt x="654" y="2381"/>
                  </a:lnTo>
                  <a:lnTo>
                    <a:pt x="980" y="2381"/>
                  </a:lnTo>
                  <a:lnTo>
                    <a:pt x="1120" y="2287"/>
                  </a:lnTo>
                  <a:lnTo>
                    <a:pt x="1447" y="2101"/>
                  </a:lnTo>
                  <a:lnTo>
                    <a:pt x="1914" y="1727"/>
                  </a:lnTo>
                  <a:lnTo>
                    <a:pt x="2380" y="1167"/>
                  </a:lnTo>
                  <a:lnTo>
                    <a:pt x="2567" y="887"/>
                  </a:lnTo>
                  <a:lnTo>
                    <a:pt x="2660" y="607"/>
                  </a:lnTo>
                  <a:lnTo>
                    <a:pt x="2707" y="374"/>
                  </a:lnTo>
                  <a:lnTo>
                    <a:pt x="2660" y="281"/>
                  </a:lnTo>
                  <a:lnTo>
                    <a:pt x="2614" y="187"/>
                  </a:lnTo>
                  <a:lnTo>
                    <a:pt x="2567" y="94"/>
                  </a:lnTo>
                  <a:lnTo>
                    <a:pt x="2474" y="47"/>
                  </a:lnTo>
                  <a:lnTo>
                    <a:pt x="219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9" name="Google Shape;9609;p55"/>
            <p:cNvSpPr/>
            <p:nvPr/>
          </p:nvSpPr>
          <p:spPr>
            <a:xfrm>
              <a:off x="6364225" y="1236825"/>
              <a:ext cx="49025" cy="53675"/>
            </a:xfrm>
            <a:custGeom>
              <a:rect b="b" l="l" r="r" t="t"/>
              <a:pathLst>
                <a:path extrusionOk="0" h="2147" w="1961">
                  <a:moveTo>
                    <a:pt x="887" y="0"/>
                  </a:moveTo>
                  <a:lnTo>
                    <a:pt x="654" y="47"/>
                  </a:lnTo>
                  <a:lnTo>
                    <a:pt x="467" y="187"/>
                  </a:lnTo>
                  <a:lnTo>
                    <a:pt x="327" y="280"/>
                  </a:lnTo>
                  <a:lnTo>
                    <a:pt x="187" y="467"/>
                  </a:lnTo>
                  <a:lnTo>
                    <a:pt x="94" y="653"/>
                  </a:lnTo>
                  <a:lnTo>
                    <a:pt x="0" y="840"/>
                  </a:lnTo>
                  <a:lnTo>
                    <a:pt x="0" y="1073"/>
                  </a:lnTo>
                  <a:lnTo>
                    <a:pt x="0" y="1307"/>
                  </a:lnTo>
                  <a:lnTo>
                    <a:pt x="94" y="1493"/>
                  </a:lnTo>
                  <a:lnTo>
                    <a:pt x="187" y="1680"/>
                  </a:lnTo>
                  <a:lnTo>
                    <a:pt x="327" y="1867"/>
                  </a:lnTo>
                  <a:lnTo>
                    <a:pt x="467" y="1960"/>
                  </a:lnTo>
                  <a:lnTo>
                    <a:pt x="654" y="2100"/>
                  </a:lnTo>
                  <a:lnTo>
                    <a:pt x="887" y="2147"/>
                  </a:lnTo>
                  <a:lnTo>
                    <a:pt x="1307" y="2147"/>
                  </a:lnTo>
                  <a:lnTo>
                    <a:pt x="1494" y="2100"/>
                  </a:lnTo>
                  <a:lnTo>
                    <a:pt x="1634" y="1960"/>
                  </a:lnTo>
                  <a:lnTo>
                    <a:pt x="1727" y="1867"/>
                  </a:lnTo>
                  <a:lnTo>
                    <a:pt x="1820" y="1680"/>
                  </a:lnTo>
                  <a:lnTo>
                    <a:pt x="1914" y="1493"/>
                  </a:lnTo>
                  <a:lnTo>
                    <a:pt x="1960" y="1073"/>
                  </a:lnTo>
                  <a:lnTo>
                    <a:pt x="1914" y="653"/>
                  </a:lnTo>
                  <a:lnTo>
                    <a:pt x="1820" y="467"/>
                  </a:lnTo>
                  <a:lnTo>
                    <a:pt x="1727" y="280"/>
                  </a:lnTo>
                  <a:lnTo>
                    <a:pt x="1634" y="187"/>
                  </a:lnTo>
                  <a:lnTo>
                    <a:pt x="1494" y="47"/>
                  </a:lnTo>
                  <a:lnTo>
                    <a:pt x="13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0" name="Google Shape;9610;p55"/>
            <p:cNvSpPr/>
            <p:nvPr/>
          </p:nvSpPr>
          <p:spPr>
            <a:xfrm>
              <a:off x="6237050" y="1292825"/>
              <a:ext cx="297525" cy="170350"/>
            </a:xfrm>
            <a:custGeom>
              <a:rect b="b" l="l" r="r" t="t"/>
              <a:pathLst>
                <a:path extrusionOk="0" h="6814" w="11901">
                  <a:moveTo>
                    <a:pt x="0" y="0"/>
                  </a:moveTo>
                  <a:lnTo>
                    <a:pt x="0" y="6814"/>
                  </a:lnTo>
                  <a:lnTo>
                    <a:pt x="11901" y="6767"/>
                  </a:lnTo>
                  <a:lnTo>
                    <a:pt x="119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1" name="Google Shape;9611;p55"/>
            <p:cNvSpPr/>
            <p:nvPr/>
          </p:nvSpPr>
          <p:spPr>
            <a:xfrm>
              <a:off x="6382875" y="1236825"/>
              <a:ext cx="36200" cy="53675"/>
            </a:xfrm>
            <a:custGeom>
              <a:rect b="b" l="l" r="r" t="t"/>
              <a:pathLst>
                <a:path extrusionOk="0" h="2147" w="1448">
                  <a:moveTo>
                    <a:pt x="328" y="0"/>
                  </a:moveTo>
                  <a:lnTo>
                    <a:pt x="1" y="47"/>
                  </a:lnTo>
                  <a:lnTo>
                    <a:pt x="281" y="187"/>
                  </a:lnTo>
                  <a:lnTo>
                    <a:pt x="561" y="420"/>
                  </a:lnTo>
                  <a:lnTo>
                    <a:pt x="701" y="747"/>
                  </a:lnTo>
                  <a:lnTo>
                    <a:pt x="748" y="887"/>
                  </a:lnTo>
                  <a:lnTo>
                    <a:pt x="748" y="1073"/>
                  </a:lnTo>
                  <a:lnTo>
                    <a:pt x="748" y="1260"/>
                  </a:lnTo>
                  <a:lnTo>
                    <a:pt x="701" y="1400"/>
                  </a:lnTo>
                  <a:lnTo>
                    <a:pt x="561" y="1727"/>
                  </a:lnTo>
                  <a:lnTo>
                    <a:pt x="281" y="1960"/>
                  </a:lnTo>
                  <a:lnTo>
                    <a:pt x="1" y="2100"/>
                  </a:lnTo>
                  <a:lnTo>
                    <a:pt x="328" y="2147"/>
                  </a:lnTo>
                  <a:lnTo>
                    <a:pt x="561" y="2147"/>
                  </a:lnTo>
                  <a:lnTo>
                    <a:pt x="748" y="2100"/>
                  </a:lnTo>
                  <a:lnTo>
                    <a:pt x="934" y="1960"/>
                  </a:lnTo>
                  <a:lnTo>
                    <a:pt x="1121" y="1867"/>
                  </a:lnTo>
                  <a:lnTo>
                    <a:pt x="1261" y="1680"/>
                  </a:lnTo>
                  <a:lnTo>
                    <a:pt x="1354" y="1493"/>
                  </a:lnTo>
                  <a:lnTo>
                    <a:pt x="1401" y="1307"/>
                  </a:lnTo>
                  <a:lnTo>
                    <a:pt x="1448" y="1073"/>
                  </a:lnTo>
                  <a:lnTo>
                    <a:pt x="1401" y="840"/>
                  </a:lnTo>
                  <a:lnTo>
                    <a:pt x="1354" y="653"/>
                  </a:lnTo>
                  <a:lnTo>
                    <a:pt x="1261" y="467"/>
                  </a:lnTo>
                  <a:lnTo>
                    <a:pt x="1121" y="280"/>
                  </a:lnTo>
                  <a:lnTo>
                    <a:pt x="934" y="187"/>
                  </a:lnTo>
                  <a:lnTo>
                    <a:pt x="748" y="47"/>
                  </a:lnTo>
                  <a:lnTo>
                    <a:pt x="5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2" name="Google Shape;9612;p55"/>
            <p:cNvSpPr/>
            <p:nvPr/>
          </p:nvSpPr>
          <p:spPr>
            <a:xfrm>
              <a:off x="6414400" y="1223975"/>
              <a:ext cx="49025" cy="61875"/>
            </a:xfrm>
            <a:custGeom>
              <a:rect b="b" l="l" r="r" t="t"/>
              <a:pathLst>
                <a:path extrusionOk="0" h="2475" w="1961">
                  <a:moveTo>
                    <a:pt x="1260" y="1"/>
                  </a:moveTo>
                  <a:lnTo>
                    <a:pt x="980" y="47"/>
                  </a:lnTo>
                  <a:lnTo>
                    <a:pt x="1120" y="94"/>
                  </a:lnTo>
                  <a:lnTo>
                    <a:pt x="1213" y="187"/>
                  </a:lnTo>
                  <a:lnTo>
                    <a:pt x="1260" y="281"/>
                  </a:lnTo>
                  <a:lnTo>
                    <a:pt x="1307" y="374"/>
                  </a:lnTo>
                  <a:lnTo>
                    <a:pt x="1307" y="654"/>
                  </a:lnTo>
                  <a:lnTo>
                    <a:pt x="1213" y="934"/>
                  </a:lnTo>
                  <a:lnTo>
                    <a:pt x="1073" y="1261"/>
                  </a:lnTo>
                  <a:lnTo>
                    <a:pt x="887" y="1541"/>
                  </a:lnTo>
                  <a:lnTo>
                    <a:pt x="700" y="1821"/>
                  </a:lnTo>
                  <a:lnTo>
                    <a:pt x="513" y="2054"/>
                  </a:lnTo>
                  <a:lnTo>
                    <a:pt x="327" y="2241"/>
                  </a:lnTo>
                  <a:lnTo>
                    <a:pt x="140" y="2334"/>
                  </a:lnTo>
                  <a:lnTo>
                    <a:pt x="0" y="2427"/>
                  </a:lnTo>
                  <a:lnTo>
                    <a:pt x="233" y="2474"/>
                  </a:lnTo>
                  <a:lnTo>
                    <a:pt x="513" y="2427"/>
                  </a:lnTo>
                  <a:lnTo>
                    <a:pt x="747" y="2381"/>
                  </a:lnTo>
                  <a:lnTo>
                    <a:pt x="980" y="2241"/>
                  </a:lnTo>
                  <a:lnTo>
                    <a:pt x="1167" y="2054"/>
                  </a:lnTo>
                  <a:lnTo>
                    <a:pt x="1353" y="1821"/>
                  </a:lnTo>
                  <a:lnTo>
                    <a:pt x="1587" y="1541"/>
                  </a:lnTo>
                  <a:lnTo>
                    <a:pt x="1727" y="1261"/>
                  </a:lnTo>
                  <a:lnTo>
                    <a:pt x="1867" y="934"/>
                  </a:lnTo>
                  <a:lnTo>
                    <a:pt x="1960" y="654"/>
                  </a:lnTo>
                  <a:lnTo>
                    <a:pt x="1960" y="374"/>
                  </a:lnTo>
                  <a:lnTo>
                    <a:pt x="1960" y="281"/>
                  </a:lnTo>
                  <a:lnTo>
                    <a:pt x="1867" y="187"/>
                  </a:lnTo>
                  <a:lnTo>
                    <a:pt x="1727" y="47"/>
                  </a:lnTo>
                  <a:lnTo>
                    <a:pt x="149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3" name="Google Shape;9613;p55"/>
            <p:cNvSpPr/>
            <p:nvPr/>
          </p:nvSpPr>
          <p:spPr>
            <a:xfrm>
              <a:off x="6528725" y="1292825"/>
              <a:ext cx="17525" cy="170350"/>
            </a:xfrm>
            <a:custGeom>
              <a:rect b="b" l="l" r="r" t="t"/>
              <a:pathLst>
                <a:path extrusionOk="0" h="6814" w="701">
                  <a:moveTo>
                    <a:pt x="1" y="0"/>
                  </a:moveTo>
                  <a:lnTo>
                    <a:pt x="1" y="6814"/>
                  </a:lnTo>
                  <a:lnTo>
                    <a:pt x="701" y="6814"/>
                  </a:lnTo>
                  <a:lnTo>
                    <a:pt x="7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4" name="Google Shape;9614;p55"/>
            <p:cNvSpPr/>
            <p:nvPr/>
          </p:nvSpPr>
          <p:spPr>
            <a:xfrm>
              <a:off x="6223050" y="1268325"/>
              <a:ext cx="326700" cy="45525"/>
            </a:xfrm>
            <a:custGeom>
              <a:rect b="b" l="l" r="r" t="t"/>
              <a:pathLst>
                <a:path extrusionOk="0" h="1821" w="13068">
                  <a:moveTo>
                    <a:pt x="2334" y="0"/>
                  </a:moveTo>
                  <a:lnTo>
                    <a:pt x="2054" y="93"/>
                  </a:lnTo>
                  <a:lnTo>
                    <a:pt x="1820" y="233"/>
                  </a:lnTo>
                  <a:lnTo>
                    <a:pt x="1634" y="327"/>
                  </a:lnTo>
                  <a:lnTo>
                    <a:pt x="1494" y="420"/>
                  </a:lnTo>
                  <a:lnTo>
                    <a:pt x="1214" y="420"/>
                  </a:lnTo>
                  <a:lnTo>
                    <a:pt x="1074" y="327"/>
                  </a:lnTo>
                  <a:lnTo>
                    <a:pt x="980" y="280"/>
                  </a:lnTo>
                  <a:lnTo>
                    <a:pt x="840" y="187"/>
                  </a:lnTo>
                  <a:lnTo>
                    <a:pt x="514" y="187"/>
                  </a:lnTo>
                  <a:lnTo>
                    <a:pt x="327" y="233"/>
                  </a:lnTo>
                  <a:lnTo>
                    <a:pt x="187" y="327"/>
                  </a:lnTo>
                  <a:lnTo>
                    <a:pt x="94" y="467"/>
                  </a:lnTo>
                  <a:lnTo>
                    <a:pt x="47" y="607"/>
                  </a:lnTo>
                  <a:lnTo>
                    <a:pt x="0" y="793"/>
                  </a:lnTo>
                  <a:lnTo>
                    <a:pt x="0" y="980"/>
                  </a:lnTo>
                  <a:lnTo>
                    <a:pt x="47" y="1120"/>
                  </a:lnTo>
                  <a:lnTo>
                    <a:pt x="94" y="1260"/>
                  </a:lnTo>
                  <a:lnTo>
                    <a:pt x="187" y="1400"/>
                  </a:lnTo>
                  <a:lnTo>
                    <a:pt x="280" y="1493"/>
                  </a:lnTo>
                  <a:lnTo>
                    <a:pt x="467" y="1587"/>
                  </a:lnTo>
                  <a:lnTo>
                    <a:pt x="700" y="1727"/>
                  </a:lnTo>
                  <a:lnTo>
                    <a:pt x="980" y="1820"/>
                  </a:lnTo>
                  <a:lnTo>
                    <a:pt x="1727" y="1820"/>
                  </a:lnTo>
                  <a:lnTo>
                    <a:pt x="2007" y="1727"/>
                  </a:lnTo>
                  <a:lnTo>
                    <a:pt x="2240" y="1587"/>
                  </a:lnTo>
                  <a:lnTo>
                    <a:pt x="2427" y="1493"/>
                  </a:lnTo>
                  <a:lnTo>
                    <a:pt x="2567" y="1400"/>
                  </a:lnTo>
                  <a:lnTo>
                    <a:pt x="2847" y="1400"/>
                  </a:lnTo>
                  <a:lnTo>
                    <a:pt x="2987" y="1493"/>
                  </a:lnTo>
                  <a:lnTo>
                    <a:pt x="3174" y="1587"/>
                  </a:lnTo>
                  <a:lnTo>
                    <a:pt x="3361" y="1727"/>
                  </a:lnTo>
                  <a:lnTo>
                    <a:pt x="3687" y="1820"/>
                  </a:lnTo>
                  <a:lnTo>
                    <a:pt x="4434" y="1820"/>
                  </a:lnTo>
                  <a:lnTo>
                    <a:pt x="4714" y="1727"/>
                  </a:lnTo>
                  <a:lnTo>
                    <a:pt x="4947" y="1587"/>
                  </a:lnTo>
                  <a:lnTo>
                    <a:pt x="5087" y="1493"/>
                  </a:lnTo>
                  <a:lnTo>
                    <a:pt x="5274" y="1400"/>
                  </a:lnTo>
                  <a:lnTo>
                    <a:pt x="5507" y="1400"/>
                  </a:lnTo>
                  <a:lnTo>
                    <a:pt x="5647" y="1493"/>
                  </a:lnTo>
                  <a:lnTo>
                    <a:pt x="5834" y="1587"/>
                  </a:lnTo>
                  <a:lnTo>
                    <a:pt x="6067" y="1727"/>
                  </a:lnTo>
                  <a:lnTo>
                    <a:pt x="6347" y="1820"/>
                  </a:lnTo>
                  <a:lnTo>
                    <a:pt x="7094" y="1820"/>
                  </a:lnTo>
                  <a:lnTo>
                    <a:pt x="7374" y="1727"/>
                  </a:lnTo>
                  <a:lnTo>
                    <a:pt x="7607" y="1587"/>
                  </a:lnTo>
                  <a:lnTo>
                    <a:pt x="7794" y="1493"/>
                  </a:lnTo>
                  <a:lnTo>
                    <a:pt x="7934" y="1400"/>
                  </a:lnTo>
                  <a:lnTo>
                    <a:pt x="8214" y="1400"/>
                  </a:lnTo>
                  <a:lnTo>
                    <a:pt x="8354" y="1493"/>
                  </a:lnTo>
                  <a:lnTo>
                    <a:pt x="8541" y="1587"/>
                  </a:lnTo>
                  <a:lnTo>
                    <a:pt x="8774" y="1727"/>
                  </a:lnTo>
                  <a:lnTo>
                    <a:pt x="9054" y="1820"/>
                  </a:lnTo>
                  <a:lnTo>
                    <a:pt x="9801" y="1820"/>
                  </a:lnTo>
                  <a:lnTo>
                    <a:pt x="10081" y="1727"/>
                  </a:lnTo>
                  <a:lnTo>
                    <a:pt x="10314" y="1587"/>
                  </a:lnTo>
                  <a:lnTo>
                    <a:pt x="10501" y="1493"/>
                  </a:lnTo>
                  <a:lnTo>
                    <a:pt x="10641" y="1400"/>
                  </a:lnTo>
                  <a:lnTo>
                    <a:pt x="10921" y="1400"/>
                  </a:lnTo>
                  <a:lnTo>
                    <a:pt x="11061" y="1493"/>
                  </a:lnTo>
                  <a:lnTo>
                    <a:pt x="11201" y="1587"/>
                  </a:lnTo>
                  <a:lnTo>
                    <a:pt x="11434" y="1727"/>
                  </a:lnTo>
                  <a:lnTo>
                    <a:pt x="11761" y="1820"/>
                  </a:lnTo>
                  <a:lnTo>
                    <a:pt x="12321" y="1820"/>
                  </a:lnTo>
                  <a:lnTo>
                    <a:pt x="12461" y="1773"/>
                  </a:lnTo>
                  <a:lnTo>
                    <a:pt x="12741" y="1587"/>
                  </a:lnTo>
                  <a:lnTo>
                    <a:pt x="12881" y="1447"/>
                  </a:lnTo>
                  <a:lnTo>
                    <a:pt x="12974" y="1400"/>
                  </a:lnTo>
                  <a:lnTo>
                    <a:pt x="13021" y="1307"/>
                  </a:lnTo>
                  <a:lnTo>
                    <a:pt x="13021" y="1260"/>
                  </a:lnTo>
                  <a:lnTo>
                    <a:pt x="13068" y="1073"/>
                  </a:lnTo>
                  <a:lnTo>
                    <a:pt x="13021" y="793"/>
                  </a:lnTo>
                  <a:lnTo>
                    <a:pt x="13021" y="467"/>
                  </a:lnTo>
                  <a:lnTo>
                    <a:pt x="12974" y="327"/>
                  </a:lnTo>
                  <a:lnTo>
                    <a:pt x="12928" y="233"/>
                  </a:lnTo>
                  <a:lnTo>
                    <a:pt x="12834" y="187"/>
                  </a:lnTo>
                  <a:lnTo>
                    <a:pt x="12601" y="187"/>
                  </a:lnTo>
                  <a:lnTo>
                    <a:pt x="12461" y="280"/>
                  </a:lnTo>
                  <a:lnTo>
                    <a:pt x="12368" y="327"/>
                  </a:lnTo>
                  <a:lnTo>
                    <a:pt x="12228" y="420"/>
                  </a:lnTo>
                  <a:lnTo>
                    <a:pt x="11994" y="420"/>
                  </a:lnTo>
                  <a:lnTo>
                    <a:pt x="11807" y="327"/>
                  </a:lnTo>
                  <a:lnTo>
                    <a:pt x="11667" y="233"/>
                  </a:lnTo>
                  <a:lnTo>
                    <a:pt x="11434" y="93"/>
                  </a:lnTo>
                  <a:lnTo>
                    <a:pt x="11154" y="0"/>
                  </a:lnTo>
                  <a:lnTo>
                    <a:pt x="10407" y="0"/>
                  </a:lnTo>
                  <a:lnTo>
                    <a:pt x="10081" y="93"/>
                  </a:lnTo>
                  <a:lnTo>
                    <a:pt x="9894" y="233"/>
                  </a:lnTo>
                  <a:lnTo>
                    <a:pt x="9707" y="327"/>
                  </a:lnTo>
                  <a:lnTo>
                    <a:pt x="9567" y="420"/>
                  </a:lnTo>
                  <a:lnTo>
                    <a:pt x="9287" y="420"/>
                  </a:lnTo>
                  <a:lnTo>
                    <a:pt x="9147" y="327"/>
                  </a:lnTo>
                  <a:lnTo>
                    <a:pt x="8961" y="233"/>
                  </a:lnTo>
                  <a:lnTo>
                    <a:pt x="8727" y="93"/>
                  </a:lnTo>
                  <a:lnTo>
                    <a:pt x="8447" y="0"/>
                  </a:lnTo>
                  <a:lnTo>
                    <a:pt x="7701" y="0"/>
                  </a:lnTo>
                  <a:lnTo>
                    <a:pt x="7421" y="93"/>
                  </a:lnTo>
                  <a:lnTo>
                    <a:pt x="7187" y="233"/>
                  </a:lnTo>
                  <a:lnTo>
                    <a:pt x="7001" y="327"/>
                  </a:lnTo>
                  <a:lnTo>
                    <a:pt x="6861" y="420"/>
                  </a:lnTo>
                  <a:lnTo>
                    <a:pt x="6581" y="420"/>
                  </a:lnTo>
                  <a:lnTo>
                    <a:pt x="6441" y="327"/>
                  </a:lnTo>
                  <a:lnTo>
                    <a:pt x="6254" y="233"/>
                  </a:lnTo>
                  <a:lnTo>
                    <a:pt x="6067" y="93"/>
                  </a:lnTo>
                  <a:lnTo>
                    <a:pt x="5741" y="0"/>
                  </a:lnTo>
                  <a:lnTo>
                    <a:pt x="5041" y="0"/>
                  </a:lnTo>
                  <a:lnTo>
                    <a:pt x="4714" y="93"/>
                  </a:lnTo>
                  <a:lnTo>
                    <a:pt x="4481" y="233"/>
                  </a:lnTo>
                  <a:lnTo>
                    <a:pt x="4341" y="327"/>
                  </a:lnTo>
                  <a:lnTo>
                    <a:pt x="4201" y="420"/>
                  </a:lnTo>
                  <a:lnTo>
                    <a:pt x="3921" y="420"/>
                  </a:lnTo>
                  <a:lnTo>
                    <a:pt x="3781" y="327"/>
                  </a:lnTo>
                  <a:lnTo>
                    <a:pt x="3594" y="233"/>
                  </a:lnTo>
                  <a:lnTo>
                    <a:pt x="3361" y="93"/>
                  </a:lnTo>
                  <a:lnTo>
                    <a:pt x="308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5" name="Google Shape;9615;p55"/>
            <p:cNvSpPr/>
            <p:nvPr/>
          </p:nvSpPr>
          <p:spPr>
            <a:xfrm>
              <a:off x="6223050" y="1356975"/>
              <a:ext cx="332525" cy="46700"/>
            </a:xfrm>
            <a:custGeom>
              <a:rect b="b" l="l" r="r" t="t"/>
              <a:pathLst>
                <a:path extrusionOk="0" h="1868" w="13301">
                  <a:moveTo>
                    <a:pt x="2707" y="1"/>
                  </a:moveTo>
                  <a:lnTo>
                    <a:pt x="2334" y="48"/>
                  </a:lnTo>
                  <a:lnTo>
                    <a:pt x="2054" y="141"/>
                  </a:lnTo>
                  <a:lnTo>
                    <a:pt x="1820" y="234"/>
                  </a:lnTo>
                  <a:lnTo>
                    <a:pt x="1634" y="328"/>
                  </a:lnTo>
                  <a:lnTo>
                    <a:pt x="1494" y="421"/>
                  </a:lnTo>
                  <a:lnTo>
                    <a:pt x="1354" y="468"/>
                  </a:lnTo>
                  <a:lnTo>
                    <a:pt x="1214" y="421"/>
                  </a:lnTo>
                  <a:lnTo>
                    <a:pt x="1074" y="328"/>
                  </a:lnTo>
                  <a:lnTo>
                    <a:pt x="980" y="281"/>
                  </a:lnTo>
                  <a:lnTo>
                    <a:pt x="840" y="234"/>
                  </a:lnTo>
                  <a:lnTo>
                    <a:pt x="654" y="188"/>
                  </a:lnTo>
                  <a:lnTo>
                    <a:pt x="514" y="188"/>
                  </a:lnTo>
                  <a:lnTo>
                    <a:pt x="327" y="281"/>
                  </a:lnTo>
                  <a:lnTo>
                    <a:pt x="187" y="374"/>
                  </a:lnTo>
                  <a:lnTo>
                    <a:pt x="94" y="468"/>
                  </a:lnTo>
                  <a:lnTo>
                    <a:pt x="47" y="654"/>
                  </a:lnTo>
                  <a:lnTo>
                    <a:pt x="0" y="841"/>
                  </a:lnTo>
                  <a:lnTo>
                    <a:pt x="0" y="981"/>
                  </a:lnTo>
                  <a:lnTo>
                    <a:pt x="47" y="1121"/>
                  </a:lnTo>
                  <a:lnTo>
                    <a:pt x="94" y="1308"/>
                  </a:lnTo>
                  <a:lnTo>
                    <a:pt x="187" y="1401"/>
                  </a:lnTo>
                  <a:lnTo>
                    <a:pt x="280" y="1494"/>
                  </a:lnTo>
                  <a:lnTo>
                    <a:pt x="467" y="1634"/>
                  </a:lnTo>
                  <a:lnTo>
                    <a:pt x="700" y="1728"/>
                  </a:lnTo>
                  <a:lnTo>
                    <a:pt x="980" y="1821"/>
                  </a:lnTo>
                  <a:lnTo>
                    <a:pt x="1354" y="1868"/>
                  </a:lnTo>
                  <a:lnTo>
                    <a:pt x="1727" y="1821"/>
                  </a:lnTo>
                  <a:lnTo>
                    <a:pt x="2007" y="1728"/>
                  </a:lnTo>
                  <a:lnTo>
                    <a:pt x="2240" y="1634"/>
                  </a:lnTo>
                  <a:lnTo>
                    <a:pt x="2427" y="1494"/>
                  </a:lnTo>
                  <a:lnTo>
                    <a:pt x="2567" y="1448"/>
                  </a:lnTo>
                  <a:lnTo>
                    <a:pt x="2707" y="1401"/>
                  </a:lnTo>
                  <a:lnTo>
                    <a:pt x="2847" y="1448"/>
                  </a:lnTo>
                  <a:lnTo>
                    <a:pt x="2987" y="1494"/>
                  </a:lnTo>
                  <a:lnTo>
                    <a:pt x="3174" y="1634"/>
                  </a:lnTo>
                  <a:lnTo>
                    <a:pt x="3361" y="1728"/>
                  </a:lnTo>
                  <a:lnTo>
                    <a:pt x="3687" y="1821"/>
                  </a:lnTo>
                  <a:lnTo>
                    <a:pt x="4061" y="1868"/>
                  </a:lnTo>
                  <a:lnTo>
                    <a:pt x="4434" y="1821"/>
                  </a:lnTo>
                  <a:lnTo>
                    <a:pt x="4714" y="1728"/>
                  </a:lnTo>
                  <a:lnTo>
                    <a:pt x="4947" y="1634"/>
                  </a:lnTo>
                  <a:lnTo>
                    <a:pt x="5087" y="1494"/>
                  </a:lnTo>
                  <a:lnTo>
                    <a:pt x="5274" y="1448"/>
                  </a:lnTo>
                  <a:lnTo>
                    <a:pt x="5367" y="1401"/>
                  </a:lnTo>
                  <a:lnTo>
                    <a:pt x="5507" y="1448"/>
                  </a:lnTo>
                  <a:lnTo>
                    <a:pt x="5647" y="1494"/>
                  </a:lnTo>
                  <a:lnTo>
                    <a:pt x="5834" y="1634"/>
                  </a:lnTo>
                  <a:lnTo>
                    <a:pt x="6067" y="1728"/>
                  </a:lnTo>
                  <a:lnTo>
                    <a:pt x="6347" y="1821"/>
                  </a:lnTo>
                  <a:lnTo>
                    <a:pt x="6721" y="1868"/>
                  </a:lnTo>
                  <a:lnTo>
                    <a:pt x="7094" y="1821"/>
                  </a:lnTo>
                  <a:lnTo>
                    <a:pt x="7374" y="1728"/>
                  </a:lnTo>
                  <a:lnTo>
                    <a:pt x="7607" y="1634"/>
                  </a:lnTo>
                  <a:lnTo>
                    <a:pt x="7794" y="1494"/>
                  </a:lnTo>
                  <a:lnTo>
                    <a:pt x="7934" y="1448"/>
                  </a:lnTo>
                  <a:lnTo>
                    <a:pt x="8074" y="1401"/>
                  </a:lnTo>
                  <a:lnTo>
                    <a:pt x="8214" y="1448"/>
                  </a:lnTo>
                  <a:lnTo>
                    <a:pt x="8354" y="1494"/>
                  </a:lnTo>
                  <a:lnTo>
                    <a:pt x="8541" y="1634"/>
                  </a:lnTo>
                  <a:lnTo>
                    <a:pt x="8774" y="1728"/>
                  </a:lnTo>
                  <a:lnTo>
                    <a:pt x="9054" y="1821"/>
                  </a:lnTo>
                  <a:lnTo>
                    <a:pt x="9427" y="1868"/>
                  </a:lnTo>
                  <a:lnTo>
                    <a:pt x="9801" y="1821"/>
                  </a:lnTo>
                  <a:lnTo>
                    <a:pt x="10081" y="1728"/>
                  </a:lnTo>
                  <a:lnTo>
                    <a:pt x="10314" y="1634"/>
                  </a:lnTo>
                  <a:lnTo>
                    <a:pt x="10501" y="1494"/>
                  </a:lnTo>
                  <a:lnTo>
                    <a:pt x="10641" y="1448"/>
                  </a:lnTo>
                  <a:lnTo>
                    <a:pt x="10781" y="1401"/>
                  </a:lnTo>
                  <a:lnTo>
                    <a:pt x="10921" y="1448"/>
                  </a:lnTo>
                  <a:lnTo>
                    <a:pt x="11061" y="1494"/>
                  </a:lnTo>
                  <a:lnTo>
                    <a:pt x="11201" y="1634"/>
                  </a:lnTo>
                  <a:lnTo>
                    <a:pt x="11434" y="1728"/>
                  </a:lnTo>
                  <a:lnTo>
                    <a:pt x="11761" y="1821"/>
                  </a:lnTo>
                  <a:lnTo>
                    <a:pt x="12088" y="1868"/>
                  </a:lnTo>
                  <a:lnTo>
                    <a:pt x="12461" y="1821"/>
                  </a:lnTo>
                  <a:lnTo>
                    <a:pt x="12788" y="1728"/>
                  </a:lnTo>
                  <a:lnTo>
                    <a:pt x="12974" y="1634"/>
                  </a:lnTo>
                  <a:lnTo>
                    <a:pt x="13161" y="1494"/>
                  </a:lnTo>
                  <a:lnTo>
                    <a:pt x="13254" y="1401"/>
                  </a:lnTo>
                  <a:lnTo>
                    <a:pt x="13301" y="1214"/>
                  </a:lnTo>
                  <a:lnTo>
                    <a:pt x="13254" y="888"/>
                  </a:lnTo>
                  <a:lnTo>
                    <a:pt x="13208" y="748"/>
                  </a:lnTo>
                  <a:lnTo>
                    <a:pt x="13021" y="468"/>
                  </a:lnTo>
                  <a:lnTo>
                    <a:pt x="12928" y="374"/>
                  </a:lnTo>
                  <a:lnTo>
                    <a:pt x="12788" y="281"/>
                  </a:lnTo>
                  <a:lnTo>
                    <a:pt x="12648" y="234"/>
                  </a:lnTo>
                  <a:lnTo>
                    <a:pt x="12461" y="281"/>
                  </a:lnTo>
                  <a:lnTo>
                    <a:pt x="12368" y="328"/>
                  </a:lnTo>
                  <a:lnTo>
                    <a:pt x="12228" y="421"/>
                  </a:lnTo>
                  <a:lnTo>
                    <a:pt x="12088" y="468"/>
                  </a:lnTo>
                  <a:lnTo>
                    <a:pt x="11994" y="421"/>
                  </a:lnTo>
                  <a:lnTo>
                    <a:pt x="11807" y="328"/>
                  </a:lnTo>
                  <a:lnTo>
                    <a:pt x="11667" y="234"/>
                  </a:lnTo>
                  <a:lnTo>
                    <a:pt x="11434" y="141"/>
                  </a:lnTo>
                  <a:lnTo>
                    <a:pt x="11154" y="48"/>
                  </a:lnTo>
                  <a:lnTo>
                    <a:pt x="10781" y="1"/>
                  </a:lnTo>
                  <a:lnTo>
                    <a:pt x="10407" y="48"/>
                  </a:lnTo>
                  <a:lnTo>
                    <a:pt x="10081" y="141"/>
                  </a:lnTo>
                  <a:lnTo>
                    <a:pt x="9894" y="234"/>
                  </a:lnTo>
                  <a:lnTo>
                    <a:pt x="9707" y="328"/>
                  </a:lnTo>
                  <a:lnTo>
                    <a:pt x="9567" y="421"/>
                  </a:lnTo>
                  <a:lnTo>
                    <a:pt x="9427" y="468"/>
                  </a:lnTo>
                  <a:lnTo>
                    <a:pt x="9287" y="421"/>
                  </a:lnTo>
                  <a:lnTo>
                    <a:pt x="9147" y="328"/>
                  </a:lnTo>
                  <a:lnTo>
                    <a:pt x="8961" y="234"/>
                  </a:lnTo>
                  <a:lnTo>
                    <a:pt x="8727" y="141"/>
                  </a:lnTo>
                  <a:lnTo>
                    <a:pt x="8447" y="48"/>
                  </a:lnTo>
                  <a:lnTo>
                    <a:pt x="8074" y="1"/>
                  </a:lnTo>
                  <a:lnTo>
                    <a:pt x="7701" y="48"/>
                  </a:lnTo>
                  <a:lnTo>
                    <a:pt x="7421" y="141"/>
                  </a:lnTo>
                  <a:lnTo>
                    <a:pt x="7187" y="234"/>
                  </a:lnTo>
                  <a:lnTo>
                    <a:pt x="7001" y="328"/>
                  </a:lnTo>
                  <a:lnTo>
                    <a:pt x="6861" y="421"/>
                  </a:lnTo>
                  <a:lnTo>
                    <a:pt x="6721" y="468"/>
                  </a:lnTo>
                  <a:lnTo>
                    <a:pt x="6581" y="421"/>
                  </a:lnTo>
                  <a:lnTo>
                    <a:pt x="6441" y="328"/>
                  </a:lnTo>
                  <a:lnTo>
                    <a:pt x="6254" y="234"/>
                  </a:lnTo>
                  <a:lnTo>
                    <a:pt x="6067" y="141"/>
                  </a:lnTo>
                  <a:lnTo>
                    <a:pt x="5741" y="48"/>
                  </a:lnTo>
                  <a:lnTo>
                    <a:pt x="5367" y="1"/>
                  </a:lnTo>
                  <a:lnTo>
                    <a:pt x="5041" y="48"/>
                  </a:lnTo>
                  <a:lnTo>
                    <a:pt x="4714" y="141"/>
                  </a:lnTo>
                  <a:lnTo>
                    <a:pt x="4481" y="234"/>
                  </a:lnTo>
                  <a:lnTo>
                    <a:pt x="4341" y="328"/>
                  </a:lnTo>
                  <a:lnTo>
                    <a:pt x="4201" y="421"/>
                  </a:lnTo>
                  <a:lnTo>
                    <a:pt x="4061" y="468"/>
                  </a:lnTo>
                  <a:lnTo>
                    <a:pt x="3921" y="421"/>
                  </a:lnTo>
                  <a:lnTo>
                    <a:pt x="3781" y="328"/>
                  </a:lnTo>
                  <a:lnTo>
                    <a:pt x="3594" y="234"/>
                  </a:lnTo>
                  <a:lnTo>
                    <a:pt x="3361" y="141"/>
                  </a:lnTo>
                  <a:lnTo>
                    <a:pt x="3081" y="48"/>
                  </a:lnTo>
                  <a:lnTo>
                    <a:pt x="270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6" name="Google Shape;9616;p55"/>
            <p:cNvSpPr/>
            <p:nvPr/>
          </p:nvSpPr>
          <p:spPr>
            <a:xfrm>
              <a:off x="6223050" y="1446825"/>
              <a:ext cx="330200" cy="33850"/>
            </a:xfrm>
            <a:custGeom>
              <a:rect b="b" l="l" r="r" t="t"/>
              <a:pathLst>
                <a:path extrusionOk="0" h="1354" w="13208">
                  <a:moveTo>
                    <a:pt x="234" y="0"/>
                  </a:moveTo>
                  <a:lnTo>
                    <a:pt x="94" y="94"/>
                  </a:lnTo>
                  <a:lnTo>
                    <a:pt x="47" y="187"/>
                  </a:lnTo>
                  <a:lnTo>
                    <a:pt x="0" y="327"/>
                  </a:lnTo>
                  <a:lnTo>
                    <a:pt x="0" y="1027"/>
                  </a:lnTo>
                  <a:lnTo>
                    <a:pt x="47" y="1167"/>
                  </a:lnTo>
                  <a:lnTo>
                    <a:pt x="94" y="1260"/>
                  </a:lnTo>
                  <a:lnTo>
                    <a:pt x="234" y="1354"/>
                  </a:lnTo>
                  <a:lnTo>
                    <a:pt x="13114" y="1354"/>
                  </a:lnTo>
                  <a:lnTo>
                    <a:pt x="13161" y="1307"/>
                  </a:lnTo>
                  <a:lnTo>
                    <a:pt x="13208" y="1214"/>
                  </a:lnTo>
                  <a:lnTo>
                    <a:pt x="13208" y="887"/>
                  </a:lnTo>
                  <a:lnTo>
                    <a:pt x="13161" y="374"/>
                  </a:lnTo>
                  <a:lnTo>
                    <a:pt x="13208" y="140"/>
                  </a:lnTo>
                  <a:lnTo>
                    <a:pt x="132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7" name="Google Shape;9617;p55"/>
            <p:cNvSpPr/>
            <p:nvPr/>
          </p:nvSpPr>
          <p:spPr>
            <a:xfrm>
              <a:off x="6538050" y="1446825"/>
              <a:ext cx="21025" cy="33850"/>
            </a:xfrm>
            <a:custGeom>
              <a:rect b="b" l="l" r="r" t="t"/>
              <a:pathLst>
                <a:path extrusionOk="0" h="1354" w="841">
                  <a:moveTo>
                    <a:pt x="1" y="0"/>
                  </a:moveTo>
                  <a:lnTo>
                    <a:pt x="94" y="94"/>
                  </a:lnTo>
                  <a:lnTo>
                    <a:pt x="141" y="187"/>
                  </a:lnTo>
                  <a:lnTo>
                    <a:pt x="188" y="327"/>
                  </a:lnTo>
                  <a:lnTo>
                    <a:pt x="188" y="1027"/>
                  </a:lnTo>
                  <a:lnTo>
                    <a:pt x="141" y="1167"/>
                  </a:lnTo>
                  <a:lnTo>
                    <a:pt x="94" y="1260"/>
                  </a:lnTo>
                  <a:lnTo>
                    <a:pt x="1" y="1354"/>
                  </a:lnTo>
                  <a:lnTo>
                    <a:pt x="654" y="1354"/>
                  </a:lnTo>
                  <a:lnTo>
                    <a:pt x="748" y="1260"/>
                  </a:lnTo>
                  <a:lnTo>
                    <a:pt x="841" y="1167"/>
                  </a:lnTo>
                  <a:lnTo>
                    <a:pt x="841" y="1027"/>
                  </a:lnTo>
                  <a:lnTo>
                    <a:pt x="841" y="327"/>
                  </a:lnTo>
                  <a:lnTo>
                    <a:pt x="841" y="187"/>
                  </a:lnTo>
                  <a:lnTo>
                    <a:pt x="748" y="94"/>
                  </a:lnTo>
                  <a:lnTo>
                    <a:pt x="6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8" name="Google Shape;9618;p55"/>
            <p:cNvSpPr/>
            <p:nvPr/>
          </p:nvSpPr>
          <p:spPr>
            <a:xfrm>
              <a:off x="6526400" y="1361650"/>
              <a:ext cx="32675" cy="42025"/>
            </a:xfrm>
            <a:custGeom>
              <a:rect b="b" l="l" r="r" t="t"/>
              <a:pathLst>
                <a:path extrusionOk="0" h="1681" w="1307">
                  <a:moveTo>
                    <a:pt x="654" y="1"/>
                  </a:moveTo>
                  <a:lnTo>
                    <a:pt x="514" y="47"/>
                  </a:lnTo>
                  <a:lnTo>
                    <a:pt x="327" y="94"/>
                  </a:lnTo>
                  <a:lnTo>
                    <a:pt x="280" y="141"/>
                  </a:lnTo>
                  <a:lnTo>
                    <a:pt x="420" y="234"/>
                  </a:lnTo>
                  <a:lnTo>
                    <a:pt x="514" y="374"/>
                  </a:lnTo>
                  <a:lnTo>
                    <a:pt x="607" y="561"/>
                  </a:lnTo>
                  <a:lnTo>
                    <a:pt x="654" y="747"/>
                  </a:lnTo>
                  <a:lnTo>
                    <a:pt x="654" y="934"/>
                  </a:lnTo>
                  <a:lnTo>
                    <a:pt x="607" y="1074"/>
                  </a:lnTo>
                  <a:lnTo>
                    <a:pt x="560" y="1214"/>
                  </a:lnTo>
                  <a:lnTo>
                    <a:pt x="467" y="1354"/>
                  </a:lnTo>
                  <a:lnTo>
                    <a:pt x="374" y="1447"/>
                  </a:lnTo>
                  <a:lnTo>
                    <a:pt x="187" y="1541"/>
                  </a:lnTo>
                  <a:lnTo>
                    <a:pt x="0" y="1681"/>
                  </a:lnTo>
                  <a:lnTo>
                    <a:pt x="0" y="1681"/>
                  </a:lnTo>
                  <a:lnTo>
                    <a:pt x="327" y="1634"/>
                  </a:lnTo>
                  <a:lnTo>
                    <a:pt x="654" y="1541"/>
                  </a:lnTo>
                  <a:lnTo>
                    <a:pt x="840" y="1447"/>
                  </a:lnTo>
                  <a:lnTo>
                    <a:pt x="1027" y="1307"/>
                  </a:lnTo>
                  <a:lnTo>
                    <a:pt x="1167" y="1214"/>
                  </a:lnTo>
                  <a:lnTo>
                    <a:pt x="1260" y="1121"/>
                  </a:lnTo>
                  <a:lnTo>
                    <a:pt x="1307" y="934"/>
                  </a:lnTo>
                  <a:lnTo>
                    <a:pt x="1307" y="794"/>
                  </a:lnTo>
                  <a:lnTo>
                    <a:pt x="1307" y="654"/>
                  </a:lnTo>
                  <a:lnTo>
                    <a:pt x="1307" y="467"/>
                  </a:lnTo>
                  <a:lnTo>
                    <a:pt x="1214" y="281"/>
                  </a:lnTo>
                  <a:lnTo>
                    <a:pt x="1120" y="187"/>
                  </a:lnTo>
                  <a:lnTo>
                    <a:pt x="980" y="94"/>
                  </a:lnTo>
                  <a:lnTo>
                    <a:pt x="84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9" name="Google Shape;9619;p55"/>
            <p:cNvSpPr/>
            <p:nvPr/>
          </p:nvSpPr>
          <p:spPr>
            <a:xfrm>
              <a:off x="6520550" y="1272975"/>
              <a:ext cx="38525" cy="40875"/>
            </a:xfrm>
            <a:custGeom>
              <a:rect b="b" l="l" r="r" t="t"/>
              <a:pathLst>
                <a:path extrusionOk="0" h="1635" w="1541">
                  <a:moveTo>
                    <a:pt x="748" y="1"/>
                  </a:moveTo>
                  <a:lnTo>
                    <a:pt x="561" y="94"/>
                  </a:lnTo>
                  <a:lnTo>
                    <a:pt x="701" y="187"/>
                  </a:lnTo>
                  <a:lnTo>
                    <a:pt x="794" y="327"/>
                  </a:lnTo>
                  <a:lnTo>
                    <a:pt x="841" y="467"/>
                  </a:lnTo>
                  <a:lnTo>
                    <a:pt x="888" y="654"/>
                  </a:lnTo>
                  <a:lnTo>
                    <a:pt x="888" y="794"/>
                  </a:lnTo>
                  <a:lnTo>
                    <a:pt x="841" y="981"/>
                  </a:lnTo>
                  <a:lnTo>
                    <a:pt x="794" y="1121"/>
                  </a:lnTo>
                  <a:lnTo>
                    <a:pt x="701" y="1261"/>
                  </a:lnTo>
                  <a:lnTo>
                    <a:pt x="608" y="1354"/>
                  </a:lnTo>
                  <a:lnTo>
                    <a:pt x="421" y="1447"/>
                  </a:lnTo>
                  <a:lnTo>
                    <a:pt x="188" y="1587"/>
                  </a:lnTo>
                  <a:lnTo>
                    <a:pt x="1" y="1634"/>
                  </a:lnTo>
                  <a:lnTo>
                    <a:pt x="561" y="1634"/>
                  </a:lnTo>
                  <a:lnTo>
                    <a:pt x="888" y="1541"/>
                  </a:lnTo>
                  <a:lnTo>
                    <a:pt x="1074" y="1401"/>
                  </a:lnTo>
                  <a:lnTo>
                    <a:pt x="1261" y="1307"/>
                  </a:lnTo>
                  <a:lnTo>
                    <a:pt x="1401" y="1214"/>
                  </a:lnTo>
                  <a:lnTo>
                    <a:pt x="1494" y="1074"/>
                  </a:lnTo>
                  <a:lnTo>
                    <a:pt x="1541" y="934"/>
                  </a:lnTo>
                  <a:lnTo>
                    <a:pt x="1541" y="794"/>
                  </a:lnTo>
                  <a:lnTo>
                    <a:pt x="1541" y="607"/>
                  </a:lnTo>
                  <a:lnTo>
                    <a:pt x="1541" y="421"/>
                  </a:lnTo>
                  <a:lnTo>
                    <a:pt x="1448" y="281"/>
                  </a:lnTo>
                  <a:lnTo>
                    <a:pt x="1354" y="141"/>
                  </a:lnTo>
                  <a:lnTo>
                    <a:pt x="1214" y="47"/>
                  </a:lnTo>
                  <a:lnTo>
                    <a:pt x="10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20" name="Google Shape;9620;p55"/>
          <p:cNvGrpSpPr/>
          <p:nvPr/>
        </p:nvGrpSpPr>
        <p:grpSpPr>
          <a:xfrm>
            <a:off x="6959550" y="1334913"/>
            <a:ext cx="336050" cy="294025"/>
            <a:chOff x="3200100" y="2600700"/>
            <a:chExt cx="336050" cy="294025"/>
          </a:xfrm>
        </p:grpSpPr>
        <p:sp>
          <p:nvSpPr>
            <p:cNvPr id="9621" name="Google Shape;9621;p55"/>
            <p:cNvSpPr/>
            <p:nvPr/>
          </p:nvSpPr>
          <p:spPr>
            <a:xfrm>
              <a:off x="3366950" y="2600700"/>
              <a:ext cx="43200" cy="49025"/>
            </a:xfrm>
            <a:custGeom>
              <a:rect b="b" l="l" r="r" t="t"/>
              <a:pathLst>
                <a:path extrusionOk="0" h="1961" w="1728">
                  <a:moveTo>
                    <a:pt x="1494" y="0"/>
                  </a:moveTo>
                  <a:lnTo>
                    <a:pt x="1214" y="93"/>
                  </a:lnTo>
                  <a:lnTo>
                    <a:pt x="934" y="233"/>
                  </a:lnTo>
                  <a:lnTo>
                    <a:pt x="700" y="420"/>
                  </a:lnTo>
                  <a:lnTo>
                    <a:pt x="514" y="654"/>
                  </a:lnTo>
                  <a:lnTo>
                    <a:pt x="374" y="887"/>
                  </a:lnTo>
                  <a:lnTo>
                    <a:pt x="234" y="1167"/>
                  </a:lnTo>
                  <a:lnTo>
                    <a:pt x="47" y="1680"/>
                  </a:lnTo>
                  <a:lnTo>
                    <a:pt x="0" y="1774"/>
                  </a:lnTo>
                  <a:lnTo>
                    <a:pt x="47" y="1867"/>
                  </a:lnTo>
                  <a:lnTo>
                    <a:pt x="94" y="1914"/>
                  </a:lnTo>
                  <a:lnTo>
                    <a:pt x="187" y="1960"/>
                  </a:lnTo>
                  <a:lnTo>
                    <a:pt x="234" y="1960"/>
                  </a:lnTo>
                  <a:lnTo>
                    <a:pt x="327" y="1914"/>
                  </a:lnTo>
                  <a:lnTo>
                    <a:pt x="420" y="1820"/>
                  </a:lnTo>
                  <a:lnTo>
                    <a:pt x="560" y="1400"/>
                  </a:lnTo>
                  <a:lnTo>
                    <a:pt x="794" y="980"/>
                  </a:lnTo>
                  <a:lnTo>
                    <a:pt x="934" y="794"/>
                  </a:lnTo>
                  <a:lnTo>
                    <a:pt x="1120" y="607"/>
                  </a:lnTo>
                  <a:lnTo>
                    <a:pt x="1307" y="467"/>
                  </a:lnTo>
                  <a:lnTo>
                    <a:pt x="1540" y="420"/>
                  </a:lnTo>
                  <a:lnTo>
                    <a:pt x="1634" y="373"/>
                  </a:lnTo>
                  <a:lnTo>
                    <a:pt x="1680" y="327"/>
                  </a:lnTo>
                  <a:lnTo>
                    <a:pt x="1727" y="280"/>
                  </a:lnTo>
                  <a:lnTo>
                    <a:pt x="1727" y="187"/>
                  </a:lnTo>
                  <a:lnTo>
                    <a:pt x="1680" y="93"/>
                  </a:lnTo>
                  <a:lnTo>
                    <a:pt x="1634" y="47"/>
                  </a:lnTo>
                  <a:lnTo>
                    <a:pt x="1587" y="47"/>
                  </a:lnTo>
                  <a:lnTo>
                    <a:pt x="149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2" name="Google Shape;9622;p55"/>
            <p:cNvSpPr/>
            <p:nvPr/>
          </p:nvSpPr>
          <p:spPr>
            <a:xfrm>
              <a:off x="3348275" y="2642700"/>
              <a:ext cx="32700" cy="38525"/>
            </a:xfrm>
            <a:custGeom>
              <a:rect b="b" l="l" r="r" t="t"/>
              <a:pathLst>
                <a:path extrusionOk="0" h="1541" w="1308">
                  <a:moveTo>
                    <a:pt x="794" y="0"/>
                  </a:moveTo>
                  <a:lnTo>
                    <a:pt x="607" y="47"/>
                  </a:lnTo>
                  <a:lnTo>
                    <a:pt x="467" y="94"/>
                  </a:lnTo>
                  <a:lnTo>
                    <a:pt x="374" y="140"/>
                  </a:lnTo>
                  <a:lnTo>
                    <a:pt x="234" y="234"/>
                  </a:lnTo>
                  <a:lnTo>
                    <a:pt x="141" y="374"/>
                  </a:lnTo>
                  <a:lnTo>
                    <a:pt x="94" y="467"/>
                  </a:lnTo>
                  <a:lnTo>
                    <a:pt x="47" y="607"/>
                  </a:lnTo>
                  <a:lnTo>
                    <a:pt x="1" y="794"/>
                  </a:lnTo>
                  <a:lnTo>
                    <a:pt x="47" y="934"/>
                  </a:lnTo>
                  <a:lnTo>
                    <a:pt x="94" y="1074"/>
                  </a:lnTo>
                  <a:lnTo>
                    <a:pt x="141" y="1214"/>
                  </a:lnTo>
                  <a:lnTo>
                    <a:pt x="234" y="1307"/>
                  </a:lnTo>
                  <a:lnTo>
                    <a:pt x="374" y="1400"/>
                  </a:lnTo>
                  <a:lnTo>
                    <a:pt x="467" y="1494"/>
                  </a:lnTo>
                  <a:lnTo>
                    <a:pt x="607" y="1540"/>
                  </a:lnTo>
                  <a:lnTo>
                    <a:pt x="934" y="1540"/>
                  </a:lnTo>
                  <a:lnTo>
                    <a:pt x="1027" y="1494"/>
                  </a:lnTo>
                  <a:lnTo>
                    <a:pt x="1121" y="1400"/>
                  </a:lnTo>
                  <a:lnTo>
                    <a:pt x="1214" y="1307"/>
                  </a:lnTo>
                  <a:lnTo>
                    <a:pt x="1307" y="1074"/>
                  </a:lnTo>
                  <a:lnTo>
                    <a:pt x="1307" y="794"/>
                  </a:lnTo>
                  <a:lnTo>
                    <a:pt x="1307" y="467"/>
                  </a:lnTo>
                  <a:lnTo>
                    <a:pt x="1214" y="234"/>
                  </a:lnTo>
                  <a:lnTo>
                    <a:pt x="1121" y="140"/>
                  </a:lnTo>
                  <a:lnTo>
                    <a:pt x="1027" y="94"/>
                  </a:lnTo>
                  <a:lnTo>
                    <a:pt x="934" y="47"/>
                  </a:lnTo>
                  <a:lnTo>
                    <a:pt x="7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3" name="Google Shape;9623;p55"/>
            <p:cNvSpPr/>
            <p:nvPr/>
          </p:nvSpPr>
          <p:spPr>
            <a:xfrm>
              <a:off x="3359950" y="2642700"/>
              <a:ext cx="26850" cy="38525"/>
            </a:xfrm>
            <a:custGeom>
              <a:rect b="b" l="l" r="r" t="t"/>
              <a:pathLst>
                <a:path extrusionOk="0" h="1541" w="1074">
                  <a:moveTo>
                    <a:pt x="327" y="0"/>
                  </a:moveTo>
                  <a:lnTo>
                    <a:pt x="140" y="47"/>
                  </a:lnTo>
                  <a:lnTo>
                    <a:pt x="0" y="94"/>
                  </a:lnTo>
                  <a:lnTo>
                    <a:pt x="187" y="187"/>
                  </a:lnTo>
                  <a:lnTo>
                    <a:pt x="327" y="374"/>
                  </a:lnTo>
                  <a:lnTo>
                    <a:pt x="420" y="560"/>
                  </a:lnTo>
                  <a:lnTo>
                    <a:pt x="467" y="794"/>
                  </a:lnTo>
                  <a:lnTo>
                    <a:pt x="420" y="1027"/>
                  </a:lnTo>
                  <a:lnTo>
                    <a:pt x="327" y="1214"/>
                  </a:lnTo>
                  <a:lnTo>
                    <a:pt x="187" y="1354"/>
                  </a:lnTo>
                  <a:lnTo>
                    <a:pt x="0" y="1494"/>
                  </a:lnTo>
                  <a:lnTo>
                    <a:pt x="140" y="1540"/>
                  </a:lnTo>
                  <a:lnTo>
                    <a:pt x="467" y="1540"/>
                  </a:lnTo>
                  <a:lnTo>
                    <a:pt x="607" y="1494"/>
                  </a:lnTo>
                  <a:lnTo>
                    <a:pt x="747" y="1400"/>
                  </a:lnTo>
                  <a:lnTo>
                    <a:pt x="840" y="1307"/>
                  </a:lnTo>
                  <a:lnTo>
                    <a:pt x="934" y="1214"/>
                  </a:lnTo>
                  <a:lnTo>
                    <a:pt x="1027" y="1074"/>
                  </a:lnTo>
                  <a:lnTo>
                    <a:pt x="1074" y="934"/>
                  </a:lnTo>
                  <a:lnTo>
                    <a:pt x="1074" y="794"/>
                  </a:lnTo>
                  <a:lnTo>
                    <a:pt x="1074" y="607"/>
                  </a:lnTo>
                  <a:lnTo>
                    <a:pt x="1027" y="467"/>
                  </a:lnTo>
                  <a:lnTo>
                    <a:pt x="934" y="374"/>
                  </a:lnTo>
                  <a:lnTo>
                    <a:pt x="840" y="234"/>
                  </a:lnTo>
                  <a:lnTo>
                    <a:pt x="747" y="140"/>
                  </a:lnTo>
                  <a:lnTo>
                    <a:pt x="607" y="94"/>
                  </a:lnTo>
                  <a:lnTo>
                    <a:pt x="467" y="47"/>
                  </a:lnTo>
                  <a:lnTo>
                    <a:pt x="3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4" name="Google Shape;9624;p55"/>
            <p:cNvSpPr/>
            <p:nvPr/>
          </p:nvSpPr>
          <p:spPr>
            <a:xfrm>
              <a:off x="3266600" y="2680025"/>
              <a:ext cx="203050" cy="65350"/>
            </a:xfrm>
            <a:custGeom>
              <a:rect b="b" l="l" r="r" t="t"/>
              <a:pathLst>
                <a:path extrusionOk="0" h="2614" w="8122">
                  <a:moveTo>
                    <a:pt x="328" y="1"/>
                  </a:moveTo>
                  <a:lnTo>
                    <a:pt x="188" y="47"/>
                  </a:lnTo>
                  <a:lnTo>
                    <a:pt x="94" y="94"/>
                  </a:lnTo>
                  <a:lnTo>
                    <a:pt x="1" y="234"/>
                  </a:lnTo>
                  <a:lnTo>
                    <a:pt x="1" y="327"/>
                  </a:lnTo>
                  <a:lnTo>
                    <a:pt x="1" y="2614"/>
                  </a:lnTo>
                  <a:lnTo>
                    <a:pt x="8121" y="2614"/>
                  </a:lnTo>
                  <a:lnTo>
                    <a:pt x="7795" y="421"/>
                  </a:lnTo>
                  <a:lnTo>
                    <a:pt x="7841" y="141"/>
                  </a:lnTo>
                  <a:lnTo>
                    <a:pt x="7841" y="47"/>
                  </a:lnTo>
                  <a:lnTo>
                    <a:pt x="779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5" name="Google Shape;9625;p55"/>
            <p:cNvSpPr/>
            <p:nvPr/>
          </p:nvSpPr>
          <p:spPr>
            <a:xfrm>
              <a:off x="3251450" y="2703350"/>
              <a:ext cx="38525" cy="71200"/>
            </a:xfrm>
            <a:custGeom>
              <a:rect b="b" l="l" r="r" t="t"/>
              <a:pathLst>
                <a:path extrusionOk="0" h="2848" w="1541">
                  <a:moveTo>
                    <a:pt x="467" y="1"/>
                  </a:moveTo>
                  <a:lnTo>
                    <a:pt x="280" y="48"/>
                  </a:lnTo>
                  <a:lnTo>
                    <a:pt x="140" y="141"/>
                  </a:lnTo>
                  <a:lnTo>
                    <a:pt x="47" y="328"/>
                  </a:lnTo>
                  <a:lnTo>
                    <a:pt x="0" y="514"/>
                  </a:lnTo>
                  <a:lnTo>
                    <a:pt x="0" y="2848"/>
                  </a:lnTo>
                  <a:lnTo>
                    <a:pt x="1540" y="2848"/>
                  </a:lnTo>
                  <a:lnTo>
                    <a:pt x="1307" y="748"/>
                  </a:lnTo>
                  <a:lnTo>
                    <a:pt x="1307" y="514"/>
                  </a:lnTo>
                  <a:lnTo>
                    <a:pt x="1260" y="281"/>
                  </a:lnTo>
                  <a:lnTo>
                    <a:pt x="1214" y="94"/>
                  </a:lnTo>
                  <a:lnTo>
                    <a:pt x="1120"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6" name="Google Shape;9626;p55"/>
            <p:cNvSpPr/>
            <p:nvPr/>
          </p:nvSpPr>
          <p:spPr>
            <a:xfrm>
              <a:off x="3328450" y="2703350"/>
              <a:ext cx="39700" cy="71200"/>
            </a:xfrm>
            <a:custGeom>
              <a:rect b="b" l="l" r="r" t="t"/>
              <a:pathLst>
                <a:path extrusionOk="0" h="2848" w="1588">
                  <a:moveTo>
                    <a:pt x="514" y="1"/>
                  </a:moveTo>
                  <a:lnTo>
                    <a:pt x="327" y="48"/>
                  </a:lnTo>
                  <a:lnTo>
                    <a:pt x="140" y="141"/>
                  </a:lnTo>
                  <a:lnTo>
                    <a:pt x="47" y="328"/>
                  </a:lnTo>
                  <a:lnTo>
                    <a:pt x="0" y="514"/>
                  </a:lnTo>
                  <a:lnTo>
                    <a:pt x="0" y="2848"/>
                  </a:lnTo>
                  <a:lnTo>
                    <a:pt x="1587" y="2848"/>
                  </a:lnTo>
                  <a:lnTo>
                    <a:pt x="1354" y="654"/>
                  </a:lnTo>
                  <a:lnTo>
                    <a:pt x="1354" y="468"/>
                  </a:lnTo>
                  <a:lnTo>
                    <a:pt x="1307" y="234"/>
                  </a:lnTo>
                  <a:lnTo>
                    <a:pt x="1260"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7" name="Google Shape;9627;p55"/>
            <p:cNvSpPr/>
            <p:nvPr/>
          </p:nvSpPr>
          <p:spPr>
            <a:xfrm>
              <a:off x="3289950" y="2703350"/>
              <a:ext cx="38525" cy="71200"/>
            </a:xfrm>
            <a:custGeom>
              <a:rect b="b" l="l" r="r" t="t"/>
              <a:pathLst>
                <a:path extrusionOk="0" h="2848" w="1541">
                  <a:moveTo>
                    <a:pt x="514" y="1"/>
                  </a:moveTo>
                  <a:lnTo>
                    <a:pt x="280" y="48"/>
                  </a:lnTo>
                  <a:lnTo>
                    <a:pt x="140" y="141"/>
                  </a:lnTo>
                  <a:lnTo>
                    <a:pt x="47" y="328"/>
                  </a:lnTo>
                  <a:lnTo>
                    <a:pt x="0" y="514"/>
                  </a:lnTo>
                  <a:lnTo>
                    <a:pt x="0" y="2848"/>
                  </a:lnTo>
                  <a:lnTo>
                    <a:pt x="1540" y="2848"/>
                  </a:lnTo>
                  <a:lnTo>
                    <a:pt x="1354" y="608"/>
                  </a:lnTo>
                  <a:lnTo>
                    <a:pt x="1354" y="421"/>
                  </a:lnTo>
                  <a:lnTo>
                    <a:pt x="1307" y="234"/>
                  </a:lnTo>
                  <a:lnTo>
                    <a:pt x="1214"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8" name="Google Shape;9628;p55"/>
            <p:cNvSpPr/>
            <p:nvPr/>
          </p:nvSpPr>
          <p:spPr>
            <a:xfrm>
              <a:off x="3443950" y="2680025"/>
              <a:ext cx="25700" cy="65350"/>
            </a:xfrm>
            <a:custGeom>
              <a:rect b="b" l="l" r="r" t="t"/>
              <a:pathLst>
                <a:path extrusionOk="0" h="2614" w="1028">
                  <a:moveTo>
                    <a:pt x="1" y="1"/>
                  </a:moveTo>
                  <a:lnTo>
                    <a:pt x="141" y="47"/>
                  </a:lnTo>
                  <a:lnTo>
                    <a:pt x="234" y="94"/>
                  </a:lnTo>
                  <a:lnTo>
                    <a:pt x="281" y="234"/>
                  </a:lnTo>
                  <a:lnTo>
                    <a:pt x="327" y="327"/>
                  </a:lnTo>
                  <a:lnTo>
                    <a:pt x="327" y="2614"/>
                  </a:lnTo>
                  <a:lnTo>
                    <a:pt x="1027" y="2614"/>
                  </a:lnTo>
                  <a:lnTo>
                    <a:pt x="1027" y="327"/>
                  </a:lnTo>
                  <a:lnTo>
                    <a:pt x="981" y="234"/>
                  </a:lnTo>
                  <a:lnTo>
                    <a:pt x="887" y="94"/>
                  </a:lnTo>
                  <a:lnTo>
                    <a:pt x="794" y="47"/>
                  </a:lnTo>
                  <a:lnTo>
                    <a:pt x="70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9" name="Google Shape;9629;p55"/>
            <p:cNvSpPr/>
            <p:nvPr/>
          </p:nvSpPr>
          <p:spPr>
            <a:xfrm>
              <a:off x="3368125" y="2703350"/>
              <a:ext cx="38525" cy="71200"/>
            </a:xfrm>
            <a:custGeom>
              <a:rect b="b" l="l" r="r" t="t"/>
              <a:pathLst>
                <a:path extrusionOk="0" h="2848" w="1541">
                  <a:moveTo>
                    <a:pt x="467" y="1"/>
                  </a:moveTo>
                  <a:lnTo>
                    <a:pt x="280" y="48"/>
                  </a:lnTo>
                  <a:lnTo>
                    <a:pt x="140" y="141"/>
                  </a:lnTo>
                  <a:lnTo>
                    <a:pt x="47" y="328"/>
                  </a:lnTo>
                  <a:lnTo>
                    <a:pt x="0" y="514"/>
                  </a:lnTo>
                  <a:lnTo>
                    <a:pt x="0" y="2848"/>
                  </a:lnTo>
                  <a:lnTo>
                    <a:pt x="1540" y="2848"/>
                  </a:lnTo>
                  <a:lnTo>
                    <a:pt x="1213" y="701"/>
                  </a:lnTo>
                  <a:lnTo>
                    <a:pt x="1213" y="234"/>
                  </a:lnTo>
                  <a:lnTo>
                    <a:pt x="1213" y="94"/>
                  </a:lnTo>
                  <a:lnTo>
                    <a:pt x="1120" y="48"/>
                  </a:lnTo>
                  <a:lnTo>
                    <a:pt x="107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0" name="Google Shape;9630;p55"/>
            <p:cNvSpPr/>
            <p:nvPr/>
          </p:nvSpPr>
          <p:spPr>
            <a:xfrm>
              <a:off x="3406625" y="2703350"/>
              <a:ext cx="38525" cy="71200"/>
            </a:xfrm>
            <a:custGeom>
              <a:rect b="b" l="l" r="r" t="t"/>
              <a:pathLst>
                <a:path extrusionOk="0" h="2848" w="1541">
                  <a:moveTo>
                    <a:pt x="513" y="1"/>
                  </a:moveTo>
                  <a:lnTo>
                    <a:pt x="280" y="48"/>
                  </a:lnTo>
                  <a:lnTo>
                    <a:pt x="140" y="141"/>
                  </a:lnTo>
                  <a:lnTo>
                    <a:pt x="47" y="328"/>
                  </a:lnTo>
                  <a:lnTo>
                    <a:pt x="0" y="514"/>
                  </a:lnTo>
                  <a:lnTo>
                    <a:pt x="0" y="2848"/>
                  </a:lnTo>
                  <a:lnTo>
                    <a:pt x="1540" y="2848"/>
                  </a:lnTo>
                  <a:lnTo>
                    <a:pt x="1260" y="701"/>
                  </a:lnTo>
                  <a:lnTo>
                    <a:pt x="1260" y="234"/>
                  </a:lnTo>
                  <a:lnTo>
                    <a:pt x="1214"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1" name="Google Shape;9631;p55"/>
            <p:cNvSpPr/>
            <p:nvPr/>
          </p:nvSpPr>
          <p:spPr>
            <a:xfrm>
              <a:off x="3445125" y="2703350"/>
              <a:ext cx="39675" cy="71200"/>
            </a:xfrm>
            <a:custGeom>
              <a:rect b="b" l="l" r="r" t="t"/>
              <a:pathLst>
                <a:path extrusionOk="0" h="2848" w="1587">
                  <a:moveTo>
                    <a:pt x="514" y="1"/>
                  </a:moveTo>
                  <a:lnTo>
                    <a:pt x="327" y="48"/>
                  </a:lnTo>
                  <a:lnTo>
                    <a:pt x="140" y="141"/>
                  </a:lnTo>
                  <a:lnTo>
                    <a:pt x="47" y="328"/>
                  </a:lnTo>
                  <a:lnTo>
                    <a:pt x="0" y="514"/>
                  </a:lnTo>
                  <a:lnTo>
                    <a:pt x="0" y="2848"/>
                  </a:lnTo>
                  <a:lnTo>
                    <a:pt x="1587" y="2848"/>
                  </a:lnTo>
                  <a:lnTo>
                    <a:pt x="1214" y="748"/>
                  </a:lnTo>
                  <a:lnTo>
                    <a:pt x="1260" y="281"/>
                  </a:lnTo>
                  <a:lnTo>
                    <a:pt x="1214"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2" name="Google Shape;9632;p55"/>
            <p:cNvSpPr/>
            <p:nvPr/>
          </p:nvSpPr>
          <p:spPr>
            <a:xfrm>
              <a:off x="3348275" y="2792025"/>
              <a:ext cx="39700" cy="80525"/>
            </a:xfrm>
            <a:custGeom>
              <a:rect b="b" l="l" r="r" t="t"/>
              <a:pathLst>
                <a:path extrusionOk="0" h="3221" w="1588">
                  <a:moveTo>
                    <a:pt x="1" y="1"/>
                  </a:moveTo>
                  <a:lnTo>
                    <a:pt x="1" y="3221"/>
                  </a:lnTo>
                  <a:lnTo>
                    <a:pt x="1214" y="3221"/>
                  </a:lnTo>
                  <a:lnTo>
                    <a:pt x="158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3" name="Google Shape;9633;p55"/>
            <p:cNvSpPr/>
            <p:nvPr/>
          </p:nvSpPr>
          <p:spPr>
            <a:xfrm>
              <a:off x="3456775" y="2703350"/>
              <a:ext cx="28025" cy="71200"/>
            </a:xfrm>
            <a:custGeom>
              <a:rect b="b" l="l" r="r" t="t"/>
              <a:pathLst>
                <a:path extrusionOk="0" h="2848" w="1121">
                  <a:moveTo>
                    <a:pt x="1" y="1"/>
                  </a:moveTo>
                  <a:lnTo>
                    <a:pt x="141" y="48"/>
                  </a:lnTo>
                  <a:lnTo>
                    <a:pt x="281" y="188"/>
                  </a:lnTo>
                  <a:lnTo>
                    <a:pt x="374" y="328"/>
                  </a:lnTo>
                  <a:lnTo>
                    <a:pt x="421" y="514"/>
                  </a:lnTo>
                  <a:lnTo>
                    <a:pt x="421" y="2848"/>
                  </a:lnTo>
                  <a:lnTo>
                    <a:pt x="1121" y="2848"/>
                  </a:lnTo>
                  <a:lnTo>
                    <a:pt x="1121" y="514"/>
                  </a:lnTo>
                  <a:lnTo>
                    <a:pt x="1074" y="328"/>
                  </a:lnTo>
                  <a:lnTo>
                    <a:pt x="981" y="141"/>
                  </a:lnTo>
                  <a:lnTo>
                    <a:pt x="794" y="48"/>
                  </a:lnTo>
                  <a:lnTo>
                    <a:pt x="60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4" name="Google Shape;9634;p55"/>
            <p:cNvSpPr/>
            <p:nvPr/>
          </p:nvSpPr>
          <p:spPr>
            <a:xfrm>
              <a:off x="3417125" y="2703350"/>
              <a:ext cx="28025" cy="71200"/>
            </a:xfrm>
            <a:custGeom>
              <a:rect b="b" l="l" r="r" t="t"/>
              <a:pathLst>
                <a:path extrusionOk="0" h="2848" w="1121">
                  <a:moveTo>
                    <a:pt x="0" y="1"/>
                  </a:moveTo>
                  <a:lnTo>
                    <a:pt x="187" y="48"/>
                  </a:lnTo>
                  <a:lnTo>
                    <a:pt x="327" y="188"/>
                  </a:lnTo>
                  <a:lnTo>
                    <a:pt x="420" y="328"/>
                  </a:lnTo>
                  <a:lnTo>
                    <a:pt x="467" y="514"/>
                  </a:lnTo>
                  <a:lnTo>
                    <a:pt x="467" y="2848"/>
                  </a:lnTo>
                  <a:lnTo>
                    <a:pt x="1120" y="2848"/>
                  </a:lnTo>
                  <a:lnTo>
                    <a:pt x="1120" y="514"/>
                  </a:lnTo>
                  <a:lnTo>
                    <a:pt x="1120" y="328"/>
                  </a:lnTo>
                  <a:lnTo>
                    <a:pt x="980" y="141"/>
                  </a:lnTo>
                  <a:lnTo>
                    <a:pt x="840" y="48"/>
                  </a:lnTo>
                  <a:lnTo>
                    <a:pt x="65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5" name="Google Shape;9635;p55"/>
            <p:cNvSpPr/>
            <p:nvPr/>
          </p:nvSpPr>
          <p:spPr>
            <a:xfrm>
              <a:off x="3378625" y="2703350"/>
              <a:ext cx="28025" cy="71200"/>
            </a:xfrm>
            <a:custGeom>
              <a:rect b="b" l="l" r="r" t="t"/>
              <a:pathLst>
                <a:path extrusionOk="0" h="2848" w="1121">
                  <a:moveTo>
                    <a:pt x="0" y="1"/>
                  </a:moveTo>
                  <a:lnTo>
                    <a:pt x="187" y="48"/>
                  </a:lnTo>
                  <a:lnTo>
                    <a:pt x="327" y="188"/>
                  </a:lnTo>
                  <a:lnTo>
                    <a:pt x="420" y="328"/>
                  </a:lnTo>
                  <a:lnTo>
                    <a:pt x="420" y="514"/>
                  </a:lnTo>
                  <a:lnTo>
                    <a:pt x="420" y="2848"/>
                  </a:lnTo>
                  <a:lnTo>
                    <a:pt x="1120" y="2848"/>
                  </a:lnTo>
                  <a:lnTo>
                    <a:pt x="1120" y="514"/>
                  </a:lnTo>
                  <a:lnTo>
                    <a:pt x="1073" y="328"/>
                  </a:lnTo>
                  <a:lnTo>
                    <a:pt x="980" y="141"/>
                  </a:lnTo>
                  <a:lnTo>
                    <a:pt x="840" y="48"/>
                  </a:lnTo>
                  <a:lnTo>
                    <a:pt x="653"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6" name="Google Shape;9636;p55"/>
            <p:cNvSpPr/>
            <p:nvPr/>
          </p:nvSpPr>
          <p:spPr>
            <a:xfrm>
              <a:off x="3340125" y="2703350"/>
              <a:ext cx="28025" cy="71200"/>
            </a:xfrm>
            <a:custGeom>
              <a:rect b="b" l="l" r="r" t="t"/>
              <a:pathLst>
                <a:path extrusionOk="0" h="2848" w="1121">
                  <a:moveTo>
                    <a:pt x="0" y="1"/>
                  </a:moveTo>
                  <a:lnTo>
                    <a:pt x="140" y="48"/>
                  </a:lnTo>
                  <a:lnTo>
                    <a:pt x="280" y="188"/>
                  </a:lnTo>
                  <a:lnTo>
                    <a:pt x="373" y="328"/>
                  </a:lnTo>
                  <a:lnTo>
                    <a:pt x="420" y="514"/>
                  </a:lnTo>
                  <a:lnTo>
                    <a:pt x="420" y="2848"/>
                  </a:lnTo>
                  <a:lnTo>
                    <a:pt x="1120" y="2848"/>
                  </a:lnTo>
                  <a:lnTo>
                    <a:pt x="1120" y="514"/>
                  </a:lnTo>
                  <a:lnTo>
                    <a:pt x="1073" y="328"/>
                  </a:lnTo>
                  <a:lnTo>
                    <a:pt x="980" y="141"/>
                  </a:lnTo>
                  <a:lnTo>
                    <a:pt x="793" y="48"/>
                  </a:lnTo>
                  <a:lnTo>
                    <a:pt x="60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7" name="Google Shape;9637;p55"/>
            <p:cNvSpPr/>
            <p:nvPr/>
          </p:nvSpPr>
          <p:spPr>
            <a:xfrm>
              <a:off x="3370450" y="2792025"/>
              <a:ext cx="17525" cy="80525"/>
            </a:xfrm>
            <a:custGeom>
              <a:rect b="b" l="l" r="r" t="t"/>
              <a:pathLst>
                <a:path extrusionOk="0" h="3221" w="701">
                  <a:moveTo>
                    <a:pt x="0" y="1"/>
                  </a:moveTo>
                  <a:lnTo>
                    <a:pt x="0" y="3221"/>
                  </a:lnTo>
                  <a:lnTo>
                    <a:pt x="700" y="3221"/>
                  </a:lnTo>
                  <a:lnTo>
                    <a:pt x="70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8" name="Google Shape;9638;p55"/>
            <p:cNvSpPr/>
            <p:nvPr/>
          </p:nvSpPr>
          <p:spPr>
            <a:xfrm>
              <a:off x="3300450" y="2703350"/>
              <a:ext cx="28025" cy="71200"/>
            </a:xfrm>
            <a:custGeom>
              <a:rect b="b" l="l" r="r" t="t"/>
              <a:pathLst>
                <a:path extrusionOk="0" h="2848" w="1121">
                  <a:moveTo>
                    <a:pt x="0" y="1"/>
                  </a:moveTo>
                  <a:lnTo>
                    <a:pt x="187" y="48"/>
                  </a:lnTo>
                  <a:lnTo>
                    <a:pt x="327" y="188"/>
                  </a:lnTo>
                  <a:lnTo>
                    <a:pt x="420" y="328"/>
                  </a:lnTo>
                  <a:lnTo>
                    <a:pt x="467" y="514"/>
                  </a:lnTo>
                  <a:lnTo>
                    <a:pt x="467" y="2848"/>
                  </a:lnTo>
                  <a:lnTo>
                    <a:pt x="1120" y="2848"/>
                  </a:lnTo>
                  <a:lnTo>
                    <a:pt x="1120" y="514"/>
                  </a:lnTo>
                  <a:lnTo>
                    <a:pt x="1120" y="328"/>
                  </a:lnTo>
                  <a:lnTo>
                    <a:pt x="980" y="141"/>
                  </a:lnTo>
                  <a:lnTo>
                    <a:pt x="840" y="48"/>
                  </a:lnTo>
                  <a:lnTo>
                    <a:pt x="65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9" name="Google Shape;9639;p55"/>
            <p:cNvSpPr/>
            <p:nvPr/>
          </p:nvSpPr>
          <p:spPr>
            <a:xfrm>
              <a:off x="3261950" y="2703350"/>
              <a:ext cx="28025" cy="71200"/>
            </a:xfrm>
            <a:custGeom>
              <a:rect b="b" l="l" r="r" t="t"/>
              <a:pathLst>
                <a:path extrusionOk="0" h="2848" w="1121">
                  <a:moveTo>
                    <a:pt x="0" y="1"/>
                  </a:moveTo>
                  <a:lnTo>
                    <a:pt x="187" y="48"/>
                  </a:lnTo>
                  <a:lnTo>
                    <a:pt x="327" y="188"/>
                  </a:lnTo>
                  <a:lnTo>
                    <a:pt x="420" y="328"/>
                  </a:lnTo>
                  <a:lnTo>
                    <a:pt x="420" y="514"/>
                  </a:lnTo>
                  <a:lnTo>
                    <a:pt x="420" y="2848"/>
                  </a:lnTo>
                  <a:lnTo>
                    <a:pt x="1120" y="2848"/>
                  </a:lnTo>
                  <a:lnTo>
                    <a:pt x="1120" y="514"/>
                  </a:lnTo>
                  <a:lnTo>
                    <a:pt x="1074" y="328"/>
                  </a:lnTo>
                  <a:lnTo>
                    <a:pt x="980" y="141"/>
                  </a:lnTo>
                  <a:lnTo>
                    <a:pt x="840" y="48"/>
                  </a:lnTo>
                  <a:lnTo>
                    <a:pt x="65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0" name="Google Shape;9640;p55"/>
            <p:cNvSpPr/>
            <p:nvPr/>
          </p:nvSpPr>
          <p:spPr>
            <a:xfrm>
              <a:off x="3200100" y="2769875"/>
              <a:ext cx="332550" cy="40850"/>
            </a:xfrm>
            <a:custGeom>
              <a:rect b="b" l="l" r="r" t="t"/>
              <a:pathLst>
                <a:path extrusionOk="0" h="1634" w="13302">
                  <a:moveTo>
                    <a:pt x="94" y="0"/>
                  </a:moveTo>
                  <a:lnTo>
                    <a:pt x="48" y="93"/>
                  </a:lnTo>
                  <a:lnTo>
                    <a:pt x="1" y="187"/>
                  </a:lnTo>
                  <a:lnTo>
                    <a:pt x="1" y="280"/>
                  </a:lnTo>
                  <a:lnTo>
                    <a:pt x="328" y="1353"/>
                  </a:lnTo>
                  <a:lnTo>
                    <a:pt x="421" y="1493"/>
                  </a:lnTo>
                  <a:lnTo>
                    <a:pt x="468" y="1540"/>
                  </a:lnTo>
                  <a:lnTo>
                    <a:pt x="608" y="1633"/>
                  </a:lnTo>
                  <a:lnTo>
                    <a:pt x="12695" y="1633"/>
                  </a:lnTo>
                  <a:lnTo>
                    <a:pt x="12788" y="1587"/>
                  </a:lnTo>
                  <a:lnTo>
                    <a:pt x="12835" y="1540"/>
                  </a:lnTo>
                  <a:lnTo>
                    <a:pt x="12881" y="1307"/>
                  </a:lnTo>
                  <a:lnTo>
                    <a:pt x="13255" y="280"/>
                  </a:lnTo>
                  <a:lnTo>
                    <a:pt x="13301" y="93"/>
                  </a:lnTo>
                  <a:lnTo>
                    <a:pt x="1330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1" name="Google Shape;9641;p55"/>
            <p:cNvSpPr/>
            <p:nvPr/>
          </p:nvSpPr>
          <p:spPr>
            <a:xfrm>
              <a:off x="3250275" y="2862025"/>
              <a:ext cx="232200" cy="32700"/>
            </a:xfrm>
            <a:custGeom>
              <a:rect b="b" l="l" r="r" t="t"/>
              <a:pathLst>
                <a:path extrusionOk="0" h="1308" w="9288">
                  <a:moveTo>
                    <a:pt x="561" y="1"/>
                  </a:moveTo>
                  <a:lnTo>
                    <a:pt x="467" y="47"/>
                  </a:lnTo>
                  <a:lnTo>
                    <a:pt x="374" y="141"/>
                  </a:lnTo>
                  <a:lnTo>
                    <a:pt x="1" y="841"/>
                  </a:lnTo>
                  <a:lnTo>
                    <a:pt x="1" y="1028"/>
                  </a:lnTo>
                  <a:lnTo>
                    <a:pt x="47" y="1168"/>
                  </a:lnTo>
                  <a:lnTo>
                    <a:pt x="141" y="1308"/>
                  </a:lnTo>
                  <a:lnTo>
                    <a:pt x="9241" y="1308"/>
                  </a:lnTo>
                  <a:lnTo>
                    <a:pt x="9288" y="1214"/>
                  </a:lnTo>
                  <a:lnTo>
                    <a:pt x="9288" y="1074"/>
                  </a:lnTo>
                  <a:lnTo>
                    <a:pt x="9241" y="934"/>
                  </a:lnTo>
                  <a:lnTo>
                    <a:pt x="8821" y="327"/>
                  </a:lnTo>
                  <a:lnTo>
                    <a:pt x="8821" y="234"/>
                  </a:lnTo>
                  <a:lnTo>
                    <a:pt x="8821" y="141"/>
                  </a:lnTo>
                  <a:lnTo>
                    <a:pt x="8868" y="47"/>
                  </a:lnTo>
                  <a:lnTo>
                    <a:pt x="882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2" name="Google Shape;9642;p55"/>
            <p:cNvSpPr/>
            <p:nvPr/>
          </p:nvSpPr>
          <p:spPr>
            <a:xfrm>
              <a:off x="3503450" y="2769875"/>
              <a:ext cx="32700" cy="40850"/>
            </a:xfrm>
            <a:custGeom>
              <a:rect b="b" l="l" r="r" t="t"/>
              <a:pathLst>
                <a:path extrusionOk="0" h="1634" w="1308">
                  <a:moveTo>
                    <a:pt x="514" y="0"/>
                  </a:moveTo>
                  <a:lnTo>
                    <a:pt x="561" y="93"/>
                  </a:lnTo>
                  <a:lnTo>
                    <a:pt x="607" y="187"/>
                  </a:lnTo>
                  <a:lnTo>
                    <a:pt x="607" y="280"/>
                  </a:lnTo>
                  <a:lnTo>
                    <a:pt x="234" y="1353"/>
                  </a:lnTo>
                  <a:lnTo>
                    <a:pt x="187" y="1493"/>
                  </a:lnTo>
                  <a:lnTo>
                    <a:pt x="94" y="1540"/>
                  </a:lnTo>
                  <a:lnTo>
                    <a:pt x="1" y="1633"/>
                  </a:lnTo>
                  <a:lnTo>
                    <a:pt x="654" y="1633"/>
                  </a:lnTo>
                  <a:lnTo>
                    <a:pt x="794" y="1540"/>
                  </a:lnTo>
                  <a:lnTo>
                    <a:pt x="887" y="1493"/>
                  </a:lnTo>
                  <a:lnTo>
                    <a:pt x="934" y="1353"/>
                  </a:lnTo>
                  <a:lnTo>
                    <a:pt x="1261" y="280"/>
                  </a:lnTo>
                  <a:lnTo>
                    <a:pt x="1307" y="187"/>
                  </a:lnTo>
                  <a:lnTo>
                    <a:pt x="1261" y="93"/>
                  </a:lnTo>
                  <a:lnTo>
                    <a:pt x="11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3" name="Google Shape;9643;p55"/>
            <p:cNvSpPr/>
            <p:nvPr/>
          </p:nvSpPr>
          <p:spPr>
            <a:xfrm>
              <a:off x="3454450" y="2862025"/>
              <a:ext cx="31525" cy="32700"/>
            </a:xfrm>
            <a:custGeom>
              <a:rect b="b" l="l" r="r" t="t"/>
              <a:pathLst>
                <a:path extrusionOk="0" h="1308" w="1261">
                  <a:moveTo>
                    <a:pt x="1" y="1"/>
                  </a:moveTo>
                  <a:lnTo>
                    <a:pt x="94" y="47"/>
                  </a:lnTo>
                  <a:lnTo>
                    <a:pt x="187" y="141"/>
                  </a:lnTo>
                  <a:lnTo>
                    <a:pt x="561" y="841"/>
                  </a:lnTo>
                  <a:lnTo>
                    <a:pt x="561" y="1028"/>
                  </a:lnTo>
                  <a:lnTo>
                    <a:pt x="514" y="1168"/>
                  </a:lnTo>
                  <a:lnTo>
                    <a:pt x="421" y="1308"/>
                  </a:lnTo>
                  <a:lnTo>
                    <a:pt x="1074" y="1308"/>
                  </a:lnTo>
                  <a:lnTo>
                    <a:pt x="1214" y="1168"/>
                  </a:lnTo>
                  <a:lnTo>
                    <a:pt x="1261" y="1028"/>
                  </a:lnTo>
                  <a:lnTo>
                    <a:pt x="1214" y="841"/>
                  </a:lnTo>
                  <a:lnTo>
                    <a:pt x="887" y="141"/>
                  </a:lnTo>
                  <a:lnTo>
                    <a:pt x="794"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47" name="Shape 9647"/>
        <p:cNvGrpSpPr/>
        <p:nvPr/>
      </p:nvGrpSpPr>
      <p:grpSpPr>
        <a:xfrm>
          <a:off x="0" y="0"/>
          <a:ext cx="0" cy="0"/>
          <a:chOff x="0" y="0"/>
          <a:chExt cx="0" cy="0"/>
        </a:xfrm>
      </p:grpSpPr>
      <p:sp>
        <p:nvSpPr>
          <p:cNvPr id="9648" name="Google Shape;9648;p56"/>
          <p:cNvSpPr/>
          <p:nvPr/>
        </p:nvSpPr>
        <p:spPr>
          <a:xfrm rot="-5400000">
            <a:off x="2302741" y="-680239"/>
            <a:ext cx="4538517" cy="6503979"/>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9" name="Google Shape;9649;p56"/>
          <p:cNvSpPr txBox="1"/>
          <p:nvPr>
            <p:ph type="title"/>
          </p:nvPr>
        </p:nvSpPr>
        <p:spPr>
          <a:xfrm>
            <a:off x="1487100" y="1699950"/>
            <a:ext cx="6169800" cy="1743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AWESOME WORDS</a:t>
            </a:r>
            <a:endParaRPr/>
          </a:p>
        </p:txBody>
      </p:sp>
      <p:grpSp>
        <p:nvGrpSpPr>
          <p:cNvPr id="9650" name="Google Shape;9650;p56"/>
          <p:cNvGrpSpPr/>
          <p:nvPr/>
        </p:nvGrpSpPr>
        <p:grpSpPr>
          <a:xfrm rot="1746615">
            <a:off x="4048366" y="-193218"/>
            <a:ext cx="1047275" cy="979617"/>
            <a:chOff x="-252624" y="1601574"/>
            <a:chExt cx="1047258" cy="979600"/>
          </a:xfrm>
        </p:grpSpPr>
        <p:sp>
          <p:nvSpPr>
            <p:cNvPr id="9651" name="Google Shape;9651;p56"/>
            <p:cNvSpPr/>
            <p:nvPr/>
          </p:nvSpPr>
          <p:spPr>
            <a:xfrm>
              <a:off x="534175" y="1698647"/>
              <a:ext cx="203734" cy="206468"/>
            </a:xfrm>
            <a:custGeom>
              <a:rect b="b" l="l" r="r" t="t"/>
              <a:pathLst>
                <a:path extrusionOk="0" h="5966" w="5887">
                  <a:moveTo>
                    <a:pt x="1719" y="1"/>
                  </a:moveTo>
                  <a:lnTo>
                    <a:pt x="1462" y="20"/>
                  </a:lnTo>
                  <a:lnTo>
                    <a:pt x="1205" y="40"/>
                  </a:lnTo>
                  <a:lnTo>
                    <a:pt x="988" y="60"/>
                  </a:lnTo>
                  <a:lnTo>
                    <a:pt x="791" y="99"/>
                  </a:lnTo>
                  <a:lnTo>
                    <a:pt x="455" y="198"/>
                  </a:lnTo>
                  <a:lnTo>
                    <a:pt x="218" y="297"/>
                  </a:lnTo>
                  <a:lnTo>
                    <a:pt x="0" y="396"/>
                  </a:lnTo>
                  <a:lnTo>
                    <a:pt x="4859" y="5966"/>
                  </a:lnTo>
                  <a:lnTo>
                    <a:pt x="4978" y="5808"/>
                  </a:lnTo>
                  <a:lnTo>
                    <a:pt x="5136" y="5591"/>
                  </a:lnTo>
                  <a:lnTo>
                    <a:pt x="5294" y="5294"/>
                  </a:lnTo>
                  <a:lnTo>
                    <a:pt x="5472" y="4978"/>
                  </a:lnTo>
                  <a:lnTo>
                    <a:pt x="5630" y="4603"/>
                  </a:lnTo>
                  <a:lnTo>
                    <a:pt x="5768" y="4208"/>
                  </a:lnTo>
                  <a:lnTo>
                    <a:pt x="5827" y="4010"/>
                  </a:lnTo>
                  <a:lnTo>
                    <a:pt x="5867" y="3813"/>
                  </a:lnTo>
                  <a:lnTo>
                    <a:pt x="5887" y="3615"/>
                  </a:lnTo>
                  <a:lnTo>
                    <a:pt x="5887" y="3418"/>
                  </a:lnTo>
                  <a:lnTo>
                    <a:pt x="5887" y="3220"/>
                  </a:lnTo>
                  <a:lnTo>
                    <a:pt x="5847" y="3003"/>
                  </a:lnTo>
                  <a:lnTo>
                    <a:pt x="5788" y="2766"/>
                  </a:lnTo>
                  <a:lnTo>
                    <a:pt x="5709" y="2529"/>
                  </a:lnTo>
                  <a:lnTo>
                    <a:pt x="5590" y="2292"/>
                  </a:lnTo>
                  <a:lnTo>
                    <a:pt x="5472" y="2035"/>
                  </a:lnTo>
                  <a:lnTo>
                    <a:pt x="5314" y="1798"/>
                  </a:lnTo>
                  <a:lnTo>
                    <a:pt x="5136" y="1561"/>
                  </a:lnTo>
                  <a:lnTo>
                    <a:pt x="4938" y="1324"/>
                  </a:lnTo>
                  <a:lnTo>
                    <a:pt x="4721" y="1087"/>
                  </a:lnTo>
                  <a:lnTo>
                    <a:pt x="4484" y="890"/>
                  </a:lnTo>
                  <a:lnTo>
                    <a:pt x="4227" y="692"/>
                  </a:lnTo>
                  <a:lnTo>
                    <a:pt x="3951" y="514"/>
                  </a:lnTo>
                  <a:lnTo>
                    <a:pt x="3655" y="356"/>
                  </a:lnTo>
                  <a:lnTo>
                    <a:pt x="3319" y="238"/>
                  </a:lnTo>
                  <a:lnTo>
                    <a:pt x="2983" y="139"/>
                  </a:lnTo>
                  <a:lnTo>
                    <a:pt x="2647" y="80"/>
                  </a:lnTo>
                  <a:lnTo>
                    <a:pt x="2311" y="40"/>
                  </a:lnTo>
                  <a:lnTo>
                    <a:pt x="20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2" name="Google Shape;9652;p56"/>
            <p:cNvSpPr/>
            <p:nvPr/>
          </p:nvSpPr>
          <p:spPr>
            <a:xfrm>
              <a:off x="-186316" y="2276933"/>
              <a:ext cx="200343" cy="205811"/>
            </a:xfrm>
            <a:custGeom>
              <a:rect b="b" l="l" r="r" t="t"/>
              <a:pathLst>
                <a:path extrusionOk="0" h="5947" w="5789">
                  <a:moveTo>
                    <a:pt x="1107" y="1"/>
                  </a:moveTo>
                  <a:lnTo>
                    <a:pt x="1048" y="60"/>
                  </a:lnTo>
                  <a:lnTo>
                    <a:pt x="890" y="258"/>
                  </a:lnTo>
                  <a:lnTo>
                    <a:pt x="672" y="574"/>
                  </a:lnTo>
                  <a:lnTo>
                    <a:pt x="554" y="771"/>
                  </a:lnTo>
                  <a:lnTo>
                    <a:pt x="435" y="1008"/>
                  </a:lnTo>
                  <a:lnTo>
                    <a:pt x="317" y="1245"/>
                  </a:lnTo>
                  <a:lnTo>
                    <a:pt x="218" y="1502"/>
                  </a:lnTo>
                  <a:lnTo>
                    <a:pt x="139" y="1798"/>
                  </a:lnTo>
                  <a:lnTo>
                    <a:pt x="60" y="2095"/>
                  </a:lnTo>
                  <a:lnTo>
                    <a:pt x="21" y="2411"/>
                  </a:lnTo>
                  <a:lnTo>
                    <a:pt x="1" y="2746"/>
                  </a:lnTo>
                  <a:lnTo>
                    <a:pt x="21" y="3102"/>
                  </a:lnTo>
                  <a:lnTo>
                    <a:pt x="80" y="3458"/>
                  </a:lnTo>
                  <a:lnTo>
                    <a:pt x="179" y="3813"/>
                  </a:lnTo>
                  <a:lnTo>
                    <a:pt x="297" y="4129"/>
                  </a:lnTo>
                  <a:lnTo>
                    <a:pt x="455" y="4406"/>
                  </a:lnTo>
                  <a:lnTo>
                    <a:pt x="653" y="4662"/>
                  </a:lnTo>
                  <a:lnTo>
                    <a:pt x="850" y="4899"/>
                  </a:lnTo>
                  <a:lnTo>
                    <a:pt x="1067" y="5097"/>
                  </a:lnTo>
                  <a:lnTo>
                    <a:pt x="1304" y="5275"/>
                  </a:lnTo>
                  <a:lnTo>
                    <a:pt x="1561" y="5433"/>
                  </a:lnTo>
                  <a:lnTo>
                    <a:pt x="1818" y="5551"/>
                  </a:lnTo>
                  <a:lnTo>
                    <a:pt x="2095" y="5670"/>
                  </a:lnTo>
                  <a:lnTo>
                    <a:pt x="2351" y="5769"/>
                  </a:lnTo>
                  <a:lnTo>
                    <a:pt x="2628" y="5828"/>
                  </a:lnTo>
                  <a:lnTo>
                    <a:pt x="2885" y="5887"/>
                  </a:lnTo>
                  <a:lnTo>
                    <a:pt x="3141" y="5927"/>
                  </a:lnTo>
                  <a:lnTo>
                    <a:pt x="3378" y="5946"/>
                  </a:lnTo>
                  <a:lnTo>
                    <a:pt x="3596" y="5946"/>
                  </a:lnTo>
                  <a:lnTo>
                    <a:pt x="4030" y="5927"/>
                  </a:lnTo>
                  <a:lnTo>
                    <a:pt x="4425" y="5887"/>
                  </a:lnTo>
                  <a:lnTo>
                    <a:pt x="4801" y="5808"/>
                  </a:lnTo>
                  <a:lnTo>
                    <a:pt x="5117" y="5729"/>
                  </a:lnTo>
                  <a:lnTo>
                    <a:pt x="5610" y="5591"/>
                  </a:lnTo>
                  <a:lnTo>
                    <a:pt x="5788" y="5512"/>
                  </a:lnTo>
                  <a:lnTo>
                    <a:pt x="11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3" name="Google Shape;9653;p56"/>
            <p:cNvSpPr/>
            <p:nvPr/>
          </p:nvSpPr>
          <p:spPr>
            <a:xfrm>
              <a:off x="-243730" y="1601574"/>
              <a:ext cx="1038363" cy="979600"/>
            </a:xfrm>
            <a:custGeom>
              <a:rect b="b" l="l" r="r" t="t"/>
              <a:pathLst>
                <a:path extrusionOk="0" h="28306" w="30004">
                  <a:moveTo>
                    <a:pt x="18034" y="1"/>
                  </a:moveTo>
                  <a:lnTo>
                    <a:pt x="17837" y="21"/>
                  </a:lnTo>
                  <a:lnTo>
                    <a:pt x="17461" y="80"/>
                  </a:lnTo>
                  <a:lnTo>
                    <a:pt x="17066" y="159"/>
                  </a:lnTo>
                  <a:lnTo>
                    <a:pt x="16691" y="277"/>
                  </a:lnTo>
                  <a:lnTo>
                    <a:pt x="16336" y="435"/>
                  </a:lnTo>
                  <a:lnTo>
                    <a:pt x="15980" y="613"/>
                  </a:lnTo>
                  <a:lnTo>
                    <a:pt x="15644" y="811"/>
                  </a:lnTo>
                  <a:lnTo>
                    <a:pt x="15308" y="1008"/>
                  </a:lnTo>
                  <a:lnTo>
                    <a:pt x="14992" y="1206"/>
                  </a:lnTo>
                  <a:lnTo>
                    <a:pt x="14420" y="1621"/>
                  </a:lnTo>
                  <a:lnTo>
                    <a:pt x="14044" y="1897"/>
                  </a:lnTo>
                  <a:lnTo>
                    <a:pt x="13491" y="2332"/>
                  </a:lnTo>
                  <a:lnTo>
                    <a:pt x="11951" y="3576"/>
                  </a:lnTo>
                  <a:lnTo>
                    <a:pt x="10015" y="5176"/>
                  </a:lnTo>
                  <a:lnTo>
                    <a:pt x="7882" y="6934"/>
                  </a:lnTo>
                  <a:lnTo>
                    <a:pt x="3892" y="10292"/>
                  </a:lnTo>
                  <a:lnTo>
                    <a:pt x="2450" y="11536"/>
                  </a:lnTo>
                  <a:lnTo>
                    <a:pt x="1660" y="12227"/>
                  </a:lnTo>
                  <a:lnTo>
                    <a:pt x="1245" y="12642"/>
                  </a:lnTo>
                  <a:lnTo>
                    <a:pt x="1028" y="12859"/>
                  </a:lnTo>
                  <a:lnTo>
                    <a:pt x="830" y="13116"/>
                  </a:lnTo>
                  <a:lnTo>
                    <a:pt x="633" y="13373"/>
                  </a:lnTo>
                  <a:lnTo>
                    <a:pt x="435" y="13650"/>
                  </a:lnTo>
                  <a:lnTo>
                    <a:pt x="277" y="13946"/>
                  </a:lnTo>
                  <a:lnTo>
                    <a:pt x="159" y="14282"/>
                  </a:lnTo>
                  <a:lnTo>
                    <a:pt x="60" y="14637"/>
                  </a:lnTo>
                  <a:lnTo>
                    <a:pt x="20" y="14815"/>
                  </a:lnTo>
                  <a:lnTo>
                    <a:pt x="1" y="15012"/>
                  </a:lnTo>
                  <a:lnTo>
                    <a:pt x="1" y="15190"/>
                  </a:lnTo>
                  <a:lnTo>
                    <a:pt x="1" y="15408"/>
                  </a:lnTo>
                  <a:lnTo>
                    <a:pt x="20" y="15605"/>
                  </a:lnTo>
                  <a:lnTo>
                    <a:pt x="60" y="15822"/>
                  </a:lnTo>
                  <a:lnTo>
                    <a:pt x="99" y="16059"/>
                  </a:lnTo>
                  <a:lnTo>
                    <a:pt x="159" y="16277"/>
                  </a:lnTo>
                  <a:lnTo>
                    <a:pt x="257" y="16514"/>
                  </a:lnTo>
                  <a:lnTo>
                    <a:pt x="356" y="16770"/>
                  </a:lnTo>
                  <a:lnTo>
                    <a:pt x="455" y="17027"/>
                  </a:lnTo>
                  <a:lnTo>
                    <a:pt x="593" y="17284"/>
                  </a:lnTo>
                  <a:lnTo>
                    <a:pt x="751" y="17560"/>
                  </a:lnTo>
                  <a:lnTo>
                    <a:pt x="929" y="17837"/>
                  </a:lnTo>
                  <a:lnTo>
                    <a:pt x="1344" y="18430"/>
                  </a:lnTo>
                  <a:lnTo>
                    <a:pt x="1818" y="19081"/>
                  </a:lnTo>
                  <a:lnTo>
                    <a:pt x="2351" y="19773"/>
                  </a:lnTo>
                  <a:lnTo>
                    <a:pt x="2924" y="20504"/>
                  </a:lnTo>
                  <a:lnTo>
                    <a:pt x="4168" y="22005"/>
                  </a:lnTo>
                  <a:lnTo>
                    <a:pt x="5432" y="23486"/>
                  </a:lnTo>
                  <a:lnTo>
                    <a:pt x="6657" y="24869"/>
                  </a:lnTo>
                  <a:lnTo>
                    <a:pt x="7704" y="26034"/>
                  </a:lnTo>
                  <a:lnTo>
                    <a:pt x="8534" y="26883"/>
                  </a:lnTo>
                  <a:lnTo>
                    <a:pt x="8830" y="27160"/>
                  </a:lnTo>
                  <a:lnTo>
                    <a:pt x="9027" y="27338"/>
                  </a:lnTo>
                  <a:lnTo>
                    <a:pt x="9383" y="27595"/>
                  </a:lnTo>
                  <a:lnTo>
                    <a:pt x="9600" y="27713"/>
                  </a:lnTo>
                  <a:lnTo>
                    <a:pt x="9857" y="27851"/>
                  </a:lnTo>
                  <a:lnTo>
                    <a:pt x="10133" y="27970"/>
                  </a:lnTo>
                  <a:lnTo>
                    <a:pt x="10449" y="28088"/>
                  </a:lnTo>
                  <a:lnTo>
                    <a:pt x="10785" y="28167"/>
                  </a:lnTo>
                  <a:lnTo>
                    <a:pt x="11141" y="28246"/>
                  </a:lnTo>
                  <a:lnTo>
                    <a:pt x="11516" y="28286"/>
                  </a:lnTo>
                  <a:lnTo>
                    <a:pt x="11911" y="28306"/>
                  </a:lnTo>
                  <a:lnTo>
                    <a:pt x="12346" y="28266"/>
                  </a:lnTo>
                  <a:lnTo>
                    <a:pt x="12780" y="28187"/>
                  </a:lnTo>
                  <a:lnTo>
                    <a:pt x="12997" y="28128"/>
                  </a:lnTo>
                  <a:lnTo>
                    <a:pt x="13235" y="28069"/>
                  </a:lnTo>
                  <a:lnTo>
                    <a:pt x="13452" y="27990"/>
                  </a:lnTo>
                  <a:lnTo>
                    <a:pt x="13689" y="27891"/>
                  </a:lnTo>
                  <a:lnTo>
                    <a:pt x="13926" y="27772"/>
                  </a:lnTo>
                  <a:lnTo>
                    <a:pt x="14163" y="27654"/>
                  </a:lnTo>
                  <a:lnTo>
                    <a:pt x="14420" y="27496"/>
                  </a:lnTo>
                  <a:lnTo>
                    <a:pt x="14657" y="27338"/>
                  </a:lnTo>
                  <a:lnTo>
                    <a:pt x="15229" y="26923"/>
                  </a:lnTo>
                  <a:lnTo>
                    <a:pt x="15960" y="26370"/>
                  </a:lnTo>
                  <a:lnTo>
                    <a:pt x="16790" y="25718"/>
                  </a:lnTo>
                  <a:lnTo>
                    <a:pt x="17718" y="24968"/>
                  </a:lnTo>
                  <a:lnTo>
                    <a:pt x="19772" y="23269"/>
                  </a:lnTo>
                  <a:lnTo>
                    <a:pt x="21945" y="21471"/>
                  </a:lnTo>
                  <a:lnTo>
                    <a:pt x="23999" y="19713"/>
                  </a:lnTo>
                  <a:lnTo>
                    <a:pt x="25797" y="18173"/>
                  </a:lnTo>
                  <a:lnTo>
                    <a:pt x="27120" y="17027"/>
                  </a:lnTo>
                  <a:lnTo>
                    <a:pt x="27772" y="16415"/>
                  </a:lnTo>
                  <a:lnTo>
                    <a:pt x="28128" y="16099"/>
                  </a:lnTo>
                  <a:lnTo>
                    <a:pt x="28582" y="15645"/>
                  </a:lnTo>
                  <a:lnTo>
                    <a:pt x="28839" y="15388"/>
                  </a:lnTo>
                  <a:lnTo>
                    <a:pt x="29076" y="15111"/>
                  </a:lnTo>
                  <a:lnTo>
                    <a:pt x="29313" y="14795"/>
                  </a:lnTo>
                  <a:lnTo>
                    <a:pt x="29530" y="14479"/>
                  </a:lnTo>
                  <a:lnTo>
                    <a:pt x="29708" y="14124"/>
                  </a:lnTo>
                  <a:lnTo>
                    <a:pt x="29787" y="13926"/>
                  </a:lnTo>
                  <a:lnTo>
                    <a:pt x="29846" y="13729"/>
                  </a:lnTo>
                  <a:lnTo>
                    <a:pt x="29905" y="13531"/>
                  </a:lnTo>
                  <a:lnTo>
                    <a:pt x="29945" y="13334"/>
                  </a:lnTo>
                  <a:lnTo>
                    <a:pt x="29984" y="13136"/>
                  </a:lnTo>
                  <a:lnTo>
                    <a:pt x="30004" y="12919"/>
                  </a:lnTo>
                  <a:lnTo>
                    <a:pt x="29984" y="12701"/>
                  </a:lnTo>
                  <a:lnTo>
                    <a:pt x="29964" y="12464"/>
                  </a:lnTo>
                  <a:lnTo>
                    <a:pt x="29925" y="12247"/>
                  </a:lnTo>
                  <a:lnTo>
                    <a:pt x="29866" y="12010"/>
                  </a:lnTo>
                  <a:lnTo>
                    <a:pt x="29787" y="11773"/>
                  </a:lnTo>
                  <a:lnTo>
                    <a:pt x="29688" y="11516"/>
                  </a:lnTo>
                  <a:lnTo>
                    <a:pt x="29550" y="11279"/>
                  </a:lnTo>
                  <a:lnTo>
                    <a:pt x="29411" y="11023"/>
                  </a:lnTo>
                  <a:lnTo>
                    <a:pt x="28977" y="10390"/>
                  </a:lnTo>
                  <a:lnTo>
                    <a:pt x="28503" y="9739"/>
                  </a:lnTo>
                  <a:lnTo>
                    <a:pt x="27989" y="9028"/>
                  </a:lnTo>
                  <a:lnTo>
                    <a:pt x="27416" y="8317"/>
                  </a:lnTo>
                  <a:lnTo>
                    <a:pt x="26824" y="7586"/>
                  </a:lnTo>
                  <a:lnTo>
                    <a:pt x="26212" y="6855"/>
                  </a:lnTo>
                  <a:lnTo>
                    <a:pt x="25560" y="6104"/>
                  </a:lnTo>
                  <a:lnTo>
                    <a:pt x="24908" y="5373"/>
                  </a:lnTo>
                  <a:lnTo>
                    <a:pt x="24256" y="4662"/>
                  </a:lnTo>
                  <a:lnTo>
                    <a:pt x="23624" y="3991"/>
                  </a:lnTo>
                  <a:lnTo>
                    <a:pt x="22992" y="3339"/>
                  </a:lnTo>
                  <a:lnTo>
                    <a:pt x="22380" y="2707"/>
                  </a:lnTo>
                  <a:lnTo>
                    <a:pt x="21787" y="2154"/>
                  </a:lnTo>
                  <a:lnTo>
                    <a:pt x="21254" y="1640"/>
                  </a:lnTo>
                  <a:lnTo>
                    <a:pt x="20740" y="1206"/>
                  </a:lnTo>
                  <a:lnTo>
                    <a:pt x="20306" y="830"/>
                  </a:lnTo>
                  <a:lnTo>
                    <a:pt x="20088" y="672"/>
                  </a:lnTo>
                  <a:lnTo>
                    <a:pt x="19891" y="534"/>
                  </a:lnTo>
                  <a:lnTo>
                    <a:pt x="19674" y="416"/>
                  </a:lnTo>
                  <a:lnTo>
                    <a:pt x="19476" y="317"/>
                  </a:lnTo>
                  <a:lnTo>
                    <a:pt x="19259" y="218"/>
                  </a:lnTo>
                  <a:lnTo>
                    <a:pt x="19061" y="159"/>
                  </a:lnTo>
                  <a:lnTo>
                    <a:pt x="18844" y="100"/>
                  </a:lnTo>
                  <a:lnTo>
                    <a:pt x="18647" y="60"/>
                  </a:lnTo>
                  <a:lnTo>
                    <a:pt x="18449" y="21"/>
                  </a:lnTo>
                  <a:lnTo>
                    <a:pt x="18252" y="21"/>
                  </a:lnTo>
                  <a:lnTo>
                    <a:pt x="18034" y="1"/>
                  </a:lnTo>
                  <a:close/>
                </a:path>
              </a:pathLst>
            </a:custGeom>
            <a:solidFill>
              <a:schemeClr val="dk1"/>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4" name="Google Shape;9654;p56"/>
            <p:cNvSpPr/>
            <p:nvPr/>
          </p:nvSpPr>
          <p:spPr>
            <a:xfrm>
              <a:off x="-194518" y="1657637"/>
              <a:ext cx="924228" cy="877750"/>
            </a:xfrm>
            <a:custGeom>
              <a:rect b="b" l="l" r="r" t="t"/>
              <a:pathLst>
                <a:path extrusionOk="0" h="25363" w="26706">
                  <a:moveTo>
                    <a:pt x="16197" y="1"/>
                  </a:moveTo>
                  <a:lnTo>
                    <a:pt x="15941" y="40"/>
                  </a:lnTo>
                  <a:lnTo>
                    <a:pt x="15684" y="99"/>
                  </a:lnTo>
                  <a:lnTo>
                    <a:pt x="15427" y="178"/>
                  </a:lnTo>
                  <a:lnTo>
                    <a:pt x="15170" y="297"/>
                  </a:lnTo>
                  <a:lnTo>
                    <a:pt x="14933" y="415"/>
                  </a:lnTo>
                  <a:lnTo>
                    <a:pt x="14677" y="573"/>
                  </a:lnTo>
                  <a:lnTo>
                    <a:pt x="14420" y="731"/>
                  </a:lnTo>
                  <a:lnTo>
                    <a:pt x="13886" y="1107"/>
                  </a:lnTo>
                  <a:lnTo>
                    <a:pt x="13294" y="1521"/>
                  </a:lnTo>
                  <a:lnTo>
                    <a:pt x="12899" y="1798"/>
                  </a:lnTo>
                  <a:lnTo>
                    <a:pt x="12346" y="2233"/>
                  </a:lnTo>
                  <a:lnTo>
                    <a:pt x="10825" y="3437"/>
                  </a:lnTo>
                  <a:lnTo>
                    <a:pt x="8929" y="4939"/>
                  </a:lnTo>
                  <a:lnTo>
                    <a:pt x="6875" y="6598"/>
                  </a:lnTo>
                  <a:lnTo>
                    <a:pt x="4860" y="8257"/>
                  </a:lnTo>
                  <a:lnTo>
                    <a:pt x="3082" y="9758"/>
                  </a:lnTo>
                  <a:lnTo>
                    <a:pt x="1719" y="10923"/>
                  </a:lnTo>
                  <a:lnTo>
                    <a:pt x="1265" y="11318"/>
                  </a:lnTo>
                  <a:lnTo>
                    <a:pt x="988" y="11575"/>
                  </a:lnTo>
                  <a:lnTo>
                    <a:pt x="692" y="11891"/>
                  </a:lnTo>
                  <a:lnTo>
                    <a:pt x="475" y="12207"/>
                  </a:lnTo>
                  <a:lnTo>
                    <a:pt x="297" y="12504"/>
                  </a:lnTo>
                  <a:lnTo>
                    <a:pt x="159" y="12780"/>
                  </a:lnTo>
                  <a:lnTo>
                    <a:pt x="60" y="13076"/>
                  </a:lnTo>
                  <a:lnTo>
                    <a:pt x="21" y="13353"/>
                  </a:lnTo>
                  <a:lnTo>
                    <a:pt x="1" y="13629"/>
                  </a:lnTo>
                  <a:lnTo>
                    <a:pt x="21" y="13926"/>
                  </a:lnTo>
                  <a:lnTo>
                    <a:pt x="80" y="14202"/>
                  </a:lnTo>
                  <a:lnTo>
                    <a:pt x="179" y="14479"/>
                  </a:lnTo>
                  <a:lnTo>
                    <a:pt x="297" y="14775"/>
                  </a:lnTo>
                  <a:lnTo>
                    <a:pt x="455" y="15071"/>
                  </a:lnTo>
                  <a:lnTo>
                    <a:pt x="633" y="15387"/>
                  </a:lnTo>
                  <a:lnTo>
                    <a:pt x="830" y="15703"/>
                  </a:lnTo>
                  <a:lnTo>
                    <a:pt x="1285" y="16375"/>
                  </a:lnTo>
                  <a:lnTo>
                    <a:pt x="1818" y="17066"/>
                  </a:lnTo>
                  <a:lnTo>
                    <a:pt x="2667" y="18113"/>
                  </a:lnTo>
                  <a:lnTo>
                    <a:pt x="3734" y="19397"/>
                  </a:lnTo>
                  <a:lnTo>
                    <a:pt x="4880" y="20760"/>
                  </a:lnTo>
                  <a:lnTo>
                    <a:pt x="7013" y="23249"/>
                  </a:lnTo>
                  <a:lnTo>
                    <a:pt x="7763" y="24098"/>
                  </a:lnTo>
                  <a:lnTo>
                    <a:pt x="8139" y="24513"/>
                  </a:lnTo>
                  <a:lnTo>
                    <a:pt x="8356" y="24691"/>
                  </a:lnTo>
                  <a:lnTo>
                    <a:pt x="8514" y="24809"/>
                  </a:lnTo>
                  <a:lnTo>
                    <a:pt x="8711" y="24928"/>
                  </a:lnTo>
                  <a:lnTo>
                    <a:pt x="8929" y="25046"/>
                  </a:lnTo>
                  <a:lnTo>
                    <a:pt x="9185" y="25165"/>
                  </a:lnTo>
                  <a:lnTo>
                    <a:pt x="9462" y="25263"/>
                  </a:lnTo>
                  <a:lnTo>
                    <a:pt x="9778" y="25323"/>
                  </a:lnTo>
                  <a:lnTo>
                    <a:pt x="10114" y="25362"/>
                  </a:lnTo>
                  <a:lnTo>
                    <a:pt x="10489" y="25342"/>
                  </a:lnTo>
                  <a:lnTo>
                    <a:pt x="10706" y="25323"/>
                  </a:lnTo>
                  <a:lnTo>
                    <a:pt x="10904" y="25283"/>
                  </a:lnTo>
                  <a:lnTo>
                    <a:pt x="11121" y="25244"/>
                  </a:lnTo>
                  <a:lnTo>
                    <a:pt x="11338" y="25165"/>
                  </a:lnTo>
                  <a:lnTo>
                    <a:pt x="11575" y="25086"/>
                  </a:lnTo>
                  <a:lnTo>
                    <a:pt x="11813" y="24987"/>
                  </a:lnTo>
                  <a:lnTo>
                    <a:pt x="12069" y="24868"/>
                  </a:lnTo>
                  <a:lnTo>
                    <a:pt x="12326" y="24730"/>
                  </a:lnTo>
                  <a:lnTo>
                    <a:pt x="12583" y="24572"/>
                  </a:lnTo>
                  <a:lnTo>
                    <a:pt x="12859" y="24394"/>
                  </a:lnTo>
                  <a:lnTo>
                    <a:pt x="13136" y="24197"/>
                  </a:lnTo>
                  <a:lnTo>
                    <a:pt x="13412" y="23960"/>
                  </a:lnTo>
                  <a:lnTo>
                    <a:pt x="15032" y="22577"/>
                  </a:lnTo>
                  <a:lnTo>
                    <a:pt x="18686" y="19437"/>
                  </a:lnTo>
                  <a:lnTo>
                    <a:pt x="20721" y="17659"/>
                  </a:lnTo>
                  <a:lnTo>
                    <a:pt x="22597" y="16019"/>
                  </a:lnTo>
                  <a:lnTo>
                    <a:pt x="24098" y="14676"/>
                  </a:lnTo>
                  <a:lnTo>
                    <a:pt x="24632" y="14183"/>
                  </a:lnTo>
                  <a:lnTo>
                    <a:pt x="24987" y="13847"/>
                  </a:lnTo>
                  <a:lnTo>
                    <a:pt x="25501" y="13333"/>
                  </a:lnTo>
                  <a:lnTo>
                    <a:pt x="25915" y="12859"/>
                  </a:lnTo>
                  <a:lnTo>
                    <a:pt x="26093" y="12622"/>
                  </a:lnTo>
                  <a:lnTo>
                    <a:pt x="26271" y="12405"/>
                  </a:lnTo>
                  <a:lnTo>
                    <a:pt x="26409" y="12168"/>
                  </a:lnTo>
                  <a:lnTo>
                    <a:pt x="26528" y="11951"/>
                  </a:lnTo>
                  <a:lnTo>
                    <a:pt x="26607" y="11714"/>
                  </a:lnTo>
                  <a:lnTo>
                    <a:pt x="26666" y="11477"/>
                  </a:lnTo>
                  <a:lnTo>
                    <a:pt x="26706" y="11239"/>
                  </a:lnTo>
                  <a:lnTo>
                    <a:pt x="26706" y="11002"/>
                  </a:lnTo>
                  <a:lnTo>
                    <a:pt x="26686" y="10746"/>
                  </a:lnTo>
                  <a:lnTo>
                    <a:pt x="26627" y="10469"/>
                  </a:lnTo>
                  <a:lnTo>
                    <a:pt x="26528" y="10193"/>
                  </a:lnTo>
                  <a:lnTo>
                    <a:pt x="26409" y="9877"/>
                  </a:lnTo>
                  <a:lnTo>
                    <a:pt x="26192" y="9521"/>
                  </a:lnTo>
                  <a:lnTo>
                    <a:pt x="25876" y="9027"/>
                  </a:lnTo>
                  <a:lnTo>
                    <a:pt x="25461" y="8454"/>
                  </a:lnTo>
                  <a:lnTo>
                    <a:pt x="24948" y="7803"/>
                  </a:lnTo>
                  <a:lnTo>
                    <a:pt x="24375" y="7072"/>
                  </a:lnTo>
                  <a:lnTo>
                    <a:pt x="23762" y="6321"/>
                  </a:lnTo>
                  <a:lnTo>
                    <a:pt x="23091" y="5531"/>
                  </a:lnTo>
                  <a:lnTo>
                    <a:pt x="22400" y="4741"/>
                  </a:lnTo>
                  <a:lnTo>
                    <a:pt x="21689" y="3951"/>
                  </a:lnTo>
                  <a:lnTo>
                    <a:pt x="20997" y="3200"/>
                  </a:lnTo>
                  <a:lnTo>
                    <a:pt x="20306" y="2489"/>
                  </a:lnTo>
                  <a:lnTo>
                    <a:pt x="19674" y="1857"/>
                  </a:lnTo>
                  <a:lnTo>
                    <a:pt x="19081" y="1304"/>
                  </a:lnTo>
                  <a:lnTo>
                    <a:pt x="18548" y="850"/>
                  </a:lnTo>
                  <a:lnTo>
                    <a:pt x="18311" y="652"/>
                  </a:lnTo>
                  <a:lnTo>
                    <a:pt x="18094" y="494"/>
                  </a:lnTo>
                  <a:lnTo>
                    <a:pt x="17896" y="376"/>
                  </a:lnTo>
                  <a:lnTo>
                    <a:pt x="17738" y="297"/>
                  </a:lnTo>
                  <a:lnTo>
                    <a:pt x="17383" y="178"/>
                  </a:lnTo>
                  <a:lnTo>
                    <a:pt x="17067" y="80"/>
                  </a:lnTo>
                  <a:lnTo>
                    <a:pt x="16770" y="20"/>
                  </a:lnTo>
                  <a:lnTo>
                    <a:pt x="164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5" name="Google Shape;9655;p56"/>
            <p:cNvSpPr/>
            <p:nvPr/>
          </p:nvSpPr>
          <p:spPr>
            <a:xfrm>
              <a:off x="283998" y="1871579"/>
              <a:ext cx="192798" cy="193491"/>
            </a:xfrm>
            <a:custGeom>
              <a:rect b="b" l="l" r="r" t="t"/>
              <a:pathLst>
                <a:path extrusionOk="0" h="5591" w="5571">
                  <a:moveTo>
                    <a:pt x="2153" y="1"/>
                  </a:moveTo>
                  <a:lnTo>
                    <a:pt x="1916" y="21"/>
                  </a:lnTo>
                  <a:lnTo>
                    <a:pt x="1699" y="60"/>
                  </a:lnTo>
                  <a:lnTo>
                    <a:pt x="1501" y="100"/>
                  </a:lnTo>
                  <a:lnTo>
                    <a:pt x="1304" y="179"/>
                  </a:lnTo>
                  <a:lnTo>
                    <a:pt x="1126" y="258"/>
                  </a:lnTo>
                  <a:lnTo>
                    <a:pt x="968" y="376"/>
                  </a:lnTo>
                  <a:lnTo>
                    <a:pt x="810" y="495"/>
                  </a:lnTo>
                  <a:lnTo>
                    <a:pt x="672" y="653"/>
                  </a:lnTo>
                  <a:lnTo>
                    <a:pt x="534" y="811"/>
                  </a:lnTo>
                  <a:lnTo>
                    <a:pt x="415" y="989"/>
                  </a:lnTo>
                  <a:lnTo>
                    <a:pt x="316" y="1186"/>
                  </a:lnTo>
                  <a:lnTo>
                    <a:pt x="217" y="1384"/>
                  </a:lnTo>
                  <a:lnTo>
                    <a:pt x="138" y="1601"/>
                  </a:lnTo>
                  <a:lnTo>
                    <a:pt x="79" y="1838"/>
                  </a:lnTo>
                  <a:lnTo>
                    <a:pt x="40" y="2075"/>
                  </a:lnTo>
                  <a:lnTo>
                    <a:pt x="0" y="2332"/>
                  </a:lnTo>
                  <a:lnTo>
                    <a:pt x="0" y="2588"/>
                  </a:lnTo>
                  <a:lnTo>
                    <a:pt x="20" y="2845"/>
                  </a:lnTo>
                  <a:lnTo>
                    <a:pt x="59" y="3122"/>
                  </a:lnTo>
                  <a:lnTo>
                    <a:pt x="138" y="3398"/>
                  </a:lnTo>
                  <a:lnTo>
                    <a:pt x="217" y="3675"/>
                  </a:lnTo>
                  <a:lnTo>
                    <a:pt x="336" y="3971"/>
                  </a:lnTo>
                  <a:lnTo>
                    <a:pt x="474" y="4228"/>
                  </a:lnTo>
                  <a:lnTo>
                    <a:pt x="613" y="4485"/>
                  </a:lnTo>
                  <a:lnTo>
                    <a:pt x="771" y="4682"/>
                  </a:lnTo>
                  <a:lnTo>
                    <a:pt x="948" y="4880"/>
                  </a:lnTo>
                  <a:lnTo>
                    <a:pt x="1126" y="5038"/>
                  </a:lnTo>
                  <a:lnTo>
                    <a:pt x="1304" y="5156"/>
                  </a:lnTo>
                  <a:lnTo>
                    <a:pt x="1501" y="5275"/>
                  </a:lnTo>
                  <a:lnTo>
                    <a:pt x="1699" y="5374"/>
                  </a:lnTo>
                  <a:lnTo>
                    <a:pt x="1896" y="5433"/>
                  </a:lnTo>
                  <a:lnTo>
                    <a:pt x="2094" y="5492"/>
                  </a:lnTo>
                  <a:lnTo>
                    <a:pt x="2291" y="5532"/>
                  </a:lnTo>
                  <a:lnTo>
                    <a:pt x="2509" y="5571"/>
                  </a:lnTo>
                  <a:lnTo>
                    <a:pt x="2924" y="5591"/>
                  </a:lnTo>
                  <a:lnTo>
                    <a:pt x="3319" y="5591"/>
                  </a:lnTo>
                  <a:lnTo>
                    <a:pt x="3516" y="5551"/>
                  </a:lnTo>
                  <a:lnTo>
                    <a:pt x="3714" y="5512"/>
                  </a:lnTo>
                  <a:lnTo>
                    <a:pt x="3911" y="5433"/>
                  </a:lnTo>
                  <a:lnTo>
                    <a:pt x="4089" y="5334"/>
                  </a:lnTo>
                  <a:lnTo>
                    <a:pt x="4267" y="5216"/>
                  </a:lnTo>
                  <a:lnTo>
                    <a:pt x="4444" y="5097"/>
                  </a:lnTo>
                  <a:lnTo>
                    <a:pt x="4760" y="4801"/>
                  </a:lnTo>
                  <a:lnTo>
                    <a:pt x="5037" y="4524"/>
                  </a:lnTo>
                  <a:lnTo>
                    <a:pt x="5254" y="4248"/>
                  </a:lnTo>
                  <a:lnTo>
                    <a:pt x="5511" y="3912"/>
                  </a:lnTo>
                  <a:lnTo>
                    <a:pt x="5531" y="3853"/>
                  </a:lnTo>
                  <a:lnTo>
                    <a:pt x="5551" y="3655"/>
                  </a:lnTo>
                  <a:lnTo>
                    <a:pt x="5570" y="3379"/>
                  </a:lnTo>
                  <a:lnTo>
                    <a:pt x="5570" y="3201"/>
                  </a:lnTo>
                  <a:lnTo>
                    <a:pt x="5551" y="3023"/>
                  </a:lnTo>
                  <a:lnTo>
                    <a:pt x="5531" y="2806"/>
                  </a:lnTo>
                  <a:lnTo>
                    <a:pt x="5472" y="2588"/>
                  </a:lnTo>
                  <a:lnTo>
                    <a:pt x="5412" y="2371"/>
                  </a:lnTo>
                  <a:lnTo>
                    <a:pt x="5314" y="2134"/>
                  </a:lnTo>
                  <a:lnTo>
                    <a:pt x="5175" y="1897"/>
                  </a:lnTo>
                  <a:lnTo>
                    <a:pt x="5037" y="1640"/>
                  </a:lnTo>
                  <a:lnTo>
                    <a:pt x="4839" y="1403"/>
                  </a:lnTo>
                  <a:lnTo>
                    <a:pt x="4602" y="1166"/>
                  </a:lnTo>
                  <a:lnTo>
                    <a:pt x="4365" y="949"/>
                  </a:lnTo>
                  <a:lnTo>
                    <a:pt x="4109" y="732"/>
                  </a:lnTo>
                  <a:lnTo>
                    <a:pt x="3852" y="574"/>
                  </a:lnTo>
                  <a:lnTo>
                    <a:pt x="3595" y="416"/>
                  </a:lnTo>
                  <a:lnTo>
                    <a:pt x="3358" y="297"/>
                  </a:lnTo>
                  <a:lnTo>
                    <a:pt x="3101" y="198"/>
                  </a:lnTo>
                  <a:lnTo>
                    <a:pt x="2845" y="119"/>
                  </a:lnTo>
                  <a:lnTo>
                    <a:pt x="2607" y="60"/>
                  </a:lnTo>
                  <a:lnTo>
                    <a:pt x="2370" y="21"/>
                  </a:lnTo>
                  <a:lnTo>
                    <a:pt x="215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6" name="Google Shape;9656;p56"/>
            <p:cNvSpPr/>
            <p:nvPr/>
          </p:nvSpPr>
          <p:spPr>
            <a:xfrm>
              <a:off x="254582" y="1705499"/>
              <a:ext cx="236577" cy="168192"/>
            </a:xfrm>
            <a:custGeom>
              <a:rect b="b" l="l" r="r" t="t"/>
              <a:pathLst>
                <a:path extrusionOk="0" h="4860" w="6836">
                  <a:moveTo>
                    <a:pt x="2095" y="0"/>
                  </a:moveTo>
                  <a:lnTo>
                    <a:pt x="1759" y="59"/>
                  </a:lnTo>
                  <a:lnTo>
                    <a:pt x="1463" y="138"/>
                  </a:lnTo>
                  <a:lnTo>
                    <a:pt x="1166" y="257"/>
                  </a:lnTo>
                  <a:lnTo>
                    <a:pt x="929" y="395"/>
                  </a:lnTo>
                  <a:lnTo>
                    <a:pt x="692" y="553"/>
                  </a:lnTo>
                  <a:lnTo>
                    <a:pt x="514" y="751"/>
                  </a:lnTo>
                  <a:lnTo>
                    <a:pt x="337" y="948"/>
                  </a:lnTo>
                  <a:lnTo>
                    <a:pt x="218" y="1146"/>
                  </a:lnTo>
                  <a:lnTo>
                    <a:pt x="119" y="1363"/>
                  </a:lnTo>
                  <a:lnTo>
                    <a:pt x="60" y="1600"/>
                  </a:lnTo>
                  <a:lnTo>
                    <a:pt x="21" y="1817"/>
                  </a:lnTo>
                  <a:lnTo>
                    <a:pt x="1" y="2054"/>
                  </a:lnTo>
                  <a:lnTo>
                    <a:pt x="21" y="2291"/>
                  </a:lnTo>
                  <a:lnTo>
                    <a:pt x="80" y="2528"/>
                  </a:lnTo>
                  <a:lnTo>
                    <a:pt x="159" y="2765"/>
                  </a:lnTo>
                  <a:lnTo>
                    <a:pt x="277" y="2983"/>
                  </a:lnTo>
                  <a:lnTo>
                    <a:pt x="416" y="3220"/>
                  </a:lnTo>
                  <a:lnTo>
                    <a:pt x="593" y="3437"/>
                  </a:lnTo>
                  <a:lnTo>
                    <a:pt x="811" y="3635"/>
                  </a:lnTo>
                  <a:lnTo>
                    <a:pt x="1048" y="3852"/>
                  </a:lnTo>
                  <a:lnTo>
                    <a:pt x="1344" y="4030"/>
                  </a:lnTo>
                  <a:lnTo>
                    <a:pt x="1660" y="4207"/>
                  </a:lnTo>
                  <a:lnTo>
                    <a:pt x="2016" y="4385"/>
                  </a:lnTo>
                  <a:lnTo>
                    <a:pt x="2391" y="4523"/>
                  </a:lnTo>
                  <a:lnTo>
                    <a:pt x="2786" y="4642"/>
                  </a:lnTo>
                  <a:lnTo>
                    <a:pt x="3161" y="4741"/>
                  </a:lnTo>
                  <a:lnTo>
                    <a:pt x="3517" y="4800"/>
                  </a:lnTo>
                  <a:lnTo>
                    <a:pt x="3833" y="4839"/>
                  </a:lnTo>
                  <a:lnTo>
                    <a:pt x="4129" y="4859"/>
                  </a:lnTo>
                  <a:lnTo>
                    <a:pt x="4386" y="4839"/>
                  </a:lnTo>
                  <a:lnTo>
                    <a:pt x="4643" y="4820"/>
                  </a:lnTo>
                  <a:lnTo>
                    <a:pt x="4860" y="4800"/>
                  </a:lnTo>
                  <a:lnTo>
                    <a:pt x="5057" y="4741"/>
                  </a:lnTo>
                  <a:lnTo>
                    <a:pt x="5215" y="4701"/>
                  </a:lnTo>
                  <a:lnTo>
                    <a:pt x="5472" y="4602"/>
                  </a:lnTo>
                  <a:lnTo>
                    <a:pt x="5630" y="4523"/>
                  </a:lnTo>
                  <a:lnTo>
                    <a:pt x="5670" y="4504"/>
                  </a:lnTo>
                  <a:lnTo>
                    <a:pt x="5788" y="4444"/>
                  </a:lnTo>
                  <a:lnTo>
                    <a:pt x="6045" y="4247"/>
                  </a:lnTo>
                  <a:lnTo>
                    <a:pt x="6203" y="4128"/>
                  </a:lnTo>
                  <a:lnTo>
                    <a:pt x="6361" y="3970"/>
                  </a:lnTo>
                  <a:lnTo>
                    <a:pt x="6519" y="3793"/>
                  </a:lnTo>
                  <a:lnTo>
                    <a:pt x="6657" y="3575"/>
                  </a:lnTo>
                  <a:lnTo>
                    <a:pt x="6756" y="3358"/>
                  </a:lnTo>
                  <a:lnTo>
                    <a:pt x="6796" y="3240"/>
                  </a:lnTo>
                  <a:lnTo>
                    <a:pt x="6815" y="3101"/>
                  </a:lnTo>
                  <a:lnTo>
                    <a:pt x="6835" y="2963"/>
                  </a:lnTo>
                  <a:lnTo>
                    <a:pt x="6815" y="2825"/>
                  </a:lnTo>
                  <a:lnTo>
                    <a:pt x="6796" y="2686"/>
                  </a:lnTo>
                  <a:lnTo>
                    <a:pt x="6756" y="2548"/>
                  </a:lnTo>
                  <a:lnTo>
                    <a:pt x="6697" y="2390"/>
                  </a:lnTo>
                  <a:lnTo>
                    <a:pt x="6618" y="2232"/>
                  </a:lnTo>
                  <a:lnTo>
                    <a:pt x="6499" y="2074"/>
                  </a:lnTo>
                  <a:lnTo>
                    <a:pt x="6381" y="1896"/>
                  </a:lnTo>
                  <a:lnTo>
                    <a:pt x="6223" y="1738"/>
                  </a:lnTo>
                  <a:lnTo>
                    <a:pt x="6045" y="1561"/>
                  </a:lnTo>
                  <a:lnTo>
                    <a:pt x="5828" y="1383"/>
                  </a:lnTo>
                  <a:lnTo>
                    <a:pt x="5591" y="1205"/>
                  </a:lnTo>
                  <a:lnTo>
                    <a:pt x="5097" y="850"/>
                  </a:lnTo>
                  <a:lnTo>
                    <a:pt x="4603" y="593"/>
                  </a:lnTo>
                  <a:lnTo>
                    <a:pt x="4129" y="356"/>
                  </a:lnTo>
                  <a:lnTo>
                    <a:pt x="3675" y="198"/>
                  </a:lnTo>
                  <a:lnTo>
                    <a:pt x="3260" y="79"/>
                  </a:lnTo>
                  <a:lnTo>
                    <a:pt x="2845" y="20"/>
                  </a:lnTo>
                  <a:lnTo>
                    <a:pt x="24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7" name="Google Shape;9657;p56"/>
            <p:cNvSpPr/>
            <p:nvPr/>
          </p:nvSpPr>
          <p:spPr>
            <a:xfrm>
              <a:off x="480188" y="1885941"/>
              <a:ext cx="187988" cy="220138"/>
            </a:xfrm>
            <a:custGeom>
              <a:rect b="b" l="l" r="r" t="t"/>
              <a:pathLst>
                <a:path extrusionOk="0" h="6361" w="5432">
                  <a:moveTo>
                    <a:pt x="2923" y="1"/>
                  </a:moveTo>
                  <a:lnTo>
                    <a:pt x="2686" y="21"/>
                  </a:lnTo>
                  <a:lnTo>
                    <a:pt x="2489" y="40"/>
                  </a:lnTo>
                  <a:lnTo>
                    <a:pt x="2272" y="80"/>
                  </a:lnTo>
                  <a:lnTo>
                    <a:pt x="2094" y="119"/>
                  </a:lnTo>
                  <a:lnTo>
                    <a:pt x="1916" y="179"/>
                  </a:lnTo>
                  <a:lnTo>
                    <a:pt x="1738" y="238"/>
                  </a:lnTo>
                  <a:lnTo>
                    <a:pt x="1580" y="317"/>
                  </a:lnTo>
                  <a:lnTo>
                    <a:pt x="1422" y="396"/>
                  </a:lnTo>
                  <a:lnTo>
                    <a:pt x="1284" y="495"/>
                  </a:lnTo>
                  <a:lnTo>
                    <a:pt x="1027" y="692"/>
                  </a:lnTo>
                  <a:lnTo>
                    <a:pt x="810" y="929"/>
                  </a:lnTo>
                  <a:lnTo>
                    <a:pt x="612" y="1186"/>
                  </a:lnTo>
                  <a:lnTo>
                    <a:pt x="454" y="1443"/>
                  </a:lnTo>
                  <a:lnTo>
                    <a:pt x="316" y="1719"/>
                  </a:lnTo>
                  <a:lnTo>
                    <a:pt x="217" y="1976"/>
                  </a:lnTo>
                  <a:lnTo>
                    <a:pt x="119" y="2252"/>
                  </a:lnTo>
                  <a:lnTo>
                    <a:pt x="59" y="2509"/>
                  </a:lnTo>
                  <a:lnTo>
                    <a:pt x="20" y="2746"/>
                  </a:lnTo>
                  <a:lnTo>
                    <a:pt x="0" y="2964"/>
                  </a:lnTo>
                  <a:lnTo>
                    <a:pt x="0" y="3161"/>
                  </a:lnTo>
                  <a:lnTo>
                    <a:pt x="0" y="3556"/>
                  </a:lnTo>
                  <a:lnTo>
                    <a:pt x="40" y="3991"/>
                  </a:lnTo>
                  <a:lnTo>
                    <a:pt x="99" y="4425"/>
                  </a:lnTo>
                  <a:lnTo>
                    <a:pt x="158" y="4642"/>
                  </a:lnTo>
                  <a:lnTo>
                    <a:pt x="217" y="4860"/>
                  </a:lnTo>
                  <a:lnTo>
                    <a:pt x="296" y="5077"/>
                  </a:lnTo>
                  <a:lnTo>
                    <a:pt x="395" y="5275"/>
                  </a:lnTo>
                  <a:lnTo>
                    <a:pt x="514" y="5452"/>
                  </a:lnTo>
                  <a:lnTo>
                    <a:pt x="652" y="5630"/>
                  </a:lnTo>
                  <a:lnTo>
                    <a:pt x="810" y="5788"/>
                  </a:lnTo>
                  <a:lnTo>
                    <a:pt x="1007" y="5926"/>
                  </a:lnTo>
                  <a:lnTo>
                    <a:pt x="1205" y="6045"/>
                  </a:lnTo>
                  <a:lnTo>
                    <a:pt x="1442" y="6144"/>
                  </a:lnTo>
                  <a:lnTo>
                    <a:pt x="1699" y="6223"/>
                  </a:lnTo>
                  <a:lnTo>
                    <a:pt x="1956" y="6282"/>
                  </a:lnTo>
                  <a:lnTo>
                    <a:pt x="2193" y="6321"/>
                  </a:lnTo>
                  <a:lnTo>
                    <a:pt x="2449" y="6341"/>
                  </a:lnTo>
                  <a:lnTo>
                    <a:pt x="2706" y="6361"/>
                  </a:lnTo>
                  <a:lnTo>
                    <a:pt x="2943" y="6341"/>
                  </a:lnTo>
                  <a:lnTo>
                    <a:pt x="3200" y="6302"/>
                  </a:lnTo>
                  <a:lnTo>
                    <a:pt x="3437" y="6223"/>
                  </a:lnTo>
                  <a:lnTo>
                    <a:pt x="3674" y="6144"/>
                  </a:lnTo>
                  <a:lnTo>
                    <a:pt x="3911" y="6005"/>
                  </a:lnTo>
                  <a:lnTo>
                    <a:pt x="4128" y="5847"/>
                  </a:lnTo>
                  <a:lnTo>
                    <a:pt x="4345" y="5670"/>
                  </a:lnTo>
                  <a:lnTo>
                    <a:pt x="4563" y="5433"/>
                  </a:lnTo>
                  <a:lnTo>
                    <a:pt x="4760" y="5156"/>
                  </a:lnTo>
                  <a:lnTo>
                    <a:pt x="4958" y="4860"/>
                  </a:lnTo>
                  <a:lnTo>
                    <a:pt x="5155" y="4504"/>
                  </a:lnTo>
                  <a:lnTo>
                    <a:pt x="5234" y="4267"/>
                  </a:lnTo>
                  <a:lnTo>
                    <a:pt x="5313" y="3991"/>
                  </a:lnTo>
                  <a:lnTo>
                    <a:pt x="5373" y="3694"/>
                  </a:lnTo>
                  <a:lnTo>
                    <a:pt x="5412" y="3359"/>
                  </a:lnTo>
                  <a:lnTo>
                    <a:pt x="5432" y="3003"/>
                  </a:lnTo>
                  <a:lnTo>
                    <a:pt x="5432" y="2628"/>
                  </a:lnTo>
                  <a:lnTo>
                    <a:pt x="5373" y="2252"/>
                  </a:lnTo>
                  <a:lnTo>
                    <a:pt x="5313" y="1897"/>
                  </a:lnTo>
                  <a:lnTo>
                    <a:pt x="5195" y="1522"/>
                  </a:lnTo>
                  <a:lnTo>
                    <a:pt x="5116" y="1364"/>
                  </a:lnTo>
                  <a:lnTo>
                    <a:pt x="5037" y="1186"/>
                  </a:lnTo>
                  <a:lnTo>
                    <a:pt x="4958" y="1028"/>
                  </a:lnTo>
                  <a:lnTo>
                    <a:pt x="4839" y="890"/>
                  </a:lnTo>
                  <a:lnTo>
                    <a:pt x="4741" y="751"/>
                  </a:lnTo>
                  <a:lnTo>
                    <a:pt x="4602" y="613"/>
                  </a:lnTo>
                  <a:lnTo>
                    <a:pt x="4464" y="495"/>
                  </a:lnTo>
                  <a:lnTo>
                    <a:pt x="4326" y="376"/>
                  </a:lnTo>
                  <a:lnTo>
                    <a:pt x="4168" y="277"/>
                  </a:lnTo>
                  <a:lnTo>
                    <a:pt x="3990" y="198"/>
                  </a:lnTo>
                  <a:lnTo>
                    <a:pt x="3792" y="119"/>
                  </a:lnTo>
                  <a:lnTo>
                    <a:pt x="3595" y="80"/>
                  </a:lnTo>
                  <a:lnTo>
                    <a:pt x="3378" y="40"/>
                  </a:lnTo>
                  <a:lnTo>
                    <a:pt x="3141" y="21"/>
                  </a:lnTo>
                  <a:lnTo>
                    <a:pt x="292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8" name="Google Shape;9658;p56"/>
            <p:cNvSpPr/>
            <p:nvPr/>
          </p:nvSpPr>
          <p:spPr>
            <a:xfrm>
              <a:off x="106255" y="1808040"/>
              <a:ext cx="177779" cy="213286"/>
            </a:xfrm>
            <a:custGeom>
              <a:rect b="b" l="l" r="r" t="t"/>
              <a:pathLst>
                <a:path extrusionOk="0" h="6163" w="5137">
                  <a:moveTo>
                    <a:pt x="2884" y="0"/>
                  </a:moveTo>
                  <a:lnTo>
                    <a:pt x="2687" y="40"/>
                  </a:lnTo>
                  <a:lnTo>
                    <a:pt x="2509" y="59"/>
                  </a:lnTo>
                  <a:lnTo>
                    <a:pt x="2331" y="119"/>
                  </a:lnTo>
                  <a:lnTo>
                    <a:pt x="2154" y="178"/>
                  </a:lnTo>
                  <a:lnTo>
                    <a:pt x="1976" y="237"/>
                  </a:lnTo>
                  <a:lnTo>
                    <a:pt x="1680" y="395"/>
                  </a:lnTo>
                  <a:lnTo>
                    <a:pt x="1403" y="593"/>
                  </a:lnTo>
                  <a:lnTo>
                    <a:pt x="1146" y="830"/>
                  </a:lnTo>
                  <a:lnTo>
                    <a:pt x="909" y="1086"/>
                  </a:lnTo>
                  <a:lnTo>
                    <a:pt x="712" y="1363"/>
                  </a:lnTo>
                  <a:lnTo>
                    <a:pt x="534" y="1659"/>
                  </a:lnTo>
                  <a:lnTo>
                    <a:pt x="396" y="1975"/>
                  </a:lnTo>
                  <a:lnTo>
                    <a:pt x="257" y="2291"/>
                  </a:lnTo>
                  <a:lnTo>
                    <a:pt x="159" y="2607"/>
                  </a:lnTo>
                  <a:lnTo>
                    <a:pt x="80" y="2943"/>
                  </a:lnTo>
                  <a:lnTo>
                    <a:pt x="40" y="3279"/>
                  </a:lnTo>
                  <a:lnTo>
                    <a:pt x="1" y="3595"/>
                  </a:lnTo>
                  <a:lnTo>
                    <a:pt x="1" y="3911"/>
                  </a:lnTo>
                  <a:lnTo>
                    <a:pt x="20" y="4207"/>
                  </a:lnTo>
                  <a:lnTo>
                    <a:pt x="80" y="4484"/>
                  </a:lnTo>
                  <a:lnTo>
                    <a:pt x="159" y="4741"/>
                  </a:lnTo>
                  <a:lnTo>
                    <a:pt x="277" y="4978"/>
                  </a:lnTo>
                  <a:lnTo>
                    <a:pt x="415" y="5195"/>
                  </a:lnTo>
                  <a:lnTo>
                    <a:pt x="574" y="5392"/>
                  </a:lnTo>
                  <a:lnTo>
                    <a:pt x="732" y="5570"/>
                  </a:lnTo>
                  <a:lnTo>
                    <a:pt x="929" y="5728"/>
                  </a:lnTo>
                  <a:lnTo>
                    <a:pt x="1127" y="5866"/>
                  </a:lnTo>
                  <a:lnTo>
                    <a:pt x="1344" y="5985"/>
                  </a:lnTo>
                  <a:lnTo>
                    <a:pt x="1561" y="6064"/>
                  </a:lnTo>
                  <a:lnTo>
                    <a:pt x="1798" y="6123"/>
                  </a:lnTo>
                  <a:lnTo>
                    <a:pt x="2015" y="6163"/>
                  </a:lnTo>
                  <a:lnTo>
                    <a:pt x="2252" y="6163"/>
                  </a:lnTo>
                  <a:lnTo>
                    <a:pt x="2489" y="6143"/>
                  </a:lnTo>
                  <a:lnTo>
                    <a:pt x="2707" y="6103"/>
                  </a:lnTo>
                  <a:lnTo>
                    <a:pt x="2924" y="6044"/>
                  </a:lnTo>
                  <a:lnTo>
                    <a:pt x="3141" y="5985"/>
                  </a:lnTo>
                  <a:lnTo>
                    <a:pt x="3339" y="5906"/>
                  </a:lnTo>
                  <a:lnTo>
                    <a:pt x="3536" y="5827"/>
                  </a:lnTo>
                  <a:lnTo>
                    <a:pt x="3734" y="5708"/>
                  </a:lnTo>
                  <a:lnTo>
                    <a:pt x="3912" y="5590"/>
                  </a:lnTo>
                  <a:lnTo>
                    <a:pt x="4070" y="5452"/>
                  </a:lnTo>
                  <a:lnTo>
                    <a:pt x="4228" y="5294"/>
                  </a:lnTo>
                  <a:lnTo>
                    <a:pt x="4366" y="5116"/>
                  </a:lnTo>
                  <a:lnTo>
                    <a:pt x="4504" y="4918"/>
                  </a:lnTo>
                  <a:lnTo>
                    <a:pt x="4623" y="4721"/>
                  </a:lnTo>
                  <a:lnTo>
                    <a:pt x="4741" y="4484"/>
                  </a:lnTo>
                  <a:lnTo>
                    <a:pt x="4820" y="4227"/>
                  </a:lnTo>
                  <a:lnTo>
                    <a:pt x="4899" y="3950"/>
                  </a:lnTo>
                  <a:lnTo>
                    <a:pt x="4978" y="3654"/>
                  </a:lnTo>
                  <a:lnTo>
                    <a:pt x="4998" y="3516"/>
                  </a:lnTo>
                  <a:lnTo>
                    <a:pt x="5077" y="3121"/>
                  </a:lnTo>
                  <a:lnTo>
                    <a:pt x="5116" y="2864"/>
                  </a:lnTo>
                  <a:lnTo>
                    <a:pt x="5136" y="2568"/>
                  </a:lnTo>
                  <a:lnTo>
                    <a:pt x="5136" y="2252"/>
                  </a:lnTo>
                  <a:lnTo>
                    <a:pt x="5136" y="1936"/>
                  </a:lnTo>
                  <a:lnTo>
                    <a:pt x="5097" y="1600"/>
                  </a:lnTo>
                  <a:lnTo>
                    <a:pt x="5018" y="1284"/>
                  </a:lnTo>
                  <a:lnTo>
                    <a:pt x="4958" y="1126"/>
                  </a:lnTo>
                  <a:lnTo>
                    <a:pt x="4899" y="968"/>
                  </a:lnTo>
                  <a:lnTo>
                    <a:pt x="4820" y="830"/>
                  </a:lnTo>
                  <a:lnTo>
                    <a:pt x="4741" y="691"/>
                  </a:lnTo>
                  <a:lnTo>
                    <a:pt x="4642" y="553"/>
                  </a:lnTo>
                  <a:lnTo>
                    <a:pt x="4524" y="435"/>
                  </a:lnTo>
                  <a:lnTo>
                    <a:pt x="4405" y="336"/>
                  </a:lnTo>
                  <a:lnTo>
                    <a:pt x="4267" y="237"/>
                  </a:lnTo>
                  <a:lnTo>
                    <a:pt x="4089" y="158"/>
                  </a:lnTo>
                  <a:lnTo>
                    <a:pt x="3931" y="99"/>
                  </a:lnTo>
                  <a:lnTo>
                    <a:pt x="3734" y="59"/>
                  </a:lnTo>
                  <a:lnTo>
                    <a:pt x="3517" y="20"/>
                  </a:lnTo>
                  <a:lnTo>
                    <a:pt x="329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9" name="Google Shape;9659;p56"/>
            <p:cNvSpPr/>
            <p:nvPr/>
          </p:nvSpPr>
          <p:spPr>
            <a:xfrm>
              <a:off x="348922" y="2067767"/>
              <a:ext cx="209894" cy="195532"/>
            </a:xfrm>
            <a:custGeom>
              <a:rect b="b" l="l" r="r" t="t"/>
              <a:pathLst>
                <a:path extrusionOk="0" h="5650" w="6065">
                  <a:moveTo>
                    <a:pt x="2272" y="1"/>
                  </a:moveTo>
                  <a:lnTo>
                    <a:pt x="1897" y="21"/>
                  </a:lnTo>
                  <a:lnTo>
                    <a:pt x="1719" y="40"/>
                  </a:lnTo>
                  <a:lnTo>
                    <a:pt x="1541" y="80"/>
                  </a:lnTo>
                  <a:lnTo>
                    <a:pt x="1383" y="119"/>
                  </a:lnTo>
                  <a:lnTo>
                    <a:pt x="1225" y="179"/>
                  </a:lnTo>
                  <a:lnTo>
                    <a:pt x="1087" y="238"/>
                  </a:lnTo>
                  <a:lnTo>
                    <a:pt x="949" y="317"/>
                  </a:lnTo>
                  <a:lnTo>
                    <a:pt x="810" y="396"/>
                  </a:lnTo>
                  <a:lnTo>
                    <a:pt x="692" y="495"/>
                  </a:lnTo>
                  <a:lnTo>
                    <a:pt x="593" y="593"/>
                  </a:lnTo>
                  <a:lnTo>
                    <a:pt x="494" y="692"/>
                  </a:lnTo>
                  <a:lnTo>
                    <a:pt x="317" y="929"/>
                  </a:lnTo>
                  <a:lnTo>
                    <a:pt x="178" y="1186"/>
                  </a:lnTo>
                  <a:lnTo>
                    <a:pt x="80" y="1462"/>
                  </a:lnTo>
                  <a:lnTo>
                    <a:pt x="20" y="1778"/>
                  </a:lnTo>
                  <a:lnTo>
                    <a:pt x="1" y="2095"/>
                  </a:lnTo>
                  <a:lnTo>
                    <a:pt x="20" y="2430"/>
                  </a:lnTo>
                  <a:lnTo>
                    <a:pt x="80" y="2786"/>
                  </a:lnTo>
                  <a:lnTo>
                    <a:pt x="178" y="3141"/>
                  </a:lnTo>
                  <a:lnTo>
                    <a:pt x="317" y="3497"/>
                  </a:lnTo>
                  <a:lnTo>
                    <a:pt x="514" y="3852"/>
                  </a:lnTo>
                  <a:lnTo>
                    <a:pt x="731" y="4188"/>
                  </a:lnTo>
                  <a:lnTo>
                    <a:pt x="969" y="4485"/>
                  </a:lnTo>
                  <a:lnTo>
                    <a:pt x="1245" y="4741"/>
                  </a:lnTo>
                  <a:lnTo>
                    <a:pt x="1541" y="4978"/>
                  </a:lnTo>
                  <a:lnTo>
                    <a:pt x="1838" y="5176"/>
                  </a:lnTo>
                  <a:lnTo>
                    <a:pt x="2154" y="5334"/>
                  </a:lnTo>
                  <a:lnTo>
                    <a:pt x="2470" y="5472"/>
                  </a:lnTo>
                  <a:lnTo>
                    <a:pt x="2786" y="5571"/>
                  </a:lnTo>
                  <a:lnTo>
                    <a:pt x="3121" y="5630"/>
                  </a:lnTo>
                  <a:lnTo>
                    <a:pt x="3418" y="5650"/>
                  </a:lnTo>
                  <a:lnTo>
                    <a:pt x="3734" y="5650"/>
                  </a:lnTo>
                  <a:lnTo>
                    <a:pt x="4010" y="5610"/>
                  </a:lnTo>
                  <a:lnTo>
                    <a:pt x="4287" y="5531"/>
                  </a:lnTo>
                  <a:lnTo>
                    <a:pt x="4544" y="5413"/>
                  </a:lnTo>
                  <a:lnTo>
                    <a:pt x="4642" y="5334"/>
                  </a:lnTo>
                  <a:lnTo>
                    <a:pt x="4761" y="5255"/>
                  </a:lnTo>
                  <a:lnTo>
                    <a:pt x="5136" y="4919"/>
                  </a:lnTo>
                  <a:lnTo>
                    <a:pt x="5294" y="4741"/>
                  </a:lnTo>
                  <a:lnTo>
                    <a:pt x="5452" y="4583"/>
                  </a:lnTo>
                  <a:lnTo>
                    <a:pt x="5590" y="4406"/>
                  </a:lnTo>
                  <a:lnTo>
                    <a:pt x="5709" y="4228"/>
                  </a:lnTo>
                  <a:lnTo>
                    <a:pt x="5808" y="4070"/>
                  </a:lnTo>
                  <a:lnTo>
                    <a:pt x="5887" y="3892"/>
                  </a:lnTo>
                  <a:lnTo>
                    <a:pt x="5946" y="3714"/>
                  </a:lnTo>
                  <a:lnTo>
                    <a:pt x="6005" y="3536"/>
                  </a:lnTo>
                  <a:lnTo>
                    <a:pt x="6045" y="3339"/>
                  </a:lnTo>
                  <a:lnTo>
                    <a:pt x="6065" y="3161"/>
                  </a:lnTo>
                  <a:lnTo>
                    <a:pt x="6065" y="2964"/>
                  </a:lnTo>
                  <a:lnTo>
                    <a:pt x="6045" y="2766"/>
                  </a:lnTo>
                  <a:lnTo>
                    <a:pt x="6025" y="2549"/>
                  </a:lnTo>
                  <a:lnTo>
                    <a:pt x="5966" y="2351"/>
                  </a:lnTo>
                  <a:lnTo>
                    <a:pt x="5926" y="2253"/>
                  </a:lnTo>
                  <a:lnTo>
                    <a:pt x="5788" y="2016"/>
                  </a:lnTo>
                  <a:lnTo>
                    <a:pt x="5531" y="1699"/>
                  </a:lnTo>
                  <a:lnTo>
                    <a:pt x="5373" y="1502"/>
                  </a:lnTo>
                  <a:lnTo>
                    <a:pt x="5195" y="1304"/>
                  </a:lnTo>
                  <a:lnTo>
                    <a:pt x="4978" y="1107"/>
                  </a:lnTo>
                  <a:lnTo>
                    <a:pt x="4741" y="890"/>
                  </a:lnTo>
                  <a:lnTo>
                    <a:pt x="4465" y="712"/>
                  </a:lnTo>
                  <a:lnTo>
                    <a:pt x="4168" y="534"/>
                  </a:lnTo>
                  <a:lnTo>
                    <a:pt x="3852" y="356"/>
                  </a:lnTo>
                  <a:lnTo>
                    <a:pt x="3497" y="218"/>
                  </a:lnTo>
                  <a:lnTo>
                    <a:pt x="3102" y="119"/>
                  </a:lnTo>
                  <a:lnTo>
                    <a:pt x="2687" y="40"/>
                  </a:lnTo>
                  <a:lnTo>
                    <a:pt x="227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0" name="Google Shape;9660;p56"/>
            <p:cNvSpPr/>
            <p:nvPr/>
          </p:nvSpPr>
          <p:spPr>
            <a:xfrm>
              <a:off x="-137105" y="2061642"/>
              <a:ext cx="276895" cy="276860"/>
            </a:xfrm>
            <a:custGeom>
              <a:rect b="b" l="l" r="r" t="t"/>
              <a:pathLst>
                <a:path extrusionOk="0" h="8000" w="8001">
                  <a:moveTo>
                    <a:pt x="1423" y="0"/>
                  </a:moveTo>
                  <a:lnTo>
                    <a:pt x="1206" y="20"/>
                  </a:lnTo>
                  <a:lnTo>
                    <a:pt x="989" y="59"/>
                  </a:lnTo>
                  <a:lnTo>
                    <a:pt x="791" y="119"/>
                  </a:lnTo>
                  <a:lnTo>
                    <a:pt x="594" y="178"/>
                  </a:lnTo>
                  <a:lnTo>
                    <a:pt x="436" y="277"/>
                  </a:lnTo>
                  <a:lnTo>
                    <a:pt x="297" y="395"/>
                  </a:lnTo>
                  <a:lnTo>
                    <a:pt x="159" y="553"/>
                  </a:lnTo>
                  <a:lnTo>
                    <a:pt x="80" y="711"/>
                  </a:lnTo>
                  <a:lnTo>
                    <a:pt x="40" y="830"/>
                  </a:lnTo>
                  <a:lnTo>
                    <a:pt x="21" y="948"/>
                  </a:lnTo>
                  <a:lnTo>
                    <a:pt x="1" y="1047"/>
                  </a:lnTo>
                  <a:lnTo>
                    <a:pt x="21" y="1146"/>
                  </a:lnTo>
                  <a:lnTo>
                    <a:pt x="40" y="1225"/>
                  </a:lnTo>
                  <a:lnTo>
                    <a:pt x="60" y="1304"/>
                  </a:lnTo>
                  <a:lnTo>
                    <a:pt x="100" y="1383"/>
                  </a:lnTo>
                  <a:lnTo>
                    <a:pt x="159" y="1442"/>
                  </a:lnTo>
                  <a:lnTo>
                    <a:pt x="297" y="1560"/>
                  </a:lnTo>
                  <a:lnTo>
                    <a:pt x="475" y="1659"/>
                  </a:lnTo>
                  <a:lnTo>
                    <a:pt x="673" y="1738"/>
                  </a:lnTo>
                  <a:lnTo>
                    <a:pt x="890" y="1797"/>
                  </a:lnTo>
                  <a:lnTo>
                    <a:pt x="1127" y="1837"/>
                  </a:lnTo>
                  <a:lnTo>
                    <a:pt x="1364" y="1876"/>
                  </a:lnTo>
                  <a:lnTo>
                    <a:pt x="1838" y="1916"/>
                  </a:lnTo>
                  <a:lnTo>
                    <a:pt x="2588" y="1916"/>
                  </a:lnTo>
                  <a:lnTo>
                    <a:pt x="2549" y="2015"/>
                  </a:lnTo>
                  <a:lnTo>
                    <a:pt x="2470" y="2094"/>
                  </a:lnTo>
                  <a:lnTo>
                    <a:pt x="2253" y="2272"/>
                  </a:lnTo>
                  <a:lnTo>
                    <a:pt x="2035" y="2449"/>
                  </a:lnTo>
                  <a:lnTo>
                    <a:pt x="1917" y="2548"/>
                  </a:lnTo>
                  <a:lnTo>
                    <a:pt x="1838" y="2647"/>
                  </a:lnTo>
                  <a:lnTo>
                    <a:pt x="1700" y="2844"/>
                  </a:lnTo>
                  <a:lnTo>
                    <a:pt x="1561" y="3042"/>
                  </a:lnTo>
                  <a:lnTo>
                    <a:pt x="1463" y="3259"/>
                  </a:lnTo>
                  <a:lnTo>
                    <a:pt x="1364" y="3476"/>
                  </a:lnTo>
                  <a:lnTo>
                    <a:pt x="1305" y="3713"/>
                  </a:lnTo>
                  <a:lnTo>
                    <a:pt x="1245" y="3950"/>
                  </a:lnTo>
                  <a:lnTo>
                    <a:pt x="1206" y="4187"/>
                  </a:lnTo>
                  <a:lnTo>
                    <a:pt x="1206" y="4444"/>
                  </a:lnTo>
                  <a:lnTo>
                    <a:pt x="1206" y="4681"/>
                  </a:lnTo>
                  <a:lnTo>
                    <a:pt x="1226" y="4899"/>
                  </a:lnTo>
                  <a:lnTo>
                    <a:pt x="1285" y="5116"/>
                  </a:lnTo>
                  <a:lnTo>
                    <a:pt x="1364" y="5294"/>
                  </a:lnTo>
                  <a:lnTo>
                    <a:pt x="1423" y="5373"/>
                  </a:lnTo>
                  <a:lnTo>
                    <a:pt x="1482" y="5452"/>
                  </a:lnTo>
                  <a:lnTo>
                    <a:pt x="1542" y="5511"/>
                  </a:lnTo>
                  <a:lnTo>
                    <a:pt x="1640" y="5550"/>
                  </a:lnTo>
                  <a:lnTo>
                    <a:pt x="1739" y="5590"/>
                  </a:lnTo>
                  <a:lnTo>
                    <a:pt x="1838" y="5610"/>
                  </a:lnTo>
                  <a:lnTo>
                    <a:pt x="2095" y="5610"/>
                  </a:lnTo>
                  <a:lnTo>
                    <a:pt x="2312" y="5570"/>
                  </a:lnTo>
                  <a:lnTo>
                    <a:pt x="2509" y="5471"/>
                  </a:lnTo>
                  <a:lnTo>
                    <a:pt x="2687" y="5373"/>
                  </a:lnTo>
                  <a:lnTo>
                    <a:pt x="2845" y="5234"/>
                  </a:lnTo>
                  <a:lnTo>
                    <a:pt x="3142" y="4918"/>
                  </a:lnTo>
                  <a:lnTo>
                    <a:pt x="3438" y="4622"/>
                  </a:lnTo>
                  <a:lnTo>
                    <a:pt x="3339" y="4958"/>
                  </a:lnTo>
                  <a:lnTo>
                    <a:pt x="3260" y="5333"/>
                  </a:lnTo>
                  <a:lnTo>
                    <a:pt x="3221" y="5708"/>
                  </a:lnTo>
                  <a:lnTo>
                    <a:pt x="3221" y="6103"/>
                  </a:lnTo>
                  <a:lnTo>
                    <a:pt x="3240" y="6498"/>
                  </a:lnTo>
                  <a:lnTo>
                    <a:pt x="3319" y="6874"/>
                  </a:lnTo>
                  <a:lnTo>
                    <a:pt x="3418" y="7229"/>
                  </a:lnTo>
                  <a:lnTo>
                    <a:pt x="3497" y="7387"/>
                  </a:lnTo>
                  <a:lnTo>
                    <a:pt x="3576" y="7545"/>
                  </a:lnTo>
                  <a:lnTo>
                    <a:pt x="3655" y="7684"/>
                  </a:lnTo>
                  <a:lnTo>
                    <a:pt x="3734" y="7782"/>
                  </a:lnTo>
                  <a:lnTo>
                    <a:pt x="3793" y="7861"/>
                  </a:lnTo>
                  <a:lnTo>
                    <a:pt x="3872" y="7921"/>
                  </a:lnTo>
                  <a:lnTo>
                    <a:pt x="3951" y="7960"/>
                  </a:lnTo>
                  <a:lnTo>
                    <a:pt x="4030" y="8000"/>
                  </a:lnTo>
                  <a:lnTo>
                    <a:pt x="4169" y="8000"/>
                  </a:lnTo>
                  <a:lnTo>
                    <a:pt x="4248" y="7980"/>
                  </a:lnTo>
                  <a:lnTo>
                    <a:pt x="4307" y="7940"/>
                  </a:lnTo>
                  <a:lnTo>
                    <a:pt x="4445" y="7822"/>
                  </a:lnTo>
                  <a:lnTo>
                    <a:pt x="4583" y="7684"/>
                  </a:lnTo>
                  <a:lnTo>
                    <a:pt x="4722" y="7506"/>
                  </a:lnTo>
                  <a:lnTo>
                    <a:pt x="4840" y="7289"/>
                  </a:lnTo>
                  <a:lnTo>
                    <a:pt x="4939" y="7071"/>
                  </a:lnTo>
                  <a:lnTo>
                    <a:pt x="5137" y="6617"/>
                  </a:lnTo>
                  <a:lnTo>
                    <a:pt x="5295" y="6182"/>
                  </a:lnTo>
                  <a:lnTo>
                    <a:pt x="5393" y="5847"/>
                  </a:lnTo>
                  <a:lnTo>
                    <a:pt x="5472" y="6064"/>
                  </a:lnTo>
                  <a:lnTo>
                    <a:pt x="5571" y="6281"/>
                  </a:lnTo>
                  <a:lnTo>
                    <a:pt x="5709" y="6459"/>
                  </a:lnTo>
                  <a:lnTo>
                    <a:pt x="5887" y="6637"/>
                  </a:lnTo>
                  <a:lnTo>
                    <a:pt x="6065" y="6775"/>
                  </a:lnTo>
                  <a:lnTo>
                    <a:pt x="6282" y="6894"/>
                  </a:lnTo>
                  <a:lnTo>
                    <a:pt x="6499" y="6973"/>
                  </a:lnTo>
                  <a:lnTo>
                    <a:pt x="6717" y="7012"/>
                  </a:lnTo>
                  <a:lnTo>
                    <a:pt x="6894" y="7012"/>
                  </a:lnTo>
                  <a:lnTo>
                    <a:pt x="7052" y="6992"/>
                  </a:lnTo>
                  <a:lnTo>
                    <a:pt x="7191" y="6973"/>
                  </a:lnTo>
                  <a:lnTo>
                    <a:pt x="7309" y="6913"/>
                  </a:lnTo>
                  <a:lnTo>
                    <a:pt x="7428" y="6854"/>
                  </a:lnTo>
                  <a:lnTo>
                    <a:pt x="7526" y="6775"/>
                  </a:lnTo>
                  <a:lnTo>
                    <a:pt x="7625" y="6676"/>
                  </a:lnTo>
                  <a:lnTo>
                    <a:pt x="7704" y="6577"/>
                  </a:lnTo>
                  <a:lnTo>
                    <a:pt x="7764" y="6459"/>
                  </a:lnTo>
                  <a:lnTo>
                    <a:pt x="7823" y="6321"/>
                  </a:lnTo>
                  <a:lnTo>
                    <a:pt x="7922" y="6064"/>
                  </a:lnTo>
                  <a:lnTo>
                    <a:pt x="7961" y="5768"/>
                  </a:lnTo>
                  <a:lnTo>
                    <a:pt x="8001" y="5471"/>
                  </a:lnTo>
                  <a:lnTo>
                    <a:pt x="8001" y="4958"/>
                  </a:lnTo>
                  <a:lnTo>
                    <a:pt x="7961" y="4464"/>
                  </a:lnTo>
                  <a:lnTo>
                    <a:pt x="7902" y="3970"/>
                  </a:lnTo>
                  <a:lnTo>
                    <a:pt x="7843" y="3713"/>
                  </a:lnTo>
                  <a:lnTo>
                    <a:pt x="7783" y="3476"/>
                  </a:lnTo>
                  <a:lnTo>
                    <a:pt x="7704" y="3259"/>
                  </a:lnTo>
                  <a:lnTo>
                    <a:pt x="7625" y="3022"/>
                  </a:lnTo>
                  <a:lnTo>
                    <a:pt x="7507" y="2805"/>
                  </a:lnTo>
                  <a:lnTo>
                    <a:pt x="7408" y="2588"/>
                  </a:lnTo>
                  <a:lnTo>
                    <a:pt x="7270" y="2370"/>
                  </a:lnTo>
                  <a:lnTo>
                    <a:pt x="7131" y="2153"/>
                  </a:lnTo>
                  <a:lnTo>
                    <a:pt x="6973" y="1955"/>
                  </a:lnTo>
                  <a:lnTo>
                    <a:pt x="6796" y="1758"/>
                  </a:lnTo>
                  <a:lnTo>
                    <a:pt x="6460" y="1442"/>
                  </a:lnTo>
                  <a:lnTo>
                    <a:pt x="6045" y="1126"/>
                  </a:lnTo>
                  <a:lnTo>
                    <a:pt x="5591" y="810"/>
                  </a:lnTo>
                  <a:lnTo>
                    <a:pt x="5354" y="672"/>
                  </a:lnTo>
                  <a:lnTo>
                    <a:pt x="5097" y="533"/>
                  </a:lnTo>
                  <a:lnTo>
                    <a:pt x="4860" y="415"/>
                  </a:lnTo>
                  <a:lnTo>
                    <a:pt x="4603" y="316"/>
                  </a:lnTo>
                  <a:lnTo>
                    <a:pt x="4327" y="217"/>
                  </a:lnTo>
                  <a:lnTo>
                    <a:pt x="4070" y="158"/>
                  </a:lnTo>
                  <a:lnTo>
                    <a:pt x="3833" y="99"/>
                  </a:lnTo>
                  <a:lnTo>
                    <a:pt x="3576" y="59"/>
                  </a:lnTo>
                  <a:lnTo>
                    <a:pt x="2747" y="59"/>
                  </a:lnTo>
                  <a:lnTo>
                    <a:pt x="2332" y="20"/>
                  </a:lnTo>
                  <a:lnTo>
                    <a:pt x="189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1" name="Google Shape;9661;p56"/>
            <p:cNvSpPr/>
            <p:nvPr/>
          </p:nvSpPr>
          <p:spPr>
            <a:xfrm>
              <a:off x="95319" y="2182628"/>
              <a:ext cx="343860" cy="276860"/>
            </a:xfrm>
            <a:custGeom>
              <a:rect b="b" l="l" r="r" t="t"/>
              <a:pathLst>
                <a:path extrusionOk="0" h="8000" w="9936">
                  <a:moveTo>
                    <a:pt x="7269" y="0"/>
                  </a:moveTo>
                  <a:lnTo>
                    <a:pt x="6934" y="20"/>
                  </a:lnTo>
                  <a:lnTo>
                    <a:pt x="6618" y="59"/>
                  </a:lnTo>
                  <a:lnTo>
                    <a:pt x="6045" y="158"/>
                  </a:lnTo>
                  <a:lnTo>
                    <a:pt x="5551" y="277"/>
                  </a:lnTo>
                  <a:lnTo>
                    <a:pt x="5077" y="415"/>
                  </a:lnTo>
                  <a:lnTo>
                    <a:pt x="4603" y="612"/>
                  </a:lnTo>
                  <a:lnTo>
                    <a:pt x="4129" y="810"/>
                  </a:lnTo>
                  <a:lnTo>
                    <a:pt x="3655" y="1047"/>
                  </a:lnTo>
                  <a:lnTo>
                    <a:pt x="3200" y="1284"/>
                  </a:lnTo>
                  <a:lnTo>
                    <a:pt x="2766" y="1561"/>
                  </a:lnTo>
                  <a:lnTo>
                    <a:pt x="2371" y="1837"/>
                  </a:lnTo>
                  <a:lnTo>
                    <a:pt x="2015" y="2114"/>
                  </a:lnTo>
                  <a:lnTo>
                    <a:pt x="1759" y="2351"/>
                  </a:lnTo>
                  <a:lnTo>
                    <a:pt x="1522" y="2588"/>
                  </a:lnTo>
                  <a:lnTo>
                    <a:pt x="1304" y="2864"/>
                  </a:lnTo>
                  <a:lnTo>
                    <a:pt x="1107" y="3160"/>
                  </a:lnTo>
                  <a:lnTo>
                    <a:pt x="929" y="3457"/>
                  </a:lnTo>
                  <a:lnTo>
                    <a:pt x="751" y="3773"/>
                  </a:lnTo>
                  <a:lnTo>
                    <a:pt x="593" y="4109"/>
                  </a:lnTo>
                  <a:lnTo>
                    <a:pt x="475" y="4444"/>
                  </a:lnTo>
                  <a:lnTo>
                    <a:pt x="336" y="4800"/>
                  </a:lnTo>
                  <a:lnTo>
                    <a:pt x="238" y="5155"/>
                  </a:lnTo>
                  <a:lnTo>
                    <a:pt x="159" y="5511"/>
                  </a:lnTo>
                  <a:lnTo>
                    <a:pt x="99" y="5867"/>
                  </a:lnTo>
                  <a:lnTo>
                    <a:pt x="40" y="6222"/>
                  </a:lnTo>
                  <a:lnTo>
                    <a:pt x="20" y="6558"/>
                  </a:lnTo>
                  <a:lnTo>
                    <a:pt x="1" y="6894"/>
                  </a:lnTo>
                  <a:lnTo>
                    <a:pt x="1" y="7229"/>
                  </a:lnTo>
                  <a:lnTo>
                    <a:pt x="20" y="7387"/>
                  </a:lnTo>
                  <a:lnTo>
                    <a:pt x="40" y="7526"/>
                  </a:lnTo>
                  <a:lnTo>
                    <a:pt x="80" y="7644"/>
                  </a:lnTo>
                  <a:lnTo>
                    <a:pt x="119" y="7743"/>
                  </a:lnTo>
                  <a:lnTo>
                    <a:pt x="178" y="7822"/>
                  </a:lnTo>
                  <a:lnTo>
                    <a:pt x="257" y="7901"/>
                  </a:lnTo>
                  <a:lnTo>
                    <a:pt x="317" y="7941"/>
                  </a:lnTo>
                  <a:lnTo>
                    <a:pt x="415" y="7980"/>
                  </a:lnTo>
                  <a:lnTo>
                    <a:pt x="494" y="8000"/>
                  </a:lnTo>
                  <a:lnTo>
                    <a:pt x="593" y="8000"/>
                  </a:lnTo>
                  <a:lnTo>
                    <a:pt x="692" y="7980"/>
                  </a:lnTo>
                  <a:lnTo>
                    <a:pt x="810" y="7941"/>
                  </a:lnTo>
                  <a:lnTo>
                    <a:pt x="1048" y="7842"/>
                  </a:lnTo>
                  <a:lnTo>
                    <a:pt x="1285" y="7664"/>
                  </a:lnTo>
                  <a:lnTo>
                    <a:pt x="1522" y="7466"/>
                  </a:lnTo>
                  <a:lnTo>
                    <a:pt x="1719" y="7249"/>
                  </a:lnTo>
                  <a:lnTo>
                    <a:pt x="1897" y="7012"/>
                  </a:lnTo>
                  <a:lnTo>
                    <a:pt x="2055" y="6775"/>
                  </a:lnTo>
                  <a:lnTo>
                    <a:pt x="2193" y="6518"/>
                  </a:lnTo>
                  <a:lnTo>
                    <a:pt x="2331" y="6242"/>
                  </a:lnTo>
                  <a:lnTo>
                    <a:pt x="2549" y="5709"/>
                  </a:lnTo>
                  <a:lnTo>
                    <a:pt x="2707" y="6025"/>
                  </a:lnTo>
                  <a:lnTo>
                    <a:pt x="2884" y="6321"/>
                  </a:lnTo>
                  <a:lnTo>
                    <a:pt x="2983" y="6459"/>
                  </a:lnTo>
                  <a:lnTo>
                    <a:pt x="3102" y="6578"/>
                  </a:lnTo>
                  <a:lnTo>
                    <a:pt x="3220" y="6716"/>
                  </a:lnTo>
                  <a:lnTo>
                    <a:pt x="3359" y="6815"/>
                  </a:lnTo>
                  <a:lnTo>
                    <a:pt x="3477" y="6913"/>
                  </a:lnTo>
                  <a:lnTo>
                    <a:pt x="3635" y="7012"/>
                  </a:lnTo>
                  <a:lnTo>
                    <a:pt x="3793" y="7071"/>
                  </a:lnTo>
                  <a:lnTo>
                    <a:pt x="3951" y="7131"/>
                  </a:lnTo>
                  <a:lnTo>
                    <a:pt x="4109" y="7170"/>
                  </a:lnTo>
                  <a:lnTo>
                    <a:pt x="4287" y="7190"/>
                  </a:lnTo>
                  <a:lnTo>
                    <a:pt x="4484" y="7190"/>
                  </a:lnTo>
                  <a:lnTo>
                    <a:pt x="4682" y="7170"/>
                  </a:lnTo>
                  <a:lnTo>
                    <a:pt x="4899" y="7091"/>
                  </a:lnTo>
                  <a:lnTo>
                    <a:pt x="5097" y="7012"/>
                  </a:lnTo>
                  <a:lnTo>
                    <a:pt x="5235" y="6894"/>
                  </a:lnTo>
                  <a:lnTo>
                    <a:pt x="5334" y="6736"/>
                  </a:lnTo>
                  <a:lnTo>
                    <a:pt x="5393" y="6578"/>
                  </a:lnTo>
                  <a:lnTo>
                    <a:pt x="5432" y="6400"/>
                  </a:lnTo>
                  <a:lnTo>
                    <a:pt x="5452" y="6202"/>
                  </a:lnTo>
                  <a:lnTo>
                    <a:pt x="5432" y="6005"/>
                  </a:lnTo>
                  <a:lnTo>
                    <a:pt x="5393" y="5788"/>
                  </a:lnTo>
                  <a:lnTo>
                    <a:pt x="5334" y="5570"/>
                  </a:lnTo>
                  <a:lnTo>
                    <a:pt x="5215" y="5155"/>
                  </a:lnTo>
                  <a:lnTo>
                    <a:pt x="4919" y="4444"/>
                  </a:lnTo>
                  <a:lnTo>
                    <a:pt x="5334" y="4622"/>
                  </a:lnTo>
                  <a:lnTo>
                    <a:pt x="5788" y="4800"/>
                  </a:lnTo>
                  <a:lnTo>
                    <a:pt x="6025" y="4879"/>
                  </a:lnTo>
                  <a:lnTo>
                    <a:pt x="6262" y="4938"/>
                  </a:lnTo>
                  <a:lnTo>
                    <a:pt x="6519" y="4997"/>
                  </a:lnTo>
                  <a:lnTo>
                    <a:pt x="6776" y="5037"/>
                  </a:lnTo>
                  <a:lnTo>
                    <a:pt x="7269" y="5037"/>
                  </a:lnTo>
                  <a:lnTo>
                    <a:pt x="7506" y="5017"/>
                  </a:lnTo>
                  <a:lnTo>
                    <a:pt x="7743" y="4958"/>
                  </a:lnTo>
                  <a:lnTo>
                    <a:pt x="7980" y="4899"/>
                  </a:lnTo>
                  <a:lnTo>
                    <a:pt x="8178" y="4780"/>
                  </a:lnTo>
                  <a:lnTo>
                    <a:pt x="8376" y="4642"/>
                  </a:lnTo>
                  <a:lnTo>
                    <a:pt x="8553" y="4464"/>
                  </a:lnTo>
                  <a:lnTo>
                    <a:pt x="8731" y="4227"/>
                  </a:lnTo>
                  <a:lnTo>
                    <a:pt x="8850" y="4030"/>
                  </a:lnTo>
                  <a:lnTo>
                    <a:pt x="8909" y="3832"/>
                  </a:lnTo>
                  <a:lnTo>
                    <a:pt x="8929" y="3635"/>
                  </a:lnTo>
                  <a:lnTo>
                    <a:pt x="8909" y="3477"/>
                  </a:lnTo>
                  <a:lnTo>
                    <a:pt x="8830" y="3319"/>
                  </a:lnTo>
                  <a:lnTo>
                    <a:pt x="8731" y="3180"/>
                  </a:lnTo>
                  <a:lnTo>
                    <a:pt x="8593" y="3042"/>
                  </a:lnTo>
                  <a:lnTo>
                    <a:pt x="8435" y="2923"/>
                  </a:lnTo>
                  <a:lnTo>
                    <a:pt x="8257" y="2805"/>
                  </a:lnTo>
                  <a:lnTo>
                    <a:pt x="8059" y="2706"/>
                  </a:lnTo>
                  <a:lnTo>
                    <a:pt x="7862" y="2607"/>
                  </a:lnTo>
                  <a:lnTo>
                    <a:pt x="7447" y="2449"/>
                  </a:lnTo>
                  <a:lnTo>
                    <a:pt x="7052" y="2291"/>
                  </a:lnTo>
                  <a:lnTo>
                    <a:pt x="7447" y="2351"/>
                  </a:lnTo>
                  <a:lnTo>
                    <a:pt x="7941" y="2410"/>
                  </a:lnTo>
                  <a:lnTo>
                    <a:pt x="8751" y="2410"/>
                  </a:lnTo>
                  <a:lnTo>
                    <a:pt x="9008" y="2370"/>
                  </a:lnTo>
                  <a:lnTo>
                    <a:pt x="9245" y="2311"/>
                  </a:lnTo>
                  <a:lnTo>
                    <a:pt x="9462" y="2232"/>
                  </a:lnTo>
                  <a:lnTo>
                    <a:pt x="9640" y="2114"/>
                  </a:lnTo>
                  <a:lnTo>
                    <a:pt x="9719" y="2054"/>
                  </a:lnTo>
                  <a:lnTo>
                    <a:pt x="9778" y="1975"/>
                  </a:lnTo>
                  <a:lnTo>
                    <a:pt x="9837" y="1896"/>
                  </a:lnTo>
                  <a:lnTo>
                    <a:pt x="9877" y="1817"/>
                  </a:lnTo>
                  <a:lnTo>
                    <a:pt x="9916" y="1719"/>
                  </a:lnTo>
                  <a:lnTo>
                    <a:pt x="9936" y="1600"/>
                  </a:lnTo>
                  <a:lnTo>
                    <a:pt x="9936" y="1482"/>
                  </a:lnTo>
                  <a:lnTo>
                    <a:pt x="9916" y="1363"/>
                  </a:lnTo>
                  <a:lnTo>
                    <a:pt x="9877" y="1205"/>
                  </a:lnTo>
                  <a:lnTo>
                    <a:pt x="9837" y="1067"/>
                  </a:lnTo>
                  <a:lnTo>
                    <a:pt x="9778" y="929"/>
                  </a:lnTo>
                  <a:lnTo>
                    <a:pt x="9719" y="810"/>
                  </a:lnTo>
                  <a:lnTo>
                    <a:pt x="9640" y="691"/>
                  </a:lnTo>
                  <a:lnTo>
                    <a:pt x="9541" y="593"/>
                  </a:lnTo>
                  <a:lnTo>
                    <a:pt x="9442" y="514"/>
                  </a:lnTo>
                  <a:lnTo>
                    <a:pt x="9343" y="415"/>
                  </a:lnTo>
                  <a:lnTo>
                    <a:pt x="9106" y="277"/>
                  </a:lnTo>
                  <a:lnTo>
                    <a:pt x="8830" y="178"/>
                  </a:lnTo>
                  <a:lnTo>
                    <a:pt x="8534" y="79"/>
                  </a:lnTo>
                  <a:lnTo>
                    <a:pt x="8237" y="40"/>
                  </a:lnTo>
                  <a:lnTo>
                    <a:pt x="792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2" name="Google Shape;9662;p56"/>
            <p:cNvSpPr/>
            <p:nvPr/>
          </p:nvSpPr>
          <p:spPr>
            <a:xfrm>
              <a:off x="70021" y="1905771"/>
              <a:ext cx="327491" cy="255680"/>
            </a:xfrm>
            <a:custGeom>
              <a:rect b="b" l="l" r="r" t="t"/>
              <a:pathLst>
                <a:path extrusionOk="0" h="7388" w="9463">
                  <a:moveTo>
                    <a:pt x="1067" y="1"/>
                  </a:moveTo>
                  <a:lnTo>
                    <a:pt x="969" y="20"/>
                  </a:lnTo>
                  <a:lnTo>
                    <a:pt x="771" y="60"/>
                  </a:lnTo>
                  <a:lnTo>
                    <a:pt x="593" y="139"/>
                  </a:lnTo>
                  <a:lnTo>
                    <a:pt x="435" y="257"/>
                  </a:lnTo>
                  <a:lnTo>
                    <a:pt x="297" y="415"/>
                  </a:lnTo>
                  <a:lnTo>
                    <a:pt x="179" y="593"/>
                  </a:lnTo>
                  <a:lnTo>
                    <a:pt x="100" y="791"/>
                  </a:lnTo>
                  <a:lnTo>
                    <a:pt x="40" y="1047"/>
                  </a:lnTo>
                  <a:lnTo>
                    <a:pt x="1" y="1344"/>
                  </a:lnTo>
                  <a:lnTo>
                    <a:pt x="1" y="1660"/>
                  </a:lnTo>
                  <a:lnTo>
                    <a:pt x="21" y="1996"/>
                  </a:lnTo>
                  <a:lnTo>
                    <a:pt x="80" y="2351"/>
                  </a:lnTo>
                  <a:lnTo>
                    <a:pt x="139" y="2726"/>
                  </a:lnTo>
                  <a:lnTo>
                    <a:pt x="238" y="3102"/>
                  </a:lnTo>
                  <a:lnTo>
                    <a:pt x="356" y="3477"/>
                  </a:lnTo>
                  <a:lnTo>
                    <a:pt x="495" y="3832"/>
                  </a:lnTo>
                  <a:lnTo>
                    <a:pt x="633" y="4188"/>
                  </a:lnTo>
                  <a:lnTo>
                    <a:pt x="811" y="4524"/>
                  </a:lnTo>
                  <a:lnTo>
                    <a:pt x="988" y="4840"/>
                  </a:lnTo>
                  <a:lnTo>
                    <a:pt x="1186" y="5116"/>
                  </a:lnTo>
                  <a:lnTo>
                    <a:pt x="1383" y="5353"/>
                  </a:lnTo>
                  <a:lnTo>
                    <a:pt x="1601" y="5551"/>
                  </a:lnTo>
                  <a:lnTo>
                    <a:pt x="1719" y="5630"/>
                  </a:lnTo>
                  <a:lnTo>
                    <a:pt x="1838" y="5689"/>
                  </a:lnTo>
                  <a:lnTo>
                    <a:pt x="1976" y="5847"/>
                  </a:lnTo>
                  <a:lnTo>
                    <a:pt x="2134" y="6005"/>
                  </a:lnTo>
                  <a:lnTo>
                    <a:pt x="2312" y="6143"/>
                  </a:lnTo>
                  <a:lnTo>
                    <a:pt x="2509" y="6282"/>
                  </a:lnTo>
                  <a:lnTo>
                    <a:pt x="2727" y="6420"/>
                  </a:lnTo>
                  <a:lnTo>
                    <a:pt x="2944" y="6558"/>
                  </a:lnTo>
                  <a:lnTo>
                    <a:pt x="3418" y="6795"/>
                  </a:lnTo>
                  <a:lnTo>
                    <a:pt x="3912" y="6993"/>
                  </a:lnTo>
                  <a:lnTo>
                    <a:pt x="4406" y="7151"/>
                  </a:lnTo>
                  <a:lnTo>
                    <a:pt x="4860" y="7269"/>
                  </a:lnTo>
                  <a:lnTo>
                    <a:pt x="5275" y="7329"/>
                  </a:lnTo>
                  <a:lnTo>
                    <a:pt x="5966" y="7368"/>
                  </a:lnTo>
                  <a:lnTo>
                    <a:pt x="6717" y="7388"/>
                  </a:lnTo>
                  <a:lnTo>
                    <a:pt x="7467" y="7368"/>
                  </a:lnTo>
                  <a:lnTo>
                    <a:pt x="7823" y="7348"/>
                  </a:lnTo>
                  <a:lnTo>
                    <a:pt x="8178" y="7309"/>
                  </a:lnTo>
                  <a:lnTo>
                    <a:pt x="8415" y="7269"/>
                  </a:lnTo>
                  <a:lnTo>
                    <a:pt x="8593" y="7210"/>
                  </a:lnTo>
                  <a:lnTo>
                    <a:pt x="8731" y="7131"/>
                  </a:lnTo>
                  <a:lnTo>
                    <a:pt x="8790" y="7052"/>
                  </a:lnTo>
                  <a:lnTo>
                    <a:pt x="8830" y="6953"/>
                  </a:lnTo>
                  <a:lnTo>
                    <a:pt x="8810" y="6855"/>
                  </a:lnTo>
                  <a:lnTo>
                    <a:pt x="8751" y="6756"/>
                  </a:lnTo>
                  <a:lnTo>
                    <a:pt x="8672" y="6657"/>
                  </a:lnTo>
                  <a:lnTo>
                    <a:pt x="8573" y="6539"/>
                  </a:lnTo>
                  <a:lnTo>
                    <a:pt x="8435" y="6440"/>
                  </a:lnTo>
                  <a:lnTo>
                    <a:pt x="8297" y="6341"/>
                  </a:lnTo>
                  <a:lnTo>
                    <a:pt x="8139" y="6262"/>
                  </a:lnTo>
                  <a:lnTo>
                    <a:pt x="7981" y="6183"/>
                  </a:lnTo>
                  <a:lnTo>
                    <a:pt x="7803" y="6124"/>
                  </a:lnTo>
                  <a:lnTo>
                    <a:pt x="7645" y="6064"/>
                  </a:lnTo>
                  <a:lnTo>
                    <a:pt x="7487" y="6045"/>
                  </a:lnTo>
                  <a:lnTo>
                    <a:pt x="7783" y="5906"/>
                  </a:lnTo>
                  <a:lnTo>
                    <a:pt x="8119" y="5768"/>
                  </a:lnTo>
                  <a:lnTo>
                    <a:pt x="8474" y="5630"/>
                  </a:lnTo>
                  <a:lnTo>
                    <a:pt x="8810" y="5472"/>
                  </a:lnTo>
                  <a:lnTo>
                    <a:pt x="8968" y="5393"/>
                  </a:lnTo>
                  <a:lnTo>
                    <a:pt x="9126" y="5294"/>
                  </a:lnTo>
                  <a:lnTo>
                    <a:pt x="9245" y="5195"/>
                  </a:lnTo>
                  <a:lnTo>
                    <a:pt x="9344" y="5077"/>
                  </a:lnTo>
                  <a:lnTo>
                    <a:pt x="9423" y="4939"/>
                  </a:lnTo>
                  <a:lnTo>
                    <a:pt x="9462" y="4800"/>
                  </a:lnTo>
                  <a:lnTo>
                    <a:pt x="9462" y="4623"/>
                  </a:lnTo>
                  <a:lnTo>
                    <a:pt x="9442" y="4445"/>
                  </a:lnTo>
                  <a:lnTo>
                    <a:pt x="9403" y="4287"/>
                  </a:lnTo>
                  <a:lnTo>
                    <a:pt x="9324" y="4148"/>
                  </a:lnTo>
                  <a:lnTo>
                    <a:pt x="9265" y="4010"/>
                  </a:lnTo>
                  <a:lnTo>
                    <a:pt x="9166" y="3892"/>
                  </a:lnTo>
                  <a:lnTo>
                    <a:pt x="9067" y="3773"/>
                  </a:lnTo>
                  <a:lnTo>
                    <a:pt x="8968" y="3674"/>
                  </a:lnTo>
                  <a:lnTo>
                    <a:pt x="8850" y="3595"/>
                  </a:lnTo>
                  <a:lnTo>
                    <a:pt x="8731" y="3516"/>
                  </a:lnTo>
                  <a:lnTo>
                    <a:pt x="8613" y="3437"/>
                  </a:lnTo>
                  <a:lnTo>
                    <a:pt x="8474" y="3398"/>
                  </a:lnTo>
                  <a:lnTo>
                    <a:pt x="8178" y="3299"/>
                  </a:lnTo>
                  <a:lnTo>
                    <a:pt x="7882" y="3279"/>
                  </a:lnTo>
                  <a:lnTo>
                    <a:pt x="7586" y="3279"/>
                  </a:lnTo>
                  <a:lnTo>
                    <a:pt x="7230" y="3299"/>
                  </a:lnTo>
                  <a:lnTo>
                    <a:pt x="7033" y="3319"/>
                  </a:lnTo>
                  <a:lnTo>
                    <a:pt x="6835" y="3358"/>
                  </a:lnTo>
                  <a:lnTo>
                    <a:pt x="6657" y="3418"/>
                  </a:lnTo>
                  <a:lnTo>
                    <a:pt x="6480" y="3497"/>
                  </a:lnTo>
                  <a:lnTo>
                    <a:pt x="6341" y="3595"/>
                  </a:lnTo>
                  <a:lnTo>
                    <a:pt x="6302" y="3655"/>
                  </a:lnTo>
                  <a:lnTo>
                    <a:pt x="6262" y="3714"/>
                  </a:lnTo>
                  <a:lnTo>
                    <a:pt x="6341" y="3319"/>
                  </a:lnTo>
                  <a:lnTo>
                    <a:pt x="6381" y="2865"/>
                  </a:lnTo>
                  <a:lnTo>
                    <a:pt x="6400" y="2608"/>
                  </a:lnTo>
                  <a:lnTo>
                    <a:pt x="6381" y="2351"/>
                  </a:lnTo>
                  <a:lnTo>
                    <a:pt x="6361" y="2114"/>
                  </a:lnTo>
                  <a:lnTo>
                    <a:pt x="6341" y="1857"/>
                  </a:lnTo>
                  <a:lnTo>
                    <a:pt x="6282" y="1620"/>
                  </a:lnTo>
                  <a:lnTo>
                    <a:pt x="6223" y="1403"/>
                  </a:lnTo>
                  <a:lnTo>
                    <a:pt x="6124" y="1225"/>
                  </a:lnTo>
                  <a:lnTo>
                    <a:pt x="6005" y="1047"/>
                  </a:lnTo>
                  <a:lnTo>
                    <a:pt x="5867" y="909"/>
                  </a:lnTo>
                  <a:lnTo>
                    <a:pt x="5709" y="791"/>
                  </a:lnTo>
                  <a:lnTo>
                    <a:pt x="5610" y="751"/>
                  </a:lnTo>
                  <a:lnTo>
                    <a:pt x="5512" y="731"/>
                  </a:lnTo>
                  <a:lnTo>
                    <a:pt x="5413" y="712"/>
                  </a:lnTo>
                  <a:lnTo>
                    <a:pt x="5294" y="712"/>
                  </a:lnTo>
                  <a:lnTo>
                    <a:pt x="5117" y="731"/>
                  </a:lnTo>
                  <a:lnTo>
                    <a:pt x="4939" y="751"/>
                  </a:lnTo>
                  <a:lnTo>
                    <a:pt x="4741" y="810"/>
                  </a:lnTo>
                  <a:lnTo>
                    <a:pt x="4544" y="870"/>
                  </a:lnTo>
                  <a:lnTo>
                    <a:pt x="4346" y="949"/>
                  </a:lnTo>
                  <a:lnTo>
                    <a:pt x="4149" y="1028"/>
                  </a:lnTo>
                  <a:lnTo>
                    <a:pt x="3951" y="1146"/>
                  </a:lnTo>
                  <a:lnTo>
                    <a:pt x="3773" y="1265"/>
                  </a:lnTo>
                  <a:lnTo>
                    <a:pt x="3596" y="1383"/>
                  </a:lnTo>
                  <a:lnTo>
                    <a:pt x="3438" y="1521"/>
                  </a:lnTo>
                  <a:lnTo>
                    <a:pt x="3299" y="1679"/>
                  </a:lnTo>
                  <a:lnTo>
                    <a:pt x="3181" y="1838"/>
                  </a:lnTo>
                  <a:lnTo>
                    <a:pt x="3102" y="2015"/>
                  </a:lnTo>
                  <a:lnTo>
                    <a:pt x="3023" y="2193"/>
                  </a:lnTo>
                  <a:lnTo>
                    <a:pt x="2983" y="2371"/>
                  </a:lnTo>
                  <a:lnTo>
                    <a:pt x="2983" y="2568"/>
                  </a:lnTo>
                  <a:lnTo>
                    <a:pt x="2746" y="1897"/>
                  </a:lnTo>
                  <a:lnTo>
                    <a:pt x="2608" y="1521"/>
                  </a:lnTo>
                  <a:lnTo>
                    <a:pt x="2430" y="1146"/>
                  </a:lnTo>
                  <a:lnTo>
                    <a:pt x="2233" y="791"/>
                  </a:lnTo>
                  <a:lnTo>
                    <a:pt x="2114" y="613"/>
                  </a:lnTo>
                  <a:lnTo>
                    <a:pt x="1996" y="475"/>
                  </a:lnTo>
                  <a:lnTo>
                    <a:pt x="1858" y="336"/>
                  </a:lnTo>
                  <a:lnTo>
                    <a:pt x="1719" y="218"/>
                  </a:lnTo>
                  <a:lnTo>
                    <a:pt x="1561" y="139"/>
                  </a:lnTo>
                  <a:lnTo>
                    <a:pt x="1403" y="60"/>
                  </a:lnTo>
                  <a:lnTo>
                    <a:pt x="1285" y="40"/>
                  </a:lnTo>
                  <a:lnTo>
                    <a:pt x="1186" y="20"/>
                  </a:lnTo>
                  <a:lnTo>
                    <a:pt x="10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3" name="Google Shape;9663;p56"/>
            <p:cNvSpPr/>
            <p:nvPr/>
          </p:nvSpPr>
          <p:spPr>
            <a:xfrm>
              <a:off x="-252624" y="1774540"/>
              <a:ext cx="568774" cy="555070"/>
            </a:xfrm>
            <a:custGeom>
              <a:rect b="b" l="l" r="r" t="t"/>
              <a:pathLst>
                <a:path extrusionOk="0" h="16039" w="16435">
                  <a:moveTo>
                    <a:pt x="1700" y="0"/>
                  </a:moveTo>
                  <a:lnTo>
                    <a:pt x="1601" y="20"/>
                  </a:lnTo>
                  <a:lnTo>
                    <a:pt x="1502" y="99"/>
                  </a:lnTo>
                  <a:lnTo>
                    <a:pt x="1364" y="178"/>
                  </a:lnTo>
                  <a:lnTo>
                    <a:pt x="1067" y="435"/>
                  </a:lnTo>
                  <a:lnTo>
                    <a:pt x="751" y="751"/>
                  </a:lnTo>
                  <a:lnTo>
                    <a:pt x="455" y="1087"/>
                  </a:lnTo>
                  <a:lnTo>
                    <a:pt x="198" y="1403"/>
                  </a:lnTo>
                  <a:lnTo>
                    <a:pt x="119" y="1541"/>
                  </a:lnTo>
                  <a:lnTo>
                    <a:pt x="40" y="1659"/>
                  </a:lnTo>
                  <a:lnTo>
                    <a:pt x="1" y="1758"/>
                  </a:lnTo>
                  <a:lnTo>
                    <a:pt x="1" y="1837"/>
                  </a:lnTo>
                  <a:lnTo>
                    <a:pt x="21" y="1877"/>
                  </a:lnTo>
                  <a:lnTo>
                    <a:pt x="100" y="1975"/>
                  </a:lnTo>
                  <a:lnTo>
                    <a:pt x="396" y="2272"/>
                  </a:lnTo>
                  <a:lnTo>
                    <a:pt x="1443" y="3220"/>
                  </a:lnTo>
                  <a:lnTo>
                    <a:pt x="2904" y="4504"/>
                  </a:lnTo>
                  <a:lnTo>
                    <a:pt x="4564" y="5946"/>
                  </a:lnTo>
                  <a:lnTo>
                    <a:pt x="7684" y="8632"/>
                  </a:lnTo>
                  <a:lnTo>
                    <a:pt x="9087" y="9837"/>
                  </a:lnTo>
                  <a:lnTo>
                    <a:pt x="9107" y="10113"/>
                  </a:lnTo>
                  <a:lnTo>
                    <a:pt x="9166" y="10745"/>
                  </a:lnTo>
                  <a:lnTo>
                    <a:pt x="9205" y="11121"/>
                  </a:lnTo>
                  <a:lnTo>
                    <a:pt x="9265" y="11476"/>
                  </a:lnTo>
                  <a:lnTo>
                    <a:pt x="9363" y="11792"/>
                  </a:lnTo>
                  <a:lnTo>
                    <a:pt x="9403" y="11930"/>
                  </a:lnTo>
                  <a:lnTo>
                    <a:pt x="9462" y="12029"/>
                  </a:lnTo>
                  <a:lnTo>
                    <a:pt x="9541" y="12148"/>
                  </a:lnTo>
                  <a:lnTo>
                    <a:pt x="9699" y="12345"/>
                  </a:lnTo>
                  <a:lnTo>
                    <a:pt x="10173" y="12859"/>
                  </a:lnTo>
                  <a:lnTo>
                    <a:pt x="11457" y="14222"/>
                  </a:lnTo>
                  <a:lnTo>
                    <a:pt x="13215" y="16039"/>
                  </a:lnTo>
                  <a:lnTo>
                    <a:pt x="13650" y="15782"/>
                  </a:lnTo>
                  <a:lnTo>
                    <a:pt x="11576" y="12582"/>
                  </a:lnTo>
                  <a:lnTo>
                    <a:pt x="11576" y="12582"/>
                  </a:lnTo>
                  <a:lnTo>
                    <a:pt x="14617" y="14992"/>
                  </a:lnTo>
                  <a:lnTo>
                    <a:pt x="14756" y="14913"/>
                  </a:lnTo>
                  <a:lnTo>
                    <a:pt x="14874" y="14814"/>
                  </a:lnTo>
                  <a:lnTo>
                    <a:pt x="14973" y="14696"/>
                  </a:lnTo>
                  <a:lnTo>
                    <a:pt x="14993" y="14676"/>
                  </a:lnTo>
                  <a:lnTo>
                    <a:pt x="14973" y="14636"/>
                  </a:lnTo>
                  <a:lnTo>
                    <a:pt x="14933" y="14498"/>
                  </a:lnTo>
                  <a:lnTo>
                    <a:pt x="14716" y="14123"/>
                  </a:lnTo>
                  <a:lnTo>
                    <a:pt x="14400" y="13609"/>
                  </a:lnTo>
                  <a:lnTo>
                    <a:pt x="14025" y="13017"/>
                  </a:lnTo>
                  <a:lnTo>
                    <a:pt x="13314" y="11950"/>
                  </a:lnTo>
                  <a:lnTo>
                    <a:pt x="12978" y="11476"/>
                  </a:lnTo>
                  <a:lnTo>
                    <a:pt x="12978" y="11476"/>
                  </a:lnTo>
                  <a:lnTo>
                    <a:pt x="14499" y="12582"/>
                  </a:lnTo>
                  <a:lnTo>
                    <a:pt x="15585" y="13372"/>
                  </a:lnTo>
                  <a:lnTo>
                    <a:pt x="15980" y="13649"/>
                  </a:lnTo>
                  <a:lnTo>
                    <a:pt x="16198" y="13787"/>
                  </a:lnTo>
                  <a:lnTo>
                    <a:pt x="16277" y="13827"/>
                  </a:lnTo>
                  <a:lnTo>
                    <a:pt x="16316" y="13827"/>
                  </a:lnTo>
                  <a:lnTo>
                    <a:pt x="16356" y="13807"/>
                  </a:lnTo>
                  <a:lnTo>
                    <a:pt x="16375" y="13787"/>
                  </a:lnTo>
                  <a:lnTo>
                    <a:pt x="16415" y="13669"/>
                  </a:lnTo>
                  <a:lnTo>
                    <a:pt x="16435" y="13550"/>
                  </a:lnTo>
                  <a:lnTo>
                    <a:pt x="16415" y="13471"/>
                  </a:lnTo>
                  <a:lnTo>
                    <a:pt x="16316" y="13313"/>
                  </a:lnTo>
                  <a:lnTo>
                    <a:pt x="15921" y="12800"/>
                  </a:lnTo>
                  <a:lnTo>
                    <a:pt x="15368" y="12088"/>
                  </a:lnTo>
                  <a:lnTo>
                    <a:pt x="14696" y="11298"/>
                  </a:lnTo>
                  <a:lnTo>
                    <a:pt x="13985" y="10489"/>
                  </a:lnTo>
                  <a:lnTo>
                    <a:pt x="13294" y="9777"/>
                  </a:lnTo>
                  <a:lnTo>
                    <a:pt x="12978" y="9481"/>
                  </a:lnTo>
                  <a:lnTo>
                    <a:pt x="12721" y="9244"/>
                  </a:lnTo>
                  <a:lnTo>
                    <a:pt x="12484" y="9086"/>
                  </a:lnTo>
                  <a:lnTo>
                    <a:pt x="12385" y="9027"/>
                  </a:lnTo>
                  <a:lnTo>
                    <a:pt x="12306" y="8987"/>
                  </a:lnTo>
                  <a:lnTo>
                    <a:pt x="11971" y="8908"/>
                  </a:lnTo>
                  <a:lnTo>
                    <a:pt x="11595" y="8849"/>
                  </a:lnTo>
                  <a:lnTo>
                    <a:pt x="11200" y="8810"/>
                  </a:lnTo>
                  <a:lnTo>
                    <a:pt x="10805" y="8790"/>
                  </a:lnTo>
                  <a:lnTo>
                    <a:pt x="10153" y="8750"/>
                  </a:lnTo>
                  <a:lnTo>
                    <a:pt x="9877" y="8750"/>
                  </a:lnTo>
                  <a:lnTo>
                    <a:pt x="5907" y="4444"/>
                  </a:lnTo>
                  <a:lnTo>
                    <a:pt x="3122" y="1462"/>
                  </a:lnTo>
                  <a:lnTo>
                    <a:pt x="2174" y="435"/>
                  </a:lnTo>
                  <a:lnTo>
                    <a:pt x="1759" y="20"/>
                  </a:lnTo>
                  <a:lnTo>
                    <a:pt x="171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67" name="Shape 9667"/>
        <p:cNvGrpSpPr/>
        <p:nvPr/>
      </p:nvGrpSpPr>
      <p:grpSpPr>
        <a:xfrm>
          <a:off x="0" y="0"/>
          <a:ext cx="0" cy="0"/>
          <a:chOff x="0" y="0"/>
          <a:chExt cx="0" cy="0"/>
        </a:xfrm>
      </p:grpSpPr>
      <p:sp>
        <p:nvSpPr>
          <p:cNvPr id="9668" name="Google Shape;9668;p57"/>
          <p:cNvSpPr/>
          <p:nvPr/>
        </p:nvSpPr>
        <p:spPr>
          <a:xfrm flipH="1" rot="5400000">
            <a:off x="2302741" y="-680239"/>
            <a:ext cx="4538517" cy="6503979"/>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9" name="Google Shape;9669;p57"/>
          <p:cNvSpPr txBox="1"/>
          <p:nvPr>
            <p:ph type="title"/>
          </p:nvPr>
        </p:nvSpPr>
        <p:spPr>
          <a:xfrm>
            <a:off x="1939557" y="3254877"/>
            <a:ext cx="5265000" cy="457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—SOMEONE FAMOUS</a:t>
            </a:r>
            <a:endParaRPr/>
          </a:p>
        </p:txBody>
      </p:sp>
      <p:sp>
        <p:nvSpPr>
          <p:cNvPr id="9670" name="Google Shape;9670;p57"/>
          <p:cNvSpPr txBox="1"/>
          <p:nvPr>
            <p:ph idx="1" type="subTitle"/>
          </p:nvPr>
        </p:nvSpPr>
        <p:spPr>
          <a:xfrm>
            <a:off x="1938600" y="1279025"/>
            <a:ext cx="5266800" cy="1899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quote, words full of wisdom that someone important said and can make the reader get inspired”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74" name="Shape 9674"/>
        <p:cNvGrpSpPr/>
        <p:nvPr/>
      </p:nvGrpSpPr>
      <p:grpSpPr>
        <a:xfrm>
          <a:off x="0" y="0"/>
          <a:ext cx="0" cy="0"/>
          <a:chOff x="0" y="0"/>
          <a:chExt cx="0" cy="0"/>
        </a:xfrm>
      </p:grpSpPr>
      <p:pic>
        <p:nvPicPr>
          <p:cNvPr id="9675" name="Google Shape;9675;p58"/>
          <p:cNvPicPr preferRelativeResize="0"/>
          <p:nvPr>
            <p:ph idx="2" type="pic"/>
          </p:nvPr>
        </p:nvPicPr>
        <p:blipFill rotWithShape="1">
          <a:blip r:embed="rId3">
            <a:alphaModFix/>
          </a:blip>
          <a:srcRect b="0" l="0" r="0" t="0"/>
          <a:stretch/>
        </p:blipFill>
        <p:spPr>
          <a:xfrm>
            <a:off x="0" y="0"/>
            <a:ext cx="9144000" cy="5143500"/>
          </a:xfrm>
          <a:prstGeom prst="rect">
            <a:avLst/>
          </a:prstGeom>
        </p:spPr>
      </p:pic>
      <p:sp>
        <p:nvSpPr>
          <p:cNvPr id="9676" name="Google Shape;9676;p58"/>
          <p:cNvSpPr txBox="1"/>
          <p:nvPr>
            <p:ph type="title"/>
          </p:nvPr>
        </p:nvSpPr>
        <p:spPr>
          <a:xfrm>
            <a:off x="3082075" y="3592925"/>
            <a:ext cx="5348700" cy="10065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A PICTURE IS WORTH A THOUSAND WORDS</a:t>
            </a:r>
            <a:endParaRPr/>
          </a:p>
        </p:txBody>
      </p:sp>
      <p:grpSp>
        <p:nvGrpSpPr>
          <p:cNvPr id="9677" name="Google Shape;9677;p58"/>
          <p:cNvGrpSpPr/>
          <p:nvPr/>
        </p:nvGrpSpPr>
        <p:grpSpPr>
          <a:xfrm>
            <a:off x="227275" y="4129030"/>
            <a:ext cx="679382" cy="871990"/>
            <a:chOff x="8619938" y="2813305"/>
            <a:chExt cx="679382" cy="871990"/>
          </a:xfrm>
        </p:grpSpPr>
        <p:sp>
          <p:nvSpPr>
            <p:cNvPr id="9678" name="Google Shape;9678;p58"/>
            <p:cNvSpPr/>
            <p:nvPr/>
          </p:nvSpPr>
          <p:spPr>
            <a:xfrm>
              <a:off x="8654027" y="2917184"/>
              <a:ext cx="605870" cy="583106"/>
            </a:xfrm>
            <a:custGeom>
              <a:rect b="b" l="l" r="r" t="t"/>
              <a:pathLst>
                <a:path extrusionOk="0" h="15190" w="15783">
                  <a:moveTo>
                    <a:pt x="7270" y="0"/>
                  </a:moveTo>
                  <a:lnTo>
                    <a:pt x="6894" y="20"/>
                  </a:lnTo>
                  <a:lnTo>
                    <a:pt x="6539" y="59"/>
                  </a:lnTo>
                  <a:lnTo>
                    <a:pt x="6203" y="99"/>
                  </a:lnTo>
                  <a:lnTo>
                    <a:pt x="5867" y="138"/>
                  </a:lnTo>
                  <a:lnTo>
                    <a:pt x="5551" y="217"/>
                  </a:lnTo>
                  <a:lnTo>
                    <a:pt x="5255" y="277"/>
                  </a:lnTo>
                  <a:lnTo>
                    <a:pt x="4978" y="356"/>
                  </a:lnTo>
                  <a:lnTo>
                    <a:pt x="4702" y="454"/>
                  </a:lnTo>
                  <a:lnTo>
                    <a:pt x="4188" y="652"/>
                  </a:lnTo>
                  <a:lnTo>
                    <a:pt x="3714" y="889"/>
                  </a:lnTo>
                  <a:lnTo>
                    <a:pt x="3299" y="1146"/>
                  </a:lnTo>
                  <a:lnTo>
                    <a:pt x="2924" y="1422"/>
                  </a:lnTo>
                  <a:lnTo>
                    <a:pt x="2569" y="1718"/>
                  </a:lnTo>
                  <a:lnTo>
                    <a:pt x="2253" y="2035"/>
                  </a:lnTo>
                  <a:lnTo>
                    <a:pt x="1976" y="2351"/>
                  </a:lnTo>
                  <a:lnTo>
                    <a:pt x="1719" y="2686"/>
                  </a:lnTo>
                  <a:lnTo>
                    <a:pt x="1482" y="3002"/>
                  </a:lnTo>
                  <a:lnTo>
                    <a:pt x="1265" y="3338"/>
                  </a:lnTo>
                  <a:lnTo>
                    <a:pt x="1048" y="3713"/>
                  </a:lnTo>
                  <a:lnTo>
                    <a:pt x="830" y="4089"/>
                  </a:lnTo>
                  <a:lnTo>
                    <a:pt x="672" y="4464"/>
                  </a:lnTo>
                  <a:lnTo>
                    <a:pt x="514" y="4820"/>
                  </a:lnTo>
                  <a:lnTo>
                    <a:pt x="376" y="5175"/>
                  </a:lnTo>
                  <a:lnTo>
                    <a:pt x="277" y="5531"/>
                  </a:lnTo>
                  <a:lnTo>
                    <a:pt x="179" y="5886"/>
                  </a:lnTo>
                  <a:lnTo>
                    <a:pt x="119" y="6222"/>
                  </a:lnTo>
                  <a:lnTo>
                    <a:pt x="60" y="6558"/>
                  </a:lnTo>
                  <a:lnTo>
                    <a:pt x="21" y="6894"/>
                  </a:lnTo>
                  <a:lnTo>
                    <a:pt x="1" y="7229"/>
                  </a:lnTo>
                  <a:lnTo>
                    <a:pt x="1" y="7565"/>
                  </a:lnTo>
                  <a:lnTo>
                    <a:pt x="21" y="7881"/>
                  </a:lnTo>
                  <a:lnTo>
                    <a:pt x="40" y="8197"/>
                  </a:lnTo>
                  <a:lnTo>
                    <a:pt x="80" y="8513"/>
                  </a:lnTo>
                  <a:lnTo>
                    <a:pt x="139" y="8829"/>
                  </a:lnTo>
                  <a:lnTo>
                    <a:pt x="218" y="9185"/>
                  </a:lnTo>
                  <a:lnTo>
                    <a:pt x="297" y="9521"/>
                  </a:lnTo>
                  <a:lnTo>
                    <a:pt x="396" y="9837"/>
                  </a:lnTo>
                  <a:lnTo>
                    <a:pt x="514" y="10172"/>
                  </a:lnTo>
                  <a:lnTo>
                    <a:pt x="653" y="10488"/>
                  </a:lnTo>
                  <a:lnTo>
                    <a:pt x="791" y="10785"/>
                  </a:lnTo>
                  <a:lnTo>
                    <a:pt x="949" y="11081"/>
                  </a:lnTo>
                  <a:lnTo>
                    <a:pt x="1127" y="11377"/>
                  </a:lnTo>
                  <a:lnTo>
                    <a:pt x="1324" y="11654"/>
                  </a:lnTo>
                  <a:lnTo>
                    <a:pt x="1522" y="11930"/>
                  </a:lnTo>
                  <a:lnTo>
                    <a:pt x="1719" y="12207"/>
                  </a:lnTo>
                  <a:lnTo>
                    <a:pt x="1956" y="12464"/>
                  </a:lnTo>
                  <a:lnTo>
                    <a:pt x="2174" y="12701"/>
                  </a:lnTo>
                  <a:lnTo>
                    <a:pt x="2430" y="12938"/>
                  </a:lnTo>
                  <a:lnTo>
                    <a:pt x="2687" y="13175"/>
                  </a:lnTo>
                  <a:lnTo>
                    <a:pt x="2944" y="13372"/>
                  </a:lnTo>
                  <a:lnTo>
                    <a:pt x="3201" y="13589"/>
                  </a:lnTo>
                  <a:lnTo>
                    <a:pt x="3477" y="13787"/>
                  </a:lnTo>
                  <a:lnTo>
                    <a:pt x="3774" y="13965"/>
                  </a:lnTo>
                  <a:lnTo>
                    <a:pt x="4070" y="14143"/>
                  </a:lnTo>
                  <a:lnTo>
                    <a:pt x="4366" y="14301"/>
                  </a:lnTo>
                  <a:lnTo>
                    <a:pt x="4662" y="14439"/>
                  </a:lnTo>
                  <a:lnTo>
                    <a:pt x="4978" y="14577"/>
                  </a:lnTo>
                  <a:lnTo>
                    <a:pt x="5294" y="14696"/>
                  </a:lnTo>
                  <a:lnTo>
                    <a:pt x="5610" y="14814"/>
                  </a:lnTo>
                  <a:lnTo>
                    <a:pt x="5926" y="14913"/>
                  </a:lnTo>
                  <a:lnTo>
                    <a:pt x="6262" y="14992"/>
                  </a:lnTo>
                  <a:lnTo>
                    <a:pt x="6598" y="15051"/>
                  </a:lnTo>
                  <a:lnTo>
                    <a:pt x="6914" y="15110"/>
                  </a:lnTo>
                  <a:lnTo>
                    <a:pt x="7250" y="15150"/>
                  </a:lnTo>
                  <a:lnTo>
                    <a:pt x="7586" y="15189"/>
                  </a:lnTo>
                  <a:lnTo>
                    <a:pt x="8395" y="15189"/>
                  </a:lnTo>
                  <a:lnTo>
                    <a:pt x="8870" y="15150"/>
                  </a:lnTo>
                  <a:lnTo>
                    <a:pt x="9304" y="15091"/>
                  </a:lnTo>
                  <a:lnTo>
                    <a:pt x="9739" y="15012"/>
                  </a:lnTo>
                  <a:lnTo>
                    <a:pt x="10153" y="14913"/>
                  </a:lnTo>
                  <a:lnTo>
                    <a:pt x="10568" y="14794"/>
                  </a:lnTo>
                  <a:lnTo>
                    <a:pt x="10943" y="14656"/>
                  </a:lnTo>
                  <a:lnTo>
                    <a:pt x="11319" y="14498"/>
                  </a:lnTo>
                  <a:lnTo>
                    <a:pt x="11674" y="14340"/>
                  </a:lnTo>
                  <a:lnTo>
                    <a:pt x="12030" y="14143"/>
                  </a:lnTo>
                  <a:lnTo>
                    <a:pt x="12346" y="13945"/>
                  </a:lnTo>
                  <a:lnTo>
                    <a:pt x="12662" y="13728"/>
                  </a:lnTo>
                  <a:lnTo>
                    <a:pt x="12958" y="13491"/>
                  </a:lnTo>
                  <a:lnTo>
                    <a:pt x="13235" y="13234"/>
                  </a:lnTo>
                  <a:lnTo>
                    <a:pt x="13492" y="12977"/>
                  </a:lnTo>
                  <a:lnTo>
                    <a:pt x="13748" y="12720"/>
                  </a:lnTo>
                  <a:lnTo>
                    <a:pt x="13985" y="12444"/>
                  </a:lnTo>
                  <a:lnTo>
                    <a:pt x="14203" y="12167"/>
                  </a:lnTo>
                  <a:lnTo>
                    <a:pt x="14420" y="11871"/>
                  </a:lnTo>
                  <a:lnTo>
                    <a:pt x="14617" y="11575"/>
                  </a:lnTo>
                  <a:lnTo>
                    <a:pt x="14795" y="11278"/>
                  </a:lnTo>
                  <a:lnTo>
                    <a:pt x="14953" y="10962"/>
                  </a:lnTo>
                  <a:lnTo>
                    <a:pt x="15091" y="10666"/>
                  </a:lnTo>
                  <a:lnTo>
                    <a:pt x="15230" y="10350"/>
                  </a:lnTo>
                  <a:lnTo>
                    <a:pt x="15348" y="10034"/>
                  </a:lnTo>
                  <a:lnTo>
                    <a:pt x="15467" y="9738"/>
                  </a:lnTo>
                  <a:lnTo>
                    <a:pt x="15546" y="9422"/>
                  </a:lnTo>
                  <a:lnTo>
                    <a:pt x="15625" y="9106"/>
                  </a:lnTo>
                  <a:lnTo>
                    <a:pt x="15684" y="8809"/>
                  </a:lnTo>
                  <a:lnTo>
                    <a:pt x="15743" y="8513"/>
                  </a:lnTo>
                  <a:lnTo>
                    <a:pt x="15763" y="8217"/>
                  </a:lnTo>
                  <a:lnTo>
                    <a:pt x="15783" y="7921"/>
                  </a:lnTo>
                  <a:lnTo>
                    <a:pt x="15783" y="7328"/>
                  </a:lnTo>
                  <a:lnTo>
                    <a:pt x="15743" y="6716"/>
                  </a:lnTo>
                  <a:lnTo>
                    <a:pt x="15664" y="6103"/>
                  </a:lnTo>
                  <a:lnTo>
                    <a:pt x="15605" y="5787"/>
                  </a:lnTo>
                  <a:lnTo>
                    <a:pt x="15526" y="5471"/>
                  </a:lnTo>
                  <a:lnTo>
                    <a:pt x="15447" y="5155"/>
                  </a:lnTo>
                  <a:lnTo>
                    <a:pt x="15348" y="4839"/>
                  </a:lnTo>
                  <a:lnTo>
                    <a:pt x="15230" y="4523"/>
                  </a:lnTo>
                  <a:lnTo>
                    <a:pt x="15091" y="4207"/>
                  </a:lnTo>
                  <a:lnTo>
                    <a:pt x="14953" y="3891"/>
                  </a:lnTo>
                  <a:lnTo>
                    <a:pt x="14795" y="3595"/>
                  </a:lnTo>
                  <a:lnTo>
                    <a:pt x="14617" y="3299"/>
                  </a:lnTo>
                  <a:lnTo>
                    <a:pt x="14420" y="3022"/>
                  </a:lnTo>
                  <a:lnTo>
                    <a:pt x="14222" y="2726"/>
                  </a:lnTo>
                  <a:lnTo>
                    <a:pt x="14005" y="2449"/>
                  </a:lnTo>
                  <a:lnTo>
                    <a:pt x="13748" y="2193"/>
                  </a:lnTo>
                  <a:lnTo>
                    <a:pt x="13492" y="1936"/>
                  </a:lnTo>
                  <a:lnTo>
                    <a:pt x="13235" y="1699"/>
                  </a:lnTo>
                  <a:lnTo>
                    <a:pt x="12938" y="1462"/>
                  </a:lnTo>
                  <a:lnTo>
                    <a:pt x="12622" y="1244"/>
                  </a:lnTo>
                  <a:lnTo>
                    <a:pt x="12287" y="1047"/>
                  </a:lnTo>
                  <a:lnTo>
                    <a:pt x="11951" y="869"/>
                  </a:lnTo>
                  <a:lnTo>
                    <a:pt x="11576" y="691"/>
                  </a:lnTo>
                  <a:lnTo>
                    <a:pt x="11181" y="533"/>
                  </a:lnTo>
                  <a:lnTo>
                    <a:pt x="10766" y="395"/>
                  </a:lnTo>
                  <a:lnTo>
                    <a:pt x="10351" y="277"/>
                  </a:lnTo>
                  <a:lnTo>
                    <a:pt x="9897" y="178"/>
                  </a:lnTo>
                  <a:lnTo>
                    <a:pt x="9423" y="99"/>
                  </a:lnTo>
                  <a:lnTo>
                    <a:pt x="8929" y="59"/>
                  </a:lnTo>
                  <a:lnTo>
                    <a:pt x="8494" y="20"/>
                  </a:lnTo>
                  <a:lnTo>
                    <a:pt x="80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9" name="Google Shape;9679;p58"/>
            <p:cNvSpPr/>
            <p:nvPr/>
          </p:nvSpPr>
          <p:spPr>
            <a:xfrm>
              <a:off x="8769307" y="2982368"/>
              <a:ext cx="231285" cy="211592"/>
            </a:xfrm>
            <a:custGeom>
              <a:rect b="b" l="l" r="r" t="t"/>
              <a:pathLst>
                <a:path extrusionOk="0" h="5512" w="6025">
                  <a:moveTo>
                    <a:pt x="3022" y="1"/>
                  </a:moveTo>
                  <a:lnTo>
                    <a:pt x="2647" y="20"/>
                  </a:lnTo>
                  <a:lnTo>
                    <a:pt x="2449" y="60"/>
                  </a:lnTo>
                  <a:lnTo>
                    <a:pt x="2252" y="119"/>
                  </a:lnTo>
                  <a:lnTo>
                    <a:pt x="2054" y="159"/>
                  </a:lnTo>
                  <a:lnTo>
                    <a:pt x="1877" y="238"/>
                  </a:lnTo>
                  <a:lnTo>
                    <a:pt x="1699" y="317"/>
                  </a:lnTo>
                  <a:lnTo>
                    <a:pt x="1521" y="416"/>
                  </a:lnTo>
                  <a:lnTo>
                    <a:pt x="1343" y="514"/>
                  </a:lnTo>
                  <a:lnTo>
                    <a:pt x="1185" y="633"/>
                  </a:lnTo>
                  <a:lnTo>
                    <a:pt x="1027" y="751"/>
                  </a:lnTo>
                  <a:lnTo>
                    <a:pt x="889" y="890"/>
                  </a:lnTo>
                  <a:lnTo>
                    <a:pt x="751" y="1028"/>
                  </a:lnTo>
                  <a:lnTo>
                    <a:pt x="632" y="1186"/>
                  </a:lnTo>
                  <a:lnTo>
                    <a:pt x="514" y="1364"/>
                  </a:lnTo>
                  <a:lnTo>
                    <a:pt x="395" y="1541"/>
                  </a:lnTo>
                  <a:lnTo>
                    <a:pt x="237" y="1897"/>
                  </a:lnTo>
                  <a:lnTo>
                    <a:pt x="99" y="2233"/>
                  </a:lnTo>
                  <a:lnTo>
                    <a:pt x="40" y="2549"/>
                  </a:lnTo>
                  <a:lnTo>
                    <a:pt x="0" y="2845"/>
                  </a:lnTo>
                  <a:lnTo>
                    <a:pt x="0" y="3141"/>
                  </a:lnTo>
                  <a:lnTo>
                    <a:pt x="20" y="3398"/>
                  </a:lnTo>
                  <a:lnTo>
                    <a:pt x="59" y="3635"/>
                  </a:lnTo>
                  <a:lnTo>
                    <a:pt x="138" y="3833"/>
                  </a:lnTo>
                  <a:lnTo>
                    <a:pt x="217" y="4030"/>
                  </a:lnTo>
                  <a:lnTo>
                    <a:pt x="296" y="4188"/>
                  </a:lnTo>
                  <a:lnTo>
                    <a:pt x="395" y="4346"/>
                  </a:lnTo>
                  <a:lnTo>
                    <a:pt x="474" y="4465"/>
                  </a:lnTo>
                  <a:lnTo>
                    <a:pt x="612" y="4623"/>
                  </a:lnTo>
                  <a:lnTo>
                    <a:pt x="672" y="4662"/>
                  </a:lnTo>
                  <a:lnTo>
                    <a:pt x="909" y="4860"/>
                  </a:lnTo>
                  <a:lnTo>
                    <a:pt x="1166" y="5018"/>
                  </a:lnTo>
                  <a:lnTo>
                    <a:pt x="1422" y="5176"/>
                  </a:lnTo>
                  <a:lnTo>
                    <a:pt x="1679" y="5294"/>
                  </a:lnTo>
                  <a:lnTo>
                    <a:pt x="1975" y="5393"/>
                  </a:lnTo>
                  <a:lnTo>
                    <a:pt x="2331" y="5452"/>
                  </a:lnTo>
                  <a:lnTo>
                    <a:pt x="2746" y="5512"/>
                  </a:lnTo>
                  <a:lnTo>
                    <a:pt x="3220" y="5512"/>
                  </a:lnTo>
                  <a:lnTo>
                    <a:pt x="3595" y="5492"/>
                  </a:lnTo>
                  <a:lnTo>
                    <a:pt x="3951" y="5433"/>
                  </a:lnTo>
                  <a:lnTo>
                    <a:pt x="4286" y="5334"/>
                  </a:lnTo>
                  <a:lnTo>
                    <a:pt x="4602" y="5176"/>
                  </a:lnTo>
                  <a:lnTo>
                    <a:pt x="4899" y="4998"/>
                  </a:lnTo>
                  <a:lnTo>
                    <a:pt x="5175" y="4781"/>
                  </a:lnTo>
                  <a:lnTo>
                    <a:pt x="5412" y="4544"/>
                  </a:lnTo>
                  <a:lnTo>
                    <a:pt x="5610" y="4287"/>
                  </a:lnTo>
                  <a:lnTo>
                    <a:pt x="5768" y="3991"/>
                  </a:lnTo>
                  <a:lnTo>
                    <a:pt x="5886" y="3675"/>
                  </a:lnTo>
                  <a:lnTo>
                    <a:pt x="5985" y="3339"/>
                  </a:lnTo>
                  <a:lnTo>
                    <a:pt x="6005" y="3161"/>
                  </a:lnTo>
                  <a:lnTo>
                    <a:pt x="6005" y="2983"/>
                  </a:lnTo>
                  <a:lnTo>
                    <a:pt x="6025" y="2806"/>
                  </a:lnTo>
                  <a:lnTo>
                    <a:pt x="6005" y="2628"/>
                  </a:lnTo>
                  <a:lnTo>
                    <a:pt x="5985" y="2430"/>
                  </a:lnTo>
                  <a:lnTo>
                    <a:pt x="5946" y="2252"/>
                  </a:lnTo>
                  <a:lnTo>
                    <a:pt x="5886" y="2055"/>
                  </a:lnTo>
                  <a:lnTo>
                    <a:pt x="5827" y="1877"/>
                  </a:lnTo>
                  <a:lnTo>
                    <a:pt x="5748" y="1680"/>
                  </a:lnTo>
                  <a:lnTo>
                    <a:pt x="5669" y="1482"/>
                  </a:lnTo>
                  <a:lnTo>
                    <a:pt x="5551" y="1304"/>
                  </a:lnTo>
                  <a:lnTo>
                    <a:pt x="5432" y="1127"/>
                  </a:lnTo>
                  <a:lnTo>
                    <a:pt x="5313" y="969"/>
                  </a:lnTo>
                  <a:lnTo>
                    <a:pt x="5175" y="811"/>
                  </a:lnTo>
                  <a:lnTo>
                    <a:pt x="5017" y="672"/>
                  </a:lnTo>
                  <a:lnTo>
                    <a:pt x="4879" y="554"/>
                  </a:lnTo>
                  <a:lnTo>
                    <a:pt x="4701" y="435"/>
                  </a:lnTo>
                  <a:lnTo>
                    <a:pt x="4543" y="337"/>
                  </a:lnTo>
                  <a:lnTo>
                    <a:pt x="4365" y="258"/>
                  </a:lnTo>
                  <a:lnTo>
                    <a:pt x="4188" y="178"/>
                  </a:lnTo>
                  <a:lnTo>
                    <a:pt x="3990" y="119"/>
                  </a:lnTo>
                  <a:lnTo>
                    <a:pt x="3812" y="80"/>
                  </a:lnTo>
                  <a:lnTo>
                    <a:pt x="3615" y="40"/>
                  </a:lnTo>
                  <a:lnTo>
                    <a:pt x="341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0" name="Google Shape;9680;p58"/>
            <p:cNvSpPr/>
            <p:nvPr/>
          </p:nvSpPr>
          <p:spPr>
            <a:xfrm>
              <a:off x="8780670" y="2993001"/>
              <a:ext cx="210056" cy="191861"/>
            </a:xfrm>
            <a:custGeom>
              <a:rect b="b" l="l" r="r" t="t"/>
              <a:pathLst>
                <a:path extrusionOk="0" h="4998" w="5472">
                  <a:moveTo>
                    <a:pt x="2766" y="0"/>
                  </a:moveTo>
                  <a:lnTo>
                    <a:pt x="2410" y="20"/>
                  </a:lnTo>
                  <a:lnTo>
                    <a:pt x="2055" y="99"/>
                  </a:lnTo>
                  <a:lnTo>
                    <a:pt x="1719" y="218"/>
                  </a:lnTo>
                  <a:lnTo>
                    <a:pt x="1403" y="376"/>
                  </a:lnTo>
                  <a:lnTo>
                    <a:pt x="1245" y="455"/>
                  </a:lnTo>
                  <a:lnTo>
                    <a:pt x="1087" y="573"/>
                  </a:lnTo>
                  <a:lnTo>
                    <a:pt x="949" y="672"/>
                  </a:lnTo>
                  <a:lnTo>
                    <a:pt x="830" y="810"/>
                  </a:lnTo>
                  <a:lnTo>
                    <a:pt x="692" y="929"/>
                  </a:lnTo>
                  <a:lnTo>
                    <a:pt x="573" y="1067"/>
                  </a:lnTo>
                  <a:lnTo>
                    <a:pt x="475" y="1225"/>
                  </a:lnTo>
                  <a:lnTo>
                    <a:pt x="376" y="1383"/>
                  </a:lnTo>
                  <a:lnTo>
                    <a:pt x="218" y="1719"/>
                  </a:lnTo>
                  <a:lnTo>
                    <a:pt x="119" y="2035"/>
                  </a:lnTo>
                  <a:lnTo>
                    <a:pt x="40" y="2311"/>
                  </a:lnTo>
                  <a:lnTo>
                    <a:pt x="0" y="2588"/>
                  </a:lnTo>
                  <a:lnTo>
                    <a:pt x="0" y="2845"/>
                  </a:lnTo>
                  <a:lnTo>
                    <a:pt x="40" y="3082"/>
                  </a:lnTo>
                  <a:lnTo>
                    <a:pt x="79" y="3279"/>
                  </a:lnTo>
                  <a:lnTo>
                    <a:pt x="139" y="3477"/>
                  </a:lnTo>
                  <a:lnTo>
                    <a:pt x="218" y="3654"/>
                  </a:lnTo>
                  <a:lnTo>
                    <a:pt x="297" y="3812"/>
                  </a:lnTo>
                  <a:lnTo>
                    <a:pt x="455" y="4030"/>
                  </a:lnTo>
                  <a:lnTo>
                    <a:pt x="573" y="4188"/>
                  </a:lnTo>
                  <a:lnTo>
                    <a:pt x="613" y="4227"/>
                  </a:lnTo>
                  <a:lnTo>
                    <a:pt x="850" y="4405"/>
                  </a:lnTo>
                  <a:lnTo>
                    <a:pt x="1067" y="4563"/>
                  </a:lnTo>
                  <a:lnTo>
                    <a:pt x="1304" y="4682"/>
                  </a:lnTo>
                  <a:lnTo>
                    <a:pt x="1541" y="4800"/>
                  </a:lnTo>
                  <a:lnTo>
                    <a:pt x="1818" y="4879"/>
                  </a:lnTo>
                  <a:lnTo>
                    <a:pt x="2134" y="4958"/>
                  </a:lnTo>
                  <a:lnTo>
                    <a:pt x="2489" y="4998"/>
                  </a:lnTo>
                  <a:lnTo>
                    <a:pt x="2924" y="4998"/>
                  </a:lnTo>
                  <a:lnTo>
                    <a:pt x="3279" y="4978"/>
                  </a:lnTo>
                  <a:lnTo>
                    <a:pt x="3595" y="4919"/>
                  </a:lnTo>
                  <a:lnTo>
                    <a:pt x="3911" y="4820"/>
                  </a:lnTo>
                  <a:lnTo>
                    <a:pt x="4188" y="4701"/>
                  </a:lnTo>
                  <a:lnTo>
                    <a:pt x="4464" y="4523"/>
                  </a:lnTo>
                  <a:lnTo>
                    <a:pt x="4701" y="4346"/>
                  </a:lnTo>
                  <a:lnTo>
                    <a:pt x="4919" y="4128"/>
                  </a:lnTo>
                  <a:lnTo>
                    <a:pt x="5096" y="3872"/>
                  </a:lnTo>
                  <a:lnTo>
                    <a:pt x="5255" y="3615"/>
                  </a:lnTo>
                  <a:lnTo>
                    <a:pt x="5353" y="3319"/>
                  </a:lnTo>
                  <a:lnTo>
                    <a:pt x="5432" y="3022"/>
                  </a:lnTo>
                  <a:lnTo>
                    <a:pt x="5472" y="2706"/>
                  </a:lnTo>
                  <a:lnTo>
                    <a:pt x="5452" y="2371"/>
                  </a:lnTo>
                  <a:lnTo>
                    <a:pt x="5413" y="2035"/>
                  </a:lnTo>
                  <a:lnTo>
                    <a:pt x="5294" y="1699"/>
                  </a:lnTo>
                  <a:lnTo>
                    <a:pt x="5156" y="1343"/>
                  </a:lnTo>
                  <a:lnTo>
                    <a:pt x="5057" y="1166"/>
                  </a:lnTo>
                  <a:lnTo>
                    <a:pt x="4938" y="1008"/>
                  </a:lnTo>
                  <a:lnTo>
                    <a:pt x="4820" y="869"/>
                  </a:lnTo>
                  <a:lnTo>
                    <a:pt x="4701" y="731"/>
                  </a:lnTo>
                  <a:lnTo>
                    <a:pt x="4563" y="613"/>
                  </a:lnTo>
                  <a:lnTo>
                    <a:pt x="4425" y="494"/>
                  </a:lnTo>
                  <a:lnTo>
                    <a:pt x="4287" y="395"/>
                  </a:lnTo>
                  <a:lnTo>
                    <a:pt x="4129" y="316"/>
                  </a:lnTo>
                  <a:lnTo>
                    <a:pt x="3971" y="237"/>
                  </a:lnTo>
                  <a:lnTo>
                    <a:pt x="3813" y="158"/>
                  </a:lnTo>
                  <a:lnTo>
                    <a:pt x="3477" y="60"/>
                  </a:lnTo>
                  <a:lnTo>
                    <a:pt x="31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1" name="Google Shape;9681;p58"/>
            <p:cNvSpPr/>
            <p:nvPr/>
          </p:nvSpPr>
          <p:spPr>
            <a:xfrm>
              <a:off x="8860288" y="3005132"/>
              <a:ext cx="88752" cy="70556"/>
            </a:xfrm>
            <a:custGeom>
              <a:rect b="b" l="l" r="r" t="t"/>
              <a:pathLst>
                <a:path extrusionOk="0" h="1838" w="2312">
                  <a:moveTo>
                    <a:pt x="711" y="0"/>
                  </a:moveTo>
                  <a:lnTo>
                    <a:pt x="336" y="40"/>
                  </a:lnTo>
                  <a:lnTo>
                    <a:pt x="198" y="60"/>
                  </a:lnTo>
                  <a:lnTo>
                    <a:pt x="99" y="99"/>
                  </a:lnTo>
                  <a:lnTo>
                    <a:pt x="40" y="158"/>
                  </a:lnTo>
                  <a:lnTo>
                    <a:pt x="0" y="237"/>
                  </a:lnTo>
                  <a:lnTo>
                    <a:pt x="0" y="356"/>
                  </a:lnTo>
                  <a:lnTo>
                    <a:pt x="20" y="494"/>
                  </a:lnTo>
                  <a:lnTo>
                    <a:pt x="158" y="889"/>
                  </a:lnTo>
                  <a:lnTo>
                    <a:pt x="316" y="1304"/>
                  </a:lnTo>
                  <a:lnTo>
                    <a:pt x="494" y="1719"/>
                  </a:lnTo>
                  <a:lnTo>
                    <a:pt x="692" y="1738"/>
                  </a:lnTo>
                  <a:lnTo>
                    <a:pt x="850" y="1778"/>
                  </a:lnTo>
                  <a:lnTo>
                    <a:pt x="929" y="1798"/>
                  </a:lnTo>
                  <a:lnTo>
                    <a:pt x="988" y="1837"/>
                  </a:lnTo>
                  <a:lnTo>
                    <a:pt x="1008" y="1837"/>
                  </a:lnTo>
                  <a:lnTo>
                    <a:pt x="1067" y="1817"/>
                  </a:lnTo>
                  <a:lnTo>
                    <a:pt x="1245" y="1699"/>
                  </a:lnTo>
                  <a:lnTo>
                    <a:pt x="1482" y="1501"/>
                  </a:lnTo>
                  <a:lnTo>
                    <a:pt x="1739" y="1284"/>
                  </a:lnTo>
                  <a:lnTo>
                    <a:pt x="1976" y="1027"/>
                  </a:lnTo>
                  <a:lnTo>
                    <a:pt x="2173" y="810"/>
                  </a:lnTo>
                  <a:lnTo>
                    <a:pt x="2292" y="632"/>
                  </a:lnTo>
                  <a:lnTo>
                    <a:pt x="2311" y="553"/>
                  </a:lnTo>
                  <a:lnTo>
                    <a:pt x="2311" y="514"/>
                  </a:lnTo>
                  <a:lnTo>
                    <a:pt x="2232" y="435"/>
                  </a:lnTo>
                  <a:lnTo>
                    <a:pt x="2114" y="356"/>
                  </a:lnTo>
                  <a:lnTo>
                    <a:pt x="1916" y="257"/>
                  </a:lnTo>
                  <a:lnTo>
                    <a:pt x="1699" y="158"/>
                  </a:lnTo>
                  <a:lnTo>
                    <a:pt x="1462" y="79"/>
                  </a:lnTo>
                  <a:lnTo>
                    <a:pt x="1205" y="20"/>
                  </a:lnTo>
                  <a:lnTo>
                    <a:pt x="94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2" name="Google Shape;9682;p58"/>
            <p:cNvSpPr/>
            <p:nvPr/>
          </p:nvSpPr>
          <p:spPr>
            <a:xfrm>
              <a:off x="8905778" y="3039260"/>
              <a:ext cx="77389" cy="70556"/>
            </a:xfrm>
            <a:custGeom>
              <a:rect b="b" l="l" r="r" t="t"/>
              <a:pathLst>
                <a:path extrusionOk="0" h="1838" w="2016">
                  <a:moveTo>
                    <a:pt x="1383" y="0"/>
                  </a:moveTo>
                  <a:lnTo>
                    <a:pt x="1324" y="40"/>
                  </a:lnTo>
                  <a:lnTo>
                    <a:pt x="1146" y="178"/>
                  </a:lnTo>
                  <a:lnTo>
                    <a:pt x="672" y="593"/>
                  </a:lnTo>
                  <a:lnTo>
                    <a:pt x="1" y="1205"/>
                  </a:lnTo>
                  <a:lnTo>
                    <a:pt x="1" y="1304"/>
                  </a:lnTo>
                  <a:lnTo>
                    <a:pt x="1" y="1383"/>
                  </a:lnTo>
                  <a:lnTo>
                    <a:pt x="1" y="1482"/>
                  </a:lnTo>
                  <a:lnTo>
                    <a:pt x="1" y="1501"/>
                  </a:lnTo>
                  <a:lnTo>
                    <a:pt x="60" y="1521"/>
                  </a:lnTo>
                  <a:lnTo>
                    <a:pt x="257" y="1580"/>
                  </a:lnTo>
                  <a:lnTo>
                    <a:pt x="909" y="1719"/>
                  </a:lnTo>
                  <a:lnTo>
                    <a:pt x="1581" y="1817"/>
                  </a:lnTo>
                  <a:lnTo>
                    <a:pt x="1818" y="1837"/>
                  </a:lnTo>
                  <a:lnTo>
                    <a:pt x="1916" y="1837"/>
                  </a:lnTo>
                  <a:lnTo>
                    <a:pt x="1956" y="1798"/>
                  </a:lnTo>
                  <a:lnTo>
                    <a:pt x="1976" y="1738"/>
                  </a:lnTo>
                  <a:lnTo>
                    <a:pt x="1996" y="1659"/>
                  </a:lnTo>
                  <a:lnTo>
                    <a:pt x="2015" y="1541"/>
                  </a:lnTo>
                  <a:lnTo>
                    <a:pt x="1996" y="1264"/>
                  </a:lnTo>
                  <a:lnTo>
                    <a:pt x="1936" y="909"/>
                  </a:lnTo>
                  <a:lnTo>
                    <a:pt x="1897" y="731"/>
                  </a:lnTo>
                  <a:lnTo>
                    <a:pt x="1837" y="553"/>
                  </a:lnTo>
                  <a:lnTo>
                    <a:pt x="1778" y="415"/>
                  </a:lnTo>
                  <a:lnTo>
                    <a:pt x="1699" y="277"/>
                  </a:lnTo>
                  <a:lnTo>
                    <a:pt x="1620" y="178"/>
                  </a:lnTo>
                  <a:lnTo>
                    <a:pt x="1541" y="79"/>
                  </a:lnTo>
                  <a:lnTo>
                    <a:pt x="148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3" name="Google Shape;9683;p58"/>
            <p:cNvSpPr/>
            <p:nvPr/>
          </p:nvSpPr>
          <p:spPr>
            <a:xfrm>
              <a:off x="8895913" y="3102946"/>
              <a:ext cx="75854" cy="69788"/>
            </a:xfrm>
            <a:custGeom>
              <a:rect b="b" l="l" r="r" t="t"/>
              <a:pathLst>
                <a:path extrusionOk="0" h="1818" w="1976">
                  <a:moveTo>
                    <a:pt x="198" y="0"/>
                  </a:moveTo>
                  <a:lnTo>
                    <a:pt x="1" y="158"/>
                  </a:lnTo>
                  <a:lnTo>
                    <a:pt x="179" y="889"/>
                  </a:lnTo>
                  <a:lnTo>
                    <a:pt x="416" y="1719"/>
                  </a:lnTo>
                  <a:lnTo>
                    <a:pt x="435" y="1778"/>
                  </a:lnTo>
                  <a:lnTo>
                    <a:pt x="475" y="1798"/>
                  </a:lnTo>
                  <a:lnTo>
                    <a:pt x="534" y="1818"/>
                  </a:lnTo>
                  <a:lnTo>
                    <a:pt x="613" y="1818"/>
                  </a:lnTo>
                  <a:lnTo>
                    <a:pt x="791" y="1758"/>
                  </a:lnTo>
                  <a:lnTo>
                    <a:pt x="1028" y="1640"/>
                  </a:lnTo>
                  <a:lnTo>
                    <a:pt x="1225" y="1521"/>
                  </a:lnTo>
                  <a:lnTo>
                    <a:pt x="1403" y="1403"/>
                  </a:lnTo>
                  <a:lnTo>
                    <a:pt x="1581" y="1245"/>
                  </a:lnTo>
                  <a:lnTo>
                    <a:pt x="1719" y="1087"/>
                  </a:lnTo>
                  <a:lnTo>
                    <a:pt x="1838" y="929"/>
                  </a:lnTo>
                  <a:lnTo>
                    <a:pt x="1917" y="790"/>
                  </a:lnTo>
                  <a:lnTo>
                    <a:pt x="1976" y="652"/>
                  </a:lnTo>
                  <a:lnTo>
                    <a:pt x="1976" y="553"/>
                  </a:lnTo>
                  <a:lnTo>
                    <a:pt x="1956" y="514"/>
                  </a:lnTo>
                  <a:lnTo>
                    <a:pt x="1897" y="455"/>
                  </a:lnTo>
                  <a:lnTo>
                    <a:pt x="1680" y="356"/>
                  </a:lnTo>
                  <a:lnTo>
                    <a:pt x="1403" y="277"/>
                  </a:lnTo>
                  <a:lnTo>
                    <a:pt x="1067" y="178"/>
                  </a:lnTo>
                  <a:lnTo>
                    <a:pt x="475" y="40"/>
                  </a:lnTo>
                  <a:lnTo>
                    <a:pt x="19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4" name="Google Shape;9684;p58"/>
            <p:cNvSpPr/>
            <p:nvPr/>
          </p:nvSpPr>
          <p:spPr>
            <a:xfrm>
              <a:off x="8813262" y="3102946"/>
              <a:ext cx="84990" cy="74318"/>
            </a:xfrm>
            <a:custGeom>
              <a:rect b="b" l="l" r="r" t="t"/>
              <a:pathLst>
                <a:path extrusionOk="0" h="1936" w="2214">
                  <a:moveTo>
                    <a:pt x="1423" y="0"/>
                  </a:moveTo>
                  <a:lnTo>
                    <a:pt x="988" y="277"/>
                  </a:lnTo>
                  <a:lnTo>
                    <a:pt x="672" y="494"/>
                  </a:lnTo>
                  <a:lnTo>
                    <a:pt x="356" y="731"/>
                  </a:lnTo>
                  <a:lnTo>
                    <a:pt x="100" y="948"/>
                  </a:lnTo>
                  <a:lnTo>
                    <a:pt x="21" y="1047"/>
                  </a:lnTo>
                  <a:lnTo>
                    <a:pt x="1" y="1106"/>
                  </a:lnTo>
                  <a:lnTo>
                    <a:pt x="1" y="1166"/>
                  </a:lnTo>
                  <a:lnTo>
                    <a:pt x="40" y="1225"/>
                  </a:lnTo>
                  <a:lnTo>
                    <a:pt x="139" y="1324"/>
                  </a:lnTo>
                  <a:lnTo>
                    <a:pt x="337" y="1462"/>
                  </a:lnTo>
                  <a:lnTo>
                    <a:pt x="593" y="1600"/>
                  </a:lnTo>
                  <a:lnTo>
                    <a:pt x="751" y="1679"/>
                  </a:lnTo>
                  <a:lnTo>
                    <a:pt x="929" y="1758"/>
                  </a:lnTo>
                  <a:lnTo>
                    <a:pt x="1285" y="1857"/>
                  </a:lnTo>
                  <a:lnTo>
                    <a:pt x="1620" y="1916"/>
                  </a:lnTo>
                  <a:lnTo>
                    <a:pt x="1877" y="1936"/>
                  </a:lnTo>
                  <a:lnTo>
                    <a:pt x="2055" y="1897"/>
                  </a:lnTo>
                  <a:lnTo>
                    <a:pt x="2114" y="1857"/>
                  </a:lnTo>
                  <a:lnTo>
                    <a:pt x="2154" y="1837"/>
                  </a:lnTo>
                  <a:lnTo>
                    <a:pt x="2193" y="1778"/>
                  </a:lnTo>
                  <a:lnTo>
                    <a:pt x="2213" y="1738"/>
                  </a:lnTo>
                  <a:lnTo>
                    <a:pt x="2213" y="1679"/>
                  </a:lnTo>
                  <a:lnTo>
                    <a:pt x="2213" y="1620"/>
                  </a:lnTo>
                  <a:lnTo>
                    <a:pt x="1897" y="218"/>
                  </a:lnTo>
                  <a:lnTo>
                    <a:pt x="1818" y="218"/>
                  </a:lnTo>
                  <a:lnTo>
                    <a:pt x="1719" y="198"/>
                  </a:lnTo>
                  <a:lnTo>
                    <a:pt x="1601" y="158"/>
                  </a:lnTo>
                  <a:lnTo>
                    <a:pt x="1522" y="99"/>
                  </a:lnTo>
                  <a:lnTo>
                    <a:pt x="1462" y="40"/>
                  </a:lnTo>
                  <a:lnTo>
                    <a:pt x="142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5" name="Google Shape;9685;p58"/>
            <p:cNvSpPr/>
            <p:nvPr/>
          </p:nvSpPr>
          <p:spPr>
            <a:xfrm>
              <a:off x="8792801" y="3018760"/>
              <a:ext cx="78886" cy="110748"/>
            </a:xfrm>
            <a:custGeom>
              <a:rect b="b" l="l" r="r" t="t"/>
              <a:pathLst>
                <a:path extrusionOk="0" h="2885" w="2055">
                  <a:moveTo>
                    <a:pt x="1146" y="1"/>
                  </a:moveTo>
                  <a:lnTo>
                    <a:pt x="1028" y="60"/>
                  </a:lnTo>
                  <a:lnTo>
                    <a:pt x="889" y="139"/>
                  </a:lnTo>
                  <a:lnTo>
                    <a:pt x="751" y="297"/>
                  </a:lnTo>
                  <a:lnTo>
                    <a:pt x="573" y="495"/>
                  </a:lnTo>
                  <a:lnTo>
                    <a:pt x="396" y="751"/>
                  </a:lnTo>
                  <a:lnTo>
                    <a:pt x="218" y="1048"/>
                  </a:lnTo>
                  <a:lnTo>
                    <a:pt x="99" y="1265"/>
                  </a:lnTo>
                  <a:lnTo>
                    <a:pt x="40" y="1482"/>
                  </a:lnTo>
                  <a:lnTo>
                    <a:pt x="0" y="1719"/>
                  </a:lnTo>
                  <a:lnTo>
                    <a:pt x="0" y="1937"/>
                  </a:lnTo>
                  <a:lnTo>
                    <a:pt x="0" y="2134"/>
                  </a:lnTo>
                  <a:lnTo>
                    <a:pt x="20" y="2332"/>
                  </a:lnTo>
                  <a:lnTo>
                    <a:pt x="80" y="2608"/>
                  </a:lnTo>
                  <a:lnTo>
                    <a:pt x="159" y="2766"/>
                  </a:lnTo>
                  <a:lnTo>
                    <a:pt x="178" y="2825"/>
                  </a:lnTo>
                  <a:lnTo>
                    <a:pt x="238" y="2865"/>
                  </a:lnTo>
                  <a:lnTo>
                    <a:pt x="277" y="2885"/>
                  </a:lnTo>
                  <a:lnTo>
                    <a:pt x="336" y="2885"/>
                  </a:lnTo>
                  <a:lnTo>
                    <a:pt x="415" y="2865"/>
                  </a:lnTo>
                  <a:lnTo>
                    <a:pt x="514" y="2825"/>
                  </a:lnTo>
                  <a:lnTo>
                    <a:pt x="1284" y="2371"/>
                  </a:lnTo>
                  <a:lnTo>
                    <a:pt x="1877" y="2016"/>
                  </a:lnTo>
                  <a:lnTo>
                    <a:pt x="1877" y="1858"/>
                  </a:lnTo>
                  <a:lnTo>
                    <a:pt x="1916" y="1739"/>
                  </a:lnTo>
                  <a:lnTo>
                    <a:pt x="1976" y="1620"/>
                  </a:lnTo>
                  <a:lnTo>
                    <a:pt x="2055" y="1462"/>
                  </a:lnTo>
                  <a:lnTo>
                    <a:pt x="1739" y="811"/>
                  </a:lnTo>
                  <a:lnTo>
                    <a:pt x="1482" y="337"/>
                  </a:lnTo>
                  <a:lnTo>
                    <a:pt x="1324" y="80"/>
                  </a:lnTo>
                  <a:lnTo>
                    <a:pt x="1284" y="40"/>
                  </a:lnTo>
                  <a:lnTo>
                    <a:pt x="1245" y="21"/>
                  </a:lnTo>
                  <a:lnTo>
                    <a:pt x="12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6" name="Google Shape;9686;p58"/>
            <p:cNvSpPr/>
            <p:nvPr/>
          </p:nvSpPr>
          <p:spPr>
            <a:xfrm>
              <a:off x="8789768" y="3244715"/>
              <a:ext cx="233588" cy="232091"/>
            </a:xfrm>
            <a:custGeom>
              <a:rect b="b" l="l" r="r" t="t"/>
              <a:pathLst>
                <a:path extrusionOk="0" h="6046" w="6085">
                  <a:moveTo>
                    <a:pt x="2865" y="1"/>
                  </a:moveTo>
                  <a:lnTo>
                    <a:pt x="2489" y="21"/>
                  </a:lnTo>
                  <a:lnTo>
                    <a:pt x="2134" y="80"/>
                  </a:lnTo>
                  <a:lnTo>
                    <a:pt x="1837" y="179"/>
                  </a:lnTo>
                  <a:lnTo>
                    <a:pt x="1561" y="277"/>
                  </a:lnTo>
                  <a:lnTo>
                    <a:pt x="1304" y="416"/>
                  </a:lnTo>
                  <a:lnTo>
                    <a:pt x="1087" y="594"/>
                  </a:lnTo>
                  <a:lnTo>
                    <a:pt x="909" y="771"/>
                  </a:lnTo>
                  <a:lnTo>
                    <a:pt x="731" y="949"/>
                  </a:lnTo>
                  <a:lnTo>
                    <a:pt x="593" y="1166"/>
                  </a:lnTo>
                  <a:lnTo>
                    <a:pt x="475" y="1364"/>
                  </a:lnTo>
                  <a:lnTo>
                    <a:pt x="376" y="1581"/>
                  </a:lnTo>
                  <a:lnTo>
                    <a:pt x="277" y="1798"/>
                  </a:lnTo>
                  <a:lnTo>
                    <a:pt x="218" y="2016"/>
                  </a:lnTo>
                  <a:lnTo>
                    <a:pt x="99" y="2411"/>
                  </a:lnTo>
                  <a:lnTo>
                    <a:pt x="40" y="2727"/>
                  </a:lnTo>
                  <a:lnTo>
                    <a:pt x="20" y="2944"/>
                  </a:lnTo>
                  <a:lnTo>
                    <a:pt x="0" y="3181"/>
                  </a:lnTo>
                  <a:lnTo>
                    <a:pt x="0" y="3418"/>
                  </a:lnTo>
                  <a:lnTo>
                    <a:pt x="20" y="3675"/>
                  </a:lnTo>
                  <a:lnTo>
                    <a:pt x="79" y="3951"/>
                  </a:lnTo>
                  <a:lnTo>
                    <a:pt x="139" y="4208"/>
                  </a:lnTo>
                  <a:lnTo>
                    <a:pt x="257" y="4485"/>
                  </a:lnTo>
                  <a:lnTo>
                    <a:pt x="396" y="4741"/>
                  </a:lnTo>
                  <a:lnTo>
                    <a:pt x="573" y="4998"/>
                  </a:lnTo>
                  <a:lnTo>
                    <a:pt x="791" y="5235"/>
                  </a:lnTo>
                  <a:lnTo>
                    <a:pt x="929" y="5334"/>
                  </a:lnTo>
                  <a:lnTo>
                    <a:pt x="1067" y="5453"/>
                  </a:lnTo>
                  <a:lnTo>
                    <a:pt x="1225" y="5551"/>
                  </a:lnTo>
                  <a:lnTo>
                    <a:pt x="1403" y="5650"/>
                  </a:lnTo>
                  <a:lnTo>
                    <a:pt x="1581" y="5729"/>
                  </a:lnTo>
                  <a:lnTo>
                    <a:pt x="1778" y="5808"/>
                  </a:lnTo>
                  <a:lnTo>
                    <a:pt x="1995" y="5867"/>
                  </a:lnTo>
                  <a:lnTo>
                    <a:pt x="2232" y="5927"/>
                  </a:lnTo>
                  <a:lnTo>
                    <a:pt x="2450" y="5986"/>
                  </a:lnTo>
                  <a:lnTo>
                    <a:pt x="2687" y="6025"/>
                  </a:lnTo>
                  <a:lnTo>
                    <a:pt x="2904" y="6045"/>
                  </a:lnTo>
                  <a:lnTo>
                    <a:pt x="3319" y="6045"/>
                  </a:lnTo>
                  <a:lnTo>
                    <a:pt x="3516" y="6025"/>
                  </a:lnTo>
                  <a:lnTo>
                    <a:pt x="3714" y="5986"/>
                  </a:lnTo>
                  <a:lnTo>
                    <a:pt x="3892" y="5946"/>
                  </a:lnTo>
                  <a:lnTo>
                    <a:pt x="4227" y="5848"/>
                  </a:lnTo>
                  <a:lnTo>
                    <a:pt x="4543" y="5690"/>
                  </a:lnTo>
                  <a:lnTo>
                    <a:pt x="4820" y="5512"/>
                  </a:lnTo>
                  <a:lnTo>
                    <a:pt x="5057" y="5314"/>
                  </a:lnTo>
                  <a:lnTo>
                    <a:pt x="5294" y="5077"/>
                  </a:lnTo>
                  <a:lnTo>
                    <a:pt x="5472" y="4840"/>
                  </a:lnTo>
                  <a:lnTo>
                    <a:pt x="5650" y="4603"/>
                  </a:lnTo>
                  <a:lnTo>
                    <a:pt x="5788" y="4327"/>
                  </a:lnTo>
                  <a:lnTo>
                    <a:pt x="5887" y="4070"/>
                  </a:lnTo>
                  <a:lnTo>
                    <a:pt x="5985" y="3813"/>
                  </a:lnTo>
                  <a:lnTo>
                    <a:pt x="6025" y="3576"/>
                  </a:lnTo>
                  <a:lnTo>
                    <a:pt x="6064" y="3339"/>
                  </a:lnTo>
                  <a:lnTo>
                    <a:pt x="6084" y="2845"/>
                  </a:lnTo>
                  <a:lnTo>
                    <a:pt x="6064" y="2588"/>
                  </a:lnTo>
                  <a:lnTo>
                    <a:pt x="6045" y="2332"/>
                  </a:lnTo>
                  <a:lnTo>
                    <a:pt x="6005" y="2075"/>
                  </a:lnTo>
                  <a:lnTo>
                    <a:pt x="5946" y="1818"/>
                  </a:lnTo>
                  <a:lnTo>
                    <a:pt x="5847" y="1561"/>
                  </a:lnTo>
                  <a:lnTo>
                    <a:pt x="5729" y="1305"/>
                  </a:lnTo>
                  <a:lnTo>
                    <a:pt x="5571" y="1068"/>
                  </a:lnTo>
                  <a:lnTo>
                    <a:pt x="5373" y="850"/>
                  </a:lnTo>
                  <a:lnTo>
                    <a:pt x="5136" y="653"/>
                  </a:lnTo>
                  <a:lnTo>
                    <a:pt x="4879" y="475"/>
                  </a:lnTo>
                  <a:lnTo>
                    <a:pt x="4543" y="317"/>
                  </a:lnTo>
                  <a:lnTo>
                    <a:pt x="4188" y="179"/>
                  </a:lnTo>
                  <a:lnTo>
                    <a:pt x="3753" y="80"/>
                  </a:lnTo>
                  <a:lnTo>
                    <a:pt x="3279" y="21"/>
                  </a:lnTo>
                  <a:lnTo>
                    <a:pt x="286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7" name="Google Shape;9687;p58"/>
            <p:cNvSpPr/>
            <p:nvPr/>
          </p:nvSpPr>
          <p:spPr>
            <a:xfrm>
              <a:off x="8801899" y="3254581"/>
              <a:ext cx="213089" cy="212360"/>
            </a:xfrm>
            <a:custGeom>
              <a:rect b="b" l="l" r="r" t="t"/>
              <a:pathLst>
                <a:path extrusionOk="0" h="5532" w="5551">
                  <a:moveTo>
                    <a:pt x="2608" y="1"/>
                  </a:moveTo>
                  <a:lnTo>
                    <a:pt x="2252" y="20"/>
                  </a:lnTo>
                  <a:lnTo>
                    <a:pt x="1936" y="80"/>
                  </a:lnTo>
                  <a:lnTo>
                    <a:pt x="1660" y="159"/>
                  </a:lnTo>
                  <a:lnTo>
                    <a:pt x="1403" y="258"/>
                  </a:lnTo>
                  <a:lnTo>
                    <a:pt x="1186" y="396"/>
                  </a:lnTo>
                  <a:lnTo>
                    <a:pt x="988" y="534"/>
                  </a:lnTo>
                  <a:lnTo>
                    <a:pt x="810" y="692"/>
                  </a:lnTo>
                  <a:lnTo>
                    <a:pt x="672" y="870"/>
                  </a:lnTo>
                  <a:lnTo>
                    <a:pt x="534" y="1067"/>
                  </a:lnTo>
                  <a:lnTo>
                    <a:pt x="415" y="1245"/>
                  </a:lnTo>
                  <a:lnTo>
                    <a:pt x="336" y="1443"/>
                  </a:lnTo>
                  <a:lnTo>
                    <a:pt x="238" y="1640"/>
                  </a:lnTo>
                  <a:lnTo>
                    <a:pt x="178" y="1838"/>
                  </a:lnTo>
                  <a:lnTo>
                    <a:pt x="80" y="2193"/>
                  </a:lnTo>
                  <a:lnTo>
                    <a:pt x="20" y="2509"/>
                  </a:lnTo>
                  <a:lnTo>
                    <a:pt x="1" y="2687"/>
                  </a:lnTo>
                  <a:lnTo>
                    <a:pt x="1" y="2904"/>
                  </a:lnTo>
                  <a:lnTo>
                    <a:pt x="1" y="3122"/>
                  </a:lnTo>
                  <a:lnTo>
                    <a:pt x="20" y="3359"/>
                  </a:lnTo>
                  <a:lnTo>
                    <a:pt x="60" y="3615"/>
                  </a:lnTo>
                  <a:lnTo>
                    <a:pt x="119" y="3852"/>
                  </a:lnTo>
                  <a:lnTo>
                    <a:pt x="218" y="4089"/>
                  </a:lnTo>
                  <a:lnTo>
                    <a:pt x="336" y="4346"/>
                  </a:lnTo>
                  <a:lnTo>
                    <a:pt x="514" y="4563"/>
                  </a:lnTo>
                  <a:lnTo>
                    <a:pt x="712" y="4781"/>
                  </a:lnTo>
                  <a:lnTo>
                    <a:pt x="968" y="4978"/>
                  </a:lnTo>
                  <a:lnTo>
                    <a:pt x="1107" y="5077"/>
                  </a:lnTo>
                  <a:lnTo>
                    <a:pt x="1265" y="5156"/>
                  </a:lnTo>
                  <a:lnTo>
                    <a:pt x="1423" y="5235"/>
                  </a:lnTo>
                  <a:lnTo>
                    <a:pt x="1620" y="5314"/>
                  </a:lnTo>
                  <a:lnTo>
                    <a:pt x="1818" y="5373"/>
                  </a:lnTo>
                  <a:lnTo>
                    <a:pt x="2015" y="5433"/>
                  </a:lnTo>
                  <a:lnTo>
                    <a:pt x="2232" y="5472"/>
                  </a:lnTo>
                  <a:lnTo>
                    <a:pt x="2450" y="5492"/>
                  </a:lnTo>
                  <a:lnTo>
                    <a:pt x="2845" y="5531"/>
                  </a:lnTo>
                  <a:lnTo>
                    <a:pt x="3200" y="5512"/>
                  </a:lnTo>
                  <a:lnTo>
                    <a:pt x="3536" y="5433"/>
                  </a:lnTo>
                  <a:lnTo>
                    <a:pt x="3852" y="5334"/>
                  </a:lnTo>
                  <a:lnTo>
                    <a:pt x="4129" y="5196"/>
                  </a:lnTo>
                  <a:lnTo>
                    <a:pt x="4385" y="5038"/>
                  </a:lnTo>
                  <a:lnTo>
                    <a:pt x="4622" y="4860"/>
                  </a:lnTo>
                  <a:lnTo>
                    <a:pt x="4820" y="4642"/>
                  </a:lnTo>
                  <a:lnTo>
                    <a:pt x="4998" y="4425"/>
                  </a:lnTo>
                  <a:lnTo>
                    <a:pt x="5156" y="4208"/>
                  </a:lnTo>
                  <a:lnTo>
                    <a:pt x="5274" y="3971"/>
                  </a:lnTo>
                  <a:lnTo>
                    <a:pt x="5373" y="3734"/>
                  </a:lnTo>
                  <a:lnTo>
                    <a:pt x="5452" y="3497"/>
                  </a:lnTo>
                  <a:lnTo>
                    <a:pt x="5511" y="3260"/>
                  </a:lnTo>
                  <a:lnTo>
                    <a:pt x="5531" y="3043"/>
                  </a:lnTo>
                  <a:lnTo>
                    <a:pt x="5551" y="2608"/>
                  </a:lnTo>
                  <a:lnTo>
                    <a:pt x="5551" y="2371"/>
                  </a:lnTo>
                  <a:lnTo>
                    <a:pt x="5511" y="2134"/>
                  </a:lnTo>
                  <a:lnTo>
                    <a:pt x="5472" y="1897"/>
                  </a:lnTo>
                  <a:lnTo>
                    <a:pt x="5413" y="1660"/>
                  </a:lnTo>
                  <a:lnTo>
                    <a:pt x="5334" y="1423"/>
                  </a:lnTo>
                  <a:lnTo>
                    <a:pt x="5215" y="1206"/>
                  </a:lnTo>
                  <a:lnTo>
                    <a:pt x="5077" y="988"/>
                  </a:lnTo>
                  <a:lnTo>
                    <a:pt x="4899" y="791"/>
                  </a:lnTo>
                  <a:lnTo>
                    <a:pt x="4682" y="593"/>
                  </a:lnTo>
                  <a:lnTo>
                    <a:pt x="4445" y="435"/>
                  </a:lnTo>
                  <a:lnTo>
                    <a:pt x="4148" y="297"/>
                  </a:lnTo>
                  <a:lnTo>
                    <a:pt x="3813" y="178"/>
                  </a:lnTo>
                  <a:lnTo>
                    <a:pt x="3418" y="80"/>
                  </a:lnTo>
                  <a:lnTo>
                    <a:pt x="2983" y="20"/>
                  </a:lnTo>
                  <a:lnTo>
                    <a:pt x="260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8" name="Google Shape;9688;p58"/>
            <p:cNvSpPr/>
            <p:nvPr/>
          </p:nvSpPr>
          <p:spPr>
            <a:xfrm>
              <a:off x="8817063" y="3262950"/>
              <a:ext cx="90287" cy="84952"/>
            </a:xfrm>
            <a:custGeom>
              <a:rect b="b" l="l" r="r" t="t"/>
              <a:pathLst>
                <a:path extrusionOk="0" h="2213" w="2352">
                  <a:moveTo>
                    <a:pt x="1837" y="0"/>
                  </a:moveTo>
                  <a:lnTo>
                    <a:pt x="1679" y="40"/>
                  </a:lnTo>
                  <a:lnTo>
                    <a:pt x="1502" y="99"/>
                  </a:lnTo>
                  <a:lnTo>
                    <a:pt x="1284" y="198"/>
                  </a:lnTo>
                  <a:lnTo>
                    <a:pt x="1028" y="316"/>
                  </a:lnTo>
                  <a:lnTo>
                    <a:pt x="909" y="395"/>
                  </a:lnTo>
                  <a:lnTo>
                    <a:pt x="791" y="494"/>
                  </a:lnTo>
                  <a:lnTo>
                    <a:pt x="573" y="672"/>
                  </a:lnTo>
                  <a:lnTo>
                    <a:pt x="396" y="889"/>
                  </a:lnTo>
                  <a:lnTo>
                    <a:pt x="257" y="1106"/>
                  </a:lnTo>
                  <a:lnTo>
                    <a:pt x="139" y="1304"/>
                  </a:lnTo>
                  <a:lnTo>
                    <a:pt x="60" y="1481"/>
                  </a:lnTo>
                  <a:lnTo>
                    <a:pt x="20" y="1639"/>
                  </a:lnTo>
                  <a:lnTo>
                    <a:pt x="1" y="1738"/>
                  </a:lnTo>
                  <a:lnTo>
                    <a:pt x="20" y="1758"/>
                  </a:lnTo>
                  <a:lnTo>
                    <a:pt x="80" y="1797"/>
                  </a:lnTo>
                  <a:lnTo>
                    <a:pt x="297" y="1876"/>
                  </a:lnTo>
                  <a:lnTo>
                    <a:pt x="573" y="1955"/>
                  </a:lnTo>
                  <a:lnTo>
                    <a:pt x="909" y="2034"/>
                  </a:lnTo>
                  <a:lnTo>
                    <a:pt x="1541" y="2153"/>
                  </a:lnTo>
                  <a:lnTo>
                    <a:pt x="1818" y="2212"/>
                  </a:lnTo>
                  <a:lnTo>
                    <a:pt x="1936" y="2034"/>
                  </a:lnTo>
                  <a:lnTo>
                    <a:pt x="1976" y="1975"/>
                  </a:lnTo>
                  <a:lnTo>
                    <a:pt x="2035" y="1936"/>
                  </a:lnTo>
                  <a:lnTo>
                    <a:pt x="2193" y="1876"/>
                  </a:lnTo>
                  <a:lnTo>
                    <a:pt x="2312" y="1857"/>
                  </a:lnTo>
                  <a:lnTo>
                    <a:pt x="2351" y="1857"/>
                  </a:lnTo>
                  <a:lnTo>
                    <a:pt x="2351" y="1580"/>
                  </a:lnTo>
                  <a:lnTo>
                    <a:pt x="2351" y="968"/>
                  </a:lnTo>
                  <a:lnTo>
                    <a:pt x="2331" y="632"/>
                  </a:lnTo>
                  <a:lnTo>
                    <a:pt x="2312" y="336"/>
                  </a:lnTo>
                  <a:lnTo>
                    <a:pt x="2272" y="119"/>
                  </a:lnTo>
                  <a:lnTo>
                    <a:pt x="2252" y="59"/>
                  </a:lnTo>
                  <a:lnTo>
                    <a:pt x="2233" y="20"/>
                  </a:lnTo>
                  <a:lnTo>
                    <a:pt x="20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9" name="Google Shape;9689;p58"/>
            <p:cNvSpPr/>
            <p:nvPr/>
          </p:nvSpPr>
          <p:spPr>
            <a:xfrm>
              <a:off x="8811765" y="3342529"/>
              <a:ext cx="80422" cy="98617"/>
            </a:xfrm>
            <a:custGeom>
              <a:rect b="b" l="l" r="r" t="t"/>
              <a:pathLst>
                <a:path extrusionOk="0" h="2569" w="2095">
                  <a:moveTo>
                    <a:pt x="99" y="1"/>
                  </a:moveTo>
                  <a:lnTo>
                    <a:pt x="60" y="40"/>
                  </a:lnTo>
                  <a:lnTo>
                    <a:pt x="20" y="159"/>
                  </a:lnTo>
                  <a:lnTo>
                    <a:pt x="0" y="297"/>
                  </a:lnTo>
                  <a:lnTo>
                    <a:pt x="0" y="495"/>
                  </a:lnTo>
                  <a:lnTo>
                    <a:pt x="0" y="732"/>
                  </a:lnTo>
                  <a:lnTo>
                    <a:pt x="20" y="969"/>
                  </a:lnTo>
                  <a:lnTo>
                    <a:pt x="60" y="1226"/>
                  </a:lnTo>
                  <a:lnTo>
                    <a:pt x="139" y="1502"/>
                  </a:lnTo>
                  <a:lnTo>
                    <a:pt x="218" y="1759"/>
                  </a:lnTo>
                  <a:lnTo>
                    <a:pt x="336" y="1976"/>
                  </a:lnTo>
                  <a:lnTo>
                    <a:pt x="455" y="2154"/>
                  </a:lnTo>
                  <a:lnTo>
                    <a:pt x="593" y="2312"/>
                  </a:lnTo>
                  <a:lnTo>
                    <a:pt x="731" y="2430"/>
                  </a:lnTo>
                  <a:lnTo>
                    <a:pt x="850" y="2509"/>
                  </a:lnTo>
                  <a:lnTo>
                    <a:pt x="948" y="2549"/>
                  </a:lnTo>
                  <a:lnTo>
                    <a:pt x="1027" y="2569"/>
                  </a:lnTo>
                  <a:lnTo>
                    <a:pt x="1067" y="2549"/>
                  </a:lnTo>
                  <a:lnTo>
                    <a:pt x="1126" y="2490"/>
                  </a:lnTo>
                  <a:lnTo>
                    <a:pt x="1264" y="2272"/>
                  </a:lnTo>
                  <a:lnTo>
                    <a:pt x="1442" y="1996"/>
                  </a:lnTo>
                  <a:lnTo>
                    <a:pt x="1640" y="1680"/>
                  </a:lnTo>
                  <a:lnTo>
                    <a:pt x="1956" y="1068"/>
                  </a:lnTo>
                  <a:lnTo>
                    <a:pt x="2094" y="791"/>
                  </a:lnTo>
                  <a:lnTo>
                    <a:pt x="2015" y="752"/>
                  </a:lnTo>
                  <a:lnTo>
                    <a:pt x="1956" y="673"/>
                  </a:lnTo>
                  <a:lnTo>
                    <a:pt x="1916" y="594"/>
                  </a:lnTo>
                  <a:lnTo>
                    <a:pt x="1916" y="515"/>
                  </a:lnTo>
                  <a:lnTo>
                    <a:pt x="1916" y="436"/>
                  </a:lnTo>
                  <a:lnTo>
                    <a:pt x="1916" y="376"/>
                  </a:lnTo>
                  <a:lnTo>
                    <a:pt x="1047" y="179"/>
                  </a:lnTo>
                  <a:lnTo>
                    <a:pt x="415" y="4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0" name="Google Shape;9690;p58"/>
            <p:cNvSpPr/>
            <p:nvPr/>
          </p:nvSpPr>
          <p:spPr>
            <a:xfrm>
              <a:off x="8865586" y="3374391"/>
              <a:ext cx="97082" cy="80422"/>
            </a:xfrm>
            <a:custGeom>
              <a:rect b="b" l="l" r="r" t="t"/>
              <a:pathLst>
                <a:path extrusionOk="0" h="2095" w="2529">
                  <a:moveTo>
                    <a:pt x="1285" y="1"/>
                  </a:moveTo>
                  <a:lnTo>
                    <a:pt x="1265" y="20"/>
                  </a:lnTo>
                  <a:lnTo>
                    <a:pt x="1186" y="60"/>
                  </a:lnTo>
                  <a:lnTo>
                    <a:pt x="1127" y="80"/>
                  </a:lnTo>
                  <a:lnTo>
                    <a:pt x="949" y="80"/>
                  </a:lnTo>
                  <a:lnTo>
                    <a:pt x="850" y="40"/>
                  </a:lnTo>
                  <a:lnTo>
                    <a:pt x="692" y="317"/>
                  </a:lnTo>
                  <a:lnTo>
                    <a:pt x="376" y="929"/>
                  </a:lnTo>
                  <a:lnTo>
                    <a:pt x="99" y="1541"/>
                  </a:lnTo>
                  <a:lnTo>
                    <a:pt x="1" y="1758"/>
                  </a:lnTo>
                  <a:lnTo>
                    <a:pt x="1" y="1838"/>
                  </a:lnTo>
                  <a:lnTo>
                    <a:pt x="1" y="1857"/>
                  </a:lnTo>
                  <a:lnTo>
                    <a:pt x="60" y="1897"/>
                  </a:lnTo>
                  <a:lnTo>
                    <a:pt x="178" y="1936"/>
                  </a:lnTo>
                  <a:lnTo>
                    <a:pt x="317" y="1996"/>
                  </a:lnTo>
                  <a:lnTo>
                    <a:pt x="494" y="2035"/>
                  </a:lnTo>
                  <a:lnTo>
                    <a:pt x="692" y="2075"/>
                  </a:lnTo>
                  <a:lnTo>
                    <a:pt x="909" y="2094"/>
                  </a:lnTo>
                  <a:lnTo>
                    <a:pt x="1166" y="2094"/>
                  </a:lnTo>
                  <a:lnTo>
                    <a:pt x="1423" y="2075"/>
                  </a:lnTo>
                  <a:lnTo>
                    <a:pt x="1680" y="2035"/>
                  </a:lnTo>
                  <a:lnTo>
                    <a:pt x="1897" y="1996"/>
                  </a:lnTo>
                  <a:lnTo>
                    <a:pt x="2075" y="1956"/>
                  </a:lnTo>
                  <a:lnTo>
                    <a:pt x="2233" y="1897"/>
                  </a:lnTo>
                  <a:lnTo>
                    <a:pt x="2351" y="1838"/>
                  </a:lnTo>
                  <a:lnTo>
                    <a:pt x="2430" y="1778"/>
                  </a:lnTo>
                  <a:lnTo>
                    <a:pt x="2489" y="1739"/>
                  </a:lnTo>
                  <a:lnTo>
                    <a:pt x="2529" y="1699"/>
                  </a:lnTo>
                  <a:lnTo>
                    <a:pt x="2529" y="1660"/>
                  </a:lnTo>
                  <a:lnTo>
                    <a:pt x="2489" y="1600"/>
                  </a:lnTo>
                  <a:lnTo>
                    <a:pt x="2351" y="1383"/>
                  </a:lnTo>
                  <a:lnTo>
                    <a:pt x="1917" y="810"/>
                  </a:lnTo>
                  <a:lnTo>
                    <a:pt x="128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1" name="Google Shape;9691;p58"/>
            <p:cNvSpPr/>
            <p:nvPr/>
          </p:nvSpPr>
          <p:spPr>
            <a:xfrm>
              <a:off x="8913379" y="3264447"/>
              <a:ext cx="79654" cy="75086"/>
            </a:xfrm>
            <a:custGeom>
              <a:rect b="b" l="l" r="r" t="t"/>
              <a:pathLst>
                <a:path extrusionOk="0" h="1956" w="2075">
                  <a:moveTo>
                    <a:pt x="119" y="1"/>
                  </a:moveTo>
                  <a:lnTo>
                    <a:pt x="59" y="20"/>
                  </a:lnTo>
                  <a:lnTo>
                    <a:pt x="40" y="40"/>
                  </a:lnTo>
                  <a:lnTo>
                    <a:pt x="20" y="119"/>
                  </a:lnTo>
                  <a:lnTo>
                    <a:pt x="0" y="317"/>
                  </a:lnTo>
                  <a:lnTo>
                    <a:pt x="0" y="929"/>
                  </a:lnTo>
                  <a:lnTo>
                    <a:pt x="0" y="1778"/>
                  </a:lnTo>
                  <a:lnTo>
                    <a:pt x="119" y="1818"/>
                  </a:lnTo>
                  <a:lnTo>
                    <a:pt x="198" y="1857"/>
                  </a:lnTo>
                  <a:lnTo>
                    <a:pt x="257" y="1916"/>
                  </a:lnTo>
                  <a:lnTo>
                    <a:pt x="277" y="1956"/>
                  </a:lnTo>
                  <a:lnTo>
                    <a:pt x="356" y="1936"/>
                  </a:lnTo>
                  <a:lnTo>
                    <a:pt x="553" y="1857"/>
                  </a:lnTo>
                  <a:lnTo>
                    <a:pt x="1185" y="1561"/>
                  </a:lnTo>
                  <a:lnTo>
                    <a:pt x="1521" y="1403"/>
                  </a:lnTo>
                  <a:lnTo>
                    <a:pt x="1798" y="1225"/>
                  </a:lnTo>
                  <a:lnTo>
                    <a:pt x="1995" y="1107"/>
                  </a:lnTo>
                  <a:lnTo>
                    <a:pt x="2054" y="1047"/>
                  </a:lnTo>
                  <a:lnTo>
                    <a:pt x="2074" y="1008"/>
                  </a:lnTo>
                  <a:lnTo>
                    <a:pt x="2035" y="949"/>
                  </a:lnTo>
                  <a:lnTo>
                    <a:pt x="1975" y="850"/>
                  </a:lnTo>
                  <a:lnTo>
                    <a:pt x="1896" y="771"/>
                  </a:lnTo>
                  <a:lnTo>
                    <a:pt x="1798" y="652"/>
                  </a:lnTo>
                  <a:lnTo>
                    <a:pt x="1679" y="554"/>
                  </a:lnTo>
                  <a:lnTo>
                    <a:pt x="1521" y="455"/>
                  </a:lnTo>
                  <a:lnTo>
                    <a:pt x="1363" y="356"/>
                  </a:lnTo>
                  <a:lnTo>
                    <a:pt x="1185" y="257"/>
                  </a:lnTo>
                  <a:lnTo>
                    <a:pt x="790" y="119"/>
                  </a:lnTo>
                  <a:lnTo>
                    <a:pt x="474" y="20"/>
                  </a:lnTo>
                  <a:lnTo>
                    <a:pt x="19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2" name="Google Shape;9692;p58"/>
            <p:cNvSpPr/>
            <p:nvPr/>
          </p:nvSpPr>
          <p:spPr>
            <a:xfrm>
              <a:off x="8923207" y="3316002"/>
              <a:ext cx="79654" cy="114548"/>
            </a:xfrm>
            <a:custGeom>
              <a:rect b="b" l="l" r="r" t="t"/>
              <a:pathLst>
                <a:path extrusionOk="0" h="2984" w="2075">
                  <a:moveTo>
                    <a:pt x="1937" y="1"/>
                  </a:moveTo>
                  <a:lnTo>
                    <a:pt x="1858" y="20"/>
                  </a:lnTo>
                  <a:lnTo>
                    <a:pt x="1640" y="99"/>
                  </a:lnTo>
                  <a:lnTo>
                    <a:pt x="1344" y="218"/>
                  </a:lnTo>
                  <a:lnTo>
                    <a:pt x="1008" y="376"/>
                  </a:lnTo>
                  <a:lnTo>
                    <a:pt x="396" y="672"/>
                  </a:lnTo>
                  <a:lnTo>
                    <a:pt x="119" y="830"/>
                  </a:lnTo>
                  <a:lnTo>
                    <a:pt x="100" y="1008"/>
                  </a:lnTo>
                  <a:lnTo>
                    <a:pt x="60" y="1186"/>
                  </a:lnTo>
                  <a:lnTo>
                    <a:pt x="40" y="1245"/>
                  </a:lnTo>
                  <a:lnTo>
                    <a:pt x="1" y="1324"/>
                  </a:lnTo>
                  <a:lnTo>
                    <a:pt x="159" y="1581"/>
                  </a:lnTo>
                  <a:lnTo>
                    <a:pt x="534" y="2154"/>
                  </a:lnTo>
                  <a:lnTo>
                    <a:pt x="732" y="2450"/>
                  </a:lnTo>
                  <a:lnTo>
                    <a:pt x="929" y="2726"/>
                  </a:lnTo>
                  <a:lnTo>
                    <a:pt x="1087" y="2904"/>
                  </a:lnTo>
                  <a:lnTo>
                    <a:pt x="1146" y="2963"/>
                  </a:lnTo>
                  <a:lnTo>
                    <a:pt x="1186" y="2983"/>
                  </a:lnTo>
                  <a:lnTo>
                    <a:pt x="1265" y="2944"/>
                  </a:lnTo>
                  <a:lnTo>
                    <a:pt x="1344" y="2865"/>
                  </a:lnTo>
                  <a:lnTo>
                    <a:pt x="1462" y="2726"/>
                  </a:lnTo>
                  <a:lnTo>
                    <a:pt x="1561" y="2588"/>
                  </a:lnTo>
                  <a:lnTo>
                    <a:pt x="1798" y="2213"/>
                  </a:lnTo>
                  <a:lnTo>
                    <a:pt x="1897" y="2035"/>
                  </a:lnTo>
                  <a:lnTo>
                    <a:pt x="1976" y="1857"/>
                  </a:lnTo>
                  <a:lnTo>
                    <a:pt x="2035" y="1640"/>
                  </a:lnTo>
                  <a:lnTo>
                    <a:pt x="2055" y="1383"/>
                  </a:lnTo>
                  <a:lnTo>
                    <a:pt x="2075" y="1087"/>
                  </a:lnTo>
                  <a:lnTo>
                    <a:pt x="2075" y="810"/>
                  </a:lnTo>
                  <a:lnTo>
                    <a:pt x="2075" y="534"/>
                  </a:lnTo>
                  <a:lnTo>
                    <a:pt x="2035" y="277"/>
                  </a:lnTo>
                  <a:lnTo>
                    <a:pt x="2016" y="99"/>
                  </a:lnTo>
                  <a:lnTo>
                    <a:pt x="1976" y="20"/>
                  </a:lnTo>
                  <a:lnTo>
                    <a:pt x="193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3" name="Google Shape;9693;p58"/>
            <p:cNvSpPr/>
            <p:nvPr/>
          </p:nvSpPr>
          <p:spPr>
            <a:xfrm>
              <a:off x="9018756" y="3128705"/>
              <a:ext cx="224490" cy="217657"/>
            </a:xfrm>
            <a:custGeom>
              <a:rect b="b" l="l" r="r" t="t"/>
              <a:pathLst>
                <a:path extrusionOk="0" h="5670" w="5848">
                  <a:moveTo>
                    <a:pt x="2865" y="1"/>
                  </a:moveTo>
                  <a:lnTo>
                    <a:pt x="2470" y="21"/>
                  </a:lnTo>
                  <a:lnTo>
                    <a:pt x="2114" y="80"/>
                  </a:lnTo>
                  <a:lnTo>
                    <a:pt x="1778" y="159"/>
                  </a:lnTo>
                  <a:lnTo>
                    <a:pt x="1502" y="258"/>
                  </a:lnTo>
                  <a:lnTo>
                    <a:pt x="1245" y="376"/>
                  </a:lnTo>
                  <a:lnTo>
                    <a:pt x="1028" y="534"/>
                  </a:lnTo>
                  <a:lnTo>
                    <a:pt x="830" y="692"/>
                  </a:lnTo>
                  <a:lnTo>
                    <a:pt x="672" y="850"/>
                  </a:lnTo>
                  <a:lnTo>
                    <a:pt x="514" y="1028"/>
                  </a:lnTo>
                  <a:lnTo>
                    <a:pt x="396" y="1226"/>
                  </a:lnTo>
                  <a:lnTo>
                    <a:pt x="297" y="1423"/>
                  </a:lnTo>
                  <a:lnTo>
                    <a:pt x="218" y="1621"/>
                  </a:lnTo>
                  <a:lnTo>
                    <a:pt x="159" y="1818"/>
                  </a:lnTo>
                  <a:lnTo>
                    <a:pt x="99" y="1996"/>
                  </a:lnTo>
                  <a:lnTo>
                    <a:pt x="20" y="2351"/>
                  </a:lnTo>
                  <a:lnTo>
                    <a:pt x="1" y="2588"/>
                  </a:lnTo>
                  <a:lnTo>
                    <a:pt x="1" y="2825"/>
                  </a:lnTo>
                  <a:lnTo>
                    <a:pt x="1" y="3082"/>
                  </a:lnTo>
                  <a:lnTo>
                    <a:pt x="40" y="3319"/>
                  </a:lnTo>
                  <a:lnTo>
                    <a:pt x="119" y="3576"/>
                  </a:lnTo>
                  <a:lnTo>
                    <a:pt x="198" y="3833"/>
                  </a:lnTo>
                  <a:lnTo>
                    <a:pt x="317" y="4070"/>
                  </a:lnTo>
                  <a:lnTo>
                    <a:pt x="455" y="4327"/>
                  </a:lnTo>
                  <a:lnTo>
                    <a:pt x="613" y="4544"/>
                  </a:lnTo>
                  <a:lnTo>
                    <a:pt x="791" y="4761"/>
                  </a:lnTo>
                  <a:lnTo>
                    <a:pt x="1008" y="4959"/>
                  </a:lnTo>
                  <a:lnTo>
                    <a:pt x="1265" y="5156"/>
                  </a:lnTo>
                  <a:lnTo>
                    <a:pt x="1541" y="5314"/>
                  </a:lnTo>
                  <a:lnTo>
                    <a:pt x="1838" y="5452"/>
                  </a:lnTo>
                  <a:lnTo>
                    <a:pt x="2173" y="5551"/>
                  </a:lnTo>
                  <a:lnTo>
                    <a:pt x="2549" y="5630"/>
                  </a:lnTo>
                  <a:lnTo>
                    <a:pt x="2924" y="5670"/>
                  </a:lnTo>
                  <a:lnTo>
                    <a:pt x="3279" y="5650"/>
                  </a:lnTo>
                  <a:lnTo>
                    <a:pt x="3595" y="5591"/>
                  </a:lnTo>
                  <a:lnTo>
                    <a:pt x="3911" y="5512"/>
                  </a:lnTo>
                  <a:lnTo>
                    <a:pt x="4208" y="5393"/>
                  </a:lnTo>
                  <a:lnTo>
                    <a:pt x="4465" y="5235"/>
                  </a:lnTo>
                  <a:lnTo>
                    <a:pt x="4721" y="5077"/>
                  </a:lnTo>
                  <a:lnTo>
                    <a:pt x="4939" y="4880"/>
                  </a:lnTo>
                  <a:lnTo>
                    <a:pt x="5136" y="4662"/>
                  </a:lnTo>
                  <a:lnTo>
                    <a:pt x="5314" y="4445"/>
                  </a:lnTo>
                  <a:lnTo>
                    <a:pt x="5472" y="4228"/>
                  </a:lnTo>
                  <a:lnTo>
                    <a:pt x="5590" y="3991"/>
                  </a:lnTo>
                  <a:lnTo>
                    <a:pt x="5689" y="3774"/>
                  </a:lnTo>
                  <a:lnTo>
                    <a:pt x="5768" y="3537"/>
                  </a:lnTo>
                  <a:lnTo>
                    <a:pt x="5808" y="3339"/>
                  </a:lnTo>
                  <a:lnTo>
                    <a:pt x="5827" y="3122"/>
                  </a:lnTo>
                  <a:lnTo>
                    <a:pt x="5847" y="2924"/>
                  </a:lnTo>
                  <a:lnTo>
                    <a:pt x="5827" y="2687"/>
                  </a:lnTo>
                  <a:lnTo>
                    <a:pt x="5808" y="2450"/>
                  </a:lnTo>
                  <a:lnTo>
                    <a:pt x="5748" y="2193"/>
                  </a:lnTo>
                  <a:lnTo>
                    <a:pt x="5689" y="1937"/>
                  </a:lnTo>
                  <a:lnTo>
                    <a:pt x="5590" y="1660"/>
                  </a:lnTo>
                  <a:lnTo>
                    <a:pt x="5472" y="1403"/>
                  </a:lnTo>
                  <a:lnTo>
                    <a:pt x="5314" y="1147"/>
                  </a:lnTo>
                  <a:lnTo>
                    <a:pt x="5136" y="909"/>
                  </a:lnTo>
                  <a:lnTo>
                    <a:pt x="4939" y="692"/>
                  </a:lnTo>
                  <a:lnTo>
                    <a:pt x="4682" y="495"/>
                  </a:lnTo>
                  <a:lnTo>
                    <a:pt x="4405" y="317"/>
                  </a:lnTo>
                  <a:lnTo>
                    <a:pt x="4247" y="238"/>
                  </a:lnTo>
                  <a:lnTo>
                    <a:pt x="4089" y="179"/>
                  </a:lnTo>
                  <a:lnTo>
                    <a:pt x="3911" y="119"/>
                  </a:lnTo>
                  <a:lnTo>
                    <a:pt x="3714" y="60"/>
                  </a:lnTo>
                  <a:lnTo>
                    <a:pt x="3516" y="40"/>
                  </a:lnTo>
                  <a:lnTo>
                    <a:pt x="331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4" name="Google Shape;9694;p58"/>
            <p:cNvSpPr/>
            <p:nvPr/>
          </p:nvSpPr>
          <p:spPr>
            <a:xfrm>
              <a:off x="9026357" y="3134770"/>
              <a:ext cx="207024" cy="200229"/>
            </a:xfrm>
            <a:custGeom>
              <a:rect b="b" l="l" r="r" t="t"/>
              <a:pathLst>
                <a:path extrusionOk="0" h="5216" w="5393">
                  <a:moveTo>
                    <a:pt x="2647" y="1"/>
                  </a:moveTo>
                  <a:lnTo>
                    <a:pt x="2272" y="40"/>
                  </a:lnTo>
                  <a:lnTo>
                    <a:pt x="1956" y="80"/>
                  </a:lnTo>
                  <a:lnTo>
                    <a:pt x="1659" y="159"/>
                  </a:lnTo>
                  <a:lnTo>
                    <a:pt x="1403" y="258"/>
                  </a:lnTo>
                  <a:lnTo>
                    <a:pt x="1165" y="376"/>
                  </a:lnTo>
                  <a:lnTo>
                    <a:pt x="948" y="495"/>
                  </a:lnTo>
                  <a:lnTo>
                    <a:pt x="770" y="653"/>
                  </a:lnTo>
                  <a:lnTo>
                    <a:pt x="632" y="811"/>
                  </a:lnTo>
                  <a:lnTo>
                    <a:pt x="494" y="969"/>
                  </a:lnTo>
                  <a:lnTo>
                    <a:pt x="375" y="1147"/>
                  </a:lnTo>
                  <a:lnTo>
                    <a:pt x="296" y="1324"/>
                  </a:lnTo>
                  <a:lnTo>
                    <a:pt x="217" y="1502"/>
                  </a:lnTo>
                  <a:lnTo>
                    <a:pt x="99" y="1858"/>
                  </a:lnTo>
                  <a:lnTo>
                    <a:pt x="40" y="2193"/>
                  </a:lnTo>
                  <a:lnTo>
                    <a:pt x="20" y="2391"/>
                  </a:lnTo>
                  <a:lnTo>
                    <a:pt x="0" y="2608"/>
                  </a:lnTo>
                  <a:lnTo>
                    <a:pt x="20" y="2845"/>
                  </a:lnTo>
                  <a:lnTo>
                    <a:pt x="59" y="3082"/>
                  </a:lnTo>
                  <a:lnTo>
                    <a:pt x="119" y="3299"/>
                  </a:lnTo>
                  <a:lnTo>
                    <a:pt x="198" y="3537"/>
                  </a:lnTo>
                  <a:lnTo>
                    <a:pt x="296" y="3774"/>
                  </a:lnTo>
                  <a:lnTo>
                    <a:pt x="415" y="3991"/>
                  </a:lnTo>
                  <a:lnTo>
                    <a:pt x="573" y="4208"/>
                  </a:lnTo>
                  <a:lnTo>
                    <a:pt x="751" y="4406"/>
                  </a:lnTo>
                  <a:lnTo>
                    <a:pt x="948" y="4583"/>
                  </a:lnTo>
                  <a:lnTo>
                    <a:pt x="1185" y="4761"/>
                  </a:lnTo>
                  <a:lnTo>
                    <a:pt x="1422" y="4899"/>
                  </a:lnTo>
                  <a:lnTo>
                    <a:pt x="1719" y="5018"/>
                  </a:lnTo>
                  <a:lnTo>
                    <a:pt x="2015" y="5117"/>
                  </a:lnTo>
                  <a:lnTo>
                    <a:pt x="2351" y="5196"/>
                  </a:lnTo>
                  <a:lnTo>
                    <a:pt x="2706" y="5215"/>
                  </a:lnTo>
                  <a:lnTo>
                    <a:pt x="3022" y="5215"/>
                  </a:lnTo>
                  <a:lnTo>
                    <a:pt x="3338" y="5176"/>
                  </a:lnTo>
                  <a:lnTo>
                    <a:pt x="3615" y="5097"/>
                  </a:lnTo>
                  <a:lnTo>
                    <a:pt x="3891" y="4978"/>
                  </a:lnTo>
                  <a:lnTo>
                    <a:pt x="4128" y="4840"/>
                  </a:lnTo>
                  <a:lnTo>
                    <a:pt x="4346" y="4682"/>
                  </a:lnTo>
                  <a:lnTo>
                    <a:pt x="4563" y="4504"/>
                  </a:lnTo>
                  <a:lnTo>
                    <a:pt x="4741" y="4307"/>
                  </a:lnTo>
                  <a:lnTo>
                    <a:pt x="4899" y="4109"/>
                  </a:lnTo>
                  <a:lnTo>
                    <a:pt x="5037" y="3912"/>
                  </a:lnTo>
                  <a:lnTo>
                    <a:pt x="5155" y="3695"/>
                  </a:lnTo>
                  <a:lnTo>
                    <a:pt x="5254" y="3477"/>
                  </a:lnTo>
                  <a:lnTo>
                    <a:pt x="5313" y="3280"/>
                  </a:lnTo>
                  <a:lnTo>
                    <a:pt x="5373" y="3082"/>
                  </a:lnTo>
                  <a:lnTo>
                    <a:pt x="5392" y="2885"/>
                  </a:lnTo>
                  <a:lnTo>
                    <a:pt x="5392" y="2707"/>
                  </a:lnTo>
                  <a:lnTo>
                    <a:pt x="5373" y="2490"/>
                  </a:lnTo>
                  <a:lnTo>
                    <a:pt x="5353" y="2272"/>
                  </a:lnTo>
                  <a:lnTo>
                    <a:pt x="5313" y="2035"/>
                  </a:lnTo>
                  <a:lnTo>
                    <a:pt x="5234" y="1798"/>
                  </a:lnTo>
                  <a:lnTo>
                    <a:pt x="5155" y="1542"/>
                  </a:lnTo>
                  <a:lnTo>
                    <a:pt x="5037" y="1305"/>
                  </a:lnTo>
                  <a:lnTo>
                    <a:pt x="4918" y="1068"/>
                  </a:lnTo>
                  <a:lnTo>
                    <a:pt x="4741" y="850"/>
                  </a:lnTo>
                  <a:lnTo>
                    <a:pt x="4543" y="653"/>
                  </a:lnTo>
                  <a:lnTo>
                    <a:pt x="4326" y="455"/>
                  </a:lnTo>
                  <a:lnTo>
                    <a:pt x="4069" y="297"/>
                  </a:lnTo>
                  <a:lnTo>
                    <a:pt x="3773" y="179"/>
                  </a:lnTo>
                  <a:lnTo>
                    <a:pt x="3437" y="80"/>
                  </a:lnTo>
                  <a:lnTo>
                    <a:pt x="3259" y="40"/>
                  </a:lnTo>
                  <a:lnTo>
                    <a:pt x="3062" y="21"/>
                  </a:lnTo>
                  <a:lnTo>
                    <a:pt x="28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5" name="Google Shape;9695;p58"/>
            <p:cNvSpPr/>
            <p:nvPr/>
          </p:nvSpPr>
          <p:spPr>
            <a:xfrm>
              <a:off x="9042250" y="3142371"/>
              <a:ext cx="95585" cy="85719"/>
            </a:xfrm>
            <a:custGeom>
              <a:rect b="b" l="l" r="r" t="t"/>
              <a:pathLst>
                <a:path extrusionOk="0" h="2233" w="2490">
                  <a:moveTo>
                    <a:pt x="2134" y="0"/>
                  </a:moveTo>
                  <a:lnTo>
                    <a:pt x="1739" y="40"/>
                  </a:lnTo>
                  <a:lnTo>
                    <a:pt x="1245" y="158"/>
                  </a:lnTo>
                  <a:lnTo>
                    <a:pt x="1107" y="198"/>
                  </a:lnTo>
                  <a:lnTo>
                    <a:pt x="989" y="257"/>
                  </a:lnTo>
                  <a:lnTo>
                    <a:pt x="870" y="316"/>
                  </a:lnTo>
                  <a:lnTo>
                    <a:pt x="751" y="395"/>
                  </a:lnTo>
                  <a:lnTo>
                    <a:pt x="554" y="553"/>
                  </a:lnTo>
                  <a:lnTo>
                    <a:pt x="396" y="731"/>
                  </a:lnTo>
                  <a:lnTo>
                    <a:pt x="258" y="909"/>
                  </a:lnTo>
                  <a:lnTo>
                    <a:pt x="159" y="1067"/>
                  </a:lnTo>
                  <a:lnTo>
                    <a:pt x="40" y="1284"/>
                  </a:lnTo>
                  <a:lnTo>
                    <a:pt x="21" y="1344"/>
                  </a:lnTo>
                  <a:lnTo>
                    <a:pt x="1" y="1383"/>
                  </a:lnTo>
                  <a:lnTo>
                    <a:pt x="21" y="1423"/>
                  </a:lnTo>
                  <a:lnTo>
                    <a:pt x="40" y="1462"/>
                  </a:lnTo>
                  <a:lnTo>
                    <a:pt x="179" y="1521"/>
                  </a:lnTo>
                  <a:lnTo>
                    <a:pt x="396" y="1640"/>
                  </a:lnTo>
                  <a:lnTo>
                    <a:pt x="791" y="1798"/>
                  </a:lnTo>
                  <a:lnTo>
                    <a:pt x="1324" y="1995"/>
                  </a:lnTo>
                  <a:lnTo>
                    <a:pt x="1956" y="2232"/>
                  </a:lnTo>
                  <a:lnTo>
                    <a:pt x="1976" y="2213"/>
                  </a:lnTo>
                  <a:lnTo>
                    <a:pt x="1996" y="2153"/>
                  </a:lnTo>
                  <a:lnTo>
                    <a:pt x="2035" y="2094"/>
                  </a:lnTo>
                  <a:lnTo>
                    <a:pt x="2075" y="2074"/>
                  </a:lnTo>
                  <a:lnTo>
                    <a:pt x="2114" y="2055"/>
                  </a:lnTo>
                  <a:lnTo>
                    <a:pt x="2213" y="2035"/>
                  </a:lnTo>
                  <a:lnTo>
                    <a:pt x="2332" y="2055"/>
                  </a:lnTo>
                  <a:lnTo>
                    <a:pt x="2332" y="1956"/>
                  </a:lnTo>
                  <a:lnTo>
                    <a:pt x="2411" y="968"/>
                  </a:lnTo>
                  <a:lnTo>
                    <a:pt x="2490" y="79"/>
                  </a:lnTo>
                  <a:lnTo>
                    <a:pt x="2470" y="40"/>
                  </a:lnTo>
                  <a:lnTo>
                    <a:pt x="239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6" name="Google Shape;9696;p58"/>
            <p:cNvSpPr/>
            <p:nvPr/>
          </p:nvSpPr>
          <p:spPr>
            <a:xfrm>
              <a:off x="9140064" y="3145404"/>
              <a:ext cx="79654" cy="84184"/>
            </a:xfrm>
            <a:custGeom>
              <a:rect b="b" l="l" r="r" t="t"/>
              <a:pathLst>
                <a:path extrusionOk="0" h="2193" w="2075">
                  <a:moveTo>
                    <a:pt x="337" y="0"/>
                  </a:moveTo>
                  <a:lnTo>
                    <a:pt x="277" y="20"/>
                  </a:lnTo>
                  <a:lnTo>
                    <a:pt x="258" y="40"/>
                  </a:lnTo>
                  <a:lnTo>
                    <a:pt x="238" y="99"/>
                  </a:lnTo>
                  <a:lnTo>
                    <a:pt x="179" y="336"/>
                  </a:lnTo>
                  <a:lnTo>
                    <a:pt x="100" y="1008"/>
                  </a:lnTo>
                  <a:lnTo>
                    <a:pt x="1" y="1976"/>
                  </a:lnTo>
                  <a:lnTo>
                    <a:pt x="80" y="1995"/>
                  </a:lnTo>
                  <a:lnTo>
                    <a:pt x="139" y="2035"/>
                  </a:lnTo>
                  <a:lnTo>
                    <a:pt x="218" y="2094"/>
                  </a:lnTo>
                  <a:lnTo>
                    <a:pt x="258" y="2153"/>
                  </a:lnTo>
                  <a:lnTo>
                    <a:pt x="297" y="2193"/>
                  </a:lnTo>
                  <a:lnTo>
                    <a:pt x="376" y="2173"/>
                  </a:lnTo>
                  <a:lnTo>
                    <a:pt x="593" y="2094"/>
                  </a:lnTo>
                  <a:lnTo>
                    <a:pt x="1186" y="1877"/>
                  </a:lnTo>
                  <a:lnTo>
                    <a:pt x="1798" y="1620"/>
                  </a:lnTo>
                  <a:lnTo>
                    <a:pt x="1996" y="1521"/>
                  </a:lnTo>
                  <a:lnTo>
                    <a:pt x="2055" y="1482"/>
                  </a:lnTo>
                  <a:lnTo>
                    <a:pt x="2075" y="1442"/>
                  </a:lnTo>
                  <a:lnTo>
                    <a:pt x="2055" y="1383"/>
                  </a:lnTo>
                  <a:lnTo>
                    <a:pt x="2035" y="1304"/>
                  </a:lnTo>
                  <a:lnTo>
                    <a:pt x="1996" y="1205"/>
                  </a:lnTo>
                  <a:lnTo>
                    <a:pt x="1937" y="1087"/>
                  </a:lnTo>
                  <a:lnTo>
                    <a:pt x="1838" y="949"/>
                  </a:lnTo>
                  <a:lnTo>
                    <a:pt x="1719" y="810"/>
                  </a:lnTo>
                  <a:lnTo>
                    <a:pt x="1581" y="632"/>
                  </a:lnTo>
                  <a:lnTo>
                    <a:pt x="1384" y="474"/>
                  </a:lnTo>
                  <a:lnTo>
                    <a:pt x="1206" y="316"/>
                  </a:lnTo>
                  <a:lnTo>
                    <a:pt x="1008" y="198"/>
                  </a:lnTo>
                  <a:lnTo>
                    <a:pt x="831" y="119"/>
                  </a:lnTo>
                  <a:lnTo>
                    <a:pt x="672" y="60"/>
                  </a:lnTo>
                  <a:lnTo>
                    <a:pt x="534" y="20"/>
                  </a:lnTo>
                  <a:lnTo>
                    <a:pt x="4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7" name="Google Shape;9697;p58"/>
            <p:cNvSpPr/>
            <p:nvPr/>
          </p:nvSpPr>
          <p:spPr>
            <a:xfrm>
              <a:off x="9038488" y="3210626"/>
              <a:ext cx="76621" cy="89481"/>
            </a:xfrm>
            <a:custGeom>
              <a:rect b="b" l="l" r="r" t="t"/>
              <a:pathLst>
                <a:path extrusionOk="0" h="2331" w="1996">
                  <a:moveTo>
                    <a:pt x="99" y="0"/>
                  </a:moveTo>
                  <a:lnTo>
                    <a:pt x="59" y="40"/>
                  </a:lnTo>
                  <a:lnTo>
                    <a:pt x="40" y="119"/>
                  </a:lnTo>
                  <a:lnTo>
                    <a:pt x="20" y="237"/>
                  </a:lnTo>
                  <a:lnTo>
                    <a:pt x="0" y="375"/>
                  </a:lnTo>
                  <a:lnTo>
                    <a:pt x="20" y="731"/>
                  </a:lnTo>
                  <a:lnTo>
                    <a:pt x="59" y="1185"/>
                  </a:lnTo>
                  <a:lnTo>
                    <a:pt x="119" y="1422"/>
                  </a:lnTo>
                  <a:lnTo>
                    <a:pt x="178" y="1640"/>
                  </a:lnTo>
                  <a:lnTo>
                    <a:pt x="257" y="1817"/>
                  </a:lnTo>
                  <a:lnTo>
                    <a:pt x="356" y="1975"/>
                  </a:lnTo>
                  <a:lnTo>
                    <a:pt x="435" y="2114"/>
                  </a:lnTo>
                  <a:lnTo>
                    <a:pt x="514" y="2212"/>
                  </a:lnTo>
                  <a:lnTo>
                    <a:pt x="632" y="2331"/>
                  </a:lnTo>
                  <a:lnTo>
                    <a:pt x="672" y="2311"/>
                  </a:lnTo>
                  <a:lnTo>
                    <a:pt x="731" y="2291"/>
                  </a:lnTo>
                  <a:lnTo>
                    <a:pt x="889" y="2173"/>
                  </a:lnTo>
                  <a:lnTo>
                    <a:pt x="1363" y="1758"/>
                  </a:lnTo>
                  <a:lnTo>
                    <a:pt x="1995" y="1126"/>
                  </a:lnTo>
                  <a:lnTo>
                    <a:pt x="1956" y="1047"/>
                  </a:lnTo>
                  <a:lnTo>
                    <a:pt x="1936" y="968"/>
                  </a:lnTo>
                  <a:lnTo>
                    <a:pt x="1916" y="889"/>
                  </a:lnTo>
                  <a:lnTo>
                    <a:pt x="1936" y="810"/>
                  </a:lnTo>
                  <a:lnTo>
                    <a:pt x="1975" y="711"/>
                  </a:lnTo>
                  <a:lnTo>
                    <a:pt x="1995" y="672"/>
                  </a:lnTo>
                  <a:lnTo>
                    <a:pt x="1087" y="316"/>
                  </a:lnTo>
                  <a:lnTo>
                    <a:pt x="435" y="79"/>
                  </a:lnTo>
                  <a:lnTo>
                    <a:pt x="198" y="20"/>
                  </a:lnTo>
                  <a:lnTo>
                    <a:pt x="13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8" name="Google Shape;9698;p58"/>
            <p:cNvSpPr/>
            <p:nvPr/>
          </p:nvSpPr>
          <p:spPr>
            <a:xfrm>
              <a:off x="9078680" y="3258381"/>
              <a:ext cx="94817" cy="66756"/>
            </a:xfrm>
            <a:custGeom>
              <a:rect b="b" l="l" r="r" t="t"/>
              <a:pathLst>
                <a:path extrusionOk="0" h="1739" w="2470">
                  <a:moveTo>
                    <a:pt x="1086" y="0"/>
                  </a:moveTo>
                  <a:lnTo>
                    <a:pt x="553" y="593"/>
                  </a:lnTo>
                  <a:lnTo>
                    <a:pt x="178" y="1047"/>
                  </a:lnTo>
                  <a:lnTo>
                    <a:pt x="59" y="1205"/>
                  </a:lnTo>
                  <a:lnTo>
                    <a:pt x="0" y="1284"/>
                  </a:lnTo>
                  <a:lnTo>
                    <a:pt x="20" y="1324"/>
                  </a:lnTo>
                  <a:lnTo>
                    <a:pt x="40" y="1344"/>
                  </a:lnTo>
                  <a:lnTo>
                    <a:pt x="138" y="1423"/>
                  </a:lnTo>
                  <a:lnTo>
                    <a:pt x="316" y="1502"/>
                  </a:lnTo>
                  <a:lnTo>
                    <a:pt x="533" y="1581"/>
                  </a:lnTo>
                  <a:lnTo>
                    <a:pt x="770" y="1640"/>
                  </a:lnTo>
                  <a:lnTo>
                    <a:pt x="1047" y="1699"/>
                  </a:lnTo>
                  <a:lnTo>
                    <a:pt x="1304" y="1739"/>
                  </a:lnTo>
                  <a:lnTo>
                    <a:pt x="1560" y="1719"/>
                  </a:lnTo>
                  <a:lnTo>
                    <a:pt x="1778" y="1699"/>
                  </a:lnTo>
                  <a:lnTo>
                    <a:pt x="1975" y="1679"/>
                  </a:lnTo>
                  <a:lnTo>
                    <a:pt x="2113" y="1640"/>
                  </a:lnTo>
                  <a:lnTo>
                    <a:pt x="2252" y="1581"/>
                  </a:lnTo>
                  <a:lnTo>
                    <a:pt x="2410" y="1502"/>
                  </a:lnTo>
                  <a:lnTo>
                    <a:pt x="2469" y="1442"/>
                  </a:lnTo>
                  <a:lnTo>
                    <a:pt x="2449" y="1363"/>
                  </a:lnTo>
                  <a:lnTo>
                    <a:pt x="2350" y="1186"/>
                  </a:lnTo>
                  <a:lnTo>
                    <a:pt x="2054" y="692"/>
                  </a:lnTo>
                  <a:lnTo>
                    <a:pt x="1758" y="198"/>
                  </a:lnTo>
                  <a:lnTo>
                    <a:pt x="1659" y="40"/>
                  </a:lnTo>
                  <a:lnTo>
                    <a:pt x="1620" y="0"/>
                  </a:lnTo>
                  <a:lnTo>
                    <a:pt x="1600" y="20"/>
                  </a:lnTo>
                  <a:lnTo>
                    <a:pt x="1560" y="40"/>
                  </a:lnTo>
                  <a:lnTo>
                    <a:pt x="1264" y="40"/>
                  </a:lnTo>
                  <a:lnTo>
                    <a:pt x="108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9" name="Google Shape;9699;p58"/>
            <p:cNvSpPr/>
            <p:nvPr/>
          </p:nvSpPr>
          <p:spPr>
            <a:xfrm>
              <a:off x="9147664" y="3217421"/>
              <a:ext cx="73589" cy="89520"/>
            </a:xfrm>
            <a:custGeom>
              <a:rect b="b" l="l" r="r" t="t"/>
              <a:pathLst>
                <a:path extrusionOk="0" h="2332" w="1917">
                  <a:moveTo>
                    <a:pt x="1778" y="1"/>
                  </a:moveTo>
                  <a:lnTo>
                    <a:pt x="1561" y="40"/>
                  </a:lnTo>
                  <a:lnTo>
                    <a:pt x="968" y="198"/>
                  </a:lnTo>
                  <a:lnTo>
                    <a:pt x="376" y="376"/>
                  </a:lnTo>
                  <a:lnTo>
                    <a:pt x="198" y="435"/>
                  </a:lnTo>
                  <a:lnTo>
                    <a:pt x="139" y="475"/>
                  </a:lnTo>
                  <a:lnTo>
                    <a:pt x="139" y="554"/>
                  </a:lnTo>
                  <a:lnTo>
                    <a:pt x="119" y="692"/>
                  </a:lnTo>
                  <a:lnTo>
                    <a:pt x="79" y="830"/>
                  </a:lnTo>
                  <a:lnTo>
                    <a:pt x="40" y="909"/>
                  </a:lnTo>
                  <a:lnTo>
                    <a:pt x="0" y="969"/>
                  </a:lnTo>
                  <a:lnTo>
                    <a:pt x="376" y="1640"/>
                  </a:lnTo>
                  <a:lnTo>
                    <a:pt x="672" y="2095"/>
                  </a:lnTo>
                  <a:lnTo>
                    <a:pt x="791" y="2253"/>
                  </a:lnTo>
                  <a:lnTo>
                    <a:pt x="850" y="2312"/>
                  </a:lnTo>
                  <a:lnTo>
                    <a:pt x="870" y="2332"/>
                  </a:lnTo>
                  <a:lnTo>
                    <a:pt x="909" y="2332"/>
                  </a:lnTo>
                  <a:lnTo>
                    <a:pt x="949" y="2312"/>
                  </a:lnTo>
                  <a:lnTo>
                    <a:pt x="1047" y="2253"/>
                  </a:lnTo>
                  <a:lnTo>
                    <a:pt x="1186" y="2134"/>
                  </a:lnTo>
                  <a:lnTo>
                    <a:pt x="1324" y="1996"/>
                  </a:lnTo>
                  <a:lnTo>
                    <a:pt x="1462" y="1818"/>
                  </a:lnTo>
                  <a:lnTo>
                    <a:pt x="1581" y="1660"/>
                  </a:lnTo>
                  <a:lnTo>
                    <a:pt x="1699" y="1482"/>
                  </a:lnTo>
                  <a:lnTo>
                    <a:pt x="1758" y="1324"/>
                  </a:lnTo>
                  <a:lnTo>
                    <a:pt x="1818" y="1146"/>
                  </a:lnTo>
                  <a:lnTo>
                    <a:pt x="1857" y="949"/>
                  </a:lnTo>
                  <a:lnTo>
                    <a:pt x="1916" y="534"/>
                  </a:lnTo>
                  <a:lnTo>
                    <a:pt x="1916" y="159"/>
                  </a:lnTo>
                  <a:lnTo>
                    <a:pt x="1897" y="40"/>
                  </a:lnTo>
                  <a:lnTo>
                    <a:pt x="187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0" name="Google Shape;9700;p58"/>
            <p:cNvSpPr/>
            <p:nvPr/>
          </p:nvSpPr>
          <p:spPr>
            <a:xfrm>
              <a:off x="9005128" y="2970237"/>
              <a:ext cx="156966" cy="153972"/>
            </a:xfrm>
            <a:custGeom>
              <a:rect b="b" l="l" r="r" t="t"/>
              <a:pathLst>
                <a:path extrusionOk="0" h="4011" w="4089">
                  <a:moveTo>
                    <a:pt x="3081" y="1"/>
                  </a:moveTo>
                  <a:lnTo>
                    <a:pt x="2864" y="20"/>
                  </a:lnTo>
                  <a:lnTo>
                    <a:pt x="2627" y="60"/>
                  </a:lnTo>
                  <a:lnTo>
                    <a:pt x="2370" y="119"/>
                  </a:lnTo>
                  <a:lnTo>
                    <a:pt x="2133" y="198"/>
                  </a:lnTo>
                  <a:lnTo>
                    <a:pt x="1877" y="317"/>
                  </a:lnTo>
                  <a:lnTo>
                    <a:pt x="1620" y="455"/>
                  </a:lnTo>
                  <a:lnTo>
                    <a:pt x="1383" y="593"/>
                  </a:lnTo>
                  <a:lnTo>
                    <a:pt x="1146" y="771"/>
                  </a:lnTo>
                  <a:lnTo>
                    <a:pt x="928" y="969"/>
                  </a:lnTo>
                  <a:lnTo>
                    <a:pt x="731" y="1186"/>
                  </a:lnTo>
                  <a:lnTo>
                    <a:pt x="573" y="1423"/>
                  </a:lnTo>
                  <a:lnTo>
                    <a:pt x="415" y="1660"/>
                  </a:lnTo>
                  <a:lnTo>
                    <a:pt x="296" y="1877"/>
                  </a:lnTo>
                  <a:lnTo>
                    <a:pt x="198" y="2094"/>
                  </a:lnTo>
                  <a:lnTo>
                    <a:pt x="119" y="2312"/>
                  </a:lnTo>
                  <a:lnTo>
                    <a:pt x="59" y="2509"/>
                  </a:lnTo>
                  <a:lnTo>
                    <a:pt x="20" y="2687"/>
                  </a:lnTo>
                  <a:lnTo>
                    <a:pt x="0" y="2845"/>
                  </a:lnTo>
                  <a:lnTo>
                    <a:pt x="0" y="3003"/>
                  </a:lnTo>
                  <a:lnTo>
                    <a:pt x="20" y="3161"/>
                  </a:lnTo>
                  <a:lnTo>
                    <a:pt x="40" y="3299"/>
                  </a:lnTo>
                  <a:lnTo>
                    <a:pt x="79" y="3418"/>
                  </a:lnTo>
                  <a:lnTo>
                    <a:pt x="138" y="3517"/>
                  </a:lnTo>
                  <a:lnTo>
                    <a:pt x="217" y="3615"/>
                  </a:lnTo>
                  <a:lnTo>
                    <a:pt x="296" y="3714"/>
                  </a:lnTo>
                  <a:lnTo>
                    <a:pt x="375" y="3793"/>
                  </a:lnTo>
                  <a:lnTo>
                    <a:pt x="474" y="3852"/>
                  </a:lnTo>
                  <a:lnTo>
                    <a:pt x="612" y="3912"/>
                  </a:lnTo>
                  <a:lnTo>
                    <a:pt x="790" y="3971"/>
                  </a:lnTo>
                  <a:lnTo>
                    <a:pt x="988" y="4010"/>
                  </a:lnTo>
                  <a:lnTo>
                    <a:pt x="1244" y="4010"/>
                  </a:lnTo>
                  <a:lnTo>
                    <a:pt x="1521" y="3971"/>
                  </a:lnTo>
                  <a:lnTo>
                    <a:pt x="1857" y="3892"/>
                  </a:lnTo>
                  <a:lnTo>
                    <a:pt x="2252" y="3734"/>
                  </a:lnTo>
                  <a:lnTo>
                    <a:pt x="2686" y="3497"/>
                  </a:lnTo>
                  <a:lnTo>
                    <a:pt x="2904" y="3359"/>
                  </a:lnTo>
                  <a:lnTo>
                    <a:pt x="3121" y="3181"/>
                  </a:lnTo>
                  <a:lnTo>
                    <a:pt x="3299" y="3003"/>
                  </a:lnTo>
                  <a:lnTo>
                    <a:pt x="3476" y="2805"/>
                  </a:lnTo>
                  <a:lnTo>
                    <a:pt x="3615" y="2588"/>
                  </a:lnTo>
                  <a:lnTo>
                    <a:pt x="3753" y="2371"/>
                  </a:lnTo>
                  <a:lnTo>
                    <a:pt x="3852" y="2154"/>
                  </a:lnTo>
                  <a:lnTo>
                    <a:pt x="3931" y="1917"/>
                  </a:lnTo>
                  <a:lnTo>
                    <a:pt x="4010" y="1699"/>
                  </a:lnTo>
                  <a:lnTo>
                    <a:pt x="4049" y="1462"/>
                  </a:lnTo>
                  <a:lnTo>
                    <a:pt x="4089" y="1245"/>
                  </a:lnTo>
                  <a:lnTo>
                    <a:pt x="4089" y="1048"/>
                  </a:lnTo>
                  <a:lnTo>
                    <a:pt x="4069" y="850"/>
                  </a:lnTo>
                  <a:lnTo>
                    <a:pt x="4029" y="653"/>
                  </a:lnTo>
                  <a:lnTo>
                    <a:pt x="3970" y="494"/>
                  </a:lnTo>
                  <a:lnTo>
                    <a:pt x="3891" y="336"/>
                  </a:lnTo>
                  <a:lnTo>
                    <a:pt x="3792" y="218"/>
                  </a:lnTo>
                  <a:lnTo>
                    <a:pt x="3654" y="119"/>
                  </a:lnTo>
                  <a:lnTo>
                    <a:pt x="3496" y="60"/>
                  </a:lnTo>
                  <a:lnTo>
                    <a:pt x="3299" y="20"/>
                  </a:lnTo>
                  <a:lnTo>
                    <a:pt x="30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1" name="Google Shape;9701;p58"/>
            <p:cNvSpPr/>
            <p:nvPr/>
          </p:nvSpPr>
          <p:spPr>
            <a:xfrm>
              <a:off x="8685121" y="3155999"/>
              <a:ext cx="197197" cy="108483"/>
            </a:xfrm>
            <a:custGeom>
              <a:rect b="b" l="l" r="r" t="t"/>
              <a:pathLst>
                <a:path extrusionOk="0" h="2826" w="5137">
                  <a:moveTo>
                    <a:pt x="1857" y="1"/>
                  </a:moveTo>
                  <a:lnTo>
                    <a:pt x="1581" y="21"/>
                  </a:lnTo>
                  <a:lnTo>
                    <a:pt x="1344" y="40"/>
                  </a:lnTo>
                  <a:lnTo>
                    <a:pt x="1107" y="80"/>
                  </a:lnTo>
                  <a:lnTo>
                    <a:pt x="890" y="139"/>
                  </a:lnTo>
                  <a:lnTo>
                    <a:pt x="672" y="218"/>
                  </a:lnTo>
                  <a:lnTo>
                    <a:pt x="495" y="277"/>
                  </a:lnTo>
                  <a:lnTo>
                    <a:pt x="336" y="376"/>
                  </a:lnTo>
                  <a:lnTo>
                    <a:pt x="218" y="475"/>
                  </a:lnTo>
                  <a:lnTo>
                    <a:pt x="119" y="574"/>
                  </a:lnTo>
                  <a:lnTo>
                    <a:pt x="40" y="673"/>
                  </a:lnTo>
                  <a:lnTo>
                    <a:pt x="20" y="791"/>
                  </a:lnTo>
                  <a:lnTo>
                    <a:pt x="1" y="910"/>
                  </a:lnTo>
                  <a:lnTo>
                    <a:pt x="40" y="1048"/>
                  </a:lnTo>
                  <a:lnTo>
                    <a:pt x="80" y="1166"/>
                  </a:lnTo>
                  <a:lnTo>
                    <a:pt x="159" y="1305"/>
                  </a:lnTo>
                  <a:lnTo>
                    <a:pt x="257" y="1443"/>
                  </a:lnTo>
                  <a:lnTo>
                    <a:pt x="376" y="1581"/>
                  </a:lnTo>
                  <a:lnTo>
                    <a:pt x="514" y="1719"/>
                  </a:lnTo>
                  <a:lnTo>
                    <a:pt x="672" y="1858"/>
                  </a:lnTo>
                  <a:lnTo>
                    <a:pt x="850" y="1996"/>
                  </a:lnTo>
                  <a:lnTo>
                    <a:pt x="1225" y="2233"/>
                  </a:lnTo>
                  <a:lnTo>
                    <a:pt x="1640" y="2470"/>
                  </a:lnTo>
                  <a:lnTo>
                    <a:pt x="2055" y="2648"/>
                  </a:lnTo>
                  <a:lnTo>
                    <a:pt x="2292" y="2707"/>
                  </a:lnTo>
                  <a:lnTo>
                    <a:pt x="2529" y="2766"/>
                  </a:lnTo>
                  <a:lnTo>
                    <a:pt x="2786" y="2806"/>
                  </a:lnTo>
                  <a:lnTo>
                    <a:pt x="3043" y="2826"/>
                  </a:lnTo>
                  <a:lnTo>
                    <a:pt x="3299" y="2826"/>
                  </a:lnTo>
                  <a:lnTo>
                    <a:pt x="3556" y="2806"/>
                  </a:lnTo>
                  <a:lnTo>
                    <a:pt x="3813" y="2786"/>
                  </a:lnTo>
                  <a:lnTo>
                    <a:pt x="4070" y="2727"/>
                  </a:lnTo>
                  <a:lnTo>
                    <a:pt x="4287" y="2667"/>
                  </a:lnTo>
                  <a:lnTo>
                    <a:pt x="4504" y="2608"/>
                  </a:lnTo>
                  <a:lnTo>
                    <a:pt x="4682" y="2509"/>
                  </a:lnTo>
                  <a:lnTo>
                    <a:pt x="4840" y="2411"/>
                  </a:lnTo>
                  <a:lnTo>
                    <a:pt x="4978" y="2292"/>
                  </a:lnTo>
                  <a:lnTo>
                    <a:pt x="5077" y="2174"/>
                  </a:lnTo>
                  <a:lnTo>
                    <a:pt x="5136" y="2035"/>
                  </a:lnTo>
                  <a:lnTo>
                    <a:pt x="5136" y="1877"/>
                  </a:lnTo>
                  <a:lnTo>
                    <a:pt x="5136" y="1779"/>
                  </a:lnTo>
                  <a:lnTo>
                    <a:pt x="5097" y="1700"/>
                  </a:lnTo>
                  <a:lnTo>
                    <a:pt x="4978" y="1502"/>
                  </a:lnTo>
                  <a:lnTo>
                    <a:pt x="4820" y="1285"/>
                  </a:lnTo>
                  <a:lnTo>
                    <a:pt x="4603" y="1068"/>
                  </a:lnTo>
                  <a:lnTo>
                    <a:pt x="4346" y="870"/>
                  </a:lnTo>
                  <a:lnTo>
                    <a:pt x="4070" y="673"/>
                  </a:lnTo>
                  <a:lnTo>
                    <a:pt x="3773" y="495"/>
                  </a:lnTo>
                  <a:lnTo>
                    <a:pt x="3477" y="337"/>
                  </a:lnTo>
                  <a:lnTo>
                    <a:pt x="3201" y="218"/>
                  </a:lnTo>
                  <a:lnTo>
                    <a:pt x="2944" y="139"/>
                  </a:lnTo>
                  <a:lnTo>
                    <a:pt x="2667" y="80"/>
                  </a:lnTo>
                  <a:lnTo>
                    <a:pt x="2391" y="40"/>
                  </a:lnTo>
                  <a:lnTo>
                    <a:pt x="211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2" name="Google Shape;9702;p58"/>
            <p:cNvSpPr/>
            <p:nvPr/>
          </p:nvSpPr>
          <p:spPr>
            <a:xfrm>
              <a:off x="8996030" y="3272777"/>
              <a:ext cx="151669" cy="166870"/>
            </a:xfrm>
            <a:custGeom>
              <a:rect b="b" l="l" r="r" t="t"/>
              <a:pathLst>
                <a:path extrusionOk="0" h="4347" w="3951">
                  <a:moveTo>
                    <a:pt x="1007" y="1"/>
                  </a:moveTo>
                  <a:lnTo>
                    <a:pt x="790" y="21"/>
                  </a:lnTo>
                  <a:lnTo>
                    <a:pt x="593" y="60"/>
                  </a:lnTo>
                  <a:lnTo>
                    <a:pt x="454" y="100"/>
                  </a:lnTo>
                  <a:lnTo>
                    <a:pt x="316" y="179"/>
                  </a:lnTo>
                  <a:lnTo>
                    <a:pt x="217" y="258"/>
                  </a:lnTo>
                  <a:lnTo>
                    <a:pt x="138" y="356"/>
                  </a:lnTo>
                  <a:lnTo>
                    <a:pt x="79" y="455"/>
                  </a:lnTo>
                  <a:lnTo>
                    <a:pt x="40" y="574"/>
                  </a:lnTo>
                  <a:lnTo>
                    <a:pt x="0" y="672"/>
                  </a:lnTo>
                  <a:lnTo>
                    <a:pt x="0" y="791"/>
                  </a:lnTo>
                  <a:lnTo>
                    <a:pt x="0" y="1028"/>
                  </a:lnTo>
                  <a:lnTo>
                    <a:pt x="20" y="1245"/>
                  </a:lnTo>
                  <a:lnTo>
                    <a:pt x="40" y="1443"/>
                  </a:lnTo>
                  <a:lnTo>
                    <a:pt x="99" y="1739"/>
                  </a:lnTo>
                  <a:lnTo>
                    <a:pt x="178" y="2015"/>
                  </a:lnTo>
                  <a:lnTo>
                    <a:pt x="277" y="2292"/>
                  </a:lnTo>
                  <a:lnTo>
                    <a:pt x="395" y="2529"/>
                  </a:lnTo>
                  <a:lnTo>
                    <a:pt x="533" y="2766"/>
                  </a:lnTo>
                  <a:lnTo>
                    <a:pt x="691" y="2983"/>
                  </a:lnTo>
                  <a:lnTo>
                    <a:pt x="869" y="3181"/>
                  </a:lnTo>
                  <a:lnTo>
                    <a:pt x="1047" y="3359"/>
                  </a:lnTo>
                  <a:lnTo>
                    <a:pt x="1244" y="3517"/>
                  </a:lnTo>
                  <a:lnTo>
                    <a:pt x="1422" y="3675"/>
                  </a:lnTo>
                  <a:lnTo>
                    <a:pt x="1620" y="3793"/>
                  </a:lnTo>
                  <a:lnTo>
                    <a:pt x="1817" y="3912"/>
                  </a:lnTo>
                  <a:lnTo>
                    <a:pt x="2212" y="4109"/>
                  </a:lnTo>
                  <a:lnTo>
                    <a:pt x="2568" y="4247"/>
                  </a:lnTo>
                  <a:lnTo>
                    <a:pt x="2726" y="4287"/>
                  </a:lnTo>
                  <a:lnTo>
                    <a:pt x="2904" y="4326"/>
                  </a:lnTo>
                  <a:lnTo>
                    <a:pt x="3042" y="4346"/>
                  </a:lnTo>
                  <a:lnTo>
                    <a:pt x="3200" y="4346"/>
                  </a:lnTo>
                  <a:lnTo>
                    <a:pt x="3338" y="4326"/>
                  </a:lnTo>
                  <a:lnTo>
                    <a:pt x="3457" y="4287"/>
                  </a:lnTo>
                  <a:lnTo>
                    <a:pt x="3575" y="4228"/>
                  </a:lnTo>
                  <a:lnTo>
                    <a:pt x="3674" y="4149"/>
                  </a:lnTo>
                  <a:lnTo>
                    <a:pt x="3773" y="4030"/>
                  </a:lnTo>
                  <a:lnTo>
                    <a:pt x="3832" y="3912"/>
                  </a:lnTo>
                  <a:lnTo>
                    <a:pt x="3891" y="3734"/>
                  </a:lnTo>
                  <a:lnTo>
                    <a:pt x="3931" y="3556"/>
                  </a:lnTo>
                  <a:lnTo>
                    <a:pt x="3950" y="3319"/>
                  </a:lnTo>
                  <a:lnTo>
                    <a:pt x="3950" y="3082"/>
                  </a:lnTo>
                  <a:lnTo>
                    <a:pt x="3911" y="2786"/>
                  </a:lnTo>
                  <a:lnTo>
                    <a:pt x="3871" y="2470"/>
                  </a:lnTo>
                  <a:lnTo>
                    <a:pt x="3792" y="2134"/>
                  </a:lnTo>
                  <a:lnTo>
                    <a:pt x="3713" y="1838"/>
                  </a:lnTo>
                  <a:lnTo>
                    <a:pt x="3595" y="1561"/>
                  </a:lnTo>
                  <a:lnTo>
                    <a:pt x="3457" y="1324"/>
                  </a:lnTo>
                  <a:lnTo>
                    <a:pt x="3318" y="1087"/>
                  </a:lnTo>
                  <a:lnTo>
                    <a:pt x="3160" y="890"/>
                  </a:lnTo>
                  <a:lnTo>
                    <a:pt x="2983" y="712"/>
                  </a:lnTo>
                  <a:lnTo>
                    <a:pt x="2785" y="554"/>
                  </a:lnTo>
                  <a:lnTo>
                    <a:pt x="2588" y="416"/>
                  </a:lnTo>
                  <a:lnTo>
                    <a:pt x="2370" y="297"/>
                  </a:lnTo>
                  <a:lnTo>
                    <a:pt x="2153" y="198"/>
                  </a:lnTo>
                  <a:lnTo>
                    <a:pt x="1936" y="119"/>
                  </a:lnTo>
                  <a:lnTo>
                    <a:pt x="1699" y="60"/>
                  </a:lnTo>
                  <a:lnTo>
                    <a:pt x="1462" y="21"/>
                  </a:lnTo>
                  <a:lnTo>
                    <a:pt x="124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3" name="Google Shape;9703;p58"/>
            <p:cNvSpPr/>
            <p:nvPr/>
          </p:nvSpPr>
          <p:spPr>
            <a:xfrm>
              <a:off x="9021021" y="3284178"/>
              <a:ext cx="104683" cy="140306"/>
            </a:xfrm>
            <a:custGeom>
              <a:rect b="b" l="l" r="r" t="t"/>
              <a:pathLst>
                <a:path extrusionOk="0" h="3655" w="2727">
                  <a:moveTo>
                    <a:pt x="1" y="0"/>
                  </a:moveTo>
                  <a:lnTo>
                    <a:pt x="40" y="40"/>
                  </a:lnTo>
                  <a:lnTo>
                    <a:pt x="100" y="138"/>
                  </a:lnTo>
                  <a:lnTo>
                    <a:pt x="356" y="395"/>
                  </a:lnTo>
                  <a:lnTo>
                    <a:pt x="1048" y="1106"/>
                  </a:lnTo>
                  <a:lnTo>
                    <a:pt x="1225" y="1343"/>
                  </a:lnTo>
                  <a:lnTo>
                    <a:pt x="1463" y="1679"/>
                  </a:lnTo>
                  <a:lnTo>
                    <a:pt x="1976" y="2509"/>
                  </a:lnTo>
                  <a:lnTo>
                    <a:pt x="2430" y="3259"/>
                  </a:lnTo>
                  <a:lnTo>
                    <a:pt x="2588" y="3496"/>
                  </a:lnTo>
                  <a:lnTo>
                    <a:pt x="2687" y="3634"/>
                  </a:lnTo>
                  <a:lnTo>
                    <a:pt x="2707" y="3654"/>
                  </a:lnTo>
                  <a:lnTo>
                    <a:pt x="2727" y="3634"/>
                  </a:lnTo>
                  <a:lnTo>
                    <a:pt x="2727" y="3575"/>
                  </a:lnTo>
                  <a:lnTo>
                    <a:pt x="2667" y="3457"/>
                  </a:lnTo>
                  <a:lnTo>
                    <a:pt x="2569" y="3239"/>
                  </a:lnTo>
                  <a:lnTo>
                    <a:pt x="2233" y="2647"/>
                  </a:lnTo>
                  <a:lnTo>
                    <a:pt x="1739" y="1798"/>
                  </a:lnTo>
                  <a:lnTo>
                    <a:pt x="1423" y="1363"/>
                  </a:lnTo>
                  <a:lnTo>
                    <a:pt x="1127" y="988"/>
                  </a:lnTo>
                  <a:lnTo>
                    <a:pt x="830" y="672"/>
                  </a:lnTo>
                  <a:lnTo>
                    <a:pt x="574" y="415"/>
                  </a:lnTo>
                  <a:lnTo>
                    <a:pt x="337" y="237"/>
                  </a:lnTo>
                  <a:lnTo>
                    <a:pt x="159" y="99"/>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4" name="Google Shape;9704;p58"/>
            <p:cNvSpPr/>
            <p:nvPr/>
          </p:nvSpPr>
          <p:spPr>
            <a:xfrm>
              <a:off x="8692722" y="3181028"/>
              <a:ext cx="179730" cy="45528"/>
            </a:xfrm>
            <a:custGeom>
              <a:rect b="b" l="l" r="r" t="t"/>
              <a:pathLst>
                <a:path extrusionOk="0" h="1186" w="4682">
                  <a:moveTo>
                    <a:pt x="119" y="1"/>
                  </a:moveTo>
                  <a:lnTo>
                    <a:pt x="40" y="21"/>
                  </a:lnTo>
                  <a:lnTo>
                    <a:pt x="0" y="40"/>
                  </a:lnTo>
                  <a:lnTo>
                    <a:pt x="0" y="80"/>
                  </a:lnTo>
                  <a:lnTo>
                    <a:pt x="79" y="119"/>
                  </a:lnTo>
                  <a:lnTo>
                    <a:pt x="218" y="139"/>
                  </a:lnTo>
                  <a:lnTo>
                    <a:pt x="692" y="198"/>
                  </a:lnTo>
                  <a:lnTo>
                    <a:pt x="1324" y="277"/>
                  </a:lnTo>
                  <a:lnTo>
                    <a:pt x="1699" y="337"/>
                  </a:lnTo>
                  <a:lnTo>
                    <a:pt x="2074" y="416"/>
                  </a:lnTo>
                  <a:lnTo>
                    <a:pt x="2904" y="653"/>
                  </a:lnTo>
                  <a:lnTo>
                    <a:pt x="3714" y="909"/>
                  </a:lnTo>
                  <a:lnTo>
                    <a:pt x="4346" y="1107"/>
                  </a:lnTo>
                  <a:lnTo>
                    <a:pt x="4662" y="1186"/>
                  </a:lnTo>
                  <a:lnTo>
                    <a:pt x="4681" y="1186"/>
                  </a:lnTo>
                  <a:lnTo>
                    <a:pt x="4662" y="1166"/>
                  </a:lnTo>
                  <a:lnTo>
                    <a:pt x="4543" y="1067"/>
                  </a:lnTo>
                  <a:lnTo>
                    <a:pt x="4365" y="949"/>
                  </a:lnTo>
                  <a:lnTo>
                    <a:pt x="4128" y="870"/>
                  </a:lnTo>
                  <a:lnTo>
                    <a:pt x="3536" y="653"/>
                  </a:lnTo>
                  <a:lnTo>
                    <a:pt x="3121" y="514"/>
                  </a:lnTo>
                  <a:lnTo>
                    <a:pt x="2667" y="396"/>
                  </a:lnTo>
                  <a:lnTo>
                    <a:pt x="2173" y="277"/>
                  </a:lnTo>
                  <a:lnTo>
                    <a:pt x="1659" y="179"/>
                  </a:lnTo>
                  <a:lnTo>
                    <a:pt x="790" y="60"/>
                  </a:lnTo>
                  <a:lnTo>
                    <a:pt x="277" y="21"/>
                  </a:lnTo>
                  <a:lnTo>
                    <a:pt x="11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5" name="Google Shape;9705;p58"/>
            <p:cNvSpPr/>
            <p:nvPr/>
          </p:nvSpPr>
          <p:spPr>
            <a:xfrm>
              <a:off x="9029389" y="2982368"/>
              <a:ext cx="116045" cy="113781"/>
            </a:xfrm>
            <a:custGeom>
              <a:rect b="b" l="l" r="r" t="t"/>
              <a:pathLst>
                <a:path extrusionOk="0" h="2964" w="3023">
                  <a:moveTo>
                    <a:pt x="2963" y="1"/>
                  </a:moveTo>
                  <a:lnTo>
                    <a:pt x="2884" y="40"/>
                  </a:lnTo>
                  <a:lnTo>
                    <a:pt x="2765" y="99"/>
                  </a:lnTo>
                  <a:lnTo>
                    <a:pt x="2390" y="337"/>
                  </a:lnTo>
                  <a:lnTo>
                    <a:pt x="1837" y="712"/>
                  </a:lnTo>
                  <a:lnTo>
                    <a:pt x="1679" y="830"/>
                  </a:lnTo>
                  <a:lnTo>
                    <a:pt x="1501" y="988"/>
                  </a:lnTo>
                  <a:lnTo>
                    <a:pt x="1185" y="1324"/>
                  </a:lnTo>
                  <a:lnTo>
                    <a:pt x="889" y="1680"/>
                  </a:lnTo>
                  <a:lnTo>
                    <a:pt x="593" y="2055"/>
                  </a:lnTo>
                  <a:lnTo>
                    <a:pt x="356" y="2391"/>
                  </a:lnTo>
                  <a:lnTo>
                    <a:pt x="158" y="2687"/>
                  </a:lnTo>
                  <a:lnTo>
                    <a:pt x="0" y="2944"/>
                  </a:lnTo>
                  <a:lnTo>
                    <a:pt x="20" y="2964"/>
                  </a:lnTo>
                  <a:lnTo>
                    <a:pt x="59" y="2964"/>
                  </a:lnTo>
                  <a:lnTo>
                    <a:pt x="158" y="2885"/>
                  </a:lnTo>
                  <a:lnTo>
                    <a:pt x="296" y="2746"/>
                  </a:lnTo>
                  <a:lnTo>
                    <a:pt x="454" y="2529"/>
                  </a:lnTo>
                  <a:lnTo>
                    <a:pt x="830" y="1996"/>
                  </a:lnTo>
                  <a:lnTo>
                    <a:pt x="1067" y="1699"/>
                  </a:lnTo>
                  <a:lnTo>
                    <a:pt x="1324" y="1383"/>
                  </a:lnTo>
                  <a:lnTo>
                    <a:pt x="1600" y="1087"/>
                  </a:lnTo>
                  <a:lnTo>
                    <a:pt x="1896" y="830"/>
                  </a:lnTo>
                  <a:lnTo>
                    <a:pt x="2173" y="593"/>
                  </a:lnTo>
                  <a:lnTo>
                    <a:pt x="2430" y="416"/>
                  </a:lnTo>
                  <a:lnTo>
                    <a:pt x="2844" y="159"/>
                  </a:lnTo>
                  <a:lnTo>
                    <a:pt x="2983" y="80"/>
                  </a:lnTo>
                  <a:lnTo>
                    <a:pt x="3022" y="20"/>
                  </a:lnTo>
                  <a:lnTo>
                    <a:pt x="30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06" name="Google Shape;9706;p58"/>
            <p:cNvGrpSpPr/>
            <p:nvPr/>
          </p:nvGrpSpPr>
          <p:grpSpPr>
            <a:xfrm>
              <a:off x="8619938" y="2813305"/>
              <a:ext cx="679382" cy="871990"/>
              <a:chOff x="8619938" y="2813305"/>
              <a:chExt cx="679382" cy="871990"/>
            </a:xfrm>
          </p:grpSpPr>
          <p:sp>
            <p:nvSpPr>
              <p:cNvPr id="9707" name="Google Shape;9707;p58"/>
              <p:cNvSpPr/>
              <p:nvPr/>
            </p:nvSpPr>
            <p:spPr>
              <a:xfrm>
                <a:off x="8619938" y="2813305"/>
                <a:ext cx="679382" cy="726407"/>
              </a:xfrm>
              <a:custGeom>
                <a:rect b="b" l="l" r="r" t="t"/>
                <a:pathLst>
                  <a:path extrusionOk="0" h="18923" w="17698">
                    <a:moveTo>
                      <a:pt x="11278" y="435"/>
                    </a:moveTo>
                    <a:lnTo>
                      <a:pt x="11318" y="454"/>
                    </a:lnTo>
                    <a:lnTo>
                      <a:pt x="11397" y="533"/>
                    </a:lnTo>
                    <a:lnTo>
                      <a:pt x="11476" y="672"/>
                    </a:lnTo>
                    <a:lnTo>
                      <a:pt x="11555" y="810"/>
                    </a:lnTo>
                    <a:lnTo>
                      <a:pt x="11713" y="1205"/>
                    </a:lnTo>
                    <a:lnTo>
                      <a:pt x="11851" y="1639"/>
                    </a:lnTo>
                    <a:lnTo>
                      <a:pt x="11950" y="2074"/>
                    </a:lnTo>
                    <a:lnTo>
                      <a:pt x="12049" y="2449"/>
                    </a:lnTo>
                    <a:lnTo>
                      <a:pt x="12128" y="2805"/>
                    </a:lnTo>
                    <a:lnTo>
                      <a:pt x="12246" y="2864"/>
                    </a:lnTo>
                    <a:lnTo>
                      <a:pt x="12562" y="3002"/>
                    </a:lnTo>
                    <a:lnTo>
                      <a:pt x="13056" y="3239"/>
                    </a:lnTo>
                    <a:lnTo>
                      <a:pt x="13629" y="3575"/>
                    </a:lnTo>
                    <a:lnTo>
                      <a:pt x="13965" y="3773"/>
                    </a:lnTo>
                    <a:lnTo>
                      <a:pt x="14281" y="3990"/>
                    </a:lnTo>
                    <a:lnTo>
                      <a:pt x="14617" y="4247"/>
                    </a:lnTo>
                    <a:lnTo>
                      <a:pt x="14952" y="4523"/>
                    </a:lnTo>
                    <a:lnTo>
                      <a:pt x="15288" y="4820"/>
                    </a:lnTo>
                    <a:lnTo>
                      <a:pt x="15604" y="5136"/>
                    </a:lnTo>
                    <a:lnTo>
                      <a:pt x="15881" y="5491"/>
                    </a:lnTo>
                    <a:lnTo>
                      <a:pt x="16157" y="5847"/>
                    </a:lnTo>
                    <a:lnTo>
                      <a:pt x="16315" y="6103"/>
                    </a:lnTo>
                    <a:lnTo>
                      <a:pt x="16473" y="6380"/>
                    </a:lnTo>
                    <a:lnTo>
                      <a:pt x="16611" y="6656"/>
                    </a:lnTo>
                    <a:lnTo>
                      <a:pt x="16730" y="6933"/>
                    </a:lnTo>
                    <a:lnTo>
                      <a:pt x="16849" y="7229"/>
                    </a:lnTo>
                    <a:lnTo>
                      <a:pt x="16947" y="7526"/>
                    </a:lnTo>
                    <a:lnTo>
                      <a:pt x="17046" y="7842"/>
                    </a:lnTo>
                    <a:lnTo>
                      <a:pt x="17125" y="8158"/>
                    </a:lnTo>
                    <a:lnTo>
                      <a:pt x="17204" y="8474"/>
                    </a:lnTo>
                    <a:lnTo>
                      <a:pt x="17263" y="8790"/>
                    </a:lnTo>
                    <a:lnTo>
                      <a:pt x="17303" y="9125"/>
                    </a:lnTo>
                    <a:lnTo>
                      <a:pt x="17342" y="9461"/>
                    </a:lnTo>
                    <a:lnTo>
                      <a:pt x="17362" y="9797"/>
                    </a:lnTo>
                    <a:lnTo>
                      <a:pt x="17362" y="10133"/>
                    </a:lnTo>
                    <a:lnTo>
                      <a:pt x="17362" y="10469"/>
                    </a:lnTo>
                    <a:lnTo>
                      <a:pt x="17342" y="10824"/>
                    </a:lnTo>
                    <a:lnTo>
                      <a:pt x="17303" y="11160"/>
                    </a:lnTo>
                    <a:lnTo>
                      <a:pt x="17263" y="11496"/>
                    </a:lnTo>
                    <a:lnTo>
                      <a:pt x="17204" y="11851"/>
                    </a:lnTo>
                    <a:lnTo>
                      <a:pt x="17125" y="12187"/>
                    </a:lnTo>
                    <a:lnTo>
                      <a:pt x="17046" y="12523"/>
                    </a:lnTo>
                    <a:lnTo>
                      <a:pt x="16947" y="12859"/>
                    </a:lnTo>
                    <a:lnTo>
                      <a:pt x="16829" y="13194"/>
                    </a:lnTo>
                    <a:lnTo>
                      <a:pt x="16690" y="13530"/>
                    </a:lnTo>
                    <a:lnTo>
                      <a:pt x="16552" y="13846"/>
                    </a:lnTo>
                    <a:lnTo>
                      <a:pt x="16394" y="14162"/>
                    </a:lnTo>
                    <a:lnTo>
                      <a:pt x="16216" y="14478"/>
                    </a:lnTo>
                    <a:lnTo>
                      <a:pt x="16019" y="14775"/>
                    </a:lnTo>
                    <a:lnTo>
                      <a:pt x="15821" y="15091"/>
                    </a:lnTo>
                    <a:lnTo>
                      <a:pt x="15584" y="15367"/>
                    </a:lnTo>
                    <a:lnTo>
                      <a:pt x="15347" y="15663"/>
                    </a:lnTo>
                    <a:lnTo>
                      <a:pt x="15091" y="15920"/>
                    </a:lnTo>
                    <a:lnTo>
                      <a:pt x="14834" y="16197"/>
                    </a:lnTo>
                    <a:lnTo>
                      <a:pt x="14557" y="16434"/>
                    </a:lnTo>
                    <a:lnTo>
                      <a:pt x="14300" y="16671"/>
                    </a:lnTo>
                    <a:lnTo>
                      <a:pt x="14024" y="16868"/>
                    </a:lnTo>
                    <a:lnTo>
                      <a:pt x="13747" y="17066"/>
                    </a:lnTo>
                    <a:lnTo>
                      <a:pt x="13471" y="17263"/>
                    </a:lnTo>
                    <a:lnTo>
                      <a:pt x="13175" y="17421"/>
                    </a:lnTo>
                    <a:lnTo>
                      <a:pt x="12898" y="17579"/>
                    </a:lnTo>
                    <a:lnTo>
                      <a:pt x="12602" y="17737"/>
                    </a:lnTo>
                    <a:lnTo>
                      <a:pt x="12325" y="17856"/>
                    </a:lnTo>
                    <a:lnTo>
                      <a:pt x="12029" y="17974"/>
                    </a:lnTo>
                    <a:lnTo>
                      <a:pt x="11752" y="18073"/>
                    </a:lnTo>
                    <a:lnTo>
                      <a:pt x="11160" y="18251"/>
                    </a:lnTo>
                    <a:lnTo>
                      <a:pt x="10587" y="18389"/>
                    </a:lnTo>
                    <a:lnTo>
                      <a:pt x="10014" y="18468"/>
                    </a:lnTo>
                    <a:lnTo>
                      <a:pt x="9422" y="18508"/>
                    </a:lnTo>
                    <a:lnTo>
                      <a:pt x="8869" y="18527"/>
                    </a:lnTo>
                    <a:lnTo>
                      <a:pt x="8296" y="18508"/>
                    </a:lnTo>
                    <a:lnTo>
                      <a:pt x="7763" y="18448"/>
                    </a:lnTo>
                    <a:lnTo>
                      <a:pt x="7229" y="18369"/>
                    </a:lnTo>
                    <a:lnTo>
                      <a:pt x="6696" y="18271"/>
                    </a:lnTo>
                    <a:lnTo>
                      <a:pt x="6202" y="18132"/>
                    </a:lnTo>
                    <a:lnTo>
                      <a:pt x="5708" y="17994"/>
                    </a:lnTo>
                    <a:lnTo>
                      <a:pt x="5234" y="17816"/>
                    </a:lnTo>
                    <a:lnTo>
                      <a:pt x="4780" y="17599"/>
                    </a:lnTo>
                    <a:lnTo>
                      <a:pt x="4326" y="17362"/>
                    </a:lnTo>
                    <a:lnTo>
                      <a:pt x="3911" y="17086"/>
                    </a:lnTo>
                    <a:lnTo>
                      <a:pt x="3496" y="16809"/>
                    </a:lnTo>
                    <a:lnTo>
                      <a:pt x="3121" y="16493"/>
                    </a:lnTo>
                    <a:lnTo>
                      <a:pt x="2746" y="16177"/>
                    </a:lnTo>
                    <a:lnTo>
                      <a:pt x="2410" y="15821"/>
                    </a:lnTo>
                    <a:lnTo>
                      <a:pt x="2094" y="15466"/>
                    </a:lnTo>
                    <a:lnTo>
                      <a:pt x="1797" y="15091"/>
                    </a:lnTo>
                    <a:lnTo>
                      <a:pt x="1521" y="14696"/>
                    </a:lnTo>
                    <a:lnTo>
                      <a:pt x="1284" y="14301"/>
                    </a:lnTo>
                    <a:lnTo>
                      <a:pt x="1086" y="13905"/>
                    </a:lnTo>
                    <a:lnTo>
                      <a:pt x="909" y="13491"/>
                    </a:lnTo>
                    <a:lnTo>
                      <a:pt x="770" y="13056"/>
                    </a:lnTo>
                    <a:lnTo>
                      <a:pt x="652" y="12622"/>
                    </a:lnTo>
                    <a:lnTo>
                      <a:pt x="573" y="12167"/>
                    </a:lnTo>
                    <a:lnTo>
                      <a:pt x="494" y="11673"/>
                    </a:lnTo>
                    <a:lnTo>
                      <a:pt x="454" y="11160"/>
                    </a:lnTo>
                    <a:lnTo>
                      <a:pt x="435" y="10627"/>
                    </a:lnTo>
                    <a:lnTo>
                      <a:pt x="435" y="10093"/>
                    </a:lnTo>
                    <a:lnTo>
                      <a:pt x="474" y="9540"/>
                    </a:lnTo>
                    <a:lnTo>
                      <a:pt x="553" y="8967"/>
                    </a:lnTo>
                    <a:lnTo>
                      <a:pt x="672" y="8395"/>
                    </a:lnTo>
                    <a:lnTo>
                      <a:pt x="830" y="7822"/>
                    </a:lnTo>
                    <a:lnTo>
                      <a:pt x="1007" y="7249"/>
                    </a:lnTo>
                    <a:lnTo>
                      <a:pt x="1244" y="6676"/>
                    </a:lnTo>
                    <a:lnTo>
                      <a:pt x="1541" y="6123"/>
                    </a:lnTo>
                    <a:lnTo>
                      <a:pt x="1699" y="5847"/>
                    </a:lnTo>
                    <a:lnTo>
                      <a:pt x="1857" y="5570"/>
                    </a:lnTo>
                    <a:lnTo>
                      <a:pt x="2054" y="5294"/>
                    </a:lnTo>
                    <a:lnTo>
                      <a:pt x="2232" y="5017"/>
                    </a:lnTo>
                    <a:lnTo>
                      <a:pt x="2449" y="4760"/>
                    </a:lnTo>
                    <a:lnTo>
                      <a:pt x="2667" y="4503"/>
                    </a:lnTo>
                    <a:lnTo>
                      <a:pt x="2904" y="4266"/>
                    </a:lnTo>
                    <a:lnTo>
                      <a:pt x="3141" y="4029"/>
                    </a:lnTo>
                    <a:lnTo>
                      <a:pt x="3397" y="3812"/>
                    </a:lnTo>
                    <a:lnTo>
                      <a:pt x="3634" y="3615"/>
                    </a:lnTo>
                    <a:lnTo>
                      <a:pt x="3891" y="3437"/>
                    </a:lnTo>
                    <a:lnTo>
                      <a:pt x="4148" y="3259"/>
                    </a:lnTo>
                    <a:lnTo>
                      <a:pt x="4405" y="3121"/>
                    </a:lnTo>
                    <a:lnTo>
                      <a:pt x="4662" y="2963"/>
                    </a:lnTo>
                    <a:lnTo>
                      <a:pt x="5175" y="2726"/>
                    </a:lnTo>
                    <a:lnTo>
                      <a:pt x="5669" y="2528"/>
                    </a:lnTo>
                    <a:lnTo>
                      <a:pt x="6163" y="2370"/>
                    </a:lnTo>
                    <a:lnTo>
                      <a:pt x="6637" y="2252"/>
                    </a:lnTo>
                    <a:lnTo>
                      <a:pt x="7071" y="2173"/>
                    </a:lnTo>
                    <a:lnTo>
                      <a:pt x="7486" y="2113"/>
                    </a:lnTo>
                    <a:lnTo>
                      <a:pt x="7842" y="2074"/>
                    </a:lnTo>
                    <a:lnTo>
                      <a:pt x="8158" y="2054"/>
                    </a:lnTo>
                    <a:lnTo>
                      <a:pt x="8750" y="2054"/>
                    </a:lnTo>
                    <a:lnTo>
                      <a:pt x="9086" y="1797"/>
                    </a:lnTo>
                    <a:lnTo>
                      <a:pt x="9837" y="1225"/>
                    </a:lnTo>
                    <a:lnTo>
                      <a:pt x="10271" y="928"/>
                    </a:lnTo>
                    <a:lnTo>
                      <a:pt x="10686" y="672"/>
                    </a:lnTo>
                    <a:lnTo>
                      <a:pt x="10864" y="573"/>
                    </a:lnTo>
                    <a:lnTo>
                      <a:pt x="11022" y="494"/>
                    </a:lnTo>
                    <a:lnTo>
                      <a:pt x="11140" y="435"/>
                    </a:lnTo>
                    <a:close/>
                    <a:moveTo>
                      <a:pt x="11199" y="0"/>
                    </a:moveTo>
                    <a:lnTo>
                      <a:pt x="11061" y="59"/>
                    </a:lnTo>
                    <a:lnTo>
                      <a:pt x="10903" y="138"/>
                    </a:lnTo>
                    <a:lnTo>
                      <a:pt x="10725" y="237"/>
                    </a:lnTo>
                    <a:lnTo>
                      <a:pt x="10291" y="514"/>
                    </a:lnTo>
                    <a:lnTo>
                      <a:pt x="9837" y="830"/>
                    </a:lnTo>
                    <a:lnTo>
                      <a:pt x="9046" y="1422"/>
                    </a:lnTo>
                    <a:lnTo>
                      <a:pt x="8711" y="1699"/>
                    </a:lnTo>
                    <a:lnTo>
                      <a:pt x="8533" y="1679"/>
                    </a:lnTo>
                    <a:lnTo>
                      <a:pt x="8079" y="1699"/>
                    </a:lnTo>
                    <a:lnTo>
                      <a:pt x="7743" y="1718"/>
                    </a:lnTo>
                    <a:lnTo>
                      <a:pt x="7368" y="1758"/>
                    </a:lnTo>
                    <a:lnTo>
                      <a:pt x="6953" y="1817"/>
                    </a:lnTo>
                    <a:lnTo>
                      <a:pt x="6498" y="1896"/>
                    </a:lnTo>
                    <a:lnTo>
                      <a:pt x="6005" y="2034"/>
                    </a:lnTo>
                    <a:lnTo>
                      <a:pt x="5491" y="2192"/>
                    </a:lnTo>
                    <a:lnTo>
                      <a:pt x="4958" y="2390"/>
                    </a:lnTo>
                    <a:lnTo>
                      <a:pt x="4424" y="2647"/>
                    </a:lnTo>
                    <a:lnTo>
                      <a:pt x="4168" y="2805"/>
                    </a:lnTo>
                    <a:lnTo>
                      <a:pt x="3891" y="2963"/>
                    </a:lnTo>
                    <a:lnTo>
                      <a:pt x="3615" y="3141"/>
                    </a:lnTo>
                    <a:lnTo>
                      <a:pt x="3358" y="3318"/>
                    </a:lnTo>
                    <a:lnTo>
                      <a:pt x="3101" y="3536"/>
                    </a:lnTo>
                    <a:lnTo>
                      <a:pt x="2844" y="3753"/>
                    </a:lnTo>
                    <a:lnTo>
                      <a:pt x="2588" y="3990"/>
                    </a:lnTo>
                    <a:lnTo>
                      <a:pt x="2351" y="4247"/>
                    </a:lnTo>
                    <a:lnTo>
                      <a:pt x="2114" y="4523"/>
                    </a:lnTo>
                    <a:lnTo>
                      <a:pt x="1896" y="4800"/>
                    </a:lnTo>
                    <a:lnTo>
                      <a:pt x="1699" y="5076"/>
                    </a:lnTo>
                    <a:lnTo>
                      <a:pt x="1501" y="5373"/>
                    </a:lnTo>
                    <a:lnTo>
                      <a:pt x="1323" y="5649"/>
                    </a:lnTo>
                    <a:lnTo>
                      <a:pt x="1165" y="5945"/>
                    </a:lnTo>
                    <a:lnTo>
                      <a:pt x="1007" y="6242"/>
                    </a:lnTo>
                    <a:lnTo>
                      <a:pt x="869" y="6538"/>
                    </a:lnTo>
                    <a:lnTo>
                      <a:pt x="612" y="7131"/>
                    </a:lnTo>
                    <a:lnTo>
                      <a:pt x="415" y="7723"/>
                    </a:lnTo>
                    <a:lnTo>
                      <a:pt x="257" y="8316"/>
                    </a:lnTo>
                    <a:lnTo>
                      <a:pt x="138" y="8928"/>
                    </a:lnTo>
                    <a:lnTo>
                      <a:pt x="59" y="9521"/>
                    </a:lnTo>
                    <a:lnTo>
                      <a:pt x="20" y="10093"/>
                    </a:lnTo>
                    <a:lnTo>
                      <a:pt x="0" y="10666"/>
                    </a:lnTo>
                    <a:lnTo>
                      <a:pt x="20" y="11219"/>
                    </a:lnTo>
                    <a:lnTo>
                      <a:pt x="79" y="11753"/>
                    </a:lnTo>
                    <a:lnTo>
                      <a:pt x="158" y="12266"/>
                    </a:lnTo>
                    <a:lnTo>
                      <a:pt x="257" y="12760"/>
                    </a:lnTo>
                    <a:lnTo>
                      <a:pt x="375" y="13214"/>
                    </a:lnTo>
                    <a:lnTo>
                      <a:pt x="514" y="13649"/>
                    </a:lnTo>
                    <a:lnTo>
                      <a:pt x="691" y="14083"/>
                    </a:lnTo>
                    <a:lnTo>
                      <a:pt x="909" y="14498"/>
                    </a:lnTo>
                    <a:lnTo>
                      <a:pt x="1165" y="14933"/>
                    </a:lnTo>
                    <a:lnTo>
                      <a:pt x="1442" y="15328"/>
                    </a:lnTo>
                    <a:lnTo>
                      <a:pt x="1738" y="15723"/>
                    </a:lnTo>
                    <a:lnTo>
                      <a:pt x="2074" y="16098"/>
                    </a:lnTo>
                    <a:lnTo>
                      <a:pt x="2430" y="16454"/>
                    </a:lnTo>
                    <a:lnTo>
                      <a:pt x="2805" y="16809"/>
                    </a:lnTo>
                    <a:lnTo>
                      <a:pt x="3220" y="17125"/>
                    </a:lnTo>
                    <a:lnTo>
                      <a:pt x="3634" y="17421"/>
                    </a:lnTo>
                    <a:lnTo>
                      <a:pt x="4089" y="17698"/>
                    </a:lnTo>
                    <a:lnTo>
                      <a:pt x="4543" y="17955"/>
                    </a:lnTo>
                    <a:lnTo>
                      <a:pt x="5037" y="18172"/>
                    </a:lnTo>
                    <a:lnTo>
                      <a:pt x="5531" y="18350"/>
                    </a:lnTo>
                    <a:lnTo>
                      <a:pt x="6044" y="18527"/>
                    </a:lnTo>
                    <a:lnTo>
                      <a:pt x="6558" y="18646"/>
                    </a:lnTo>
                    <a:lnTo>
                      <a:pt x="7111" y="18765"/>
                    </a:lnTo>
                    <a:lnTo>
                      <a:pt x="7664" y="18844"/>
                    </a:lnTo>
                    <a:lnTo>
                      <a:pt x="8237" y="18903"/>
                    </a:lnTo>
                    <a:lnTo>
                      <a:pt x="8809" y="18923"/>
                    </a:lnTo>
                    <a:lnTo>
                      <a:pt x="9402" y="18903"/>
                    </a:lnTo>
                    <a:lnTo>
                      <a:pt x="10014" y="18863"/>
                    </a:lnTo>
                    <a:lnTo>
                      <a:pt x="10607" y="18765"/>
                    </a:lnTo>
                    <a:lnTo>
                      <a:pt x="11219" y="18626"/>
                    </a:lnTo>
                    <a:lnTo>
                      <a:pt x="11535" y="18547"/>
                    </a:lnTo>
                    <a:lnTo>
                      <a:pt x="11831" y="18448"/>
                    </a:lnTo>
                    <a:lnTo>
                      <a:pt x="12128" y="18350"/>
                    </a:lnTo>
                    <a:lnTo>
                      <a:pt x="12424" y="18231"/>
                    </a:lnTo>
                    <a:lnTo>
                      <a:pt x="12740" y="18093"/>
                    </a:lnTo>
                    <a:lnTo>
                      <a:pt x="13036" y="17935"/>
                    </a:lnTo>
                    <a:lnTo>
                      <a:pt x="13333" y="17777"/>
                    </a:lnTo>
                    <a:lnTo>
                      <a:pt x="13629" y="17599"/>
                    </a:lnTo>
                    <a:lnTo>
                      <a:pt x="13925" y="17402"/>
                    </a:lnTo>
                    <a:lnTo>
                      <a:pt x="14202" y="17204"/>
                    </a:lnTo>
                    <a:lnTo>
                      <a:pt x="14498" y="16967"/>
                    </a:lnTo>
                    <a:lnTo>
                      <a:pt x="14775" y="16730"/>
                    </a:lnTo>
                    <a:lnTo>
                      <a:pt x="15051" y="16473"/>
                    </a:lnTo>
                    <a:lnTo>
                      <a:pt x="15328" y="16197"/>
                    </a:lnTo>
                    <a:lnTo>
                      <a:pt x="15604" y="15920"/>
                    </a:lnTo>
                    <a:lnTo>
                      <a:pt x="15841" y="15624"/>
                    </a:lnTo>
                    <a:lnTo>
                      <a:pt x="16078" y="15328"/>
                    </a:lnTo>
                    <a:lnTo>
                      <a:pt x="16295" y="15012"/>
                    </a:lnTo>
                    <a:lnTo>
                      <a:pt x="16493" y="14676"/>
                    </a:lnTo>
                    <a:lnTo>
                      <a:pt x="16671" y="14360"/>
                    </a:lnTo>
                    <a:lnTo>
                      <a:pt x="16849" y="14024"/>
                    </a:lnTo>
                    <a:lnTo>
                      <a:pt x="17007" y="13688"/>
                    </a:lnTo>
                    <a:lnTo>
                      <a:pt x="17125" y="13352"/>
                    </a:lnTo>
                    <a:lnTo>
                      <a:pt x="17263" y="12997"/>
                    </a:lnTo>
                    <a:lnTo>
                      <a:pt x="17362" y="12641"/>
                    </a:lnTo>
                    <a:lnTo>
                      <a:pt x="17461" y="12286"/>
                    </a:lnTo>
                    <a:lnTo>
                      <a:pt x="17540" y="11930"/>
                    </a:lnTo>
                    <a:lnTo>
                      <a:pt x="17599" y="11575"/>
                    </a:lnTo>
                    <a:lnTo>
                      <a:pt x="17639" y="11219"/>
                    </a:lnTo>
                    <a:lnTo>
                      <a:pt x="17678" y="10864"/>
                    </a:lnTo>
                    <a:lnTo>
                      <a:pt x="17698" y="10508"/>
                    </a:lnTo>
                    <a:lnTo>
                      <a:pt x="17698" y="10153"/>
                    </a:lnTo>
                    <a:lnTo>
                      <a:pt x="17698" y="9797"/>
                    </a:lnTo>
                    <a:lnTo>
                      <a:pt x="17678" y="9442"/>
                    </a:lnTo>
                    <a:lnTo>
                      <a:pt x="17639" y="9086"/>
                    </a:lnTo>
                    <a:lnTo>
                      <a:pt x="17579" y="8750"/>
                    </a:lnTo>
                    <a:lnTo>
                      <a:pt x="17520" y="8414"/>
                    </a:lnTo>
                    <a:lnTo>
                      <a:pt x="17461" y="8079"/>
                    </a:lnTo>
                    <a:lnTo>
                      <a:pt x="17362" y="7743"/>
                    </a:lnTo>
                    <a:lnTo>
                      <a:pt x="17263" y="7427"/>
                    </a:lnTo>
                    <a:lnTo>
                      <a:pt x="17165" y="7111"/>
                    </a:lnTo>
                    <a:lnTo>
                      <a:pt x="17046" y="6795"/>
                    </a:lnTo>
                    <a:lnTo>
                      <a:pt x="16908" y="6498"/>
                    </a:lnTo>
                    <a:lnTo>
                      <a:pt x="16750" y="6202"/>
                    </a:lnTo>
                    <a:lnTo>
                      <a:pt x="16592" y="5926"/>
                    </a:lnTo>
                    <a:lnTo>
                      <a:pt x="16434" y="5669"/>
                    </a:lnTo>
                    <a:lnTo>
                      <a:pt x="16157" y="5274"/>
                    </a:lnTo>
                    <a:lnTo>
                      <a:pt x="15861" y="4918"/>
                    </a:lnTo>
                    <a:lnTo>
                      <a:pt x="15545" y="4582"/>
                    </a:lnTo>
                    <a:lnTo>
                      <a:pt x="15209" y="4266"/>
                    </a:lnTo>
                    <a:lnTo>
                      <a:pt x="14873" y="3990"/>
                    </a:lnTo>
                    <a:lnTo>
                      <a:pt x="14557" y="3733"/>
                    </a:lnTo>
                    <a:lnTo>
                      <a:pt x="14221" y="3496"/>
                    </a:lnTo>
                    <a:lnTo>
                      <a:pt x="13905" y="3279"/>
                    </a:lnTo>
                    <a:lnTo>
                      <a:pt x="13333" y="2923"/>
                    </a:lnTo>
                    <a:lnTo>
                      <a:pt x="12859" y="2686"/>
                    </a:lnTo>
                    <a:lnTo>
                      <a:pt x="12543" y="2528"/>
                    </a:lnTo>
                    <a:lnTo>
                      <a:pt x="12424" y="2489"/>
                    </a:lnTo>
                    <a:lnTo>
                      <a:pt x="12306" y="2094"/>
                    </a:lnTo>
                    <a:lnTo>
                      <a:pt x="12187" y="1699"/>
                    </a:lnTo>
                    <a:lnTo>
                      <a:pt x="12029" y="1264"/>
                    </a:lnTo>
                    <a:lnTo>
                      <a:pt x="11851" y="790"/>
                    </a:lnTo>
                    <a:lnTo>
                      <a:pt x="11673" y="395"/>
                    </a:lnTo>
                    <a:lnTo>
                      <a:pt x="11575" y="237"/>
                    </a:lnTo>
                    <a:lnTo>
                      <a:pt x="11476" y="119"/>
                    </a:lnTo>
                    <a:lnTo>
                      <a:pt x="11397" y="40"/>
                    </a:lnTo>
                    <a:lnTo>
                      <a:pt x="11357" y="0"/>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8" name="Google Shape;9708;p58"/>
              <p:cNvSpPr/>
              <p:nvPr/>
            </p:nvSpPr>
            <p:spPr>
              <a:xfrm>
                <a:off x="8744278" y="3496467"/>
                <a:ext cx="142571" cy="188828"/>
              </a:xfrm>
              <a:custGeom>
                <a:rect b="b" l="l" r="r" t="t"/>
                <a:pathLst>
                  <a:path extrusionOk="0" h="4919" w="3714">
                    <a:moveTo>
                      <a:pt x="1403" y="1"/>
                    </a:moveTo>
                    <a:lnTo>
                      <a:pt x="1126" y="573"/>
                    </a:lnTo>
                    <a:lnTo>
                      <a:pt x="869" y="1166"/>
                    </a:lnTo>
                    <a:lnTo>
                      <a:pt x="573" y="1857"/>
                    </a:lnTo>
                    <a:lnTo>
                      <a:pt x="297" y="2588"/>
                    </a:lnTo>
                    <a:lnTo>
                      <a:pt x="178" y="2944"/>
                    </a:lnTo>
                    <a:lnTo>
                      <a:pt x="99" y="3279"/>
                    </a:lnTo>
                    <a:lnTo>
                      <a:pt x="20" y="3576"/>
                    </a:lnTo>
                    <a:lnTo>
                      <a:pt x="0" y="3833"/>
                    </a:lnTo>
                    <a:lnTo>
                      <a:pt x="0" y="4050"/>
                    </a:lnTo>
                    <a:lnTo>
                      <a:pt x="20" y="4149"/>
                    </a:lnTo>
                    <a:lnTo>
                      <a:pt x="40" y="4208"/>
                    </a:lnTo>
                    <a:lnTo>
                      <a:pt x="139" y="4346"/>
                    </a:lnTo>
                    <a:lnTo>
                      <a:pt x="237" y="4445"/>
                    </a:lnTo>
                    <a:lnTo>
                      <a:pt x="376" y="4544"/>
                    </a:lnTo>
                    <a:lnTo>
                      <a:pt x="514" y="4623"/>
                    </a:lnTo>
                    <a:lnTo>
                      <a:pt x="692" y="4702"/>
                    </a:lnTo>
                    <a:lnTo>
                      <a:pt x="869" y="4781"/>
                    </a:lnTo>
                    <a:lnTo>
                      <a:pt x="1047" y="4820"/>
                    </a:lnTo>
                    <a:lnTo>
                      <a:pt x="1225" y="4860"/>
                    </a:lnTo>
                    <a:lnTo>
                      <a:pt x="1581" y="4919"/>
                    </a:lnTo>
                    <a:lnTo>
                      <a:pt x="1916" y="4919"/>
                    </a:lnTo>
                    <a:lnTo>
                      <a:pt x="2055" y="4899"/>
                    </a:lnTo>
                    <a:lnTo>
                      <a:pt x="2193" y="4879"/>
                    </a:lnTo>
                    <a:lnTo>
                      <a:pt x="2292" y="4840"/>
                    </a:lnTo>
                    <a:lnTo>
                      <a:pt x="2371" y="4800"/>
                    </a:lnTo>
                    <a:lnTo>
                      <a:pt x="2430" y="4702"/>
                    </a:lnTo>
                    <a:lnTo>
                      <a:pt x="2529" y="4544"/>
                    </a:lnTo>
                    <a:lnTo>
                      <a:pt x="2726" y="4050"/>
                    </a:lnTo>
                    <a:lnTo>
                      <a:pt x="2943" y="3398"/>
                    </a:lnTo>
                    <a:lnTo>
                      <a:pt x="3180" y="2687"/>
                    </a:lnTo>
                    <a:lnTo>
                      <a:pt x="3556" y="1364"/>
                    </a:lnTo>
                    <a:lnTo>
                      <a:pt x="3714" y="771"/>
                    </a:lnTo>
                    <a:lnTo>
                      <a:pt x="3279" y="771"/>
                    </a:lnTo>
                    <a:lnTo>
                      <a:pt x="3121" y="1344"/>
                    </a:lnTo>
                    <a:lnTo>
                      <a:pt x="2746" y="2588"/>
                    </a:lnTo>
                    <a:lnTo>
                      <a:pt x="2529" y="3260"/>
                    </a:lnTo>
                    <a:lnTo>
                      <a:pt x="2331" y="3852"/>
                    </a:lnTo>
                    <a:lnTo>
                      <a:pt x="2153" y="4307"/>
                    </a:lnTo>
                    <a:lnTo>
                      <a:pt x="2074" y="4445"/>
                    </a:lnTo>
                    <a:lnTo>
                      <a:pt x="2035" y="4504"/>
                    </a:lnTo>
                    <a:lnTo>
                      <a:pt x="1976" y="4524"/>
                    </a:lnTo>
                    <a:lnTo>
                      <a:pt x="1897" y="4544"/>
                    </a:lnTo>
                    <a:lnTo>
                      <a:pt x="1699" y="4563"/>
                    </a:lnTo>
                    <a:lnTo>
                      <a:pt x="1442" y="4563"/>
                    </a:lnTo>
                    <a:lnTo>
                      <a:pt x="1166" y="4524"/>
                    </a:lnTo>
                    <a:lnTo>
                      <a:pt x="909" y="4445"/>
                    </a:lnTo>
                    <a:lnTo>
                      <a:pt x="771" y="4405"/>
                    </a:lnTo>
                    <a:lnTo>
                      <a:pt x="672" y="4346"/>
                    </a:lnTo>
                    <a:lnTo>
                      <a:pt x="573" y="4267"/>
                    </a:lnTo>
                    <a:lnTo>
                      <a:pt x="494" y="4208"/>
                    </a:lnTo>
                    <a:lnTo>
                      <a:pt x="415" y="4109"/>
                    </a:lnTo>
                    <a:lnTo>
                      <a:pt x="376" y="4030"/>
                    </a:lnTo>
                    <a:lnTo>
                      <a:pt x="376" y="3892"/>
                    </a:lnTo>
                    <a:lnTo>
                      <a:pt x="395" y="3714"/>
                    </a:lnTo>
                    <a:lnTo>
                      <a:pt x="455" y="3477"/>
                    </a:lnTo>
                    <a:lnTo>
                      <a:pt x="534" y="3200"/>
                    </a:lnTo>
                    <a:lnTo>
                      <a:pt x="751" y="2568"/>
                    </a:lnTo>
                    <a:lnTo>
                      <a:pt x="1008" y="1917"/>
                    </a:lnTo>
                    <a:lnTo>
                      <a:pt x="1502" y="712"/>
                    </a:lnTo>
                    <a:lnTo>
                      <a:pt x="1739" y="198"/>
                    </a:lnTo>
                    <a:lnTo>
                      <a:pt x="1403" y="1"/>
                    </a:lnTo>
                    <a:close/>
                  </a:path>
                </a:pathLst>
              </a:custGeom>
              <a:solidFill>
                <a:schemeClr val="dk1"/>
              </a:solidFill>
              <a:ln>
                <a:noFill/>
              </a:ln>
              <a:effectLst>
                <a:outerShdw rotWithShape="0" algn="bl" dir="4200000" dist="19050">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709" name="Google Shape;9709;p58"/>
          <p:cNvGrpSpPr/>
          <p:nvPr/>
        </p:nvGrpSpPr>
        <p:grpSpPr>
          <a:xfrm>
            <a:off x="8094750" y="195476"/>
            <a:ext cx="925639" cy="688028"/>
            <a:chOff x="8588925" y="2091476"/>
            <a:chExt cx="925639" cy="688028"/>
          </a:xfrm>
        </p:grpSpPr>
        <p:sp>
          <p:nvSpPr>
            <p:cNvPr id="9710" name="Google Shape;9710;p58"/>
            <p:cNvSpPr/>
            <p:nvPr/>
          </p:nvSpPr>
          <p:spPr>
            <a:xfrm>
              <a:off x="8696427" y="2091476"/>
              <a:ext cx="711382" cy="688028"/>
            </a:xfrm>
            <a:custGeom>
              <a:rect b="b" l="l" r="r" t="t"/>
              <a:pathLst>
                <a:path extrusionOk="0" h="19220" w="19871">
                  <a:moveTo>
                    <a:pt x="9580" y="1"/>
                  </a:moveTo>
                  <a:lnTo>
                    <a:pt x="8869" y="40"/>
                  </a:lnTo>
                  <a:lnTo>
                    <a:pt x="8197" y="100"/>
                  </a:lnTo>
                  <a:lnTo>
                    <a:pt x="7565" y="198"/>
                  </a:lnTo>
                  <a:lnTo>
                    <a:pt x="6953" y="317"/>
                  </a:lnTo>
                  <a:lnTo>
                    <a:pt x="6380" y="455"/>
                  </a:lnTo>
                  <a:lnTo>
                    <a:pt x="5847" y="633"/>
                  </a:lnTo>
                  <a:lnTo>
                    <a:pt x="5333" y="811"/>
                  </a:lnTo>
                  <a:lnTo>
                    <a:pt x="4859" y="1028"/>
                  </a:lnTo>
                  <a:lnTo>
                    <a:pt x="4405" y="1245"/>
                  </a:lnTo>
                  <a:lnTo>
                    <a:pt x="3990" y="1482"/>
                  </a:lnTo>
                  <a:lnTo>
                    <a:pt x="3595" y="1739"/>
                  </a:lnTo>
                  <a:lnTo>
                    <a:pt x="3239" y="2016"/>
                  </a:lnTo>
                  <a:lnTo>
                    <a:pt x="2884" y="2312"/>
                  </a:lnTo>
                  <a:lnTo>
                    <a:pt x="2568" y="2608"/>
                  </a:lnTo>
                  <a:lnTo>
                    <a:pt x="2291" y="2924"/>
                  </a:lnTo>
                  <a:lnTo>
                    <a:pt x="2015" y="3240"/>
                  </a:lnTo>
                  <a:lnTo>
                    <a:pt x="1758" y="3576"/>
                  </a:lnTo>
                  <a:lnTo>
                    <a:pt x="1541" y="3912"/>
                  </a:lnTo>
                  <a:lnTo>
                    <a:pt x="1323" y="4267"/>
                  </a:lnTo>
                  <a:lnTo>
                    <a:pt x="1146" y="4603"/>
                  </a:lnTo>
                  <a:lnTo>
                    <a:pt x="968" y="4959"/>
                  </a:lnTo>
                  <a:lnTo>
                    <a:pt x="830" y="5334"/>
                  </a:lnTo>
                  <a:lnTo>
                    <a:pt x="691" y="5690"/>
                  </a:lnTo>
                  <a:lnTo>
                    <a:pt x="573" y="6045"/>
                  </a:lnTo>
                  <a:lnTo>
                    <a:pt x="454" y="6401"/>
                  </a:lnTo>
                  <a:lnTo>
                    <a:pt x="375" y="6756"/>
                  </a:lnTo>
                  <a:lnTo>
                    <a:pt x="217" y="7467"/>
                  </a:lnTo>
                  <a:lnTo>
                    <a:pt x="119" y="8159"/>
                  </a:lnTo>
                  <a:lnTo>
                    <a:pt x="59" y="8810"/>
                  </a:lnTo>
                  <a:lnTo>
                    <a:pt x="20" y="9423"/>
                  </a:lnTo>
                  <a:lnTo>
                    <a:pt x="0" y="10035"/>
                  </a:lnTo>
                  <a:lnTo>
                    <a:pt x="40" y="10628"/>
                  </a:lnTo>
                  <a:lnTo>
                    <a:pt x="79" y="11200"/>
                  </a:lnTo>
                  <a:lnTo>
                    <a:pt x="158" y="11753"/>
                  </a:lnTo>
                  <a:lnTo>
                    <a:pt x="257" y="12306"/>
                  </a:lnTo>
                  <a:lnTo>
                    <a:pt x="395" y="12840"/>
                  </a:lnTo>
                  <a:lnTo>
                    <a:pt x="553" y="13334"/>
                  </a:lnTo>
                  <a:lnTo>
                    <a:pt x="751" y="13827"/>
                  </a:lnTo>
                  <a:lnTo>
                    <a:pt x="948" y="14301"/>
                  </a:lnTo>
                  <a:lnTo>
                    <a:pt x="1185" y="14756"/>
                  </a:lnTo>
                  <a:lnTo>
                    <a:pt x="1462" y="15190"/>
                  </a:lnTo>
                  <a:lnTo>
                    <a:pt x="1738" y="15605"/>
                  </a:lnTo>
                  <a:lnTo>
                    <a:pt x="2054" y="16000"/>
                  </a:lnTo>
                  <a:lnTo>
                    <a:pt x="2390" y="16375"/>
                  </a:lnTo>
                  <a:lnTo>
                    <a:pt x="2746" y="16731"/>
                  </a:lnTo>
                  <a:lnTo>
                    <a:pt x="3121" y="17047"/>
                  </a:lnTo>
                  <a:lnTo>
                    <a:pt x="3516" y="17363"/>
                  </a:lnTo>
                  <a:lnTo>
                    <a:pt x="3931" y="17659"/>
                  </a:lnTo>
                  <a:lnTo>
                    <a:pt x="4385" y="17916"/>
                  </a:lnTo>
                  <a:lnTo>
                    <a:pt x="4839" y="18153"/>
                  </a:lnTo>
                  <a:lnTo>
                    <a:pt x="5313" y="18370"/>
                  </a:lnTo>
                  <a:lnTo>
                    <a:pt x="5827" y="18568"/>
                  </a:lnTo>
                  <a:lnTo>
                    <a:pt x="6340" y="18746"/>
                  </a:lnTo>
                  <a:lnTo>
                    <a:pt x="6874" y="18884"/>
                  </a:lnTo>
                  <a:lnTo>
                    <a:pt x="7447" y="19002"/>
                  </a:lnTo>
                  <a:lnTo>
                    <a:pt x="8019" y="19101"/>
                  </a:lnTo>
                  <a:lnTo>
                    <a:pt x="8612" y="19160"/>
                  </a:lnTo>
                  <a:lnTo>
                    <a:pt x="9205" y="19200"/>
                  </a:lnTo>
                  <a:lnTo>
                    <a:pt x="9837" y="19220"/>
                  </a:lnTo>
                  <a:lnTo>
                    <a:pt x="10469" y="19200"/>
                  </a:lnTo>
                  <a:lnTo>
                    <a:pt x="11140" y="19160"/>
                  </a:lnTo>
                  <a:lnTo>
                    <a:pt x="11871" y="19081"/>
                  </a:lnTo>
                  <a:lnTo>
                    <a:pt x="12562" y="18963"/>
                  </a:lnTo>
                  <a:lnTo>
                    <a:pt x="13214" y="18825"/>
                  </a:lnTo>
                  <a:lnTo>
                    <a:pt x="13827" y="18627"/>
                  </a:lnTo>
                  <a:lnTo>
                    <a:pt x="14399" y="18430"/>
                  </a:lnTo>
                  <a:lnTo>
                    <a:pt x="14952" y="18173"/>
                  </a:lnTo>
                  <a:lnTo>
                    <a:pt x="15446" y="17916"/>
                  </a:lnTo>
                  <a:lnTo>
                    <a:pt x="15920" y="17620"/>
                  </a:lnTo>
                  <a:lnTo>
                    <a:pt x="16355" y="17304"/>
                  </a:lnTo>
                  <a:lnTo>
                    <a:pt x="16770" y="16968"/>
                  </a:lnTo>
                  <a:lnTo>
                    <a:pt x="17145" y="16612"/>
                  </a:lnTo>
                  <a:lnTo>
                    <a:pt x="17500" y="16237"/>
                  </a:lnTo>
                  <a:lnTo>
                    <a:pt x="17816" y="15862"/>
                  </a:lnTo>
                  <a:lnTo>
                    <a:pt x="18113" y="15467"/>
                  </a:lnTo>
                  <a:lnTo>
                    <a:pt x="18369" y="15052"/>
                  </a:lnTo>
                  <a:lnTo>
                    <a:pt x="18606" y="14637"/>
                  </a:lnTo>
                  <a:lnTo>
                    <a:pt x="18824" y="14222"/>
                  </a:lnTo>
                  <a:lnTo>
                    <a:pt x="19021" y="13808"/>
                  </a:lnTo>
                  <a:lnTo>
                    <a:pt x="19179" y="13373"/>
                  </a:lnTo>
                  <a:lnTo>
                    <a:pt x="19337" y="12939"/>
                  </a:lnTo>
                  <a:lnTo>
                    <a:pt x="19456" y="12524"/>
                  </a:lnTo>
                  <a:lnTo>
                    <a:pt x="19574" y="12089"/>
                  </a:lnTo>
                  <a:lnTo>
                    <a:pt x="19653" y="11674"/>
                  </a:lnTo>
                  <a:lnTo>
                    <a:pt x="19732" y="11260"/>
                  </a:lnTo>
                  <a:lnTo>
                    <a:pt x="19792" y="10865"/>
                  </a:lnTo>
                  <a:lnTo>
                    <a:pt x="19831" y="10470"/>
                  </a:lnTo>
                  <a:lnTo>
                    <a:pt x="19851" y="10094"/>
                  </a:lnTo>
                  <a:lnTo>
                    <a:pt x="19871" y="9739"/>
                  </a:lnTo>
                  <a:lnTo>
                    <a:pt x="19871" y="9067"/>
                  </a:lnTo>
                  <a:lnTo>
                    <a:pt x="19831" y="8475"/>
                  </a:lnTo>
                  <a:lnTo>
                    <a:pt x="19752" y="7862"/>
                  </a:lnTo>
                  <a:lnTo>
                    <a:pt x="19614" y="7210"/>
                  </a:lnTo>
                  <a:lnTo>
                    <a:pt x="19515" y="6875"/>
                  </a:lnTo>
                  <a:lnTo>
                    <a:pt x="19416" y="6519"/>
                  </a:lnTo>
                  <a:lnTo>
                    <a:pt x="19318" y="6164"/>
                  </a:lnTo>
                  <a:lnTo>
                    <a:pt x="19179" y="5808"/>
                  </a:lnTo>
                  <a:lnTo>
                    <a:pt x="19021" y="5433"/>
                  </a:lnTo>
                  <a:lnTo>
                    <a:pt x="18863" y="5077"/>
                  </a:lnTo>
                  <a:lnTo>
                    <a:pt x="18686" y="4722"/>
                  </a:lnTo>
                  <a:lnTo>
                    <a:pt x="18488" y="4366"/>
                  </a:lnTo>
                  <a:lnTo>
                    <a:pt x="18271" y="4011"/>
                  </a:lnTo>
                  <a:lnTo>
                    <a:pt x="18034" y="3655"/>
                  </a:lnTo>
                  <a:lnTo>
                    <a:pt x="17777" y="3300"/>
                  </a:lnTo>
                  <a:lnTo>
                    <a:pt x="17481" y="2964"/>
                  </a:lnTo>
                  <a:lnTo>
                    <a:pt x="17184" y="2648"/>
                  </a:lnTo>
                  <a:lnTo>
                    <a:pt x="16868" y="2332"/>
                  </a:lnTo>
                  <a:lnTo>
                    <a:pt x="16513" y="2035"/>
                  </a:lnTo>
                  <a:lnTo>
                    <a:pt x="16137" y="1739"/>
                  </a:lnTo>
                  <a:lnTo>
                    <a:pt x="15742" y="1463"/>
                  </a:lnTo>
                  <a:lnTo>
                    <a:pt x="15328" y="1226"/>
                  </a:lnTo>
                  <a:lnTo>
                    <a:pt x="14873" y="989"/>
                  </a:lnTo>
                  <a:lnTo>
                    <a:pt x="14399" y="771"/>
                  </a:lnTo>
                  <a:lnTo>
                    <a:pt x="13906" y="574"/>
                  </a:lnTo>
                  <a:lnTo>
                    <a:pt x="13372" y="416"/>
                  </a:lnTo>
                  <a:lnTo>
                    <a:pt x="12819" y="277"/>
                  </a:lnTo>
                  <a:lnTo>
                    <a:pt x="12227" y="159"/>
                  </a:lnTo>
                  <a:lnTo>
                    <a:pt x="11614" y="80"/>
                  </a:lnTo>
                  <a:lnTo>
                    <a:pt x="10962" y="21"/>
                  </a:lnTo>
                  <a:lnTo>
                    <a:pt x="10291"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1" name="Google Shape;9711;p58"/>
            <p:cNvSpPr/>
            <p:nvPr/>
          </p:nvSpPr>
          <p:spPr>
            <a:xfrm>
              <a:off x="8743788" y="2133932"/>
              <a:ext cx="620163" cy="600324"/>
            </a:xfrm>
            <a:custGeom>
              <a:rect b="b" l="l" r="r" t="t"/>
              <a:pathLst>
                <a:path extrusionOk="0" h="16770" w="17323">
                  <a:moveTo>
                    <a:pt x="8336" y="0"/>
                  </a:moveTo>
                  <a:lnTo>
                    <a:pt x="7724" y="40"/>
                  </a:lnTo>
                  <a:lnTo>
                    <a:pt x="7131" y="99"/>
                  </a:lnTo>
                  <a:lnTo>
                    <a:pt x="6578" y="178"/>
                  </a:lnTo>
                  <a:lnTo>
                    <a:pt x="6045" y="296"/>
                  </a:lnTo>
                  <a:lnTo>
                    <a:pt x="5551" y="415"/>
                  </a:lnTo>
                  <a:lnTo>
                    <a:pt x="5077" y="553"/>
                  </a:lnTo>
                  <a:lnTo>
                    <a:pt x="4642" y="711"/>
                  </a:lnTo>
                  <a:lnTo>
                    <a:pt x="4227" y="889"/>
                  </a:lnTo>
                  <a:lnTo>
                    <a:pt x="3832" y="1086"/>
                  </a:lnTo>
                  <a:lnTo>
                    <a:pt x="3457" y="1304"/>
                  </a:lnTo>
                  <a:lnTo>
                    <a:pt x="3121" y="1521"/>
                  </a:lnTo>
                  <a:lnTo>
                    <a:pt x="2805" y="1778"/>
                  </a:lnTo>
                  <a:lnTo>
                    <a:pt x="2509" y="2015"/>
                  </a:lnTo>
                  <a:lnTo>
                    <a:pt x="2232" y="2272"/>
                  </a:lnTo>
                  <a:lnTo>
                    <a:pt x="1976" y="2548"/>
                  </a:lnTo>
                  <a:lnTo>
                    <a:pt x="1739" y="2844"/>
                  </a:lnTo>
                  <a:lnTo>
                    <a:pt x="1521" y="3121"/>
                  </a:lnTo>
                  <a:lnTo>
                    <a:pt x="1324" y="3417"/>
                  </a:lnTo>
                  <a:lnTo>
                    <a:pt x="1146" y="3713"/>
                  </a:lnTo>
                  <a:lnTo>
                    <a:pt x="988" y="4029"/>
                  </a:lnTo>
                  <a:lnTo>
                    <a:pt x="830" y="4346"/>
                  </a:lnTo>
                  <a:lnTo>
                    <a:pt x="692" y="4642"/>
                  </a:lnTo>
                  <a:lnTo>
                    <a:pt x="573" y="4958"/>
                  </a:lnTo>
                  <a:lnTo>
                    <a:pt x="475" y="5274"/>
                  </a:lnTo>
                  <a:lnTo>
                    <a:pt x="297" y="5906"/>
                  </a:lnTo>
                  <a:lnTo>
                    <a:pt x="178" y="6518"/>
                  </a:lnTo>
                  <a:lnTo>
                    <a:pt x="79" y="7131"/>
                  </a:lnTo>
                  <a:lnTo>
                    <a:pt x="20" y="7684"/>
                  </a:lnTo>
                  <a:lnTo>
                    <a:pt x="0" y="8237"/>
                  </a:lnTo>
                  <a:lnTo>
                    <a:pt x="0" y="8770"/>
                  </a:lnTo>
                  <a:lnTo>
                    <a:pt x="0" y="9284"/>
                  </a:lnTo>
                  <a:lnTo>
                    <a:pt x="60" y="9777"/>
                  </a:lnTo>
                  <a:lnTo>
                    <a:pt x="119" y="10271"/>
                  </a:lnTo>
                  <a:lnTo>
                    <a:pt x="218" y="10745"/>
                  </a:lnTo>
                  <a:lnTo>
                    <a:pt x="336" y="11199"/>
                  </a:lnTo>
                  <a:lnTo>
                    <a:pt x="475" y="11634"/>
                  </a:lnTo>
                  <a:lnTo>
                    <a:pt x="633" y="12069"/>
                  </a:lnTo>
                  <a:lnTo>
                    <a:pt x="810" y="12483"/>
                  </a:lnTo>
                  <a:lnTo>
                    <a:pt x="1028" y="12878"/>
                  </a:lnTo>
                  <a:lnTo>
                    <a:pt x="1245" y="13254"/>
                  </a:lnTo>
                  <a:lnTo>
                    <a:pt x="1502" y="13609"/>
                  </a:lnTo>
                  <a:lnTo>
                    <a:pt x="1778" y="13965"/>
                  </a:lnTo>
                  <a:lnTo>
                    <a:pt x="2055" y="14281"/>
                  </a:lnTo>
                  <a:lnTo>
                    <a:pt x="2371" y="14597"/>
                  </a:lnTo>
                  <a:lnTo>
                    <a:pt x="2707" y="14873"/>
                  </a:lnTo>
                  <a:lnTo>
                    <a:pt x="3042" y="15150"/>
                  </a:lnTo>
                  <a:lnTo>
                    <a:pt x="3418" y="15407"/>
                  </a:lnTo>
                  <a:lnTo>
                    <a:pt x="3793" y="15624"/>
                  </a:lnTo>
                  <a:lnTo>
                    <a:pt x="4208" y="15841"/>
                  </a:lnTo>
                  <a:lnTo>
                    <a:pt x="4622" y="16039"/>
                  </a:lnTo>
                  <a:lnTo>
                    <a:pt x="5057" y="16197"/>
                  </a:lnTo>
                  <a:lnTo>
                    <a:pt x="5511" y="16355"/>
                  </a:lnTo>
                  <a:lnTo>
                    <a:pt x="5985" y="16473"/>
                  </a:lnTo>
                  <a:lnTo>
                    <a:pt x="6479" y="16592"/>
                  </a:lnTo>
                  <a:lnTo>
                    <a:pt x="6973" y="16671"/>
                  </a:lnTo>
                  <a:lnTo>
                    <a:pt x="7486" y="16730"/>
                  </a:lnTo>
                  <a:lnTo>
                    <a:pt x="8020" y="16750"/>
                  </a:lnTo>
                  <a:lnTo>
                    <a:pt x="8553" y="16770"/>
                  </a:lnTo>
                  <a:lnTo>
                    <a:pt x="9126" y="16770"/>
                  </a:lnTo>
                  <a:lnTo>
                    <a:pt x="9699" y="16730"/>
                  </a:lnTo>
                  <a:lnTo>
                    <a:pt x="10331" y="16651"/>
                  </a:lnTo>
                  <a:lnTo>
                    <a:pt x="10943" y="16552"/>
                  </a:lnTo>
                  <a:lnTo>
                    <a:pt x="11496" y="16414"/>
                  </a:lnTo>
                  <a:lnTo>
                    <a:pt x="12049" y="16256"/>
                  </a:lnTo>
                  <a:lnTo>
                    <a:pt x="12543" y="16078"/>
                  </a:lnTo>
                  <a:lnTo>
                    <a:pt x="13017" y="15861"/>
                  </a:lnTo>
                  <a:lnTo>
                    <a:pt x="13452" y="15624"/>
                  </a:lnTo>
                  <a:lnTo>
                    <a:pt x="13866" y="15367"/>
                  </a:lnTo>
                  <a:lnTo>
                    <a:pt x="14261" y="15091"/>
                  </a:lnTo>
                  <a:lnTo>
                    <a:pt x="14617" y="14814"/>
                  </a:lnTo>
                  <a:lnTo>
                    <a:pt x="14933" y="14498"/>
                  </a:lnTo>
                  <a:lnTo>
                    <a:pt x="15249" y="14182"/>
                  </a:lnTo>
                  <a:lnTo>
                    <a:pt x="15526" y="13846"/>
                  </a:lnTo>
                  <a:lnTo>
                    <a:pt x="15782" y="13491"/>
                  </a:lnTo>
                  <a:lnTo>
                    <a:pt x="16000" y="13135"/>
                  </a:lnTo>
                  <a:lnTo>
                    <a:pt x="16217" y="12780"/>
                  </a:lnTo>
                  <a:lnTo>
                    <a:pt x="16395" y="12404"/>
                  </a:lnTo>
                  <a:lnTo>
                    <a:pt x="16572" y="12049"/>
                  </a:lnTo>
                  <a:lnTo>
                    <a:pt x="16711" y="11674"/>
                  </a:lnTo>
                  <a:lnTo>
                    <a:pt x="16849" y="11298"/>
                  </a:lnTo>
                  <a:lnTo>
                    <a:pt x="16948" y="10923"/>
                  </a:lnTo>
                  <a:lnTo>
                    <a:pt x="17046" y="10548"/>
                  </a:lnTo>
                  <a:lnTo>
                    <a:pt x="17125" y="10192"/>
                  </a:lnTo>
                  <a:lnTo>
                    <a:pt x="17185" y="9837"/>
                  </a:lnTo>
                  <a:lnTo>
                    <a:pt x="17244" y="9481"/>
                  </a:lnTo>
                  <a:lnTo>
                    <a:pt x="17283" y="9145"/>
                  </a:lnTo>
                  <a:lnTo>
                    <a:pt x="17323" y="8493"/>
                  </a:lnTo>
                  <a:lnTo>
                    <a:pt x="17323" y="7901"/>
                  </a:lnTo>
                  <a:lnTo>
                    <a:pt x="17283" y="7407"/>
                  </a:lnTo>
                  <a:lnTo>
                    <a:pt x="17204" y="6874"/>
                  </a:lnTo>
                  <a:lnTo>
                    <a:pt x="17086" y="6301"/>
                  </a:lnTo>
                  <a:lnTo>
                    <a:pt x="16928" y="5689"/>
                  </a:lnTo>
                  <a:lnTo>
                    <a:pt x="16829" y="5392"/>
                  </a:lnTo>
                  <a:lnTo>
                    <a:pt x="16711" y="5076"/>
                  </a:lnTo>
                  <a:lnTo>
                    <a:pt x="16572" y="4760"/>
                  </a:lnTo>
                  <a:lnTo>
                    <a:pt x="16434" y="4444"/>
                  </a:lnTo>
                  <a:lnTo>
                    <a:pt x="16276" y="4128"/>
                  </a:lnTo>
                  <a:lnTo>
                    <a:pt x="16098" y="3812"/>
                  </a:lnTo>
                  <a:lnTo>
                    <a:pt x="15921" y="3496"/>
                  </a:lnTo>
                  <a:lnTo>
                    <a:pt x="15703" y="3200"/>
                  </a:lnTo>
                  <a:lnTo>
                    <a:pt x="15486" y="2884"/>
                  </a:lnTo>
                  <a:lnTo>
                    <a:pt x="15229" y="2607"/>
                  </a:lnTo>
                  <a:lnTo>
                    <a:pt x="14973" y="2311"/>
                  </a:lnTo>
                  <a:lnTo>
                    <a:pt x="14696" y="2035"/>
                  </a:lnTo>
                  <a:lnTo>
                    <a:pt x="14380" y="1778"/>
                  </a:lnTo>
                  <a:lnTo>
                    <a:pt x="14064" y="1521"/>
                  </a:lnTo>
                  <a:lnTo>
                    <a:pt x="13708" y="1284"/>
                  </a:lnTo>
                  <a:lnTo>
                    <a:pt x="13353" y="1067"/>
                  </a:lnTo>
                  <a:lnTo>
                    <a:pt x="12958" y="869"/>
                  </a:lnTo>
                  <a:lnTo>
                    <a:pt x="12543" y="672"/>
                  </a:lnTo>
                  <a:lnTo>
                    <a:pt x="12108" y="514"/>
                  </a:lnTo>
                  <a:lnTo>
                    <a:pt x="11654" y="375"/>
                  </a:lnTo>
                  <a:lnTo>
                    <a:pt x="11160" y="237"/>
                  </a:lnTo>
                  <a:lnTo>
                    <a:pt x="10647" y="138"/>
                  </a:lnTo>
                  <a:lnTo>
                    <a:pt x="10114" y="79"/>
                  </a:lnTo>
                  <a:lnTo>
                    <a:pt x="9560" y="20"/>
                  </a:lnTo>
                  <a:lnTo>
                    <a:pt x="89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2" name="Google Shape;9712;p58"/>
            <p:cNvSpPr/>
            <p:nvPr/>
          </p:nvSpPr>
          <p:spPr>
            <a:xfrm>
              <a:off x="8875310" y="2394827"/>
              <a:ext cx="312570" cy="357116"/>
            </a:xfrm>
            <a:custGeom>
              <a:rect b="b" l="l" r="r" t="t"/>
              <a:pathLst>
                <a:path extrusionOk="0" h="9976" w="8731">
                  <a:moveTo>
                    <a:pt x="5077" y="1"/>
                  </a:moveTo>
                  <a:lnTo>
                    <a:pt x="4642" y="60"/>
                  </a:lnTo>
                  <a:lnTo>
                    <a:pt x="4208" y="139"/>
                  </a:lnTo>
                  <a:lnTo>
                    <a:pt x="3793" y="257"/>
                  </a:lnTo>
                  <a:lnTo>
                    <a:pt x="3378" y="396"/>
                  </a:lnTo>
                  <a:lnTo>
                    <a:pt x="2983" y="573"/>
                  </a:lnTo>
                  <a:lnTo>
                    <a:pt x="2588" y="771"/>
                  </a:lnTo>
                  <a:lnTo>
                    <a:pt x="2213" y="988"/>
                  </a:lnTo>
                  <a:lnTo>
                    <a:pt x="1857" y="1245"/>
                  </a:lnTo>
                  <a:lnTo>
                    <a:pt x="1521" y="1502"/>
                  </a:lnTo>
                  <a:lnTo>
                    <a:pt x="1225" y="1778"/>
                  </a:lnTo>
                  <a:lnTo>
                    <a:pt x="968" y="2075"/>
                  </a:lnTo>
                  <a:lnTo>
                    <a:pt x="731" y="2371"/>
                  </a:lnTo>
                  <a:lnTo>
                    <a:pt x="534" y="2667"/>
                  </a:lnTo>
                  <a:lnTo>
                    <a:pt x="376" y="2983"/>
                  </a:lnTo>
                  <a:lnTo>
                    <a:pt x="257" y="3299"/>
                  </a:lnTo>
                  <a:lnTo>
                    <a:pt x="158" y="3674"/>
                  </a:lnTo>
                  <a:lnTo>
                    <a:pt x="79" y="4050"/>
                  </a:lnTo>
                  <a:lnTo>
                    <a:pt x="20" y="4465"/>
                  </a:lnTo>
                  <a:lnTo>
                    <a:pt x="0" y="4899"/>
                  </a:lnTo>
                  <a:lnTo>
                    <a:pt x="0" y="5334"/>
                  </a:lnTo>
                  <a:lnTo>
                    <a:pt x="20" y="5788"/>
                  </a:lnTo>
                  <a:lnTo>
                    <a:pt x="79" y="6242"/>
                  </a:lnTo>
                  <a:lnTo>
                    <a:pt x="158" y="6677"/>
                  </a:lnTo>
                  <a:lnTo>
                    <a:pt x="277" y="7131"/>
                  </a:lnTo>
                  <a:lnTo>
                    <a:pt x="415" y="7546"/>
                  </a:lnTo>
                  <a:lnTo>
                    <a:pt x="593" y="7941"/>
                  </a:lnTo>
                  <a:lnTo>
                    <a:pt x="810" y="8316"/>
                  </a:lnTo>
                  <a:lnTo>
                    <a:pt x="929" y="8514"/>
                  </a:lnTo>
                  <a:lnTo>
                    <a:pt x="1067" y="8672"/>
                  </a:lnTo>
                  <a:lnTo>
                    <a:pt x="1205" y="8830"/>
                  </a:lnTo>
                  <a:lnTo>
                    <a:pt x="1343" y="8988"/>
                  </a:lnTo>
                  <a:lnTo>
                    <a:pt x="1502" y="9126"/>
                  </a:lnTo>
                  <a:lnTo>
                    <a:pt x="1660" y="9264"/>
                  </a:lnTo>
                  <a:lnTo>
                    <a:pt x="1837" y="9383"/>
                  </a:lnTo>
                  <a:lnTo>
                    <a:pt x="2015" y="9482"/>
                  </a:lnTo>
                  <a:lnTo>
                    <a:pt x="2193" y="9580"/>
                  </a:lnTo>
                  <a:lnTo>
                    <a:pt x="2390" y="9659"/>
                  </a:lnTo>
                  <a:lnTo>
                    <a:pt x="2766" y="9798"/>
                  </a:lnTo>
                  <a:lnTo>
                    <a:pt x="3161" y="9896"/>
                  </a:lnTo>
                  <a:lnTo>
                    <a:pt x="3556" y="9956"/>
                  </a:lnTo>
                  <a:lnTo>
                    <a:pt x="3971" y="9975"/>
                  </a:lnTo>
                  <a:lnTo>
                    <a:pt x="4366" y="9956"/>
                  </a:lnTo>
                  <a:lnTo>
                    <a:pt x="4761" y="9916"/>
                  </a:lnTo>
                  <a:lnTo>
                    <a:pt x="5156" y="9857"/>
                  </a:lnTo>
                  <a:lnTo>
                    <a:pt x="5551" y="9758"/>
                  </a:lnTo>
                  <a:lnTo>
                    <a:pt x="5906" y="9640"/>
                  </a:lnTo>
                  <a:lnTo>
                    <a:pt x="6262" y="9501"/>
                  </a:lnTo>
                  <a:lnTo>
                    <a:pt x="6598" y="9343"/>
                  </a:lnTo>
                  <a:lnTo>
                    <a:pt x="6914" y="9166"/>
                  </a:lnTo>
                  <a:lnTo>
                    <a:pt x="7190" y="8988"/>
                  </a:lnTo>
                  <a:lnTo>
                    <a:pt x="7427" y="8810"/>
                  </a:lnTo>
                  <a:lnTo>
                    <a:pt x="7644" y="8593"/>
                  </a:lnTo>
                  <a:lnTo>
                    <a:pt x="7842" y="8375"/>
                  </a:lnTo>
                  <a:lnTo>
                    <a:pt x="8000" y="8138"/>
                  </a:lnTo>
                  <a:lnTo>
                    <a:pt x="8158" y="7901"/>
                  </a:lnTo>
                  <a:lnTo>
                    <a:pt x="8276" y="7645"/>
                  </a:lnTo>
                  <a:lnTo>
                    <a:pt x="8375" y="7388"/>
                  </a:lnTo>
                  <a:lnTo>
                    <a:pt x="8474" y="7151"/>
                  </a:lnTo>
                  <a:lnTo>
                    <a:pt x="8533" y="6914"/>
                  </a:lnTo>
                  <a:lnTo>
                    <a:pt x="8652" y="6479"/>
                  </a:lnTo>
                  <a:lnTo>
                    <a:pt x="8691" y="6124"/>
                  </a:lnTo>
                  <a:lnTo>
                    <a:pt x="8731" y="5788"/>
                  </a:lnTo>
                  <a:lnTo>
                    <a:pt x="8731" y="5511"/>
                  </a:lnTo>
                  <a:lnTo>
                    <a:pt x="8711" y="5176"/>
                  </a:lnTo>
                  <a:lnTo>
                    <a:pt x="8671" y="4781"/>
                  </a:lnTo>
                  <a:lnTo>
                    <a:pt x="8612" y="4366"/>
                  </a:lnTo>
                  <a:lnTo>
                    <a:pt x="8533" y="3911"/>
                  </a:lnTo>
                  <a:lnTo>
                    <a:pt x="8434" y="3457"/>
                  </a:lnTo>
                  <a:lnTo>
                    <a:pt x="8316" y="2983"/>
                  </a:lnTo>
                  <a:lnTo>
                    <a:pt x="8158" y="2509"/>
                  </a:lnTo>
                  <a:lnTo>
                    <a:pt x="7980" y="2055"/>
                  </a:lnTo>
                  <a:lnTo>
                    <a:pt x="7783" y="1620"/>
                  </a:lnTo>
                  <a:lnTo>
                    <a:pt x="7546" y="1225"/>
                  </a:lnTo>
                  <a:lnTo>
                    <a:pt x="7427" y="1028"/>
                  </a:lnTo>
                  <a:lnTo>
                    <a:pt x="7289" y="870"/>
                  </a:lnTo>
                  <a:lnTo>
                    <a:pt x="7151" y="692"/>
                  </a:lnTo>
                  <a:lnTo>
                    <a:pt x="6993" y="554"/>
                  </a:lnTo>
                  <a:lnTo>
                    <a:pt x="6835" y="415"/>
                  </a:lnTo>
                  <a:lnTo>
                    <a:pt x="6657" y="297"/>
                  </a:lnTo>
                  <a:lnTo>
                    <a:pt x="6499" y="198"/>
                  </a:lnTo>
                  <a:lnTo>
                    <a:pt x="6301" y="119"/>
                  </a:lnTo>
                  <a:lnTo>
                    <a:pt x="6104" y="60"/>
                  </a:lnTo>
                  <a:lnTo>
                    <a:pt x="5906" y="20"/>
                  </a:lnTo>
                  <a:lnTo>
                    <a:pt x="549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3" name="Google Shape;9713;p58"/>
            <p:cNvSpPr/>
            <p:nvPr/>
          </p:nvSpPr>
          <p:spPr>
            <a:xfrm>
              <a:off x="8877422" y="2391283"/>
              <a:ext cx="298429" cy="281476"/>
            </a:xfrm>
            <a:custGeom>
              <a:rect b="b" l="l" r="r" t="t"/>
              <a:pathLst>
                <a:path extrusionOk="0" h="7863" w="8336">
                  <a:moveTo>
                    <a:pt x="5195" y="1"/>
                  </a:moveTo>
                  <a:lnTo>
                    <a:pt x="4070" y="1008"/>
                  </a:lnTo>
                  <a:lnTo>
                    <a:pt x="1" y="7309"/>
                  </a:lnTo>
                  <a:lnTo>
                    <a:pt x="40" y="7368"/>
                  </a:lnTo>
                  <a:lnTo>
                    <a:pt x="178" y="7487"/>
                  </a:lnTo>
                  <a:lnTo>
                    <a:pt x="277" y="7566"/>
                  </a:lnTo>
                  <a:lnTo>
                    <a:pt x="396" y="7625"/>
                  </a:lnTo>
                  <a:lnTo>
                    <a:pt x="514" y="7665"/>
                  </a:lnTo>
                  <a:lnTo>
                    <a:pt x="633" y="7665"/>
                  </a:lnTo>
                  <a:lnTo>
                    <a:pt x="830" y="7645"/>
                  </a:lnTo>
                  <a:lnTo>
                    <a:pt x="1126" y="7566"/>
                  </a:lnTo>
                  <a:lnTo>
                    <a:pt x="1502" y="7467"/>
                  </a:lnTo>
                  <a:lnTo>
                    <a:pt x="1917" y="7309"/>
                  </a:lnTo>
                  <a:lnTo>
                    <a:pt x="2351" y="7131"/>
                  </a:lnTo>
                  <a:lnTo>
                    <a:pt x="2786" y="6954"/>
                  </a:lnTo>
                  <a:lnTo>
                    <a:pt x="3161" y="6736"/>
                  </a:lnTo>
                  <a:lnTo>
                    <a:pt x="3319" y="6638"/>
                  </a:lnTo>
                  <a:lnTo>
                    <a:pt x="3457" y="6539"/>
                  </a:lnTo>
                  <a:lnTo>
                    <a:pt x="3734" y="6302"/>
                  </a:lnTo>
                  <a:lnTo>
                    <a:pt x="4050" y="6005"/>
                  </a:lnTo>
                  <a:lnTo>
                    <a:pt x="4386" y="5670"/>
                  </a:lnTo>
                  <a:lnTo>
                    <a:pt x="4721" y="5255"/>
                  </a:lnTo>
                  <a:lnTo>
                    <a:pt x="4781" y="5512"/>
                  </a:lnTo>
                  <a:lnTo>
                    <a:pt x="4860" y="5749"/>
                  </a:lnTo>
                  <a:lnTo>
                    <a:pt x="4958" y="5986"/>
                  </a:lnTo>
                  <a:lnTo>
                    <a:pt x="5077" y="6223"/>
                  </a:lnTo>
                  <a:lnTo>
                    <a:pt x="5215" y="6440"/>
                  </a:lnTo>
                  <a:lnTo>
                    <a:pt x="5353" y="6638"/>
                  </a:lnTo>
                  <a:lnTo>
                    <a:pt x="5531" y="6815"/>
                  </a:lnTo>
                  <a:lnTo>
                    <a:pt x="5729" y="6993"/>
                  </a:lnTo>
                  <a:lnTo>
                    <a:pt x="5906" y="7131"/>
                  </a:lnTo>
                  <a:lnTo>
                    <a:pt x="6104" y="7250"/>
                  </a:lnTo>
                  <a:lnTo>
                    <a:pt x="6302" y="7349"/>
                  </a:lnTo>
                  <a:lnTo>
                    <a:pt x="6499" y="7447"/>
                  </a:lnTo>
                  <a:lnTo>
                    <a:pt x="6914" y="7605"/>
                  </a:lnTo>
                  <a:lnTo>
                    <a:pt x="7309" y="7704"/>
                  </a:lnTo>
                  <a:lnTo>
                    <a:pt x="7645" y="7783"/>
                  </a:lnTo>
                  <a:lnTo>
                    <a:pt x="7921" y="7842"/>
                  </a:lnTo>
                  <a:lnTo>
                    <a:pt x="8178" y="7862"/>
                  </a:lnTo>
                  <a:lnTo>
                    <a:pt x="8336" y="7487"/>
                  </a:lnTo>
                  <a:lnTo>
                    <a:pt x="8316" y="7349"/>
                  </a:lnTo>
                  <a:lnTo>
                    <a:pt x="8020" y="1719"/>
                  </a:lnTo>
                  <a:lnTo>
                    <a:pt x="51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4" name="Google Shape;9714;p58"/>
            <p:cNvSpPr/>
            <p:nvPr/>
          </p:nvSpPr>
          <p:spPr>
            <a:xfrm>
              <a:off x="8979948" y="2101392"/>
              <a:ext cx="288548" cy="335888"/>
            </a:xfrm>
            <a:custGeom>
              <a:rect b="b" l="l" r="r" t="t"/>
              <a:pathLst>
                <a:path extrusionOk="0" h="9383" w="8060">
                  <a:moveTo>
                    <a:pt x="3536" y="0"/>
                  </a:moveTo>
                  <a:lnTo>
                    <a:pt x="3319" y="20"/>
                  </a:lnTo>
                  <a:lnTo>
                    <a:pt x="3082" y="40"/>
                  </a:lnTo>
                  <a:lnTo>
                    <a:pt x="2845" y="99"/>
                  </a:lnTo>
                  <a:lnTo>
                    <a:pt x="2588" y="178"/>
                  </a:lnTo>
                  <a:lnTo>
                    <a:pt x="2331" y="277"/>
                  </a:lnTo>
                  <a:lnTo>
                    <a:pt x="2094" y="395"/>
                  </a:lnTo>
                  <a:lnTo>
                    <a:pt x="1838" y="514"/>
                  </a:lnTo>
                  <a:lnTo>
                    <a:pt x="1581" y="672"/>
                  </a:lnTo>
                  <a:lnTo>
                    <a:pt x="1344" y="830"/>
                  </a:lnTo>
                  <a:lnTo>
                    <a:pt x="1127" y="1008"/>
                  </a:lnTo>
                  <a:lnTo>
                    <a:pt x="909" y="1186"/>
                  </a:lnTo>
                  <a:lnTo>
                    <a:pt x="731" y="1363"/>
                  </a:lnTo>
                  <a:lnTo>
                    <a:pt x="554" y="1561"/>
                  </a:lnTo>
                  <a:lnTo>
                    <a:pt x="415" y="1778"/>
                  </a:lnTo>
                  <a:lnTo>
                    <a:pt x="297" y="1976"/>
                  </a:lnTo>
                  <a:lnTo>
                    <a:pt x="198" y="2193"/>
                  </a:lnTo>
                  <a:lnTo>
                    <a:pt x="80" y="2568"/>
                  </a:lnTo>
                  <a:lnTo>
                    <a:pt x="20" y="2884"/>
                  </a:lnTo>
                  <a:lnTo>
                    <a:pt x="1" y="3161"/>
                  </a:lnTo>
                  <a:lnTo>
                    <a:pt x="1" y="3358"/>
                  </a:lnTo>
                  <a:lnTo>
                    <a:pt x="20" y="3516"/>
                  </a:lnTo>
                  <a:lnTo>
                    <a:pt x="40" y="3635"/>
                  </a:lnTo>
                  <a:lnTo>
                    <a:pt x="80" y="3714"/>
                  </a:lnTo>
                  <a:lnTo>
                    <a:pt x="178" y="4089"/>
                  </a:lnTo>
                  <a:lnTo>
                    <a:pt x="376" y="4701"/>
                  </a:lnTo>
                  <a:lnTo>
                    <a:pt x="652" y="5472"/>
                  </a:lnTo>
                  <a:lnTo>
                    <a:pt x="810" y="5906"/>
                  </a:lnTo>
                  <a:lnTo>
                    <a:pt x="1008" y="6341"/>
                  </a:lnTo>
                  <a:lnTo>
                    <a:pt x="1206" y="6775"/>
                  </a:lnTo>
                  <a:lnTo>
                    <a:pt x="1423" y="7210"/>
                  </a:lnTo>
                  <a:lnTo>
                    <a:pt x="1660" y="7625"/>
                  </a:lnTo>
                  <a:lnTo>
                    <a:pt x="1917" y="8000"/>
                  </a:lnTo>
                  <a:lnTo>
                    <a:pt x="2173" y="8356"/>
                  </a:lnTo>
                  <a:lnTo>
                    <a:pt x="2450" y="8652"/>
                  </a:lnTo>
                  <a:lnTo>
                    <a:pt x="2588" y="8790"/>
                  </a:lnTo>
                  <a:lnTo>
                    <a:pt x="2726" y="8909"/>
                  </a:lnTo>
                  <a:lnTo>
                    <a:pt x="2884" y="9007"/>
                  </a:lnTo>
                  <a:lnTo>
                    <a:pt x="3042" y="9106"/>
                  </a:lnTo>
                  <a:lnTo>
                    <a:pt x="3181" y="9165"/>
                  </a:lnTo>
                  <a:lnTo>
                    <a:pt x="3358" y="9225"/>
                  </a:lnTo>
                  <a:lnTo>
                    <a:pt x="3694" y="9323"/>
                  </a:lnTo>
                  <a:lnTo>
                    <a:pt x="4050" y="9363"/>
                  </a:lnTo>
                  <a:lnTo>
                    <a:pt x="4425" y="9383"/>
                  </a:lnTo>
                  <a:lnTo>
                    <a:pt x="4800" y="9343"/>
                  </a:lnTo>
                  <a:lnTo>
                    <a:pt x="5176" y="9304"/>
                  </a:lnTo>
                  <a:lnTo>
                    <a:pt x="5551" y="9205"/>
                  </a:lnTo>
                  <a:lnTo>
                    <a:pt x="5926" y="9106"/>
                  </a:lnTo>
                  <a:lnTo>
                    <a:pt x="6262" y="8968"/>
                  </a:lnTo>
                  <a:lnTo>
                    <a:pt x="6598" y="8810"/>
                  </a:lnTo>
                  <a:lnTo>
                    <a:pt x="6894" y="8652"/>
                  </a:lnTo>
                  <a:lnTo>
                    <a:pt x="7171" y="8474"/>
                  </a:lnTo>
                  <a:lnTo>
                    <a:pt x="7408" y="8277"/>
                  </a:lnTo>
                  <a:lnTo>
                    <a:pt x="7605" y="8059"/>
                  </a:lnTo>
                  <a:lnTo>
                    <a:pt x="7763" y="7842"/>
                  </a:lnTo>
                  <a:lnTo>
                    <a:pt x="7822" y="7743"/>
                  </a:lnTo>
                  <a:lnTo>
                    <a:pt x="7862" y="7645"/>
                  </a:lnTo>
                  <a:lnTo>
                    <a:pt x="7921" y="7407"/>
                  </a:lnTo>
                  <a:lnTo>
                    <a:pt x="7980" y="7151"/>
                  </a:lnTo>
                  <a:lnTo>
                    <a:pt x="8020" y="6874"/>
                  </a:lnTo>
                  <a:lnTo>
                    <a:pt x="8040" y="6578"/>
                  </a:lnTo>
                  <a:lnTo>
                    <a:pt x="8059" y="6262"/>
                  </a:lnTo>
                  <a:lnTo>
                    <a:pt x="8059" y="5926"/>
                  </a:lnTo>
                  <a:lnTo>
                    <a:pt x="8059" y="5571"/>
                  </a:lnTo>
                  <a:lnTo>
                    <a:pt x="8020" y="5235"/>
                  </a:lnTo>
                  <a:lnTo>
                    <a:pt x="7980" y="4879"/>
                  </a:lnTo>
                  <a:lnTo>
                    <a:pt x="7921" y="4504"/>
                  </a:lnTo>
                  <a:lnTo>
                    <a:pt x="7862" y="4148"/>
                  </a:lnTo>
                  <a:lnTo>
                    <a:pt x="7763" y="3793"/>
                  </a:lnTo>
                  <a:lnTo>
                    <a:pt x="7645" y="3457"/>
                  </a:lnTo>
                  <a:lnTo>
                    <a:pt x="7526" y="3121"/>
                  </a:lnTo>
                  <a:lnTo>
                    <a:pt x="7368" y="2786"/>
                  </a:lnTo>
                  <a:lnTo>
                    <a:pt x="7210" y="2469"/>
                  </a:lnTo>
                  <a:lnTo>
                    <a:pt x="7013" y="2193"/>
                  </a:lnTo>
                  <a:lnTo>
                    <a:pt x="6815" y="1916"/>
                  </a:lnTo>
                  <a:lnTo>
                    <a:pt x="6598" y="1660"/>
                  </a:lnTo>
                  <a:lnTo>
                    <a:pt x="6381" y="1423"/>
                  </a:lnTo>
                  <a:lnTo>
                    <a:pt x="6163" y="1205"/>
                  </a:lnTo>
                  <a:lnTo>
                    <a:pt x="5926" y="1008"/>
                  </a:lnTo>
                  <a:lnTo>
                    <a:pt x="5669" y="810"/>
                  </a:lnTo>
                  <a:lnTo>
                    <a:pt x="5432" y="652"/>
                  </a:lnTo>
                  <a:lnTo>
                    <a:pt x="5195" y="514"/>
                  </a:lnTo>
                  <a:lnTo>
                    <a:pt x="4939" y="376"/>
                  </a:lnTo>
                  <a:lnTo>
                    <a:pt x="4702" y="277"/>
                  </a:lnTo>
                  <a:lnTo>
                    <a:pt x="4445" y="178"/>
                  </a:lnTo>
                  <a:lnTo>
                    <a:pt x="4208" y="119"/>
                  </a:lnTo>
                  <a:lnTo>
                    <a:pt x="3971" y="60"/>
                  </a:lnTo>
                  <a:lnTo>
                    <a:pt x="3754" y="20"/>
                  </a:lnTo>
                  <a:lnTo>
                    <a:pt x="353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5" name="Google Shape;9715;p58"/>
            <p:cNvSpPr/>
            <p:nvPr/>
          </p:nvSpPr>
          <p:spPr>
            <a:xfrm>
              <a:off x="8997632" y="2126128"/>
              <a:ext cx="217127" cy="268732"/>
            </a:xfrm>
            <a:custGeom>
              <a:rect b="b" l="l" r="r" t="t"/>
              <a:pathLst>
                <a:path extrusionOk="0" h="7507" w="6065">
                  <a:moveTo>
                    <a:pt x="3141" y="1"/>
                  </a:moveTo>
                  <a:lnTo>
                    <a:pt x="2944" y="21"/>
                  </a:lnTo>
                  <a:lnTo>
                    <a:pt x="2746" y="60"/>
                  </a:lnTo>
                  <a:lnTo>
                    <a:pt x="2529" y="119"/>
                  </a:lnTo>
                  <a:lnTo>
                    <a:pt x="2331" y="179"/>
                  </a:lnTo>
                  <a:lnTo>
                    <a:pt x="1897" y="337"/>
                  </a:lnTo>
                  <a:lnTo>
                    <a:pt x="1462" y="534"/>
                  </a:lnTo>
                  <a:lnTo>
                    <a:pt x="1245" y="653"/>
                  </a:lnTo>
                  <a:lnTo>
                    <a:pt x="1047" y="791"/>
                  </a:lnTo>
                  <a:lnTo>
                    <a:pt x="870" y="949"/>
                  </a:lnTo>
                  <a:lnTo>
                    <a:pt x="712" y="1107"/>
                  </a:lnTo>
                  <a:lnTo>
                    <a:pt x="573" y="1285"/>
                  </a:lnTo>
                  <a:lnTo>
                    <a:pt x="455" y="1462"/>
                  </a:lnTo>
                  <a:lnTo>
                    <a:pt x="356" y="1660"/>
                  </a:lnTo>
                  <a:lnTo>
                    <a:pt x="277" y="1857"/>
                  </a:lnTo>
                  <a:lnTo>
                    <a:pt x="198" y="2055"/>
                  </a:lnTo>
                  <a:lnTo>
                    <a:pt x="139" y="2253"/>
                  </a:lnTo>
                  <a:lnTo>
                    <a:pt x="60" y="2667"/>
                  </a:lnTo>
                  <a:lnTo>
                    <a:pt x="20" y="3062"/>
                  </a:lnTo>
                  <a:lnTo>
                    <a:pt x="0" y="3418"/>
                  </a:lnTo>
                  <a:lnTo>
                    <a:pt x="20" y="3793"/>
                  </a:lnTo>
                  <a:lnTo>
                    <a:pt x="99" y="4228"/>
                  </a:lnTo>
                  <a:lnTo>
                    <a:pt x="218" y="4662"/>
                  </a:lnTo>
                  <a:lnTo>
                    <a:pt x="297" y="4899"/>
                  </a:lnTo>
                  <a:lnTo>
                    <a:pt x="395" y="5117"/>
                  </a:lnTo>
                  <a:lnTo>
                    <a:pt x="494" y="5354"/>
                  </a:lnTo>
                  <a:lnTo>
                    <a:pt x="613" y="5571"/>
                  </a:lnTo>
                  <a:lnTo>
                    <a:pt x="751" y="5788"/>
                  </a:lnTo>
                  <a:lnTo>
                    <a:pt x="889" y="5986"/>
                  </a:lnTo>
                  <a:lnTo>
                    <a:pt x="1047" y="6183"/>
                  </a:lnTo>
                  <a:lnTo>
                    <a:pt x="1205" y="6361"/>
                  </a:lnTo>
                  <a:lnTo>
                    <a:pt x="1383" y="6539"/>
                  </a:lnTo>
                  <a:lnTo>
                    <a:pt x="1581" y="6697"/>
                  </a:lnTo>
                  <a:lnTo>
                    <a:pt x="1778" y="6835"/>
                  </a:lnTo>
                  <a:lnTo>
                    <a:pt x="1995" y="6954"/>
                  </a:lnTo>
                  <a:lnTo>
                    <a:pt x="2193" y="7052"/>
                  </a:lnTo>
                  <a:lnTo>
                    <a:pt x="2390" y="7151"/>
                  </a:lnTo>
                  <a:lnTo>
                    <a:pt x="2766" y="7309"/>
                  </a:lnTo>
                  <a:lnTo>
                    <a:pt x="3141" y="7408"/>
                  </a:lnTo>
                  <a:lnTo>
                    <a:pt x="3497" y="7467"/>
                  </a:lnTo>
                  <a:lnTo>
                    <a:pt x="3832" y="7507"/>
                  </a:lnTo>
                  <a:lnTo>
                    <a:pt x="4366" y="7507"/>
                  </a:lnTo>
                  <a:lnTo>
                    <a:pt x="4622" y="7467"/>
                  </a:lnTo>
                  <a:lnTo>
                    <a:pt x="4899" y="7388"/>
                  </a:lnTo>
                  <a:lnTo>
                    <a:pt x="5175" y="7270"/>
                  </a:lnTo>
                  <a:lnTo>
                    <a:pt x="5452" y="7131"/>
                  </a:lnTo>
                  <a:lnTo>
                    <a:pt x="5689" y="6993"/>
                  </a:lnTo>
                  <a:lnTo>
                    <a:pt x="5887" y="6875"/>
                  </a:lnTo>
                  <a:lnTo>
                    <a:pt x="6005" y="6756"/>
                  </a:lnTo>
                  <a:lnTo>
                    <a:pt x="6045" y="6716"/>
                  </a:lnTo>
                  <a:lnTo>
                    <a:pt x="6064" y="6697"/>
                  </a:lnTo>
                  <a:lnTo>
                    <a:pt x="6045" y="6657"/>
                  </a:lnTo>
                  <a:lnTo>
                    <a:pt x="6025" y="6618"/>
                  </a:lnTo>
                  <a:lnTo>
                    <a:pt x="5985" y="6598"/>
                  </a:lnTo>
                  <a:lnTo>
                    <a:pt x="5926" y="6598"/>
                  </a:lnTo>
                  <a:lnTo>
                    <a:pt x="5827" y="6618"/>
                  </a:lnTo>
                  <a:lnTo>
                    <a:pt x="5729" y="6657"/>
                  </a:lnTo>
                  <a:lnTo>
                    <a:pt x="5432" y="6795"/>
                  </a:lnTo>
                  <a:lnTo>
                    <a:pt x="5235" y="6894"/>
                  </a:lnTo>
                  <a:lnTo>
                    <a:pt x="4978" y="6973"/>
                  </a:lnTo>
                  <a:lnTo>
                    <a:pt x="4662" y="7052"/>
                  </a:lnTo>
                  <a:lnTo>
                    <a:pt x="4306" y="7112"/>
                  </a:lnTo>
                  <a:lnTo>
                    <a:pt x="3931" y="7131"/>
                  </a:lnTo>
                  <a:lnTo>
                    <a:pt x="3536" y="7131"/>
                  </a:lnTo>
                  <a:lnTo>
                    <a:pt x="3339" y="7112"/>
                  </a:lnTo>
                  <a:lnTo>
                    <a:pt x="3141" y="7072"/>
                  </a:lnTo>
                  <a:lnTo>
                    <a:pt x="2944" y="7013"/>
                  </a:lnTo>
                  <a:lnTo>
                    <a:pt x="2746" y="6954"/>
                  </a:lnTo>
                  <a:lnTo>
                    <a:pt x="2371" y="6795"/>
                  </a:lnTo>
                  <a:lnTo>
                    <a:pt x="2035" y="6578"/>
                  </a:lnTo>
                  <a:lnTo>
                    <a:pt x="1719" y="6361"/>
                  </a:lnTo>
                  <a:lnTo>
                    <a:pt x="1442" y="6104"/>
                  </a:lnTo>
                  <a:lnTo>
                    <a:pt x="1205" y="5808"/>
                  </a:lnTo>
                  <a:lnTo>
                    <a:pt x="988" y="5512"/>
                  </a:lnTo>
                  <a:lnTo>
                    <a:pt x="791" y="5176"/>
                  </a:lnTo>
                  <a:lnTo>
                    <a:pt x="652" y="4840"/>
                  </a:lnTo>
                  <a:lnTo>
                    <a:pt x="534" y="4504"/>
                  </a:lnTo>
                  <a:lnTo>
                    <a:pt x="435" y="4168"/>
                  </a:lnTo>
                  <a:lnTo>
                    <a:pt x="376" y="3813"/>
                  </a:lnTo>
                  <a:lnTo>
                    <a:pt x="356" y="3477"/>
                  </a:lnTo>
                  <a:lnTo>
                    <a:pt x="376" y="3122"/>
                  </a:lnTo>
                  <a:lnTo>
                    <a:pt x="415" y="2786"/>
                  </a:lnTo>
                  <a:lnTo>
                    <a:pt x="475" y="2430"/>
                  </a:lnTo>
                  <a:lnTo>
                    <a:pt x="573" y="2095"/>
                  </a:lnTo>
                  <a:lnTo>
                    <a:pt x="652" y="1917"/>
                  </a:lnTo>
                  <a:lnTo>
                    <a:pt x="751" y="1739"/>
                  </a:lnTo>
                  <a:lnTo>
                    <a:pt x="889" y="1561"/>
                  </a:lnTo>
                  <a:lnTo>
                    <a:pt x="1028" y="1383"/>
                  </a:lnTo>
                  <a:lnTo>
                    <a:pt x="1205" y="1206"/>
                  </a:lnTo>
                  <a:lnTo>
                    <a:pt x="1383" y="1048"/>
                  </a:lnTo>
                  <a:lnTo>
                    <a:pt x="1600" y="890"/>
                  </a:lnTo>
                  <a:lnTo>
                    <a:pt x="1818" y="751"/>
                  </a:lnTo>
                  <a:lnTo>
                    <a:pt x="2055" y="633"/>
                  </a:lnTo>
                  <a:lnTo>
                    <a:pt x="2292" y="534"/>
                  </a:lnTo>
                  <a:lnTo>
                    <a:pt x="2548" y="455"/>
                  </a:lnTo>
                  <a:lnTo>
                    <a:pt x="2805" y="416"/>
                  </a:lnTo>
                  <a:lnTo>
                    <a:pt x="3082" y="396"/>
                  </a:lnTo>
                  <a:lnTo>
                    <a:pt x="3358" y="435"/>
                  </a:lnTo>
                  <a:lnTo>
                    <a:pt x="3635" y="495"/>
                  </a:lnTo>
                  <a:lnTo>
                    <a:pt x="3911" y="613"/>
                  </a:lnTo>
                  <a:lnTo>
                    <a:pt x="4188" y="751"/>
                  </a:lnTo>
                  <a:lnTo>
                    <a:pt x="4425" y="949"/>
                  </a:lnTo>
                  <a:lnTo>
                    <a:pt x="4642" y="1166"/>
                  </a:lnTo>
                  <a:lnTo>
                    <a:pt x="4840" y="1403"/>
                  </a:lnTo>
                  <a:lnTo>
                    <a:pt x="4998" y="1660"/>
                  </a:lnTo>
                  <a:lnTo>
                    <a:pt x="5156" y="1936"/>
                  </a:lnTo>
                  <a:lnTo>
                    <a:pt x="5274" y="2213"/>
                  </a:lnTo>
                  <a:lnTo>
                    <a:pt x="5373" y="2509"/>
                  </a:lnTo>
                  <a:lnTo>
                    <a:pt x="5452" y="2806"/>
                  </a:lnTo>
                  <a:lnTo>
                    <a:pt x="5511" y="3102"/>
                  </a:lnTo>
                  <a:lnTo>
                    <a:pt x="5551" y="3378"/>
                  </a:lnTo>
                  <a:lnTo>
                    <a:pt x="5571" y="3655"/>
                  </a:lnTo>
                  <a:lnTo>
                    <a:pt x="5571" y="3912"/>
                  </a:lnTo>
                  <a:lnTo>
                    <a:pt x="5551" y="4149"/>
                  </a:lnTo>
                  <a:lnTo>
                    <a:pt x="5531" y="4366"/>
                  </a:lnTo>
                  <a:lnTo>
                    <a:pt x="5472" y="4564"/>
                  </a:lnTo>
                  <a:lnTo>
                    <a:pt x="5393" y="4722"/>
                  </a:lnTo>
                  <a:lnTo>
                    <a:pt x="5294" y="4899"/>
                  </a:lnTo>
                  <a:lnTo>
                    <a:pt x="5156" y="5057"/>
                  </a:lnTo>
                  <a:lnTo>
                    <a:pt x="5017" y="5215"/>
                  </a:lnTo>
                  <a:lnTo>
                    <a:pt x="4840" y="5354"/>
                  </a:lnTo>
                  <a:lnTo>
                    <a:pt x="4642" y="5492"/>
                  </a:lnTo>
                  <a:lnTo>
                    <a:pt x="4445" y="5591"/>
                  </a:lnTo>
                  <a:lnTo>
                    <a:pt x="4247" y="5689"/>
                  </a:lnTo>
                  <a:lnTo>
                    <a:pt x="4030" y="5768"/>
                  </a:lnTo>
                  <a:lnTo>
                    <a:pt x="3793" y="5828"/>
                  </a:lnTo>
                  <a:lnTo>
                    <a:pt x="3576" y="5847"/>
                  </a:lnTo>
                  <a:lnTo>
                    <a:pt x="3358" y="5847"/>
                  </a:lnTo>
                  <a:lnTo>
                    <a:pt x="3161" y="5808"/>
                  </a:lnTo>
                  <a:lnTo>
                    <a:pt x="2944" y="5749"/>
                  </a:lnTo>
                  <a:lnTo>
                    <a:pt x="2766" y="5630"/>
                  </a:lnTo>
                  <a:lnTo>
                    <a:pt x="2588" y="5492"/>
                  </a:lnTo>
                  <a:lnTo>
                    <a:pt x="2430" y="5314"/>
                  </a:lnTo>
                  <a:lnTo>
                    <a:pt x="2311" y="5117"/>
                  </a:lnTo>
                  <a:lnTo>
                    <a:pt x="2213" y="4919"/>
                  </a:lnTo>
                  <a:lnTo>
                    <a:pt x="2134" y="4702"/>
                  </a:lnTo>
                  <a:lnTo>
                    <a:pt x="2074" y="4465"/>
                  </a:lnTo>
                  <a:lnTo>
                    <a:pt x="2035" y="4228"/>
                  </a:lnTo>
                  <a:lnTo>
                    <a:pt x="2015" y="4010"/>
                  </a:lnTo>
                  <a:lnTo>
                    <a:pt x="2035" y="3773"/>
                  </a:lnTo>
                  <a:lnTo>
                    <a:pt x="2055" y="3576"/>
                  </a:lnTo>
                  <a:lnTo>
                    <a:pt x="2114" y="3378"/>
                  </a:lnTo>
                  <a:lnTo>
                    <a:pt x="2173" y="3201"/>
                  </a:lnTo>
                  <a:lnTo>
                    <a:pt x="2272" y="3043"/>
                  </a:lnTo>
                  <a:lnTo>
                    <a:pt x="2371" y="2904"/>
                  </a:lnTo>
                  <a:lnTo>
                    <a:pt x="2489" y="2825"/>
                  </a:lnTo>
                  <a:lnTo>
                    <a:pt x="2627" y="2766"/>
                  </a:lnTo>
                  <a:lnTo>
                    <a:pt x="2785" y="2746"/>
                  </a:lnTo>
                  <a:lnTo>
                    <a:pt x="2944" y="2766"/>
                  </a:lnTo>
                  <a:lnTo>
                    <a:pt x="3082" y="2786"/>
                  </a:lnTo>
                  <a:lnTo>
                    <a:pt x="3200" y="2825"/>
                  </a:lnTo>
                  <a:lnTo>
                    <a:pt x="3319" y="2885"/>
                  </a:lnTo>
                  <a:lnTo>
                    <a:pt x="3398" y="2964"/>
                  </a:lnTo>
                  <a:lnTo>
                    <a:pt x="3497" y="3023"/>
                  </a:lnTo>
                  <a:lnTo>
                    <a:pt x="3635" y="3181"/>
                  </a:lnTo>
                  <a:lnTo>
                    <a:pt x="3734" y="3339"/>
                  </a:lnTo>
                  <a:lnTo>
                    <a:pt x="3793" y="3457"/>
                  </a:lnTo>
                  <a:lnTo>
                    <a:pt x="3852" y="3536"/>
                  </a:lnTo>
                  <a:lnTo>
                    <a:pt x="3872" y="3556"/>
                  </a:lnTo>
                  <a:lnTo>
                    <a:pt x="3892" y="3556"/>
                  </a:lnTo>
                  <a:lnTo>
                    <a:pt x="3911" y="3536"/>
                  </a:lnTo>
                  <a:lnTo>
                    <a:pt x="3931" y="3497"/>
                  </a:lnTo>
                  <a:lnTo>
                    <a:pt x="3951" y="3398"/>
                  </a:lnTo>
                  <a:lnTo>
                    <a:pt x="3931" y="3260"/>
                  </a:lnTo>
                  <a:lnTo>
                    <a:pt x="3892" y="3102"/>
                  </a:lnTo>
                  <a:lnTo>
                    <a:pt x="3813" y="2964"/>
                  </a:lnTo>
                  <a:lnTo>
                    <a:pt x="3694" y="2806"/>
                  </a:lnTo>
                  <a:lnTo>
                    <a:pt x="3536" y="2667"/>
                  </a:lnTo>
                  <a:lnTo>
                    <a:pt x="3437" y="2608"/>
                  </a:lnTo>
                  <a:lnTo>
                    <a:pt x="3339" y="2549"/>
                  </a:lnTo>
                  <a:lnTo>
                    <a:pt x="3121" y="2470"/>
                  </a:lnTo>
                  <a:lnTo>
                    <a:pt x="2904" y="2430"/>
                  </a:lnTo>
                  <a:lnTo>
                    <a:pt x="2706" y="2430"/>
                  </a:lnTo>
                  <a:lnTo>
                    <a:pt x="2529" y="2470"/>
                  </a:lnTo>
                  <a:lnTo>
                    <a:pt x="2351" y="2549"/>
                  </a:lnTo>
                  <a:lnTo>
                    <a:pt x="2173" y="2667"/>
                  </a:lnTo>
                  <a:lnTo>
                    <a:pt x="2015" y="2845"/>
                  </a:lnTo>
                  <a:lnTo>
                    <a:pt x="1877" y="3062"/>
                  </a:lnTo>
                  <a:lnTo>
                    <a:pt x="1818" y="3201"/>
                  </a:lnTo>
                  <a:lnTo>
                    <a:pt x="1758" y="3339"/>
                  </a:lnTo>
                  <a:lnTo>
                    <a:pt x="1679" y="3655"/>
                  </a:lnTo>
                  <a:lnTo>
                    <a:pt x="1640" y="3813"/>
                  </a:lnTo>
                  <a:lnTo>
                    <a:pt x="1640" y="3991"/>
                  </a:lnTo>
                  <a:lnTo>
                    <a:pt x="1620" y="4168"/>
                  </a:lnTo>
                  <a:lnTo>
                    <a:pt x="1640" y="4346"/>
                  </a:lnTo>
                  <a:lnTo>
                    <a:pt x="1660" y="4524"/>
                  </a:lnTo>
                  <a:lnTo>
                    <a:pt x="1699" y="4702"/>
                  </a:lnTo>
                  <a:lnTo>
                    <a:pt x="1758" y="4880"/>
                  </a:lnTo>
                  <a:lnTo>
                    <a:pt x="1837" y="5038"/>
                  </a:lnTo>
                  <a:lnTo>
                    <a:pt x="1916" y="5196"/>
                  </a:lnTo>
                  <a:lnTo>
                    <a:pt x="2015" y="5354"/>
                  </a:lnTo>
                  <a:lnTo>
                    <a:pt x="2153" y="5492"/>
                  </a:lnTo>
                  <a:lnTo>
                    <a:pt x="2292" y="5630"/>
                  </a:lnTo>
                  <a:lnTo>
                    <a:pt x="2450" y="5729"/>
                  </a:lnTo>
                  <a:lnTo>
                    <a:pt x="2608" y="5828"/>
                  </a:lnTo>
                  <a:lnTo>
                    <a:pt x="2746" y="5907"/>
                  </a:lnTo>
                  <a:lnTo>
                    <a:pt x="2884" y="5966"/>
                  </a:lnTo>
                  <a:lnTo>
                    <a:pt x="3023" y="6005"/>
                  </a:lnTo>
                  <a:lnTo>
                    <a:pt x="3141" y="6045"/>
                  </a:lnTo>
                  <a:lnTo>
                    <a:pt x="3279" y="6065"/>
                  </a:lnTo>
                  <a:lnTo>
                    <a:pt x="3418" y="6065"/>
                  </a:lnTo>
                  <a:lnTo>
                    <a:pt x="3655" y="6045"/>
                  </a:lnTo>
                  <a:lnTo>
                    <a:pt x="3911" y="5986"/>
                  </a:lnTo>
                  <a:lnTo>
                    <a:pt x="4188" y="5907"/>
                  </a:lnTo>
                  <a:lnTo>
                    <a:pt x="4464" y="5828"/>
                  </a:lnTo>
                  <a:lnTo>
                    <a:pt x="4761" y="5709"/>
                  </a:lnTo>
                  <a:lnTo>
                    <a:pt x="5017" y="5571"/>
                  </a:lnTo>
                  <a:lnTo>
                    <a:pt x="5254" y="5373"/>
                  </a:lnTo>
                  <a:lnTo>
                    <a:pt x="5353" y="5275"/>
                  </a:lnTo>
                  <a:lnTo>
                    <a:pt x="5452" y="5156"/>
                  </a:lnTo>
                  <a:lnTo>
                    <a:pt x="5551" y="5038"/>
                  </a:lnTo>
                  <a:lnTo>
                    <a:pt x="5630" y="4899"/>
                  </a:lnTo>
                  <a:lnTo>
                    <a:pt x="5709" y="4761"/>
                  </a:lnTo>
                  <a:lnTo>
                    <a:pt x="5768" y="4603"/>
                  </a:lnTo>
                  <a:lnTo>
                    <a:pt x="5808" y="4445"/>
                  </a:lnTo>
                  <a:lnTo>
                    <a:pt x="5847" y="4267"/>
                  </a:lnTo>
                  <a:lnTo>
                    <a:pt x="5887" y="4070"/>
                  </a:lnTo>
                  <a:lnTo>
                    <a:pt x="5887" y="3872"/>
                  </a:lnTo>
                  <a:lnTo>
                    <a:pt x="5887" y="3457"/>
                  </a:lnTo>
                  <a:lnTo>
                    <a:pt x="5867" y="3003"/>
                  </a:lnTo>
                  <a:lnTo>
                    <a:pt x="5788" y="2569"/>
                  </a:lnTo>
                  <a:lnTo>
                    <a:pt x="5748" y="2332"/>
                  </a:lnTo>
                  <a:lnTo>
                    <a:pt x="5669" y="2114"/>
                  </a:lnTo>
                  <a:lnTo>
                    <a:pt x="5610" y="1897"/>
                  </a:lnTo>
                  <a:lnTo>
                    <a:pt x="5511" y="1680"/>
                  </a:lnTo>
                  <a:lnTo>
                    <a:pt x="5413" y="1462"/>
                  </a:lnTo>
                  <a:lnTo>
                    <a:pt x="5294" y="1265"/>
                  </a:lnTo>
                  <a:lnTo>
                    <a:pt x="5156" y="1067"/>
                  </a:lnTo>
                  <a:lnTo>
                    <a:pt x="5017" y="890"/>
                  </a:lnTo>
                  <a:lnTo>
                    <a:pt x="4840" y="712"/>
                  </a:lnTo>
                  <a:lnTo>
                    <a:pt x="4662" y="534"/>
                  </a:lnTo>
                  <a:lnTo>
                    <a:pt x="4464" y="396"/>
                  </a:lnTo>
                  <a:lnTo>
                    <a:pt x="4287" y="277"/>
                  </a:lnTo>
                  <a:lnTo>
                    <a:pt x="4089" y="179"/>
                  </a:lnTo>
                  <a:lnTo>
                    <a:pt x="3892" y="100"/>
                  </a:lnTo>
                  <a:lnTo>
                    <a:pt x="3714" y="60"/>
                  </a:lnTo>
                  <a:lnTo>
                    <a:pt x="3516" y="21"/>
                  </a:lnTo>
                  <a:lnTo>
                    <a:pt x="331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6" name="Google Shape;9716;p58"/>
            <p:cNvSpPr/>
            <p:nvPr/>
          </p:nvSpPr>
          <p:spPr>
            <a:xfrm>
              <a:off x="8714075" y="2379971"/>
              <a:ext cx="345112" cy="280044"/>
            </a:xfrm>
            <a:custGeom>
              <a:rect b="b" l="l" r="r" t="t"/>
              <a:pathLst>
                <a:path extrusionOk="0" h="7823" w="9640">
                  <a:moveTo>
                    <a:pt x="4564" y="1"/>
                  </a:moveTo>
                  <a:lnTo>
                    <a:pt x="4208" y="21"/>
                  </a:lnTo>
                  <a:lnTo>
                    <a:pt x="3872" y="60"/>
                  </a:lnTo>
                  <a:lnTo>
                    <a:pt x="3537" y="119"/>
                  </a:lnTo>
                  <a:lnTo>
                    <a:pt x="3220" y="218"/>
                  </a:lnTo>
                  <a:lnTo>
                    <a:pt x="2924" y="317"/>
                  </a:lnTo>
                  <a:lnTo>
                    <a:pt x="2628" y="435"/>
                  </a:lnTo>
                  <a:lnTo>
                    <a:pt x="2351" y="574"/>
                  </a:lnTo>
                  <a:lnTo>
                    <a:pt x="2095" y="732"/>
                  </a:lnTo>
                  <a:lnTo>
                    <a:pt x="1838" y="909"/>
                  </a:lnTo>
                  <a:lnTo>
                    <a:pt x="1601" y="1107"/>
                  </a:lnTo>
                  <a:lnTo>
                    <a:pt x="1364" y="1304"/>
                  </a:lnTo>
                  <a:lnTo>
                    <a:pt x="1166" y="1522"/>
                  </a:lnTo>
                  <a:lnTo>
                    <a:pt x="969" y="1739"/>
                  </a:lnTo>
                  <a:lnTo>
                    <a:pt x="791" y="1976"/>
                  </a:lnTo>
                  <a:lnTo>
                    <a:pt x="613" y="2233"/>
                  </a:lnTo>
                  <a:lnTo>
                    <a:pt x="475" y="2490"/>
                  </a:lnTo>
                  <a:lnTo>
                    <a:pt x="337" y="2746"/>
                  </a:lnTo>
                  <a:lnTo>
                    <a:pt x="238" y="3043"/>
                  </a:lnTo>
                  <a:lnTo>
                    <a:pt x="139" y="3339"/>
                  </a:lnTo>
                  <a:lnTo>
                    <a:pt x="80" y="3655"/>
                  </a:lnTo>
                  <a:lnTo>
                    <a:pt x="21" y="3971"/>
                  </a:lnTo>
                  <a:lnTo>
                    <a:pt x="1" y="4307"/>
                  </a:lnTo>
                  <a:lnTo>
                    <a:pt x="1" y="4623"/>
                  </a:lnTo>
                  <a:lnTo>
                    <a:pt x="21" y="4939"/>
                  </a:lnTo>
                  <a:lnTo>
                    <a:pt x="60" y="5255"/>
                  </a:lnTo>
                  <a:lnTo>
                    <a:pt x="119" y="5571"/>
                  </a:lnTo>
                  <a:lnTo>
                    <a:pt x="198" y="5867"/>
                  </a:lnTo>
                  <a:lnTo>
                    <a:pt x="317" y="6144"/>
                  </a:lnTo>
                  <a:lnTo>
                    <a:pt x="455" y="6400"/>
                  </a:lnTo>
                  <a:lnTo>
                    <a:pt x="613" y="6637"/>
                  </a:lnTo>
                  <a:lnTo>
                    <a:pt x="791" y="6835"/>
                  </a:lnTo>
                  <a:lnTo>
                    <a:pt x="988" y="7013"/>
                  </a:lnTo>
                  <a:lnTo>
                    <a:pt x="1226" y="7171"/>
                  </a:lnTo>
                  <a:lnTo>
                    <a:pt x="1482" y="7309"/>
                  </a:lnTo>
                  <a:lnTo>
                    <a:pt x="1779" y="7447"/>
                  </a:lnTo>
                  <a:lnTo>
                    <a:pt x="2075" y="7546"/>
                  </a:lnTo>
                  <a:lnTo>
                    <a:pt x="2411" y="7645"/>
                  </a:lnTo>
                  <a:lnTo>
                    <a:pt x="2746" y="7724"/>
                  </a:lnTo>
                  <a:lnTo>
                    <a:pt x="3102" y="7763"/>
                  </a:lnTo>
                  <a:lnTo>
                    <a:pt x="3477" y="7803"/>
                  </a:lnTo>
                  <a:lnTo>
                    <a:pt x="3853" y="7823"/>
                  </a:lnTo>
                  <a:lnTo>
                    <a:pt x="4248" y="7803"/>
                  </a:lnTo>
                  <a:lnTo>
                    <a:pt x="4643" y="7763"/>
                  </a:lnTo>
                  <a:lnTo>
                    <a:pt x="5018" y="7704"/>
                  </a:lnTo>
                  <a:lnTo>
                    <a:pt x="5413" y="7625"/>
                  </a:lnTo>
                  <a:lnTo>
                    <a:pt x="5788" y="7526"/>
                  </a:lnTo>
                  <a:lnTo>
                    <a:pt x="6164" y="7388"/>
                  </a:lnTo>
                  <a:lnTo>
                    <a:pt x="6519" y="7210"/>
                  </a:lnTo>
                  <a:lnTo>
                    <a:pt x="6875" y="7033"/>
                  </a:lnTo>
                  <a:lnTo>
                    <a:pt x="7210" y="6835"/>
                  </a:lnTo>
                  <a:lnTo>
                    <a:pt x="7526" y="6637"/>
                  </a:lnTo>
                  <a:lnTo>
                    <a:pt x="7842" y="6420"/>
                  </a:lnTo>
                  <a:lnTo>
                    <a:pt x="8119" y="6203"/>
                  </a:lnTo>
                  <a:lnTo>
                    <a:pt x="8376" y="5986"/>
                  </a:lnTo>
                  <a:lnTo>
                    <a:pt x="8613" y="5768"/>
                  </a:lnTo>
                  <a:lnTo>
                    <a:pt x="8830" y="5531"/>
                  </a:lnTo>
                  <a:lnTo>
                    <a:pt x="9028" y="5294"/>
                  </a:lnTo>
                  <a:lnTo>
                    <a:pt x="9205" y="5038"/>
                  </a:lnTo>
                  <a:lnTo>
                    <a:pt x="9344" y="4801"/>
                  </a:lnTo>
                  <a:lnTo>
                    <a:pt x="9462" y="4544"/>
                  </a:lnTo>
                  <a:lnTo>
                    <a:pt x="9541" y="4267"/>
                  </a:lnTo>
                  <a:lnTo>
                    <a:pt x="9600" y="4010"/>
                  </a:lnTo>
                  <a:lnTo>
                    <a:pt x="9640" y="3734"/>
                  </a:lnTo>
                  <a:lnTo>
                    <a:pt x="9640" y="3457"/>
                  </a:lnTo>
                  <a:lnTo>
                    <a:pt x="9600" y="3181"/>
                  </a:lnTo>
                  <a:lnTo>
                    <a:pt x="9561" y="2944"/>
                  </a:lnTo>
                  <a:lnTo>
                    <a:pt x="9482" y="2707"/>
                  </a:lnTo>
                  <a:lnTo>
                    <a:pt x="9403" y="2509"/>
                  </a:lnTo>
                  <a:lnTo>
                    <a:pt x="9324" y="2312"/>
                  </a:lnTo>
                  <a:lnTo>
                    <a:pt x="9225" y="2154"/>
                  </a:lnTo>
                  <a:lnTo>
                    <a:pt x="9107" y="1996"/>
                  </a:lnTo>
                  <a:lnTo>
                    <a:pt x="9008" y="1857"/>
                  </a:lnTo>
                  <a:lnTo>
                    <a:pt x="8791" y="1640"/>
                  </a:lnTo>
                  <a:lnTo>
                    <a:pt x="8613" y="1502"/>
                  </a:lnTo>
                  <a:lnTo>
                    <a:pt x="8435" y="1383"/>
                  </a:lnTo>
                  <a:lnTo>
                    <a:pt x="8099" y="1166"/>
                  </a:lnTo>
                  <a:lnTo>
                    <a:pt x="7704" y="929"/>
                  </a:lnTo>
                  <a:lnTo>
                    <a:pt x="7210" y="672"/>
                  </a:lnTo>
                  <a:lnTo>
                    <a:pt x="6914" y="534"/>
                  </a:lnTo>
                  <a:lnTo>
                    <a:pt x="6618" y="396"/>
                  </a:lnTo>
                  <a:lnTo>
                    <a:pt x="6282" y="277"/>
                  </a:lnTo>
                  <a:lnTo>
                    <a:pt x="5946" y="179"/>
                  </a:lnTo>
                  <a:lnTo>
                    <a:pt x="5610" y="100"/>
                  </a:lnTo>
                  <a:lnTo>
                    <a:pt x="5255" y="40"/>
                  </a:lnTo>
                  <a:lnTo>
                    <a:pt x="48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7" name="Google Shape;9717;p58"/>
            <p:cNvSpPr/>
            <p:nvPr/>
          </p:nvSpPr>
          <p:spPr>
            <a:xfrm>
              <a:off x="9050649" y="2339662"/>
              <a:ext cx="326747" cy="320352"/>
            </a:xfrm>
            <a:custGeom>
              <a:rect b="b" l="l" r="r" t="t"/>
              <a:pathLst>
                <a:path extrusionOk="0" h="8949" w="9127">
                  <a:moveTo>
                    <a:pt x="5156" y="1"/>
                  </a:moveTo>
                  <a:lnTo>
                    <a:pt x="4880" y="40"/>
                  </a:lnTo>
                  <a:lnTo>
                    <a:pt x="4603" y="100"/>
                  </a:lnTo>
                  <a:lnTo>
                    <a:pt x="4327" y="179"/>
                  </a:lnTo>
                  <a:lnTo>
                    <a:pt x="4050" y="277"/>
                  </a:lnTo>
                  <a:lnTo>
                    <a:pt x="3773" y="396"/>
                  </a:lnTo>
                  <a:lnTo>
                    <a:pt x="3497" y="534"/>
                  </a:lnTo>
                  <a:lnTo>
                    <a:pt x="3220" y="672"/>
                  </a:lnTo>
                  <a:lnTo>
                    <a:pt x="2944" y="850"/>
                  </a:lnTo>
                  <a:lnTo>
                    <a:pt x="2687" y="1028"/>
                  </a:lnTo>
                  <a:lnTo>
                    <a:pt x="2154" y="1423"/>
                  </a:lnTo>
                  <a:lnTo>
                    <a:pt x="1897" y="1640"/>
                  </a:lnTo>
                  <a:lnTo>
                    <a:pt x="1660" y="1838"/>
                  </a:lnTo>
                  <a:lnTo>
                    <a:pt x="1443" y="2055"/>
                  </a:lnTo>
                  <a:lnTo>
                    <a:pt x="1245" y="2253"/>
                  </a:lnTo>
                  <a:lnTo>
                    <a:pt x="1067" y="2470"/>
                  </a:lnTo>
                  <a:lnTo>
                    <a:pt x="909" y="2667"/>
                  </a:lnTo>
                  <a:lnTo>
                    <a:pt x="771" y="2885"/>
                  </a:lnTo>
                  <a:lnTo>
                    <a:pt x="633" y="3102"/>
                  </a:lnTo>
                  <a:lnTo>
                    <a:pt x="514" y="3319"/>
                  </a:lnTo>
                  <a:lnTo>
                    <a:pt x="416" y="3537"/>
                  </a:lnTo>
                  <a:lnTo>
                    <a:pt x="337" y="3774"/>
                  </a:lnTo>
                  <a:lnTo>
                    <a:pt x="258" y="4011"/>
                  </a:lnTo>
                  <a:lnTo>
                    <a:pt x="139" y="4485"/>
                  </a:lnTo>
                  <a:lnTo>
                    <a:pt x="40" y="4998"/>
                  </a:lnTo>
                  <a:lnTo>
                    <a:pt x="21" y="5275"/>
                  </a:lnTo>
                  <a:lnTo>
                    <a:pt x="1" y="5531"/>
                  </a:lnTo>
                  <a:lnTo>
                    <a:pt x="21" y="5788"/>
                  </a:lnTo>
                  <a:lnTo>
                    <a:pt x="40" y="6045"/>
                  </a:lnTo>
                  <a:lnTo>
                    <a:pt x="80" y="6302"/>
                  </a:lnTo>
                  <a:lnTo>
                    <a:pt x="139" y="6559"/>
                  </a:lnTo>
                  <a:lnTo>
                    <a:pt x="218" y="6796"/>
                  </a:lnTo>
                  <a:lnTo>
                    <a:pt x="297" y="7033"/>
                  </a:lnTo>
                  <a:lnTo>
                    <a:pt x="416" y="7250"/>
                  </a:lnTo>
                  <a:lnTo>
                    <a:pt x="534" y="7467"/>
                  </a:lnTo>
                  <a:lnTo>
                    <a:pt x="653" y="7665"/>
                  </a:lnTo>
                  <a:lnTo>
                    <a:pt x="811" y="7862"/>
                  </a:lnTo>
                  <a:lnTo>
                    <a:pt x="969" y="8040"/>
                  </a:lnTo>
                  <a:lnTo>
                    <a:pt x="1127" y="8198"/>
                  </a:lnTo>
                  <a:lnTo>
                    <a:pt x="1324" y="8336"/>
                  </a:lnTo>
                  <a:lnTo>
                    <a:pt x="1522" y="8475"/>
                  </a:lnTo>
                  <a:lnTo>
                    <a:pt x="1739" y="8573"/>
                  </a:lnTo>
                  <a:lnTo>
                    <a:pt x="1976" y="8672"/>
                  </a:lnTo>
                  <a:lnTo>
                    <a:pt x="2253" y="8751"/>
                  </a:lnTo>
                  <a:lnTo>
                    <a:pt x="2569" y="8810"/>
                  </a:lnTo>
                  <a:lnTo>
                    <a:pt x="2885" y="8870"/>
                  </a:lnTo>
                  <a:lnTo>
                    <a:pt x="3201" y="8889"/>
                  </a:lnTo>
                  <a:lnTo>
                    <a:pt x="3872" y="8949"/>
                  </a:lnTo>
                  <a:lnTo>
                    <a:pt x="4524" y="8949"/>
                  </a:lnTo>
                  <a:lnTo>
                    <a:pt x="5136" y="8909"/>
                  </a:lnTo>
                  <a:lnTo>
                    <a:pt x="5630" y="8870"/>
                  </a:lnTo>
                  <a:lnTo>
                    <a:pt x="5986" y="8810"/>
                  </a:lnTo>
                  <a:lnTo>
                    <a:pt x="6144" y="8771"/>
                  </a:lnTo>
                  <a:lnTo>
                    <a:pt x="6341" y="8692"/>
                  </a:lnTo>
                  <a:lnTo>
                    <a:pt x="6598" y="8593"/>
                  </a:lnTo>
                  <a:lnTo>
                    <a:pt x="6894" y="8455"/>
                  </a:lnTo>
                  <a:lnTo>
                    <a:pt x="7191" y="8257"/>
                  </a:lnTo>
                  <a:lnTo>
                    <a:pt x="7349" y="8139"/>
                  </a:lnTo>
                  <a:lnTo>
                    <a:pt x="7507" y="8001"/>
                  </a:lnTo>
                  <a:lnTo>
                    <a:pt x="7665" y="7842"/>
                  </a:lnTo>
                  <a:lnTo>
                    <a:pt x="7823" y="7665"/>
                  </a:lnTo>
                  <a:lnTo>
                    <a:pt x="7981" y="7467"/>
                  </a:lnTo>
                  <a:lnTo>
                    <a:pt x="8119" y="7250"/>
                  </a:lnTo>
                  <a:lnTo>
                    <a:pt x="8257" y="7013"/>
                  </a:lnTo>
                  <a:lnTo>
                    <a:pt x="8395" y="6756"/>
                  </a:lnTo>
                  <a:lnTo>
                    <a:pt x="8534" y="6480"/>
                  </a:lnTo>
                  <a:lnTo>
                    <a:pt x="8652" y="6183"/>
                  </a:lnTo>
                  <a:lnTo>
                    <a:pt x="8751" y="5867"/>
                  </a:lnTo>
                  <a:lnTo>
                    <a:pt x="8850" y="5551"/>
                  </a:lnTo>
                  <a:lnTo>
                    <a:pt x="8929" y="5215"/>
                  </a:lnTo>
                  <a:lnTo>
                    <a:pt x="9008" y="4880"/>
                  </a:lnTo>
                  <a:lnTo>
                    <a:pt x="9067" y="4544"/>
                  </a:lnTo>
                  <a:lnTo>
                    <a:pt x="9107" y="4208"/>
                  </a:lnTo>
                  <a:lnTo>
                    <a:pt x="9126" y="3872"/>
                  </a:lnTo>
                  <a:lnTo>
                    <a:pt x="9126" y="3537"/>
                  </a:lnTo>
                  <a:lnTo>
                    <a:pt x="9107" y="3221"/>
                  </a:lnTo>
                  <a:lnTo>
                    <a:pt x="9087" y="2885"/>
                  </a:lnTo>
                  <a:lnTo>
                    <a:pt x="9028" y="2588"/>
                  </a:lnTo>
                  <a:lnTo>
                    <a:pt x="8949" y="2292"/>
                  </a:lnTo>
                  <a:lnTo>
                    <a:pt x="8850" y="2035"/>
                  </a:lnTo>
                  <a:lnTo>
                    <a:pt x="8751" y="1798"/>
                  </a:lnTo>
                  <a:lnTo>
                    <a:pt x="8652" y="1601"/>
                  </a:lnTo>
                  <a:lnTo>
                    <a:pt x="8553" y="1423"/>
                  </a:lnTo>
                  <a:lnTo>
                    <a:pt x="8455" y="1265"/>
                  </a:lnTo>
                  <a:lnTo>
                    <a:pt x="8336" y="1127"/>
                  </a:lnTo>
                  <a:lnTo>
                    <a:pt x="8218" y="1008"/>
                  </a:lnTo>
                  <a:lnTo>
                    <a:pt x="8079" y="910"/>
                  </a:lnTo>
                  <a:lnTo>
                    <a:pt x="7941" y="811"/>
                  </a:lnTo>
                  <a:lnTo>
                    <a:pt x="7783" y="732"/>
                  </a:lnTo>
                  <a:lnTo>
                    <a:pt x="7428" y="574"/>
                  </a:lnTo>
                  <a:lnTo>
                    <a:pt x="6519" y="218"/>
                  </a:lnTo>
                  <a:lnTo>
                    <a:pt x="6242" y="119"/>
                  </a:lnTo>
                  <a:lnTo>
                    <a:pt x="5986" y="40"/>
                  </a:lnTo>
                  <a:lnTo>
                    <a:pt x="57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8" name="Google Shape;9718;p58"/>
            <p:cNvSpPr/>
            <p:nvPr/>
          </p:nvSpPr>
          <p:spPr>
            <a:xfrm>
              <a:off x="8740244" y="2435135"/>
              <a:ext cx="277951" cy="152748"/>
            </a:xfrm>
            <a:custGeom>
              <a:rect b="b" l="l" r="r" t="t"/>
              <a:pathLst>
                <a:path extrusionOk="0" h="4267" w="7764">
                  <a:moveTo>
                    <a:pt x="6914" y="0"/>
                  </a:moveTo>
                  <a:lnTo>
                    <a:pt x="6736" y="20"/>
                  </a:lnTo>
                  <a:lnTo>
                    <a:pt x="6302" y="119"/>
                  </a:lnTo>
                  <a:lnTo>
                    <a:pt x="5749" y="257"/>
                  </a:lnTo>
                  <a:lnTo>
                    <a:pt x="5116" y="435"/>
                  </a:lnTo>
                  <a:lnTo>
                    <a:pt x="4465" y="672"/>
                  </a:lnTo>
                  <a:lnTo>
                    <a:pt x="3833" y="949"/>
                  </a:lnTo>
                  <a:lnTo>
                    <a:pt x="3517" y="1087"/>
                  </a:lnTo>
                  <a:lnTo>
                    <a:pt x="3240" y="1245"/>
                  </a:lnTo>
                  <a:lnTo>
                    <a:pt x="2983" y="1403"/>
                  </a:lnTo>
                  <a:lnTo>
                    <a:pt x="2746" y="1561"/>
                  </a:lnTo>
                  <a:lnTo>
                    <a:pt x="2312" y="1916"/>
                  </a:lnTo>
                  <a:lnTo>
                    <a:pt x="1838" y="2311"/>
                  </a:lnTo>
                  <a:lnTo>
                    <a:pt x="1364" y="2726"/>
                  </a:lnTo>
                  <a:lnTo>
                    <a:pt x="909" y="3141"/>
                  </a:lnTo>
                  <a:lnTo>
                    <a:pt x="534" y="3536"/>
                  </a:lnTo>
                  <a:lnTo>
                    <a:pt x="238" y="3852"/>
                  </a:lnTo>
                  <a:lnTo>
                    <a:pt x="119" y="3990"/>
                  </a:lnTo>
                  <a:lnTo>
                    <a:pt x="40" y="4109"/>
                  </a:lnTo>
                  <a:lnTo>
                    <a:pt x="1" y="4188"/>
                  </a:lnTo>
                  <a:lnTo>
                    <a:pt x="1" y="4247"/>
                  </a:lnTo>
                  <a:lnTo>
                    <a:pt x="20" y="4267"/>
                  </a:lnTo>
                  <a:lnTo>
                    <a:pt x="119" y="4267"/>
                  </a:lnTo>
                  <a:lnTo>
                    <a:pt x="218" y="4227"/>
                  </a:lnTo>
                  <a:lnTo>
                    <a:pt x="376" y="4148"/>
                  </a:lnTo>
                  <a:lnTo>
                    <a:pt x="751" y="3931"/>
                  </a:lnTo>
                  <a:lnTo>
                    <a:pt x="1245" y="3655"/>
                  </a:lnTo>
                  <a:lnTo>
                    <a:pt x="1818" y="3319"/>
                  </a:lnTo>
                  <a:lnTo>
                    <a:pt x="2470" y="2944"/>
                  </a:lnTo>
                  <a:lnTo>
                    <a:pt x="3181" y="2568"/>
                  </a:lnTo>
                  <a:lnTo>
                    <a:pt x="3912" y="2213"/>
                  </a:lnTo>
                  <a:lnTo>
                    <a:pt x="6203" y="1166"/>
                  </a:lnTo>
                  <a:lnTo>
                    <a:pt x="6973" y="810"/>
                  </a:lnTo>
                  <a:lnTo>
                    <a:pt x="7309" y="613"/>
                  </a:lnTo>
                  <a:lnTo>
                    <a:pt x="7566" y="455"/>
                  </a:lnTo>
                  <a:lnTo>
                    <a:pt x="7744" y="336"/>
                  </a:lnTo>
                  <a:lnTo>
                    <a:pt x="7763" y="277"/>
                  </a:lnTo>
                  <a:lnTo>
                    <a:pt x="7763" y="218"/>
                  </a:lnTo>
                  <a:lnTo>
                    <a:pt x="7704" y="178"/>
                  </a:lnTo>
                  <a:lnTo>
                    <a:pt x="7625" y="139"/>
                  </a:lnTo>
                  <a:lnTo>
                    <a:pt x="7506" y="79"/>
                  </a:lnTo>
                  <a:lnTo>
                    <a:pt x="7368" y="60"/>
                  </a:lnTo>
                  <a:lnTo>
                    <a:pt x="7210" y="20"/>
                  </a:lnTo>
                  <a:lnTo>
                    <a:pt x="703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9" name="Google Shape;9719;p58"/>
            <p:cNvSpPr/>
            <p:nvPr/>
          </p:nvSpPr>
          <p:spPr>
            <a:xfrm>
              <a:off x="9103702" y="2394111"/>
              <a:ext cx="221351" cy="241884"/>
            </a:xfrm>
            <a:custGeom>
              <a:rect b="b" l="l" r="r" t="t"/>
              <a:pathLst>
                <a:path extrusionOk="0" h="6757" w="6183">
                  <a:moveTo>
                    <a:pt x="2904" y="1"/>
                  </a:moveTo>
                  <a:lnTo>
                    <a:pt x="2588" y="60"/>
                  </a:lnTo>
                  <a:lnTo>
                    <a:pt x="2311" y="139"/>
                  </a:lnTo>
                  <a:lnTo>
                    <a:pt x="2054" y="277"/>
                  </a:lnTo>
                  <a:lnTo>
                    <a:pt x="1798" y="435"/>
                  </a:lnTo>
                  <a:lnTo>
                    <a:pt x="1580" y="633"/>
                  </a:lnTo>
                  <a:lnTo>
                    <a:pt x="1363" y="850"/>
                  </a:lnTo>
                  <a:lnTo>
                    <a:pt x="1166" y="1107"/>
                  </a:lnTo>
                  <a:lnTo>
                    <a:pt x="988" y="1364"/>
                  </a:lnTo>
                  <a:lnTo>
                    <a:pt x="830" y="1660"/>
                  </a:lnTo>
                  <a:lnTo>
                    <a:pt x="692" y="1956"/>
                  </a:lnTo>
                  <a:lnTo>
                    <a:pt x="534" y="2272"/>
                  </a:lnTo>
                  <a:lnTo>
                    <a:pt x="415" y="2608"/>
                  </a:lnTo>
                  <a:lnTo>
                    <a:pt x="178" y="3260"/>
                  </a:lnTo>
                  <a:lnTo>
                    <a:pt x="79" y="3576"/>
                  </a:lnTo>
                  <a:lnTo>
                    <a:pt x="40" y="3872"/>
                  </a:lnTo>
                  <a:lnTo>
                    <a:pt x="0" y="4149"/>
                  </a:lnTo>
                  <a:lnTo>
                    <a:pt x="20" y="4406"/>
                  </a:lnTo>
                  <a:lnTo>
                    <a:pt x="60" y="4643"/>
                  </a:lnTo>
                  <a:lnTo>
                    <a:pt x="119" y="4860"/>
                  </a:lnTo>
                  <a:lnTo>
                    <a:pt x="218" y="5057"/>
                  </a:lnTo>
                  <a:lnTo>
                    <a:pt x="356" y="5235"/>
                  </a:lnTo>
                  <a:lnTo>
                    <a:pt x="494" y="5373"/>
                  </a:lnTo>
                  <a:lnTo>
                    <a:pt x="672" y="5512"/>
                  </a:lnTo>
                  <a:lnTo>
                    <a:pt x="869" y="5610"/>
                  </a:lnTo>
                  <a:lnTo>
                    <a:pt x="1087" y="5670"/>
                  </a:lnTo>
                  <a:lnTo>
                    <a:pt x="1324" y="5709"/>
                  </a:lnTo>
                  <a:lnTo>
                    <a:pt x="1561" y="5729"/>
                  </a:lnTo>
                  <a:lnTo>
                    <a:pt x="1837" y="5729"/>
                  </a:lnTo>
                  <a:lnTo>
                    <a:pt x="2114" y="5689"/>
                  </a:lnTo>
                  <a:lnTo>
                    <a:pt x="2272" y="5650"/>
                  </a:lnTo>
                  <a:lnTo>
                    <a:pt x="2410" y="5591"/>
                  </a:lnTo>
                  <a:lnTo>
                    <a:pt x="2529" y="5531"/>
                  </a:lnTo>
                  <a:lnTo>
                    <a:pt x="2667" y="5452"/>
                  </a:lnTo>
                  <a:lnTo>
                    <a:pt x="2785" y="5373"/>
                  </a:lnTo>
                  <a:lnTo>
                    <a:pt x="2904" y="5275"/>
                  </a:lnTo>
                  <a:lnTo>
                    <a:pt x="3121" y="5057"/>
                  </a:lnTo>
                  <a:lnTo>
                    <a:pt x="3299" y="4801"/>
                  </a:lnTo>
                  <a:lnTo>
                    <a:pt x="3477" y="4524"/>
                  </a:lnTo>
                  <a:lnTo>
                    <a:pt x="3615" y="4228"/>
                  </a:lnTo>
                  <a:lnTo>
                    <a:pt x="3714" y="3931"/>
                  </a:lnTo>
                  <a:lnTo>
                    <a:pt x="3812" y="3615"/>
                  </a:lnTo>
                  <a:lnTo>
                    <a:pt x="3872" y="3319"/>
                  </a:lnTo>
                  <a:lnTo>
                    <a:pt x="3891" y="3043"/>
                  </a:lnTo>
                  <a:lnTo>
                    <a:pt x="3891" y="2766"/>
                  </a:lnTo>
                  <a:lnTo>
                    <a:pt x="3872" y="2549"/>
                  </a:lnTo>
                  <a:lnTo>
                    <a:pt x="3793" y="2351"/>
                  </a:lnTo>
                  <a:lnTo>
                    <a:pt x="3753" y="2253"/>
                  </a:lnTo>
                  <a:lnTo>
                    <a:pt x="3714" y="2193"/>
                  </a:lnTo>
                  <a:lnTo>
                    <a:pt x="3654" y="2134"/>
                  </a:lnTo>
                  <a:lnTo>
                    <a:pt x="3575" y="2095"/>
                  </a:lnTo>
                  <a:lnTo>
                    <a:pt x="3437" y="2035"/>
                  </a:lnTo>
                  <a:lnTo>
                    <a:pt x="3279" y="2016"/>
                  </a:lnTo>
                  <a:lnTo>
                    <a:pt x="3141" y="2035"/>
                  </a:lnTo>
                  <a:lnTo>
                    <a:pt x="2983" y="2055"/>
                  </a:lnTo>
                  <a:lnTo>
                    <a:pt x="2845" y="2114"/>
                  </a:lnTo>
                  <a:lnTo>
                    <a:pt x="2706" y="2193"/>
                  </a:lnTo>
                  <a:lnTo>
                    <a:pt x="2588" y="2292"/>
                  </a:lnTo>
                  <a:lnTo>
                    <a:pt x="2469" y="2371"/>
                  </a:lnTo>
                  <a:lnTo>
                    <a:pt x="2252" y="2588"/>
                  </a:lnTo>
                  <a:lnTo>
                    <a:pt x="2074" y="2766"/>
                  </a:lnTo>
                  <a:lnTo>
                    <a:pt x="1936" y="2964"/>
                  </a:lnTo>
                  <a:lnTo>
                    <a:pt x="1877" y="2944"/>
                  </a:lnTo>
                  <a:lnTo>
                    <a:pt x="1877" y="2964"/>
                  </a:lnTo>
                  <a:lnTo>
                    <a:pt x="1877" y="2983"/>
                  </a:lnTo>
                  <a:lnTo>
                    <a:pt x="1936" y="3062"/>
                  </a:lnTo>
                  <a:lnTo>
                    <a:pt x="1956" y="3082"/>
                  </a:lnTo>
                  <a:lnTo>
                    <a:pt x="1995" y="3082"/>
                  </a:lnTo>
                  <a:lnTo>
                    <a:pt x="2133" y="3023"/>
                  </a:lnTo>
                  <a:lnTo>
                    <a:pt x="2469" y="2786"/>
                  </a:lnTo>
                  <a:lnTo>
                    <a:pt x="2687" y="2648"/>
                  </a:lnTo>
                  <a:lnTo>
                    <a:pt x="2904" y="2549"/>
                  </a:lnTo>
                  <a:lnTo>
                    <a:pt x="3003" y="2509"/>
                  </a:lnTo>
                  <a:lnTo>
                    <a:pt x="3121" y="2490"/>
                  </a:lnTo>
                  <a:lnTo>
                    <a:pt x="3220" y="2490"/>
                  </a:lnTo>
                  <a:lnTo>
                    <a:pt x="3319" y="2509"/>
                  </a:lnTo>
                  <a:lnTo>
                    <a:pt x="3417" y="2549"/>
                  </a:lnTo>
                  <a:lnTo>
                    <a:pt x="3477" y="2588"/>
                  </a:lnTo>
                  <a:lnTo>
                    <a:pt x="3536" y="2667"/>
                  </a:lnTo>
                  <a:lnTo>
                    <a:pt x="3575" y="2727"/>
                  </a:lnTo>
                  <a:lnTo>
                    <a:pt x="3615" y="2806"/>
                  </a:lnTo>
                  <a:lnTo>
                    <a:pt x="3635" y="2904"/>
                  </a:lnTo>
                  <a:lnTo>
                    <a:pt x="3615" y="3102"/>
                  </a:lnTo>
                  <a:lnTo>
                    <a:pt x="3575" y="3339"/>
                  </a:lnTo>
                  <a:lnTo>
                    <a:pt x="3496" y="3576"/>
                  </a:lnTo>
                  <a:lnTo>
                    <a:pt x="3358" y="3813"/>
                  </a:lnTo>
                  <a:lnTo>
                    <a:pt x="3220" y="4070"/>
                  </a:lnTo>
                  <a:lnTo>
                    <a:pt x="3062" y="4307"/>
                  </a:lnTo>
                  <a:lnTo>
                    <a:pt x="2884" y="4524"/>
                  </a:lnTo>
                  <a:lnTo>
                    <a:pt x="2706" y="4722"/>
                  </a:lnTo>
                  <a:lnTo>
                    <a:pt x="2529" y="4899"/>
                  </a:lnTo>
                  <a:lnTo>
                    <a:pt x="2331" y="5038"/>
                  </a:lnTo>
                  <a:lnTo>
                    <a:pt x="2114" y="5136"/>
                  </a:lnTo>
                  <a:lnTo>
                    <a:pt x="1995" y="5176"/>
                  </a:lnTo>
                  <a:lnTo>
                    <a:pt x="1877" y="5196"/>
                  </a:lnTo>
                  <a:lnTo>
                    <a:pt x="1640" y="5196"/>
                  </a:lnTo>
                  <a:lnTo>
                    <a:pt x="1403" y="5156"/>
                  </a:lnTo>
                  <a:lnTo>
                    <a:pt x="1205" y="5117"/>
                  </a:lnTo>
                  <a:lnTo>
                    <a:pt x="1027" y="5038"/>
                  </a:lnTo>
                  <a:lnTo>
                    <a:pt x="889" y="4939"/>
                  </a:lnTo>
                  <a:lnTo>
                    <a:pt x="771" y="4801"/>
                  </a:lnTo>
                  <a:lnTo>
                    <a:pt x="692" y="4623"/>
                  </a:lnTo>
                  <a:lnTo>
                    <a:pt x="632" y="4386"/>
                  </a:lnTo>
                  <a:lnTo>
                    <a:pt x="593" y="4129"/>
                  </a:lnTo>
                  <a:lnTo>
                    <a:pt x="593" y="3971"/>
                  </a:lnTo>
                  <a:lnTo>
                    <a:pt x="613" y="3793"/>
                  </a:lnTo>
                  <a:lnTo>
                    <a:pt x="652" y="3596"/>
                  </a:lnTo>
                  <a:lnTo>
                    <a:pt x="692" y="3398"/>
                  </a:lnTo>
                  <a:lnTo>
                    <a:pt x="830" y="2964"/>
                  </a:lnTo>
                  <a:lnTo>
                    <a:pt x="1008" y="2509"/>
                  </a:lnTo>
                  <a:lnTo>
                    <a:pt x="1205" y="2095"/>
                  </a:lnTo>
                  <a:lnTo>
                    <a:pt x="1403" y="1700"/>
                  </a:lnTo>
                  <a:lnTo>
                    <a:pt x="1620" y="1383"/>
                  </a:lnTo>
                  <a:lnTo>
                    <a:pt x="1699" y="1245"/>
                  </a:lnTo>
                  <a:lnTo>
                    <a:pt x="1798" y="1146"/>
                  </a:lnTo>
                  <a:lnTo>
                    <a:pt x="1995" y="988"/>
                  </a:lnTo>
                  <a:lnTo>
                    <a:pt x="2212" y="830"/>
                  </a:lnTo>
                  <a:lnTo>
                    <a:pt x="2489" y="712"/>
                  </a:lnTo>
                  <a:lnTo>
                    <a:pt x="2766" y="613"/>
                  </a:lnTo>
                  <a:lnTo>
                    <a:pt x="2924" y="574"/>
                  </a:lnTo>
                  <a:lnTo>
                    <a:pt x="3082" y="554"/>
                  </a:lnTo>
                  <a:lnTo>
                    <a:pt x="3259" y="534"/>
                  </a:lnTo>
                  <a:lnTo>
                    <a:pt x="3437" y="534"/>
                  </a:lnTo>
                  <a:lnTo>
                    <a:pt x="3615" y="554"/>
                  </a:lnTo>
                  <a:lnTo>
                    <a:pt x="3793" y="593"/>
                  </a:lnTo>
                  <a:lnTo>
                    <a:pt x="3970" y="633"/>
                  </a:lnTo>
                  <a:lnTo>
                    <a:pt x="4168" y="692"/>
                  </a:lnTo>
                  <a:lnTo>
                    <a:pt x="4504" y="850"/>
                  </a:lnTo>
                  <a:lnTo>
                    <a:pt x="4800" y="988"/>
                  </a:lnTo>
                  <a:lnTo>
                    <a:pt x="5037" y="1146"/>
                  </a:lnTo>
                  <a:lnTo>
                    <a:pt x="5136" y="1245"/>
                  </a:lnTo>
                  <a:lnTo>
                    <a:pt x="5215" y="1324"/>
                  </a:lnTo>
                  <a:lnTo>
                    <a:pt x="5294" y="1423"/>
                  </a:lnTo>
                  <a:lnTo>
                    <a:pt x="5353" y="1541"/>
                  </a:lnTo>
                  <a:lnTo>
                    <a:pt x="5412" y="1660"/>
                  </a:lnTo>
                  <a:lnTo>
                    <a:pt x="5472" y="1779"/>
                  </a:lnTo>
                  <a:lnTo>
                    <a:pt x="5531" y="2055"/>
                  </a:lnTo>
                  <a:lnTo>
                    <a:pt x="5551" y="2371"/>
                  </a:lnTo>
                  <a:lnTo>
                    <a:pt x="5551" y="2549"/>
                  </a:lnTo>
                  <a:lnTo>
                    <a:pt x="5531" y="2727"/>
                  </a:lnTo>
                  <a:lnTo>
                    <a:pt x="5511" y="2904"/>
                  </a:lnTo>
                  <a:lnTo>
                    <a:pt x="5472" y="3082"/>
                  </a:lnTo>
                  <a:lnTo>
                    <a:pt x="5373" y="3398"/>
                  </a:lnTo>
                  <a:lnTo>
                    <a:pt x="5235" y="3734"/>
                  </a:lnTo>
                  <a:lnTo>
                    <a:pt x="5057" y="4030"/>
                  </a:lnTo>
                  <a:lnTo>
                    <a:pt x="4879" y="4307"/>
                  </a:lnTo>
                  <a:lnTo>
                    <a:pt x="4681" y="4583"/>
                  </a:lnTo>
                  <a:lnTo>
                    <a:pt x="4484" y="4801"/>
                  </a:lnTo>
                  <a:lnTo>
                    <a:pt x="4030" y="5354"/>
                  </a:lnTo>
                  <a:lnTo>
                    <a:pt x="3536" y="6005"/>
                  </a:lnTo>
                  <a:lnTo>
                    <a:pt x="3003" y="6756"/>
                  </a:lnTo>
                  <a:lnTo>
                    <a:pt x="3121" y="6677"/>
                  </a:lnTo>
                  <a:lnTo>
                    <a:pt x="3417" y="6440"/>
                  </a:lnTo>
                  <a:lnTo>
                    <a:pt x="3872" y="6065"/>
                  </a:lnTo>
                  <a:lnTo>
                    <a:pt x="4405" y="5591"/>
                  </a:lnTo>
                  <a:lnTo>
                    <a:pt x="4681" y="5314"/>
                  </a:lnTo>
                  <a:lnTo>
                    <a:pt x="4958" y="5018"/>
                  </a:lnTo>
                  <a:lnTo>
                    <a:pt x="5215" y="4702"/>
                  </a:lnTo>
                  <a:lnTo>
                    <a:pt x="5452" y="4366"/>
                  </a:lnTo>
                  <a:lnTo>
                    <a:pt x="5669" y="4030"/>
                  </a:lnTo>
                  <a:lnTo>
                    <a:pt x="5867" y="3675"/>
                  </a:lnTo>
                  <a:lnTo>
                    <a:pt x="6005" y="3319"/>
                  </a:lnTo>
                  <a:lnTo>
                    <a:pt x="6064" y="3141"/>
                  </a:lnTo>
                  <a:lnTo>
                    <a:pt x="6104" y="2964"/>
                  </a:lnTo>
                  <a:lnTo>
                    <a:pt x="6163" y="2608"/>
                  </a:lnTo>
                  <a:lnTo>
                    <a:pt x="6183" y="2292"/>
                  </a:lnTo>
                  <a:lnTo>
                    <a:pt x="6183" y="2016"/>
                  </a:lnTo>
                  <a:lnTo>
                    <a:pt x="6143" y="1739"/>
                  </a:lnTo>
                  <a:lnTo>
                    <a:pt x="6084" y="1502"/>
                  </a:lnTo>
                  <a:lnTo>
                    <a:pt x="5985" y="1285"/>
                  </a:lnTo>
                  <a:lnTo>
                    <a:pt x="5867" y="1087"/>
                  </a:lnTo>
                  <a:lnTo>
                    <a:pt x="5709" y="929"/>
                  </a:lnTo>
                  <a:lnTo>
                    <a:pt x="5531" y="771"/>
                  </a:lnTo>
                  <a:lnTo>
                    <a:pt x="5333" y="633"/>
                  </a:lnTo>
                  <a:lnTo>
                    <a:pt x="5096" y="514"/>
                  </a:lnTo>
                  <a:lnTo>
                    <a:pt x="4840" y="396"/>
                  </a:lnTo>
                  <a:lnTo>
                    <a:pt x="4563" y="297"/>
                  </a:lnTo>
                  <a:lnTo>
                    <a:pt x="4267" y="198"/>
                  </a:lnTo>
                  <a:lnTo>
                    <a:pt x="3931" y="119"/>
                  </a:lnTo>
                  <a:lnTo>
                    <a:pt x="3575" y="40"/>
                  </a:lnTo>
                  <a:lnTo>
                    <a:pt x="3398" y="21"/>
                  </a:lnTo>
                  <a:lnTo>
                    <a:pt x="322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0" name="Google Shape;9720;p58"/>
            <p:cNvSpPr/>
            <p:nvPr/>
          </p:nvSpPr>
          <p:spPr>
            <a:xfrm>
              <a:off x="8759360" y="2179181"/>
              <a:ext cx="334479" cy="300520"/>
            </a:xfrm>
            <a:custGeom>
              <a:rect b="b" l="l" r="r" t="t"/>
              <a:pathLst>
                <a:path extrusionOk="0" h="8395" w="9343">
                  <a:moveTo>
                    <a:pt x="3160" y="0"/>
                  </a:moveTo>
                  <a:lnTo>
                    <a:pt x="2706" y="40"/>
                  </a:lnTo>
                  <a:lnTo>
                    <a:pt x="2252" y="99"/>
                  </a:lnTo>
                  <a:lnTo>
                    <a:pt x="1817" y="217"/>
                  </a:lnTo>
                  <a:lnTo>
                    <a:pt x="1620" y="277"/>
                  </a:lnTo>
                  <a:lnTo>
                    <a:pt x="1422" y="375"/>
                  </a:lnTo>
                  <a:lnTo>
                    <a:pt x="1244" y="474"/>
                  </a:lnTo>
                  <a:lnTo>
                    <a:pt x="1086" y="593"/>
                  </a:lnTo>
                  <a:lnTo>
                    <a:pt x="928" y="711"/>
                  </a:lnTo>
                  <a:lnTo>
                    <a:pt x="790" y="850"/>
                  </a:lnTo>
                  <a:lnTo>
                    <a:pt x="652" y="1008"/>
                  </a:lnTo>
                  <a:lnTo>
                    <a:pt x="533" y="1166"/>
                  </a:lnTo>
                  <a:lnTo>
                    <a:pt x="435" y="1343"/>
                  </a:lnTo>
                  <a:lnTo>
                    <a:pt x="336" y="1521"/>
                  </a:lnTo>
                  <a:lnTo>
                    <a:pt x="257" y="1699"/>
                  </a:lnTo>
                  <a:lnTo>
                    <a:pt x="198" y="1896"/>
                  </a:lnTo>
                  <a:lnTo>
                    <a:pt x="138" y="2094"/>
                  </a:lnTo>
                  <a:lnTo>
                    <a:pt x="79" y="2311"/>
                  </a:lnTo>
                  <a:lnTo>
                    <a:pt x="20" y="2726"/>
                  </a:lnTo>
                  <a:lnTo>
                    <a:pt x="0" y="3180"/>
                  </a:lnTo>
                  <a:lnTo>
                    <a:pt x="40" y="3615"/>
                  </a:lnTo>
                  <a:lnTo>
                    <a:pt x="99" y="4069"/>
                  </a:lnTo>
                  <a:lnTo>
                    <a:pt x="198" y="4504"/>
                  </a:lnTo>
                  <a:lnTo>
                    <a:pt x="356" y="4938"/>
                  </a:lnTo>
                  <a:lnTo>
                    <a:pt x="533" y="5333"/>
                  </a:lnTo>
                  <a:lnTo>
                    <a:pt x="770" y="5728"/>
                  </a:lnTo>
                  <a:lnTo>
                    <a:pt x="889" y="5906"/>
                  </a:lnTo>
                  <a:lnTo>
                    <a:pt x="1027" y="6064"/>
                  </a:lnTo>
                  <a:lnTo>
                    <a:pt x="1323" y="6380"/>
                  </a:lnTo>
                  <a:lnTo>
                    <a:pt x="1659" y="6676"/>
                  </a:lnTo>
                  <a:lnTo>
                    <a:pt x="2015" y="6953"/>
                  </a:lnTo>
                  <a:lnTo>
                    <a:pt x="2410" y="7190"/>
                  </a:lnTo>
                  <a:lnTo>
                    <a:pt x="2805" y="7407"/>
                  </a:lnTo>
                  <a:lnTo>
                    <a:pt x="3239" y="7605"/>
                  </a:lnTo>
                  <a:lnTo>
                    <a:pt x="3654" y="7763"/>
                  </a:lnTo>
                  <a:lnTo>
                    <a:pt x="4089" y="7921"/>
                  </a:lnTo>
                  <a:lnTo>
                    <a:pt x="4503" y="8039"/>
                  </a:lnTo>
                  <a:lnTo>
                    <a:pt x="4918" y="8158"/>
                  </a:lnTo>
                  <a:lnTo>
                    <a:pt x="5313" y="8237"/>
                  </a:lnTo>
                  <a:lnTo>
                    <a:pt x="5689" y="8296"/>
                  </a:lnTo>
                  <a:lnTo>
                    <a:pt x="6024" y="8355"/>
                  </a:lnTo>
                  <a:lnTo>
                    <a:pt x="6340" y="8375"/>
                  </a:lnTo>
                  <a:lnTo>
                    <a:pt x="6617" y="8395"/>
                  </a:lnTo>
                  <a:lnTo>
                    <a:pt x="6854" y="8375"/>
                  </a:lnTo>
                  <a:lnTo>
                    <a:pt x="7051" y="8355"/>
                  </a:lnTo>
                  <a:lnTo>
                    <a:pt x="7249" y="8296"/>
                  </a:lnTo>
                  <a:lnTo>
                    <a:pt x="7447" y="8197"/>
                  </a:lnTo>
                  <a:lnTo>
                    <a:pt x="7644" y="8079"/>
                  </a:lnTo>
                  <a:lnTo>
                    <a:pt x="7822" y="7941"/>
                  </a:lnTo>
                  <a:lnTo>
                    <a:pt x="8000" y="7783"/>
                  </a:lnTo>
                  <a:lnTo>
                    <a:pt x="8316" y="7466"/>
                  </a:lnTo>
                  <a:lnTo>
                    <a:pt x="8592" y="7150"/>
                  </a:lnTo>
                  <a:lnTo>
                    <a:pt x="8809" y="6874"/>
                  </a:lnTo>
                  <a:lnTo>
                    <a:pt x="8987" y="6617"/>
                  </a:lnTo>
                  <a:lnTo>
                    <a:pt x="9027" y="6518"/>
                  </a:lnTo>
                  <a:lnTo>
                    <a:pt x="9125" y="6262"/>
                  </a:lnTo>
                  <a:lnTo>
                    <a:pt x="9224" y="5867"/>
                  </a:lnTo>
                  <a:lnTo>
                    <a:pt x="9283" y="5630"/>
                  </a:lnTo>
                  <a:lnTo>
                    <a:pt x="9323" y="5373"/>
                  </a:lnTo>
                  <a:lnTo>
                    <a:pt x="9343" y="5076"/>
                  </a:lnTo>
                  <a:lnTo>
                    <a:pt x="9343" y="4760"/>
                  </a:lnTo>
                  <a:lnTo>
                    <a:pt x="9323" y="4425"/>
                  </a:lnTo>
                  <a:lnTo>
                    <a:pt x="9264" y="4069"/>
                  </a:lnTo>
                  <a:lnTo>
                    <a:pt x="9185" y="3714"/>
                  </a:lnTo>
                  <a:lnTo>
                    <a:pt x="9046" y="3358"/>
                  </a:lnTo>
                  <a:lnTo>
                    <a:pt x="8888" y="2983"/>
                  </a:lnTo>
                  <a:lnTo>
                    <a:pt x="8651" y="2588"/>
                  </a:lnTo>
                  <a:lnTo>
                    <a:pt x="8533" y="2410"/>
                  </a:lnTo>
                  <a:lnTo>
                    <a:pt x="8375" y="2232"/>
                  </a:lnTo>
                  <a:lnTo>
                    <a:pt x="8079" y="1877"/>
                  </a:lnTo>
                  <a:lnTo>
                    <a:pt x="7723" y="1561"/>
                  </a:lnTo>
                  <a:lnTo>
                    <a:pt x="7348" y="1264"/>
                  </a:lnTo>
                  <a:lnTo>
                    <a:pt x="6933" y="1008"/>
                  </a:lnTo>
                  <a:lnTo>
                    <a:pt x="6498" y="771"/>
                  </a:lnTo>
                  <a:lnTo>
                    <a:pt x="6044" y="553"/>
                  </a:lnTo>
                  <a:lnTo>
                    <a:pt x="5570" y="375"/>
                  </a:lnTo>
                  <a:lnTo>
                    <a:pt x="5096" y="237"/>
                  </a:lnTo>
                  <a:lnTo>
                    <a:pt x="4622" y="119"/>
                  </a:lnTo>
                  <a:lnTo>
                    <a:pt x="4128" y="59"/>
                  </a:lnTo>
                  <a:lnTo>
                    <a:pt x="365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1" name="Google Shape;9721;p58"/>
            <p:cNvSpPr/>
            <p:nvPr/>
          </p:nvSpPr>
          <p:spPr>
            <a:xfrm>
              <a:off x="8791864" y="2231481"/>
              <a:ext cx="260982" cy="182460"/>
            </a:xfrm>
            <a:custGeom>
              <a:rect b="b" l="l" r="r" t="t"/>
              <a:pathLst>
                <a:path extrusionOk="0" h="5097" w="7290">
                  <a:moveTo>
                    <a:pt x="178" y="1"/>
                  </a:moveTo>
                  <a:lnTo>
                    <a:pt x="99" y="21"/>
                  </a:lnTo>
                  <a:lnTo>
                    <a:pt x="60" y="40"/>
                  </a:lnTo>
                  <a:lnTo>
                    <a:pt x="20" y="80"/>
                  </a:lnTo>
                  <a:lnTo>
                    <a:pt x="1" y="119"/>
                  </a:lnTo>
                  <a:lnTo>
                    <a:pt x="20" y="198"/>
                  </a:lnTo>
                  <a:lnTo>
                    <a:pt x="60" y="277"/>
                  </a:lnTo>
                  <a:lnTo>
                    <a:pt x="238" y="534"/>
                  </a:lnTo>
                  <a:lnTo>
                    <a:pt x="514" y="850"/>
                  </a:lnTo>
                  <a:lnTo>
                    <a:pt x="850" y="1225"/>
                  </a:lnTo>
                  <a:lnTo>
                    <a:pt x="1245" y="1621"/>
                  </a:lnTo>
                  <a:lnTo>
                    <a:pt x="1680" y="2016"/>
                  </a:lnTo>
                  <a:lnTo>
                    <a:pt x="2134" y="2391"/>
                  </a:lnTo>
                  <a:lnTo>
                    <a:pt x="2568" y="2727"/>
                  </a:lnTo>
                  <a:lnTo>
                    <a:pt x="3102" y="3082"/>
                  </a:lnTo>
                  <a:lnTo>
                    <a:pt x="3793" y="3477"/>
                  </a:lnTo>
                  <a:lnTo>
                    <a:pt x="4544" y="3912"/>
                  </a:lnTo>
                  <a:lnTo>
                    <a:pt x="5334" y="4307"/>
                  </a:lnTo>
                  <a:lnTo>
                    <a:pt x="6064" y="4662"/>
                  </a:lnTo>
                  <a:lnTo>
                    <a:pt x="6677" y="4939"/>
                  </a:lnTo>
                  <a:lnTo>
                    <a:pt x="6914" y="5018"/>
                  </a:lnTo>
                  <a:lnTo>
                    <a:pt x="7111" y="5077"/>
                  </a:lnTo>
                  <a:lnTo>
                    <a:pt x="7230" y="5097"/>
                  </a:lnTo>
                  <a:lnTo>
                    <a:pt x="7269" y="5097"/>
                  </a:lnTo>
                  <a:lnTo>
                    <a:pt x="7269" y="5077"/>
                  </a:lnTo>
                  <a:lnTo>
                    <a:pt x="7289" y="4978"/>
                  </a:lnTo>
                  <a:lnTo>
                    <a:pt x="7250" y="4860"/>
                  </a:lnTo>
                  <a:lnTo>
                    <a:pt x="7210" y="4741"/>
                  </a:lnTo>
                  <a:lnTo>
                    <a:pt x="7151" y="4623"/>
                  </a:lnTo>
                  <a:lnTo>
                    <a:pt x="7013" y="4425"/>
                  </a:lnTo>
                  <a:lnTo>
                    <a:pt x="6953" y="4346"/>
                  </a:lnTo>
                  <a:lnTo>
                    <a:pt x="6756" y="4090"/>
                  </a:lnTo>
                  <a:lnTo>
                    <a:pt x="6479" y="3773"/>
                  </a:lnTo>
                  <a:lnTo>
                    <a:pt x="6124" y="3378"/>
                  </a:lnTo>
                  <a:lnTo>
                    <a:pt x="5630" y="2924"/>
                  </a:lnTo>
                  <a:lnTo>
                    <a:pt x="5334" y="2687"/>
                  </a:lnTo>
                  <a:lnTo>
                    <a:pt x="5018" y="2430"/>
                  </a:lnTo>
                  <a:lnTo>
                    <a:pt x="4662" y="2174"/>
                  </a:lnTo>
                  <a:lnTo>
                    <a:pt x="4267" y="1917"/>
                  </a:lnTo>
                  <a:lnTo>
                    <a:pt x="3852" y="1640"/>
                  </a:lnTo>
                  <a:lnTo>
                    <a:pt x="3398" y="1383"/>
                  </a:lnTo>
                  <a:lnTo>
                    <a:pt x="2549" y="929"/>
                  </a:lnTo>
                  <a:lnTo>
                    <a:pt x="1818" y="574"/>
                  </a:lnTo>
                  <a:lnTo>
                    <a:pt x="1225" y="317"/>
                  </a:lnTo>
                  <a:lnTo>
                    <a:pt x="771" y="139"/>
                  </a:lnTo>
                  <a:lnTo>
                    <a:pt x="415" y="40"/>
                  </a:lnTo>
                  <a:lnTo>
                    <a:pt x="297" y="21"/>
                  </a:lnTo>
                  <a:lnTo>
                    <a:pt x="17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2" name="Google Shape;9722;p58"/>
            <p:cNvSpPr/>
            <p:nvPr/>
          </p:nvSpPr>
          <p:spPr>
            <a:xfrm>
              <a:off x="9375230" y="2344638"/>
              <a:ext cx="139334" cy="206480"/>
            </a:xfrm>
            <a:custGeom>
              <a:rect b="b" l="l" r="r" t="t"/>
              <a:pathLst>
                <a:path extrusionOk="0" h="5768" w="3892">
                  <a:moveTo>
                    <a:pt x="178" y="0"/>
                  </a:moveTo>
                  <a:lnTo>
                    <a:pt x="375" y="1067"/>
                  </a:lnTo>
                  <a:lnTo>
                    <a:pt x="652" y="1087"/>
                  </a:lnTo>
                  <a:lnTo>
                    <a:pt x="928" y="1126"/>
                  </a:lnTo>
                  <a:lnTo>
                    <a:pt x="1264" y="1166"/>
                  </a:lnTo>
                  <a:lnTo>
                    <a:pt x="1620" y="1245"/>
                  </a:lnTo>
                  <a:lnTo>
                    <a:pt x="1955" y="1343"/>
                  </a:lnTo>
                  <a:lnTo>
                    <a:pt x="2114" y="1403"/>
                  </a:lnTo>
                  <a:lnTo>
                    <a:pt x="2252" y="1482"/>
                  </a:lnTo>
                  <a:lnTo>
                    <a:pt x="2370" y="1561"/>
                  </a:lnTo>
                  <a:lnTo>
                    <a:pt x="2469" y="1659"/>
                  </a:lnTo>
                  <a:lnTo>
                    <a:pt x="2548" y="1758"/>
                  </a:lnTo>
                  <a:lnTo>
                    <a:pt x="2607" y="1896"/>
                  </a:lnTo>
                  <a:lnTo>
                    <a:pt x="2667" y="2035"/>
                  </a:lnTo>
                  <a:lnTo>
                    <a:pt x="2706" y="2193"/>
                  </a:lnTo>
                  <a:lnTo>
                    <a:pt x="2726" y="2351"/>
                  </a:lnTo>
                  <a:lnTo>
                    <a:pt x="2746" y="2528"/>
                  </a:lnTo>
                  <a:lnTo>
                    <a:pt x="2746" y="2706"/>
                  </a:lnTo>
                  <a:lnTo>
                    <a:pt x="2726" y="2884"/>
                  </a:lnTo>
                  <a:lnTo>
                    <a:pt x="2686" y="3062"/>
                  </a:lnTo>
                  <a:lnTo>
                    <a:pt x="2647" y="3240"/>
                  </a:lnTo>
                  <a:lnTo>
                    <a:pt x="2568" y="3417"/>
                  </a:lnTo>
                  <a:lnTo>
                    <a:pt x="2489" y="3575"/>
                  </a:lnTo>
                  <a:lnTo>
                    <a:pt x="2390" y="3733"/>
                  </a:lnTo>
                  <a:lnTo>
                    <a:pt x="2252" y="3891"/>
                  </a:lnTo>
                  <a:lnTo>
                    <a:pt x="2114" y="4010"/>
                  </a:lnTo>
                  <a:lnTo>
                    <a:pt x="1936" y="4128"/>
                  </a:lnTo>
                  <a:lnTo>
                    <a:pt x="1758" y="4227"/>
                  </a:lnTo>
                  <a:lnTo>
                    <a:pt x="1580" y="4326"/>
                  </a:lnTo>
                  <a:lnTo>
                    <a:pt x="1264" y="4425"/>
                  </a:lnTo>
                  <a:lnTo>
                    <a:pt x="968" y="4504"/>
                  </a:lnTo>
                  <a:lnTo>
                    <a:pt x="711" y="4523"/>
                  </a:lnTo>
                  <a:lnTo>
                    <a:pt x="514" y="4523"/>
                  </a:lnTo>
                  <a:lnTo>
                    <a:pt x="356" y="4504"/>
                  </a:lnTo>
                  <a:lnTo>
                    <a:pt x="237" y="4484"/>
                  </a:lnTo>
                  <a:lnTo>
                    <a:pt x="0" y="5728"/>
                  </a:lnTo>
                  <a:lnTo>
                    <a:pt x="454" y="5748"/>
                  </a:lnTo>
                  <a:lnTo>
                    <a:pt x="889" y="5768"/>
                  </a:lnTo>
                  <a:lnTo>
                    <a:pt x="1343" y="5728"/>
                  </a:lnTo>
                  <a:lnTo>
                    <a:pt x="1600" y="5709"/>
                  </a:lnTo>
                  <a:lnTo>
                    <a:pt x="1896" y="5630"/>
                  </a:lnTo>
                  <a:lnTo>
                    <a:pt x="2232" y="5511"/>
                  </a:lnTo>
                  <a:lnTo>
                    <a:pt x="2410" y="5412"/>
                  </a:lnTo>
                  <a:lnTo>
                    <a:pt x="2588" y="5333"/>
                  </a:lnTo>
                  <a:lnTo>
                    <a:pt x="2746" y="5215"/>
                  </a:lnTo>
                  <a:lnTo>
                    <a:pt x="2923" y="5076"/>
                  </a:lnTo>
                  <a:lnTo>
                    <a:pt x="3081" y="4938"/>
                  </a:lnTo>
                  <a:lnTo>
                    <a:pt x="3239" y="4760"/>
                  </a:lnTo>
                  <a:lnTo>
                    <a:pt x="3378" y="4583"/>
                  </a:lnTo>
                  <a:lnTo>
                    <a:pt x="3516" y="4365"/>
                  </a:lnTo>
                  <a:lnTo>
                    <a:pt x="3634" y="4148"/>
                  </a:lnTo>
                  <a:lnTo>
                    <a:pt x="3733" y="3891"/>
                  </a:lnTo>
                  <a:lnTo>
                    <a:pt x="3812" y="3615"/>
                  </a:lnTo>
                  <a:lnTo>
                    <a:pt x="3852" y="3358"/>
                  </a:lnTo>
                  <a:lnTo>
                    <a:pt x="3891" y="3082"/>
                  </a:lnTo>
                  <a:lnTo>
                    <a:pt x="3871" y="2805"/>
                  </a:lnTo>
                  <a:lnTo>
                    <a:pt x="3852" y="2528"/>
                  </a:lnTo>
                  <a:lnTo>
                    <a:pt x="3812" y="2252"/>
                  </a:lnTo>
                  <a:lnTo>
                    <a:pt x="3733" y="1995"/>
                  </a:lnTo>
                  <a:lnTo>
                    <a:pt x="3654" y="1738"/>
                  </a:lnTo>
                  <a:lnTo>
                    <a:pt x="3536" y="1501"/>
                  </a:lnTo>
                  <a:lnTo>
                    <a:pt x="3417" y="1284"/>
                  </a:lnTo>
                  <a:lnTo>
                    <a:pt x="3279" y="1067"/>
                  </a:lnTo>
                  <a:lnTo>
                    <a:pt x="3121" y="889"/>
                  </a:lnTo>
                  <a:lnTo>
                    <a:pt x="2963" y="731"/>
                  </a:lnTo>
                  <a:lnTo>
                    <a:pt x="2765" y="593"/>
                  </a:lnTo>
                  <a:lnTo>
                    <a:pt x="2568" y="474"/>
                  </a:lnTo>
                  <a:lnTo>
                    <a:pt x="2370" y="395"/>
                  </a:lnTo>
                  <a:lnTo>
                    <a:pt x="1955" y="277"/>
                  </a:lnTo>
                  <a:lnTo>
                    <a:pt x="1560" y="198"/>
                  </a:lnTo>
                  <a:lnTo>
                    <a:pt x="1185" y="119"/>
                  </a:lnTo>
                  <a:lnTo>
                    <a:pt x="869" y="79"/>
                  </a:lnTo>
                  <a:lnTo>
                    <a:pt x="375" y="20"/>
                  </a:lnTo>
                  <a:lnTo>
                    <a:pt x="1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3" name="Google Shape;9723;p58"/>
            <p:cNvSpPr/>
            <p:nvPr/>
          </p:nvSpPr>
          <p:spPr>
            <a:xfrm>
              <a:off x="8588925" y="2306442"/>
              <a:ext cx="139334" cy="189548"/>
            </a:xfrm>
            <a:custGeom>
              <a:rect b="b" l="l" r="r" t="t"/>
              <a:pathLst>
                <a:path extrusionOk="0" h="5295" w="3892">
                  <a:moveTo>
                    <a:pt x="2509" y="1"/>
                  </a:moveTo>
                  <a:lnTo>
                    <a:pt x="2272" y="20"/>
                  </a:lnTo>
                  <a:lnTo>
                    <a:pt x="2015" y="60"/>
                  </a:lnTo>
                  <a:lnTo>
                    <a:pt x="1759" y="119"/>
                  </a:lnTo>
                  <a:lnTo>
                    <a:pt x="1502" y="198"/>
                  </a:lnTo>
                  <a:lnTo>
                    <a:pt x="1265" y="317"/>
                  </a:lnTo>
                  <a:lnTo>
                    <a:pt x="1048" y="455"/>
                  </a:lnTo>
                  <a:lnTo>
                    <a:pt x="830" y="633"/>
                  </a:lnTo>
                  <a:lnTo>
                    <a:pt x="633" y="850"/>
                  </a:lnTo>
                  <a:lnTo>
                    <a:pt x="475" y="1067"/>
                  </a:lnTo>
                  <a:lnTo>
                    <a:pt x="337" y="1284"/>
                  </a:lnTo>
                  <a:lnTo>
                    <a:pt x="238" y="1521"/>
                  </a:lnTo>
                  <a:lnTo>
                    <a:pt x="139" y="1758"/>
                  </a:lnTo>
                  <a:lnTo>
                    <a:pt x="80" y="1996"/>
                  </a:lnTo>
                  <a:lnTo>
                    <a:pt x="40" y="2252"/>
                  </a:lnTo>
                  <a:lnTo>
                    <a:pt x="1" y="2489"/>
                  </a:lnTo>
                  <a:lnTo>
                    <a:pt x="1" y="2726"/>
                  </a:lnTo>
                  <a:lnTo>
                    <a:pt x="21" y="2963"/>
                  </a:lnTo>
                  <a:lnTo>
                    <a:pt x="60" y="3200"/>
                  </a:lnTo>
                  <a:lnTo>
                    <a:pt x="119" y="3437"/>
                  </a:lnTo>
                  <a:lnTo>
                    <a:pt x="198" y="3655"/>
                  </a:lnTo>
                  <a:lnTo>
                    <a:pt x="297" y="3852"/>
                  </a:lnTo>
                  <a:lnTo>
                    <a:pt x="416" y="4050"/>
                  </a:lnTo>
                  <a:lnTo>
                    <a:pt x="534" y="4228"/>
                  </a:lnTo>
                  <a:lnTo>
                    <a:pt x="692" y="4386"/>
                  </a:lnTo>
                  <a:lnTo>
                    <a:pt x="870" y="4544"/>
                  </a:lnTo>
                  <a:lnTo>
                    <a:pt x="1067" y="4662"/>
                  </a:lnTo>
                  <a:lnTo>
                    <a:pt x="1285" y="4781"/>
                  </a:lnTo>
                  <a:lnTo>
                    <a:pt x="1522" y="4879"/>
                  </a:lnTo>
                  <a:lnTo>
                    <a:pt x="1759" y="4978"/>
                  </a:lnTo>
                  <a:lnTo>
                    <a:pt x="2213" y="5116"/>
                  </a:lnTo>
                  <a:lnTo>
                    <a:pt x="2648" y="5195"/>
                  </a:lnTo>
                  <a:lnTo>
                    <a:pt x="3023" y="5255"/>
                  </a:lnTo>
                  <a:lnTo>
                    <a:pt x="3359" y="5294"/>
                  </a:lnTo>
                  <a:lnTo>
                    <a:pt x="3398" y="4129"/>
                  </a:lnTo>
                  <a:lnTo>
                    <a:pt x="3181" y="4109"/>
                  </a:lnTo>
                  <a:lnTo>
                    <a:pt x="2924" y="4069"/>
                  </a:lnTo>
                  <a:lnTo>
                    <a:pt x="2628" y="4010"/>
                  </a:lnTo>
                  <a:lnTo>
                    <a:pt x="2292" y="3931"/>
                  </a:lnTo>
                  <a:lnTo>
                    <a:pt x="1956" y="3832"/>
                  </a:lnTo>
                  <a:lnTo>
                    <a:pt x="1778" y="3753"/>
                  </a:lnTo>
                  <a:lnTo>
                    <a:pt x="1640" y="3674"/>
                  </a:lnTo>
                  <a:lnTo>
                    <a:pt x="1482" y="3595"/>
                  </a:lnTo>
                  <a:lnTo>
                    <a:pt x="1364" y="3497"/>
                  </a:lnTo>
                  <a:lnTo>
                    <a:pt x="1265" y="3398"/>
                  </a:lnTo>
                  <a:lnTo>
                    <a:pt x="1186" y="3260"/>
                  </a:lnTo>
                  <a:lnTo>
                    <a:pt x="1127" y="3121"/>
                  </a:lnTo>
                  <a:lnTo>
                    <a:pt x="1087" y="2983"/>
                  </a:lnTo>
                  <a:lnTo>
                    <a:pt x="1067" y="2825"/>
                  </a:lnTo>
                  <a:lnTo>
                    <a:pt x="1067" y="2667"/>
                  </a:lnTo>
                  <a:lnTo>
                    <a:pt x="1087" y="2489"/>
                  </a:lnTo>
                  <a:lnTo>
                    <a:pt x="1127" y="2331"/>
                  </a:lnTo>
                  <a:lnTo>
                    <a:pt x="1206" y="1996"/>
                  </a:lnTo>
                  <a:lnTo>
                    <a:pt x="1324" y="1719"/>
                  </a:lnTo>
                  <a:lnTo>
                    <a:pt x="1443" y="1482"/>
                  </a:lnTo>
                  <a:lnTo>
                    <a:pt x="1561" y="1324"/>
                  </a:lnTo>
                  <a:lnTo>
                    <a:pt x="1640" y="1245"/>
                  </a:lnTo>
                  <a:lnTo>
                    <a:pt x="1739" y="1166"/>
                  </a:lnTo>
                  <a:lnTo>
                    <a:pt x="1857" y="1107"/>
                  </a:lnTo>
                  <a:lnTo>
                    <a:pt x="1976" y="1067"/>
                  </a:lnTo>
                  <a:lnTo>
                    <a:pt x="2253" y="988"/>
                  </a:lnTo>
                  <a:lnTo>
                    <a:pt x="2549" y="929"/>
                  </a:lnTo>
                  <a:lnTo>
                    <a:pt x="2845" y="909"/>
                  </a:lnTo>
                  <a:lnTo>
                    <a:pt x="3122" y="929"/>
                  </a:lnTo>
                  <a:lnTo>
                    <a:pt x="3359" y="968"/>
                  </a:lnTo>
                  <a:lnTo>
                    <a:pt x="3556" y="1028"/>
                  </a:lnTo>
                  <a:lnTo>
                    <a:pt x="3892" y="159"/>
                  </a:lnTo>
                  <a:lnTo>
                    <a:pt x="3793" y="119"/>
                  </a:lnTo>
                  <a:lnTo>
                    <a:pt x="3556" y="80"/>
                  </a:lnTo>
                  <a:lnTo>
                    <a:pt x="3201" y="20"/>
                  </a:lnTo>
                  <a:lnTo>
                    <a:pt x="2766" y="1"/>
                  </a:lnTo>
                  <a:close/>
                </a:path>
              </a:pathLst>
            </a:custGeom>
            <a:solidFill>
              <a:schemeClr val="accent4"/>
            </a:solidFill>
            <a:ln>
              <a:noFill/>
            </a:ln>
            <a:effectLst>
              <a:outerShdw rotWithShape="0" algn="bl" dir="42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27" name="Shape 9727"/>
        <p:cNvGrpSpPr/>
        <p:nvPr/>
      </p:nvGrpSpPr>
      <p:grpSpPr>
        <a:xfrm>
          <a:off x="0" y="0"/>
          <a:ext cx="0" cy="0"/>
          <a:chOff x="0" y="0"/>
          <a:chExt cx="0" cy="0"/>
        </a:xfrm>
      </p:grpSpPr>
      <p:sp>
        <p:nvSpPr>
          <p:cNvPr id="9728" name="Google Shape;9728;p59"/>
          <p:cNvSpPr txBox="1"/>
          <p:nvPr>
            <p:ph type="title"/>
          </p:nvPr>
        </p:nvSpPr>
        <p:spPr>
          <a:xfrm>
            <a:off x="788914" y="1437174"/>
            <a:ext cx="4427700" cy="1445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TO REINFORCE THE CONCEPT, TRY USING AN IMAGE</a:t>
            </a:r>
            <a:endParaRPr/>
          </a:p>
        </p:txBody>
      </p:sp>
      <p:sp>
        <p:nvSpPr>
          <p:cNvPr id="9729" name="Google Shape;9729;p59"/>
          <p:cNvSpPr txBox="1"/>
          <p:nvPr>
            <p:ph idx="1" type="subTitle"/>
          </p:nvPr>
        </p:nvSpPr>
        <p:spPr>
          <a:xfrm>
            <a:off x="789823" y="2974926"/>
            <a:ext cx="4425900" cy="731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Images reveal large amounts of data, so remember: use an image instead of a long text. Your audience will appreciate it</a:t>
            </a:r>
            <a:endParaRPr/>
          </a:p>
        </p:txBody>
      </p:sp>
      <p:pic>
        <p:nvPicPr>
          <p:cNvPr id="9730" name="Google Shape;9730;p59"/>
          <p:cNvPicPr preferRelativeResize="0"/>
          <p:nvPr>
            <p:ph idx="2" type="pic"/>
          </p:nvPr>
        </p:nvPicPr>
        <p:blipFill rotWithShape="1">
          <a:blip r:embed="rId3">
            <a:alphaModFix/>
          </a:blip>
          <a:srcRect b="0" l="16667" r="16667" t="0"/>
          <a:stretch/>
        </p:blipFill>
        <p:spPr>
          <a:xfrm>
            <a:off x="5528486" y="1158450"/>
            <a:ext cx="2826600" cy="2826600"/>
          </a:xfrm>
          <a:prstGeom prst="roundRect">
            <a:avLst>
              <a:gd fmla="val 16667" name="adj"/>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34" name="Shape 9734"/>
        <p:cNvGrpSpPr/>
        <p:nvPr/>
      </p:nvGrpSpPr>
      <p:grpSpPr>
        <a:xfrm>
          <a:off x="0" y="0"/>
          <a:ext cx="0" cy="0"/>
          <a:chOff x="0" y="0"/>
          <a:chExt cx="0" cy="0"/>
        </a:xfrm>
      </p:grpSpPr>
      <p:sp>
        <p:nvSpPr>
          <p:cNvPr id="9735" name="Google Shape;9735;p60"/>
          <p:cNvSpPr txBox="1"/>
          <p:nvPr>
            <p:ph type="title"/>
          </p:nvPr>
        </p:nvSpPr>
        <p:spPr>
          <a:xfrm>
            <a:off x="1394246" y="1829050"/>
            <a:ext cx="6357300" cy="1196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4,498,300,000</a:t>
            </a:r>
            <a:endParaRPr/>
          </a:p>
        </p:txBody>
      </p:sp>
      <p:sp>
        <p:nvSpPr>
          <p:cNvPr id="9736" name="Google Shape;9736;p60"/>
          <p:cNvSpPr txBox="1"/>
          <p:nvPr>
            <p:ph idx="1" type="subTitle"/>
          </p:nvPr>
        </p:nvSpPr>
        <p:spPr>
          <a:xfrm>
            <a:off x="1391850" y="2948750"/>
            <a:ext cx="63603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Big numbers catch your audience’s attention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40" name="Shape 9740"/>
        <p:cNvGrpSpPr/>
        <p:nvPr/>
      </p:nvGrpSpPr>
      <p:grpSpPr>
        <a:xfrm>
          <a:off x="0" y="0"/>
          <a:ext cx="0" cy="0"/>
          <a:chOff x="0" y="0"/>
          <a:chExt cx="0" cy="0"/>
        </a:xfrm>
      </p:grpSpPr>
      <p:sp>
        <p:nvSpPr>
          <p:cNvPr id="9741" name="Google Shape;9741;p61"/>
          <p:cNvSpPr/>
          <p:nvPr/>
        </p:nvSpPr>
        <p:spPr>
          <a:xfrm flipH="1" rot="5400000">
            <a:off x="2302741" y="-680239"/>
            <a:ext cx="4538517" cy="6503979"/>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2" name="Google Shape;9742;p61"/>
          <p:cNvSpPr txBox="1"/>
          <p:nvPr>
            <p:ph idx="2" type="subTitle"/>
          </p:nvPr>
        </p:nvSpPr>
        <p:spPr>
          <a:xfrm>
            <a:off x="2472600" y="2751025"/>
            <a:ext cx="41988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The Sun’s mass compared to Earth’s</a:t>
            </a:r>
            <a:endParaRPr/>
          </a:p>
        </p:txBody>
      </p:sp>
      <p:sp>
        <p:nvSpPr>
          <p:cNvPr id="9743" name="Google Shape;9743;p61"/>
          <p:cNvSpPr txBox="1"/>
          <p:nvPr>
            <p:ph idx="1" type="subTitle"/>
          </p:nvPr>
        </p:nvSpPr>
        <p:spPr>
          <a:xfrm>
            <a:off x="2472600" y="1379255"/>
            <a:ext cx="41988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Jupiter's rotation period</a:t>
            </a:r>
            <a:endParaRPr/>
          </a:p>
        </p:txBody>
      </p:sp>
      <p:sp>
        <p:nvSpPr>
          <p:cNvPr id="9744" name="Google Shape;9744;p61"/>
          <p:cNvSpPr txBox="1"/>
          <p:nvPr>
            <p:ph type="title"/>
          </p:nvPr>
        </p:nvSpPr>
        <p:spPr>
          <a:xfrm>
            <a:off x="2472600" y="660726"/>
            <a:ext cx="4198800" cy="640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9H 55M 23S</a:t>
            </a:r>
            <a:endParaRPr/>
          </a:p>
        </p:txBody>
      </p:sp>
      <p:sp>
        <p:nvSpPr>
          <p:cNvPr id="9745" name="Google Shape;9745;p61"/>
          <p:cNvSpPr txBox="1"/>
          <p:nvPr>
            <p:ph idx="4" type="title"/>
          </p:nvPr>
        </p:nvSpPr>
        <p:spPr>
          <a:xfrm>
            <a:off x="2472600" y="2031549"/>
            <a:ext cx="4198800" cy="640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333,000</a:t>
            </a:r>
            <a:endParaRPr/>
          </a:p>
        </p:txBody>
      </p:sp>
      <p:sp>
        <p:nvSpPr>
          <p:cNvPr id="9746" name="Google Shape;9746;p61"/>
          <p:cNvSpPr txBox="1"/>
          <p:nvPr>
            <p:ph idx="5" type="title"/>
          </p:nvPr>
        </p:nvSpPr>
        <p:spPr>
          <a:xfrm>
            <a:off x="2472600" y="3397598"/>
            <a:ext cx="4198800" cy="640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386,000 KM</a:t>
            </a:r>
            <a:endParaRPr/>
          </a:p>
        </p:txBody>
      </p:sp>
      <p:sp>
        <p:nvSpPr>
          <p:cNvPr id="9747" name="Google Shape;9747;p61"/>
          <p:cNvSpPr txBox="1"/>
          <p:nvPr>
            <p:ph idx="3" type="subTitle"/>
          </p:nvPr>
        </p:nvSpPr>
        <p:spPr>
          <a:xfrm>
            <a:off x="2472600" y="4117074"/>
            <a:ext cx="4198800" cy="36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Distance between Earth and the Moon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51" name="Shape 9751"/>
        <p:cNvGrpSpPr/>
        <p:nvPr/>
      </p:nvGrpSpPr>
      <p:grpSpPr>
        <a:xfrm>
          <a:off x="0" y="0"/>
          <a:ext cx="0" cy="0"/>
          <a:chOff x="0" y="0"/>
          <a:chExt cx="0" cy="0"/>
        </a:xfrm>
      </p:grpSpPr>
      <p:sp>
        <p:nvSpPr>
          <p:cNvPr id="9752" name="Google Shape;9752;p62"/>
          <p:cNvSpPr/>
          <p:nvPr/>
        </p:nvSpPr>
        <p:spPr>
          <a:xfrm rot="-5400000">
            <a:off x="6916403" y="16061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3" name="Google Shape;9753;p62"/>
          <p:cNvSpPr/>
          <p:nvPr/>
        </p:nvSpPr>
        <p:spPr>
          <a:xfrm rot="-5400000">
            <a:off x="4192507" y="16061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4" name="Google Shape;9754;p62"/>
          <p:cNvSpPr/>
          <p:nvPr/>
        </p:nvSpPr>
        <p:spPr>
          <a:xfrm rot="-5400000">
            <a:off x="1467369" y="16061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5" name="Google Shape;9755;p62"/>
          <p:cNvSpPr txBox="1"/>
          <p:nvPr>
            <p:ph idx="6" type="title"/>
          </p:nvPr>
        </p:nvSpPr>
        <p:spPr>
          <a:xfrm>
            <a:off x="720000" y="337185"/>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LET’S USE SOME PERCENTAGES</a:t>
            </a:r>
            <a:endParaRPr/>
          </a:p>
        </p:txBody>
      </p:sp>
      <p:sp>
        <p:nvSpPr>
          <p:cNvPr id="9756" name="Google Shape;9756;p62"/>
          <p:cNvSpPr txBox="1"/>
          <p:nvPr>
            <p:ph idx="3" type="title"/>
          </p:nvPr>
        </p:nvSpPr>
        <p:spPr>
          <a:xfrm>
            <a:off x="1467362" y="1802850"/>
            <a:ext cx="7590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25%</a:t>
            </a:r>
            <a:endParaRPr/>
          </a:p>
        </p:txBody>
      </p:sp>
      <p:sp>
        <p:nvSpPr>
          <p:cNvPr id="9757" name="Google Shape;9757;p62"/>
          <p:cNvSpPr txBox="1"/>
          <p:nvPr>
            <p:ph idx="4" type="title"/>
          </p:nvPr>
        </p:nvSpPr>
        <p:spPr>
          <a:xfrm>
            <a:off x="4192500" y="1802850"/>
            <a:ext cx="7590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50%</a:t>
            </a:r>
            <a:endParaRPr/>
          </a:p>
        </p:txBody>
      </p:sp>
      <p:sp>
        <p:nvSpPr>
          <p:cNvPr id="9758" name="Google Shape;9758;p62"/>
          <p:cNvSpPr txBox="1"/>
          <p:nvPr>
            <p:ph type="title"/>
          </p:nvPr>
        </p:nvSpPr>
        <p:spPr>
          <a:xfrm>
            <a:off x="710462" y="2859750"/>
            <a:ext cx="22728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9759" name="Google Shape;9759;p62"/>
          <p:cNvSpPr txBox="1"/>
          <p:nvPr>
            <p:ph idx="2" type="title"/>
          </p:nvPr>
        </p:nvSpPr>
        <p:spPr>
          <a:xfrm>
            <a:off x="3435600" y="2859750"/>
            <a:ext cx="22728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9760" name="Google Shape;9760;p62"/>
          <p:cNvSpPr txBox="1"/>
          <p:nvPr>
            <p:ph idx="1" type="subTitle"/>
          </p:nvPr>
        </p:nvSpPr>
        <p:spPr>
          <a:xfrm>
            <a:off x="711212" y="3074058"/>
            <a:ext cx="2271300" cy="731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of them all</a:t>
            </a:r>
            <a:endParaRPr/>
          </a:p>
        </p:txBody>
      </p:sp>
      <p:sp>
        <p:nvSpPr>
          <p:cNvPr id="9761" name="Google Shape;9761;p62"/>
          <p:cNvSpPr txBox="1"/>
          <p:nvPr>
            <p:ph idx="5" type="subTitle"/>
          </p:nvPr>
        </p:nvSpPr>
        <p:spPr>
          <a:xfrm>
            <a:off x="3436350" y="3074058"/>
            <a:ext cx="2271300" cy="731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a:t>
            </a:r>
            <a:endParaRPr/>
          </a:p>
        </p:txBody>
      </p:sp>
      <p:sp>
        <p:nvSpPr>
          <p:cNvPr id="9762" name="Google Shape;9762;p62"/>
          <p:cNvSpPr txBox="1"/>
          <p:nvPr>
            <p:ph idx="7" type="title"/>
          </p:nvPr>
        </p:nvSpPr>
        <p:spPr>
          <a:xfrm>
            <a:off x="6159496" y="2859750"/>
            <a:ext cx="22728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9763" name="Google Shape;9763;p62"/>
          <p:cNvSpPr txBox="1"/>
          <p:nvPr>
            <p:ph idx="8" type="title"/>
          </p:nvPr>
        </p:nvSpPr>
        <p:spPr>
          <a:xfrm>
            <a:off x="6916396" y="1802850"/>
            <a:ext cx="7590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75%</a:t>
            </a:r>
            <a:endParaRPr/>
          </a:p>
        </p:txBody>
      </p:sp>
      <p:sp>
        <p:nvSpPr>
          <p:cNvPr id="9764" name="Google Shape;9764;p62"/>
          <p:cNvSpPr txBox="1"/>
          <p:nvPr>
            <p:ph idx="9" type="subTitle"/>
          </p:nvPr>
        </p:nvSpPr>
        <p:spPr>
          <a:xfrm>
            <a:off x="6160246" y="3074058"/>
            <a:ext cx="2271300" cy="731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 It’s full of iron oxide dust</a:t>
            </a:r>
            <a:endParaRPr/>
          </a:p>
        </p:txBody>
      </p:sp>
      <p:sp>
        <p:nvSpPr>
          <p:cNvPr id="9765" name="Google Shape;9765;p62"/>
          <p:cNvSpPr/>
          <p:nvPr/>
        </p:nvSpPr>
        <p:spPr>
          <a:xfrm rot="-5400000">
            <a:off x="1754808" y="1966839"/>
            <a:ext cx="184109" cy="1291614"/>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6" name="Google Shape;9766;p62"/>
          <p:cNvSpPr/>
          <p:nvPr/>
        </p:nvSpPr>
        <p:spPr>
          <a:xfrm rot="-5400000">
            <a:off x="1324859" y="2396785"/>
            <a:ext cx="184109" cy="431720"/>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7" name="Google Shape;9767;p62"/>
          <p:cNvSpPr/>
          <p:nvPr/>
        </p:nvSpPr>
        <p:spPr>
          <a:xfrm rot="-5400000">
            <a:off x="4479945" y="1966839"/>
            <a:ext cx="184109" cy="1291614"/>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8" name="Google Shape;9768;p62"/>
          <p:cNvSpPr/>
          <p:nvPr/>
        </p:nvSpPr>
        <p:spPr>
          <a:xfrm rot="-5400000">
            <a:off x="4212965" y="2233831"/>
            <a:ext cx="184109" cy="75762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9" name="Google Shape;9769;p62"/>
          <p:cNvSpPr/>
          <p:nvPr/>
        </p:nvSpPr>
        <p:spPr>
          <a:xfrm rot="-5400000">
            <a:off x="7203842" y="1966839"/>
            <a:ext cx="184109" cy="1291614"/>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0" name="Google Shape;9770;p62"/>
          <p:cNvSpPr/>
          <p:nvPr/>
        </p:nvSpPr>
        <p:spPr>
          <a:xfrm rot="-5400000">
            <a:off x="7090459" y="2080237"/>
            <a:ext cx="184109" cy="106481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74" name="Shape 9774"/>
        <p:cNvGrpSpPr/>
        <p:nvPr/>
      </p:nvGrpSpPr>
      <p:grpSpPr>
        <a:xfrm>
          <a:off x="0" y="0"/>
          <a:ext cx="0" cy="0"/>
          <a:chOff x="0" y="0"/>
          <a:chExt cx="0" cy="0"/>
        </a:xfrm>
      </p:grpSpPr>
      <p:sp>
        <p:nvSpPr>
          <p:cNvPr id="9775" name="Google Shape;9775;p63"/>
          <p:cNvSpPr txBox="1"/>
          <p:nvPr>
            <p:ph type="title"/>
          </p:nvPr>
        </p:nvSpPr>
        <p:spPr>
          <a:xfrm>
            <a:off x="1462724" y="1379650"/>
            <a:ext cx="2613900" cy="10059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COMPUTER MOCKUP</a:t>
            </a:r>
            <a:endParaRPr/>
          </a:p>
        </p:txBody>
      </p:sp>
      <p:sp>
        <p:nvSpPr>
          <p:cNvPr id="9776" name="Google Shape;9776;p63"/>
          <p:cNvSpPr txBox="1"/>
          <p:nvPr>
            <p:ph idx="1" type="subTitle"/>
          </p:nvPr>
        </p:nvSpPr>
        <p:spPr>
          <a:xfrm>
            <a:off x="1463163" y="2300750"/>
            <a:ext cx="2613000" cy="914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You can replace the image on the screen with your own work. Just right-click on it and select “Replace image”</a:t>
            </a:r>
            <a:endParaRPr/>
          </a:p>
        </p:txBody>
      </p:sp>
      <p:grpSp>
        <p:nvGrpSpPr>
          <p:cNvPr id="9777" name="Google Shape;9777;p63"/>
          <p:cNvGrpSpPr/>
          <p:nvPr/>
        </p:nvGrpSpPr>
        <p:grpSpPr>
          <a:xfrm>
            <a:off x="4629285" y="1323602"/>
            <a:ext cx="3432984" cy="2496295"/>
            <a:chOff x="331763" y="414153"/>
            <a:chExt cx="6903246" cy="5019697"/>
          </a:xfrm>
        </p:grpSpPr>
        <p:sp>
          <p:nvSpPr>
            <p:cNvPr id="9778" name="Google Shape;9778;p63"/>
            <p:cNvSpPr/>
            <p:nvPr/>
          </p:nvSpPr>
          <p:spPr>
            <a:xfrm>
              <a:off x="2953125" y="4725150"/>
              <a:ext cx="1660725" cy="708700"/>
            </a:xfrm>
            <a:custGeom>
              <a:rect b="b" l="l" r="r" t="t"/>
              <a:pathLst>
                <a:path extrusionOk="0" h="28348" w="66429">
                  <a:moveTo>
                    <a:pt x="6889" y="1"/>
                  </a:moveTo>
                  <a:lnTo>
                    <a:pt x="1" y="28347"/>
                  </a:lnTo>
                  <a:lnTo>
                    <a:pt x="66429" y="28347"/>
                  </a:lnTo>
                  <a:lnTo>
                    <a:pt x="59475" y="1"/>
                  </a:lnTo>
                  <a:lnTo>
                    <a:pt x="33182" y="464"/>
                  </a:lnTo>
                  <a:lnTo>
                    <a:pt x="688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9" name="Google Shape;9779;p63"/>
            <p:cNvSpPr/>
            <p:nvPr/>
          </p:nvSpPr>
          <p:spPr>
            <a:xfrm>
              <a:off x="331763" y="414153"/>
              <a:ext cx="6903246" cy="4353879"/>
            </a:xfrm>
            <a:custGeom>
              <a:rect b="b" l="l" r="r" t="t"/>
              <a:pathLst>
                <a:path extrusionOk="0" h="181204" w="248162">
                  <a:moveTo>
                    <a:pt x="4636" y="0"/>
                  </a:moveTo>
                  <a:cubicBezTo>
                    <a:pt x="2053" y="0"/>
                    <a:pt x="0" y="2053"/>
                    <a:pt x="0" y="4636"/>
                  </a:cubicBezTo>
                  <a:lnTo>
                    <a:pt x="0" y="176634"/>
                  </a:lnTo>
                  <a:cubicBezTo>
                    <a:pt x="0" y="179151"/>
                    <a:pt x="2053" y="181204"/>
                    <a:pt x="4636" y="181204"/>
                  </a:cubicBezTo>
                  <a:lnTo>
                    <a:pt x="243526" y="181204"/>
                  </a:lnTo>
                  <a:cubicBezTo>
                    <a:pt x="246109" y="181204"/>
                    <a:pt x="248162" y="179151"/>
                    <a:pt x="248162" y="176634"/>
                  </a:cubicBezTo>
                  <a:lnTo>
                    <a:pt x="248162" y="4636"/>
                  </a:lnTo>
                  <a:cubicBezTo>
                    <a:pt x="248162" y="2053"/>
                    <a:pt x="246109" y="0"/>
                    <a:pt x="243526" y="0"/>
                  </a:cubicBezTo>
                  <a:close/>
                </a:path>
              </a:pathLst>
            </a:custGeom>
            <a:solidFill>
              <a:schemeClr val="dk1"/>
            </a:solidFill>
            <a:ln>
              <a:noFill/>
            </a:ln>
            <a:effectLst>
              <a:outerShdw rotWithShape="0" algn="bl" dir="54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0" name="Google Shape;9780;p63"/>
            <p:cNvSpPr/>
            <p:nvPr/>
          </p:nvSpPr>
          <p:spPr>
            <a:xfrm>
              <a:off x="547300" y="600323"/>
              <a:ext cx="6472159" cy="3981525"/>
            </a:xfrm>
            <a:custGeom>
              <a:rect b="b" l="l" r="r" t="t"/>
              <a:pathLst>
                <a:path extrusionOk="0" h="165707" w="232665">
                  <a:moveTo>
                    <a:pt x="1" y="1"/>
                  </a:moveTo>
                  <a:lnTo>
                    <a:pt x="1" y="24307"/>
                  </a:lnTo>
                  <a:lnTo>
                    <a:pt x="1" y="165707"/>
                  </a:lnTo>
                  <a:lnTo>
                    <a:pt x="232665" y="165707"/>
                  </a:lnTo>
                  <a:lnTo>
                    <a:pt x="232665" y="121532"/>
                  </a:lnTo>
                  <a:lnTo>
                    <a:pt x="232665" y="1"/>
                  </a:lnTo>
                  <a:close/>
                </a:path>
              </a:pathLst>
            </a:custGeom>
            <a:solidFill>
              <a:schemeClr val="dk1"/>
            </a:solidFill>
            <a:ln>
              <a:noFill/>
            </a:ln>
            <a:effectLst>
              <a:outerShdw rotWithShape="0" algn="bl" dir="54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1" name="Google Shape;9781;p63"/>
            <p:cNvSpPr/>
            <p:nvPr/>
          </p:nvSpPr>
          <p:spPr>
            <a:xfrm>
              <a:off x="2772650" y="5206975"/>
              <a:ext cx="2020025" cy="226875"/>
            </a:xfrm>
            <a:custGeom>
              <a:rect b="b" l="l" r="r" t="t"/>
              <a:pathLst>
                <a:path extrusionOk="0" h="9075" w="80801">
                  <a:moveTo>
                    <a:pt x="4571" y="1"/>
                  </a:moveTo>
                  <a:cubicBezTo>
                    <a:pt x="2054" y="1"/>
                    <a:pt x="1" y="2054"/>
                    <a:pt x="1" y="4570"/>
                  </a:cubicBezTo>
                  <a:cubicBezTo>
                    <a:pt x="1" y="7021"/>
                    <a:pt x="2054" y="9074"/>
                    <a:pt x="4571" y="9074"/>
                  </a:cubicBezTo>
                  <a:lnTo>
                    <a:pt x="76297" y="9074"/>
                  </a:lnTo>
                  <a:cubicBezTo>
                    <a:pt x="78814" y="9074"/>
                    <a:pt x="80801" y="7021"/>
                    <a:pt x="80801" y="4570"/>
                  </a:cubicBezTo>
                  <a:cubicBezTo>
                    <a:pt x="80801" y="2054"/>
                    <a:pt x="78814" y="1"/>
                    <a:pt x="76297" y="1"/>
                  </a:cubicBezTo>
                  <a:close/>
                </a:path>
              </a:pathLst>
            </a:custGeom>
            <a:solidFill>
              <a:schemeClr val="dk1"/>
            </a:solidFill>
            <a:ln>
              <a:noFill/>
            </a:ln>
            <a:effectLst>
              <a:outerShdw rotWithShape="0" algn="bl" dir="54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9782" name="Google Shape;9782;p63"/>
          <p:cNvPicPr preferRelativeResize="0"/>
          <p:nvPr/>
        </p:nvPicPr>
        <p:blipFill rotWithShape="1">
          <a:blip r:embed="rId3">
            <a:alphaModFix/>
          </a:blip>
          <a:srcRect b="0" l="0" r="0" t="0"/>
          <a:stretch/>
        </p:blipFill>
        <p:spPr>
          <a:xfrm>
            <a:off x="4721183" y="1492876"/>
            <a:ext cx="3249000" cy="1827600"/>
          </a:xfrm>
          <a:prstGeom prst="roundRect">
            <a:avLst>
              <a:gd fmla="val 6369" name="adj"/>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86" name="Shape 9786"/>
        <p:cNvGrpSpPr/>
        <p:nvPr/>
      </p:nvGrpSpPr>
      <p:grpSpPr>
        <a:xfrm>
          <a:off x="0" y="0"/>
          <a:ext cx="0" cy="0"/>
          <a:chOff x="0" y="0"/>
          <a:chExt cx="0" cy="0"/>
        </a:xfrm>
      </p:grpSpPr>
      <p:sp>
        <p:nvSpPr>
          <p:cNvPr id="9787" name="Google Shape;9787;p64"/>
          <p:cNvSpPr txBox="1"/>
          <p:nvPr>
            <p:ph type="title"/>
          </p:nvPr>
        </p:nvSpPr>
        <p:spPr>
          <a:xfrm>
            <a:off x="5363009" y="1380744"/>
            <a:ext cx="2615100" cy="100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TABLET APP</a:t>
            </a:r>
            <a:endParaRPr/>
          </a:p>
        </p:txBody>
      </p:sp>
      <p:sp>
        <p:nvSpPr>
          <p:cNvPr id="9788" name="Google Shape;9788;p64"/>
          <p:cNvSpPr txBox="1"/>
          <p:nvPr>
            <p:ph idx="1" type="subTitle"/>
          </p:nvPr>
        </p:nvSpPr>
        <p:spPr>
          <a:xfrm>
            <a:off x="5363550" y="2304288"/>
            <a:ext cx="2614500" cy="914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replace the image on the screen with your own work. Just right-click on it and select “Replace image”</a:t>
            </a:r>
            <a:endParaRPr/>
          </a:p>
        </p:txBody>
      </p:sp>
      <p:grpSp>
        <p:nvGrpSpPr>
          <p:cNvPr id="9789" name="Google Shape;9789;p64"/>
          <p:cNvGrpSpPr/>
          <p:nvPr/>
        </p:nvGrpSpPr>
        <p:grpSpPr>
          <a:xfrm>
            <a:off x="1638151" y="735606"/>
            <a:ext cx="2697276" cy="3672287"/>
            <a:chOff x="1655550" y="790900"/>
            <a:chExt cx="2510262" cy="3417671"/>
          </a:xfrm>
        </p:grpSpPr>
        <p:sp>
          <p:nvSpPr>
            <p:cNvPr id="9790" name="Google Shape;9790;p64"/>
            <p:cNvSpPr/>
            <p:nvPr/>
          </p:nvSpPr>
          <p:spPr>
            <a:xfrm>
              <a:off x="1655550" y="790900"/>
              <a:ext cx="2510262" cy="3417671"/>
            </a:xfrm>
            <a:custGeom>
              <a:rect b="b" l="l" r="r" t="t"/>
              <a:pathLst>
                <a:path extrusionOk="0" h="190426" w="143096">
                  <a:moveTo>
                    <a:pt x="2914" y="0"/>
                  </a:moveTo>
                  <a:cubicBezTo>
                    <a:pt x="1280" y="0"/>
                    <a:pt x="0" y="1281"/>
                    <a:pt x="0" y="2914"/>
                  </a:cubicBezTo>
                  <a:lnTo>
                    <a:pt x="0" y="187512"/>
                  </a:lnTo>
                  <a:cubicBezTo>
                    <a:pt x="0" y="189101"/>
                    <a:pt x="1280" y="190426"/>
                    <a:pt x="2914" y="190426"/>
                  </a:cubicBezTo>
                  <a:lnTo>
                    <a:pt x="140182" y="190426"/>
                  </a:lnTo>
                  <a:cubicBezTo>
                    <a:pt x="141771" y="190426"/>
                    <a:pt x="143096" y="189101"/>
                    <a:pt x="143096" y="187512"/>
                  </a:cubicBezTo>
                  <a:lnTo>
                    <a:pt x="143096" y="2914"/>
                  </a:lnTo>
                  <a:cubicBezTo>
                    <a:pt x="143096" y="1281"/>
                    <a:pt x="141771" y="0"/>
                    <a:pt x="140182" y="0"/>
                  </a:cubicBezTo>
                  <a:close/>
                </a:path>
              </a:pathLst>
            </a:custGeom>
            <a:solidFill>
              <a:schemeClr val="dk1"/>
            </a:solidFill>
            <a:ln>
              <a:noFill/>
            </a:ln>
            <a:effectLst>
              <a:outerShdw rotWithShape="0" algn="bl" dir="54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1" name="Google Shape;9791;p64"/>
            <p:cNvSpPr/>
            <p:nvPr/>
          </p:nvSpPr>
          <p:spPr>
            <a:xfrm>
              <a:off x="1735300" y="886765"/>
              <a:ext cx="2350730" cy="3115776"/>
            </a:xfrm>
            <a:custGeom>
              <a:rect b="b" l="l" r="r" t="t"/>
              <a:pathLst>
                <a:path extrusionOk="0" h="173605" w="134002">
                  <a:moveTo>
                    <a:pt x="1" y="1"/>
                  </a:moveTo>
                  <a:lnTo>
                    <a:pt x="1" y="53821"/>
                  </a:lnTo>
                  <a:lnTo>
                    <a:pt x="1" y="127599"/>
                  </a:lnTo>
                  <a:lnTo>
                    <a:pt x="1" y="173605"/>
                  </a:lnTo>
                  <a:lnTo>
                    <a:pt x="134001" y="173605"/>
                  </a:lnTo>
                  <a:lnTo>
                    <a:pt x="134001" y="34615"/>
                  </a:lnTo>
                  <a:lnTo>
                    <a:pt x="13400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9792" name="Google Shape;9792;p64"/>
          <p:cNvPicPr preferRelativeResize="0"/>
          <p:nvPr/>
        </p:nvPicPr>
        <p:blipFill rotWithShape="1">
          <a:blip r:embed="rId3">
            <a:alphaModFix/>
          </a:blip>
          <a:srcRect b="0" l="24985" r="24985" t="0"/>
          <a:stretch/>
        </p:blipFill>
        <p:spPr>
          <a:xfrm>
            <a:off x="1730542" y="838613"/>
            <a:ext cx="2512500" cy="3348000"/>
          </a:xfrm>
          <a:prstGeom prst="roundRect">
            <a:avLst>
              <a:gd fmla="val 7128" name="adj"/>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96" name="Shape 9796"/>
        <p:cNvGrpSpPr/>
        <p:nvPr/>
      </p:nvGrpSpPr>
      <p:grpSpPr>
        <a:xfrm>
          <a:off x="0" y="0"/>
          <a:ext cx="0" cy="0"/>
          <a:chOff x="0" y="0"/>
          <a:chExt cx="0" cy="0"/>
        </a:xfrm>
      </p:grpSpPr>
      <p:sp>
        <p:nvSpPr>
          <p:cNvPr id="9797" name="Google Shape;9797;p65"/>
          <p:cNvSpPr txBox="1"/>
          <p:nvPr>
            <p:ph type="title"/>
          </p:nvPr>
        </p:nvSpPr>
        <p:spPr>
          <a:xfrm>
            <a:off x="1462724" y="1379650"/>
            <a:ext cx="2613900" cy="10059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MOBILE APP</a:t>
            </a:r>
            <a:endParaRPr/>
          </a:p>
        </p:txBody>
      </p:sp>
      <p:sp>
        <p:nvSpPr>
          <p:cNvPr id="9798" name="Google Shape;9798;p65"/>
          <p:cNvSpPr txBox="1"/>
          <p:nvPr>
            <p:ph idx="1" type="subTitle"/>
          </p:nvPr>
        </p:nvSpPr>
        <p:spPr>
          <a:xfrm>
            <a:off x="1463163" y="2300750"/>
            <a:ext cx="2613000" cy="914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You can replace the image on the screen with your own work. Just right-click on it and select “Replace image”</a:t>
            </a:r>
            <a:endParaRPr/>
          </a:p>
        </p:txBody>
      </p:sp>
      <p:sp>
        <p:nvSpPr>
          <p:cNvPr id="9799" name="Google Shape;9799;p65"/>
          <p:cNvSpPr/>
          <p:nvPr/>
        </p:nvSpPr>
        <p:spPr>
          <a:xfrm>
            <a:off x="5576379" y="891931"/>
            <a:ext cx="1664618" cy="3176204"/>
          </a:xfrm>
          <a:custGeom>
            <a:rect b="b" l="l" r="r" t="t"/>
            <a:pathLst>
              <a:path extrusionOk="0" h="161331" w="84552">
                <a:moveTo>
                  <a:pt x="1" y="1"/>
                </a:moveTo>
                <a:lnTo>
                  <a:pt x="1" y="161331"/>
                </a:lnTo>
                <a:lnTo>
                  <a:pt x="84551" y="161331"/>
                </a:lnTo>
                <a:lnTo>
                  <a:pt x="84551" y="1"/>
                </a:lnTo>
                <a:close/>
              </a:path>
            </a:pathLst>
          </a:custGeom>
          <a:solidFill>
            <a:srgbClr val="9090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00" name="Google Shape;9800;p65"/>
          <p:cNvGrpSpPr/>
          <p:nvPr/>
        </p:nvGrpSpPr>
        <p:grpSpPr>
          <a:xfrm>
            <a:off x="5491201" y="709411"/>
            <a:ext cx="1834973" cy="3724678"/>
            <a:chOff x="5186401" y="494525"/>
            <a:chExt cx="1834973" cy="3724678"/>
          </a:xfrm>
        </p:grpSpPr>
        <p:sp>
          <p:nvSpPr>
            <p:cNvPr id="9801" name="Google Shape;9801;p65"/>
            <p:cNvSpPr/>
            <p:nvPr/>
          </p:nvSpPr>
          <p:spPr>
            <a:xfrm>
              <a:off x="5186401" y="494525"/>
              <a:ext cx="1834973" cy="3724678"/>
            </a:xfrm>
            <a:custGeom>
              <a:rect b="b" l="l" r="r" t="t"/>
              <a:pathLst>
                <a:path extrusionOk="0" h="189190" w="93205">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dk1"/>
            </a:solidFill>
            <a:ln>
              <a:noFill/>
            </a:ln>
            <a:effectLst>
              <a:outerShdw rotWithShape="0" algn="bl" dir="54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2" name="Google Shape;9802;p65"/>
            <p:cNvSpPr/>
            <p:nvPr/>
          </p:nvSpPr>
          <p:spPr>
            <a:xfrm>
              <a:off x="5890455" y="3969678"/>
              <a:ext cx="458108" cy="154724"/>
            </a:xfrm>
            <a:custGeom>
              <a:rect b="b" l="l" r="r" t="t"/>
              <a:pathLst>
                <a:path extrusionOk="0" h="7859" w="23269">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dk2"/>
            </a:solidFill>
            <a:ln>
              <a:noFill/>
            </a:ln>
            <a:effectLst>
              <a:outerShdw rotWithShape="0" algn="bl" dir="54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9803" name="Google Shape;9803;p65"/>
          <p:cNvPicPr preferRelativeResize="0"/>
          <p:nvPr/>
        </p:nvPicPr>
        <p:blipFill rotWithShape="1">
          <a:blip r:embed="rId3">
            <a:alphaModFix/>
          </a:blip>
          <a:srcRect b="0" l="30196" r="40325" t="0"/>
          <a:stretch/>
        </p:blipFill>
        <p:spPr>
          <a:xfrm>
            <a:off x="5576388" y="891935"/>
            <a:ext cx="1664700" cy="3176100"/>
          </a:xfrm>
          <a:prstGeom prst="roundRect">
            <a:avLst>
              <a:gd fmla="val 8450" name="adj"/>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807" name="Shape 9807"/>
        <p:cNvGrpSpPr/>
        <p:nvPr/>
      </p:nvGrpSpPr>
      <p:grpSpPr>
        <a:xfrm>
          <a:off x="0" y="0"/>
          <a:ext cx="0" cy="0"/>
          <a:chOff x="0" y="0"/>
          <a:chExt cx="0" cy="0"/>
        </a:xfrm>
      </p:grpSpPr>
      <p:grpSp>
        <p:nvGrpSpPr>
          <p:cNvPr id="9808" name="Google Shape;9808;p66"/>
          <p:cNvGrpSpPr/>
          <p:nvPr/>
        </p:nvGrpSpPr>
        <p:grpSpPr>
          <a:xfrm>
            <a:off x="806827" y="1305865"/>
            <a:ext cx="5053010" cy="2692022"/>
            <a:chOff x="-6278622" y="2442183"/>
            <a:chExt cx="13760920" cy="7331215"/>
          </a:xfrm>
        </p:grpSpPr>
        <p:sp>
          <p:nvSpPr>
            <p:cNvPr id="9809" name="Google Shape;9809;p66"/>
            <p:cNvSpPr/>
            <p:nvPr/>
          </p:nvSpPr>
          <p:spPr>
            <a:xfrm>
              <a:off x="1809660" y="6027249"/>
              <a:ext cx="2851319" cy="636466"/>
            </a:xfrm>
            <a:custGeom>
              <a:rect b="b" l="l" r="r" t="t"/>
              <a:pathLst>
                <a:path extrusionOk="0" h="13204" w="59156">
                  <a:moveTo>
                    <a:pt x="1" y="0"/>
                  </a:moveTo>
                  <a:lnTo>
                    <a:pt x="1" y="0"/>
                  </a:lnTo>
                  <a:close/>
                  <a:moveTo>
                    <a:pt x="59155" y="13203"/>
                  </a:move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0" name="Google Shape;9810;p66"/>
            <p:cNvSpPr/>
            <p:nvPr/>
          </p:nvSpPr>
          <p:spPr>
            <a:xfrm>
              <a:off x="-1119115" y="2686805"/>
              <a:ext cx="7940757" cy="5994897"/>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1" name="Google Shape;9811;p66"/>
            <p:cNvSpPr/>
            <p:nvPr/>
          </p:nvSpPr>
          <p:spPr>
            <a:xfrm>
              <a:off x="4673460" y="7404600"/>
              <a:ext cx="2138297" cy="1569232"/>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2" name="Google Shape;9812;p66"/>
            <p:cNvSpPr/>
            <p:nvPr/>
          </p:nvSpPr>
          <p:spPr>
            <a:xfrm>
              <a:off x="5692184" y="6856359"/>
              <a:ext cx="1102093" cy="601182"/>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3" name="Google Shape;9813;p66"/>
            <p:cNvSpPr/>
            <p:nvPr/>
          </p:nvSpPr>
          <p:spPr>
            <a:xfrm>
              <a:off x="4644299" y="6452480"/>
              <a:ext cx="543985" cy="614003"/>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4" name="Google Shape;9814;p66"/>
            <p:cNvSpPr/>
            <p:nvPr/>
          </p:nvSpPr>
          <p:spPr>
            <a:xfrm>
              <a:off x="3961246" y="6521890"/>
              <a:ext cx="1044590" cy="830433"/>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5" name="Google Shape;9815;p66"/>
            <p:cNvSpPr/>
            <p:nvPr/>
          </p:nvSpPr>
          <p:spPr>
            <a:xfrm>
              <a:off x="1733021" y="7419157"/>
              <a:ext cx="438186" cy="762419"/>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6" name="Google Shape;9816;p66"/>
            <p:cNvSpPr/>
            <p:nvPr/>
          </p:nvSpPr>
          <p:spPr>
            <a:xfrm>
              <a:off x="5684713" y="4263420"/>
              <a:ext cx="515644" cy="806476"/>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7" name="Google Shape;9817;p66"/>
            <p:cNvSpPr/>
            <p:nvPr/>
          </p:nvSpPr>
          <p:spPr>
            <a:xfrm>
              <a:off x="6578499" y="8749753"/>
              <a:ext cx="903798" cy="683608"/>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8" name="Google Shape;9818;p66"/>
            <p:cNvSpPr/>
            <p:nvPr/>
          </p:nvSpPr>
          <p:spPr>
            <a:xfrm>
              <a:off x="5429827" y="5730618"/>
              <a:ext cx="448983" cy="743138"/>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9" name="Google Shape;9819;p66"/>
            <p:cNvSpPr/>
            <p:nvPr/>
          </p:nvSpPr>
          <p:spPr>
            <a:xfrm>
              <a:off x="5109099" y="6740387"/>
              <a:ext cx="357403" cy="438498"/>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0" name="Google Shape;9820;p66"/>
            <p:cNvSpPr/>
            <p:nvPr/>
          </p:nvSpPr>
          <p:spPr>
            <a:xfrm>
              <a:off x="1600565" y="2692782"/>
              <a:ext cx="501521" cy="31428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1" name="Google Shape;9821;p66"/>
            <p:cNvSpPr/>
            <p:nvPr/>
          </p:nvSpPr>
          <p:spPr>
            <a:xfrm>
              <a:off x="223662" y="2573242"/>
              <a:ext cx="474818" cy="171167"/>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2" name="Google Shape;9822;p66"/>
            <p:cNvSpPr/>
            <p:nvPr/>
          </p:nvSpPr>
          <p:spPr>
            <a:xfrm>
              <a:off x="-633492" y="3721493"/>
              <a:ext cx="223311" cy="223322"/>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3" name="Google Shape;9823;p66"/>
            <p:cNvSpPr/>
            <p:nvPr/>
          </p:nvSpPr>
          <p:spPr>
            <a:xfrm>
              <a:off x="4999394" y="7279855"/>
              <a:ext cx="415195" cy="158827"/>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4" name="Google Shape;9824;p66"/>
            <p:cNvSpPr/>
            <p:nvPr/>
          </p:nvSpPr>
          <p:spPr>
            <a:xfrm>
              <a:off x="4312967" y="2740260"/>
              <a:ext cx="505473" cy="105708"/>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5" name="Google Shape;9825;p66"/>
            <p:cNvSpPr/>
            <p:nvPr/>
          </p:nvSpPr>
          <p:spPr>
            <a:xfrm>
              <a:off x="5799671" y="9079064"/>
              <a:ext cx="242398" cy="187749"/>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6" name="Google Shape;9826;p66"/>
            <p:cNvSpPr/>
            <p:nvPr/>
          </p:nvSpPr>
          <p:spPr>
            <a:xfrm>
              <a:off x="3557275" y="6215475"/>
              <a:ext cx="158289" cy="246893"/>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7" name="Google Shape;9827;p66"/>
            <p:cNvSpPr/>
            <p:nvPr/>
          </p:nvSpPr>
          <p:spPr>
            <a:xfrm>
              <a:off x="2659295" y="2535308"/>
              <a:ext cx="309926" cy="127544"/>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8" name="Google Shape;9828;p66"/>
            <p:cNvSpPr/>
            <p:nvPr/>
          </p:nvSpPr>
          <p:spPr>
            <a:xfrm>
              <a:off x="527712" y="2537091"/>
              <a:ext cx="227456" cy="107443"/>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9" name="Google Shape;9829;p66"/>
            <p:cNvSpPr/>
            <p:nvPr/>
          </p:nvSpPr>
          <p:spPr>
            <a:xfrm>
              <a:off x="5311542" y="7289158"/>
              <a:ext cx="246591" cy="147789"/>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0" name="Google Shape;9830;p66"/>
            <p:cNvSpPr/>
            <p:nvPr/>
          </p:nvSpPr>
          <p:spPr>
            <a:xfrm>
              <a:off x="5392471" y="5363325"/>
              <a:ext cx="130670" cy="180952"/>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1" name="Google Shape;9831;p66"/>
            <p:cNvSpPr/>
            <p:nvPr/>
          </p:nvSpPr>
          <p:spPr>
            <a:xfrm>
              <a:off x="5378156" y="6128857"/>
              <a:ext cx="145805" cy="187556"/>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2" name="Google Shape;9832;p66"/>
            <p:cNvSpPr/>
            <p:nvPr/>
          </p:nvSpPr>
          <p:spPr>
            <a:xfrm>
              <a:off x="1263208" y="2530343"/>
              <a:ext cx="214972" cy="91247"/>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3" name="Google Shape;9833;p66"/>
            <p:cNvSpPr/>
            <p:nvPr/>
          </p:nvSpPr>
          <p:spPr>
            <a:xfrm>
              <a:off x="7179563" y="7945033"/>
              <a:ext cx="142817" cy="154344"/>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4" name="Google Shape;9834;p66"/>
            <p:cNvSpPr/>
            <p:nvPr/>
          </p:nvSpPr>
          <p:spPr>
            <a:xfrm>
              <a:off x="5884698" y="6624318"/>
              <a:ext cx="127393" cy="153862"/>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5" name="Google Shape;9835;p66"/>
            <p:cNvSpPr/>
            <p:nvPr/>
          </p:nvSpPr>
          <p:spPr>
            <a:xfrm>
              <a:off x="1519781" y="2515353"/>
              <a:ext cx="168170" cy="96694"/>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6" name="Google Shape;9836;p66"/>
            <p:cNvSpPr/>
            <p:nvPr/>
          </p:nvSpPr>
          <p:spPr>
            <a:xfrm>
              <a:off x="5988088" y="2933547"/>
              <a:ext cx="156313" cy="80595"/>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7" name="Google Shape;9837;p66"/>
            <p:cNvSpPr/>
            <p:nvPr/>
          </p:nvSpPr>
          <p:spPr>
            <a:xfrm>
              <a:off x="2989422" y="2606790"/>
              <a:ext cx="157228" cy="90572"/>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8" name="Google Shape;9838;p66"/>
            <p:cNvSpPr/>
            <p:nvPr/>
          </p:nvSpPr>
          <p:spPr>
            <a:xfrm>
              <a:off x="5574140" y="6979320"/>
              <a:ext cx="149998" cy="77558"/>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9" name="Google Shape;9839;p66"/>
            <p:cNvSpPr/>
            <p:nvPr/>
          </p:nvSpPr>
          <p:spPr>
            <a:xfrm>
              <a:off x="1725550" y="2533669"/>
              <a:ext cx="119584" cy="76690"/>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0" name="Google Shape;9840;p66"/>
            <p:cNvSpPr/>
            <p:nvPr/>
          </p:nvSpPr>
          <p:spPr>
            <a:xfrm>
              <a:off x="-2678458" y="2548708"/>
              <a:ext cx="1002946" cy="183266"/>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1" name="Google Shape;9841;p66"/>
            <p:cNvSpPr/>
            <p:nvPr/>
          </p:nvSpPr>
          <p:spPr>
            <a:xfrm>
              <a:off x="-6278622" y="2442183"/>
              <a:ext cx="6232356" cy="7331215"/>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2" name="Google Shape;9842;p66"/>
            <p:cNvSpPr/>
            <p:nvPr/>
          </p:nvSpPr>
          <p:spPr>
            <a:xfrm>
              <a:off x="-3679685" y="2638603"/>
              <a:ext cx="545624" cy="176759"/>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3" name="Google Shape;9843;p66"/>
            <p:cNvSpPr/>
            <p:nvPr/>
          </p:nvSpPr>
          <p:spPr>
            <a:xfrm>
              <a:off x="-665980" y="3155803"/>
              <a:ext cx="411532" cy="184278"/>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4" name="Google Shape;9844;p66"/>
            <p:cNvSpPr/>
            <p:nvPr/>
          </p:nvSpPr>
          <p:spPr>
            <a:xfrm>
              <a:off x="-3927099" y="5449460"/>
              <a:ext cx="508173" cy="218068"/>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5" name="Google Shape;9845;p66"/>
            <p:cNvSpPr/>
            <p:nvPr/>
          </p:nvSpPr>
          <p:spPr>
            <a:xfrm>
              <a:off x="-3102432" y="2579268"/>
              <a:ext cx="312384" cy="21599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6" name="Google Shape;9846;p66"/>
            <p:cNvSpPr/>
            <p:nvPr/>
          </p:nvSpPr>
          <p:spPr>
            <a:xfrm>
              <a:off x="-3472277" y="5631565"/>
              <a:ext cx="318216" cy="142583"/>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7" name="Google Shape;9847;p66"/>
            <p:cNvSpPr/>
            <p:nvPr/>
          </p:nvSpPr>
          <p:spPr>
            <a:xfrm>
              <a:off x="-3022467" y="3205065"/>
              <a:ext cx="249917" cy="124411"/>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8" name="Google Shape;9848;p66"/>
            <p:cNvSpPr/>
            <p:nvPr/>
          </p:nvSpPr>
          <p:spPr>
            <a:xfrm>
              <a:off x="-3281546" y="2598934"/>
              <a:ext cx="181714" cy="86427"/>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9" name="Google Shape;9849;p66"/>
            <p:cNvSpPr/>
            <p:nvPr/>
          </p:nvSpPr>
          <p:spPr>
            <a:xfrm>
              <a:off x="-3122436" y="5700637"/>
              <a:ext cx="114186" cy="85463"/>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0" name="Google Shape;9850;p66"/>
            <p:cNvSpPr/>
            <p:nvPr/>
          </p:nvSpPr>
          <p:spPr>
            <a:xfrm>
              <a:off x="-2361924" y="9539097"/>
              <a:ext cx="120837" cy="75630"/>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1" name="Google Shape;9851;p66"/>
            <p:cNvSpPr/>
            <p:nvPr/>
          </p:nvSpPr>
          <p:spPr>
            <a:xfrm>
              <a:off x="-3635533" y="5712350"/>
              <a:ext cx="108305" cy="73798"/>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2" name="Google Shape;9852;p66"/>
            <p:cNvSpPr/>
            <p:nvPr/>
          </p:nvSpPr>
          <p:spPr>
            <a:xfrm>
              <a:off x="6855365" y="7136987"/>
              <a:ext cx="91339" cy="1032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3" name="Google Shape;9853;p66"/>
            <p:cNvSpPr/>
            <p:nvPr/>
          </p:nvSpPr>
          <p:spPr>
            <a:xfrm>
              <a:off x="1545616" y="3022816"/>
              <a:ext cx="105847" cy="73075"/>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4" name="Google Shape;9854;p66"/>
            <p:cNvSpPr/>
            <p:nvPr/>
          </p:nvSpPr>
          <p:spPr>
            <a:xfrm>
              <a:off x="5463134" y="7003228"/>
              <a:ext cx="96641" cy="71966"/>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5" name="Google Shape;9855;p66"/>
            <p:cNvSpPr/>
            <p:nvPr/>
          </p:nvSpPr>
          <p:spPr>
            <a:xfrm>
              <a:off x="6151151" y="4257443"/>
              <a:ext cx="88833" cy="81366"/>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6" name="Google Shape;9856;p66"/>
            <p:cNvSpPr/>
            <p:nvPr/>
          </p:nvSpPr>
          <p:spPr>
            <a:xfrm>
              <a:off x="117861" y="4382091"/>
              <a:ext cx="103341" cy="243278"/>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7" name="Google Shape;9857;p66"/>
            <p:cNvSpPr/>
            <p:nvPr/>
          </p:nvSpPr>
          <p:spPr>
            <a:xfrm>
              <a:off x="810072" y="4779414"/>
              <a:ext cx="180798" cy="87536"/>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8" name="Google Shape;9858;p66"/>
            <p:cNvSpPr/>
            <p:nvPr/>
          </p:nvSpPr>
          <p:spPr>
            <a:xfrm>
              <a:off x="1225756" y="4803322"/>
              <a:ext cx="97509" cy="72497"/>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9" name="Google Shape;9859;p66"/>
            <p:cNvSpPr/>
            <p:nvPr/>
          </p:nvSpPr>
          <p:spPr>
            <a:xfrm>
              <a:off x="-142809" y="4541975"/>
              <a:ext cx="86615" cy="7360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accent6"/>
            </a:solidFill>
            <a:ln>
              <a:noFill/>
            </a:ln>
            <a:effectLst>
              <a:outerShdw rotWithShape="0" algn="bl" dir="5400000" dist="47625">
                <a:srgbClr val="000000">
                  <a:alpha val="1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60" name="Google Shape;9860;p66"/>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MAP</a:t>
            </a:r>
            <a:endParaRPr/>
          </a:p>
        </p:txBody>
      </p:sp>
      <p:sp>
        <p:nvSpPr>
          <p:cNvPr id="9861" name="Google Shape;9861;p66"/>
          <p:cNvSpPr txBox="1"/>
          <p:nvPr>
            <p:ph idx="4294967295" type="subTitle"/>
          </p:nvPr>
        </p:nvSpPr>
        <p:spPr>
          <a:xfrm>
            <a:off x="6065449" y="1843572"/>
            <a:ext cx="2159700" cy="7314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Mercury is the closest planet to the Sun and the smallest of them all</a:t>
            </a:r>
            <a:endParaRPr/>
          </a:p>
        </p:txBody>
      </p:sp>
      <p:sp>
        <p:nvSpPr>
          <p:cNvPr id="9862" name="Google Shape;9862;p66"/>
          <p:cNvSpPr txBox="1"/>
          <p:nvPr>
            <p:ph idx="4294967295" type="title"/>
          </p:nvPr>
        </p:nvSpPr>
        <p:spPr>
          <a:xfrm>
            <a:off x="6065449" y="1630438"/>
            <a:ext cx="21597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MERCURY</a:t>
            </a:r>
            <a:endParaRPr sz="2000">
              <a:solidFill>
                <a:schemeClr val="dk1"/>
              </a:solidFill>
            </a:endParaRPr>
          </a:p>
        </p:txBody>
      </p:sp>
      <p:sp>
        <p:nvSpPr>
          <p:cNvPr id="9863" name="Google Shape;9863;p66"/>
          <p:cNvSpPr/>
          <p:nvPr/>
        </p:nvSpPr>
        <p:spPr>
          <a:xfrm>
            <a:off x="8218373" y="1673458"/>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4" name="Google Shape;9864;p66"/>
          <p:cNvSpPr txBox="1"/>
          <p:nvPr>
            <p:ph idx="4294967295" type="subTitle"/>
          </p:nvPr>
        </p:nvSpPr>
        <p:spPr>
          <a:xfrm>
            <a:off x="6065449" y="2941924"/>
            <a:ext cx="2159700" cy="7314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Venus has a beautiful name and is the second planet from the Sun</a:t>
            </a:r>
            <a:endParaRPr/>
          </a:p>
        </p:txBody>
      </p:sp>
      <p:sp>
        <p:nvSpPr>
          <p:cNvPr id="9865" name="Google Shape;9865;p66"/>
          <p:cNvSpPr txBox="1"/>
          <p:nvPr>
            <p:ph idx="4294967295" type="title"/>
          </p:nvPr>
        </p:nvSpPr>
        <p:spPr>
          <a:xfrm>
            <a:off x="6065449" y="2728789"/>
            <a:ext cx="21597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VENUS</a:t>
            </a:r>
            <a:endParaRPr sz="2000">
              <a:solidFill>
                <a:schemeClr val="dk1"/>
              </a:solidFill>
            </a:endParaRPr>
          </a:p>
        </p:txBody>
      </p:sp>
      <p:sp>
        <p:nvSpPr>
          <p:cNvPr id="9866" name="Google Shape;9866;p66"/>
          <p:cNvSpPr/>
          <p:nvPr/>
        </p:nvSpPr>
        <p:spPr>
          <a:xfrm>
            <a:off x="8218373" y="2771810"/>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7" name="Google Shape;9867;p66"/>
          <p:cNvSpPr/>
          <p:nvPr/>
        </p:nvSpPr>
        <p:spPr>
          <a:xfrm>
            <a:off x="1304598" y="1983596"/>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8" name="Google Shape;9868;p66"/>
          <p:cNvSpPr/>
          <p:nvPr/>
        </p:nvSpPr>
        <p:spPr>
          <a:xfrm>
            <a:off x="2182748" y="3362196"/>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9" name="Google Shape;9869;p66"/>
          <p:cNvSpPr/>
          <p:nvPr/>
        </p:nvSpPr>
        <p:spPr>
          <a:xfrm>
            <a:off x="2931873" y="2404221"/>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0" name="Google Shape;9870;p66"/>
          <p:cNvSpPr/>
          <p:nvPr/>
        </p:nvSpPr>
        <p:spPr>
          <a:xfrm>
            <a:off x="3392723" y="1795346"/>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1" name="Google Shape;9871;p66"/>
          <p:cNvSpPr/>
          <p:nvPr/>
        </p:nvSpPr>
        <p:spPr>
          <a:xfrm>
            <a:off x="3596648" y="2708796"/>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2" name="Google Shape;9872;p66"/>
          <p:cNvSpPr/>
          <p:nvPr/>
        </p:nvSpPr>
        <p:spPr>
          <a:xfrm>
            <a:off x="1721373" y="1893497"/>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3" name="Google Shape;9873;p66"/>
          <p:cNvSpPr/>
          <p:nvPr/>
        </p:nvSpPr>
        <p:spPr>
          <a:xfrm>
            <a:off x="1875173" y="2945222"/>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4" name="Google Shape;9874;p66"/>
          <p:cNvSpPr/>
          <p:nvPr/>
        </p:nvSpPr>
        <p:spPr>
          <a:xfrm>
            <a:off x="3273923" y="2865847"/>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5" name="Google Shape;9875;p66"/>
          <p:cNvSpPr/>
          <p:nvPr/>
        </p:nvSpPr>
        <p:spPr>
          <a:xfrm>
            <a:off x="3660873" y="1838922"/>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6" name="Google Shape;9876;p66"/>
          <p:cNvSpPr/>
          <p:nvPr/>
        </p:nvSpPr>
        <p:spPr>
          <a:xfrm>
            <a:off x="4285948" y="2336722"/>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7" name="Google Shape;9877;p66"/>
          <p:cNvSpPr/>
          <p:nvPr/>
        </p:nvSpPr>
        <p:spPr>
          <a:xfrm>
            <a:off x="1324448" y="2242399"/>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8" name="Google Shape;9878;p66"/>
          <p:cNvSpPr/>
          <p:nvPr/>
        </p:nvSpPr>
        <p:spPr>
          <a:xfrm>
            <a:off x="2182748" y="3064024"/>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9" name="Google Shape;9879;p66"/>
          <p:cNvSpPr/>
          <p:nvPr/>
        </p:nvSpPr>
        <p:spPr>
          <a:xfrm>
            <a:off x="3155123" y="2404224"/>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0" name="Google Shape;9880;p66"/>
          <p:cNvSpPr/>
          <p:nvPr/>
        </p:nvSpPr>
        <p:spPr>
          <a:xfrm>
            <a:off x="4072898" y="2217924"/>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1" name="Google Shape;9881;p66"/>
          <p:cNvSpPr/>
          <p:nvPr/>
        </p:nvSpPr>
        <p:spPr>
          <a:xfrm>
            <a:off x="4732723" y="2047824"/>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2" name="Google Shape;9882;p66"/>
          <p:cNvSpPr/>
          <p:nvPr/>
        </p:nvSpPr>
        <p:spPr>
          <a:xfrm>
            <a:off x="5308173" y="3435099"/>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3" name="Google Shape;9883;p66"/>
          <p:cNvSpPr/>
          <p:nvPr/>
        </p:nvSpPr>
        <p:spPr>
          <a:xfrm>
            <a:off x="5059848" y="3362197"/>
            <a:ext cx="118800" cy="118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887" name="Shape 9887"/>
        <p:cNvGrpSpPr/>
        <p:nvPr/>
      </p:nvGrpSpPr>
      <p:grpSpPr>
        <a:xfrm>
          <a:off x="0" y="0"/>
          <a:ext cx="0" cy="0"/>
          <a:chOff x="0" y="0"/>
          <a:chExt cx="0" cy="0"/>
        </a:xfrm>
      </p:grpSpPr>
      <p:cxnSp>
        <p:nvCxnSpPr>
          <p:cNvPr id="9888" name="Google Shape;9888;p67"/>
          <p:cNvCxnSpPr>
            <a:stCxn id="9889" idx="2"/>
            <a:endCxn id="9890" idx="0"/>
          </p:cNvCxnSpPr>
          <p:nvPr/>
        </p:nvCxnSpPr>
        <p:spPr>
          <a:xfrm>
            <a:off x="1655075" y="2991463"/>
            <a:ext cx="0" cy="409800"/>
          </a:xfrm>
          <a:prstGeom prst="straightConnector1">
            <a:avLst/>
          </a:prstGeom>
          <a:noFill/>
          <a:ln cap="flat" cmpd="sng" w="19050">
            <a:solidFill>
              <a:schemeClr val="dk1"/>
            </a:solidFill>
            <a:prstDash val="solid"/>
            <a:round/>
            <a:headEnd len="med" w="med" type="none"/>
            <a:tailEnd len="med" w="med" type="oval"/>
          </a:ln>
        </p:spPr>
      </p:cxnSp>
      <p:cxnSp>
        <p:nvCxnSpPr>
          <p:cNvPr id="9891" name="Google Shape;9891;p67"/>
          <p:cNvCxnSpPr>
            <a:stCxn id="9892" idx="2"/>
            <a:endCxn id="9893" idx="0"/>
          </p:cNvCxnSpPr>
          <p:nvPr/>
        </p:nvCxnSpPr>
        <p:spPr>
          <a:xfrm>
            <a:off x="5544288" y="2991463"/>
            <a:ext cx="0" cy="409800"/>
          </a:xfrm>
          <a:prstGeom prst="straightConnector1">
            <a:avLst/>
          </a:prstGeom>
          <a:noFill/>
          <a:ln cap="flat" cmpd="sng" w="19050">
            <a:solidFill>
              <a:schemeClr val="dk1"/>
            </a:solidFill>
            <a:prstDash val="solid"/>
            <a:round/>
            <a:headEnd len="med" w="med" type="none"/>
            <a:tailEnd len="med" w="med" type="oval"/>
          </a:ln>
        </p:spPr>
      </p:cxnSp>
      <p:cxnSp>
        <p:nvCxnSpPr>
          <p:cNvPr id="9894" name="Google Shape;9894;p67"/>
          <p:cNvCxnSpPr>
            <a:stCxn id="9895" idx="0"/>
            <a:endCxn id="9896" idx="2"/>
          </p:cNvCxnSpPr>
          <p:nvPr/>
        </p:nvCxnSpPr>
        <p:spPr>
          <a:xfrm rot="10800000">
            <a:off x="7488888" y="2034475"/>
            <a:ext cx="0" cy="408300"/>
          </a:xfrm>
          <a:prstGeom prst="straightConnector1">
            <a:avLst/>
          </a:prstGeom>
          <a:noFill/>
          <a:ln cap="flat" cmpd="sng" w="19050">
            <a:solidFill>
              <a:schemeClr val="dk1"/>
            </a:solidFill>
            <a:prstDash val="solid"/>
            <a:round/>
            <a:headEnd len="med" w="med" type="none"/>
            <a:tailEnd len="med" w="med" type="oval"/>
          </a:ln>
        </p:spPr>
      </p:cxnSp>
      <p:cxnSp>
        <p:nvCxnSpPr>
          <p:cNvPr id="9897" name="Google Shape;9897;p67"/>
          <p:cNvCxnSpPr>
            <a:stCxn id="9898" idx="0"/>
            <a:endCxn id="9899" idx="2"/>
          </p:cNvCxnSpPr>
          <p:nvPr/>
        </p:nvCxnSpPr>
        <p:spPr>
          <a:xfrm rot="10800000">
            <a:off x="3599688" y="2034463"/>
            <a:ext cx="0" cy="408300"/>
          </a:xfrm>
          <a:prstGeom prst="straightConnector1">
            <a:avLst/>
          </a:prstGeom>
          <a:noFill/>
          <a:ln cap="flat" cmpd="sng" w="19050">
            <a:solidFill>
              <a:schemeClr val="dk1"/>
            </a:solidFill>
            <a:prstDash val="solid"/>
            <a:round/>
            <a:headEnd len="med" w="med" type="none"/>
            <a:tailEnd len="med" w="med" type="oval"/>
          </a:ln>
        </p:spPr>
      </p:cxnSp>
      <p:cxnSp>
        <p:nvCxnSpPr>
          <p:cNvPr id="9900" name="Google Shape;9900;p67"/>
          <p:cNvCxnSpPr>
            <a:stCxn id="9892" idx="3"/>
            <a:endCxn id="9895" idx="1"/>
          </p:cNvCxnSpPr>
          <p:nvPr/>
        </p:nvCxnSpPr>
        <p:spPr>
          <a:xfrm>
            <a:off x="5818638" y="2717113"/>
            <a:ext cx="1395900" cy="0"/>
          </a:xfrm>
          <a:prstGeom prst="straightConnector1">
            <a:avLst/>
          </a:prstGeom>
          <a:noFill/>
          <a:ln cap="flat" cmpd="sng" w="19050">
            <a:solidFill>
              <a:schemeClr val="dk1"/>
            </a:solidFill>
            <a:prstDash val="solid"/>
            <a:round/>
            <a:headEnd len="med" w="med" type="none"/>
            <a:tailEnd len="med" w="med" type="none"/>
          </a:ln>
        </p:spPr>
      </p:cxnSp>
      <p:cxnSp>
        <p:nvCxnSpPr>
          <p:cNvPr id="9901" name="Google Shape;9901;p67"/>
          <p:cNvCxnSpPr>
            <a:stCxn id="9898" idx="3"/>
            <a:endCxn id="9892" idx="1"/>
          </p:cNvCxnSpPr>
          <p:nvPr/>
        </p:nvCxnSpPr>
        <p:spPr>
          <a:xfrm>
            <a:off x="3874038" y="2717113"/>
            <a:ext cx="1395900" cy="0"/>
          </a:xfrm>
          <a:prstGeom prst="straightConnector1">
            <a:avLst/>
          </a:prstGeom>
          <a:noFill/>
          <a:ln cap="flat" cmpd="sng" w="19050">
            <a:solidFill>
              <a:schemeClr val="dk1"/>
            </a:solidFill>
            <a:prstDash val="solid"/>
            <a:round/>
            <a:headEnd len="med" w="med" type="none"/>
            <a:tailEnd len="med" w="med" type="none"/>
          </a:ln>
        </p:spPr>
      </p:cxnSp>
      <p:cxnSp>
        <p:nvCxnSpPr>
          <p:cNvPr id="9902" name="Google Shape;9902;p67"/>
          <p:cNvCxnSpPr>
            <a:stCxn id="9889" idx="3"/>
            <a:endCxn id="9898" idx="1"/>
          </p:cNvCxnSpPr>
          <p:nvPr/>
        </p:nvCxnSpPr>
        <p:spPr>
          <a:xfrm>
            <a:off x="1929425" y="2717113"/>
            <a:ext cx="1395900" cy="0"/>
          </a:xfrm>
          <a:prstGeom prst="straightConnector1">
            <a:avLst/>
          </a:prstGeom>
          <a:noFill/>
          <a:ln cap="flat" cmpd="sng" w="19050">
            <a:solidFill>
              <a:schemeClr val="dk1"/>
            </a:solidFill>
            <a:prstDash val="solid"/>
            <a:round/>
            <a:headEnd len="med" w="med" type="none"/>
            <a:tailEnd len="med" w="med" type="none"/>
          </a:ln>
        </p:spPr>
      </p:cxnSp>
      <p:grpSp>
        <p:nvGrpSpPr>
          <p:cNvPr id="9903" name="Google Shape;9903;p67"/>
          <p:cNvGrpSpPr/>
          <p:nvPr/>
        </p:nvGrpSpPr>
        <p:grpSpPr>
          <a:xfrm>
            <a:off x="7109393" y="2337620"/>
            <a:ext cx="759008" cy="758986"/>
            <a:chOff x="1275580" y="2337607"/>
            <a:chExt cx="759008" cy="758986"/>
          </a:xfrm>
        </p:grpSpPr>
        <p:sp>
          <p:nvSpPr>
            <p:cNvPr id="9904" name="Google Shape;9904;p6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5" name="Google Shape;9895;p67"/>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5" name="Google Shape;9905;p67"/>
          <p:cNvGrpSpPr/>
          <p:nvPr/>
        </p:nvGrpSpPr>
        <p:grpSpPr>
          <a:xfrm>
            <a:off x="5164793" y="2337607"/>
            <a:ext cx="759008" cy="758986"/>
            <a:chOff x="1275580" y="2337607"/>
            <a:chExt cx="759008" cy="758986"/>
          </a:xfrm>
        </p:grpSpPr>
        <p:sp>
          <p:nvSpPr>
            <p:cNvPr id="9906" name="Google Shape;9906;p6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2" name="Google Shape;9892;p67"/>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7" name="Google Shape;9907;p67"/>
          <p:cNvGrpSpPr/>
          <p:nvPr/>
        </p:nvGrpSpPr>
        <p:grpSpPr>
          <a:xfrm>
            <a:off x="3220193" y="2337607"/>
            <a:ext cx="759008" cy="758986"/>
            <a:chOff x="1275580" y="2337607"/>
            <a:chExt cx="759008" cy="758986"/>
          </a:xfrm>
        </p:grpSpPr>
        <p:sp>
          <p:nvSpPr>
            <p:cNvPr id="9908" name="Google Shape;9908;p6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8" name="Google Shape;9898;p67"/>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9" name="Google Shape;9909;p67"/>
          <p:cNvGrpSpPr/>
          <p:nvPr/>
        </p:nvGrpSpPr>
        <p:grpSpPr>
          <a:xfrm>
            <a:off x="1275580" y="2337607"/>
            <a:ext cx="759008" cy="758986"/>
            <a:chOff x="1275580" y="2337607"/>
            <a:chExt cx="759008" cy="758986"/>
          </a:xfrm>
        </p:grpSpPr>
        <p:sp>
          <p:nvSpPr>
            <p:cNvPr id="9910" name="Google Shape;9910;p6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9" name="Google Shape;9889;p67"/>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11" name="Google Shape;9911;p67"/>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 TIMELINE ALWAYS WORKS WELL</a:t>
            </a:r>
            <a:endParaRPr/>
          </a:p>
        </p:txBody>
      </p:sp>
      <p:sp>
        <p:nvSpPr>
          <p:cNvPr id="9912" name="Google Shape;9912;p67"/>
          <p:cNvSpPr txBox="1"/>
          <p:nvPr>
            <p:ph idx="4294967295" type="subTitle"/>
          </p:nvPr>
        </p:nvSpPr>
        <p:spPr>
          <a:xfrm>
            <a:off x="759000" y="3614516"/>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a:t>
            </a:r>
            <a:endParaRPr/>
          </a:p>
        </p:txBody>
      </p:sp>
      <p:sp>
        <p:nvSpPr>
          <p:cNvPr id="9890" name="Google Shape;9890;p67"/>
          <p:cNvSpPr txBox="1"/>
          <p:nvPr>
            <p:ph idx="4294967295" type="title"/>
          </p:nvPr>
        </p:nvSpPr>
        <p:spPr>
          <a:xfrm>
            <a:off x="759000" y="3401378"/>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MERCURY</a:t>
            </a:r>
            <a:endParaRPr sz="2000">
              <a:solidFill>
                <a:schemeClr val="dk1"/>
              </a:solidFill>
            </a:endParaRPr>
          </a:p>
        </p:txBody>
      </p:sp>
      <p:sp>
        <p:nvSpPr>
          <p:cNvPr id="9899" name="Google Shape;9899;p67"/>
          <p:cNvSpPr txBox="1"/>
          <p:nvPr>
            <p:ph idx="4294967295" type="subTitle"/>
          </p:nvPr>
        </p:nvSpPr>
        <p:spPr>
          <a:xfrm>
            <a:off x="2703600" y="1485877"/>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Neptune is far away from us</a:t>
            </a:r>
            <a:endParaRPr/>
          </a:p>
        </p:txBody>
      </p:sp>
      <p:sp>
        <p:nvSpPr>
          <p:cNvPr id="9913" name="Google Shape;9913;p67"/>
          <p:cNvSpPr txBox="1"/>
          <p:nvPr>
            <p:ph idx="4294967295" type="title"/>
          </p:nvPr>
        </p:nvSpPr>
        <p:spPr>
          <a:xfrm>
            <a:off x="2703600" y="1272739"/>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NEPTUNE</a:t>
            </a:r>
            <a:endParaRPr sz="2000">
              <a:solidFill>
                <a:schemeClr val="dk1"/>
              </a:solidFill>
            </a:endParaRPr>
          </a:p>
        </p:txBody>
      </p:sp>
      <p:sp>
        <p:nvSpPr>
          <p:cNvPr id="9914" name="Google Shape;9914;p67"/>
          <p:cNvSpPr txBox="1"/>
          <p:nvPr>
            <p:ph idx="4294967295" type="subTitle"/>
          </p:nvPr>
        </p:nvSpPr>
        <p:spPr>
          <a:xfrm>
            <a:off x="4648200" y="3614516"/>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Mars is full of iron oxide dust</a:t>
            </a:r>
            <a:endParaRPr/>
          </a:p>
        </p:txBody>
      </p:sp>
      <p:sp>
        <p:nvSpPr>
          <p:cNvPr id="9893" name="Google Shape;9893;p67"/>
          <p:cNvSpPr txBox="1"/>
          <p:nvPr>
            <p:ph idx="4294967295" type="title"/>
          </p:nvPr>
        </p:nvSpPr>
        <p:spPr>
          <a:xfrm>
            <a:off x="4648200" y="3401378"/>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MARS</a:t>
            </a:r>
            <a:endParaRPr sz="2000">
              <a:solidFill>
                <a:schemeClr val="dk1"/>
              </a:solidFill>
            </a:endParaRPr>
          </a:p>
        </p:txBody>
      </p:sp>
      <p:sp>
        <p:nvSpPr>
          <p:cNvPr id="9896" name="Google Shape;9896;p67"/>
          <p:cNvSpPr txBox="1"/>
          <p:nvPr>
            <p:ph idx="4294967295" type="subTitle"/>
          </p:nvPr>
        </p:nvSpPr>
        <p:spPr>
          <a:xfrm>
            <a:off x="6592800" y="1485877"/>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a:t>
            </a:r>
            <a:endParaRPr/>
          </a:p>
        </p:txBody>
      </p:sp>
      <p:sp>
        <p:nvSpPr>
          <p:cNvPr id="9915" name="Google Shape;9915;p67"/>
          <p:cNvSpPr txBox="1"/>
          <p:nvPr>
            <p:ph idx="4294967295" type="title"/>
          </p:nvPr>
        </p:nvSpPr>
        <p:spPr>
          <a:xfrm>
            <a:off x="6592800" y="1272739"/>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JUPITER</a:t>
            </a:r>
            <a:endParaRPr sz="2000">
              <a:solidFill>
                <a:schemeClr val="dk1"/>
              </a:solidFill>
            </a:endParaRPr>
          </a:p>
        </p:txBody>
      </p:sp>
      <p:grpSp>
        <p:nvGrpSpPr>
          <p:cNvPr id="9916" name="Google Shape;9916;p67"/>
          <p:cNvGrpSpPr/>
          <p:nvPr/>
        </p:nvGrpSpPr>
        <p:grpSpPr>
          <a:xfrm>
            <a:off x="7349459" y="2549088"/>
            <a:ext cx="278875" cy="336025"/>
            <a:chOff x="3228100" y="1879675"/>
            <a:chExt cx="278875" cy="336025"/>
          </a:xfrm>
        </p:grpSpPr>
        <p:sp>
          <p:nvSpPr>
            <p:cNvPr id="9917" name="Google Shape;9917;p67"/>
            <p:cNvSpPr/>
            <p:nvPr/>
          </p:nvSpPr>
          <p:spPr>
            <a:xfrm>
              <a:off x="3435775" y="2004500"/>
              <a:ext cx="71200" cy="135375"/>
            </a:xfrm>
            <a:custGeom>
              <a:rect b="b" l="l" r="r" t="t"/>
              <a:pathLst>
                <a:path extrusionOk="0" h="5415" w="2848">
                  <a:moveTo>
                    <a:pt x="1" y="1"/>
                  </a:moveTo>
                  <a:lnTo>
                    <a:pt x="1" y="841"/>
                  </a:lnTo>
                  <a:lnTo>
                    <a:pt x="2008" y="841"/>
                  </a:lnTo>
                  <a:lnTo>
                    <a:pt x="2054" y="934"/>
                  </a:lnTo>
                  <a:lnTo>
                    <a:pt x="2054" y="4528"/>
                  </a:lnTo>
                  <a:lnTo>
                    <a:pt x="2008" y="4574"/>
                  </a:lnTo>
                  <a:lnTo>
                    <a:pt x="1914" y="4621"/>
                  </a:lnTo>
                  <a:lnTo>
                    <a:pt x="1" y="4621"/>
                  </a:lnTo>
                  <a:lnTo>
                    <a:pt x="1" y="5414"/>
                  </a:lnTo>
                  <a:lnTo>
                    <a:pt x="2288" y="5414"/>
                  </a:lnTo>
                  <a:lnTo>
                    <a:pt x="2428" y="5368"/>
                  </a:lnTo>
                  <a:lnTo>
                    <a:pt x="2661" y="5228"/>
                  </a:lnTo>
                  <a:lnTo>
                    <a:pt x="2801" y="4994"/>
                  </a:lnTo>
                  <a:lnTo>
                    <a:pt x="2848" y="4854"/>
                  </a:lnTo>
                  <a:lnTo>
                    <a:pt x="2848" y="4714"/>
                  </a:lnTo>
                  <a:lnTo>
                    <a:pt x="2848" y="747"/>
                  </a:lnTo>
                  <a:lnTo>
                    <a:pt x="2848" y="607"/>
                  </a:lnTo>
                  <a:lnTo>
                    <a:pt x="2801" y="467"/>
                  </a:lnTo>
                  <a:lnTo>
                    <a:pt x="2661" y="234"/>
                  </a:lnTo>
                  <a:lnTo>
                    <a:pt x="2428" y="47"/>
                  </a:lnTo>
                  <a:lnTo>
                    <a:pt x="2288" y="47"/>
                  </a:lnTo>
                  <a:lnTo>
                    <a:pt x="210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8" name="Google Shape;9918;p67"/>
            <p:cNvSpPr/>
            <p:nvPr/>
          </p:nvSpPr>
          <p:spPr>
            <a:xfrm>
              <a:off x="3228100" y="2003350"/>
              <a:ext cx="54875" cy="58350"/>
            </a:xfrm>
            <a:custGeom>
              <a:rect b="b" l="l" r="r" t="t"/>
              <a:pathLst>
                <a:path extrusionOk="0" h="2334" w="2195">
                  <a:moveTo>
                    <a:pt x="48" y="0"/>
                  </a:moveTo>
                  <a:lnTo>
                    <a:pt x="1" y="47"/>
                  </a:lnTo>
                  <a:lnTo>
                    <a:pt x="1" y="93"/>
                  </a:lnTo>
                  <a:lnTo>
                    <a:pt x="48" y="187"/>
                  </a:lnTo>
                  <a:lnTo>
                    <a:pt x="2194" y="2333"/>
                  </a:lnTo>
                  <a:lnTo>
                    <a:pt x="21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9" name="Google Shape;9919;p67"/>
            <p:cNvSpPr/>
            <p:nvPr/>
          </p:nvSpPr>
          <p:spPr>
            <a:xfrm>
              <a:off x="3268950" y="1967175"/>
              <a:ext cx="166850" cy="219350"/>
            </a:xfrm>
            <a:custGeom>
              <a:rect b="b" l="l" r="r" t="t"/>
              <a:pathLst>
                <a:path extrusionOk="0" h="8774" w="6674">
                  <a:moveTo>
                    <a:pt x="187" y="0"/>
                  </a:moveTo>
                  <a:lnTo>
                    <a:pt x="94" y="94"/>
                  </a:lnTo>
                  <a:lnTo>
                    <a:pt x="0" y="187"/>
                  </a:lnTo>
                  <a:lnTo>
                    <a:pt x="0" y="327"/>
                  </a:lnTo>
                  <a:lnTo>
                    <a:pt x="0" y="4574"/>
                  </a:lnTo>
                  <a:lnTo>
                    <a:pt x="420" y="8634"/>
                  </a:lnTo>
                  <a:lnTo>
                    <a:pt x="6674" y="8774"/>
                  </a:lnTo>
                  <a:lnTo>
                    <a:pt x="6674" y="4387"/>
                  </a:lnTo>
                  <a:lnTo>
                    <a:pt x="6627" y="1354"/>
                  </a:lnTo>
                  <a:lnTo>
                    <a:pt x="6581" y="374"/>
                  </a:lnTo>
                  <a:lnTo>
                    <a:pt x="6581" y="94"/>
                  </a:lnTo>
                  <a:lnTo>
                    <a:pt x="65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0" name="Google Shape;9920;p67"/>
            <p:cNvSpPr/>
            <p:nvPr/>
          </p:nvSpPr>
          <p:spPr>
            <a:xfrm>
              <a:off x="3418275" y="1967175"/>
              <a:ext cx="22200" cy="157525"/>
            </a:xfrm>
            <a:custGeom>
              <a:rect b="b" l="l" r="r" t="t"/>
              <a:pathLst>
                <a:path extrusionOk="0" h="6301" w="888">
                  <a:moveTo>
                    <a:pt x="1" y="0"/>
                  </a:moveTo>
                  <a:lnTo>
                    <a:pt x="94" y="94"/>
                  </a:lnTo>
                  <a:lnTo>
                    <a:pt x="187" y="187"/>
                  </a:lnTo>
                  <a:lnTo>
                    <a:pt x="187" y="327"/>
                  </a:lnTo>
                  <a:lnTo>
                    <a:pt x="187" y="4667"/>
                  </a:lnTo>
                  <a:lnTo>
                    <a:pt x="421" y="6301"/>
                  </a:lnTo>
                  <a:lnTo>
                    <a:pt x="888" y="4760"/>
                  </a:lnTo>
                  <a:lnTo>
                    <a:pt x="888" y="327"/>
                  </a:lnTo>
                  <a:lnTo>
                    <a:pt x="841" y="187"/>
                  </a:lnTo>
                  <a:lnTo>
                    <a:pt x="794" y="94"/>
                  </a:lnTo>
                  <a:lnTo>
                    <a:pt x="70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1" name="Google Shape;9921;p67"/>
            <p:cNvSpPr/>
            <p:nvPr/>
          </p:nvSpPr>
          <p:spPr>
            <a:xfrm>
              <a:off x="3268950" y="2081500"/>
              <a:ext cx="171525" cy="103875"/>
            </a:xfrm>
            <a:custGeom>
              <a:rect b="b" l="l" r="r" t="t"/>
              <a:pathLst>
                <a:path extrusionOk="0" h="4155" w="6861">
                  <a:moveTo>
                    <a:pt x="0" y="1"/>
                  </a:moveTo>
                  <a:lnTo>
                    <a:pt x="0" y="4154"/>
                  </a:lnTo>
                  <a:lnTo>
                    <a:pt x="6487" y="4108"/>
                  </a:lnTo>
                  <a:lnTo>
                    <a:pt x="6861" y="187"/>
                  </a:lnTo>
                  <a:lnTo>
                    <a:pt x="6487" y="141"/>
                  </a:lnTo>
                  <a:lnTo>
                    <a:pt x="6207" y="94"/>
                  </a:lnTo>
                  <a:lnTo>
                    <a:pt x="5927" y="1"/>
                  </a:lnTo>
                  <a:lnTo>
                    <a:pt x="5134" y="1"/>
                  </a:lnTo>
                  <a:lnTo>
                    <a:pt x="4854" y="94"/>
                  </a:lnTo>
                  <a:lnTo>
                    <a:pt x="4574" y="187"/>
                  </a:lnTo>
                  <a:lnTo>
                    <a:pt x="3734" y="187"/>
                  </a:lnTo>
                  <a:lnTo>
                    <a:pt x="3454" y="94"/>
                  </a:lnTo>
                  <a:lnTo>
                    <a:pt x="3174" y="1"/>
                  </a:lnTo>
                  <a:lnTo>
                    <a:pt x="2380" y="1"/>
                  </a:lnTo>
                  <a:lnTo>
                    <a:pt x="2100" y="94"/>
                  </a:lnTo>
                  <a:lnTo>
                    <a:pt x="1820" y="187"/>
                  </a:lnTo>
                  <a:lnTo>
                    <a:pt x="980" y="187"/>
                  </a:lnTo>
                  <a:lnTo>
                    <a:pt x="700" y="94"/>
                  </a:lnTo>
                  <a:lnTo>
                    <a:pt x="4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2" name="Google Shape;9922;p67"/>
            <p:cNvSpPr/>
            <p:nvPr/>
          </p:nvSpPr>
          <p:spPr>
            <a:xfrm>
              <a:off x="3422950" y="2083850"/>
              <a:ext cx="17525" cy="101525"/>
            </a:xfrm>
            <a:custGeom>
              <a:rect b="b" l="l" r="r" t="t"/>
              <a:pathLst>
                <a:path extrusionOk="0" h="4061" w="701">
                  <a:moveTo>
                    <a:pt x="0" y="0"/>
                  </a:moveTo>
                  <a:lnTo>
                    <a:pt x="0" y="4060"/>
                  </a:lnTo>
                  <a:lnTo>
                    <a:pt x="701" y="4060"/>
                  </a:lnTo>
                  <a:lnTo>
                    <a:pt x="701" y="93"/>
                  </a:lnTo>
                  <a:lnTo>
                    <a:pt x="281" y="47"/>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3" name="Google Shape;9923;p67"/>
            <p:cNvSpPr/>
            <p:nvPr/>
          </p:nvSpPr>
          <p:spPr>
            <a:xfrm>
              <a:off x="3257275" y="2178350"/>
              <a:ext cx="179700" cy="37350"/>
            </a:xfrm>
            <a:custGeom>
              <a:rect b="b" l="l" r="r" t="t"/>
              <a:pathLst>
                <a:path extrusionOk="0" h="1494" w="7188">
                  <a:moveTo>
                    <a:pt x="141" y="0"/>
                  </a:moveTo>
                  <a:lnTo>
                    <a:pt x="47" y="47"/>
                  </a:lnTo>
                  <a:lnTo>
                    <a:pt x="1" y="140"/>
                  </a:lnTo>
                  <a:lnTo>
                    <a:pt x="1" y="187"/>
                  </a:lnTo>
                  <a:lnTo>
                    <a:pt x="1" y="1260"/>
                  </a:lnTo>
                  <a:lnTo>
                    <a:pt x="1" y="1354"/>
                  </a:lnTo>
                  <a:lnTo>
                    <a:pt x="47" y="1400"/>
                  </a:lnTo>
                  <a:lnTo>
                    <a:pt x="141" y="1447"/>
                  </a:lnTo>
                  <a:lnTo>
                    <a:pt x="187" y="1494"/>
                  </a:lnTo>
                  <a:lnTo>
                    <a:pt x="7188" y="1494"/>
                  </a:lnTo>
                  <a:lnTo>
                    <a:pt x="7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4" name="Google Shape;9924;p67"/>
            <p:cNvSpPr/>
            <p:nvPr/>
          </p:nvSpPr>
          <p:spPr>
            <a:xfrm>
              <a:off x="3349450" y="1977675"/>
              <a:ext cx="10525" cy="115525"/>
            </a:xfrm>
            <a:custGeom>
              <a:rect b="b" l="l" r="r" t="t"/>
              <a:pathLst>
                <a:path extrusionOk="0" h="4621" w="421">
                  <a:moveTo>
                    <a:pt x="140" y="0"/>
                  </a:moveTo>
                  <a:lnTo>
                    <a:pt x="47" y="47"/>
                  </a:lnTo>
                  <a:lnTo>
                    <a:pt x="0" y="94"/>
                  </a:lnTo>
                  <a:lnTo>
                    <a:pt x="0" y="187"/>
                  </a:lnTo>
                  <a:lnTo>
                    <a:pt x="0" y="4154"/>
                  </a:lnTo>
                  <a:lnTo>
                    <a:pt x="47" y="4387"/>
                  </a:lnTo>
                  <a:lnTo>
                    <a:pt x="140" y="4527"/>
                  </a:lnTo>
                  <a:lnTo>
                    <a:pt x="187" y="4621"/>
                  </a:lnTo>
                  <a:lnTo>
                    <a:pt x="280" y="4574"/>
                  </a:lnTo>
                  <a:lnTo>
                    <a:pt x="327" y="4434"/>
                  </a:lnTo>
                  <a:lnTo>
                    <a:pt x="420" y="4294"/>
                  </a:lnTo>
                  <a:lnTo>
                    <a:pt x="420" y="187"/>
                  </a:lnTo>
                  <a:lnTo>
                    <a:pt x="374" y="94"/>
                  </a:lnTo>
                  <a:lnTo>
                    <a:pt x="327" y="47"/>
                  </a:lnTo>
                  <a:lnTo>
                    <a:pt x="2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5" name="Google Shape;9925;p67"/>
            <p:cNvSpPr/>
            <p:nvPr/>
          </p:nvSpPr>
          <p:spPr>
            <a:xfrm>
              <a:off x="3323775" y="1879675"/>
              <a:ext cx="59525" cy="49025"/>
            </a:xfrm>
            <a:custGeom>
              <a:rect b="b" l="l" r="r" t="t"/>
              <a:pathLst>
                <a:path extrusionOk="0" h="1961" w="2381">
                  <a:moveTo>
                    <a:pt x="1027" y="0"/>
                  </a:moveTo>
                  <a:lnTo>
                    <a:pt x="794" y="94"/>
                  </a:lnTo>
                  <a:lnTo>
                    <a:pt x="561" y="234"/>
                  </a:lnTo>
                  <a:lnTo>
                    <a:pt x="374" y="374"/>
                  </a:lnTo>
                  <a:lnTo>
                    <a:pt x="234" y="560"/>
                  </a:lnTo>
                  <a:lnTo>
                    <a:pt x="94" y="794"/>
                  </a:lnTo>
                  <a:lnTo>
                    <a:pt x="1" y="1027"/>
                  </a:lnTo>
                  <a:lnTo>
                    <a:pt x="1" y="1260"/>
                  </a:lnTo>
                  <a:lnTo>
                    <a:pt x="47" y="1634"/>
                  </a:lnTo>
                  <a:lnTo>
                    <a:pt x="187" y="1960"/>
                  </a:lnTo>
                  <a:lnTo>
                    <a:pt x="2381" y="1960"/>
                  </a:lnTo>
                  <a:lnTo>
                    <a:pt x="2381" y="1820"/>
                  </a:lnTo>
                  <a:lnTo>
                    <a:pt x="2381" y="1634"/>
                  </a:lnTo>
                  <a:lnTo>
                    <a:pt x="2334" y="1494"/>
                  </a:lnTo>
                  <a:lnTo>
                    <a:pt x="2287" y="1307"/>
                  </a:lnTo>
                  <a:lnTo>
                    <a:pt x="2241" y="1074"/>
                  </a:lnTo>
                  <a:lnTo>
                    <a:pt x="2054" y="607"/>
                  </a:lnTo>
                  <a:lnTo>
                    <a:pt x="1914" y="374"/>
                  </a:lnTo>
                  <a:lnTo>
                    <a:pt x="1727" y="187"/>
                  </a:lnTo>
                  <a:lnTo>
                    <a:pt x="1541" y="47"/>
                  </a:lnTo>
                  <a:lnTo>
                    <a:pt x="12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6" name="Google Shape;9926;p67"/>
            <p:cNvSpPr/>
            <p:nvPr/>
          </p:nvSpPr>
          <p:spPr>
            <a:xfrm>
              <a:off x="3349450" y="2081500"/>
              <a:ext cx="10525" cy="37375"/>
            </a:xfrm>
            <a:custGeom>
              <a:rect b="b" l="l" r="r" t="t"/>
              <a:pathLst>
                <a:path extrusionOk="0" h="1495" w="421">
                  <a:moveTo>
                    <a:pt x="0" y="1"/>
                  </a:moveTo>
                  <a:lnTo>
                    <a:pt x="0" y="1308"/>
                  </a:lnTo>
                  <a:lnTo>
                    <a:pt x="0" y="1401"/>
                  </a:lnTo>
                  <a:lnTo>
                    <a:pt x="47" y="1448"/>
                  </a:lnTo>
                  <a:lnTo>
                    <a:pt x="140" y="1494"/>
                  </a:lnTo>
                  <a:lnTo>
                    <a:pt x="280" y="1494"/>
                  </a:lnTo>
                  <a:lnTo>
                    <a:pt x="327" y="1448"/>
                  </a:lnTo>
                  <a:lnTo>
                    <a:pt x="374" y="1401"/>
                  </a:lnTo>
                  <a:lnTo>
                    <a:pt x="420" y="1308"/>
                  </a:lnTo>
                  <a:lnTo>
                    <a:pt x="420" y="141"/>
                  </a:lnTo>
                  <a:lnTo>
                    <a:pt x="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7" name="Google Shape;9927;p67"/>
            <p:cNvSpPr/>
            <p:nvPr/>
          </p:nvSpPr>
          <p:spPr>
            <a:xfrm>
              <a:off x="3347125" y="1879675"/>
              <a:ext cx="40850" cy="49025"/>
            </a:xfrm>
            <a:custGeom>
              <a:rect b="b" l="l" r="r" t="t"/>
              <a:pathLst>
                <a:path extrusionOk="0" h="1961" w="1634">
                  <a:moveTo>
                    <a:pt x="327" y="0"/>
                  </a:moveTo>
                  <a:lnTo>
                    <a:pt x="0" y="47"/>
                  </a:lnTo>
                  <a:lnTo>
                    <a:pt x="187" y="94"/>
                  </a:lnTo>
                  <a:lnTo>
                    <a:pt x="373" y="234"/>
                  </a:lnTo>
                  <a:lnTo>
                    <a:pt x="513" y="327"/>
                  </a:lnTo>
                  <a:lnTo>
                    <a:pt x="653" y="514"/>
                  </a:lnTo>
                  <a:lnTo>
                    <a:pt x="793" y="654"/>
                  </a:lnTo>
                  <a:lnTo>
                    <a:pt x="887" y="840"/>
                  </a:lnTo>
                  <a:lnTo>
                    <a:pt x="933" y="1074"/>
                  </a:lnTo>
                  <a:lnTo>
                    <a:pt x="933" y="1260"/>
                  </a:lnTo>
                  <a:lnTo>
                    <a:pt x="887" y="1634"/>
                  </a:lnTo>
                  <a:lnTo>
                    <a:pt x="747" y="1960"/>
                  </a:lnTo>
                  <a:lnTo>
                    <a:pt x="1447" y="1960"/>
                  </a:lnTo>
                  <a:lnTo>
                    <a:pt x="1587" y="1634"/>
                  </a:lnTo>
                  <a:lnTo>
                    <a:pt x="1633" y="1260"/>
                  </a:lnTo>
                  <a:lnTo>
                    <a:pt x="1587" y="1027"/>
                  </a:lnTo>
                  <a:lnTo>
                    <a:pt x="1540" y="794"/>
                  </a:lnTo>
                  <a:lnTo>
                    <a:pt x="1400" y="560"/>
                  </a:lnTo>
                  <a:lnTo>
                    <a:pt x="1260" y="374"/>
                  </a:lnTo>
                  <a:lnTo>
                    <a:pt x="1073" y="234"/>
                  </a:lnTo>
                  <a:lnTo>
                    <a:pt x="840" y="94"/>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8" name="Google Shape;9928;p67"/>
            <p:cNvSpPr/>
            <p:nvPr/>
          </p:nvSpPr>
          <p:spPr>
            <a:xfrm>
              <a:off x="3296950" y="2113000"/>
              <a:ext cx="102700" cy="22200"/>
            </a:xfrm>
            <a:custGeom>
              <a:rect b="b" l="l" r="r" t="t"/>
              <a:pathLst>
                <a:path extrusionOk="0" h="888" w="4108">
                  <a:moveTo>
                    <a:pt x="0" y="1"/>
                  </a:moveTo>
                  <a:lnTo>
                    <a:pt x="0" y="94"/>
                  </a:lnTo>
                  <a:lnTo>
                    <a:pt x="0" y="794"/>
                  </a:lnTo>
                  <a:lnTo>
                    <a:pt x="0" y="841"/>
                  </a:lnTo>
                  <a:lnTo>
                    <a:pt x="94" y="888"/>
                  </a:lnTo>
                  <a:lnTo>
                    <a:pt x="4107" y="888"/>
                  </a:lnTo>
                  <a:lnTo>
                    <a:pt x="410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9" name="Google Shape;9929;p67"/>
            <p:cNvSpPr/>
            <p:nvPr/>
          </p:nvSpPr>
          <p:spPr>
            <a:xfrm>
              <a:off x="3284100" y="1927500"/>
              <a:ext cx="143550" cy="39700"/>
            </a:xfrm>
            <a:custGeom>
              <a:rect b="b" l="l" r="r" t="t"/>
              <a:pathLst>
                <a:path extrusionOk="0" h="1588" w="5742">
                  <a:moveTo>
                    <a:pt x="328" y="1"/>
                  </a:moveTo>
                  <a:lnTo>
                    <a:pt x="188" y="47"/>
                  </a:lnTo>
                  <a:lnTo>
                    <a:pt x="94" y="94"/>
                  </a:lnTo>
                  <a:lnTo>
                    <a:pt x="1" y="234"/>
                  </a:lnTo>
                  <a:lnTo>
                    <a:pt x="1" y="327"/>
                  </a:lnTo>
                  <a:lnTo>
                    <a:pt x="1" y="1027"/>
                  </a:lnTo>
                  <a:lnTo>
                    <a:pt x="3174" y="1587"/>
                  </a:lnTo>
                  <a:lnTo>
                    <a:pt x="5741" y="1027"/>
                  </a:lnTo>
                  <a:lnTo>
                    <a:pt x="5508" y="514"/>
                  </a:lnTo>
                  <a:lnTo>
                    <a:pt x="5274" y="187"/>
                  </a:lnTo>
                  <a:lnTo>
                    <a:pt x="5181" y="47"/>
                  </a:lnTo>
                  <a:lnTo>
                    <a:pt x="508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0" name="Google Shape;9930;p67"/>
            <p:cNvSpPr/>
            <p:nvPr/>
          </p:nvSpPr>
          <p:spPr>
            <a:xfrm>
              <a:off x="3354125" y="1927500"/>
              <a:ext cx="73525" cy="39700"/>
            </a:xfrm>
            <a:custGeom>
              <a:rect b="b" l="l" r="r" t="t"/>
              <a:pathLst>
                <a:path extrusionOk="0" h="1588" w="2941">
                  <a:moveTo>
                    <a:pt x="1913" y="1"/>
                  </a:moveTo>
                  <a:lnTo>
                    <a:pt x="2053" y="47"/>
                  </a:lnTo>
                  <a:lnTo>
                    <a:pt x="2147" y="94"/>
                  </a:lnTo>
                  <a:lnTo>
                    <a:pt x="2240" y="234"/>
                  </a:lnTo>
                  <a:lnTo>
                    <a:pt x="2240" y="327"/>
                  </a:lnTo>
                  <a:lnTo>
                    <a:pt x="2240" y="1027"/>
                  </a:lnTo>
                  <a:lnTo>
                    <a:pt x="0" y="1494"/>
                  </a:lnTo>
                  <a:lnTo>
                    <a:pt x="373" y="1587"/>
                  </a:lnTo>
                  <a:lnTo>
                    <a:pt x="2940" y="1027"/>
                  </a:lnTo>
                  <a:lnTo>
                    <a:pt x="2940" y="327"/>
                  </a:lnTo>
                  <a:lnTo>
                    <a:pt x="2893" y="234"/>
                  </a:lnTo>
                  <a:lnTo>
                    <a:pt x="2847" y="94"/>
                  </a:lnTo>
                  <a:lnTo>
                    <a:pt x="2707" y="47"/>
                  </a:lnTo>
                  <a:lnTo>
                    <a:pt x="261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1" name="Google Shape;9931;p67"/>
            <p:cNvSpPr/>
            <p:nvPr/>
          </p:nvSpPr>
          <p:spPr>
            <a:xfrm>
              <a:off x="3256100" y="1953175"/>
              <a:ext cx="185550" cy="31525"/>
            </a:xfrm>
            <a:custGeom>
              <a:rect b="b" l="l" r="r" t="t"/>
              <a:pathLst>
                <a:path extrusionOk="0" h="1261" w="7422">
                  <a:moveTo>
                    <a:pt x="234" y="0"/>
                  </a:moveTo>
                  <a:lnTo>
                    <a:pt x="141" y="47"/>
                  </a:lnTo>
                  <a:lnTo>
                    <a:pt x="94" y="94"/>
                  </a:lnTo>
                  <a:lnTo>
                    <a:pt x="48" y="140"/>
                  </a:lnTo>
                  <a:lnTo>
                    <a:pt x="1" y="234"/>
                  </a:lnTo>
                  <a:lnTo>
                    <a:pt x="1" y="1027"/>
                  </a:lnTo>
                  <a:lnTo>
                    <a:pt x="48" y="1120"/>
                  </a:lnTo>
                  <a:lnTo>
                    <a:pt x="94" y="1167"/>
                  </a:lnTo>
                  <a:lnTo>
                    <a:pt x="141" y="1214"/>
                  </a:lnTo>
                  <a:lnTo>
                    <a:pt x="234" y="1260"/>
                  </a:lnTo>
                  <a:lnTo>
                    <a:pt x="7421" y="1260"/>
                  </a:lnTo>
                  <a:lnTo>
                    <a:pt x="742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2" name="Google Shape;9932;p67"/>
            <p:cNvSpPr/>
            <p:nvPr/>
          </p:nvSpPr>
          <p:spPr>
            <a:xfrm>
              <a:off x="3432275" y="1953175"/>
              <a:ext cx="22200" cy="31525"/>
            </a:xfrm>
            <a:custGeom>
              <a:rect b="b" l="l" r="r" t="t"/>
              <a:pathLst>
                <a:path extrusionOk="0" h="1261" w="888">
                  <a:moveTo>
                    <a:pt x="1" y="0"/>
                  </a:moveTo>
                  <a:lnTo>
                    <a:pt x="94" y="47"/>
                  </a:lnTo>
                  <a:lnTo>
                    <a:pt x="141" y="94"/>
                  </a:lnTo>
                  <a:lnTo>
                    <a:pt x="188" y="140"/>
                  </a:lnTo>
                  <a:lnTo>
                    <a:pt x="234" y="234"/>
                  </a:lnTo>
                  <a:lnTo>
                    <a:pt x="234" y="1027"/>
                  </a:lnTo>
                  <a:lnTo>
                    <a:pt x="188" y="1120"/>
                  </a:lnTo>
                  <a:lnTo>
                    <a:pt x="141" y="1167"/>
                  </a:lnTo>
                  <a:lnTo>
                    <a:pt x="94" y="1214"/>
                  </a:lnTo>
                  <a:lnTo>
                    <a:pt x="1" y="1260"/>
                  </a:lnTo>
                  <a:lnTo>
                    <a:pt x="701" y="1260"/>
                  </a:lnTo>
                  <a:lnTo>
                    <a:pt x="748" y="1214"/>
                  </a:lnTo>
                  <a:lnTo>
                    <a:pt x="841" y="1167"/>
                  </a:lnTo>
                  <a:lnTo>
                    <a:pt x="888" y="1120"/>
                  </a:lnTo>
                  <a:lnTo>
                    <a:pt x="888" y="1027"/>
                  </a:lnTo>
                  <a:lnTo>
                    <a:pt x="888" y="234"/>
                  </a:lnTo>
                  <a:lnTo>
                    <a:pt x="888" y="140"/>
                  </a:lnTo>
                  <a:lnTo>
                    <a:pt x="841" y="94"/>
                  </a:lnTo>
                  <a:lnTo>
                    <a:pt x="748" y="47"/>
                  </a:lnTo>
                  <a:lnTo>
                    <a:pt x="7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3" name="Google Shape;9933;p67"/>
            <p:cNvSpPr/>
            <p:nvPr/>
          </p:nvSpPr>
          <p:spPr>
            <a:xfrm>
              <a:off x="3392625" y="2113000"/>
              <a:ext cx="19850" cy="22200"/>
            </a:xfrm>
            <a:custGeom>
              <a:rect b="b" l="l" r="r" t="t"/>
              <a:pathLst>
                <a:path extrusionOk="0" h="888" w="794">
                  <a:moveTo>
                    <a:pt x="47" y="1"/>
                  </a:moveTo>
                  <a:lnTo>
                    <a:pt x="93" y="94"/>
                  </a:lnTo>
                  <a:lnTo>
                    <a:pt x="93" y="794"/>
                  </a:lnTo>
                  <a:lnTo>
                    <a:pt x="47" y="841"/>
                  </a:lnTo>
                  <a:lnTo>
                    <a:pt x="0" y="888"/>
                  </a:lnTo>
                  <a:lnTo>
                    <a:pt x="653" y="888"/>
                  </a:lnTo>
                  <a:lnTo>
                    <a:pt x="747" y="841"/>
                  </a:lnTo>
                  <a:lnTo>
                    <a:pt x="793" y="794"/>
                  </a:lnTo>
                  <a:lnTo>
                    <a:pt x="793" y="94"/>
                  </a:lnTo>
                  <a:lnTo>
                    <a:pt x="74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4" name="Google Shape;9934;p67"/>
            <p:cNvSpPr/>
            <p:nvPr/>
          </p:nvSpPr>
          <p:spPr>
            <a:xfrm>
              <a:off x="3428775" y="2178350"/>
              <a:ext cx="23375" cy="37350"/>
            </a:xfrm>
            <a:custGeom>
              <a:rect b="b" l="l" r="r" t="t"/>
              <a:pathLst>
                <a:path extrusionOk="0" h="1494" w="935">
                  <a:moveTo>
                    <a:pt x="94" y="0"/>
                  </a:moveTo>
                  <a:lnTo>
                    <a:pt x="188" y="47"/>
                  </a:lnTo>
                  <a:lnTo>
                    <a:pt x="234" y="140"/>
                  </a:lnTo>
                  <a:lnTo>
                    <a:pt x="234" y="187"/>
                  </a:lnTo>
                  <a:lnTo>
                    <a:pt x="234" y="1260"/>
                  </a:lnTo>
                  <a:lnTo>
                    <a:pt x="234" y="1354"/>
                  </a:lnTo>
                  <a:lnTo>
                    <a:pt x="188" y="1400"/>
                  </a:lnTo>
                  <a:lnTo>
                    <a:pt x="94" y="1447"/>
                  </a:lnTo>
                  <a:lnTo>
                    <a:pt x="1" y="1494"/>
                  </a:lnTo>
                  <a:lnTo>
                    <a:pt x="701" y="1494"/>
                  </a:lnTo>
                  <a:lnTo>
                    <a:pt x="794" y="1447"/>
                  </a:lnTo>
                  <a:lnTo>
                    <a:pt x="841" y="1400"/>
                  </a:lnTo>
                  <a:lnTo>
                    <a:pt x="888" y="1354"/>
                  </a:lnTo>
                  <a:lnTo>
                    <a:pt x="934" y="1260"/>
                  </a:lnTo>
                  <a:lnTo>
                    <a:pt x="934" y="187"/>
                  </a:lnTo>
                  <a:lnTo>
                    <a:pt x="888" y="140"/>
                  </a:lnTo>
                  <a:lnTo>
                    <a:pt x="841" y="47"/>
                  </a:lnTo>
                  <a:lnTo>
                    <a:pt x="7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35" name="Google Shape;9935;p67"/>
          <p:cNvGrpSpPr/>
          <p:nvPr/>
        </p:nvGrpSpPr>
        <p:grpSpPr>
          <a:xfrm>
            <a:off x="5388521" y="2549088"/>
            <a:ext cx="311550" cy="336025"/>
            <a:chOff x="5479850" y="1879675"/>
            <a:chExt cx="311550" cy="336025"/>
          </a:xfrm>
        </p:grpSpPr>
        <p:sp>
          <p:nvSpPr>
            <p:cNvPr id="9936" name="Google Shape;9936;p67"/>
            <p:cNvSpPr/>
            <p:nvPr/>
          </p:nvSpPr>
          <p:spPr>
            <a:xfrm>
              <a:off x="5538200" y="2179500"/>
              <a:ext cx="194850" cy="36200"/>
            </a:xfrm>
            <a:custGeom>
              <a:rect b="b" l="l" r="r" t="t"/>
              <a:pathLst>
                <a:path extrusionOk="0" h="1448" w="7794">
                  <a:moveTo>
                    <a:pt x="0" y="1"/>
                  </a:moveTo>
                  <a:lnTo>
                    <a:pt x="0" y="1121"/>
                  </a:lnTo>
                  <a:lnTo>
                    <a:pt x="0" y="1261"/>
                  </a:lnTo>
                  <a:lnTo>
                    <a:pt x="93" y="1354"/>
                  </a:lnTo>
                  <a:lnTo>
                    <a:pt x="187" y="1401"/>
                  </a:lnTo>
                  <a:lnTo>
                    <a:pt x="327" y="1448"/>
                  </a:lnTo>
                  <a:lnTo>
                    <a:pt x="7234" y="1448"/>
                  </a:lnTo>
                  <a:lnTo>
                    <a:pt x="7327" y="1401"/>
                  </a:lnTo>
                  <a:lnTo>
                    <a:pt x="7420" y="1214"/>
                  </a:lnTo>
                  <a:lnTo>
                    <a:pt x="7560" y="748"/>
                  </a:lnTo>
                  <a:lnTo>
                    <a:pt x="779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7" name="Google Shape;9937;p67"/>
            <p:cNvSpPr/>
            <p:nvPr/>
          </p:nvSpPr>
          <p:spPr>
            <a:xfrm>
              <a:off x="5479850" y="2010350"/>
              <a:ext cx="311550" cy="35025"/>
            </a:xfrm>
            <a:custGeom>
              <a:rect b="b" l="l" r="r" t="t"/>
              <a:pathLst>
                <a:path extrusionOk="0" h="1401" w="12462">
                  <a:moveTo>
                    <a:pt x="327" y="0"/>
                  </a:moveTo>
                  <a:lnTo>
                    <a:pt x="187" y="47"/>
                  </a:lnTo>
                  <a:lnTo>
                    <a:pt x="94" y="93"/>
                  </a:lnTo>
                  <a:lnTo>
                    <a:pt x="1" y="233"/>
                  </a:lnTo>
                  <a:lnTo>
                    <a:pt x="1" y="327"/>
                  </a:lnTo>
                  <a:lnTo>
                    <a:pt x="1" y="1073"/>
                  </a:lnTo>
                  <a:lnTo>
                    <a:pt x="1" y="1167"/>
                  </a:lnTo>
                  <a:lnTo>
                    <a:pt x="94" y="1307"/>
                  </a:lnTo>
                  <a:lnTo>
                    <a:pt x="187" y="1353"/>
                  </a:lnTo>
                  <a:lnTo>
                    <a:pt x="327" y="1400"/>
                  </a:lnTo>
                  <a:lnTo>
                    <a:pt x="12134" y="1400"/>
                  </a:lnTo>
                  <a:lnTo>
                    <a:pt x="12274" y="1353"/>
                  </a:lnTo>
                  <a:lnTo>
                    <a:pt x="12368" y="1307"/>
                  </a:lnTo>
                  <a:lnTo>
                    <a:pt x="12461" y="1167"/>
                  </a:lnTo>
                  <a:lnTo>
                    <a:pt x="12461" y="1073"/>
                  </a:lnTo>
                  <a:lnTo>
                    <a:pt x="12461" y="327"/>
                  </a:lnTo>
                  <a:lnTo>
                    <a:pt x="12461" y="233"/>
                  </a:lnTo>
                  <a:lnTo>
                    <a:pt x="12368" y="93"/>
                  </a:lnTo>
                  <a:lnTo>
                    <a:pt x="12274" y="47"/>
                  </a:lnTo>
                  <a:lnTo>
                    <a:pt x="1213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8" name="Google Shape;9938;p67"/>
            <p:cNvSpPr/>
            <p:nvPr/>
          </p:nvSpPr>
          <p:spPr>
            <a:xfrm>
              <a:off x="5570850" y="1879675"/>
              <a:ext cx="129550" cy="49025"/>
            </a:xfrm>
            <a:custGeom>
              <a:rect b="b" l="l" r="r" t="t"/>
              <a:pathLst>
                <a:path extrusionOk="0" h="1961" w="5182">
                  <a:moveTo>
                    <a:pt x="514" y="0"/>
                  </a:moveTo>
                  <a:lnTo>
                    <a:pt x="328" y="47"/>
                  </a:lnTo>
                  <a:lnTo>
                    <a:pt x="141" y="140"/>
                  </a:lnTo>
                  <a:lnTo>
                    <a:pt x="48" y="327"/>
                  </a:lnTo>
                  <a:lnTo>
                    <a:pt x="1" y="514"/>
                  </a:lnTo>
                  <a:lnTo>
                    <a:pt x="1" y="1960"/>
                  </a:lnTo>
                  <a:lnTo>
                    <a:pt x="841" y="1960"/>
                  </a:lnTo>
                  <a:lnTo>
                    <a:pt x="841" y="887"/>
                  </a:lnTo>
                  <a:lnTo>
                    <a:pt x="841" y="840"/>
                  </a:lnTo>
                  <a:lnTo>
                    <a:pt x="888" y="794"/>
                  </a:lnTo>
                  <a:lnTo>
                    <a:pt x="4294" y="794"/>
                  </a:lnTo>
                  <a:lnTo>
                    <a:pt x="4341" y="840"/>
                  </a:lnTo>
                  <a:lnTo>
                    <a:pt x="4341" y="887"/>
                  </a:lnTo>
                  <a:lnTo>
                    <a:pt x="4341" y="1960"/>
                  </a:lnTo>
                  <a:lnTo>
                    <a:pt x="5181" y="1960"/>
                  </a:lnTo>
                  <a:lnTo>
                    <a:pt x="5181" y="514"/>
                  </a:lnTo>
                  <a:lnTo>
                    <a:pt x="5134" y="327"/>
                  </a:lnTo>
                  <a:lnTo>
                    <a:pt x="5041" y="140"/>
                  </a:lnTo>
                  <a:lnTo>
                    <a:pt x="4854" y="47"/>
                  </a:lnTo>
                  <a:lnTo>
                    <a:pt x="466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9" name="Google Shape;9939;p67"/>
            <p:cNvSpPr/>
            <p:nvPr/>
          </p:nvSpPr>
          <p:spPr>
            <a:xfrm>
              <a:off x="5512525" y="1924000"/>
              <a:ext cx="246200" cy="37350"/>
            </a:xfrm>
            <a:custGeom>
              <a:rect b="b" l="l" r="r" t="t"/>
              <a:pathLst>
                <a:path extrusionOk="0" h="1494" w="9848">
                  <a:moveTo>
                    <a:pt x="514" y="1"/>
                  </a:moveTo>
                  <a:lnTo>
                    <a:pt x="327" y="47"/>
                  </a:lnTo>
                  <a:lnTo>
                    <a:pt x="140" y="141"/>
                  </a:lnTo>
                  <a:lnTo>
                    <a:pt x="47" y="327"/>
                  </a:lnTo>
                  <a:lnTo>
                    <a:pt x="0" y="514"/>
                  </a:lnTo>
                  <a:lnTo>
                    <a:pt x="0" y="1494"/>
                  </a:lnTo>
                  <a:lnTo>
                    <a:pt x="9847" y="1494"/>
                  </a:lnTo>
                  <a:lnTo>
                    <a:pt x="9614" y="747"/>
                  </a:lnTo>
                  <a:lnTo>
                    <a:pt x="9381" y="234"/>
                  </a:lnTo>
                  <a:lnTo>
                    <a:pt x="9241" y="94"/>
                  </a:lnTo>
                  <a:lnTo>
                    <a:pt x="914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0" name="Google Shape;9940;p67"/>
            <p:cNvSpPr/>
            <p:nvPr/>
          </p:nvSpPr>
          <p:spPr>
            <a:xfrm>
              <a:off x="5707375" y="2179500"/>
              <a:ext cx="25675" cy="36200"/>
            </a:xfrm>
            <a:custGeom>
              <a:rect b="b" l="l" r="r" t="t"/>
              <a:pathLst>
                <a:path extrusionOk="0" h="1448" w="1027">
                  <a:moveTo>
                    <a:pt x="327" y="1"/>
                  </a:moveTo>
                  <a:lnTo>
                    <a:pt x="327" y="1121"/>
                  </a:lnTo>
                  <a:lnTo>
                    <a:pt x="327" y="1261"/>
                  </a:lnTo>
                  <a:lnTo>
                    <a:pt x="233" y="1354"/>
                  </a:lnTo>
                  <a:lnTo>
                    <a:pt x="140" y="1401"/>
                  </a:lnTo>
                  <a:lnTo>
                    <a:pt x="0" y="1448"/>
                  </a:lnTo>
                  <a:lnTo>
                    <a:pt x="700" y="1448"/>
                  </a:lnTo>
                  <a:lnTo>
                    <a:pt x="840" y="1401"/>
                  </a:lnTo>
                  <a:lnTo>
                    <a:pt x="933" y="1354"/>
                  </a:lnTo>
                  <a:lnTo>
                    <a:pt x="980" y="1261"/>
                  </a:lnTo>
                  <a:lnTo>
                    <a:pt x="1027" y="1121"/>
                  </a:lnTo>
                  <a:lnTo>
                    <a:pt x="102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1" name="Google Shape;9941;p67"/>
            <p:cNvSpPr/>
            <p:nvPr/>
          </p:nvSpPr>
          <p:spPr>
            <a:xfrm>
              <a:off x="5507850" y="1973000"/>
              <a:ext cx="255550" cy="222875"/>
            </a:xfrm>
            <a:custGeom>
              <a:rect b="b" l="l" r="r" t="t"/>
              <a:pathLst>
                <a:path extrusionOk="0" h="8915" w="10222">
                  <a:moveTo>
                    <a:pt x="1" y="1"/>
                  </a:moveTo>
                  <a:lnTo>
                    <a:pt x="654" y="8588"/>
                  </a:lnTo>
                  <a:lnTo>
                    <a:pt x="654" y="8728"/>
                  </a:lnTo>
                  <a:lnTo>
                    <a:pt x="747" y="8821"/>
                  </a:lnTo>
                  <a:lnTo>
                    <a:pt x="841" y="8868"/>
                  </a:lnTo>
                  <a:lnTo>
                    <a:pt x="981" y="8914"/>
                  </a:lnTo>
                  <a:lnTo>
                    <a:pt x="3501" y="8914"/>
                  </a:lnTo>
                  <a:lnTo>
                    <a:pt x="4854" y="8634"/>
                  </a:lnTo>
                  <a:lnTo>
                    <a:pt x="6721" y="8914"/>
                  </a:lnTo>
                  <a:lnTo>
                    <a:pt x="9008" y="8914"/>
                  </a:lnTo>
                  <a:lnTo>
                    <a:pt x="9008" y="8821"/>
                  </a:lnTo>
                  <a:lnTo>
                    <a:pt x="9101" y="8541"/>
                  </a:lnTo>
                  <a:lnTo>
                    <a:pt x="9241" y="7514"/>
                  </a:lnTo>
                  <a:lnTo>
                    <a:pt x="9661" y="4434"/>
                  </a:lnTo>
                  <a:lnTo>
                    <a:pt x="1022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2" name="Google Shape;9942;p67"/>
            <p:cNvSpPr/>
            <p:nvPr/>
          </p:nvSpPr>
          <p:spPr>
            <a:xfrm>
              <a:off x="5729525" y="1924000"/>
              <a:ext cx="29200" cy="37350"/>
            </a:xfrm>
            <a:custGeom>
              <a:rect b="b" l="l" r="r" t="t"/>
              <a:pathLst>
                <a:path extrusionOk="0" h="1494" w="1168">
                  <a:moveTo>
                    <a:pt x="1" y="1"/>
                  </a:moveTo>
                  <a:lnTo>
                    <a:pt x="187" y="47"/>
                  </a:lnTo>
                  <a:lnTo>
                    <a:pt x="327" y="141"/>
                  </a:lnTo>
                  <a:lnTo>
                    <a:pt x="421" y="327"/>
                  </a:lnTo>
                  <a:lnTo>
                    <a:pt x="467" y="514"/>
                  </a:lnTo>
                  <a:lnTo>
                    <a:pt x="467" y="1494"/>
                  </a:lnTo>
                  <a:lnTo>
                    <a:pt x="1167" y="1494"/>
                  </a:lnTo>
                  <a:lnTo>
                    <a:pt x="1167" y="514"/>
                  </a:lnTo>
                  <a:lnTo>
                    <a:pt x="1121" y="327"/>
                  </a:lnTo>
                  <a:lnTo>
                    <a:pt x="1027" y="141"/>
                  </a:lnTo>
                  <a:lnTo>
                    <a:pt x="841"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3" name="Google Shape;9943;p67"/>
            <p:cNvSpPr/>
            <p:nvPr/>
          </p:nvSpPr>
          <p:spPr>
            <a:xfrm>
              <a:off x="5722525" y="1973000"/>
              <a:ext cx="40875" cy="222875"/>
            </a:xfrm>
            <a:custGeom>
              <a:rect b="b" l="l" r="r" t="t"/>
              <a:pathLst>
                <a:path extrusionOk="0" h="8915" w="1635">
                  <a:moveTo>
                    <a:pt x="934" y="1"/>
                  </a:moveTo>
                  <a:lnTo>
                    <a:pt x="327" y="8588"/>
                  </a:lnTo>
                  <a:lnTo>
                    <a:pt x="281" y="8728"/>
                  </a:lnTo>
                  <a:lnTo>
                    <a:pt x="234" y="8821"/>
                  </a:lnTo>
                  <a:lnTo>
                    <a:pt x="94" y="8868"/>
                  </a:lnTo>
                  <a:lnTo>
                    <a:pt x="1" y="8914"/>
                  </a:lnTo>
                  <a:lnTo>
                    <a:pt x="654" y="8914"/>
                  </a:lnTo>
                  <a:lnTo>
                    <a:pt x="794" y="8868"/>
                  </a:lnTo>
                  <a:lnTo>
                    <a:pt x="887" y="8821"/>
                  </a:lnTo>
                  <a:lnTo>
                    <a:pt x="981" y="8728"/>
                  </a:lnTo>
                  <a:lnTo>
                    <a:pt x="981" y="8588"/>
                  </a:lnTo>
                  <a:lnTo>
                    <a:pt x="163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4" name="Google Shape;9944;p67"/>
            <p:cNvSpPr/>
            <p:nvPr/>
          </p:nvSpPr>
          <p:spPr>
            <a:xfrm>
              <a:off x="5499700" y="1954325"/>
              <a:ext cx="256700" cy="36200"/>
            </a:xfrm>
            <a:custGeom>
              <a:rect b="b" l="l" r="r" t="t"/>
              <a:pathLst>
                <a:path extrusionOk="0" h="1448" w="10268">
                  <a:moveTo>
                    <a:pt x="187" y="1"/>
                  </a:moveTo>
                  <a:lnTo>
                    <a:pt x="93" y="94"/>
                  </a:lnTo>
                  <a:lnTo>
                    <a:pt x="0" y="188"/>
                  </a:lnTo>
                  <a:lnTo>
                    <a:pt x="0" y="328"/>
                  </a:lnTo>
                  <a:lnTo>
                    <a:pt x="0" y="1121"/>
                  </a:lnTo>
                  <a:lnTo>
                    <a:pt x="0" y="1214"/>
                  </a:lnTo>
                  <a:lnTo>
                    <a:pt x="93" y="1308"/>
                  </a:lnTo>
                  <a:lnTo>
                    <a:pt x="187" y="1401"/>
                  </a:lnTo>
                  <a:lnTo>
                    <a:pt x="327" y="1448"/>
                  </a:lnTo>
                  <a:lnTo>
                    <a:pt x="10267" y="1448"/>
                  </a:lnTo>
                  <a:lnTo>
                    <a:pt x="1026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5" name="Google Shape;9945;p67"/>
            <p:cNvSpPr/>
            <p:nvPr/>
          </p:nvSpPr>
          <p:spPr>
            <a:xfrm>
              <a:off x="5595350" y="2102500"/>
              <a:ext cx="80525" cy="93375"/>
            </a:xfrm>
            <a:custGeom>
              <a:rect b="b" l="l" r="r" t="t"/>
              <a:pathLst>
                <a:path extrusionOk="0" h="3735" w="3221">
                  <a:moveTo>
                    <a:pt x="654" y="1"/>
                  </a:moveTo>
                  <a:lnTo>
                    <a:pt x="374" y="48"/>
                  </a:lnTo>
                  <a:lnTo>
                    <a:pt x="188" y="188"/>
                  </a:lnTo>
                  <a:lnTo>
                    <a:pt x="48" y="421"/>
                  </a:lnTo>
                  <a:lnTo>
                    <a:pt x="1" y="654"/>
                  </a:lnTo>
                  <a:lnTo>
                    <a:pt x="1" y="3734"/>
                  </a:lnTo>
                  <a:lnTo>
                    <a:pt x="3221" y="3734"/>
                  </a:lnTo>
                  <a:lnTo>
                    <a:pt x="3174" y="3128"/>
                  </a:lnTo>
                  <a:lnTo>
                    <a:pt x="3034" y="1868"/>
                  </a:lnTo>
                  <a:lnTo>
                    <a:pt x="2941" y="1214"/>
                  </a:lnTo>
                  <a:lnTo>
                    <a:pt x="2848" y="608"/>
                  </a:lnTo>
                  <a:lnTo>
                    <a:pt x="2708" y="188"/>
                  </a:lnTo>
                  <a:lnTo>
                    <a:pt x="2661" y="48"/>
                  </a:lnTo>
                  <a:lnTo>
                    <a:pt x="256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6" name="Google Shape;9946;p67"/>
            <p:cNvSpPr/>
            <p:nvPr/>
          </p:nvSpPr>
          <p:spPr>
            <a:xfrm>
              <a:off x="5643200" y="2102500"/>
              <a:ext cx="32675" cy="93375"/>
            </a:xfrm>
            <a:custGeom>
              <a:rect b="b" l="l" r="r" t="t"/>
              <a:pathLst>
                <a:path extrusionOk="0" h="3735" w="1307">
                  <a:moveTo>
                    <a:pt x="0" y="1"/>
                  </a:moveTo>
                  <a:lnTo>
                    <a:pt x="234" y="48"/>
                  </a:lnTo>
                  <a:lnTo>
                    <a:pt x="467" y="188"/>
                  </a:lnTo>
                  <a:lnTo>
                    <a:pt x="607" y="421"/>
                  </a:lnTo>
                  <a:lnTo>
                    <a:pt x="654" y="654"/>
                  </a:lnTo>
                  <a:lnTo>
                    <a:pt x="654" y="3734"/>
                  </a:lnTo>
                  <a:lnTo>
                    <a:pt x="1307" y="3734"/>
                  </a:lnTo>
                  <a:lnTo>
                    <a:pt x="1307" y="654"/>
                  </a:lnTo>
                  <a:lnTo>
                    <a:pt x="1260" y="421"/>
                  </a:lnTo>
                  <a:lnTo>
                    <a:pt x="1120" y="188"/>
                  </a:lnTo>
                  <a:lnTo>
                    <a:pt x="934" y="48"/>
                  </a:lnTo>
                  <a:lnTo>
                    <a:pt x="65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7" name="Google Shape;9947;p67"/>
            <p:cNvSpPr/>
            <p:nvPr/>
          </p:nvSpPr>
          <p:spPr>
            <a:xfrm>
              <a:off x="5621025" y="2122350"/>
              <a:ext cx="29200" cy="28025"/>
            </a:xfrm>
            <a:custGeom>
              <a:rect b="b" l="l" r="r" t="t"/>
              <a:pathLst>
                <a:path extrusionOk="0" h="1121" w="1168">
                  <a:moveTo>
                    <a:pt x="561" y="0"/>
                  </a:moveTo>
                  <a:lnTo>
                    <a:pt x="374" y="47"/>
                  </a:lnTo>
                  <a:lnTo>
                    <a:pt x="187" y="140"/>
                  </a:lnTo>
                  <a:lnTo>
                    <a:pt x="47" y="327"/>
                  </a:lnTo>
                  <a:lnTo>
                    <a:pt x="1" y="560"/>
                  </a:lnTo>
                  <a:lnTo>
                    <a:pt x="47" y="794"/>
                  </a:lnTo>
                  <a:lnTo>
                    <a:pt x="187" y="980"/>
                  </a:lnTo>
                  <a:lnTo>
                    <a:pt x="374" y="1074"/>
                  </a:lnTo>
                  <a:lnTo>
                    <a:pt x="561" y="1120"/>
                  </a:lnTo>
                  <a:lnTo>
                    <a:pt x="794" y="1074"/>
                  </a:lnTo>
                  <a:lnTo>
                    <a:pt x="981" y="980"/>
                  </a:lnTo>
                  <a:lnTo>
                    <a:pt x="1121" y="794"/>
                  </a:lnTo>
                  <a:lnTo>
                    <a:pt x="1167" y="560"/>
                  </a:lnTo>
                  <a:lnTo>
                    <a:pt x="1121" y="327"/>
                  </a:lnTo>
                  <a:lnTo>
                    <a:pt x="981" y="140"/>
                  </a:lnTo>
                  <a:lnTo>
                    <a:pt x="794" y="47"/>
                  </a:lnTo>
                  <a:lnTo>
                    <a:pt x="5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8" name="Google Shape;9948;p67"/>
            <p:cNvSpPr/>
            <p:nvPr/>
          </p:nvSpPr>
          <p:spPr>
            <a:xfrm>
              <a:off x="5595350" y="2041850"/>
              <a:ext cx="67700" cy="35025"/>
            </a:xfrm>
            <a:custGeom>
              <a:rect b="b" l="l" r="r" t="t"/>
              <a:pathLst>
                <a:path extrusionOk="0" h="1401" w="2708">
                  <a:moveTo>
                    <a:pt x="94" y="0"/>
                  </a:moveTo>
                  <a:lnTo>
                    <a:pt x="48" y="47"/>
                  </a:lnTo>
                  <a:lnTo>
                    <a:pt x="1" y="140"/>
                  </a:lnTo>
                  <a:lnTo>
                    <a:pt x="1" y="187"/>
                  </a:lnTo>
                  <a:lnTo>
                    <a:pt x="1" y="1167"/>
                  </a:lnTo>
                  <a:lnTo>
                    <a:pt x="1" y="1260"/>
                  </a:lnTo>
                  <a:lnTo>
                    <a:pt x="48" y="1353"/>
                  </a:lnTo>
                  <a:lnTo>
                    <a:pt x="94" y="1400"/>
                  </a:lnTo>
                  <a:lnTo>
                    <a:pt x="2708" y="1400"/>
                  </a:lnTo>
                  <a:lnTo>
                    <a:pt x="26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9" name="Google Shape;9949;p67"/>
            <p:cNvSpPr/>
            <p:nvPr/>
          </p:nvSpPr>
          <p:spPr>
            <a:xfrm>
              <a:off x="5656025" y="2041850"/>
              <a:ext cx="19850" cy="35025"/>
            </a:xfrm>
            <a:custGeom>
              <a:rect b="b" l="l" r="r" t="t"/>
              <a:pathLst>
                <a:path extrusionOk="0" h="1401" w="794">
                  <a:moveTo>
                    <a:pt x="1" y="0"/>
                  </a:moveTo>
                  <a:lnTo>
                    <a:pt x="47" y="47"/>
                  </a:lnTo>
                  <a:lnTo>
                    <a:pt x="94" y="140"/>
                  </a:lnTo>
                  <a:lnTo>
                    <a:pt x="141" y="187"/>
                  </a:lnTo>
                  <a:lnTo>
                    <a:pt x="141" y="1167"/>
                  </a:lnTo>
                  <a:lnTo>
                    <a:pt x="94" y="1260"/>
                  </a:lnTo>
                  <a:lnTo>
                    <a:pt x="47" y="1353"/>
                  </a:lnTo>
                  <a:lnTo>
                    <a:pt x="1" y="1400"/>
                  </a:lnTo>
                  <a:lnTo>
                    <a:pt x="701" y="1400"/>
                  </a:lnTo>
                  <a:lnTo>
                    <a:pt x="747" y="1353"/>
                  </a:lnTo>
                  <a:lnTo>
                    <a:pt x="794" y="1260"/>
                  </a:lnTo>
                  <a:lnTo>
                    <a:pt x="794" y="1167"/>
                  </a:lnTo>
                  <a:lnTo>
                    <a:pt x="794" y="187"/>
                  </a:lnTo>
                  <a:lnTo>
                    <a:pt x="794" y="140"/>
                  </a:lnTo>
                  <a:lnTo>
                    <a:pt x="747" y="47"/>
                  </a:lnTo>
                  <a:lnTo>
                    <a:pt x="70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0" name="Google Shape;9950;p67"/>
            <p:cNvSpPr/>
            <p:nvPr/>
          </p:nvSpPr>
          <p:spPr>
            <a:xfrm>
              <a:off x="5747025" y="1954325"/>
              <a:ext cx="24525" cy="36200"/>
            </a:xfrm>
            <a:custGeom>
              <a:rect b="b" l="l" r="r" t="t"/>
              <a:pathLst>
                <a:path extrusionOk="0" h="1448" w="981">
                  <a:moveTo>
                    <a:pt x="94" y="1"/>
                  </a:moveTo>
                  <a:lnTo>
                    <a:pt x="187" y="94"/>
                  </a:lnTo>
                  <a:lnTo>
                    <a:pt x="281" y="188"/>
                  </a:lnTo>
                  <a:lnTo>
                    <a:pt x="327" y="328"/>
                  </a:lnTo>
                  <a:lnTo>
                    <a:pt x="327" y="1121"/>
                  </a:lnTo>
                  <a:lnTo>
                    <a:pt x="281" y="1214"/>
                  </a:lnTo>
                  <a:lnTo>
                    <a:pt x="187" y="1308"/>
                  </a:lnTo>
                  <a:lnTo>
                    <a:pt x="94" y="1401"/>
                  </a:lnTo>
                  <a:lnTo>
                    <a:pt x="1" y="1448"/>
                  </a:lnTo>
                  <a:lnTo>
                    <a:pt x="654" y="1448"/>
                  </a:lnTo>
                  <a:lnTo>
                    <a:pt x="794" y="1401"/>
                  </a:lnTo>
                  <a:lnTo>
                    <a:pt x="887" y="1308"/>
                  </a:lnTo>
                  <a:lnTo>
                    <a:pt x="981" y="1214"/>
                  </a:lnTo>
                  <a:lnTo>
                    <a:pt x="981" y="1121"/>
                  </a:lnTo>
                  <a:lnTo>
                    <a:pt x="981" y="328"/>
                  </a:lnTo>
                  <a:lnTo>
                    <a:pt x="981" y="188"/>
                  </a:lnTo>
                  <a:lnTo>
                    <a:pt x="887" y="94"/>
                  </a:lnTo>
                  <a:lnTo>
                    <a:pt x="79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51" name="Google Shape;9951;p67"/>
          <p:cNvGrpSpPr/>
          <p:nvPr/>
        </p:nvGrpSpPr>
        <p:grpSpPr>
          <a:xfrm>
            <a:off x="1550059" y="2549088"/>
            <a:ext cx="210050" cy="336025"/>
            <a:chOff x="981025" y="2579700"/>
            <a:chExt cx="210050" cy="336025"/>
          </a:xfrm>
        </p:grpSpPr>
        <p:sp>
          <p:nvSpPr>
            <p:cNvPr id="9952" name="Google Shape;9952;p67"/>
            <p:cNvSpPr/>
            <p:nvPr/>
          </p:nvSpPr>
          <p:spPr>
            <a:xfrm>
              <a:off x="1097700" y="2753525"/>
              <a:ext cx="73525" cy="162200"/>
            </a:xfrm>
            <a:custGeom>
              <a:rect b="b" l="l" r="r" t="t"/>
              <a:pathLst>
                <a:path extrusionOk="0" h="6488" w="2941">
                  <a:moveTo>
                    <a:pt x="1121" y="3081"/>
                  </a:moveTo>
                  <a:lnTo>
                    <a:pt x="887" y="3874"/>
                  </a:lnTo>
                  <a:lnTo>
                    <a:pt x="841" y="4294"/>
                  </a:lnTo>
                  <a:lnTo>
                    <a:pt x="794" y="4714"/>
                  </a:lnTo>
                  <a:lnTo>
                    <a:pt x="794" y="5088"/>
                  </a:lnTo>
                  <a:lnTo>
                    <a:pt x="794" y="5414"/>
                  </a:lnTo>
                  <a:lnTo>
                    <a:pt x="887" y="5694"/>
                  </a:lnTo>
                  <a:lnTo>
                    <a:pt x="1027" y="5974"/>
                  </a:lnTo>
                  <a:lnTo>
                    <a:pt x="747" y="5834"/>
                  </a:lnTo>
                  <a:lnTo>
                    <a:pt x="561" y="5601"/>
                  </a:lnTo>
                  <a:lnTo>
                    <a:pt x="467" y="5321"/>
                  </a:lnTo>
                  <a:lnTo>
                    <a:pt x="421" y="5041"/>
                  </a:lnTo>
                  <a:lnTo>
                    <a:pt x="467" y="4527"/>
                  </a:lnTo>
                  <a:lnTo>
                    <a:pt x="607" y="4014"/>
                  </a:lnTo>
                  <a:lnTo>
                    <a:pt x="841" y="3454"/>
                  </a:lnTo>
                  <a:lnTo>
                    <a:pt x="981" y="3267"/>
                  </a:lnTo>
                  <a:lnTo>
                    <a:pt x="1121" y="3081"/>
                  </a:lnTo>
                  <a:close/>
                  <a:moveTo>
                    <a:pt x="1821" y="3081"/>
                  </a:moveTo>
                  <a:lnTo>
                    <a:pt x="2007" y="3314"/>
                  </a:lnTo>
                  <a:lnTo>
                    <a:pt x="2194" y="3687"/>
                  </a:lnTo>
                  <a:lnTo>
                    <a:pt x="2334" y="4061"/>
                  </a:lnTo>
                  <a:lnTo>
                    <a:pt x="2474" y="4434"/>
                  </a:lnTo>
                  <a:lnTo>
                    <a:pt x="2521" y="4761"/>
                  </a:lnTo>
                  <a:lnTo>
                    <a:pt x="2567" y="5041"/>
                  </a:lnTo>
                  <a:lnTo>
                    <a:pt x="2521" y="5321"/>
                  </a:lnTo>
                  <a:lnTo>
                    <a:pt x="2381" y="5601"/>
                  </a:lnTo>
                  <a:lnTo>
                    <a:pt x="2194" y="5834"/>
                  </a:lnTo>
                  <a:lnTo>
                    <a:pt x="1961" y="5974"/>
                  </a:lnTo>
                  <a:lnTo>
                    <a:pt x="2054" y="5694"/>
                  </a:lnTo>
                  <a:lnTo>
                    <a:pt x="2147" y="5414"/>
                  </a:lnTo>
                  <a:lnTo>
                    <a:pt x="2194" y="5088"/>
                  </a:lnTo>
                  <a:lnTo>
                    <a:pt x="2194" y="4714"/>
                  </a:lnTo>
                  <a:lnTo>
                    <a:pt x="2147" y="4294"/>
                  </a:lnTo>
                  <a:lnTo>
                    <a:pt x="2054" y="3874"/>
                  </a:lnTo>
                  <a:lnTo>
                    <a:pt x="1821" y="3081"/>
                  </a:lnTo>
                  <a:close/>
                  <a:moveTo>
                    <a:pt x="1494" y="3314"/>
                  </a:moveTo>
                  <a:lnTo>
                    <a:pt x="1681" y="4154"/>
                  </a:lnTo>
                  <a:lnTo>
                    <a:pt x="1774" y="4527"/>
                  </a:lnTo>
                  <a:lnTo>
                    <a:pt x="1774" y="4854"/>
                  </a:lnTo>
                  <a:lnTo>
                    <a:pt x="1774" y="5181"/>
                  </a:lnTo>
                  <a:lnTo>
                    <a:pt x="1727" y="5508"/>
                  </a:lnTo>
                  <a:lnTo>
                    <a:pt x="1634" y="5741"/>
                  </a:lnTo>
                  <a:lnTo>
                    <a:pt x="1494" y="6021"/>
                  </a:lnTo>
                  <a:lnTo>
                    <a:pt x="1354" y="5741"/>
                  </a:lnTo>
                  <a:lnTo>
                    <a:pt x="1261" y="5508"/>
                  </a:lnTo>
                  <a:lnTo>
                    <a:pt x="1167" y="5181"/>
                  </a:lnTo>
                  <a:lnTo>
                    <a:pt x="1167" y="4854"/>
                  </a:lnTo>
                  <a:lnTo>
                    <a:pt x="1214" y="4527"/>
                  </a:lnTo>
                  <a:lnTo>
                    <a:pt x="1261" y="4154"/>
                  </a:lnTo>
                  <a:lnTo>
                    <a:pt x="1494" y="3314"/>
                  </a:lnTo>
                  <a:close/>
                  <a:moveTo>
                    <a:pt x="1494" y="1"/>
                  </a:moveTo>
                  <a:lnTo>
                    <a:pt x="1401" y="47"/>
                  </a:lnTo>
                  <a:lnTo>
                    <a:pt x="1354" y="141"/>
                  </a:lnTo>
                  <a:lnTo>
                    <a:pt x="1261" y="327"/>
                  </a:lnTo>
                  <a:lnTo>
                    <a:pt x="1261" y="2474"/>
                  </a:lnTo>
                  <a:lnTo>
                    <a:pt x="1121" y="2567"/>
                  </a:lnTo>
                  <a:lnTo>
                    <a:pt x="981" y="2661"/>
                  </a:lnTo>
                  <a:lnTo>
                    <a:pt x="747" y="2894"/>
                  </a:lnTo>
                  <a:lnTo>
                    <a:pt x="561" y="3174"/>
                  </a:lnTo>
                  <a:lnTo>
                    <a:pt x="374" y="3501"/>
                  </a:lnTo>
                  <a:lnTo>
                    <a:pt x="234" y="3921"/>
                  </a:lnTo>
                  <a:lnTo>
                    <a:pt x="94" y="4294"/>
                  </a:lnTo>
                  <a:lnTo>
                    <a:pt x="47" y="4714"/>
                  </a:lnTo>
                  <a:lnTo>
                    <a:pt x="1" y="5041"/>
                  </a:lnTo>
                  <a:lnTo>
                    <a:pt x="47" y="5321"/>
                  </a:lnTo>
                  <a:lnTo>
                    <a:pt x="141" y="5601"/>
                  </a:lnTo>
                  <a:lnTo>
                    <a:pt x="234" y="5834"/>
                  </a:lnTo>
                  <a:lnTo>
                    <a:pt x="421" y="6068"/>
                  </a:lnTo>
                  <a:lnTo>
                    <a:pt x="654" y="6254"/>
                  </a:lnTo>
                  <a:lnTo>
                    <a:pt x="887" y="6394"/>
                  </a:lnTo>
                  <a:lnTo>
                    <a:pt x="1167" y="6488"/>
                  </a:lnTo>
                  <a:lnTo>
                    <a:pt x="1774" y="6488"/>
                  </a:lnTo>
                  <a:lnTo>
                    <a:pt x="2054" y="6394"/>
                  </a:lnTo>
                  <a:lnTo>
                    <a:pt x="2287" y="6254"/>
                  </a:lnTo>
                  <a:lnTo>
                    <a:pt x="2521" y="6068"/>
                  </a:lnTo>
                  <a:lnTo>
                    <a:pt x="2707" y="5834"/>
                  </a:lnTo>
                  <a:lnTo>
                    <a:pt x="2847" y="5601"/>
                  </a:lnTo>
                  <a:lnTo>
                    <a:pt x="2941" y="5321"/>
                  </a:lnTo>
                  <a:lnTo>
                    <a:pt x="2941" y="5041"/>
                  </a:lnTo>
                  <a:lnTo>
                    <a:pt x="2941" y="4761"/>
                  </a:lnTo>
                  <a:lnTo>
                    <a:pt x="2847" y="4387"/>
                  </a:lnTo>
                  <a:lnTo>
                    <a:pt x="2754" y="4014"/>
                  </a:lnTo>
                  <a:lnTo>
                    <a:pt x="2614" y="3594"/>
                  </a:lnTo>
                  <a:lnTo>
                    <a:pt x="2427" y="3221"/>
                  </a:lnTo>
                  <a:lnTo>
                    <a:pt x="2194" y="2894"/>
                  </a:lnTo>
                  <a:lnTo>
                    <a:pt x="1961" y="2661"/>
                  </a:lnTo>
                  <a:lnTo>
                    <a:pt x="1821" y="2567"/>
                  </a:lnTo>
                  <a:lnTo>
                    <a:pt x="1681" y="2521"/>
                  </a:lnTo>
                  <a:lnTo>
                    <a:pt x="1681" y="327"/>
                  </a:lnTo>
                  <a:lnTo>
                    <a:pt x="1634" y="141"/>
                  </a:lnTo>
                  <a:lnTo>
                    <a:pt x="1541" y="47"/>
                  </a:lnTo>
                  <a:lnTo>
                    <a:pt x="149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3" name="Google Shape;9953;p67"/>
            <p:cNvSpPr/>
            <p:nvPr/>
          </p:nvSpPr>
          <p:spPr>
            <a:xfrm>
              <a:off x="1060375" y="2613525"/>
              <a:ext cx="54850" cy="19850"/>
            </a:xfrm>
            <a:custGeom>
              <a:rect b="b" l="l" r="r" t="t"/>
              <a:pathLst>
                <a:path extrusionOk="0" h="794" w="2194">
                  <a:moveTo>
                    <a:pt x="0" y="1"/>
                  </a:moveTo>
                  <a:lnTo>
                    <a:pt x="0" y="514"/>
                  </a:lnTo>
                  <a:lnTo>
                    <a:pt x="0" y="607"/>
                  </a:lnTo>
                  <a:lnTo>
                    <a:pt x="94" y="701"/>
                  </a:lnTo>
                  <a:lnTo>
                    <a:pt x="187" y="794"/>
                  </a:lnTo>
                  <a:lnTo>
                    <a:pt x="1540" y="794"/>
                  </a:lnTo>
                  <a:lnTo>
                    <a:pt x="219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4" name="Google Shape;9954;p67"/>
            <p:cNvSpPr/>
            <p:nvPr/>
          </p:nvSpPr>
          <p:spPr>
            <a:xfrm>
              <a:off x="1112875" y="2720850"/>
              <a:ext cx="44350" cy="42050"/>
            </a:xfrm>
            <a:custGeom>
              <a:rect b="b" l="l" r="r" t="t"/>
              <a:pathLst>
                <a:path extrusionOk="0" h="1682" w="1774">
                  <a:moveTo>
                    <a:pt x="0" y="1"/>
                  </a:moveTo>
                  <a:lnTo>
                    <a:pt x="0" y="1354"/>
                  </a:lnTo>
                  <a:lnTo>
                    <a:pt x="0" y="1448"/>
                  </a:lnTo>
                  <a:lnTo>
                    <a:pt x="94" y="1588"/>
                  </a:lnTo>
                  <a:lnTo>
                    <a:pt x="187" y="1634"/>
                  </a:lnTo>
                  <a:lnTo>
                    <a:pt x="280" y="1681"/>
                  </a:lnTo>
                  <a:lnTo>
                    <a:pt x="1447" y="1681"/>
                  </a:lnTo>
                  <a:lnTo>
                    <a:pt x="1540" y="1634"/>
                  </a:lnTo>
                  <a:lnTo>
                    <a:pt x="1540" y="1541"/>
                  </a:lnTo>
                  <a:lnTo>
                    <a:pt x="1494" y="1308"/>
                  </a:lnTo>
                  <a:lnTo>
                    <a:pt x="17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5" name="Google Shape;9955;p67"/>
            <p:cNvSpPr/>
            <p:nvPr/>
          </p:nvSpPr>
          <p:spPr>
            <a:xfrm>
              <a:off x="1132700" y="2720850"/>
              <a:ext cx="24525" cy="42050"/>
            </a:xfrm>
            <a:custGeom>
              <a:rect b="b" l="l" r="r" t="t"/>
              <a:pathLst>
                <a:path extrusionOk="0" h="1682" w="981">
                  <a:moveTo>
                    <a:pt x="281" y="1"/>
                  </a:moveTo>
                  <a:lnTo>
                    <a:pt x="281" y="1354"/>
                  </a:lnTo>
                  <a:lnTo>
                    <a:pt x="281" y="1448"/>
                  </a:lnTo>
                  <a:lnTo>
                    <a:pt x="187" y="1588"/>
                  </a:lnTo>
                  <a:lnTo>
                    <a:pt x="94" y="1634"/>
                  </a:lnTo>
                  <a:lnTo>
                    <a:pt x="1" y="1681"/>
                  </a:lnTo>
                  <a:lnTo>
                    <a:pt x="654" y="1681"/>
                  </a:lnTo>
                  <a:lnTo>
                    <a:pt x="794" y="1634"/>
                  </a:lnTo>
                  <a:lnTo>
                    <a:pt x="887" y="1588"/>
                  </a:lnTo>
                  <a:lnTo>
                    <a:pt x="934" y="1448"/>
                  </a:lnTo>
                  <a:lnTo>
                    <a:pt x="981" y="1354"/>
                  </a:lnTo>
                  <a:lnTo>
                    <a:pt x="98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6" name="Google Shape;9956;p67"/>
            <p:cNvSpPr/>
            <p:nvPr/>
          </p:nvSpPr>
          <p:spPr>
            <a:xfrm>
              <a:off x="1097700" y="2613525"/>
              <a:ext cx="17525" cy="19850"/>
            </a:xfrm>
            <a:custGeom>
              <a:rect b="b" l="l" r="r" t="t"/>
              <a:pathLst>
                <a:path extrusionOk="0" h="794" w="701">
                  <a:moveTo>
                    <a:pt x="1" y="1"/>
                  </a:moveTo>
                  <a:lnTo>
                    <a:pt x="1" y="794"/>
                  </a:lnTo>
                  <a:lnTo>
                    <a:pt x="701" y="794"/>
                  </a:lnTo>
                  <a:lnTo>
                    <a:pt x="70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7" name="Google Shape;9957;p67"/>
            <p:cNvSpPr/>
            <p:nvPr/>
          </p:nvSpPr>
          <p:spPr>
            <a:xfrm>
              <a:off x="981025" y="2579700"/>
              <a:ext cx="206550" cy="154025"/>
            </a:xfrm>
            <a:custGeom>
              <a:rect b="b" l="l" r="r" t="t"/>
              <a:pathLst>
                <a:path extrusionOk="0" h="6161" w="8262">
                  <a:moveTo>
                    <a:pt x="1167" y="0"/>
                  </a:moveTo>
                  <a:lnTo>
                    <a:pt x="1074" y="47"/>
                  </a:lnTo>
                  <a:lnTo>
                    <a:pt x="1074" y="140"/>
                  </a:lnTo>
                  <a:lnTo>
                    <a:pt x="1074" y="887"/>
                  </a:lnTo>
                  <a:lnTo>
                    <a:pt x="1074" y="1073"/>
                  </a:lnTo>
                  <a:lnTo>
                    <a:pt x="1214" y="1213"/>
                  </a:lnTo>
                  <a:lnTo>
                    <a:pt x="1354" y="1307"/>
                  </a:lnTo>
                  <a:lnTo>
                    <a:pt x="1541" y="1354"/>
                  </a:lnTo>
                  <a:lnTo>
                    <a:pt x="4808" y="1354"/>
                  </a:lnTo>
                  <a:lnTo>
                    <a:pt x="4994" y="1400"/>
                  </a:lnTo>
                  <a:lnTo>
                    <a:pt x="5134" y="1494"/>
                  </a:lnTo>
                  <a:lnTo>
                    <a:pt x="5228" y="1634"/>
                  </a:lnTo>
                  <a:lnTo>
                    <a:pt x="5274" y="1820"/>
                  </a:lnTo>
                  <a:lnTo>
                    <a:pt x="5274" y="3174"/>
                  </a:lnTo>
                  <a:lnTo>
                    <a:pt x="5274" y="3220"/>
                  </a:lnTo>
                  <a:lnTo>
                    <a:pt x="5228" y="3314"/>
                  </a:lnTo>
                  <a:lnTo>
                    <a:pt x="5134" y="3360"/>
                  </a:lnTo>
                  <a:lnTo>
                    <a:pt x="281" y="3360"/>
                  </a:lnTo>
                  <a:lnTo>
                    <a:pt x="187" y="3407"/>
                  </a:lnTo>
                  <a:lnTo>
                    <a:pt x="94" y="3454"/>
                  </a:lnTo>
                  <a:lnTo>
                    <a:pt x="1" y="3547"/>
                  </a:lnTo>
                  <a:lnTo>
                    <a:pt x="1" y="3687"/>
                  </a:lnTo>
                  <a:lnTo>
                    <a:pt x="1" y="5694"/>
                  </a:lnTo>
                  <a:lnTo>
                    <a:pt x="1" y="5880"/>
                  </a:lnTo>
                  <a:lnTo>
                    <a:pt x="141" y="6020"/>
                  </a:lnTo>
                  <a:lnTo>
                    <a:pt x="281" y="6160"/>
                  </a:lnTo>
                  <a:lnTo>
                    <a:pt x="1354" y="6160"/>
                  </a:lnTo>
                  <a:lnTo>
                    <a:pt x="2754" y="5647"/>
                  </a:lnTo>
                  <a:lnTo>
                    <a:pt x="4388" y="6160"/>
                  </a:lnTo>
                  <a:lnTo>
                    <a:pt x="7934" y="6160"/>
                  </a:lnTo>
                  <a:lnTo>
                    <a:pt x="8028" y="6114"/>
                  </a:lnTo>
                  <a:lnTo>
                    <a:pt x="8121" y="6067"/>
                  </a:lnTo>
                  <a:lnTo>
                    <a:pt x="8168" y="5974"/>
                  </a:lnTo>
                  <a:lnTo>
                    <a:pt x="8214" y="5787"/>
                  </a:lnTo>
                  <a:lnTo>
                    <a:pt x="8214" y="5507"/>
                  </a:lnTo>
                  <a:lnTo>
                    <a:pt x="8261" y="1213"/>
                  </a:lnTo>
                  <a:lnTo>
                    <a:pt x="8214" y="933"/>
                  </a:lnTo>
                  <a:lnTo>
                    <a:pt x="8028" y="513"/>
                  </a:lnTo>
                  <a:lnTo>
                    <a:pt x="7888" y="327"/>
                  </a:lnTo>
                  <a:lnTo>
                    <a:pt x="7701" y="187"/>
                  </a:lnTo>
                  <a:lnTo>
                    <a:pt x="7514" y="47"/>
                  </a:lnTo>
                  <a:lnTo>
                    <a:pt x="728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8" name="Google Shape;9958;p67"/>
            <p:cNvSpPr/>
            <p:nvPr/>
          </p:nvSpPr>
          <p:spPr>
            <a:xfrm>
              <a:off x="1144375" y="2579700"/>
              <a:ext cx="46700" cy="154025"/>
            </a:xfrm>
            <a:custGeom>
              <a:rect b="b" l="l" r="r" t="t"/>
              <a:pathLst>
                <a:path extrusionOk="0" h="6161" w="1868">
                  <a:moveTo>
                    <a:pt x="0" y="0"/>
                  </a:moveTo>
                  <a:lnTo>
                    <a:pt x="234" y="47"/>
                  </a:lnTo>
                  <a:lnTo>
                    <a:pt x="467" y="93"/>
                  </a:lnTo>
                  <a:lnTo>
                    <a:pt x="700" y="233"/>
                  </a:lnTo>
                  <a:lnTo>
                    <a:pt x="840" y="373"/>
                  </a:lnTo>
                  <a:lnTo>
                    <a:pt x="1027" y="560"/>
                  </a:lnTo>
                  <a:lnTo>
                    <a:pt x="1120" y="747"/>
                  </a:lnTo>
                  <a:lnTo>
                    <a:pt x="1167" y="980"/>
                  </a:lnTo>
                  <a:lnTo>
                    <a:pt x="1214" y="1213"/>
                  </a:lnTo>
                  <a:lnTo>
                    <a:pt x="1214" y="5554"/>
                  </a:lnTo>
                  <a:lnTo>
                    <a:pt x="1167" y="5787"/>
                  </a:lnTo>
                  <a:lnTo>
                    <a:pt x="1027" y="5974"/>
                  </a:lnTo>
                  <a:lnTo>
                    <a:pt x="840" y="6114"/>
                  </a:lnTo>
                  <a:lnTo>
                    <a:pt x="560" y="6160"/>
                  </a:lnTo>
                  <a:lnTo>
                    <a:pt x="1260" y="6160"/>
                  </a:lnTo>
                  <a:lnTo>
                    <a:pt x="1494" y="6114"/>
                  </a:lnTo>
                  <a:lnTo>
                    <a:pt x="1680" y="5974"/>
                  </a:lnTo>
                  <a:lnTo>
                    <a:pt x="1820" y="5787"/>
                  </a:lnTo>
                  <a:lnTo>
                    <a:pt x="1867" y="5554"/>
                  </a:lnTo>
                  <a:lnTo>
                    <a:pt x="1867" y="1213"/>
                  </a:lnTo>
                  <a:lnTo>
                    <a:pt x="1867" y="980"/>
                  </a:lnTo>
                  <a:lnTo>
                    <a:pt x="1774" y="747"/>
                  </a:lnTo>
                  <a:lnTo>
                    <a:pt x="1680" y="560"/>
                  </a:lnTo>
                  <a:lnTo>
                    <a:pt x="1540" y="373"/>
                  </a:lnTo>
                  <a:lnTo>
                    <a:pt x="1354" y="233"/>
                  </a:lnTo>
                  <a:lnTo>
                    <a:pt x="1167" y="93"/>
                  </a:lnTo>
                  <a:lnTo>
                    <a:pt x="934" y="47"/>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9" name="Google Shape;9959;p67"/>
            <p:cNvSpPr/>
            <p:nvPr/>
          </p:nvSpPr>
          <p:spPr>
            <a:xfrm>
              <a:off x="1014875" y="2694025"/>
              <a:ext cx="75850" cy="39700"/>
            </a:xfrm>
            <a:custGeom>
              <a:rect b="b" l="l" r="r" t="t"/>
              <a:pathLst>
                <a:path extrusionOk="0" h="1588" w="3034">
                  <a:moveTo>
                    <a:pt x="187" y="1"/>
                  </a:moveTo>
                  <a:lnTo>
                    <a:pt x="93" y="94"/>
                  </a:lnTo>
                  <a:lnTo>
                    <a:pt x="47" y="187"/>
                  </a:lnTo>
                  <a:lnTo>
                    <a:pt x="0" y="327"/>
                  </a:lnTo>
                  <a:lnTo>
                    <a:pt x="0" y="1587"/>
                  </a:lnTo>
                  <a:lnTo>
                    <a:pt x="3034" y="1587"/>
                  </a:lnTo>
                  <a:lnTo>
                    <a:pt x="2754" y="467"/>
                  </a:lnTo>
                  <a:lnTo>
                    <a:pt x="2800" y="187"/>
                  </a:lnTo>
                  <a:lnTo>
                    <a:pt x="2800" y="47"/>
                  </a:lnTo>
                  <a:lnTo>
                    <a:pt x="280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0" name="Google Shape;9960;p67"/>
            <p:cNvSpPr/>
            <p:nvPr/>
          </p:nvSpPr>
          <p:spPr>
            <a:xfrm>
              <a:off x="1139700" y="2622850"/>
              <a:ext cx="23350" cy="23375"/>
            </a:xfrm>
            <a:custGeom>
              <a:rect b="b" l="l" r="r" t="t"/>
              <a:pathLst>
                <a:path extrusionOk="0" h="935" w="934">
                  <a:moveTo>
                    <a:pt x="281" y="1"/>
                  </a:moveTo>
                  <a:lnTo>
                    <a:pt x="141" y="141"/>
                  </a:lnTo>
                  <a:lnTo>
                    <a:pt x="47" y="281"/>
                  </a:lnTo>
                  <a:lnTo>
                    <a:pt x="1" y="468"/>
                  </a:lnTo>
                  <a:lnTo>
                    <a:pt x="47" y="654"/>
                  </a:lnTo>
                  <a:lnTo>
                    <a:pt x="141" y="794"/>
                  </a:lnTo>
                  <a:lnTo>
                    <a:pt x="281" y="888"/>
                  </a:lnTo>
                  <a:lnTo>
                    <a:pt x="467" y="934"/>
                  </a:lnTo>
                  <a:lnTo>
                    <a:pt x="654" y="888"/>
                  </a:lnTo>
                  <a:lnTo>
                    <a:pt x="794" y="794"/>
                  </a:lnTo>
                  <a:lnTo>
                    <a:pt x="887" y="654"/>
                  </a:lnTo>
                  <a:lnTo>
                    <a:pt x="934" y="468"/>
                  </a:lnTo>
                  <a:lnTo>
                    <a:pt x="887" y="281"/>
                  </a:lnTo>
                  <a:lnTo>
                    <a:pt x="794" y="141"/>
                  </a:lnTo>
                  <a:lnTo>
                    <a:pt x="6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1" name="Google Shape;9961;p67"/>
            <p:cNvSpPr/>
            <p:nvPr/>
          </p:nvSpPr>
          <p:spPr>
            <a:xfrm>
              <a:off x="1139700" y="2671850"/>
              <a:ext cx="23350" cy="23375"/>
            </a:xfrm>
            <a:custGeom>
              <a:rect b="b" l="l" r="r" t="t"/>
              <a:pathLst>
                <a:path extrusionOk="0" h="935" w="934">
                  <a:moveTo>
                    <a:pt x="467" y="1"/>
                  </a:moveTo>
                  <a:lnTo>
                    <a:pt x="281" y="48"/>
                  </a:lnTo>
                  <a:lnTo>
                    <a:pt x="141" y="141"/>
                  </a:lnTo>
                  <a:lnTo>
                    <a:pt x="47" y="281"/>
                  </a:lnTo>
                  <a:lnTo>
                    <a:pt x="1" y="468"/>
                  </a:lnTo>
                  <a:lnTo>
                    <a:pt x="47" y="654"/>
                  </a:lnTo>
                  <a:lnTo>
                    <a:pt x="141" y="794"/>
                  </a:lnTo>
                  <a:lnTo>
                    <a:pt x="281" y="888"/>
                  </a:lnTo>
                  <a:lnTo>
                    <a:pt x="467" y="934"/>
                  </a:lnTo>
                  <a:lnTo>
                    <a:pt x="654" y="888"/>
                  </a:lnTo>
                  <a:lnTo>
                    <a:pt x="794" y="794"/>
                  </a:lnTo>
                  <a:lnTo>
                    <a:pt x="887" y="654"/>
                  </a:lnTo>
                  <a:lnTo>
                    <a:pt x="934" y="468"/>
                  </a:lnTo>
                  <a:lnTo>
                    <a:pt x="887" y="281"/>
                  </a:lnTo>
                  <a:lnTo>
                    <a:pt x="794" y="141"/>
                  </a:lnTo>
                  <a:lnTo>
                    <a:pt x="654" y="48"/>
                  </a:lnTo>
                  <a:lnTo>
                    <a:pt x="46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2" name="Google Shape;9962;p67"/>
            <p:cNvSpPr/>
            <p:nvPr/>
          </p:nvSpPr>
          <p:spPr>
            <a:xfrm>
              <a:off x="1069700" y="2694025"/>
              <a:ext cx="21025" cy="39700"/>
            </a:xfrm>
            <a:custGeom>
              <a:rect b="b" l="l" r="r" t="t"/>
              <a:pathLst>
                <a:path extrusionOk="0" h="1588" w="841">
                  <a:moveTo>
                    <a:pt x="1" y="1"/>
                  </a:moveTo>
                  <a:lnTo>
                    <a:pt x="94" y="94"/>
                  </a:lnTo>
                  <a:lnTo>
                    <a:pt x="187" y="187"/>
                  </a:lnTo>
                  <a:lnTo>
                    <a:pt x="187" y="327"/>
                  </a:lnTo>
                  <a:lnTo>
                    <a:pt x="187" y="1587"/>
                  </a:lnTo>
                  <a:lnTo>
                    <a:pt x="841" y="1587"/>
                  </a:lnTo>
                  <a:lnTo>
                    <a:pt x="841" y="327"/>
                  </a:lnTo>
                  <a:lnTo>
                    <a:pt x="841" y="187"/>
                  </a:lnTo>
                  <a:lnTo>
                    <a:pt x="747" y="94"/>
                  </a:lnTo>
                  <a:lnTo>
                    <a:pt x="65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3" name="Google Shape;9963;p67"/>
          <p:cNvGrpSpPr/>
          <p:nvPr/>
        </p:nvGrpSpPr>
        <p:grpSpPr>
          <a:xfrm>
            <a:off x="3431671" y="2549663"/>
            <a:ext cx="336050" cy="334875"/>
            <a:chOff x="2444075" y="2580850"/>
            <a:chExt cx="336050" cy="334875"/>
          </a:xfrm>
        </p:grpSpPr>
        <p:sp>
          <p:nvSpPr>
            <p:cNvPr id="9964" name="Google Shape;9964;p67"/>
            <p:cNvSpPr/>
            <p:nvPr/>
          </p:nvSpPr>
          <p:spPr>
            <a:xfrm>
              <a:off x="2533925" y="2580850"/>
              <a:ext cx="150525" cy="169200"/>
            </a:xfrm>
            <a:custGeom>
              <a:rect b="b" l="l" r="r" t="t"/>
              <a:pathLst>
                <a:path extrusionOk="0" h="6768" w="6021">
                  <a:moveTo>
                    <a:pt x="2474" y="1"/>
                  </a:moveTo>
                  <a:lnTo>
                    <a:pt x="1914" y="94"/>
                  </a:lnTo>
                  <a:lnTo>
                    <a:pt x="1354" y="234"/>
                  </a:lnTo>
                  <a:lnTo>
                    <a:pt x="887" y="421"/>
                  </a:lnTo>
                  <a:lnTo>
                    <a:pt x="514" y="607"/>
                  </a:lnTo>
                  <a:lnTo>
                    <a:pt x="234" y="887"/>
                  </a:lnTo>
                  <a:lnTo>
                    <a:pt x="47" y="1167"/>
                  </a:lnTo>
                  <a:lnTo>
                    <a:pt x="0" y="1308"/>
                  </a:lnTo>
                  <a:lnTo>
                    <a:pt x="0" y="1448"/>
                  </a:lnTo>
                  <a:lnTo>
                    <a:pt x="0" y="1634"/>
                  </a:lnTo>
                  <a:lnTo>
                    <a:pt x="94" y="1821"/>
                  </a:lnTo>
                  <a:lnTo>
                    <a:pt x="234" y="2008"/>
                  </a:lnTo>
                  <a:lnTo>
                    <a:pt x="420" y="2194"/>
                  </a:lnTo>
                  <a:lnTo>
                    <a:pt x="514" y="2241"/>
                  </a:lnTo>
                  <a:lnTo>
                    <a:pt x="514" y="2334"/>
                  </a:lnTo>
                  <a:lnTo>
                    <a:pt x="514" y="6768"/>
                  </a:lnTo>
                  <a:lnTo>
                    <a:pt x="5834" y="6768"/>
                  </a:lnTo>
                  <a:lnTo>
                    <a:pt x="5554" y="2474"/>
                  </a:lnTo>
                  <a:lnTo>
                    <a:pt x="5647" y="2241"/>
                  </a:lnTo>
                  <a:lnTo>
                    <a:pt x="5740" y="2054"/>
                  </a:lnTo>
                  <a:lnTo>
                    <a:pt x="5880" y="1914"/>
                  </a:lnTo>
                  <a:lnTo>
                    <a:pt x="5974" y="1821"/>
                  </a:lnTo>
                  <a:lnTo>
                    <a:pt x="5974" y="1681"/>
                  </a:lnTo>
                  <a:lnTo>
                    <a:pt x="6020" y="1494"/>
                  </a:lnTo>
                  <a:lnTo>
                    <a:pt x="5974" y="1308"/>
                  </a:lnTo>
                  <a:lnTo>
                    <a:pt x="5834" y="1074"/>
                  </a:lnTo>
                  <a:lnTo>
                    <a:pt x="5554" y="794"/>
                  </a:lnTo>
                  <a:lnTo>
                    <a:pt x="5227" y="561"/>
                  </a:lnTo>
                  <a:lnTo>
                    <a:pt x="4807" y="327"/>
                  </a:lnTo>
                  <a:lnTo>
                    <a:pt x="4294" y="141"/>
                  </a:lnTo>
                  <a:lnTo>
                    <a:pt x="3734" y="47"/>
                  </a:lnTo>
                  <a:lnTo>
                    <a:pt x="312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5" name="Google Shape;9965;p67"/>
            <p:cNvSpPr/>
            <p:nvPr/>
          </p:nvSpPr>
          <p:spPr>
            <a:xfrm>
              <a:off x="2603925" y="2580850"/>
              <a:ext cx="86350" cy="169200"/>
            </a:xfrm>
            <a:custGeom>
              <a:rect b="b" l="l" r="r" t="t"/>
              <a:pathLst>
                <a:path extrusionOk="0" h="6768" w="3454">
                  <a:moveTo>
                    <a:pt x="0" y="1"/>
                  </a:moveTo>
                  <a:lnTo>
                    <a:pt x="560" y="47"/>
                  </a:lnTo>
                  <a:lnTo>
                    <a:pt x="1074" y="141"/>
                  </a:lnTo>
                  <a:lnTo>
                    <a:pt x="1540" y="281"/>
                  </a:lnTo>
                  <a:lnTo>
                    <a:pt x="1960" y="467"/>
                  </a:lnTo>
                  <a:lnTo>
                    <a:pt x="2287" y="654"/>
                  </a:lnTo>
                  <a:lnTo>
                    <a:pt x="2567" y="887"/>
                  </a:lnTo>
                  <a:lnTo>
                    <a:pt x="2707" y="1167"/>
                  </a:lnTo>
                  <a:lnTo>
                    <a:pt x="2800" y="1448"/>
                  </a:lnTo>
                  <a:lnTo>
                    <a:pt x="2754" y="1588"/>
                  </a:lnTo>
                  <a:lnTo>
                    <a:pt x="2707" y="1774"/>
                  </a:lnTo>
                  <a:lnTo>
                    <a:pt x="2567" y="1914"/>
                  </a:lnTo>
                  <a:lnTo>
                    <a:pt x="2427" y="2101"/>
                  </a:lnTo>
                  <a:lnTo>
                    <a:pt x="2380" y="2148"/>
                  </a:lnTo>
                  <a:lnTo>
                    <a:pt x="2380" y="2241"/>
                  </a:lnTo>
                  <a:lnTo>
                    <a:pt x="2380" y="6768"/>
                  </a:lnTo>
                  <a:lnTo>
                    <a:pt x="3034" y="6768"/>
                  </a:lnTo>
                  <a:lnTo>
                    <a:pt x="3034" y="2241"/>
                  </a:lnTo>
                  <a:lnTo>
                    <a:pt x="3080" y="2148"/>
                  </a:lnTo>
                  <a:lnTo>
                    <a:pt x="3127" y="2101"/>
                  </a:lnTo>
                  <a:lnTo>
                    <a:pt x="3267" y="1914"/>
                  </a:lnTo>
                  <a:lnTo>
                    <a:pt x="3360" y="1774"/>
                  </a:lnTo>
                  <a:lnTo>
                    <a:pt x="3454" y="1588"/>
                  </a:lnTo>
                  <a:lnTo>
                    <a:pt x="3454" y="1448"/>
                  </a:lnTo>
                  <a:lnTo>
                    <a:pt x="3454" y="1308"/>
                  </a:lnTo>
                  <a:lnTo>
                    <a:pt x="3407" y="1167"/>
                  </a:lnTo>
                  <a:lnTo>
                    <a:pt x="3220" y="887"/>
                  </a:lnTo>
                  <a:lnTo>
                    <a:pt x="2940" y="607"/>
                  </a:lnTo>
                  <a:lnTo>
                    <a:pt x="2520" y="421"/>
                  </a:lnTo>
                  <a:lnTo>
                    <a:pt x="2054" y="234"/>
                  </a:lnTo>
                  <a:lnTo>
                    <a:pt x="1540" y="94"/>
                  </a:lnTo>
                  <a:lnTo>
                    <a:pt x="93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6" name="Google Shape;9966;p67"/>
            <p:cNvSpPr/>
            <p:nvPr/>
          </p:nvSpPr>
          <p:spPr>
            <a:xfrm>
              <a:off x="2455750" y="2685850"/>
              <a:ext cx="312700" cy="194875"/>
            </a:xfrm>
            <a:custGeom>
              <a:rect b="b" l="l" r="r" t="t"/>
              <a:pathLst>
                <a:path extrusionOk="0" h="7795" w="12508">
                  <a:moveTo>
                    <a:pt x="1447" y="1"/>
                  </a:moveTo>
                  <a:lnTo>
                    <a:pt x="1167" y="48"/>
                  </a:lnTo>
                  <a:lnTo>
                    <a:pt x="887" y="141"/>
                  </a:lnTo>
                  <a:lnTo>
                    <a:pt x="654" y="234"/>
                  </a:lnTo>
                  <a:lnTo>
                    <a:pt x="420" y="421"/>
                  </a:lnTo>
                  <a:lnTo>
                    <a:pt x="234" y="654"/>
                  </a:lnTo>
                  <a:lnTo>
                    <a:pt x="94" y="888"/>
                  </a:lnTo>
                  <a:lnTo>
                    <a:pt x="0" y="1168"/>
                  </a:lnTo>
                  <a:lnTo>
                    <a:pt x="0" y="1494"/>
                  </a:lnTo>
                  <a:lnTo>
                    <a:pt x="0" y="7795"/>
                  </a:lnTo>
                  <a:lnTo>
                    <a:pt x="12508" y="7795"/>
                  </a:lnTo>
                  <a:lnTo>
                    <a:pt x="12228" y="1634"/>
                  </a:lnTo>
                  <a:lnTo>
                    <a:pt x="12181" y="1354"/>
                  </a:lnTo>
                  <a:lnTo>
                    <a:pt x="12134" y="1028"/>
                  </a:lnTo>
                  <a:lnTo>
                    <a:pt x="12041" y="794"/>
                  </a:lnTo>
                  <a:lnTo>
                    <a:pt x="11948" y="514"/>
                  </a:lnTo>
                  <a:lnTo>
                    <a:pt x="11761" y="328"/>
                  </a:lnTo>
                  <a:lnTo>
                    <a:pt x="11574" y="141"/>
                  </a:lnTo>
                  <a:lnTo>
                    <a:pt x="11341" y="48"/>
                  </a:lnTo>
                  <a:lnTo>
                    <a:pt x="110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7" name="Google Shape;9967;p67"/>
            <p:cNvSpPr/>
            <p:nvPr/>
          </p:nvSpPr>
          <p:spPr>
            <a:xfrm>
              <a:off x="2714750" y="2685850"/>
              <a:ext cx="53700" cy="194875"/>
            </a:xfrm>
            <a:custGeom>
              <a:rect b="b" l="l" r="r" t="t"/>
              <a:pathLst>
                <a:path extrusionOk="0" h="7795" w="2148">
                  <a:moveTo>
                    <a:pt x="1" y="1"/>
                  </a:moveTo>
                  <a:lnTo>
                    <a:pt x="281" y="48"/>
                  </a:lnTo>
                  <a:lnTo>
                    <a:pt x="561" y="141"/>
                  </a:lnTo>
                  <a:lnTo>
                    <a:pt x="841" y="234"/>
                  </a:lnTo>
                  <a:lnTo>
                    <a:pt x="1028" y="421"/>
                  </a:lnTo>
                  <a:lnTo>
                    <a:pt x="1214" y="654"/>
                  </a:lnTo>
                  <a:lnTo>
                    <a:pt x="1354" y="888"/>
                  </a:lnTo>
                  <a:lnTo>
                    <a:pt x="1448" y="1168"/>
                  </a:lnTo>
                  <a:lnTo>
                    <a:pt x="1494" y="1494"/>
                  </a:lnTo>
                  <a:lnTo>
                    <a:pt x="1494" y="7795"/>
                  </a:lnTo>
                  <a:lnTo>
                    <a:pt x="2148" y="7795"/>
                  </a:lnTo>
                  <a:lnTo>
                    <a:pt x="2148" y="1494"/>
                  </a:lnTo>
                  <a:lnTo>
                    <a:pt x="2148" y="1168"/>
                  </a:lnTo>
                  <a:lnTo>
                    <a:pt x="2054" y="888"/>
                  </a:lnTo>
                  <a:lnTo>
                    <a:pt x="1914" y="654"/>
                  </a:lnTo>
                  <a:lnTo>
                    <a:pt x="1728" y="421"/>
                  </a:lnTo>
                  <a:lnTo>
                    <a:pt x="1494" y="234"/>
                  </a:lnTo>
                  <a:lnTo>
                    <a:pt x="1261" y="141"/>
                  </a:lnTo>
                  <a:lnTo>
                    <a:pt x="981" y="48"/>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8" name="Google Shape;9968;p67"/>
            <p:cNvSpPr/>
            <p:nvPr/>
          </p:nvSpPr>
          <p:spPr>
            <a:xfrm>
              <a:off x="2444075" y="2874875"/>
              <a:ext cx="331375" cy="40850"/>
            </a:xfrm>
            <a:custGeom>
              <a:rect b="b" l="l" r="r" t="t"/>
              <a:pathLst>
                <a:path extrusionOk="0" h="1634" w="13255">
                  <a:moveTo>
                    <a:pt x="141" y="0"/>
                  </a:moveTo>
                  <a:lnTo>
                    <a:pt x="47" y="47"/>
                  </a:lnTo>
                  <a:lnTo>
                    <a:pt x="1" y="140"/>
                  </a:lnTo>
                  <a:lnTo>
                    <a:pt x="1" y="234"/>
                  </a:lnTo>
                  <a:lnTo>
                    <a:pt x="1" y="1400"/>
                  </a:lnTo>
                  <a:lnTo>
                    <a:pt x="1" y="1494"/>
                  </a:lnTo>
                  <a:lnTo>
                    <a:pt x="47" y="1587"/>
                  </a:lnTo>
                  <a:lnTo>
                    <a:pt x="141" y="1634"/>
                  </a:lnTo>
                  <a:lnTo>
                    <a:pt x="13208" y="1634"/>
                  </a:lnTo>
                  <a:lnTo>
                    <a:pt x="13255" y="1587"/>
                  </a:lnTo>
                  <a:lnTo>
                    <a:pt x="13255" y="1540"/>
                  </a:lnTo>
                  <a:lnTo>
                    <a:pt x="13208" y="1307"/>
                  </a:lnTo>
                  <a:lnTo>
                    <a:pt x="13161" y="327"/>
                  </a:lnTo>
                  <a:lnTo>
                    <a:pt x="13255" y="140"/>
                  </a:lnTo>
                  <a:lnTo>
                    <a:pt x="13255" y="47"/>
                  </a:lnTo>
                  <a:lnTo>
                    <a:pt x="1320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9" name="Google Shape;9969;p67"/>
            <p:cNvSpPr/>
            <p:nvPr/>
          </p:nvSpPr>
          <p:spPr>
            <a:xfrm>
              <a:off x="2703100" y="2725525"/>
              <a:ext cx="21025" cy="127200"/>
            </a:xfrm>
            <a:custGeom>
              <a:rect b="b" l="l" r="r" t="t"/>
              <a:pathLst>
                <a:path extrusionOk="0" h="5088" w="841">
                  <a:moveTo>
                    <a:pt x="0" y="1"/>
                  </a:moveTo>
                  <a:lnTo>
                    <a:pt x="0" y="94"/>
                  </a:lnTo>
                  <a:lnTo>
                    <a:pt x="0" y="4947"/>
                  </a:lnTo>
                  <a:lnTo>
                    <a:pt x="0" y="5041"/>
                  </a:lnTo>
                  <a:lnTo>
                    <a:pt x="93" y="5087"/>
                  </a:lnTo>
                  <a:lnTo>
                    <a:pt x="747" y="5087"/>
                  </a:lnTo>
                  <a:lnTo>
                    <a:pt x="840" y="5041"/>
                  </a:lnTo>
                  <a:lnTo>
                    <a:pt x="840" y="4947"/>
                  </a:lnTo>
                  <a:lnTo>
                    <a:pt x="840" y="94"/>
                  </a:lnTo>
                  <a:lnTo>
                    <a:pt x="8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0" name="Google Shape;9970;p67"/>
            <p:cNvSpPr/>
            <p:nvPr/>
          </p:nvSpPr>
          <p:spPr>
            <a:xfrm>
              <a:off x="2685600" y="2767525"/>
              <a:ext cx="52525" cy="24525"/>
            </a:xfrm>
            <a:custGeom>
              <a:rect b="b" l="l" r="r" t="t"/>
              <a:pathLst>
                <a:path extrusionOk="0" h="981" w="2101">
                  <a:moveTo>
                    <a:pt x="140" y="1"/>
                  </a:moveTo>
                  <a:lnTo>
                    <a:pt x="47" y="47"/>
                  </a:lnTo>
                  <a:lnTo>
                    <a:pt x="0" y="94"/>
                  </a:lnTo>
                  <a:lnTo>
                    <a:pt x="0" y="841"/>
                  </a:lnTo>
                  <a:lnTo>
                    <a:pt x="47" y="934"/>
                  </a:lnTo>
                  <a:lnTo>
                    <a:pt x="140" y="981"/>
                  </a:lnTo>
                  <a:lnTo>
                    <a:pt x="2100" y="981"/>
                  </a:lnTo>
                  <a:lnTo>
                    <a:pt x="2100" y="934"/>
                  </a:lnTo>
                  <a:lnTo>
                    <a:pt x="2054" y="887"/>
                  </a:lnTo>
                  <a:lnTo>
                    <a:pt x="2007" y="794"/>
                  </a:lnTo>
                  <a:lnTo>
                    <a:pt x="1960" y="281"/>
                  </a:lnTo>
                  <a:lnTo>
                    <a:pt x="2054" y="141"/>
                  </a:lnTo>
                  <a:lnTo>
                    <a:pt x="2100" y="47"/>
                  </a:lnTo>
                  <a:lnTo>
                    <a:pt x="210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1" name="Google Shape;9971;p67"/>
            <p:cNvSpPr/>
            <p:nvPr/>
          </p:nvSpPr>
          <p:spPr>
            <a:xfrm>
              <a:off x="2487250" y="2832875"/>
              <a:ext cx="24525" cy="23350"/>
            </a:xfrm>
            <a:custGeom>
              <a:rect b="b" l="l" r="r" t="t"/>
              <a:pathLst>
                <a:path extrusionOk="0" h="934" w="981">
                  <a:moveTo>
                    <a:pt x="514" y="0"/>
                  </a:moveTo>
                  <a:lnTo>
                    <a:pt x="327" y="47"/>
                  </a:lnTo>
                  <a:lnTo>
                    <a:pt x="141" y="140"/>
                  </a:lnTo>
                  <a:lnTo>
                    <a:pt x="47" y="280"/>
                  </a:lnTo>
                  <a:lnTo>
                    <a:pt x="1" y="467"/>
                  </a:lnTo>
                  <a:lnTo>
                    <a:pt x="47" y="653"/>
                  </a:lnTo>
                  <a:lnTo>
                    <a:pt x="141" y="793"/>
                  </a:lnTo>
                  <a:lnTo>
                    <a:pt x="327" y="887"/>
                  </a:lnTo>
                  <a:lnTo>
                    <a:pt x="514" y="933"/>
                  </a:lnTo>
                  <a:lnTo>
                    <a:pt x="701" y="887"/>
                  </a:lnTo>
                  <a:lnTo>
                    <a:pt x="841" y="793"/>
                  </a:lnTo>
                  <a:lnTo>
                    <a:pt x="934" y="653"/>
                  </a:lnTo>
                  <a:lnTo>
                    <a:pt x="981" y="467"/>
                  </a:lnTo>
                  <a:lnTo>
                    <a:pt x="934" y="280"/>
                  </a:lnTo>
                  <a:lnTo>
                    <a:pt x="841" y="140"/>
                  </a:lnTo>
                  <a:lnTo>
                    <a:pt x="701" y="47"/>
                  </a:lnTo>
                  <a:lnTo>
                    <a:pt x="5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2" name="Google Shape;9972;p67"/>
            <p:cNvSpPr/>
            <p:nvPr/>
          </p:nvSpPr>
          <p:spPr>
            <a:xfrm>
              <a:off x="2528075" y="2832875"/>
              <a:ext cx="23375" cy="23350"/>
            </a:xfrm>
            <a:custGeom>
              <a:rect b="b" l="l" r="r" t="t"/>
              <a:pathLst>
                <a:path extrusionOk="0" h="934" w="935">
                  <a:moveTo>
                    <a:pt x="468" y="0"/>
                  </a:moveTo>
                  <a:lnTo>
                    <a:pt x="281" y="47"/>
                  </a:lnTo>
                  <a:lnTo>
                    <a:pt x="141" y="140"/>
                  </a:lnTo>
                  <a:lnTo>
                    <a:pt x="1" y="280"/>
                  </a:lnTo>
                  <a:lnTo>
                    <a:pt x="1" y="467"/>
                  </a:lnTo>
                  <a:lnTo>
                    <a:pt x="1" y="653"/>
                  </a:lnTo>
                  <a:lnTo>
                    <a:pt x="141" y="793"/>
                  </a:lnTo>
                  <a:lnTo>
                    <a:pt x="281" y="887"/>
                  </a:lnTo>
                  <a:lnTo>
                    <a:pt x="468" y="933"/>
                  </a:lnTo>
                  <a:lnTo>
                    <a:pt x="654" y="887"/>
                  </a:lnTo>
                  <a:lnTo>
                    <a:pt x="794" y="793"/>
                  </a:lnTo>
                  <a:lnTo>
                    <a:pt x="888" y="653"/>
                  </a:lnTo>
                  <a:lnTo>
                    <a:pt x="934" y="467"/>
                  </a:lnTo>
                  <a:lnTo>
                    <a:pt x="888" y="280"/>
                  </a:lnTo>
                  <a:lnTo>
                    <a:pt x="794" y="140"/>
                  </a:lnTo>
                  <a:lnTo>
                    <a:pt x="654" y="47"/>
                  </a:lnTo>
                  <a:lnTo>
                    <a:pt x="46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3" name="Google Shape;9973;p67"/>
            <p:cNvSpPr/>
            <p:nvPr/>
          </p:nvSpPr>
          <p:spPr>
            <a:xfrm>
              <a:off x="2577075" y="2710350"/>
              <a:ext cx="64200" cy="71200"/>
            </a:xfrm>
            <a:custGeom>
              <a:rect b="b" l="l" r="r" t="t"/>
              <a:pathLst>
                <a:path extrusionOk="0" h="2848" w="2568">
                  <a:moveTo>
                    <a:pt x="1354" y="1"/>
                  </a:moveTo>
                  <a:lnTo>
                    <a:pt x="1121" y="48"/>
                  </a:lnTo>
                  <a:lnTo>
                    <a:pt x="888" y="141"/>
                  </a:lnTo>
                  <a:lnTo>
                    <a:pt x="654" y="234"/>
                  </a:lnTo>
                  <a:lnTo>
                    <a:pt x="468" y="374"/>
                  </a:lnTo>
                  <a:lnTo>
                    <a:pt x="421" y="468"/>
                  </a:lnTo>
                  <a:lnTo>
                    <a:pt x="468" y="514"/>
                  </a:lnTo>
                  <a:lnTo>
                    <a:pt x="514" y="608"/>
                  </a:lnTo>
                  <a:lnTo>
                    <a:pt x="514" y="701"/>
                  </a:lnTo>
                  <a:lnTo>
                    <a:pt x="188" y="701"/>
                  </a:lnTo>
                  <a:lnTo>
                    <a:pt x="94" y="934"/>
                  </a:lnTo>
                  <a:lnTo>
                    <a:pt x="1" y="1168"/>
                  </a:lnTo>
                  <a:lnTo>
                    <a:pt x="1" y="1448"/>
                  </a:lnTo>
                  <a:lnTo>
                    <a:pt x="1" y="1681"/>
                  </a:lnTo>
                  <a:lnTo>
                    <a:pt x="48" y="1914"/>
                  </a:lnTo>
                  <a:lnTo>
                    <a:pt x="188" y="2148"/>
                  </a:lnTo>
                  <a:lnTo>
                    <a:pt x="328" y="2334"/>
                  </a:lnTo>
                  <a:lnTo>
                    <a:pt x="514" y="2521"/>
                  </a:lnTo>
                  <a:lnTo>
                    <a:pt x="748" y="2708"/>
                  </a:lnTo>
                  <a:lnTo>
                    <a:pt x="1028" y="2801"/>
                  </a:lnTo>
                  <a:lnTo>
                    <a:pt x="1261" y="2848"/>
                  </a:lnTo>
                  <a:lnTo>
                    <a:pt x="1541" y="2848"/>
                  </a:lnTo>
                  <a:lnTo>
                    <a:pt x="1821" y="2801"/>
                  </a:lnTo>
                  <a:lnTo>
                    <a:pt x="2054" y="2661"/>
                  </a:lnTo>
                  <a:lnTo>
                    <a:pt x="2288" y="2521"/>
                  </a:lnTo>
                  <a:lnTo>
                    <a:pt x="2521" y="2334"/>
                  </a:lnTo>
                  <a:lnTo>
                    <a:pt x="2568" y="2194"/>
                  </a:lnTo>
                  <a:lnTo>
                    <a:pt x="2568" y="2101"/>
                  </a:lnTo>
                  <a:lnTo>
                    <a:pt x="2568" y="1914"/>
                  </a:lnTo>
                  <a:lnTo>
                    <a:pt x="2521" y="1681"/>
                  </a:lnTo>
                  <a:lnTo>
                    <a:pt x="2521" y="1448"/>
                  </a:lnTo>
                  <a:lnTo>
                    <a:pt x="2521" y="1121"/>
                  </a:lnTo>
                  <a:lnTo>
                    <a:pt x="2521" y="841"/>
                  </a:lnTo>
                  <a:lnTo>
                    <a:pt x="2474" y="561"/>
                  </a:lnTo>
                  <a:lnTo>
                    <a:pt x="2381" y="421"/>
                  </a:lnTo>
                  <a:lnTo>
                    <a:pt x="2288" y="328"/>
                  </a:lnTo>
                  <a:lnTo>
                    <a:pt x="2054" y="188"/>
                  </a:lnTo>
                  <a:lnTo>
                    <a:pt x="1821" y="94"/>
                  </a:lnTo>
                  <a:lnTo>
                    <a:pt x="1588" y="48"/>
                  </a:lnTo>
                  <a:lnTo>
                    <a:pt x="13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4" name="Google Shape;9974;p67"/>
            <p:cNvSpPr/>
            <p:nvPr/>
          </p:nvSpPr>
          <p:spPr>
            <a:xfrm>
              <a:off x="2603925" y="2710350"/>
              <a:ext cx="43200" cy="71200"/>
            </a:xfrm>
            <a:custGeom>
              <a:rect b="b" l="l" r="r" t="t"/>
              <a:pathLst>
                <a:path extrusionOk="0" h="2848" w="1728">
                  <a:moveTo>
                    <a:pt x="280" y="1"/>
                  </a:moveTo>
                  <a:lnTo>
                    <a:pt x="0" y="48"/>
                  </a:lnTo>
                  <a:lnTo>
                    <a:pt x="280" y="188"/>
                  </a:lnTo>
                  <a:lnTo>
                    <a:pt x="514" y="328"/>
                  </a:lnTo>
                  <a:lnTo>
                    <a:pt x="747" y="514"/>
                  </a:lnTo>
                  <a:lnTo>
                    <a:pt x="887" y="748"/>
                  </a:lnTo>
                  <a:lnTo>
                    <a:pt x="980" y="1028"/>
                  </a:lnTo>
                  <a:lnTo>
                    <a:pt x="1027" y="1261"/>
                  </a:lnTo>
                  <a:lnTo>
                    <a:pt x="1074" y="1541"/>
                  </a:lnTo>
                  <a:lnTo>
                    <a:pt x="1027" y="1821"/>
                  </a:lnTo>
                  <a:lnTo>
                    <a:pt x="887" y="2054"/>
                  </a:lnTo>
                  <a:lnTo>
                    <a:pt x="747" y="2334"/>
                  </a:lnTo>
                  <a:lnTo>
                    <a:pt x="607" y="2474"/>
                  </a:lnTo>
                  <a:lnTo>
                    <a:pt x="420" y="2614"/>
                  </a:lnTo>
                  <a:lnTo>
                    <a:pt x="187" y="2754"/>
                  </a:lnTo>
                  <a:lnTo>
                    <a:pt x="0" y="2801"/>
                  </a:lnTo>
                  <a:lnTo>
                    <a:pt x="187" y="2848"/>
                  </a:lnTo>
                  <a:lnTo>
                    <a:pt x="374" y="2848"/>
                  </a:lnTo>
                  <a:lnTo>
                    <a:pt x="747" y="2754"/>
                  </a:lnTo>
                  <a:lnTo>
                    <a:pt x="934" y="2708"/>
                  </a:lnTo>
                  <a:lnTo>
                    <a:pt x="1120" y="2614"/>
                  </a:lnTo>
                  <a:lnTo>
                    <a:pt x="1260" y="2474"/>
                  </a:lnTo>
                  <a:lnTo>
                    <a:pt x="1447" y="2334"/>
                  </a:lnTo>
                  <a:lnTo>
                    <a:pt x="1587" y="2054"/>
                  </a:lnTo>
                  <a:lnTo>
                    <a:pt x="1680" y="1821"/>
                  </a:lnTo>
                  <a:lnTo>
                    <a:pt x="1727" y="1541"/>
                  </a:lnTo>
                  <a:lnTo>
                    <a:pt x="1727" y="1261"/>
                  </a:lnTo>
                  <a:lnTo>
                    <a:pt x="1680" y="1028"/>
                  </a:lnTo>
                  <a:lnTo>
                    <a:pt x="1540" y="748"/>
                  </a:lnTo>
                  <a:lnTo>
                    <a:pt x="1400" y="514"/>
                  </a:lnTo>
                  <a:lnTo>
                    <a:pt x="1214" y="328"/>
                  </a:lnTo>
                  <a:lnTo>
                    <a:pt x="934" y="141"/>
                  </a:lnTo>
                  <a:lnTo>
                    <a:pt x="607" y="48"/>
                  </a:lnTo>
                  <a:lnTo>
                    <a:pt x="2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5" name="Google Shape;9975;p67"/>
            <p:cNvSpPr/>
            <p:nvPr/>
          </p:nvSpPr>
          <p:spPr>
            <a:xfrm>
              <a:off x="2721750" y="2767525"/>
              <a:ext cx="19875" cy="24525"/>
            </a:xfrm>
            <a:custGeom>
              <a:rect b="b" l="l" r="r" t="t"/>
              <a:pathLst>
                <a:path extrusionOk="0" h="981" w="795">
                  <a:moveTo>
                    <a:pt x="1" y="1"/>
                  </a:moveTo>
                  <a:lnTo>
                    <a:pt x="94" y="47"/>
                  </a:lnTo>
                  <a:lnTo>
                    <a:pt x="94" y="94"/>
                  </a:lnTo>
                  <a:lnTo>
                    <a:pt x="94" y="841"/>
                  </a:lnTo>
                  <a:lnTo>
                    <a:pt x="94" y="934"/>
                  </a:lnTo>
                  <a:lnTo>
                    <a:pt x="1" y="981"/>
                  </a:lnTo>
                  <a:lnTo>
                    <a:pt x="654" y="981"/>
                  </a:lnTo>
                  <a:lnTo>
                    <a:pt x="748" y="934"/>
                  </a:lnTo>
                  <a:lnTo>
                    <a:pt x="794" y="841"/>
                  </a:lnTo>
                  <a:lnTo>
                    <a:pt x="794" y="94"/>
                  </a:lnTo>
                  <a:lnTo>
                    <a:pt x="748" y="47"/>
                  </a:lnTo>
                  <a:lnTo>
                    <a:pt x="6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6" name="Google Shape;9976;p67"/>
            <p:cNvSpPr/>
            <p:nvPr/>
          </p:nvSpPr>
          <p:spPr>
            <a:xfrm>
              <a:off x="2760250" y="2874875"/>
              <a:ext cx="19875" cy="40850"/>
            </a:xfrm>
            <a:custGeom>
              <a:rect b="b" l="l" r="r" t="t"/>
              <a:pathLst>
                <a:path extrusionOk="0" h="1634" w="795">
                  <a:moveTo>
                    <a:pt x="1" y="0"/>
                  </a:moveTo>
                  <a:lnTo>
                    <a:pt x="48" y="47"/>
                  </a:lnTo>
                  <a:lnTo>
                    <a:pt x="94" y="140"/>
                  </a:lnTo>
                  <a:lnTo>
                    <a:pt x="94" y="234"/>
                  </a:lnTo>
                  <a:lnTo>
                    <a:pt x="94" y="1400"/>
                  </a:lnTo>
                  <a:lnTo>
                    <a:pt x="94" y="1494"/>
                  </a:lnTo>
                  <a:lnTo>
                    <a:pt x="48" y="1587"/>
                  </a:lnTo>
                  <a:lnTo>
                    <a:pt x="1" y="1634"/>
                  </a:lnTo>
                  <a:lnTo>
                    <a:pt x="654" y="1634"/>
                  </a:lnTo>
                  <a:lnTo>
                    <a:pt x="748" y="1587"/>
                  </a:lnTo>
                  <a:lnTo>
                    <a:pt x="794" y="1494"/>
                  </a:lnTo>
                  <a:lnTo>
                    <a:pt x="794" y="1400"/>
                  </a:lnTo>
                  <a:lnTo>
                    <a:pt x="794" y="234"/>
                  </a:lnTo>
                  <a:lnTo>
                    <a:pt x="794" y="140"/>
                  </a:lnTo>
                  <a:lnTo>
                    <a:pt x="748"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7" name="Google Shape;9977;p67"/>
            <p:cNvSpPr/>
            <p:nvPr/>
          </p:nvSpPr>
          <p:spPr>
            <a:xfrm>
              <a:off x="2581750" y="2719700"/>
              <a:ext cx="35025" cy="31525"/>
            </a:xfrm>
            <a:custGeom>
              <a:rect b="b" l="l" r="r" t="t"/>
              <a:pathLst>
                <a:path extrusionOk="0" h="1261" w="1401">
                  <a:moveTo>
                    <a:pt x="281" y="0"/>
                  </a:moveTo>
                  <a:lnTo>
                    <a:pt x="94" y="187"/>
                  </a:lnTo>
                  <a:lnTo>
                    <a:pt x="1" y="327"/>
                  </a:lnTo>
                  <a:lnTo>
                    <a:pt x="1074" y="1214"/>
                  </a:lnTo>
                  <a:lnTo>
                    <a:pt x="1214" y="1260"/>
                  </a:lnTo>
                  <a:lnTo>
                    <a:pt x="1307" y="1260"/>
                  </a:lnTo>
                  <a:lnTo>
                    <a:pt x="1354" y="1167"/>
                  </a:lnTo>
                  <a:lnTo>
                    <a:pt x="1401" y="1120"/>
                  </a:lnTo>
                  <a:lnTo>
                    <a:pt x="1401" y="1027"/>
                  </a:lnTo>
                  <a:lnTo>
                    <a:pt x="1401" y="980"/>
                  </a:lnTo>
                  <a:lnTo>
                    <a:pt x="1354" y="887"/>
                  </a:lnTo>
                  <a:lnTo>
                    <a:pt x="28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981" name="Shape 9981"/>
        <p:cNvGrpSpPr/>
        <p:nvPr/>
      </p:nvGrpSpPr>
      <p:grpSpPr>
        <a:xfrm>
          <a:off x="0" y="0"/>
          <a:ext cx="0" cy="0"/>
          <a:chOff x="0" y="0"/>
          <a:chExt cx="0" cy="0"/>
        </a:xfrm>
      </p:grpSpPr>
      <p:cxnSp>
        <p:nvCxnSpPr>
          <p:cNvPr id="9982" name="Google Shape;9982;p68"/>
          <p:cNvCxnSpPr>
            <a:stCxn id="9983" idx="3"/>
          </p:cNvCxnSpPr>
          <p:nvPr/>
        </p:nvCxnSpPr>
        <p:spPr>
          <a:xfrm flipH="1" rot="10800000">
            <a:off x="2621985" y="2724125"/>
            <a:ext cx="1675800" cy="888900"/>
          </a:xfrm>
          <a:prstGeom prst="bentConnector3">
            <a:avLst>
              <a:gd fmla="val 50000" name="adj1"/>
            </a:avLst>
          </a:prstGeom>
          <a:noFill/>
          <a:ln cap="flat" cmpd="sng" w="19050">
            <a:solidFill>
              <a:schemeClr val="dk1"/>
            </a:solidFill>
            <a:prstDash val="solid"/>
            <a:round/>
            <a:headEnd len="med" w="med" type="none"/>
            <a:tailEnd len="med" w="med" type="none"/>
          </a:ln>
        </p:spPr>
      </p:cxnSp>
      <p:cxnSp>
        <p:nvCxnSpPr>
          <p:cNvPr id="9984" name="Google Shape;9984;p68"/>
          <p:cNvCxnSpPr>
            <a:stCxn id="9985" idx="1"/>
          </p:cNvCxnSpPr>
          <p:nvPr/>
        </p:nvCxnSpPr>
        <p:spPr>
          <a:xfrm rot="10800000">
            <a:off x="4846359" y="2724125"/>
            <a:ext cx="1652100" cy="888900"/>
          </a:xfrm>
          <a:prstGeom prst="bentConnector3">
            <a:avLst>
              <a:gd fmla="val 50000" name="adj1"/>
            </a:avLst>
          </a:prstGeom>
          <a:noFill/>
          <a:ln cap="flat" cmpd="sng" w="19050">
            <a:solidFill>
              <a:schemeClr val="dk1"/>
            </a:solidFill>
            <a:prstDash val="solid"/>
            <a:round/>
            <a:headEnd len="med" w="med" type="none"/>
            <a:tailEnd len="med" w="med" type="none"/>
          </a:ln>
        </p:spPr>
      </p:cxnSp>
      <p:cxnSp>
        <p:nvCxnSpPr>
          <p:cNvPr id="9986" name="Google Shape;9986;p68"/>
          <p:cNvCxnSpPr>
            <a:stCxn id="9987" idx="3"/>
            <a:endCxn id="9988" idx="1"/>
          </p:cNvCxnSpPr>
          <p:nvPr/>
        </p:nvCxnSpPr>
        <p:spPr>
          <a:xfrm>
            <a:off x="2621985" y="1914995"/>
            <a:ext cx="1675800" cy="809100"/>
          </a:xfrm>
          <a:prstGeom prst="bentConnector3">
            <a:avLst>
              <a:gd fmla="val 49996" name="adj1"/>
            </a:avLst>
          </a:prstGeom>
          <a:noFill/>
          <a:ln cap="flat" cmpd="sng" w="19050">
            <a:solidFill>
              <a:schemeClr val="dk1"/>
            </a:solidFill>
            <a:prstDash val="solid"/>
            <a:round/>
            <a:headEnd len="med" w="med" type="none"/>
            <a:tailEnd len="med" w="med" type="none"/>
          </a:ln>
        </p:spPr>
      </p:cxnSp>
      <p:cxnSp>
        <p:nvCxnSpPr>
          <p:cNvPr id="9989" name="Google Shape;9989;p68"/>
          <p:cNvCxnSpPr>
            <a:stCxn id="9990" idx="1"/>
            <a:endCxn id="9988" idx="3"/>
          </p:cNvCxnSpPr>
          <p:nvPr/>
        </p:nvCxnSpPr>
        <p:spPr>
          <a:xfrm flipH="1">
            <a:off x="4846359" y="1914995"/>
            <a:ext cx="1652100" cy="809100"/>
          </a:xfrm>
          <a:prstGeom prst="bentConnector3">
            <a:avLst>
              <a:gd fmla="val 50001" name="adj1"/>
            </a:avLst>
          </a:prstGeom>
          <a:noFill/>
          <a:ln cap="flat" cmpd="sng" w="19050">
            <a:solidFill>
              <a:schemeClr val="dk1"/>
            </a:solidFill>
            <a:prstDash val="solid"/>
            <a:round/>
            <a:headEnd len="med" w="med" type="none"/>
            <a:tailEnd len="med" w="med" type="none"/>
          </a:ln>
        </p:spPr>
      </p:cxnSp>
      <p:cxnSp>
        <p:nvCxnSpPr>
          <p:cNvPr id="9991" name="Google Shape;9991;p68"/>
          <p:cNvCxnSpPr>
            <a:stCxn id="9992" idx="0"/>
            <a:endCxn id="9988" idx="2"/>
          </p:cNvCxnSpPr>
          <p:nvPr/>
        </p:nvCxnSpPr>
        <p:spPr>
          <a:xfrm rot="-5400000">
            <a:off x="4280399" y="3290206"/>
            <a:ext cx="583800" cy="600"/>
          </a:xfrm>
          <a:prstGeom prst="bentConnector3">
            <a:avLst>
              <a:gd fmla="val 50007" name="adj1"/>
            </a:avLst>
          </a:prstGeom>
          <a:noFill/>
          <a:ln cap="flat" cmpd="sng" w="19050">
            <a:solidFill>
              <a:schemeClr val="dk1"/>
            </a:solidFill>
            <a:prstDash val="solid"/>
            <a:round/>
            <a:headEnd len="med" w="med" type="none"/>
            <a:tailEnd len="med" w="med" type="none"/>
          </a:ln>
        </p:spPr>
      </p:cxnSp>
      <p:cxnSp>
        <p:nvCxnSpPr>
          <p:cNvPr id="9993" name="Google Shape;9993;p68"/>
          <p:cNvCxnSpPr>
            <a:stCxn id="9994" idx="2"/>
            <a:endCxn id="9988" idx="0"/>
          </p:cNvCxnSpPr>
          <p:nvPr/>
        </p:nvCxnSpPr>
        <p:spPr>
          <a:xfrm flipH="1" rot="-5400000">
            <a:off x="4284449" y="2161809"/>
            <a:ext cx="575700" cy="600"/>
          </a:xfrm>
          <a:prstGeom prst="bentConnector3">
            <a:avLst>
              <a:gd fmla="val 49988" name="adj1"/>
            </a:avLst>
          </a:prstGeom>
          <a:noFill/>
          <a:ln cap="flat" cmpd="sng" w="19050">
            <a:solidFill>
              <a:schemeClr val="dk1"/>
            </a:solidFill>
            <a:prstDash val="solid"/>
            <a:round/>
            <a:headEnd len="med" w="med" type="none"/>
            <a:tailEnd len="med" w="med" type="none"/>
          </a:ln>
        </p:spPr>
      </p:cxnSp>
      <p:grpSp>
        <p:nvGrpSpPr>
          <p:cNvPr id="9995" name="Google Shape;9995;p68"/>
          <p:cNvGrpSpPr/>
          <p:nvPr/>
        </p:nvGrpSpPr>
        <p:grpSpPr>
          <a:xfrm>
            <a:off x="4192496" y="2344670"/>
            <a:ext cx="759008" cy="758986"/>
            <a:chOff x="1275580" y="2337607"/>
            <a:chExt cx="759008" cy="758986"/>
          </a:xfrm>
        </p:grpSpPr>
        <p:sp>
          <p:nvSpPr>
            <p:cNvPr id="9996" name="Google Shape;9996;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8" name="Google Shape;9988;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97" name="Google Shape;9997;p68"/>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INFOGRAPHIC</a:t>
            </a:r>
            <a:endParaRPr/>
          </a:p>
        </p:txBody>
      </p:sp>
      <p:sp>
        <p:nvSpPr>
          <p:cNvPr id="9998" name="Google Shape;9998;p68"/>
          <p:cNvSpPr txBox="1"/>
          <p:nvPr>
            <p:ph idx="4294967295" type="subTitle"/>
          </p:nvPr>
        </p:nvSpPr>
        <p:spPr>
          <a:xfrm>
            <a:off x="750950" y="2020686"/>
            <a:ext cx="1792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Mercury is the closest planet</a:t>
            </a:r>
            <a:endParaRPr/>
          </a:p>
        </p:txBody>
      </p:sp>
      <p:sp>
        <p:nvSpPr>
          <p:cNvPr id="9999" name="Google Shape;9999;p68"/>
          <p:cNvSpPr txBox="1"/>
          <p:nvPr>
            <p:ph idx="4294967295" type="title"/>
          </p:nvPr>
        </p:nvSpPr>
        <p:spPr>
          <a:xfrm>
            <a:off x="750950" y="1807548"/>
            <a:ext cx="1792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MERCURY</a:t>
            </a:r>
            <a:endParaRPr sz="2000">
              <a:solidFill>
                <a:schemeClr val="dk1"/>
              </a:solidFill>
            </a:endParaRPr>
          </a:p>
        </p:txBody>
      </p:sp>
      <p:sp>
        <p:nvSpPr>
          <p:cNvPr id="10000" name="Google Shape;10000;p68"/>
          <p:cNvSpPr txBox="1"/>
          <p:nvPr>
            <p:ph idx="4294967295" type="subTitle"/>
          </p:nvPr>
        </p:nvSpPr>
        <p:spPr>
          <a:xfrm>
            <a:off x="750950" y="3692125"/>
            <a:ext cx="1792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Neptune is far away from us</a:t>
            </a:r>
            <a:endParaRPr/>
          </a:p>
        </p:txBody>
      </p:sp>
      <p:sp>
        <p:nvSpPr>
          <p:cNvPr id="10001" name="Google Shape;10001;p68"/>
          <p:cNvSpPr txBox="1"/>
          <p:nvPr>
            <p:ph idx="4294967295" type="title"/>
          </p:nvPr>
        </p:nvSpPr>
        <p:spPr>
          <a:xfrm>
            <a:off x="750950" y="3478987"/>
            <a:ext cx="1792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NEPTUNE</a:t>
            </a:r>
            <a:endParaRPr sz="2000">
              <a:solidFill>
                <a:schemeClr val="dk1"/>
              </a:solidFill>
            </a:endParaRPr>
          </a:p>
        </p:txBody>
      </p:sp>
      <p:sp>
        <p:nvSpPr>
          <p:cNvPr id="10002" name="Google Shape;10002;p68"/>
          <p:cNvSpPr txBox="1"/>
          <p:nvPr>
            <p:ph idx="4294967295" type="subTitle"/>
          </p:nvPr>
        </p:nvSpPr>
        <p:spPr>
          <a:xfrm>
            <a:off x="6600850" y="3692125"/>
            <a:ext cx="17922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Mars is full of iron oxide dust</a:t>
            </a:r>
            <a:endParaRPr/>
          </a:p>
        </p:txBody>
      </p:sp>
      <p:sp>
        <p:nvSpPr>
          <p:cNvPr id="10003" name="Google Shape;10003;p68"/>
          <p:cNvSpPr txBox="1"/>
          <p:nvPr>
            <p:ph idx="4294967295" type="title"/>
          </p:nvPr>
        </p:nvSpPr>
        <p:spPr>
          <a:xfrm>
            <a:off x="6600850" y="3478987"/>
            <a:ext cx="17922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MARS</a:t>
            </a:r>
            <a:endParaRPr sz="2000">
              <a:solidFill>
                <a:schemeClr val="dk1"/>
              </a:solidFill>
            </a:endParaRPr>
          </a:p>
        </p:txBody>
      </p:sp>
      <p:sp>
        <p:nvSpPr>
          <p:cNvPr id="10004" name="Google Shape;10004;p68"/>
          <p:cNvSpPr txBox="1"/>
          <p:nvPr>
            <p:ph idx="4294967295" type="subTitle"/>
          </p:nvPr>
        </p:nvSpPr>
        <p:spPr>
          <a:xfrm>
            <a:off x="6600850" y="2020686"/>
            <a:ext cx="17922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Jupiter is the biggest planet</a:t>
            </a:r>
            <a:endParaRPr/>
          </a:p>
        </p:txBody>
      </p:sp>
      <p:sp>
        <p:nvSpPr>
          <p:cNvPr id="10005" name="Google Shape;10005;p68"/>
          <p:cNvSpPr txBox="1"/>
          <p:nvPr>
            <p:ph idx="4294967295" type="title"/>
          </p:nvPr>
        </p:nvSpPr>
        <p:spPr>
          <a:xfrm>
            <a:off x="6600850" y="1807548"/>
            <a:ext cx="17922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JUPITER</a:t>
            </a:r>
            <a:endParaRPr sz="2000">
              <a:solidFill>
                <a:schemeClr val="dk1"/>
              </a:solidFill>
            </a:endParaRPr>
          </a:p>
        </p:txBody>
      </p:sp>
      <p:sp>
        <p:nvSpPr>
          <p:cNvPr id="10006" name="Google Shape;10006;p68"/>
          <p:cNvSpPr txBox="1"/>
          <p:nvPr>
            <p:ph idx="4294967295" type="subTitle"/>
          </p:nvPr>
        </p:nvSpPr>
        <p:spPr>
          <a:xfrm>
            <a:off x="3675900" y="3910803"/>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Venus is the second planet</a:t>
            </a:r>
            <a:endParaRPr/>
          </a:p>
        </p:txBody>
      </p:sp>
      <p:sp>
        <p:nvSpPr>
          <p:cNvPr id="10007" name="Google Shape;10007;p68"/>
          <p:cNvSpPr txBox="1"/>
          <p:nvPr>
            <p:ph idx="4294967295" type="title"/>
          </p:nvPr>
        </p:nvSpPr>
        <p:spPr>
          <a:xfrm>
            <a:off x="3675900" y="3697665"/>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VENUS</a:t>
            </a:r>
            <a:endParaRPr sz="2000">
              <a:solidFill>
                <a:schemeClr val="dk1"/>
              </a:solidFill>
            </a:endParaRPr>
          </a:p>
        </p:txBody>
      </p:sp>
      <p:grpSp>
        <p:nvGrpSpPr>
          <p:cNvPr id="10008" name="Google Shape;10008;p68"/>
          <p:cNvGrpSpPr/>
          <p:nvPr/>
        </p:nvGrpSpPr>
        <p:grpSpPr>
          <a:xfrm>
            <a:off x="4467575" y="2556138"/>
            <a:ext cx="208850" cy="336025"/>
            <a:chOff x="7802775" y="1879675"/>
            <a:chExt cx="208850" cy="336025"/>
          </a:xfrm>
        </p:grpSpPr>
        <p:sp>
          <p:nvSpPr>
            <p:cNvPr id="10009" name="Google Shape;10009;p68"/>
            <p:cNvSpPr/>
            <p:nvPr/>
          </p:nvSpPr>
          <p:spPr>
            <a:xfrm>
              <a:off x="7816775" y="1879675"/>
              <a:ext cx="180850" cy="170350"/>
            </a:xfrm>
            <a:custGeom>
              <a:rect b="b" l="l" r="r" t="t"/>
              <a:pathLst>
                <a:path extrusionOk="0" h="6814" w="7234">
                  <a:moveTo>
                    <a:pt x="467" y="0"/>
                  </a:moveTo>
                  <a:lnTo>
                    <a:pt x="280" y="47"/>
                  </a:lnTo>
                  <a:lnTo>
                    <a:pt x="140" y="140"/>
                  </a:lnTo>
                  <a:lnTo>
                    <a:pt x="0" y="280"/>
                  </a:lnTo>
                  <a:lnTo>
                    <a:pt x="0" y="467"/>
                  </a:lnTo>
                  <a:lnTo>
                    <a:pt x="0" y="6814"/>
                  </a:lnTo>
                  <a:lnTo>
                    <a:pt x="7234" y="6814"/>
                  </a:lnTo>
                  <a:lnTo>
                    <a:pt x="6954" y="700"/>
                  </a:lnTo>
                  <a:lnTo>
                    <a:pt x="6954" y="234"/>
                  </a:lnTo>
                  <a:lnTo>
                    <a:pt x="6907" y="47"/>
                  </a:lnTo>
                  <a:lnTo>
                    <a:pt x="681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0" name="Google Shape;10010;p68"/>
            <p:cNvSpPr/>
            <p:nvPr/>
          </p:nvSpPr>
          <p:spPr>
            <a:xfrm>
              <a:off x="7847100" y="1910000"/>
              <a:ext cx="46700" cy="46700"/>
            </a:xfrm>
            <a:custGeom>
              <a:rect b="b" l="l" r="r" t="t"/>
              <a:pathLst>
                <a:path extrusionOk="0" h="1868" w="1868">
                  <a:moveTo>
                    <a:pt x="141" y="1"/>
                  </a:moveTo>
                  <a:lnTo>
                    <a:pt x="47" y="47"/>
                  </a:lnTo>
                  <a:lnTo>
                    <a:pt x="1" y="141"/>
                  </a:lnTo>
                  <a:lnTo>
                    <a:pt x="1" y="234"/>
                  </a:lnTo>
                  <a:lnTo>
                    <a:pt x="1" y="1681"/>
                  </a:lnTo>
                  <a:lnTo>
                    <a:pt x="1" y="1727"/>
                  </a:lnTo>
                  <a:lnTo>
                    <a:pt x="47" y="1821"/>
                  </a:lnTo>
                  <a:lnTo>
                    <a:pt x="141" y="1867"/>
                  </a:lnTo>
                  <a:lnTo>
                    <a:pt x="1727" y="1867"/>
                  </a:lnTo>
                  <a:lnTo>
                    <a:pt x="1821" y="1821"/>
                  </a:lnTo>
                  <a:lnTo>
                    <a:pt x="1867" y="1727"/>
                  </a:lnTo>
                  <a:lnTo>
                    <a:pt x="1867" y="1681"/>
                  </a:lnTo>
                  <a:lnTo>
                    <a:pt x="1867" y="234"/>
                  </a:lnTo>
                  <a:lnTo>
                    <a:pt x="1867" y="141"/>
                  </a:lnTo>
                  <a:lnTo>
                    <a:pt x="1821" y="47"/>
                  </a:lnTo>
                  <a:lnTo>
                    <a:pt x="172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1" name="Google Shape;10011;p68"/>
            <p:cNvSpPr/>
            <p:nvPr/>
          </p:nvSpPr>
          <p:spPr>
            <a:xfrm>
              <a:off x="7920600" y="1910000"/>
              <a:ext cx="46700" cy="46700"/>
            </a:xfrm>
            <a:custGeom>
              <a:rect b="b" l="l" r="r" t="t"/>
              <a:pathLst>
                <a:path extrusionOk="0" h="1868" w="1868">
                  <a:moveTo>
                    <a:pt x="94" y="1"/>
                  </a:moveTo>
                  <a:lnTo>
                    <a:pt x="47" y="47"/>
                  </a:lnTo>
                  <a:lnTo>
                    <a:pt x="1" y="141"/>
                  </a:lnTo>
                  <a:lnTo>
                    <a:pt x="1" y="234"/>
                  </a:lnTo>
                  <a:lnTo>
                    <a:pt x="1" y="1681"/>
                  </a:lnTo>
                  <a:lnTo>
                    <a:pt x="1" y="1727"/>
                  </a:lnTo>
                  <a:lnTo>
                    <a:pt x="47" y="1821"/>
                  </a:lnTo>
                  <a:lnTo>
                    <a:pt x="94" y="1867"/>
                  </a:lnTo>
                  <a:lnTo>
                    <a:pt x="1728" y="1867"/>
                  </a:lnTo>
                  <a:lnTo>
                    <a:pt x="1821" y="1821"/>
                  </a:lnTo>
                  <a:lnTo>
                    <a:pt x="1868" y="1727"/>
                  </a:lnTo>
                  <a:lnTo>
                    <a:pt x="1868" y="1681"/>
                  </a:lnTo>
                  <a:lnTo>
                    <a:pt x="1868" y="234"/>
                  </a:lnTo>
                  <a:lnTo>
                    <a:pt x="1868" y="141"/>
                  </a:lnTo>
                  <a:lnTo>
                    <a:pt x="1821" y="47"/>
                  </a:lnTo>
                  <a:lnTo>
                    <a:pt x="172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2" name="Google Shape;10012;p68"/>
            <p:cNvSpPr/>
            <p:nvPr/>
          </p:nvSpPr>
          <p:spPr>
            <a:xfrm>
              <a:off x="7847100" y="1988175"/>
              <a:ext cx="46700" cy="46700"/>
            </a:xfrm>
            <a:custGeom>
              <a:rect b="b" l="l" r="r" t="t"/>
              <a:pathLst>
                <a:path extrusionOk="0" h="1868" w="1868">
                  <a:moveTo>
                    <a:pt x="141" y="0"/>
                  </a:moveTo>
                  <a:lnTo>
                    <a:pt x="47" y="47"/>
                  </a:lnTo>
                  <a:lnTo>
                    <a:pt x="1" y="140"/>
                  </a:lnTo>
                  <a:lnTo>
                    <a:pt x="1" y="187"/>
                  </a:lnTo>
                  <a:lnTo>
                    <a:pt x="1" y="1634"/>
                  </a:lnTo>
                  <a:lnTo>
                    <a:pt x="1" y="1727"/>
                  </a:lnTo>
                  <a:lnTo>
                    <a:pt x="47" y="1820"/>
                  </a:lnTo>
                  <a:lnTo>
                    <a:pt x="141" y="1867"/>
                  </a:lnTo>
                  <a:lnTo>
                    <a:pt x="1727" y="1867"/>
                  </a:lnTo>
                  <a:lnTo>
                    <a:pt x="1821" y="1820"/>
                  </a:lnTo>
                  <a:lnTo>
                    <a:pt x="1867" y="1727"/>
                  </a:lnTo>
                  <a:lnTo>
                    <a:pt x="1867" y="1634"/>
                  </a:lnTo>
                  <a:lnTo>
                    <a:pt x="1867" y="187"/>
                  </a:lnTo>
                  <a:lnTo>
                    <a:pt x="1867" y="140"/>
                  </a:lnTo>
                  <a:lnTo>
                    <a:pt x="1821" y="47"/>
                  </a:lnTo>
                  <a:lnTo>
                    <a:pt x="17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3" name="Google Shape;10013;p68"/>
            <p:cNvSpPr/>
            <p:nvPr/>
          </p:nvSpPr>
          <p:spPr>
            <a:xfrm>
              <a:off x="7920600" y="1988175"/>
              <a:ext cx="46700" cy="46700"/>
            </a:xfrm>
            <a:custGeom>
              <a:rect b="b" l="l" r="r" t="t"/>
              <a:pathLst>
                <a:path extrusionOk="0" h="1868" w="1868">
                  <a:moveTo>
                    <a:pt x="94" y="0"/>
                  </a:moveTo>
                  <a:lnTo>
                    <a:pt x="47" y="47"/>
                  </a:lnTo>
                  <a:lnTo>
                    <a:pt x="1" y="140"/>
                  </a:lnTo>
                  <a:lnTo>
                    <a:pt x="1" y="187"/>
                  </a:lnTo>
                  <a:lnTo>
                    <a:pt x="1" y="1634"/>
                  </a:lnTo>
                  <a:lnTo>
                    <a:pt x="1" y="1727"/>
                  </a:lnTo>
                  <a:lnTo>
                    <a:pt x="47" y="1820"/>
                  </a:lnTo>
                  <a:lnTo>
                    <a:pt x="94" y="1867"/>
                  </a:lnTo>
                  <a:lnTo>
                    <a:pt x="1728" y="1867"/>
                  </a:lnTo>
                  <a:lnTo>
                    <a:pt x="1821" y="1820"/>
                  </a:lnTo>
                  <a:lnTo>
                    <a:pt x="1868" y="1727"/>
                  </a:lnTo>
                  <a:lnTo>
                    <a:pt x="1868" y="1634"/>
                  </a:lnTo>
                  <a:lnTo>
                    <a:pt x="1868" y="187"/>
                  </a:lnTo>
                  <a:lnTo>
                    <a:pt x="1868" y="140"/>
                  </a:lnTo>
                  <a:lnTo>
                    <a:pt x="1821" y="47"/>
                  </a:lnTo>
                  <a:lnTo>
                    <a:pt x="1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4" name="Google Shape;10014;p68"/>
            <p:cNvSpPr/>
            <p:nvPr/>
          </p:nvSpPr>
          <p:spPr>
            <a:xfrm>
              <a:off x="7968450" y="1879675"/>
              <a:ext cx="29175" cy="170350"/>
            </a:xfrm>
            <a:custGeom>
              <a:rect b="b" l="l" r="r" t="t"/>
              <a:pathLst>
                <a:path extrusionOk="0" h="6814" w="1167">
                  <a:moveTo>
                    <a:pt x="0" y="0"/>
                  </a:moveTo>
                  <a:lnTo>
                    <a:pt x="187" y="47"/>
                  </a:lnTo>
                  <a:lnTo>
                    <a:pt x="374" y="140"/>
                  </a:lnTo>
                  <a:lnTo>
                    <a:pt x="467" y="280"/>
                  </a:lnTo>
                  <a:lnTo>
                    <a:pt x="514" y="467"/>
                  </a:lnTo>
                  <a:lnTo>
                    <a:pt x="514" y="6814"/>
                  </a:lnTo>
                  <a:lnTo>
                    <a:pt x="1167" y="6814"/>
                  </a:lnTo>
                  <a:lnTo>
                    <a:pt x="1167" y="467"/>
                  </a:lnTo>
                  <a:lnTo>
                    <a:pt x="1120" y="280"/>
                  </a:lnTo>
                  <a:lnTo>
                    <a:pt x="1027" y="140"/>
                  </a:lnTo>
                  <a:lnTo>
                    <a:pt x="887" y="47"/>
                  </a:lnTo>
                  <a:lnTo>
                    <a:pt x="70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5" name="Google Shape;10015;p68"/>
            <p:cNvSpPr/>
            <p:nvPr/>
          </p:nvSpPr>
          <p:spPr>
            <a:xfrm>
              <a:off x="7808600" y="2025500"/>
              <a:ext cx="189025" cy="190200"/>
            </a:xfrm>
            <a:custGeom>
              <a:rect b="b" l="l" r="r" t="t"/>
              <a:pathLst>
                <a:path extrusionOk="0" h="7608" w="7561">
                  <a:moveTo>
                    <a:pt x="1" y="1"/>
                  </a:moveTo>
                  <a:lnTo>
                    <a:pt x="1" y="7094"/>
                  </a:lnTo>
                  <a:lnTo>
                    <a:pt x="47" y="7281"/>
                  </a:lnTo>
                  <a:lnTo>
                    <a:pt x="141" y="7468"/>
                  </a:lnTo>
                  <a:lnTo>
                    <a:pt x="327" y="7561"/>
                  </a:lnTo>
                  <a:lnTo>
                    <a:pt x="514" y="7608"/>
                  </a:lnTo>
                  <a:lnTo>
                    <a:pt x="7374" y="7608"/>
                  </a:lnTo>
                  <a:lnTo>
                    <a:pt x="7421" y="7514"/>
                  </a:lnTo>
                  <a:lnTo>
                    <a:pt x="7468" y="7281"/>
                  </a:lnTo>
                  <a:lnTo>
                    <a:pt x="7514" y="6394"/>
                  </a:lnTo>
                  <a:lnTo>
                    <a:pt x="7561" y="3781"/>
                  </a:lnTo>
                  <a:lnTo>
                    <a:pt x="756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6" name="Google Shape;10016;p68"/>
            <p:cNvSpPr/>
            <p:nvPr/>
          </p:nvSpPr>
          <p:spPr>
            <a:xfrm>
              <a:off x="7975450" y="2025500"/>
              <a:ext cx="29175" cy="190200"/>
            </a:xfrm>
            <a:custGeom>
              <a:rect b="b" l="l" r="r" t="t"/>
              <a:pathLst>
                <a:path extrusionOk="0" h="7608" w="1167">
                  <a:moveTo>
                    <a:pt x="514" y="1"/>
                  </a:moveTo>
                  <a:lnTo>
                    <a:pt x="514" y="7094"/>
                  </a:lnTo>
                  <a:lnTo>
                    <a:pt x="467" y="7281"/>
                  </a:lnTo>
                  <a:lnTo>
                    <a:pt x="374" y="7468"/>
                  </a:lnTo>
                  <a:lnTo>
                    <a:pt x="187" y="7561"/>
                  </a:lnTo>
                  <a:lnTo>
                    <a:pt x="0" y="7608"/>
                  </a:lnTo>
                  <a:lnTo>
                    <a:pt x="700" y="7608"/>
                  </a:lnTo>
                  <a:lnTo>
                    <a:pt x="887" y="7561"/>
                  </a:lnTo>
                  <a:lnTo>
                    <a:pt x="1027" y="7468"/>
                  </a:lnTo>
                  <a:lnTo>
                    <a:pt x="1167" y="7281"/>
                  </a:lnTo>
                  <a:lnTo>
                    <a:pt x="1167" y="7094"/>
                  </a:lnTo>
                  <a:lnTo>
                    <a:pt x="11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7" name="Google Shape;10017;p68"/>
            <p:cNvSpPr/>
            <p:nvPr/>
          </p:nvSpPr>
          <p:spPr>
            <a:xfrm>
              <a:off x="7849450" y="2040675"/>
              <a:ext cx="109675" cy="134200"/>
            </a:xfrm>
            <a:custGeom>
              <a:rect b="b" l="l" r="r" t="t"/>
              <a:pathLst>
                <a:path extrusionOk="0" h="5368" w="4387">
                  <a:moveTo>
                    <a:pt x="0" y="0"/>
                  </a:moveTo>
                  <a:lnTo>
                    <a:pt x="0" y="5134"/>
                  </a:lnTo>
                  <a:lnTo>
                    <a:pt x="0" y="5227"/>
                  </a:lnTo>
                  <a:lnTo>
                    <a:pt x="47" y="5321"/>
                  </a:lnTo>
                  <a:lnTo>
                    <a:pt x="140" y="5367"/>
                  </a:lnTo>
                  <a:lnTo>
                    <a:pt x="4387" y="5367"/>
                  </a:lnTo>
                  <a:lnTo>
                    <a:pt x="4387" y="5134"/>
                  </a:lnTo>
                  <a:lnTo>
                    <a:pt x="4387" y="4527"/>
                  </a:lnTo>
                  <a:lnTo>
                    <a:pt x="4294" y="2707"/>
                  </a:lnTo>
                  <a:lnTo>
                    <a:pt x="415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8" name="Google Shape;10018;p68"/>
            <p:cNvSpPr/>
            <p:nvPr/>
          </p:nvSpPr>
          <p:spPr>
            <a:xfrm>
              <a:off x="7943950" y="2040675"/>
              <a:ext cx="21025" cy="134200"/>
            </a:xfrm>
            <a:custGeom>
              <a:rect b="b" l="l" r="r" t="t"/>
              <a:pathLst>
                <a:path extrusionOk="0" h="5368" w="841">
                  <a:moveTo>
                    <a:pt x="140" y="0"/>
                  </a:moveTo>
                  <a:lnTo>
                    <a:pt x="140" y="5134"/>
                  </a:lnTo>
                  <a:lnTo>
                    <a:pt x="140" y="5227"/>
                  </a:lnTo>
                  <a:lnTo>
                    <a:pt x="94" y="5321"/>
                  </a:lnTo>
                  <a:lnTo>
                    <a:pt x="0" y="5367"/>
                  </a:lnTo>
                  <a:lnTo>
                    <a:pt x="700" y="5367"/>
                  </a:lnTo>
                  <a:lnTo>
                    <a:pt x="747" y="5321"/>
                  </a:lnTo>
                  <a:lnTo>
                    <a:pt x="794" y="5227"/>
                  </a:lnTo>
                  <a:lnTo>
                    <a:pt x="840" y="5134"/>
                  </a:lnTo>
                  <a:lnTo>
                    <a:pt x="84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9" name="Google Shape;10019;p68"/>
            <p:cNvSpPr/>
            <p:nvPr/>
          </p:nvSpPr>
          <p:spPr>
            <a:xfrm>
              <a:off x="7802775" y="2013850"/>
              <a:ext cx="204200" cy="80525"/>
            </a:xfrm>
            <a:custGeom>
              <a:rect b="b" l="l" r="r" t="t"/>
              <a:pathLst>
                <a:path extrusionOk="0" h="3221" w="8168">
                  <a:moveTo>
                    <a:pt x="140" y="0"/>
                  </a:moveTo>
                  <a:lnTo>
                    <a:pt x="47" y="47"/>
                  </a:lnTo>
                  <a:lnTo>
                    <a:pt x="0" y="140"/>
                  </a:lnTo>
                  <a:lnTo>
                    <a:pt x="0" y="187"/>
                  </a:lnTo>
                  <a:lnTo>
                    <a:pt x="0" y="2847"/>
                  </a:lnTo>
                  <a:lnTo>
                    <a:pt x="47" y="2940"/>
                  </a:lnTo>
                  <a:lnTo>
                    <a:pt x="140" y="2940"/>
                  </a:lnTo>
                  <a:lnTo>
                    <a:pt x="1400" y="2427"/>
                  </a:lnTo>
                  <a:lnTo>
                    <a:pt x="1494" y="2380"/>
                  </a:lnTo>
                  <a:lnTo>
                    <a:pt x="1587" y="2427"/>
                  </a:lnTo>
                  <a:lnTo>
                    <a:pt x="2987" y="3033"/>
                  </a:lnTo>
                  <a:lnTo>
                    <a:pt x="3080" y="3080"/>
                  </a:lnTo>
                  <a:lnTo>
                    <a:pt x="3174" y="3033"/>
                  </a:lnTo>
                  <a:lnTo>
                    <a:pt x="3220" y="2987"/>
                  </a:lnTo>
                  <a:lnTo>
                    <a:pt x="3267" y="2940"/>
                  </a:lnTo>
                  <a:lnTo>
                    <a:pt x="3594" y="2147"/>
                  </a:lnTo>
                  <a:lnTo>
                    <a:pt x="3640" y="2053"/>
                  </a:lnTo>
                  <a:lnTo>
                    <a:pt x="3734" y="2007"/>
                  </a:lnTo>
                  <a:lnTo>
                    <a:pt x="4667" y="1727"/>
                  </a:lnTo>
                  <a:lnTo>
                    <a:pt x="4760" y="1680"/>
                  </a:lnTo>
                  <a:lnTo>
                    <a:pt x="4854" y="1727"/>
                  </a:lnTo>
                  <a:lnTo>
                    <a:pt x="6907" y="3220"/>
                  </a:lnTo>
                  <a:lnTo>
                    <a:pt x="7047" y="3220"/>
                  </a:lnTo>
                  <a:lnTo>
                    <a:pt x="8074" y="2940"/>
                  </a:lnTo>
                  <a:lnTo>
                    <a:pt x="8074" y="2893"/>
                  </a:lnTo>
                  <a:lnTo>
                    <a:pt x="8121" y="2800"/>
                  </a:lnTo>
                  <a:lnTo>
                    <a:pt x="8121" y="2660"/>
                  </a:lnTo>
                  <a:lnTo>
                    <a:pt x="8074" y="373"/>
                  </a:lnTo>
                  <a:lnTo>
                    <a:pt x="8167" y="140"/>
                  </a:lnTo>
                  <a:lnTo>
                    <a:pt x="8167" y="47"/>
                  </a:lnTo>
                  <a:lnTo>
                    <a:pt x="81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0" name="Google Shape;10020;p68"/>
            <p:cNvSpPr/>
            <p:nvPr/>
          </p:nvSpPr>
          <p:spPr>
            <a:xfrm>
              <a:off x="7974275" y="2013850"/>
              <a:ext cx="37350" cy="80525"/>
            </a:xfrm>
            <a:custGeom>
              <a:rect b="b" l="l" r="r" t="t"/>
              <a:pathLst>
                <a:path extrusionOk="0" h="3221" w="1494">
                  <a:moveTo>
                    <a:pt x="701" y="0"/>
                  </a:moveTo>
                  <a:lnTo>
                    <a:pt x="747" y="47"/>
                  </a:lnTo>
                  <a:lnTo>
                    <a:pt x="794" y="140"/>
                  </a:lnTo>
                  <a:lnTo>
                    <a:pt x="794" y="187"/>
                  </a:lnTo>
                  <a:lnTo>
                    <a:pt x="794" y="2940"/>
                  </a:lnTo>
                  <a:lnTo>
                    <a:pt x="794" y="2987"/>
                  </a:lnTo>
                  <a:lnTo>
                    <a:pt x="701" y="3033"/>
                  </a:lnTo>
                  <a:lnTo>
                    <a:pt x="1" y="3174"/>
                  </a:lnTo>
                  <a:lnTo>
                    <a:pt x="47" y="3220"/>
                  </a:lnTo>
                  <a:lnTo>
                    <a:pt x="187" y="3220"/>
                  </a:lnTo>
                  <a:lnTo>
                    <a:pt x="1401" y="3033"/>
                  </a:lnTo>
                  <a:lnTo>
                    <a:pt x="1447" y="2987"/>
                  </a:lnTo>
                  <a:lnTo>
                    <a:pt x="1494" y="2940"/>
                  </a:lnTo>
                  <a:lnTo>
                    <a:pt x="1494" y="187"/>
                  </a:lnTo>
                  <a:lnTo>
                    <a:pt x="1494" y="140"/>
                  </a:lnTo>
                  <a:lnTo>
                    <a:pt x="1447" y="47"/>
                  </a:lnTo>
                  <a:lnTo>
                    <a:pt x="13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021" name="Google Shape;10021;p68"/>
          <p:cNvSpPr txBox="1"/>
          <p:nvPr>
            <p:ph idx="4294967295" type="subTitle"/>
          </p:nvPr>
        </p:nvSpPr>
        <p:spPr>
          <a:xfrm>
            <a:off x="3675900" y="1258686"/>
            <a:ext cx="1792200" cy="548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t>Earth is the planet with life</a:t>
            </a:r>
            <a:endParaRPr/>
          </a:p>
        </p:txBody>
      </p:sp>
      <p:sp>
        <p:nvSpPr>
          <p:cNvPr id="10022" name="Google Shape;10022;p68"/>
          <p:cNvSpPr txBox="1"/>
          <p:nvPr>
            <p:ph idx="4294967295" type="title"/>
          </p:nvPr>
        </p:nvSpPr>
        <p:spPr>
          <a:xfrm>
            <a:off x="3675900" y="1045548"/>
            <a:ext cx="17922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EARTH</a:t>
            </a:r>
            <a:endParaRPr sz="2000">
              <a:solidFill>
                <a:schemeClr val="dk1"/>
              </a:solidFill>
            </a:endParaRPr>
          </a:p>
        </p:txBody>
      </p:sp>
      <p:grpSp>
        <p:nvGrpSpPr>
          <p:cNvPr id="10023" name="Google Shape;10023;p68"/>
          <p:cNvGrpSpPr/>
          <p:nvPr/>
        </p:nvGrpSpPr>
        <p:grpSpPr>
          <a:xfrm>
            <a:off x="6481993" y="1855565"/>
            <a:ext cx="118861" cy="118857"/>
            <a:chOff x="1275580" y="2337607"/>
            <a:chExt cx="759008" cy="758986"/>
          </a:xfrm>
        </p:grpSpPr>
        <p:sp>
          <p:nvSpPr>
            <p:cNvPr id="10024" name="Google Shape;10024;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0" name="Google Shape;9990;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5" name="Google Shape;10025;p68"/>
          <p:cNvGrpSpPr/>
          <p:nvPr/>
        </p:nvGrpSpPr>
        <p:grpSpPr>
          <a:xfrm>
            <a:off x="6481993" y="3553595"/>
            <a:ext cx="118861" cy="118857"/>
            <a:chOff x="1275580" y="2337607"/>
            <a:chExt cx="759008" cy="758986"/>
          </a:xfrm>
        </p:grpSpPr>
        <p:sp>
          <p:nvSpPr>
            <p:cNvPr id="10026" name="Google Shape;10026;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5" name="Google Shape;9985;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7" name="Google Shape;10027;p68"/>
          <p:cNvGrpSpPr/>
          <p:nvPr/>
        </p:nvGrpSpPr>
        <p:grpSpPr>
          <a:xfrm>
            <a:off x="2519593" y="1855565"/>
            <a:ext cx="118861" cy="118857"/>
            <a:chOff x="1275580" y="2337607"/>
            <a:chExt cx="759008" cy="758986"/>
          </a:xfrm>
        </p:grpSpPr>
        <p:sp>
          <p:nvSpPr>
            <p:cNvPr id="10028" name="Google Shape;10028;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7" name="Google Shape;9987;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9" name="Google Shape;10029;p68"/>
          <p:cNvGrpSpPr/>
          <p:nvPr/>
        </p:nvGrpSpPr>
        <p:grpSpPr>
          <a:xfrm>
            <a:off x="2519593" y="3553595"/>
            <a:ext cx="118861" cy="118857"/>
            <a:chOff x="1275580" y="2337607"/>
            <a:chExt cx="759008" cy="758986"/>
          </a:xfrm>
        </p:grpSpPr>
        <p:sp>
          <p:nvSpPr>
            <p:cNvPr id="10030" name="Google Shape;10030;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3" name="Google Shape;9983;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1" name="Google Shape;10031;p68"/>
          <p:cNvGrpSpPr/>
          <p:nvPr/>
        </p:nvGrpSpPr>
        <p:grpSpPr>
          <a:xfrm>
            <a:off x="4512570" y="1771865"/>
            <a:ext cx="118861" cy="118857"/>
            <a:chOff x="1275580" y="2337607"/>
            <a:chExt cx="759008" cy="758986"/>
          </a:xfrm>
        </p:grpSpPr>
        <p:sp>
          <p:nvSpPr>
            <p:cNvPr id="10032" name="Google Shape;10032;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4" name="Google Shape;9994;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3" name="Google Shape;10033;p68"/>
          <p:cNvGrpSpPr/>
          <p:nvPr/>
        </p:nvGrpSpPr>
        <p:grpSpPr>
          <a:xfrm>
            <a:off x="4512570" y="3565938"/>
            <a:ext cx="118861" cy="118857"/>
            <a:chOff x="1275580" y="2337607"/>
            <a:chExt cx="759008" cy="758986"/>
          </a:xfrm>
        </p:grpSpPr>
        <p:sp>
          <p:nvSpPr>
            <p:cNvPr id="10034" name="Google Shape;10034;p6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2" name="Google Shape;9992;p6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38" name="Shape 10038"/>
        <p:cNvGrpSpPr/>
        <p:nvPr/>
      </p:nvGrpSpPr>
      <p:grpSpPr>
        <a:xfrm>
          <a:off x="0" y="0"/>
          <a:ext cx="0" cy="0"/>
          <a:chOff x="0" y="0"/>
          <a:chExt cx="0" cy="0"/>
        </a:xfrm>
      </p:grpSpPr>
      <p:sp>
        <p:nvSpPr>
          <p:cNvPr id="10039" name="Google Shape;10039;p69"/>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TABLE</a:t>
            </a:r>
            <a:endParaRPr/>
          </a:p>
        </p:txBody>
      </p:sp>
      <p:graphicFrame>
        <p:nvGraphicFramePr>
          <p:cNvPr id="10040" name="Google Shape;10040;p69"/>
          <p:cNvGraphicFramePr/>
          <p:nvPr/>
        </p:nvGraphicFramePr>
        <p:xfrm>
          <a:off x="720000" y="1489785"/>
          <a:ext cx="3000000" cy="3000000"/>
        </p:xfrm>
        <a:graphic>
          <a:graphicData uri="http://schemas.openxmlformats.org/drawingml/2006/table">
            <a:tbl>
              <a:tblPr>
                <a:noFill/>
                <a:tableStyleId>{58AAC19B-FDF0-4812-819E-776EA0D89AF6}</a:tableStyleId>
              </a:tblPr>
              <a:tblGrid>
                <a:gridCol w="1926000"/>
                <a:gridCol w="1926000"/>
                <a:gridCol w="1926000"/>
                <a:gridCol w="1926000"/>
              </a:tblGrid>
              <a:tr h="609575">
                <a:tc>
                  <a:txBody>
                    <a:bodyPr/>
                    <a:lstStyle/>
                    <a:p>
                      <a:pPr indent="0" lvl="0" marL="0" rtl="0" algn="ctr">
                        <a:spcBef>
                          <a:spcPts val="0"/>
                        </a:spcBef>
                        <a:spcAft>
                          <a:spcPts val="0"/>
                        </a:spcAft>
                        <a:buNone/>
                      </a:pPr>
                      <a:r>
                        <a:rPr lang="en" sz="2000">
                          <a:solidFill>
                            <a:schemeClr val="dk1"/>
                          </a:solidFill>
                          <a:latin typeface="Bowlby One"/>
                          <a:ea typeface="Bowlby One"/>
                          <a:cs typeface="Bowlby One"/>
                          <a:sym typeface="Bowlby One"/>
                        </a:rPr>
                        <a:t>TIME</a:t>
                      </a:r>
                      <a:endParaRPr sz="20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Bowlby One"/>
                          <a:ea typeface="Bowlby One"/>
                          <a:cs typeface="Bowlby One"/>
                          <a:sym typeface="Bowlby One"/>
                        </a:rPr>
                        <a:t>FOOD</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Bowlby One"/>
                          <a:ea typeface="Bowlby One"/>
                          <a:cs typeface="Bowlby One"/>
                          <a:sym typeface="Bowlby One"/>
                        </a:rPr>
                        <a:t>CALORIES</a:t>
                      </a:r>
                      <a:endParaRPr sz="2000">
                        <a:solidFill>
                          <a:schemeClr val="accent6"/>
                        </a:solidFill>
                        <a:latin typeface="Bowlby One"/>
                        <a:ea typeface="Bowlby One"/>
                        <a:cs typeface="Bowlby One"/>
                        <a:sym typeface="Bowlby One"/>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dk1"/>
                          </a:solidFill>
                          <a:latin typeface="Bowlby One"/>
                          <a:ea typeface="Bowlby One"/>
                          <a:cs typeface="Bowlby One"/>
                          <a:sym typeface="Bowlby One"/>
                        </a:rPr>
                        <a:t>STATUS</a:t>
                      </a:r>
                      <a:endParaRPr sz="2000">
                        <a:solidFill>
                          <a:schemeClr val="dk1"/>
                        </a:solidFill>
                        <a:latin typeface="Bowlby One"/>
                        <a:ea typeface="Bowlby One"/>
                        <a:cs typeface="Bowlby One"/>
                        <a:sym typeface="Bowlby One"/>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r>
              <a:tr h="609575">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9:00 - 10:00</a:t>
                      </a:r>
                      <a:endParaRPr b="1" sz="2000">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Eggs, fruits and milk</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500</a:t>
                      </a:r>
                      <a:endParaRPr sz="2000">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accent6"/>
                          </a:solidFill>
                          <a:latin typeface="Open Sans"/>
                          <a:ea typeface="Open Sans"/>
                          <a:cs typeface="Open Sans"/>
                          <a:sym typeface="Open Sans"/>
                        </a:rPr>
                        <a:t>✔</a:t>
                      </a:r>
                      <a:endParaRPr sz="2000">
                        <a:solidFill>
                          <a:schemeClr val="accent3"/>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609575">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14</a:t>
                      </a:r>
                      <a:r>
                        <a:rPr b="1" lang="en">
                          <a:solidFill>
                            <a:schemeClr val="lt1"/>
                          </a:solidFill>
                          <a:latin typeface="Open Sans"/>
                          <a:ea typeface="Open Sans"/>
                          <a:cs typeface="Open Sans"/>
                          <a:sym typeface="Open Sans"/>
                        </a:rPr>
                        <a:t>:00 - 15:00</a:t>
                      </a:r>
                      <a:endParaRPr b="1" sz="2000">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Meat &amp;  potato</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1,200</a:t>
                      </a:r>
                      <a:endParaRPr sz="2000">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accent3"/>
                          </a:solidFill>
                          <a:latin typeface="Open Sans"/>
                          <a:ea typeface="Open Sans"/>
                          <a:cs typeface="Open Sans"/>
                          <a:sym typeface="Open Sans"/>
                        </a:rPr>
                        <a:t>✗</a:t>
                      </a:r>
                      <a:endParaRPr sz="2000">
                        <a:solidFill>
                          <a:schemeClr val="accent3"/>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609575">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20</a:t>
                      </a:r>
                      <a:r>
                        <a:rPr b="1" lang="en">
                          <a:solidFill>
                            <a:schemeClr val="lt1"/>
                          </a:solidFill>
                          <a:latin typeface="Open Sans"/>
                          <a:ea typeface="Open Sans"/>
                          <a:cs typeface="Open Sans"/>
                          <a:sym typeface="Open Sans"/>
                        </a:rPr>
                        <a:t>:00 - 21:00</a:t>
                      </a:r>
                      <a:endParaRPr b="1" sz="2000">
                        <a:solidFill>
                          <a:schemeClr val="lt1"/>
                        </a:solidFill>
                        <a:latin typeface="Open Sans"/>
                        <a:ea typeface="Open Sans"/>
                        <a:cs typeface="Open Sans"/>
                        <a:sym typeface="Open Sans"/>
                      </a:endParaRPr>
                    </a:p>
                    <a:p>
                      <a:pPr indent="0" lvl="0" marL="0" rtl="0" algn="ctr">
                        <a:spcBef>
                          <a:spcPts val="0"/>
                        </a:spcBef>
                        <a:spcAft>
                          <a:spcPts val="0"/>
                        </a:spcAft>
                        <a:buNone/>
                      </a:pPr>
                      <a:r>
                        <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Pasta &amp; fish</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800</a:t>
                      </a:r>
                      <a:endParaRPr sz="2000">
                        <a:solidFill>
                          <a:schemeClr val="lt1"/>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sz="2000">
                          <a:solidFill>
                            <a:schemeClr val="accent6"/>
                          </a:solidFill>
                          <a:latin typeface="Open Sans"/>
                          <a:ea typeface="Open Sans"/>
                          <a:cs typeface="Open Sans"/>
                          <a:sym typeface="Open Sans"/>
                        </a:rPr>
                        <a:t>✔</a:t>
                      </a:r>
                      <a:endParaRPr sz="2000">
                        <a:solidFill>
                          <a:schemeClr val="accent6"/>
                        </a:solidFill>
                        <a:latin typeface="Open Sans"/>
                        <a:ea typeface="Open Sans"/>
                        <a:cs typeface="Open Sans"/>
                        <a:sym typeface="Open Sans"/>
                      </a:endParaRPr>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44" name="Shape 10044"/>
        <p:cNvGrpSpPr/>
        <p:nvPr/>
      </p:nvGrpSpPr>
      <p:grpSpPr>
        <a:xfrm>
          <a:off x="0" y="0"/>
          <a:ext cx="0" cy="0"/>
          <a:chOff x="0" y="0"/>
          <a:chExt cx="0" cy="0"/>
        </a:xfrm>
      </p:grpSpPr>
      <p:sp>
        <p:nvSpPr>
          <p:cNvPr id="10045" name="Google Shape;10045;p70"/>
          <p:cNvSpPr/>
          <p:nvPr/>
        </p:nvSpPr>
        <p:spPr>
          <a:xfrm rot="-5400000">
            <a:off x="3858200" y="2907009"/>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6" name="Google Shape;10046;p70"/>
          <p:cNvSpPr/>
          <p:nvPr/>
        </p:nvSpPr>
        <p:spPr>
          <a:xfrm rot="-5400000">
            <a:off x="3858200" y="1586909"/>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7" name="Google Shape;10047;p70"/>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a:t>YOU CAN USE THIS GRAPH</a:t>
            </a:r>
            <a:endParaRPr/>
          </a:p>
        </p:txBody>
      </p:sp>
      <p:sp>
        <p:nvSpPr>
          <p:cNvPr id="10048" name="Google Shape;10048;p70"/>
          <p:cNvSpPr txBox="1"/>
          <p:nvPr>
            <p:ph idx="4294967295" type="title"/>
          </p:nvPr>
        </p:nvSpPr>
        <p:spPr>
          <a:xfrm>
            <a:off x="713227" y="1586925"/>
            <a:ext cx="29880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MERCURY</a:t>
            </a:r>
            <a:endParaRPr sz="2000">
              <a:solidFill>
                <a:schemeClr val="dk1"/>
              </a:solidFill>
            </a:endParaRPr>
          </a:p>
        </p:txBody>
      </p:sp>
      <p:sp>
        <p:nvSpPr>
          <p:cNvPr id="10049" name="Google Shape;10049;p70"/>
          <p:cNvSpPr txBox="1"/>
          <p:nvPr>
            <p:ph idx="4294967295" type="subTitle"/>
          </p:nvPr>
        </p:nvSpPr>
        <p:spPr>
          <a:xfrm>
            <a:off x="713227" y="1800125"/>
            <a:ext cx="2987700" cy="548700"/>
          </a:xfrm>
          <a:prstGeom prst="rect">
            <a:avLst/>
          </a:prstGeom>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None/>
            </a:pPr>
            <a:r>
              <a:rPr lang="en"/>
              <a:t>Mercury is the closest planet to the Sun and the smallest one</a:t>
            </a:r>
            <a:endParaRPr/>
          </a:p>
        </p:txBody>
      </p:sp>
      <p:sp>
        <p:nvSpPr>
          <p:cNvPr id="10050" name="Google Shape;10050;p70"/>
          <p:cNvSpPr txBox="1"/>
          <p:nvPr>
            <p:ph idx="4294967295" type="title"/>
          </p:nvPr>
        </p:nvSpPr>
        <p:spPr>
          <a:xfrm>
            <a:off x="713227" y="2904106"/>
            <a:ext cx="29880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VENUS</a:t>
            </a:r>
            <a:endParaRPr sz="2000">
              <a:solidFill>
                <a:schemeClr val="dk1"/>
              </a:solidFill>
            </a:endParaRPr>
          </a:p>
        </p:txBody>
      </p:sp>
      <p:sp>
        <p:nvSpPr>
          <p:cNvPr id="10051" name="Google Shape;10051;p70"/>
          <p:cNvSpPr txBox="1"/>
          <p:nvPr>
            <p:ph idx="4294967295" type="subTitle"/>
          </p:nvPr>
        </p:nvSpPr>
        <p:spPr>
          <a:xfrm>
            <a:off x="713227" y="3117307"/>
            <a:ext cx="2987700" cy="548700"/>
          </a:xfrm>
          <a:prstGeom prst="rect">
            <a:avLst/>
          </a:prstGeom>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None/>
            </a:pPr>
            <a:r>
              <a:rPr lang="en"/>
              <a:t>Venus has a beautiful name and is the second planet from the Sun</a:t>
            </a:r>
            <a:endParaRPr/>
          </a:p>
        </p:txBody>
      </p:sp>
      <p:sp>
        <p:nvSpPr>
          <p:cNvPr id="10052" name="Google Shape;10052;p70"/>
          <p:cNvSpPr txBox="1"/>
          <p:nvPr>
            <p:ph idx="4294967295" type="subTitle"/>
          </p:nvPr>
        </p:nvSpPr>
        <p:spPr>
          <a:xfrm>
            <a:off x="720000" y="4233047"/>
            <a:ext cx="7704000" cy="365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t>Follow the link in the graph to modify its data and then paste the new one here. </a:t>
            </a:r>
            <a:r>
              <a:rPr b="1" lang="en" sz="1200" u="sng">
                <a:hlinkClick r:id="rId3"/>
              </a:rPr>
              <a:t>For more info, click here</a:t>
            </a:r>
            <a:endParaRPr b="1" sz="1200" u="sng"/>
          </a:p>
        </p:txBody>
      </p:sp>
      <p:sp>
        <p:nvSpPr>
          <p:cNvPr id="10053" name="Google Shape;10053;p70"/>
          <p:cNvSpPr txBox="1"/>
          <p:nvPr/>
        </p:nvSpPr>
        <p:spPr>
          <a:xfrm>
            <a:off x="3858197" y="1766313"/>
            <a:ext cx="759000" cy="400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1"/>
                </a:solidFill>
                <a:latin typeface="Bowlby One"/>
                <a:ea typeface="Bowlby One"/>
                <a:cs typeface="Bowlby One"/>
                <a:sym typeface="Bowlby One"/>
              </a:rPr>
              <a:t>80%</a:t>
            </a:r>
            <a:endParaRPr>
              <a:solidFill>
                <a:schemeClr val="accent1"/>
              </a:solidFill>
              <a:latin typeface="Bowlby One"/>
              <a:ea typeface="Bowlby One"/>
              <a:cs typeface="Bowlby One"/>
              <a:sym typeface="Bowlby One"/>
            </a:endParaRPr>
          </a:p>
        </p:txBody>
      </p:sp>
      <p:sp>
        <p:nvSpPr>
          <p:cNvPr id="10054" name="Google Shape;10054;p70"/>
          <p:cNvSpPr txBox="1"/>
          <p:nvPr/>
        </p:nvSpPr>
        <p:spPr>
          <a:xfrm>
            <a:off x="3858197" y="3086413"/>
            <a:ext cx="759000" cy="400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Bowlby One"/>
                <a:ea typeface="Bowlby One"/>
                <a:cs typeface="Bowlby One"/>
                <a:sym typeface="Bowlby One"/>
              </a:rPr>
              <a:t>20%</a:t>
            </a:r>
            <a:endParaRPr>
              <a:solidFill>
                <a:schemeClr val="lt1"/>
              </a:solidFill>
              <a:latin typeface="Bowlby One"/>
              <a:ea typeface="Bowlby One"/>
              <a:cs typeface="Bowlby One"/>
              <a:sym typeface="Bowlby One"/>
            </a:endParaRPr>
          </a:p>
        </p:txBody>
      </p:sp>
      <p:pic>
        <p:nvPicPr>
          <p:cNvPr id="10055" name="Google Shape;10055;p70" title="Chart">
            <a:hlinkClick r:id="rId4"/>
          </p:cNvPr>
          <p:cNvPicPr preferRelativeResize="0"/>
          <p:nvPr/>
        </p:nvPicPr>
        <p:blipFill rotWithShape="1">
          <a:blip r:embed="rId5">
            <a:alphaModFix/>
          </a:blip>
          <a:srcRect b="4298" l="11905" r="12509" t="4653"/>
          <a:stretch/>
        </p:blipFill>
        <p:spPr>
          <a:xfrm>
            <a:off x="4912132" y="1460600"/>
            <a:ext cx="2359046" cy="2331720"/>
          </a:xfrm>
          <a:prstGeom prst="rect">
            <a:avLst/>
          </a:prstGeom>
          <a:noFill/>
          <a:ln>
            <a:noFill/>
          </a:ln>
          <a:effectLst>
            <a:outerShdw rotWithShape="0" algn="bl" dir="5400000" dist="85725">
              <a:srgbClr val="000000">
                <a:alpha val="20000"/>
              </a:srgbClr>
            </a:outerShdw>
          </a:effectLst>
        </p:spPr>
      </p:pic>
      <p:sp>
        <p:nvSpPr>
          <p:cNvPr id="10056" name="Google Shape;10056;p70"/>
          <p:cNvSpPr/>
          <p:nvPr/>
        </p:nvSpPr>
        <p:spPr>
          <a:xfrm rot="-5400000">
            <a:off x="5712150" y="2246959"/>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57" name="Google Shape;10057;p70"/>
          <p:cNvGrpSpPr/>
          <p:nvPr/>
        </p:nvGrpSpPr>
        <p:grpSpPr>
          <a:xfrm>
            <a:off x="5961550" y="2458450"/>
            <a:ext cx="260200" cy="336025"/>
            <a:chOff x="5505525" y="2579700"/>
            <a:chExt cx="260200" cy="336025"/>
          </a:xfrm>
        </p:grpSpPr>
        <p:sp>
          <p:nvSpPr>
            <p:cNvPr id="10058" name="Google Shape;10058;p70"/>
            <p:cNvSpPr/>
            <p:nvPr/>
          </p:nvSpPr>
          <p:spPr>
            <a:xfrm>
              <a:off x="5656025" y="2669525"/>
              <a:ext cx="105025" cy="185525"/>
            </a:xfrm>
            <a:custGeom>
              <a:rect b="b" l="l" r="r" t="t"/>
              <a:pathLst>
                <a:path extrusionOk="0" h="7421" w="4201">
                  <a:moveTo>
                    <a:pt x="2241" y="1"/>
                  </a:moveTo>
                  <a:lnTo>
                    <a:pt x="1961" y="47"/>
                  </a:lnTo>
                  <a:lnTo>
                    <a:pt x="1681" y="141"/>
                  </a:lnTo>
                  <a:lnTo>
                    <a:pt x="1447" y="234"/>
                  </a:lnTo>
                  <a:lnTo>
                    <a:pt x="1261" y="374"/>
                  </a:lnTo>
                  <a:lnTo>
                    <a:pt x="1074" y="561"/>
                  </a:lnTo>
                  <a:lnTo>
                    <a:pt x="934" y="747"/>
                  </a:lnTo>
                  <a:lnTo>
                    <a:pt x="841" y="1027"/>
                  </a:lnTo>
                  <a:lnTo>
                    <a:pt x="794" y="1261"/>
                  </a:lnTo>
                  <a:lnTo>
                    <a:pt x="841" y="1681"/>
                  </a:lnTo>
                  <a:lnTo>
                    <a:pt x="934" y="2007"/>
                  </a:lnTo>
                  <a:lnTo>
                    <a:pt x="1121" y="2334"/>
                  </a:lnTo>
                  <a:lnTo>
                    <a:pt x="1401" y="2567"/>
                  </a:lnTo>
                  <a:lnTo>
                    <a:pt x="1354" y="2941"/>
                  </a:lnTo>
                  <a:lnTo>
                    <a:pt x="1401" y="3314"/>
                  </a:lnTo>
                  <a:lnTo>
                    <a:pt x="1541" y="3641"/>
                  </a:lnTo>
                  <a:lnTo>
                    <a:pt x="1401" y="3874"/>
                  </a:lnTo>
                  <a:lnTo>
                    <a:pt x="1307" y="4061"/>
                  </a:lnTo>
                  <a:lnTo>
                    <a:pt x="1214" y="4294"/>
                  </a:lnTo>
                  <a:lnTo>
                    <a:pt x="1167" y="4574"/>
                  </a:lnTo>
                  <a:lnTo>
                    <a:pt x="934" y="4621"/>
                  </a:lnTo>
                  <a:lnTo>
                    <a:pt x="701" y="4761"/>
                  </a:lnTo>
                  <a:lnTo>
                    <a:pt x="514" y="4901"/>
                  </a:lnTo>
                  <a:lnTo>
                    <a:pt x="327" y="5087"/>
                  </a:lnTo>
                  <a:lnTo>
                    <a:pt x="187" y="5321"/>
                  </a:lnTo>
                  <a:lnTo>
                    <a:pt x="94" y="5554"/>
                  </a:lnTo>
                  <a:lnTo>
                    <a:pt x="1" y="5834"/>
                  </a:lnTo>
                  <a:lnTo>
                    <a:pt x="1" y="6067"/>
                  </a:lnTo>
                  <a:lnTo>
                    <a:pt x="47" y="6394"/>
                  </a:lnTo>
                  <a:lnTo>
                    <a:pt x="141" y="6627"/>
                  </a:lnTo>
                  <a:lnTo>
                    <a:pt x="234" y="6861"/>
                  </a:lnTo>
                  <a:lnTo>
                    <a:pt x="421" y="7047"/>
                  </a:lnTo>
                  <a:lnTo>
                    <a:pt x="654" y="7234"/>
                  </a:lnTo>
                  <a:lnTo>
                    <a:pt x="887" y="7327"/>
                  </a:lnTo>
                  <a:lnTo>
                    <a:pt x="1121" y="7421"/>
                  </a:lnTo>
                  <a:lnTo>
                    <a:pt x="1727" y="7421"/>
                  </a:lnTo>
                  <a:lnTo>
                    <a:pt x="1961" y="7374"/>
                  </a:lnTo>
                  <a:lnTo>
                    <a:pt x="2194" y="7234"/>
                  </a:lnTo>
                  <a:lnTo>
                    <a:pt x="2427" y="7094"/>
                  </a:lnTo>
                  <a:lnTo>
                    <a:pt x="2567" y="6907"/>
                  </a:lnTo>
                  <a:lnTo>
                    <a:pt x="2707" y="6674"/>
                  </a:lnTo>
                  <a:lnTo>
                    <a:pt x="2801" y="6441"/>
                  </a:lnTo>
                  <a:lnTo>
                    <a:pt x="2894" y="6161"/>
                  </a:lnTo>
                  <a:lnTo>
                    <a:pt x="2987" y="6067"/>
                  </a:lnTo>
                  <a:lnTo>
                    <a:pt x="3081" y="5974"/>
                  </a:lnTo>
                  <a:lnTo>
                    <a:pt x="3314" y="5881"/>
                  </a:lnTo>
                  <a:lnTo>
                    <a:pt x="3501" y="5787"/>
                  </a:lnTo>
                  <a:lnTo>
                    <a:pt x="3641" y="5647"/>
                  </a:lnTo>
                  <a:lnTo>
                    <a:pt x="3734" y="5507"/>
                  </a:lnTo>
                  <a:lnTo>
                    <a:pt x="3827" y="5321"/>
                  </a:lnTo>
                  <a:lnTo>
                    <a:pt x="3874" y="5134"/>
                  </a:lnTo>
                  <a:lnTo>
                    <a:pt x="3921" y="4667"/>
                  </a:lnTo>
                  <a:lnTo>
                    <a:pt x="3921" y="4341"/>
                  </a:lnTo>
                  <a:lnTo>
                    <a:pt x="3921" y="4201"/>
                  </a:lnTo>
                  <a:lnTo>
                    <a:pt x="3874" y="4014"/>
                  </a:lnTo>
                  <a:lnTo>
                    <a:pt x="3874" y="3874"/>
                  </a:lnTo>
                  <a:lnTo>
                    <a:pt x="3921" y="3734"/>
                  </a:lnTo>
                  <a:lnTo>
                    <a:pt x="4061" y="3547"/>
                  </a:lnTo>
                  <a:lnTo>
                    <a:pt x="4154" y="3361"/>
                  </a:lnTo>
                  <a:lnTo>
                    <a:pt x="4201" y="3174"/>
                  </a:lnTo>
                  <a:lnTo>
                    <a:pt x="4201" y="2941"/>
                  </a:lnTo>
                  <a:lnTo>
                    <a:pt x="4201" y="2614"/>
                  </a:lnTo>
                  <a:lnTo>
                    <a:pt x="4107" y="2334"/>
                  </a:lnTo>
                  <a:lnTo>
                    <a:pt x="4014" y="2054"/>
                  </a:lnTo>
                  <a:lnTo>
                    <a:pt x="3781" y="1867"/>
                  </a:lnTo>
                  <a:lnTo>
                    <a:pt x="3687" y="1774"/>
                  </a:lnTo>
                  <a:lnTo>
                    <a:pt x="3641" y="1634"/>
                  </a:lnTo>
                  <a:lnTo>
                    <a:pt x="3687" y="1401"/>
                  </a:lnTo>
                  <a:lnTo>
                    <a:pt x="3641" y="1074"/>
                  </a:lnTo>
                  <a:lnTo>
                    <a:pt x="3594" y="794"/>
                  </a:lnTo>
                  <a:lnTo>
                    <a:pt x="3454" y="561"/>
                  </a:lnTo>
                  <a:lnTo>
                    <a:pt x="3267" y="374"/>
                  </a:lnTo>
                  <a:lnTo>
                    <a:pt x="3081" y="187"/>
                  </a:lnTo>
                  <a:lnTo>
                    <a:pt x="2847" y="94"/>
                  </a:lnTo>
                  <a:lnTo>
                    <a:pt x="2567" y="47"/>
                  </a:lnTo>
                  <a:lnTo>
                    <a:pt x="224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9" name="Google Shape;10059;p70"/>
            <p:cNvSpPr/>
            <p:nvPr/>
          </p:nvSpPr>
          <p:spPr>
            <a:xfrm>
              <a:off x="5685200" y="2666025"/>
              <a:ext cx="80525" cy="192525"/>
            </a:xfrm>
            <a:custGeom>
              <a:rect b="b" l="l" r="r" t="t"/>
              <a:pathLst>
                <a:path extrusionOk="0" h="7701" w="3221">
                  <a:moveTo>
                    <a:pt x="1074" y="1"/>
                  </a:moveTo>
                  <a:lnTo>
                    <a:pt x="794" y="47"/>
                  </a:lnTo>
                  <a:lnTo>
                    <a:pt x="1074" y="141"/>
                  </a:lnTo>
                  <a:lnTo>
                    <a:pt x="1260" y="234"/>
                  </a:lnTo>
                  <a:lnTo>
                    <a:pt x="1494" y="421"/>
                  </a:lnTo>
                  <a:lnTo>
                    <a:pt x="1634" y="561"/>
                  </a:lnTo>
                  <a:lnTo>
                    <a:pt x="1774" y="794"/>
                  </a:lnTo>
                  <a:lnTo>
                    <a:pt x="1914" y="1027"/>
                  </a:lnTo>
                  <a:lnTo>
                    <a:pt x="1960" y="1261"/>
                  </a:lnTo>
                  <a:lnTo>
                    <a:pt x="2007" y="1541"/>
                  </a:lnTo>
                  <a:lnTo>
                    <a:pt x="1960" y="1821"/>
                  </a:lnTo>
                  <a:lnTo>
                    <a:pt x="1960" y="1867"/>
                  </a:lnTo>
                  <a:lnTo>
                    <a:pt x="2007" y="1914"/>
                  </a:lnTo>
                  <a:lnTo>
                    <a:pt x="2240" y="2147"/>
                  </a:lnTo>
                  <a:lnTo>
                    <a:pt x="2380" y="2427"/>
                  </a:lnTo>
                  <a:lnTo>
                    <a:pt x="2520" y="2707"/>
                  </a:lnTo>
                  <a:lnTo>
                    <a:pt x="2520" y="3081"/>
                  </a:lnTo>
                  <a:lnTo>
                    <a:pt x="2520" y="3314"/>
                  </a:lnTo>
                  <a:lnTo>
                    <a:pt x="2427" y="3594"/>
                  </a:lnTo>
                  <a:lnTo>
                    <a:pt x="2334" y="3827"/>
                  </a:lnTo>
                  <a:lnTo>
                    <a:pt x="2194" y="4014"/>
                  </a:lnTo>
                  <a:lnTo>
                    <a:pt x="2194" y="4061"/>
                  </a:lnTo>
                  <a:lnTo>
                    <a:pt x="2194" y="4107"/>
                  </a:lnTo>
                  <a:lnTo>
                    <a:pt x="2287" y="4434"/>
                  </a:lnTo>
                  <a:lnTo>
                    <a:pt x="2334" y="4807"/>
                  </a:lnTo>
                  <a:lnTo>
                    <a:pt x="2334" y="5041"/>
                  </a:lnTo>
                  <a:lnTo>
                    <a:pt x="2287" y="5274"/>
                  </a:lnTo>
                  <a:lnTo>
                    <a:pt x="2147" y="5507"/>
                  </a:lnTo>
                  <a:lnTo>
                    <a:pt x="2054" y="5741"/>
                  </a:lnTo>
                  <a:lnTo>
                    <a:pt x="1867" y="5881"/>
                  </a:lnTo>
                  <a:lnTo>
                    <a:pt x="1680" y="6067"/>
                  </a:lnTo>
                  <a:lnTo>
                    <a:pt x="1494" y="6161"/>
                  </a:lnTo>
                  <a:lnTo>
                    <a:pt x="1260" y="6254"/>
                  </a:lnTo>
                  <a:lnTo>
                    <a:pt x="1214" y="6301"/>
                  </a:lnTo>
                  <a:lnTo>
                    <a:pt x="1167" y="6347"/>
                  </a:lnTo>
                  <a:lnTo>
                    <a:pt x="1120" y="6581"/>
                  </a:lnTo>
                  <a:lnTo>
                    <a:pt x="1027" y="6814"/>
                  </a:lnTo>
                  <a:lnTo>
                    <a:pt x="934" y="7001"/>
                  </a:lnTo>
                  <a:lnTo>
                    <a:pt x="794" y="7187"/>
                  </a:lnTo>
                  <a:lnTo>
                    <a:pt x="607" y="7327"/>
                  </a:lnTo>
                  <a:lnTo>
                    <a:pt x="420" y="7467"/>
                  </a:lnTo>
                  <a:lnTo>
                    <a:pt x="234" y="7561"/>
                  </a:lnTo>
                  <a:lnTo>
                    <a:pt x="0" y="7654"/>
                  </a:lnTo>
                  <a:lnTo>
                    <a:pt x="327" y="7701"/>
                  </a:lnTo>
                  <a:lnTo>
                    <a:pt x="607" y="7654"/>
                  </a:lnTo>
                  <a:lnTo>
                    <a:pt x="887" y="7607"/>
                  </a:lnTo>
                  <a:lnTo>
                    <a:pt x="1120" y="7467"/>
                  </a:lnTo>
                  <a:lnTo>
                    <a:pt x="1354" y="7327"/>
                  </a:lnTo>
                  <a:lnTo>
                    <a:pt x="1540" y="7094"/>
                  </a:lnTo>
                  <a:lnTo>
                    <a:pt x="1680" y="6861"/>
                  </a:lnTo>
                  <a:lnTo>
                    <a:pt x="1774" y="6627"/>
                  </a:lnTo>
                  <a:lnTo>
                    <a:pt x="1867" y="6347"/>
                  </a:lnTo>
                  <a:lnTo>
                    <a:pt x="1867" y="6301"/>
                  </a:lnTo>
                  <a:lnTo>
                    <a:pt x="1914" y="6254"/>
                  </a:lnTo>
                  <a:lnTo>
                    <a:pt x="2147" y="6161"/>
                  </a:lnTo>
                  <a:lnTo>
                    <a:pt x="2380" y="6067"/>
                  </a:lnTo>
                  <a:lnTo>
                    <a:pt x="2567" y="5881"/>
                  </a:lnTo>
                  <a:lnTo>
                    <a:pt x="2707" y="5741"/>
                  </a:lnTo>
                  <a:lnTo>
                    <a:pt x="2847" y="5507"/>
                  </a:lnTo>
                  <a:lnTo>
                    <a:pt x="2940" y="5274"/>
                  </a:lnTo>
                  <a:lnTo>
                    <a:pt x="2987" y="5041"/>
                  </a:lnTo>
                  <a:lnTo>
                    <a:pt x="3034" y="4807"/>
                  </a:lnTo>
                  <a:lnTo>
                    <a:pt x="2987" y="4434"/>
                  </a:lnTo>
                  <a:lnTo>
                    <a:pt x="2847" y="4107"/>
                  </a:lnTo>
                  <a:lnTo>
                    <a:pt x="2847" y="4061"/>
                  </a:lnTo>
                  <a:lnTo>
                    <a:pt x="2894" y="4014"/>
                  </a:lnTo>
                  <a:lnTo>
                    <a:pt x="3034" y="3827"/>
                  </a:lnTo>
                  <a:lnTo>
                    <a:pt x="3127" y="3594"/>
                  </a:lnTo>
                  <a:lnTo>
                    <a:pt x="3174" y="3314"/>
                  </a:lnTo>
                  <a:lnTo>
                    <a:pt x="3220" y="3081"/>
                  </a:lnTo>
                  <a:lnTo>
                    <a:pt x="3174" y="2707"/>
                  </a:lnTo>
                  <a:lnTo>
                    <a:pt x="3080" y="2427"/>
                  </a:lnTo>
                  <a:lnTo>
                    <a:pt x="2894" y="2147"/>
                  </a:lnTo>
                  <a:lnTo>
                    <a:pt x="2660" y="1914"/>
                  </a:lnTo>
                  <a:lnTo>
                    <a:pt x="2660" y="1867"/>
                  </a:lnTo>
                  <a:lnTo>
                    <a:pt x="2660" y="1821"/>
                  </a:lnTo>
                  <a:lnTo>
                    <a:pt x="2660" y="1541"/>
                  </a:lnTo>
                  <a:lnTo>
                    <a:pt x="2614" y="1214"/>
                  </a:lnTo>
                  <a:lnTo>
                    <a:pt x="2520" y="934"/>
                  </a:lnTo>
                  <a:lnTo>
                    <a:pt x="2380" y="654"/>
                  </a:lnTo>
                  <a:lnTo>
                    <a:pt x="2194" y="421"/>
                  </a:lnTo>
                  <a:lnTo>
                    <a:pt x="1960" y="234"/>
                  </a:lnTo>
                  <a:lnTo>
                    <a:pt x="1680" y="141"/>
                  </a:lnTo>
                  <a:lnTo>
                    <a:pt x="1400" y="47"/>
                  </a:lnTo>
                  <a:lnTo>
                    <a:pt x="107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0" name="Google Shape;10060;p70"/>
            <p:cNvSpPr/>
            <p:nvPr/>
          </p:nvSpPr>
          <p:spPr>
            <a:xfrm>
              <a:off x="5505525" y="2579700"/>
              <a:ext cx="215875" cy="336025"/>
            </a:xfrm>
            <a:custGeom>
              <a:rect b="b" l="l" r="r" t="t"/>
              <a:pathLst>
                <a:path extrusionOk="0" h="13441" w="8635">
                  <a:moveTo>
                    <a:pt x="4434" y="0"/>
                  </a:moveTo>
                  <a:lnTo>
                    <a:pt x="4014" y="47"/>
                  </a:lnTo>
                  <a:lnTo>
                    <a:pt x="3547" y="93"/>
                  </a:lnTo>
                  <a:lnTo>
                    <a:pt x="3127" y="233"/>
                  </a:lnTo>
                  <a:lnTo>
                    <a:pt x="2707" y="373"/>
                  </a:lnTo>
                  <a:lnTo>
                    <a:pt x="2334" y="607"/>
                  </a:lnTo>
                  <a:lnTo>
                    <a:pt x="1960" y="840"/>
                  </a:lnTo>
                  <a:lnTo>
                    <a:pt x="1634" y="1073"/>
                  </a:lnTo>
                  <a:lnTo>
                    <a:pt x="1307" y="1400"/>
                  </a:lnTo>
                  <a:lnTo>
                    <a:pt x="1027" y="1727"/>
                  </a:lnTo>
                  <a:lnTo>
                    <a:pt x="747" y="2100"/>
                  </a:lnTo>
                  <a:lnTo>
                    <a:pt x="514" y="2474"/>
                  </a:lnTo>
                  <a:lnTo>
                    <a:pt x="327" y="2894"/>
                  </a:lnTo>
                  <a:lnTo>
                    <a:pt x="187" y="3314"/>
                  </a:lnTo>
                  <a:lnTo>
                    <a:pt x="94" y="3780"/>
                  </a:lnTo>
                  <a:lnTo>
                    <a:pt x="0" y="4247"/>
                  </a:lnTo>
                  <a:lnTo>
                    <a:pt x="0" y="4714"/>
                  </a:lnTo>
                  <a:lnTo>
                    <a:pt x="0" y="5134"/>
                  </a:lnTo>
                  <a:lnTo>
                    <a:pt x="47" y="5507"/>
                  </a:lnTo>
                  <a:lnTo>
                    <a:pt x="140" y="5880"/>
                  </a:lnTo>
                  <a:lnTo>
                    <a:pt x="234" y="6254"/>
                  </a:lnTo>
                  <a:lnTo>
                    <a:pt x="374" y="6627"/>
                  </a:lnTo>
                  <a:lnTo>
                    <a:pt x="560" y="7000"/>
                  </a:lnTo>
                  <a:lnTo>
                    <a:pt x="747" y="7327"/>
                  </a:lnTo>
                  <a:lnTo>
                    <a:pt x="980" y="7607"/>
                  </a:lnTo>
                  <a:lnTo>
                    <a:pt x="1027" y="7747"/>
                  </a:lnTo>
                  <a:lnTo>
                    <a:pt x="1074" y="7934"/>
                  </a:lnTo>
                  <a:lnTo>
                    <a:pt x="1074" y="8074"/>
                  </a:lnTo>
                  <a:lnTo>
                    <a:pt x="1074" y="8214"/>
                  </a:lnTo>
                  <a:lnTo>
                    <a:pt x="934" y="8540"/>
                  </a:lnTo>
                  <a:lnTo>
                    <a:pt x="887" y="8914"/>
                  </a:lnTo>
                  <a:lnTo>
                    <a:pt x="840" y="9240"/>
                  </a:lnTo>
                  <a:lnTo>
                    <a:pt x="794" y="9614"/>
                  </a:lnTo>
                  <a:lnTo>
                    <a:pt x="840" y="10034"/>
                  </a:lnTo>
                  <a:lnTo>
                    <a:pt x="887" y="10407"/>
                  </a:lnTo>
                  <a:lnTo>
                    <a:pt x="980" y="10780"/>
                  </a:lnTo>
                  <a:lnTo>
                    <a:pt x="1074" y="11107"/>
                  </a:lnTo>
                  <a:lnTo>
                    <a:pt x="1260" y="11434"/>
                  </a:lnTo>
                  <a:lnTo>
                    <a:pt x="1447" y="11761"/>
                  </a:lnTo>
                  <a:lnTo>
                    <a:pt x="1634" y="12041"/>
                  </a:lnTo>
                  <a:lnTo>
                    <a:pt x="1867" y="12321"/>
                  </a:lnTo>
                  <a:lnTo>
                    <a:pt x="2147" y="12601"/>
                  </a:lnTo>
                  <a:lnTo>
                    <a:pt x="2427" y="12787"/>
                  </a:lnTo>
                  <a:lnTo>
                    <a:pt x="2707" y="12974"/>
                  </a:lnTo>
                  <a:lnTo>
                    <a:pt x="3034" y="13161"/>
                  </a:lnTo>
                  <a:lnTo>
                    <a:pt x="3361" y="13301"/>
                  </a:lnTo>
                  <a:lnTo>
                    <a:pt x="3734" y="13394"/>
                  </a:lnTo>
                  <a:lnTo>
                    <a:pt x="4061" y="13441"/>
                  </a:lnTo>
                  <a:lnTo>
                    <a:pt x="4807" y="13441"/>
                  </a:lnTo>
                  <a:lnTo>
                    <a:pt x="5181" y="13347"/>
                  </a:lnTo>
                  <a:lnTo>
                    <a:pt x="5507" y="13207"/>
                  </a:lnTo>
                  <a:lnTo>
                    <a:pt x="5834" y="13067"/>
                  </a:lnTo>
                  <a:lnTo>
                    <a:pt x="6114" y="12834"/>
                  </a:lnTo>
                  <a:lnTo>
                    <a:pt x="6394" y="12601"/>
                  </a:lnTo>
                  <a:lnTo>
                    <a:pt x="6627" y="12321"/>
                  </a:lnTo>
                  <a:lnTo>
                    <a:pt x="6861" y="12041"/>
                  </a:lnTo>
                  <a:lnTo>
                    <a:pt x="7234" y="11387"/>
                  </a:lnTo>
                  <a:lnTo>
                    <a:pt x="7561" y="10734"/>
                  </a:lnTo>
                  <a:lnTo>
                    <a:pt x="7747" y="10127"/>
                  </a:lnTo>
                  <a:lnTo>
                    <a:pt x="7794" y="9567"/>
                  </a:lnTo>
                  <a:lnTo>
                    <a:pt x="7794" y="9194"/>
                  </a:lnTo>
                  <a:lnTo>
                    <a:pt x="7747" y="8774"/>
                  </a:lnTo>
                  <a:lnTo>
                    <a:pt x="7654" y="8400"/>
                  </a:lnTo>
                  <a:lnTo>
                    <a:pt x="7514" y="8027"/>
                  </a:lnTo>
                  <a:lnTo>
                    <a:pt x="7514" y="7887"/>
                  </a:lnTo>
                  <a:lnTo>
                    <a:pt x="7607" y="7700"/>
                  </a:lnTo>
                  <a:lnTo>
                    <a:pt x="7794" y="7420"/>
                  </a:lnTo>
                  <a:lnTo>
                    <a:pt x="8214" y="6814"/>
                  </a:lnTo>
                  <a:lnTo>
                    <a:pt x="8354" y="6487"/>
                  </a:lnTo>
                  <a:lnTo>
                    <a:pt x="8447" y="6160"/>
                  </a:lnTo>
                  <a:lnTo>
                    <a:pt x="8541" y="5834"/>
                  </a:lnTo>
                  <a:lnTo>
                    <a:pt x="8634" y="5507"/>
                  </a:lnTo>
                  <a:lnTo>
                    <a:pt x="8634" y="5134"/>
                  </a:lnTo>
                  <a:lnTo>
                    <a:pt x="8634" y="4714"/>
                  </a:lnTo>
                  <a:lnTo>
                    <a:pt x="8634" y="4387"/>
                  </a:lnTo>
                  <a:lnTo>
                    <a:pt x="8541" y="4014"/>
                  </a:lnTo>
                  <a:lnTo>
                    <a:pt x="8447" y="3640"/>
                  </a:lnTo>
                  <a:lnTo>
                    <a:pt x="8307" y="3267"/>
                  </a:lnTo>
                  <a:lnTo>
                    <a:pt x="8167" y="2894"/>
                  </a:lnTo>
                  <a:lnTo>
                    <a:pt x="7934" y="2474"/>
                  </a:lnTo>
                  <a:lnTo>
                    <a:pt x="7701" y="2100"/>
                  </a:lnTo>
                  <a:lnTo>
                    <a:pt x="7467" y="1727"/>
                  </a:lnTo>
                  <a:lnTo>
                    <a:pt x="7141" y="1400"/>
                  </a:lnTo>
                  <a:lnTo>
                    <a:pt x="6861" y="1073"/>
                  </a:lnTo>
                  <a:lnTo>
                    <a:pt x="6487" y="747"/>
                  </a:lnTo>
                  <a:lnTo>
                    <a:pt x="6114" y="513"/>
                  </a:lnTo>
                  <a:lnTo>
                    <a:pt x="5741" y="327"/>
                  </a:lnTo>
                  <a:lnTo>
                    <a:pt x="5321" y="140"/>
                  </a:lnTo>
                  <a:lnTo>
                    <a:pt x="4901" y="47"/>
                  </a:lnTo>
                  <a:lnTo>
                    <a:pt x="44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1" name="Google Shape;10061;p70"/>
            <p:cNvSpPr/>
            <p:nvPr/>
          </p:nvSpPr>
          <p:spPr>
            <a:xfrm>
              <a:off x="5608200" y="2579700"/>
              <a:ext cx="120200" cy="336025"/>
            </a:xfrm>
            <a:custGeom>
              <a:rect b="b" l="l" r="r" t="t"/>
              <a:pathLst>
                <a:path extrusionOk="0" h="13441" w="4808">
                  <a:moveTo>
                    <a:pt x="327" y="0"/>
                  </a:moveTo>
                  <a:lnTo>
                    <a:pt x="0" y="47"/>
                  </a:lnTo>
                  <a:lnTo>
                    <a:pt x="420" y="93"/>
                  </a:lnTo>
                  <a:lnTo>
                    <a:pt x="840" y="187"/>
                  </a:lnTo>
                  <a:lnTo>
                    <a:pt x="1214" y="327"/>
                  </a:lnTo>
                  <a:lnTo>
                    <a:pt x="1634" y="513"/>
                  </a:lnTo>
                  <a:lnTo>
                    <a:pt x="1960" y="700"/>
                  </a:lnTo>
                  <a:lnTo>
                    <a:pt x="2287" y="933"/>
                  </a:lnTo>
                  <a:lnTo>
                    <a:pt x="2614" y="1213"/>
                  </a:lnTo>
                  <a:lnTo>
                    <a:pt x="2894" y="1494"/>
                  </a:lnTo>
                  <a:lnTo>
                    <a:pt x="3174" y="1820"/>
                  </a:lnTo>
                  <a:lnTo>
                    <a:pt x="3407" y="2194"/>
                  </a:lnTo>
                  <a:lnTo>
                    <a:pt x="3640" y="2567"/>
                  </a:lnTo>
                  <a:lnTo>
                    <a:pt x="3780" y="2940"/>
                  </a:lnTo>
                  <a:lnTo>
                    <a:pt x="3920" y="3360"/>
                  </a:lnTo>
                  <a:lnTo>
                    <a:pt x="4014" y="3827"/>
                  </a:lnTo>
                  <a:lnTo>
                    <a:pt x="4107" y="4247"/>
                  </a:lnTo>
                  <a:lnTo>
                    <a:pt x="4107" y="4714"/>
                  </a:lnTo>
                  <a:lnTo>
                    <a:pt x="4107" y="5134"/>
                  </a:lnTo>
                  <a:lnTo>
                    <a:pt x="4060" y="5507"/>
                  </a:lnTo>
                  <a:lnTo>
                    <a:pt x="3967" y="5880"/>
                  </a:lnTo>
                  <a:lnTo>
                    <a:pt x="3874" y="6254"/>
                  </a:lnTo>
                  <a:lnTo>
                    <a:pt x="3734" y="6627"/>
                  </a:lnTo>
                  <a:lnTo>
                    <a:pt x="3547" y="7000"/>
                  </a:lnTo>
                  <a:lnTo>
                    <a:pt x="3360" y="7327"/>
                  </a:lnTo>
                  <a:lnTo>
                    <a:pt x="3127" y="7607"/>
                  </a:lnTo>
                  <a:lnTo>
                    <a:pt x="3080" y="7747"/>
                  </a:lnTo>
                  <a:lnTo>
                    <a:pt x="3034" y="7934"/>
                  </a:lnTo>
                  <a:lnTo>
                    <a:pt x="3034" y="8074"/>
                  </a:lnTo>
                  <a:lnTo>
                    <a:pt x="3034" y="8214"/>
                  </a:lnTo>
                  <a:lnTo>
                    <a:pt x="3174" y="8540"/>
                  </a:lnTo>
                  <a:lnTo>
                    <a:pt x="3220" y="8914"/>
                  </a:lnTo>
                  <a:lnTo>
                    <a:pt x="3267" y="9240"/>
                  </a:lnTo>
                  <a:lnTo>
                    <a:pt x="3314" y="9614"/>
                  </a:lnTo>
                  <a:lnTo>
                    <a:pt x="3267" y="9987"/>
                  </a:lnTo>
                  <a:lnTo>
                    <a:pt x="3220" y="10360"/>
                  </a:lnTo>
                  <a:lnTo>
                    <a:pt x="3174" y="10687"/>
                  </a:lnTo>
                  <a:lnTo>
                    <a:pt x="3034" y="11014"/>
                  </a:lnTo>
                  <a:lnTo>
                    <a:pt x="2894" y="11340"/>
                  </a:lnTo>
                  <a:lnTo>
                    <a:pt x="2754" y="11667"/>
                  </a:lnTo>
                  <a:lnTo>
                    <a:pt x="2567" y="11947"/>
                  </a:lnTo>
                  <a:lnTo>
                    <a:pt x="2334" y="12227"/>
                  </a:lnTo>
                  <a:lnTo>
                    <a:pt x="2100" y="12461"/>
                  </a:lnTo>
                  <a:lnTo>
                    <a:pt x="1867" y="12694"/>
                  </a:lnTo>
                  <a:lnTo>
                    <a:pt x="1587" y="12881"/>
                  </a:lnTo>
                  <a:lnTo>
                    <a:pt x="1307" y="13067"/>
                  </a:lnTo>
                  <a:lnTo>
                    <a:pt x="980" y="13207"/>
                  </a:lnTo>
                  <a:lnTo>
                    <a:pt x="654" y="13301"/>
                  </a:lnTo>
                  <a:lnTo>
                    <a:pt x="327" y="13394"/>
                  </a:lnTo>
                  <a:lnTo>
                    <a:pt x="0" y="13441"/>
                  </a:lnTo>
                  <a:lnTo>
                    <a:pt x="700" y="13441"/>
                  </a:lnTo>
                  <a:lnTo>
                    <a:pt x="1074" y="13394"/>
                  </a:lnTo>
                  <a:lnTo>
                    <a:pt x="1400" y="13301"/>
                  </a:lnTo>
                  <a:lnTo>
                    <a:pt x="1774" y="13161"/>
                  </a:lnTo>
                  <a:lnTo>
                    <a:pt x="2054" y="12974"/>
                  </a:lnTo>
                  <a:lnTo>
                    <a:pt x="2380" y="12787"/>
                  </a:lnTo>
                  <a:lnTo>
                    <a:pt x="2660" y="12601"/>
                  </a:lnTo>
                  <a:lnTo>
                    <a:pt x="2894" y="12321"/>
                  </a:lnTo>
                  <a:lnTo>
                    <a:pt x="3127" y="12041"/>
                  </a:lnTo>
                  <a:lnTo>
                    <a:pt x="3360" y="11761"/>
                  </a:lnTo>
                  <a:lnTo>
                    <a:pt x="3547" y="11434"/>
                  </a:lnTo>
                  <a:lnTo>
                    <a:pt x="3687" y="11107"/>
                  </a:lnTo>
                  <a:lnTo>
                    <a:pt x="3827" y="10780"/>
                  </a:lnTo>
                  <a:lnTo>
                    <a:pt x="3920" y="10407"/>
                  </a:lnTo>
                  <a:lnTo>
                    <a:pt x="3967" y="10034"/>
                  </a:lnTo>
                  <a:lnTo>
                    <a:pt x="3967" y="9614"/>
                  </a:lnTo>
                  <a:lnTo>
                    <a:pt x="3967" y="9240"/>
                  </a:lnTo>
                  <a:lnTo>
                    <a:pt x="3920" y="8914"/>
                  </a:lnTo>
                  <a:lnTo>
                    <a:pt x="3827" y="8540"/>
                  </a:lnTo>
                  <a:lnTo>
                    <a:pt x="3734" y="8214"/>
                  </a:lnTo>
                  <a:lnTo>
                    <a:pt x="3687" y="8074"/>
                  </a:lnTo>
                  <a:lnTo>
                    <a:pt x="3687" y="7934"/>
                  </a:lnTo>
                  <a:lnTo>
                    <a:pt x="3734" y="7747"/>
                  </a:lnTo>
                  <a:lnTo>
                    <a:pt x="3827" y="7607"/>
                  </a:lnTo>
                  <a:lnTo>
                    <a:pt x="4060" y="7327"/>
                  </a:lnTo>
                  <a:lnTo>
                    <a:pt x="4247" y="7000"/>
                  </a:lnTo>
                  <a:lnTo>
                    <a:pt x="4387" y="6627"/>
                  </a:lnTo>
                  <a:lnTo>
                    <a:pt x="4527" y="6254"/>
                  </a:lnTo>
                  <a:lnTo>
                    <a:pt x="4620" y="5880"/>
                  </a:lnTo>
                  <a:lnTo>
                    <a:pt x="4714" y="5507"/>
                  </a:lnTo>
                  <a:lnTo>
                    <a:pt x="4760" y="5134"/>
                  </a:lnTo>
                  <a:lnTo>
                    <a:pt x="4807" y="4714"/>
                  </a:lnTo>
                  <a:lnTo>
                    <a:pt x="4760" y="4247"/>
                  </a:lnTo>
                  <a:lnTo>
                    <a:pt x="4714" y="3780"/>
                  </a:lnTo>
                  <a:lnTo>
                    <a:pt x="4574" y="3314"/>
                  </a:lnTo>
                  <a:lnTo>
                    <a:pt x="4434" y="2894"/>
                  </a:lnTo>
                  <a:lnTo>
                    <a:pt x="4247" y="2474"/>
                  </a:lnTo>
                  <a:lnTo>
                    <a:pt x="4014" y="2100"/>
                  </a:lnTo>
                  <a:lnTo>
                    <a:pt x="3780" y="1727"/>
                  </a:lnTo>
                  <a:lnTo>
                    <a:pt x="3500" y="1400"/>
                  </a:lnTo>
                  <a:lnTo>
                    <a:pt x="3174" y="1073"/>
                  </a:lnTo>
                  <a:lnTo>
                    <a:pt x="2847" y="840"/>
                  </a:lnTo>
                  <a:lnTo>
                    <a:pt x="2474" y="607"/>
                  </a:lnTo>
                  <a:lnTo>
                    <a:pt x="2054" y="373"/>
                  </a:lnTo>
                  <a:lnTo>
                    <a:pt x="1680" y="233"/>
                  </a:lnTo>
                  <a:lnTo>
                    <a:pt x="1214" y="93"/>
                  </a:lnTo>
                  <a:lnTo>
                    <a:pt x="794" y="47"/>
                  </a:lnTo>
                  <a:lnTo>
                    <a:pt x="3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2" name="Google Shape;10062;p70"/>
            <p:cNvSpPr/>
            <p:nvPr/>
          </p:nvSpPr>
          <p:spPr>
            <a:xfrm>
              <a:off x="5532350" y="2607700"/>
              <a:ext cx="158700" cy="281200"/>
            </a:xfrm>
            <a:custGeom>
              <a:rect b="b" l="l" r="r" t="t"/>
              <a:pathLst>
                <a:path extrusionOk="0" h="11248" w="6348">
                  <a:moveTo>
                    <a:pt x="3034" y="0"/>
                  </a:moveTo>
                  <a:lnTo>
                    <a:pt x="2708" y="47"/>
                  </a:lnTo>
                  <a:lnTo>
                    <a:pt x="2381" y="140"/>
                  </a:lnTo>
                  <a:lnTo>
                    <a:pt x="2054" y="280"/>
                  </a:lnTo>
                  <a:lnTo>
                    <a:pt x="1774" y="420"/>
                  </a:lnTo>
                  <a:lnTo>
                    <a:pt x="1494" y="607"/>
                  </a:lnTo>
                  <a:lnTo>
                    <a:pt x="1214" y="794"/>
                  </a:lnTo>
                  <a:lnTo>
                    <a:pt x="981" y="1027"/>
                  </a:lnTo>
                  <a:lnTo>
                    <a:pt x="794" y="1307"/>
                  </a:lnTo>
                  <a:lnTo>
                    <a:pt x="607" y="1587"/>
                  </a:lnTo>
                  <a:lnTo>
                    <a:pt x="421" y="1867"/>
                  </a:lnTo>
                  <a:lnTo>
                    <a:pt x="281" y="2194"/>
                  </a:lnTo>
                  <a:lnTo>
                    <a:pt x="141" y="2520"/>
                  </a:lnTo>
                  <a:lnTo>
                    <a:pt x="94" y="2847"/>
                  </a:lnTo>
                  <a:lnTo>
                    <a:pt x="47" y="3220"/>
                  </a:lnTo>
                  <a:lnTo>
                    <a:pt x="1" y="3594"/>
                  </a:lnTo>
                  <a:lnTo>
                    <a:pt x="47" y="4200"/>
                  </a:lnTo>
                  <a:lnTo>
                    <a:pt x="187" y="4807"/>
                  </a:lnTo>
                  <a:lnTo>
                    <a:pt x="421" y="5320"/>
                  </a:lnTo>
                  <a:lnTo>
                    <a:pt x="747" y="5834"/>
                  </a:lnTo>
                  <a:lnTo>
                    <a:pt x="981" y="6207"/>
                  </a:lnTo>
                  <a:lnTo>
                    <a:pt x="1074" y="6627"/>
                  </a:lnTo>
                  <a:lnTo>
                    <a:pt x="1074" y="7047"/>
                  </a:lnTo>
                  <a:lnTo>
                    <a:pt x="981" y="7467"/>
                  </a:lnTo>
                  <a:lnTo>
                    <a:pt x="841" y="7980"/>
                  </a:lnTo>
                  <a:lnTo>
                    <a:pt x="794" y="8494"/>
                  </a:lnTo>
                  <a:lnTo>
                    <a:pt x="887" y="9054"/>
                  </a:lnTo>
                  <a:lnTo>
                    <a:pt x="1027" y="9567"/>
                  </a:lnTo>
                  <a:lnTo>
                    <a:pt x="1261" y="10034"/>
                  </a:lnTo>
                  <a:lnTo>
                    <a:pt x="1588" y="10454"/>
                  </a:lnTo>
                  <a:lnTo>
                    <a:pt x="1961" y="10781"/>
                  </a:lnTo>
                  <a:lnTo>
                    <a:pt x="2381" y="11061"/>
                  </a:lnTo>
                  <a:lnTo>
                    <a:pt x="2848" y="11201"/>
                  </a:lnTo>
                  <a:lnTo>
                    <a:pt x="3128" y="11247"/>
                  </a:lnTo>
                  <a:lnTo>
                    <a:pt x="3641" y="11247"/>
                  </a:lnTo>
                  <a:lnTo>
                    <a:pt x="3874" y="11201"/>
                  </a:lnTo>
                  <a:lnTo>
                    <a:pt x="4108" y="11107"/>
                  </a:lnTo>
                  <a:lnTo>
                    <a:pt x="4341" y="11014"/>
                  </a:lnTo>
                  <a:lnTo>
                    <a:pt x="4714" y="10734"/>
                  </a:lnTo>
                  <a:lnTo>
                    <a:pt x="5041" y="10407"/>
                  </a:lnTo>
                  <a:lnTo>
                    <a:pt x="5274" y="9987"/>
                  </a:lnTo>
                  <a:lnTo>
                    <a:pt x="5461" y="9474"/>
                  </a:lnTo>
                  <a:lnTo>
                    <a:pt x="5601" y="8960"/>
                  </a:lnTo>
                  <a:lnTo>
                    <a:pt x="5648" y="8400"/>
                  </a:lnTo>
                  <a:lnTo>
                    <a:pt x="5601" y="7934"/>
                  </a:lnTo>
                  <a:lnTo>
                    <a:pt x="5601" y="7700"/>
                  </a:lnTo>
                  <a:lnTo>
                    <a:pt x="5508" y="7467"/>
                  </a:lnTo>
                  <a:lnTo>
                    <a:pt x="5461" y="7280"/>
                  </a:lnTo>
                  <a:lnTo>
                    <a:pt x="5414" y="7047"/>
                  </a:lnTo>
                  <a:lnTo>
                    <a:pt x="5461" y="6627"/>
                  </a:lnTo>
                  <a:lnTo>
                    <a:pt x="5601" y="6160"/>
                  </a:lnTo>
                  <a:lnTo>
                    <a:pt x="5788" y="5787"/>
                  </a:lnTo>
                  <a:lnTo>
                    <a:pt x="5974" y="5554"/>
                  </a:lnTo>
                  <a:lnTo>
                    <a:pt x="6114" y="5274"/>
                  </a:lnTo>
                  <a:lnTo>
                    <a:pt x="6208" y="5040"/>
                  </a:lnTo>
                  <a:lnTo>
                    <a:pt x="6254" y="4760"/>
                  </a:lnTo>
                  <a:lnTo>
                    <a:pt x="6301" y="4200"/>
                  </a:lnTo>
                  <a:lnTo>
                    <a:pt x="6348" y="3594"/>
                  </a:lnTo>
                  <a:lnTo>
                    <a:pt x="6301" y="3080"/>
                  </a:lnTo>
                  <a:lnTo>
                    <a:pt x="6161" y="2520"/>
                  </a:lnTo>
                  <a:lnTo>
                    <a:pt x="5881" y="1914"/>
                  </a:lnTo>
                  <a:lnTo>
                    <a:pt x="5554" y="1354"/>
                  </a:lnTo>
                  <a:lnTo>
                    <a:pt x="5368" y="1074"/>
                  </a:lnTo>
                  <a:lnTo>
                    <a:pt x="5134" y="794"/>
                  </a:lnTo>
                  <a:lnTo>
                    <a:pt x="4901" y="607"/>
                  </a:lnTo>
                  <a:lnTo>
                    <a:pt x="4621" y="374"/>
                  </a:lnTo>
                  <a:lnTo>
                    <a:pt x="4341" y="234"/>
                  </a:lnTo>
                  <a:lnTo>
                    <a:pt x="4014" y="93"/>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3" name="Google Shape;10063;p70"/>
            <p:cNvSpPr/>
            <p:nvPr/>
          </p:nvSpPr>
          <p:spPr>
            <a:xfrm>
              <a:off x="5608200" y="2607700"/>
              <a:ext cx="92200" cy="281200"/>
            </a:xfrm>
            <a:custGeom>
              <a:rect b="b" l="l" r="r" t="t"/>
              <a:pathLst>
                <a:path extrusionOk="0" h="11248" w="3688">
                  <a:moveTo>
                    <a:pt x="0" y="0"/>
                  </a:moveTo>
                  <a:lnTo>
                    <a:pt x="327" y="47"/>
                  </a:lnTo>
                  <a:lnTo>
                    <a:pt x="607" y="140"/>
                  </a:lnTo>
                  <a:lnTo>
                    <a:pt x="887" y="234"/>
                  </a:lnTo>
                  <a:lnTo>
                    <a:pt x="1167" y="374"/>
                  </a:lnTo>
                  <a:lnTo>
                    <a:pt x="1447" y="560"/>
                  </a:lnTo>
                  <a:lnTo>
                    <a:pt x="1680" y="747"/>
                  </a:lnTo>
                  <a:lnTo>
                    <a:pt x="1914" y="934"/>
                  </a:lnTo>
                  <a:lnTo>
                    <a:pt x="2147" y="1167"/>
                  </a:lnTo>
                  <a:lnTo>
                    <a:pt x="2520" y="1680"/>
                  </a:lnTo>
                  <a:lnTo>
                    <a:pt x="2660" y="1960"/>
                  </a:lnTo>
                  <a:lnTo>
                    <a:pt x="2800" y="2287"/>
                  </a:lnTo>
                  <a:lnTo>
                    <a:pt x="2894" y="2567"/>
                  </a:lnTo>
                  <a:lnTo>
                    <a:pt x="2987" y="2894"/>
                  </a:lnTo>
                  <a:lnTo>
                    <a:pt x="2987" y="3220"/>
                  </a:lnTo>
                  <a:lnTo>
                    <a:pt x="3034" y="3594"/>
                  </a:lnTo>
                  <a:lnTo>
                    <a:pt x="2987" y="4200"/>
                  </a:lnTo>
                  <a:lnTo>
                    <a:pt x="2847" y="4807"/>
                  </a:lnTo>
                  <a:lnTo>
                    <a:pt x="2614" y="5320"/>
                  </a:lnTo>
                  <a:lnTo>
                    <a:pt x="2287" y="5834"/>
                  </a:lnTo>
                  <a:lnTo>
                    <a:pt x="2054" y="6207"/>
                  </a:lnTo>
                  <a:lnTo>
                    <a:pt x="1960" y="6627"/>
                  </a:lnTo>
                  <a:lnTo>
                    <a:pt x="1960" y="7047"/>
                  </a:lnTo>
                  <a:lnTo>
                    <a:pt x="2054" y="7467"/>
                  </a:lnTo>
                  <a:lnTo>
                    <a:pt x="2194" y="7980"/>
                  </a:lnTo>
                  <a:lnTo>
                    <a:pt x="2240" y="8494"/>
                  </a:lnTo>
                  <a:lnTo>
                    <a:pt x="2194" y="9007"/>
                  </a:lnTo>
                  <a:lnTo>
                    <a:pt x="2054" y="9474"/>
                  </a:lnTo>
                  <a:lnTo>
                    <a:pt x="1867" y="9940"/>
                  </a:lnTo>
                  <a:lnTo>
                    <a:pt x="1587" y="10314"/>
                  </a:lnTo>
                  <a:lnTo>
                    <a:pt x="1260" y="10641"/>
                  </a:lnTo>
                  <a:lnTo>
                    <a:pt x="887" y="10921"/>
                  </a:lnTo>
                  <a:lnTo>
                    <a:pt x="467" y="11107"/>
                  </a:lnTo>
                  <a:lnTo>
                    <a:pt x="0" y="11247"/>
                  </a:lnTo>
                  <a:lnTo>
                    <a:pt x="607" y="11247"/>
                  </a:lnTo>
                  <a:lnTo>
                    <a:pt x="840" y="11201"/>
                  </a:lnTo>
                  <a:lnTo>
                    <a:pt x="1354" y="11061"/>
                  </a:lnTo>
                  <a:lnTo>
                    <a:pt x="1774" y="10781"/>
                  </a:lnTo>
                  <a:lnTo>
                    <a:pt x="2147" y="10454"/>
                  </a:lnTo>
                  <a:lnTo>
                    <a:pt x="2474" y="10034"/>
                  </a:lnTo>
                  <a:lnTo>
                    <a:pt x="2707" y="9567"/>
                  </a:lnTo>
                  <a:lnTo>
                    <a:pt x="2847" y="9054"/>
                  </a:lnTo>
                  <a:lnTo>
                    <a:pt x="2894" y="8494"/>
                  </a:lnTo>
                  <a:lnTo>
                    <a:pt x="2847" y="7980"/>
                  </a:lnTo>
                  <a:lnTo>
                    <a:pt x="2707" y="7467"/>
                  </a:lnTo>
                  <a:lnTo>
                    <a:pt x="2614" y="7047"/>
                  </a:lnTo>
                  <a:lnTo>
                    <a:pt x="2614" y="6627"/>
                  </a:lnTo>
                  <a:lnTo>
                    <a:pt x="2754" y="6207"/>
                  </a:lnTo>
                  <a:lnTo>
                    <a:pt x="2940" y="5834"/>
                  </a:lnTo>
                  <a:lnTo>
                    <a:pt x="3267" y="5320"/>
                  </a:lnTo>
                  <a:lnTo>
                    <a:pt x="3500" y="4807"/>
                  </a:lnTo>
                  <a:lnTo>
                    <a:pt x="3640" y="4200"/>
                  </a:lnTo>
                  <a:lnTo>
                    <a:pt x="3687" y="3594"/>
                  </a:lnTo>
                  <a:lnTo>
                    <a:pt x="3687" y="3220"/>
                  </a:lnTo>
                  <a:lnTo>
                    <a:pt x="3640" y="2847"/>
                  </a:lnTo>
                  <a:lnTo>
                    <a:pt x="3547" y="2520"/>
                  </a:lnTo>
                  <a:lnTo>
                    <a:pt x="3454" y="2194"/>
                  </a:lnTo>
                  <a:lnTo>
                    <a:pt x="3314" y="1867"/>
                  </a:lnTo>
                  <a:lnTo>
                    <a:pt x="3127" y="1587"/>
                  </a:lnTo>
                  <a:lnTo>
                    <a:pt x="2940" y="1307"/>
                  </a:lnTo>
                  <a:lnTo>
                    <a:pt x="2707" y="1027"/>
                  </a:lnTo>
                  <a:lnTo>
                    <a:pt x="2474" y="794"/>
                  </a:lnTo>
                  <a:lnTo>
                    <a:pt x="2240" y="607"/>
                  </a:lnTo>
                  <a:lnTo>
                    <a:pt x="1960" y="420"/>
                  </a:lnTo>
                  <a:lnTo>
                    <a:pt x="1634" y="280"/>
                  </a:lnTo>
                  <a:lnTo>
                    <a:pt x="1354" y="140"/>
                  </a:lnTo>
                  <a:lnTo>
                    <a:pt x="1027" y="47"/>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4" name="Google Shape;10064;p70"/>
            <p:cNvSpPr/>
            <p:nvPr/>
          </p:nvSpPr>
          <p:spPr>
            <a:xfrm>
              <a:off x="5590700" y="2650850"/>
              <a:ext cx="50175" cy="53700"/>
            </a:xfrm>
            <a:custGeom>
              <a:rect b="b" l="l" r="r" t="t"/>
              <a:pathLst>
                <a:path extrusionOk="0" h="2148" w="2007">
                  <a:moveTo>
                    <a:pt x="1027" y="1"/>
                  </a:moveTo>
                  <a:lnTo>
                    <a:pt x="840" y="48"/>
                  </a:lnTo>
                  <a:lnTo>
                    <a:pt x="607" y="94"/>
                  </a:lnTo>
                  <a:lnTo>
                    <a:pt x="467" y="188"/>
                  </a:lnTo>
                  <a:lnTo>
                    <a:pt x="280" y="328"/>
                  </a:lnTo>
                  <a:lnTo>
                    <a:pt x="140" y="468"/>
                  </a:lnTo>
                  <a:lnTo>
                    <a:pt x="47" y="654"/>
                  </a:lnTo>
                  <a:lnTo>
                    <a:pt x="0" y="841"/>
                  </a:lnTo>
                  <a:lnTo>
                    <a:pt x="0" y="1074"/>
                  </a:lnTo>
                  <a:lnTo>
                    <a:pt x="0" y="1308"/>
                  </a:lnTo>
                  <a:lnTo>
                    <a:pt x="47" y="1494"/>
                  </a:lnTo>
                  <a:lnTo>
                    <a:pt x="140" y="1681"/>
                  </a:lnTo>
                  <a:lnTo>
                    <a:pt x="280" y="1821"/>
                  </a:lnTo>
                  <a:lnTo>
                    <a:pt x="467" y="1961"/>
                  </a:lnTo>
                  <a:lnTo>
                    <a:pt x="607" y="2054"/>
                  </a:lnTo>
                  <a:lnTo>
                    <a:pt x="840" y="2101"/>
                  </a:lnTo>
                  <a:lnTo>
                    <a:pt x="1027" y="2148"/>
                  </a:lnTo>
                  <a:lnTo>
                    <a:pt x="1260" y="2101"/>
                  </a:lnTo>
                  <a:lnTo>
                    <a:pt x="1447" y="2008"/>
                  </a:lnTo>
                  <a:lnTo>
                    <a:pt x="1587" y="1868"/>
                  </a:lnTo>
                  <a:lnTo>
                    <a:pt x="1727" y="1728"/>
                  </a:lnTo>
                  <a:lnTo>
                    <a:pt x="1914" y="1354"/>
                  </a:lnTo>
                  <a:lnTo>
                    <a:pt x="2007" y="1074"/>
                  </a:lnTo>
                  <a:lnTo>
                    <a:pt x="1914" y="794"/>
                  </a:lnTo>
                  <a:lnTo>
                    <a:pt x="1727" y="421"/>
                  </a:lnTo>
                  <a:lnTo>
                    <a:pt x="1587" y="281"/>
                  </a:lnTo>
                  <a:lnTo>
                    <a:pt x="1447" y="141"/>
                  </a:lnTo>
                  <a:lnTo>
                    <a:pt x="1260" y="48"/>
                  </a:lnTo>
                  <a:lnTo>
                    <a:pt x="1027" y="1"/>
                  </a:lnTo>
                  <a:close/>
                </a:path>
              </a:pathLst>
            </a:custGeom>
            <a:solidFill>
              <a:srgbClr val="EEF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5" name="Google Shape;10065;p70"/>
            <p:cNvSpPr/>
            <p:nvPr/>
          </p:nvSpPr>
          <p:spPr>
            <a:xfrm>
              <a:off x="5549850" y="2695200"/>
              <a:ext cx="92200" cy="198350"/>
            </a:xfrm>
            <a:custGeom>
              <a:rect b="b" l="l" r="r" t="t"/>
              <a:pathLst>
                <a:path extrusionOk="0" h="7934" w="3688">
                  <a:moveTo>
                    <a:pt x="2521" y="0"/>
                  </a:moveTo>
                  <a:lnTo>
                    <a:pt x="2428" y="47"/>
                  </a:lnTo>
                  <a:lnTo>
                    <a:pt x="2381" y="94"/>
                  </a:lnTo>
                  <a:lnTo>
                    <a:pt x="2334" y="140"/>
                  </a:lnTo>
                  <a:lnTo>
                    <a:pt x="2241" y="514"/>
                  </a:lnTo>
                  <a:lnTo>
                    <a:pt x="2054" y="887"/>
                  </a:lnTo>
                  <a:lnTo>
                    <a:pt x="1821" y="1307"/>
                  </a:lnTo>
                  <a:lnTo>
                    <a:pt x="1541" y="1774"/>
                  </a:lnTo>
                  <a:lnTo>
                    <a:pt x="1261" y="2240"/>
                  </a:lnTo>
                  <a:lnTo>
                    <a:pt x="888" y="2660"/>
                  </a:lnTo>
                  <a:lnTo>
                    <a:pt x="514" y="3127"/>
                  </a:lnTo>
                  <a:lnTo>
                    <a:pt x="47" y="3500"/>
                  </a:lnTo>
                  <a:lnTo>
                    <a:pt x="1" y="3547"/>
                  </a:lnTo>
                  <a:lnTo>
                    <a:pt x="1" y="3640"/>
                  </a:lnTo>
                  <a:lnTo>
                    <a:pt x="1" y="3687"/>
                  </a:lnTo>
                  <a:lnTo>
                    <a:pt x="47" y="3780"/>
                  </a:lnTo>
                  <a:lnTo>
                    <a:pt x="94" y="3827"/>
                  </a:lnTo>
                  <a:lnTo>
                    <a:pt x="187" y="3827"/>
                  </a:lnTo>
                  <a:lnTo>
                    <a:pt x="327" y="3780"/>
                  </a:lnTo>
                  <a:lnTo>
                    <a:pt x="747" y="3407"/>
                  </a:lnTo>
                  <a:lnTo>
                    <a:pt x="1121" y="3034"/>
                  </a:lnTo>
                  <a:lnTo>
                    <a:pt x="1494" y="2567"/>
                  </a:lnTo>
                  <a:lnTo>
                    <a:pt x="1821" y="2147"/>
                  </a:lnTo>
                  <a:lnTo>
                    <a:pt x="2054" y="2660"/>
                  </a:lnTo>
                  <a:lnTo>
                    <a:pt x="2381" y="3314"/>
                  </a:lnTo>
                  <a:lnTo>
                    <a:pt x="2661" y="4014"/>
                  </a:lnTo>
                  <a:lnTo>
                    <a:pt x="2894" y="4760"/>
                  </a:lnTo>
                  <a:lnTo>
                    <a:pt x="3081" y="5507"/>
                  </a:lnTo>
                  <a:lnTo>
                    <a:pt x="3268" y="6300"/>
                  </a:lnTo>
                  <a:lnTo>
                    <a:pt x="3314" y="7047"/>
                  </a:lnTo>
                  <a:lnTo>
                    <a:pt x="3314" y="7374"/>
                  </a:lnTo>
                  <a:lnTo>
                    <a:pt x="3268" y="7747"/>
                  </a:lnTo>
                  <a:lnTo>
                    <a:pt x="3268" y="7794"/>
                  </a:lnTo>
                  <a:lnTo>
                    <a:pt x="3314" y="7887"/>
                  </a:lnTo>
                  <a:lnTo>
                    <a:pt x="3361" y="7934"/>
                  </a:lnTo>
                  <a:lnTo>
                    <a:pt x="3454" y="7934"/>
                  </a:lnTo>
                  <a:lnTo>
                    <a:pt x="3594" y="7887"/>
                  </a:lnTo>
                  <a:lnTo>
                    <a:pt x="3688" y="7794"/>
                  </a:lnTo>
                  <a:lnTo>
                    <a:pt x="3688" y="7327"/>
                  </a:lnTo>
                  <a:lnTo>
                    <a:pt x="3688" y="6860"/>
                  </a:lnTo>
                  <a:lnTo>
                    <a:pt x="3641" y="6347"/>
                  </a:lnTo>
                  <a:lnTo>
                    <a:pt x="3594" y="5880"/>
                  </a:lnTo>
                  <a:lnTo>
                    <a:pt x="3361" y="4947"/>
                  </a:lnTo>
                  <a:lnTo>
                    <a:pt x="3081" y="4014"/>
                  </a:lnTo>
                  <a:lnTo>
                    <a:pt x="2754" y="3220"/>
                  </a:lnTo>
                  <a:lnTo>
                    <a:pt x="2428" y="2567"/>
                  </a:lnTo>
                  <a:lnTo>
                    <a:pt x="2054" y="1727"/>
                  </a:lnTo>
                  <a:lnTo>
                    <a:pt x="2474" y="934"/>
                  </a:lnTo>
                  <a:lnTo>
                    <a:pt x="2708" y="280"/>
                  </a:lnTo>
                  <a:lnTo>
                    <a:pt x="2754" y="187"/>
                  </a:lnTo>
                  <a:lnTo>
                    <a:pt x="2708" y="140"/>
                  </a:lnTo>
                  <a:lnTo>
                    <a:pt x="2661" y="47"/>
                  </a:lnTo>
                  <a:lnTo>
                    <a:pt x="2614" y="47"/>
                  </a:lnTo>
                  <a:lnTo>
                    <a:pt x="25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6" name="Google Shape;10066;p70"/>
            <p:cNvSpPr/>
            <p:nvPr/>
          </p:nvSpPr>
          <p:spPr>
            <a:xfrm>
              <a:off x="5608200" y="2650850"/>
              <a:ext cx="35025" cy="53700"/>
            </a:xfrm>
            <a:custGeom>
              <a:rect b="b" l="l" r="r" t="t"/>
              <a:pathLst>
                <a:path extrusionOk="0" h="2148" w="1401">
                  <a:moveTo>
                    <a:pt x="327" y="1"/>
                  </a:moveTo>
                  <a:lnTo>
                    <a:pt x="187" y="48"/>
                  </a:lnTo>
                  <a:lnTo>
                    <a:pt x="0" y="94"/>
                  </a:lnTo>
                  <a:lnTo>
                    <a:pt x="280" y="234"/>
                  </a:lnTo>
                  <a:lnTo>
                    <a:pt x="514" y="468"/>
                  </a:lnTo>
                  <a:lnTo>
                    <a:pt x="654" y="748"/>
                  </a:lnTo>
                  <a:lnTo>
                    <a:pt x="700" y="1074"/>
                  </a:lnTo>
                  <a:lnTo>
                    <a:pt x="654" y="1401"/>
                  </a:lnTo>
                  <a:lnTo>
                    <a:pt x="514" y="1681"/>
                  </a:lnTo>
                  <a:lnTo>
                    <a:pt x="280" y="1914"/>
                  </a:lnTo>
                  <a:lnTo>
                    <a:pt x="0" y="2101"/>
                  </a:lnTo>
                  <a:lnTo>
                    <a:pt x="187" y="2101"/>
                  </a:lnTo>
                  <a:lnTo>
                    <a:pt x="327" y="2148"/>
                  </a:lnTo>
                  <a:lnTo>
                    <a:pt x="560" y="2101"/>
                  </a:lnTo>
                  <a:lnTo>
                    <a:pt x="747" y="2054"/>
                  </a:lnTo>
                  <a:lnTo>
                    <a:pt x="934" y="1961"/>
                  </a:lnTo>
                  <a:lnTo>
                    <a:pt x="1074" y="1821"/>
                  </a:lnTo>
                  <a:lnTo>
                    <a:pt x="1214" y="1681"/>
                  </a:lnTo>
                  <a:lnTo>
                    <a:pt x="1307" y="1494"/>
                  </a:lnTo>
                  <a:lnTo>
                    <a:pt x="1400" y="1308"/>
                  </a:lnTo>
                  <a:lnTo>
                    <a:pt x="1400" y="1074"/>
                  </a:lnTo>
                  <a:lnTo>
                    <a:pt x="1400" y="841"/>
                  </a:lnTo>
                  <a:lnTo>
                    <a:pt x="1307" y="654"/>
                  </a:lnTo>
                  <a:lnTo>
                    <a:pt x="1214" y="468"/>
                  </a:lnTo>
                  <a:lnTo>
                    <a:pt x="1074" y="328"/>
                  </a:lnTo>
                  <a:lnTo>
                    <a:pt x="934" y="188"/>
                  </a:lnTo>
                  <a:lnTo>
                    <a:pt x="747" y="94"/>
                  </a:lnTo>
                  <a:lnTo>
                    <a:pt x="560"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70" name="Shape 10070"/>
        <p:cNvGrpSpPr/>
        <p:nvPr/>
      </p:nvGrpSpPr>
      <p:grpSpPr>
        <a:xfrm>
          <a:off x="0" y="0"/>
          <a:ext cx="0" cy="0"/>
          <a:chOff x="0" y="0"/>
          <a:chExt cx="0" cy="0"/>
        </a:xfrm>
      </p:grpSpPr>
      <p:sp>
        <p:nvSpPr>
          <p:cNvPr id="10071" name="Google Shape;10071;p71"/>
          <p:cNvSpPr txBox="1"/>
          <p:nvPr>
            <p:ph idx="8"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TEAM</a:t>
            </a:r>
            <a:endParaRPr/>
          </a:p>
        </p:txBody>
      </p:sp>
      <p:sp>
        <p:nvSpPr>
          <p:cNvPr id="10072" name="Google Shape;10072;p71"/>
          <p:cNvSpPr txBox="1"/>
          <p:nvPr>
            <p:ph idx="5" type="subTitle"/>
          </p:nvPr>
        </p:nvSpPr>
        <p:spPr>
          <a:xfrm>
            <a:off x="719991" y="4031926"/>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10073" name="Google Shape;10073;p71"/>
          <p:cNvSpPr txBox="1"/>
          <p:nvPr>
            <p:ph type="title"/>
          </p:nvPr>
        </p:nvSpPr>
        <p:spPr>
          <a:xfrm>
            <a:off x="2119715" y="1971872"/>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JENNA DOE</a:t>
            </a:r>
            <a:endParaRPr/>
          </a:p>
        </p:txBody>
      </p:sp>
      <p:sp>
        <p:nvSpPr>
          <p:cNvPr id="10074" name="Google Shape;10074;p71"/>
          <p:cNvSpPr txBox="1"/>
          <p:nvPr>
            <p:ph idx="1" type="subTitle"/>
          </p:nvPr>
        </p:nvSpPr>
        <p:spPr>
          <a:xfrm>
            <a:off x="2119715" y="2201880"/>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10075" name="Google Shape;10075;p71"/>
          <p:cNvSpPr txBox="1"/>
          <p:nvPr>
            <p:ph idx="2" type="title"/>
          </p:nvPr>
        </p:nvSpPr>
        <p:spPr>
          <a:xfrm>
            <a:off x="4920385" y="1971872"/>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TIM JIMMY</a:t>
            </a:r>
            <a:endParaRPr/>
          </a:p>
        </p:txBody>
      </p:sp>
      <p:sp>
        <p:nvSpPr>
          <p:cNvPr id="10076" name="Google Shape;10076;p71"/>
          <p:cNvSpPr txBox="1"/>
          <p:nvPr>
            <p:ph idx="3" type="subTitle"/>
          </p:nvPr>
        </p:nvSpPr>
        <p:spPr>
          <a:xfrm>
            <a:off x="4920385" y="2201880"/>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10077" name="Google Shape;10077;p71"/>
          <p:cNvSpPr txBox="1"/>
          <p:nvPr>
            <p:ph idx="4" type="title"/>
          </p:nvPr>
        </p:nvSpPr>
        <p:spPr>
          <a:xfrm>
            <a:off x="721491" y="3801918"/>
            <a:ext cx="2100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PETER SMITH</a:t>
            </a:r>
            <a:endParaRPr/>
          </a:p>
        </p:txBody>
      </p:sp>
      <p:sp>
        <p:nvSpPr>
          <p:cNvPr id="10078" name="Google Shape;10078;p71"/>
          <p:cNvSpPr txBox="1"/>
          <p:nvPr>
            <p:ph idx="6" type="title"/>
          </p:nvPr>
        </p:nvSpPr>
        <p:spPr>
          <a:xfrm>
            <a:off x="3519569" y="3801918"/>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ANA SCOTT</a:t>
            </a:r>
            <a:endParaRPr/>
          </a:p>
        </p:txBody>
      </p:sp>
      <p:sp>
        <p:nvSpPr>
          <p:cNvPr id="10079" name="Google Shape;10079;p71"/>
          <p:cNvSpPr txBox="1"/>
          <p:nvPr>
            <p:ph idx="7" type="subTitle"/>
          </p:nvPr>
        </p:nvSpPr>
        <p:spPr>
          <a:xfrm>
            <a:off x="3519569" y="4031926"/>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10080" name="Google Shape;10080;p71"/>
          <p:cNvSpPr txBox="1"/>
          <p:nvPr>
            <p:ph idx="9" type="title"/>
          </p:nvPr>
        </p:nvSpPr>
        <p:spPr>
          <a:xfrm>
            <a:off x="6320109" y="3801918"/>
            <a:ext cx="2103900" cy="365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JOHN DOE</a:t>
            </a:r>
            <a:endParaRPr/>
          </a:p>
        </p:txBody>
      </p:sp>
      <p:sp>
        <p:nvSpPr>
          <p:cNvPr id="10081" name="Google Shape;10081;p71"/>
          <p:cNvSpPr txBox="1"/>
          <p:nvPr>
            <p:ph idx="13" type="subTitle"/>
          </p:nvPr>
        </p:nvSpPr>
        <p:spPr>
          <a:xfrm>
            <a:off x="6320109" y="4031926"/>
            <a:ext cx="21039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pic>
        <p:nvPicPr>
          <p:cNvPr id="10082" name="Google Shape;10082;p71"/>
          <p:cNvPicPr preferRelativeResize="0"/>
          <p:nvPr>
            <p:ph idx="2" type="pic"/>
          </p:nvPr>
        </p:nvPicPr>
        <p:blipFill rotWithShape="1">
          <a:blip r:embed="rId3">
            <a:alphaModFix/>
          </a:blip>
          <a:srcRect b="32387" l="30901" r="13058" t="30222"/>
          <a:stretch/>
        </p:blipFill>
        <p:spPr>
          <a:xfrm>
            <a:off x="2842421" y="1131213"/>
            <a:ext cx="658500" cy="658500"/>
          </a:xfrm>
          <a:prstGeom prst="roundRect">
            <a:avLst>
              <a:gd fmla="val 16667" name="adj"/>
            </a:avLst>
          </a:prstGeom>
          <a:noFill/>
          <a:ln cap="flat" cmpd="sng" w="38100">
            <a:solidFill>
              <a:schemeClr val="lt2"/>
            </a:solidFill>
            <a:prstDash val="solid"/>
            <a:round/>
            <a:headEnd len="sm" w="sm" type="none"/>
            <a:tailEnd len="sm" w="sm" type="none"/>
          </a:ln>
          <a:effectLst>
            <a:outerShdw rotWithShape="0" algn="bl" dir="5400000" dist="47625">
              <a:srgbClr val="000000">
                <a:alpha val="20000"/>
              </a:srgbClr>
            </a:outerShdw>
          </a:effectLst>
        </p:spPr>
      </p:pic>
      <p:pic>
        <p:nvPicPr>
          <p:cNvPr id="10083" name="Google Shape;10083;p71"/>
          <p:cNvPicPr preferRelativeResize="0"/>
          <p:nvPr>
            <p:ph idx="3" type="pic"/>
          </p:nvPr>
        </p:nvPicPr>
        <p:blipFill rotWithShape="1">
          <a:blip r:embed="rId4">
            <a:alphaModFix/>
          </a:blip>
          <a:srcRect b="55254" l="55001" r="17070" t="2884"/>
          <a:stretch/>
        </p:blipFill>
        <p:spPr>
          <a:xfrm>
            <a:off x="5643085" y="1131213"/>
            <a:ext cx="658500" cy="658500"/>
          </a:xfrm>
          <a:prstGeom prst="roundRect">
            <a:avLst>
              <a:gd fmla="val 16667" name="adj"/>
            </a:avLst>
          </a:prstGeom>
          <a:noFill/>
          <a:ln cap="flat" cmpd="sng" w="38100">
            <a:solidFill>
              <a:schemeClr val="lt2"/>
            </a:solidFill>
            <a:prstDash val="solid"/>
            <a:round/>
            <a:headEnd len="sm" w="sm" type="none"/>
            <a:tailEnd len="sm" w="sm" type="none"/>
          </a:ln>
          <a:effectLst>
            <a:outerShdw rotWithShape="0" algn="bl" dir="5400000" dist="47625">
              <a:srgbClr val="000000">
                <a:alpha val="20000"/>
              </a:srgbClr>
            </a:outerShdw>
          </a:effectLst>
        </p:spPr>
      </p:pic>
      <p:pic>
        <p:nvPicPr>
          <p:cNvPr id="10084" name="Google Shape;10084;p71"/>
          <p:cNvPicPr preferRelativeResize="0"/>
          <p:nvPr>
            <p:ph idx="4" type="pic"/>
          </p:nvPr>
        </p:nvPicPr>
        <p:blipFill rotWithShape="1">
          <a:blip r:embed="rId5">
            <a:alphaModFix/>
          </a:blip>
          <a:srcRect b="42874" l="35882" r="34558" t="12822"/>
          <a:stretch/>
        </p:blipFill>
        <p:spPr>
          <a:xfrm>
            <a:off x="1442691" y="2953988"/>
            <a:ext cx="658500" cy="658500"/>
          </a:xfrm>
          <a:prstGeom prst="roundRect">
            <a:avLst>
              <a:gd fmla="val 16667" name="adj"/>
            </a:avLst>
          </a:prstGeom>
          <a:noFill/>
          <a:ln cap="flat" cmpd="sng" w="38100">
            <a:solidFill>
              <a:schemeClr val="lt2"/>
            </a:solidFill>
            <a:prstDash val="solid"/>
            <a:round/>
            <a:headEnd len="sm" w="sm" type="none"/>
            <a:tailEnd len="sm" w="sm" type="none"/>
          </a:ln>
          <a:effectLst>
            <a:outerShdw rotWithShape="0" algn="bl" dir="5400000" dist="47625">
              <a:srgbClr val="000000">
                <a:alpha val="20000"/>
              </a:srgbClr>
            </a:outerShdw>
          </a:effectLst>
        </p:spPr>
      </p:pic>
      <p:pic>
        <p:nvPicPr>
          <p:cNvPr id="10085" name="Google Shape;10085;p71"/>
          <p:cNvPicPr preferRelativeResize="0"/>
          <p:nvPr>
            <p:ph idx="5" type="pic"/>
          </p:nvPr>
        </p:nvPicPr>
        <p:blipFill rotWithShape="1">
          <a:blip r:embed="rId6">
            <a:alphaModFix/>
          </a:blip>
          <a:srcRect b="42941" l="21521" r="23282" t="20206"/>
          <a:stretch/>
        </p:blipFill>
        <p:spPr>
          <a:xfrm>
            <a:off x="4242269" y="2953988"/>
            <a:ext cx="658500" cy="658500"/>
          </a:xfrm>
          <a:prstGeom prst="roundRect">
            <a:avLst>
              <a:gd fmla="val 16667" name="adj"/>
            </a:avLst>
          </a:prstGeom>
          <a:noFill/>
          <a:ln cap="flat" cmpd="sng" w="38100">
            <a:solidFill>
              <a:schemeClr val="lt2"/>
            </a:solidFill>
            <a:prstDash val="solid"/>
            <a:round/>
            <a:headEnd len="sm" w="sm" type="none"/>
            <a:tailEnd len="sm" w="sm" type="none"/>
          </a:ln>
          <a:effectLst>
            <a:outerShdw rotWithShape="0" algn="bl" dir="5400000" dist="47625">
              <a:srgbClr val="000000">
                <a:alpha val="20000"/>
              </a:srgbClr>
            </a:outerShdw>
          </a:effectLst>
        </p:spPr>
      </p:pic>
      <p:pic>
        <p:nvPicPr>
          <p:cNvPr id="10086" name="Google Shape;10086;p71"/>
          <p:cNvPicPr preferRelativeResize="0"/>
          <p:nvPr>
            <p:ph idx="6" type="pic"/>
          </p:nvPr>
        </p:nvPicPr>
        <p:blipFill rotWithShape="1">
          <a:blip r:embed="rId7">
            <a:alphaModFix/>
          </a:blip>
          <a:srcRect b="60503" l="15535" r="49509" t="4541"/>
          <a:stretch/>
        </p:blipFill>
        <p:spPr>
          <a:xfrm>
            <a:off x="7042809" y="2953988"/>
            <a:ext cx="658500" cy="658500"/>
          </a:xfrm>
          <a:prstGeom prst="roundRect">
            <a:avLst>
              <a:gd fmla="val 16667" name="adj"/>
            </a:avLst>
          </a:prstGeom>
          <a:noFill/>
          <a:ln cap="flat" cmpd="sng" w="38100">
            <a:solidFill>
              <a:schemeClr val="lt2"/>
            </a:solidFill>
            <a:prstDash val="solid"/>
            <a:round/>
            <a:headEnd len="sm" w="sm" type="none"/>
            <a:tailEnd len="sm" w="sm" type="none"/>
          </a:ln>
          <a:effectLst>
            <a:outerShdw rotWithShape="0" algn="bl" dir="5400000" dist="47625">
              <a:srgbClr val="000000">
                <a:alpha val="20000"/>
              </a:srgbClr>
            </a:outerShdw>
          </a:effectLst>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90" name="Shape 10090"/>
        <p:cNvGrpSpPr/>
        <p:nvPr/>
      </p:nvGrpSpPr>
      <p:grpSpPr>
        <a:xfrm>
          <a:off x="0" y="0"/>
          <a:ext cx="0" cy="0"/>
          <a:chOff x="0" y="0"/>
          <a:chExt cx="0" cy="0"/>
        </a:xfrm>
      </p:grpSpPr>
      <p:sp>
        <p:nvSpPr>
          <p:cNvPr id="10091" name="Google Shape;10091;p72"/>
          <p:cNvSpPr/>
          <p:nvPr/>
        </p:nvSpPr>
        <p:spPr>
          <a:xfrm rot="-5400000">
            <a:off x="6330586" y="1795849"/>
            <a:ext cx="1180691" cy="1180285"/>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2" name="Google Shape;10092;p72"/>
          <p:cNvSpPr txBox="1"/>
          <p:nvPr>
            <p:ph type="title"/>
          </p:nvPr>
        </p:nvSpPr>
        <p:spPr>
          <a:xfrm>
            <a:off x="1636826" y="1837292"/>
            <a:ext cx="4513200" cy="10974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NAME OF THE SECTION</a:t>
            </a:r>
            <a:endParaRPr/>
          </a:p>
        </p:txBody>
      </p:sp>
      <p:sp>
        <p:nvSpPr>
          <p:cNvPr id="10093" name="Google Shape;10093;p72"/>
          <p:cNvSpPr txBox="1"/>
          <p:nvPr>
            <p:ph idx="2" type="title"/>
          </p:nvPr>
        </p:nvSpPr>
        <p:spPr>
          <a:xfrm>
            <a:off x="6463726" y="2040542"/>
            <a:ext cx="914400" cy="690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a:t>
            </a:r>
            <a:endParaRPr/>
          </a:p>
        </p:txBody>
      </p:sp>
      <p:sp>
        <p:nvSpPr>
          <p:cNvPr id="10094" name="Google Shape;10094;p72"/>
          <p:cNvSpPr txBox="1"/>
          <p:nvPr>
            <p:ph idx="1" type="subTitle"/>
          </p:nvPr>
        </p:nvSpPr>
        <p:spPr>
          <a:xfrm>
            <a:off x="1632926" y="2982154"/>
            <a:ext cx="4517100" cy="365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You can enter a subtitle here if you need it</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98" name="Shape 10098"/>
        <p:cNvGrpSpPr/>
        <p:nvPr/>
      </p:nvGrpSpPr>
      <p:grpSpPr>
        <a:xfrm>
          <a:off x="0" y="0"/>
          <a:ext cx="0" cy="0"/>
          <a:chOff x="0" y="0"/>
          <a:chExt cx="0" cy="0"/>
        </a:xfrm>
      </p:grpSpPr>
      <p:cxnSp>
        <p:nvCxnSpPr>
          <p:cNvPr id="10099" name="Google Shape;10099;p73"/>
          <p:cNvCxnSpPr>
            <a:stCxn id="10100" idx="1"/>
            <a:endCxn id="10101" idx="3"/>
          </p:cNvCxnSpPr>
          <p:nvPr/>
        </p:nvCxnSpPr>
        <p:spPr>
          <a:xfrm flipH="1">
            <a:off x="1655453" y="1618489"/>
            <a:ext cx="1040400" cy="1096200"/>
          </a:xfrm>
          <a:prstGeom prst="bentConnector3">
            <a:avLst>
              <a:gd fmla="val 49995" name="adj1"/>
            </a:avLst>
          </a:prstGeom>
          <a:noFill/>
          <a:ln cap="flat" cmpd="sng" w="19050">
            <a:solidFill>
              <a:schemeClr val="dk1"/>
            </a:solidFill>
            <a:prstDash val="solid"/>
            <a:round/>
            <a:headEnd len="med" w="med" type="none"/>
            <a:tailEnd len="med" w="med" type="none"/>
          </a:ln>
        </p:spPr>
      </p:cxnSp>
      <p:cxnSp>
        <p:nvCxnSpPr>
          <p:cNvPr id="10102" name="Google Shape;10102;p73"/>
          <p:cNvCxnSpPr>
            <a:stCxn id="10103" idx="1"/>
            <a:endCxn id="10101" idx="3"/>
          </p:cNvCxnSpPr>
          <p:nvPr/>
        </p:nvCxnSpPr>
        <p:spPr>
          <a:xfrm flipH="1">
            <a:off x="1655453" y="2346175"/>
            <a:ext cx="1040400" cy="368400"/>
          </a:xfrm>
          <a:prstGeom prst="bentConnector3">
            <a:avLst>
              <a:gd fmla="val 49995" name="adj1"/>
            </a:avLst>
          </a:prstGeom>
          <a:noFill/>
          <a:ln cap="flat" cmpd="sng" w="19050">
            <a:solidFill>
              <a:schemeClr val="dk1"/>
            </a:solidFill>
            <a:prstDash val="solid"/>
            <a:round/>
            <a:headEnd len="med" w="med" type="none"/>
            <a:tailEnd len="med" w="med" type="none"/>
          </a:ln>
        </p:spPr>
      </p:cxnSp>
      <p:cxnSp>
        <p:nvCxnSpPr>
          <p:cNvPr id="10104" name="Google Shape;10104;p73"/>
          <p:cNvCxnSpPr>
            <a:stCxn id="10105" idx="1"/>
            <a:endCxn id="10101" idx="3"/>
          </p:cNvCxnSpPr>
          <p:nvPr/>
        </p:nvCxnSpPr>
        <p:spPr>
          <a:xfrm rot="10800000">
            <a:off x="1655453" y="2714713"/>
            <a:ext cx="1040400" cy="357000"/>
          </a:xfrm>
          <a:prstGeom prst="bentConnector3">
            <a:avLst>
              <a:gd fmla="val 49995" name="adj1"/>
            </a:avLst>
          </a:prstGeom>
          <a:noFill/>
          <a:ln cap="flat" cmpd="sng" w="19050">
            <a:solidFill>
              <a:schemeClr val="dk1"/>
            </a:solidFill>
            <a:prstDash val="solid"/>
            <a:round/>
            <a:headEnd len="med" w="med" type="none"/>
            <a:tailEnd len="med" w="med" type="none"/>
          </a:ln>
        </p:spPr>
      </p:cxnSp>
      <p:cxnSp>
        <p:nvCxnSpPr>
          <p:cNvPr id="10106" name="Google Shape;10106;p73"/>
          <p:cNvCxnSpPr>
            <a:stCxn id="10107" idx="1"/>
            <a:endCxn id="10101" idx="3"/>
          </p:cNvCxnSpPr>
          <p:nvPr/>
        </p:nvCxnSpPr>
        <p:spPr>
          <a:xfrm rot="10800000">
            <a:off x="1655453" y="2714791"/>
            <a:ext cx="1040400" cy="1082400"/>
          </a:xfrm>
          <a:prstGeom prst="bentConnector3">
            <a:avLst>
              <a:gd fmla="val 49995" name="adj1"/>
            </a:avLst>
          </a:prstGeom>
          <a:noFill/>
          <a:ln cap="flat" cmpd="sng" w="19050">
            <a:solidFill>
              <a:schemeClr val="dk1"/>
            </a:solidFill>
            <a:prstDash val="solid"/>
            <a:round/>
            <a:headEnd len="med" w="med" type="none"/>
            <a:tailEnd len="med" w="med" type="none"/>
          </a:ln>
        </p:spPr>
      </p:cxnSp>
      <p:grpSp>
        <p:nvGrpSpPr>
          <p:cNvPr id="10108" name="Google Shape;10108;p73"/>
          <p:cNvGrpSpPr/>
          <p:nvPr/>
        </p:nvGrpSpPr>
        <p:grpSpPr>
          <a:xfrm>
            <a:off x="1001785" y="2335186"/>
            <a:ext cx="758932" cy="758986"/>
            <a:chOff x="1275580" y="2337607"/>
            <a:chExt cx="759008" cy="758986"/>
          </a:xfrm>
        </p:grpSpPr>
        <p:sp>
          <p:nvSpPr>
            <p:cNvPr id="10109" name="Google Shape;10109;p73"/>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1" name="Google Shape;10101;p73"/>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0" name="Google Shape;10110;p73"/>
          <p:cNvGrpSpPr/>
          <p:nvPr/>
        </p:nvGrpSpPr>
        <p:grpSpPr>
          <a:xfrm>
            <a:off x="2604397" y="3522856"/>
            <a:ext cx="548611" cy="548671"/>
            <a:chOff x="1275580" y="2337607"/>
            <a:chExt cx="759008" cy="758986"/>
          </a:xfrm>
        </p:grpSpPr>
        <p:sp>
          <p:nvSpPr>
            <p:cNvPr id="10111" name="Google Shape;10111;p73"/>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2" name="Google Shape;10112;p73"/>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3" name="Google Shape;10113;p73"/>
          <p:cNvGrpSpPr/>
          <p:nvPr/>
        </p:nvGrpSpPr>
        <p:grpSpPr>
          <a:xfrm>
            <a:off x="2604397" y="2796622"/>
            <a:ext cx="548611" cy="548671"/>
            <a:chOff x="1275580" y="2337607"/>
            <a:chExt cx="759008" cy="758986"/>
          </a:xfrm>
        </p:grpSpPr>
        <p:sp>
          <p:nvSpPr>
            <p:cNvPr id="10114" name="Google Shape;10114;p73"/>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5" name="Google Shape;10115;p73"/>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6" name="Google Shape;10116;p73"/>
          <p:cNvGrpSpPr/>
          <p:nvPr/>
        </p:nvGrpSpPr>
        <p:grpSpPr>
          <a:xfrm>
            <a:off x="2604397" y="2070387"/>
            <a:ext cx="548611" cy="548671"/>
            <a:chOff x="1275580" y="2337607"/>
            <a:chExt cx="759008" cy="758986"/>
          </a:xfrm>
        </p:grpSpPr>
        <p:sp>
          <p:nvSpPr>
            <p:cNvPr id="10117" name="Google Shape;10117;p73"/>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8" name="Google Shape;10118;p73"/>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9" name="Google Shape;10119;p73"/>
          <p:cNvGrpSpPr/>
          <p:nvPr/>
        </p:nvGrpSpPr>
        <p:grpSpPr>
          <a:xfrm>
            <a:off x="2604397" y="1344153"/>
            <a:ext cx="548611" cy="548671"/>
            <a:chOff x="1275580" y="2337607"/>
            <a:chExt cx="759008" cy="758986"/>
          </a:xfrm>
        </p:grpSpPr>
        <p:sp>
          <p:nvSpPr>
            <p:cNvPr id="10120" name="Google Shape;10120;p73"/>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1" name="Google Shape;10121;p73"/>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22" name="Google Shape;10122;p73"/>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INFOGRAPHIC 2</a:t>
            </a:r>
            <a:endParaRPr/>
          </a:p>
        </p:txBody>
      </p:sp>
      <p:sp>
        <p:nvSpPr>
          <p:cNvPr id="10123" name="Google Shape;10123;p73"/>
          <p:cNvSpPr txBox="1"/>
          <p:nvPr>
            <p:ph idx="4294967295" type="subTitle"/>
          </p:nvPr>
        </p:nvSpPr>
        <p:spPr>
          <a:xfrm flipH="1">
            <a:off x="3328906" y="3004219"/>
            <a:ext cx="4975800" cy="365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Jupiter is a gas giant and the biggest planet in the System</a:t>
            </a:r>
            <a:endParaRPr/>
          </a:p>
        </p:txBody>
      </p:sp>
      <p:sp>
        <p:nvSpPr>
          <p:cNvPr id="10124" name="Google Shape;10124;p73"/>
          <p:cNvSpPr txBox="1"/>
          <p:nvPr>
            <p:ph idx="4294967295" type="title"/>
          </p:nvPr>
        </p:nvSpPr>
        <p:spPr>
          <a:xfrm flipH="1">
            <a:off x="3328906" y="2791081"/>
            <a:ext cx="49758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JUPITER</a:t>
            </a:r>
            <a:endParaRPr sz="2000">
              <a:solidFill>
                <a:schemeClr val="dk1"/>
              </a:solidFill>
            </a:endParaRPr>
          </a:p>
        </p:txBody>
      </p:sp>
      <p:sp>
        <p:nvSpPr>
          <p:cNvPr id="10125" name="Google Shape;10125;p73"/>
          <p:cNvSpPr txBox="1"/>
          <p:nvPr>
            <p:ph idx="4294967295" type="subTitle"/>
          </p:nvPr>
        </p:nvSpPr>
        <p:spPr>
          <a:xfrm flipH="1">
            <a:off x="3328906" y="1540645"/>
            <a:ext cx="4975800" cy="365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Despite being red, Mars is actually a cold place</a:t>
            </a:r>
            <a:endParaRPr/>
          </a:p>
        </p:txBody>
      </p:sp>
      <p:sp>
        <p:nvSpPr>
          <p:cNvPr id="10126" name="Google Shape;10126;p73"/>
          <p:cNvSpPr txBox="1"/>
          <p:nvPr>
            <p:ph idx="4294967295" type="title"/>
          </p:nvPr>
        </p:nvSpPr>
        <p:spPr>
          <a:xfrm flipH="1">
            <a:off x="3328906" y="1327507"/>
            <a:ext cx="49758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MARS</a:t>
            </a:r>
            <a:endParaRPr sz="2000">
              <a:solidFill>
                <a:schemeClr val="dk1"/>
              </a:solidFill>
            </a:endParaRPr>
          </a:p>
        </p:txBody>
      </p:sp>
      <p:sp>
        <p:nvSpPr>
          <p:cNvPr id="10127" name="Google Shape;10127;p73"/>
          <p:cNvSpPr txBox="1"/>
          <p:nvPr>
            <p:ph idx="4294967295" type="subTitle"/>
          </p:nvPr>
        </p:nvSpPr>
        <p:spPr>
          <a:xfrm flipH="1">
            <a:off x="3324406" y="2272424"/>
            <a:ext cx="4980300" cy="365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planet</a:t>
            </a:r>
            <a:endParaRPr/>
          </a:p>
        </p:txBody>
      </p:sp>
      <p:sp>
        <p:nvSpPr>
          <p:cNvPr id="10128" name="Google Shape;10128;p73"/>
          <p:cNvSpPr txBox="1"/>
          <p:nvPr>
            <p:ph idx="4294967295" type="title"/>
          </p:nvPr>
        </p:nvSpPr>
        <p:spPr>
          <a:xfrm flipH="1">
            <a:off x="3324406" y="2059286"/>
            <a:ext cx="49803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VENUS</a:t>
            </a:r>
            <a:endParaRPr sz="2000">
              <a:solidFill>
                <a:schemeClr val="dk1"/>
              </a:solidFill>
            </a:endParaRPr>
          </a:p>
        </p:txBody>
      </p:sp>
      <p:sp>
        <p:nvSpPr>
          <p:cNvPr id="10129" name="Google Shape;10129;p73"/>
          <p:cNvSpPr txBox="1"/>
          <p:nvPr>
            <p:ph idx="4294967295" type="subTitle"/>
          </p:nvPr>
        </p:nvSpPr>
        <p:spPr>
          <a:xfrm flipH="1">
            <a:off x="3328906" y="3736162"/>
            <a:ext cx="4975800" cy="365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Saturn is the second-largest planet in the Solar System</a:t>
            </a:r>
            <a:endParaRPr/>
          </a:p>
        </p:txBody>
      </p:sp>
      <p:sp>
        <p:nvSpPr>
          <p:cNvPr id="10130" name="Google Shape;10130;p73"/>
          <p:cNvSpPr txBox="1"/>
          <p:nvPr>
            <p:ph idx="4294967295" type="title"/>
          </p:nvPr>
        </p:nvSpPr>
        <p:spPr>
          <a:xfrm flipH="1">
            <a:off x="3328906" y="3523024"/>
            <a:ext cx="49758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SATURN</a:t>
            </a:r>
            <a:endParaRPr sz="2000">
              <a:solidFill>
                <a:schemeClr val="dk1"/>
              </a:solidFill>
            </a:endParaRPr>
          </a:p>
        </p:txBody>
      </p:sp>
      <p:sp>
        <p:nvSpPr>
          <p:cNvPr id="10131" name="Google Shape;10131;p73"/>
          <p:cNvSpPr txBox="1"/>
          <p:nvPr>
            <p:ph idx="4294967295" type="title"/>
          </p:nvPr>
        </p:nvSpPr>
        <p:spPr>
          <a:xfrm flipH="1">
            <a:off x="839294" y="3253088"/>
            <a:ext cx="1083900" cy="365700"/>
          </a:xfrm>
          <a:prstGeom prst="rect">
            <a:avLst/>
          </a:prstGeom>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000">
                <a:solidFill>
                  <a:schemeClr val="dk1"/>
                </a:solidFill>
              </a:rPr>
              <a:t>MOON</a:t>
            </a:r>
            <a:endParaRPr sz="2000">
              <a:solidFill>
                <a:schemeClr val="dk1"/>
              </a:solidFill>
            </a:endParaRPr>
          </a:p>
        </p:txBody>
      </p:sp>
      <p:sp>
        <p:nvSpPr>
          <p:cNvPr id="10100" name="Google Shape;10100;p73"/>
          <p:cNvSpPr txBox="1"/>
          <p:nvPr/>
        </p:nvSpPr>
        <p:spPr>
          <a:xfrm>
            <a:off x="2695853" y="1402939"/>
            <a:ext cx="3657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600">
                <a:solidFill>
                  <a:schemeClr val="dk1"/>
                </a:solidFill>
                <a:latin typeface="Bowlby One"/>
                <a:ea typeface="Bowlby One"/>
                <a:cs typeface="Bowlby One"/>
                <a:sym typeface="Bowlby One"/>
              </a:rPr>
              <a:t>1</a:t>
            </a:r>
            <a:endParaRPr sz="1600">
              <a:solidFill>
                <a:schemeClr val="dk1"/>
              </a:solidFill>
              <a:latin typeface="Bowlby One"/>
              <a:ea typeface="Bowlby One"/>
              <a:cs typeface="Bowlby One"/>
              <a:sym typeface="Bowlby One"/>
            </a:endParaRPr>
          </a:p>
        </p:txBody>
      </p:sp>
      <p:sp>
        <p:nvSpPr>
          <p:cNvPr id="10103" name="Google Shape;10103;p73"/>
          <p:cNvSpPr txBox="1"/>
          <p:nvPr/>
        </p:nvSpPr>
        <p:spPr>
          <a:xfrm>
            <a:off x="2695853" y="2130625"/>
            <a:ext cx="3657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600">
                <a:solidFill>
                  <a:schemeClr val="dk1"/>
                </a:solidFill>
                <a:latin typeface="Bowlby One"/>
                <a:ea typeface="Bowlby One"/>
                <a:cs typeface="Bowlby One"/>
                <a:sym typeface="Bowlby One"/>
              </a:rPr>
              <a:t>2</a:t>
            </a:r>
            <a:endParaRPr sz="1600">
              <a:solidFill>
                <a:schemeClr val="dk1"/>
              </a:solidFill>
              <a:latin typeface="Bowlby One"/>
              <a:ea typeface="Bowlby One"/>
              <a:cs typeface="Bowlby One"/>
              <a:sym typeface="Bowlby One"/>
            </a:endParaRPr>
          </a:p>
        </p:txBody>
      </p:sp>
      <p:sp>
        <p:nvSpPr>
          <p:cNvPr id="10105" name="Google Shape;10105;p73"/>
          <p:cNvSpPr txBox="1"/>
          <p:nvPr/>
        </p:nvSpPr>
        <p:spPr>
          <a:xfrm>
            <a:off x="2695853" y="2856163"/>
            <a:ext cx="3657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600">
                <a:solidFill>
                  <a:schemeClr val="dk1"/>
                </a:solidFill>
                <a:latin typeface="Bowlby One"/>
                <a:ea typeface="Bowlby One"/>
                <a:cs typeface="Bowlby One"/>
                <a:sym typeface="Bowlby One"/>
              </a:rPr>
              <a:t>3</a:t>
            </a:r>
            <a:endParaRPr sz="1600">
              <a:solidFill>
                <a:schemeClr val="dk1"/>
              </a:solidFill>
              <a:latin typeface="Bowlby One"/>
              <a:ea typeface="Bowlby One"/>
              <a:cs typeface="Bowlby One"/>
              <a:sym typeface="Bowlby One"/>
            </a:endParaRPr>
          </a:p>
        </p:txBody>
      </p:sp>
      <p:sp>
        <p:nvSpPr>
          <p:cNvPr id="10107" name="Google Shape;10107;p73"/>
          <p:cNvSpPr txBox="1"/>
          <p:nvPr/>
        </p:nvSpPr>
        <p:spPr>
          <a:xfrm>
            <a:off x="2695853" y="3581641"/>
            <a:ext cx="3657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600">
                <a:solidFill>
                  <a:schemeClr val="dk1"/>
                </a:solidFill>
                <a:latin typeface="Bowlby One"/>
                <a:ea typeface="Bowlby One"/>
                <a:cs typeface="Bowlby One"/>
                <a:sym typeface="Bowlby One"/>
              </a:rPr>
              <a:t>4</a:t>
            </a:r>
            <a:endParaRPr sz="1600">
              <a:solidFill>
                <a:schemeClr val="dk1"/>
              </a:solidFill>
              <a:latin typeface="Bowlby One"/>
              <a:ea typeface="Bowlby One"/>
              <a:cs typeface="Bowlby One"/>
              <a:sym typeface="Bowlby One"/>
            </a:endParaRPr>
          </a:p>
        </p:txBody>
      </p:sp>
      <p:grpSp>
        <p:nvGrpSpPr>
          <p:cNvPr id="10132" name="Google Shape;10132;p73"/>
          <p:cNvGrpSpPr/>
          <p:nvPr/>
        </p:nvGrpSpPr>
        <p:grpSpPr>
          <a:xfrm>
            <a:off x="1213238" y="2546667"/>
            <a:ext cx="336025" cy="336025"/>
            <a:chOff x="7738600" y="2579700"/>
            <a:chExt cx="336025" cy="336025"/>
          </a:xfrm>
        </p:grpSpPr>
        <p:sp>
          <p:nvSpPr>
            <p:cNvPr id="10133" name="Google Shape;10133;p73"/>
            <p:cNvSpPr/>
            <p:nvPr/>
          </p:nvSpPr>
          <p:spPr>
            <a:xfrm>
              <a:off x="7905450" y="2627525"/>
              <a:ext cx="161025" cy="210025"/>
            </a:xfrm>
            <a:custGeom>
              <a:rect b="b" l="l" r="r" t="t"/>
              <a:pathLst>
                <a:path extrusionOk="0" h="8401" w="6441">
                  <a:moveTo>
                    <a:pt x="3640" y="1"/>
                  </a:moveTo>
                  <a:lnTo>
                    <a:pt x="3174" y="94"/>
                  </a:lnTo>
                  <a:lnTo>
                    <a:pt x="2754" y="234"/>
                  </a:lnTo>
                  <a:lnTo>
                    <a:pt x="2380" y="467"/>
                  </a:lnTo>
                  <a:lnTo>
                    <a:pt x="2054" y="747"/>
                  </a:lnTo>
                  <a:lnTo>
                    <a:pt x="1774" y="1121"/>
                  </a:lnTo>
                  <a:lnTo>
                    <a:pt x="1540" y="1494"/>
                  </a:lnTo>
                  <a:lnTo>
                    <a:pt x="1447" y="1914"/>
                  </a:lnTo>
                  <a:lnTo>
                    <a:pt x="1353" y="2381"/>
                  </a:lnTo>
                  <a:lnTo>
                    <a:pt x="1400" y="2707"/>
                  </a:lnTo>
                  <a:lnTo>
                    <a:pt x="1447" y="3034"/>
                  </a:lnTo>
                  <a:lnTo>
                    <a:pt x="1540" y="3361"/>
                  </a:lnTo>
                  <a:lnTo>
                    <a:pt x="1680" y="3641"/>
                  </a:lnTo>
                  <a:lnTo>
                    <a:pt x="1307" y="3781"/>
                  </a:lnTo>
                  <a:lnTo>
                    <a:pt x="980" y="3967"/>
                  </a:lnTo>
                  <a:lnTo>
                    <a:pt x="700" y="4247"/>
                  </a:lnTo>
                  <a:lnTo>
                    <a:pt x="420" y="4527"/>
                  </a:lnTo>
                  <a:lnTo>
                    <a:pt x="233" y="4854"/>
                  </a:lnTo>
                  <a:lnTo>
                    <a:pt x="93" y="5227"/>
                  </a:lnTo>
                  <a:lnTo>
                    <a:pt x="0" y="5647"/>
                  </a:lnTo>
                  <a:lnTo>
                    <a:pt x="0" y="6067"/>
                  </a:lnTo>
                  <a:lnTo>
                    <a:pt x="47" y="6534"/>
                  </a:lnTo>
                  <a:lnTo>
                    <a:pt x="187" y="6954"/>
                  </a:lnTo>
                  <a:lnTo>
                    <a:pt x="420" y="7374"/>
                  </a:lnTo>
                  <a:lnTo>
                    <a:pt x="747" y="7701"/>
                  </a:lnTo>
                  <a:lnTo>
                    <a:pt x="1073" y="8027"/>
                  </a:lnTo>
                  <a:lnTo>
                    <a:pt x="1493" y="8214"/>
                  </a:lnTo>
                  <a:lnTo>
                    <a:pt x="1960" y="8354"/>
                  </a:lnTo>
                  <a:lnTo>
                    <a:pt x="2427" y="8401"/>
                  </a:lnTo>
                  <a:lnTo>
                    <a:pt x="2707" y="8401"/>
                  </a:lnTo>
                  <a:lnTo>
                    <a:pt x="2987" y="8307"/>
                  </a:lnTo>
                  <a:lnTo>
                    <a:pt x="3267" y="8214"/>
                  </a:lnTo>
                  <a:lnTo>
                    <a:pt x="3500" y="8121"/>
                  </a:lnTo>
                  <a:lnTo>
                    <a:pt x="3687" y="7934"/>
                  </a:lnTo>
                  <a:lnTo>
                    <a:pt x="3874" y="7747"/>
                  </a:lnTo>
                  <a:lnTo>
                    <a:pt x="4247" y="7327"/>
                  </a:lnTo>
                  <a:lnTo>
                    <a:pt x="4387" y="7234"/>
                  </a:lnTo>
                  <a:lnTo>
                    <a:pt x="4527" y="7187"/>
                  </a:lnTo>
                  <a:lnTo>
                    <a:pt x="4994" y="7094"/>
                  </a:lnTo>
                  <a:lnTo>
                    <a:pt x="5367" y="6954"/>
                  </a:lnTo>
                  <a:lnTo>
                    <a:pt x="5694" y="6721"/>
                  </a:lnTo>
                  <a:lnTo>
                    <a:pt x="5974" y="6441"/>
                  </a:lnTo>
                  <a:lnTo>
                    <a:pt x="6160" y="6114"/>
                  </a:lnTo>
                  <a:lnTo>
                    <a:pt x="6347" y="5741"/>
                  </a:lnTo>
                  <a:lnTo>
                    <a:pt x="6394" y="5274"/>
                  </a:lnTo>
                  <a:lnTo>
                    <a:pt x="6440" y="4807"/>
                  </a:lnTo>
                  <a:lnTo>
                    <a:pt x="6347" y="4247"/>
                  </a:lnTo>
                  <a:lnTo>
                    <a:pt x="6207" y="3454"/>
                  </a:lnTo>
                  <a:lnTo>
                    <a:pt x="6020" y="2754"/>
                  </a:lnTo>
                  <a:lnTo>
                    <a:pt x="5974" y="2381"/>
                  </a:lnTo>
                  <a:lnTo>
                    <a:pt x="5927" y="1867"/>
                  </a:lnTo>
                  <a:lnTo>
                    <a:pt x="5787" y="1401"/>
                  </a:lnTo>
                  <a:lnTo>
                    <a:pt x="5600" y="981"/>
                  </a:lnTo>
                  <a:lnTo>
                    <a:pt x="5320" y="607"/>
                  </a:lnTo>
                  <a:lnTo>
                    <a:pt x="4994" y="327"/>
                  </a:lnTo>
                  <a:lnTo>
                    <a:pt x="4574" y="141"/>
                  </a:lnTo>
                  <a:lnTo>
                    <a:pt x="4154" y="47"/>
                  </a:lnTo>
                  <a:lnTo>
                    <a:pt x="364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4" name="Google Shape;10134;p73"/>
            <p:cNvSpPr/>
            <p:nvPr/>
          </p:nvSpPr>
          <p:spPr>
            <a:xfrm>
              <a:off x="7957950" y="2627525"/>
              <a:ext cx="116675" cy="210025"/>
            </a:xfrm>
            <a:custGeom>
              <a:rect b="b" l="l" r="r" t="t"/>
              <a:pathLst>
                <a:path extrusionOk="0" h="8401" w="4667">
                  <a:moveTo>
                    <a:pt x="1540" y="1"/>
                  </a:moveTo>
                  <a:lnTo>
                    <a:pt x="1354" y="47"/>
                  </a:lnTo>
                  <a:lnTo>
                    <a:pt x="1820" y="141"/>
                  </a:lnTo>
                  <a:lnTo>
                    <a:pt x="2194" y="281"/>
                  </a:lnTo>
                  <a:lnTo>
                    <a:pt x="2567" y="514"/>
                  </a:lnTo>
                  <a:lnTo>
                    <a:pt x="2847" y="841"/>
                  </a:lnTo>
                  <a:lnTo>
                    <a:pt x="3127" y="1167"/>
                  </a:lnTo>
                  <a:lnTo>
                    <a:pt x="3314" y="1541"/>
                  </a:lnTo>
                  <a:lnTo>
                    <a:pt x="3407" y="1961"/>
                  </a:lnTo>
                  <a:lnTo>
                    <a:pt x="3500" y="2427"/>
                  </a:lnTo>
                  <a:lnTo>
                    <a:pt x="3454" y="2754"/>
                  </a:lnTo>
                  <a:lnTo>
                    <a:pt x="3407" y="3127"/>
                  </a:lnTo>
                  <a:lnTo>
                    <a:pt x="3360" y="3174"/>
                  </a:lnTo>
                  <a:lnTo>
                    <a:pt x="3407" y="3221"/>
                  </a:lnTo>
                  <a:lnTo>
                    <a:pt x="3640" y="3547"/>
                  </a:lnTo>
                  <a:lnTo>
                    <a:pt x="3827" y="3921"/>
                  </a:lnTo>
                  <a:lnTo>
                    <a:pt x="3967" y="4341"/>
                  </a:lnTo>
                  <a:lnTo>
                    <a:pt x="4014" y="4761"/>
                  </a:lnTo>
                  <a:lnTo>
                    <a:pt x="3967" y="5274"/>
                  </a:lnTo>
                  <a:lnTo>
                    <a:pt x="3827" y="5694"/>
                  </a:lnTo>
                  <a:lnTo>
                    <a:pt x="3640" y="6114"/>
                  </a:lnTo>
                  <a:lnTo>
                    <a:pt x="3360" y="6487"/>
                  </a:lnTo>
                  <a:lnTo>
                    <a:pt x="3034" y="6767"/>
                  </a:lnTo>
                  <a:lnTo>
                    <a:pt x="2660" y="7001"/>
                  </a:lnTo>
                  <a:lnTo>
                    <a:pt x="2240" y="7187"/>
                  </a:lnTo>
                  <a:lnTo>
                    <a:pt x="1774" y="7281"/>
                  </a:lnTo>
                  <a:lnTo>
                    <a:pt x="1680" y="7327"/>
                  </a:lnTo>
                  <a:lnTo>
                    <a:pt x="1354" y="7701"/>
                  </a:lnTo>
                  <a:lnTo>
                    <a:pt x="980" y="8027"/>
                  </a:lnTo>
                  <a:lnTo>
                    <a:pt x="514" y="8261"/>
                  </a:lnTo>
                  <a:lnTo>
                    <a:pt x="234" y="8354"/>
                  </a:lnTo>
                  <a:lnTo>
                    <a:pt x="0" y="8401"/>
                  </a:lnTo>
                  <a:lnTo>
                    <a:pt x="654" y="8401"/>
                  </a:lnTo>
                  <a:lnTo>
                    <a:pt x="934" y="8307"/>
                  </a:lnTo>
                  <a:lnTo>
                    <a:pt x="1214" y="8214"/>
                  </a:lnTo>
                  <a:lnTo>
                    <a:pt x="1494" y="8121"/>
                  </a:lnTo>
                  <a:lnTo>
                    <a:pt x="1727" y="7934"/>
                  </a:lnTo>
                  <a:lnTo>
                    <a:pt x="1960" y="7747"/>
                  </a:lnTo>
                  <a:lnTo>
                    <a:pt x="2194" y="7561"/>
                  </a:lnTo>
                  <a:lnTo>
                    <a:pt x="2380" y="7327"/>
                  </a:lnTo>
                  <a:lnTo>
                    <a:pt x="2427" y="7281"/>
                  </a:lnTo>
                  <a:lnTo>
                    <a:pt x="2894" y="7187"/>
                  </a:lnTo>
                  <a:lnTo>
                    <a:pt x="3314" y="7001"/>
                  </a:lnTo>
                  <a:lnTo>
                    <a:pt x="3734" y="6767"/>
                  </a:lnTo>
                  <a:lnTo>
                    <a:pt x="4060" y="6487"/>
                  </a:lnTo>
                  <a:lnTo>
                    <a:pt x="4340" y="6114"/>
                  </a:lnTo>
                  <a:lnTo>
                    <a:pt x="4527" y="5694"/>
                  </a:lnTo>
                  <a:lnTo>
                    <a:pt x="4620" y="5274"/>
                  </a:lnTo>
                  <a:lnTo>
                    <a:pt x="4667" y="4761"/>
                  </a:lnTo>
                  <a:lnTo>
                    <a:pt x="4620" y="4341"/>
                  </a:lnTo>
                  <a:lnTo>
                    <a:pt x="4527" y="3921"/>
                  </a:lnTo>
                  <a:lnTo>
                    <a:pt x="4340" y="3547"/>
                  </a:lnTo>
                  <a:lnTo>
                    <a:pt x="4107" y="3221"/>
                  </a:lnTo>
                  <a:lnTo>
                    <a:pt x="4060" y="3174"/>
                  </a:lnTo>
                  <a:lnTo>
                    <a:pt x="4060" y="3127"/>
                  </a:lnTo>
                  <a:lnTo>
                    <a:pt x="4154" y="2754"/>
                  </a:lnTo>
                  <a:lnTo>
                    <a:pt x="4154" y="2427"/>
                  </a:lnTo>
                  <a:lnTo>
                    <a:pt x="4107" y="1914"/>
                  </a:lnTo>
                  <a:lnTo>
                    <a:pt x="3920" y="1447"/>
                  </a:lnTo>
                  <a:lnTo>
                    <a:pt x="3687" y="1027"/>
                  </a:lnTo>
                  <a:lnTo>
                    <a:pt x="3360" y="654"/>
                  </a:lnTo>
                  <a:lnTo>
                    <a:pt x="2987" y="374"/>
                  </a:lnTo>
                  <a:lnTo>
                    <a:pt x="2520" y="141"/>
                  </a:lnTo>
                  <a:lnTo>
                    <a:pt x="2054" y="47"/>
                  </a:lnTo>
                  <a:lnTo>
                    <a:pt x="154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5" name="Google Shape;10135;p73"/>
            <p:cNvSpPr/>
            <p:nvPr/>
          </p:nvSpPr>
          <p:spPr>
            <a:xfrm>
              <a:off x="7738600" y="2579700"/>
              <a:ext cx="266025" cy="336025"/>
            </a:xfrm>
            <a:custGeom>
              <a:rect b="b" l="l" r="r" t="t"/>
              <a:pathLst>
                <a:path extrusionOk="0" h="13441" w="10641">
                  <a:moveTo>
                    <a:pt x="5181" y="0"/>
                  </a:moveTo>
                  <a:lnTo>
                    <a:pt x="4481" y="93"/>
                  </a:lnTo>
                  <a:lnTo>
                    <a:pt x="3781" y="233"/>
                  </a:lnTo>
                  <a:lnTo>
                    <a:pt x="3174" y="513"/>
                  </a:lnTo>
                  <a:lnTo>
                    <a:pt x="2567" y="793"/>
                  </a:lnTo>
                  <a:lnTo>
                    <a:pt x="2007" y="1213"/>
                  </a:lnTo>
                  <a:lnTo>
                    <a:pt x="1541" y="1634"/>
                  </a:lnTo>
                  <a:lnTo>
                    <a:pt x="1074" y="2147"/>
                  </a:lnTo>
                  <a:lnTo>
                    <a:pt x="701" y="2707"/>
                  </a:lnTo>
                  <a:lnTo>
                    <a:pt x="701" y="2894"/>
                  </a:lnTo>
                  <a:lnTo>
                    <a:pt x="654" y="3080"/>
                  </a:lnTo>
                  <a:lnTo>
                    <a:pt x="607" y="3454"/>
                  </a:lnTo>
                  <a:lnTo>
                    <a:pt x="467" y="3454"/>
                  </a:lnTo>
                  <a:lnTo>
                    <a:pt x="421" y="3407"/>
                  </a:lnTo>
                  <a:lnTo>
                    <a:pt x="374" y="3407"/>
                  </a:lnTo>
                  <a:lnTo>
                    <a:pt x="234" y="3874"/>
                  </a:lnTo>
                  <a:lnTo>
                    <a:pt x="94" y="4387"/>
                  </a:lnTo>
                  <a:lnTo>
                    <a:pt x="47" y="4854"/>
                  </a:lnTo>
                  <a:lnTo>
                    <a:pt x="1" y="5367"/>
                  </a:lnTo>
                  <a:lnTo>
                    <a:pt x="94" y="6300"/>
                  </a:lnTo>
                  <a:lnTo>
                    <a:pt x="234" y="7327"/>
                  </a:lnTo>
                  <a:lnTo>
                    <a:pt x="374" y="7654"/>
                  </a:lnTo>
                  <a:lnTo>
                    <a:pt x="514" y="7980"/>
                  </a:lnTo>
                  <a:lnTo>
                    <a:pt x="701" y="8354"/>
                  </a:lnTo>
                  <a:lnTo>
                    <a:pt x="794" y="8680"/>
                  </a:lnTo>
                  <a:lnTo>
                    <a:pt x="794" y="8727"/>
                  </a:lnTo>
                  <a:lnTo>
                    <a:pt x="701" y="8774"/>
                  </a:lnTo>
                  <a:lnTo>
                    <a:pt x="654" y="8820"/>
                  </a:lnTo>
                  <a:lnTo>
                    <a:pt x="654" y="8867"/>
                  </a:lnTo>
                  <a:lnTo>
                    <a:pt x="1074" y="10080"/>
                  </a:lnTo>
                  <a:lnTo>
                    <a:pt x="1541" y="11294"/>
                  </a:lnTo>
                  <a:lnTo>
                    <a:pt x="1821" y="11854"/>
                  </a:lnTo>
                  <a:lnTo>
                    <a:pt x="2147" y="12414"/>
                  </a:lnTo>
                  <a:lnTo>
                    <a:pt x="2474" y="12927"/>
                  </a:lnTo>
                  <a:lnTo>
                    <a:pt x="2801" y="13394"/>
                  </a:lnTo>
                  <a:lnTo>
                    <a:pt x="2894" y="13441"/>
                  </a:lnTo>
                  <a:lnTo>
                    <a:pt x="3034" y="13441"/>
                  </a:lnTo>
                  <a:lnTo>
                    <a:pt x="3127" y="13394"/>
                  </a:lnTo>
                  <a:lnTo>
                    <a:pt x="3174" y="13254"/>
                  </a:lnTo>
                  <a:lnTo>
                    <a:pt x="3221" y="12601"/>
                  </a:lnTo>
                  <a:lnTo>
                    <a:pt x="3314" y="11761"/>
                  </a:lnTo>
                  <a:lnTo>
                    <a:pt x="3314" y="11714"/>
                  </a:lnTo>
                  <a:lnTo>
                    <a:pt x="3267" y="11620"/>
                  </a:lnTo>
                  <a:lnTo>
                    <a:pt x="3221" y="11527"/>
                  </a:lnTo>
                  <a:lnTo>
                    <a:pt x="3221" y="11434"/>
                  </a:lnTo>
                  <a:lnTo>
                    <a:pt x="3267" y="11434"/>
                  </a:lnTo>
                  <a:lnTo>
                    <a:pt x="3314" y="11387"/>
                  </a:lnTo>
                  <a:lnTo>
                    <a:pt x="3407" y="11340"/>
                  </a:lnTo>
                  <a:lnTo>
                    <a:pt x="3594" y="10594"/>
                  </a:lnTo>
                  <a:lnTo>
                    <a:pt x="3827" y="9894"/>
                  </a:lnTo>
                  <a:lnTo>
                    <a:pt x="3827" y="9800"/>
                  </a:lnTo>
                  <a:lnTo>
                    <a:pt x="3827" y="9707"/>
                  </a:lnTo>
                  <a:lnTo>
                    <a:pt x="3781" y="9614"/>
                  </a:lnTo>
                  <a:lnTo>
                    <a:pt x="3781" y="9567"/>
                  </a:lnTo>
                  <a:lnTo>
                    <a:pt x="3827" y="9520"/>
                  </a:lnTo>
                  <a:lnTo>
                    <a:pt x="3967" y="9520"/>
                  </a:lnTo>
                  <a:lnTo>
                    <a:pt x="3967" y="9474"/>
                  </a:lnTo>
                  <a:lnTo>
                    <a:pt x="4247" y="8914"/>
                  </a:lnTo>
                  <a:lnTo>
                    <a:pt x="4527" y="8400"/>
                  </a:lnTo>
                  <a:lnTo>
                    <a:pt x="4527" y="8354"/>
                  </a:lnTo>
                  <a:lnTo>
                    <a:pt x="4481" y="8260"/>
                  </a:lnTo>
                  <a:lnTo>
                    <a:pt x="4481" y="8167"/>
                  </a:lnTo>
                  <a:lnTo>
                    <a:pt x="4481" y="8120"/>
                  </a:lnTo>
                  <a:lnTo>
                    <a:pt x="4714" y="8120"/>
                  </a:lnTo>
                  <a:lnTo>
                    <a:pt x="4807" y="8074"/>
                  </a:lnTo>
                  <a:lnTo>
                    <a:pt x="4947" y="7934"/>
                  </a:lnTo>
                  <a:lnTo>
                    <a:pt x="5087" y="7840"/>
                  </a:lnTo>
                  <a:lnTo>
                    <a:pt x="5227" y="7794"/>
                  </a:lnTo>
                  <a:lnTo>
                    <a:pt x="5554" y="7794"/>
                  </a:lnTo>
                  <a:lnTo>
                    <a:pt x="5694" y="7840"/>
                  </a:lnTo>
                  <a:lnTo>
                    <a:pt x="5834" y="7934"/>
                  </a:lnTo>
                  <a:lnTo>
                    <a:pt x="5974" y="8074"/>
                  </a:lnTo>
                  <a:lnTo>
                    <a:pt x="6021" y="8120"/>
                  </a:lnTo>
                  <a:lnTo>
                    <a:pt x="6254" y="8120"/>
                  </a:lnTo>
                  <a:lnTo>
                    <a:pt x="6254" y="8260"/>
                  </a:lnTo>
                  <a:lnTo>
                    <a:pt x="6254" y="8400"/>
                  </a:lnTo>
                  <a:lnTo>
                    <a:pt x="6534" y="8914"/>
                  </a:lnTo>
                  <a:lnTo>
                    <a:pt x="6767" y="9474"/>
                  </a:lnTo>
                  <a:lnTo>
                    <a:pt x="6861" y="9567"/>
                  </a:lnTo>
                  <a:lnTo>
                    <a:pt x="6907" y="9614"/>
                  </a:lnTo>
                  <a:lnTo>
                    <a:pt x="6907" y="9754"/>
                  </a:lnTo>
                  <a:lnTo>
                    <a:pt x="6907" y="9894"/>
                  </a:lnTo>
                  <a:lnTo>
                    <a:pt x="7141" y="10594"/>
                  </a:lnTo>
                  <a:lnTo>
                    <a:pt x="7327" y="11340"/>
                  </a:lnTo>
                  <a:lnTo>
                    <a:pt x="7421" y="11434"/>
                  </a:lnTo>
                  <a:lnTo>
                    <a:pt x="7467" y="11527"/>
                  </a:lnTo>
                  <a:lnTo>
                    <a:pt x="7467" y="11667"/>
                  </a:lnTo>
                  <a:lnTo>
                    <a:pt x="7421" y="11761"/>
                  </a:lnTo>
                  <a:lnTo>
                    <a:pt x="7561" y="12601"/>
                  </a:lnTo>
                  <a:lnTo>
                    <a:pt x="7607" y="13254"/>
                  </a:lnTo>
                  <a:lnTo>
                    <a:pt x="7654" y="13394"/>
                  </a:lnTo>
                  <a:lnTo>
                    <a:pt x="7747" y="13441"/>
                  </a:lnTo>
                  <a:lnTo>
                    <a:pt x="7887" y="13441"/>
                  </a:lnTo>
                  <a:lnTo>
                    <a:pt x="7981" y="13394"/>
                  </a:lnTo>
                  <a:lnTo>
                    <a:pt x="8167" y="13067"/>
                  </a:lnTo>
                  <a:lnTo>
                    <a:pt x="8354" y="12694"/>
                  </a:lnTo>
                  <a:lnTo>
                    <a:pt x="8821" y="11667"/>
                  </a:lnTo>
                  <a:lnTo>
                    <a:pt x="9241" y="10407"/>
                  </a:lnTo>
                  <a:lnTo>
                    <a:pt x="9661" y="9054"/>
                  </a:lnTo>
                  <a:lnTo>
                    <a:pt x="10034" y="7794"/>
                  </a:lnTo>
                  <a:lnTo>
                    <a:pt x="10361" y="6674"/>
                  </a:lnTo>
                  <a:lnTo>
                    <a:pt x="10548" y="5834"/>
                  </a:lnTo>
                  <a:lnTo>
                    <a:pt x="10641" y="5367"/>
                  </a:lnTo>
                  <a:lnTo>
                    <a:pt x="10594" y="5087"/>
                  </a:lnTo>
                  <a:lnTo>
                    <a:pt x="10501" y="4714"/>
                  </a:lnTo>
                  <a:lnTo>
                    <a:pt x="10268" y="3920"/>
                  </a:lnTo>
                  <a:lnTo>
                    <a:pt x="9988" y="3174"/>
                  </a:lnTo>
                  <a:lnTo>
                    <a:pt x="9801" y="2800"/>
                  </a:lnTo>
                  <a:lnTo>
                    <a:pt x="9474" y="2240"/>
                  </a:lnTo>
                  <a:lnTo>
                    <a:pt x="9054" y="1727"/>
                  </a:lnTo>
                  <a:lnTo>
                    <a:pt x="8588" y="1260"/>
                  </a:lnTo>
                  <a:lnTo>
                    <a:pt x="8074" y="840"/>
                  </a:lnTo>
                  <a:lnTo>
                    <a:pt x="7514" y="513"/>
                  </a:lnTo>
                  <a:lnTo>
                    <a:pt x="6954" y="280"/>
                  </a:lnTo>
                  <a:lnTo>
                    <a:pt x="6301" y="93"/>
                  </a:lnTo>
                  <a:lnTo>
                    <a:pt x="5601" y="0"/>
                  </a:lnTo>
                  <a:lnTo>
                    <a:pt x="5554" y="47"/>
                  </a:lnTo>
                  <a:lnTo>
                    <a:pt x="5507" y="93"/>
                  </a:lnTo>
                  <a:lnTo>
                    <a:pt x="5414" y="187"/>
                  </a:lnTo>
                  <a:lnTo>
                    <a:pt x="5321" y="187"/>
                  </a:lnTo>
                  <a:lnTo>
                    <a:pt x="5274" y="93"/>
                  </a:lnTo>
                  <a:lnTo>
                    <a:pt x="5227" y="47"/>
                  </a:lnTo>
                  <a:lnTo>
                    <a:pt x="518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6" name="Google Shape;10136;p73"/>
            <p:cNvSpPr/>
            <p:nvPr/>
          </p:nvSpPr>
          <p:spPr>
            <a:xfrm>
              <a:off x="7843600" y="2647350"/>
              <a:ext cx="51375" cy="67700"/>
            </a:xfrm>
            <a:custGeom>
              <a:rect b="b" l="l" r="r" t="t"/>
              <a:pathLst>
                <a:path extrusionOk="0" h="2708" w="2055">
                  <a:moveTo>
                    <a:pt x="934" y="1"/>
                  </a:moveTo>
                  <a:lnTo>
                    <a:pt x="747" y="94"/>
                  </a:lnTo>
                  <a:lnTo>
                    <a:pt x="514" y="188"/>
                  </a:lnTo>
                  <a:lnTo>
                    <a:pt x="374" y="328"/>
                  </a:lnTo>
                  <a:lnTo>
                    <a:pt x="187" y="514"/>
                  </a:lnTo>
                  <a:lnTo>
                    <a:pt x="94" y="701"/>
                  </a:lnTo>
                  <a:lnTo>
                    <a:pt x="47" y="934"/>
                  </a:lnTo>
                  <a:lnTo>
                    <a:pt x="1" y="1168"/>
                  </a:lnTo>
                  <a:lnTo>
                    <a:pt x="47" y="1401"/>
                  </a:lnTo>
                  <a:lnTo>
                    <a:pt x="94" y="1681"/>
                  </a:lnTo>
                  <a:lnTo>
                    <a:pt x="187" y="1961"/>
                  </a:lnTo>
                  <a:lnTo>
                    <a:pt x="374" y="2194"/>
                  </a:lnTo>
                  <a:lnTo>
                    <a:pt x="514" y="2381"/>
                  </a:lnTo>
                  <a:lnTo>
                    <a:pt x="747" y="2568"/>
                  </a:lnTo>
                  <a:lnTo>
                    <a:pt x="934" y="2661"/>
                  </a:lnTo>
                  <a:lnTo>
                    <a:pt x="1167" y="2708"/>
                  </a:lnTo>
                  <a:lnTo>
                    <a:pt x="1401" y="2661"/>
                  </a:lnTo>
                  <a:lnTo>
                    <a:pt x="1587" y="2568"/>
                  </a:lnTo>
                  <a:lnTo>
                    <a:pt x="1727" y="2381"/>
                  </a:lnTo>
                  <a:lnTo>
                    <a:pt x="1867" y="2194"/>
                  </a:lnTo>
                  <a:lnTo>
                    <a:pt x="1961" y="1961"/>
                  </a:lnTo>
                  <a:lnTo>
                    <a:pt x="2007" y="1681"/>
                  </a:lnTo>
                  <a:lnTo>
                    <a:pt x="2054" y="1168"/>
                  </a:lnTo>
                  <a:lnTo>
                    <a:pt x="2007" y="701"/>
                  </a:lnTo>
                  <a:lnTo>
                    <a:pt x="1961" y="514"/>
                  </a:lnTo>
                  <a:lnTo>
                    <a:pt x="1867" y="328"/>
                  </a:lnTo>
                  <a:lnTo>
                    <a:pt x="1727" y="188"/>
                  </a:lnTo>
                  <a:lnTo>
                    <a:pt x="1587" y="94"/>
                  </a:lnTo>
                  <a:lnTo>
                    <a:pt x="1401" y="1"/>
                  </a:lnTo>
                  <a:close/>
                </a:path>
              </a:pathLst>
            </a:custGeom>
            <a:solidFill>
              <a:srgbClr val="EEF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7" name="Google Shape;10137;p73"/>
            <p:cNvSpPr/>
            <p:nvPr/>
          </p:nvSpPr>
          <p:spPr>
            <a:xfrm>
              <a:off x="7864600" y="2579700"/>
              <a:ext cx="142375" cy="336025"/>
            </a:xfrm>
            <a:custGeom>
              <a:rect b="b" l="l" r="r" t="t"/>
              <a:pathLst>
                <a:path extrusionOk="0" h="13441" w="5695">
                  <a:moveTo>
                    <a:pt x="141" y="0"/>
                  </a:moveTo>
                  <a:lnTo>
                    <a:pt x="1" y="47"/>
                  </a:lnTo>
                  <a:lnTo>
                    <a:pt x="421" y="93"/>
                  </a:lnTo>
                  <a:lnTo>
                    <a:pt x="841" y="140"/>
                  </a:lnTo>
                  <a:lnTo>
                    <a:pt x="1261" y="280"/>
                  </a:lnTo>
                  <a:lnTo>
                    <a:pt x="1634" y="420"/>
                  </a:lnTo>
                  <a:lnTo>
                    <a:pt x="2007" y="560"/>
                  </a:lnTo>
                  <a:lnTo>
                    <a:pt x="2381" y="747"/>
                  </a:lnTo>
                  <a:lnTo>
                    <a:pt x="2754" y="980"/>
                  </a:lnTo>
                  <a:lnTo>
                    <a:pt x="3081" y="1213"/>
                  </a:lnTo>
                  <a:lnTo>
                    <a:pt x="3361" y="1494"/>
                  </a:lnTo>
                  <a:lnTo>
                    <a:pt x="3641" y="1774"/>
                  </a:lnTo>
                  <a:lnTo>
                    <a:pt x="3921" y="2100"/>
                  </a:lnTo>
                  <a:lnTo>
                    <a:pt x="4154" y="2427"/>
                  </a:lnTo>
                  <a:lnTo>
                    <a:pt x="4388" y="2800"/>
                  </a:lnTo>
                  <a:lnTo>
                    <a:pt x="4528" y="3174"/>
                  </a:lnTo>
                  <a:lnTo>
                    <a:pt x="4714" y="3547"/>
                  </a:lnTo>
                  <a:lnTo>
                    <a:pt x="4854" y="3920"/>
                  </a:lnTo>
                  <a:lnTo>
                    <a:pt x="4901" y="4060"/>
                  </a:lnTo>
                  <a:lnTo>
                    <a:pt x="4948" y="4107"/>
                  </a:lnTo>
                  <a:lnTo>
                    <a:pt x="4994" y="4200"/>
                  </a:lnTo>
                  <a:lnTo>
                    <a:pt x="5041" y="4294"/>
                  </a:lnTo>
                  <a:lnTo>
                    <a:pt x="5041" y="4574"/>
                  </a:lnTo>
                  <a:lnTo>
                    <a:pt x="4994" y="4854"/>
                  </a:lnTo>
                  <a:lnTo>
                    <a:pt x="5041" y="5367"/>
                  </a:lnTo>
                  <a:lnTo>
                    <a:pt x="4994" y="6160"/>
                  </a:lnTo>
                  <a:lnTo>
                    <a:pt x="4854" y="7094"/>
                  </a:lnTo>
                  <a:lnTo>
                    <a:pt x="4621" y="8074"/>
                  </a:lnTo>
                  <a:lnTo>
                    <a:pt x="4341" y="9100"/>
                  </a:lnTo>
                  <a:lnTo>
                    <a:pt x="4294" y="9240"/>
                  </a:lnTo>
                  <a:lnTo>
                    <a:pt x="4294" y="9380"/>
                  </a:lnTo>
                  <a:lnTo>
                    <a:pt x="4341" y="9520"/>
                  </a:lnTo>
                  <a:lnTo>
                    <a:pt x="4294" y="9660"/>
                  </a:lnTo>
                  <a:lnTo>
                    <a:pt x="4108" y="9987"/>
                  </a:lnTo>
                  <a:lnTo>
                    <a:pt x="3921" y="10314"/>
                  </a:lnTo>
                  <a:lnTo>
                    <a:pt x="3594" y="11014"/>
                  </a:lnTo>
                  <a:lnTo>
                    <a:pt x="3268" y="11714"/>
                  </a:lnTo>
                  <a:lnTo>
                    <a:pt x="2941" y="12367"/>
                  </a:lnTo>
                  <a:lnTo>
                    <a:pt x="2567" y="12927"/>
                  </a:lnTo>
                  <a:lnTo>
                    <a:pt x="2567" y="13254"/>
                  </a:lnTo>
                  <a:lnTo>
                    <a:pt x="2614" y="13394"/>
                  </a:lnTo>
                  <a:lnTo>
                    <a:pt x="2707" y="13441"/>
                  </a:lnTo>
                  <a:lnTo>
                    <a:pt x="2847" y="13441"/>
                  </a:lnTo>
                  <a:lnTo>
                    <a:pt x="2941" y="13394"/>
                  </a:lnTo>
                  <a:lnTo>
                    <a:pt x="3314" y="12881"/>
                  </a:lnTo>
                  <a:lnTo>
                    <a:pt x="3641" y="12321"/>
                  </a:lnTo>
                  <a:lnTo>
                    <a:pt x="3968" y="11714"/>
                  </a:lnTo>
                  <a:lnTo>
                    <a:pt x="4248" y="11107"/>
                  </a:lnTo>
                  <a:lnTo>
                    <a:pt x="4761" y="9847"/>
                  </a:lnTo>
                  <a:lnTo>
                    <a:pt x="5181" y="8540"/>
                  </a:lnTo>
                  <a:lnTo>
                    <a:pt x="5181" y="8400"/>
                  </a:lnTo>
                  <a:lnTo>
                    <a:pt x="5181" y="8307"/>
                  </a:lnTo>
                  <a:lnTo>
                    <a:pt x="5181" y="8167"/>
                  </a:lnTo>
                  <a:lnTo>
                    <a:pt x="5181" y="8027"/>
                  </a:lnTo>
                  <a:lnTo>
                    <a:pt x="5368" y="7514"/>
                  </a:lnTo>
                  <a:lnTo>
                    <a:pt x="5461" y="7280"/>
                  </a:lnTo>
                  <a:lnTo>
                    <a:pt x="5554" y="7047"/>
                  </a:lnTo>
                  <a:lnTo>
                    <a:pt x="5648" y="6160"/>
                  </a:lnTo>
                  <a:lnTo>
                    <a:pt x="5694" y="5367"/>
                  </a:lnTo>
                  <a:lnTo>
                    <a:pt x="5694" y="4900"/>
                  </a:lnTo>
                  <a:lnTo>
                    <a:pt x="5601" y="4387"/>
                  </a:lnTo>
                  <a:lnTo>
                    <a:pt x="5508" y="3920"/>
                  </a:lnTo>
                  <a:lnTo>
                    <a:pt x="5368" y="3454"/>
                  </a:lnTo>
                  <a:lnTo>
                    <a:pt x="5274" y="3454"/>
                  </a:lnTo>
                  <a:lnTo>
                    <a:pt x="5088" y="3360"/>
                  </a:lnTo>
                  <a:lnTo>
                    <a:pt x="5041" y="3034"/>
                  </a:lnTo>
                  <a:lnTo>
                    <a:pt x="4994" y="2754"/>
                  </a:lnTo>
                  <a:lnTo>
                    <a:pt x="4621" y="2194"/>
                  </a:lnTo>
                  <a:lnTo>
                    <a:pt x="4201" y="1680"/>
                  </a:lnTo>
                  <a:lnTo>
                    <a:pt x="3734" y="1213"/>
                  </a:lnTo>
                  <a:lnTo>
                    <a:pt x="3174" y="840"/>
                  </a:lnTo>
                  <a:lnTo>
                    <a:pt x="2567" y="513"/>
                  </a:lnTo>
                  <a:lnTo>
                    <a:pt x="1914" y="233"/>
                  </a:lnTo>
                  <a:lnTo>
                    <a:pt x="1261" y="93"/>
                  </a:lnTo>
                  <a:lnTo>
                    <a:pt x="561" y="0"/>
                  </a:lnTo>
                  <a:lnTo>
                    <a:pt x="374" y="47"/>
                  </a:lnTo>
                  <a:lnTo>
                    <a:pt x="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8" name="Google Shape;10138;p73"/>
            <p:cNvSpPr/>
            <p:nvPr/>
          </p:nvSpPr>
          <p:spPr>
            <a:xfrm>
              <a:off x="7868100" y="2579700"/>
              <a:ext cx="10525" cy="75850"/>
            </a:xfrm>
            <a:custGeom>
              <a:rect b="b" l="l" r="r" t="t"/>
              <a:pathLst>
                <a:path extrusionOk="0" h="3034" w="421">
                  <a:moveTo>
                    <a:pt x="1" y="0"/>
                  </a:moveTo>
                  <a:lnTo>
                    <a:pt x="1" y="2847"/>
                  </a:lnTo>
                  <a:lnTo>
                    <a:pt x="1" y="2894"/>
                  </a:lnTo>
                  <a:lnTo>
                    <a:pt x="47" y="2987"/>
                  </a:lnTo>
                  <a:lnTo>
                    <a:pt x="141" y="3034"/>
                  </a:lnTo>
                  <a:lnTo>
                    <a:pt x="281" y="3034"/>
                  </a:lnTo>
                  <a:lnTo>
                    <a:pt x="327" y="2987"/>
                  </a:lnTo>
                  <a:lnTo>
                    <a:pt x="374" y="2894"/>
                  </a:lnTo>
                  <a:lnTo>
                    <a:pt x="421" y="2847"/>
                  </a:lnTo>
                  <a:lnTo>
                    <a:pt x="4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9" name="Google Shape;10139;p73"/>
            <p:cNvSpPr/>
            <p:nvPr/>
          </p:nvSpPr>
          <p:spPr>
            <a:xfrm>
              <a:off x="7864600" y="2647350"/>
              <a:ext cx="38525" cy="67700"/>
            </a:xfrm>
            <a:custGeom>
              <a:rect b="b" l="l" r="r" t="t"/>
              <a:pathLst>
                <a:path extrusionOk="0" h="2708" w="1541">
                  <a:moveTo>
                    <a:pt x="327" y="1"/>
                  </a:moveTo>
                  <a:lnTo>
                    <a:pt x="1" y="48"/>
                  </a:lnTo>
                  <a:lnTo>
                    <a:pt x="187" y="94"/>
                  </a:lnTo>
                  <a:lnTo>
                    <a:pt x="327" y="188"/>
                  </a:lnTo>
                  <a:lnTo>
                    <a:pt x="467" y="328"/>
                  </a:lnTo>
                  <a:lnTo>
                    <a:pt x="607" y="468"/>
                  </a:lnTo>
                  <a:lnTo>
                    <a:pt x="701" y="608"/>
                  </a:lnTo>
                  <a:lnTo>
                    <a:pt x="794" y="794"/>
                  </a:lnTo>
                  <a:lnTo>
                    <a:pt x="841" y="981"/>
                  </a:lnTo>
                  <a:lnTo>
                    <a:pt x="841" y="1168"/>
                  </a:lnTo>
                  <a:lnTo>
                    <a:pt x="841" y="1354"/>
                  </a:lnTo>
                  <a:lnTo>
                    <a:pt x="794" y="1588"/>
                  </a:lnTo>
                  <a:lnTo>
                    <a:pt x="607" y="2008"/>
                  </a:lnTo>
                  <a:lnTo>
                    <a:pt x="467" y="2194"/>
                  </a:lnTo>
                  <a:lnTo>
                    <a:pt x="327" y="2381"/>
                  </a:lnTo>
                  <a:lnTo>
                    <a:pt x="187" y="2521"/>
                  </a:lnTo>
                  <a:lnTo>
                    <a:pt x="1" y="2661"/>
                  </a:lnTo>
                  <a:lnTo>
                    <a:pt x="187" y="2708"/>
                  </a:lnTo>
                  <a:lnTo>
                    <a:pt x="327" y="2708"/>
                  </a:lnTo>
                  <a:lnTo>
                    <a:pt x="561" y="2661"/>
                  </a:lnTo>
                  <a:lnTo>
                    <a:pt x="794" y="2568"/>
                  </a:lnTo>
                  <a:lnTo>
                    <a:pt x="981" y="2381"/>
                  </a:lnTo>
                  <a:lnTo>
                    <a:pt x="1167" y="2194"/>
                  </a:lnTo>
                  <a:lnTo>
                    <a:pt x="1307" y="1961"/>
                  </a:lnTo>
                  <a:lnTo>
                    <a:pt x="1447" y="1681"/>
                  </a:lnTo>
                  <a:lnTo>
                    <a:pt x="1494" y="1401"/>
                  </a:lnTo>
                  <a:lnTo>
                    <a:pt x="1541" y="1168"/>
                  </a:lnTo>
                  <a:lnTo>
                    <a:pt x="1494" y="934"/>
                  </a:lnTo>
                  <a:lnTo>
                    <a:pt x="1447" y="701"/>
                  </a:lnTo>
                  <a:lnTo>
                    <a:pt x="1307" y="514"/>
                  </a:lnTo>
                  <a:lnTo>
                    <a:pt x="1167" y="328"/>
                  </a:lnTo>
                  <a:lnTo>
                    <a:pt x="981" y="188"/>
                  </a:lnTo>
                  <a:lnTo>
                    <a:pt x="794" y="94"/>
                  </a:lnTo>
                  <a:lnTo>
                    <a:pt x="56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0" name="Google Shape;10140;p73"/>
            <p:cNvSpPr/>
            <p:nvPr/>
          </p:nvSpPr>
          <p:spPr>
            <a:xfrm>
              <a:off x="7799275" y="2608850"/>
              <a:ext cx="148200" cy="180875"/>
            </a:xfrm>
            <a:custGeom>
              <a:rect b="b" l="l" r="r" t="t"/>
              <a:pathLst>
                <a:path extrusionOk="0" h="7235" w="5928">
                  <a:moveTo>
                    <a:pt x="2660" y="1"/>
                  </a:moveTo>
                  <a:lnTo>
                    <a:pt x="2380" y="47"/>
                  </a:lnTo>
                  <a:lnTo>
                    <a:pt x="2100" y="94"/>
                  </a:lnTo>
                  <a:lnTo>
                    <a:pt x="1820" y="234"/>
                  </a:lnTo>
                  <a:lnTo>
                    <a:pt x="1307" y="468"/>
                  </a:lnTo>
                  <a:lnTo>
                    <a:pt x="887" y="841"/>
                  </a:lnTo>
                  <a:lnTo>
                    <a:pt x="514" y="1308"/>
                  </a:lnTo>
                  <a:lnTo>
                    <a:pt x="234" y="1774"/>
                  </a:lnTo>
                  <a:lnTo>
                    <a:pt x="140" y="2054"/>
                  </a:lnTo>
                  <a:lnTo>
                    <a:pt x="47" y="2334"/>
                  </a:lnTo>
                  <a:lnTo>
                    <a:pt x="0" y="2661"/>
                  </a:lnTo>
                  <a:lnTo>
                    <a:pt x="0" y="2941"/>
                  </a:lnTo>
                  <a:lnTo>
                    <a:pt x="47" y="3501"/>
                  </a:lnTo>
                  <a:lnTo>
                    <a:pt x="187" y="4108"/>
                  </a:lnTo>
                  <a:lnTo>
                    <a:pt x="374" y="4714"/>
                  </a:lnTo>
                  <a:lnTo>
                    <a:pt x="654" y="5368"/>
                  </a:lnTo>
                  <a:lnTo>
                    <a:pt x="887" y="5788"/>
                  </a:lnTo>
                  <a:lnTo>
                    <a:pt x="1214" y="6301"/>
                  </a:lnTo>
                  <a:lnTo>
                    <a:pt x="1634" y="6814"/>
                  </a:lnTo>
                  <a:lnTo>
                    <a:pt x="1867" y="7048"/>
                  </a:lnTo>
                  <a:lnTo>
                    <a:pt x="2100" y="7234"/>
                  </a:lnTo>
                  <a:lnTo>
                    <a:pt x="2380" y="6908"/>
                  </a:lnTo>
                  <a:lnTo>
                    <a:pt x="2007" y="6628"/>
                  </a:lnTo>
                  <a:lnTo>
                    <a:pt x="1680" y="6254"/>
                  </a:lnTo>
                  <a:lnTo>
                    <a:pt x="1307" y="5741"/>
                  </a:lnTo>
                  <a:lnTo>
                    <a:pt x="1027" y="5181"/>
                  </a:lnTo>
                  <a:lnTo>
                    <a:pt x="747" y="4574"/>
                  </a:lnTo>
                  <a:lnTo>
                    <a:pt x="560" y="4014"/>
                  </a:lnTo>
                  <a:lnTo>
                    <a:pt x="467" y="3454"/>
                  </a:lnTo>
                  <a:lnTo>
                    <a:pt x="420" y="2941"/>
                  </a:lnTo>
                  <a:lnTo>
                    <a:pt x="467" y="2428"/>
                  </a:lnTo>
                  <a:lnTo>
                    <a:pt x="607" y="1961"/>
                  </a:lnTo>
                  <a:lnTo>
                    <a:pt x="840" y="1494"/>
                  </a:lnTo>
                  <a:lnTo>
                    <a:pt x="1167" y="1121"/>
                  </a:lnTo>
                  <a:lnTo>
                    <a:pt x="1540" y="841"/>
                  </a:lnTo>
                  <a:lnTo>
                    <a:pt x="1960" y="608"/>
                  </a:lnTo>
                  <a:lnTo>
                    <a:pt x="2427" y="421"/>
                  </a:lnTo>
                  <a:lnTo>
                    <a:pt x="2940" y="374"/>
                  </a:lnTo>
                  <a:lnTo>
                    <a:pt x="3454" y="421"/>
                  </a:lnTo>
                  <a:lnTo>
                    <a:pt x="3967" y="608"/>
                  </a:lnTo>
                  <a:lnTo>
                    <a:pt x="4387" y="841"/>
                  </a:lnTo>
                  <a:lnTo>
                    <a:pt x="4760" y="1121"/>
                  </a:lnTo>
                  <a:lnTo>
                    <a:pt x="5087" y="1494"/>
                  </a:lnTo>
                  <a:lnTo>
                    <a:pt x="5320" y="1961"/>
                  </a:lnTo>
                  <a:lnTo>
                    <a:pt x="5460" y="2428"/>
                  </a:lnTo>
                  <a:lnTo>
                    <a:pt x="5507" y="2941"/>
                  </a:lnTo>
                  <a:lnTo>
                    <a:pt x="5460" y="3454"/>
                  </a:lnTo>
                  <a:lnTo>
                    <a:pt x="5367" y="4014"/>
                  </a:lnTo>
                  <a:lnTo>
                    <a:pt x="5180" y="4574"/>
                  </a:lnTo>
                  <a:lnTo>
                    <a:pt x="4947" y="5181"/>
                  </a:lnTo>
                  <a:lnTo>
                    <a:pt x="4620" y="5741"/>
                  </a:lnTo>
                  <a:lnTo>
                    <a:pt x="4294" y="6254"/>
                  </a:lnTo>
                  <a:lnTo>
                    <a:pt x="3920" y="6628"/>
                  </a:lnTo>
                  <a:lnTo>
                    <a:pt x="3547" y="6908"/>
                  </a:lnTo>
                  <a:lnTo>
                    <a:pt x="3827" y="7234"/>
                  </a:lnTo>
                  <a:lnTo>
                    <a:pt x="4200" y="6908"/>
                  </a:lnTo>
                  <a:lnTo>
                    <a:pt x="4620" y="6488"/>
                  </a:lnTo>
                  <a:lnTo>
                    <a:pt x="4947" y="5974"/>
                  </a:lnTo>
                  <a:lnTo>
                    <a:pt x="5274" y="5368"/>
                  </a:lnTo>
                  <a:lnTo>
                    <a:pt x="5554" y="4714"/>
                  </a:lnTo>
                  <a:lnTo>
                    <a:pt x="5740" y="4061"/>
                  </a:lnTo>
                  <a:lnTo>
                    <a:pt x="5881" y="3501"/>
                  </a:lnTo>
                  <a:lnTo>
                    <a:pt x="5927" y="2941"/>
                  </a:lnTo>
                  <a:lnTo>
                    <a:pt x="5881" y="2661"/>
                  </a:lnTo>
                  <a:lnTo>
                    <a:pt x="5834" y="2334"/>
                  </a:lnTo>
                  <a:lnTo>
                    <a:pt x="5787" y="2054"/>
                  </a:lnTo>
                  <a:lnTo>
                    <a:pt x="5694" y="1774"/>
                  </a:lnTo>
                  <a:lnTo>
                    <a:pt x="5414" y="1308"/>
                  </a:lnTo>
                  <a:lnTo>
                    <a:pt x="5040" y="841"/>
                  </a:lnTo>
                  <a:lnTo>
                    <a:pt x="4620" y="468"/>
                  </a:lnTo>
                  <a:lnTo>
                    <a:pt x="4107" y="234"/>
                  </a:lnTo>
                  <a:lnTo>
                    <a:pt x="3827" y="94"/>
                  </a:lnTo>
                  <a:lnTo>
                    <a:pt x="3547" y="47"/>
                  </a:lnTo>
                  <a:lnTo>
                    <a:pt x="32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1" name="Google Shape;10141;p73"/>
            <p:cNvSpPr/>
            <p:nvPr/>
          </p:nvSpPr>
          <p:spPr>
            <a:xfrm>
              <a:off x="7907775" y="2648525"/>
              <a:ext cx="91025" cy="178525"/>
            </a:xfrm>
            <a:custGeom>
              <a:rect b="b" l="l" r="r" t="t"/>
              <a:pathLst>
                <a:path extrusionOk="0" h="7141" w="3641">
                  <a:moveTo>
                    <a:pt x="3267" y="1"/>
                  </a:moveTo>
                  <a:lnTo>
                    <a:pt x="3174" y="794"/>
                  </a:lnTo>
                  <a:lnTo>
                    <a:pt x="2987" y="1727"/>
                  </a:lnTo>
                  <a:lnTo>
                    <a:pt x="2661" y="2661"/>
                  </a:lnTo>
                  <a:lnTo>
                    <a:pt x="2241" y="3641"/>
                  </a:lnTo>
                  <a:lnTo>
                    <a:pt x="1774" y="4574"/>
                  </a:lnTo>
                  <a:lnTo>
                    <a:pt x="1214" y="5414"/>
                  </a:lnTo>
                  <a:lnTo>
                    <a:pt x="934" y="5787"/>
                  </a:lnTo>
                  <a:lnTo>
                    <a:pt x="654" y="6161"/>
                  </a:lnTo>
                  <a:lnTo>
                    <a:pt x="327" y="6441"/>
                  </a:lnTo>
                  <a:lnTo>
                    <a:pt x="0" y="6721"/>
                  </a:lnTo>
                  <a:lnTo>
                    <a:pt x="140" y="7141"/>
                  </a:lnTo>
                  <a:lnTo>
                    <a:pt x="467" y="6861"/>
                  </a:lnTo>
                  <a:lnTo>
                    <a:pt x="794" y="6581"/>
                  </a:lnTo>
                  <a:lnTo>
                    <a:pt x="1120" y="6207"/>
                  </a:lnTo>
                  <a:lnTo>
                    <a:pt x="1447" y="5834"/>
                  </a:lnTo>
                  <a:lnTo>
                    <a:pt x="1727" y="5414"/>
                  </a:lnTo>
                  <a:lnTo>
                    <a:pt x="2007" y="4947"/>
                  </a:lnTo>
                  <a:lnTo>
                    <a:pt x="2567" y="3921"/>
                  </a:lnTo>
                  <a:lnTo>
                    <a:pt x="2941" y="3081"/>
                  </a:lnTo>
                  <a:lnTo>
                    <a:pt x="3221" y="2241"/>
                  </a:lnTo>
                  <a:lnTo>
                    <a:pt x="3454" y="1447"/>
                  </a:lnTo>
                  <a:lnTo>
                    <a:pt x="3641" y="701"/>
                  </a:lnTo>
                  <a:lnTo>
                    <a:pt x="3594" y="654"/>
                  </a:lnTo>
                  <a:lnTo>
                    <a:pt x="3407" y="654"/>
                  </a:lnTo>
                  <a:lnTo>
                    <a:pt x="3361" y="514"/>
                  </a:lnTo>
                  <a:lnTo>
                    <a:pt x="3361" y="327"/>
                  </a:lnTo>
                  <a:lnTo>
                    <a:pt x="3314" y="141"/>
                  </a:lnTo>
                  <a:lnTo>
                    <a:pt x="32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2" name="Google Shape;10142;p73"/>
            <p:cNvSpPr/>
            <p:nvPr/>
          </p:nvSpPr>
          <p:spPr>
            <a:xfrm>
              <a:off x="7747925" y="2647350"/>
              <a:ext cx="89875" cy="179700"/>
            </a:xfrm>
            <a:custGeom>
              <a:rect b="b" l="l" r="r" t="t"/>
              <a:pathLst>
                <a:path extrusionOk="0" h="7188" w="3595">
                  <a:moveTo>
                    <a:pt x="328" y="1"/>
                  </a:moveTo>
                  <a:lnTo>
                    <a:pt x="1" y="701"/>
                  </a:lnTo>
                  <a:lnTo>
                    <a:pt x="188" y="1494"/>
                  </a:lnTo>
                  <a:lnTo>
                    <a:pt x="421" y="2288"/>
                  </a:lnTo>
                  <a:lnTo>
                    <a:pt x="701" y="3128"/>
                  </a:lnTo>
                  <a:lnTo>
                    <a:pt x="1074" y="3921"/>
                  </a:lnTo>
                  <a:lnTo>
                    <a:pt x="1588" y="4994"/>
                  </a:lnTo>
                  <a:lnTo>
                    <a:pt x="1914" y="5461"/>
                  </a:lnTo>
                  <a:lnTo>
                    <a:pt x="2194" y="5881"/>
                  </a:lnTo>
                  <a:lnTo>
                    <a:pt x="2521" y="6254"/>
                  </a:lnTo>
                  <a:lnTo>
                    <a:pt x="2848" y="6628"/>
                  </a:lnTo>
                  <a:lnTo>
                    <a:pt x="3128" y="6908"/>
                  </a:lnTo>
                  <a:lnTo>
                    <a:pt x="3454" y="7188"/>
                  </a:lnTo>
                  <a:lnTo>
                    <a:pt x="3594" y="6768"/>
                  </a:lnTo>
                  <a:lnTo>
                    <a:pt x="3314" y="6534"/>
                  </a:lnTo>
                  <a:lnTo>
                    <a:pt x="3034" y="6254"/>
                  </a:lnTo>
                  <a:lnTo>
                    <a:pt x="2754" y="5928"/>
                  </a:lnTo>
                  <a:lnTo>
                    <a:pt x="2474" y="5554"/>
                  </a:lnTo>
                  <a:lnTo>
                    <a:pt x="1914" y="4714"/>
                  </a:lnTo>
                  <a:lnTo>
                    <a:pt x="1401" y="3781"/>
                  </a:lnTo>
                  <a:lnTo>
                    <a:pt x="981" y="2801"/>
                  </a:lnTo>
                  <a:lnTo>
                    <a:pt x="654" y="1774"/>
                  </a:lnTo>
                  <a:lnTo>
                    <a:pt x="468" y="841"/>
                  </a:lnTo>
                  <a:lnTo>
                    <a:pt x="32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3" name="Google Shape;10143;p73"/>
            <p:cNvSpPr/>
            <p:nvPr/>
          </p:nvSpPr>
          <p:spPr>
            <a:xfrm>
              <a:off x="7921775" y="2755875"/>
              <a:ext cx="81700" cy="117850"/>
            </a:xfrm>
            <a:custGeom>
              <a:rect b="b" l="l" r="r" t="t"/>
              <a:pathLst>
                <a:path extrusionOk="0" h="4714" w="3268">
                  <a:moveTo>
                    <a:pt x="3267" y="0"/>
                  </a:moveTo>
                  <a:lnTo>
                    <a:pt x="2941" y="607"/>
                  </a:lnTo>
                  <a:lnTo>
                    <a:pt x="2567" y="1260"/>
                  </a:lnTo>
                  <a:lnTo>
                    <a:pt x="2194" y="1867"/>
                  </a:lnTo>
                  <a:lnTo>
                    <a:pt x="1774" y="2427"/>
                  </a:lnTo>
                  <a:lnTo>
                    <a:pt x="1307" y="2987"/>
                  </a:lnTo>
                  <a:lnTo>
                    <a:pt x="887" y="3500"/>
                  </a:lnTo>
                  <a:lnTo>
                    <a:pt x="467" y="3920"/>
                  </a:lnTo>
                  <a:lnTo>
                    <a:pt x="0" y="4293"/>
                  </a:lnTo>
                  <a:lnTo>
                    <a:pt x="94" y="4714"/>
                  </a:lnTo>
                  <a:lnTo>
                    <a:pt x="467" y="4480"/>
                  </a:lnTo>
                  <a:lnTo>
                    <a:pt x="794" y="4153"/>
                  </a:lnTo>
                  <a:lnTo>
                    <a:pt x="1541" y="3407"/>
                  </a:lnTo>
                  <a:lnTo>
                    <a:pt x="2241" y="2473"/>
                  </a:lnTo>
                  <a:lnTo>
                    <a:pt x="2894" y="1493"/>
                  </a:lnTo>
                  <a:lnTo>
                    <a:pt x="2894" y="1353"/>
                  </a:lnTo>
                  <a:lnTo>
                    <a:pt x="2894" y="1260"/>
                  </a:lnTo>
                  <a:lnTo>
                    <a:pt x="2847" y="1167"/>
                  </a:lnTo>
                  <a:lnTo>
                    <a:pt x="2847" y="1073"/>
                  </a:lnTo>
                  <a:lnTo>
                    <a:pt x="2941" y="793"/>
                  </a:lnTo>
                  <a:lnTo>
                    <a:pt x="3081" y="513"/>
                  </a:lnTo>
                  <a:lnTo>
                    <a:pt x="3174" y="233"/>
                  </a:lnTo>
                  <a:lnTo>
                    <a:pt x="32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4" name="Google Shape;10144;p73"/>
            <p:cNvSpPr/>
            <p:nvPr/>
          </p:nvSpPr>
          <p:spPr>
            <a:xfrm>
              <a:off x="7744425" y="2762875"/>
              <a:ext cx="79375" cy="110850"/>
            </a:xfrm>
            <a:custGeom>
              <a:rect b="b" l="l" r="r" t="t"/>
              <a:pathLst>
                <a:path extrusionOk="0" h="4434" w="3175">
                  <a:moveTo>
                    <a:pt x="1" y="0"/>
                  </a:moveTo>
                  <a:lnTo>
                    <a:pt x="188" y="747"/>
                  </a:lnTo>
                  <a:lnTo>
                    <a:pt x="421" y="1540"/>
                  </a:lnTo>
                  <a:lnTo>
                    <a:pt x="1028" y="2380"/>
                  </a:lnTo>
                  <a:lnTo>
                    <a:pt x="1681" y="3173"/>
                  </a:lnTo>
                  <a:lnTo>
                    <a:pt x="2381" y="3873"/>
                  </a:lnTo>
                  <a:lnTo>
                    <a:pt x="3081" y="4434"/>
                  </a:lnTo>
                  <a:lnTo>
                    <a:pt x="3174" y="4013"/>
                  </a:lnTo>
                  <a:lnTo>
                    <a:pt x="2754" y="3640"/>
                  </a:lnTo>
                  <a:lnTo>
                    <a:pt x="2288" y="3173"/>
                  </a:lnTo>
                  <a:lnTo>
                    <a:pt x="1821" y="2707"/>
                  </a:lnTo>
                  <a:lnTo>
                    <a:pt x="1401" y="2193"/>
                  </a:lnTo>
                  <a:lnTo>
                    <a:pt x="981" y="1680"/>
                  </a:lnTo>
                  <a:lnTo>
                    <a:pt x="608" y="1120"/>
                  </a:lnTo>
                  <a:lnTo>
                    <a:pt x="281" y="560"/>
                  </a:lnTo>
                  <a:lnTo>
                    <a:pt x="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5" name="Google Shape;10145;p73"/>
            <p:cNvSpPr/>
            <p:nvPr/>
          </p:nvSpPr>
          <p:spPr>
            <a:xfrm>
              <a:off x="7962600" y="2755875"/>
              <a:ext cx="40875" cy="81675"/>
            </a:xfrm>
            <a:custGeom>
              <a:rect b="b" l="l" r="r" t="t"/>
              <a:pathLst>
                <a:path extrusionOk="0" h="3267" w="1635">
                  <a:moveTo>
                    <a:pt x="1634" y="0"/>
                  </a:moveTo>
                  <a:lnTo>
                    <a:pt x="1354" y="513"/>
                  </a:lnTo>
                  <a:lnTo>
                    <a:pt x="1074" y="1027"/>
                  </a:lnTo>
                  <a:lnTo>
                    <a:pt x="421" y="2053"/>
                  </a:lnTo>
                  <a:lnTo>
                    <a:pt x="1" y="3267"/>
                  </a:lnTo>
                  <a:lnTo>
                    <a:pt x="1" y="3267"/>
                  </a:lnTo>
                  <a:lnTo>
                    <a:pt x="654" y="2427"/>
                  </a:lnTo>
                  <a:lnTo>
                    <a:pt x="1261" y="1493"/>
                  </a:lnTo>
                  <a:lnTo>
                    <a:pt x="1308" y="1400"/>
                  </a:lnTo>
                  <a:lnTo>
                    <a:pt x="1308" y="1307"/>
                  </a:lnTo>
                  <a:lnTo>
                    <a:pt x="1401" y="1027"/>
                  </a:lnTo>
                  <a:lnTo>
                    <a:pt x="1401" y="980"/>
                  </a:lnTo>
                  <a:lnTo>
                    <a:pt x="1494" y="513"/>
                  </a:lnTo>
                  <a:lnTo>
                    <a:pt x="1541" y="467"/>
                  </a:lnTo>
                  <a:lnTo>
                    <a:pt x="1588" y="233"/>
                  </a:lnTo>
                  <a:lnTo>
                    <a:pt x="1588" y="187"/>
                  </a:lnTo>
                  <a:lnTo>
                    <a:pt x="16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6" name="Google Shape;10146;p73"/>
            <p:cNvSpPr/>
            <p:nvPr/>
          </p:nvSpPr>
          <p:spPr>
            <a:xfrm>
              <a:off x="7985950" y="2648525"/>
              <a:ext cx="12850" cy="52525"/>
            </a:xfrm>
            <a:custGeom>
              <a:rect b="b" l="l" r="r" t="t"/>
              <a:pathLst>
                <a:path extrusionOk="0" h="2101" w="514">
                  <a:moveTo>
                    <a:pt x="140" y="1"/>
                  </a:moveTo>
                  <a:lnTo>
                    <a:pt x="94" y="561"/>
                  </a:lnTo>
                  <a:lnTo>
                    <a:pt x="0" y="1167"/>
                  </a:lnTo>
                  <a:lnTo>
                    <a:pt x="94" y="1634"/>
                  </a:lnTo>
                  <a:lnTo>
                    <a:pt x="140" y="2101"/>
                  </a:lnTo>
                  <a:lnTo>
                    <a:pt x="374" y="1401"/>
                  </a:lnTo>
                  <a:lnTo>
                    <a:pt x="514" y="701"/>
                  </a:lnTo>
                  <a:lnTo>
                    <a:pt x="420" y="514"/>
                  </a:lnTo>
                  <a:lnTo>
                    <a:pt x="374" y="421"/>
                  </a:lnTo>
                  <a:lnTo>
                    <a:pt x="280" y="234"/>
                  </a:lnTo>
                  <a:lnTo>
                    <a:pt x="234" y="141"/>
                  </a:lnTo>
                  <a:lnTo>
                    <a:pt x="1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150" name="Shape 10150"/>
        <p:cNvGrpSpPr/>
        <p:nvPr/>
      </p:nvGrpSpPr>
      <p:grpSpPr>
        <a:xfrm>
          <a:off x="0" y="0"/>
          <a:ext cx="0" cy="0"/>
          <a:chOff x="0" y="0"/>
          <a:chExt cx="0" cy="0"/>
        </a:xfrm>
      </p:grpSpPr>
      <p:cxnSp>
        <p:nvCxnSpPr>
          <p:cNvPr id="10151" name="Google Shape;10151;p74"/>
          <p:cNvCxnSpPr>
            <a:stCxn id="10152" idx="2"/>
            <a:endCxn id="10153" idx="0"/>
          </p:cNvCxnSpPr>
          <p:nvPr/>
        </p:nvCxnSpPr>
        <p:spPr>
          <a:xfrm>
            <a:off x="4571991" y="2929141"/>
            <a:ext cx="0" cy="643500"/>
          </a:xfrm>
          <a:prstGeom prst="straightConnector1">
            <a:avLst/>
          </a:prstGeom>
          <a:noFill/>
          <a:ln cap="flat" cmpd="sng" w="19050">
            <a:solidFill>
              <a:schemeClr val="dk1"/>
            </a:solidFill>
            <a:prstDash val="solid"/>
            <a:round/>
            <a:headEnd len="med" w="med" type="none"/>
            <a:tailEnd len="med" w="med" type="none"/>
          </a:ln>
        </p:spPr>
      </p:cxnSp>
      <p:cxnSp>
        <p:nvCxnSpPr>
          <p:cNvPr id="10154" name="Google Shape;10154;p74"/>
          <p:cNvCxnSpPr>
            <a:stCxn id="10155" idx="2"/>
            <a:endCxn id="10152" idx="0"/>
          </p:cNvCxnSpPr>
          <p:nvPr/>
        </p:nvCxnSpPr>
        <p:spPr>
          <a:xfrm>
            <a:off x="4571991" y="1736991"/>
            <a:ext cx="0" cy="643500"/>
          </a:xfrm>
          <a:prstGeom prst="straightConnector1">
            <a:avLst/>
          </a:prstGeom>
          <a:noFill/>
          <a:ln cap="flat" cmpd="sng" w="19050">
            <a:solidFill>
              <a:schemeClr val="dk1"/>
            </a:solidFill>
            <a:prstDash val="solid"/>
            <a:round/>
            <a:headEnd len="med" w="med" type="none"/>
            <a:tailEnd len="med" w="med" type="none"/>
          </a:ln>
        </p:spPr>
      </p:cxnSp>
      <p:grpSp>
        <p:nvGrpSpPr>
          <p:cNvPr id="10156" name="Google Shape;10156;p74"/>
          <p:cNvGrpSpPr/>
          <p:nvPr/>
        </p:nvGrpSpPr>
        <p:grpSpPr>
          <a:xfrm>
            <a:off x="4192534" y="3467436"/>
            <a:ext cx="758932" cy="758986"/>
            <a:chOff x="1275580" y="2337607"/>
            <a:chExt cx="759008" cy="758986"/>
          </a:xfrm>
        </p:grpSpPr>
        <p:sp>
          <p:nvSpPr>
            <p:cNvPr id="10157" name="Google Shape;10157;p74"/>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3" name="Google Shape;10153;p74"/>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58" name="Google Shape;10158;p74"/>
          <p:cNvGrpSpPr/>
          <p:nvPr/>
        </p:nvGrpSpPr>
        <p:grpSpPr>
          <a:xfrm>
            <a:off x="4192534" y="2275286"/>
            <a:ext cx="758932" cy="758986"/>
            <a:chOff x="1275580" y="2337607"/>
            <a:chExt cx="759008" cy="758986"/>
          </a:xfrm>
        </p:grpSpPr>
        <p:sp>
          <p:nvSpPr>
            <p:cNvPr id="10159" name="Google Shape;10159;p74"/>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2" name="Google Shape;10152;p74"/>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60" name="Google Shape;10160;p74"/>
          <p:cNvGrpSpPr/>
          <p:nvPr/>
        </p:nvGrpSpPr>
        <p:grpSpPr>
          <a:xfrm>
            <a:off x="4192534" y="1083136"/>
            <a:ext cx="758932" cy="758986"/>
            <a:chOff x="1275580" y="2337607"/>
            <a:chExt cx="759008" cy="758986"/>
          </a:xfrm>
        </p:grpSpPr>
        <p:sp>
          <p:nvSpPr>
            <p:cNvPr id="10161" name="Google Shape;10161;p74"/>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5" name="Google Shape;10155;p74"/>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62" name="Google Shape;10162;p74"/>
          <p:cNvSpPr txBox="1"/>
          <p:nvPr>
            <p:ph type="title"/>
          </p:nvPr>
        </p:nvSpPr>
        <p:spPr>
          <a:xfrm>
            <a:off x="720000" y="365760"/>
            <a:ext cx="7704000" cy="5487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a:t>TIMELINE</a:t>
            </a:r>
            <a:endParaRPr/>
          </a:p>
        </p:txBody>
      </p:sp>
      <p:sp>
        <p:nvSpPr>
          <p:cNvPr id="10163" name="Google Shape;10163;p74"/>
          <p:cNvSpPr txBox="1"/>
          <p:nvPr>
            <p:ph idx="4294967295" type="subTitle"/>
          </p:nvPr>
        </p:nvSpPr>
        <p:spPr>
          <a:xfrm>
            <a:off x="5107795" y="2486987"/>
            <a:ext cx="33162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of them all</a:t>
            </a:r>
            <a:endParaRPr/>
          </a:p>
        </p:txBody>
      </p:sp>
      <p:sp>
        <p:nvSpPr>
          <p:cNvPr id="10164" name="Google Shape;10164;p74"/>
          <p:cNvSpPr txBox="1"/>
          <p:nvPr>
            <p:ph idx="4294967295" type="title"/>
          </p:nvPr>
        </p:nvSpPr>
        <p:spPr>
          <a:xfrm>
            <a:off x="5107795" y="2273850"/>
            <a:ext cx="33162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MERCURY</a:t>
            </a:r>
            <a:endParaRPr sz="2000">
              <a:solidFill>
                <a:schemeClr val="dk1"/>
              </a:solidFill>
            </a:endParaRPr>
          </a:p>
        </p:txBody>
      </p:sp>
      <p:sp>
        <p:nvSpPr>
          <p:cNvPr id="10165" name="Google Shape;10165;p74"/>
          <p:cNvSpPr txBox="1"/>
          <p:nvPr>
            <p:ph idx="4294967295" type="subTitle"/>
          </p:nvPr>
        </p:nvSpPr>
        <p:spPr>
          <a:xfrm>
            <a:off x="722580" y="3679148"/>
            <a:ext cx="3319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Jupiter is a gas giant and the biggest planet in the Solar System</a:t>
            </a:r>
            <a:endParaRPr/>
          </a:p>
        </p:txBody>
      </p:sp>
      <p:sp>
        <p:nvSpPr>
          <p:cNvPr id="10166" name="Google Shape;10166;p74"/>
          <p:cNvSpPr txBox="1"/>
          <p:nvPr>
            <p:ph idx="4294967295" type="title"/>
          </p:nvPr>
        </p:nvSpPr>
        <p:spPr>
          <a:xfrm>
            <a:off x="722580" y="3466011"/>
            <a:ext cx="3319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JUPITER</a:t>
            </a:r>
            <a:endParaRPr sz="2000">
              <a:solidFill>
                <a:schemeClr val="dk1"/>
              </a:solidFill>
            </a:endParaRPr>
          </a:p>
        </p:txBody>
      </p:sp>
      <p:sp>
        <p:nvSpPr>
          <p:cNvPr id="10167" name="Google Shape;10167;p74"/>
          <p:cNvSpPr txBox="1"/>
          <p:nvPr>
            <p:ph idx="4294967295" type="subTitle"/>
          </p:nvPr>
        </p:nvSpPr>
        <p:spPr>
          <a:xfrm>
            <a:off x="722580" y="1294848"/>
            <a:ext cx="3319200" cy="548700"/>
          </a:xfrm>
          <a:prstGeom prst="rect">
            <a:avLst/>
          </a:prstGeom>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t>Venus has a beautiful name and is the second planet from the Sun</a:t>
            </a:r>
            <a:endParaRPr/>
          </a:p>
        </p:txBody>
      </p:sp>
      <p:sp>
        <p:nvSpPr>
          <p:cNvPr id="10168" name="Google Shape;10168;p74"/>
          <p:cNvSpPr txBox="1"/>
          <p:nvPr>
            <p:ph idx="4294967295" type="title"/>
          </p:nvPr>
        </p:nvSpPr>
        <p:spPr>
          <a:xfrm>
            <a:off x="722580" y="1081711"/>
            <a:ext cx="3319200" cy="365700"/>
          </a:xfrm>
          <a:prstGeom prst="rect">
            <a:avLst/>
          </a:prstGeom>
          <a:ln>
            <a:noFill/>
          </a:ln>
        </p:spPr>
        <p:txBody>
          <a:bodyPr anchorCtr="0" anchor="b" bIns="91425" lIns="91425" spcFirstLastPara="1" rIns="91425" wrap="square" tIns="91425">
            <a:noAutofit/>
          </a:bodyPr>
          <a:lstStyle/>
          <a:p>
            <a:pPr indent="0" lvl="0" marL="0" rtl="0" algn="r">
              <a:spcBef>
                <a:spcPts val="0"/>
              </a:spcBef>
              <a:spcAft>
                <a:spcPts val="0"/>
              </a:spcAft>
              <a:buNone/>
            </a:pPr>
            <a:r>
              <a:rPr lang="en" sz="2000">
                <a:solidFill>
                  <a:schemeClr val="dk1"/>
                </a:solidFill>
              </a:rPr>
              <a:t>VENUS</a:t>
            </a:r>
            <a:endParaRPr sz="2000">
              <a:solidFill>
                <a:schemeClr val="dk1"/>
              </a:solidFill>
            </a:endParaRPr>
          </a:p>
        </p:txBody>
      </p:sp>
      <p:grpSp>
        <p:nvGrpSpPr>
          <p:cNvPr id="10169" name="Google Shape;10169;p74"/>
          <p:cNvGrpSpPr/>
          <p:nvPr/>
        </p:nvGrpSpPr>
        <p:grpSpPr>
          <a:xfrm>
            <a:off x="4403975" y="2531700"/>
            <a:ext cx="336050" cy="246200"/>
            <a:chOff x="2444075" y="1924000"/>
            <a:chExt cx="336050" cy="246200"/>
          </a:xfrm>
        </p:grpSpPr>
        <p:sp>
          <p:nvSpPr>
            <p:cNvPr id="10170" name="Google Shape;10170;p74"/>
            <p:cNvSpPr/>
            <p:nvPr/>
          </p:nvSpPr>
          <p:spPr>
            <a:xfrm>
              <a:off x="2510575" y="1924000"/>
              <a:ext cx="33875" cy="101525"/>
            </a:xfrm>
            <a:custGeom>
              <a:rect b="b" l="l" r="r" t="t"/>
              <a:pathLst>
                <a:path extrusionOk="0" h="4061" w="1355">
                  <a:moveTo>
                    <a:pt x="654" y="887"/>
                  </a:moveTo>
                  <a:lnTo>
                    <a:pt x="794" y="934"/>
                  </a:lnTo>
                  <a:lnTo>
                    <a:pt x="841" y="981"/>
                  </a:lnTo>
                  <a:lnTo>
                    <a:pt x="934" y="1074"/>
                  </a:lnTo>
                  <a:lnTo>
                    <a:pt x="934" y="1167"/>
                  </a:lnTo>
                  <a:lnTo>
                    <a:pt x="934" y="1261"/>
                  </a:lnTo>
                  <a:lnTo>
                    <a:pt x="841" y="1354"/>
                  </a:lnTo>
                  <a:lnTo>
                    <a:pt x="794" y="1447"/>
                  </a:lnTo>
                  <a:lnTo>
                    <a:pt x="561" y="1447"/>
                  </a:lnTo>
                  <a:lnTo>
                    <a:pt x="468" y="1354"/>
                  </a:lnTo>
                  <a:lnTo>
                    <a:pt x="421" y="1261"/>
                  </a:lnTo>
                  <a:lnTo>
                    <a:pt x="421" y="1167"/>
                  </a:lnTo>
                  <a:lnTo>
                    <a:pt x="421" y="1074"/>
                  </a:lnTo>
                  <a:lnTo>
                    <a:pt x="468" y="981"/>
                  </a:lnTo>
                  <a:lnTo>
                    <a:pt x="561" y="934"/>
                  </a:lnTo>
                  <a:lnTo>
                    <a:pt x="654" y="887"/>
                  </a:lnTo>
                  <a:close/>
                  <a:moveTo>
                    <a:pt x="654" y="1"/>
                  </a:moveTo>
                  <a:lnTo>
                    <a:pt x="608" y="47"/>
                  </a:lnTo>
                  <a:lnTo>
                    <a:pt x="514" y="94"/>
                  </a:lnTo>
                  <a:lnTo>
                    <a:pt x="468" y="141"/>
                  </a:lnTo>
                  <a:lnTo>
                    <a:pt x="468" y="234"/>
                  </a:lnTo>
                  <a:lnTo>
                    <a:pt x="468" y="561"/>
                  </a:lnTo>
                  <a:lnTo>
                    <a:pt x="281" y="654"/>
                  </a:lnTo>
                  <a:lnTo>
                    <a:pt x="141" y="794"/>
                  </a:lnTo>
                  <a:lnTo>
                    <a:pt x="48" y="981"/>
                  </a:lnTo>
                  <a:lnTo>
                    <a:pt x="1" y="1167"/>
                  </a:lnTo>
                  <a:lnTo>
                    <a:pt x="48" y="1401"/>
                  </a:lnTo>
                  <a:lnTo>
                    <a:pt x="141" y="1587"/>
                  </a:lnTo>
                  <a:lnTo>
                    <a:pt x="281" y="1727"/>
                  </a:lnTo>
                  <a:lnTo>
                    <a:pt x="468" y="1821"/>
                  </a:lnTo>
                  <a:lnTo>
                    <a:pt x="468" y="3874"/>
                  </a:lnTo>
                  <a:lnTo>
                    <a:pt x="468" y="3967"/>
                  </a:lnTo>
                  <a:lnTo>
                    <a:pt x="514" y="4014"/>
                  </a:lnTo>
                  <a:lnTo>
                    <a:pt x="608" y="4061"/>
                  </a:lnTo>
                  <a:lnTo>
                    <a:pt x="748" y="4061"/>
                  </a:lnTo>
                  <a:lnTo>
                    <a:pt x="794" y="4014"/>
                  </a:lnTo>
                  <a:lnTo>
                    <a:pt x="841" y="3967"/>
                  </a:lnTo>
                  <a:lnTo>
                    <a:pt x="888" y="3874"/>
                  </a:lnTo>
                  <a:lnTo>
                    <a:pt x="888" y="1821"/>
                  </a:lnTo>
                  <a:lnTo>
                    <a:pt x="1074" y="1727"/>
                  </a:lnTo>
                  <a:lnTo>
                    <a:pt x="1214" y="1587"/>
                  </a:lnTo>
                  <a:lnTo>
                    <a:pt x="1308" y="1401"/>
                  </a:lnTo>
                  <a:lnTo>
                    <a:pt x="1354" y="1167"/>
                  </a:lnTo>
                  <a:lnTo>
                    <a:pt x="1308" y="981"/>
                  </a:lnTo>
                  <a:lnTo>
                    <a:pt x="1214" y="794"/>
                  </a:lnTo>
                  <a:lnTo>
                    <a:pt x="1074" y="654"/>
                  </a:lnTo>
                  <a:lnTo>
                    <a:pt x="888" y="561"/>
                  </a:lnTo>
                  <a:lnTo>
                    <a:pt x="888" y="234"/>
                  </a:lnTo>
                  <a:lnTo>
                    <a:pt x="841" y="141"/>
                  </a:lnTo>
                  <a:lnTo>
                    <a:pt x="794" y="94"/>
                  </a:lnTo>
                  <a:lnTo>
                    <a:pt x="748"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1" name="Google Shape;10171;p74"/>
            <p:cNvSpPr/>
            <p:nvPr/>
          </p:nvSpPr>
          <p:spPr>
            <a:xfrm>
              <a:off x="2595750" y="1924000"/>
              <a:ext cx="32700" cy="101525"/>
            </a:xfrm>
            <a:custGeom>
              <a:rect b="b" l="l" r="r" t="t"/>
              <a:pathLst>
                <a:path extrusionOk="0" h="4061" w="1308">
                  <a:moveTo>
                    <a:pt x="654" y="887"/>
                  </a:moveTo>
                  <a:lnTo>
                    <a:pt x="747" y="934"/>
                  </a:lnTo>
                  <a:lnTo>
                    <a:pt x="841" y="981"/>
                  </a:lnTo>
                  <a:lnTo>
                    <a:pt x="887" y="1074"/>
                  </a:lnTo>
                  <a:lnTo>
                    <a:pt x="934" y="1167"/>
                  </a:lnTo>
                  <a:lnTo>
                    <a:pt x="887" y="1261"/>
                  </a:lnTo>
                  <a:lnTo>
                    <a:pt x="841" y="1354"/>
                  </a:lnTo>
                  <a:lnTo>
                    <a:pt x="747" y="1447"/>
                  </a:lnTo>
                  <a:lnTo>
                    <a:pt x="561" y="1447"/>
                  </a:lnTo>
                  <a:lnTo>
                    <a:pt x="467" y="1354"/>
                  </a:lnTo>
                  <a:lnTo>
                    <a:pt x="421" y="1261"/>
                  </a:lnTo>
                  <a:lnTo>
                    <a:pt x="374" y="1167"/>
                  </a:lnTo>
                  <a:lnTo>
                    <a:pt x="421" y="1074"/>
                  </a:lnTo>
                  <a:lnTo>
                    <a:pt x="467" y="981"/>
                  </a:lnTo>
                  <a:lnTo>
                    <a:pt x="561" y="934"/>
                  </a:lnTo>
                  <a:lnTo>
                    <a:pt x="654" y="887"/>
                  </a:lnTo>
                  <a:close/>
                  <a:moveTo>
                    <a:pt x="654" y="1"/>
                  </a:moveTo>
                  <a:lnTo>
                    <a:pt x="561" y="47"/>
                  </a:lnTo>
                  <a:lnTo>
                    <a:pt x="514" y="94"/>
                  </a:lnTo>
                  <a:lnTo>
                    <a:pt x="467" y="141"/>
                  </a:lnTo>
                  <a:lnTo>
                    <a:pt x="467" y="234"/>
                  </a:lnTo>
                  <a:lnTo>
                    <a:pt x="467" y="561"/>
                  </a:lnTo>
                  <a:lnTo>
                    <a:pt x="281" y="654"/>
                  </a:lnTo>
                  <a:lnTo>
                    <a:pt x="94" y="794"/>
                  </a:lnTo>
                  <a:lnTo>
                    <a:pt x="1" y="981"/>
                  </a:lnTo>
                  <a:lnTo>
                    <a:pt x="1" y="1167"/>
                  </a:lnTo>
                  <a:lnTo>
                    <a:pt x="1" y="1401"/>
                  </a:lnTo>
                  <a:lnTo>
                    <a:pt x="94" y="1587"/>
                  </a:lnTo>
                  <a:lnTo>
                    <a:pt x="281" y="1727"/>
                  </a:lnTo>
                  <a:lnTo>
                    <a:pt x="467" y="1821"/>
                  </a:lnTo>
                  <a:lnTo>
                    <a:pt x="467" y="3874"/>
                  </a:lnTo>
                  <a:lnTo>
                    <a:pt x="467" y="3967"/>
                  </a:lnTo>
                  <a:lnTo>
                    <a:pt x="514" y="4014"/>
                  </a:lnTo>
                  <a:lnTo>
                    <a:pt x="561" y="4061"/>
                  </a:lnTo>
                  <a:lnTo>
                    <a:pt x="747" y="4061"/>
                  </a:lnTo>
                  <a:lnTo>
                    <a:pt x="794" y="4014"/>
                  </a:lnTo>
                  <a:lnTo>
                    <a:pt x="841" y="3967"/>
                  </a:lnTo>
                  <a:lnTo>
                    <a:pt x="841" y="3874"/>
                  </a:lnTo>
                  <a:lnTo>
                    <a:pt x="841" y="1821"/>
                  </a:lnTo>
                  <a:lnTo>
                    <a:pt x="1027" y="1727"/>
                  </a:lnTo>
                  <a:lnTo>
                    <a:pt x="1167" y="1587"/>
                  </a:lnTo>
                  <a:lnTo>
                    <a:pt x="1261" y="1401"/>
                  </a:lnTo>
                  <a:lnTo>
                    <a:pt x="1307" y="1167"/>
                  </a:lnTo>
                  <a:lnTo>
                    <a:pt x="1261" y="981"/>
                  </a:lnTo>
                  <a:lnTo>
                    <a:pt x="1167" y="794"/>
                  </a:lnTo>
                  <a:lnTo>
                    <a:pt x="1027" y="654"/>
                  </a:lnTo>
                  <a:lnTo>
                    <a:pt x="841" y="561"/>
                  </a:lnTo>
                  <a:lnTo>
                    <a:pt x="841" y="234"/>
                  </a:lnTo>
                  <a:lnTo>
                    <a:pt x="841" y="141"/>
                  </a:lnTo>
                  <a:lnTo>
                    <a:pt x="794" y="94"/>
                  </a:lnTo>
                  <a:lnTo>
                    <a:pt x="747"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2" name="Google Shape;10172;p74"/>
            <p:cNvSpPr/>
            <p:nvPr/>
          </p:nvSpPr>
          <p:spPr>
            <a:xfrm>
              <a:off x="2679750" y="1924000"/>
              <a:ext cx="33875" cy="101525"/>
            </a:xfrm>
            <a:custGeom>
              <a:rect b="b" l="l" r="r" t="t"/>
              <a:pathLst>
                <a:path extrusionOk="0" h="4061" w="1355">
                  <a:moveTo>
                    <a:pt x="654" y="887"/>
                  </a:moveTo>
                  <a:lnTo>
                    <a:pt x="794" y="934"/>
                  </a:lnTo>
                  <a:lnTo>
                    <a:pt x="841" y="981"/>
                  </a:lnTo>
                  <a:lnTo>
                    <a:pt x="934" y="1074"/>
                  </a:lnTo>
                  <a:lnTo>
                    <a:pt x="934" y="1167"/>
                  </a:lnTo>
                  <a:lnTo>
                    <a:pt x="934" y="1261"/>
                  </a:lnTo>
                  <a:lnTo>
                    <a:pt x="841" y="1354"/>
                  </a:lnTo>
                  <a:lnTo>
                    <a:pt x="794" y="1447"/>
                  </a:lnTo>
                  <a:lnTo>
                    <a:pt x="561" y="1447"/>
                  </a:lnTo>
                  <a:lnTo>
                    <a:pt x="467" y="1354"/>
                  </a:lnTo>
                  <a:lnTo>
                    <a:pt x="421" y="1261"/>
                  </a:lnTo>
                  <a:lnTo>
                    <a:pt x="421" y="1167"/>
                  </a:lnTo>
                  <a:lnTo>
                    <a:pt x="421" y="1074"/>
                  </a:lnTo>
                  <a:lnTo>
                    <a:pt x="467" y="981"/>
                  </a:lnTo>
                  <a:lnTo>
                    <a:pt x="561" y="934"/>
                  </a:lnTo>
                  <a:lnTo>
                    <a:pt x="654" y="887"/>
                  </a:lnTo>
                  <a:close/>
                  <a:moveTo>
                    <a:pt x="654" y="1"/>
                  </a:moveTo>
                  <a:lnTo>
                    <a:pt x="607" y="47"/>
                  </a:lnTo>
                  <a:lnTo>
                    <a:pt x="514" y="94"/>
                  </a:lnTo>
                  <a:lnTo>
                    <a:pt x="467" y="141"/>
                  </a:lnTo>
                  <a:lnTo>
                    <a:pt x="467" y="234"/>
                  </a:lnTo>
                  <a:lnTo>
                    <a:pt x="467" y="561"/>
                  </a:lnTo>
                  <a:lnTo>
                    <a:pt x="281" y="654"/>
                  </a:lnTo>
                  <a:lnTo>
                    <a:pt x="141" y="794"/>
                  </a:lnTo>
                  <a:lnTo>
                    <a:pt x="47" y="981"/>
                  </a:lnTo>
                  <a:lnTo>
                    <a:pt x="1" y="1167"/>
                  </a:lnTo>
                  <a:lnTo>
                    <a:pt x="47" y="1401"/>
                  </a:lnTo>
                  <a:lnTo>
                    <a:pt x="141" y="1587"/>
                  </a:lnTo>
                  <a:lnTo>
                    <a:pt x="281" y="1727"/>
                  </a:lnTo>
                  <a:lnTo>
                    <a:pt x="467" y="1821"/>
                  </a:lnTo>
                  <a:lnTo>
                    <a:pt x="467" y="3874"/>
                  </a:lnTo>
                  <a:lnTo>
                    <a:pt x="467" y="3967"/>
                  </a:lnTo>
                  <a:lnTo>
                    <a:pt x="514" y="4014"/>
                  </a:lnTo>
                  <a:lnTo>
                    <a:pt x="607" y="4061"/>
                  </a:lnTo>
                  <a:lnTo>
                    <a:pt x="747" y="4061"/>
                  </a:lnTo>
                  <a:lnTo>
                    <a:pt x="794" y="4014"/>
                  </a:lnTo>
                  <a:lnTo>
                    <a:pt x="841" y="3967"/>
                  </a:lnTo>
                  <a:lnTo>
                    <a:pt x="887" y="3874"/>
                  </a:lnTo>
                  <a:lnTo>
                    <a:pt x="887" y="1821"/>
                  </a:lnTo>
                  <a:lnTo>
                    <a:pt x="1074" y="1727"/>
                  </a:lnTo>
                  <a:lnTo>
                    <a:pt x="1214" y="1587"/>
                  </a:lnTo>
                  <a:lnTo>
                    <a:pt x="1307" y="1401"/>
                  </a:lnTo>
                  <a:lnTo>
                    <a:pt x="1354" y="1167"/>
                  </a:lnTo>
                  <a:lnTo>
                    <a:pt x="1307" y="981"/>
                  </a:lnTo>
                  <a:lnTo>
                    <a:pt x="1214" y="794"/>
                  </a:lnTo>
                  <a:lnTo>
                    <a:pt x="1074" y="654"/>
                  </a:lnTo>
                  <a:lnTo>
                    <a:pt x="887" y="561"/>
                  </a:lnTo>
                  <a:lnTo>
                    <a:pt x="887" y="234"/>
                  </a:lnTo>
                  <a:lnTo>
                    <a:pt x="841" y="141"/>
                  </a:lnTo>
                  <a:lnTo>
                    <a:pt x="794" y="94"/>
                  </a:lnTo>
                  <a:lnTo>
                    <a:pt x="747"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3" name="Google Shape;10173;p74"/>
            <p:cNvSpPr/>
            <p:nvPr/>
          </p:nvSpPr>
          <p:spPr>
            <a:xfrm>
              <a:off x="2640100" y="2013850"/>
              <a:ext cx="108525" cy="113175"/>
            </a:xfrm>
            <a:custGeom>
              <a:rect b="b" l="l" r="r" t="t"/>
              <a:pathLst>
                <a:path extrusionOk="0" h="4527" w="4341">
                  <a:moveTo>
                    <a:pt x="2240" y="0"/>
                  </a:moveTo>
                  <a:lnTo>
                    <a:pt x="1820" y="47"/>
                  </a:lnTo>
                  <a:lnTo>
                    <a:pt x="1353" y="187"/>
                  </a:lnTo>
                  <a:lnTo>
                    <a:pt x="980" y="373"/>
                  </a:lnTo>
                  <a:lnTo>
                    <a:pt x="653" y="653"/>
                  </a:lnTo>
                  <a:lnTo>
                    <a:pt x="373" y="980"/>
                  </a:lnTo>
                  <a:lnTo>
                    <a:pt x="187" y="1353"/>
                  </a:lnTo>
                  <a:lnTo>
                    <a:pt x="47" y="1820"/>
                  </a:lnTo>
                  <a:lnTo>
                    <a:pt x="0" y="2240"/>
                  </a:lnTo>
                  <a:lnTo>
                    <a:pt x="47" y="2707"/>
                  </a:lnTo>
                  <a:lnTo>
                    <a:pt x="187" y="3127"/>
                  </a:lnTo>
                  <a:lnTo>
                    <a:pt x="373" y="3547"/>
                  </a:lnTo>
                  <a:lnTo>
                    <a:pt x="653" y="3874"/>
                  </a:lnTo>
                  <a:lnTo>
                    <a:pt x="980" y="4154"/>
                  </a:lnTo>
                  <a:lnTo>
                    <a:pt x="1353" y="4340"/>
                  </a:lnTo>
                  <a:lnTo>
                    <a:pt x="1820" y="4480"/>
                  </a:lnTo>
                  <a:lnTo>
                    <a:pt x="2240" y="4527"/>
                  </a:lnTo>
                  <a:lnTo>
                    <a:pt x="2707" y="4480"/>
                  </a:lnTo>
                  <a:lnTo>
                    <a:pt x="3127" y="4340"/>
                  </a:lnTo>
                  <a:lnTo>
                    <a:pt x="3454" y="4154"/>
                  </a:lnTo>
                  <a:lnTo>
                    <a:pt x="3780" y="3874"/>
                  </a:lnTo>
                  <a:lnTo>
                    <a:pt x="4014" y="3547"/>
                  </a:lnTo>
                  <a:lnTo>
                    <a:pt x="4200" y="3127"/>
                  </a:lnTo>
                  <a:lnTo>
                    <a:pt x="4294" y="2707"/>
                  </a:lnTo>
                  <a:lnTo>
                    <a:pt x="4340" y="2240"/>
                  </a:lnTo>
                  <a:lnTo>
                    <a:pt x="4294" y="1820"/>
                  </a:lnTo>
                  <a:lnTo>
                    <a:pt x="4200" y="1353"/>
                  </a:lnTo>
                  <a:lnTo>
                    <a:pt x="4014" y="980"/>
                  </a:lnTo>
                  <a:lnTo>
                    <a:pt x="3780" y="653"/>
                  </a:lnTo>
                  <a:lnTo>
                    <a:pt x="3454" y="373"/>
                  </a:lnTo>
                  <a:lnTo>
                    <a:pt x="3127" y="187"/>
                  </a:lnTo>
                  <a:lnTo>
                    <a:pt x="2707" y="47"/>
                  </a:lnTo>
                  <a:lnTo>
                    <a:pt x="224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4" name="Google Shape;10174;p74"/>
            <p:cNvSpPr/>
            <p:nvPr/>
          </p:nvSpPr>
          <p:spPr>
            <a:xfrm>
              <a:off x="2687925" y="2032500"/>
              <a:ext cx="65350" cy="94525"/>
            </a:xfrm>
            <a:custGeom>
              <a:rect b="b" l="l" r="r" t="t"/>
              <a:pathLst>
                <a:path extrusionOk="0" h="3781" w="2614">
                  <a:moveTo>
                    <a:pt x="1821" y="1"/>
                  </a:moveTo>
                  <a:lnTo>
                    <a:pt x="1634" y="47"/>
                  </a:lnTo>
                  <a:lnTo>
                    <a:pt x="1541" y="94"/>
                  </a:lnTo>
                  <a:lnTo>
                    <a:pt x="1494" y="47"/>
                  </a:lnTo>
                  <a:lnTo>
                    <a:pt x="1727" y="561"/>
                  </a:lnTo>
                  <a:lnTo>
                    <a:pt x="1867" y="1027"/>
                  </a:lnTo>
                  <a:lnTo>
                    <a:pt x="1914" y="1261"/>
                  </a:lnTo>
                  <a:lnTo>
                    <a:pt x="1961" y="1494"/>
                  </a:lnTo>
                  <a:lnTo>
                    <a:pt x="1914" y="1914"/>
                  </a:lnTo>
                  <a:lnTo>
                    <a:pt x="1774" y="2334"/>
                  </a:lnTo>
                  <a:lnTo>
                    <a:pt x="1634" y="2661"/>
                  </a:lnTo>
                  <a:lnTo>
                    <a:pt x="1401" y="2988"/>
                  </a:lnTo>
                  <a:lnTo>
                    <a:pt x="1121" y="3268"/>
                  </a:lnTo>
                  <a:lnTo>
                    <a:pt x="747" y="3501"/>
                  </a:lnTo>
                  <a:lnTo>
                    <a:pt x="420" y="3641"/>
                  </a:lnTo>
                  <a:lnTo>
                    <a:pt x="0" y="3734"/>
                  </a:lnTo>
                  <a:lnTo>
                    <a:pt x="327" y="3781"/>
                  </a:lnTo>
                  <a:lnTo>
                    <a:pt x="794" y="3734"/>
                  </a:lnTo>
                  <a:lnTo>
                    <a:pt x="1214" y="3594"/>
                  </a:lnTo>
                  <a:lnTo>
                    <a:pt x="1634" y="3408"/>
                  </a:lnTo>
                  <a:lnTo>
                    <a:pt x="1961" y="3128"/>
                  </a:lnTo>
                  <a:lnTo>
                    <a:pt x="2241" y="2801"/>
                  </a:lnTo>
                  <a:lnTo>
                    <a:pt x="2427" y="2381"/>
                  </a:lnTo>
                  <a:lnTo>
                    <a:pt x="2567" y="1961"/>
                  </a:lnTo>
                  <a:lnTo>
                    <a:pt x="2614" y="1494"/>
                  </a:lnTo>
                  <a:lnTo>
                    <a:pt x="2614" y="1214"/>
                  </a:lnTo>
                  <a:lnTo>
                    <a:pt x="2521" y="934"/>
                  </a:lnTo>
                  <a:lnTo>
                    <a:pt x="2427" y="654"/>
                  </a:lnTo>
                  <a:lnTo>
                    <a:pt x="2334" y="421"/>
                  </a:lnTo>
                  <a:lnTo>
                    <a:pt x="2194" y="187"/>
                  </a:lnTo>
                  <a:lnTo>
                    <a:pt x="2054" y="47"/>
                  </a:lnTo>
                  <a:lnTo>
                    <a:pt x="191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5" name="Google Shape;10175;p74"/>
            <p:cNvSpPr/>
            <p:nvPr/>
          </p:nvSpPr>
          <p:spPr>
            <a:xfrm>
              <a:off x="2642425" y="2013850"/>
              <a:ext cx="100350" cy="42025"/>
            </a:xfrm>
            <a:custGeom>
              <a:rect b="b" l="l" r="r" t="t"/>
              <a:pathLst>
                <a:path extrusionOk="0" h="1681" w="4014">
                  <a:moveTo>
                    <a:pt x="1774" y="0"/>
                  </a:moveTo>
                  <a:lnTo>
                    <a:pt x="1447" y="93"/>
                  </a:lnTo>
                  <a:lnTo>
                    <a:pt x="1120" y="233"/>
                  </a:lnTo>
                  <a:lnTo>
                    <a:pt x="794" y="467"/>
                  </a:lnTo>
                  <a:lnTo>
                    <a:pt x="514" y="700"/>
                  </a:lnTo>
                  <a:lnTo>
                    <a:pt x="327" y="980"/>
                  </a:lnTo>
                  <a:lnTo>
                    <a:pt x="140" y="1260"/>
                  </a:lnTo>
                  <a:lnTo>
                    <a:pt x="0" y="1587"/>
                  </a:lnTo>
                  <a:lnTo>
                    <a:pt x="140" y="1680"/>
                  </a:lnTo>
                  <a:lnTo>
                    <a:pt x="327" y="1680"/>
                  </a:lnTo>
                  <a:lnTo>
                    <a:pt x="514" y="1633"/>
                  </a:lnTo>
                  <a:lnTo>
                    <a:pt x="700" y="1587"/>
                  </a:lnTo>
                  <a:lnTo>
                    <a:pt x="934" y="1400"/>
                  </a:lnTo>
                  <a:lnTo>
                    <a:pt x="1167" y="1213"/>
                  </a:lnTo>
                  <a:lnTo>
                    <a:pt x="1354" y="1167"/>
                  </a:lnTo>
                  <a:lnTo>
                    <a:pt x="1540" y="1120"/>
                  </a:lnTo>
                  <a:lnTo>
                    <a:pt x="1774" y="1167"/>
                  </a:lnTo>
                  <a:lnTo>
                    <a:pt x="1914" y="1213"/>
                  </a:lnTo>
                  <a:lnTo>
                    <a:pt x="2147" y="1400"/>
                  </a:lnTo>
                  <a:lnTo>
                    <a:pt x="2427" y="1587"/>
                  </a:lnTo>
                  <a:lnTo>
                    <a:pt x="2567" y="1633"/>
                  </a:lnTo>
                  <a:lnTo>
                    <a:pt x="2800" y="1680"/>
                  </a:lnTo>
                  <a:lnTo>
                    <a:pt x="2987" y="1633"/>
                  </a:lnTo>
                  <a:lnTo>
                    <a:pt x="3127" y="1587"/>
                  </a:lnTo>
                  <a:lnTo>
                    <a:pt x="3407" y="1400"/>
                  </a:lnTo>
                  <a:lnTo>
                    <a:pt x="3641" y="1213"/>
                  </a:lnTo>
                  <a:lnTo>
                    <a:pt x="3827" y="1167"/>
                  </a:lnTo>
                  <a:lnTo>
                    <a:pt x="4014" y="1120"/>
                  </a:lnTo>
                  <a:lnTo>
                    <a:pt x="3687" y="1027"/>
                  </a:lnTo>
                  <a:lnTo>
                    <a:pt x="3454" y="700"/>
                  </a:lnTo>
                  <a:lnTo>
                    <a:pt x="3127" y="373"/>
                  </a:lnTo>
                  <a:lnTo>
                    <a:pt x="2941" y="233"/>
                  </a:lnTo>
                  <a:lnTo>
                    <a:pt x="2707" y="93"/>
                  </a:lnTo>
                  <a:lnTo>
                    <a:pt x="24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6" name="Google Shape;10176;p74"/>
            <p:cNvSpPr/>
            <p:nvPr/>
          </p:nvSpPr>
          <p:spPr>
            <a:xfrm>
              <a:off x="2687925" y="2013850"/>
              <a:ext cx="58350" cy="32675"/>
            </a:xfrm>
            <a:custGeom>
              <a:rect b="b" l="l" r="r" t="t"/>
              <a:pathLst>
                <a:path extrusionOk="0" h="1307" w="2334">
                  <a:moveTo>
                    <a:pt x="0" y="0"/>
                  </a:moveTo>
                  <a:lnTo>
                    <a:pt x="280" y="47"/>
                  </a:lnTo>
                  <a:lnTo>
                    <a:pt x="514" y="140"/>
                  </a:lnTo>
                  <a:lnTo>
                    <a:pt x="747" y="280"/>
                  </a:lnTo>
                  <a:lnTo>
                    <a:pt x="980" y="373"/>
                  </a:lnTo>
                  <a:lnTo>
                    <a:pt x="1167" y="560"/>
                  </a:lnTo>
                  <a:lnTo>
                    <a:pt x="1354" y="747"/>
                  </a:lnTo>
                  <a:lnTo>
                    <a:pt x="1494" y="933"/>
                  </a:lnTo>
                  <a:lnTo>
                    <a:pt x="1634" y="1167"/>
                  </a:lnTo>
                  <a:lnTo>
                    <a:pt x="1727" y="1307"/>
                  </a:lnTo>
                  <a:lnTo>
                    <a:pt x="1914" y="1167"/>
                  </a:lnTo>
                  <a:lnTo>
                    <a:pt x="2194" y="1120"/>
                  </a:lnTo>
                  <a:lnTo>
                    <a:pt x="2334" y="1167"/>
                  </a:lnTo>
                  <a:lnTo>
                    <a:pt x="2147" y="887"/>
                  </a:lnTo>
                  <a:lnTo>
                    <a:pt x="1961" y="653"/>
                  </a:lnTo>
                  <a:lnTo>
                    <a:pt x="1774" y="467"/>
                  </a:lnTo>
                  <a:lnTo>
                    <a:pt x="1494" y="327"/>
                  </a:lnTo>
                  <a:lnTo>
                    <a:pt x="1261" y="187"/>
                  </a:lnTo>
                  <a:lnTo>
                    <a:pt x="980" y="93"/>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7" name="Google Shape;10177;p74"/>
            <p:cNvSpPr/>
            <p:nvPr/>
          </p:nvSpPr>
          <p:spPr>
            <a:xfrm>
              <a:off x="2554925" y="2013850"/>
              <a:ext cx="108525" cy="113175"/>
            </a:xfrm>
            <a:custGeom>
              <a:rect b="b" l="l" r="r" t="t"/>
              <a:pathLst>
                <a:path extrusionOk="0" h="4527" w="4341">
                  <a:moveTo>
                    <a:pt x="2287" y="0"/>
                  </a:moveTo>
                  <a:lnTo>
                    <a:pt x="1820" y="47"/>
                  </a:lnTo>
                  <a:lnTo>
                    <a:pt x="1400" y="187"/>
                  </a:lnTo>
                  <a:lnTo>
                    <a:pt x="1027" y="373"/>
                  </a:lnTo>
                  <a:lnTo>
                    <a:pt x="700" y="653"/>
                  </a:lnTo>
                  <a:lnTo>
                    <a:pt x="420" y="980"/>
                  </a:lnTo>
                  <a:lnTo>
                    <a:pt x="187" y="1353"/>
                  </a:lnTo>
                  <a:lnTo>
                    <a:pt x="47" y="1820"/>
                  </a:lnTo>
                  <a:lnTo>
                    <a:pt x="0" y="2240"/>
                  </a:lnTo>
                  <a:lnTo>
                    <a:pt x="47" y="2707"/>
                  </a:lnTo>
                  <a:lnTo>
                    <a:pt x="187" y="3127"/>
                  </a:lnTo>
                  <a:lnTo>
                    <a:pt x="420" y="3547"/>
                  </a:lnTo>
                  <a:lnTo>
                    <a:pt x="700" y="3874"/>
                  </a:lnTo>
                  <a:lnTo>
                    <a:pt x="1027" y="4154"/>
                  </a:lnTo>
                  <a:lnTo>
                    <a:pt x="1400" y="4340"/>
                  </a:lnTo>
                  <a:lnTo>
                    <a:pt x="1820" y="4480"/>
                  </a:lnTo>
                  <a:lnTo>
                    <a:pt x="2287" y="4527"/>
                  </a:lnTo>
                  <a:lnTo>
                    <a:pt x="2707" y="4480"/>
                  </a:lnTo>
                  <a:lnTo>
                    <a:pt x="3127" y="4340"/>
                  </a:lnTo>
                  <a:lnTo>
                    <a:pt x="3500" y="4154"/>
                  </a:lnTo>
                  <a:lnTo>
                    <a:pt x="3780" y="3874"/>
                  </a:lnTo>
                  <a:lnTo>
                    <a:pt x="4014" y="3547"/>
                  </a:lnTo>
                  <a:lnTo>
                    <a:pt x="4200" y="3127"/>
                  </a:lnTo>
                  <a:lnTo>
                    <a:pt x="4294" y="2707"/>
                  </a:lnTo>
                  <a:lnTo>
                    <a:pt x="4340" y="2240"/>
                  </a:lnTo>
                  <a:lnTo>
                    <a:pt x="4294" y="1820"/>
                  </a:lnTo>
                  <a:lnTo>
                    <a:pt x="4200" y="1353"/>
                  </a:lnTo>
                  <a:lnTo>
                    <a:pt x="4014" y="980"/>
                  </a:lnTo>
                  <a:lnTo>
                    <a:pt x="3780" y="653"/>
                  </a:lnTo>
                  <a:lnTo>
                    <a:pt x="3500" y="373"/>
                  </a:lnTo>
                  <a:lnTo>
                    <a:pt x="3127" y="187"/>
                  </a:lnTo>
                  <a:lnTo>
                    <a:pt x="2707" y="47"/>
                  </a:lnTo>
                  <a:lnTo>
                    <a:pt x="228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8" name="Google Shape;10178;p74"/>
            <p:cNvSpPr/>
            <p:nvPr/>
          </p:nvSpPr>
          <p:spPr>
            <a:xfrm>
              <a:off x="2603925" y="2032500"/>
              <a:ext cx="65350" cy="94525"/>
            </a:xfrm>
            <a:custGeom>
              <a:rect b="b" l="l" r="r" t="t"/>
              <a:pathLst>
                <a:path extrusionOk="0" h="3781" w="2614">
                  <a:moveTo>
                    <a:pt x="1820" y="1"/>
                  </a:moveTo>
                  <a:lnTo>
                    <a:pt x="1774" y="47"/>
                  </a:lnTo>
                  <a:lnTo>
                    <a:pt x="1680" y="47"/>
                  </a:lnTo>
                  <a:lnTo>
                    <a:pt x="1634" y="141"/>
                  </a:lnTo>
                  <a:lnTo>
                    <a:pt x="1587" y="94"/>
                  </a:lnTo>
                  <a:lnTo>
                    <a:pt x="1540" y="94"/>
                  </a:lnTo>
                  <a:lnTo>
                    <a:pt x="1540" y="187"/>
                  </a:lnTo>
                  <a:lnTo>
                    <a:pt x="1680" y="561"/>
                  </a:lnTo>
                  <a:lnTo>
                    <a:pt x="1867" y="1027"/>
                  </a:lnTo>
                  <a:lnTo>
                    <a:pt x="1914" y="1261"/>
                  </a:lnTo>
                  <a:lnTo>
                    <a:pt x="1914" y="1494"/>
                  </a:lnTo>
                  <a:lnTo>
                    <a:pt x="1867" y="1914"/>
                  </a:lnTo>
                  <a:lnTo>
                    <a:pt x="1774" y="2334"/>
                  </a:lnTo>
                  <a:lnTo>
                    <a:pt x="1587" y="2661"/>
                  </a:lnTo>
                  <a:lnTo>
                    <a:pt x="1354" y="2988"/>
                  </a:lnTo>
                  <a:lnTo>
                    <a:pt x="1074" y="3268"/>
                  </a:lnTo>
                  <a:lnTo>
                    <a:pt x="747" y="3501"/>
                  </a:lnTo>
                  <a:lnTo>
                    <a:pt x="374" y="3641"/>
                  </a:lnTo>
                  <a:lnTo>
                    <a:pt x="0" y="3734"/>
                  </a:lnTo>
                  <a:lnTo>
                    <a:pt x="327" y="3781"/>
                  </a:lnTo>
                  <a:lnTo>
                    <a:pt x="794" y="3734"/>
                  </a:lnTo>
                  <a:lnTo>
                    <a:pt x="1214" y="3594"/>
                  </a:lnTo>
                  <a:lnTo>
                    <a:pt x="1587" y="3408"/>
                  </a:lnTo>
                  <a:lnTo>
                    <a:pt x="1914" y="3128"/>
                  </a:lnTo>
                  <a:lnTo>
                    <a:pt x="2194" y="2801"/>
                  </a:lnTo>
                  <a:lnTo>
                    <a:pt x="2427" y="2381"/>
                  </a:lnTo>
                  <a:lnTo>
                    <a:pt x="2567" y="1961"/>
                  </a:lnTo>
                  <a:lnTo>
                    <a:pt x="2614" y="1494"/>
                  </a:lnTo>
                  <a:lnTo>
                    <a:pt x="2567" y="1214"/>
                  </a:lnTo>
                  <a:lnTo>
                    <a:pt x="2520" y="934"/>
                  </a:lnTo>
                  <a:lnTo>
                    <a:pt x="2427" y="654"/>
                  </a:lnTo>
                  <a:lnTo>
                    <a:pt x="2287" y="374"/>
                  </a:lnTo>
                  <a:lnTo>
                    <a:pt x="2147" y="187"/>
                  </a:lnTo>
                  <a:lnTo>
                    <a:pt x="2054" y="47"/>
                  </a:lnTo>
                  <a:lnTo>
                    <a:pt x="191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9" name="Google Shape;10179;p74"/>
            <p:cNvSpPr/>
            <p:nvPr/>
          </p:nvSpPr>
          <p:spPr>
            <a:xfrm>
              <a:off x="2557250" y="2013850"/>
              <a:ext cx="100375" cy="42025"/>
            </a:xfrm>
            <a:custGeom>
              <a:rect b="b" l="l" r="r" t="t"/>
              <a:pathLst>
                <a:path extrusionOk="0" h="1681" w="4015">
                  <a:moveTo>
                    <a:pt x="1821" y="0"/>
                  </a:moveTo>
                  <a:lnTo>
                    <a:pt x="1447" y="93"/>
                  </a:lnTo>
                  <a:lnTo>
                    <a:pt x="1121" y="233"/>
                  </a:lnTo>
                  <a:lnTo>
                    <a:pt x="841" y="467"/>
                  </a:lnTo>
                  <a:lnTo>
                    <a:pt x="561" y="700"/>
                  </a:lnTo>
                  <a:lnTo>
                    <a:pt x="327" y="980"/>
                  </a:lnTo>
                  <a:lnTo>
                    <a:pt x="141" y="1260"/>
                  </a:lnTo>
                  <a:lnTo>
                    <a:pt x="1" y="1587"/>
                  </a:lnTo>
                  <a:lnTo>
                    <a:pt x="141" y="1680"/>
                  </a:lnTo>
                  <a:lnTo>
                    <a:pt x="327" y="1680"/>
                  </a:lnTo>
                  <a:lnTo>
                    <a:pt x="561" y="1633"/>
                  </a:lnTo>
                  <a:lnTo>
                    <a:pt x="701" y="1587"/>
                  </a:lnTo>
                  <a:lnTo>
                    <a:pt x="981" y="1400"/>
                  </a:lnTo>
                  <a:lnTo>
                    <a:pt x="1214" y="1213"/>
                  </a:lnTo>
                  <a:lnTo>
                    <a:pt x="1354" y="1167"/>
                  </a:lnTo>
                  <a:lnTo>
                    <a:pt x="1587" y="1120"/>
                  </a:lnTo>
                  <a:lnTo>
                    <a:pt x="1774" y="1167"/>
                  </a:lnTo>
                  <a:lnTo>
                    <a:pt x="1961" y="1213"/>
                  </a:lnTo>
                  <a:lnTo>
                    <a:pt x="2194" y="1400"/>
                  </a:lnTo>
                  <a:lnTo>
                    <a:pt x="2427" y="1587"/>
                  </a:lnTo>
                  <a:lnTo>
                    <a:pt x="2614" y="1633"/>
                  </a:lnTo>
                  <a:lnTo>
                    <a:pt x="2801" y="1680"/>
                  </a:lnTo>
                  <a:lnTo>
                    <a:pt x="2987" y="1633"/>
                  </a:lnTo>
                  <a:lnTo>
                    <a:pt x="3174" y="1587"/>
                  </a:lnTo>
                  <a:lnTo>
                    <a:pt x="3407" y="1400"/>
                  </a:lnTo>
                  <a:lnTo>
                    <a:pt x="3687" y="1213"/>
                  </a:lnTo>
                  <a:lnTo>
                    <a:pt x="3827" y="1167"/>
                  </a:lnTo>
                  <a:lnTo>
                    <a:pt x="4014" y="1120"/>
                  </a:lnTo>
                  <a:lnTo>
                    <a:pt x="3967" y="1073"/>
                  </a:lnTo>
                  <a:lnTo>
                    <a:pt x="3921" y="1027"/>
                  </a:lnTo>
                  <a:lnTo>
                    <a:pt x="3641" y="700"/>
                  </a:lnTo>
                  <a:lnTo>
                    <a:pt x="3267" y="373"/>
                  </a:lnTo>
                  <a:lnTo>
                    <a:pt x="3034" y="233"/>
                  </a:lnTo>
                  <a:lnTo>
                    <a:pt x="2801" y="93"/>
                  </a:lnTo>
                  <a:lnTo>
                    <a:pt x="24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0" name="Google Shape;10180;p74"/>
            <p:cNvSpPr/>
            <p:nvPr/>
          </p:nvSpPr>
          <p:spPr>
            <a:xfrm>
              <a:off x="2603925" y="2013850"/>
              <a:ext cx="57200" cy="32675"/>
            </a:xfrm>
            <a:custGeom>
              <a:rect b="b" l="l" r="r" t="t"/>
              <a:pathLst>
                <a:path extrusionOk="0" h="1307" w="2288">
                  <a:moveTo>
                    <a:pt x="0" y="0"/>
                  </a:moveTo>
                  <a:lnTo>
                    <a:pt x="234" y="47"/>
                  </a:lnTo>
                  <a:lnTo>
                    <a:pt x="467" y="140"/>
                  </a:lnTo>
                  <a:lnTo>
                    <a:pt x="700" y="280"/>
                  </a:lnTo>
                  <a:lnTo>
                    <a:pt x="934" y="373"/>
                  </a:lnTo>
                  <a:lnTo>
                    <a:pt x="1120" y="560"/>
                  </a:lnTo>
                  <a:lnTo>
                    <a:pt x="1307" y="747"/>
                  </a:lnTo>
                  <a:lnTo>
                    <a:pt x="1494" y="933"/>
                  </a:lnTo>
                  <a:lnTo>
                    <a:pt x="1634" y="1120"/>
                  </a:lnTo>
                  <a:lnTo>
                    <a:pt x="1680" y="1307"/>
                  </a:lnTo>
                  <a:lnTo>
                    <a:pt x="1914" y="1167"/>
                  </a:lnTo>
                  <a:lnTo>
                    <a:pt x="2147" y="1120"/>
                  </a:lnTo>
                  <a:lnTo>
                    <a:pt x="2287" y="1167"/>
                  </a:lnTo>
                  <a:lnTo>
                    <a:pt x="2287" y="1120"/>
                  </a:lnTo>
                  <a:lnTo>
                    <a:pt x="2147" y="887"/>
                  </a:lnTo>
                  <a:lnTo>
                    <a:pt x="1960" y="653"/>
                  </a:lnTo>
                  <a:lnTo>
                    <a:pt x="1727" y="467"/>
                  </a:lnTo>
                  <a:lnTo>
                    <a:pt x="1494" y="327"/>
                  </a:lnTo>
                  <a:lnTo>
                    <a:pt x="1214" y="187"/>
                  </a:lnTo>
                  <a:lnTo>
                    <a:pt x="934" y="93"/>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1" name="Google Shape;10181;p74"/>
            <p:cNvSpPr/>
            <p:nvPr/>
          </p:nvSpPr>
          <p:spPr>
            <a:xfrm>
              <a:off x="2470925" y="2013850"/>
              <a:ext cx="109675" cy="113175"/>
            </a:xfrm>
            <a:custGeom>
              <a:rect b="b" l="l" r="r" t="t"/>
              <a:pathLst>
                <a:path extrusionOk="0" h="4527" w="4387">
                  <a:moveTo>
                    <a:pt x="2240" y="0"/>
                  </a:moveTo>
                  <a:lnTo>
                    <a:pt x="1820" y="47"/>
                  </a:lnTo>
                  <a:lnTo>
                    <a:pt x="1354" y="187"/>
                  </a:lnTo>
                  <a:lnTo>
                    <a:pt x="980" y="373"/>
                  </a:lnTo>
                  <a:lnTo>
                    <a:pt x="654" y="653"/>
                  </a:lnTo>
                  <a:lnTo>
                    <a:pt x="374" y="980"/>
                  </a:lnTo>
                  <a:lnTo>
                    <a:pt x="187" y="1353"/>
                  </a:lnTo>
                  <a:lnTo>
                    <a:pt x="47" y="1820"/>
                  </a:lnTo>
                  <a:lnTo>
                    <a:pt x="0" y="2240"/>
                  </a:lnTo>
                  <a:lnTo>
                    <a:pt x="47" y="2707"/>
                  </a:lnTo>
                  <a:lnTo>
                    <a:pt x="187" y="3127"/>
                  </a:lnTo>
                  <a:lnTo>
                    <a:pt x="374" y="3547"/>
                  </a:lnTo>
                  <a:lnTo>
                    <a:pt x="654" y="3874"/>
                  </a:lnTo>
                  <a:lnTo>
                    <a:pt x="980" y="4154"/>
                  </a:lnTo>
                  <a:lnTo>
                    <a:pt x="1354" y="4340"/>
                  </a:lnTo>
                  <a:lnTo>
                    <a:pt x="1820" y="4480"/>
                  </a:lnTo>
                  <a:lnTo>
                    <a:pt x="2240" y="4527"/>
                  </a:lnTo>
                  <a:lnTo>
                    <a:pt x="2707" y="4480"/>
                  </a:lnTo>
                  <a:lnTo>
                    <a:pt x="3127" y="4340"/>
                  </a:lnTo>
                  <a:lnTo>
                    <a:pt x="3454" y="4154"/>
                  </a:lnTo>
                  <a:lnTo>
                    <a:pt x="3780" y="3874"/>
                  </a:lnTo>
                  <a:lnTo>
                    <a:pt x="4014" y="3547"/>
                  </a:lnTo>
                  <a:lnTo>
                    <a:pt x="4200" y="3127"/>
                  </a:lnTo>
                  <a:lnTo>
                    <a:pt x="4340" y="2707"/>
                  </a:lnTo>
                  <a:lnTo>
                    <a:pt x="4387" y="2240"/>
                  </a:lnTo>
                  <a:lnTo>
                    <a:pt x="4340" y="1820"/>
                  </a:lnTo>
                  <a:lnTo>
                    <a:pt x="4200" y="1353"/>
                  </a:lnTo>
                  <a:lnTo>
                    <a:pt x="4014" y="980"/>
                  </a:lnTo>
                  <a:lnTo>
                    <a:pt x="3780" y="653"/>
                  </a:lnTo>
                  <a:lnTo>
                    <a:pt x="3454" y="373"/>
                  </a:lnTo>
                  <a:lnTo>
                    <a:pt x="3127" y="187"/>
                  </a:lnTo>
                  <a:lnTo>
                    <a:pt x="2707" y="47"/>
                  </a:lnTo>
                  <a:lnTo>
                    <a:pt x="224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2" name="Google Shape;10182;p74"/>
            <p:cNvSpPr/>
            <p:nvPr/>
          </p:nvSpPr>
          <p:spPr>
            <a:xfrm>
              <a:off x="2518750" y="2030175"/>
              <a:ext cx="65350" cy="96850"/>
            </a:xfrm>
            <a:custGeom>
              <a:rect b="b" l="l" r="r" t="t"/>
              <a:pathLst>
                <a:path extrusionOk="0" h="3874" w="2614">
                  <a:moveTo>
                    <a:pt x="1634" y="0"/>
                  </a:moveTo>
                  <a:lnTo>
                    <a:pt x="1587" y="47"/>
                  </a:lnTo>
                  <a:lnTo>
                    <a:pt x="1541" y="47"/>
                  </a:lnTo>
                  <a:lnTo>
                    <a:pt x="1541" y="94"/>
                  </a:lnTo>
                  <a:lnTo>
                    <a:pt x="1541" y="280"/>
                  </a:lnTo>
                  <a:lnTo>
                    <a:pt x="1727" y="654"/>
                  </a:lnTo>
                  <a:lnTo>
                    <a:pt x="1867" y="1120"/>
                  </a:lnTo>
                  <a:lnTo>
                    <a:pt x="1914" y="1354"/>
                  </a:lnTo>
                  <a:lnTo>
                    <a:pt x="1914" y="1587"/>
                  </a:lnTo>
                  <a:lnTo>
                    <a:pt x="1914" y="2007"/>
                  </a:lnTo>
                  <a:lnTo>
                    <a:pt x="1774" y="2427"/>
                  </a:lnTo>
                  <a:lnTo>
                    <a:pt x="1634" y="2754"/>
                  </a:lnTo>
                  <a:lnTo>
                    <a:pt x="1401" y="3081"/>
                  </a:lnTo>
                  <a:lnTo>
                    <a:pt x="1074" y="3361"/>
                  </a:lnTo>
                  <a:lnTo>
                    <a:pt x="747" y="3594"/>
                  </a:lnTo>
                  <a:lnTo>
                    <a:pt x="421" y="3734"/>
                  </a:lnTo>
                  <a:lnTo>
                    <a:pt x="1" y="3827"/>
                  </a:lnTo>
                  <a:lnTo>
                    <a:pt x="327" y="3874"/>
                  </a:lnTo>
                  <a:lnTo>
                    <a:pt x="794" y="3827"/>
                  </a:lnTo>
                  <a:lnTo>
                    <a:pt x="1214" y="3687"/>
                  </a:lnTo>
                  <a:lnTo>
                    <a:pt x="1634" y="3501"/>
                  </a:lnTo>
                  <a:lnTo>
                    <a:pt x="1961" y="3221"/>
                  </a:lnTo>
                  <a:lnTo>
                    <a:pt x="2241" y="2894"/>
                  </a:lnTo>
                  <a:lnTo>
                    <a:pt x="2427" y="2474"/>
                  </a:lnTo>
                  <a:lnTo>
                    <a:pt x="2567" y="2054"/>
                  </a:lnTo>
                  <a:lnTo>
                    <a:pt x="2614" y="1587"/>
                  </a:lnTo>
                  <a:lnTo>
                    <a:pt x="2614" y="1307"/>
                  </a:lnTo>
                  <a:lnTo>
                    <a:pt x="2521" y="1027"/>
                  </a:lnTo>
                  <a:lnTo>
                    <a:pt x="2427" y="747"/>
                  </a:lnTo>
                  <a:lnTo>
                    <a:pt x="2334" y="467"/>
                  </a:lnTo>
                  <a:lnTo>
                    <a:pt x="2194" y="280"/>
                  </a:lnTo>
                  <a:lnTo>
                    <a:pt x="2054" y="140"/>
                  </a:lnTo>
                  <a:lnTo>
                    <a:pt x="1914" y="47"/>
                  </a:lnTo>
                  <a:lnTo>
                    <a:pt x="177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3" name="Google Shape;10183;p74"/>
            <p:cNvSpPr/>
            <p:nvPr/>
          </p:nvSpPr>
          <p:spPr>
            <a:xfrm>
              <a:off x="2473250" y="2013850"/>
              <a:ext cx="100350" cy="42025"/>
            </a:xfrm>
            <a:custGeom>
              <a:rect b="b" l="l" r="r" t="t"/>
              <a:pathLst>
                <a:path extrusionOk="0" h="1681" w="4014">
                  <a:moveTo>
                    <a:pt x="1774" y="0"/>
                  </a:moveTo>
                  <a:lnTo>
                    <a:pt x="1447" y="93"/>
                  </a:lnTo>
                  <a:lnTo>
                    <a:pt x="1121" y="233"/>
                  </a:lnTo>
                  <a:lnTo>
                    <a:pt x="794" y="467"/>
                  </a:lnTo>
                  <a:lnTo>
                    <a:pt x="514" y="700"/>
                  </a:lnTo>
                  <a:lnTo>
                    <a:pt x="281" y="980"/>
                  </a:lnTo>
                  <a:lnTo>
                    <a:pt x="141" y="1260"/>
                  </a:lnTo>
                  <a:lnTo>
                    <a:pt x="0" y="1587"/>
                  </a:lnTo>
                  <a:lnTo>
                    <a:pt x="141" y="1680"/>
                  </a:lnTo>
                  <a:lnTo>
                    <a:pt x="327" y="1680"/>
                  </a:lnTo>
                  <a:lnTo>
                    <a:pt x="514" y="1633"/>
                  </a:lnTo>
                  <a:lnTo>
                    <a:pt x="701" y="1587"/>
                  </a:lnTo>
                  <a:lnTo>
                    <a:pt x="934" y="1400"/>
                  </a:lnTo>
                  <a:lnTo>
                    <a:pt x="1167" y="1213"/>
                  </a:lnTo>
                  <a:lnTo>
                    <a:pt x="1354" y="1167"/>
                  </a:lnTo>
                  <a:lnTo>
                    <a:pt x="1541" y="1120"/>
                  </a:lnTo>
                  <a:lnTo>
                    <a:pt x="1774" y="1167"/>
                  </a:lnTo>
                  <a:lnTo>
                    <a:pt x="1914" y="1213"/>
                  </a:lnTo>
                  <a:lnTo>
                    <a:pt x="2147" y="1400"/>
                  </a:lnTo>
                  <a:lnTo>
                    <a:pt x="2427" y="1587"/>
                  </a:lnTo>
                  <a:lnTo>
                    <a:pt x="2567" y="1633"/>
                  </a:lnTo>
                  <a:lnTo>
                    <a:pt x="2801" y="1680"/>
                  </a:lnTo>
                  <a:lnTo>
                    <a:pt x="2987" y="1633"/>
                  </a:lnTo>
                  <a:lnTo>
                    <a:pt x="3127" y="1587"/>
                  </a:lnTo>
                  <a:lnTo>
                    <a:pt x="3407" y="1400"/>
                  </a:lnTo>
                  <a:lnTo>
                    <a:pt x="3641" y="1213"/>
                  </a:lnTo>
                  <a:lnTo>
                    <a:pt x="3827" y="1167"/>
                  </a:lnTo>
                  <a:lnTo>
                    <a:pt x="4014" y="1120"/>
                  </a:lnTo>
                  <a:lnTo>
                    <a:pt x="3967" y="1073"/>
                  </a:lnTo>
                  <a:lnTo>
                    <a:pt x="3921" y="1027"/>
                  </a:lnTo>
                  <a:lnTo>
                    <a:pt x="3641" y="700"/>
                  </a:lnTo>
                  <a:lnTo>
                    <a:pt x="3267" y="327"/>
                  </a:lnTo>
                  <a:lnTo>
                    <a:pt x="3034" y="187"/>
                  </a:lnTo>
                  <a:lnTo>
                    <a:pt x="2754" y="93"/>
                  </a:lnTo>
                  <a:lnTo>
                    <a:pt x="24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4" name="Google Shape;10184;p74"/>
            <p:cNvSpPr/>
            <p:nvPr/>
          </p:nvSpPr>
          <p:spPr>
            <a:xfrm>
              <a:off x="2518750" y="2013850"/>
              <a:ext cx="58350" cy="32675"/>
            </a:xfrm>
            <a:custGeom>
              <a:rect b="b" l="l" r="r" t="t"/>
              <a:pathLst>
                <a:path extrusionOk="0" h="1307" w="2334">
                  <a:moveTo>
                    <a:pt x="1" y="0"/>
                  </a:moveTo>
                  <a:lnTo>
                    <a:pt x="281" y="47"/>
                  </a:lnTo>
                  <a:lnTo>
                    <a:pt x="514" y="140"/>
                  </a:lnTo>
                  <a:lnTo>
                    <a:pt x="747" y="280"/>
                  </a:lnTo>
                  <a:lnTo>
                    <a:pt x="981" y="373"/>
                  </a:lnTo>
                  <a:lnTo>
                    <a:pt x="1167" y="560"/>
                  </a:lnTo>
                  <a:lnTo>
                    <a:pt x="1354" y="747"/>
                  </a:lnTo>
                  <a:lnTo>
                    <a:pt x="1494" y="933"/>
                  </a:lnTo>
                  <a:lnTo>
                    <a:pt x="1634" y="1120"/>
                  </a:lnTo>
                  <a:lnTo>
                    <a:pt x="1727" y="1307"/>
                  </a:lnTo>
                  <a:lnTo>
                    <a:pt x="1914" y="1167"/>
                  </a:lnTo>
                  <a:lnTo>
                    <a:pt x="2194" y="1120"/>
                  </a:lnTo>
                  <a:lnTo>
                    <a:pt x="2334" y="1167"/>
                  </a:lnTo>
                  <a:lnTo>
                    <a:pt x="2334" y="1120"/>
                  </a:lnTo>
                  <a:lnTo>
                    <a:pt x="2147" y="887"/>
                  </a:lnTo>
                  <a:lnTo>
                    <a:pt x="1961" y="653"/>
                  </a:lnTo>
                  <a:lnTo>
                    <a:pt x="1727" y="467"/>
                  </a:lnTo>
                  <a:lnTo>
                    <a:pt x="1494" y="327"/>
                  </a:lnTo>
                  <a:lnTo>
                    <a:pt x="1261" y="187"/>
                  </a:lnTo>
                  <a:lnTo>
                    <a:pt x="934" y="93"/>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5" name="Google Shape;10185;p74"/>
            <p:cNvSpPr/>
            <p:nvPr/>
          </p:nvSpPr>
          <p:spPr>
            <a:xfrm>
              <a:off x="2444075" y="2076850"/>
              <a:ext cx="331375" cy="93350"/>
            </a:xfrm>
            <a:custGeom>
              <a:rect b="b" l="l" r="r" t="t"/>
              <a:pathLst>
                <a:path extrusionOk="0" h="3734" w="13255">
                  <a:moveTo>
                    <a:pt x="141" y="0"/>
                  </a:moveTo>
                  <a:lnTo>
                    <a:pt x="47" y="47"/>
                  </a:lnTo>
                  <a:lnTo>
                    <a:pt x="1" y="140"/>
                  </a:lnTo>
                  <a:lnTo>
                    <a:pt x="1" y="233"/>
                  </a:lnTo>
                  <a:lnTo>
                    <a:pt x="607" y="3500"/>
                  </a:lnTo>
                  <a:lnTo>
                    <a:pt x="654" y="3594"/>
                  </a:lnTo>
                  <a:lnTo>
                    <a:pt x="747" y="3687"/>
                  </a:lnTo>
                  <a:lnTo>
                    <a:pt x="841" y="3734"/>
                  </a:lnTo>
                  <a:lnTo>
                    <a:pt x="12555" y="3734"/>
                  </a:lnTo>
                  <a:lnTo>
                    <a:pt x="12555" y="3640"/>
                  </a:lnTo>
                  <a:lnTo>
                    <a:pt x="12555" y="3500"/>
                  </a:lnTo>
                  <a:lnTo>
                    <a:pt x="12555" y="3407"/>
                  </a:lnTo>
                  <a:lnTo>
                    <a:pt x="13115" y="467"/>
                  </a:lnTo>
                  <a:lnTo>
                    <a:pt x="13255" y="187"/>
                  </a:lnTo>
                  <a:lnTo>
                    <a:pt x="13255" y="47"/>
                  </a:lnTo>
                  <a:lnTo>
                    <a:pt x="13255" y="0"/>
                  </a:lnTo>
                  <a:lnTo>
                    <a:pt x="7981" y="0"/>
                  </a:lnTo>
                  <a:lnTo>
                    <a:pt x="6721" y="233"/>
                  </a:lnTo>
                  <a:lnTo>
                    <a:pt x="546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6" name="Google Shape;10186;p74"/>
            <p:cNvSpPr/>
            <p:nvPr/>
          </p:nvSpPr>
          <p:spPr>
            <a:xfrm>
              <a:off x="2742750" y="2076850"/>
              <a:ext cx="37375" cy="93350"/>
            </a:xfrm>
            <a:custGeom>
              <a:rect b="b" l="l" r="r" t="t"/>
              <a:pathLst>
                <a:path extrusionOk="0" h="3734" w="1495">
                  <a:moveTo>
                    <a:pt x="701" y="0"/>
                  </a:moveTo>
                  <a:lnTo>
                    <a:pt x="748" y="47"/>
                  </a:lnTo>
                  <a:lnTo>
                    <a:pt x="794" y="140"/>
                  </a:lnTo>
                  <a:lnTo>
                    <a:pt x="794" y="233"/>
                  </a:lnTo>
                  <a:lnTo>
                    <a:pt x="188" y="3500"/>
                  </a:lnTo>
                  <a:lnTo>
                    <a:pt x="141" y="3594"/>
                  </a:lnTo>
                  <a:lnTo>
                    <a:pt x="94" y="3687"/>
                  </a:lnTo>
                  <a:lnTo>
                    <a:pt x="1" y="3734"/>
                  </a:lnTo>
                  <a:lnTo>
                    <a:pt x="654" y="3734"/>
                  </a:lnTo>
                  <a:lnTo>
                    <a:pt x="748" y="3687"/>
                  </a:lnTo>
                  <a:lnTo>
                    <a:pt x="841" y="3594"/>
                  </a:lnTo>
                  <a:lnTo>
                    <a:pt x="888" y="3500"/>
                  </a:lnTo>
                  <a:lnTo>
                    <a:pt x="1494" y="233"/>
                  </a:lnTo>
                  <a:lnTo>
                    <a:pt x="1494" y="140"/>
                  </a:lnTo>
                  <a:lnTo>
                    <a:pt x="1448" y="47"/>
                  </a:lnTo>
                  <a:lnTo>
                    <a:pt x="13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7" name="Google Shape;10187;p74"/>
            <p:cNvSpPr/>
            <p:nvPr/>
          </p:nvSpPr>
          <p:spPr>
            <a:xfrm>
              <a:off x="2580575" y="2076850"/>
              <a:ext cx="63050" cy="28025"/>
            </a:xfrm>
            <a:custGeom>
              <a:rect b="b" l="l" r="r" t="t"/>
              <a:pathLst>
                <a:path extrusionOk="0" h="1121" w="2522">
                  <a:moveTo>
                    <a:pt x="1" y="0"/>
                  </a:moveTo>
                  <a:lnTo>
                    <a:pt x="1" y="794"/>
                  </a:lnTo>
                  <a:lnTo>
                    <a:pt x="1" y="934"/>
                  </a:lnTo>
                  <a:lnTo>
                    <a:pt x="94" y="1027"/>
                  </a:lnTo>
                  <a:lnTo>
                    <a:pt x="188" y="1074"/>
                  </a:lnTo>
                  <a:lnTo>
                    <a:pt x="328" y="1120"/>
                  </a:lnTo>
                  <a:lnTo>
                    <a:pt x="2194" y="1120"/>
                  </a:lnTo>
                  <a:lnTo>
                    <a:pt x="2288" y="1074"/>
                  </a:lnTo>
                  <a:lnTo>
                    <a:pt x="2241" y="1027"/>
                  </a:lnTo>
                  <a:lnTo>
                    <a:pt x="2194" y="887"/>
                  </a:lnTo>
                  <a:lnTo>
                    <a:pt x="2148" y="794"/>
                  </a:lnTo>
                  <a:lnTo>
                    <a:pt x="252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8" name="Google Shape;10188;p74"/>
            <p:cNvSpPr/>
            <p:nvPr/>
          </p:nvSpPr>
          <p:spPr>
            <a:xfrm>
              <a:off x="2619100" y="2076850"/>
              <a:ext cx="24525" cy="28025"/>
            </a:xfrm>
            <a:custGeom>
              <a:rect b="b" l="l" r="r" t="t"/>
              <a:pathLst>
                <a:path extrusionOk="0" h="1121" w="981">
                  <a:moveTo>
                    <a:pt x="327" y="0"/>
                  </a:moveTo>
                  <a:lnTo>
                    <a:pt x="327" y="794"/>
                  </a:lnTo>
                  <a:lnTo>
                    <a:pt x="280" y="934"/>
                  </a:lnTo>
                  <a:lnTo>
                    <a:pt x="233" y="1027"/>
                  </a:lnTo>
                  <a:lnTo>
                    <a:pt x="93" y="1074"/>
                  </a:lnTo>
                  <a:lnTo>
                    <a:pt x="0" y="1120"/>
                  </a:lnTo>
                  <a:lnTo>
                    <a:pt x="653" y="1120"/>
                  </a:lnTo>
                  <a:lnTo>
                    <a:pt x="793" y="1074"/>
                  </a:lnTo>
                  <a:lnTo>
                    <a:pt x="887" y="1027"/>
                  </a:lnTo>
                  <a:lnTo>
                    <a:pt x="980" y="934"/>
                  </a:lnTo>
                  <a:lnTo>
                    <a:pt x="980" y="794"/>
                  </a:lnTo>
                  <a:lnTo>
                    <a:pt x="9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89" name="Google Shape;10189;p74"/>
          <p:cNvGrpSpPr/>
          <p:nvPr/>
        </p:nvGrpSpPr>
        <p:grpSpPr>
          <a:xfrm>
            <a:off x="4403988" y="3701650"/>
            <a:ext cx="336025" cy="267200"/>
            <a:chOff x="6986075" y="1913500"/>
            <a:chExt cx="336025" cy="267200"/>
          </a:xfrm>
        </p:grpSpPr>
        <p:sp>
          <p:nvSpPr>
            <p:cNvPr id="10190" name="Google Shape;10190;p74"/>
            <p:cNvSpPr/>
            <p:nvPr/>
          </p:nvSpPr>
          <p:spPr>
            <a:xfrm>
              <a:off x="7183250" y="2139850"/>
              <a:ext cx="135350" cy="25675"/>
            </a:xfrm>
            <a:custGeom>
              <a:rect b="b" l="l" r="r" t="t"/>
              <a:pathLst>
                <a:path extrusionOk="0" h="1027" w="5414">
                  <a:moveTo>
                    <a:pt x="0" y="0"/>
                  </a:moveTo>
                  <a:lnTo>
                    <a:pt x="0" y="1027"/>
                  </a:lnTo>
                  <a:lnTo>
                    <a:pt x="5321" y="1027"/>
                  </a:lnTo>
                  <a:lnTo>
                    <a:pt x="5367" y="980"/>
                  </a:lnTo>
                  <a:lnTo>
                    <a:pt x="5414" y="934"/>
                  </a:lnTo>
                  <a:lnTo>
                    <a:pt x="5414" y="747"/>
                  </a:lnTo>
                  <a:lnTo>
                    <a:pt x="5414" y="234"/>
                  </a:lnTo>
                  <a:lnTo>
                    <a:pt x="5414" y="94"/>
                  </a:lnTo>
                  <a:lnTo>
                    <a:pt x="5367" y="47"/>
                  </a:lnTo>
                  <a:lnTo>
                    <a:pt x="53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1" name="Google Shape;10191;p74"/>
            <p:cNvSpPr/>
            <p:nvPr/>
          </p:nvSpPr>
          <p:spPr>
            <a:xfrm>
              <a:off x="7298750" y="2139850"/>
              <a:ext cx="23350" cy="25675"/>
            </a:xfrm>
            <a:custGeom>
              <a:rect b="b" l="l" r="r" t="t"/>
              <a:pathLst>
                <a:path extrusionOk="0" h="1027" w="934">
                  <a:moveTo>
                    <a:pt x="1" y="0"/>
                  </a:moveTo>
                  <a:lnTo>
                    <a:pt x="94" y="47"/>
                  </a:lnTo>
                  <a:lnTo>
                    <a:pt x="187" y="94"/>
                  </a:lnTo>
                  <a:lnTo>
                    <a:pt x="234" y="140"/>
                  </a:lnTo>
                  <a:lnTo>
                    <a:pt x="234" y="234"/>
                  </a:lnTo>
                  <a:lnTo>
                    <a:pt x="234" y="794"/>
                  </a:lnTo>
                  <a:lnTo>
                    <a:pt x="234" y="887"/>
                  </a:lnTo>
                  <a:lnTo>
                    <a:pt x="187" y="934"/>
                  </a:lnTo>
                  <a:lnTo>
                    <a:pt x="94" y="980"/>
                  </a:lnTo>
                  <a:lnTo>
                    <a:pt x="1" y="1027"/>
                  </a:lnTo>
                  <a:lnTo>
                    <a:pt x="701" y="1027"/>
                  </a:lnTo>
                  <a:lnTo>
                    <a:pt x="794" y="980"/>
                  </a:lnTo>
                  <a:lnTo>
                    <a:pt x="841" y="934"/>
                  </a:lnTo>
                  <a:lnTo>
                    <a:pt x="887" y="887"/>
                  </a:lnTo>
                  <a:lnTo>
                    <a:pt x="934" y="794"/>
                  </a:lnTo>
                  <a:lnTo>
                    <a:pt x="934" y="234"/>
                  </a:lnTo>
                  <a:lnTo>
                    <a:pt x="887" y="140"/>
                  </a:lnTo>
                  <a:lnTo>
                    <a:pt x="841" y="94"/>
                  </a:lnTo>
                  <a:lnTo>
                    <a:pt x="794" y="47"/>
                  </a:lnTo>
                  <a:lnTo>
                    <a:pt x="70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2" name="Google Shape;10192;p74"/>
            <p:cNvSpPr/>
            <p:nvPr/>
          </p:nvSpPr>
          <p:spPr>
            <a:xfrm>
              <a:off x="6986075" y="2124675"/>
              <a:ext cx="210025" cy="56025"/>
            </a:xfrm>
            <a:custGeom>
              <a:rect b="b" l="l" r="r" t="t"/>
              <a:pathLst>
                <a:path extrusionOk="0" h="2241" w="8401">
                  <a:moveTo>
                    <a:pt x="0" y="1"/>
                  </a:moveTo>
                  <a:lnTo>
                    <a:pt x="0" y="94"/>
                  </a:lnTo>
                  <a:lnTo>
                    <a:pt x="0" y="561"/>
                  </a:lnTo>
                  <a:lnTo>
                    <a:pt x="0" y="887"/>
                  </a:lnTo>
                  <a:lnTo>
                    <a:pt x="94" y="1214"/>
                  </a:lnTo>
                  <a:lnTo>
                    <a:pt x="280" y="1494"/>
                  </a:lnTo>
                  <a:lnTo>
                    <a:pt x="467" y="1774"/>
                  </a:lnTo>
                  <a:lnTo>
                    <a:pt x="747" y="1961"/>
                  </a:lnTo>
                  <a:lnTo>
                    <a:pt x="1027" y="2101"/>
                  </a:lnTo>
                  <a:lnTo>
                    <a:pt x="1354" y="2241"/>
                  </a:lnTo>
                  <a:lnTo>
                    <a:pt x="7141" y="2241"/>
                  </a:lnTo>
                  <a:lnTo>
                    <a:pt x="7421" y="2147"/>
                  </a:lnTo>
                  <a:lnTo>
                    <a:pt x="7654" y="1961"/>
                  </a:lnTo>
                  <a:lnTo>
                    <a:pt x="7841" y="1774"/>
                  </a:lnTo>
                  <a:lnTo>
                    <a:pt x="8027" y="1541"/>
                  </a:lnTo>
                  <a:lnTo>
                    <a:pt x="8121" y="1261"/>
                  </a:lnTo>
                  <a:lnTo>
                    <a:pt x="8167" y="934"/>
                  </a:lnTo>
                  <a:lnTo>
                    <a:pt x="8214" y="561"/>
                  </a:lnTo>
                  <a:lnTo>
                    <a:pt x="8354" y="281"/>
                  </a:lnTo>
                  <a:lnTo>
                    <a:pt x="8401" y="94"/>
                  </a:lnTo>
                  <a:lnTo>
                    <a:pt x="840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3" name="Google Shape;10193;p74"/>
            <p:cNvSpPr/>
            <p:nvPr/>
          </p:nvSpPr>
          <p:spPr>
            <a:xfrm>
              <a:off x="7008250" y="1940325"/>
              <a:ext cx="46675" cy="60700"/>
            </a:xfrm>
            <a:custGeom>
              <a:rect b="b" l="l" r="r" t="t"/>
              <a:pathLst>
                <a:path extrusionOk="0" h="2428" w="1867">
                  <a:moveTo>
                    <a:pt x="840" y="1"/>
                  </a:moveTo>
                  <a:lnTo>
                    <a:pt x="747" y="48"/>
                  </a:lnTo>
                  <a:lnTo>
                    <a:pt x="654" y="94"/>
                  </a:lnTo>
                  <a:lnTo>
                    <a:pt x="280" y="374"/>
                  </a:lnTo>
                  <a:lnTo>
                    <a:pt x="187" y="468"/>
                  </a:lnTo>
                  <a:lnTo>
                    <a:pt x="94" y="608"/>
                  </a:lnTo>
                  <a:lnTo>
                    <a:pt x="0" y="701"/>
                  </a:lnTo>
                  <a:lnTo>
                    <a:pt x="0" y="841"/>
                  </a:lnTo>
                  <a:lnTo>
                    <a:pt x="0" y="1028"/>
                  </a:lnTo>
                  <a:lnTo>
                    <a:pt x="0" y="1168"/>
                  </a:lnTo>
                  <a:lnTo>
                    <a:pt x="47" y="1308"/>
                  </a:lnTo>
                  <a:lnTo>
                    <a:pt x="140" y="1448"/>
                  </a:lnTo>
                  <a:lnTo>
                    <a:pt x="514" y="1914"/>
                  </a:lnTo>
                  <a:lnTo>
                    <a:pt x="560" y="1961"/>
                  </a:lnTo>
                  <a:lnTo>
                    <a:pt x="654" y="1961"/>
                  </a:lnTo>
                  <a:lnTo>
                    <a:pt x="934" y="1728"/>
                  </a:lnTo>
                  <a:lnTo>
                    <a:pt x="1027" y="1728"/>
                  </a:lnTo>
                  <a:lnTo>
                    <a:pt x="1074" y="1774"/>
                  </a:lnTo>
                  <a:lnTo>
                    <a:pt x="1540" y="2381"/>
                  </a:lnTo>
                  <a:lnTo>
                    <a:pt x="1587" y="2428"/>
                  </a:lnTo>
                  <a:lnTo>
                    <a:pt x="1680" y="2381"/>
                  </a:lnTo>
                  <a:lnTo>
                    <a:pt x="1634" y="1354"/>
                  </a:lnTo>
                  <a:lnTo>
                    <a:pt x="1587" y="1214"/>
                  </a:lnTo>
                  <a:lnTo>
                    <a:pt x="1587" y="1168"/>
                  </a:lnTo>
                  <a:lnTo>
                    <a:pt x="1634" y="1121"/>
                  </a:lnTo>
                  <a:lnTo>
                    <a:pt x="1867" y="934"/>
                  </a:lnTo>
                  <a:lnTo>
                    <a:pt x="1867" y="888"/>
                  </a:lnTo>
                  <a:lnTo>
                    <a:pt x="1820" y="794"/>
                  </a:lnTo>
                  <a:lnTo>
                    <a:pt x="1400" y="421"/>
                  </a:lnTo>
                  <a:lnTo>
                    <a:pt x="1214" y="188"/>
                  </a:lnTo>
                  <a:lnTo>
                    <a:pt x="1074" y="48"/>
                  </a:lnTo>
                  <a:lnTo>
                    <a:pt x="9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4" name="Google Shape;10194;p74"/>
            <p:cNvSpPr/>
            <p:nvPr/>
          </p:nvSpPr>
          <p:spPr>
            <a:xfrm>
              <a:off x="7116750" y="1971850"/>
              <a:ext cx="49025" cy="56025"/>
            </a:xfrm>
            <a:custGeom>
              <a:rect b="b" l="l" r="r" t="t"/>
              <a:pathLst>
                <a:path extrusionOk="0" h="2241" w="1961">
                  <a:moveTo>
                    <a:pt x="1354" y="0"/>
                  </a:moveTo>
                  <a:lnTo>
                    <a:pt x="1167" y="47"/>
                  </a:lnTo>
                  <a:lnTo>
                    <a:pt x="1027" y="93"/>
                  </a:lnTo>
                  <a:lnTo>
                    <a:pt x="934" y="187"/>
                  </a:lnTo>
                  <a:lnTo>
                    <a:pt x="420" y="560"/>
                  </a:lnTo>
                  <a:lnTo>
                    <a:pt x="374" y="653"/>
                  </a:lnTo>
                  <a:lnTo>
                    <a:pt x="420" y="700"/>
                  </a:lnTo>
                  <a:lnTo>
                    <a:pt x="654" y="980"/>
                  </a:lnTo>
                  <a:lnTo>
                    <a:pt x="654" y="1073"/>
                  </a:lnTo>
                  <a:lnTo>
                    <a:pt x="607" y="1120"/>
                  </a:lnTo>
                  <a:lnTo>
                    <a:pt x="47" y="1587"/>
                  </a:lnTo>
                  <a:lnTo>
                    <a:pt x="0" y="1680"/>
                  </a:lnTo>
                  <a:lnTo>
                    <a:pt x="0" y="1773"/>
                  </a:lnTo>
                  <a:lnTo>
                    <a:pt x="374" y="2240"/>
                  </a:lnTo>
                  <a:lnTo>
                    <a:pt x="514" y="2240"/>
                  </a:lnTo>
                  <a:lnTo>
                    <a:pt x="1120" y="1773"/>
                  </a:lnTo>
                  <a:lnTo>
                    <a:pt x="1260" y="1773"/>
                  </a:lnTo>
                  <a:lnTo>
                    <a:pt x="1494" y="2053"/>
                  </a:lnTo>
                  <a:lnTo>
                    <a:pt x="1540" y="2007"/>
                  </a:lnTo>
                  <a:lnTo>
                    <a:pt x="1587" y="1867"/>
                  </a:lnTo>
                  <a:lnTo>
                    <a:pt x="1960" y="280"/>
                  </a:lnTo>
                  <a:lnTo>
                    <a:pt x="1867" y="187"/>
                  </a:lnTo>
                  <a:lnTo>
                    <a:pt x="1774" y="93"/>
                  </a:lnTo>
                  <a:lnTo>
                    <a:pt x="1634" y="47"/>
                  </a:lnTo>
                  <a:lnTo>
                    <a:pt x="14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5" name="Google Shape;10195;p74"/>
            <p:cNvSpPr/>
            <p:nvPr/>
          </p:nvSpPr>
          <p:spPr>
            <a:xfrm>
              <a:off x="7087575" y="1913500"/>
              <a:ext cx="38525" cy="44350"/>
            </a:xfrm>
            <a:custGeom>
              <a:rect b="b" l="l" r="r" t="t"/>
              <a:pathLst>
                <a:path extrusionOk="0" h="1774" w="1541">
                  <a:moveTo>
                    <a:pt x="887" y="1"/>
                  </a:moveTo>
                  <a:lnTo>
                    <a:pt x="701" y="47"/>
                  </a:lnTo>
                  <a:lnTo>
                    <a:pt x="561" y="94"/>
                  </a:lnTo>
                  <a:lnTo>
                    <a:pt x="421" y="187"/>
                  </a:lnTo>
                  <a:lnTo>
                    <a:pt x="281" y="281"/>
                  </a:lnTo>
                  <a:lnTo>
                    <a:pt x="187" y="421"/>
                  </a:lnTo>
                  <a:lnTo>
                    <a:pt x="94" y="561"/>
                  </a:lnTo>
                  <a:lnTo>
                    <a:pt x="47" y="701"/>
                  </a:lnTo>
                  <a:lnTo>
                    <a:pt x="1" y="887"/>
                  </a:lnTo>
                  <a:lnTo>
                    <a:pt x="47" y="1074"/>
                  </a:lnTo>
                  <a:lnTo>
                    <a:pt x="94" y="1214"/>
                  </a:lnTo>
                  <a:lnTo>
                    <a:pt x="187" y="1354"/>
                  </a:lnTo>
                  <a:lnTo>
                    <a:pt x="281" y="1494"/>
                  </a:lnTo>
                  <a:lnTo>
                    <a:pt x="421" y="1587"/>
                  </a:lnTo>
                  <a:lnTo>
                    <a:pt x="561" y="1681"/>
                  </a:lnTo>
                  <a:lnTo>
                    <a:pt x="701" y="1727"/>
                  </a:lnTo>
                  <a:lnTo>
                    <a:pt x="887" y="1774"/>
                  </a:lnTo>
                  <a:lnTo>
                    <a:pt x="1074" y="1727"/>
                  </a:lnTo>
                  <a:lnTo>
                    <a:pt x="1167" y="1681"/>
                  </a:lnTo>
                  <a:lnTo>
                    <a:pt x="1307" y="1587"/>
                  </a:lnTo>
                  <a:lnTo>
                    <a:pt x="1401" y="1494"/>
                  </a:lnTo>
                  <a:lnTo>
                    <a:pt x="1494" y="1214"/>
                  </a:lnTo>
                  <a:lnTo>
                    <a:pt x="1541" y="887"/>
                  </a:lnTo>
                  <a:lnTo>
                    <a:pt x="1494" y="561"/>
                  </a:lnTo>
                  <a:lnTo>
                    <a:pt x="1401" y="281"/>
                  </a:lnTo>
                  <a:lnTo>
                    <a:pt x="1307" y="187"/>
                  </a:lnTo>
                  <a:lnTo>
                    <a:pt x="1167" y="94"/>
                  </a:lnTo>
                  <a:lnTo>
                    <a:pt x="1074" y="47"/>
                  </a:lnTo>
                  <a:lnTo>
                    <a:pt x="88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6" name="Google Shape;10196;p74"/>
            <p:cNvSpPr/>
            <p:nvPr/>
          </p:nvSpPr>
          <p:spPr>
            <a:xfrm>
              <a:off x="7026900" y="2032500"/>
              <a:ext cx="36200" cy="44375"/>
            </a:xfrm>
            <a:custGeom>
              <a:rect b="b" l="l" r="r" t="t"/>
              <a:pathLst>
                <a:path extrusionOk="0" h="1775" w="1448">
                  <a:moveTo>
                    <a:pt x="841" y="1"/>
                  </a:moveTo>
                  <a:lnTo>
                    <a:pt x="701" y="47"/>
                  </a:lnTo>
                  <a:lnTo>
                    <a:pt x="514" y="94"/>
                  </a:lnTo>
                  <a:lnTo>
                    <a:pt x="374" y="187"/>
                  </a:lnTo>
                  <a:lnTo>
                    <a:pt x="234" y="281"/>
                  </a:lnTo>
                  <a:lnTo>
                    <a:pt x="141" y="421"/>
                  </a:lnTo>
                  <a:lnTo>
                    <a:pt x="48" y="561"/>
                  </a:lnTo>
                  <a:lnTo>
                    <a:pt x="1" y="701"/>
                  </a:lnTo>
                  <a:lnTo>
                    <a:pt x="1" y="887"/>
                  </a:lnTo>
                  <a:lnTo>
                    <a:pt x="1" y="1074"/>
                  </a:lnTo>
                  <a:lnTo>
                    <a:pt x="48" y="1214"/>
                  </a:lnTo>
                  <a:lnTo>
                    <a:pt x="141" y="1354"/>
                  </a:lnTo>
                  <a:lnTo>
                    <a:pt x="234" y="1494"/>
                  </a:lnTo>
                  <a:lnTo>
                    <a:pt x="374" y="1587"/>
                  </a:lnTo>
                  <a:lnTo>
                    <a:pt x="514" y="1681"/>
                  </a:lnTo>
                  <a:lnTo>
                    <a:pt x="701" y="1727"/>
                  </a:lnTo>
                  <a:lnTo>
                    <a:pt x="841" y="1774"/>
                  </a:lnTo>
                  <a:lnTo>
                    <a:pt x="1028" y="1727"/>
                  </a:lnTo>
                  <a:lnTo>
                    <a:pt x="1168" y="1681"/>
                  </a:lnTo>
                  <a:lnTo>
                    <a:pt x="1261" y="1587"/>
                  </a:lnTo>
                  <a:lnTo>
                    <a:pt x="1354" y="1494"/>
                  </a:lnTo>
                  <a:lnTo>
                    <a:pt x="1448" y="1214"/>
                  </a:lnTo>
                  <a:lnTo>
                    <a:pt x="1448" y="887"/>
                  </a:lnTo>
                  <a:lnTo>
                    <a:pt x="1448" y="561"/>
                  </a:lnTo>
                  <a:lnTo>
                    <a:pt x="1354" y="281"/>
                  </a:lnTo>
                  <a:lnTo>
                    <a:pt x="1261" y="187"/>
                  </a:lnTo>
                  <a:lnTo>
                    <a:pt x="1168" y="94"/>
                  </a:lnTo>
                  <a:lnTo>
                    <a:pt x="1028" y="47"/>
                  </a:lnTo>
                  <a:lnTo>
                    <a:pt x="84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7" name="Google Shape;10197;p74"/>
            <p:cNvSpPr/>
            <p:nvPr/>
          </p:nvSpPr>
          <p:spPr>
            <a:xfrm>
              <a:off x="7121425" y="2059350"/>
              <a:ext cx="35025" cy="44350"/>
            </a:xfrm>
            <a:custGeom>
              <a:rect b="b" l="l" r="r" t="t"/>
              <a:pathLst>
                <a:path extrusionOk="0" h="1774" w="1401">
                  <a:moveTo>
                    <a:pt x="840" y="0"/>
                  </a:moveTo>
                  <a:lnTo>
                    <a:pt x="700" y="47"/>
                  </a:lnTo>
                  <a:lnTo>
                    <a:pt x="513" y="93"/>
                  </a:lnTo>
                  <a:lnTo>
                    <a:pt x="373" y="187"/>
                  </a:lnTo>
                  <a:lnTo>
                    <a:pt x="233" y="280"/>
                  </a:lnTo>
                  <a:lnTo>
                    <a:pt x="140" y="420"/>
                  </a:lnTo>
                  <a:lnTo>
                    <a:pt x="47" y="560"/>
                  </a:lnTo>
                  <a:lnTo>
                    <a:pt x="0" y="700"/>
                  </a:lnTo>
                  <a:lnTo>
                    <a:pt x="0" y="887"/>
                  </a:lnTo>
                  <a:lnTo>
                    <a:pt x="0" y="1073"/>
                  </a:lnTo>
                  <a:lnTo>
                    <a:pt x="47" y="1213"/>
                  </a:lnTo>
                  <a:lnTo>
                    <a:pt x="140" y="1354"/>
                  </a:lnTo>
                  <a:lnTo>
                    <a:pt x="233" y="1494"/>
                  </a:lnTo>
                  <a:lnTo>
                    <a:pt x="373" y="1587"/>
                  </a:lnTo>
                  <a:lnTo>
                    <a:pt x="513" y="1680"/>
                  </a:lnTo>
                  <a:lnTo>
                    <a:pt x="700" y="1727"/>
                  </a:lnTo>
                  <a:lnTo>
                    <a:pt x="840" y="1774"/>
                  </a:lnTo>
                  <a:lnTo>
                    <a:pt x="1027" y="1727"/>
                  </a:lnTo>
                  <a:lnTo>
                    <a:pt x="1167" y="1680"/>
                  </a:lnTo>
                  <a:lnTo>
                    <a:pt x="1260" y="1587"/>
                  </a:lnTo>
                  <a:lnTo>
                    <a:pt x="1307" y="1494"/>
                  </a:lnTo>
                  <a:lnTo>
                    <a:pt x="1400" y="1213"/>
                  </a:lnTo>
                  <a:lnTo>
                    <a:pt x="1400" y="887"/>
                  </a:lnTo>
                  <a:lnTo>
                    <a:pt x="1400" y="560"/>
                  </a:lnTo>
                  <a:lnTo>
                    <a:pt x="1307" y="280"/>
                  </a:lnTo>
                  <a:lnTo>
                    <a:pt x="1260" y="187"/>
                  </a:lnTo>
                  <a:lnTo>
                    <a:pt x="1167" y="93"/>
                  </a:lnTo>
                  <a:lnTo>
                    <a:pt x="1027" y="47"/>
                  </a:lnTo>
                  <a:lnTo>
                    <a:pt x="8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8" name="Google Shape;10198;p74"/>
            <p:cNvSpPr/>
            <p:nvPr/>
          </p:nvSpPr>
          <p:spPr>
            <a:xfrm>
              <a:off x="7148250" y="2124675"/>
              <a:ext cx="51350" cy="56025"/>
            </a:xfrm>
            <a:custGeom>
              <a:rect b="b" l="l" r="r" t="t"/>
              <a:pathLst>
                <a:path extrusionOk="0" h="2241" w="2054">
                  <a:moveTo>
                    <a:pt x="1307" y="1"/>
                  </a:moveTo>
                  <a:lnTo>
                    <a:pt x="1354" y="94"/>
                  </a:lnTo>
                  <a:lnTo>
                    <a:pt x="1354" y="561"/>
                  </a:lnTo>
                  <a:lnTo>
                    <a:pt x="1307" y="887"/>
                  </a:lnTo>
                  <a:lnTo>
                    <a:pt x="1214" y="1214"/>
                  </a:lnTo>
                  <a:lnTo>
                    <a:pt x="1074" y="1494"/>
                  </a:lnTo>
                  <a:lnTo>
                    <a:pt x="840" y="1774"/>
                  </a:lnTo>
                  <a:lnTo>
                    <a:pt x="607" y="1961"/>
                  </a:lnTo>
                  <a:lnTo>
                    <a:pt x="327" y="2101"/>
                  </a:lnTo>
                  <a:lnTo>
                    <a:pt x="0" y="2241"/>
                  </a:lnTo>
                  <a:lnTo>
                    <a:pt x="654" y="2241"/>
                  </a:lnTo>
                  <a:lnTo>
                    <a:pt x="980" y="2101"/>
                  </a:lnTo>
                  <a:lnTo>
                    <a:pt x="1307" y="1961"/>
                  </a:lnTo>
                  <a:lnTo>
                    <a:pt x="1540" y="1774"/>
                  </a:lnTo>
                  <a:lnTo>
                    <a:pt x="1727" y="1494"/>
                  </a:lnTo>
                  <a:lnTo>
                    <a:pt x="1914" y="1214"/>
                  </a:lnTo>
                  <a:lnTo>
                    <a:pt x="2007" y="887"/>
                  </a:lnTo>
                  <a:lnTo>
                    <a:pt x="2054" y="561"/>
                  </a:lnTo>
                  <a:lnTo>
                    <a:pt x="2054" y="94"/>
                  </a:lnTo>
                  <a:lnTo>
                    <a:pt x="20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9" name="Google Shape;10199;p74"/>
            <p:cNvSpPr/>
            <p:nvPr/>
          </p:nvSpPr>
          <p:spPr>
            <a:xfrm>
              <a:off x="7101575" y="1913500"/>
              <a:ext cx="30375" cy="44350"/>
            </a:xfrm>
            <a:custGeom>
              <a:rect b="b" l="l" r="r" t="t"/>
              <a:pathLst>
                <a:path extrusionOk="0" h="1774" w="1215">
                  <a:moveTo>
                    <a:pt x="327" y="1"/>
                  </a:moveTo>
                  <a:lnTo>
                    <a:pt x="141" y="47"/>
                  </a:lnTo>
                  <a:lnTo>
                    <a:pt x="1" y="94"/>
                  </a:lnTo>
                  <a:lnTo>
                    <a:pt x="187" y="234"/>
                  </a:lnTo>
                  <a:lnTo>
                    <a:pt x="374" y="421"/>
                  </a:lnTo>
                  <a:lnTo>
                    <a:pt x="467" y="607"/>
                  </a:lnTo>
                  <a:lnTo>
                    <a:pt x="514" y="887"/>
                  </a:lnTo>
                  <a:lnTo>
                    <a:pt x="467" y="1167"/>
                  </a:lnTo>
                  <a:lnTo>
                    <a:pt x="374" y="1354"/>
                  </a:lnTo>
                  <a:lnTo>
                    <a:pt x="187" y="1541"/>
                  </a:lnTo>
                  <a:lnTo>
                    <a:pt x="1" y="1681"/>
                  </a:lnTo>
                  <a:lnTo>
                    <a:pt x="141" y="1727"/>
                  </a:lnTo>
                  <a:lnTo>
                    <a:pt x="327" y="1774"/>
                  </a:lnTo>
                  <a:lnTo>
                    <a:pt x="514" y="1727"/>
                  </a:lnTo>
                  <a:lnTo>
                    <a:pt x="654" y="1681"/>
                  </a:lnTo>
                  <a:lnTo>
                    <a:pt x="794" y="1587"/>
                  </a:lnTo>
                  <a:lnTo>
                    <a:pt x="934" y="1494"/>
                  </a:lnTo>
                  <a:lnTo>
                    <a:pt x="1027" y="1354"/>
                  </a:lnTo>
                  <a:lnTo>
                    <a:pt x="1121" y="1214"/>
                  </a:lnTo>
                  <a:lnTo>
                    <a:pt x="1167" y="1074"/>
                  </a:lnTo>
                  <a:lnTo>
                    <a:pt x="1214" y="887"/>
                  </a:lnTo>
                  <a:lnTo>
                    <a:pt x="1167" y="701"/>
                  </a:lnTo>
                  <a:lnTo>
                    <a:pt x="1121" y="561"/>
                  </a:lnTo>
                  <a:lnTo>
                    <a:pt x="1027" y="421"/>
                  </a:lnTo>
                  <a:lnTo>
                    <a:pt x="934" y="281"/>
                  </a:lnTo>
                  <a:lnTo>
                    <a:pt x="794" y="187"/>
                  </a:lnTo>
                  <a:lnTo>
                    <a:pt x="654" y="94"/>
                  </a:lnTo>
                  <a:lnTo>
                    <a:pt x="514"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0" name="Google Shape;10200;p74"/>
            <p:cNvSpPr/>
            <p:nvPr/>
          </p:nvSpPr>
          <p:spPr>
            <a:xfrm>
              <a:off x="7039750" y="2032500"/>
              <a:ext cx="30350" cy="44375"/>
            </a:xfrm>
            <a:custGeom>
              <a:rect b="b" l="l" r="r" t="t"/>
              <a:pathLst>
                <a:path extrusionOk="0" h="1775" w="1214">
                  <a:moveTo>
                    <a:pt x="327" y="1"/>
                  </a:moveTo>
                  <a:lnTo>
                    <a:pt x="187" y="47"/>
                  </a:lnTo>
                  <a:lnTo>
                    <a:pt x="0" y="94"/>
                  </a:lnTo>
                  <a:lnTo>
                    <a:pt x="234" y="234"/>
                  </a:lnTo>
                  <a:lnTo>
                    <a:pt x="374" y="421"/>
                  </a:lnTo>
                  <a:lnTo>
                    <a:pt x="514" y="607"/>
                  </a:lnTo>
                  <a:lnTo>
                    <a:pt x="514" y="887"/>
                  </a:lnTo>
                  <a:lnTo>
                    <a:pt x="514" y="1167"/>
                  </a:lnTo>
                  <a:lnTo>
                    <a:pt x="374" y="1354"/>
                  </a:lnTo>
                  <a:lnTo>
                    <a:pt x="234" y="1541"/>
                  </a:lnTo>
                  <a:lnTo>
                    <a:pt x="0" y="1681"/>
                  </a:lnTo>
                  <a:lnTo>
                    <a:pt x="187" y="1727"/>
                  </a:lnTo>
                  <a:lnTo>
                    <a:pt x="327" y="1774"/>
                  </a:lnTo>
                  <a:lnTo>
                    <a:pt x="514" y="1727"/>
                  </a:lnTo>
                  <a:lnTo>
                    <a:pt x="700" y="1681"/>
                  </a:lnTo>
                  <a:lnTo>
                    <a:pt x="840" y="1587"/>
                  </a:lnTo>
                  <a:lnTo>
                    <a:pt x="980" y="1494"/>
                  </a:lnTo>
                  <a:lnTo>
                    <a:pt x="1074" y="1354"/>
                  </a:lnTo>
                  <a:lnTo>
                    <a:pt x="1167" y="1214"/>
                  </a:lnTo>
                  <a:lnTo>
                    <a:pt x="1214" y="1074"/>
                  </a:lnTo>
                  <a:lnTo>
                    <a:pt x="1214" y="887"/>
                  </a:lnTo>
                  <a:lnTo>
                    <a:pt x="1214" y="701"/>
                  </a:lnTo>
                  <a:lnTo>
                    <a:pt x="1167" y="561"/>
                  </a:lnTo>
                  <a:lnTo>
                    <a:pt x="1074" y="421"/>
                  </a:lnTo>
                  <a:lnTo>
                    <a:pt x="980" y="281"/>
                  </a:lnTo>
                  <a:lnTo>
                    <a:pt x="840" y="187"/>
                  </a:lnTo>
                  <a:lnTo>
                    <a:pt x="700" y="94"/>
                  </a:lnTo>
                  <a:lnTo>
                    <a:pt x="514"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1" name="Google Shape;10201;p74"/>
            <p:cNvSpPr/>
            <p:nvPr/>
          </p:nvSpPr>
          <p:spPr>
            <a:xfrm>
              <a:off x="7134250" y="2059350"/>
              <a:ext cx="30350" cy="44350"/>
            </a:xfrm>
            <a:custGeom>
              <a:rect b="b" l="l" r="r" t="t"/>
              <a:pathLst>
                <a:path extrusionOk="0" h="1774" w="1214">
                  <a:moveTo>
                    <a:pt x="327" y="0"/>
                  </a:moveTo>
                  <a:lnTo>
                    <a:pt x="187" y="47"/>
                  </a:lnTo>
                  <a:lnTo>
                    <a:pt x="0" y="93"/>
                  </a:lnTo>
                  <a:lnTo>
                    <a:pt x="234" y="233"/>
                  </a:lnTo>
                  <a:lnTo>
                    <a:pt x="374" y="420"/>
                  </a:lnTo>
                  <a:lnTo>
                    <a:pt x="514" y="653"/>
                  </a:lnTo>
                  <a:lnTo>
                    <a:pt x="514" y="887"/>
                  </a:lnTo>
                  <a:lnTo>
                    <a:pt x="514" y="1167"/>
                  </a:lnTo>
                  <a:lnTo>
                    <a:pt x="374" y="1354"/>
                  </a:lnTo>
                  <a:lnTo>
                    <a:pt x="234" y="1540"/>
                  </a:lnTo>
                  <a:lnTo>
                    <a:pt x="0" y="1680"/>
                  </a:lnTo>
                  <a:lnTo>
                    <a:pt x="187" y="1727"/>
                  </a:lnTo>
                  <a:lnTo>
                    <a:pt x="327" y="1774"/>
                  </a:lnTo>
                  <a:lnTo>
                    <a:pt x="514" y="1727"/>
                  </a:lnTo>
                  <a:lnTo>
                    <a:pt x="700" y="1680"/>
                  </a:lnTo>
                  <a:lnTo>
                    <a:pt x="840" y="1587"/>
                  </a:lnTo>
                  <a:lnTo>
                    <a:pt x="980" y="1494"/>
                  </a:lnTo>
                  <a:lnTo>
                    <a:pt x="1074" y="1354"/>
                  </a:lnTo>
                  <a:lnTo>
                    <a:pt x="1167" y="1213"/>
                  </a:lnTo>
                  <a:lnTo>
                    <a:pt x="1214" y="1073"/>
                  </a:lnTo>
                  <a:lnTo>
                    <a:pt x="1214" y="887"/>
                  </a:lnTo>
                  <a:lnTo>
                    <a:pt x="1214" y="700"/>
                  </a:lnTo>
                  <a:lnTo>
                    <a:pt x="1167" y="560"/>
                  </a:lnTo>
                  <a:lnTo>
                    <a:pt x="1074" y="420"/>
                  </a:lnTo>
                  <a:lnTo>
                    <a:pt x="980" y="280"/>
                  </a:lnTo>
                  <a:lnTo>
                    <a:pt x="840" y="187"/>
                  </a:lnTo>
                  <a:lnTo>
                    <a:pt x="700" y="93"/>
                  </a:lnTo>
                  <a:lnTo>
                    <a:pt x="514" y="47"/>
                  </a:lnTo>
                  <a:lnTo>
                    <a:pt x="3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2" name="Google Shape;10202;p74"/>
            <p:cNvSpPr/>
            <p:nvPr/>
          </p:nvSpPr>
          <p:spPr>
            <a:xfrm>
              <a:off x="7143575" y="1971850"/>
              <a:ext cx="33875" cy="52525"/>
            </a:xfrm>
            <a:custGeom>
              <a:rect b="b" l="l" r="r" t="t"/>
              <a:pathLst>
                <a:path extrusionOk="0" h="2101" w="1355">
                  <a:moveTo>
                    <a:pt x="234" y="0"/>
                  </a:moveTo>
                  <a:lnTo>
                    <a:pt x="1" y="93"/>
                  </a:lnTo>
                  <a:lnTo>
                    <a:pt x="94" y="187"/>
                  </a:lnTo>
                  <a:lnTo>
                    <a:pt x="234" y="280"/>
                  </a:lnTo>
                  <a:lnTo>
                    <a:pt x="514" y="653"/>
                  </a:lnTo>
                  <a:lnTo>
                    <a:pt x="561" y="747"/>
                  </a:lnTo>
                  <a:lnTo>
                    <a:pt x="654" y="887"/>
                  </a:lnTo>
                  <a:lnTo>
                    <a:pt x="654" y="1027"/>
                  </a:lnTo>
                  <a:lnTo>
                    <a:pt x="654" y="1167"/>
                  </a:lnTo>
                  <a:lnTo>
                    <a:pt x="607" y="1353"/>
                  </a:lnTo>
                  <a:lnTo>
                    <a:pt x="561" y="1447"/>
                  </a:lnTo>
                  <a:lnTo>
                    <a:pt x="467" y="1587"/>
                  </a:lnTo>
                  <a:lnTo>
                    <a:pt x="374" y="1680"/>
                  </a:lnTo>
                  <a:lnTo>
                    <a:pt x="234" y="1820"/>
                  </a:lnTo>
                  <a:lnTo>
                    <a:pt x="421" y="2053"/>
                  </a:lnTo>
                  <a:lnTo>
                    <a:pt x="467" y="2100"/>
                  </a:lnTo>
                  <a:lnTo>
                    <a:pt x="561" y="2100"/>
                  </a:lnTo>
                  <a:lnTo>
                    <a:pt x="1074" y="1680"/>
                  </a:lnTo>
                  <a:lnTo>
                    <a:pt x="1167" y="1587"/>
                  </a:lnTo>
                  <a:lnTo>
                    <a:pt x="1261" y="1447"/>
                  </a:lnTo>
                  <a:lnTo>
                    <a:pt x="1307" y="1353"/>
                  </a:lnTo>
                  <a:lnTo>
                    <a:pt x="1354" y="1167"/>
                  </a:lnTo>
                  <a:lnTo>
                    <a:pt x="1354" y="1027"/>
                  </a:lnTo>
                  <a:lnTo>
                    <a:pt x="1307" y="887"/>
                  </a:lnTo>
                  <a:lnTo>
                    <a:pt x="1261" y="747"/>
                  </a:lnTo>
                  <a:lnTo>
                    <a:pt x="1167" y="653"/>
                  </a:lnTo>
                  <a:lnTo>
                    <a:pt x="887" y="280"/>
                  </a:lnTo>
                  <a:lnTo>
                    <a:pt x="701" y="140"/>
                  </a:lnTo>
                  <a:lnTo>
                    <a:pt x="467" y="47"/>
                  </a:lnTo>
                  <a:lnTo>
                    <a:pt x="2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3" name="Google Shape;10203;p74"/>
            <p:cNvSpPr/>
            <p:nvPr/>
          </p:nvSpPr>
          <p:spPr>
            <a:xfrm>
              <a:off x="7026900" y="1939175"/>
              <a:ext cx="36200" cy="61850"/>
            </a:xfrm>
            <a:custGeom>
              <a:rect b="b" l="l" r="r" t="t"/>
              <a:pathLst>
                <a:path extrusionOk="0" h="2474" w="1448">
                  <a:moveTo>
                    <a:pt x="234" y="0"/>
                  </a:moveTo>
                  <a:lnTo>
                    <a:pt x="1" y="94"/>
                  </a:lnTo>
                  <a:lnTo>
                    <a:pt x="141" y="187"/>
                  </a:lnTo>
                  <a:lnTo>
                    <a:pt x="281" y="327"/>
                  </a:lnTo>
                  <a:lnTo>
                    <a:pt x="654" y="840"/>
                  </a:lnTo>
                  <a:lnTo>
                    <a:pt x="654" y="887"/>
                  </a:lnTo>
                  <a:lnTo>
                    <a:pt x="608" y="980"/>
                  </a:lnTo>
                  <a:lnTo>
                    <a:pt x="328" y="1167"/>
                  </a:lnTo>
                  <a:lnTo>
                    <a:pt x="281" y="1260"/>
                  </a:lnTo>
                  <a:lnTo>
                    <a:pt x="328" y="1354"/>
                  </a:lnTo>
                  <a:lnTo>
                    <a:pt x="748" y="1914"/>
                  </a:lnTo>
                  <a:lnTo>
                    <a:pt x="794" y="2007"/>
                  </a:lnTo>
                  <a:lnTo>
                    <a:pt x="748" y="2100"/>
                  </a:lnTo>
                  <a:lnTo>
                    <a:pt x="608" y="2194"/>
                  </a:lnTo>
                  <a:lnTo>
                    <a:pt x="794" y="2427"/>
                  </a:lnTo>
                  <a:lnTo>
                    <a:pt x="841" y="2474"/>
                  </a:lnTo>
                  <a:lnTo>
                    <a:pt x="934" y="2427"/>
                  </a:lnTo>
                  <a:lnTo>
                    <a:pt x="1401" y="2100"/>
                  </a:lnTo>
                  <a:lnTo>
                    <a:pt x="1448" y="2007"/>
                  </a:lnTo>
                  <a:lnTo>
                    <a:pt x="1448" y="1914"/>
                  </a:lnTo>
                  <a:lnTo>
                    <a:pt x="981" y="1354"/>
                  </a:lnTo>
                  <a:lnTo>
                    <a:pt x="981" y="1260"/>
                  </a:lnTo>
                  <a:lnTo>
                    <a:pt x="1028" y="1167"/>
                  </a:lnTo>
                  <a:lnTo>
                    <a:pt x="1308" y="980"/>
                  </a:lnTo>
                  <a:lnTo>
                    <a:pt x="1354" y="887"/>
                  </a:lnTo>
                  <a:lnTo>
                    <a:pt x="1308" y="840"/>
                  </a:lnTo>
                  <a:lnTo>
                    <a:pt x="934" y="327"/>
                  </a:lnTo>
                  <a:lnTo>
                    <a:pt x="748" y="140"/>
                  </a:lnTo>
                  <a:lnTo>
                    <a:pt x="514" y="47"/>
                  </a:lnTo>
                  <a:lnTo>
                    <a:pt x="2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04" name="Google Shape;10204;p74"/>
          <p:cNvGrpSpPr/>
          <p:nvPr/>
        </p:nvGrpSpPr>
        <p:grpSpPr>
          <a:xfrm>
            <a:off x="4403988" y="1317363"/>
            <a:ext cx="336025" cy="290525"/>
            <a:chOff x="6986075" y="2603025"/>
            <a:chExt cx="336025" cy="290525"/>
          </a:xfrm>
        </p:grpSpPr>
        <p:sp>
          <p:nvSpPr>
            <p:cNvPr id="10205" name="Google Shape;10205;p74"/>
            <p:cNvSpPr/>
            <p:nvPr/>
          </p:nvSpPr>
          <p:spPr>
            <a:xfrm>
              <a:off x="7031575" y="2712700"/>
              <a:ext cx="46700" cy="35025"/>
            </a:xfrm>
            <a:custGeom>
              <a:rect b="b" l="l" r="r" t="t"/>
              <a:pathLst>
                <a:path extrusionOk="0" h="1401" w="1868">
                  <a:moveTo>
                    <a:pt x="1" y="0"/>
                  </a:moveTo>
                  <a:lnTo>
                    <a:pt x="1" y="1400"/>
                  </a:lnTo>
                  <a:lnTo>
                    <a:pt x="1541" y="1400"/>
                  </a:lnTo>
                  <a:lnTo>
                    <a:pt x="18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6" name="Google Shape;10206;p74"/>
            <p:cNvSpPr/>
            <p:nvPr/>
          </p:nvSpPr>
          <p:spPr>
            <a:xfrm>
              <a:off x="7061900" y="2712700"/>
              <a:ext cx="16375" cy="35025"/>
            </a:xfrm>
            <a:custGeom>
              <a:rect b="b" l="l" r="r" t="t"/>
              <a:pathLst>
                <a:path extrusionOk="0" h="1401" w="655">
                  <a:moveTo>
                    <a:pt x="1" y="0"/>
                  </a:moveTo>
                  <a:lnTo>
                    <a:pt x="1" y="1400"/>
                  </a:lnTo>
                  <a:lnTo>
                    <a:pt x="654" y="1400"/>
                  </a:lnTo>
                  <a:lnTo>
                    <a:pt x="65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7" name="Google Shape;10207;p74"/>
            <p:cNvSpPr/>
            <p:nvPr/>
          </p:nvSpPr>
          <p:spPr>
            <a:xfrm>
              <a:off x="7002400" y="2741875"/>
              <a:ext cx="92200" cy="120175"/>
            </a:xfrm>
            <a:custGeom>
              <a:rect b="b" l="l" r="r" t="t"/>
              <a:pathLst>
                <a:path extrusionOk="0" h="4807" w="3688">
                  <a:moveTo>
                    <a:pt x="514" y="0"/>
                  </a:moveTo>
                  <a:lnTo>
                    <a:pt x="421" y="47"/>
                  </a:lnTo>
                  <a:lnTo>
                    <a:pt x="374" y="93"/>
                  </a:lnTo>
                  <a:lnTo>
                    <a:pt x="374" y="187"/>
                  </a:lnTo>
                  <a:lnTo>
                    <a:pt x="1" y="3407"/>
                  </a:lnTo>
                  <a:lnTo>
                    <a:pt x="1" y="3640"/>
                  </a:lnTo>
                  <a:lnTo>
                    <a:pt x="48" y="3920"/>
                  </a:lnTo>
                  <a:lnTo>
                    <a:pt x="188" y="4153"/>
                  </a:lnTo>
                  <a:lnTo>
                    <a:pt x="328" y="4387"/>
                  </a:lnTo>
                  <a:lnTo>
                    <a:pt x="514" y="4573"/>
                  </a:lnTo>
                  <a:lnTo>
                    <a:pt x="748" y="4667"/>
                  </a:lnTo>
                  <a:lnTo>
                    <a:pt x="1028" y="4760"/>
                  </a:lnTo>
                  <a:lnTo>
                    <a:pt x="1308" y="4807"/>
                  </a:lnTo>
                  <a:lnTo>
                    <a:pt x="2894" y="4807"/>
                  </a:lnTo>
                  <a:lnTo>
                    <a:pt x="3174" y="4760"/>
                  </a:lnTo>
                  <a:lnTo>
                    <a:pt x="3361" y="4713"/>
                  </a:lnTo>
                  <a:lnTo>
                    <a:pt x="3501" y="4573"/>
                  </a:lnTo>
                  <a:lnTo>
                    <a:pt x="3594" y="4433"/>
                  </a:lnTo>
                  <a:lnTo>
                    <a:pt x="3688" y="4247"/>
                  </a:lnTo>
                  <a:lnTo>
                    <a:pt x="3688" y="4013"/>
                  </a:lnTo>
                  <a:lnTo>
                    <a:pt x="3688" y="3500"/>
                  </a:lnTo>
                  <a:lnTo>
                    <a:pt x="3688" y="1727"/>
                  </a:lnTo>
                  <a:lnTo>
                    <a:pt x="3688" y="560"/>
                  </a:lnTo>
                  <a:lnTo>
                    <a:pt x="3641" y="140"/>
                  </a:lnTo>
                  <a:lnTo>
                    <a:pt x="364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8" name="Google Shape;10208;p74"/>
            <p:cNvSpPr/>
            <p:nvPr/>
          </p:nvSpPr>
          <p:spPr>
            <a:xfrm>
              <a:off x="7015250" y="2684700"/>
              <a:ext cx="74675" cy="36175"/>
            </a:xfrm>
            <a:custGeom>
              <a:rect b="b" l="l" r="r" t="t"/>
              <a:pathLst>
                <a:path extrusionOk="0" h="1447" w="2987">
                  <a:moveTo>
                    <a:pt x="234" y="0"/>
                  </a:moveTo>
                  <a:lnTo>
                    <a:pt x="140" y="47"/>
                  </a:lnTo>
                  <a:lnTo>
                    <a:pt x="94" y="94"/>
                  </a:lnTo>
                  <a:lnTo>
                    <a:pt x="47" y="140"/>
                  </a:lnTo>
                  <a:lnTo>
                    <a:pt x="0" y="234"/>
                  </a:lnTo>
                  <a:lnTo>
                    <a:pt x="0" y="1214"/>
                  </a:lnTo>
                  <a:lnTo>
                    <a:pt x="47" y="1307"/>
                  </a:lnTo>
                  <a:lnTo>
                    <a:pt x="94" y="1354"/>
                  </a:lnTo>
                  <a:lnTo>
                    <a:pt x="140" y="1400"/>
                  </a:lnTo>
                  <a:lnTo>
                    <a:pt x="234" y="1447"/>
                  </a:lnTo>
                  <a:lnTo>
                    <a:pt x="2940" y="1447"/>
                  </a:lnTo>
                  <a:lnTo>
                    <a:pt x="2987" y="1400"/>
                  </a:lnTo>
                  <a:lnTo>
                    <a:pt x="2987" y="1307"/>
                  </a:lnTo>
                  <a:lnTo>
                    <a:pt x="2940" y="1120"/>
                  </a:lnTo>
                  <a:lnTo>
                    <a:pt x="2800" y="514"/>
                  </a:lnTo>
                  <a:lnTo>
                    <a:pt x="2800" y="374"/>
                  </a:lnTo>
                  <a:lnTo>
                    <a:pt x="2894" y="187"/>
                  </a:lnTo>
                  <a:lnTo>
                    <a:pt x="2987" y="47"/>
                  </a:lnTo>
                  <a:lnTo>
                    <a:pt x="294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9" name="Google Shape;10209;p74"/>
            <p:cNvSpPr/>
            <p:nvPr/>
          </p:nvSpPr>
          <p:spPr>
            <a:xfrm>
              <a:off x="7058400" y="2741875"/>
              <a:ext cx="49025" cy="120175"/>
            </a:xfrm>
            <a:custGeom>
              <a:rect b="b" l="l" r="r" t="t"/>
              <a:pathLst>
                <a:path extrusionOk="0" h="4807" w="1961">
                  <a:moveTo>
                    <a:pt x="794" y="0"/>
                  </a:moveTo>
                  <a:lnTo>
                    <a:pt x="841" y="47"/>
                  </a:lnTo>
                  <a:lnTo>
                    <a:pt x="888" y="93"/>
                  </a:lnTo>
                  <a:lnTo>
                    <a:pt x="934" y="187"/>
                  </a:lnTo>
                  <a:lnTo>
                    <a:pt x="1261" y="3407"/>
                  </a:lnTo>
                  <a:lnTo>
                    <a:pt x="1261" y="3640"/>
                  </a:lnTo>
                  <a:lnTo>
                    <a:pt x="1214" y="3920"/>
                  </a:lnTo>
                  <a:lnTo>
                    <a:pt x="1121" y="4153"/>
                  </a:lnTo>
                  <a:lnTo>
                    <a:pt x="934" y="4387"/>
                  </a:lnTo>
                  <a:lnTo>
                    <a:pt x="748" y="4573"/>
                  </a:lnTo>
                  <a:lnTo>
                    <a:pt x="514" y="4667"/>
                  </a:lnTo>
                  <a:lnTo>
                    <a:pt x="281" y="4760"/>
                  </a:lnTo>
                  <a:lnTo>
                    <a:pt x="1" y="4807"/>
                  </a:lnTo>
                  <a:lnTo>
                    <a:pt x="654" y="4807"/>
                  </a:lnTo>
                  <a:lnTo>
                    <a:pt x="934" y="4760"/>
                  </a:lnTo>
                  <a:lnTo>
                    <a:pt x="1214" y="4667"/>
                  </a:lnTo>
                  <a:lnTo>
                    <a:pt x="1448" y="4573"/>
                  </a:lnTo>
                  <a:lnTo>
                    <a:pt x="1634" y="4387"/>
                  </a:lnTo>
                  <a:lnTo>
                    <a:pt x="1774" y="4153"/>
                  </a:lnTo>
                  <a:lnTo>
                    <a:pt x="1868" y="3920"/>
                  </a:lnTo>
                  <a:lnTo>
                    <a:pt x="1961" y="3640"/>
                  </a:lnTo>
                  <a:lnTo>
                    <a:pt x="1961" y="3407"/>
                  </a:lnTo>
                  <a:lnTo>
                    <a:pt x="1588" y="187"/>
                  </a:lnTo>
                  <a:lnTo>
                    <a:pt x="1588" y="93"/>
                  </a:lnTo>
                  <a:lnTo>
                    <a:pt x="1541" y="47"/>
                  </a:lnTo>
                  <a:lnTo>
                    <a:pt x="144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0" name="Google Shape;10210;p74"/>
            <p:cNvSpPr/>
            <p:nvPr/>
          </p:nvSpPr>
          <p:spPr>
            <a:xfrm>
              <a:off x="7072400" y="2684700"/>
              <a:ext cx="22200" cy="36175"/>
            </a:xfrm>
            <a:custGeom>
              <a:rect b="b" l="l" r="r" t="t"/>
              <a:pathLst>
                <a:path extrusionOk="0" h="1447" w="888">
                  <a:moveTo>
                    <a:pt x="1" y="0"/>
                  </a:moveTo>
                  <a:lnTo>
                    <a:pt x="48" y="47"/>
                  </a:lnTo>
                  <a:lnTo>
                    <a:pt x="141" y="94"/>
                  </a:lnTo>
                  <a:lnTo>
                    <a:pt x="188" y="140"/>
                  </a:lnTo>
                  <a:lnTo>
                    <a:pt x="188" y="234"/>
                  </a:lnTo>
                  <a:lnTo>
                    <a:pt x="188" y="1214"/>
                  </a:lnTo>
                  <a:lnTo>
                    <a:pt x="188" y="1307"/>
                  </a:lnTo>
                  <a:lnTo>
                    <a:pt x="141" y="1354"/>
                  </a:lnTo>
                  <a:lnTo>
                    <a:pt x="48" y="1400"/>
                  </a:lnTo>
                  <a:lnTo>
                    <a:pt x="1" y="1447"/>
                  </a:lnTo>
                  <a:lnTo>
                    <a:pt x="654" y="1447"/>
                  </a:lnTo>
                  <a:lnTo>
                    <a:pt x="748" y="1400"/>
                  </a:lnTo>
                  <a:lnTo>
                    <a:pt x="794" y="1354"/>
                  </a:lnTo>
                  <a:lnTo>
                    <a:pt x="841" y="1307"/>
                  </a:lnTo>
                  <a:lnTo>
                    <a:pt x="888" y="1214"/>
                  </a:lnTo>
                  <a:lnTo>
                    <a:pt x="888" y="234"/>
                  </a:lnTo>
                  <a:lnTo>
                    <a:pt x="841" y="140"/>
                  </a:lnTo>
                  <a:lnTo>
                    <a:pt x="794" y="94"/>
                  </a:lnTo>
                  <a:lnTo>
                    <a:pt x="748"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1" name="Google Shape;10211;p74"/>
            <p:cNvSpPr/>
            <p:nvPr/>
          </p:nvSpPr>
          <p:spPr>
            <a:xfrm>
              <a:off x="7228750" y="2712700"/>
              <a:ext cx="47850" cy="35025"/>
            </a:xfrm>
            <a:custGeom>
              <a:rect b="b" l="l" r="r" t="t"/>
              <a:pathLst>
                <a:path extrusionOk="0" h="1401" w="1914">
                  <a:moveTo>
                    <a:pt x="0" y="0"/>
                  </a:moveTo>
                  <a:lnTo>
                    <a:pt x="0" y="1400"/>
                  </a:lnTo>
                  <a:lnTo>
                    <a:pt x="1634" y="1400"/>
                  </a:lnTo>
                  <a:lnTo>
                    <a:pt x="191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2" name="Google Shape;10212;p74"/>
            <p:cNvSpPr/>
            <p:nvPr/>
          </p:nvSpPr>
          <p:spPr>
            <a:xfrm>
              <a:off x="7259075" y="2712700"/>
              <a:ext cx="17525" cy="35025"/>
            </a:xfrm>
            <a:custGeom>
              <a:rect b="b" l="l" r="r" t="t"/>
              <a:pathLst>
                <a:path extrusionOk="0" h="1401" w="701">
                  <a:moveTo>
                    <a:pt x="1" y="0"/>
                  </a:moveTo>
                  <a:lnTo>
                    <a:pt x="1" y="1400"/>
                  </a:lnTo>
                  <a:lnTo>
                    <a:pt x="701" y="1400"/>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3" name="Google Shape;10213;p74"/>
            <p:cNvSpPr/>
            <p:nvPr/>
          </p:nvSpPr>
          <p:spPr>
            <a:xfrm>
              <a:off x="7200750" y="2741875"/>
              <a:ext cx="94525" cy="120175"/>
            </a:xfrm>
            <a:custGeom>
              <a:rect b="b" l="l" r="r" t="t"/>
              <a:pathLst>
                <a:path extrusionOk="0" h="4807" w="3781">
                  <a:moveTo>
                    <a:pt x="467" y="0"/>
                  </a:moveTo>
                  <a:lnTo>
                    <a:pt x="420" y="47"/>
                  </a:lnTo>
                  <a:lnTo>
                    <a:pt x="374" y="93"/>
                  </a:lnTo>
                  <a:lnTo>
                    <a:pt x="327" y="187"/>
                  </a:lnTo>
                  <a:lnTo>
                    <a:pt x="0" y="3407"/>
                  </a:lnTo>
                  <a:lnTo>
                    <a:pt x="0" y="3640"/>
                  </a:lnTo>
                  <a:lnTo>
                    <a:pt x="47" y="3920"/>
                  </a:lnTo>
                  <a:lnTo>
                    <a:pt x="140" y="4153"/>
                  </a:lnTo>
                  <a:lnTo>
                    <a:pt x="280" y="4387"/>
                  </a:lnTo>
                  <a:lnTo>
                    <a:pt x="514" y="4573"/>
                  </a:lnTo>
                  <a:lnTo>
                    <a:pt x="700" y="4667"/>
                  </a:lnTo>
                  <a:lnTo>
                    <a:pt x="980" y="4760"/>
                  </a:lnTo>
                  <a:lnTo>
                    <a:pt x="1260" y="4807"/>
                  </a:lnTo>
                  <a:lnTo>
                    <a:pt x="2894" y="4807"/>
                  </a:lnTo>
                  <a:lnTo>
                    <a:pt x="3127" y="4760"/>
                  </a:lnTo>
                  <a:lnTo>
                    <a:pt x="3361" y="4713"/>
                  </a:lnTo>
                  <a:lnTo>
                    <a:pt x="3501" y="4573"/>
                  </a:lnTo>
                  <a:lnTo>
                    <a:pt x="3641" y="4387"/>
                  </a:lnTo>
                  <a:lnTo>
                    <a:pt x="3734" y="4200"/>
                  </a:lnTo>
                  <a:lnTo>
                    <a:pt x="3781" y="3967"/>
                  </a:lnTo>
                  <a:lnTo>
                    <a:pt x="3781" y="3733"/>
                  </a:lnTo>
                  <a:lnTo>
                    <a:pt x="3781" y="3453"/>
                  </a:lnTo>
                  <a:lnTo>
                    <a:pt x="3454" y="327"/>
                  </a:lnTo>
                  <a:lnTo>
                    <a:pt x="3501" y="233"/>
                  </a:lnTo>
                  <a:lnTo>
                    <a:pt x="3547" y="140"/>
                  </a:lnTo>
                  <a:lnTo>
                    <a:pt x="3594" y="47"/>
                  </a:lnTo>
                  <a:lnTo>
                    <a:pt x="35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4" name="Google Shape;10214;p74"/>
            <p:cNvSpPr/>
            <p:nvPr/>
          </p:nvSpPr>
          <p:spPr>
            <a:xfrm>
              <a:off x="7213575" y="2684700"/>
              <a:ext cx="73525" cy="36175"/>
            </a:xfrm>
            <a:custGeom>
              <a:rect b="b" l="l" r="r" t="t"/>
              <a:pathLst>
                <a:path extrusionOk="0" h="1447" w="2941">
                  <a:moveTo>
                    <a:pt x="187" y="0"/>
                  </a:moveTo>
                  <a:lnTo>
                    <a:pt x="94" y="47"/>
                  </a:lnTo>
                  <a:lnTo>
                    <a:pt x="47" y="94"/>
                  </a:lnTo>
                  <a:lnTo>
                    <a:pt x="1" y="140"/>
                  </a:lnTo>
                  <a:lnTo>
                    <a:pt x="1" y="234"/>
                  </a:lnTo>
                  <a:lnTo>
                    <a:pt x="1" y="1214"/>
                  </a:lnTo>
                  <a:lnTo>
                    <a:pt x="1" y="1307"/>
                  </a:lnTo>
                  <a:lnTo>
                    <a:pt x="47" y="1354"/>
                  </a:lnTo>
                  <a:lnTo>
                    <a:pt x="94" y="1400"/>
                  </a:lnTo>
                  <a:lnTo>
                    <a:pt x="187" y="1447"/>
                  </a:lnTo>
                  <a:lnTo>
                    <a:pt x="2894" y="1447"/>
                  </a:lnTo>
                  <a:lnTo>
                    <a:pt x="2941" y="1400"/>
                  </a:lnTo>
                  <a:lnTo>
                    <a:pt x="2941" y="1307"/>
                  </a:lnTo>
                  <a:lnTo>
                    <a:pt x="2894" y="1214"/>
                  </a:lnTo>
                  <a:lnTo>
                    <a:pt x="2848" y="1120"/>
                  </a:lnTo>
                  <a:lnTo>
                    <a:pt x="2848" y="327"/>
                  </a:lnTo>
                  <a:lnTo>
                    <a:pt x="2941" y="140"/>
                  </a:lnTo>
                  <a:lnTo>
                    <a:pt x="2941" y="47"/>
                  </a:lnTo>
                  <a:lnTo>
                    <a:pt x="28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5" name="Google Shape;10215;p74"/>
            <p:cNvSpPr/>
            <p:nvPr/>
          </p:nvSpPr>
          <p:spPr>
            <a:xfrm>
              <a:off x="7255575" y="2741875"/>
              <a:ext cx="49025" cy="120175"/>
            </a:xfrm>
            <a:custGeom>
              <a:rect b="b" l="l" r="r" t="t"/>
              <a:pathLst>
                <a:path extrusionOk="0" h="4807" w="1961">
                  <a:moveTo>
                    <a:pt x="794" y="0"/>
                  </a:moveTo>
                  <a:lnTo>
                    <a:pt x="841" y="47"/>
                  </a:lnTo>
                  <a:lnTo>
                    <a:pt x="888" y="93"/>
                  </a:lnTo>
                  <a:lnTo>
                    <a:pt x="934" y="187"/>
                  </a:lnTo>
                  <a:lnTo>
                    <a:pt x="1261" y="3407"/>
                  </a:lnTo>
                  <a:lnTo>
                    <a:pt x="1261" y="3640"/>
                  </a:lnTo>
                  <a:lnTo>
                    <a:pt x="1214" y="3920"/>
                  </a:lnTo>
                  <a:lnTo>
                    <a:pt x="1121" y="4153"/>
                  </a:lnTo>
                  <a:lnTo>
                    <a:pt x="981" y="4387"/>
                  </a:lnTo>
                  <a:lnTo>
                    <a:pt x="748" y="4573"/>
                  </a:lnTo>
                  <a:lnTo>
                    <a:pt x="561" y="4667"/>
                  </a:lnTo>
                  <a:lnTo>
                    <a:pt x="281" y="4760"/>
                  </a:lnTo>
                  <a:lnTo>
                    <a:pt x="1" y="4807"/>
                  </a:lnTo>
                  <a:lnTo>
                    <a:pt x="701" y="4807"/>
                  </a:lnTo>
                  <a:lnTo>
                    <a:pt x="981" y="4760"/>
                  </a:lnTo>
                  <a:lnTo>
                    <a:pt x="1214" y="4667"/>
                  </a:lnTo>
                  <a:lnTo>
                    <a:pt x="1448" y="4573"/>
                  </a:lnTo>
                  <a:lnTo>
                    <a:pt x="1634" y="4387"/>
                  </a:lnTo>
                  <a:lnTo>
                    <a:pt x="1774" y="4153"/>
                  </a:lnTo>
                  <a:lnTo>
                    <a:pt x="1914" y="3920"/>
                  </a:lnTo>
                  <a:lnTo>
                    <a:pt x="1961" y="3640"/>
                  </a:lnTo>
                  <a:lnTo>
                    <a:pt x="1961" y="3407"/>
                  </a:lnTo>
                  <a:lnTo>
                    <a:pt x="1588" y="187"/>
                  </a:lnTo>
                  <a:lnTo>
                    <a:pt x="1588" y="93"/>
                  </a:lnTo>
                  <a:lnTo>
                    <a:pt x="1541" y="47"/>
                  </a:lnTo>
                  <a:lnTo>
                    <a:pt x="144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6" name="Google Shape;10216;p74"/>
            <p:cNvSpPr/>
            <p:nvPr/>
          </p:nvSpPr>
          <p:spPr>
            <a:xfrm>
              <a:off x="7269575" y="2684700"/>
              <a:ext cx="22200" cy="36175"/>
            </a:xfrm>
            <a:custGeom>
              <a:rect b="b" l="l" r="r" t="t"/>
              <a:pathLst>
                <a:path extrusionOk="0" h="1447" w="888">
                  <a:moveTo>
                    <a:pt x="1" y="0"/>
                  </a:moveTo>
                  <a:lnTo>
                    <a:pt x="94" y="47"/>
                  </a:lnTo>
                  <a:lnTo>
                    <a:pt x="141" y="94"/>
                  </a:lnTo>
                  <a:lnTo>
                    <a:pt x="188" y="140"/>
                  </a:lnTo>
                  <a:lnTo>
                    <a:pt x="188" y="234"/>
                  </a:lnTo>
                  <a:lnTo>
                    <a:pt x="188" y="1214"/>
                  </a:lnTo>
                  <a:lnTo>
                    <a:pt x="188" y="1307"/>
                  </a:lnTo>
                  <a:lnTo>
                    <a:pt x="141" y="1354"/>
                  </a:lnTo>
                  <a:lnTo>
                    <a:pt x="94" y="1400"/>
                  </a:lnTo>
                  <a:lnTo>
                    <a:pt x="1" y="1447"/>
                  </a:lnTo>
                  <a:lnTo>
                    <a:pt x="654" y="1447"/>
                  </a:lnTo>
                  <a:lnTo>
                    <a:pt x="748" y="1400"/>
                  </a:lnTo>
                  <a:lnTo>
                    <a:pt x="841" y="1354"/>
                  </a:lnTo>
                  <a:lnTo>
                    <a:pt x="888" y="1307"/>
                  </a:lnTo>
                  <a:lnTo>
                    <a:pt x="888" y="1214"/>
                  </a:lnTo>
                  <a:lnTo>
                    <a:pt x="888" y="234"/>
                  </a:lnTo>
                  <a:lnTo>
                    <a:pt x="888" y="140"/>
                  </a:lnTo>
                  <a:lnTo>
                    <a:pt x="841" y="94"/>
                  </a:lnTo>
                  <a:lnTo>
                    <a:pt x="748"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7" name="Google Shape;10217;p74"/>
            <p:cNvSpPr/>
            <p:nvPr/>
          </p:nvSpPr>
          <p:spPr>
            <a:xfrm>
              <a:off x="7143575" y="2653200"/>
              <a:ext cx="21025" cy="224025"/>
            </a:xfrm>
            <a:custGeom>
              <a:rect b="b" l="l" r="r" t="t"/>
              <a:pathLst>
                <a:path extrusionOk="0" h="8961" w="841">
                  <a:moveTo>
                    <a:pt x="1" y="0"/>
                  </a:moveTo>
                  <a:lnTo>
                    <a:pt x="1" y="8961"/>
                  </a:lnTo>
                  <a:lnTo>
                    <a:pt x="841" y="8961"/>
                  </a:lnTo>
                  <a:lnTo>
                    <a:pt x="84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8" name="Google Shape;10218;p74"/>
            <p:cNvSpPr/>
            <p:nvPr/>
          </p:nvSpPr>
          <p:spPr>
            <a:xfrm>
              <a:off x="6986075" y="2860875"/>
              <a:ext cx="332525" cy="32675"/>
            </a:xfrm>
            <a:custGeom>
              <a:rect b="b" l="l" r="r" t="t"/>
              <a:pathLst>
                <a:path extrusionOk="0" h="1307" w="13301">
                  <a:moveTo>
                    <a:pt x="187" y="0"/>
                  </a:moveTo>
                  <a:lnTo>
                    <a:pt x="94" y="47"/>
                  </a:lnTo>
                  <a:lnTo>
                    <a:pt x="47" y="93"/>
                  </a:lnTo>
                  <a:lnTo>
                    <a:pt x="0" y="140"/>
                  </a:lnTo>
                  <a:lnTo>
                    <a:pt x="0" y="233"/>
                  </a:lnTo>
                  <a:lnTo>
                    <a:pt x="0" y="1074"/>
                  </a:lnTo>
                  <a:lnTo>
                    <a:pt x="0" y="1167"/>
                  </a:lnTo>
                  <a:lnTo>
                    <a:pt x="47" y="1260"/>
                  </a:lnTo>
                  <a:lnTo>
                    <a:pt x="94" y="1307"/>
                  </a:lnTo>
                  <a:lnTo>
                    <a:pt x="13254" y="1307"/>
                  </a:lnTo>
                  <a:lnTo>
                    <a:pt x="13254" y="1260"/>
                  </a:lnTo>
                  <a:lnTo>
                    <a:pt x="13254" y="1120"/>
                  </a:lnTo>
                  <a:lnTo>
                    <a:pt x="13254" y="280"/>
                  </a:lnTo>
                  <a:lnTo>
                    <a:pt x="13301" y="93"/>
                  </a:lnTo>
                  <a:lnTo>
                    <a:pt x="13254" y="47"/>
                  </a:lnTo>
                  <a:lnTo>
                    <a:pt x="132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9" name="Google Shape;10219;p74"/>
            <p:cNvSpPr/>
            <p:nvPr/>
          </p:nvSpPr>
          <p:spPr>
            <a:xfrm>
              <a:off x="7126075" y="2603025"/>
              <a:ext cx="50200" cy="73525"/>
            </a:xfrm>
            <a:custGeom>
              <a:rect b="b" l="l" r="r" t="t"/>
              <a:pathLst>
                <a:path extrusionOk="0" h="2941" w="2008">
                  <a:moveTo>
                    <a:pt x="514" y="0"/>
                  </a:moveTo>
                  <a:lnTo>
                    <a:pt x="327" y="47"/>
                  </a:lnTo>
                  <a:lnTo>
                    <a:pt x="187" y="140"/>
                  </a:lnTo>
                  <a:lnTo>
                    <a:pt x="47" y="280"/>
                  </a:lnTo>
                  <a:lnTo>
                    <a:pt x="1" y="467"/>
                  </a:lnTo>
                  <a:lnTo>
                    <a:pt x="1" y="2707"/>
                  </a:lnTo>
                  <a:lnTo>
                    <a:pt x="47" y="2801"/>
                  </a:lnTo>
                  <a:lnTo>
                    <a:pt x="94" y="2847"/>
                  </a:lnTo>
                  <a:lnTo>
                    <a:pt x="141" y="2894"/>
                  </a:lnTo>
                  <a:lnTo>
                    <a:pt x="234" y="2941"/>
                  </a:lnTo>
                  <a:lnTo>
                    <a:pt x="1961" y="2941"/>
                  </a:lnTo>
                  <a:lnTo>
                    <a:pt x="2007" y="2847"/>
                  </a:lnTo>
                  <a:lnTo>
                    <a:pt x="2007" y="2567"/>
                  </a:lnTo>
                  <a:lnTo>
                    <a:pt x="1961" y="1727"/>
                  </a:lnTo>
                  <a:lnTo>
                    <a:pt x="1867" y="561"/>
                  </a:lnTo>
                  <a:lnTo>
                    <a:pt x="1867" y="187"/>
                  </a:lnTo>
                  <a:lnTo>
                    <a:pt x="1821" y="47"/>
                  </a:lnTo>
                  <a:lnTo>
                    <a:pt x="17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0" name="Google Shape;10220;p74"/>
            <p:cNvSpPr/>
            <p:nvPr/>
          </p:nvSpPr>
          <p:spPr>
            <a:xfrm>
              <a:off x="7151750" y="2603025"/>
              <a:ext cx="29200" cy="73525"/>
            </a:xfrm>
            <a:custGeom>
              <a:rect b="b" l="l" r="r" t="t"/>
              <a:pathLst>
                <a:path extrusionOk="0" h="2941" w="1168">
                  <a:moveTo>
                    <a:pt x="0" y="0"/>
                  </a:moveTo>
                  <a:lnTo>
                    <a:pt x="187" y="47"/>
                  </a:lnTo>
                  <a:lnTo>
                    <a:pt x="327" y="140"/>
                  </a:lnTo>
                  <a:lnTo>
                    <a:pt x="420" y="280"/>
                  </a:lnTo>
                  <a:lnTo>
                    <a:pt x="467" y="467"/>
                  </a:lnTo>
                  <a:lnTo>
                    <a:pt x="467" y="2707"/>
                  </a:lnTo>
                  <a:lnTo>
                    <a:pt x="467" y="2801"/>
                  </a:lnTo>
                  <a:lnTo>
                    <a:pt x="420" y="2847"/>
                  </a:lnTo>
                  <a:lnTo>
                    <a:pt x="327" y="2894"/>
                  </a:lnTo>
                  <a:lnTo>
                    <a:pt x="280" y="2941"/>
                  </a:lnTo>
                  <a:lnTo>
                    <a:pt x="934" y="2941"/>
                  </a:lnTo>
                  <a:lnTo>
                    <a:pt x="1027" y="2894"/>
                  </a:lnTo>
                  <a:lnTo>
                    <a:pt x="1074" y="2847"/>
                  </a:lnTo>
                  <a:lnTo>
                    <a:pt x="1120" y="2801"/>
                  </a:lnTo>
                  <a:lnTo>
                    <a:pt x="1167" y="2707"/>
                  </a:lnTo>
                  <a:lnTo>
                    <a:pt x="1167" y="467"/>
                  </a:lnTo>
                  <a:lnTo>
                    <a:pt x="1120" y="280"/>
                  </a:lnTo>
                  <a:lnTo>
                    <a:pt x="1027" y="140"/>
                  </a:lnTo>
                  <a:lnTo>
                    <a:pt x="840" y="47"/>
                  </a:lnTo>
                  <a:lnTo>
                    <a:pt x="6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1" name="Google Shape;10221;p74"/>
            <p:cNvSpPr/>
            <p:nvPr/>
          </p:nvSpPr>
          <p:spPr>
            <a:xfrm>
              <a:off x="7298750" y="2860875"/>
              <a:ext cx="23350" cy="32675"/>
            </a:xfrm>
            <a:custGeom>
              <a:rect b="b" l="l" r="r" t="t"/>
              <a:pathLst>
                <a:path extrusionOk="0" h="1307" w="934">
                  <a:moveTo>
                    <a:pt x="1" y="0"/>
                  </a:moveTo>
                  <a:lnTo>
                    <a:pt x="94" y="47"/>
                  </a:lnTo>
                  <a:lnTo>
                    <a:pt x="187" y="93"/>
                  </a:lnTo>
                  <a:lnTo>
                    <a:pt x="234" y="140"/>
                  </a:lnTo>
                  <a:lnTo>
                    <a:pt x="234" y="233"/>
                  </a:lnTo>
                  <a:lnTo>
                    <a:pt x="234" y="1074"/>
                  </a:lnTo>
                  <a:lnTo>
                    <a:pt x="234" y="1167"/>
                  </a:lnTo>
                  <a:lnTo>
                    <a:pt x="187" y="1260"/>
                  </a:lnTo>
                  <a:lnTo>
                    <a:pt x="94" y="1307"/>
                  </a:lnTo>
                  <a:lnTo>
                    <a:pt x="794" y="1307"/>
                  </a:lnTo>
                  <a:lnTo>
                    <a:pt x="841" y="1260"/>
                  </a:lnTo>
                  <a:lnTo>
                    <a:pt x="887" y="1167"/>
                  </a:lnTo>
                  <a:lnTo>
                    <a:pt x="934" y="1074"/>
                  </a:lnTo>
                  <a:lnTo>
                    <a:pt x="934" y="233"/>
                  </a:lnTo>
                  <a:lnTo>
                    <a:pt x="887" y="140"/>
                  </a:lnTo>
                  <a:lnTo>
                    <a:pt x="841" y="93"/>
                  </a:lnTo>
                  <a:lnTo>
                    <a:pt x="794" y="47"/>
                  </a:lnTo>
                  <a:lnTo>
                    <a:pt x="70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2" name="Google Shape;10222;p74"/>
            <p:cNvSpPr/>
            <p:nvPr/>
          </p:nvSpPr>
          <p:spPr>
            <a:xfrm>
              <a:off x="7233425" y="2772200"/>
              <a:ext cx="37350" cy="59525"/>
            </a:xfrm>
            <a:custGeom>
              <a:rect b="b" l="l" r="r" t="t"/>
              <a:pathLst>
                <a:path extrusionOk="0" h="2381" w="1494">
                  <a:moveTo>
                    <a:pt x="887" y="420"/>
                  </a:moveTo>
                  <a:lnTo>
                    <a:pt x="1027" y="514"/>
                  </a:lnTo>
                  <a:lnTo>
                    <a:pt x="1074" y="607"/>
                  </a:lnTo>
                  <a:lnTo>
                    <a:pt x="1120" y="747"/>
                  </a:lnTo>
                  <a:lnTo>
                    <a:pt x="1074" y="887"/>
                  </a:lnTo>
                  <a:lnTo>
                    <a:pt x="1027" y="1027"/>
                  </a:lnTo>
                  <a:lnTo>
                    <a:pt x="887" y="1074"/>
                  </a:lnTo>
                  <a:lnTo>
                    <a:pt x="747" y="1120"/>
                  </a:lnTo>
                  <a:lnTo>
                    <a:pt x="420" y="1120"/>
                  </a:lnTo>
                  <a:lnTo>
                    <a:pt x="420" y="747"/>
                  </a:lnTo>
                  <a:lnTo>
                    <a:pt x="420" y="420"/>
                  </a:lnTo>
                  <a:close/>
                  <a:moveTo>
                    <a:pt x="140" y="0"/>
                  </a:moveTo>
                  <a:lnTo>
                    <a:pt x="47" y="47"/>
                  </a:lnTo>
                  <a:lnTo>
                    <a:pt x="0" y="140"/>
                  </a:lnTo>
                  <a:lnTo>
                    <a:pt x="0" y="187"/>
                  </a:lnTo>
                  <a:lnTo>
                    <a:pt x="0" y="2147"/>
                  </a:lnTo>
                  <a:lnTo>
                    <a:pt x="0" y="2240"/>
                  </a:lnTo>
                  <a:lnTo>
                    <a:pt x="47" y="2287"/>
                  </a:lnTo>
                  <a:lnTo>
                    <a:pt x="140" y="2334"/>
                  </a:lnTo>
                  <a:lnTo>
                    <a:pt x="187" y="2380"/>
                  </a:lnTo>
                  <a:lnTo>
                    <a:pt x="280" y="2334"/>
                  </a:lnTo>
                  <a:lnTo>
                    <a:pt x="327" y="2287"/>
                  </a:lnTo>
                  <a:lnTo>
                    <a:pt x="374" y="2240"/>
                  </a:lnTo>
                  <a:lnTo>
                    <a:pt x="420" y="2147"/>
                  </a:lnTo>
                  <a:lnTo>
                    <a:pt x="420" y="1494"/>
                  </a:lnTo>
                  <a:lnTo>
                    <a:pt x="887" y="1494"/>
                  </a:lnTo>
                  <a:lnTo>
                    <a:pt x="1027" y="1447"/>
                  </a:lnTo>
                  <a:lnTo>
                    <a:pt x="1167" y="1400"/>
                  </a:lnTo>
                  <a:lnTo>
                    <a:pt x="1307" y="1307"/>
                  </a:lnTo>
                  <a:lnTo>
                    <a:pt x="1400" y="1167"/>
                  </a:lnTo>
                  <a:lnTo>
                    <a:pt x="1447" y="1027"/>
                  </a:lnTo>
                  <a:lnTo>
                    <a:pt x="1494" y="887"/>
                  </a:lnTo>
                  <a:lnTo>
                    <a:pt x="1494" y="747"/>
                  </a:lnTo>
                  <a:lnTo>
                    <a:pt x="1494" y="607"/>
                  </a:lnTo>
                  <a:lnTo>
                    <a:pt x="1447" y="467"/>
                  </a:lnTo>
                  <a:lnTo>
                    <a:pt x="1400" y="327"/>
                  </a:lnTo>
                  <a:lnTo>
                    <a:pt x="1307" y="234"/>
                  </a:lnTo>
                  <a:lnTo>
                    <a:pt x="1167" y="140"/>
                  </a:lnTo>
                  <a:lnTo>
                    <a:pt x="1027" y="47"/>
                  </a:lnTo>
                  <a:lnTo>
                    <a:pt x="88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3" name="Google Shape;10223;p74"/>
            <p:cNvSpPr/>
            <p:nvPr/>
          </p:nvSpPr>
          <p:spPr>
            <a:xfrm>
              <a:off x="7033900" y="2772200"/>
              <a:ext cx="42025" cy="59525"/>
            </a:xfrm>
            <a:custGeom>
              <a:rect b="b" l="l" r="r" t="t"/>
              <a:pathLst>
                <a:path extrusionOk="0" h="2381" w="1681">
                  <a:moveTo>
                    <a:pt x="794" y="0"/>
                  </a:moveTo>
                  <a:lnTo>
                    <a:pt x="608" y="47"/>
                  </a:lnTo>
                  <a:lnTo>
                    <a:pt x="421" y="140"/>
                  </a:lnTo>
                  <a:lnTo>
                    <a:pt x="281" y="234"/>
                  </a:lnTo>
                  <a:lnTo>
                    <a:pt x="188" y="374"/>
                  </a:lnTo>
                  <a:lnTo>
                    <a:pt x="141" y="560"/>
                  </a:lnTo>
                  <a:lnTo>
                    <a:pt x="141" y="747"/>
                  </a:lnTo>
                  <a:lnTo>
                    <a:pt x="188" y="887"/>
                  </a:lnTo>
                  <a:lnTo>
                    <a:pt x="234" y="1027"/>
                  </a:lnTo>
                  <a:lnTo>
                    <a:pt x="374" y="1120"/>
                  </a:lnTo>
                  <a:lnTo>
                    <a:pt x="421" y="1167"/>
                  </a:lnTo>
                  <a:lnTo>
                    <a:pt x="981" y="1400"/>
                  </a:lnTo>
                  <a:lnTo>
                    <a:pt x="1121" y="1447"/>
                  </a:lnTo>
                  <a:lnTo>
                    <a:pt x="1214" y="1540"/>
                  </a:lnTo>
                  <a:lnTo>
                    <a:pt x="1261" y="1634"/>
                  </a:lnTo>
                  <a:lnTo>
                    <a:pt x="1261" y="1727"/>
                  </a:lnTo>
                  <a:lnTo>
                    <a:pt x="1214" y="1820"/>
                  </a:lnTo>
                  <a:lnTo>
                    <a:pt x="1168" y="1867"/>
                  </a:lnTo>
                  <a:lnTo>
                    <a:pt x="1028" y="1960"/>
                  </a:lnTo>
                  <a:lnTo>
                    <a:pt x="748" y="1960"/>
                  </a:lnTo>
                  <a:lnTo>
                    <a:pt x="608" y="1914"/>
                  </a:lnTo>
                  <a:lnTo>
                    <a:pt x="468" y="1820"/>
                  </a:lnTo>
                  <a:lnTo>
                    <a:pt x="328" y="1727"/>
                  </a:lnTo>
                  <a:lnTo>
                    <a:pt x="281" y="1680"/>
                  </a:lnTo>
                  <a:lnTo>
                    <a:pt x="141" y="1680"/>
                  </a:lnTo>
                  <a:lnTo>
                    <a:pt x="48" y="1727"/>
                  </a:lnTo>
                  <a:lnTo>
                    <a:pt x="1" y="1774"/>
                  </a:lnTo>
                  <a:lnTo>
                    <a:pt x="1" y="1867"/>
                  </a:lnTo>
                  <a:lnTo>
                    <a:pt x="1" y="1960"/>
                  </a:lnTo>
                  <a:lnTo>
                    <a:pt x="48" y="2007"/>
                  </a:lnTo>
                  <a:lnTo>
                    <a:pt x="234" y="2147"/>
                  </a:lnTo>
                  <a:lnTo>
                    <a:pt x="421" y="2287"/>
                  </a:lnTo>
                  <a:lnTo>
                    <a:pt x="654" y="2334"/>
                  </a:lnTo>
                  <a:lnTo>
                    <a:pt x="888" y="2380"/>
                  </a:lnTo>
                  <a:lnTo>
                    <a:pt x="1168" y="2334"/>
                  </a:lnTo>
                  <a:lnTo>
                    <a:pt x="1401" y="2194"/>
                  </a:lnTo>
                  <a:lnTo>
                    <a:pt x="1588" y="2007"/>
                  </a:lnTo>
                  <a:lnTo>
                    <a:pt x="1681" y="1774"/>
                  </a:lnTo>
                  <a:lnTo>
                    <a:pt x="1681" y="1587"/>
                  </a:lnTo>
                  <a:lnTo>
                    <a:pt x="1588" y="1354"/>
                  </a:lnTo>
                  <a:lnTo>
                    <a:pt x="1401" y="1167"/>
                  </a:lnTo>
                  <a:lnTo>
                    <a:pt x="1121" y="1027"/>
                  </a:lnTo>
                  <a:lnTo>
                    <a:pt x="561" y="794"/>
                  </a:lnTo>
                  <a:lnTo>
                    <a:pt x="514" y="700"/>
                  </a:lnTo>
                  <a:lnTo>
                    <a:pt x="514" y="607"/>
                  </a:lnTo>
                  <a:lnTo>
                    <a:pt x="561" y="514"/>
                  </a:lnTo>
                  <a:lnTo>
                    <a:pt x="701" y="420"/>
                  </a:lnTo>
                  <a:lnTo>
                    <a:pt x="934" y="420"/>
                  </a:lnTo>
                  <a:lnTo>
                    <a:pt x="1121" y="467"/>
                  </a:lnTo>
                  <a:lnTo>
                    <a:pt x="1308" y="560"/>
                  </a:lnTo>
                  <a:lnTo>
                    <a:pt x="1354" y="607"/>
                  </a:lnTo>
                  <a:lnTo>
                    <a:pt x="1448" y="607"/>
                  </a:lnTo>
                  <a:lnTo>
                    <a:pt x="1494" y="560"/>
                  </a:lnTo>
                  <a:lnTo>
                    <a:pt x="1588" y="514"/>
                  </a:lnTo>
                  <a:lnTo>
                    <a:pt x="1588" y="467"/>
                  </a:lnTo>
                  <a:lnTo>
                    <a:pt x="1588" y="374"/>
                  </a:lnTo>
                  <a:lnTo>
                    <a:pt x="1588" y="327"/>
                  </a:lnTo>
                  <a:lnTo>
                    <a:pt x="1541" y="234"/>
                  </a:lnTo>
                  <a:lnTo>
                    <a:pt x="1448" y="187"/>
                  </a:lnTo>
                  <a:lnTo>
                    <a:pt x="1261" y="94"/>
                  </a:lnTo>
                  <a:lnTo>
                    <a:pt x="93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27" name="Shape 10227"/>
        <p:cNvGrpSpPr/>
        <p:nvPr/>
      </p:nvGrpSpPr>
      <p:grpSpPr>
        <a:xfrm>
          <a:off x="0" y="0"/>
          <a:ext cx="0" cy="0"/>
          <a:chOff x="0" y="0"/>
          <a:chExt cx="0" cy="0"/>
        </a:xfrm>
      </p:grpSpPr>
      <p:cxnSp>
        <p:nvCxnSpPr>
          <p:cNvPr id="10228" name="Google Shape;10228;p75"/>
          <p:cNvCxnSpPr>
            <a:stCxn id="10229" idx="1"/>
            <a:endCxn id="10230" idx="1"/>
          </p:cNvCxnSpPr>
          <p:nvPr/>
        </p:nvCxnSpPr>
        <p:spPr>
          <a:xfrm>
            <a:off x="1295586" y="1669041"/>
            <a:ext cx="600" cy="1143000"/>
          </a:xfrm>
          <a:prstGeom prst="bentConnector3">
            <a:avLst>
              <a:gd fmla="val -39687500" name="adj1"/>
            </a:avLst>
          </a:prstGeom>
          <a:noFill/>
          <a:ln cap="flat" cmpd="sng" w="19050">
            <a:solidFill>
              <a:schemeClr val="dk1"/>
            </a:solidFill>
            <a:prstDash val="solid"/>
            <a:round/>
            <a:headEnd len="med" w="med" type="none"/>
            <a:tailEnd len="med" w="med" type="none"/>
          </a:ln>
        </p:spPr>
      </p:cxnSp>
      <p:cxnSp>
        <p:nvCxnSpPr>
          <p:cNvPr id="10231" name="Google Shape;10231;p75"/>
          <p:cNvCxnSpPr>
            <a:stCxn id="10230" idx="1"/>
            <a:endCxn id="10232" idx="1"/>
          </p:cNvCxnSpPr>
          <p:nvPr/>
        </p:nvCxnSpPr>
        <p:spPr>
          <a:xfrm>
            <a:off x="1295586" y="2812041"/>
            <a:ext cx="600" cy="1143000"/>
          </a:xfrm>
          <a:prstGeom prst="bentConnector3">
            <a:avLst>
              <a:gd fmla="val -39687500" name="adj1"/>
            </a:avLst>
          </a:prstGeom>
          <a:noFill/>
          <a:ln cap="flat" cmpd="sng" w="19050">
            <a:solidFill>
              <a:schemeClr val="dk1"/>
            </a:solidFill>
            <a:prstDash val="solid"/>
            <a:round/>
            <a:headEnd len="med" w="med" type="none"/>
            <a:tailEnd len="med" w="med" type="none"/>
          </a:ln>
        </p:spPr>
      </p:cxnSp>
      <p:sp>
        <p:nvSpPr>
          <p:cNvPr id="10233" name="Google Shape;10233;p75"/>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BEST TIMES TO EAT</a:t>
            </a:r>
            <a:endParaRPr/>
          </a:p>
        </p:txBody>
      </p:sp>
      <p:sp>
        <p:nvSpPr>
          <p:cNvPr id="10234" name="Google Shape;10234;p75"/>
          <p:cNvSpPr txBox="1"/>
          <p:nvPr>
            <p:ph idx="4294967295" type="title"/>
          </p:nvPr>
        </p:nvSpPr>
        <p:spPr>
          <a:xfrm>
            <a:off x="2051889" y="1185050"/>
            <a:ext cx="60336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BREAKFAST</a:t>
            </a:r>
            <a:endParaRPr sz="2000">
              <a:solidFill>
                <a:schemeClr val="dk1"/>
              </a:solidFill>
            </a:endParaRPr>
          </a:p>
        </p:txBody>
      </p:sp>
      <p:sp>
        <p:nvSpPr>
          <p:cNvPr id="10235" name="Google Shape;10235;p75"/>
          <p:cNvSpPr txBox="1"/>
          <p:nvPr>
            <p:ph idx="4294967295" type="subTitle"/>
          </p:nvPr>
        </p:nvSpPr>
        <p:spPr>
          <a:xfrm>
            <a:off x="2052939" y="1398251"/>
            <a:ext cx="6033600" cy="731400"/>
          </a:xfrm>
          <a:prstGeom prst="rect">
            <a:avLst/>
          </a:prstGeom>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a:t>Ideal time:</a:t>
            </a:r>
            <a:r>
              <a:rPr lang="en"/>
              <a:t> 7 - 8 am</a:t>
            </a:r>
            <a:endParaRPr/>
          </a:p>
          <a:p>
            <a:pPr indent="0" lvl="0" marL="0" rtl="0" algn="l">
              <a:lnSpc>
                <a:spcPct val="100000"/>
              </a:lnSpc>
              <a:spcBef>
                <a:spcPts val="0"/>
              </a:spcBef>
              <a:spcAft>
                <a:spcPts val="0"/>
              </a:spcAft>
              <a:buNone/>
            </a:pPr>
            <a:r>
              <a:rPr b="1" lang="en"/>
              <a:t>Don't</a:t>
            </a:r>
            <a:r>
              <a:rPr b="1" lang="en"/>
              <a:t> have it later then:</a:t>
            </a:r>
            <a:r>
              <a:rPr lang="en"/>
              <a:t> 10 am</a:t>
            </a:r>
            <a:endParaRPr/>
          </a:p>
          <a:p>
            <a:pPr indent="0" lvl="0" marL="0" rtl="0" algn="l">
              <a:lnSpc>
                <a:spcPct val="100000"/>
              </a:lnSpc>
              <a:spcBef>
                <a:spcPts val="0"/>
              </a:spcBef>
              <a:spcAft>
                <a:spcPts val="0"/>
              </a:spcAft>
              <a:buNone/>
            </a:pPr>
            <a:r>
              <a:rPr b="1" lang="en"/>
              <a:t>Must remember:</a:t>
            </a:r>
            <a:r>
              <a:rPr lang="en"/>
              <a:t> Eat within 30 mins of waking up</a:t>
            </a:r>
            <a:endParaRPr/>
          </a:p>
        </p:txBody>
      </p:sp>
      <p:grpSp>
        <p:nvGrpSpPr>
          <p:cNvPr id="10236" name="Google Shape;10236;p75"/>
          <p:cNvGrpSpPr/>
          <p:nvPr/>
        </p:nvGrpSpPr>
        <p:grpSpPr>
          <a:xfrm>
            <a:off x="1190452" y="1289536"/>
            <a:ext cx="758932" cy="758986"/>
            <a:chOff x="1275580" y="2337607"/>
            <a:chExt cx="759008" cy="758986"/>
          </a:xfrm>
        </p:grpSpPr>
        <p:sp>
          <p:nvSpPr>
            <p:cNvPr id="10237" name="Google Shape;10237;p75"/>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9" name="Google Shape;10229;p75"/>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38" name="Google Shape;10238;p75"/>
          <p:cNvSpPr txBox="1"/>
          <p:nvPr>
            <p:ph idx="4294967295" type="title"/>
          </p:nvPr>
        </p:nvSpPr>
        <p:spPr>
          <a:xfrm>
            <a:off x="2051889" y="2328049"/>
            <a:ext cx="60336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LUNCH</a:t>
            </a:r>
            <a:endParaRPr sz="2000">
              <a:solidFill>
                <a:schemeClr val="dk1"/>
              </a:solidFill>
            </a:endParaRPr>
          </a:p>
        </p:txBody>
      </p:sp>
      <p:sp>
        <p:nvSpPr>
          <p:cNvPr id="10239" name="Google Shape;10239;p75"/>
          <p:cNvSpPr txBox="1"/>
          <p:nvPr>
            <p:ph idx="4294967295" type="subTitle"/>
          </p:nvPr>
        </p:nvSpPr>
        <p:spPr>
          <a:xfrm>
            <a:off x="2052939" y="2541251"/>
            <a:ext cx="6033600" cy="731400"/>
          </a:xfrm>
          <a:prstGeom prst="rect">
            <a:avLst/>
          </a:prstGeom>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a:t>Ideal time:</a:t>
            </a:r>
            <a:r>
              <a:rPr lang="en"/>
              <a:t> 12:30 - 2:00 pm</a:t>
            </a:r>
            <a:endParaRPr/>
          </a:p>
          <a:p>
            <a:pPr indent="0" lvl="0" marL="0" rtl="0" algn="l">
              <a:lnSpc>
                <a:spcPct val="100000"/>
              </a:lnSpc>
              <a:spcBef>
                <a:spcPts val="0"/>
              </a:spcBef>
              <a:spcAft>
                <a:spcPts val="0"/>
              </a:spcAft>
              <a:buNone/>
            </a:pPr>
            <a:r>
              <a:rPr b="1" lang="en"/>
              <a:t>Don't</a:t>
            </a:r>
            <a:r>
              <a:rPr b="1" lang="en"/>
              <a:t> have it later then:</a:t>
            </a:r>
            <a:r>
              <a:rPr lang="en"/>
              <a:t> 4 pm</a:t>
            </a:r>
            <a:endParaRPr/>
          </a:p>
          <a:p>
            <a:pPr indent="0" lvl="0" marL="0" rtl="0" algn="l">
              <a:lnSpc>
                <a:spcPct val="100000"/>
              </a:lnSpc>
              <a:spcBef>
                <a:spcPts val="0"/>
              </a:spcBef>
              <a:spcAft>
                <a:spcPts val="0"/>
              </a:spcAft>
              <a:buNone/>
            </a:pPr>
            <a:r>
              <a:rPr b="1" lang="en"/>
              <a:t>Must remember:</a:t>
            </a:r>
            <a:r>
              <a:rPr lang="en"/>
              <a:t> An ideal time gap between breakfast &amp; unch is 4 hrs</a:t>
            </a:r>
            <a:endParaRPr/>
          </a:p>
        </p:txBody>
      </p:sp>
      <p:grpSp>
        <p:nvGrpSpPr>
          <p:cNvPr id="10240" name="Google Shape;10240;p75"/>
          <p:cNvGrpSpPr/>
          <p:nvPr/>
        </p:nvGrpSpPr>
        <p:grpSpPr>
          <a:xfrm>
            <a:off x="1190452" y="2432536"/>
            <a:ext cx="758932" cy="758986"/>
            <a:chOff x="1275580" y="2337607"/>
            <a:chExt cx="759008" cy="758986"/>
          </a:xfrm>
        </p:grpSpPr>
        <p:sp>
          <p:nvSpPr>
            <p:cNvPr id="10241" name="Google Shape;10241;p75"/>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0" name="Google Shape;10230;p75"/>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42" name="Google Shape;10242;p75"/>
          <p:cNvSpPr txBox="1"/>
          <p:nvPr>
            <p:ph idx="4294967295" type="title"/>
          </p:nvPr>
        </p:nvSpPr>
        <p:spPr>
          <a:xfrm>
            <a:off x="2051889" y="3471049"/>
            <a:ext cx="60336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DINNER</a:t>
            </a:r>
            <a:endParaRPr sz="2000">
              <a:solidFill>
                <a:schemeClr val="dk1"/>
              </a:solidFill>
            </a:endParaRPr>
          </a:p>
        </p:txBody>
      </p:sp>
      <p:sp>
        <p:nvSpPr>
          <p:cNvPr id="10243" name="Google Shape;10243;p75"/>
          <p:cNvSpPr txBox="1"/>
          <p:nvPr>
            <p:ph idx="4294967295" type="subTitle"/>
          </p:nvPr>
        </p:nvSpPr>
        <p:spPr>
          <a:xfrm>
            <a:off x="2052939" y="3684250"/>
            <a:ext cx="6033600" cy="731400"/>
          </a:xfrm>
          <a:prstGeom prst="rect">
            <a:avLst/>
          </a:prstGeom>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a:t>Ideal time:</a:t>
            </a:r>
            <a:r>
              <a:rPr lang="en"/>
              <a:t> 6 - 9 pm</a:t>
            </a:r>
            <a:endParaRPr/>
          </a:p>
          <a:p>
            <a:pPr indent="0" lvl="0" marL="0" rtl="0" algn="l">
              <a:lnSpc>
                <a:spcPct val="100000"/>
              </a:lnSpc>
              <a:spcBef>
                <a:spcPts val="0"/>
              </a:spcBef>
              <a:spcAft>
                <a:spcPts val="0"/>
              </a:spcAft>
              <a:buNone/>
            </a:pPr>
            <a:r>
              <a:rPr b="1" lang="en"/>
              <a:t>Don't</a:t>
            </a:r>
            <a:r>
              <a:rPr b="1" lang="en"/>
              <a:t> have it later then:</a:t>
            </a:r>
            <a:r>
              <a:rPr lang="en"/>
              <a:t> 10 pm</a:t>
            </a:r>
            <a:endParaRPr/>
          </a:p>
          <a:p>
            <a:pPr indent="0" lvl="0" marL="0" rtl="0" algn="l">
              <a:lnSpc>
                <a:spcPct val="100000"/>
              </a:lnSpc>
              <a:spcBef>
                <a:spcPts val="0"/>
              </a:spcBef>
              <a:spcAft>
                <a:spcPts val="0"/>
              </a:spcAft>
              <a:buNone/>
            </a:pPr>
            <a:r>
              <a:rPr b="1" lang="en"/>
              <a:t>Must remember:</a:t>
            </a:r>
            <a:r>
              <a:rPr lang="en"/>
              <a:t> The meal should be at least 3 hrs before you sleep</a:t>
            </a:r>
            <a:endParaRPr/>
          </a:p>
        </p:txBody>
      </p:sp>
      <p:grpSp>
        <p:nvGrpSpPr>
          <p:cNvPr id="10244" name="Google Shape;10244;p75"/>
          <p:cNvGrpSpPr/>
          <p:nvPr/>
        </p:nvGrpSpPr>
        <p:grpSpPr>
          <a:xfrm>
            <a:off x="1190452" y="3575536"/>
            <a:ext cx="758932" cy="758986"/>
            <a:chOff x="1275580" y="2337607"/>
            <a:chExt cx="759008" cy="758986"/>
          </a:xfrm>
        </p:grpSpPr>
        <p:sp>
          <p:nvSpPr>
            <p:cNvPr id="10245" name="Google Shape;10245;p75"/>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2" name="Google Shape;10232;p75"/>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6" name="Google Shape;10246;p75"/>
          <p:cNvGrpSpPr/>
          <p:nvPr/>
        </p:nvGrpSpPr>
        <p:grpSpPr>
          <a:xfrm>
            <a:off x="1401905" y="2666750"/>
            <a:ext cx="336025" cy="267200"/>
            <a:chOff x="6986075" y="1913500"/>
            <a:chExt cx="336025" cy="267200"/>
          </a:xfrm>
        </p:grpSpPr>
        <p:sp>
          <p:nvSpPr>
            <p:cNvPr id="10247" name="Google Shape;10247;p75"/>
            <p:cNvSpPr/>
            <p:nvPr/>
          </p:nvSpPr>
          <p:spPr>
            <a:xfrm>
              <a:off x="7183250" y="2139850"/>
              <a:ext cx="135350" cy="25675"/>
            </a:xfrm>
            <a:custGeom>
              <a:rect b="b" l="l" r="r" t="t"/>
              <a:pathLst>
                <a:path extrusionOk="0" h="1027" w="5414">
                  <a:moveTo>
                    <a:pt x="0" y="0"/>
                  </a:moveTo>
                  <a:lnTo>
                    <a:pt x="0" y="1027"/>
                  </a:lnTo>
                  <a:lnTo>
                    <a:pt x="5321" y="1027"/>
                  </a:lnTo>
                  <a:lnTo>
                    <a:pt x="5367" y="980"/>
                  </a:lnTo>
                  <a:lnTo>
                    <a:pt x="5414" y="934"/>
                  </a:lnTo>
                  <a:lnTo>
                    <a:pt x="5414" y="747"/>
                  </a:lnTo>
                  <a:lnTo>
                    <a:pt x="5414" y="234"/>
                  </a:lnTo>
                  <a:lnTo>
                    <a:pt x="5414" y="94"/>
                  </a:lnTo>
                  <a:lnTo>
                    <a:pt x="5367" y="47"/>
                  </a:lnTo>
                  <a:lnTo>
                    <a:pt x="53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8" name="Google Shape;10248;p75"/>
            <p:cNvSpPr/>
            <p:nvPr/>
          </p:nvSpPr>
          <p:spPr>
            <a:xfrm>
              <a:off x="7298750" y="2139850"/>
              <a:ext cx="23350" cy="25675"/>
            </a:xfrm>
            <a:custGeom>
              <a:rect b="b" l="l" r="r" t="t"/>
              <a:pathLst>
                <a:path extrusionOk="0" h="1027" w="934">
                  <a:moveTo>
                    <a:pt x="1" y="0"/>
                  </a:moveTo>
                  <a:lnTo>
                    <a:pt x="94" y="47"/>
                  </a:lnTo>
                  <a:lnTo>
                    <a:pt x="187" y="94"/>
                  </a:lnTo>
                  <a:lnTo>
                    <a:pt x="234" y="140"/>
                  </a:lnTo>
                  <a:lnTo>
                    <a:pt x="234" y="234"/>
                  </a:lnTo>
                  <a:lnTo>
                    <a:pt x="234" y="794"/>
                  </a:lnTo>
                  <a:lnTo>
                    <a:pt x="234" y="887"/>
                  </a:lnTo>
                  <a:lnTo>
                    <a:pt x="187" y="934"/>
                  </a:lnTo>
                  <a:lnTo>
                    <a:pt x="94" y="980"/>
                  </a:lnTo>
                  <a:lnTo>
                    <a:pt x="1" y="1027"/>
                  </a:lnTo>
                  <a:lnTo>
                    <a:pt x="701" y="1027"/>
                  </a:lnTo>
                  <a:lnTo>
                    <a:pt x="794" y="980"/>
                  </a:lnTo>
                  <a:lnTo>
                    <a:pt x="841" y="934"/>
                  </a:lnTo>
                  <a:lnTo>
                    <a:pt x="887" y="887"/>
                  </a:lnTo>
                  <a:lnTo>
                    <a:pt x="934" y="794"/>
                  </a:lnTo>
                  <a:lnTo>
                    <a:pt x="934" y="234"/>
                  </a:lnTo>
                  <a:lnTo>
                    <a:pt x="887" y="140"/>
                  </a:lnTo>
                  <a:lnTo>
                    <a:pt x="841" y="94"/>
                  </a:lnTo>
                  <a:lnTo>
                    <a:pt x="794" y="47"/>
                  </a:lnTo>
                  <a:lnTo>
                    <a:pt x="70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9" name="Google Shape;10249;p75"/>
            <p:cNvSpPr/>
            <p:nvPr/>
          </p:nvSpPr>
          <p:spPr>
            <a:xfrm>
              <a:off x="6986075" y="2124675"/>
              <a:ext cx="210025" cy="56025"/>
            </a:xfrm>
            <a:custGeom>
              <a:rect b="b" l="l" r="r" t="t"/>
              <a:pathLst>
                <a:path extrusionOk="0" h="2241" w="8401">
                  <a:moveTo>
                    <a:pt x="0" y="1"/>
                  </a:moveTo>
                  <a:lnTo>
                    <a:pt x="0" y="94"/>
                  </a:lnTo>
                  <a:lnTo>
                    <a:pt x="0" y="561"/>
                  </a:lnTo>
                  <a:lnTo>
                    <a:pt x="0" y="887"/>
                  </a:lnTo>
                  <a:lnTo>
                    <a:pt x="94" y="1214"/>
                  </a:lnTo>
                  <a:lnTo>
                    <a:pt x="280" y="1494"/>
                  </a:lnTo>
                  <a:lnTo>
                    <a:pt x="467" y="1774"/>
                  </a:lnTo>
                  <a:lnTo>
                    <a:pt x="747" y="1961"/>
                  </a:lnTo>
                  <a:lnTo>
                    <a:pt x="1027" y="2101"/>
                  </a:lnTo>
                  <a:lnTo>
                    <a:pt x="1354" y="2241"/>
                  </a:lnTo>
                  <a:lnTo>
                    <a:pt x="7141" y="2241"/>
                  </a:lnTo>
                  <a:lnTo>
                    <a:pt x="7421" y="2147"/>
                  </a:lnTo>
                  <a:lnTo>
                    <a:pt x="7654" y="1961"/>
                  </a:lnTo>
                  <a:lnTo>
                    <a:pt x="7841" y="1774"/>
                  </a:lnTo>
                  <a:lnTo>
                    <a:pt x="8027" y="1541"/>
                  </a:lnTo>
                  <a:lnTo>
                    <a:pt x="8121" y="1261"/>
                  </a:lnTo>
                  <a:lnTo>
                    <a:pt x="8167" y="934"/>
                  </a:lnTo>
                  <a:lnTo>
                    <a:pt x="8214" y="561"/>
                  </a:lnTo>
                  <a:lnTo>
                    <a:pt x="8354" y="281"/>
                  </a:lnTo>
                  <a:lnTo>
                    <a:pt x="8401" y="94"/>
                  </a:lnTo>
                  <a:lnTo>
                    <a:pt x="840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0" name="Google Shape;10250;p75"/>
            <p:cNvSpPr/>
            <p:nvPr/>
          </p:nvSpPr>
          <p:spPr>
            <a:xfrm>
              <a:off x="7008250" y="1940325"/>
              <a:ext cx="46675" cy="60700"/>
            </a:xfrm>
            <a:custGeom>
              <a:rect b="b" l="l" r="r" t="t"/>
              <a:pathLst>
                <a:path extrusionOk="0" h="2428" w="1867">
                  <a:moveTo>
                    <a:pt x="840" y="1"/>
                  </a:moveTo>
                  <a:lnTo>
                    <a:pt x="747" y="48"/>
                  </a:lnTo>
                  <a:lnTo>
                    <a:pt x="654" y="94"/>
                  </a:lnTo>
                  <a:lnTo>
                    <a:pt x="280" y="374"/>
                  </a:lnTo>
                  <a:lnTo>
                    <a:pt x="187" y="468"/>
                  </a:lnTo>
                  <a:lnTo>
                    <a:pt x="94" y="608"/>
                  </a:lnTo>
                  <a:lnTo>
                    <a:pt x="0" y="701"/>
                  </a:lnTo>
                  <a:lnTo>
                    <a:pt x="0" y="841"/>
                  </a:lnTo>
                  <a:lnTo>
                    <a:pt x="0" y="1028"/>
                  </a:lnTo>
                  <a:lnTo>
                    <a:pt x="0" y="1168"/>
                  </a:lnTo>
                  <a:lnTo>
                    <a:pt x="47" y="1308"/>
                  </a:lnTo>
                  <a:lnTo>
                    <a:pt x="140" y="1448"/>
                  </a:lnTo>
                  <a:lnTo>
                    <a:pt x="514" y="1914"/>
                  </a:lnTo>
                  <a:lnTo>
                    <a:pt x="560" y="1961"/>
                  </a:lnTo>
                  <a:lnTo>
                    <a:pt x="654" y="1961"/>
                  </a:lnTo>
                  <a:lnTo>
                    <a:pt x="934" y="1728"/>
                  </a:lnTo>
                  <a:lnTo>
                    <a:pt x="1027" y="1728"/>
                  </a:lnTo>
                  <a:lnTo>
                    <a:pt x="1074" y="1774"/>
                  </a:lnTo>
                  <a:lnTo>
                    <a:pt x="1540" y="2381"/>
                  </a:lnTo>
                  <a:lnTo>
                    <a:pt x="1587" y="2428"/>
                  </a:lnTo>
                  <a:lnTo>
                    <a:pt x="1680" y="2381"/>
                  </a:lnTo>
                  <a:lnTo>
                    <a:pt x="1634" y="1354"/>
                  </a:lnTo>
                  <a:lnTo>
                    <a:pt x="1587" y="1214"/>
                  </a:lnTo>
                  <a:lnTo>
                    <a:pt x="1587" y="1168"/>
                  </a:lnTo>
                  <a:lnTo>
                    <a:pt x="1634" y="1121"/>
                  </a:lnTo>
                  <a:lnTo>
                    <a:pt x="1867" y="934"/>
                  </a:lnTo>
                  <a:lnTo>
                    <a:pt x="1867" y="888"/>
                  </a:lnTo>
                  <a:lnTo>
                    <a:pt x="1820" y="794"/>
                  </a:lnTo>
                  <a:lnTo>
                    <a:pt x="1400" y="421"/>
                  </a:lnTo>
                  <a:lnTo>
                    <a:pt x="1214" y="188"/>
                  </a:lnTo>
                  <a:lnTo>
                    <a:pt x="1074" y="48"/>
                  </a:lnTo>
                  <a:lnTo>
                    <a:pt x="9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1" name="Google Shape;10251;p75"/>
            <p:cNvSpPr/>
            <p:nvPr/>
          </p:nvSpPr>
          <p:spPr>
            <a:xfrm>
              <a:off x="7116750" y="1971850"/>
              <a:ext cx="49025" cy="56025"/>
            </a:xfrm>
            <a:custGeom>
              <a:rect b="b" l="l" r="r" t="t"/>
              <a:pathLst>
                <a:path extrusionOk="0" h="2241" w="1961">
                  <a:moveTo>
                    <a:pt x="1354" y="0"/>
                  </a:moveTo>
                  <a:lnTo>
                    <a:pt x="1167" y="47"/>
                  </a:lnTo>
                  <a:lnTo>
                    <a:pt x="1027" y="93"/>
                  </a:lnTo>
                  <a:lnTo>
                    <a:pt x="934" y="187"/>
                  </a:lnTo>
                  <a:lnTo>
                    <a:pt x="420" y="560"/>
                  </a:lnTo>
                  <a:lnTo>
                    <a:pt x="374" y="653"/>
                  </a:lnTo>
                  <a:lnTo>
                    <a:pt x="420" y="700"/>
                  </a:lnTo>
                  <a:lnTo>
                    <a:pt x="654" y="980"/>
                  </a:lnTo>
                  <a:lnTo>
                    <a:pt x="654" y="1073"/>
                  </a:lnTo>
                  <a:lnTo>
                    <a:pt x="607" y="1120"/>
                  </a:lnTo>
                  <a:lnTo>
                    <a:pt x="47" y="1587"/>
                  </a:lnTo>
                  <a:lnTo>
                    <a:pt x="0" y="1680"/>
                  </a:lnTo>
                  <a:lnTo>
                    <a:pt x="0" y="1773"/>
                  </a:lnTo>
                  <a:lnTo>
                    <a:pt x="374" y="2240"/>
                  </a:lnTo>
                  <a:lnTo>
                    <a:pt x="514" y="2240"/>
                  </a:lnTo>
                  <a:lnTo>
                    <a:pt x="1120" y="1773"/>
                  </a:lnTo>
                  <a:lnTo>
                    <a:pt x="1260" y="1773"/>
                  </a:lnTo>
                  <a:lnTo>
                    <a:pt x="1494" y="2053"/>
                  </a:lnTo>
                  <a:lnTo>
                    <a:pt x="1540" y="2007"/>
                  </a:lnTo>
                  <a:lnTo>
                    <a:pt x="1587" y="1867"/>
                  </a:lnTo>
                  <a:lnTo>
                    <a:pt x="1960" y="280"/>
                  </a:lnTo>
                  <a:lnTo>
                    <a:pt x="1867" y="187"/>
                  </a:lnTo>
                  <a:lnTo>
                    <a:pt x="1774" y="93"/>
                  </a:lnTo>
                  <a:lnTo>
                    <a:pt x="1634" y="47"/>
                  </a:lnTo>
                  <a:lnTo>
                    <a:pt x="14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2" name="Google Shape;10252;p75"/>
            <p:cNvSpPr/>
            <p:nvPr/>
          </p:nvSpPr>
          <p:spPr>
            <a:xfrm>
              <a:off x="7087575" y="1913500"/>
              <a:ext cx="38525" cy="44350"/>
            </a:xfrm>
            <a:custGeom>
              <a:rect b="b" l="l" r="r" t="t"/>
              <a:pathLst>
                <a:path extrusionOk="0" h="1774" w="1541">
                  <a:moveTo>
                    <a:pt x="887" y="1"/>
                  </a:moveTo>
                  <a:lnTo>
                    <a:pt x="701" y="47"/>
                  </a:lnTo>
                  <a:lnTo>
                    <a:pt x="561" y="94"/>
                  </a:lnTo>
                  <a:lnTo>
                    <a:pt x="421" y="187"/>
                  </a:lnTo>
                  <a:lnTo>
                    <a:pt x="281" y="281"/>
                  </a:lnTo>
                  <a:lnTo>
                    <a:pt x="187" y="421"/>
                  </a:lnTo>
                  <a:lnTo>
                    <a:pt x="94" y="561"/>
                  </a:lnTo>
                  <a:lnTo>
                    <a:pt x="47" y="701"/>
                  </a:lnTo>
                  <a:lnTo>
                    <a:pt x="1" y="887"/>
                  </a:lnTo>
                  <a:lnTo>
                    <a:pt x="47" y="1074"/>
                  </a:lnTo>
                  <a:lnTo>
                    <a:pt x="94" y="1214"/>
                  </a:lnTo>
                  <a:lnTo>
                    <a:pt x="187" y="1354"/>
                  </a:lnTo>
                  <a:lnTo>
                    <a:pt x="281" y="1494"/>
                  </a:lnTo>
                  <a:lnTo>
                    <a:pt x="421" y="1587"/>
                  </a:lnTo>
                  <a:lnTo>
                    <a:pt x="561" y="1681"/>
                  </a:lnTo>
                  <a:lnTo>
                    <a:pt x="701" y="1727"/>
                  </a:lnTo>
                  <a:lnTo>
                    <a:pt x="887" y="1774"/>
                  </a:lnTo>
                  <a:lnTo>
                    <a:pt x="1074" y="1727"/>
                  </a:lnTo>
                  <a:lnTo>
                    <a:pt x="1167" y="1681"/>
                  </a:lnTo>
                  <a:lnTo>
                    <a:pt x="1307" y="1587"/>
                  </a:lnTo>
                  <a:lnTo>
                    <a:pt x="1401" y="1494"/>
                  </a:lnTo>
                  <a:lnTo>
                    <a:pt x="1494" y="1214"/>
                  </a:lnTo>
                  <a:lnTo>
                    <a:pt x="1541" y="887"/>
                  </a:lnTo>
                  <a:lnTo>
                    <a:pt x="1494" y="561"/>
                  </a:lnTo>
                  <a:lnTo>
                    <a:pt x="1401" y="281"/>
                  </a:lnTo>
                  <a:lnTo>
                    <a:pt x="1307" y="187"/>
                  </a:lnTo>
                  <a:lnTo>
                    <a:pt x="1167" y="94"/>
                  </a:lnTo>
                  <a:lnTo>
                    <a:pt x="1074" y="47"/>
                  </a:lnTo>
                  <a:lnTo>
                    <a:pt x="88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3" name="Google Shape;10253;p75"/>
            <p:cNvSpPr/>
            <p:nvPr/>
          </p:nvSpPr>
          <p:spPr>
            <a:xfrm>
              <a:off x="7026900" y="2032500"/>
              <a:ext cx="36200" cy="44375"/>
            </a:xfrm>
            <a:custGeom>
              <a:rect b="b" l="l" r="r" t="t"/>
              <a:pathLst>
                <a:path extrusionOk="0" h="1775" w="1448">
                  <a:moveTo>
                    <a:pt x="841" y="1"/>
                  </a:moveTo>
                  <a:lnTo>
                    <a:pt x="701" y="47"/>
                  </a:lnTo>
                  <a:lnTo>
                    <a:pt x="514" y="94"/>
                  </a:lnTo>
                  <a:lnTo>
                    <a:pt x="374" y="187"/>
                  </a:lnTo>
                  <a:lnTo>
                    <a:pt x="234" y="281"/>
                  </a:lnTo>
                  <a:lnTo>
                    <a:pt x="141" y="421"/>
                  </a:lnTo>
                  <a:lnTo>
                    <a:pt x="48" y="561"/>
                  </a:lnTo>
                  <a:lnTo>
                    <a:pt x="1" y="701"/>
                  </a:lnTo>
                  <a:lnTo>
                    <a:pt x="1" y="887"/>
                  </a:lnTo>
                  <a:lnTo>
                    <a:pt x="1" y="1074"/>
                  </a:lnTo>
                  <a:lnTo>
                    <a:pt x="48" y="1214"/>
                  </a:lnTo>
                  <a:lnTo>
                    <a:pt x="141" y="1354"/>
                  </a:lnTo>
                  <a:lnTo>
                    <a:pt x="234" y="1494"/>
                  </a:lnTo>
                  <a:lnTo>
                    <a:pt x="374" y="1587"/>
                  </a:lnTo>
                  <a:lnTo>
                    <a:pt x="514" y="1681"/>
                  </a:lnTo>
                  <a:lnTo>
                    <a:pt x="701" y="1727"/>
                  </a:lnTo>
                  <a:lnTo>
                    <a:pt x="841" y="1774"/>
                  </a:lnTo>
                  <a:lnTo>
                    <a:pt x="1028" y="1727"/>
                  </a:lnTo>
                  <a:lnTo>
                    <a:pt x="1168" y="1681"/>
                  </a:lnTo>
                  <a:lnTo>
                    <a:pt x="1261" y="1587"/>
                  </a:lnTo>
                  <a:lnTo>
                    <a:pt x="1354" y="1494"/>
                  </a:lnTo>
                  <a:lnTo>
                    <a:pt x="1448" y="1214"/>
                  </a:lnTo>
                  <a:lnTo>
                    <a:pt x="1448" y="887"/>
                  </a:lnTo>
                  <a:lnTo>
                    <a:pt x="1448" y="561"/>
                  </a:lnTo>
                  <a:lnTo>
                    <a:pt x="1354" y="281"/>
                  </a:lnTo>
                  <a:lnTo>
                    <a:pt x="1261" y="187"/>
                  </a:lnTo>
                  <a:lnTo>
                    <a:pt x="1168" y="94"/>
                  </a:lnTo>
                  <a:lnTo>
                    <a:pt x="1028" y="47"/>
                  </a:lnTo>
                  <a:lnTo>
                    <a:pt x="84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4" name="Google Shape;10254;p75"/>
            <p:cNvSpPr/>
            <p:nvPr/>
          </p:nvSpPr>
          <p:spPr>
            <a:xfrm>
              <a:off x="7121425" y="2059350"/>
              <a:ext cx="35025" cy="44350"/>
            </a:xfrm>
            <a:custGeom>
              <a:rect b="b" l="l" r="r" t="t"/>
              <a:pathLst>
                <a:path extrusionOk="0" h="1774" w="1401">
                  <a:moveTo>
                    <a:pt x="840" y="0"/>
                  </a:moveTo>
                  <a:lnTo>
                    <a:pt x="700" y="47"/>
                  </a:lnTo>
                  <a:lnTo>
                    <a:pt x="513" y="93"/>
                  </a:lnTo>
                  <a:lnTo>
                    <a:pt x="373" y="187"/>
                  </a:lnTo>
                  <a:lnTo>
                    <a:pt x="233" y="280"/>
                  </a:lnTo>
                  <a:lnTo>
                    <a:pt x="140" y="420"/>
                  </a:lnTo>
                  <a:lnTo>
                    <a:pt x="47" y="560"/>
                  </a:lnTo>
                  <a:lnTo>
                    <a:pt x="0" y="700"/>
                  </a:lnTo>
                  <a:lnTo>
                    <a:pt x="0" y="887"/>
                  </a:lnTo>
                  <a:lnTo>
                    <a:pt x="0" y="1073"/>
                  </a:lnTo>
                  <a:lnTo>
                    <a:pt x="47" y="1213"/>
                  </a:lnTo>
                  <a:lnTo>
                    <a:pt x="140" y="1354"/>
                  </a:lnTo>
                  <a:lnTo>
                    <a:pt x="233" y="1494"/>
                  </a:lnTo>
                  <a:lnTo>
                    <a:pt x="373" y="1587"/>
                  </a:lnTo>
                  <a:lnTo>
                    <a:pt x="513" y="1680"/>
                  </a:lnTo>
                  <a:lnTo>
                    <a:pt x="700" y="1727"/>
                  </a:lnTo>
                  <a:lnTo>
                    <a:pt x="840" y="1774"/>
                  </a:lnTo>
                  <a:lnTo>
                    <a:pt x="1027" y="1727"/>
                  </a:lnTo>
                  <a:lnTo>
                    <a:pt x="1167" y="1680"/>
                  </a:lnTo>
                  <a:lnTo>
                    <a:pt x="1260" y="1587"/>
                  </a:lnTo>
                  <a:lnTo>
                    <a:pt x="1307" y="1494"/>
                  </a:lnTo>
                  <a:lnTo>
                    <a:pt x="1400" y="1213"/>
                  </a:lnTo>
                  <a:lnTo>
                    <a:pt x="1400" y="887"/>
                  </a:lnTo>
                  <a:lnTo>
                    <a:pt x="1400" y="560"/>
                  </a:lnTo>
                  <a:lnTo>
                    <a:pt x="1307" y="280"/>
                  </a:lnTo>
                  <a:lnTo>
                    <a:pt x="1260" y="187"/>
                  </a:lnTo>
                  <a:lnTo>
                    <a:pt x="1167" y="93"/>
                  </a:lnTo>
                  <a:lnTo>
                    <a:pt x="1027" y="47"/>
                  </a:lnTo>
                  <a:lnTo>
                    <a:pt x="8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5" name="Google Shape;10255;p75"/>
            <p:cNvSpPr/>
            <p:nvPr/>
          </p:nvSpPr>
          <p:spPr>
            <a:xfrm>
              <a:off x="7148250" y="2124675"/>
              <a:ext cx="51350" cy="56025"/>
            </a:xfrm>
            <a:custGeom>
              <a:rect b="b" l="l" r="r" t="t"/>
              <a:pathLst>
                <a:path extrusionOk="0" h="2241" w="2054">
                  <a:moveTo>
                    <a:pt x="1307" y="1"/>
                  </a:moveTo>
                  <a:lnTo>
                    <a:pt x="1354" y="94"/>
                  </a:lnTo>
                  <a:lnTo>
                    <a:pt x="1354" y="561"/>
                  </a:lnTo>
                  <a:lnTo>
                    <a:pt x="1307" y="887"/>
                  </a:lnTo>
                  <a:lnTo>
                    <a:pt x="1214" y="1214"/>
                  </a:lnTo>
                  <a:lnTo>
                    <a:pt x="1074" y="1494"/>
                  </a:lnTo>
                  <a:lnTo>
                    <a:pt x="840" y="1774"/>
                  </a:lnTo>
                  <a:lnTo>
                    <a:pt x="607" y="1961"/>
                  </a:lnTo>
                  <a:lnTo>
                    <a:pt x="327" y="2101"/>
                  </a:lnTo>
                  <a:lnTo>
                    <a:pt x="0" y="2241"/>
                  </a:lnTo>
                  <a:lnTo>
                    <a:pt x="654" y="2241"/>
                  </a:lnTo>
                  <a:lnTo>
                    <a:pt x="980" y="2101"/>
                  </a:lnTo>
                  <a:lnTo>
                    <a:pt x="1307" y="1961"/>
                  </a:lnTo>
                  <a:lnTo>
                    <a:pt x="1540" y="1774"/>
                  </a:lnTo>
                  <a:lnTo>
                    <a:pt x="1727" y="1494"/>
                  </a:lnTo>
                  <a:lnTo>
                    <a:pt x="1914" y="1214"/>
                  </a:lnTo>
                  <a:lnTo>
                    <a:pt x="2007" y="887"/>
                  </a:lnTo>
                  <a:lnTo>
                    <a:pt x="2054" y="561"/>
                  </a:lnTo>
                  <a:lnTo>
                    <a:pt x="2054" y="94"/>
                  </a:lnTo>
                  <a:lnTo>
                    <a:pt x="20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6" name="Google Shape;10256;p75"/>
            <p:cNvSpPr/>
            <p:nvPr/>
          </p:nvSpPr>
          <p:spPr>
            <a:xfrm>
              <a:off x="7101575" y="1913500"/>
              <a:ext cx="30375" cy="44350"/>
            </a:xfrm>
            <a:custGeom>
              <a:rect b="b" l="l" r="r" t="t"/>
              <a:pathLst>
                <a:path extrusionOk="0" h="1774" w="1215">
                  <a:moveTo>
                    <a:pt x="327" y="1"/>
                  </a:moveTo>
                  <a:lnTo>
                    <a:pt x="141" y="47"/>
                  </a:lnTo>
                  <a:lnTo>
                    <a:pt x="1" y="94"/>
                  </a:lnTo>
                  <a:lnTo>
                    <a:pt x="187" y="234"/>
                  </a:lnTo>
                  <a:lnTo>
                    <a:pt x="374" y="421"/>
                  </a:lnTo>
                  <a:lnTo>
                    <a:pt x="467" y="607"/>
                  </a:lnTo>
                  <a:lnTo>
                    <a:pt x="514" y="887"/>
                  </a:lnTo>
                  <a:lnTo>
                    <a:pt x="467" y="1167"/>
                  </a:lnTo>
                  <a:lnTo>
                    <a:pt x="374" y="1354"/>
                  </a:lnTo>
                  <a:lnTo>
                    <a:pt x="187" y="1541"/>
                  </a:lnTo>
                  <a:lnTo>
                    <a:pt x="1" y="1681"/>
                  </a:lnTo>
                  <a:lnTo>
                    <a:pt x="141" y="1727"/>
                  </a:lnTo>
                  <a:lnTo>
                    <a:pt x="327" y="1774"/>
                  </a:lnTo>
                  <a:lnTo>
                    <a:pt x="514" y="1727"/>
                  </a:lnTo>
                  <a:lnTo>
                    <a:pt x="654" y="1681"/>
                  </a:lnTo>
                  <a:lnTo>
                    <a:pt x="794" y="1587"/>
                  </a:lnTo>
                  <a:lnTo>
                    <a:pt x="934" y="1494"/>
                  </a:lnTo>
                  <a:lnTo>
                    <a:pt x="1027" y="1354"/>
                  </a:lnTo>
                  <a:lnTo>
                    <a:pt x="1121" y="1214"/>
                  </a:lnTo>
                  <a:lnTo>
                    <a:pt x="1167" y="1074"/>
                  </a:lnTo>
                  <a:lnTo>
                    <a:pt x="1214" y="887"/>
                  </a:lnTo>
                  <a:lnTo>
                    <a:pt x="1167" y="701"/>
                  </a:lnTo>
                  <a:lnTo>
                    <a:pt x="1121" y="561"/>
                  </a:lnTo>
                  <a:lnTo>
                    <a:pt x="1027" y="421"/>
                  </a:lnTo>
                  <a:lnTo>
                    <a:pt x="934" y="281"/>
                  </a:lnTo>
                  <a:lnTo>
                    <a:pt x="794" y="187"/>
                  </a:lnTo>
                  <a:lnTo>
                    <a:pt x="654" y="94"/>
                  </a:lnTo>
                  <a:lnTo>
                    <a:pt x="514"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7" name="Google Shape;10257;p75"/>
            <p:cNvSpPr/>
            <p:nvPr/>
          </p:nvSpPr>
          <p:spPr>
            <a:xfrm>
              <a:off x="7039750" y="2032500"/>
              <a:ext cx="30350" cy="44375"/>
            </a:xfrm>
            <a:custGeom>
              <a:rect b="b" l="l" r="r" t="t"/>
              <a:pathLst>
                <a:path extrusionOk="0" h="1775" w="1214">
                  <a:moveTo>
                    <a:pt x="327" y="1"/>
                  </a:moveTo>
                  <a:lnTo>
                    <a:pt x="187" y="47"/>
                  </a:lnTo>
                  <a:lnTo>
                    <a:pt x="0" y="94"/>
                  </a:lnTo>
                  <a:lnTo>
                    <a:pt x="234" y="234"/>
                  </a:lnTo>
                  <a:lnTo>
                    <a:pt x="374" y="421"/>
                  </a:lnTo>
                  <a:lnTo>
                    <a:pt x="514" y="607"/>
                  </a:lnTo>
                  <a:lnTo>
                    <a:pt x="514" y="887"/>
                  </a:lnTo>
                  <a:lnTo>
                    <a:pt x="514" y="1167"/>
                  </a:lnTo>
                  <a:lnTo>
                    <a:pt x="374" y="1354"/>
                  </a:lnTo>
                  <a:lnTo>
                    <a:pt x="234" y="1541"/>
                  </a:lnTo>
                  <a:lnTo>
                    <a:pt x="0" y="1681"/>
                  </a:lnTo>
                  <a:lnTo>
                    <a:pt x="187" y="1727"/>
                  </a:lnTo>
                  <a:lnTo>
                    <a:pt x="327" y="1774"/>
                  </a:lnTo>
                  <a:lnTo>
                    <a:pt x="514" y="1727"/>
                  </a:lnTo>
                  <a:lnTo>
                    <a:pt x="700" y="1681"/>
                  </a:lnTo>
                  <a:lnTo>
                    <a:pt x="840" y="1587"/>
                  </a:lnTo>
                  <a:lnTo>
                    <a:pt x="980" y="1494"/>
                  </a:lnTo>
                  <a:lnTo>
                    <a:pt x="1074" y="1354"/>
                  </a:lnTo>
                  <a:lnTo>
                    <a:pt x="1167" y="1214"/>
                  </a:lnTo>
                  <a:lnTo>
                    <a:pt x="1214" y="1074"/>
                  </a:lnTo>
                  <a:lnTo>
                    <a:pt x="1214" y="887"/>
                  </a:lnTo>
                  <a:lnTo>
                    <a:pt x="1214" y="701"/>
                  </a:lnTo>
                  <a:lnTo>
                    <a:pt x="1167" y="561"/>
                  </a:lnTo>
                  <a:lnTo>
                    <a:pt x="1074" y="421"/>
                  </a:lnTo>
                  <a:lnTo>
                    <a:pt x="980" y="281"/>
                  </a:lnTo>
                  <a:lnTo>
                    <a:pt x="840" y="187"/>
                  </a:lnTo>
                  <a:lnTo>
                    <a:pt x="700" y="94"/>
                  </a:lnTo>
                  <a:lnTo>
                    <a:pt x="514"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8" name="Google Shape;10258;p75"/>
            <p:cNvSpPr/>
            <p:nvPr/>
          </p:nvSpPr>
          <p:spPr>
            <a:xfrm>
              <a:off x="7134250" y="2059350"/>
              <a:ext cx="30350" cy="44350"/>
            </a:xfrm>
            <a:custGeom>
              <a:rect b="b" l="l" r="r" t="t"/>
              <a:pathLst>
                <a:path extrusionOk="0" h="1774" w="1214">
                  <a:moveTo>
                    <a:pt x="327" y="0"/>
                  </a:moveTo>
                  <a:lnTo>
                    <a:pt x="187" y="47"/>
                  </a:lnTo>
                  <a:lnTo>
                    <a:pt x="0" y="93"/>
                  </a:lnTo>
                  <a:lnTo>
                    <a:pt x="234" y="233"/>
                  </a:lnTo>
                  <a:lnTo>
                    <a:pt x="374" y="420"/>
                  </a:lnTo>
                  <a:lnTo>
                    <a:pt x="514" y="653"/>
                  </a:lnTo>
                  <a:lnTo>
                    <a:pt x="514" y="887"/>
                  </a:lnTo>
                  <a:lnTo>
                    <a:pt x="514" y="1167"/>
                  </a:lnTo>
                  <a:lnTo>
                    <a:pt x="374" y="1354"/>
                  </a:lnTo>
                  <a:lnTo>
                    <a:pt x="234" y="1540"/>
                  </a:lnTo>
                  <a:lnTo>
                    <a:pt x="0" y="1680"/>
                  </a:lnTo>
                  <a:lnTo>
                    <a:pt x="187" y="1727"/>
                  </a:lnTo>
                  <a:lnTo>
                    <a:pt x="327" y="1774"/>
                  </a:lnTo>
                  <a:lnTo>
                    <a:pt x="514" y="1727"/>
                  </a:lnTo>
                  <a:lnTo>
                    <a:pt x="700" y="1680"/>
                  </a:lnTo>
                  <a:lnTo>
                    <a:pt x="840" y="1587"/>
                  </a:lnTo>
                  <a:lnTo>
                    <a:pt x="980" y="1494"/>
                  </a:lnTo>
                  <a:lnTo>
                    <a:pt x="1074" y="1354"/>
                  </a:lnTo>
                  <a:lnTo>
                    <a:pt x="1167" y="1213"/>
                  </a:lnTo>
                  <a:lnTo>
                    <a:pt x="1214" y="1073"/>
                  </a:lnTo>
                  <a:lnTo>
                    <a:pt x="1214" y="887"/>
                  </a:lnTo>
                  <a:lnTo>
                    <a:pt x="1214" y="700"/>
                  </a:lnTo>
                  <a:lnTo>
                    <a:pt x="1167" y="560"/>
                  </a:lnTo>
                  <a:lnTo>
                    <a:pt x="1074" y="420"/>
                  </a:lnTo>
                  <a:lnTo>
                    <a:pt x="980" y="280"/>
                  </a:lnTo>
                  <a:lnTo>
                    <a:pt x="840" y="187"/>
                  </a:lnTo>
                  <a:lnTo>
                    <a:pt x="700" y="93"/>
                  </a:lnTo>
                  <a:lnTo>
                    <a:pt x="514" y="47"/>
                  </a:lnTo>
                  <a:lnTo>
                    <a:pt x="3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9" name="Google Shape;10259;p75"/>
            <p:cNvSpPr/>
            <p:nvPr/>
          </p:nvSpPr>
          <p:spPr>
            <a:xfrm>
              <a:off x="7143575" y="1971850"/>
              <a:ext cx="33875" cy="52525"/>
            </a:xfrm>
            <a:custGeom>
              <a:rect b="b" l="l" r="r" t="t"/>
              <a:pathLst>
                <a:path extrusionOk="0" h="2101" w="1355">
                  <a:moveTo>
                    <a:pt x="234" y="0"/>
                  </a:moveTo>
                  <a:lnTo>
                    <a:pt x="1" y="93"/>
                  </a:lnTo>
                  <a:lnTo>
                    <a:pt x="94" y="187"/>
                  </a:lnTo>
                  <a:lnTo>
                    <a:pt x="234" y="280"/>
                  </a:lnTo>
                  <a:lnTo>
                    <a:pt x="514" y="653"/>
                  </a:lnTo>
                  <a:lnTo>
                    <a:pt x="561" y="747"/>
                  </a:lnTo>
                  <a:lnTo>
                    <a:pt x="654" y="887"/>
                  </a:lnTo>
                  <a:lnTo>
                    <a:pt x="654" y="1027"/>
                  </a:lnTo>
                  <a:lnTo>
                    <a:pt x="654" y="1167"/>
                  </a:lnTo>
                  <a:lnTo>
                    <a:pt x="607" y="1353"/>
                  </a:lnTo>
                  <a:lnTo>
                    <a:pt x="561" y="1447"/>
                  </a:lnTo>
                  <a:lnTo>
                    <a:pt x="467" y="1587"/>
                  </a:lnTo>
                  <a:lnTo>
                    <a:pt x="374" y="1680"/>
                  </a:lnTo>
                  <a:lnTo>
                    <a:pt x="234" y="1820"/>
                  </a:lnTo>
                  <a:lnTo>
                    <a:pt x="421" y="2053"/>
                  </a:lnTo>
                  <a:lnTo>
                    <a:pt x="467" y="2100"/>
                  </a:lnTo>
                  <a:lnTo>
                    <a:pt x="561" y="2100"/>
                  </a:lnTo>
                  <a:lnTo>
                    <a:pt x="1074" y="1680"/>
                  </a:lnTo>
                  <a:lnTo>
                    <a:pt x="1167" y="1587"/>
                  </a:lnTo>
                  <a:lnTo>
                    <a:pt x="1261" y="1447"/>
                  </a:lnTo>
                  <a:lnTo>
                    <a:pt x="1307" y="1353"/>
                  </a:lnTo>
                  <a:lnTo>
                    <a:pt x="1354" y="1167"/>
                  </a:lnTo>
                  <a:lnTo>
                    <a:pt x="1354" y="1027"/>
                  </a:lnTo>
                  <a:lnTo>
                    <a:pt x="1307" y="887"/>
                  </a:lnTo>
                  <a:lnTo>
                    <a:pt x="1261" y="747"/>
                  </a:lnTo>
                  <a:lnTo>
                    <a:pt x="1167" y="653"/>
                  </a:lnTo>
                  <a:lnTo>
                    <a:pt x="887" y="280"/>
                  </a:lnTo>
                  <a:lnTo>
                    <a:pt x="701" y="140"/>
                  </a:lnTo>
                  <a:lnTo>
                    <a:pt x="467" y="47"/>
                  </a:lnTo>
                  <a:lnTo>
                    <a:pt x="2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0" name="Google Shape;10260;p75"/>
            <p:cNvSpPr/>
            <p:nvPr/>
          </p:nvSpPr>
          <p:spPr>
            <a:xfrm>
              <a:off x="7026900" y="1939175"/>
              <a:ext cx="36200" cy="61850"/>
            </a:xfrm>
            <a:custGeom>
              <a:rect b="b" l="l" r="r" t="t"/>
              <a:pathLst>
                <a:path extrusionOk="0" h="2474" w="1448">
                  <a:moveTo>
                    <a:pt x="234" y="0"/>
                  </a:moveTo>
                  <a:lnTo>
                    <a:pt x="1" y="94"/>
                  </a:lnTo>
                  <a:lnTo>
                    <a:pt x="141" y="187"/>
                  </a:lnTo>
                  <a:lnTo>
                    <a:pt x="281" y="327"/>
                  </a:lnTo>
                  <a:lnTo>
                    <a:pt x="654" y="840"/>
                  </a:lnTo>
                  <a:lnTo>
                    <a:pt x="654" y="887"/>
                  </a:lnTo>
                  <a:lnTo>
                    <a:pt x="608" y="980"/>
                  </a:lnTo>
                  <a:lnTo>
                    <a:pt x="328" y="1167"/>
                  </a:lnTo>
                  <a:lnTo>
                    <a:pt x="281" y="1260"/>
                  </a:lnTo>
                  <a:lnTo>
                    <a:pt x="328" y="1354"/>
                  </a:lnTo>
                  <a:lnTo>
                    <a:pt x="748" y="1914"/>
                  </a:lnTo>
                  <a:lnTo>
                    <a:pt x="794" y="2007"/>
                  </a:lnTo>
                  <a:lnTo>
                    <a:pt x="748" y="2100"/>
                  </a:lnTo>
                  <a:lnTo>
                    <a:pt x="608" y="2194"/>
                  </a:lnTo>
                  <a:lnTo>
                    <a:pt x="794" y="2427"/>
                  </a:lnTo>
                  <a:lnTo>
                    <a:pt x="841" y="2474"/>
                  </a:lnTo>
                  <a:lnTo>
                    <a:pt x="934" y="2427"/>
                  </a:lnTo>
                  <a:lnTo>
                    <a:pt x="1401" y="2100"/>
                  </a:lnTo>
                  <a:lnTo>
                    <a:pt x="1448" y="2007"/>
                  </a:lnTo>
                  <a:lnTo>
                    <a:pt x="1448" y="1914"/>
                  </a:lnTo>
                  <a:lnTo>
                    <a:pt x="981" y="1354"/>
                  </a:lnTo>
                  <a:lnTo>
                    <a:pt x="981" y="1260"/>
                  </a:lnTo>
                  <a:lnTo>
                    <a:pt x="1028" y="1167"/>
                  </a:lnTo>
                  <a:lnTo>
                    <a:pt x="1308" y="980"/>
                  </a:lnTo>
                  <a:lnTo>
                    <a:pt x="1354" y="887"/>
                  </a:lnTo>
                  <a:lnTo>
                    <a:pt x="1308" y="840"/>
                  </a:lnTo>
                  <a:lnTo>
                    <a:pt x="934" y="327"/>
                  </a:lnTo>
                  <a:lnTo>
                    <a:pt x="748" y="140"/>
                  </a:lnTo>
                  <a:lnTo>
                    <a:pt x="514" y="47"/>
                  </a:lnTo>
                  <a:lnTo>
                    <a:pt x="2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61" name="Google Shape;10261;p75"/>
          <p:cNvGrpSpPr/>
          <p:nvPr/>
        </p:nvGrpSpPr>
        <p:grpSpPr>
          <a:xfrm>
            <a:off x="1401905" y="3841250"/>
            <a:ext cx="336025" cy="227550"/>
            <a:chOff x="1683400" y="1933325"/>
            <a:chExt cx="336025" cy="227550"/>
          </a:xfrm>
        </p:grpSpPr>
        <p:sp>
          <p:nvSpPr>
            <p:cNvPr id="10262" name="Google Shape;10262;p75"/>
            <p:cNvSpPr/>
            <p:nvPr/>
          </p:nvSpPr>
          <p:spPr>
            <a:xfrm>
              <a:off x="1798900" y="1933325"/>
              <a:ext cx="106200" cy="102700"/>
            </a:xfrm>
            <a:custGeom>
              <a:rect b="b" l="l" r="r" t="t"/>
              <a:pathLst>
                <a:path extrusionOk="0" h="4108" w="4248">
                  <a:moveTo>
                    <a:pt x="2100" y="1"/>
                  </a:moveTo>
                  <a:lnTo>
                    <a:pt x="1960" y="48"/>
                  </a:lnTo>
                  <a:lnTo>
                    <a:pt x="1820" y="141"/>
                  </a:lnTo>
                  <a:lnTo>
                    <a:pt x="1494" y="468"/>
                  </a:lnTo>
                  <a:lnTo>
                    <a:pt x="1354" y="608"/>
                  </a:lnTo>
                  <a:lnTo>
                    <a:pt x="1167" y="748"/>
                  </a:lnTo>
                  <a:lnTo>
                    <a:pt x="747" y="934"/>
                  </a:lnTo>
                  <a:lnTo>
                    <a:pt x="560" y="1028"/>
                  </a:lnTo>
                  <a:lnTo>
                    <a:pt x="420" y="1121"/>
                  </a:lnTo>
                  <a:lnTo>
                    <a:pt x="187" y="1354"/>
                  </a:lnTo>
                  <a:lnTo>
                    <a:pt x="47" y="1588"/>
                  </a:lnTo>
                  <a:lnTo>
                    <a:pt x="0" y="1868"/>
                  </a:lnTo>
                  <a:lnTo>
                    <a:pt x="0" y="2194"/>
                  </a:lnTo>
                  <a:lnTo>
                    <a:pt x="280" y="4108"/>
                  </a:lnTo>
                  <a:lnTo>
                    <a:pt x="3967" y="4108"/>
                  </a:lnTo>
                  <a:lnTo>
                    <a:pt x="4247" y="2194"/>
                  </a:lnTo>
                  <a:lnTo>
                    <a:pt x="4247" y="2054"/>
                  </a:lnTo>
                  <a:lnTo>
                    <a:pt x="4200" y="1914"/>
                  </a:lnTo>
                  <a:lnTo>
                    <a:pt x="4107" y="1681"/>
                  </a:lnTo>
                  <a:lnTo>
                    <a:pt x="3920" y="1448"/>
                  </a:lnTo>
                  <a:lnTo>
                    <a:pt x="3687" y="1261"/>
                  </a:lnTo>
                  <a:lnTo>
                    <a:pt x="3500" y="1168"/>
                  </a:lnTo>
                  <a:lnTo>
                    <a:pt x="3314" y="1074"/>
                  </a:lnTo>
                  <a:lnTo>
                    <a:pt x="3127" y="981"/>
                  </a:lnTo>
                  <a:lnTo>
                    <a:pt x="2987" y="841"/>
                  </a:lnTo>
                  <a:lnTo>
                    <a:pt x="2707" y="514"/>
                  </a:lnTo>
                  <a:lnTo>
                    <a:pt x="2427" y="141"/>
                  </a:lnTo>
                  <a:lnTo>
                    <a:pt x="2287" y="48"/>
                  </a:lnTo>
                  <a:lnTo>
                    <a:pt x="210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3" name="Google Shape;10263;p75"/>
            <p:cNvSpPr/>
            <p:nvPr/>
          </p:nvSpPr>
          <p:spPr>
            <a:xfrm>
              <a:off x="1888725" y="1933325"/>
              <a:ext cx="106200" cy="102700"/>
            </a:xfrm>
            <a:custGeom>
              <a:rect b="b" l="l" r="r" t="t"/>
              <a:pathLst>
                <a:path extrusionOk="0" h="4108" w="4248">
                  <a:moveTo>
                    <a:pt x="2101" y="1"/>
                  </a:moveTo>
                  <a:lnTo>
                    <a:pt x="1961" y="48"/>
                  </a:lnTo>
                  <a:lnTo>
                    <a:pt x="1821" y="141"/>
                  </a:lnTo>
                  <a:lnTo>
                    <a:pt x="1494" y="468"/>
                  </a:lnTo>
                  <a:lnTo>
                    <a:pt x="1307" y="608"/>
                  </a:lnTo>
                  <a:lnTo>
                    <a:pt x="1121" y="748"/>
                  </a:lnTo>
                  <a:lnTo>
                    <a:pt x="747" y="934"/>
                  </a:lnTo>
                  <a:lnTo>
                    <a:pt x="561" y="1028"/>
                  </a:lnTo>
                  <a:lnTo>
                    <a:pt x="421" y="1121"/>
                  </a:lnTo>
                  <a:lnTo>
                    <a:pt x="187" y="1354"/>
                  </a:lnTo>
                  <a:lnTo>
                    <a:pt x="47" y="1588"/>
                  </a:lnTo>
                  <a:lnTo>
                    <a:pt x="1" y="1868"/>
                  </a:lnTo>
                  <a:lnTo>
                    <a:pt x="1" y="2194"/>
                  </a:lnTo>
                  <a:lnTo>
                    <a:pt x="281" y="4108"/>
                  </a:lnTo>
                  <a:lnTo>
                    <a:pt x="3921" y="4108"/>
                  </a:lnTo>
                  <a:lnTo>
                    <a:pt x="4201" y="2194"/>
                  </a:lnTo>
                  <a:lnTo>
                    <a:pt x="4247" y="2054"/>
                  </a:lnTo>
                  <a:lnTo>
                    <a:pt x="4201" y="1914"/>
                  </a:lnTo>
                  <a:lnTo>
                    <a:pt x="4061" y="1681"/>
                  </a:lnTo>
                  <a:lnTo>
                    <a:pt x="3874" y="1448"/>
                  </a:lnTo>
                  <a:lnTo>
                    <a:pt x="3594" y="1261"/>
                  </a:lnTo>
                  <a:lnTo>
                    <a:pt x="3501" y="1121"/>
                  </a:lnTo>
                  <a:lnTo>
                    <a:pt x="3501" y="1074"/>
                  </a:lnTo>
                  <a:lnTo>
                    <a:pt x="3407" y="1028"/>
                  </a:lnTo>
                  <a:lnTo>
                    <a:pt x="2987" y="841"/>
                  </a:lnTo>
                  <a:lnTo>
                    <a:pt x="2754" y="701"/>
                  </a:lnTo>
                  <a:lnTo>
                    <a:pt x="2614" y="561"/>
                  </a:lnTo>
                  <a:lnTo>
                    <a:pt x="2427" y="141"/>
                  </a:lnTo>
                  <a:lnTo>
                    <a:pt x="2287" y="48"/>
                  </a:lnTo>
                  <a:lnTo>
                    <a:pt x="210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4" name="Google Shape;10264;p75"/>
            <p:cNvSpPr/>
            <p:nvPr/>
          </p:nvSpPr>
          <p:spPr>
            <a:xfrm>
              <a:off x="1933075" y="1933325"/>
              <a:ext cx="61850" cy="102700"/>
            </a:xfrm>
            <a:custGeom>
              <a:rect b="b" l="l" r="r" t="t"/>
              <a:pathLst>
                <a:path extrusionOk="0" h="4108" w="2474">
                  <a:moveTo>
                    <a:pt x="327" y="1"/>
                  </a:moveTo>
                  <a:lnTo>
                    <a:pt x="187" y="48"/>
                  </a:lnTo>
                  <a:lnTo>
                    <a:pt x="47" y="141"/>
                  </a:lnTo>
                  <a:lnTo>
                    <a:pt x="0" y="188"/>
                  </a:lnTo>
                  <a:lnTo>
                    <a:pt x="280" y="468"/>
                  </a:lnTo>
                  <a:lnTo>
                    <a:pt x="420" y="608"/>
                  </a:lnTo>
                  <a:lnTo>
                    <a:pt x="607" y="748"/>
                  </a:lnTo>
                  <a:lnTo>
                    <a:pt x="1027" y="934"/>
                  </a:lnTo>
                  <a:lnTo>
                    <a:pt x="1167" y="1028"/>
                  </a:lnTo>
                  <a:lnTo>
                    <a:pt x="1353" y="1121"/>
                  </a:lnTo>
                  <a:lnTo>
                    <a:pt x="1540" y="1354"/>
                  </a:lnTo>
                  <a:lnTo>
                    <a:pt x="1680" y="1588"/>
                  </a:lnTo>
                  <a:lnTo>
                    <a:pt x="1773" y="1868"/>
                  </a:lnTo>
                  <a:lnTo>
                    <a:pt x="1773" y="2194"/>
                  </a:lnTo>
                  <a:lnTo>
                    <a:pt x="1493" y="4108"/>
                  </a:lnTo>
                  <a:lnTo>
                    <a:pt x="2147" y="4108"/>
                  </a:lnTo>
                  <a:lnTo>
                    <a:pt x="2427" y="2194"/>
                  </a:lnTo>
                  <a:lnTo>
                    <a:pt x="2473" y="1868"/>
                  </a:lnTo>
                  <a:lnTo>
                    <a:pt x="2380" y="1588"/>
                  </a:lnTo>
                  <a:lnTo>
                    <a:pt x="2240" y="1354"/>
                  </a:lnTo>
                  <a:lnTo>
                    <a:pt x="2007" y="1121"/>
                  </a:lnTo>
                  <a:lnTo>
                    <a:pt x="1867" y="1028"/>
                  </a:lnTo>
                  <a:lnTo>
                    <a:pt x="1680" y="934"/>
                  </a:lnTo>
                  <a:lnTo>
                    <a:pt x="1307" y="748"/>
                  </a:lnTo>
                  <a:lnTo>
                    <a:pt x="1120" y="608"/>
                  </a:lnTo>
                  <a:lnTo>
                    <a:pt x="933" y="468"/>
                  </a:lnTo>
                  <a:lnTo>
                    <a:pt x="653" y="141"/>
                  </a:lnTo>
                  <a:lnTo>
                    <a:pt x="513"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5" name="Google Shape;10265;p75"/>
            <p:cNvSpPr/>
            <p:nvPr/>
          </p:nvSpPr>
          <p:spPr>
            <a:xfrm>
              <a:off x="1709050" y="1933325"/>
              <a:ext cx="106200" cy="102700"/>
            </a:xfrm>
            <a:custGeom>
              <a:rect b="b" l="l" r="r" t="t"/>
              <a:pathLst>
                <a:path extrusionOk="0" h="4108" w="4248">
                  <a:moveTo>
                    <a:pt x="2147" y="1"/>
                  </a:moveTo>
                  <a:lnTo>
                    <a:pt x="1961" y="48"/>
                  </a:lnTo>
                  <a:lnTo>
                    <a:pt x="1821" y="141"/>
                  </a:lnTo>
                  <a:lnTo>
                    <a:pt x="1494" y="468"/>
                  </a:lnTo>
                  <a:lnTo>
                    <a:pt x="1354" y="608"/>
                  </a:lnTo>
                  <a:lnTo>
                    <a:pt x="1167" y="748"/>
                  </a:lnTo>
                  <a:lnTo>
                    <a:pt x="794" y="934"/>
                  </a:lnTo>
                  <a:lnTo>
                    <a:pt x="607" y="1028"/>
                  </a:lnTo>
                  <a:lnTo>
                    <a:pt x="421" y="1121"/>
                  </a:lnTo>
                  <a:lnTo>
                    <a:pt x="234" y="1354"/>
                  </a:lnTo>
                  <a:lnTo>
                    <a:pt x="94" y="1588"/>
                  </a:lnTo>
                  <a:lnTo>
                    <a:pt x="1" y="1868"/>
                  </a:lnTo>
                  <a:lnTo>
                    <a:pt x="1" y="2194"/>
                  </a:lnTo>
                  <a:lnTo>
                    <a:pt x="281" y="4108"/>
                  </a:lnTo>
                  <a:lnTo>
                    <a:pt x="3968" y="4108"/>
                  </a:lnTo>
                  <a:lnTo>
                    <a:pt x="4248" y="2194"/>
                  </a:lnTo>
                  <a:lnTo>
                    <a:pt x="4248" y="2054"/>
                  </a:lnTo>
                  <a:lnTo>
                    <a:pt x="4248" y="1914"/>
                  </a:lnTo>
                  <a:lnTo>
                    <a:pt x="4108" y="1681"/>
                  </a:lnTo>
                  <a:lnTo>
                    <a:pt x="3921" y="1448"/>
                  </a:lnTo>
                  <a:lnTo>
                    <a:pt x="3688" y="1261"/>
                  </a:lnTo>
                  <a:lnTo>
                    <a:pt x="3548" y="1168"/>
                  </a:lnTo>
                  <a:lnTo>
                    <a:pt x="3408" y="1074"/>
                  </a:lnTo>
                  <a:lnTo>
                    <a:pt x="3221" y="981"/>
                  </a:lnTo>
                  <a:lnTo>
                    <a:pt x="2988" y="841"/>
                  </a:lnTo>
                  <a:lnTo>
                    <a:pt x="2661" y="561"/>
                  </a:lnTo>
                  <a:lnTo>
                    <a:pt x="2428" y="141"/>
                  </a:lnTo>
                  <a:lnTo>
                    <a:pt x="2288" y="48"/>
                  </a:lnTo>
                  <a:lnTo>
                    <a:pt x="214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6" name="Google Shape;10266;p75"/>
            <p:cNvSpPr/>
            <p:nvPr/>
          </p:nvSpPr>
          <p:spPr>
            <a:xfrm>
              <a:off x="1843225" y="1933325"/>
              <a:ext cx="61875" cy="102700"/>
            </a:xfrm>
            <a:custGeom>
              <a:rect b="b" l="l" r="r" t="t"/>
              <a:pathLst>
                <a:path extrusionOk="0" h="4108" w="2475">
                  <a:moveTo>
                    <a:pt x="327" y="1"/>
                  </a:moveTo>
                  <a:lnTo>
                    <a:pt x="187" y="48"/>
                  </a:lnTo>
                  <a:lnTo>
                    <a:pt x="47" y="141"/>
                  </a:lnTo>
                  <a:lnTo>
                    <a:pt x="1" y="188"/>
                  </a:lnTo>
                  <a:lnTo>
                    <a:pt x="281" y="468"/>
                  </a:lnTo>
                  <a:lnTo>
                    <a:pt x="467" y="608"/>
                  </a:lnTo>
                  <a:lnTo>
                    <a:pt x="607" y="748"/>
                  </a:lnTo>
                  <a:lnTo>
                    <a:pt x="1027" y="934"/>
                  </a:lnTo>
                  <a:lnTo>
                    <a:pt x="1214" y="1028"/>
                  </a:lnTo>
                  <a:lnTo>
                    <a:pt x="1354" y="1121"/>
                  </a:lnTo>
                  <a:lnTo>
                    <a:pt x="1587" y="1354"/>
                  </a:lnTo>
                  <a:lnTo>
                    <a:pt x="1727" y="1588"/>
                  </a:lnTo>
                  <a:lnTo>
                    <a:pt x="1774" y="1868"/>
                  </a:lnTo>
                  <a:lnTo>
                    <a:pt x="1774" y="2194"/>
                  </a:lnTo>
                  <a:lnTo>
                    <a:pt x="1494" y="4108"/>
                  </a:lnTo>
                  <a:lnTo>
                    <a:pt x="2194" y="4108"/>
                  </a:lnTo>
                  <a:lnTo>
                    <a:pt x="2474" y="2194"/>
                  </a:lnTo>
                  <a:lnTo>
                    <a:pt x="2474" y="1868"/>
                  </a:lnTo>
                  <a:lnTo>
                    <a:pt x="2381" y="1588"/>
                  </a:lnTo>
                  <a:lnTo>
                    <a:pt x="2241" y="1354"/>
                  </a:lnTo>
                  <a:lnTo>
                    <a:pt x="2054" y="1121"/>
                  </a:lnTo>
                  <a:lnTo>
                    <a:pt x="1867" y="1028"/>
                  </a:lnTo>
                  <a:lnTo>
                    <a:pt x="1681" y="934"/>
                  </a:lnTo>
                  <a:lnTo>
                    <a:pt x="1307" y="748"/>
                  </a:lnTo>
                  <a:lnTo>
                    <a:pt x="1121" y="608"/>
                  </a:lnTo>
                  <a:lnTo>
                    <a:pt x="981" y="468"/>
                  </a:lnTo>
                  <a:lnTo>
                    <a:pt x="654" y="141"/>
                  </a:lnTo>
                  <a:lnTo>
                    <a:pt x="514"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7" name="Google Shape;10267;p75"/>
            <p:cNvSpPr/>
            <p:nvPr/>
          </p:nvSpPr>
          <p:spPr>
            <a:xfrm>
              <a:off x="1753400" y="1933325"/>
              <a:ext cx="61850" cy="102700"/>
            </a:xfrm>
            <a:custGeom>
              <a:rect b="b" l="l" r="r" t="t"/>
              <a:pathLst>
                <a:path extrusionOk="0" h="4108" w="2474">
                  <a:moveTo>
                    <a:pt x="373" y="1"/>
                  </a:moveTo>
                  <a:lnTo>
                    <a:pt x="187" y="48"/>
                  </a:lnTo>
                  <a:lnTo>
                    <a:pt x="47" y="141"/>
                  </a:lnTo>
                  <a:lnTo>
                    <a:pt x="0" y="188"/>
                  </a:lnTo>
                  <a:lnTo>
                    <a:pt x="280" y="468"/>
                  </a:lnTo>
                  <a:lnTo>
                    <a:pt x="467" y="608"/>
                  </a:lnTo>
                  <a:lnTo>
                    <a:pt x="654" y="748"/>
                  </a:lnTo>
                  <a:lnTo>
                    <a:pt x="1027" y="934"/>
                  </a:lnTo>
                  <a:lnTo>
                    <a:pt x="1214" y="1028"/>
                  </a:lnTo>
                  <a:lnTo>
                    <a:pt x="1400" y="1121"/>
                  </a:lnTo>
                  <a:lnTo>
                    <a:pt x="1587" y="1354"/>
                  </a:lnTo>
                  <a:lnTo>
                    <a:pt x="1727" y="1588"/>
                  </a:lnTo>
                  <a:lnTo>
                    <a:pt x="1820" y="1868"/>
                  </a:lnTo>
                  <a:lnTo>
                    <a:pt x="1774" y="2194"/>
                  </a:lnTo>
                  <a:lnTo>
                    <a:pt x="1494" y="4108"/>
                  </a:lnTo>
                  <a:lnTo>
                    <a:pt x="2194" y="4108"/>
                  </a:lnTo>
                  <a:lnTo>
                    <a:pt x="2474" y="2194"/>
                  </a:lnTo>
                  <a:lnTo>
                    <a:pt x="2474" y="1868"/>
                  </a:lnTo>
                  <a:lnTo>
                    <a:pt x="2427" y="1588"/>
                  </a:lnTo>
                  <a:lnTo>
                    <a:pt x="2287" y="1354"/>
                  </a:lnTo>
                  <a:lnTo>
                    <a:pt x="2054" y="1121"/>
                  </a:lnTo>
                  <a:lnTo>
                    <a:pt x="1914" y="1028"/>
                  </a:lnTo>
                  <a:lnTo>
                    <a:pt x="1727" y="934"/>
                  </a:lnTo>
                  <a:lnTo>
                    <a:pt x="1307" y="748"/>
                  </a:lnTo>
                  <a:lnTo>
                    <a:pt x="1120" y="608"/>
                  </a:lnTo>
                  <a:lnTo>
                    <a:pt x="980" y="468"/>
                  </a:lnTo>
                  <a:lnTo>
                    <a:pt x="654" y="141"/>
                  </a:lnTo>
                  <a:lnTo>
                    <a:pt x="514" y="48"/>
                  </a:lnTo>
                  <a:lnTo>
                    <a:pt x="37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8" name="Google Shape;10268;p75"/>
            <p:cNvSpPr/>
            <p:nvPr/>
          </p:nvSpPr>
          <p:spPr>
            <a:xfrm>
              <a:off x="1693900" y="1995175"/>
              <a:ext cx="310350" cy="165700"/>
            </a:xfrm>
            <a:custGeom>
              <a:rect b="b" l="l" r="r" t="t"/>
              <a:pathLst>
                <a:path extrusionOk="0" h="6628" w="12414">
                  <a:moveTo>
                    <a:pt x="327" y="0"/>
                  </a:moveTo>
                  <a:lnTo>
                    <a:pt x="187" y="47"/>
                  </a:lnTo>
                  <a:lnTo>
                    <a:pt x="93" y="140"/>
                  </a:lnTo>
                  <a:lnTo>
                    <a:pt x="0" y="234"/>
                  </a:lnTo>
                  <a:lnTo>
                    <a:pt x="0" y="327"/>
                  </a:lnTo>
                  <a:lnTo>
                    <a:pt x="0" y="6301"/>
                  </a:lnTo>
                  <a:lnTo>
                    <a:pt x="0" y="6441"/>
                  </a:lnTo>
                  <a:lnTo>
                    <a:pt x="93" y="6534"/>
                  </a:lnTo>
                  <a:lnTo>
                    <a:pt x="187" y="6627"/>
                  </a:lnTo>
                  <a:lnTo>
                    <a:pt x="12414" y="6627"/>
                  </a:lnTo>
                  <a:lnTo>
                    <a:pt x="12414" y="6534"/>
                  </a:lnTo>
                  <a:lnTo>
                    <a:pt x="12367" y="6254"/>
                  </a:lnTo>
                  <a:lnTo>
                    <a:pt x="12367" y="607"/>
                  </a:lnTo>
                  <a:lnTo>
                    <a:pt x="12414" y="234"/>
                  </a:lnTo>
                  <a:lnTo>
                    <a:pt x="12414" y="94"/>
                  </a:lnTo>
                  <a:lnTo>
                    <a:pt x="12367" y="47"/>
                  </a:lnTo>
                  <a:lnTo>
                    <a:pt x="1232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9" name="Google Shape;10269;p75"/>
            <p:cNvSpPr/>
            <p:nvPr/>
          </p:nvSpPr>
          <p:spPr>
            <a:xfrm>
              <a:off x="1984400" y="1995175"/>
              <a:ext cx="25700" cy="165700"/>
            </a:xfrm>
            <a:custGeom>
              <a:rect b="b" l="l" r="r" t="t"/>
              <a:pathLst>
                <a:path extrusionOk="0" h="6628" w="1028">
                  <a:moveTo>
                    <a:pt x="0" y="0"/>
                  </a:moveTo>
                  <a:lnTo>
                    <a:pt x="140" y="47"/>
                  </a:lnTo>
                  <a:lnTo>
                    <a:pt x="234" y="140"/>
                  </a:lnTo>
                  <a:lnTo>
                    <a:pt x="327" y="234"/>
                  </a:lnTo>
                  <a:lnTo>
                    <a:pt x="327" y="327"/>
                  </a:lnTo>
                  <a:lnTo>
                    <a:pt x="327" y="6301"/>
                  </a:lnTo>
                  <a:lnTo>
                    <a:pt x="327" y="6441"/>
                  </a:lnTo>
                  <a:lnTo>
                    <a:pt x="234" y="6534"/>
                  </a:lnTo>
                  <a:lnTo>
                    <a:pt x="140" y="6627"/>
                  </a:lnTo>
                  <a:lnTo>
                    <a:pt x="841" y="6627"/>
                  </a:lnTo>
                  <a:lnTo>
                    <a:pt x="934" y="6534"/>
                  </a:lnTo>
                  <a:lnTo>
                    <a:pt x="981" y="6441"/>
                  </a:lnTo>
                  <a:lnTo>
                    <a:pt x="1027" y="6301"/>
                  </a:lnTo>
                  <a:lnTo>
                    <a:pt x="1027" y="327"/>
                  </a:lnTo>
                  <a:lnTo>
                    <a:pt x="981" y="234"/>
                  </a:lnTo>
                  <a:lnTo>
                    <a:pt x="934" y="140"/>
                  </a:lnTo>
                  <a:lnTo>
                    <a:pt x="841" y="47"/>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0" name="Google Shape;10270;p75"/>
            <p:cNvSpPr/>
            <p:nvPr/>
          </p:nvSpPr>
          <p:spPr>
            <a:xfrm>
              <a:off x="1683400" y="2022000"/>
              <a:ext cx="332525" cy="113200"/>
            </a:xfrm>
            <a:custGeom>
              <a:rect b="b" l="l" r="r" t="t"/>
              <a:pathLst>
                <a:path extrusionOk="0" h="4528" w="13301">
                  <a:moveTo>
                    <a:pt x="140" y="1"/>
                  </a:moveTo>
                  <a:lnTo>
                    <a:pt x="93" y="47"/>
                  </a:lnTo>
                  <a:lnTo>
                    <a:pt x="47" y="141"/>
                  </a:lnTo>
                  <a:lnTo>
                    <a:pt x="0" y="234"/>
                  </a:lnTo>
                  <a:lnTo>
                    <a:pt x="0" y="4294"/>
                  </a:lnTo>
                  <a:lnTo>
                    <a:pt x="47" y="4388"/>
                  </a:lnTo>
                  <a:lnTo>
                    <a:pt x="93" y="4434"/>
                  </a:lnTo>
                  <a:lnTo>
                    <a:pt x="140" y="4481"/>
                  </a:lnTo>
                  <a:lnTo>
                    <a:pt x="233" y="4528"/>
                  </a:lnTo>
                  <a:lnTo>
                    <a:pt x="13254" y="4528"/>
                  </a:lnTo>
                  <a:lnTo>
                    <a:pt x="13301" y="4481"/>
                  </a:lnTo>
                  <a:lnTo>
                    <a:pt x="13301" y="4388"/>
                  </a:lnTo>
                  <a:lnTo>
                    <a:pt x="13301" y="4154"/>
                  </a:lnTo>
                  <a:lnTo>
                    <a:pt x="13207" y="561"/>
                  </a:lnTo>
                  <a:lnTo>
                    <a:pt x="13254" y="234"/>
                  </a:lnTo>
                  <a:lnTo>
                    <a:pt x="13301" y="94"/>
                  </a:lnTo>
                  <a:lnTo>
                    <a:pt x="132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1" name="Google Shape;10271;p75"/>
            <p:cNvSpPr/>
            <p:nvPr/>
          </p:nvSpPr>
          <p:spPr>
            <a:xfrm>
              <a:off x="1997225" y="2022000"/>
              <a:ext cx="22200" cy="113200"/>
            </a:xfrm>
            <a:custGeom>
              <a:rect b="b" l="l" r="r" t="t"/>
              <a:pathLst>
                <a:path extrusionOk="0" h="4528" w="888">
                  <a:moveTo>
                    <a:pt x="94" y="1"/>
                  </a:moveTo>
                  <a:lnTo>
                    <a:pt x="141" y="47"/>
                  </a:lnTo>
                  <a:lnTo>
                    <a:pt x="188" y="141"/>
                  </a:lnTo>
                  <a:lnTo>
                    <a:pt x="234" y="234"/>
                  </a:lnTo>
                  <a:lnTo>
                    <a:pt x="234" y="4294"/>
                  </a:lnTo>
                  <a:lnTo>
                    <a:pt x="188" y="4388"/>
                  </a:lnTo>
                  <a:lnTo>
                    <a:pt x="141" y="4434"/>
                  </a:lnTo>
                  <a:lnTo>
                    <a:pt x="94" y="4481"/>
                  </a:lnTo>
                  <a:lnTo>
                    <a:pt x="1" y="4528"/>
                  </a:lnTo>
                  <a:lnTo>
                    <a:pt x="701" y="4528"/>
                  </a:lnTo>
                  <a:lnTo>
                    <a:pt x="794" y="4481"/>
                  </a:lnTo>
                  <a:lnTo>
                    <a:pt x="841" y="4434"/>
                  </a:lnTo>
                  <a:lnTo>
                    <a:pt x="888" y="4388"/>
                  </a:lnTo>
                  <a:lnTo>
                    <a:pt x="888" y="4294"/>
                  </a:lnTo>
                  <a:lnTo>
                    <a:pt x="888" y="234"/>
                  </a:lnTo>
                  <a:lnTo>
                    <a:pt x="888" y="141"/>
                  </a:lnTo>
                  <a:lnTo>
                    <a:pt x="841" y="47"/>
                  </a:lnTo>
                  <a:lnTo>
                    <a:pt x="79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72" name="Google Shape;10272;p75"/>
          <p:cNvGrpSpPr/>
          <p:nvPr/>
        </p:nvGrpSpPr>
        <p:grpSpPr>
          <a:xfrm>
            <a:off x="1401905" y="1512679"/>
            <a:ext cx="336025" cy="312700"/>
            <a:chOff x="6223050" y="3978575"/>
            <a:chExt cx="336025" cy="312700"/>
          </a:xfrm>
        </p:grpSpPr>
        <p:sp>
          <p:nvSpPr>
            <p:cNvPr id="10273" name="Google Shape;10273;p75"/>
            <p:cNvSpPr/>
            <p:nvPr/>
          </p:nvSpPr>
          <p:spPr>
            <a:xfrm>
              <a:off x="6465725" y="4004225"/>
              <a:ext cx="89850" cy="101550"/>
            </a:xfrm>
            <a:custGeom>
              <a:rect b="b" l="l" r="r" t="t"/>
              <a:pathLst>
                <a:path extrusionOk="0" h="4062" w="3594">
                  <a:moveTo>
                    <a:pt x="94" y="1"/>
                  </a:moveTo>
                  <a:lnTo>
                    <a:pt x="47" y="48"/>
                  </a:lnTo>
                  <a:lnTo>
                    <a:pt x="0" y="48"/>
                  </a:lnTo>
                  <a:lnTo>
                    <a:pt x="0" y="141"/>
                  </a:lnTo>
                  <a:lnTo>
                    <a:pt x="94" y="4014"/>
                  </a:lnTo>
                  <a:lnTo>
                    <a:pt x="94" y="4061"/>
                  </a:lnTo>
                  <a:lnTo>
                    <a:pt x="140" y="4061"/>
                  </a:lnTo>
                  <a:lnTo>
                    <a:pt x="280" y="3968"/>
                  </a:lnTo>
                  <a:lnTo>
                    <a:pt x="3267" y="2054"/>
                  </a:lnTo>
                  <a:lnTo>
                    <a:pt x="3501" y="1961"/>
                  </a:lnTo>
                  <a:lnTo>
                    <a:pt x="3594" y="1961"/>
                  </a:lnTo>
                  <a:lnTo>
                    <a:pt x="3594" y="1914"/>
                  </a:lnTo>
                  <a:lnTo>
                    <a:pt x="14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4" name="Google Shape;10274;p75"/>
            <p:cNvSpPr/>
            <p:nvPr/>
          </p:nvSpPr>
          <p:spPr>
            <a:xfrm>
              <a:off x="6468050" y="4045075"/>
              <a:ext cx="88700" cy="63025"/>
            </a:xfrm>
            <a:custGeom>
              <a:rect b="b" l="l" r="r" t="t"/>
              <a:pathLst>
                <a:path extrusionOk="0" h="2521" w="3548">
                  <a:moveTo>
                    <a:pt x="2988" y="0"/>
                  </a:moveTo>
                  <a:lnTo>
                    <a:pt x="3034" y="47"/>
                  </a:lnTo>
                  <a:lnTo>
                    <a:pt x="3034" y="94"/>
                  </a:lnTo>
                  <a:lnTo>
                    <a:pt x="3034" y="140"/>
                  </a:lnTo>
                  <a:lnTo>
                    <a:pt x="2988" y="187"/>
                  </a:lnTo>
                  <a:lnTo>
                    <a:pt x="1" y="2007"/>
                  </a:lnTo>
                  <a:lnTo>
                    <a:pt x="1" y="2380"/>
                  </a:lnTo>
                  <a:lnTo>
                    <a:pt x="1" y="2427"/>
                  </a:lnTo>
                  <a:lnTo>
                    <a:pt x="47" y="2474"/>
                  </a:lnTo>
                  <a:lnTo>
                    <a:pt x="94" y="2520"/>
                  </a:lnTo>
                  <a:lnTo>
                    <a:pt x="141" y="2474"/>
                  </a:lnTo>
                  <a:lnTo>
                    <a:pt x="3501" y="467"/>
                  </a:lnTo>
                  <a:lnTo>
                    <a:pt x="3548" y="420"/>
                  </a:lnTo>
                  <a:lnTo>
                    <a:pt x="3548" y="374"/>
                  </a:lnTo>
                  <a:lnTo>
                    <a:pt x="3548" y="327"/>
                  </a:lnTo>
                  <a:lnTo>
                    <a:pt x="3501" y="280"/>
                  </a:lnTo>
                  <a:lnTo>
                    <a:pt x="298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5" name="Google Shape;10275;p75"/>
            <p:cNvSpPr/>
            <p:nvPr/>
          </p:nvSpPr>
          <p:spPr>
            <a:xfrm>
              <a:off x="6240550" y="4039250"/>
              <a:ext cx="302200" cy="149350"/>
            </a:xfrm>
            <a:custGeom>
              <a:rect b="b" l="l" r="r" t="t"/>
              <a:pathLst>
                <a:path extrusionOk="0" h="5974" w="12088">
                  <a:moveTo>
                    <a:pt x="6907" y="0"/>
                  </a:moveTo>
                  <a:lnTo>
                    <a:pt x="6487" y="47"/>
                  </a:lnTo>
                  <a:lnTo>
                    <a:pt x="6114" y="187"/>
                  </a:lnTo>
                  <a:lnTo>
                    <a:pt x="5787" y="373"/>
                  </a:lnTo>
                  <a:lnTo>
                    <a:pt x="5507" y="653"/>
                  </a:lnTo>
                  <a:lnTo>
                    <a:pt x="5414" y="700"/>
                  </a:lnTo>
                  <a:lnTo>
                    <a:pt x="5367" y="653"/>
                  </a:lnTo>
                  <a:lnTo>
                    <a:pt x="5041" y="467"/>
                  </a:lnTo>
                  <a:lnTo>
                    <a:pt x="4714" y="327"/>
                  </a:lnTo>
                  <a:lnTo>
                    <a:pt x="4341" y="233"/>
                  </a:lnTo>
                  <a:lnTo>
                    <a:pt x="3967" y="187"/>
                  </a:lnTo>
                  <a:lnTo>
                    <a:pt x="3547" y="233"/>
                  </a:lnTo>
                  <a:lnTo>
                    <a:pt x="3127" y="373"/>
                  </a:lnTo>
                  <a:lnTo>
                    <a:pt x="2754" y="560"/>
                  </a:lnTo>
                  <a:lnTo>
                    <a:pt x="2427" y="793"/>
                  </a:lnTo>
                  <a:lnTo>
                    <a:pt x="2147" y="1073"/>
                  </a:lnTo>
                  <a:lnTo>
                    <a:pt x="1914" y="1447"/>
                  </a:lnTo>
                  <a:lnTo>
                    <a:pt x="1774" y="1820"/>
                  </a:lnTo>
                  <a:lnTo>
                    <a:pt x="1680" y="2240"/>
                  </a:lnTo>
                  <a:lnTo>
                    <a:pt x="1634" y="2333"/>
                  </a:lnTo>
                  <a:lnTo>
                    <a:pt x="1587" y="2333"/>
                  </a:lnTo>
                  <a:lnTo>
                    <a:pt x="1260" y="2427"/>
                  </a:lnTo>
                  <a:lnTo>
                    <a:pt x="934" y="2567"/>
                  </a:lnTo>
                  <a:lnTo>
                    <a:pt x="654" y="2753"/>
                  </a:lnTo>
                  <a:lnTo>
                    <a:pt x="420" y="2987"/>
                  </a:lnTo>
                  <a:lnTo>
                    <a:pt x="234" y="3220"/>
                  </a:lnTo>
                  <a:lnTo>
                    <a:pt x="94" y="3547"/>
                  </a:lnTo>
                  <a:lnTo>
                    <a:pt x="0" y="3873"/>
                  </a:lnTo>
                  <a:lnTo>
                    <a:pt x="0" y="4200"/>
                  </a:lnTo>
                  <a:lnTo>
                    <a:pt x="47" y="4573"/>
                  </a:lnTo>
                  <a:lnTo>
                    <a:pt x="140" y="4900"/>
                  </a:lnTo>
                  <a:lnTo>
                    <a:pt x="327" y="5180"/>
                  </a:lnTo>
                  <a:lnTo>
                    <a:pt x="514" y="5414"/>
                  </a:lnTo>
                  <a:lnTo>
                    <a:pt x="794" y="5647"/>
                  </a:lnTo>
                  <a:lnTo>
                    <a:pt x="1074" y="5787"/>
                  </a:lnTo>
                  <a:lnTo>
                    <a:pt x="1400" y="5927"/>
                  </a:lnTo>
                  <a:lnTo>
                    <a:pt x="1727" y="5974"/>
                  </a:lnTo>
                  <a:lnTo>
                    <a:pt x="2007" y="5927"/>
                  </a:lnTo>
                  <a:lnTo>
                    <a:pt x="2287" y="5880"/>
                  </a:lnTo>
                  <a:lnTo>
                    <a:pt x="2567" y="5787"/>
                  </a:lnTo>
                  <a:lnTo>
                    <a:pt x="2847" y="5647"/>
                  </a:lnTo>
                  <a:lnTo>
                    <a:pt x="3034" y="5460"/>
                  </a:lnTo>
                  <a:lnTo>
                    <a:pt x="3221" y="5274"/>
                  </a:lnTo>
                  <a:lnTo>
                    <a:pt x="3407" y="5040"/>
                  </a:lnTo>
                  <a:lnTo>
                    <a:pt x="3501" y="4760"/>
                  </a:lnTo>
                  <a:lnTo>
                    <a:pt x="3967" y="4807"/>
                  </a:lnTo>
                  <a:lnTo>
                    <a:pt x="4621" y="4853"/>
                  </a:lnTo>
                  <a:lnTo>
                    <a:pt x="5181" y="4900"/>
                  </a:lnTo>
                  <a:lnTo>
                    <a:pt x="5367" y="4900"/>
                  </a:lnTo>
                  <a:lnTo>
                    <a:pt x="5601" y="4807"/>
                  </a:lnTo>
                  <a:lnTo>
                    <a:pt x="5741" y="4667"/>
                  </a:lnTo>
                  <a:lnTo>
                    <a:pt x="5927" y="4387"/>
                  </a:lnTo>
                  <a:lnTo>
                    <a:pt x="6021" y="4433"/>
                  </a:lnTo>
                  <a:lnTo>
                    <a:pt x="6114" y="4387"/>
                  </a:lnTo>
                  <a:lnTo>
                    <a:pt x="6394" y="4153"/>
                  </a:lnTo>
                  <a:lnTo>
                    <a:pt x="6674" y="3967"/>
                  </a:lnTo>
                  <a:lnTo>
                    <a:pt x="6767" y="3873"/>
                  </a:lnTo>
                  <a:lnTo>
                    <a:pt x="6907" y="3873"/>
                  </a:lnTo>
                  <a:lnTo>
                    <a:pt x="7001" y="4153"/>
                  </a:lnTo>
                  <a:lnTo>
                    <a:pt x="7141" y="4340"/>
                  </a:lnTo>
                  <a:lnTo>
                    <a:pt x="7281" y="4573"/>
                  </a:lnTo>
                  <a:lnTo>
                    <a:pt x="7514" y="4713"/>
                  </a:lnTo>
                  <a:lnTo>
                    <a:pt x="7747" y="4807"/>
                  </a:lnTo>
                  <a:lnTo>
                    <a:pt x="7981" y="4900"/>
                  </a:lnTo>
                  <a:lnTo>
                    <a:pt x="8261" y="4947"/>
                  </a:lnTo>
                  <a:lnTo>
                    <a:pt x="8587" y="4993"/>
                  </a:lnTo>
                  <a:lnTo>
                    <a:pt x="8727" y="4993"/>
                  </a:lnTo>
                  <a:lnTo>
                    <a:pt x="8867" y="5180"/>
                  </a:lnTo>
                  <a:lnTo>
                    <a:pt x="9007" y="5320"/>
                  </a:lnTo>
                  <a:lnTo>
                    <a:pt x="9194" y="5507"/>
                  </a:lnTo>
                  <a:lnTo>
                    <a:pt x="9381" y="5600"/>
                  </a:lnTo>
                  <a:lnTo>
                    <a:pt x="9614" y="5694"/>
                  </a:lnTo>
                  <a:lnTo>
                    <a:pt x="9847" y="5787"/>
                  </a:lnTo>
                  <a:lnTo>
                    <a:pt x="10081" y="5834"/>
                  </a:lnTo>
                  <a:lnTo>
                    <a:pt x="10314" y="5834"/>
                  </a:lnTo>
                  <a:lnTo>
                    <a:pt x="10687" y="5787"/>
                  </a:lnTo>
                  <a:lnTo>
                    <a:pt x="11014" y="5694"/>
                  </a:lnTo>
                  <a:lnTo>
                    <a:pt x="11294" y="5507"/>
                  </a:lnTo>
                  <a:lnTo>
                    <a:pt x="11528" y="5320"/>
                  </a:lnTo>
                  <a:lnTo>
                    <a:pt x="11761" y="5040"/>
                  </a:lnTo>
                  <a:lnTo>
                    <a:pt x="11948" y="4760"/>
                  </a:lnTo>
                  <a:lnTo>
                    <a:pt x="12041" y="4387"/>
                  </a:lnTo>
                  <a:lnTo>
                    <a:pt x="12088" y="4060"/>
                  </a:lnTo>
                  <a:lnTo>
                    <a:pt x="12041" y="3687"/>
                  </a:lnTo>
                  <a:lnTo>
                    <a:pt x="11901" y="3360"/>
                  </a:lnTo>
                  <a:lnTo>
                    <a:pt x="11668" y="3033"/>
                  </a:lnTo>
                  <a:lnTo>
                    <a:pt x="11434" y="2800"/>
                  </a:lnTo>
                  <a:lnTo>
                    <a:pt x="11154" y="2567"/>
                  </a:lnTo>
                  <a:lnTo>
                    <a:pt x="10827" y="2427"/>
                  </a:lnTo>
                  <a:lnTo>
                    <a:pt x="10547" y="2287"/>
                  </a:lnTo>
                  <a:lnTo>
                    <a:pt x="10267" y="2240"/>
                  </a:lnTo>
                  <a:lnTo>
                    <a:pt x="10081" y="2240"/>
                  </a:lnTo>
                  <a:lnTo>
                    <a:pt x="9801" y="1913"/>
                  </a:lnTo>
                  <a:lnTo>
                    <a:pt x="9474" y="1680"/>
                  </a:lnTo>
                  <a:lnTo>
                    <a:pt x="9147" y="1540"/>
                  </a:lnTo>
                  <a:lnTo>
                    <a:pt x="8727" y="1447"/>
                  </a:lnTo>
                  <a:lnTo>
                    <a:pt x="8587" y="1400"/>
                  </a:lnTo>
                  <a:lnTo>
                    <a:pt x="8494" y="1307"/>
                  </a:lnTo>
                  <a:lnTo>
                    <a:pt x="8401" y="1027"/>
                  </a:lnTo>
                  <a:lnTo>
                    <a:pt x="8261" y="793"/>
                  </a:lnTo>
                  <a:lnTo>
                    <a:pt x="8121" y="560"/>
                  </a:lnTo>
                  <a:lnTo>
                    <a:pt x="7934" y="373"/>
                  </a:lnTo>
                  <a:lnTo>
                    <a:pt x="7701" y="187"/>
                  </a:lnTo>
                  <a:lnTo>
                    <a:pt x="7467" y="93"/>
                  </a:lnTo>
                  <a:lnTo>
                    <a:pt x="71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6" name="Google Shape;10276;p75"/>
            <p:cNvSpPr/>
            <p:nvPr/>
          </p:nvSpPr>
          <p:spPr>
            <a:xfrm>
              <a:off x="6403900" y="4039250"/>
              <a:ext cx="138850" cy="145850"/>
            </a:xfrm>
            <a:custGeom>
              <a:rect b="b" l="l" r="r" t="t"/>
              <a:pathLst>
                <a:path extrusionOk="0" h="5834" w="5554">
                  <a:moveTo>
                    <a:pt x="373" y="0"/>
                  </a:moveTo>
                  <a:lnTo>
                    <a:pt x="0" y="47"/>
                  </a:lnTo>
                  <a:lnTo>
                    <a:pt x="280" y="93"/>
                  </a:lnTo>
                  <a:lnTo>
                    <a:pt x="513" y="187"/>
                  </a:lnTo>
                  <a:lnTo>
                    <a:pt x="700" y="327"/>
                  </a:lnTo>
                  <a:lnTo>
                    <a:pt x="887" y="467"/>
                  </a:lnTo>
                  <a:lnTo>
                    <a:pt x="1073" y="653"/>
                  </a:lnTo>
                  <a:lnTo>
                    <a:pt x="1213" y="840"/>
                  </a:lnTo>
                  <a:lnTo>
                    <a:pt x="1307" y="1027"/>
                  </a:lnTo>
                  <a:lnTo>
                    <a:pt x="1400" y="1260"/>
                  </a:lnTo>
                  <a:lnTo>
                    <a:pt x="1447" y="1353"/>
                  </a:lnTo>
                  <a:lnTo>
                    <a:pt x="1540" y="1353"/>
                  </a:lnTo>
                  <a:lnTo>
                    <a:pt x="1913" y="1447"/>
                  </a:lnTo>
                  <a:lnTo>
                    <a:pt x="2287" y="1633"/>
                  </a:lnTo>
                  <a:lnTo>
                    <a:pt x="2613" y="1867"/>
                  </a:lnTo>
                  <a:lnTo>
                    <a:pt x="2893" y="2147"/>
                  </a:lnTo>
                  <a:lnTo>
                    <a:pt x="2940" y="2193"/>
                  </a:lnTo>
                  <a:lnTo>
                    <a:pt x="2987" y="2240"/>
                  </a:lnTo>
                  <a:lnTo>
                    <a:pt x="3407" y="2240"/>
                  </a:lnTo>
                  <a:lnTo>
                    <a:pt x="3780" y="2380"/>
                  </a:lnTo>
                  <a:lnTo>
                    <a:pt x="4060" y="2520"/>
                  </a:lnTo>
                  <a:lnTo>
                    <a:pt x="4340" y="2753"/>
                  </a:lnTo>
                  <a:lnTo>
                    <a:pt x="4573" y="3033"/>
                  </a:lnTo>
                  <a:lnTo>
                    <a:pt x="4714" y="3360"/>
                  </a:lnTo>
                  <a:lnTo>
                    <a:pt x="4807" y="3687"/>
                  </a:lnTo>
                  <a:lnTo>
                    <a:pt x="4854" y="4060"/>
                  </a:lnTo>
                  <a:lnTo>
                    <a:pt x="4807" y="4387"/>
                  </a:lnTo>
                  <a:lnTo>
                    <a:pt x="4760" y="4667"/>
                  </a:lnTo>
                  <a:lnTo>
                    <a:pt x="4620" y="4947"/>
                  </a:lnTo>
                  <a:lnTo>
                    <a:pt x="4433" y="5180"/>
                  </a:lnTo>
                  <a:lnTo>
                    <a:pt x="4200" y="5414"/>
                  </a:lnTo>
                  <a:lnTo>
                    <a:pt x="3967" y="5600"/>
                  </a:lnTo>
                  <a:lnTo>
                    <a:pt x="3687" y="5740"/>
                  </a:lnTo>
                  <a:lnTo>
                    <a:pt x="3407" y="5787"/>
                  </a:lnTo>
                  <a:lnTo>
                    <a:pt x="3780" y="5834"/>
                  </a:lnTo>
                  <a:lnTo>
                    <a:pt x="4153" y="5787"/>
                  </a:lnTo>
                  <a:lnTo>
                    <a:pt x="4480" y="5694"/>
                  </a:lnTo>
                  <a:lnTo>
                    <a:pt x="4760" y="5507"/>
                  </a:lnTo>
                  <a:lnTo>
                    <a:pt x="4994" y="5320"/>
                  </a:lnTo>
                  <a:lnTo>
                    <a:pt x="5227" y="5040"/>
                  </a:lnTo>
                  <a:lnTo>
                    <a:pt x="5414" y="4760"/>
                  </a:lnTo>
                  <a:lnTo>
                    <a:pt x="5507" y="4387"/>
                  </a:lnTo>
                  <a:lnTo>
                    <a:pt x="5554" y="4060"/>
                  </a:lnTo>
                  <a:lnTo>
                    <a:pt x="5507" y="3687"/>
                  </a:lnTo>
                  <a:lnTo>
                    <a:pt x="5414" y="3360"/>
                  </a:lnTo>
                  <a:lnTo>
                    <a:pt x="5227" y="3033"/>
                  </a:lnTo>
                  <a:lnTo>
                    <a:pt x="4994" y="2753"/>
                  </a:lnTo>
                  <a:lnTo>
                    <a:pt x="4760" y="2520"/>
                  </a:lnTo>
                  <a:lnTo>
                    <a:pt x="4433" y="2380"/>
                  </a:lnTo>
                  <a:lnTo>
                    <a:pt x="4107" y="2240"/>
                  </a:lnTo>
                  <a:lnTo>
                    <a:pt x="3640" y="2240"/>
                  </a:lnTo>
                  <a:lnTo>
                    <a:pt x="3593" y="2193"/>
                  </a:lnTo>
                  <a:lnTo>
                    <a:pt x="3547" y="2147"/>
                  </a:lnTo>
                  <a:lnTo>
                    <a:pt x="3313" y="1867"/>
                  </a:lnTo>
                  <a:lnTo>
                    <a:pt x="2987" y="1633"/>
                  </a:lnTo>
                  <a:lnTo>
                    <a:pt x="2613" y="1447"/>
                  </a:lnTo>
                  <a:lnTo>
                    <a:pt x="2193" y="1353"/>
                  </a:lnTo>
                  <a:lnTo>
                    <a:pt x="2147" y="1353"/>
                  </a:lnTo>
                  <a:lnTo>
                    <a:pt x="2100" y="1260"/>
                  </a:lnTo>
                  <a:lnTo>
                    <a:pt x="2007" y="1027"/>
                  </a:lnTo>
                  <a:lnTo>
                    <a:pt x="1820" y="747"/>
                  </a:lnTo>
                  <a:lnTo>
                    <a:pt x="1680" y="560"/>
                  </a:lnTo>
                  <a:lnTo>
                    <a:pt x="1447" y="373"/>
                  </a:lnTo>
                  <a:lnTo>
                    <a:pt x="1213" y="187"/>
                  </a:lnTo>
                  <a:lnTo>
                    <a:pt x="933" y="93"/>
                  </a:lnTo>
                  <a:lnTo>
                    <a:pt x="653"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7" name="Google Shape;10277;p75"/>
            <p:cNvSpPr/>
            <p:nvPr/>
          </p:nvSpPr>
          <p:spPr>
            <a:xfrm>
              <a:off x="6223050" y="4150075"/>
              <a:ext cx="336025" cy="141200"/>
            </a:xfrm>
            <a:custGeom>
              <a:rect b="b" l="l" r="r" t="t"/>
              <a:pathLst>
                <a:path extrusionOk="0" h="5648" w="13441">
                  <a:moveTo>
                    <a:pt x="6487" y="0"/>
                  </a:moveTo>
                  <a:lnTo>
                    <a:pt x="5741" y="47"/>
                  </a:lnTo>
                  <a:lnTo>
                    <a:pt x="3407" y="280"/>
                  </a:lnTo>
                  <a:lnTo>
                    <a:pt x="0" y="654"/>
                  </a:lnTo>
                  <a:lnTo>
                    <a:pt x="0" y="1541"/>
                  </a:lnTo>
                  <a:lnTo>
                    <a:pt x="47" y="1961"/>
                  </a:lnTo>
                  <a:lnTo>
                    <a:pt x="94" y="2381"/>
                  </a:lnTo>
                  <a:lnTo>
                    <a:pt x="187" y="2754"/>
                  </a:lnTo>
                  <a:lnTo>
                    <a:pt x="327" y="3127"/>
                  </a:lnTo>
                  <a:lnTo>
                    <a:pt x="514" y="3501"/>
                  </a:lnTo>
                  <a:lnTo>
                    <a:pt x="700" y="3827"/>
                  </a:lnTo>
                  <a:lnTo>
                    <a:pt x="934" y="4154"/>
                  </a:lnTo>
                  <a:lnTo>
                    <a:pt x="1214" y="4434"/>
                  </a:lnTo>
                  <a:lnTo>
                    <a:pt x="1494" y="4714"/>
                  </a:lnTo>
                  <a:lnTo>
                    <a:pt x="1820" y="4947"/>
                  </a:lnTo>
                  <a:lnTo>
                    <a:pt x="2147" y="5134"/>
                  </a:lnTo>
                  <a:lnTo>
                    <a:pt x="2521" y="5321"/>
                  </a:lnTo>
                  <a:lnTo>
                    <a:pt x="2894" y="5461"/>
                  </a:lnTo>
                  <a:lnTo>
                    <a:pt x="3267" y="5554"/>
                  </a:lnTo>
                  <a:lnTo>
                    <a:pt x="3687" y="5601"/>
                  </a:lnTo>
                  <a:lnTo>
                    <a:pt x="4107" y="5647"/>
                  </a:lnTo>
                  <a:lnTo>
                    <a:pt x="9334" y="5647"/>
                  </a:lnTo>
                  <a:lnTo>
                    <a:pt x="9754" y="5601"/>
                  </a:lnTo>
                  <a:lnTo>
                    <a:pt x="10174" y="5554"/>
                  </a:lnTo>
                  <a:lnTo>
                    <a:pt x="10594" y="5461"/>
                  </a:lnTo>
                  <a:lnTo>
                    <a:pt x="10967" y="5321"/>
                  </a:lnTo>
                  <a:lnTo>
                    <a:pt x="11294" y="5134"/>
                  </a:lnTo>
                  <a:lnTo>
                    <a:pt x="11667" y="4947"/>
                  </a:lnTo>
                  <a:lnTo>
                    <a:pt x="11948" y="4714"/>
                  </a:lnTo>
                  <a:lnTo>
                    <a:pt x="12274" y="4434"/>
                  </a:lnTo>
                  <a:lnTo>
                    <a:pt x="12508" y="4154"/>
                  </a:lnTo>
                  <a:lnTo>
                    <a:pt x="12741" y="3827"/>
                  </a:lnTo>
                  <a:lnTo>
                    <a:pt x="12974" y="3501"/>
                  </a:lnTo>
                  <a:lnTo>
                    <a:pt x="13114" y="3127"/>
                  </a:lnTo>
                  <a:lnTo>
                    <a:pt x="13254" y="2754"/>
                  </a:lnTo>
                  <a:lnTo>
                    <a:pt x="13348" y="2381"/>
                  </a:lnTo>
                  <a:lnTo>
                    <a:pt x="13441" y="1961"/>
                  </a:lnTo>
                  <a:lnTo>
                    <a:pt x="13441" y="1541"/>
                  </a:lnTo>
                  <a:lnTo>
                    <a:pt x="13441" y="654"/>
                  </a:lnTo>
                  <a:lnTo>
                    <a:pt x="6767" y="47"/>
                  </a:lnTo>
                  <a:lnTo>
                    <a:pt x="6721" y="47"/>
                  </a:lnTo>
                  <a:lnTo>
                    <a:pt x="64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8" name="Google Shape;10278;p75"/>
            <p:cNvSpPr/>
            <p:nvPr/>
          </p:nvSpPr>
          <p:spPr>
            <a:xfrm>
              <a:off x="6274375" y="4094075"/>
              <a:ext cx="61875" cy="38525"/>
            </a:xfrm>
            <a:custGeom>
              <a:rect b="b" l="l" r="r" t="t"/>
              <a:pathLst>
                <a:path extrusionOk="0" h="1541" w="2475">
                  <a:moveTo>
                    <a:pt x="2008" y="0"/>
                  </a:moveTo>
                  <a:lnTo>
                    <a:pt x="1681" y="47"/>
                  </a:lnTo>
                  <a:lnTo>
                    <a:pt x="1448" y="140"/>
                  </a:lnTo>
                  <a:lnTo>
                    <a:pt x="1214" y="280"/>
                  </a:lnTo>
                  <a:lnTo>
                    <a:pt x="1028" y="467"/>
                  </a:lnTo>
                  <a:lnTo>
                    <a:pt x="888" y="747"/>
                  </a:lnTo>
                  <a:lnTo>
                    <a:pt x="701" y="747"/>
                  </a:lnTo>
                  <a:lnTo>
                    <a:pt x="514" y="840"/>
                  </a:lnTo>
                  <a:lnTo>
                    <a:pt x="327" y="934"/>
                  </a:lnTo>
                  <a:lnTo>
                    <a:pt x="141" y="1074"/>
                  </a:lnTo>
                  <a:lnTo>
                    <a:pt x="47" y="1214"/>
                  </a:lnTo>
                  <a:lnTo>
                    <a:pt x="1" y="1307"/>
                  </a:lnTo>
                  <a:lnTo>
                    <a:pt x="1" y="1354"/>
                  </a:lnTo>
                  <a:lnTo>
                    <a:pt x="47" y="1447"/>
                  </a:lnTo>
                  <a:lnTo>
                    <a:pt x="94" y="1494"/>
                  </a:lnTo>
                  <a:lnTo>
                    <a:pt x="187" y="1540"/>
                  </a:lnTo>
                  <a:lnTo>
                    <a:pt x="281" y="1494"/>
                  </a:lnTo>
                  <a:lnTo>
                    <a:pt x="374" y="1447"/>
                  </a:lnTo>
                  <a:lnTo>
                    <a:pt x="561" y="1260"/>
                  </a:lnTo>
                  <a:lnTo>
                    <a:pt x="794" y="1120"/>
                  </a:lnTo>
                  <a:lnTo>
                    <a:pt x="934" y="1120"/>
                  </a:lnTo>
                  <a:lnTo>
                    <a:pt x="1121" y="1074"/>
                  </a:lnTo>
                  <a:lnTo>
                    <a:pt x="1214" y="934"/>
                  </a:lnTo>
                  <a:lnTo>
                    <a:pt x="1308" y="747"/>
                  </a:lnTo>
                  <a:lnTo>
                    <a:pt x="1448" y="607"/>
                  </a:lnTo>
                  <a:lnTo>
                    <a:pt x="1588" y="514"/>
                  </a:lnTo>
                  <a:lnTo>
                    <a:pt x="1774" y="420"/>
                  </a:lnTo>
                  <a:lnTo>
                    <a:pt x="2194" y="420"/>
                  </a:lnTo>
                  <a:lnTo>
                    <a:pt x="2288" y="467"/>
                  </a:lnTo>
                  <a:lnTo>
                    <a:pt x="2334" y="420"/>
                  </a:lnTo>
                  <a:lnTo>
                    <a:pt x="2428" y="374"/>
                  </a:lnTo>
                  <a:lnTo>
                    <a:pt x="2428" y="280"/>
                  </a:lnTo>
                  <a:lnTo>
                    <a:pt x="2474" y="234"/>
                  </a:lnTo>
                  <a:lnTo>
                    <a:pt x="2428" y="140"/>
                  </a:lnTo>
                  <a:lnTo>
                    <a:pt x="2381" y="94"/>
                  </a:lnTo>
                  <a:lnTo>
                    <a:pt x="2334" y="47"/>
                  </a:lnTo>
                  <a:lnTo>
                    <a:pt x="200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9" name="Google Shape;10279;p75"/>
            <p:cNvSpPr/>
            <p:nvPr/>
          </p:nvSpPr>
          <p:spPr>
            <a:xfrm>
              <a:off x="6440050" y="4152400"/>
              <a:ext cx="119025" cy="138875"/>
            </a:xfrm>
            <a:custGeom>
              <a:rect b="b" l="l" r="r" t="t"/>
              <a:pathLst>
                <a:path extrusionOk="0" h="5555" w="4761">
                  <a:moveTo>
                    <a:pt x="4481" y="1"/>
                  </a:moveTo>
                  <a:lnTo>
                    <a:pt x="4434" y="141"/>
                  </a:lnTo>
                  <a:lnTo>
                    <a:pt x="4294" y="327"/>
                  </a:lnTo>
                  <a:lnTo>
                    <a:pt x="4108" y="561"/>
                  </a:lnTo>
                  <a:lnTo>
                    <a:pt x="4108" y="1448"/>
                  </a:lnTo>
                  <a:lnTo>
                    <a:pt x="4061" y="1868"/>
                  </a:lnTo>
                  <a:lnTo>
                    <a:pt x="4014" y="2288"/>
                  </a:lnTo>
                  <a:lnTo>
                    <a:pt x="3921" y="2661"/>
                  </a:lnTo>
                  <a:lnTo>
                    <a:pt x="3781" y="3034"/>
                  </a:lnTo>
                  <a:lnTo>
                    <a:pt x="3594" y="3408"/>
                  </a:lnTo>
                  <a:lnTo>
                    <a:pt x="3408" y="3734"/>
                  </a:lnTo>
                  <a:lnTo>
                    <a:pt x="3174" y="4061"/>
                  </a:lnTo>
                  <a:lnTo>
                    <a:pt x="2894" y="4341"/>
                  </a:lnTo>
                  <a:lnTo>
                    <a:pt x="2614" y="4621"/>
                  </a:lnTo>
                  <a:lnTo>
                    <a:pt x="2287" y="4854"/>
                  </a:lnTo>
                  <a:lnTo>
                    <a:pt x="1961" y="5041"/>
                  </a:lnTo>
                  <a:lnTo>
                    <a:pt x="1587" y="5228"/>
                  </a:lnTo>
                  <a:lnTo>
                    <a:pt x="1214" y="5368"/>
                  </a:lnTo>
                  <a:lnTo>
                    <a:pt x="841" y="5461"/>
                  </a:lnTo>
                  <a:lnTo>
                    <a:pt x="421" y="5508"/>
                  </a:lnTo>
                  <a:lnTo>
                    <a:pt x="1" y="5554"/>
                  </a:lnTo>
                  <a:lnTo>
                    <a:pt x="654" y="5554"/>
                  </a:lnTo>
                  <a:lnTo>
                    <a:pt x="1074" y="5508"/>
                  </a:lnTo>
                  <a:lnTo>
                    <a:pt x="1494" y="5461"/>
                  </a:lnTo>
                  <a:lnTo>
                    <a:pt x="1914" y="5368"/>
                  </a:lnTo>
                  <a:lnTo>
                    <a:pt x="2287" y="5228"/>
                  </a:lnTo>
                  <a:lnTo>
                    <a:pt x="2614" y="5041"/>
                  </a:lnTo>
                  <a:lnTo>
                    <a:pt x="2987" y="4854"/>
                  </a:lnTo>
                  <a:lnTo>
                    <a:pt x="3268" y="4621"/>
                  </a:lnTo>
                  <a:lnTo>
                    <a:pt x="3594" y="4341"/>
                  </a:lnTo>
                  <a:lnTo>
                    <a:pt x="3828" y="4061"/>
                  </a:lnTo>
                  <a:lnTo>
                    <a:pt x="4061" y="3734"/>
                  </a:lnTo>
                  <a:lnTo>
                    <a:pt x="4294" y="3408"/>
                  </a:lnTo>
                  <a:lnTo>
                    <a:pt x="4434" y="3034"/>
                  </a:lnTo>
                  <a:lnTo>
                    <a:pt x="4574" y="2661"/>
                  </a:lnTo>
                  <a:lnTo>
                    <a:pt x="4668" y="2288"/>
                  </a:lnTo>
                  <a:lnTo>
                    <a:pt x="4761" y="1868"/>
                  </a:lnTo>
                  <a:lnTo>
                    <a:pt x="4761" y="1448"/>
                  </a:lnTo>
                  <a:lnTo>
                    <a:pt x="4761" y="561"/>
                  </a:lnTo>
                  <a:lnTo>
                    <a:pt x="44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0" name="Google Shape;10280;p75"/>
            <p:cNvSpPr/>
            <p:nvPr/>
          </p:nvSpPr>
          <p:spPr>
            <a:xfrm>
              <a:off x="6223050" y="4126750"/>
              <a:ext cx="336025" cy="39675"/>
            </a:xfrm>
            <a:custGeom>
              <a:rect b="b" l="l" r="r" t="t"/>
              <a:pathLst>
                <a:path extrusionOk="0" h="1587" w="13441">
                  <a:moveTo>
                    <a:pt x="420" y="0"/>
                  </a:moveTo>
                  <a:lnTo>
                    <a:pt x="280" y="47"/>
                  </a:lnTo>
                  <a:lnTo>
                    <a:pt x="140" y="140"/>
                  </a:lnTo>
                  <a:lnTo>
                    <a:pt x="47" y="280"/>
                  </a:lnTo>
                  <a:lnTo>
                    <a:pt x="0" y="420"/>
                  </a:lnTo>
                  <a:lnTo>
                    <a:pt x="0" y="1587"/>
                  </a:lnTo>
                  <a:lnTo>
                    <a:pt x="13441" y="1587"/>
                  </a:lnTo>
                  <a:lnTo>
                    <a:pt x="13348" y="793"/>
                  </a:lnTo>
                  <a:lnTo>
                    <a:pt x="13208" y="233"/>
                  </a:lnTo>
                  <a:lnTo>
                    <a:pt x="13114" y="93"/>
                  </a:lnTo>
                  <a:lnTo>
                    <a:pt x="1306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1" name="Google Shape;10281;p75"/>
            <p:cNvSpPr/>
            <p:nvPr/>
          </p:nvSpPr>
          <p:spPr>
            <a:xfrm>
              <a:off x="6317550" y="3978575"/>
              <a:ext cx="96875" cy="100350"/>
            </a:xfrm>
            <a:custGeom>
              <a:rect b="b" l="l" r="r" t="t"/>
              <a:pathLst>
                <a:path extrusionOk="0" h="4014" w="3875">
                  <a:moveTo>
                    <a:pt x="3827" y="0"/>
                  </a:moveTo>
                  <a:lnTo>
                    <a:pt x="94" y="1120"/>
                  </a:lnTo>
                  <a:lnTo>
                    <a:pt x="47" y="1120"/>
                  </a:lnTo>
                  <a:lnTo>
                    <a:pt x="1" y="1167"/>
                  </a:lnTo>
                  <a:lnTo>
                    <a:pt x="1" y="1260"/>
                  </a:lnTo>
                  <a:lnTo>
                    <a:pt x="47" y="1307"/>
                  </a:lnTo>
                  <a:lnTo>
                    <a:pt x="2847" y="4014"/>
                  </a:lnTo>
                  <a:lnTo>
                    <a:pt x="2894" y="4014"/>
                  </a:lnTo>
                  <a:lnTo>
                    <a:pt x="2894" y="3967"/>
                  </a:lnTo>
                  <a:lnTo>
                    <a:pt x="2894" y="3780"/>
                  </a:lnTo>
                  <a:lnTo>
                    <a:pt x="3781" y="327"/>
                  </a:lnTo>
                  <a:lnTo>
                    <a:pt x="3874" y="140"/>
                  </a:lnTo>
                  <a:lnTo>
                    <a:pt x="3874" y="47"/>
                  </a:lnTo>
                  <a:lnTo>
                    <a:pt x="382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2" name="Google Shape;10282;p75"/>
            <p:cNvSpPr/>
            <p:nvPr/>
          </p:nvSpPr>
          <p:spPr>
            <a:xfrm>
              <a:off x="6532225" y="4126750"/>
              <a:ext cx="26850" cy="39675"/>
            </a:xfrm>
            <a:custGeom>
              <a:rect b="b" l="l" r="r" t="t"/>
              <a:pathLst>
                <a:path extrusionOk="0" h="1587" w="1074">
                  <a:moveTo>
                    <a:pt x="1" y="0"/>
                  </a:moveTo>
                  <a:lnTo>
                    <a:pt x="141" y="47"/>
                  </a:lnTo>
                  <a:lnTo>
                    <a:pt x="281" y="140"/>
                  </a:lnTo>
                  <a:lnTo>
                    <a:pt x="374" y="280"/>
                  </a:lnTo>
                  <a:lnTo>
                    <a:pt x="421" y="420"/>
                  </a:lnTo>
                  <a:lnTo>
                    <a:pt x="421" y="1587"/>
                  </a:lnTo>
                  <a:lnTo>
                    <a:pt x="1074" y="1587"/>
                  </a:lnTo>
                  <a:lnTo>
                    <a:pt x="1074" y="420"/>
                  </a:lnTo>
                  <a:lnTo>
                    <a:pt x="1074" y="280"/>
                  </a:lnTo>
                  <a:lnTo>
                    <a:pt x="981" y="140"/>
                  </a:lnTo>
                  <a:lnTo>
                    <a:pt x="841" y="47"/>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3" name="Google Shape;10283;p75"/>
            <p:cNvSpPr/>
            <p:nvPr/>
          </p:nvSpPr>
          <p:spPr>
            <a:xfrm>
              <a:off x="6381725" y="3978575"/>
              <a:ext cx="35025" cy="100350"/>
            </a:xfrm>
            <a:custGeom>
              <a:rect b="b" l="l" r="r" t="t"/>
              <a:pathLst>
                <a:path extrusionOk="0" h="4014" w="1401">
                  <a:moveTo>
                    <a:pt x="1260" y="0"/>
                  </a:moveTo>
                  <a:lnTo>
                    <a:pt x="700" y="187"/>
                  </a:lnTo>
                  <a:lnTo>
                    <a:pt x="747" y="187"/>
                  </a:lnTo>
                  <a:lnTo>
                    <a:pt x="794" y="234"/>
                  </a:lnTo>
                  <a:lnTo>
                    <a:pt x="840" y="280"/>
                  </a:lnTo>
                  <a:lnTo>
                    <a:pt x="840" y="327"/>
                  </a:lnTo>
                  <a:lnTo>
                    <a:pt x="0" y="3734"/>
                  </a:lnTo>
                  <a:lnTo>
                    <a:pt x="280" y="4014"/>
                  </a:lnTo>
                  <a:lnTo>
                    <a:pt x="467" y="4014"/>
                  </a:lnTo>
                  <a:lnTo>
                    <a:pt x="467" y="3967"/>
                  </a:lnTo>
                  <a:lnTo>
                    <a:pt x="1400" y="140"/>
                  </a:lnTo>
                  <a:lnTo>
                    <a:pt x="1400" y="94"/>
                  </a:lnTo>
                  <a:lnTo>
                    <a:pt x="1400" y="47"/>
                  </a:lnTo>
                  <a:lnTo>
                    <a:pt x="13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4" name="Google Shape;10284;p75"/>
            <p:cNvSpPr/>
            <p:nvPr/>
          </p:nvSpPr>
          <p:spPr>
            <a:xfrm>
              <a:off x="6358375" y="4059075"/>
              <a:ext cx="71200" cy="38525"/>
            </a:xfrm>
            <a:custGeom>
              <a:rect b="b" l="l" r="r" t="t"/>
              <a:pathLst>
                <a:path extrusionOk="0" h="1541" w="2848">
                  <a:moveTo>
                    <a:pt x="2148" y="0"/>
                  </a:moveTo>
                  <a:lnTo>
                    <a:pt x="1868" y="47"/>
                  </a:lnTo>
                  <a:lnTo>
                    <a:pt x="1634" y="140"/>
                  </a:lnTo>
                  <a:lnTo>
                    <a:pt x="1401" y="280"/>
                  </a:lnTo>
                  <a:lnTo>
                    <a:pt x="1214" y="467"/>
                  </a:lnTo>
                  <a:lnTo>
                    <a:pt x="841" y="467"/>
                  </a:lnTo>
                  <a:lnTo>
                    <a:pt x="701" y="514"/>
                  </a:lnTo>
                  <a:lnTo>
                    <a:pt x="514" y="607"/>
                  </a:lnTo>
                  <a:lnTo>
                    <a:pt x="374" y="700"/>
                  </a:lnTo>
                  <a:lnTo>
                    <a:pt x="234" y="840"/>
                  </a:lnTo>
                  <a:lnTo>
                    <a:pt x="141" y="980"/>
                  </a:lnTo>
                  <a:lnTo>
                    <a:pt x="48" y="1120"/>
                  </a:lnTo>
                  <a:lnTo>
                    <a:pt x="1" y="1307"/>
                  </a:lnTo>
                  <a:lnTo>
                    <a:pt x="1" y="1400"/>
                  </a:lnTo>
                  <a:lnTo>
                    <a:pt x="1" y="1447"/>
                  </a:lnTo>
                  <a:lnTo>
                    <a:pt x="94" y="1494"/>
                  </a:lnTo>
                  <a:lnTo>
                    <a:pt x="141" y="1540"/>
                  </a:lnTo>
                  <a:lnTo>
                    <a:pt x="188" y="1540"/>
                  </a:lnTo>
                  <a:lnTo>
                    <a:pt x="328" y="1494"/>
                  </a:lnTo>
                  <a:lnTo>
                    <a:pt x="374" y="1400"/>
                  </a:lnTo>
                  <a:lnTo>
                    <a:pt x="468" y="1167"/>
                  </a:lnTo>
                  <a:lnTo>
                    <a:pt x="608" y="1027"/>
                  </a:lnTo>
                  <a:lnTo>
                    <a:pt x="841" y="887"/>
                  </a:lnTo>
                  <a:lnTo>
                    <a:pt x="1354" y="887"/>
                  </a:lnTo>
                  <a:lnTo>
                    <a:pt x="1494" y="747"/>
                  </a:lnTo>
                  <a:lnTo>
                    <a:pt x="1634" y="607"/>
                  </a:lnTo>
                  <a:lnTo>
                    <a:pt x="1774" y="514"/>
                  </a:lnTo>
                  <a:lnTo>
                    <a:pt x="1961" y="420"/>
                  </a:lnTo>
                  <a:lnTo>
                    <a:pt x="2381" y="420"/>
                  </a:lnTo>
                  <a:lnTo>
                    <a:pt x="2568" y="514"/>
                  </a:lnTo>
                  <a:lnTo>
                    <a:pt x="2661" y="560"/>
                  </a:lnTo>
                  <a:lnTo>
                    <a:pt x="2708" y="514"/>
                  </a:lnTo>
                  <a:lnTo>
                    <a:pt x="2801" y="514"/>
                  </a:lnTo>
                  <a:lnTo>
                    <a:pt x="2848" y="420"/>
                  </a:lnTo>
                  <a:lnTo>
                    <a:pt x="2848" y="374"/>
                  </a:lnTo>
                  <a:lnTo>
                    <a:pt x="2848" y="280"/>
                  </a:lnTo>
                  <a:lnTo>
                    <a:pt x="2848" y="234"/>
                  </a:lnTo>
                  <a:lnTo>
                    <a:pt x="2754" y="187"/>
                  </a:lnTo>
                  <a:lnTo>
                    <a:pt x="2474" y="47"/>
                  </a:lnTo>
                  <a:lnTo>
                    <a:pt x="214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88" name="Shape 10288"/>
        <p:cNvGrpSpPr/>
        <p:nvPr/>
      </p:nvGrpSpPr>
      <p:grpSpPr>
        <a:xfrm>
          <a:off x="0" y="0"/>
          <a:ext cx="0" cy="0"/>
          <a:chOff x="0" y="0"/>
          <a:chExt cx="0" cy="0"/>
        </a:xfrm>
      </p:grpSpPr>
      <p:sp>
        <p:nvSpPr>
          <p:cNvPr id="10289" name="Google Shape;10289;p76"/>
          <p:cNvSpPr txBox="1"/>
          <p:nvPr>
            <p:ph idx="4294967295" type="title"/>
          </p:nvPr>
        </p:nvSpPr>
        <p:spPr>
          <a:xfrm flipH="1">
            <a:off x="4667456" y="2720532"/>
            <a:ext cx="35205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VENUS</a:t>
            </a:r>
            <a:endParaRPr sz="2000">
              <a:solidFill>
                <a:schemeClr val="dk1"/>
              </a:solidFill>
            </a:endParaRPr>
          </a:p>
        </p:txBody>
      </p:sp>
      <p:sp>
        <p:nvSpPr>
          <p:cNvPr id="10290" name="Google Shape;10290;p76"/>
          <p:cNvSpPr txBox="1"/>
          <p:nvPr>
            <p:ph idx="4294967295" type="title"/>
          </p:nvPr>
        </p:nvSpPr>
        <p:spPr>
          <a:xfrm flipH="1">
            <a:off x="4667456" y="1578540"/>
            <a:ext cx="3520500" cy="365700"/>
          </a:xfrm>
          <a:prstGeom prst="rect">
            <a:avLst/>
          </a:prstGeom>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2000">
                <a:solidFill>
                  <a:schemeClr val="dk1"/>
                </a:solidFill>
              </a:rPr>
              <a:t>MERCURY</a:t>
            </a:r>
            <a:endParaRPr sz="2000">
              <a:solidFill>
                <a:schemeClr val="dk1"/>
              </a:solidFill>
            </a:endParaRPr>
          </a:p>
        </p:txBody>
      </p:sp>
      <p:sp>
        <p:nvSpPr>
          <p:cNvPr id="10291" name="Google Shape;10291;p76"/>
          <p:cNvSpPr txBox="1"/>
          <p:nvPr>
            <p:ph idx="4294967295" type="subTitle"/>
          </p:nvPr>
        </p:nvSpPr>
        <p:spPr>
          <a:xfrm>
            <a:off x="4670156" y="2932331"/>
            <a:ext cx="35178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planet from the Sun</a:t>
            </a:r>
            <a:endParaRPr/>
          </a:p>
        </p:txBody>
      </p:sp>
      <p:sp>
        <p:nvSpPr>
          <p:cNvPr id="10292" name="Google Shape;10292;p76"/>
          <p:cNvSpPr txBox="1"/>
          <p:nvPr>
            <p:ph idx="4294967295" type="subTitle"/>
          </p:nvPr>
        </p:nvSpPr>
        <p:spPr>
          <a:xfrm>
            <a:off x="4670156" y="1789321"/>
            <a:ext cx="3517800" cy="548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in the Solar System</a:t>
            </a:r>
            <a:endParaRPr/>
          </a:p>
        </p:txBody>
      </p:sp>
      <p:sp>
        <p:nvSpPr>
          <p:cNvPr id="10293" name="Google Shape;10293;p76"/>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THIS IS A GRAPH</a:t>
            </a:r>
            <a:endParaRPr/>
          </a:p>
        </p:txBody>
      </p:sp>
      <p:sp>
        <p:nvSpPr>
          <p:cNvPr id="10294" name="Google Shape;10294;p76"/>
          <p:cNvSpPr/>
          <p:nvPr/>
        </p:nvSpPr>
        <p:spPr>
          <a:xfrm flipH="1">
            <a:off x="4555136" y="1635043"/>
            <a:ext cx="118800" cy="1188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5" name="Google Shape;10295;p76"/>
          <p:cNvSpPr/>
          <p:nvPr/>
        </p:nvSpPr>
        <p:spPr>
          <a:xfrm flipH="1">
            <a:off x="4555136" y="2775446"/>
            <a:ext cx="118800" cy="118800"/>
          </a:xfrm>
          <a:prstGeom prst="roundRect">
            <a:avLst>
              <a:gd fmla="val 16667" name="adj"/>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6" name="Google Shape;10296;p76"/>
          <p:cNvSpPr txBox="1"/>
          <p:nvPr>
            <p:ph idx="4294967295" type="subTitle"/>
          </p:nvPr>
        </p:nvSpPr>
        <p:spPr>
          <a:xfrm>
            <a:off x="720000" y="4233047"/>
            <a:ext cx="7704000" cy="365700"/>
          </a:xfrm>
          <a:prstGeom prst="rect">
            <a:avLst/>
          </a:prstGeom>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t>Follow the link in the graph to modify its data and then paste the new one here. </a:t>
            </a:r>
            <a:r>
              <a:rPr b="1" lang="en" sz="1200" u="sng">
                <a:hlinkClick r:id="rId3"/>
              </a:rPr>
              <a:t>For more info, click here</a:t>
            </a:r>
            <a:endParaRPr b="1" sz="1200" u="sng"/>
          </a:p>
        </p:txBody>
      </p:sp>
      <p:pic>
        <p:nvPicPr>
          <p:cNvPr id="10297" name="Google Shape;10297;p76" title="Gráfico">
            <a:hlinkClick r:id="rId4"/>
          </p:cNvPr>
          <p:cNvPicPr preferRelativeResize="0"/>
          <p:nvPr/>
        </p:nvPicPr>
        <p:blipFill rotWithShape="1">
          <a:blip r:embed="rId5">
            <a:alphaModFix/>
          </a:blip>
          <a:srcRect b="5915" l="3837" r="0" t="4871"/>
          <a:stretch/>
        </p:blipFill>
        <p:spPr>
          <a:xfrm>
            <a:off x="956044" y="1290775"/>
            <a:ext cx="3471688" cy="247802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01" name="Shape 10301"/>
        <p:cNvGrpSpPr/>
        <p:nvPr/>
      </p:nvGrpSpPr>
      <p:grpSpPr>
        <a:xfrm>
          <a:off x="0" y="0"/>
          <a:ext cx="0" cy="0"/>
          <a:chOff x="0" y="0"/>
          <a:chExt cx="0" cy="0"/>
        </a:xfrm>
      </p:grpSpPr>
      <p:sp>
        <p:nvSpPr>
          <p:cNvPr id="10302" name="Google Shape;10302;p77"/>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MONTH MEAL PLANNER</a:t>
            </a:r>
            <a:endParaRPr/>
          </a:p>
        </p:txBody>
      </p:sp>
      <p:graphicFrame>
        <p:nvGraphicFramePr>
          <p:cNvPr id="10303" name="Google Shape;10303;p77"/>
          <p:cNvGraphicFramePr/>
          <p:nvPr/>
        </p:nvGraphicFramePr>
        <p:xfrm>
          <a:off x="727775" y="1255950"/>
          <a:ext cx="3000000" cy="3000000"/>
        </p:xfrm>
        <a:graphic>
          <a:graphicData uri="http://schemas.openxmlformats.org/drawingml/2006/table">
            <a:tbl>
              <a:tblPr>
                <a:noFill/>
                <a:tableStyleId>{58AAC19B-FDF0-4812-819E-776EA0D89AF6}</a:tableStyleId>
              </a:tblPr>
              <a:tblGrid>
                <a:gridCol w="814925"/>
                <a:gridCol w="814925"/>
                <a:gridCol w="814925"/>
                <a:gridCol w="814925"/>
                <a:gridCol w="814925"/>
                <a:gridCol w="814925"/>
                <a:gridCol w="814925"/>
              </a:tblGrid>
              <a:tr h="494200">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MON</a:t>
                      </a:r>
                      <a:endParaRPr sz="1800">
                        <a:solidFill>
                          <a:schemeClr val="dk1"/>
                        </a:solidFill>
                        <a:latin typeface="Bowlby One"/>
                        <a:ea typeface="Bowlby One"/>
                        <a:cs typeface="Bowlby One"/>
                        <a:sym typeface="Bowlby One"/>
                      </a:endParaRPr>
                    </a:p>
                  </a:txBody>
                  <a:tcPr marT="91425" marB="91425" marR="91425" marL="91425" anchor="ctr">
                    <a:lnL cap="flat" cmpd="sng" w="9525">
                      <a:solidFill>
                        <a:schemeClr val="l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TUE</a:t>
                      </a:r>
                      <a:endParaRPr sz="18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WED</a:t>
                      </a:r>
                      <a:endParaRPr sz="18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THU</a:t>
                      </a:r>
                      <a:endParaRPr sz="18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FRI</a:t>
                      </a:r>
                      <a:endParaRPr sz="18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SAT</a:t>
                      </a:r>
                      <a:endParaRPr sz="18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SUN</a:t>
                      </a:r>
                      <a:endParaRPr sz="1800">
                        <a:solidFill>
                          <a:schemeClr val="dk1"/>
                        </a:solidFill>
                        <a:latin typeface="Bowlby One"/>
                        <a:ea typeface="Bowlby One"/>
                        <a:cs typeface="Bowlby One"/>
                        <a:sym typeface="Bowlby One"/>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9525">
                      <a:solidFill>
                        <a:schemeClr val="lt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r>
              <a:tr h="494200">
                <a:tc>
                  <a:txBody>
                    <a:bodyPr/>
                    <a:lstStyle/>
                    <a:p>
                      <a:pPr indent="0" lvl="0" marL="0" rtl="0" algn="ctr">
                        <a:spcBef>
                          <a:spcPts val="0"/>
                        </a:spcBef>
                        <a:spcAft>
                          <a:spcPts val="0"/>
                        </a:spcAft>
                        <a:buNone/>
                      </a:pPr>
                      <a:r>
                        <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1</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accent2">
                          <a:alpha val="0"/>
                        </a:schemeClr>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2</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3</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4</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5</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6</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9525">
                      <a:solidFill>
                        <a:schemeClr val="accent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lt2">
                          <a:alpha val="0"/>
                        </a:schemeClr>
                      </a:solidFill>
                      <a:prstDash val="solid"/>
                      <a:round/>
                      <a:headEnd len="sm" w="sm" type="none"/>
                      <a:tailEnd len="sm" w="sm" type="none"/>
                    </a:lnB>
                  </a:tcPr>
                </a:tc>
              </a:tr>
              <a:tr h="494200">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7</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accent2">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b="1" lang="en">
                          <a:solidFill>
                            <a:schemeClr val="lt1"/>
                          </a:solidFill>
                          <a:latin typeface="Open Sans"/>
                          <a:ea typeface="Open Sans"/>
                          <a:cs typeface="Open Sans"/>
                          <a:sym typeface="Open Sans"/>
                        </a:rPr>
                        <a:t>8</a:t>
                      </a:r>
                      <a:endParaRPr b="1">
                        <a:solidFill>
                          <a:schemeClr val="lt1"/>
                        </a:solidFill>
                        <a:latin typeface="Open Sans"/>
                        <a:ea typeface="Open Sans"/>
                        <a:cs typeface="Open Sans"/>
                        <a:sym typeface="Open Sans"/>
                      </a:endParaRPr>
                    </a:p>
                  </a:txBody>
                  <a:tcPr marT="91425" marB="91425" marR="91425" marL="91425" anchor="ctr">
                    <a:lnL cap="flat" cmpd="sng" w="19050">
                      <a:solidFill>
                        <a:schemeClr val="accent2">
                          <a:alpha val="0"/>
                        </a:schemeClr>
                      </a:solidFill>
                      <a:prstDash val="solid"/>
                      <a:round/>
                      <a:headEnd len="sm" w="sm" type="none"/>
                      <a:tailEnd len="sm" w="sm" type="none"/>
                    </a:lnL>
                    <a:lnR cap="flat" cmpd="sng" w="19050">
                      <a:solidFill>
                        <a:schemeClr val="accent2">
                          <a:alpha val="0"/>
                        </a:schemeClr>
                      </a:solidFill>
                      <a:prstDash val="solid"/>
                      <a:round/>
                      <a:headEnd len="sm" w="sm" type="none"/>
                      <a:tailEnd len="sm" w="sm" type="none"/>
                    </a:lnR>
                    <a:lnT cap="flat" cmpd="sng" w="19050">
                      <a:solidFill>
                        <a:schemeClr val="accent2">
                          <a:alpha val="0"/>
                        </a:schemeClr>
                      </a:solidFill>
                      <a:prstDash val="solid"/>
                      <a:round/>
                      <a:headEnd len="sm" w="sm" type="none"/>
                      <a:tailEnd len="sm" w="sm" type="none"/>
                    </a:lnT>
                    <a:lnB cap="flat" cmpd="sng" w="19050">
                      <a:solidFill>
                        <a:schemeClr val="accent2">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9</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accent2">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10</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accent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11</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12</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lt2">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13</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lt2">
                          <a:alpha val="0"/>
                        </a:schemeClr>
                      </a:solidFill>
                      <a:prstDash val="solid"/>
                      <a:round/>
                      <a:headEnd len="sm" w="sm" type="none"/>
                      <a:tailEnd len="sm" w="sm" type="none"/>
                    </a:lnL>
                    <a:lnR cap="flat" cmpd="sng" w="19050">
                      <a:solidFill>
                        <a:schemeClr val="lt2">
                          <a:alpha val="0"/>
                        </a:schemeClr>
                      </a:solidFill>
                      <a:prstDash val="solid"/>
                      <a:round/>
                      <a:headEnd len="sm" w="sm" type="none"/>
                      <a:tailEnd len="sm" w="sm" type="none"/>
                    </a:lnR>
                    <a:lnT cap="flat" cmpd="sng" w="19050">
                      <a:solidFill>
                        <a:schemeClr val="lt2">
                          <a:alpha val="0"/>
                        </a:schemeClr>
                      </a:solidFill>
                      <a:prstDash val="solid"/>
                      <a:round/>
                      <a:headEnd len="sm" w="sm" type="none"/>
                      <a:tailEnd len="sm" w="sm" type="none"/>
                    </a:lnT>
                    <a:lnB cap="flat" cmpd="sng" w="19050">
                      <a:solidFill>
                        <a:schemeClr val="lt2">
                          <a:alpha val="0"/>
                        </a:schemeClr>
                      </a:solidFill>
                      <a:prstDash val="solid"/>
                      <a:round/>
                      <a:headEnd len="sm" w="sm" type="none"/>
                      <a:tailEnd len="sm" w="sm" type="none"/>
                    </a:lnB>
                  </a:tcPr>
                </a:tc>
              </a:tr>
              <a:tr h="494200">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14</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3810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b="1" lang="en">
                          <a:solidFill>
                            <a:schemeClr val="accent1"/>
                          </a:solidFill>
                          <a:latin typeface="Open Sans"/>
                          <a:ea typeface="Open Sans"/>
                          <a:cs typeface="Open Sans"/>
                          <a:sym typeface="Open Sans"/>
                        </a:rPr>
                        <a:t>15</a:t>
                      </a:r>
                      <a:endParaRPr b="1">
                        <a:solidFill>
                          <a:schemeClr val="accen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accent2">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3"/>
                    </a:solidFill>
                  </a:tcPr>
                </a:tc>
                <a:tc>
                  <a:txBody>
                    <a:bodyPr/>
                    <a:lstStyle/>
                    <a:p>
                      <a:pPr indent="0" lvl="0" marL="0" rtl="0" algn="ctr">
                        <a:spcBef>
                          <a:spcPts val="0"/>
                        </a:spcBef>
                        <a:spcAft>
                          <a:spcPts val="0"/>
                        </a:spcAft>
                        <a:buNone/>
                      </a:pPr>
                      <a:r>
                        <a:rPr b="1" lang="en">
                          <a:solidFill>
                            <a:schemeClr val="accent1"/>
                          </a:solidFill>
                          <a:latin typeface="Open Sans"/>
                          <a:ea typeface="Open Sans"/>
                          <a:cs typeface="Open Sans"/>
                          <a:sym typeface="Open Sans"/>
                        </a:rPr>
                        <a:t>16</a:t>
                      </a:r>
                      <a:endParaRPr b="1">
                        <a:solidFill>
                          <a:schemeClr val="accen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accent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3"/>
                    </a:solidFill>
                  </a:tcPr>
                </a:tc>
                <a:tc>
                  <a:txBody>
                    <a:bodyPr/>
                    <a:lstStyle/>
                    <a:p>
                      <a:pPr indent="0" lvl="0" marL="0" rtl="0" algn="ctr">
                        <a:spcBef>
                          <a:spcPts val="0"/>
                        </a:spcBef>
                        <a:spcAft>
                          <a:spcPts val="0"/>
                        </a:spcAft>
                        <a:buNone/>
                      </a:pPr>
                      <a:r>
                        <a:rPr b="1" lang="en">
                          <a:solidFill>
                            <a:schemeClr val="accent1"/>
                          </a:solidFill>
                          <a:latin typeface="Open Sans"/>
                          <a:ea typeface="Open Sans"/>
                          <a:cs typeface="Open Sans"/>
                          <a:sym typeface="Open Sans"/>
                        </a:rPr>
                        <a:t>17</a:t>
                      </a:r>
                      <a:endParaRPr b="1">
                        <a:solidFill>
                          <a:schemeClr val="accent1"/>
                        </a:solidFill>
                        <a:latin typeface="Open Sans"/>
                        <a:ea typeface="Open Sans"/>
                        <a:cs typeface="Open Sans"/>
                        <a:sym typeface="Open Sans"/>
                      </a:endParaRPr>
                    </a:p>
                  </a:txBody>
                  <a:tcPr marT="91425" marB="91425" marR="91425" marL="91425" anchor="ctr">
                    <a:lnL cap="flat" cmpd="sng" w="19050">
                      <a:solidFill>
                        <a:schemeClr val="accent1">
                          <a:alpha val="0"/>
                        </a:schemeClr>
                      </a:solidFill>
                      <a:prstDash val="solid"/>
                      <a:round/>
                      <a:headEnd len="sm" w="sm" type="none"/>
                      <a:tailEnd len="sm" w="sm" type="none"/>
                    </a:lnL>
                    <a:lnR cap="flat" cmpd="sng" w="19050">
                      <a:solidFill>
                        <a:schemeClr val="accent1">
                          <a:alpha val="0"/>
                        </a:schemeClr>
                      </a:solidFill>
                      <a:prstDash val="solid"/>
                      <a:round/>
                      <a:headEnd len="sm" w="sm" type="none"/>
                      <a:tailEnd len="sm" w="sm" type="none"/>
                    </a:lnR>
                    <a:lnT cap="flat" cmpd="sng" w="19050">
                      <a:solidFill>
                        <a:schemeClr val="accent1">
                          <a:alpha val="0"/>
                        </a:schemeClr>
                      </a:solidFill>
                      <a:prstDash val="solid"/>
                      <a:round/>
                      <a:headEnd len="sm" w="sm" type="none"/>
                      <a:tailEnd len="sm" w="sm" type="none"/>
                    </a:lnT>
                    <a:lnB cap="flat" cmpd="sng" w="19050">
                      <a:solidFill>
                        <a:schemeClr val="accent1">
                          <a:alpha val="0"/>
                        </a:schemeClr>
                      </a:solidFill>
                      <a:prstDash val="solid"/>
                      <a:round/>
                      <a:headEnd len="sm" w="sm" type="none"/>
                      <a:tailEnd len="sm" w="sm" type="none"/>
                    </a:lnB>
                    <a:solidFill>
                      <a:schemeClr val="accent3"/>
                    </a:solidFill>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18</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accen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19</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20</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9525">
                      <a:solidFill>
                        <a:schemeClr val="accent1">
                          <a:alpha val="0"/>
                        </a:schemeClr>
                      </a:solidFill>
                      <a:prstDash val="solid"/>
                      <a:round/>
                      <a:headEnd len="sm" w="sm" type="none"/>
                      <a:tailEnd len="sm" w="sm" type="none"/>
                    </a:lnR>
                    <a:lnT cap="flat" cmpd="sng" w="19050">
                      <a:solidFill>
                        <a:schemeClr val="lt2">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r h="494200">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21</a:t>
                      </a:r>
                      <a:endParaRPr>
                        <a:solidFill>
                          <a:schemeClr val="lt1"/>
                        </a:solidFill>
                        <a:latin typeface="Open Sans"/>
                        <a:ea typeface="Open Sans"/>
                        <a:cs typeface="Open Sans"/>
                        <a:sym typeface="Open Sans"/>
                      </a:endParaRPr>
                    </a:p>
                  </a:txBody>
                  <a:tcPr marT="91425" marB="91425" marR="91425" marL="91425" anchor="ctr">
                    <a:lnL cap="flat" cmpd="sng" w="38100">
                      <a:solidFill>
                        <a:schemeClr val="dk1">
                          <a:alpha val="0"/>
                        </a:schemeClr>
                      </a:solidFill>
                      <a:prstDash val="solid"/>
                      <a:round/>
                      <a:headEnd len="sm" w="sm" type="none"/>
                      <a:tailEnd len="sm" w="sm" type="none"/>
                    </a:lnL>
                    <a:lnR cap="flat" cmpd="sng" w="38100">
                      <a:solidFill>
                        <a:schemeClr val="dk1">
                          <a:alpha val="0"/>
                        </a:schemeClr>
                      </a:solidFill>
                      <a:prstDash val="solid"/>
                      <a:round/>
                      <a:headEnd len="sm" w="sm" type="none"/>
                      <a:tailEnd len="sm" w="sm" type="none"/>
                    </a:lnR>
                    <a:lnT cap="flat" cmpd="sng" w="38100">
                      <a:solidFill>
                        <a:schemeClr val="dk1">
                          <a:alpha val="0"/>
                        </a:schemeClr>
                      </a:solidFill>
                      <a:prstDash val="solid"/>
                      <a:round/>
                      <a:headEnd len="sm" w="sm" type="none"/>
                      <a:tailEnd len="sm" w="sm" type="none"/>
                    </a:lnT>
                    <a:lnB cap="flat" cmpd="sng" w="3810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22</a:t>
                      </a:r>
                      <a:endParaRPr>
                        <a:solidFill>
                          <a:schemeClr val="lt1"/>
                        </a:solidFill>
                        <a:latin typeface="Open Sans"/>
                        <a:ea typeface="Open Sans"/>
                        <a:cs typeface="Open Sans"/>
                        <a:sym typeface="Open Sans"/>
                      </a:endParaRPr>
                    </a:p>
                  </a:txBody>
                  <a:tcPr marT="91425" marB="91425" marR="91425" marL="91425" anchor="ctr">
                    <a:lnL cap="flat" cmpd="sng" w="3810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23</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b="1" lang="en">
                          <a:solidFill>
                            <a:schemeClr val="accent1"/>
                          </a:solidFill>
                          <a:latin typeface="Open Sans"/>
                          <a:ea typeface="Open Sans"/>
                          <a:cs typeface="Open Sans"/>
                          <a:sym typeface="Open Sans"/>
                        </a:rPr>
                        <a:t>24</a:t>
                      </a:r>
                      <a:endParaRPr b="1">
                        <a:solidFill>
                          <a:schemeClr val="accen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accent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6"/>
                    </a:solidFill>
                  </a:tcPr>
                </a:tc>
                <a:tc>
                  <a:txBody>
                    <a:bodyPr/>
                    <a:lstStyle/>
                    <a:p>
                      <a:pPr indent="0" lvl="0" marL="0" rtl="0" algn="ctr">
                        <a:spcBef>
                          <a:spcPts val="0"/>
                        </a:spcBef>
                        <a:spcAft>
                          <a:spcPts val="0"/>
                        </a:spcAft>
                        <a:buNone/>
                      </a:pPr>
                      <a:r>
                        <a:rPr b="1" lang="en">
                          <a:solidFill>
                            <a:schemeClr val="accent1"/>
                          </a:solidFill>
                          <a:latin typeface="Open Sans"/>
                          <a:ea typeface="Open Sans"/>
                          <a:cs typeface="Open Sans"/>
                          <a:sym typeface="Open Sans"/>
                        </a:rPr>
                        <a:t>25</a:t>
                      </a:r>
                      <a:endParaRPr b="1">
                        <a:solidFill>
                          <a:schemeClr val="accen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6"/>
                    </a:solidFill>
                  </a:tcPr>
                </a:tc>
                <a:tc>
                  <a:txBody>
                    <a:bodyPr/>
                    <a:lstStyle/>
                    <a:p>
                      <a:pPr indent="0" lvl="0" marL="0" rtl="0" algn="ctr">
                        <a:spcBef>
                          <a:spcPts val="0"/>
                        </a:spcBef>
                        <a:spcAft>
                          <a:spcPts val="0"/>
                        </a:spcAft>
                        <a:buNone/>
                      </a:pPr>
                      <a:r>
                        <a:rPr b="1" lang="en">
                          <a:solidFill>
                            <a:schemeClr val="accent1"/>
                          </a:solidFill>
                          <a:latin typeface="Open Sans"/>
                          <a:ea typeface="Open Sans"/>
                          <a:cs typeface="Open Sans"/>
                          <a:sym typeface="Open Sans"/>
                        </a:rPr>
                        <a:t>26</a:t>
                      </a:r>
                      <a:endParaRPr b="1">
                        <a:solidFill>
                          <a:schemeClr val="accen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solidFill>
                      <a:schemeClr val="accent6"/>
                    </a:solidFill>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27</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9525">
                      <a:solidFill>
                        <a:schemeClr val="accent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r h="494200">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28</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3810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29</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30</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Open Sans"/>
                          <a:ea typeface="Open Sans"/>
                          <a:cs typeface="Open Sans"/>
                          <a:sym typeface="Open Sans"/>
                        </a:rPr>
                        <a:t>31</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c>
                  <a:txBody>
                    <a:bodyPr/>
                    <a:lstStyle/>
                    <a:p>
                      <a:pPr indent="0" lvl="0" marL="0" rtl="0" algn="l">
                        <a:spcBef>
                          <a:spcPts val="0"/>
                        </a:spcBef>
                        <a:spcAft>
                          <a:spcPts val="0"/>
                        </a:spcAft>
                        <a:buNone/>
                      </a:pPr>
                      <a:r>
                        <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c>
                  <a:txBody>
                    <a:bodyPr/>
                    <a:lstStyle/>
                    <a:p>
                      <a:pPr indent="0" lvl="0" marL="0" rtl="0" algn="l">
                        <a:spcBef>
                          <a:spcPts val="0"/>
                        </a:spcBef>
                        <a:spcAft>
                          <a:spcPts val="0"/>
                        </a:spcAft>
                        <a:buNone/>
                      </a:pPr>
                      <a:r>
                        <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c>
                  <a:txBody>
                    <a:bodyPr/>
                    <a:lstStyle/>
                    <a:p>
                      <a:pPr indent="0" lvl="0" marL="0" rtl="0" algn="l">
                        <a:spcBef>
                          <a:spcPts val="0"/>
                        </a:spcBef>
                        <a:spcAft>
                          <a:spcPts val="0"/>
                        </a:spcAft>
                        <a:buNone/>
                      </a:pPr>
                      <a:r>
                        <a:t/>
                      </a:r>
                      <a:endParaRPr>
                        <a:solidFill>
                          <a:schemeClr val="lt1"/>
                        </a:solidFill>
                        <a:latin typeface="Open Sans"/>
                        <a:ea typeface="Open Sans"/>
                        <a:cs typeface="Open Sans"/>
                        <a:sym typeface="Open Sans"/>
                      </a:endParaRPr>
                    </a:p>
                  </a:txBody>
                  <a:tcPr marT="91425" marB="91425" marR="91425" marL="91425" anchor="ctr">
                    <a:lnL cap="flat" cmpd="sng" w="19050">
                      <a:solidFill>
                        <a:schemeClr val="dk1">
                          <a:alpha val="0"/>
                        </a:schemeClr>
                      </a:solidFill>
                      <a:prstDash val="solid"/>
                      <a:round/>
                      <a:headEnd len="sm" w="sm" type="none"/>
                      <a:tailEnd len="sm" w="sm" type="none"/>
                    </a:lnL>
                    <a:lnR cap="flat" cmpd="sng" w="9525">
                      <a:solidFill>
                        <a:schemeClr val="accent1">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9525">
                      <a:solidFill>
                        <a:schemeClr val="accent1">
                          <a:alpha val="0"/>
                        </a:schemeClr>
                      </a:solidFill>
                      <a:prstDash val="solid"/>
                      <a:round/>
                      <a:headEnd len="sm" w="sm" type="none"/>
                      <a:tailEnd len="sm" w="sm" type="none"/>
                    </a:lnB>
                  </a:tcPr>
                </a:tc>
              </a:tr>
            </a:tbl>
          </a:graphicData>
        </a:graphic>
      </p:graphicFrame>
      <p:graphicFrame>
        <p:nvGraphicFramePr>
          <p:cNvPr id="10304" name="Google Shape;10304;p77"/>
          <p:cNvGraphicFramePr/>
          <p:nvPr/>
        </p:nvGraphicFramePr>
        <p:xfrm>
          <a:off x="6671375" y="1255950"/>
          <a:ext cx="3000000" cy="3000000"/>
        </p:xfrm>
        <a:graphic>
          <a:graphicData uri="http://schemas.openxmlformats.org/drawingml/2006/table">
            <a:tbl>
              <a:tblPr>
                <a:noFill/>
                <a:tableStyleId>{58AAC19B-FDF0-4812-819E-776EA0D89AF6}</a:tableStyleId>
              </a:tblPr>
              <a:tblGrid>
                <a:gridCol w="1744850"/>
              </a:tblGrid>
              <a:tr h="499925">
                <a:tc>
                  <a:txBody>
                    <a:bodyPr/>
                    <a:lstStyle/>
                    <a:p>
                      <a:pPr indent="0" lvl="0" marL="0" rtl="0" algn="ctr">
                        <a:spcBef>
                          <a:spcPts val="0"/>
                        </a:spcBef>
                        <a:spcAft>
                          <a:spcPts val="0"/>
                        </a:spcAft>
                        <a:buNone/>
                      </a:pPr>
                      <a:r>
                        <a:rPr lang="en" sz="1800">
                          <a:solidFill>
                            <a:schemeClr val="dk1"/>
                          </a:solidFill>
                          <a:latin typeface="Bowlby One"/>
                          <a:ea typeface="Bowlby One"/>
                          <a:cs typeface="Bowlby One"/>
                          <a:sym typeface="Bowlby One"/>
                        </a:rPr>
                        <a:t>GOALS</a:t>
                      </a:r>
                      <a:endParaRPr sz="1800">
                        <a:solidFill>
                          <a:schemeClr val="dk1"/>
                        </a:solidFill>
                        <a:latin typeface="Bowlby One"/>
                        <a:ea typeface="Bowlby One"/>
                        <a:cs typeface="Bowlby One"/>
                        <a:sym typeface="Bowlby One"/>
                      </a:endParaRPr>
                    </a:p>
                  </a:txBody>
                  <a:tcPr marT="91425" marB="91425" marR="91425" marL="91425" anchor="ctr">
                    <a:lnL cap="flat" cmpd="sng" w="9525">
                      <a:solidFill>
                        <a:schemeClr val="l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9525">
                      <a:solidFill>
                        <a:schemeClr val="lt1">
                          <a:alpha val="0"/>
                        </a:schemeClr>
                      </a:solidFill>
                      <a:prstDash val="solid"/>
                      <a:round/>
                      <a:headEnd len="sm" w="sm" type="none"/>
                      <a:tailEnd len="sm" w="sm" type="none"/>
                    </a:lnT>
                    <a:lnB cap="flat" cmpd="sng" w="19050">
                      <a:solidFill>
                        <a:schemeClr val="dk1"/>
                      </a:solidFill>
                      <a:prstDash val="solid"/>
                      <a:round/>
                      <a:headEnd len="sm" w="sm" type="none"/>
                      <a:tailEnd len="sm" w="sm" type="none"/>
                    </a:lnB>
                  </a:tcPr>
                </a:tc>
              </a:tr>
              <a:tr h="820900">
                <a:tc>
                  <a:txBody>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Venus is the second planet from the Sun</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dk1">
                          <a:alpha val="0"/>
                        </a:schemeClr>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r h="820900">
                <a:tc>
                  <a:txBody>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Saturn is a gas giant and has several rings</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accent2">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r h="820900">
                <a:tc>
                  <a:txBody>
                    <a:bodyPr/>
                    <a:lstStyle/>
                    <a:p>
                      <a:pPr indent="0" lvl="0" marL="0" rtl="0" algn="l">
                        <a:spcBef>
                          <a:spcPts val="0"/>
                        </a:spcBef>
                        <a:spcAft>
                          <a:spcPts val="0"/>
                        </a:spcAft>
                        <a:buNone/>
                      </a:pPr>
                      <a:r>
                        <a:rPr lang="en">
                          <a:solidFill>
                            <a:schemeClr val="lt1"/>
                          </a:solidFill>
                          <a:latin typeface="Open Sans"/>
                          <a:ea typeface="Open Sans"/>
                          <a:cs typeface="Open Sans"/>
                          <a:sym typeface="Open Sans"/>
                        </a:rPr>
                        <a:t>Jupiter is the biggest planet in the Solar System</a:t>
                      </a:r>
                      <a:endParaRPr>
                        <a:solidFill>
                          <a:schemeClr val="lt1"/>
                        </a:solidFill>
                        <a:latin typeface="Open Sans"/>
                        <a:ea typeface="Open Sans"/>
                        <a:cs typeface="Open Sans"/>
                        <a:sym typeface="Open Sans"/>
                      </a:endParaRPr>
                    </a:p>
                  </a:txBody>
                  <a:tcPr marT="91425" marB="91425" marR="91425" marL="91425" anchor="ctr">
                    <a:lnL cap="flat" cmpd="sng" w="9525">
                      <a:solidFill>
                        <a:schemeClr val="accent1">
                          <a:alpha val="0"/>
                        </a:schemeClr>
                      </a:solidFill>
                      <a:prstDash val="solid"/>
                      <a:round/>
                      <a:headEnd len="sm" w="sm" type="none"/>
                      <a:tailEnd len="sm" w="sm" type="none"/>
                    </a:lnL>
                    <a:lnR cap="flat" cmpd="sng" w="19050">
                      <a:solidFill>
                        <a:schemeClr val="accent2">
                          <a:alpha val="0"/>
                        </a:schemeClr>
                      </a:solidFill>
                      <a:prstDash val="solid"/>
                      <a:round/>
                      <a:headEnd len="sm" w="sm" type="none"/>
                      <a:tailEnd len="sm" w="sm" type="none"/>
                    </a:lnR>
                    <a:lnT cap="flat" cmpd="sng" w="19050">
                      <a:solidFill>
                        <a:schemeClr val="dk1">
                          <a:alpha val="0"/>
                        </a:schemeClr>
                      </a:solidFill>
                      <a:prstDash val="solid"/>
                      <a:round/>
                      <a:headEnd len="sm" w="sm" type="none"/>
                      <a:tailEnd len="sm" w="sm" type="none"/>
                    </a:lnT>
                    <a:lnB cap="flat" cmpd="sng" w="19050">
                      <a:solidFill>
                        <a:schemeClr val="dk1">
                          <a:alpha val="0"/>
                        </a:schemeClr>
                      </a:solidFill>
                      <a:prstDash val="solid"/>
                      <a:round/>
                      <a:headEnd len="sm" w="sm" type="none"/>
                      <a:tailEnd len="sm" w="sm" type="none"/>
                    </a:lnB>
                  </a:tcPr>
                </a:tc>
              </a:tr>
            </a:tbl>
          </a:graphicData>
        </a:graphic>
      </p:graphicFrame>
      <p:grpSp>
        <p:nvGrpSpPr>
          <p:cNvPr id="10305" name="Google Shape;10305;p77"/>
          <p:cNvGrpSpPr/>
          <p:nvPr/>
        </p:nvGrpSpPr>
        <p:grpSpPr>
          <a:xfrm>
            <a:off x="6552507" y="1894541"/>
            <a:ext cx="118861" cy="118857"/>
            <a:chOff x="1275580" y="2337607"/>
            <a:chExt cx="759008" cy="758986"/>
          </a:xfrm>
        </p:grpSpPr>
        <p:sp>
          <p:nvSpPr>
            <p:cNvPr id="10306" name="Google Shape;10306;p7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7" name="Google Shape;10307;p77"/>
            <p:cNvSpPr/>
            <p:nvPr/>
          </p:nvSpPr>
          <p:spPr>
            <a:xfrm>
              <a:off x="1380725" y="2442763"/>
              <a:ext cx="548700" cy="5487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08" name="Google Shape;10308;p77"/>
          <p:cNvGrpSpPr/>
          <p:nvPr/>
        </p:nvGrpSpPr>
        <p:grpSpPr>
          <a:xfrm>
            <a:off x="6552507" y="2708442"/>
            <a:ext cx="118861" cy="118857"/>
            <a:chOff x="1275580" y="2337607"/>
            <a:chExt cx="759008" cy="758986"/>
          </a:xfrm>
        </p:grpSpPr>
        <p:sp>
          <p:nvSpPr>
            <p:cNvPr id="10309" name="Google Shape;10309;p7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0" name="Google Shape;10310;p77"/>
            <p:cNvSpPr/>
            <p:nvPr/>
          </p:nvSpPr>
          <p:spPr>
            <a:xfrm>
              <a:off x="1380725" y="2442763"/>
              <a:ext cx="548700" cy="548700"/>
            </a:xfrm>
            <a:prstGeom prst="roundRect">
              <a:avLst>
                <a:gd fmla="val 16667"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11" name="Google Shape;10311;p77"/>
          <p:cNvGrpSpPr/>
          <p:nvPr/>
        </p:nvGrpSpPr>
        <p:grpSpPr>
          <a:xfrm>
            <a:off x="6552507" y="3527203"/>
            <a:ext cx="118861" cy="118857"/>
            <a:chOff x="1275580" y="2337607"/>
            <a:chExt cx="759008" cy="758986"/>
          </a:xfrm>
        </p:grpSpPr>
        <p:sp>
          <p:nvSpPr>
            <p:cNvPr id="10312" name="Google Shape;10312;p77"/>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3" name="Google Shape;10313;p77"/>
            <p:cNvSpPr/>
            <p:nvPr/>
          </p:nvSpPr>
          <p:spPr>
            <a:xfrm>
              <a:off x="1380725" y="2442763"/>
              <a:ext cx="548700" cy="548700"/>
            </a:xfrm>
            <a:prstGeom prst="roundRect">
              <a:avLst>
                <a:gd fmla="val 16667"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17" name="Shape 10317"/>
        <p:cNvGrpSpPr/>
        <p:nvPr/>
      </p:nvGrpSpPr>
      <p:grpSpPr>
        <a:xfrm>
          <a:off x="0" y="0"/>
          <a:ext cx="0" cy="0"/>
          <a:chOff x="0" y="0"/>
          <a:chExt cx="0" cy="0"/>
        </a:xfrm>
      </p:grpSpPr>
      <p:grpSp>
        <p:nvGrpSpPr>
          <p:cNvPr id="10318" name="Google Shape;10318;p78"/>
          <p:cNvGrpSpPr/>
          <p:nvPr/>
        </p:nvGrpSpPr>
        <p:grpSpPr>
          <a:xfrm>
            <a:off x="4903043" y="1314424"/>
            <a:ext cx="758932" cy="758986"/>
            <a:chOff x="1275580" y="2337607"/>
            <a:chExt cx="759008" cy="758986"/>
          </a:xfrm>
        </p:grpSpPr>
        <p:sp>
          <p:nvSpPr>
            <p:cNvPr id="10319" name="Google Shape;10319;p7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0" name="Google Shape;10320;p7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21" name="Google Shape;10321;p78"/>
          <p:cNvGrpSpPr/>
          <p:nvPr/>
        </p:nvGrpSpPr>
        <p:grpSpPr>
          <a:xfrm>
            <a:off x="4903043" y="3650261"/>
            <a:ext cx="758932" cy="758986"/>
            <a:chOff x="1275580" y="2337607"/>
            <a:chExt cx="759008" cy="758986"/>
          </a:xfrm>
        </p:grpSpPr>
        <p:sp>
          <p:nvSpPr>
            <p:cNvPr id="10322" name="Google Shape;10322;p7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3" name="Google Shape;10323;p7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24" name="Google Shape;10324;p78"/>
          <p:cNvGrpSpPr/>
          <p:nvPr/>
        </p:nvGrpSpPr>
        <p:grpSpPr>
          <a:xfrm>
            <a:off x="4903043" y="2482336"/>
            <a:ext cx="758932" cy="758986"/>
            <a:chOff x="1275580" y="2337607"/>
            <a:chExt cx="759008" cy="758986"/>
          </a:xfrm>
        </p:grpSpPr>
        <p:sp>
          <p:nvSpPr>
            <p:cNvPr id="10325" name="Google Shape;10325;p7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6" name="Google Shape;10326;p7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27" name="Google Shape;10327;p78"/>
          <p:cNvGrpSpPr/>
          <p:nvPr/>
        </p:nvGrpSpPr>
        <p:grpSpPr>
          <a:xfrm>
            <a:off x="1346866" y="3650261"/>
            <a:ext cx="758932" cy="758986"/>
            <a:chOff x="1275580" y="2337607"/>
            <a:chExt cx="759008" cy="758986"/>
          </a:xfrm>
        </p:grpSpPr>
        <p:sp>
          <p:nvSpPr>
            <p:cNvPr id="10328" name="Google Shape;10328;p7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9" name="Google Shape;10329;p7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30" name="Google Shape;10330;p78"/>
          <p:cNvGrpSpPr/>
          <p:nvPr/>
        </p:nvGrpSpPr>
        <p:grpSpPr>
          <a:xfrm>
            <a:off x="1346891" y="2482336"/>
            <a:ext cx="758932" cy="758986"/>
            <a:chOff x="1275580" y="2337607"/>
            <a:chExt cx="759008" cy="758986"/>
          </a:xfrm>
        </p:grpSpPr>
        <p:sp>
          <p:nvSpPr>
            <p:cNvPr id="10331" name="Google Shape;10331;p7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2" name="Google Shape;10332;p7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33" name="Google Shape;10333;p78"/>
          <p:cNvGrpSpPr/>
          <p:nvPr/>
        </p:nvGrpSpPr>
        <p:grpSpPr>
          <a:xfrm>
            <a:off x="1346878" y="1314424"/>
            <a:ext cx="758932" cy="758986"/>
            <a:chOff x="1275580" y="2337607"/>
            <a:chExt cx="759008" cy="758986"/>
          </a:xfrm>
        </p:grpSpPr>
        <p:sp>
          <p:nvSpPr>
            <p:cNvPr id="10334" name="Google Shape;10334;p78"/>
            <p:cNvSpPr/>
            <p:nvPr/>
          </p:nvSpPr>
          <p:spPr>
            <a:xfrm rot="-5400000">
              <a:off x="1275591" y="2337596"/>
              <a:ext cx="758986" cy="759008"/>
            </a:xfrm>
            <a:custGeom>
              <a:rect b="b" l="l" r="r" t="t"/>
              <a:pathLst>
                <a:path extrusionOk="0" h="78817" w="54999">
                  <a:moveTo>
                    <a:pt x="26955" y="0"/>
                  </a:moveTo>
                  <a:lnTo>
                    <a:pt x="24983" y="19"/>
                  </a:lnTo>
                  <a:lnTo>
                    <a:pt x="23029" y="57"/>
                  </a:lnTo>
                  <a:lnTo>
                    <a:pt x="21113" y="113"/>
                  </a:lnTo>
                  <a:lnTo>
                    <a:pt x="19235" y="226"/>
                  </a:lnTo>
                  <a:lnTo>
                    <a:pt x="17376" y="357"/>
                  </a:lnTo>
                  <a:lnTo>
                    <a:pt x="15591" y="507"/>
                  </a:lnTo>
                  <a:lnTo>
                    <a:pt x="13844" y="714"/>
                  </a:lnTo>
                  <a:lnTo>
                    <a:pt x="12999" y="827"/>
                  </a:lnTo>
                  <a:lnTo>
                    <a:pt x="12172" y="977"/>
                  </a:lnTo>
                  <a:lnTo>
                    <a:pt x="11384" y="1165"/>
                  </a:lnTo>
                  <a:lnTo>
                    <a:pt x="10613" y="1371"/>
                  </a:lnTo>
                  <a:lnTo>
                    <a:pt x="9862" y="1616"/>
                  </a:lnTo>
                  <a:lnTo>
                    <a:pt x="9148" y="1897"/>
                  </a:lnTo>
                  <a:lnTo>
                    <a:pt x="8453" y="2198"/>
                  </a:lnTo>
                  <a:lnTo>
                    <a:pt x="7777" y="2536"/>
                  </a:lnTo>
                  <a:lnTo>
                    <a:pt x="7138" y="2893"/>
                  </a:lnTo>
                  <a:lnTo>
                    <a:pt x="6537" y="3269"/>
                  </a:lnTo>
                  <a:lnTo>
                    <a:pt x="5936" y="3682"/>
                  </a:lnTo>
                  <a:lnTo>
                    <a:pt x="5373" y="4114"/>
                  </a:lnTo>
                  <a:lnTo>
                    <a:pt x="4847" y="4565"/>
                  </a:lnTo>
                  <a:lnTo>
                    <a:pt x="4340" y="5034"/>
                  </a:lnTo>
                  <a:lnTo>
                    <a:pt x="3870" y="5541"/>
                  </a:lnTo>
                  <a:lnTo>
                    <a:pt x="3401" y="6067"/>
                  </a:lnTo>
                  <a:lnTo>
                    <a:pt x="2987" y="6612"/>
                  </a:lnTo>
                  <a:lnTo>
                    <a:pt x="2593" y="7176"/>
                  </a:lnTo>
                  <a:lnTo>
                    <a:pt x="2217" y="7758"/>
                  </a:lnTo>
                  <a:lnTo>
                    <a:pt x="1879" y="8359"/>
                  </a:lnTo>
                  <a:lnTo>
                    <a:pt x="1560" y="8979"/>
                  </a:lnTo>
                  <a:lnTo>
                    <a:pt x="1278" y="9617"/>
                  </a:lnTo>
                  <a:lnTo>
                    <a:pt x="1015" y="10256"/>
                  </a:lnTo>
                  <a:lnTo>
                    <a:pt x="790" y="10932"/>
                  </a:lnTo>
                  <a:lnTo>
                    <a:pt x="583" y="11609"/>
                  </a:lnTo>
                  <a:lnTo>
                    <a:pt x="414" y="12304"/>
                  </a:lnTo>
                  <a:lnTo>
                    <a:pt x="282" y="13017"/>
                  </a:lnTo>
                  <a:lnTo>
                    <a:pt x="151" y="13750"/>
                  </a:lnTo>
                  <a:lnTo>
                    <a:pt x="76" y="14482"/>
                  </a:lnTo>
                  <a:lnTo>
                    <a:pt x="20" y="15215"/>
                  </a:lnTo>
                  <a:lnTo>
                    <a:pt x="1" y="15985"/>
                  </a:lnTo>
                  <a:lnTo>
                    <a:pt x="1" y="16736"/>
                  </a:lnTo>
                  <a:lnTo>
                    <a:pt x="38" y="18465"/>
                  </a:lnTo>
                  <a:lnTo>
                    <a:pt x="57" y="20550"/>
                  </a:lnTo>
                  <a:lnTo>
                    <a:pt x="76" y="25471"/>
                  </a:lnTo>
                  <a:lnTo>
                    <a:pt x="76" y="31031"/>
                  </a:lnTo>
                  <a:lnTo>
                    <a:pt x="76" y="36685"/>
                  </a:lnTo>
                  <a:lnTo>
                    <a:pt x="20" y="46377"/>
                  </a:lnTo>
                  <a:lnTo>
                    <a:pt x="1" y="50491"/>
                  </a:lnTo>
                  <a:lnTo>
                    <a:pt x="113" y="54717"/>
                  </a:lnTo>
                  <a:lnTo>
                    <a:pt x="395" y="63545"/>
                  </a:lnTo>
                  <a:lnTo>
                    <a:pt x="452" y="65687"/>
                  </a:lnTo>
                  <a:lnTo>
                    <a:pt x="489" y="66663"/>
                  </a:lnTo>
                  <a:lnTo>
                    <a:pt x="527" y="67565"/>
                  </a:lnTo>
                  <a:lnTo>
                    <a:pt x="602" y="68410"/>
                  </a:lnTo>
                  <a:lnTo>
                    <a:pt x="696" y="69199"/>
                  </a:lnTo>
                  <a:lnTo>
                    <a:pt x="808" y="69950"/>
                  </a:lnTo>
                  <a:lnTo>
                    <a:pt x="884" y="70307"/>
                  </a:lnTo>
                  <a:lnTo>
                    <a:pt x="977" y="70645"/>
                  </a:lnTo>
                  <a:lnTo>
                    <a:pt x="1071" y="71002"/>
                  </a:lnTo>
                  <a:lnTo>
                    <a:pt x="1184" y="71322"/>
                  </a:lnTo>
                  <a:lnTo>
                    <a:pt x="1297" y="71660"/>
                  </a:lnTo>
                  <a:lnTo>
                    <a:pt x="1447" y="71979"/>
                  </a:lnTo>
                  <a:lnTo>
                    <a:pt x="1597" y="72298"/>
                  </a:lnTo>
                  <a:lnTo>
                    <a:pt x="1748" y="72599"/>
                  </a:lnTo>
                  <a:lnTo>
                    <a:pt x="1935" y="72918"/>
                  </a:lnTo>
                  <a:lnTo>
                    <a:pt x="2142" y="73219"/>
                  </a:lnTo>
                  <a:lnTo>
                    <a:pt x="2367" y="73519"/>
                  </a:lnTo>
                  <a:lnTo>
                    <a:pt x="2593" y="73820"/>
                  </a:lnTo>
                  <a:lnTo>
                    <a:pt x="2856" y="74139"/>
                  </a:lnTo>
                  <a:lnTo>
                    <a:pt x="3138" y="74440"/>
                  </a:lnTo>
                  <a:lnTo>
                    <a:pt x="3438" y="74740"/>
                  </a:lnTo>
                  <a:lnTo>
                    <a:pt x="3757" y="75041"/>
                  </a:lnTo>
                  <a:lnTo>
                    <a:pt x="4114" y="75360"/>
                  </a:lnTo>
                  <a:lnTo>
                    <a:pt x="4490" y="75661"/>
                  </a:lnTo>
                  <a:lnTo>
                    <a:pt x="4678" y="75830"/>
                  </a:lnTo>
                  <a:lnTo>
                    <a:pt x="4903" y="75980"/>
                  </a:lnTo>
                  <a:lnTo>
                    <a:pt x="5147" y="76111"/>
                  </a:lnTo>
                  <a:lnTo>
                    <a:pt x="5392" y="76262"/>
                  </a:lnTo>
                  <a:lnTo>
                    <a:pt x="5673" y="76393"/>
                  </a:lnTo>
                  <a:lnTo>
                    <a:pt x="5955" y="76525"/>
                  </a:lnTo>
                  <a:lnTo>
                    <a:pt x="6594" y="76788"/>
                  </a:lnTo>
                  <a:lnTo>
                    <a:pt x="7289" y="77013"/>
                  </a:lnTo>
                  <a:lnTo>
                    <a:pt x="8040" y="77238"/>
                  </a:lnTo>
                  <a:lnTo>
                    <a:pt x="8848" y="77445"/>
                  </a:lnTo>
                  <a:lnTo>
                    <a:pt x="9712" y="77633"/>
                  </a:lnTo>
                  <a:lnTo>
                    <a:pt x="10632" y="77802"/>
                  </a:lnTo>
                  <a:lnTo>
                    <a:pt x="11590" y="77952"/>
                  </a:lnTo>
                  <a:lnTo>
                    <a:pt x="12605" y="78103"/>
                  </a:lnTo>
                  <a:lnTo>
                    <a:pt x="13638" y="78215"/>
                  </a:lnTo>
                  <a:lnTo>
                    <a:pt x="14727" y="78328"/>
                  </a:lnTo>
                  <a:lnTo>
                    <a:pt x="15835" y="78441"/>
                  </a:lnTo>
                  <a:lnTo>
                    <a:pt x="16981" y="78535"/>
                  </a:lnTo>
                  <a:lnTo>
                    <a:pt x="18146" y="78610"/>
                  </a:lnTo>
                  <a:lnTo>
                    <a:pt x="19348" y="78666"/>
                  </a:lnTo>
                  <a:lnTo>
                    <a:pt x="20569" y="78722"/>
                  </a:lnTo>
                  <a:lnTo>
                    <a:pt x="21790" y="78760"/>
                  </a:lnTo>
                  <a:lnTo>
                    <a:pt x="23029" y="78798"/>
                  </a:lnTo>
                  <a:lnTo>
                    <a:pt x="25546" y="78816"/>
                  </a:lnTo>
                  <a:lnTo>
                    <a:pt x="28082" y="78816"/>
                  </a:lnTo>
                  <a:lnTo>
                    <a:pt x="30599" y="78779"/>
                  </a:lnTo>
                  <a:lnTo>
                    <a:pt x="33079" y="78704"/>
                  </a:lnTo>
                  <a:lnTo>
                    <a:pt x="35502" y="78591"/>
                  </a:lnTo>
                  <a:lnTo>
                    <a:pt x="37812" y="78459"/>
                  </a:lnTo>
                  <a:lnTo>
                    <a:pt x="38920" y="78384"/>
                  </a:lnTo>
                  <a:lnTo>
                    <a:pt x="39991" y="78309"/>
                  </a:lnTo>
                  <a:lnTo>
                    <a:pt x="40986" y="78215"/>
                  </a:lnTo>
                  <a:lnTo>
                    <a:pt x="41963" y="78103"/>
                  </a:lnTo>
                  <a:lnTo>
                    <a:pt x="42884" y="77990"/>
                  </a:lnTo>
                  <a:lnTo>
                    <a:pt x="43748" y="77877"/>
                  </a:lnTo>
                  <a:lnTo>
                    <a:pt x="44574" y="77746"/>
                  </a:lnTo>
                  <a:lnTo>
                    <a:pt x="45363" y="77595"/>
                  </a:lnTo>
                  <a:lnTo>
                    <a:pt x="46114" y="77445"/>
                  </a:lnTo>
                  <a:lnTo>
                    <a:pt x="46809" y="77295"/>
                  </a:lnTo>
                  <a:lnTo>
                    <a:pt x="47467" y="77126"/>
                  </a:lnTo>
                  <a:lnTo>
                    <a:pt x="48105" y="76938"/>
                  </a:lnTo>
                  <a:lnTo>
                    <a:pt x="48688" y="76750"/>
                  </a:lnTo>
                  <a:lnTo>
                    <a:pt x="49251" y="76543"/>
                  </a:lnTo>
                  <a:lnTo>
                    <a:pt x="49758" y="76337"/>
                  </a:lnTo>
                  <a:lnTo>
                    <a:pt x="50247" y="76130"/>
                  </a:lnTo>
                  <a:lnTo>
                    <a:pt x="50698" y="75886"/>
                  </a:lnTo>
                  <a:lnTo>
                    <a:pt x="51130" y="75661"/>
                  </a:lnTo>
                  <a:lnTo>
                    <a:pt x="51505" y="75398"/>
                  </a:lnTo>
                  <a:lnTo>
                    <a:pt x="51881" y="75153"/>
                  </a:lnTo>
                  <a:lnTo>
                    <a:pt x="52200" y="74872"/>
                  </a:lnTo>
                  <a:lnTo>
                    <a:pt x="52520" y="74609"/>
                  </a:lnTo>
                  <a:lnTo>
                    <a:pt x="52801" y="74308"/>
                  </a:lnTo>
                  <a:lnTo>
                    <a:pt x="53046" y="74008"/>
                  </a:lnTo>
                  <a:lnTo>
                    <a:pt x="53290" y="73707"/>
                  </a:lnTo>
                  <a:lnTo>
                    <a:pt x="53496" y="73388"/>
                  </a:lnTo>
                  <a:lnTo>
                    <a:pt x="53684" y="73050"/>
                  </a:lnTo>
                  <a:lnTo>
                    <a:pt x="53853" y="72712"/>
                  </a:lnTo>
                  <a:lnTo>
                    <a:pt x="54003" y="72374"/>
                  </a:lnTo>
                  <a:lnTo>
                    <a:pt x="54135" y="72017"/>
                  </a:lnTo>
                  <a:lnTo>
                    <a:pt x="54248" y="71641"/>
                  </a:lnTo>
                  <a:lnTo>
                    <a:pt x="54342" y="71265"/>
                  </a:lnTo>
                  <a:lnTo>
                    <a:pt x="54436" y="70796"/>
                  </a:lnTo>
                  <a:lnTo>
                    <a:pt x="54511" y="70157"/>
                  </a:lnTo>
                  <a:lnTo>
                    <a:pt x="54586" y="69387"/>
                  </a:lnTo>
                  <a:lnTo>
                    <a:pt x="54661" y="68448"/>
                  </a:lnTo>
                  <a:lnTo>
                    <a:pt x="54717" y="67396"/>
                  </a:lnTo>
                  <a:lnTo>
                    <a:pt x="54755" y="66194"/>
                  </a:lnTo>
                  <a:lnTo>
                    <a:pt x="54849" y="63489"/>
                  </a:lnTo>
                  <a:lnTo>
                    <a:pt x="54924" y="60390"/>
                  </a:lnTo>
                  <a:lnTo>
                    <a:pt x="54961" y="56990"/>
                  </a:lnTo>
                  <a:lnTo>
                    <a:pt x="54980" y="53346"/>
                  </a:lnTo>
                  <a:lnTo>
                    <a:pt x="54999" y="49551"/>
                  </a:lnTo>
                  <a:lnTo>
                    <a:pt x="54999" y="45663"/>
                  </a:lnTo>
                  <a:lnTo>
                    <a:pt x="54980" y="41775"/>
                  </a:lnTo>
                  <a:lnTo>
                    <a:pt x="54924" y="34280"/>
                  </a:lnTo>
                  <a:lnTo>
                    <a:pt x="54849" y="27669"/>
                  </a:lnTo>
                  <a:lnTo>
                    <a:pt x="54774" y="22522"/>
                  </a:lnTo>
                  <a:lnTo>
                    <a:pt x="54736" y="20456"/>
                  </a:lnTo>
                  <a:lnTo>
                    <a:pt x="54698" y="18446"/>
                  </a:lnTo>
                  <a:lnTo>
                    <a:pt x="54623" y="16530"/>
                  </a:lnTo>
                  <a:lnTo>
                    <a:pt x="54567" y="15591"/>
                  </a:lnTo>
                  <a:lnTo>
                    <a:pt x="54511" y="14689"/>
                  </a:lnTo>
                  <a:lnTo>
                    <a:pt x="54436" y="13787"/>
                  </a:lnTo>
                  <a:lnTo>
                    <a:pt x="54342" y="12923"/>
                  </a:lnTo>
                  <a:lnTo>
                    <a:pt x="54248" y="12078"/>
                  </a:lnTo>
                  <a:lnTo>
                    <a:pt x="54116" y="11252"/>
                  </a:lnTo>
                  <a:lnTo>
                    <a:pt x="53966" y="10463"/>
                  </a:lnTo>
                  <a:lnTo>
                    <a:pt x="53797" y="9693"/>
                  </a:lnTo>
                  <a:lnTo>
                    <a:pt x="53590" y="8941"/>
                  </a:lnTo>
                  <a:lnTo>
                    <a:pt x="53384" y="8227"/>
                  </a:lnTo>
                  <a:lnTo>
                    <a:pt x="53121" y="7551"/>
                  </a:lnTo>
                  <a:lnTo>
                    <a:pt x="52839" y="6894"/>
                  </a:lnTo>
                  <a:lnTo>
                    <a:pt x="52520" y="6255"/>
                  </a:lnTo>
                  <a:lnTo>
                    <a:pt x="52351" y="5955"/>
                  </a:lnTo>
                  <a:lnTo>
                    <a:pt x="52181" y="5673"/>
                  </a:lnTo>
                  <a:lnTo>
                    <a:pt x="51994" y="5372"/>
                  </a:lnTo>
                  <a:lnTo>
                    <a:pt x="51787" y="5109"/>
                  </a:lnTo>
                  <a:lnTo>
                    <a:pt x="51580" y="4828"/>
                  </a:lnTo>
                  <a:lnTo>
                    <a:pt x="51374" y="4565"/>
                  </a:lnTo>
                  <a:lnTo>
                    <a:pt x="51148" y="4320"/>
                  </a:lnTo>
                  <a:lnTo>
                    <a:pt x="50904" y="4076"/>
                  </a:lnTo>
                  <a:lnTo>
                    <a:pt x="50660" y="3832"/>
                  </a:lnTo>
                  <a:lnTo>
                    <a:pt x="50397" y="3607"/>
                  </a:lnTo>
                  <a:lnTo>
                    <a:pt x="50134" y="3400"/>
                  </a:lnTo>
                  <a:lnTo>
                    <a:pt x="49852" y="3193"/>
                  </a:lnTo>
                  <a:lnTo>
                    <a:pt x="49571" y="2987"/>
                  </a:lnTo>
                  <a:lnTo>
                    <a:pt x="49270" y="2799"/>
                  </a:lnTo>
                  <a:lnTo>
                    <a:pt x="48951" y="2611"/>
                  </a:lnTo>
                  <a:lnTo>
                    <a:pt x="48631" y="2442"/>
                  </a:lnTo>
                  <a:lnTo>
                    <a:pt x="48274" y="2273"/>
                  </a:lnTo>
                  <a:lnTo>
                    <a:pt x="47936" y="2123"/>
                  </a:lnTo>
                  <a:lnTo>
                    <a:pt x="47561" y="1991"/>
                  </a:lnTo>
                  <a:lnTo>
                    <a:pt x="47185" y="1860"/>
                  </a:lnTo>
                  <a:lnTo>
                    <a:pt x="46791" y="1728"/>
                  </a:lnTo>
                  <a:lnTo>
                    <a:pt x="46396" y="1616"/>
                  </a:lnTo>
                  <a:lnTo>
                    <a:pt x="45983" y="1503"/>
                  </a:lnTo>
                  <a:lnTo>
                    <a:pt x="45551" y="1428"/>
                  </a:lnTo>
                  <a:lnTo>
                    <a:pt x="45100" y="1334"/>
                  </a:lnTo>
                  <a:lnTo>
                    <a:pt x="44649" y="1259"/>
                  </a:lnTo>
                  <a:lnTo>
                    <a:pt x="42752" y="1015"/>
                  </a:lnTo>
                  <a:lnTo>
                    <a:pt x="40836" y="789"/>
                  </a:lnTo>
                  <a:lnTo>
                    <a:pt x="38883" y="583"/>
                  </a:lnTo>
                  <a:lnTo>
                    <a:pt x="36910" y="413"/>
                  </a:lnTo>
                  <a:lnTo>
                    <a:pt x="34919" y="282"/>
                  </a:lnTo>
                  <a:lnTo>
                    <a:pt x="32928" y="169"/>
                  </a:lnTo>
                  <a:lnTo>
                    <a:pt x="30937" y="94"/>
                  </a:lnTo>
                  <a:lnTo>
                    <a:pt x="28927" y="38"/>
                  </a:lnTo>
                  <a:lnTo>
                    <a:pt x="2695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5" name="Google Shape;10335;p78"/>
            <p:cNvSpPr/>
            <p:nvPr/>
          </p:nvSpPr>
          <p:spPr>
            <a:xfrm>
              <a:off x="1380725" y="2442763"/>
              <a:ext cx="548700" cy="548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36" name="Google Shape;10336;p78"/>
          <p:cNvSpPr txBox="1"/>
          <p:nvPr>
            <p:ph idx="2" type="title"/>
          </p:nvPr>
        </p:nvSpPr>
        <p:spPr>
          <a:xfrm>
            <a:off x="5811147" y="129898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NEPTUNE</a:t>
            </a:r>
            <a:endParaRPr/>
          </a:p>
        </p:txBody>
      </p:sp>
      <p:sp>
        <p:nvSpPr>
          <p:cNvPr id="10337" name="Google Shape;10337;p78"/>
          <p:cNvSpPr txBox="1"/>
          <p:nvPr>
            <p:ph idx="3" type="subTitle"/>
          </p:nvPr>
        </p:nvSpPr>
        <p:spPr>
          <a:xfrm>
            <a:off x="5811147" y="1508019"/>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Neptune is far away from Earth</a:t>
            </a:r>
            <a:endParaRPr/>
          </a:p>
        </p:txBody>
      </p:sp>
      <p:sp>
        <p:nvSpPr>
          <p:cNvPr id="10338" name="Google Shape;10338;p78"/>
          <p:cNvSpPr txBox="1"/>
          <p:nvPr>
            <p:ph idx="9" type="subTitle"/>
          </p:nvPr>
        </p:nvSpPr>
        <p:spPr>
          <a:xfrm>
            <a:off x="5811147" y="3859922"/>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is the second planet from the Sun</a:t>
            </a:r>
            <a:endParaRPr/>
          </a:p>
        </p:txBody>
      </p:sp>
      <p:sp>
        <p:nvSpPr>
          <p:cNvPr id="10339" name="Google Shape;10339;p78"/>
          <p:cNvSpPr txBox="1"/>
          <p:nvPr>
            <p:ph idx="15"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SIX IDEAS</a:t>
            </a:r>
            <a:endParaRPr/>
          </a:p>
        </p:txBody>
      </p:sp>
      <p:sp>
        <p:nvSpPr>
          <p:cNvPr id="10340" name="Google Shape;10340;p78"/>
          <p:cNvSpPr txBox="1"/>
          <p:nvPr>
            <p:ph idx="4" type="title"/>
          </p:nvPr>
        </p:nvSpPr>
        <p:spPr>
          <a:xfrm>
            <a:off x="2259472" y="247131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MERCURY</a:t>
            </a:r>
            <a:endParaRPr/>
          </a:p>
        </p:txBody>
      </p:sp>
      <p:sp>
        <p:nvSpPr>
          <p:cNvPr id="10341" name="Google Shape;10341;p78"/>
          <p:cNvSpPr txBox="1"/>
          <p:nvPr>
            <p:ph idx="1" type="subTitle"/>
          </p:nvPr>
        </p:nvSpPr>
        <p:spPr>
          <a:xfrm>
            <a:off x="2259472" y="1508019"/>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Mars is actually a very cold place</a:t>
            </a:r>
            <a:endParaRPr/>
          </a:p>
        </p:txBody>
      </p:sp>
      <p:sp>
        <p:nvSpPr>
          <p:cNvPr id="10342" name="Google Shape;10342;p78"/>
          <p:cNvSpPr txBox="1"/>
          <p:nvPr>
            <p:ph idx="5" type="subTitle"/>
          </p:nvPr>
        </p:nvSpPr>
        <p:spPr>
          <a:xfrm>
            <a:off x="2259472" y="2680348"/>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a:t>
            </a:r>
            <a:endParaRPr/>
          </a:p>
        </p:txBody>
      </p:sp>
      <p:sp>
        <p:nvSpPr>
          <p:cNvPr id="10343" name="Google Shape;10343;p78"/>
          <p:cNvSpPr txBox="1"/>
          <p:nvPr>
            <p:ph idx="6" type="title"/>
          </p:nvPr>
        </p:nvSpPr>
        <p:spPr>
          <a:xfrm>
            <a:off x="5811147" y="247131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SATURN</a:t>
            </a:r>
            <a:endParaRPr/>
          </a:p>
        </p:txBody>
      </p:sp>
      <p:sp>
        <p:nvSpPr>
          <p:cNvPr id="10344" name="Google Shape;10344;p78"/>
          <p:cNvSpPr txBox="1"/>
          <p:nvPr>
            <p:ph idx="7" type="subTitle"/>
          </p:nvPr>
        </p:nvSpPr>
        <p:spPr>
          <a:xfrm>
            <a:off x="5811147" y="2680348"/>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Saturn is ringed and a gas giant planet</a:t>
            </a:r>
            <a:endParaRPr/>
          </a:p>
        </p:txBody>
      </p:sp>
      <p:sp>
        <p:nvSpPr>
          <p:cNvPr id="10345" name="Google Shape;10345;p78"/>
          <p:cNvSpPr txBox="1"/>
          <p:nvPr>
            <p:ph idx="8" type="title"/>
          </p:nvPr>
        </p:nvSpPr>
        <p:spPr>
          <a:xfrm>
            <a:off x="5811147" y="3650884"/>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10346" name="Google Shape;10346;p78"/>
          <p:cNvSpPr txBox="1"/>
          <p:nvPr>
            <p:ph type="title"/>
          </p:nvPr>
        </p:nvSpPr>
        <p:spPr>
          <a:xfrm>
            <a:off x="2259472" y="1298980"/>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sp>
        <p:nvSpPr>
          <p:cNvPr id="10347" name="Google Shape;10347;p78"/>
          <p:cNvSpPr txBox="1"/>
          <p:nvPr>
            <p:ph idx="13" type="title"/>
          </p:nvPr>
        </p:nvSpPr>
        <p:spPr>
          <a:xfrm>
            <a:off x="2259472" y="3650884"/>
            <a:ext cx="1986000" cy="36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JUPITER</a:t>
            </a:r>
            <a:endParaRPr/>
          </a:p>
        </p:txBody>
      </p:sp>
      <p:sp>
        <p:nvSpPr>
          <p:cNvPr id="10348" name="Google Shape;10348;p78"/>
          <p:cNvSpPr txBox="1"/>
          <p:nvPr>
            <p:ph idx="14" type="subTitle"/>
          </p:nvPr>
        </p:nvSpPr>
        <p:spPr>
          <a:xfrm>
            <a:off x="2259472" y="3859922"/>
            <a:ext cx="1986000" cy="54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Jupiter is the biggest planet of them all</a:t>
            </a:r>
            <a:endParaRPr/>
          </a:p>
        </p:txBody>
      </p:sp>
      <p:grpSp>
        <p:nvGrpSpPr>
          <p:cNvPr id="10349" name="Google Shape;10349;p78"/>
          <p:cNvGrpSpPr/>
          <p:nvPr/>
        </p:nvGrpSpPr>
        <p:grpSpPr>
          <a:xfrm>
            <a:off x="1558334" y="1578200"/>
            <a:ext cx="336025" cy="227525"/>
            <a:chOff x="930875" y="3325225"/>
            <a:chExt cx="336025" cy="227525"/>
          </a:xfrm>
        </p:grpSpPr>
        <p:sp>
          <p:nvSpPr>
            <p:cNvPr id="10350" name="Google Shape;10350;p78"/>
            <p:cNvSpPr/>
            <p:nvPr/>
          </p:nvSpPr>
          <p:spPr>
            <a:xfrm>
              <a:off x="947200" y="3527050"/>
              <a:ext cx="303375" cy="25700"/>
            </a:xfrm>
            <a:custGeom>
              <a:rect b="b" l="l" r="r" t="t"/>
              <a:pathLst>
                <a:path extrusionOk="0" h="1028" w="12135">
                  <a:moveTo>
                    <a:pt x="0" y="1"/>
                  </a:moveTo>
                  <a:lnTo>
                    <a:pt x="0" y="701"/>
                  </a:lnTo>
                  <a:lnTo>
                    <a:pt x="0" y="841"/>
                  </a:lnTo>
                  <a:lnTo>
                    <a:pt x="94" y="934"/>
                  </a:lnTo>
                  <a:lnTo>
                    <a:pt x="187" y="1027"/>
                  </a:lnTo>
                  <a:lnTo>
                    <a:pt x="11854" y="1027"/>
                  </a:lnTo>
                  <a:lnTo>
                    <a:pt x="11901" y="981"/>
                  </a:lnTo>
                  <a:lnTo>
                    <a:pt x="11854" y="841"/>
                  </a:lnTo>
                  <a:lnTo>
                    <a:pt x="11807" y="701"/>
                  </a:lnTo>
                  <a:lnTo>
                    <a:pt x="11761" y="561"/>
                  </a:lnTo>
                  <a:lnTo>
                    <a:pt x="12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1" name="Google Shape;10351;p78"/>
            <p:cNvSpPr/>
            <p:nvPr/>
          </p:nvSpPr>
          <p:spPr>
            <a:xfrm>
              <a:off x="1228375" y="3527050"/>
              <a:ext cx="22200" cy="25700"/>
            </a:xfrm>
            <a:custGeom>
              <a:rect b="b" l="l" r="r" t="t"/>
              <a:pathLst>
                <a:path extrusionOk="0" h="1028" w="888">
                  <a:moveTo>
                    <a:pt x="234" y="1"/>
                  </a:moveTo>
                  <a:lnTo>
                    <a:pt x="234" y="701"/>
                  </a:lnTo>
                  <a:lnTo>
                    <a:pt x="187" y="841"/>
                  </a:lnTo>
                  <a:lnTo>
                    <a:pt x="140" y="934"/>
                  </a:lnTo>
                  <a:lnTo>
                    <a:pt x="0" y="1027"/>
                  </a:lnTo>
                  <a:lnTo>
                    <a:pt x="700" y="1027"/>
                  </a:lnTo>
                  <a:lnTo>
                    <a:pt x="794" y="934"/>
                  </a:lnTo>
                  <a:lnTo>
                    <a:pt x="887" y="841"/>
                  </a:lnTo>
                  <a:lnTo>
                    <a:pt x="887" y="701"/>
                  </a:lnTo>
                  <a:lnTo>
                    <a:pt x="88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2" name="Google Shape;10352;p78"/>
            <p:cNvSpPr/>
            <p:nvPr/>
          </p:nvSpPr>
          <p:spPr>
            <a:xfrm>
              <a:off x="930875" y="3325225"/>
              <a:ext cx="252025" cy="204200"/>
            </a:xfrm>
            <a:custGeom>
              <a:rect b="b" l="l" r="r" t="t"/>
              <a:pathLst>
                <a:path extrusionOk="0" h="8168" w="10081">
                  <a:moveTo>
                    <a:pt x="327" y="0"/>
                  </a:moveTo>
                  <a:lnTo>
                    <a:pt x="187" y="47"/>
                  </a:lnTo>
                  <a:lnTo>
                    <a:pt x="93" y="93"/>
                  </a:lnTo>
                  <a:lnTo>
                    <a:pt x="47" y="233"/>
                  </a:lnTo>
                  <a:lnTo>
                    <a:pt x="0" y="327"/>
                  </a:lnTo>
                  <a:lnTo>
                    <a:pt x="0" y="7840"/>
                  </a:lnTo>
                  <a:lnTo>
                    <a:pt x="47" y="7980"/>
                  </a:lnTo>
                  <a:lnTo>
                    <a:pt x="93" y="8074"/>
                  </a:lnTo>
                  <a:lnTo>
                    <a:pt x="187" y="8167"/>
                  </a:lnTo>
                  <a:lnTo>
                    <a:pt x="10080" y="8167"/>
                  </a:lnTo>
                  <a:lnTo>
                    <a:pt x="100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3" name="Google Shape;10353;p78"/>
            <p:cNvSpPr/>
            <p:nvPr/>
          </p:nvSpPr>
          <p:spPr>
            <a:xfrm>
              <a:off x="1175875" y="3325225"/>
              <a:ext cx="28025" cy="204200"/>
            </a:xfrm>
            <a:custGeom>
              <a:rect b="b" l="l" r="r" t="t"/>
              <a:pathLst>
                <a:path extrusionOk="0" h="8168" w="1121">
                  <a:moveTo>
                    <a:pt x="0" y="0"/>
                  </a:moveTo>
                  <a:lnTo>
                    <a:pt x="0" y="8167"/>
                  </a:lnTo>
                  <a:lnTo>
                    <a:pt x="700" y="8167"/>
                  </a:lnTo>
                  <a:lnTo>
                    <a:pt x="1120" y="4014"/>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4" name="Google Shape;10354;p78"/>
            <p:cNvSpPr/>
            <p:nvPr/>
          </p:nvSpPr>
          <p:spPr>
            <a:xfrm>
              <a:off x="1191050" y="3325225"/>
              <a:ext cx="70025" cy="204200"/>
            </a:xfrm>
            <a:custGeom>
              <a:rect b="b" l="l" r="r" t="t"/>
              <a:pathLst>
                <a:path extrusionOk="0" h="8168" w="2801">
                  <a:moveTo>
                    <a:pt x="0" y="0"/>
                  </a:moveTo>
                  <a:lnTo>
                    <a:pt x="0" y="8167"/>
                  </a:lnTo>
                  <a:lnTo>
                    <a:pt x="2753" y="8167"/>
                  </a:lnTo>
                  <a:lnTo>
                    <a:pt x="2800" y="8120"/>
                  </a:lnTo>
                  <a:lnTo>
                    <a:pt x="2800" y="8027"/>
                  </a:lnTo>
                  <a:lnTo>
                    <a:pt x="2753" y="7700"/>
                  </a:lnTo>
                  <a:lnTo>
                    <a:pt x="2800" y="607"/>
                  </a:lnTo>
                  <a:lnTo>
                    <a:pt x="2800" y="233"/>
                  </a:lnTo>
                  <a:lnTo>
                    <a:pt x="2800" y="93"/>
                  </a:lnTo>
                  <a:lnTo>
                    <a:pt x="2753" y="47"/>
                  </a:lnTo>
                  <a:lnTo>
                    <a:pt x="27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5" name="Google Shape;10355;p78"/>
            <p:cNvSpPr/>
            <p:nvPr/>
          </p:nvSpPr>
          <p:spPr>
            <a:xfrm>
              <a:off x="954200" y="3349725"/>
              <a:ext cx="201850" cy="156350"/>
            </a:xfrm>
            <a:custGeom>
              <a:rect b="b" l="l" r="r" t="t"/>
              <a:pathLst>
                <a:path extrusionOk="0" h="6254" w="8074">
                  <a:moveTo>
                    <a:pt x="47" y="0"/>
                  </a:moveTo>
                  <a:lnTo>
                    <a:pt x="0" y="93"/>
                  </a:lnTo>
                  <a:lnTo>
                    <a:pt x="0" y="6160"/>
                  </a:lnTo>
                  <a:lnTo>
                    <a:pt x="47" y="6207"/>
                  </a:lnTo>
                  <a:lnTo>
                    <a:pt x="140" y="6254"/>
                  </a:lnTo>
                  <a:lnTo>
                    <a:pt x="7887" y="6254"/>
                  </a:lnTo>
                  <a:lnTo>
                    <a:pt x="7981" y="6207"/>
                  </a:lnTo>
                  <a:lnTo>
                    <a:pt x="8074" y="3220"/>
                  </a:lnTo>
                  <a:lnTo>
                    <a:pt x="8027" y="47"/>
                  </a:lnTo>
                  <a:lnTo>
                    <a:pt x="7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6" name="Google Shape;10356;p78"/>
            <p:cNvSpPr/>
            <p:nvPr/>
          </p:nvSpPr>
          <p:spPr>
            <a:xfrm>
              <a:off x="1209700" y="3454725"/>
              <a:ext cx="38525" cy="51350"/>
            </a:xfrm>
            <a:custGeom>
              <a:rect b="b" l="l" r="r" t="t"/>
              <a:pathLst>
                <a:path extrusionOk="0" h="2054" w="1541">
                  <a:moveTo>
                    <a:pt x="47" y="0"/>
                  </a:moveTo>
                  <a:lnTo>
                    <a:pt x="1" y="47"/>
                  </a:lnTo>
                  <a:lnTo>
                    <a:pt x="1" y="2007"/>
                  </a:lnTo>
                  <a:lnTo>
                    <a:pt x="47" y="2054"/>
                  </a:lnTo>
                  <a:lnTo>
                    <a:pt x="1541" y="2054"/>
                  </a:lnTo>
                  <a:lnTo>
                    <a:pt x="1541" y="2007"/>
                  </a:lnTo>
                  <a:lnTo>
                    <a:pt x="1541" y="47"/>
                  </a:lnTo>
                  <a:lnTo>
                    <a:pt x="154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7" name="Google Shape;10357;p78"/>
            <p:cNvSpPr/>
            <p:nvPr/>
          </p:nvSpPr>
          <p:spPr>
            <a:xfrm>
              <a:off x="1209700" y="3349725"/>
              <a:ext cx="38525" cy="38525"/>
            </a:xfrm>
            <a:custGeom>
              <a:rect b="b" l="l" r="r" t="t"/>
              <a:pathLst>
                <a:path extrusionOk="0" h="1541" w="1541">
                  <a:moveTo>
                    <a:pt x="607" y="0"/>
                  </a:moveTo>
                  <a:lnTo>
                    <a:pt x="374" y="93"/>
                  </a:lnTo>
                  <a:lnTo>
                    <a:pt x="374" y="140"/>
                  </a:lnTo>
                  <a:lnTo>
                    <a:pt x="374" y="233"/>
                  </a:lnTo>
                  <a:lnTo>
                    <a:pt x="374" y="280"/>
                  </a:lnTo>
                  <a:lnTo>
                    <a:pt x="374" y="373"/>
                  </a:lnTo>
                  <a:lnTo>
                    <a:pt x="234" y="373"/>
                  </a:lnTo>
                  <a:lnTo>
                    <a:pt x="141" y="327"/>
                  </a:lnTo>
                  <a:lnTo>
                    <a:pt x="94" y="373"/>
                  </a:lnTo>
                  <a:lnTo>
                    <a:pt x="1" y="607"/>
                  </a:lnTo>
                  <a:lnTo>
                    <a:pt x="1" y="840"/>
                  </a:lnTo>
                  <a:lnTo>
                    <a:pt x="94" y="1073"/>
                  </a:lnTo>
                  <a:lnTo>
                    <a:pt x="234" y="1307"/>
                  </a:lnTo>
                  <a:lnTo>
                    <a:pt x="374" y="1400"/>
                  </a:lnTo>
                  <a:lnTo>
                    <a:pt x="467" y="1447"/>
                  </a:lnTo>
                  <a:lnTo>
                    <a:pt x="654" y="1493"/>
                  </a:lnTo>
                  <a:lnTo>
                    <a:pt x="794" y="1540"/>
                  </a:lnTo>
                  <a:lnTo>
                    <a:pt x="934" y="1493"/>
                  </a:lnTo>
                  <a:lnTo>
                    <a:pt x="1074" y="1447"/>
                  </a:lnTo>
                  <a:lnTo>
                    <a:pt x="1214" y="1400"/>
                  </a:lnTo>
                  <a:lnTo>
                    <a:pt x="1307" y="1307"/>
                  </a:lnTo>
                  <a:lnTo>
                    <a:pt x="1401" y="1167"/>
                  </a:lnTo>
                  <a:lnTo>
                    <a:pt x="1494" y="1027"/>
                  </a:lnTo>
                  <a:lnTo>
                    <a:pt x="1541" y="887"/>
                  </a:lnTo>
                  <a:lnTo>
                    <a:pt x="1541" y="747"/>
                  </a:lnTo>
                  <a:lnTo>
                    <a:pt x="1541" y="607"/>
                  </a:lnTo>
                  <a:lnTo>
                    <a:pt x="1494" y="467"/>
                  </a:lnTo>
                  <a:lnTo>
                    <a:pt x="1401" y="327"/>
                  </a:lnTo>
                  <a:lnTo>
                    <a:pt x="1307" y="187"/>
                  </a:lnTo>
                  <a:lnTo>
                    <a:pt x="1121" y="47"/>
                  </a:lnTo>
                  <a:lnTo>
                    <a:pt x="88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8" name="Google Shape;10358;p78"/>
            <p:cNvSpPr/>
            <p:nvPr/>
          </p:nvSpPr>
          <p:spPr>
            <a:xfrm>
              <a:off x="1231875" y="3454725"/>
              <a:ext cx="16350" cy="51350"/>
            </a:xfrm>
            <a:custGeom>
              <a:rect b="b" l="l" r="r" t="t"/>
              <a:pathLst>
                <a:path extrusionOk="0" h="2054" w="654">
                  <a:moveTo>
                    <a:pt x="0" y="0"/>
                  </a:moveTo>
                  <a:lnTo>
                    <a:pt x="47" y="47"/>
                  </a:lnTo>
                  <a:lnTo>
                    <a:pt x="47" y="2007"/>
                  </a:lnTo>
                  <a:lnTo>
                    <a:pt x="0" y="2054"/>
                  </a:lnTo>
                  <a:lnTo>
                    <a:pt x="654" y="2054"/>
                  </a:lnTo>
                  <a:lnTo>
                    <a:pt x="654" y="2007"/>
                  </a:lnTo>
                  <a:lnTo>
                    <a:pt x="654" y="47"/>
                  </a:lnTo>
                  <a:lnTo>
                    <a:pt x="65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9" name="Google Shape;10359;p78"/>
            <p:cNvSpPr/>
            <p:nvPr/>
          </p:nvSpPr>
          <p:spPr>
            <a:xfrm>
              <a:off x="1221375" y="3349725"/>
              <a:ext cx="26850" cy="38525"/>
            </a:xfrm>
            <a:custGeom>
              <a:rect b="b" l="l" r="r" t="t"/>
              <a:pathLst>
                <a:path extrusionOk="0" h="1541" w="1074">
                  <a:moveTo>
                    <a:pt x="234" y="0"/>
                  </a:moveTo>
                  <a:lnTo>
                    <a:pt x="0" y="47"/>
                  </a:lnTo>
                  <a:lnTo>
                    <a:pt x="140" y="93"/>
                  </a:lnTo>
                  <a:lnTo>
                    <a:pt x="280" y="187"/>
                  </a:lnTo>
                  <a:lnTo>
                    <a:pt x="374" y="327"/>
                  </a:lnTo>
                  <a:lnTo>
                    <a:pt x="420" y="467"/>
                  </a:lnTo>
                  <a:lnTo>
                    <a:pt x="467" y="607"/>
                  </a:lnTo>
                  <a:lnTo>
                    <a:pt x="467" y="747"/>
                  </a:lnTo>
                  <a:lnTo>
                    <a:pt x="467" y="887"/>
                  </a:lnTo>
                  <a:lnTo>
                    <a:pt x="420" y="1027"/>
                  </a:lnTo>
                  <a:lnTo>
                    <a:pt x="374" y="1167"/>
                  </a:lnTo>
                  <a:lnTo>
                    <a:pt x="280" y="1307"/>
                  </a:lnTo>
                  <a:lnTo>
                    <a:pt x="140" y="1400"/>
                  </a:lnTo>
                  <a:lnTo>
                    <a:pt x="0" y="1447"/>
                  </a:lnTo>
                  <a:lnTo>
                    <a:pt x="234" y="1540"/>
                  </a:lnTo>
                  <a:lnTo>
                    <a:pt x="467" y="1493"/>
                  </a:lnTo>
                  <a:lnTo>
                    <a:pt x="654" y="1447"/>
                  </a:lnTo>
                  <a:lnTo>
                    <a:pt x="840" y="1307"/>
                  </a:lnTo>
                  <a:lnTo>
                    <a:pt x="934" y="1167"/>
                  </a:lnTo>
                  <a:lnTo>
                    <a:pt x="1027" y="1027"/>
                  </a:lnTo>
                  <a:lnTo>
                    <a:pt x="1074" y="887"/>
                  </a:lnTo>
                  <a:lnTo>
                    <a:pt x="1074" y="747"/>
                  </a:lnTo>
                  <a:lnTo>
                    <a:pt x="1074" y="607"/>
                  </a:lnTo>
                  <a:lnTo>
                    <a:pt x="1027" y="467"/>
                  </a:lnTo>
                  <a:lnTo>
                    <a:pt x="934" y="327"/>
                  </a:lnTo>
                  <a:lnTo>
                    <a:pt x="840" y="187"/>
                  </a:lnTo>
                  <a:lnTo>
                    <a:pt x="654" y="93"/>
                  </a:lnTo>
                  <a:lnTo>
                    <a:pt x="4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0" name="Google Shape;10360;p78"/>
            <p:cNvSpPr/>
            <p:nvPr/>
          </p:nvSpPr>
          <p:spPr>
            <a:xfrm>
              <a:off x="1147875" y="3349725"/>
              <a:ext cx="19850" cy="156350"/>
            </a:xfrm>
            <a:custGeom>
              <a:rect b="b" l="l" r="r" t="t"/>
              <a:pathLst>
                <a:path extrusionOk="0" h="6254" w="794">
                  <a:moveTo>
                    <a:pt x="94" y="0"/>
                  </a:moveTo>
                  <a:lnTo>
                    <a:pt x="94" y="93"/>
                  </a:lnTo>
                  <a:lnTo>
                    <a:pt x="94" y="6160"/>
                  </a:lnTo>
                  <a:lnTo>
                    <a:pt x="94" y="6207"/>
                  </a:lnTo>
                  <a:lnTo>
                    <a:pt x="0" y="6254"/>
                  </a:lnTo>
                  <a:lnTo>
                    <a:pt x="700" y="6254"/>
                  </a:lnTo>
                  <a:lnTo>
                    <a:pt x="747" y="6207"/>
                  </a:lnTo>
                  <a:lnTo>
                    <a:pt x="794" y="6160"/>
                  </a:lnTo>
                  <a:lnTo>
                    <a:pt x="794" y="93"/>
                  </a:lnTo>
                  <a:lnTo>
                    <a:pt x="74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1" name="Google Shape;10361;p78"/>
            <p:cNvSpPr/>
            <p:nvPr/>
          </p:nvSpPr>
          <p:spPr>
            <a:xfrm>
              <a:off x="1245875" y="3325225"/>
              <a:ext cx="21025" cy="204200"/>
            </a:xfrm>
            <a:custGeom>
              <a:rect b="b" l="l" r="r" t="t"/>
              <a:pathLst>
                <a:path extrusionOk="0" h="8168" w="841">
                  <a:moveTo>
                    <a:pt x="0" y="0"/>
                  </a:moveTo>
                  <a:lnTo>
                    <a:pt x="140" y="47"/>
                  </a:lnTo>
                  <a:lnTo>
                    <a:pt x="234" y="93"/>
                  </a:lnTo>
                  <a:lnTo>
                    <a:pt x="280" y="233"/>
                  </a:lnTo>
                  <a:lnTo>
                    <a:pt x="327" y="327"/>
                  </a:lnTo>
                  <a:lnTo>
                    <a:pt x="327" y="7840"/>
                  </a:lnTo>
                  <a:lnTo>
                    <a:pt x="280" y="7980"/>
                  </a:lnTo>
                  <a:lnTo>
                    <a:pt x="234" y="8074"/>
                  </a:lnTo>
                  <a:lnTo>
                    <a:pt x="140" y="8167"/>
                  </a:lnTo>
                  <a:lnTo>
                    <a:pt x="654" y="8167"/>
                  </a:lnTo>
                  <a:lnTo>
                    <a:pt x="747" y="8074"/>
                  </a:lnTo>
                  <a:lnTo>
                    <a:pt x="840" y="7980"/>
                  </a:lnTo>
                  <a:lnTo>
                    <a:pt x="840" y="7840"/>
                  </a:lnTo>
                  <a:lnTo>
                    <a:pt x="840" y="327"/>
                  </a:lnTo>
                  <a:lnTo>
                    <a:pt x="840" y="233"/>
                  </a:lnTo>
                  <a:lnTo>
                    <a:pt x="747" y="93"/>
                  </a:lnTo>
                  <a:lnTo>
                    <a:pt x="654" y="47"/>
                  </a:lnTo>
                  <a:lnTo>
                    <a:pt x="5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2" name="Google Shape;10362;p78"/>
            <p:cNvSpPr/>
            <p:nvPr/>
          </p:nvSpPr>
          <p:spPr>
            <a:xfrm>
              <a:off x="1208550" y="3406875"/>
              <a:ext cx="40850" cy="10525"/>
            </a:xfrm>
            <a:custGeom>
              <a:rect b="b" l="l" r="r" t="t"/>
              <a:pathLst>
                <a:path extrusionOk="0" h="421" w="1634">
                  <a:moveTo>
                    <a:pt x="140" y="1"/>
                  </a:moveTo>
                  <a:lnTo>
                    <a:pt x="47" y="48"/>
                  </a:lnTo>
                  <a:lnTo>
                    <a:pt x="0" y="141"/>
                  </a:lnTo>
                  <a:lnTo>
                    <a:pt x="0" y="188"/>
                  </a:lnTo>
                  <a:lnTo>
                    <a:pt x="0" y="281"/>
                  </a:lnTo>
                  <a:lnTo>
                    <a:pt x="47" y="328"/>
                  </a:lnTo>
                  <a:lnTo>
                    <a:pt x="140" y="374"/>
                  </a:lnTo>
                  <a:lnTo>
                    <a:pt x="187" y="421"/>
                  </a:lnTo>
                  <a:lnTo>
                    <a:pt x="1447" y="421"/>
                  </a:lnTo>
                  <a:lnTo>
                    <a:pt x="1540" y="374"/>
                  </a:lnTo>
                  <a:lnTo>
                    <a:pt x="1587" y="328"/>
                  </a:lnTo>
                  <a:lnTo>
                    <a:pt x="1633" y="281"/>
                  </a:lnTo>
                  <a:lnTo>
                    <a:pt x="1633" y="188"/>
                  </a:lnTo>
                  <a:lnTo>
                    <a:pt x="1633" y="141"/>
                  </a:lnTo>
                  <a:lnTo>
                    <a:pt x="1587" y="48"/>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3" name="Google Shape;10363;p78"/>
            <p:cNvSpPr/>
            <p:nvPr/>
          </p:nvSpPr>
          <p:spPr>
            <a:xfrm>
              <a:off x="1208550" y="3425550"/>
              <a:ext cx="40850" cy="10525"/>
            </a:xfrm>
            <a:custGeom>
              <a:rect b="b" l="l" r="r" t="t"/>
              <a:pathLst>
                <a:path extrusionOk="0" h="421" w="1634">
                  <a:moveTo>
                    <a:pt x="140" y="1"/>
                  </a:moveTo>
                  <a:lnTo>
                    <a:pt x="47" y="47"/>
                  </a:lnTo>
                  <a:lnTo>
                    <a:pt x="0" y="141"/>
                  </a:lnTo>
                  <a:lnTo>
                    <a:pt x="0" y="187"/>
                  </a:lnTo>
                  <a:lnTo>
                    <a:pt x="0" y="281"/>
                  </a:lnTo>
                  <a:lnTo>
                    <a:pt x="47" y="327"/>
                  </a:lnTo>
                  <a:lnTo>
                    <a:pt x="140" y="374"/>
                  </a:lnTo>
                  <a:lnTo>
                    <a:pt x="187" y="421"/>
                  </a:lnTo>
                  <a:lnTo>
                    <a:pt x="1447" y="421"/>
                  </a:lnTo>
                  <a:lnTo>
                    <a:pt x="1540" y="374"/>
                  </a:lnTo>
                  <a:lnTo>
                    <a:pt x="1587" y="327"/>
                  </a:lnTo>
                  <a:lnTo>
                    <a:pt x="1633" y="281"/>
                  </a:lnTo>
                  <a:lnTo>
                    <a:pt x="1633" y="187"/>
                  </a:lnTo>
                  <a:lnTo>
                    <a:pt x="1633" y="141"/>
                  </a:lnTo>
                  <a:lnTo>
                    <a:pt x="1587" y="47"/>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4" name="Google Shape;10364;p78"/>
            <p:cNvSpPr/>
            <p:nvPr/>
          </p:nvSpPr>
          <p:spPr>
            <a:xfrm>
              <a:off x="1212050" y="3352050"/>
              <a:ext cx="19850" cy="19850"/>
            </a:xfrm>
            <a:custGeom>
              <a:rect b="b" l="l" r="r" t="t"/>
              <a:pathLst>
                <a:path extrusionOk="0" h="794" w="794">
                  <a:moveTo>
                    <a:pt x="280" y="0"/>
                  </a:moveTo>
                  <a:lnTo>
                    <a:pt x="140" y="94"/>
                  </a:lnTo>
                  <a:lnTo>
                    <a:pt x="0" y="280"/>
                  </a:lnTo>
                  <a:lnTo>
                    <a:pt x="467" y="700"/>
                  </a:lnTo>
                  <a:lnTo>
                    <a:pt x="513" y="747"/>
                  </a:lnTo>
                  <a:lnTo>
                    <a:pt x="607" y="794"/>
                  </a:lnTo>
                  <a:lnTo>
                    <a:pt x="653" y="747"/>
                  </a:lnTo>
                  <a:lnTo>
                    <a:pt x="747" y="700"/>
                  </a:lnTo>
                  <a:lnTo>
                    <a:pt x="793" y="654"/>
                  </a:lnTo>
                  <a:lnTo>
                    <a:pt x="793" y="560"/>
                  </a:lnTo>
                  <a:lnTo>
                    <a:pt x="793" y="514"/>
                  </a:lnTo>
                  <a:lnTo>
                    <a:pt x="747" y="420"/>
                  </a:lnTo>
                  <a:lnTo>
                    <a:pt x="2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5" name="Google Shape;10365;p78"/>
            <p:cNvSpPr/>
            <p:nvPr/>
          </p:nvSpPr>
          <p:spPr>
            <a:xfrm>
              <a:off x="1135025" y="3380050"/>
              <a:ext cx="9375" cy="95700"/>
            </a:xfrm>
            <a:custGeom>
              <a:rect b="b" l="l" r="r" t="t"/>
              <a:pathLst>
                <a:path extrusionOk="0" h="3828" w="375">
                  <a:moveTo>
                    <a:pt x="188" y="0"/>
                  </a:moveTo>
                  <a:lnTo>
                    <a:pt x="94" y="47"/>
                  </a:lnTo>
                  <a:lnTo>
                    <a:pt x="48" y="47"/>
                  </a:lnTo>
                  <a:lnTo>
                    <a:pt x="1" y="140"/>
                  </a:lnTo>
                  <a:lnTo>
                    <a:pt x="1" y="187"/>
                  </a:lnTo>
                  <a:lnTo>
                    <a:pt x="1" y="3641"/>
                  </a:lnTo>
                  <a:lnTo>
                    <a:pt x="1" y="3734"/>
                  </a:lnTo>
                  <a:lnTo>
                    <a:pt x="48" y="3781"/>
                  </a:lnTo>
                  <a:lnTo>
                    <a:pt x="94" y="3827"/>
                  </a:lnTo>
                  <a:lnTo>
                    <a:pt x="234" y="3827"/>
                  </a:lnTo>
                  <a:lnTo>
                    <a:pt x="328" y="3781"/>
                  </a:lnTo>
                  <a:lnTo>
                    <a:pt x="374" y="3734"/>
                  </a:lnTo>
                  <a:lnTo>
                    <a:pt x="374" y="3641"/>
                  </a:lnTo>
                  <a:lnTo>
                    <a:pt x="374" y="187"/>
                  </a:lnTo>
                  <a:lnTo>
                    <a:pt x="374" y="140"/>
                  </a:lnTo>
                  <a:lnTo>
                    <a:pt x="328" y="47"/>
                  </a:lnTo>
                  <a:lnTo>
                    <a:pt x="234" y="47"/>
                  </a:lnTo>
                  <a:lnTo>
                    <a:pt x="18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66" name="Google Shape;10366;p78"/>
          <p:cNvGrpSpPr/>
          <p:nvPr/>
        </p:nvGrpSpPr>
        <p:grpSpPr>
          <a:xfrm>
            <a:off x="1610821" y="2684863"/>
            <a:ext cx="231050" cy="336025"/>
            <a:chOff x="3252600" y="3271550"/>
            <a:chExt cx="231050" cy="336025"/>
          </a:xfrm>
        </p:grpSpPr>
        <p:sp>
          <p:nvSpPr>
            <p:cNvPr id="10367" name="Google Shape;10367;p78"/>
            <p:cNvSpPr/>
            <p:nvPr/>
          </p:nvSpPr>
          <p:spPr>
            <a:xfrm>
              <a:off x="3252600" y="3271550"/>
              <a:ext cx="199550" cy="336025"/>
            </a:xfrm>
            <a:custGeom>
              <a:rect b="b" l="l" r="r" t="t"/>
              <a:pathLst>
                <a:path extrusionOk="0" h="13441" w="7982">
                  <a:moveTo>
                    <a:pt x="4248" y="747"/>
                  </a:moveTo>
                  <a:lnTo>
                    <a:pt x="4388" y="840"/>
                  </a:lnTo>
                  <a:lnTo>
                    <a:pt x="4434" y="980"/>
                  </a:lnTo>
                  <a:lnTo>
                    <a:pt x="4481" y="1120"/>
                  </a:lnTo>
                  <a:lnTo>
                    <a:pt x="4434" y="1260"/>
                  </a:lnTo>
                  <a:lnTo>
                    <a:pt x="4388" y="1400"/>
                  </a:lnTo>
                  <a:lnTo>
                    <a:pt x="4248" y="1447"/>
                  </a:lnTo>
                  <a:lnTo>
                    <a:pt x="4108" y="1494"/>
                  </a:lnTo>
                  <a:lnTo>
                    <a:pt x="3968" y="1447"/>
                  </a:lnTo>
                  <a:lnTo>
                    <a:pt x="3828" y="1400"/>
                  </a:lnTo>
                  <a:lnTo>
                    <a:pt x="3734" y="1260"/>
                  </a:lnTo>
                  <a:lnTo>
                    <a:pt x="3734" y="1120"/>
                  </a:lnTo>
                  <a:lnTo>
                    <a:pt x="3734" y="980"/>
                  </a:lnTo>
                  <a:lnTo>
                    <a:pt x="3828" y="840"/>
                  </a:lnTo>
                  <a:lnTo>
                    <a:pt x="3968" y="747"/>
                  </a:lnTo>
                  <a:close/>
                  <a:moveTo>
                    <a:pt x="3874" y="0"/>
                  </a:moveTo>
                  <a:lnTo>
                    <a:pt x="3641" y="94"/>
                  </a:lnTo>
                  <a:lnTo>
                    <a:pt x="3408" y="187"/>
                  </a:lnTo>
                  <a:lnTo>
                    <a:pt x="3221" y="327"/>
                  </a:lnTo>
                  <a:lnTo>
                    <a:pt x="3081" y="514"/>
                  </a:lnTo>
                  <a:lnTo>
                    <a:pt x="2988" y="747"/>
                  </a:lnTo>
                  <a:lnTo>
                    <a:pt x="2894" y="980"/>
                  </a:lnTo>
                  <a:lnTo>
                    <a:pt x="2894" y="1214"/>
                  </a:lnTo>
                  <a:lnTo>
                    <a:pt x="2941" y="1540"/>
                  </a:lnTo>
                  <a:lnTo>
                    <a:pt x="3081" y="1867"/>
                  </a:lnTo>
                  <a:lnTo>
                    <a:pt x="3081" y="1960"/>
                  </a:lnTo>
                  <a:lnTo>
                    <a:pt x="2661" y="3407"/>
                  </a:lnTo>
                  <a:lnTo>
                    <a:pt x="2568" y="3500"/>
                  </a:lnTo>
                  <a:lnTo>
                    <a:pt x="2428" y="3547"/>
                  </a:lnTo>
                  <a:lnTo>
                    <a:pt x="374" y="3547"/>
                  </a:lnTo>
                  <a:lnTo>
                    <a:pt x="234" y="3594"/>
                  </a:lnTo>
                  <a:lnTo>
                    <a:pt x="94" y="3687"/>
                  </a:lnTo>
                  <a:lnTo>
                    <a:pt x="1" y="3780"/>
                  </a:lnTo>
                  <a:lnTo>
                    <a:pt x="1" y="3967"/>
                  </a:lnTo>
                  <a:lnTo>
                    <a:pt x="1" y="13021"/>
                  </a:lnTo>
                  <a:lnTo>
                    <a:pt x="1" y="13161"/>
                  </a:lnTo>
                  <a:lnTo>
                    <a:pt x="94" y="13301"/>
                  </a:lnTo>
                  <a:lnTo>
                    <a:pt x="234" y="13394"/>
                  </a:lnTo>
                  <a:lnTo>
                    <a:pt x="374" y="13441"/>
                  </a:lnTo>
                  <a:lnTo>
                    <a:pt x="7795" y="13441"/>
                  </a:lnTo>
                  <a:lnTo>
                    <a:pt x="7841" y="13301"/>
                  </a:lnTo>
                  <a:lnTo>
                    <a:pt x="7888" y="13021"/>
                  </a:lnTo>
                  <a:lnTo>
                    <a:pt x="7935" y="11901"/>
                  </a:lnTo>
                  <a:lnTo>
                    <a:pt x="7981" y="8494"/>
                  </a:lnTo>
                  <a:lnTo>
                    <a:pt x="7935" y="5087"/>
                  </a:lnTo>
                  <a:lnTo>
                    <a:pt x="7888" y="3967"/>
                  </a:lnTo>
                  <a:lnTo>
                    <a:pt x="7841" y="3640"/>
                  </a:lnTo>
                  <a:lnTo>
                    <a:pt x="7795" y="3547"/>
                  </a:lnTo>
                  <a:lnTo>
                    <a:pt x="5741" y="3547"/>
                  </a:lnTo>
                  <a:lnTo>
                    <a:pt x="5601" y="3500"/>
                  </a:lnTo>
                  <a:lnTo>
                    <a:pt x="5554" y="3407"/>
                  </a:lnTo>
                  <a:lnTo>
                    <a:pt x="5134" y="1960"/>
                  </a:lnTo>
                  <a:lnTo>
                    <a:pt x="5134" y="1867"/>
                  </a:lnTo>
                  <a:lnTo>
                    <a:pt x="5274" y="1540"/>
                  </a:lnTo>
                  <a:lnTo>
                    <a:pt x="5321" y="1354"/>
                  </a:lnTo>
                  <a:lnTo>
                    <a:pt x="5321" y="1167"/>
                  </a:lnTo>
                  <a:lnTo>
                    <a:pt x="5274" y="934"/>
                  </a:lnTo>
                  <a:lnTo>
                    <a:pt x="5228" y="700"/>
                  </a:lnTo>
                  <a:lnTo>
                    <a:pt x="5088" y="514"/>
                  </a:lnTo>
                  <a:lnTo>
                    <a:pt x="4948" y="327"/>
                  </a:lnTo>
                  <a:lnTo>
                    <a:pt x="4761" y="187"/>
                  </a:lnTo>
                  <a:lnTo>
                    <a:pt x="4574" y="94"/>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8" name="Google Shape;10368;p78"/>
            <p:cNvSpPr/>
            <p:nvPr/>
          </p:nvSpPr>
          <p:spPr>
            <a:xfrm>
              <a:off x="3348275" y="3532900"/>
              <a:ext cx="42025" cy="49025"/>
            </a:xfrm>
            <a:custGeom>
              <a:rect b="b" l="l" r="r" t="t"/>
              <a:pathLst>
                <a:path extrusionOk="0" h="1961" w="1681">
                  <a:moveTo>
                    <a:pt x="747" y="0"/>
                  </a:moveTo>
                  <a:lnTo>
                    <a:pt x="561" y="93"/>
                  </a:lnTo>
                  <a:lnTo>
                    <a:pt x="421" y="140"/>
                  </a:lnTo>
                  <a:lnTo>
                    <a:pt x="281" y="280"/>
                  </a:lnTo>
                  <a:lnTo>
                    <a:pt x="141" y="420"/>
                  </a:lnTo>
                  <a:lnTo>
                    <a:pt x="47" y="607"/>
                  </a:lnTo>
                  <a:lnTo>
                    <a:pt x="1" y="793"/>
                  </a:lnTo>
                  <a:lnTo>
                    <a:pt x="1" y="980"/>
                  </a:lnTo>
                  <a:lnTo>
                    <a:pt x="1" y="1167"/>
                  </a:lnTo>
                  <a:lnTo>
                    <a:pt x="47" y="1353"/>
                  </a:lnTo>
                  <a:lnTo>
                    <a:pt x="141" y="1493"/>
                  </a:lnTo>
                  <a:lnTo>
                    <a:pt x="281" y="1633"/>
                  </a:lnTo>
                  <a:lnTo>
                    <a:pt x="421" y="1773"/>
                  </a:lnTo>
                  <a:lnTo>
                    <a:pt x="561" y="1867"/>
                  </a:lnTo>
                  <a:lnTo>
                    <a:pt x="747" y="1913"/>
                  </a:lnTo>
                  <a:lnTo>
                    <a:pt x="981" y="1960"/>
                  </a:lnTo>
                  <a:lnTo>
                    <a:pt x="1167" y="1913"/>
                  </a:lnTo>
                  <a:lnTo>
                    <a:pt x="1307" y="1867"/>
                  </a:lnTo>
                  <a:lnTo>
                    <a:pt x="1447" y="1773"/>
                  </a:lnTo>
                  <a:lnTo>
                    <a:pt x="1541" y="1633"/>
                  </a:lnTo>
                  <a:lnTo>
                    <a:pt x="1587" y="1493"/>
                  </a:lnTo>
                  <a:lnTo>
                    <a:pt x="1681" y="1353"/>
                  </a:lnTo>
                  <a:lnTo>
                    <a:pt x="1681" y="980"/>
                  </a:lnTo>
                  <a:lnTo>
                    <a:pt x="1681" y="607"/>
                  </a:lnTo>
                  <a:lnTo>
                    <a:pt x="1587" y="420"/>
                  </a:lnTo>
                  <a:lnTo>
                    <a:pt x="1541" y="280"/>
                  </a:lnTo>
                  <a:lnTo>
                    <a:pt x="1447" y="140"/>
                  </a:lnTo>
                  <a:lnTo>
                    <a:pt x="1307" y="93"/>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9" name="Google Shape;10369;p78"/>
            <p:cNvSpPr/>
            <p:nvPr/>
          </p:nvSpPr>
          <p:spPr>
            <a:xfrm>
              <a:off x="3363450" y="3532900"/>
              <a:ext cx="32700" cy="49025"/>
            </a:xfrm>
            <a:custGeom>
              <a:rect b="b" l="l" r="r" t="t"/>
              <a:pathLst>
                <a:path extrusionOk="0" h="1961" w="1308">
                  <a:moveTo>
                    <a:pt x="187" y="0"/>
                  </a:moveTo>
                  <a:lnTo>
                    <a:pt x="0" y="47"/>
                  </a:lnTo>
                  <a:lnTo>
                    <a:pt x="280" y="187"/>
                  </a:lnTo>
                  <a:lnTo>
                    <a:pt x="467" y="420"/>
                  </a:lnTo>
                  <a:lnTo>
                    <a:pt x="607" y="653"/>
                  </a:lnTo>
                  <a:lnTo>
                    <a:pt x="654" y="980"/>
                  </a:lnTo>
                  <a:lnTo>
                    <a:pt x="607" y="1260"/>
                  </a:lnTo>
                  <a:lnTo>
                    <a:pt x="467" y="1540"/>
                  </a:lnTo>
                  <a:lnTo>
                    <a:pt x="280" y="1727"/>
                  </a:lnTo>
                  <a:lnTo>
                    <a:pt x="0" y="1867"/>
                  </a:lnTo>
                  <a:lnTo>
                    <a:pt x="187" y="1913"/>
                  </a:lnTo>
                  <a:lnTo>
                    <a:pt x="374" y="1960"/>
                  </a:lnTo>
                  <a:lnTo>
                    <a:pt x="560" y="1913"/>
                  </a:lnTo>
                  <a:lnTo>
                    <a:pt x="747" y="1867"/>
                  </a:lnTo>
                  <a:lnTo>
                    <a:pt x="887" y="1773"/>
                  </a:lnTo>
                  <a:lnTo>
                    <a:pt x="1027" y="1633"/>
                  </a:lnTo>
                  <a:lnTo>
                    <a:pt x="1167" y="1493"/>
                  </a:lnTo>
                  <a:lnTo>
                    <a:pt x="1260" y="1353"/>
                  </a:lnTo>
                  <a:lnTo>
                    <a:pt x="1307" y="1167"/>
                  </a:lnTo>
                  <a:lnTo>
                    <a:pt x="1307" y="980"/>
                  </a:lnTo>
                  <a:lnTo>
                    <a:pt x="1307" y="793"/>
                  </a:lnTo>
                  <a:lnTo>
                    <a:pt x="1260" y="607"/>
                  </a:lnTo>
                  <a:lnTo>
                    <a:pt x="1167" y="420"/>
                  </a:lnTo>
                  <a:lnTo>
                    <a:pt x="1027" y="280"/>
                  </a:lnTo>
                  <a:lnTo>
                    <a:pt x="887" y="140"/>
                  </a:lnTo>
                  <a:lnTo>
                    <a:pt x="747" y="93"/>
                  </a:lnTo>
                  <a:lnTo>
                    <a:pt x="56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0" name="Google Shape;10370;p78"/>
            <p:cNvSpPr/>
            <p:nvPr/>
          </p:nvSpPr>
          <p:spPr>
            <a:xfrm>
              <a:off x="3431125" y="3360225"/>
              <a:ext cx="26850" cy="247350"/>
            </a:xfrm>
            <a:custGeom>
              <a:rect b="b" l="l" r="r" t="t"/>
              <a:pathLst>
                <a:path extrusionOk="0" h="9894" w="1074">
                  <a:moveTo>
                    <a:pt x="0" y="0"/>
                  </a:moveTo>
                  <a:lnTo>
                    <a:pt x="140" y="47"/>
                  </a:lnTo>
                  <a:lnTo>
                    <a:pt x="280" y="140"/>
                  </a:lnTo>
                  <a:lnTo>
                    <a:pt x="374" y="233"/>
                  </a:lnTo>
                  <a:lnTo>
                    <a:pt x="374" y="420"/>
                  </a:lnTo>
                  <a:lnTo>
                    <a:pt x="374" y="9474"/>
                  </a:lnTo>
                  <a:lnTo>
                    <a:pt x="374" y="9614"/>
                  </a:lnTo>
                  <a:lnTo>
                    <a:pt x="280" y="9754"/>
                  </a:lnTo>
                  <a:lnTo>
                    <a:pt x="140" y="9847"/>
                  </a:lnTo>
                  <a:lnTo>
                    <a:pt x="0" y="9894"/>
                  </a:lnTo>
                  <a:lnTo>
                    <a:pt x="654" y="9894"/>
                  </a:lnTo>
                  <a:lnTo>
                    <a:pt x="840" y="9847"/>
                  </a:lnTo>
                  <a:lnTo>
                    <a:pt x="934" y="9754"/>
                  </a:lnTo>
                  <a:lnTo>
                    <a:pt x="1027" y="9614"/>
                  </a:lnTo>
                  <a:lnTo>
                    <a:pt x="1074" y="9474"/>
                  </a:lnTo>
                  <a:lnTo>
                    <a:pt x="1074" y="420"/>
                  </a:lnTo>
                  <a:lnTo>
                    <a:pt x="1027" y="233"/>
                  </a:lnTo>
                  <a:lnTo>
                    <a:pt x="934" y="140"/>
                  </a:lnTo>
                  <a:lnTo>
                    <a:pt x="840" y="47"/>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1" name="Google Shape;10371;p78"/>
            <p:cNvSpPr/>
            <p:nvPr/>
          </p:nvSpPr>
          <p:spPr>
            <a:xfrm>
              <a:off x="3398450" y="3332225"/>
              <a:ext cx="82850" cy="88675"/>
            </a:xfrm>
            <a:custGeom>
              <a:rect b="b" l="l" r="r" t="t"/>
              <a:pathLst>
                <a:path extrusionOk="0" h="3547" w="3314">
                  <a:moveTo>
                    <a:pt x="2567" y="0"/>
                  </a:moveTo>
                  <a:lnTo>
                    <a:pt x="2427" y="47"/>
                  </a:lnTo>
                  <a:lnTo>
                    <a:pt x="2334" y="93"/>
                  </a:lnTo>
                  <a:lnTo>
                    <a:pt x="0" y="2474"/>
                  </a:lnTo>
                  <a:lnTo>
                    <a:pt x="0" y="2614"/>
                  </a:lnTo>
                  <a:lnTo>
                    <a:pt x="840" y="3547"/>
                  </a:lnTo>
                  <a:lnTo>
                    <a:pt x="2101" y="2147"/>
                  </a:lnTo>
                  <a:lnTo>
                    <a:pt x="2987" y="1120"/>
                  </a:lnTo>
                  <a:lnTo>
                    <a:pt x="3221" y="793"/>
                  </a:lnTo>
                  <a:lnTo>
                    <a:pt x="3314" y="653"/>
                  </a:lnTo>
                  <a:lnTo>
                    <a:pt x="3314" y="607"/>
                  </a:lnTo>
                  <a:lnTo>
                    <a:pt x="2801" y="93"/>
                  </a:lnTo>
                  <a:lnTo>
                    <a:pt x="2707" y="47"/>
                  </a:lnTo>
                  <a:lnTo>
                    <a:pt x="256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2" name="Google Shape;10372;p78"/>
            <p:cNvSpPr/>
            <p:nvPr/>
          </p:nvSpPr>
          <p:spPr>
            <a:xfrm>
              <a:off x="3408950" y="3336875"/>
              <a:ext cx="74700" cy="84025"/>
            </a:xfrm>
            <a:custGeom>
              <a:rect b="b" l="l" r="r" t="t"/>
              <a:pathLst>
                <a:path extrusionOk="0" h="3361" w="2988">
                  <a:moveTo>
                    <a:pt x="2474" y="1"/>
                  </a:moveTo>
                  <a:lnTo>
                    <a:pt x="2521" y="94"/>
                  </a:lnTo>
                  <a:lnTo>
                    <a:pt x="2567" y="234"/>
                  </a:lnTo>
                  <a:lnTo>
                    <a:pt x="2521" y="374"/>
                  </a:lnTo>
                  <a:lnTo>
                    <a:pt x="2474" y="467"/>
                  </a:lnTo>
                  <a:lnTo>
                    <a:pt x="0" y="2941"/>
                  </a:lnTo>
                  <a:lnTo>
                    <a:pt x="420" y="3361"/>
                  </a:lnTo>
                  <a:lnTo>
                    <a:pt x="2894" y="887"/>
                  </a:lnTo>
                  <a:lnTo>
                    <a:pt x="2941" y="794"/>
                  </a:lnTo>
                  <a:lnTo>
                    <a:pt x="2987" y="654"/>
                  </a:lnTo>
                  <a:lnTo>
                    <a:pt x="2941" y="514"/>
                  </a:lnTo>
                  <a:lnTo>
                    <a:pt x="2894" y="421"/>
                  </a:lnTo>
                  <a:lnTo>
                    <a:pt x="24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3" name="Google Shape;10373;p78"/>
            <p:cNvSpPr/>
            <p:nvPr/>
          </p:nvSpPr>
          <p:spPr>
            <a:xfrm>
              <a:off x="3301600" y="3394050"/>
              <a:ext cx="134200" cy="119025"/>
            </a:xfrm>
            <a:custGeom>
              <a:rect b="b" l="l" r="r" t="t"/>
              <a:pathLst>
                <a:path extrusionOk="0" h="4761" w="5368">
                  <a:moveTo>
                    <a:pt x="3874" y="1"/>
                  </a:moveTo>
                  <a:lnTo>
                    <a:pt x="94" y="3781"/>
                  </a:lnTo>
                  <a:lnTo>
                    <a:pt x="48" y="3827"/>
                  </a:lnTo>
                  <a:lnTo>
                    <a:pt x="1" y="3921"/>
                  </a:lnTo>
                  <a:lnTo>
                    <a:pt x="48" y="4014"/>
                  </a:lnTo>
                  <a:lnTo>
                    <a:pt x="94" y="4061"/>
                  </a:lnTo>
                  <a:lnTo>
                    <a:pt x="328" y="4341"/>
                  </a:lnTo>
                  <a:lnTo>
                    <a:pt x="608" y="4574"/>
                  </a:lnTo>
                  <a:lnTo>
                    <a:pt x="934" y="4714"/>
                  </a:lnTo>
                  <a:lnTo>
                    <a:pt x="1261" y="4761"/>
                  </a:lnTo>
                  <a:lnTo>
                    <a:pt x="1588" y="4714"/>
                  </a:lnTo>
                  <a:lnTo>
                    <a:pt x="1914" y="4667"/>
                  </a:lnTo>
                  <a:lnTo>
                    <a:pt x="2241" y="4481"/>
                  </a:lnTo>
                  <a:lnTo>
                    <a:pt x="2521" y="4294"/>
                  </a:lnTo>
                  <a:lnTo>
                    <a:pt x="2848" y="4061"/>
                  </a:lnTo>
                  <a:lnTo>
                    <a:pt x="5041" y="1961"/>
                  </a:lnTo>
                  <a:lnTo>
                    <a:pt x="5275" y="1727"/>
                  </a:lnTo>
                  <a:lnTo>
                    <a:pt x="5368" y="1587"/>
                  </a:lnTo>
                  <a:lnTo>
                    <a:pt x="5368" y="1541"/>
                  </a:lnTo>
                  <a:lnTo>
                    <a:pt x="5321" y="1494"/>
                  </a:lnTo>
                  <a:lnTo>
                    <a:pt x="387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4" name="Google Shape;10374;p78"/>
            <p:cNvSpPr/>
            <p:nvPr/>
          </p:nvSpPr>
          <p:spPr>
            <a:xfrm>
              <a:off x="3313275" y="3532900"/>
              <a:ext cx="42025" cy="49025"/>
            </a:xfrm>
            <a:custGeom>
              <a:rect b="b" l="l" r="r" t="t"/>
              <a:pathLst>
                <a:path extrusionOk="0" h="1961" w="1681">
                  <a:moveTo>
                    <a:pt x="794" y="0"/>
                  </a:moveTo>
                  <a:lnTo>
                    <a:pt x="607" y="93"/>
                  </a:lnTo>
                  <a:lnTo>
                    <a:pt x="421" y="140"/>
                  </a:lnTo>
                  <a:lnTo>
                    <a:pt x="281" y="280"/>
                  </a:lnTo>
                  <a:lnTo>
                    <a:pt x="187" y="420"/>
                  </a:lnTo>
                  <a:lnTo>
                    <a:pt x="94" y="607"/>
                  </a:lnTo>
                  <a:lnTo>
                    <a:pt x="47" y="793"/>
                  </a:lnTo>
                  <a:lnTo>
                    <a:pt x="1" y="980"/>
                  </a:lnTo>
                  <a:lnTo>
                    <a:pt x="47" y="1167"/>
                  </a:lnTo>
                  <a:lnTo>
                    <a:pt x="94" y="1353"/>
                  </a:lnTo>
                  <a:lnTo>
                    <a:pt x="187" y="1493"/>
                  </a:lnTo>
                  <a:lnTo>
                    <a:pt x="281" y="1633"/>
                  </a:lnTo>
                  <a:lnTo>
                    <a:pt x="421" y="1773"/>
                  </a:lnTo>
                  <a:lnTo>
                    <a:pt x="607" y="1867"/>
                  </a:lnTo>
                  <a:lnTo>
                    <a:pt x="794" y="1913"/>
                  </a:lnTo>
                  <a:lnTo>
                    <a:pt x="981" y="1960"/>
                  </a:lnTo>
                  <a:lnTo>
                    <a:pt x="1167" y="1913"/>
                  </a:lnTo>
                  <a:lnTo>
                    <a:pt x="1307" y="1867"/>
                  </a:lnTo>
                  <a:lnTo>
                    <a:pt x="1447" y="1773"/>
                  </a:lnTo>
                  <a:lnTo>
                    <a:pt x="1541" y="1633"/>
                  </a:lnTo>
                  <a:lnTo>
                    <a:pt x="1634" y="1493"/>
                  </a:lnTo>
                  <a:lnTo>
                    <a:pt x="1681" y="1353"/>
                  </a:lnTo>
                  <a:lnTo>
                    <a:pt x="1681" y="980"/>
                  </a:lnTo>
                  <a:lnTo>
                    <a:pt x="1681" y="607"/>
                  </a:lnTo>
                  <a:lnTo>
                    <a:pt x="1634" y="420"/>
                  </a:lnTo>
                  <a:lnTo>
                    <a:pt x="1541" y="280"/>
                  </a:lnTo>
                  <a:lnTo>
                    <a:pt x="1447" y="140"/>
                  </a:lnTo>
                  <a:lnTo>
                    <a:pt x="1307" y="93"/>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5" name="Google Shape;10375;p78"/>
            <p:cNvSpPr/>
            <p:nvPr/>
          </p:nvSpPr>
          <p:spPr>
            <a:xfrm>
              <a:off x="3329625" y="3532900"/>
              <a:ext cx="32675" cy="49025"/>
            </a:xfrm>
            <a:custGeom>
              <a:rect b="b" l="l" r="r" t="t"/>
              <a:pathLst>
                <a:path extrusionOk="0" h="1961" w="1307">
                  <a:moveTo>
                    <a:pt x="140" y="0"/>
                  </a:moveTo>
                  <a:lnTo>
                    <a:pt x="0" y="47"/>
                  </a:lnTo>
                  <a:lnTo>
                    <a:pt x="233" y="187"/>
                  </a:lnTo>
                  <a:lnTo>
                    <a:pt x="420" y="420"/>
                  </a:lnTo>
                  <a:lnTo>
                    <a:pt x="560" y="653"/>
                  </a:lnTo>
                  <a:lnTo>
                    <a:pt x="607" y="980"/>
                  </a:lnTo>
                  <a:lnTo>
                    <a:pt x="560" y="1260"/>
                  </a:lnTo>
                  <a:lnTo>
                    <a:pt x="420" y="1540"/>
                  </a:lnTo>
                  <a:lnTo>
                    <a:pt x="233" y="1727"/>
                  </a:lnTo>
                  <a:lnTo>
                    <a:pt x="0" y="1867"/>
                  </a:lnTo>
                  <a:lnTo>
                    <a:pt x="140" y="1913"/>
                  </a:lnTo>
                  <a:lnTo>
                    <a:pt x="327" y="1960"/>
                  </a:lnTo>
                  <a:lnTo>
                    <a:pt x="513" y="1913"/>
                  </a:lnTo>
                  <a:lnTo>
                    <a:pt x="700" y="1867"/>
                  </a:lnTo>
                  <a:lnTo>
                    <a:pt x="887" y="1773"/>
                  </a:lnTo>
                  <a:lnTo>
                    <a:pt x="1027" y="1633"/>
                  </a:lnTo>
                  <a:lnTo>
                    <a:pt x="1120" y="1493"/>
                  </a:lnTo>
                  <a:lnTo>
                    <a:pt x="1213" y="1353"/>
                  </a:lnTo>
                  <a:lnTo>
                    <a:pt x="1260" y="1167"/>
                  </a:lnTo>
                  <a:lnTo>
                    <a:pt x="1307" y="980"/>
                  </a:lnTo>
                  <a:lnTo>
                    <a:pt x="1260" y="793"/>
                  </a:lnTo>
                  <a:lnTo>
                    <a:pt x="1213" y="607"/>
                  </a:lnTo>
                  <a:lnTo>
                    <a:pt x="1120" y="420"/>
                  </a:lnTo>
                  <a:lnTo>
                    <a:pt x="1027" y="280"/>
                  </a:lnTo>
                  <a:lnTo>
                    <a:pt x="887" y="140"/>
                  </a:lnTo>
                  <a:lnTo>
                    <a:pt x="700" y="93"/>
                  </a:lnTo>
                  <a:lnTo>
                    <a:pt x="5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6" name="Google Shape;10376;p78"/>
            <p:cNvSpPr/>
            <p:nvPr/>
          </p:nvSpPr>
          <p:spPr>
            <a:xfrm>
              <a:off x="3302775" y="3420875"/>
              <a:ext cx="134200" cy="95700"/>
            </a:xfrm>
            <a:custGeom>
              <a:rect b="b" l="l" r="r" t="t"/>
              <a:pathLst>
                <a:path extrusionOk="0" h="3828" w="5368">
                  <a:moveTo>
                    <a:pt x="4854" y="1"/>
                  </a:moveTo>
                  <a:lnTo>
                    <a:pt x="4947" y="94"/>
                  </a:lnTo>
                  <a:lnTo>
                    <a:pt x="4947" y="234"/>
                  </a:lnTo>
                  <a:lnTo>
                    <a:pt x="4947" y="328"/>
                  </a:lnTo>
                  <a:lnTo>
                    <a:pt x="4854" y="468"/>
                  </a:lnTo>
                  <a:lnTo>
                    <a:pt x="2474" y="2848"/>
                  </a:lnTo>
                  <a:lnTo>
                    <a:pt x="2194" y="3081"/>
                  </a:lnTo>
                  <a:lnTo>
                    <a:pt x="1914" y="3221"/>
                  </a:lnTo>
                  <a:lnTo>
                    <a:pt x="1587" y="3314"/>
                  </a:lnTo>
                  <a:lnTo>
                    <a:pt x="1261" y="3361"/>
                  </a:lnTo>
                  <a:lnTo>
                    <a:pt x="934" y="3361"/>
                  </a:lnTo>
                  <a:lnTo>
                    <a:pt x="607" y="3268"/>
                  </a:lnTo>
                  <a:lnTo>
                    <a:pt x="281" y="3174"/>
                  </a:lnTo>
                  <a:lnTo>
                    <a:pt x="1" y="2941"/>
                  </a:lnTo>
                  <a:lnTo>
                    <a:pt x="1" y="2941"/>
                  </a:lnTo>
                  <a:lnTo>
                    <a:pt x="47" y="2988"/>
                  </a:lnTo>
                  <a:lnTo>
                    <a:pt x="281" y="3268"/>
                  </a:lnTo>
                  <a:lnTo>
                    <a:pt x="561" y="3501"/>
                  </a:lnTo>
                  <a:lnTo>
                    <a:pt x="887" y="3688"/>
                  </a:lnTo>
                  <a:lnTo>
                    <a:pt x="1261" y="3781"/>
                  </a:lnTo>
                  <a:lnTo>
                    <a:pt x="1587" y="3828"/>
                  </a:lnTo>
                  <a:lnTo>
                    <a:pt x="1961" y="3781"/>
                  </a:lnTo>
                  <a:lnTo>
                    <a:pt x="2287" y="3688"/>
                  </a:lnTo>
                  <a:lnTo>
                    <a:pt x="2614" y="3501"/>
                  </a:lnTo>
                  <a:lnTo>
                    <a:pt x="2894" y="3268"/>
                  </a:lnTo>
                  <a:lnTo>
                    <a:pt x="5274" y="888"/>
                  </a:lnTo>
                  <a:lnTo>
                    <a:pt x="5368" y="748"/>
                  </a:lnTo>
                  <a:lnTo>
                    <a:pt x="5368" y="654"/>
                  </a:lnTo>
                  <a:lnTo>
                    <a:pt x="5368" y="514"/>
                  </a:lnTo>
                  <a:lnTo>
                    <a:pt x="5274" y="421"/>
                  </a:lnTo>
                  <a:lnTo>
                    <a:pt x="48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77" name="Google Shape;10377;p78"/>
          <p:cNvGrpSpPr/>
          <p:nvPr/>
        </p:nvGrpSpPr>
        <p:grpSpPr>
          <a:xfrm>
            <a:off x="5137209" y="1523950"/>
            <a:ext cx="290525" cy="336025"/>
            <a:chOff x="4743675" y="3271550"/>
            <a:chExt cx="290525" cy="336025"/>
          </a:xfrm>
        </p:grpSpPr>
        <p:sp>
          <p:nvSpPr>
            <p:cNvPr id="10378" name="Google Shape;10378;p78"/>
            <p:cNvSpPr/>
            <p:nvPr/>
          </p:nvSpPr>
          <p:spPr>
            <a:xfrm>
              <a:off x="4929175" y="3271550"/>
              <a:ext cx="105025" cy="101525"/>
            </a:xfrm>
            <a:custGeom>
              <a:rect b="b" l="l" r="r" t="t"/>
              <a:pathLst>
                <a:path extrusionOk="0" h="4061" w="4201">
                  <a:moveTo>
                    <a:pt x="2940" y="0"/>
                  </a:moveTo>
                  <a:lnTo>
                    <a:pt x="2847" y="94"/>
                  </a:lnTo>
                  <a:lnTo>
                    <a:pt x="0" y="2894"/>
                  </a:lnTo>
                  <a:lnTo>
                    <a:pt x="187" y="3967"/>
                  </a:lnTo>
                  <a:lnTo>
                    <a:pt x="1167" y="4060"/>
                  </a:lnTo>
                  <a:lnTo>
                    <a:pt x="4107" y="1354"/>
                  </a:lnTo>
                  <a:lnTo>
                    <a:pt x="4200" y="1260"/>
                  </a:lnTo>
                  <a:lnTo>
                    <a:pt x="4200" y="1167"/>
                  </a:lnTo>
                  <a:lnTo>
                    <a:pt x="4200" y="1027"/>
                  </a:lnTo>
                  <a:lnTo>
                    <a:pt x="4107" y="934"/>
                  </a:lnTo>
                  <a:lnTo>
                    <a:pt x="3267" y="94"/>
                  </a:lnTo>
                  <a:lnTo>
                    <a:pt x="317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9" name="Google Shape;10379;p78"/>
            <p:cNvSpPr/>
            <p:nvPr/>
          </p:nvSpPr>
          <p:spPr>
            <a:xfrm>
              <a:off x="4950175" y="3285550"/>
              <a:ext cx="84025" cy="91025"/>
            </a:xfrm>
            <a:custGeom>
              <a:rect b="b" l="l" r="r" t="t"/>
              <a:pathLst>
                <a:path extrusionOk="0" h="3641" w="3361">
                  <a:moveTo>
                    <a:pt x="2894" y="0"/>
                  </a:moveTo>
                  <a:lnTo>
                    <a:pt x="2894" y="0"/>
                  </a:lnTo>
                  <a:lnTo>
                    <a:pt x="2894" y="0"/>
                  </a:lnTo>
                  <a:close/>
                  <a:moveTo>
                    <a:pt x="2894" y="0"/>
                  </a:moveTo>
                  <a:lnTo>
                    <a:pt x="2894" y="94"/>
                  </a:lnTo>
                  <a:lnTo>
                    <a:pt x="2894" y="234"/>
                  </a:lnTo>
                  <a:lnTo>
                    <a:pt x="2800" y="327"/>
                  </a:lnTo>
                  <a:lnTo>
                    <a:pt x="0" y="3174"/>
                  </a:lnTo>
                  <a:lnTo>
                    <a:pt x="0" y="3594"/>
                  </a:lnTo>
                  <a:lnTo>
                    <a:pt x="467" y="3640"/>
                  </a:lnTo>
                  <a:lnTo>
                    <a:pt x="3267" y="794"/>
                  </a:lnTo>
                  <a:lnTo>
                    <a:pt x="3360" y="700"/>
                  </a:lnTo>
                  <a:lnTo>
                    <a:pt x="3360" y="607"/>
                  </a:lnTo>
                  <a:lnTo>
                    <a:pt x="3360" y="467"/>
                  </a:lnTo>
                  <a:lnTo>
                    <a:pt x="3267" y="374"/>
                  </a:lnTo>
                  <a:lnTo>
                    <a:pt x="28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0" name="Google Shape;10380;p78"/>
            <p:cNvSpPr/>
            <p:nvPr/>
          </p:nvSpPr>
          <p:spPr>
            <a:xfrm>
              <a:off x="4898825" y="3343875"/>
              <a:ext cx="63025" cy="67700"/>
            </a:xfrm>
            <a:custGeom>
              <a:rect b="b" l="l" r="r" t="t"/>
              <a:pathLst>
                <a:path extrusionOk="0" h="2708" w="2521">
                  <a:moveTo>
                    <a:pt x="1214" y="1"/>
                  </a:moveTo>
                  <a:lnTo>
                    <a:pt x="234" y="1027"/>
                  </a:lnTo>
                  <a:lnTo>
                    <a:pt x="1" y="1727"/>
                  </a:lnTo>
                  <a:lnTo>
                    <a:pt x="841" y="2708"/>
                  </a:lnTo>
                  <a:lnTo>
                    <a:pt x="2521" y="1307"/>
                  </a:lnTo>
                  <a:lnTo>
                    <a:pt x="12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1" name="Google Shape;10381;p78"/>
            <p:cNvSpPr/>
            <p:nvPr/>
          </p:nvSpPr>
          <p:spPr>
            <a:xfrm>
              <a:off x="4911675" y="3364875"/>
              <a:ext cx="50175" cy="49025"/>
            </a:xfrm>
            <a:custGeom>
              <a:rect b="b" l="l" r="r" t="t"/>
              <a:pathLst>
                <a:path extrusionOk="0" h="1961" w="2007">
                  <a:moveTo>
                    <a:pt x="1540" y="1"/>
                  </a:moveTo>
                  <a:lnTo>
                    <a:pt x="0" y="1494"/>
                  </a:lnTo>
                  <a:lnTo>
                    <a:pt x="514" y="1961"/>
                  </a:lnTo>
                  <a:lnTo>
                    <a:pt x="2007" y="467"/>
                  </a:lnTo>
                  <a:lnTo>
                    <a:pt x="15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2" name="Google Shape;10382;p78"/>
            <p:cNvSpPr/>
            <p:nvPr/>
          </p:nvSpPr>
          <p:spPr>
            <a:xfrm>
              <a:off x="4743675" y="3369550"/>
              <a:ext cx="221675" cy="204200"/>
            </a:xfrm>
            <a:custGeom>
              <a:rect b="b" l="l" r="r" t="t"/>
              <a:pathLst>
                <a:path extrusionOk="0" h="8168" w="8867">
                  <a:moveTo>
                    <a:pt x="6440" y="0"/>
                  </a:moveTo>
                  <a:lnTo>
                    <a:pt x="93" y="6301"/>
                  </a:lnTo>
                  <a:lnTo>
                    <a:pt x="47" y="6394"/>
                  </a:lnTo>
                  <a:lnTo>
                    <a:pt x="0" y="6534"/>
                  </a:lnTo>
                  <a:lnTo>
                    <a:pt x="47" y="6627"/>
                  </a:lnTo>
                  <a:lnTo>
                    <a:pt x="93" y="6767"/>
                  </a:lnTo>
                  <a:lnTo>
                    <a:pt x="1120" y="7794"/>
                  </a:lnTo>
                  <a:lnTo>
                    <a:pt x="2800" y="8167"/>
                  </a:lnTo>
                  <a:lnTo>
                    <a:pt x="2940" y="8121"/>
                  </a:lnTo>
                  <a:lnTo>
                    <a:pt x="3173" y="7934"/>
                  </a:lnTo>
                  <a:lnTo>
                    <a:pt x="3920" y="7327"/>
                  </a:lnTo>
                  <a:lnTo>
                    <a:pt x="4900" y="6441"/>
                  </a:lnTo>
                  <a:lnTo>
                    <a:pt x="6020" y="5367"/>
                  </a:lnTo>
                  <a:lnTo>
                    <a:pt x="8027" y="3407"/>
                  </a:lnTo>
                  <a:lnTo>
                    <a:pt x="8680" y="2707"/>
                  </a:lnTo>
                  <a:lnTo>
                    <a:pt x="8820" y="2521"/>
                  </a:lnTo>
                  <a:lnTo>
                    <a:pt x="8867" y="2427"/>
                  </a:lnTo>
                  <a:lnTo>
                    <a:pt x="644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3" name="Google Shape;10383;p78"/>
            <p:cNvSpPr/>
            <p:nvPr/>
          </p:nvSpPr>
          <p:spPr>
            <a:xfrm>
              <a:off x="4771675" y="3433725"/>
              <a:ext cx="225200" cy="168025"/>
            </a:xfrm>
            <a:custGeom>
              <a:rect b="b" l="l" r="r" t="t"/>
              <a:pathLst>
                <a:path extrusionOk="0" h="6721" w="9008">
                  <a:moveTo>
                    <a:pt x="7887" y="0"/>
                  </a:moveTo>
                  <a:lnTo>
                    <a:pt x="7934" y="94"/>
                  </a:lnTo>
                  <a:lnTo>
                    <a:pt x="7980" y="234"/>
                  </a:lnTo>
                  <a:lnTo>
                    <a:pt x="7934" y="327"/>
                  </a:lnTo>
                  <a:lnTo>
                    <a:pt x="7887" y="467"/>
                  </a:lnTo>
                  <a:lnTo>
                    <a:pt x="4994" y="2567"/>
                  </a:lnTo>
                  <a:lnTo>
                    <a:pt x="2987" y="4994"/>
                  </a:lnTo>
                  <a:lnTo>
                    <a:pt x="2660" y="5274"/>
                  </a:lnTo>
                  <a:lnTo>
                    <a:pt x="2287" y="5507"/>
                  </a:lnTo>
                  <a:lnTo>
                    <a:pt x="1913" y="5647"/>
                  </a:lnTo>
                  <a:lnTo>
                    <a:pt x="1493" y="5740"/>
                  </a:lnTo>
                  <a:lnTo>
                    <a:pt x="1120" y="5740"/>
                  </a:lnTo>
                  <a:lnTo>
                    <a:pt x="747" y="5647"/>
                  </a:lnTo>
                  <a:lnTo>
                    <a:pt x="373" y="5460"/>
                  </a:lnTo>
                  <a:lnTo>
                    <a:pt x="0" y="5227"/>
                  </a:lnTo>
                  <a:lnTo>
                    <a:pt x="1120" y="6300"/>
                  </a:lnTo>
                  <a:lnTo>
                    <a:pt x="1260" y="6440"/>
                  </a:lnTo>
                  <a:lnTo>
                    <a:pt x="1447" y="6534"/>
                  </a:lnTo>
                  <a:lnTo>
                    <a:pt x="1633" y="6627"/>
                  </a:lnTo>
                  <a:lnTo>
                    <a:pt x="1820" y="6674"/>
                  </a:lnTo>
                  <a:lnTo>
                    <a:pt x="2193" y="6720"/>
                  </a:lnTo>
                  <a:lnTo>
                    <a:pt x="2613" y="6674"/>
                  </a:lnTo>
                  <a:lnTo>
                    <a:pt x="2987" y="6534"/>
                  </a:lnTo>
                  <a:lnTo>
                    <a:pt x="3407" y="6300"/>
                  </a:lnTo>
                  <a:lnTo>
                    <a:pt x="3734" y="6067"/>
                  </a:lnTo>
                  <a:lnTo>
                    <a:pt x="4107" y="5740"/>
                  </a:lnTo>
                  <a:lnTo>
                    <a:pt x="8354" y="1634"/>
                  </a:lnTo>
                  <a:lnTo>
                    <a:pt x="8774" y="1354"/>
                  </a:lnTo>
                  <a:lnTo>
                    <a:pt x="8960" y="1214"/>
                  </a:lnTo>
                  <a:lnTo>
                    <a:pt x="9007" y="1120"/>
                  </a:lnTo>
                  <a:lnTo>
                    <a:pt x="8960" y="1074"/>
                  </a:lnTo>
                  <a:lnTo>
                    <a:pt x="78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4" name="Google Shape;10384;p78"/>
            <p:cNvSpPr/>
            <p:nvPr/>
          </p:nvSpPr>
          <p:spPr>
            <a:xfrm>
              <a:off x="4786825" y="3448875"/>
              <a:ext cx="211200" cy="158700"/>
            </a:xfrm>
            <a:custGeom>
              <a:rect b="b" l="l" r="r" t="t"/>
              <a:pathLst>
                <a:path extrusionOk="0" h="6348" w="8448">
                  <a:moveTo>
                    <a:pt x="7888" y="1"/>
                  </a:moveTo>
                  <a:lnTo>
                    <a:pt x="7934" y="94"/>
                  </a:lnTo>
                  <a:lnTo>
                    <a:pt x="7981" y="234"/>
                  </a:lnTo>
                  <a:lnTo>
                    <a:pt x="7934" y="328"/>
                  </a:lnTo>
                  <a:lnTo>
                    <a:pt x="7888" y="468"/>
                  </a:lnTo>
                  <a:lnTo>
                    <a:pt x="3128" y="5228"/>
                  </a:lnTo>
                  <a:lnTo>
                    <a:pt x="2801" y="5508"/>
                  </a:lnTo>
                  <a:lnTo>
                    <a:pt x="2381" y="5694"/>
                  </a:lnTo>
                  <a:lnTo>
                    <a:pt x="2007" y="5834"/>
                  </a:lnTo>
                  <a:lnTo>
                    <a:pt x="1167" y="5834"/>
                  </a:lnTo>
                  <a:lnTo>
                    <a:pt x="747" y="5694"/>
                  </a:lnTo>
                  <a:lnTo>
                    <a:pt x="374" y="5508"/>
                  </a:lnTo>
                  <a:lnTo>
                    <a:pt x="1" y="5228"/>
                  </a:lnTo>
                  <a:lnTo>
                    <a:pt x="1" y="5228"/>
                  </a:lnTo>
                  <a:lnTo>
                    <a:pt x="514" y="5694"/>
                  </a:lnTo>
                  <a:lnTo>
                    <a:pt x="841" y="5974"/>
                  </a:lnTo>
                  <a:lnTo>
                    <a:pt x="1214" y="6161"/>
                  </a:lnTo>
                  <a:lnTo>
                    <a:pt x="1634" y="6301"/>
                  </a:lnTo>
                  <a:lnTo>
                    <a:pt x="2054" y="6348"/>
                  </a:lnTo>
                  <a:lnTo>
                    <a:pt x="2474" y="6301"/>
                  </a:lnTo>
                  <a:lnTo>
                    <a:pt x="2894" y="6161"/>
                  </a:lnTo>
                  <a:lnTo>
                    <a:pt x="3268" y="5974"/>
                  </a:lnTo>
                  <a:lnTo>
                    <a:pt x="3594" y="5694"/>
                  </a:lnTo>
                  <a:lnTo>
                    <a:pt x="8354" y="934"/>
                  </a:lnTo>
                  <a:lnTo>
                    <a:pt x="8448" y="841"/>
                  </a:lnTo>
                  <a:lnTo>
                    <a:pt x="8448" y="701"/>
                  </a:lnTo>
                  <a:lnTo>
                    <a:pt x="8448" y="561"/>
                  </a:lnTo>
                  <a:lnTo>
                    <a:pt x="8354" y="468"/>
                  </a:lnTo>
                  <a:lnTo>
                    <a:pt x="788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5" name="Google Shape;10385;p78"/>
            <p:cNvSpPr/>
            <p:nvPr/>
          </p:nvSpPr>
          <p:spPr>
            <a:xfrm>
              <a:off x="4760000" y="3422050"/>
              <a:ext cx="211200" cy="157525"/>
            </a:xfrm>
            <a:custGeom>
              <a:rect b="b" l="l" r="r" t="t"/>
              <a:pathLst>
                <a:path extrusionOk="0" h="6301" w="8448">
                  <a:moveTo>
                    <a:pt x="7887" y="1"/>
                  </a:moveTo>
                  <a:lnTo>
                    <a:pt x="7934" y="94"/>
                  </a:lnTo>
                  <a:lnTo>
                    <a:pt x="7981" y="187"/>
                  </a:lnTo>
                  <a:lnTo>
                    <a:pt x="7934" y="327"/>
                  </a:lnTo>
                  <a:lnTo>
                    <a:pt x="7887" y="421"/>
                  </a:lnTo>
                  <a:lnTo>
                    <a:pt x="3127" y="5181"/>
                  </a:lnTo>
                  <a:lnTo>
                    <a:pt x="2754" y="5461"/>
                  </a:lnTo>
                  <a:lnTo>
                    <a:pt x="2380" y="5694"/>
                  </a:lnTo>
                  <a:lnTo>
                    <a:pt x="1960" y="5787"/>
                  </a:lnTo>
                  <a:lnTo>
                    <a:pt x="1540" y="5834"/>
                  </a:lnTo>
                  <a:lnTo>
                    <a:pt x="1120" y="5787"/>
                  </a:lnTo>
                  <a:lnTo>
                    <a:pt x="747" y="5694"/>
                  </a:lnTo>
                  <a:lnTo>
                    <a:pt x="374" y="5461"/>
                  </a:lnTo>
                  <a:lnTo>
                    <a:pt x="0" y="5181"/>
                  </a:lnTo>
                  <a:lnTo>
                    <a:pt x="467" y="5694"/>
                  </a:lnTo>
                  <a:lnTo>
                    <a:pt x="840" y="5974"/>
                  </a:lnTo>
                  <a:lnTo>
                    <a:pt x="1214" y="6161"/>
                  </a:lnTo>
                  <a:lnTo>
                    <a:pt x="1634" y="6301"/>
                  </a:lnTo>
                  <a:lnTo>
                    <a:pt x="2474" y="6301"/>
                  </a:lnTo>
                  <a:lnTo>
                    <a:pt x="2847" y="6161"/>
                  </a:lnTo>
                  <a:lnTo>
                    <a:pt x="3267" y="5974"/>
                  </a:lnTo>
                  <a:lnTo>
                    <a:pt x="3594" y="5694"/>
                  </a:lnTo>
                  <a:lnTo>
                    <a:pt x="8354" y="934"/>
                  </a:lnTo>
                  <a:lnTo>
                    <a:pt x="8401" y="794"/>
                  </a:lnTo>
                  <a:lnTo>
                    <a:pt x="8447" y="701"/>
                  </a:lnTo>
                  <a:lnTo>
                    <a:pt x="8401" y="561"/>
                  </a:lnTo>
                  <a:lnTo>
                    <a:pt x="8354" y="467"/>
                  </a:lnTo>
                  <a:lnTo>
                    <a:pt x="788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86" name="Google Shape;10386;p78"/>
          <p:cNvGrpSpPr/>
          <p:nvPr/>
        </p:nvGrpSpPr>
        <p:grpSpPr>
          <a:xfrm>
            <a:off x="5168696" y="2684863"/>
            <a:ext cx="227550" cy="336025"/>
            <a:chOff x="5521850" y="3271550"/>
            <a:chExt cx="227550" cy="336025"/>
          </a:xfrm>
        </p:grpSpPr>
        <p:sp>
          <p:nvSpPr>
            <p:cNvPr id="10387" name="Google Shape;10387;p78"/>
            <p:cNvSpPr/>
            <p:nvPr/>
          </p:nvSpPr>
          <p:spPr>
            <a:xfrm>
              <a:off x="5612850" y="3391725"/>
              <a:ext cx="130700" cy="180850"/>
            </a:xfrm>
            <a:custGeom>
              <a:rect b="b" l="l" r="r" t="t"/>
              <a:pathLst>
                <a:path extrusionOk="0" h="7234" w="5228">
                  <a:moveTo>
                    <a:pt x="2754" y="0"/>
                  </a:moveTo>
                  <a:lnTo>
                    <a:pt x="2381" y="140"/>
                  </a:lnTo>
                  <a:lnTo>
                    <a:pt x="2008" y="327"/>
                  </a:lnTo>
                  <a:lnTo>
                    <a:pt x="1728" y="560"/>
                  </a:lnTo>
                  <a:lnTo>
                    <a:pt x="1494" y="840"/>
                  </a:lnTo>
                  <a:lnTo>
                    <a:pt x="1308" y="1167"/>
                  </a:lnTo>
                  <a:lnTo>
                    <a:pt x="1168" y="1540"/>
                  </a:lnTo>
                  <a:lnTo>
                    <a:pt x="1168" y="1914"/>
                  </a:lnTo>
                  <a:lnTo>
                    <a:pt x="1214" y="2334"/>
                  </a:lnTo>
                  <a:lnTo>
                    <a:pt x="1308" y="2707"/>
                  </a:lnTo>
                  <a:lnTo>
                    <a:pt x="1541" y="3080"/>
                  </a:lnTo>
                  <a:lnTo>
                    <a:pt x="1774" y="3360"/>
                  </a:lnTo>
                  <a:lnTo>
                    <a:pt x="1401" y="3407"/>
                  </a:lnTo>
                  <a:lnTo>
                    <a:pt x="1074" y="3547"/>
                  </a:lnTo>
                  <a:lnTo>
                    <a:pt x="748" y="3734"/>
                  </a:lnTo>
                  <a:lnTo>
                    <a:pt x="514" y="3967"/>
                  </a:lnTo>
                  <a:lnTo>
                    <a:pt x="281" y="4247"/>
                  </a:lnTo>
                  <a:lnTo>
                    <a:pt x="94" y="4574"/>
                  </a:lnTo>
                  <a:lnTo>
                    <a:pt x="1" y="4947"/>
                  </a:lnTo>
                  <a:lnTo>
                    <a:pt x="1" y="5320"/>
                  </a:lnTo>
                  <a:lnTo>
                    <a:pt x="1" y="5694"/>
                  </a:lnTo>
                  <a:lnTo>
                    <a:pt x="141" y="6020"/>
                  </a:lnTo>
                  <a:lnTo>
                    <a:pt x="281" y="6347"/>
                  </a:lnTo>
                  <a:lnTo>
                    <a:pt x="514" y="6627"/>
                  </a:lnTo>
                  <a:lnTo>
                    <a:pt x="794" y="6860"/>
                  </a:lnTo>
                  <a:lnTo>
                    <a:pt x="1121" y="7047"/>
                  </a:lnTo>
                  <a:lnTo>
                    <a:pt x="1494" y="7187"/>
                  </a:lnTo>
                  <a:lnTo>
                    <a:pt x="1868" y="7234"/>
                  </a:lnTo>
                  <a:lnTo>
                    <a:pt x="2148" y="7234"/>
                  </a:lnTo>
                  <a:lnTo>
                    <a:pt x="2428" y="7140"/>
                  </a:lnTo>
                  <a:lnTo>
                    <a:pt x="2661" y="7047"/>
                  </a:lnTo>
                  <a:lnTo>
                    <a:pt x="2894" y="6907"/>
                  </a:lnTo>
                  <a:lnTo>
                    <a:pt x="3128" y="6767"/>
                  </a:lnTo>
                  <a:lnTo>
                    <a:pt x="3314" y="6580"/>
                  </a:lnTo>
                  <a:lnTo>
                    <a:pt x="3454" y="6347"/>
                  </a:lnTo>
                  <a:lnTo>
                    <a:pt x="3594" y="6114"/>
                  </a:lnTo>
                  <a:lnTo>
                    <a:pt x="3688" y="6114"/>
                  </a:lnTo>
                  <a:lnTo>
                    <a:pt x="4061" y="6020"/>
                  </a:lnTo>
                  <a:lnTo>
                    <a:pt x="4341" y="5880"/>
                  </a:lnTo>
                  <a:lnTo>
                    <a:pt x="4621" y="5694"/>
                  </a:lnTo>
                  <a:lnTo>
                    <a:pt x="4808" y="5414"/>
                  </a:lnTo>
                  <a:lnTo>
                    <a:pt x="4994" y="5134"/>
                  </a:lnTo>
                  <a:lnTo>
                    <a:pt x="5134" y="4807"/>
                  </a:lnTo>
                  <a:lnTo>
                    <a:pt x="5181" y="4434"/>
                  </a:lnTo>
                  <a:lnTo>
                    <a:pt x="5228" y="4060"/>
                  </a:lnTo>
                  <a:lnTo>
                    <a:pt x="5181" y="3687"/>
                  </a:lnTo>
                  <a:lnTo>
                    <a:pt x="5041" y="3407"/>
                  </a:lnTo>
                  <a:lnTo>
                    <a:pt x="4854" y="3174"/>
                  </a:lnTo>
                  <a:lnTo>
                    <a:pt x="4621" y="2940"/>
                  </a:lnTo>
                  <a:lnTo>
                    <a:pt x="4621" y="2754"/>
                  </a:lnTo>
                  <a:lnTo>
                    <a:pt x="4621" y="2614"/>
                  </a:lnTo>
                  <a:lnTo>
                    <a:pt x="4714" y="2334"/>
                  </a:lnTo>
                  <a:lnTo>
                    <a:pt x="4714" y="2007"/>
                  </a:lnTo>
                  <a:lnTo>
                    <a:pt x="4714" y="1587"/>
                  </a:lnTo>
                  <a:lnTo>
                    <a:pt x="4621" y="1260"/>
                  </a:lnTo>
                  <a:lnTo>
                    <a:pt x="4481" y="887"/>
                  </a:lnTo>
                  <a:lnTo>
                    <a:pt x="4294" y="607"/>
                  </a:lnTo>
                  <a:lnTo>
                    <a:pt x="4061" y="374"/>
                  </a:lnTo>
                  <a:lnTo>
                    <a:pt x="3828" y="187"/>
                  </a:lnTo>
                  <a:lnTo>
                    <a:pt x="3501" y="47"/>
                  </a:lnTo>
                  <a:lnTo>
                    <a:pt x="31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8" name="Google Shape;10388;p78"/>
            <p:cNvSpPr/>
            <p:nvPr/>
          </p:nvSpPr>
          <p:spPr>
            <a:xfrm>
              <a:off x="5626850" y="3271550"/>
              <a:ext cx="60700" cy="159850"/>
            </a:xfrm>
            <a:custGeom>
              <a:rect b="b" l="l" r="r" t="t"/>
              <a:pathLst>
                <a:path extrusionOk="0" h="6394" w="2428">
                  <a:moveTo>
                    <a:pt x="1121" y="0"/>
                  </a:moveTo>
                  <a:lnTo>
                    <a:pt x="1028" y="47"/>
                  </a:lnTo>
                  <a:lnTo>
                    <a:pt x="934" y="140"/>
                  </a:lnTo>
                  <a:lnTo>
                    <a:pt x="841" y="234"/>
                  </a:lnTo>
                  <a:lnTo>
                    <a:pt x="841" y="374"/>
                  </a:lnTo>
                  <a:lnTo>
                    <a:pt x="841" y="1027"/>
                  </a:lnTo>
                  <a:lnTo>
                    <a:pt x="794" y="1727"/>
                  </a:lnTo>
                  <a:lnTo>
                    <a:pt x="701" y="2427"/>
                  </a:lnTo>
                  <a:lnTo>
                    <a:pt x="654" y="3127"/>
                  </a:lnTo>
                  <a:lnTo>
                    <a:pt x="514" y="3780"/>
                  </a:lnTo>
                  <a:lnTo>
                    <a:pt x="374" y="4480"/>
                  </a:lnTo>
                  <a:lnTo>
                    <a:pt x="188" y="5134"/>
                  </a:lnTo>
                  <a:lnTo>
                    <a:pt x="1" y="5787"/>
                  </a:lnTo>
                  <a:lnTo>
                    <a:pt x="1774" y="6394"/>
                  </a:lnTo>
                  <a:lnTo>
                    <a:pt x="1961" y="5647"/>
                  </a:lnTo>
                  <a:lnTo>
                    <a:pt x="2148" y="4947"/>
                  </a:lnTo>
                  <a:lnTo>
                    <a:pt x="2241" y="4247"/>
                  </a:lnTo>
                  <a:lnTo>
                    <a:pt x="2334" y="3547"/>
                  </a:lnTo>
                  <a:lnTo>
                    <a:pt x="2381" y="2100"/>
                  </a:lnTo>
                  <a:lnTo>
                    <a:pt x="2381" y="607"/>
                  </a:lnTo>
                  <a:lnTo>
                    <a:pt x="2428" y="234"/>
                  </a:lnTo>
                  <a:lnTo>
                    <a:pt x="2428" y="47"/>
                  </a:lnTo>
                  <a:lnTo>
                    <a:pt x="242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9" name="Google Shape;10389;p78"/>
            <p:cNvSpPr/>
            <p:nvPr/>
          </p:nvSpPr>
          <p:spPr>
            <a:xfrm>
              <a:off x="5652525" y="3391725"/>
              <a:ext cx="96875" cy="180850"/>
            </a:xfrm>
            <a:custGeom>
              <a:rect b="b" l="l" r="r" t="t"/>
              <a:pathLst>
                <a:path extrusionOk="0" h="7234" w="3875">
                  <a:moveTo>
                    <a:pt x="1167" y="0"/>
                  </a:moveTo>
                  <a:lnTo>
                    <a:pt x="1494" y="94"/>
                  </a:lnTo>
                  <a:lnTo>
                    <a:pt x="1774" y="234"/>
                  </a:lnTo>
                  <a:lnTo>
                    <a:pt x="2054" y="420"/>
                  </a:lnTo>
                  <a:lnTo>
                    <a:pt x="2287" y="654"/>
                  </a:lnTo>
                  <a:lnTo>
                    <a:pt x="2474" y="934"/>
                  </a:lnTo>
                  <a:lnTo>
                    <a:pt x="2614" y="1214"/>
                  </a:lnTo>
                  <a:lnTo>
                    <a:pt x="2707" y="1540"/>
                  </a:lnTo>
                  <a:lnTo>
                    <a:pt x="2754" y="1867"/>
                  </a:lnTo>
                  <a:lnTo>
                    <a:pt x="2707" y="2287"/>
                  </a:lnTo>
                  <a:lnTo>
                    <a:pt x="2614" y="2707"/>
                  </a:lnTo>
                  <a:lnTo>
                    <a:pt x="2567" y="2754"/>
                  </a:lnTo>
                  <a:lnTo>
                    <a:pt x="2614" y="2800"/>
                  </a:lnTo>
                  <a:lnTo>
                    <a:pt x="2847" y="3127"/>
                  </a:lnTo>
                  <a:lnTo>
                    <a:pt x="3034" y="3454"/>
                  </a:lnTo>
                  <a:lnTo>
                    <a:pt x="3174" y="3827"/>
                  </a:lnTo>
                  <a:lnTo>
                    <a:pt x="3221" y="4200"/>
                  </a:lnTo>
                  <a:lnTo>
                    <a:pt x="3174" y="4574"/>
                  </a:lnTo>
                  <a:lnTo>
                    <a:pt x="3081" y="4900"/>
                  </a:lnTo>
                  <a:lnTo>
                    <a:pt x="2894" y="5227"/>
                  </a:lnTo>
                  <a:lnTo>
                    <a:pt x="2707" y="5507"/>
                  </a:lnTo>
                  <a:lnTo>
                    <a:pt x="2427" y="5740"/>
                  </a:lnTo>
                  <a:lnTo>
                    <a:pt x="2147" y="5927"/>
                  </a:lnTo>
                  <a:lnTo>
                    <a:pt x="1821" y="6067"/>
                  </a:lnTo>
                  <a:lnTo>
                    <a:pt x="1447" y="6114"/>
                  </a:lnTo>
                  <a:lnTo>
                    <a:pt x="1354" y="6207"/>
                  </a:lnTo>
                  <a:lnTo>
                    <a:pt x="1121" y="6534"/>
                  </a:lnTo>
                  <a:lnTo>
                    <a:pt x="794" y="6860"/>
                  </a:lnTo>
                  <a:lnTo>
                    <a:pt x="421" y="7094"/>
                  </a:lnTo>
                  <a:lnTo>
                    <a:pt x="1" y="7187"/>
                  </a:lnTo>
                  <a:lnTo>
                    <a:pt x="281" y="7234"/>
                  </a:lnTo>
                  <a:lnTo>
                    <a:pt x="561" y="7234"/>
                  </a:lnTo>
                  <a:lnTo>
                    <a:pt x="841" y="7140"/>
                  </a:lnTo>
                  <a:lnTo>
                    <a:pt x="1074" y="7094"/>
                  </a:lnTo>
                  <a:lnTo>
                    <a:pt x="1307" y="6954"/>
                  </a:lnTo>
                  <a:lnTo>
                    <a:pt x="1541" y="6814"/>
                  </a:lnTo>
                  <a:lnTo>
                    <a:pt x="1727" y="6627"/>
                  </a:lnTo>
                  <a:lnTo>
                    <a:pt x="1914" y="6440"/>
                  </a:lnTo>
                  <a:lnTo>
                    <a:pt x="2054" y="6207"/>
                  </a:lnTo>
                  <a:lnTo>
                    <a:pt x="2147" y="6114"/>
                  </a:lnTo>
                  <a:lnTo>
                    <a:pt x="2474" y="6067"/>
                  </a:lnTo>
                  <a:lnTo>
                    <a:pt x="2801" y="5927"/>
                  </a:lnTo>
                  <a:lnTo>
                    <a:pt x="3127" y="5740"/>
                  </a:lnTo>
                  <a:lnTo>
                    <a:pt x="3361" y="5507"/>
                  </a:lnTo>
                  <a:lnTo>
                    <a:pt x="3594" y="5227"/>
                  </a:lnTo>
                  <a:lnTo>
                    <a:pt x="3734" y="4900"/>
                  </a:lnTo>
                  <a:lnTo>
                    <a:pt x="3827" y="4574"/>
                  </a:lnTo>
                  <a:lnTo>
                    <a:pt x="3874" y="4200"/>
                  </a:lnTo>
                  <a:lnTo>
                    <a:pt x="3827" y="3827"/>
                  </a:lnTo>
                  <a:lnTo>
                    <a:pt x="3734" y="3454"/>
                  </a:lnTo>
                  <a:lnTo>
                    <a:pt x="3547" y="3127"/>
                  </a:lnTo>
                  <a:lnTo>
                    <a:pt x="3314" y="2800"/>
                  </a:lnTo>
                  <a:lnTo>
                    <a:pt x="3267" y="2754"/>
                  </a:lnTo>
                  <a:lnTo>
                    <a:pt x="3267" y="2707"/>
                  </a:lnTo>
                  <a:lnTo>
                    <a:pt x="3407" y="2287"/>
                  </a:lnTo>
                  <a:lnTo>
                    <a:pt x="3454" y="1867"/>
                  </a:lnTo>
                  <a:lnTo>
                    <a:pt x="3407" y="1494"/>
                  </a:lnTo>
                  <a:lnTo>
                    <a:pt x="3267" y="1167"/>
                  </a:lnTo>
                  <a:lnTo>
                    <a:pt x="3081" y="840"/>
                  </a:lnTo>
                  <a:lnTo>
                    <a:pt x="2847" y="560"/>
                  </a:lnTo>
                  <a:lnTo>
                    <a:pt x="2567" y="327"/>
                  </a:lnTo>
                  <a:lnTo>
                    <a:pt x="2287" y="140"/>
                  </a:lnTo>
                  <a:lnTo>
                    <a:pt x="1914" y="47"/>
                  </a:lnTo>
                  <a:lnTo>
                    <a:pt x="154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0" name="Google Shape;10390;p78"/>
            <p:cNvSpPr/>
            <p:nvPr/>
          </p:nvSpPr>
          <p:spPr>
            <a:xfrm>
              <a:off x="5656025" y="3271550"/>
              <a:ext cx="38525" cy="159850"/>
            </a:xfrm>
            <a:custGeom>
              <a:rect b="b" l="l" r="r" t="t"/>
              <a:pathLst>
                <a:path extrusionOk="0" h="6394" w="1541">
                  <a:moveTo>
                    <a:pt x="654" y="0"/>
                  </a:moveTo>
                  <a:lnTo>
                    <a:pt x="701" y="47"/>
                  </a:lnTo>
                  <a:lnTo>
                    <a:pt x="794" y="140"/>
                  </a:lnTo>
                  <a:lnTo>
                    <a:pt x="841" y="187"/>
                  </a:lnTo>
                  <a:lnTo>
                    <a:pt x="841" y="327"/>
                  </a:lnTo>
                  <a:lnTo>
                    <a:pt x="841" y="1074"/>
                  </a:lnTo>
                  <a:lnTo>
                    <a:pt x="794" y="1774"/>
                  </a:lnTo>
                  <a:lnTo>
                    <a:pt x="747" y="2520"/>
                  </a:lnTo>
                  <a:lnTo>
                    <a:pt x="654" y="3267"/>
                  </a:lnTo>
                  <a:lnTo>
                    <a:pt x="514" y="4014"/>
                  </a:lnTo>
                  <a:lnTo>
                    <a:pt x="374" y="4761"/>
                  </a:lnTo>
                  <a:lnTo>
                    <a:pt x="187" y="5461"/>
                  </a:lnTo>
                  <a:lnTo>
                    <a:pt x="1" y="6161"/>
                  </a:lnTo>
                  <a:lnTo>
                    <a:pt x="607" y="6394"/>
                  </a:lnTo>
                  <a:lnTo>
                    <a:pt x="841" y="5647"/>
                  </a:lnTo>
                  <a:lnTo>
                    <a:pt x="1027" y="4901"/>
                  </a:lnTo>
                  <a:lnTo>
                    <a:pt x="1167" y="4154"/>
                  </a:lnTo>
                  <a:lnTo>
                    <a:pt x="1307" y="3360"/>
                  </a:lnTo>
                  <a:lnTo>
                    <a:pt x="1401" y="2614"/>
                  </a:lnTo>
                  <a:lnTo>
                    <a:pt x="1494" y="1867"/>
                  </a:lnTo>
                  <a:lnTo>
                    <a:pt x="1541" y="1074"/>
                  </a:lnTo>
                  <a:lnTo>
                    <a:pt x="1541" y="327"/>
                  </a:lnTo>
                  <a:lnTo>
                    <a:pt x="1494" y="187"/>
                  </a:lnTo>
                  <a:lnTo>
                    <a:pt x="1447" y="94"/>
                  </a:lnTo>
                  <a:lnTo>
                    <a:pt x="13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1" name="Google Shape;10391;p78"/>
            <p:cNvSpPr/>
            <p:nvPr/>
          </p:nvSpPr>
          <p:spPr>
            <a:xfrm>
              <a:off x="5521850" y="3335725"/>
              <a:ext cx="183200" cy="271850"/>
            </a:xfrm>
            <a:custGeom>
              <a:rect b="b" l="l" r="r" t="t"/>
              <a:pathLst>
                <a:path extrusionOk="0" h="10874" w="7328">
                  <a:moveTo>
                    <a:pt x="4154" y="0"/>
                  </a:moveTo>
                  <a:lnTo>
                    <a:pt x="4014" y="93"/>
                  </a:lnTo>
                  <a:lnTo>
                    <a:pt x="3874" y="233"/>
                  </a:lnTo>
                  <a:lnTo>
                    <a:pt x="3781" y="373"/>
                  </a:lnTo>
                  <a:lnTo>
                    <a:pt x="3081" y="3454"/>
                  </a:lnTo>
                  <a:lnTo>
                    <a:pt x="2988" y="3640"/>
                  </a:lnTo>
                  <a:lnTo>
                    <a:pt x="2894" y="3780"/>
                  </a:lnTo>
                  <a:lnTo>
                    <a:pt x="2708" y="3827"/>
                  </a:lnTo>
                  <a:lnTo>
                    <a:pt x="2521" y="3827"/>
                  </a:lnTo>
                  <a:lnTo>
                    <a:pt x="1447" y="3594"/>
                  </a:lnTo>
                  <a:lnTo>
                    <a:pt x="1214" y="3594"/>
                  </a:lnTo>
                  <a:lnTo>
                    <a:pt x="1074" y="3687"/>
                  </a:lnTo>
                  <a:lnTo>
                    <a:pt x="934" y="3780"/>
                  </a:lnTo>
                  <a:lnTo>
                    <a:pt x="841" y="3967"/>
                  </a:lnTo>
                  <a:lnTo>
                    <a:pt x="47" y="7467"/>
                  </a:lnTo>
                  <a:lnTo>
                    <a:pt x="1" y="8027"/>
                  </a:lnTo>
                  <a:lnTo>
                    <a:pt x="47" y="8540"/>
                  </a:lnTo>
                  <a:lnTo>
                    <a:pt x="187" y="9007"/>
                  </a:lnTo>
                  <a:lnTo>
                    <a:pt x="374" y="9474"/>
                  </a:lnTo>
                  <a:lnTo>
                    <a:pt x="701" y="9894"/>
                  </a:lnTo>
                  <a:lnTo>
                    <a:pt x="1074" y="10220"/>
                  </a:lnTo>
                  <a:lnTo>
                    <a:pt x="1541" y="10454"/>
                  </a:lnTo>
                  <a:lnTo>
                    <a:pt x="2054" y="10640"/>
                  </a:lnTo>
                  <a:lnTo>
                    <a:pt x="2754" y="10780"/>
                  </a:lnTo>
                  <a:lnTo>
                    <a:pt x="3174" y="10874"/>
                  </a:lnTo>
                  <a:lnTo>
                    <a:pt x="3594" y="10827"/>
                  </a:lnTo>
                  <a:lnTo>
                    <a:pt x="4014" y="10780"/>
                  </a:lnTo>
                  <a:lnTo>
                    <a:pt x="4388" y="10640"/>
                  </a:lnTo>
                  <a:lnTo>
                    <a:pt x="4668" y="10500"/>
                  </a:lnTo>
                  <a:lnTo>
                    <a:pt x="4854" y="10314"/>
                  </a:lnTo>
                  <a:lnTo>
                    <a:pt x="5041" y="10127"/>
                  </a:lnTo>
                  <a:lnTo>
                    <a:pt x="5228" y="9894"/>
                  </a:lnTo>
                  <a:lnTo>
                    <a:pt x="5368" y="9660"/>
                  </a:lnTo>
                  <a:lnTo>
                    <a:pt x="5461" y="9380"/>
                  </a:lnTo>
                  <a:lnTo>
                    <a:pt x="5648" y="8774"/>
                  </a:lnTo>
                  <a:lnTo>
                    <a:pt x="7234" y="1493"/>
                  </a:lnTo>
                  <a:lnTo>
                    <a:pt x="7328" y="1027"/>
                  </a:lnTo>
                  <a:lnTo>
                    <a:pt x="7328" y="793"/>
                  </a:lnTo>
                  <a:lnTo>
                    <a:pt x="7328" y="700"/>
                  </a:lnTo>
                  <a:lnTo>
                    <a:pt x="7234" y="653"/>
                  </a:lnTo>
                  <a:lnTo>
                    <a:pt x="4388" y="47"/>
                  </a:lnTo>
                  <a:lnTo>
                    <a:pt x="41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2" name="Google Shape;10392;p78"/>
            <p:cNvSpPr/>
            <p:nvPr/>
          </p:nvSpPr>
          <p:spPr>
            <a:xfrm>
              <a:off x="5548700" y="3367225"/>
              <a:ext cx="128350" cy="212350"/>
            </a:xfrm>
            <a:custGeom>
              <a:rect b="b" l="l" r="r" t="t"/>
              <a:pathLst>
                <a:path extrusionOk="0" h="8494" w="5134">
                  <a:moveTo>
                    <a:pt x="3780" y="0"/>
                  </a:moveTo>
                  <a:lnTo>
                    <a:pt x="3687" y="47"/>
                  </a:lnTo>
                  <a:lnTo>
                    <a:pt x="3640" y="93"/>
                  </a:lnTo>
                  <a:lnTo>
                    <a:pt x="3594" y="187"/>
                  </a:lnTo>
                  <a:lnTo>
                    <a:pt x="3080" y="2474"/>
                  </a:lnTo>
                  <a:lnTo>
                    <a:pt x="2987" y="2707"/>
                  </a:lnTo>
                  <a:lnTo>
                    <a:pt x="2847" y="2940"/>
                  </a:lnTo>
                  <a:lnTo>
                    <a:pt x="2707" y="3174"/>
                  </a:lnTo>
                  <a:lnTo>
                    <a:pt x="2520" y="3360"/>
                  </a:lnTo>
                  <a:lnTo>
                    <a:pt x="2287" y="3500"/>
                  </a:lnTo>
                  <a:lnTo>
                    <a:pt x="2054" y="3594"/>
                  </a:lnTo>
                  <a:lnTo>
                    <a:pt x="1820" y="3640"/>
                  </a:lnTo>
                  <a:lnTo>
                    <a:pt x="1540" y="3687"/>
                  </a:lnTo>
                  <a:lnTo>
                    <a:pt x="1214" y="3640"/>
                  </a:lnTo>
                  <a:lnTo>
                    <a:pt x="887" y="3594"/>
                  </a:lnTo>
                  <a:lnTo>
                    <a:pt x="747" y="3594"/>
                  </a:lnTo>
                  <a:lnTo>
                    <a:pt x="700" y="3640"/>
                  </a:lnTo>
                  <a:lnTo>
                    <a:pt x="653" y="3734"/>
                  </a:lnTo>
                  <a:lnTo>
                    <a:pt x="47" y="6487"/>
                  </a:lnTo>
                  <a:lnTo>
                    <a:pt x="0" y="6767"/>
                  </a:lnTo>
                  <a:lnTo>
                    <a:pt x="0" y="7094"/>
                  </a:lnTo>
                  <a:lnTo>
                    <a:pt x="93" y="7374"/>
                  </a:lnTo>
                  <a:lnTo>
                    <a:pt x="233" y="7654"/>
                  </a:lnTo>
                  <a:lnTo>
                    <a:pt x="420" y="7887"/>
                  </a:lnTo>
                  <a:lnTo>
                    <a:pt x="653" y="8074"/>
                  </a:lnTo>
                  <a:lnTo>
                    <a:pt x="887" y="8214"/>
                  </a:lnTo>
                  <a:lnTo>
                    <a:pt x="1214" y="8307"/>
                  </a:lnTo>
                  <a:lnTo>
                    <a:pt x="1914" y="8494"/>
                  </a:lnTo>
                  <a:lnTo>
                    <a:pt x="2520" y="8494"/>
                  </a:lnTo>
                  <a:lnTo>
                    <a:pt x="2754" y="8400"/>
                  </a:lnTo>
                  <a:lnTo>
                    <a:pt x="2940" y="8260"/>
                  </a:lnTo>
                  <a:lnTo>
                    <a:pt x="3127" y="8074"/>
                  </a:lnTo>
                  <a:lnTo>
                    <a:pt x="3267" y="7887"/>
                  </a:lnTo>
                  <a:lnTo>
                    <a:pt x="3360" y="7654"/>
                  </a:lnTo>
                  <a:lnTo>
                    <a:pt x="3547" y="7140"/>
                  </a:lnTo>
                  <a:lnTo>
                    <a:pt x="4994" y="607"/>
                  </a:lnTo>
                  <a:lnTo>
                    <a:pt x="5040" y="513"/>
                  </a:lnTo>
                  <a:lnTo>
                    <a:pt x="5134" y="420"/>
                  </a:lnTo>
                  <a:lnTo>
                    <a:pt x="5134" y="327"/>
                  </a:lnTo>
                  <a:lnTo>
                    <a:pt x="5134" y="280"/>
                  </a:lnTo>
                  <a:lnTo>
                    <a:pt x="38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3" name="Google Shape;10393;p78"/>
            <p:cNvSpPr/>
            <p:nvPr/>
          </p:nvSpPr>
          <p:spPr>
            <a:xfrm>
              <a:off x="5596525" y="3371875"/>
              <a:ext cx="84025" cy="207700"/>
            </a:xfrm>
            <a:custGeom>
              <a:rect b="b" l="l" r="r" t="t"/>
              <a:pathLst>
                <a:path extrusionOk="0" h="8308" w="3361">
                  <a:moveTo>
                    <a:pt x="2707" y="1"/>
                  </a:moveTo>
                  <a:lnTo>
                    <a:pt x="2707" y="94"/>
                  </a:lnTo>
                  <a:lnTo>
                    <a:pt x="1167" y="7094"/>
                  </a:lnTo>
                  <a:lnTo>
                    <a:pt x="1121" y="7281"/>
                  </a:lnTo>
                  <a:lnTo>
                    <a:pt x="1027" y="7514"/>
                  </a:lnTo>
                  <a:lnTo>
                    <a:pt x="887" y="7701"/>
                  </a:lnTo>
                  <a:lnTo>
                    <a:pt x="747" y="7888"/>
                  </a:lnTo>
                  <a:lnTo>
                    <a:pt x="561" y="8028"/>
                  </a:lnTo>
                  <a:lnTo>
                    <a:pt x="421" y="8121"/>
                  </a:lnTo>
                  <a:lnTo>
                    <a:pt x="187" y="8214"/>
                  </a:lnTo>
                  <a:lnTo>
                    <a:pt x="1" y="8308"/>
                  </a:lnTo>
                  <a:lnTo>
                    <a:pt x="607" y="8308"/>
                  </a:lnTo>
                  <a:lnTo>
                    <a:pt x="841" y="8261"/>
                  </a:lnTo>
                  <a:lnTo>
                    <a:pt x="1074" y="8121"/>
                  </a:lnTo>
                  <a:lnTo>
                    <a:pt x="1307" y="7981"/>
                  </a:lnTo>
                  <a:lnTo>
                    <a:pt x="1494" y="7794"/>
                  </a:lnTo>
                  <a:lnTo>
                    <a:pt x="1634" y="7608"/>
                  </a:lnTo>
                  <a:lnTo>
                    <a:pt x="1774" y="7374"/>
                  </a:lnTo>
                  <a:lnTo>
                    <a:pt x="1867" y="7141"/>
                  </a:lnTo>
                  <a:lnTo>
                    <a:pt x="3361" y="374"/>
                  </a:lnTo>
                  <a:lnTo>
                    <a:pt x="3361" y="281"/>
                  </a:lnTo>
                  <a:lnTo>
                    <a:pt x="3361" y="187"/>
                  </a:lnTo>
                  <a:lnTo>
                    <a:pt x="3267" y="141"/>
                  </a:lnTo>
                  <a:lnTo>
                    <a:pt x="3221" y="94"/>
                  </a:lnTo>
                  <a:lnTo>
                    <a:pt x="27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4" name="Google Shape;10394;p78"/>
            <p:cNvSpPr/>
            <p:nvPr/>
          </p:nvSpPr>
          <p:spPr>
            <a:xfrm>
              <a:off x="5576700" y="3511875"/>
              <a:ext cx="33850" cy="40875"/>
            </a:xfrm>
            <a:custGeom>
              <a:rect b="b" l="l" r="r" t="t"/>
              <a:pathLst>
                <a:path extrusionOk="0" h="1635" w="1354">
                  <a:moveTo>
                    <a:pt x="840" y="1"/>
                  </a:moveTo>
                  <a:lnTo>
                    <a:pt x="654" y="48"/>
                  </a:lnTo>
                  <a:lnTo>
                    <a:pt x="514" y="48"/>
                  </a:lnTo>
                  <a:lnTo>
                    <a:pt x="374" y="141"/>
                  </a:lnTo>
                  <a:lnTo>
                    <a:pt x="234" y="234"/>
                  </a:lnTo>
                  <a:lnTo>
                    <a:pt x="140" y="374"/>
                  </a:lnTo>
                  <a:lnTo>
                    <a:pt x="47" y="468"/>
                  </a:lnTo>
                  <a:lnTo>
                    <a:pt x="0" y="654"/>
                  </a:lnTo>
                  <a:lnTo>
                    <a:pt x="0" y="794"/>
                  </a:lnTo>
                  <a:lnTo>
                    <a:pt x="0" y="934"/>
                  </a:lnTo>
                  <a:lnTo>
                    <a:pt x="47" y="1121"/>
                  </a:lnTo>
                  <a:lnTo>
                    <a:pt x="94" y="1261"/>
                  </a:lnTo>
                  <a:lnTo>
                    <a:pt x="187" y="1401"/>
                  </a:lnTo>
                  <a:lnTo>
                    <a:pt x="327" y="1494"/>
                  </a:lnTo>
                  <a:lnTo>
                    <a:pt x="467" y="1541"/>
                  </a:lnTo>
                  <a:lnTo>
                    <a:pt x="607" y="1634"/>
                  </a:lnTo>
                  <a:lnTo>
                    <a:pt x="934" y="1634"/>
                  </a:lnTo>
                  <a:lnTo>
                    <a:pt x="1074" y="1588"/>
                  </a:lnTo>
                  <a:lnTo>
                    <a:pt x="1167" y="1541"/>
                  </a:lnTo>
                  <a:lnTo>
                    <a:pt x="1260" y="1448"/>
                  </a:lnTo>
                  <a:lnTo>
                    <a:pt x="1307" y="1354"/>
                  </a:lnTo>
                  <a:lnTo>
                    <a:pt x="1354" y="1074"/>
                  </a:lnTo>
                  <a:lnTo>
                    <a:pt x="1354" y="748"/>
                  </a:lnTo>
                  <a:lnTo>
                    <a:pt x="1260" y="468"/>
                  </a:lnTo>
                  <a:lnTo>
                    <a:pt x="1167" y="188"/>
                  </a:lnTo>
                  <a:lnTo>
                    <a:pt x="1074" y="94"/>
                  </a:lnTo>
                  <a:lnTo>
                    <a:pt x="934" y="48"/>
                  </a:lnTo>
                  <a:lnTo>
                    <a:pt x="8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5" name="Google Shape;10395;p78"/>
            <p:cNvSpPr/>
            <p:nvPr/>
          </p:nvSpPr>
          <p:spPr>
            <a:xfrm>
              <a:off x="5596525" y="3350875"/>
              <a:ext cx="115525" cy="256700"/>
            </a:xfrm>
            <a:custGeom>
              <a:rect b="b" l="l" r="r" t="t"/>
              <a:pathLst>
                <a:path extrusionOk="0" h="10268" w="4621">
                  <a:moveTo>
                    <a:pt x="3874" y="1"/>
                  </a:moveTo>
                  <a:lnTo>
                    <a:pt x="3967" y="187"/>
                  </a:lnTo>
                  <a:lnTo>
                    <a:pt x="3967" y="421"/>
                  </a:lnTo>
                  <a:lnTo>
                    <a:pt x="2241" y="8121"/>
                  </a:lnTo>
                  <a:lnTo>
                    <a:pt x="2101" y="8541"/>
                  </a:lnTo>
                  <a:lnTo>
                    <a:pt x="1914" y="8914"/>
                  </a:lnTo>
                  <a:lnTo>
                    <a:pt x="1681" y="9288"/>
                  </a:lnTo>
                  <a:lnTo>
                    <a:pt x="1401" y="9568"/>
                  </a:lnTo>
                  <a:lnTo>
                    <a:pt x="1121" y="9801"/>
                  </a:lnTo>
                  <a:lnTo>
                    <a:pt x="747" y="9988"/>
                  </a:lnTo>
                  <a:lnTo>
                    <a:pt x="374" y="10128"/>
                  </a:lnTo>
                  <a:lnTo>
                    <a:pt x="1" y="10221"/>
                  </a:lnTo>
                  <a:lnTo>
                    <a:pt x="467" y="10268"/>
                  </a:lnTo>
                  <a:lnTo>
                    <a:pt x="981" y="10174"/>
                  </a:lnTo>
                  <a:lnTo>
                    <a:pt x="1401" y="10034"/>
                  </a:lnTo>
                  <a:lnTo>
                    <a:pt x="1821" y="9801"/>
                  </a:lnTo>
                  <a:lnTo>
                    <a:pt x="2194" y="9474"/>
                  </a:lnTo>
                  <a:lnTo>
                    <a:pt x="2521" y="9101"/>
                  </a:lnTo>
                  <a:lnTo>
                    <a:pt x="2754" y="8681"/>
                  </a:lnTo>
                  <a:lnTo>
                    <a:pt x="2894" y="8214"/>
                  </a:lnTo>
                  <a:lnTo>
                    <a:pt x="4621" y="654"/>
                  </a:lnTo>
                  <a:lnTo>
                    <a:pt x="4621" y="467"/>
                  </a:lnTo>
                  <a:lnTo>
                    <a:pt x="4527" y="281"/>
                  </a:lnTo>
                  <a:lnTo>
                    <a:pt x="4434" y="141"/>
                  </a:lnTo>
                  <a:lnTo>
                    <a:pt x="4247" y="47"/>
                  </a:lnTo>
                  <a:lnTo>
                    <a:pt x="38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6" name="Google Shape;10396;p78"/>
            <p:cNvSpPr/>
            <p:nvPr/>
          </p:nvSpPr>
          <p:spPr>
            <a:xfrm>
              <a:off x="5589525" y="3511875"/>
              <a:ext cx="26850" cy="40875"/>
            </a:xfrm>
            <a:custGeom>
              <a:rect b="b" l="l" r="r" t="t"/>
              <a:pathLst>
                <a:path extrusionOk="0" h="1635" w="1074">
                  <a:moveTo>
                    <a:pt x="327" y="1"/>
                  </a:moveTo>
                  <a:lnTo>
                    <a:pt x="141" y="48"/>
                  </a:lnTo>
                  <a:lnTo>
                    <a:pt x="1" y="48"/>
                  </a:lnTo>
                  <a:lnTo>
                    <a:pt x="187" y="188"/>
                  </a:lnTo>
                  <a:lnTo>
                    <a:pt x="327" y="328"/>
                  </a:lnTo>
                  <a:lnTo>
                    <a:pt x="467" y="468"/>
                  </a:lnTo>
                  <a:lnTo>
                    <a:pt x="514" y="701"/>
                  </a:lnTo>
                  <a:lnTo>
                    <a:pt x="514" y="981"/>
                  </a:lnTo>
                  <a:lnTo>
                    <a:pt x="421" y="1261"/>
                  </a:lnTo>
                  <a:lnTo>
                    <a:pt x="234" y="1448"/>
                  </a:lnTo>
                  <a:lnTo>
                    <a:pt x="1" y="1588"/>
                  </a:lnTo>
                  <a:lnTo>
                    <a:pt x="187" y="1634"/>
                  </a:lnTo>
                  <a:lnTo>
                    <a:pt x="421" y="1634"/>
                  </a:lnTo>
                  <a:lnTo>
                    <a:pt x="561" y="1588"/>
                  </a:lnTo>
                  <a:lnTo>
                    <a:pt x="701" y="1494"/>
                  </a:lnTo>
                  <a:lnTo>
                    <a:pt x="841" y="1401"/>
                  </a:lnTo>
                  <a:lnTo>
                    <a:pt x="934" y="1308"/>
                  </a:lnTo>
                  <a:lnTo>
                    <a:pt x="1027" y="1168"/>
                  </a:lnTo>
                  <a:lnTo>
                    <a:pt x="1074" y="1028"/>
                  </a:lnTo>
                  <a:lnTo>
                    <a:pt x="1074" y="841"/>
                  </a:lnTo>
                  <a:lnTo>
                    <a:pt x="1074" y="701"/>
                  </a:lnTo>
                  <a:lnTo>
                    <a:pt x="1027" y="561"/>
                  </a:lnTo>
                  <a:lnTo>
                    <a:pt x="981" y="421"/>
                  </a:lnTo>
                  <a:lnTo>
                    <a:pt x="887" y="281"/>
                  </a:lnTo>
                  <a:lnTo>
                    <a:pt x="747" y="188"/>
                  </a:lnTo>
                  <a:lnTo>
                    <a:pt x="607" y="94"/>
                  </a:lnTo>
                  <a:lnTo>
                    <a:pt x="467"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97" name="Google Shape;10397;p78"/>
          <p:cNvGrpSpPr/>
          <p:nvPr/>
        </p:nvGrpSpPr>
        <p:grpSpPr>
          <a:xfrm>
            <a:off x="1578171" y="3861738"/>
            <a:ext cx="296350" cy="336025"/>
            <a:chOff x="2463925" y="3966900"/>
            <a:chExt cx="296350" cy="336025"/>
          </a:xfrm>
        </p:grpSpPr>
        <p:sp>
          <p:nvSpPr>
            <p:cNvPr id="10398" name="Google Shape;10398;p78"/>
            <p:cNvSpPr/>
            <p:nvPr/>
          </p:nvSpPr>
          <p:spPr>
            <a:xfrm>
              <a:off x="2544425" y="4271400"/>
              <a:ext cx="130700" cy="31525"/>
            </a:xfrm>
            <a:custGeom>
              <a:rect b="b" l="l" r="r" t="t"/>
              <a:pathLst>
                <a:path extrusionOk="0" h="1261" w="5228">
                  <a:moveTo>
                    <a:pt x="0" y="1"/>
                  </a:moveTo>
                  <a:lnTo>
                    <a:pt x="0" y="1028"/>
                  </a:lnTo>
                  <a:lnTo>
                    <a:pt x="0" y="1121"/>
                  </a:lnTo>
                  <a:lnTo>
                    <a:pt x="47" y="1214"/>
                  </a:lnTo>
                  <a:lnTo>
                    <a:pt x="140" y="1261"/>
                  </a:lnTo>
                  <a:lnTo>
                    <a:pt x="5180" y="1261"/>
                  </a:lnTo>
                  <a:lnTo>
                    <a:pt x="5227" y="1214"/>
                  </a:lnTo>
                  <a:lnTo>
                    <a:pt x="5227" y="1074"/>
                  </a:lnTo>
                  <a:lnTo>
                    <a:pt x="5134" y="608"/>
                  </a:lnTo>
                  <a:lnTo>
                    <a:pt x="499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9" name="Google Shape;10399;p78"/>
            <p:cNvSpPr/>
            <p:nvPr/>
          </p:nvSpPr>
          <p:spPr>
            <a:xfrm>
              <a:off x="2658750" y="4271400"/>
              <a:ext cx="21025" cy="31525"/>
            </a:xfrm>
            <a:custGeom>
              <a:rect b="b" l="l" r="r" t="t"/>
              <a:pathLst>
                <a:path extrusionOk="0" h="1261" w="841">
                  <a:moveTo>
                    <a:pt x="141" y="1"/>
                  </a:moveTo>
                  <a:lnTo>
                    <a:pt x="141" y="1028"/>
                  </a:lnTo>
                  <a:lnTo>
                    <a:pt x="141" y="1121"/>
                  </a:lnTo>
                  <a:lnTo>
                    <a:pt x="94" y="1214"/>
                  </a:lnTo>
                  <a:lnTo>
                    <a:pt x="1" y="1261"/>
                  </a:lnTo>
                  <a:lnTo>
                    <a:pt x="701" y="1261"/>
                  </a:lnTo>
                  <a:lnTo>
                    <a:pt x="747" y="1214"/>
                  </a:lnTo>
                  <a:lnTo>
                    <a:pt x="794" y="1121"/>
                  </a:lnTo>
                  <a:lnTo>
                    <a:pt x="841" y="1028"/>
                  </a:lnTo>
                  <a:lnTo>
                    <a:pt x="84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0" name="Google Shape;10400;p78"/>
            <p:cNvSpPr/>
            <p:nvPr/>
          </p:nvSpPr>
          <p:spPr>
            <a:xfrm>
              <a:off x="2519925" y="4052075"/>
              <a:ext cx="170350" cy="228700"/>
            </a:xfrm>
            <a:custGeom>
              <a:rect b="b" l="l" r="r" t="t"/>
              <a:pathLst>
                <a:path extrusionOk="0" h="9148" w="6814">
                  <a:moveTo>
                    <a:pt x="280" y="0"/>
                  </a:moveTo>
                  <a:lnTo>
                    <a:pt x="0" y="3640"/>
                  </a:lnTo>
                  <a:lnTo>
                    <a:pt x="280" y="6861"/>
                  </a:lnTo>
                  <a:lnTo>
                    <a:pt x="747" y="7421"/>
                  </a:lnTo>
                  <a:lnTo>
                    <a:pt x="374" y="8027"/>
                  </a:lnTo>
                  <a:lnTo>
                    <a:pt x="467" y="8867"/>
                  </a:lnTo>
                  <a:lnTo>
                    <a:pt x="514" y="8961"/>
                  </a:lnTo>
                  <a:lnTo>
                    <a:pt x="560" y="9054"/>
                  </a:lnTo>
                  <a:lnTo>
                    <a:pt x="654" y="9101"/>
                  </a:lnTo>
                  <a:lnTo>
                    <a:pt x="794" y="9147"/>
                  </a:lnTo>
                  <a:lnTo>
                    <a:pt x="6580" y="9147"/>
                  </a:lnTo>
                  <a:lnTo>
                    <a:pt x="6580" y="9054"/>
                  </a:lnTo>
                  <a:lnTo>
                    <a:pt x="6627" y="8727"/>
                  </a:lnTo>
                  <a:lnTo>
                    <a:pt x="6674" y="7701"/>
                  </a:lnTo>
                  <a:lnTo>
                    <a:pt x="6767" y="4574"/>
                  </a:lnTo>
                  <a:lnTo>
                    <a:pt x="68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1" name="Google Shape;10401;p78"/>
            <p:cNvSpPr/>
            <p:nvPr/>
          </p:nvSpPr>
          <p:spPr>
            <a:xfrm>
              <a:off x="2666925" y="4052075"/>
              <a:ext cx="46700" cy="228700"/>
            </a:xfrm>
            <a:custGeom>
              <a:rect b="b" l="l" r="r" t="t"/>
              <a:pathLst>
                <a:path extrusionOk="0" h="9148" w="1868">
                  <a:moveTo>
                    <a:pt x="1167" y="0"/>
                  </a:moveTo>
                  <a:lnTo>
                    <a:pt x="514" y="6861"/>
                  </a:lnTo>
                  <a:lnTo>
                    <a:pt x="747" y="7514"/>
                  </a:lnTo>
                  <a:lnTo>
                    <a:pt x="420" y="8027"/>
                  </a:lnTo>
                  <a:lnTo>
                    <a:pt x="327" y="8867"/>
                  </a:lnTo>
                  <a:lnTo>
                    <a:pt x="280" y="8961"/>
                  </a:lnTo>
                  <a:lnTo>
                    <a:pt x="234" y="9054"/>
                  </a:lnTo>
                  <a:lnTo>
                    <a:pt x="140" y="9101"/>
                  </a:lnTo>
                  <a:lnTo>
                    <a:pt x="0" y="9147"/>
                  </a:lnTo>
                  <a:lnTo>
                    <a:pt x="700" y="9147"/>
                  </a:lnTo>
                  <a:lnTo>
                    <a:pt x="794" y="9101"/>
                  </a:lnTo>
                  <a:lnTo>
                    <a:pt x="887" y="9054"/>
                  </a:lnTo>
                  <a:lnTo>
                    <a:pt x="980" y="8961"/>
                  </a:lnTo>
                  <a:lnTo>
                    <a:pt x="1027" y="8867"/>
                  </a:lnTo>
                  <a:lnTo>
                    <a:pt x="1074" y="8027"/>
                  </a:lnTo>
                  <a:lnTo>
                    <a:pt x="934" y="7561"/>
                  </a:lnTo>
                  <a:lnTo>
                    <a:pt x="1214" y="6861"/>
                  </a:lnTo>
                  <a:lnTo>
                    <a:pt x="18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2" name="Google Shape;10402;p78"/>
            <p:cNvSpPr/>
            <p:nvPr/>
          </p:nvSpPr>
          <p:spPr>
            <a:xfrm>
              <a:off x="2517575" y="4096400"/>
              <a:ext cx="189050" cy="47875"/>
            </a:xfrm>
            <a:custGeom>
              <a:rect b="b" l="l" r="r" t="t"/>
              <a:pathLst>
                <a:path extrusionOk="0" h="1915" w="7562">
                  <a:moveTo>
                    <a:pt x="2801" y="1"/>
                  </a:moveTo>
                  <a:lnTo>
                    <a:pt x="2708" y="47"/>
                  </a:lnTo>
                  <a:lnTo>
                    <a:pt x="2521" y="281"/>
                  </a:lnTo>
                  <a:lnTo>
                    <a:pt x="2288" y="514"/>
                  </a:lnTo>
                  <a:lnTo>
                    <a:pt x="2054" y="701"/>
                  </a:lnTo>
                  <a:lnTo>
                    <a:pt x="1774" y="887"/>
                  </a:lnTo>
                  <a:lnTo>
                    <a:pt x="1494" y="981"/>
                  </a:lnTo>
                  <a:lnTo>
                    <a:pt x="1168" y="1121"/>
                  </a:lnTo>
                  <a:lnTo>
                    <a:pt x="841" y="1167"/>
                  </a:lnTo>
                  <a:lnTo>
                    <a:pt x="514" y="1167"/>
                  </a:lnTo>
                  <a:lnTo>
                    <a:pt x="1" y="1121"/>
                  </a:lnTo>
                  <a:lnTo>
                    <a:pt x="94" y="1867"/>
                  </a:lnTo>
                  <a:lnTo>
                    <a:pt x="514" y="1914"/>
                  </a:lnTo>
                  <a:lnTo>
                    <a:pt x="841" y="1914"/>
                  </a:lnTo>
                  <a:lnTo>
                    <a:pt x="1168" y="1821"/>
                  </a:lnTo>
                  <a:lnTo>
                    <a:pt x="1494" y="1727"/>
                  </a:lnTo>
                  <a:lnTo>
                    <a:pt x="1774" y="1587"/>
                  </a:lnTo>
                  <a:lnTo>
                    <a:pt x="2054" y="1447"/>
                  </a:lnTo>
                  <a:lnTo>
                    <a:pt x="2288" y="1214"/>
                  </a:lnTo>
                  <a:lnTo>
                    <a:pt x="2521" y="1027"/>
                  </a:lnTo>
                  <a:lnTo>
                    <a:pt x="2708" y="747"/>
                  </a:lnTo>
                  <a:lnTo>
                    <a:pt x="2801" y="701"/>
                  </a:lnTo>
                  <a:lnTo>
                    <a:pt x="2848" y="701"/>
                  </a:lnTo>
                  <a:lnTo>
                    <a:pt x="3314" y="841"/>
                  </a:lnTo>
                  <a:lnTo>
                    <a:pt x="3781" y="887"/>
                  </a:lnTo>
                  <a:lnTo>
                    <a:pt x="4248" y="841"/>
                  </a:lnTo>
                  <a:lnTo>
                    <a:pt x="4714" y="701"/>
                  </a:lnTo>
                  <a:lnTo>
                    <a:pt x="4761" y="701"/>
                  </a:lnTo>
                  <a:lnTo>
                    <a:pt x="4808" y="747"/>
                  </a:lnTo>
                  <a:lnTo>
                    <a:pt x="5041" y="1027"/>
                  </a:lnTo>
                  <a:lnTo>
                    <a:pt x="5228" y="1214"/>
                  </a:lnTo>
                  <a:lnTo>
                    <a:pt x="5508" y="1447"/>
                  </a:lnTo>
                  <a:lnTo>
                    <a:pt x="5788" y="1587"/>
                  </a:lnTo>
                  <a:lnTo>
                    <a:pt x="6068" y="1727"/>
                  </a:lnTo>
                  <a:lnTo>
                    <a:pt x="6348" y="1821"/>
                  </a:lnTo>
                  <a:lnTo>
                    <a:pt x="6674" y="1914"/>
                  </a:lnTo>
                  <a:lnTo>
                    <a:pt x="7048" y="1914"/>
                  </a:lnTo>
                  <a:lnTo>
                    <a:pt x="7468" y="1867"/>
                  </a:lnTo>
                  <a:lnTo>
                    <a:pt x="7561" y="1121"/>
                  </a:lnTo>
                  <a:lnTo>
                    <a:pt x="7048" y="1167"/>
                  </a:lnTo>
                  <a:lnTo>
                    <a:pt x="6674" y="1167"/>
                  </a:lnTo>
                  <a:lnTo>
                    <a:pt x="6348" y="1121"/>
                  </a:lnTo>
                  <a:lnTo>
                    <a:pt x="6068" y="981"/>
                  </a:lnTo>
                  <a:lnTo>
                    <a:pt x="5788" y="887"/>
                  </a:lnTo>
                  <a:lnTo>
                    <a:pt x="5508" y="701"/>
                  </a:lnTo>
                  <a:lnTo>
                    <a:pt x="5228" y="514"/>
                  </a:lnTo>
                  <a:lnTo>
                    <a:pt x="5041" y="281"/>
                  </a:lnTo>
                  <a:lnTo>
                    <a:pt x="4808" y="47"/>
                  </a:lnTo>
                  <a:lnTo>
                    <a:pt x="4761" y="1"/>
                  </a:lnTo>
                  <a:lnTo>
                    <a:pt x="4714" y="1"/>
                  </a:lnTo>
                  <a:lnTo>
                    <a:pt x="4248" y="94"/>
                  </a:lnTo>
                  <a:lnTo>
                    <a:pt x="3781" y="141"/>
                  </a:lnTo>
                  <a:lnTo>
                    <a:pt x="3314" y="94"/>
                  </a:lnTo>
                  <a:lnTo>
                    <a:pt x="284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3" name="Google Shape;10403;p78"/>
            <p:cNvSpPr/>
            <p:nvPr/>
          </p:nvSpPr>
          <p:spPr>
            <a:xfrm>
              <a:off x="2526925" y="4223575"/>
              <a:ext cx="170350" cy="29200"/>
            </a:xfrm>
            <a:custGeom>
              <a:rect b="b" l="l" r="r" t="t"/>
              <a:pathLst>
                <a:path extrusionOk="0" h="1168" w="6814">
                  <a:moveTo>
                    <a:pt x="0" y="1"/>
                  </a:moveTo>
                  <a:lnTo>
                    <a:pt x="94" y="1167"/>
                  </a:lnTo>
                  <a:lnTo>
                    <a:pt x="6674" y="1167"/>
                  </a:lnTo>
                  <a:lnTo>
                    <a:pt x="6440" y="607"/>
                  </a:lnTo>
                  <a:lnTo>
                    <a:pt x="68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4" name="Google Shape;10404;p78"/>
            <p:cNvSpPr/>
            <p:nvPr/>
          </p:nvSpPr>
          <p:spPr>
            <a:xfrm>
              <a:off x="2463925" y="3966900"/>
              <a:ext cx="285850" cy="158700"/>
            </a:xfrm>
            <a:custGeom>
              <a:rect b="b" l="l" r="r" t="t"/>
              <a:pathLst>
                <a:path extrusionOk="0" h="6348" w="11434">
                  <a:moveTo>
                    <a:pt x="5600" y="1"/>
                  </a:moveTo>
                  <a:lnTo>
                    <a:pt x="5274" y="94"/>
                  </a:lnTo>
                  <a:lnTo>
                    <a:pt x="4947" y="187"/>
                  </a:lnTo>
                  <a:lnTo>
                    <a:pt x="4667" y="327"/>
                  </a:lnTo>
                  <a:lnTo>
                    <a:pt x="4387" y="467"/>
                  </a:lnTo>
                  <a:lnTo>
                    <a:pt x="4154" y="701"/>
                  </a:lnTo>
                  <a:lnTo>
                    <a:pt x="3920" y="887"/>
                  </a:lnTo>
                  <a:lnTo>
                    <a:pt x="3734" y="1167"/>
                  </a:lnTo>
                  <a:lnTo>
                    <a:pt x="3687" y="1214"/>
                  </a:lnTo>
                  <a:lnTo>
                    <a:pt x="3594" y="1214"/>
                  </a:lnTo>
                  <a:lnTo>
                    <a:pt x="3080" y="1074"/>
                  </a:lnTo>
                  <a:lnTo>
                    <a:pt x="2567" y="1027"/>
                  </a:lnTo>
                  <a:lnTo>
                    <a:pt x="2054" y="1121"/>
                  </a:lnTo>
                  <a:lnTo>
                    <a:pt x="1587" y="1261"/>
                  </a:lnTo>
                  <a:lnTo>
                    <a:pt x="1120" y="1541"/>
                  </a:lnTo>
                  <a:lnTo>
                    <a:pt x="747" y="1867"/>
                  </a:lnTo>
                  <a:lnTo>
                    <a:pt x="420" y="2241"/>
                  </a:lnTo>
                  <a:lnTo>
                    <a:pt x="187" y="2707"/>
                  </a:lnTo>
                  <a:lnTo>
                    <a:pt x="47" y="3174"/>
                  </a:lnTo>
                  <a:lnTo>
                    <a:pt x="0" y="3734"/>
                  </a:lnTo>
                  <a:lnTo>
                    <a:pt x="47" y="4247"/>
                  </a:lnTo>
                  <a:lnTo>
                    <a:pt x="233" y="4761"/>
                  </a:lnTo>
                  <a:lnTo>
                    <a:pt x="467" y="5181"/>
                  </a:lnTo>
                  <a:lnTo>
                    <a:pt x="794" y="5601"/>
                  </a:lnTo>
                  <a:lnTo>
                    <a:pt x="1167" y="5927"/>
                  </a:lnTo>
                  <a:lnTo>
                    <a:pt x="1634" y="6161"/>
                  </a:lnTo>
                  <a:lnTo>
                    <a:pt x="2147" y="6301"/>
                  </a:lnTo>
                  <a:lnTo>
                    <a:pt x="2660" y="6347"/>
                  </a:lnTo>
                  <a:lnTo>
                    <a:pt x="2987" y="6347"/>
                  </a:lnTo>
                  <a:lnTo>
                    <a:pt x="3314" y="6301"/>
                  </a:lnTo>
                  <a:lnTo>
                    <a:pt x="3640" y="6161"/>
                  </a:lnTo>
                  <a:lnTo>
                    <a:pt x="3920" y="6067"/>
                  </a:lnTo>
                  <a:lnTo>
                    <a:pt x="4200" y="5881"/>
                  </a:lnTo>
                  <a:lnTo>
                    <a:pt x="4434" y="5694"/>
                  </a:lnTo>
                  <a:lnTo>
                    <a:pt x="4667" y="5461"/>
                  </a:lnTo>
                  <a:lnTo>
                    <a:pt x="4854" y="5227"/>
                  </a:lnTo>
                  <a:lnTo>
                    <a:pt x="4947" y="5181"/>
                  </a:lnTo>
                  <a:lnTo>
                    <a:pt x="4994" y="5181"/>
                  </a:lnTo>
                  <a:lnTo>
                    <a:pt x="5460" y="5274"/>
                  </a:lnTo>
                  <a:lnTo>
                    <a:pt x="5927" y="5321"/>
                  </a:lnTo>
                  <a:lnTo>
                    <a:pt x="6394" y="5274"/>
                  </a:lnTo>
                  <a:lnTo>
                    <a:pt x="6860" y="5181"/>
                  </a:lnTo>
                  <a:lnTo>
                    <a:pt x="6907" y="5181"/>
                  </a:lnTo>
                  <a:lnTo>
                    <a:pt x="6954" y="5227"/>
                  </a:lnTo>
                  <a:lnTo>
                    <a:pt x="7187" y="5461"/>
                  </a:lnTo>
                  <a:lnTo>
                    <a:pt x="7374" y="5694"/>
                  </a:lnTo>
                  <a:lnTo>
                    <a:pt x="7654" y="5881"/>
                  </a:lnTo>
                  <a:lnTo>
                    <a:pt x="7887" y="6067"/>
                  </a:lnTo>
                  <a:lnTo>
                    <a:pt x="8214" y="6161"/>
                  </a:lnTo>
                  <a:lnTo>
                    <a:pt x="8494" y="6301"/>
                  </a:lnTo>
                  <a:lnTo>
                    <a:pt x="8820" y="6347"/>
                  </a:lnTo>
                  <a:lnTo>
                    <a:pt x="9427" y="6347"/>
                  </a:lnTo>
                  <a:lnTo>
                    <a:pt x="9707" y="6254"/>
                  </a:lnTo>
                  <a:lnTo>
                    <a:pt x="9940" y="6161"/>
                  </a:lnTo>
                  <a:lnTo>
                    <a:pt x="10127" y="6021"/>
                  </a:lnTo>
                  <a:lnTo>
                    <a:pt x="10361" y="5834"/>
                  </a:lnTo>
                  <a:lnTo>
                    <a:pt x="10501" y="5601"/>
                  </a:lnTo>
                  <a:lnTo>
                    <a:pt x="10827" y="5181"/>
                  </a:lnTo>
                  <a:lnTo>
                    <a:pt x="11107" y="4714"/>
                  </a:lnTo>
                  <a:lnTo>
                    <a:pt x="11294" y="4294"/>
                  </a:lnTo>
                  <a:lnTo>
                    <a:pt x="11387" y="3921"/>
                  </a:lnTo>
                  <a:lnTo>
                    <a:pt x="11434" y="3687"/>
                  </a:lnTo>
                  <a:lnTo>
                    <a:pt x="11387" y="3454"/>
                  </a:lnTo>
                  <a:lnTo>
                    <a:pt x="11294" y="3081"/>
                  </a:lnTo>
                  <a:lnTo>
                    <a:pt x="11154" y="2661"/>
                  </a:lnTo>
                  <a:lnTo>
                    <a:pt x="10874" y="2194"/>
                  </a:lnTo>
                  <a:lnTo>
                    <a:pt x="10594" y="1774"/>
                  </a:lnTo>
                  <a:lnTo>
                    <a:pt x="10407" y="1587"/>
                  </a:lnTo>
                  <a:lnTo>
                    <a:pt x="10221" y="1401"/>
                  </a:lnTo>
                  <a:lnTo>
                    <a:pt x="9987" y="1261"/>
                  </a:lnTo>
                  <a:lnTo>
                    <a:pt x="9754" y="1121"/>
                  </a:lnTo>
                  <a:lnTo>
                    <a:pt x="9520" y="1074"/>
                  </a:lnTo>
                  <a:lnTo>
                    <a:pt x="9287" y="1027"/>
                  </a:lnTo>
                  <a:lnTo>
                    <a:pt x="8727" y="1074"/>
                  </a:lnTo>
                  <a:lnTo>
                    <a:pt x="8260" y="1214"/>
                  </a:lnTo>
                  <a:lnTo>
                    <a:pt x="8167" y="1214"/>
                  </a:lnTo>
                  <a:lnTo>
                    <a:pt x="8120" y="1167"/>
                  </a:lnTo>
                  <a:lnTo>
                    <a:pt x="7934" y="887"/>
                  </a:lnTo>
                  <a:lnTo>
                    <a:pt x="7700" y="701"/>
                  </a:lnTo>
                  <a:lnTo>
                    <a:pt x="7467" y="467"/>
                  </a:lnTo>
                  <a:lnTo>
                    <a:pt x="7187" y="327"/>
                  </a:lnTo>
                  <a:lnTo>
                    <a:pt x="6907" y="187"/>
                  </a:lnTo>
                  <a:lnTo>
                    <a:pt x="6580" y="94"/>
                  </a:lnTo>
                  <a:lnTo>
                    <a:pt x="62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5" name="Google Shape;10405;p78"/>
            <p:cNvSpPr/>
            <p:nvPr/>
          </p:nvSpPr>
          <p:spPr>
            <a:xfrm>
              <a:off x="2684425" y="3992575"/>
              <a:ext cx="75850" cy="133025"/>
            </a:xfrm>
            <a:custGeom>
              <a:rect b="b" l="l" r="r" t="t"/>
              <a:pathLst>
                <a:path extrusionOk="0" h="5321" w="3034">
                  <a:moveTo>
                    <a:pt x="467" y="0"/>
                  </a:moveTo>
                  <a:lnTo>
                    <a:pt x="0" y="47"/>
                  </a:lnTo>
                  <a:lnTo>
                    <a:pt x="514" y="140"/>
                  </a:lnTo>
                  <a:lnTo>
                    <a:pt x="934" y="327"/>
                  </a:lnTo>
                  <a:lnTo>
                    <a:pt x="1354" y="607"/>
                  </a:lnTo>
                  <a:lnTo>
                    <a:pt x="1681" y="934"/>
                  </a:lnTo>
                  <a:lnTo>
                    <a:pt x="1961" y="1307"/>
                  </a:lnTo>
                  <a:lnTo>
                    <a:pt x="2147" y="1727"/>
                  </a:lnTo>
                  <a:lnTo>
                    <a:pt x="2287" y="2194"/>
                  </a:lnTo>
                  <a:lnTo>
                    <a:pt x="2334" y="2707"/>
                  </a:lnTo>
                  <a:lnTo>
                    <a:pt x="2287" y="3174"/>
                  </a:lnTo>
                  <a:lnTo>
                    <a:pt x="2147" y="3640"/>
                  </a:lnTo>
                  <a:lnTo>
                    <a:pt x="1961" y="4060"/>
                  </a:lnTo>
                  <a:lnTo>
                    <a:pt x="1681" y="4434"/>
                  </a:lnTo>
                  <a:lnTo>
                    <a:pt x="1307" y="4760"/>
                  </a:lnTo>
                  <a:lnTo>
                    <a:pt x="934" y="5040"/>
                  </a:lnTo>
                  <a:lnTo>
                    <a:pt x="467" y="5227"/>
                  </a:lnTo>
                  <a:lnTo>
                    <a:pt x="0" y="5320"/>
                  </a:lnTo>
                  <a:lnTo>
                    <a:pt x="374" y="5320"/>
                  </a:lnTo>
                  <a:lnTo>
                    <a:pt x="887" y="5274"/>
                  </a:lnTo>
                  <a:lnTo>
                    <a:pt x="1401" y="5134"/>
                  </a:lnTo>
                  <a:lnTo>
                    <a:pt x="1821" y="4900"/>
                  </a:lnTo>
                  <a:lnTo>
                    <a:pt x="2241" y="4574"/>
                  </a:lnTo>
                  <a:lnTo>
                    <a:pt x="2567" y="4154"/>
                  </a:lnTo>
                  <a:lnTo>
                    <a:pt x="2801" y="3734"/>
                  </a:lnTo>
                  <a:lnTo>
                    <a:pt x="2941" y="3220"/>
                  </a:lnTo>
                  <a:lnTo>
                    <a:pt x="3034" y="2707"/>
                  </a:lnTo>
                  <a:lnTo>
                    <a:pt x="2987" y="2147"/>
                  </a:lnTo>
                  <a:lnTo>
                    <a:pt x="2801" y="1680"/>
                  </a:lnTo>
                  <a:lnTo>
                    <a:pt x="2567" y="1214"/>
                  </a:lnTo>
                  <a:lnTo>
                    <a:pt x="2287" y="840"/>
                  </a:lnTo>
                  <a:lnTo>
                    <a:pt x="1914" y="514"/>
                  </a:lnTo>
                  <a:lnTo>
                    <a:pt x="1447" y="234"/>
                  </a:lnTo>
                  <a:lnTo>
                    <a:pt x="980" y="94"/>
                  </a:lnTo>
                  <a:lnTo>
                    <a:pt x="4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6" name="Google Shape;10406;p78"/>
            <p:cNvSpPr/>
            <p:nvPr/>
          </p:nvSpPr>
          <p:spPr>
            <a:xfrm>
              <a:off x="2677425" y="4223575"/>
              <a:ext cx="19850" cy="29200"/>
            </a:xfrm>
            <a:custGeom>
              <a:rect b="b" l="l" r="r" t="t"/>
              <a:pathLst>
                <a:path extrusionOk="0" h="1168" w="794">
                  <a:moveTo>
                    <a:pt x="94" y="1"/>
                  </a:moveTo>
                  <a:lnTo>
                    <a:pt x="0" y="1167"/>
                  </a:lnTo>
                  <a:lnTo>
                    <a:pt x="654" y="1167"/>
                  </a:lnTo>
                  <a:lnTo>
                    <a:pt x="79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07" name="Google Shape;10407;p78"/>
          <p:cNvGrpSpPr/>
          <p:nvPr/>
        </p:nvGrpSpPr>
        <p:grpSpPr>
          <a:xfrm>
            <a:off x="5182709" y="3862900"/>
            <a:ext cx="199525" cy="333700"/>
            <a:chOff x="4027300" y="3968075"/>
            <a:chExt cx="199525" cy="333700"/>
          </a:xfrm>
        </p:grpSpPr>
        <p:sp>
          <p:nvSpPr>
            <p:cNvPr id="10408" name="Google Shape;10408;p78"/>
            <p:cNvSpPr/>
            <p:nvPr/>
          </p:nvSpPr>
          <p:spPr>
            <a:xfrm>
              <a:off x="4042475" y="3968075"/>
              <a:ext cx="169200" cy="44350"/>
            </a:xfrm>
            <a:custGeom>
              <a:rect b="b" l="l" r="r" t="t"/>
              <a:pathLst>
                <a:path extrusionOk="0" h="1774" w="6768">
                  <a:moveTo>
                    <a:pt x="654" y="0"/>
                  </a:moveTo>
                  <a:lnTo>
                    <a:pt x="420" y="47"/>
                  </a:lnTo>
                  <a:lnTo>
                    <a:pt x="187" y="187"/>
                  </a:lnTo>
                  <a:lnTo>
                    <a:pt x="94" y="374"/>
                  </a:lnTo>
                  <a:lnTo>
                    <a:pt x="0" y="607"/>
                  </a:lnTo>
                  <a:lnTo>
                    <a:pt x="0" y="1774"/>
                  </a:lnTo>
                  <a:lnTo>
                    <a:pt x="840" y="1774"/>
                  </a:lnTo>
                  <a:lnTo>
                    <a:pt x="840" y="840"/>
                  </a:lnTo>
                  <a:lnTo>
                    <a:pt x="840" y="794"/>
                  </a:lnTo>
                  <a:lnTo>
                    <a:pt x="5974" y="794"/>
                  </a:lnTo>
                  <a:lnTo>
                    <a:pt x="5974" y="840"/>
                  </a:lnTo>
                  <a:lnTo>
                    <a:pt x="5974" y="1774"/>
                  </a:lnTo>
                  <a:lnTo>
                    <a:pt x="6767" y="1774"/>
                  </a:lnTo>
                  <a:lnTo>
                    <a:pt x="6767" y="607"/>
                  </a:lnTo>
                  <a:lnTo>
                    <a:pt x="6721" y="374"/>
                  </a:lnTo>
                  <a:lnTo>
                    <a:pt x="6581" y="187"/>
                  </a:lnTo>
                  <a:lnTo>
                    <a:pt x="6394" y="47"/>
                  </a:lnTo>
                  <a:lnTo>
                    <a:pt x="616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9" name="Google Shape;10409;p78"/>
            <p:cNvSpPr/>
            <p:nvPr/>
          </p:nvSpPr>
          <p:spPr>
            <a:xfrm>
              <a:off x="4042475" y="4053250"/>
              <a:ext cx="170350" cy="196025"/>
            </a:xfrm>
            <a:custGeom>
              <a:rect b="b" l="l" r="r" t="t"/>
              <a:pathLst>
                <a:path extrusionOk="0" h="7841" w="6814">
                  <a:moveTo>
                    <a:pt x="0" y="0"/>
                  </a:moveTo>
                  <a:lnTo>
                    <a:pt x="0" y="7840"/>
                  </a:lnTo>
                  <a:lnTo>
                    <a:pt x="6814" y="7840"/>
                  </a:lnTo>
                  <a:lnTo>
                    <a:pt x="6487" y="3593"/>
                  </a:lnTo>
                  <a:lnTo>
                    <a:pt x="68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0" name="Google Shape;10410;p78"/>
            <p:cNvSpPr/>
            <p:nvPr/>
          </p:nvSpPr>
          <p:spPr>
            <a:xfrm>
              <a:off x="4196475" y="4053250"/>
              <a:ext cx="16350" cy="196025"/>
            </a:xfrm>
            <a:custGeom>
              <a:rect b="b" l="l" r="r" t="t"/>
              <a:pathLst>
                <a:path extrusionOk="0" h="7841" w="654">
                  <a:moveTo>
                    <a:pt x="1" y="0"/>
                  </a:moveTo>
                  <a:lnTo>
                    <a:pt x="1" y="7840"/>
                  </a:lnTo>
                  <a:lnTo>
                    <a:pt x="654" y="7840"/>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1" name="Google Shape;10411;p78"/>
            <p:cNvSpPr/>
            <p:nvPr/>
          </p:nvSpPr>
          <p:spPr>
            <a:xfrm>
              <a:off x="4031975" y="4012400"/>
              <a:ext cx="176200" cy="50200"/>
            </a:xfrm>
            <a:custGeom>
              <a:rect b="b" l="l" r="r" t="t"/>
              <a:pathLst>
                <a:path extrusionOk="0" h="2008" w="7048">
                  <a:moveTo>
                    <a:pt x="327" y="1"/>
                  </a:moveTo>
                  <a:lnTo>
                    <a:pt x="187" y="47"/>
                  </a:lnTo>
                  <a:lnTo>
                    <a:pt x="94" y="94"/>
                  </a:lnTo>
                  <a:lnTo>
                    <a:pt x="47" y="187"/>
                  </a:lnTo>
                  <a:lnTo>
                    <a:pt x="0" y="327"/>
                  </a:lnTo>
                  <a:lnTo>
                    <a:pt x="0" y="1681"/>
                  </a:lnTo>
                  <a:lnTo>
                    <a:pt x="47" y="1821"/>
                  </a:lnTo>
                  <a:lnTo>
                    <a:pt x="94" y="1914"/>
                  </a:lnTo>
                  <a:lnTo>
                    <a:pt x="187" y="2007"/>
                  </a:lnTo>
                  <a:lnTo>
                    <a:pt x="7047" y="2007"/>
                  </a:lnTo>
                  <a:lnTo>
                    <a:pt x="704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2" name="Google Shape;10412;p78"/>
            <p:cNvSpPr/>
            <p:nvPr/>
          </p:nvSpPr>
          <p:spPr>
            <a:xfrm>
              <a:off x="4027300" y="4237575"/>
              <a:ext cx="185525" cy="64200"/>
            </a:xfrm>
            <a:custGeom>
              <a:rect b="b" l="l" r="r" t="t"/>
              <a:pathLst>
                <a:path extrusionOk="0" h="2568" w="7421">
                  <a:moveTo>
                    <a:pt x="327" y="1"/>
                  </a:moveTo>
                  <a:lnTo>
                    <a:pt x="234" y="47"/>
                  </a:lnTo>
                  <a:lnTo>
                    <a:pt x="94" y="94"/>
                  </a:lnTo>
                  <a:lnTo>
                    <a:pt x="47" y="187"/>
                  </a:lnTo>
                  <a:lnTo>
                    <a:pt x="1" y="327"/>
                  </a:lnTo>
                  <a:lnTo>
                    <a:pt x="1" y="2241"/>
                  </a:lnTo>
                  <a:lnTo>
                    <a:pt x="47" y="2381"/>
                  </a:lnTo>
                  <a:lnTo>
                    <a:pt x="94" y="2474"/>
                  </a:lnTo>
                  <a:lnTo>
                    <a:pt x="234" y="2567"/>
                  </a:lnTo>
                  <a:lnTo>
                    <a:pt x="1634" y="2567"/>
                  </a:lnTo>
                  <a:lnTo>
                    <a:pt x="3781" y="2334"/>
                  </a:lnTo>
                  <a:lnTo>
                    <a:pt x="6394" y="2567"/>
                  </a:lnTo>
                  <a:lnTo>
                    <a:pt x="7421" y="2567"/>
                  </a:lnTo>
                  <a:lnTo>
                    <a:pt x="742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3" name="Google Shape;10413;p78"/>
            <p:cNvSpPr/>
            <p:nvPr/>
          </p:nvSpPr>
          <p:spPr>
            <a:xfrm>
              <a:off x="4202300" y="4237575"/>
              <a:ext cx="24525" cy="64200"/>
            </a:xfrm>
            <a:custGeom>
              <a:rect b="b" l="l" r="r" t="t"/>
              <a:pathLst>
                <a:path extrusionOk="0" h="2568" w="981">
                  <a:moveTo>
                    <a:pt x="1" y="1"/>
                  </a:moveTo>
                  <a:lnTo>
                    <a:pt x="141" y="47"/>
                  </a:lnTo>
                  <a:lnTo>
                    <a:pt x="234" y="94"/>
                  </a:lnTo>
                  <a:lnTo>
                    <a:pt x="281" y="187"/>
                  </a:lnTo>
                  <a:lnTo>
                    <a:pt x="328" y="327"/>
                  </a:lnTo>
                  <a:lnTo>
                    <a:pt x="328" y="2241"/>
                  </a:lnTo>
                  <a:lnTo>
                    <a:pt x="281" y="2381"/>
                  </a:lnTo>
                  <a:lnTo>
                    <a:pt x="234" y="2474"/>
                  </a:lnTo>
                  <a:lnTo>
                    <a:pt x="141" y="2567"/>
                  </a:lnTo>
                  <a:lnTo>
                    <a:pt x="794" y="2567"/>
                  </a:lnTo>
                  <a:lnTo>
                    <a:pt x="888" y="2474"/>
                  </a:lnTo>
                  <a:lnTo>
                    <a:pt x="981" y="2381"/>
                  </a:lnTo>
                  <a:lnTo>
                    <a:pt x="981" y="2241"/>
                  </a:lnTo>
                  <a:lnTo>
                    <a:pt x="981" y="327"/>
                  </a:lnTo>
                  <a:lnTo>
                    <a:pt x="981" y="187"/>
                  </a:lnTo>
                  <a:lnTo>
                    <a:pt x="888" y="94"/>
                  </a:lnTo>
                  <a:lnTo>
                    <a:pt x="794" y="47"/>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4" name="Google Shape;10414;p78"/>
            <p:cNvSpPr/>
            <p:nvPr/>
          </p:nvSpPr>
          <p:spPr>
            <a:xfrm>
              <a:off x="4073975" y="4084750"/>
              <a:ext cx="17525" cy="30350"/>
            </a:xfrm>
            <a:custGeom>
              <a:rect b="b" l="l" r="r" t="t"/>
              <a:pathLst>
                <a:path extrusionOk="0" h="1214" w="701">
                  <a:moveTo>
                    <a:pt x="94" y="0"/>
                  </a:moveTo>
                  <a:lnTo>
                    <a:pt x="47" y="47"/>
                  </a:lnTo>
                  <a:lnTo>
                    <a:pt x="0" y="140"/>
                  </a:lnTo>
                  <a:lnTo>
                    <a:pt x="0" y="187"/>
                  </a:lnTo>
                  <a:lnTo>
                    <a:pt x="0" y="980"/>
                  </a:lnTo>
                  <a:lnTo>
                    <a:pt x="0" y="1073"/>
                  </a:lnTo>
                  <a:lnTo>
                    <a:pt x="47" y="1120"/>
                  </a:lnTo>
                  <a:lnTo>
                    <a:pt x="94" y="1167"/>
                  </a:lnTo>
                  <a:lnTo>
                    <a:pt x="187" y="1213"/>
                  </a:lnTo>
                  <a:lnTo>
                    <a:pt x="467" y="1213"/>
                  </a:lnTo>
                  <a:lnTo>
                    <a:pt x="560" y="1167"/>
                  </a:lnTo>
                  <a:lnTo>
                    <a:pt x="654" y="1120"/>
                  </a:lnTo>
                  <a:lnTo>
                    <a:pt x="700" y="1073"/>
                  </a:lnTo>
                  <a:lnTo>
                    <a:pt x="700" y="980"/>
                  </a:lnTo>
                  <a:lnTo>
                    <a:pt x="700" y="187"/>
                  </a:lnTo>
                  <a:lnTo>
                    <a:pt x="700" y="140"/>
                  </a:lnTo>
                  <a:lnTo>
                    <a:pt x="654" y="47"/>
                  </a:lnTo>
                  <a:lnTo>
                    <a:pt x="5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5" name="Google Shape;10415;p78"/>
            <p:cNvSpPr/>
            <p:nvPr/>
          </p:nvSpPr>
          <p:spPr>
            <a:xfrm>
              <a:off x="4118300" y="4084750"/>
              <a:ext cx="18700" cy="30350"/>
            </a:xfrm>
            <a:custGeom>
              <a:rect b="b" l="l" r="r" t="t"/>
              <a:pathLst>
                <a:path extrusionOk="0" h="1214" w="748">
                  <a:moveTo>
                    <a:pt x="141" y="0"/>
                  </a:moveTo>
                  <a:lnTo>
                    <a:pt x="94" y="47"/>
                  </a:lnTo>
                  <a:lnTo>
                    <a:pt x="47" y="140"/>
                  </a:lnTo>
                  <a:lnTo>
                    <a:pt x="1" y="187"/>
                  </a:lnTo>
                  <a:lnTo>
                    <a:pt x="1" y="980"/>
                  </a:lnTo>
                  <a:lnTo>
                    <a:pt x="47" y="1073"/>
                  </a:lnTo>
                  <a:lnTo>
                    <a:pt x="94" y="1120"/>
                  </a:lnTo>
                  <a:lnTo>
                    <a:pt x="141" y="1167"/>
                  </a:lnTo>
                  <a:lnTo>
                    <a:pt x="234" y="1213"/>
                  </a:lnTo>
                  <a:lnTo>
                    <a:pt x="514" y="1213"/>
                  </a:lnTo>
                  <a:lnTo>
                    <a:pt x="607" y="1167"/>
                  </a:lnTo>
                  <a:lnTo>
                    <a:pt x="654" y="1120"/>
                  </a:lnTo>
                  <a:lnTo>
                    <a:pt x="701" y="1073"/>
                  </a:lnTo>
                  <a:lnTo>
                    <a:pt x="747" y="980"/>
                  </a:lnTo>
                  <a:lnTo>
                    <a:pt x="747" y="187"/>
                  </a:lnTo>
                  <a:lnTo>
                    <a:pt x="701" y="140"/>
                  </a:lnTo>
                  <a:lnTo>
                    <a:pt x="654"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6" name="Google Shape;10416;p78"/>
            <p:cNvSpPr/>
            <p:nvPr/>
          </p:nvSpPr>
          <p:spPr>
            <a:xfrm>
              <a:off x="4163800" y="4084750"/>
              <a:ext cx="17525" cy="30350"/>
            </a:xfrm>
            <a:custGeom>
              <a:rect b="b" l="l" r="r" t="t"/>
              <a:pathLst>
                <a:path extrusionOk="0" h="1214" w="701">
                  <a:moveTo>
                    <a:pt x="141" y="0"/>
                  </a:moveTo>
                  <a:lnTo>
                    <a:pt x="48" y="47"/>
                  </a:lnTo>
                  <a:lnTo>
                    <a:pt x="1" y="140"/>
                  </a:lnTo>
                  <a:lnTo>
                    <a:pt x="1" y="187"/>
                  </a:lnTo>
                  <a:lnTo>
                    <a:pt x="1" y="980"/>
                  </a:lnTo>
                  <a:lnTo>
                    <a:pt x="1" y="1073"/>
                  </a:lnTo>
                  <a:lnTo>
                    <a:pt x="48" y="1120"/>
                  </a:lnTo>
                  <a:lnTo>
                    <a:pt x="141" y="1167"/>
                  </a:lnTo>
                  <a:lnTo>
                    <a:pt x="188" y="1213"/>
                  </a:lnTo>
                  <a:lnTo>
                    <a:pt x="514" y="1213"/>
                  </a:lnTo>
                  <a:lnTo>
                    <a:pt x="561" y="1167"/>
                  </a:lnTo>
                  <a:lnTo>
                    <a:pt x="654" y="1120"/>
                  </a:lnTo>
                  <a:lnTo>
                    <a:pt x="701" y="1073"/>
                  </a:lnTo>
                  <a:lnTo>
                    <a:pt x="701" y="980"/>
                  </a:lnTo>
                  <a:lnTo>
                    <a:pt x="701" y="187"/>
                  </a:lnTo>
                  <a:lnTo>
                    <a:pt x="701" y="140"/>
                  </a:lnTo>
                  <a:lnTo>
                    <a:pt x="654" y="47"/>
                  </a:lnTo>
                  <a:lnTo>
                    <a:pt x="56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7" name="Google Shape;10417;p78"/>
            <p:cNvSpPr/>
            <p:nvPr/>
          </p:nvSpPr>
          <p:spPr>
            <a:xfrm>
              <a:off x="4073975" y="4134900"/>
              <a:ext cx="17525" cy="30375"/>
            </a:xfrm>
            <a:custGeom>
              <a:rect b="b" l="l" r="r" t="t"/>
              <a:pathLst>
                <a:path extrusionOk="0" h="1215" w="701">
                  <a:moveTo>
                    <a:pt x="187" y="1"/>
                  </a:moveTo>
                  <a:lnTo>
                    <a:pt x="94" y="47"/>
                  </a:lnTo>
                  <a:lnTo>
                    <a:pt x="47" y="94"/>
                  </a:lnTo>
                  <a:lnTo>
                    <a:pt x="0" y="141"/>
                  </a:lnTo>
                  <a:lnTo>
                    <a:pt x="0" y="234"/>
                  </a:lnTo>
                  <a:lnTo>
                    <a:pt x="0" y="1027"/>
                  </a:lnTo>
                  <a:lnTo>
                    <a:pt x="0" y="1074"/>
                  </a:lnTo>
                  <a:lnTo>
                    <a:pt x="47" y="1167"/>
                  </a:lnTo>
                  <a:lnTo>
                    <a:pt x="94" y="1214"/>
                  </a:lnTo>
                  <a:lnTo>
                    <a:pt x="560" y="1214"/>
                  </a:lnTo>
                  <a:lnTo>
                    <a:pt x="654" y="1167"/>
                  </a:lnTo>
                  <a:lnTo>
                    <a:pt x="700" y="1074"/>
                  </a:lnTo>
                  <a:lnTo>
                    <a:pt x="700" y="1027"/>
                  </a:lnTo>
                  <a:lnTo>
                    <a:pt x="700" y="234"/>
                  </a:lnTo>
                  <a:lnTo>
                    <a:pt x="700" y="141"/>
                  </a:lnTo>
                  <a:lnTo>
                    <a:pt x="654" y="94"/>
                  </a:lnTo>
                  <a:lnTo>
                    <a:pt x="560" y="47"/>
                  </a:lnTo>
                  <a:lnTo>
                    <a:pt x="46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8" name="Google Shape;10418;p78"/>
            <p:cNvSpPr/>
            <p:nvPr/>
          </p:nvSpPr>
          <p:spPr>
            <a:xfrm>
              <a:off x="4118300" y="4134900"/>
              <a:ext cx="18700" cy="30375"/>
            </a:xfrm>
            <a:custGeom>
              <a:rect b="b" l="l" r="r" t="t"/>
              <a:pathLst>
                <a:path extrusionOk="0" h="1215" w="748">
                  <a:moveTo>
                    <a:pt x="234" y="1"/>
                  </a:moveTo>
                  <a:lnTo>
                    <a:pt x="141" y="47"/>
                  </a:lnTo>
                  <a:lnTo>
                    <a:pt x="94" y="94"/>
                  </a:lnTo>
                  <a:lnTo>
                    <a:pt x="47" y="141"/>
                  </a:lnTo>
                  <a:lnTo>
                    <a:pt x="1" y="234"/>
                  </a:lnTo>
                  <a:lnTo>
                    <a:pt x="1" y="1027"/>
                  </a:lnTo>
                  <a:lnTo>
                    <a:pt x="47" y="1074"/>
                  </a:lnTo>
                  <a:lnTo>
                    <a:pt x="94" y="1167"/>
                  </a:lnTo>
                  <a:lnTo>
                    <a:pt x="141" y="1214"/>
                  </a:lnTo>
                  <a:lnTo>
                    <a:pt x="607" y="1214"/>
                  </a:lnTo>
                  <a:lnTo>
                    <a:pt x="654" y="1167"/>
                  </a:lnTo>
                  <a:lnTo>
                    <a:pt x="701" y="1074"/>
                  </a:lnTo>
                  <a:lnTo>
                    <a:pt x="747" y="1027"/>
                  </a:lnTo>
                  <a:lnTo>
                    <a:pt x="747" y="234"/>
                  </a:lnTo>
                  <a:lnTo>
                    <a:pt x="701" y="141"/>
                  </a:lnTo>
                  <a:lnTo>
                    <a:pt x="654" y="94"/>
                  </a:lnTo>
                  <a:lnTo>
                    <a:pt x="607" y="47"/>
                  </a:lnTo>
                  <a:lnTo>
                    <a:pt x="51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9" name="Google Shape;10419;p78"/>
            <p:cNvSpPr/>
            <p:nvPr/>
          </p:nvSpPr>
          <p:spPr>
            <a:xfrm>
              <a:off x="4163800" y="4134900"/>
              <a:ext cx="17525" cy="30375"/>
            </a:xfrm>
            <a:custGeom>
              <a:rect b="b" l="l" r="r" t="t"/>
              <a:pathLst>
                <a:path extrusionOk="0" h="1215" w="701">
                  <a:moveTo>
                    <a:pt x="188" y="1"/>
                  </a:moveTo>
                  <a:lnTo>
                    <a:pt x="141" y="47"/>
                  </a:lnTo>
                  <a:lnTo>
                    <a:pt x="48" y="94"/>
                  </a:lnTo>
                  <a:lnTo>
                    <a:pt x="1" y="141"/>
                  </a:lnTo>
                  <a:lnTo>
                    <a:pt x="1" y="234"/>
                  </a:lnTo>
                  <a:lnTo>
                    <a:pt x="1" y="1027"/>
                  </a:lnTo>
                  <a:lnTo>
                    <a:pt x="1" y="1074"/>
                  </a:lnTo>
                  <a:lnTo>
                    <a:pt x="48" y="1167"/>
                  </a:lnTo>
                  <a:lnTo>
                    <a:pt x="141" y="1214"/>
                  </a:lnTo>
                  <a:lnTo>
                    <a:pt x="561" y="1214"/>
                  </a:lnTo>
                  <a:lnTo>
                    <a:pt x="654" y="1167"/>
                  </a:lnTo>
                  <a:lnTo>
                    <a:pt x="701" y="1074"/>
                  </a:lnTo>
                  <a:lnTo>
                    <a:pt x="701" y="1027"/>
                  </a:lnTo>
                  <a:lnTo>
                    <a:pt x="701" y="234"/>
                  </a:lnTo>
                  <a:lnTo>
                    <a:pt x="701" y="141"/>
                  </a:lnTo>
                  <a:lnTo>
                    <a:pt x="654" y="94"/>
                  </a:lnTo>
                  <a:lnTo>
                    <a:pt x="561" y="47"/>
                  </a:lnTo>
                  <a:lnTo>
                    <a:pt x="51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0" name="Google Shape;10420;p78"/>
            <p:cNvSpPr/>
            <p:nvPr/>
          </p:nvSpPr>
          <p:spPr>
            <a:xfrm>
              <a:off x="4073975" y="4186250"/>
              <a:ext cx="17525" cy="30350"/>
            </a:xfrm>
            <a:custGeom>
              <a:rect b="b" l="l" r="r" t="t"/>
              <a:pathLst>
                <a:path extrusionOk="0" h="1214" w="701">
                  <a:moveTo>
                    <a:pt x="94" y="0"/>
                  </a:moveTo>
                  <a:lnTo>
                    <a:pt x="47" y="47"/>
                  </a:lnTo>
                  <a:lnTo>
                    <a:pt x="0" y="94"/>
                  </a:lnTo>
                  <a:lnTo>
                    <a:pt x="0" y="187"/>
                  </a:lnTo>
                  <a:lnTo>
                    <a:pt x="0" y="980"/>
                  </a:lnTo>
                  <a:lnTo>
                    <a:pt x="0" y="1074"/>
                  </a:lnTo>
                  <a:lnTo>
                    <a:pt x="47" y="1120"/>
                  </a:lnTo>
                  <a:lnTo>
                    <a:pt x="94" y="1167"/>
                  </a:lnTo>
                  <a:lnTo>
                    <a:pt x="187" y="1214"/>
                  </a:lnTo>
                  <a:lnTo>
                    <a:pt x="467" y="1214"/>
                  </a:lnTo>
                  <a:lnTo>
                    <a:pt x="560" y="1167"/>
                  </a:lnTo>
                  <a:lnTo>
                    <a:pt x="654" y="1120"/>
                  </a:lnTo>
                  <a:lnTo>
                    <a:pt x="700" y="1074"/>
                  </a:lnTo>
                  <a:lnTo>
                    <a:pt x="700" y="980"/>
                  </a:lnTo>
                  <a:lnTo>
                    <a:pt x="700" y="187"/>
                  </a:lnTo>
                  <a:lnTo>
                    <a:pt x="700" y="94"/>
                  </a:lnTo>
                  <a:lnTo>
                    <a:pt x="654" y="47"/>
                  </a:lnTo>
                  <a:lnTo>
                    <a:pt x="5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1" name="Google Shape;10421;p78"/>
            <p:cNvSpPr/>
            <p:nvPr/>
          </p:nvSpPr>
          <p:spPr>
            <a:xfrm>
              <a:off x="4118300" y="4186250"/>
              <a:ext cx="18700" cy="30350"/>
            </a:xfrm>
            <a:custGeom>
              <a:rect b="b" l="l" r="r" t="t"/>
              <a:pathLst>
                <a:path extrusionOk="0" h="1214" w="748">
                  <a:moveTo>
                    <a:pt x="141" y="0"/>
                  </a:moveTo>
                  <a:lnTo>
                    <a:pt x="94" y="47"/>
                  </a:lnTo>
                  <a:lnTo>
                    <a:pt x="47" y="94"/>
                  </a:lnTo>
                  <a:lnTo>
                    <a:pt x="1" y="187"/>
                  </a:lnTo>
                  <a:lnTo>
                    <a:pt x="1" y="980"/>
                  </a:lnTo>
                  <a:lnTo>
                    <a:pt x="47" y="1074"/>
                  </a:lnTo>
                  <a:lnTo>
                    <a:pt x="94" y="1120"/>
                  </a:lnTo>
                  <a:lnTo>
                    <a:pt x="141" y="1167"/>
                  </a:lnTo>
                  <a:lnTo>
                    <a:pt x="234" y="1214"/>
                  </a:lnTo>
                  <a:lnTo>
                    <a:pt x="514" y="1214"/>
                  </a:lnTo>
                  <a:lnTo>
                    <a:pt x="607" y="1167"/>
                  </a:lnTo>
                  <a:lnTo>
                    <a:pt x="654" y="1120"/>
                  </a:lnTo>
                  <a:lnTo>
                    <a:pt x="701" y="1074"/>
                  </a:lnTo>
                  <a:lnTo>
                    <a:pt x="747" y="980"/>
                  </a:lnTo>
                  <a:lnTo>
                    <a:pt x="747" y="187"/>
                  </a:lnTo>
                  <a:lnTo>
                    <a:pt x="701" y="94"/>
                  </a:lnTo>
                  <a:lnTo>
                    <a:pt x="654"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2" name="Google Shape;10422;p78"/>
            <p:cNvSpPr/>
            <p:nvPr/>
          </p:nvSpPr>
          <p:spPr>
            <a:xfrm>
              <a:off x="4163800" y="4186250"/>
              <a:ext cx="17525" cy="30350"/>
            </a:xfrm>
            <a:custGeom>
              <a:rect b="b" l="l" r="r" t="t"/>
              <a:pathLst>
                <a:path extrusionOk="0" h="1214" w="701">
                  <a:moveTo>
                    <a:pt x="141" y="0"/>
                  </a:moveTo>
                  <a:lnTo>
                    <a:pt x="48" y="47"/>
                  </a:lnTo>
                  <a:lnTo>
                    <a:pt x="1" y="94"/>
                  </a:lnTo>
                  <a:lnTo>
                    <a:pt x="1" y="187"/>
                  </a:lnTo>
                  <a:lnTo>
                    <a:pt x="1" y="980"/>
                  </a:lnTo>
                  <a:lnTo>
                    <a:pt x="1" y="1074"/>
                  </a:lnTo>
                  <a:lnTo>
                    <a:pt x="48" y="1120"/>
                  </a:lnTo>
                  <a:lnTo>
                    <a:pt x="141" y="1167"/>
                  </a:lnTo>
                  <a:lnTo>
                    <a:pt x="188" y="1214"/>
                  </a:lnTo>
                  <a:lnTo>
                    <a:pt x="514" y="1214"/>
                  </a:lnTo>
                  <a:lnTo>
                    <a:pt x="561" y="1167"/>
                  </a:lnTo>
                  <a:lnTo>
                    <a:pt x="654" y="1120"/>
                  </a:lnTo>
                  <a:lnTo>
                    <a:pt x="701" y="1074"/>
                  </a:lnTo>
                  <a:lnTo>
                    <a:pt x="701" y="980"/>
                  </a:lnTo>
                  <a:lnTo>
                    <a:pt x="701" y="187"/>
                  </a:lnTo>
                  <a:lnTo>
                    <a:pt x="701" y="94"/>
                  </a:lnTo>
                  <a:lnTo>
                    <a:pt x="654" y="47"/>
                  </a:lnTo>
                  <a:lnTo>
                    <a:pt x="56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3" name="Google Shape;10423;p78"/>
            <p:cNvSpPr/>
            <p:nvPr/>
          </p:nvSpPr>
          <p:spPr>
            <a:xfrm>
              <a:off x="4068150" y="4265575"/>
              <a:ext cx="119025" cy="36200"/>
            </a:xfrm>
            <a:custGeom>
              <a:rect b="b" l="l" r="r" t="t"/>
              <a:pathLst>
                <a:path extrusionOk="0" h="1448" w="4761">
                  <a:moveTo>
                    <a:pt x="327" y="1"/>
                  </a:moveTo>
                  <a:lnTo>
                    <a:pt x="187" y="47"/>
                  </a:lnTo>
                  <a:lnTo>
                    <a:pt x="93" y="94"/>
                  </a:lnTo>
                  <a:lnTo>
                    <a:pt x="47" y="234"/>
                  </a:lnTo>
                  <a:lnTo>
                    <a:pt x="0" y="327"/>
                  </a:lnTo>
                  <a:lnTo>
                    <a:pt x="0" y="1447"/>
                  </a:lnTo>
                  <a:lnTo>
                    <a:pt x="4760" y="1447"/>
                  </a:lnTo>
                  <a:lnTo>
                    <a:pt x="4527" y="747"/>
                  </a:lnTo>
                  <a:lnTo>
                    <a:pt x="4340" y="234"/>
                  </a:lnTo>
                  <a:lnTo>
                    <a:pt x="4247" y="94"/>
                  </a:lnTo>
                  <a:lnTo>
                    <a:pt x="420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4" name="Google Shape;10424;p78"/>
            <p:cNvSpPr/>
            <p:nvPr/>
          </p:nvSpPr>
          <p:spPr>
            <a:xfrm>
              <a:off x="4197650" y="4012400"/>
              <a:ext cx="25675" cy="50200"/>
            </a:xfrm>
            <a:custGeom>
              <a:rect b="b" l="l" r="r" t="t"/>
              <a:pathLst>
                <a:path extrusionOk="0" h="2008" w="1027">
                  <a:moveTo>
                    <a:pt x="0" y="1"/>
                  </a:moveTo>
                  <a:lnTo>
                    <a:pt x="140" y="47"/>
                  </a:lnTo>
                  <a:lnTo>
                    <a:pt x="234" y="94"/>
                  </a:lnTo>
                  <a:lnTo>
                    <a:pt x="280" y="187"/>
                  </a:lnTo>
                  <a:lnTo>
                    <a:pt x="327" y="327"/>
                  </a:lnTo>
                  <a:lnTo>
                    <a:pt x="327" y="1681"/>
                  </a:lnTo>
                  <a:lnTo>
                    <a:pt x="280" y="1821"/>
                  </a:lnTo>
                  <a:lnTo>
                    <a:pt x="234" y="1914"/>
                  </a:lnTo>
                  <a:lnTo>
                    <a:pt x="140" y="2007"/>
                  </a:lnTo>
                  <a:lnTo>
                    <a:pt x="794" y="2007"/>
                  </a:lnTo>
                  <a:lnTo>
                    <a:pt x="934" y="1914"/>
                  </a:lnTo>
                  <a:lnTo>
                    <a:pt x="980" y="1821"/>
                  </a:lnTo>
                  <a:lnTo>
                    <a:pt x="1027" y="1681"/>
                  </a:lnTo>
                  <a:lnTo>
                    <a:pt x="1027" y="327"/>
                  </a:lnTo>
                  <a:lnTo>
                    <a:pt x="980" y="187"/>
                  </a:lnTo>
                  <a:lnTo>
                    <a:pt x="934" y="94"/>
                  </a:lnTo>
                  <a:lnTo>
                    <a:pt x="794" y="47"/>
                  </a:lnTo>
                  <a:lnTo>
                    <a:pt x="70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5" name="Google Shape;10425;p78"/>
            <p:cNvSpPr/>
            <p:nvPr/>
          </p:nvSpPr>
          <p:spPr>
            <a:xfrm>
              <a:off x="4161475" y="4265575"/>
              <a:ext cx="25700" cy="36200"/>
            </a:xfrm>
            <a:custGeom>
              <a:rect b="b" l="l" r="r" t="t"/>
              <a:pathLst>
                <a:path extrusionOk="0" h="1448" w="1028">
                  <a:moveTo>
                    <a:pt x="1" y="1"/>
                  </a:moveTo>
                  <a:lnTo>
                    <a:pt x="141" y="47"/>
                  </a:lnTo>
                  <a:lnTo>
                    <a:pt x="234" y="94"/>
                  </a:lnTo>
                  <a:lnTo>
                    <a:pt x="327" y="234"/>
                  </a:lnTo>
                  <a:lnTo>
                    <a:pt x="327" y="327"/>
                  </a:lnTo>
                  <a:lnTo>
                    <a:pt x="327" y="1447"/>
                  </a:lnTo>
                  <a:lnTo>
                    <a:pt x="1027" y="1447"/>
                  </a:lnTo>
                  <a:lnTo>
                    <a:pt x="1027" y="327"/>
                  </a:lnTo>
                  <a:lnTo>
                    <a:pt x="981" y="234"/>
                  </a:lnTo>
                  <a:lnTo>
                    <a:pt x="934" y="94"/>
                  </a:lnTo>
                  <a:lnTo>
                    <a:pt x="794" y="47"/>
                  </a:lnTo>
                  <a:lnTo>
                    <a:pt x="70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429" name="Shape 10429"/>
        <p:cNvGrpSpPr/>
        <p:nvPr/>
      </p:nvGrpSpPr>
      <p:grpSpPr>
        <a:xfrm>
          <a:off x="0" y="0"/>
          <a:ext cx="0" cy="0"/>
          <a:chOff x="0" y="0"/>
          <a:chExt cx="0" cy="0"/>
        </a:xfrm>
      </p:grpSpPr>
      <p:sp>
        <p:nvSpPr>
          <p:cNvPr id="10430" name="Google Shape;10430;p79"/>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ICON PACK</a:t>
            </a:r>
            <a:endParaRPr/>
          </a:p>
        </p:txBody>
      </p:sp>
      <p:grpSp>
        <p:nvGrpSpPr>
          <p:cNvPr id="10431" name="Google Shape;10431;p79"/>
          <p:cNvGrpSpPr/>
          <p:nvPr/>
        </p:nvGrpSpPr>
        <p:grpSpPr>
          <a:xfrm>
            <a:off x="1000125" y="1193650"/>
            <a:ext cx="336025" cy="318525"/>
            <a:chOff x="930875" y="1193650"/>
            <a:chExt cx="336025" cy="318525"/>
          </a:xfrm>
        </p:grpSpPr>
        <p:sp>
          <p:nvSpPr>
            <p:cNvPr id="10432" name="Google Shape;10432;p79"/>
            <p:cNvSpPr/>
            <p:nvPr/>
          </p:nvSpPr>
          <p:spPr>
            <a:xfrm>
              <a:off x="1094200" y="1276475"/>
              <a:ext cx="9350" cy="30375"/>
            </a:xfrm>
            <a:custGeom>
              <a:rect b="b" l="l" r="r" t="t"/>
              <a:pathLst>
                <a:path extrusionOk="0" h="1215" w="374">
                  <a:moveTo>
                    <a:pt x="1" y="1"/>
                  </a:moveTo>
                  <a:lnTo>
                    <a:pt x="1" y="94"/>
                  </a:lnTo>
                  <a:lnTo>
                    <a:pt x="1" y="1027"/>
                  </a:lnTo>
                  <a:lnTo>
                    <a:pt x="1" y="1121"/>
                  </a:lnTo>
                  <a:lnTo>
                    <a:pt x="47" y="1167"/>
                  </a:lnTo>
                  <a:lnTo>
                    <a:pt x="94" y="1214"/>
                  </a:lnTo>
                  <a:lnTo>
                    <a:pt x="281" y="1214"/>
                  </a:lnTo>
                  <a:lnTo>
                    <a:pt x="327" y="1167"/>
                  </a:lnTo>
                  <a:lnTo>
                    <a:pt x="374" y="1121"/>
                  </a:lnTo>
                  <a:lnTo>
                    <a:pt x="374" y="1027"/>
                  </a:lnTo>
                  <a:lnTo>
                    <a:pt x="374" y="94"/>
                  </a:lnTo>
                  <a:lnTo>
                    <a:pt x="37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3" name="Google Shape;10433;p79"/>
            <p:cNvSpPr/>
            <p:nvPr/>
          </p:nvSpPr>
          <p:spPr>
            <a:xfrm>
              <a:off x="943700" y="1302150"/>
              <a:ext cx="310375" cy="192525"/>
            </a:xfrm>
            <a:custGeom>
              <a:rect b="b" l="l" r="r" t="t"/>
              <a:pathLst>
                <a:path extrusionOk="0" h="7701" w="12415">
                  <a:moveTo>
                    <a:pt x="6207" y="0"/>
                  </a:moveTo>
                  <a:lnTo>
                    <a:pt x="5554" y="47"/>
                  </a:lnTo>
                  <a:lnTo>
                    <a:pt x="4947" y="140"/>
                  </a:lnTo>
                  <a:lnTo>
                    <a:pt x="4387" y="280"/>
                  </a:lnTo>
                  <a:lnTo>
                    <a:pt x="3780" y="514"/>
                  </a:lnTo>
                  <a:lnTo>
                    <a:pt x="3267" y="747"/>
                  </a:lnTo>
                  <a:lnTo>
                    <a:pt x="2754" y="1074"/>
                  </a:lnTo>
                  <a:lnTo>
                    <a:pt x="2287" y="1401"/>
                  </a:lnTo>
                  <a:lnTo>
                    <a:pt x="1820" y="1821"/>
                  </a:lnTo>
                  <a:lnTo>
                    <a:pt x="1447" y="2241"/>
                  </a:lnTo>
                  <a:lnTo>
                    <a:pt x="1074" y="2754"/>
                  </a:lnTo>
                  <a:lnTo>
                    <a:pt x="747" y="3267"/>
                  </a:lnTo>
                  <a:lnTo>
                    <a:pt x="514" y="3781"/>
                  </a:lnTo>
                  <a:lnTo>
                    <a:pt x="280" y="4341"/>
                  </a:lnTo>
                  <a:lnTo>
                    <a:pt x="140" y="4947"/>
                  </a:lnTo>
                  <a:lnTo>
                    <a:pt x="47" y="5554"/>
                  </a:lnTo>
                  <a:lnTo>
                    <a:pt x="0" y="6207"/>
                  </a:lnTo>
                  <a:lnTo>
                    <a:pt x="0" y="7701"/>
                  </a:lnTo>
                  <a:lnTo>
                    <a:pt x="12414" y="7701"/>
                  </a:lnTo>
                  <a:lnTo>
                    <a:pt x="12134" y="6254"/>
                  </a:lnTo>
                  <a:lnTo>
                    <a:pt x="12087" y="5741"/>
                  </a:lnTo>
                  <a:lnTo>
                    <a:pt x="11994" y="5227"/>
                  </a:lnTo>
                  <a:lnTo>
                    <a:pt x="11807" y="4667"/>
                  </a:lnTo>
                  <a:lnTo>
                    <a:pt x="11621" y="4154"/>
                  </a:lnTo>
                  <a:lnTo>
                    <a:pt x="11387" y="3641"/>
                  </a:lnTo>
                  <a:lnTo>
                    <a:pt x="11107" y="3081"/>
                  </a:lnTo>
                  <a:lnTo>
                    <a:pt x="10781" y="2614"/>
                  </a:lnTo>
                  <a:lnTo>
                    <a:pt x="10407" y="2147"/>
                  </a:lnTo>
                  <a:lnTo>
                    <a:pt x="9987" y="1681"/>
                  </a:lnTo>
                  <a:lnTo>
                    <a:pt x="9567" y="1261"/>
                  </a:lnTo>
                  <a:lnTo>
                    <a:pt x="9054" y="934"/>
                  </a:lnTo>
                  <a:lnTo>
                    <a:pt x="8541" y="607"/>
                  </a:lnTo>
                  <a:lnTo>
                    <a:pt x="8027" y="374"/>
                  </a:lnTo>
                  <a:lnTo>
                    <a:pt x="7421" y="187"/>
                  </a:lnTo>
                  <a:lnTo>
                    <a:pt x="6861" y="47"/>
                  </a:lnTo>
                  <a:lnTo>
                    <a:pt x="62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4" name="Google Shape;10434;p79"/>
            <p:cNvSpPr/>
            <p:nvPr/>
          </p:nvSpPr>
          <p:spPr>
            <a:xfrm>
              <a:off x="1090700" y="1302150"/>
              <a:ext cx="163375" cy="192525"/>
            </a:xfrm>
            <a:custGeom>
              <a:rect b="b" l="l" r="r" t="t"/>
              <a:pathLst>
                <a:path extrusionOk="0" h="7701" w="6535">
                  <a:moveTo>
                    <a:pt x="1" y="0"/>
                  </a:moveTo>
                  <a:lnTo>
                    <a:pt x="561" y="94"/>
                  </a:lnTo>
                  <a:lnTo>
                    <a:pt x="1121" y="187"/>
                  </a:lnTo>
                  <a:lnTo>
                    <a:pt x="1681" y="327"/>
                  </a:lnTo>
                  <a:lnTo>
                    <a:pt x="2194" y="561"/>
                  </a:lnTo>
                  <a:lnTo>
                    <a:pt x="2707" y="794"/>
                  </a:lnTo>
                  <a:lnTo>
                    <a:pt x="3174" y="1121"/>
                  </a:lnTo>
                  <a:lnTo>
                    <a:pt x="3641" y="1447"/>
                  </a:lnTo>
                  <a:lnTo>
                    <a:pt x="4014" y="1821"/>
                  </a:lnTo>
                  <a:lnTo>
                    <a:pt x="4434" y="2241"/>
                  </a:lnTo>
                  <a:lnTo>
                    <a:pt x="4807" y="2754"/>
                  </a:lnTo>
                  <a:lnTo>
                    <a:pt x="5087" y="3267"/>
                  </a:lnTo>
                  <a:lnTo>
                    <a:pt x="5367" y="3781"/>
                  </a:lnTo>
                  <a:lnTo>
                    <a:pt x="5554" y="4341"/>
                  </a:lnTo>
                  <a:lnTo>
                    <a:pt x="5741" y="4947"/>
                  </a:lnTo>
                  <a:lnTo>
                    <a:pt x="5834" y="5554"/>
                  </a:lnTo>
                  <a:lnTo>
                    <a:pt x="5834" y="6207"/>
                  </a:lnTo>
                  <a:lnTo>
                    <a:pt x="5834" y="7701"/>
                  </a:lnTo>
                  <a:lnTo>
                    <a:pt x="6534" y="7701"/>
                  </a:lnTo>
                  <a:lnTo>
                    <a:pt x="6534" y="6207"/>
                  </a:lnTo>
                  <a:lnTo>
                    <a:pt x="6487" y="5554"/>
                  </a:lnTo>
                  <a:lnTo>
                    <a:pt x="6394" y="4947"/>
                  </a:lnTo>
                  <a:lnTo>
                    <a:pt x="6254" y="4341"/>
                  </a:lnTo>
                  <a:lnTo>
                    <a:pt x="6021" y="3781"/>
                  </a:lnTo>
                  <a:lnTo>
                    <a:pt x="5787" y="3267"/>
                  </a:lnTo>
                  <a:lnTo>
                    <a:pt x="5461" y="2754"/>
                  </a:lnTo>
                  <a:lnTo>
                    <a:pt x="5087" y="2241"/>
                  </a:lnTo>
                  <a:lnTo>
                    <a:pt x="4714" y="1821"/>
                  </a:lnTo>
                  <a:lnTo>
                    <a:pt x="4247" y="1401"/>
                  </a:lnTo>
                  <a:lnTo>
                    <a:pt x="3781" y="1074"/>
                  </a:lnTo>
                  <a:lnTo>
                    <a:pt x="3267" y="747"/>
                  </a:lnTo>
                  <a:lnTo>
                    <a:pt x="2754" y="514"/>
                  </a:lnTo>
                  <a:lnTo>
                    <a:pt x="2194" y="280"/>
                  </a:lnTo>
                  <a:lnTo>
                    <a:pt x="1587" y="140"/>
                  </a:lnTo>
                  <a:lnTo>
                    <a:pt x="981" y="47"/>
                  </a:lnTo>
                  <a:lnTo>
                    <a:pt x="3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5" name="Google Shape;10435;p79"/>
            <p:cNvSpPr/>
            <p:nvPr/>
          </p:nvSpPr>
          <p:spPr>
            <a:xfrm>
              <a:off x="930875" y="1479500"/>
              <a:ext cx="331350" cy="32675"/>
            </a:xfrm>
            <a:custGeom>
              <a:rect b="b" l="l" r="r" t="t"/>
              <a:pathLst>
                <a:path extrusionOk="0" h="1307" w="13254">
                  <a:moveTo>
                    <a:pt x="187" y="0"/>
                  </a:moveTo>
                  <a:lnTo>
                    <a:pt x="93" y="93"/>
                  </a:lnTo>
                  <a:lnTo>
                    <a:pt x="47" y="187"/>
                  </a:lnTo>
                  <a:lnTo>
                    <a:pt x="0" y="327"/>
                  </a:lnTo>
                  <a:lnTo>
                    <a:pt x="0" y="980"/>
                  </a:lnTo>
                  <a:lnTo>
                    <a:pt x="47" y="1073"/>
                  </a:lnTo>
                  <a:lnTo>
                    <a:pt x="93" y="1213"/>
                  </a:lnTo>
                  <a:lnTo>
                    <a:pt x="187" y="1260"/>
                  </a:lnTo>
                  <a:lnTo>
                    <a:pt x="327" y="1307"/>
                  </a:lnTo>
                  <a:lnTo>
                    <a:pt x="13114" y="1307"/>
                  </a:lnTo>
                  <a:lnTo>
                    <a:pt x="13160" y="1213"/>
                  </a:lnTo>
                  <a:lnTo>
                    <a:pt x="13207" y="1073"/>
                  </a:lnTo>
                  <a:lnTo>
                    <a:pt x="13254" y="653"/>
                  </a:lnTo>
                  <a:lnTo>
                    <a:pt x="13207" y="187"/>
                  </a:lnTo>
                  <a:lnTo>
                    <a:pt x="13160" y="47"/>
                  </a:lnTo>
                  <a:lnTo>
                    <a:pt x="1311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6" name="Google Shape;10436;p79"/>
            <p:cNvSpPr/>
            <p:nvPr/>
          </p:nvSpPr>
          <p:spPr>
            <a:xfrm>
              <a:off x="1075525" y="1235650"/>
              <a:ext cx="42025" cy="45525"/>
            </a:xfrm>
            <a:custGeom>
              <a:rect b="b" l="l" r="r" t="t"/>
              <a:pathLst>
                <a:path extrusionOk="0" h="1821" w="1681">
                  <a:moveTo>
                    <a:pt x="748" y="0"/>
                  </a:moveTo>
                  <a:lnTo>
                    <a:pt x="561" y="47"/>
                  </a:lnTo>
                  <a:lnTo>
                    <a:pt x="421" y="140"/>
                  </a:lnTo>
                  <a:lnTo>
                    <a:pt x="281" y="234"/>
                  </a:lnTo>
                  <a:lnTo>
                    <a:pt x="188" y="374"/>
                  </a:lnTo>
                  <a:lnTo>
                    <a:pt x="94" y="560"/>
                  </a:lnTo>
                  <a:lnTo>
                    <a:pt x="48" y="700"/>
                  </a:lnTo>
                  <a:lnTo>
                    <a:pt x="1" y="887"/>
                  </a:lnTo>
                  <a:lnTo>
                    <a:pt x="48" y="1074"/>
                  </a:lnTo>
                  <a:lnTo>
                    <a:pt x="94" y="1260"/>
                  </a:lnTo>
                  <a:lnTo>
                    <a:pt x="188" y="1447"/>
                  </a:lnTo>
                  <a:lnTo>
                    <a:pt x="281" y="1587"/>
                  </a:lnTo>
                  <a:lnTo>
                    <a:pt x="421" y="1680"/>
                  </a:lnTo>
                  <a:lnTo>
                    <a:pt x="561" y="1774"/>
                  </a:lnTo>
                  <a:lnTo>
                    <a:pt x="748" y="1820"/>
                  </a:lnTo>
                  <a:lnTo>
                    <a:pt x="1121" y="1820"/>
                  </a:lnTo>
                  <a:lnTo>
                    <a:pt x="1261" y="1774"/>
                  </a:lnTo>
                  <a:lnTo>
                    <a:pt x="1401" y="1680"/>
                  </a:lnTo>
                  <a:lnTo>
                    <a:pt x="1494" y="1587"/>
                  </a:lnTo>
                  <a:lnTo>
                    <a:pt x="1588" y="1447"/>
                  </a:lnTo>
                  <a:lnTo>
                    <a:pt x="1634" y="1260"/>
                  </a:lnTo>
                  <a:lnTo>
                    <a:pt x="1681" y="887"/>
                  </a:lnTo>
                  <a:lnTo>
                    <a:pt x="1634" y="560"/>
                  </a:lnTo>
                  <a:lnTo>
                    <a:pt x="1588" y="374"/>
                  </a:lnTo>
                  <a:lnTo>
                    <a:pt x="1494" y="234"/>
                  </a:lnTo>
                  <a:lnTo>
                    <a:pt x="1401" y="140"/>
                  </a:lnTo>
                  <a:lnTo>
                    <a:pt x="1261" y="47"/>
                  </a:lnTo>
                  <a:lnTo>
                    <a:pt x="11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7" name="Google Shape;10437;p79"/>
            <p:cNvSpPr/>
            <p:nvPr/>
          </p:nvSpPr>
          <p:spPr>
            <a:xfrm>
              <a:off x="1242375" y="1479500"/>
              <a:ext cx="24525" cy="32675"/>
            </a:xfrm>
            <a:custGeom>
              <a:rect b="b" l="l" r="r" t="t"/>
              <a:pathLst>
                <a:path extrusionOk="0" h="1307" w="981">
                  <a:moveTo>
                    <a:pt x="94" y="0"/>
                  </a:moveTo>
                  <a:lnTo>
                    <a:pt x="187" y="93"/>
                  </a:lnTo>
                  <a:lnTo>
                    <a:pt x="280" y="187"/>
                  </a:lnTo>
                  <a:lnTo>
                    <a:pt x="327" y="327"/>
                  </a:lnTo>
                  <a:lnTo>
                    <a:pt x="327" y="980"/>
                  </a:lnTo>
                  <a:lnTo>
                    <a:pt x="280" y="1073"/>
                  </a:lnTo>
                  <a:lnTo>
                    <a:pt x="187" y="1213"/>
                  </a:lnTo>
                  <a:lnTo>
                    <a:pt x="94" y="1260"/>
                  </a:lnTo>
                  <a:lnTo>
                    <a:pt x="0" y="1307"/>
                  </a:lnTo>
                  <a:lnTo>
                    <a:pt x="654" y="1307"/>
                  </a:lnTo>
                  <a:lnTo>
                    <a:pt x="794" y="1260"/>
                  </a:lnTo>
                  <a:lnTo>
                    <a:pt x="887" y="1213"/>
                  </a:lnTo>
                  <a:lnTo>
                    <a:pt x="980" y="1073"/>
                  </a:lnTo>
                  <a:lnTo>
                    <a:pt x="980" y="980"/>
                  </a:lnTo>
                  <a:lnTo>
                    <a:pt x="980" y="327"/>
                  </a:lnTo>
                  <a:lnTo>
                    <a:pt x="980" y="187"/>
                  </a:lnTo>
                  <a:lnTo>
                    <a:pt x="887" y="93"/>
                  </a:lnTo>
                  <a:lnTo>
                    <a:pt x="79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8" name="Google Shape;10438;p79"/>
            <p:cNvSpPr/>
            <p:nvPr/>
          </p:nvSpPr>
          <p:spPr>
            <a:xfrm>
              <a:off x="1090700" y="1235650"/>
              <a:ext cx="31525" cy="45525"/>
            </a:xfrm>
            <a:custGeom>
              <a:rect b="b" l="l" r="r" t="t"/>
              <a:pathLst>
                <a:path extrusionOk="0" h="1821" w="1261">
                  <a:moveTo>
                    <a:pt x="327" y="0"/>
                  </a:moveTo>
                  <a:lnTo>
                    <a:pt x="1" y="47"/>
                  </a:lnTo>
                  <a:lnTo>
                    <a:pt x="281" y="187"/>
                  </a:lnTo>
                  <a:lnTo>
                    <a:pt x="467" y="374"/>
                  </a:lnTo>
                  <a:lnTo>
                    <a:pt x="607" y="607"/>
                  </a:lnTo>
                  <a:lnTo>
                    <a:pt x="654" y="887"/>
                  </a:lnTo>
                  <a:lnTo>
                    <a:pt x="607" y="1214"/>
                  </a:lnTo>
                  <a:lnTo>
                    <a:pt x="467" y="1447"/>
                  </a:lnTo>
                  <a:lnTo>
                    <a:pt x="281" y="1634"/>
                  </a:lnTo>
                  <a:lnTo>
                    <a:pt x="1" y="1774"/>
                  </a:lnTo>
                  <a:lnTo>
                    <a:pt x="327" y="1820"/>
                  </a:lnTo>
                  <a:lnTo>
                    <a:pt x="514" y="1820"/>
                  </a:lnTo>
                  <a:lnTo>
                    <a:pt x="701" y="1774"/>
                  </a:lnTo>
                  <a:lnTo>
                    <a:pt x="841" y="1680"/>
                  </a:lnTo>
                  <a:lnTo>
                    <a:pt x="981" y="1587"/>
                  </a:lnTo>
                  <a:lnTo>
                    <a:pt x="1121" y="1447"/>
                  </a:lnTo>
                  <a:lnTo>
                    <a:pt x="1167" y="1260"/>
                  </a:lnTo>
                  <a:lnTo>
                    <a:pt x="1261" y="1074"/>
                  </a:lnTo>
                  <a:lnTo>
                    <a:pt x="1261" y="887"/>
                  </a:lnTo>
                  <a:lnTo>
                    <a:pt x="1261" y="700"/>
                  </a:lnTo>
                  <a:lnTo>
                    <a:pt x="1167" y="560"/>
                  </a:lnTo>
                  <a:lnTo>
                    <a:pt x="1121" y="374"/>
                  </a:lnTo>
                  <a:lnTo>
                    <a:pt x="981" y="234"/>
                  </a:lnTo>
                  <a:lnTo>
                    <a:pt x="841" y="140"/>
                  </a:lnTo>
                  <a:lnTo>
                    <a:pt x="701" y="47"/>
                  </a:lnTo>
                  <a:lnTo>
                    <a:pt x="5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9" name="Google Shape;10439;p79"/>
            <p:cNvSpPr/>
            <p:nvPr/>
          </p:nvSpPr>
          <p:spPr>
            <a:xfrm>
              <a:off x="977525" y="1193650"/>
              <a:ext cx="10525" cy="29200"/>
            </a:xfrm>
            <a:custGeom>
              <a:rect b="b" l="l" r="r" t="t"/>
              <a:pathLst>
                <a:path extrusionOk="0" h="1168" w="421">
                  <a:moveTo>
                    <a:pt x="141" y="0"/>
                  </a:moveTo>
                  <a:lnTo>
                    <a:pt x="94" y="47"/>
                  </a:lnTo>
                  <a:lnTo>
                    <a:pt x="47" y="94"/>
                  </a:lnTo>
                  <a:lnTo>
                    <a:pt x="1" y="187"/>
                  </a:lnTo>
                  <a:lnTo>
                    <a:pt x="1" y="980"/>
                  </a:lnTo>
                  <a:lnTo>
                    <a:pt x="47" y="1027"/>
                  </a:lnTo>
                  <a:lnTo>
                    <a:pt x="94" y="1120"/>
                  </a:lnTo>
                  <a:lnTo>
                    <a:pt x="141" y="1167"/>
                  </a:lnTo>
                  <a:lnTo>
                    <a:pt x="281" y="1167"/>
                  </a:lnTo>
                  <a:lnTo>
                    <a:pt x="374" y="1120"/>
                  </a:lnTo>
                  <a:lnTo>
                    <a:pt x="421" y="1027"/>
                  </a:lnTo>
                  <a:lnTo>
                    <a:pt x="421" y="980"/>
                  </a:lnTo>
                  <a:lnTo>
                    <a:pt x="421" y="187"/>
                  </a:lnTo>
                  <a:lnTo>
                    <a:pt x="421" y="94"/>
                  </a:lnTo>
                  <a:lnTo>
                    <a:pt x="374" y="47"/>
                  </a:lnTo>
                  <a:lnTo>
                    <a:pt x="2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0" name="Google Shape;10440;p79"/>
            <p:cNvSpPr/>
            <p:nvPr/>
          </p:nvSpPr>
          <p:spPr>
            <a:xfrm>
              <a:off x="977525" y="1240325"/>
              <a:ext cx="10525" cy="29175"/>
            </a:xfrm>
            <a:custGeom>
              <a:rect b="b" l="l" r="r" t="t"/>
              <a:pathLst>
                <a:path extrusionOk="0" h="1167" w="421">
                  <a:moveTo>
                    <a:pt x="141" y="0"/>
                  </a:moveTo>
                  <a:lnTo>
                    <a:pt x="94" y="47"/>
                  </a:lnTo>
                  <a:lnTo>
                    <a:pt x="47" y="93"/>
                  </a:lnTo>
                  <a:lnTo>
                    <a:pt x="1" y="187"/>
                  </a:lnTo>
                  <a:lnTo>
                    <a:pt x="1" y="980"/>
                  </a:lnTo>
                  <a:lnTo>
                    <a:pt x="47" y="1073"/>
                  </a:lnTo>
                  <a:lnTo>
                    <a:pt x="94" y="1120"/>
                  </a:lnTo>
                  <a:lnTo>
                    <a:pt x="141" y="1167"/>
                  </a:lnTo>
                  <a:lnTo>
                    <a:pt x="281" y="1167"/>
                  </a:lnTo>
                  <a:lnTo>
                    <a:pt x="374" y="1120"/>
                  </a:lnTo>
                  <a:lnTo>
                    <a:pt x="421" y="1073"/>
                  </a:lnTo>
                  <a:lnTo>
                    <a:pt x="421" y="980"/>
                  </a:lnTo>
                  <a:lnTo>
                    <a:pt x="421" y="187"/>
                  </a:lnTo>
                  <a:lnTo>
                    <a:pt x="421" y="93"/>
                  </a:lnTo>
                  <a:lnTo>
                    <a:pt x="374" y="47"/>
                  </a:lnTo>
                  <a:lnTo>
                    <a:pt x="2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1" name="Google Shape;10441;p79"/>
            <p:cNvSpPr/>
            <p:nvPr/>
          </p:nvSpPr>
          <p:spPr>
            <a:xfrm>
              <a:off x="944875" y="1226325"/>
              <a:ext cx="29175" cy="10525"/>
            </a:xfrm>
            <a:custGeom>
              <a:rect b="b" l="l" r="r" t="t"/>
              <a:pathLst>
                <a:path extrusionOk="0" h="421" w="1167">
                  <a:moveTo>
                    <a:pt x="187" y="0"/>
                  </a:moveTo>
                  <a:lnTo>
                    <a:pt x="140" y="47"/>
                  </a:lnTo>
                  <a:lnTo>
                    <a:pt x="47" y="47"/>
                  </a:lnTo>
                  <a:lnTo>
                    <a:pt x="0" y="140"/>
                  </a:lnTo>
                  <a:lnTo>
                    <a:pt x="0" y="187"/>
                  </a:lnTo>
                  <a:lnTo>
                    <a:pt x="0" y="280"/>
                  </a:lnTo>
                  <a:lnTo>
                    <a:pt x="47" y="327"/>
                  </a:lnTo>
                  <a:lnTo>
                    <a:pt x="140" y="373"/>
                  </a:lnTo>
                  <a:lnTo>
                    <a:pt x="187" y="420"/>
                  </a:lnTo>
                  <a:lnTo>
                    <a:pt x="980" y="420"/>
                  </a:lnTo>
                  <a:lnTo>
                    <a:pt x="1073" y="373"/>
                  </a:lnTo>
                  <a:lnTo>
                    <a:pt x="1120" y="327"/>
                  </a:lnTo>
                  <a:lnTo>
                    <a:pt x="1167" y="280"/>
                  </a:lnTo>
                  <a:lnTo>
                    <a:pt x="1167" y="187"/>
                  </a:lnTo>
                  <a:lnTo>
                    <a:pt x="1167" y="140"/>
                  </a:lnTo>
                  <a:lnTo>
                    <a:pt x="1120" y="47"/>
                  </a:lnTo>
                  <a:lnTo>
                    <a:pt x="1073" y="47"/>
                  </a:lnTo>
                  <a:lnTo>
                    <a:pt x="98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2" name="Google Shape;10442;p79"/>
            <p:cNvSpPr/>
            <p:nvPr/>
          </p:nvSpPr>
          <p:spPr>
            <a:xfrm>
              <a:off x="991525" y="1226325"/>
              <a:ext cx="29200" cy="10525"/>
            </a:xfrm>
            <a:custGeom>
              <a:rect b="b" l="l" r="r" t="t"/>
              <a:pathLst>
                <a:path extrusionOk="0" h="421" w="1168">
                  <a:moveTo>
                    <a:pt x="187" y="0"/>
                  </a:moveTo>
                  <a:lnTo>
                    <a:pt x="141" y="47"/>
                  </a:lnTo>
                  <a:lnTo>
                    <a:pt x="47" y="47"/>
                  </a:lnTo>
                  <a:lnTo>
                    <a:pt x="1" y="140"/>
                  </a:lnTo>
                  <a:lnTo>
                    <a:pt x="1" y="187"/>
                  </a:lnTo>
                  <a:lnTo>
                    <a:pt x="1" y="280"/>
                  </a:lnTo>
                  <a:lnTo>
                    <a:pt x="47" y="327"/>
                  </a:lnTo>
                  <a:lnTo>
                    <a:pt x="141" y="373"/>
                  </a:lnTo>
                  <a:lnTo>
                    <a:pt x="187" y="420"/>
                  </a:lnTo>
                  <a:lnTo>
                    <a:pt x="981" y="420"/>
                  </a:lnTo>
                  <a:lnTo>
                    <a:pt x="1074" y="373"/>
                  </a:lnTo>
                  <a:lnTo>
                    <a:pt x="1121" y="327"/>
                  </a:lnTo>
                  <a:lnTo>
                    <a:pt x="1167" y="280"/>
                  </a:lnTo>
                  <a:lnTo>
                    <a:pt x="1167" y="187"/>
                  </a:lnTo>
                  <a:lnTo>
                    <a:pt x="1167" y="140"/>
                  </a:lnTo>
                  <a:lnTo>
                    <a:pt x="1121" y="47"/>
                  </a:lnTo>
                  <a:lnTo>
                    <a:pt x="1074" y="47"/>
                  </a:lnTo>
                  <a:lnTo>
                    <a:pt x="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3" name="Google Shape;10443;p79"/>
            <p:cNvSpPr/>
            <p:nvPr/>
          </p:nvSpPr>
          <p:spPr>
            <a:xfrm>
              <a:off x="1215550" y="1228650"/>
              <a:ext cx="10525" cy="29200"/>
            </a:xfrm>
            <a:custGeom>
              <a:rect b="b" l="l" r="r" t="t"/>
              <a:pathLst>
                <a:path extrusionOk="0" h="1168" w="421">
                  <a:moveTo>
                    <a:pt x="187" y="0"/>
                  </a:moveTo>
                  <a:lnTo>
                    <a:pt x="140" y="47"/>
                  </a:lnTo>
                  <a:lnTo>
                    <a:pt x="47" y="47"/>
                  </a:lnTo>
                  <a:lnTo>
                    <a:pt x="0" y="140"/>
                  </a:lnTo>
                  <a:lnTo>
                    <a:pt x="0" y="187"/>
                  </a:lnTo>
                  <a:lnTo>
                    <a:pt x="0" y="980"/>
                  </a:lnTo>
                  <a:lnTo>
                    <a:pt x="0" y="1074"/>
                  </a:lnTo>
                  <a:lnTo>
                    <a:pt x="47" y="1120"/>
                  </a:lnTo>
                  <a:lnTo>
                    <a:pt x="140" y="1167"/>
                  </a:lnTo>
                  <a:lnTo>
                    <a:pt x="280" y="1167"/>
                  </a:lnTo>
                  <a:lnTo>
                    <a:pt x="327" y="1120"/>
                  </a:lnTo>
                  <a:lnTo>
                    <a:pt x="373" y="1074"/>
                  </a:lnTo>
                  <a:lnTo>
                    <a:pt x="420" y="980"/>
                  </a:lnTo>
                  <a:lnTo>
                    <a:pt x="420" y="187"/>
                  </a:lnTo>
                  <a:lnTo>
                    <a:pt x="373" y="140"/>
                  </a:lnTo>
                  <a:lnTo>
                    <a:pt x="327" y="47"/>
                  </a:lnTo>
                  <a:lnTo>
                    <a:pt x="280" y="47"/>
                  </a:lnTo>
                  <a:lnTo>
                    <a:pt x="1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4" name="Google Shape;10444;p79"/>
            <p:cNvSpPr/>
            <p:nvPr/>
          </p:nvSpPr>
          <p:spPr>
            <a:xfrm>
              <a:off x="1215550" y="1275325"/>
              <a:ext cx="10525" cy="30350"/>
            </a:xfrm>
            <a:custGeom>
              <a:rect b="b" l="l" r="r" t="t"/>
              <a:pathLst>
                <a:path extrusionOk="0" h="1214" w="421">
                  <a:moveTo>
                    <a:pt x="187" y="0"/>
                  </a:moveTo>
                  <a:lnTo>
                    <a:pt x="140" y="47"/>
                  </a:lnTo>
                  <a:lnTo>
                    <a:pt x="47" y="93"/>
                  </a:lnTo>
                  <a:lnTo>
                    <a:pt x="0" y="140"/>
                  </a:lnTo>
                  <a:lnTo>
                    <a:pt x="0" y="233"/>
                  </a:lnTo>
                  <a:lnTo>
                    <a:pt x="0" y="980"/>
                  </a:lnTo>
                  <a:lnTo>
                    <a:pt x="0" y="1073"/>
                  </a:lnTo>
                  <a:lnTo>
                    <a:pt x="47" y="1120"/>
                  </a:lnTo>
                  <a:lnTo>
                    <a:pt x="140" y="1167"/>
                  </a:lnTo>
                  <a:lnTo>
                    <a:pt x="187" y="1213"/>
                  </a:lnTo>
                  <a:lnTo>
                    <a:pt x="280" y="1167"/>
                  </a:lnTo>
                  <a:lnTo>
                    <a:pt x="327" y="1120"/>
                  </a:lnTo>
                  <a:lnTo>
                    <a:pt x="373" y="1073"/>
                  </a:lnTo>
                  <a:lnTo>
                    <a:pt x="420" y="980"/>
                  </a:lnTo>
                  <a:lnTo>
                    <a:pt x="420" y="233"/>
                  </a:lnTo>
                  <a:lnTo>
                    <a:pt x="373" y="140"/>
                  </a:lnTo>
                  <a:lnTo>
                    <a:pt x="327" y="93"/>
                  </a:lnTo>
                  <a:lnTo>
                    <a:pt x="280" y="47"/>
                  </a:lnTo>
                  <a:lnTo>
                    <a:pt x="1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5" name="Google Shape;10445;p79"/>
            <p:cNvSpPr/>
            <p:nvPr/>
          </p:nvSpPr>
          <p:spPr>
            <a:xfrm>
              <a:off x="1182875" y="1262475"/>
              <a:ext cx="29200" cy="9375"/>
            </a:xfrm>
            <a:custGeom>
              <a:rect b="b" l="l" r="r" t="t"/>
              <a:pathLst>
                <a:path extrusionOk="0" h="375" w="1168">
                  <a:moveTo>
                    <a:pt x="94" y="1"/>
                  </a:moveTo>
                  <a:lnTo>
                    <a:pt x="47" y="47"/>
                  </a:lnTo>
                  <a:lnTo>
                    <a:pt x="0" y="94"/>
                  </a:lnTo>
                  <a:lnTo>
                    <a:pt x="0" y="187"/>
                  </a:lnTo>
                  <a:lnTo>
                    <a:pt x="0" y="281"/>
                  </a:lnTo>
                  <a:lnTo>
                    <a:pt x="47" y="327"/>
                  </a:lnTo>
                  <a:lnTo>
                    <a:pt x="94" y="374"/>
                  </a:lnTo>
                  <a:lnTo>
                    <a:pt x="1027" y="374"/>
                  </a:lnTo>
                  <a:lnTo>
                    <a:pt x="1120" y="327"/>
                  </a:lnTo>
                  <a:lnTo>
                    <a:pt x="1167" y="281"/>
                  </a:lnTo>
                  <a:lnTo>
                    <a:pt x="1167" y="187"/>
                  </a:lnTo>
                  <a:lnTo>
                    <a:pt x="1167" y="94"/>
                  </a:lnTo>
                  <a:lnTo>
                    <a:pt x="1120" y="47"/>
                  </a:lnTo>
                  <a:lnTo>
                    <a:pt x="10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6" name="Google Shape;10446;p79"/>
            <p:cNvSpPr/>
            <p:nvPr/>
          </p:nvSpPr>
          <p:spPr>
            <a:xfrm>
              <a:off x="1229550" y="1262475"/>
              <a:ext cx="29175" cy="9375"/>
            </a:xfrm>
            <a:custGeom>
              <a:rect b="b" l="l" r="r" t="t"/>
              <a:pathLst>
                <a:path extrusionOk="0" h="375" w="1167">
                  <a:moveTo>
                    <a:pt x="93" y="1"/>
                  </a:moveTo>
                  <a:lnTo>
                    <a:pt x="47" y="47"/>
                  </a:lnTo>
                  <a:lnTo>
                    <a:pt x="0" y="94"/>
                  </a:lnTo>
                  <a:lnTo>
                    <a:pt x="0" y="187"/>
                  </a:lnTo>
                  <a:lnTo>
                    <a:pt x="0" y="281"/>
                  </a:lnTo>
                  <a:lnTo>
                    <a:pt x="47" y="327"/>
                  </a:lnTo>
                  <a:lnTo>
                    <a:pt x="93" y="374"/>
                  </a:lnTo>
                  <a:lnTo>
                    <a:pt x="1027" y="374"/>
                  </a:lnTo>
                  <a:lnTo>
                    <a:pt x="1120" y="327"/>
                  </a:lnTo>
                  <a:lnTo>
                    <a:pt x="1167" y="281"/>
                  </a:lnTo>
                  <a:lnTo>
                    <a:pt x="1167" y="187"/>
                  </a:lnTo>
                  <a:lnTo>
                    <a:pt x="1167" y="94"/>
                  </a:lnTo>
                  <a:lnTo>
                    <a:pt x="1120" y="47"/>
                  </a:lnTo>
                  <a:lnTo>
                    <a:pt x="10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47" name="Google Shape;10447;p79"/>
          <p:cNvGrpSpPr/>
          <p:nvPr/>
        </p:nvGrpSpPr>
        <p:grpSpPr>
          <a:xfrm>
            <a:off x="1803975" y="1184325"/>
            <a:ext cx="234525" cy="336025"/>
            <a:chOff x="1734725" y="1184325"/>
            <a:chExt cx="234525" cy="336025"/>
          </a:xfrm>
        </p:grpSpPr>
        <p:sp>
          <p:nvSpPr>
            <p:cNvPr id="10448" name="Google Shape;10448;p79"/>
            <p:cNvSpPr/>
            <p:nvPr/>
          </p:nvSpPr>
          <p:spPr>
            <a:xfrm>
              <a:off x="1851400" y="1184325"/>
              <a:ext cx="43200" cy="50175"/>
            </a:xfrm>
            <a:custGeom>
              <a:rect b="b" l="l" r="r" t="t"/>
              <a:pathLst>
                <a:path extrusionOk="0" h="2007" w="1728">
                  <a:moveTo>
                    <a:pt x="1494" y="0"/>
                  </a:moveTo>
                  <a:lnTo>
                    <a:pt x="1167" y="93"/>
                  </a:lnTo>
                  <a:lnTo>
                    <a:pt x="887" y="280"/>
                  </a:lnTo>
                  <a:lnTo>
                    <a:pt x="654" y="467"/>
                  </a:lnTo>
                  <a:lnTo>
                    <a:pt x="467" y="747"/>
                  </a:lnTo>
                  <a:lnTo>
                    <a:pt x="280" y="1027"/>
                  </a:lnTo>
                  <a:lnTo>
                    <a:pt x="140" y="1307"/>
                  </a:lnTo>
                  <a:lnTo>
                    <a:pt x="0" y="1727"/>
                  </a:lnTo>
                  <a:lnTo>
                    <a:pt x="0" y="1820"/>
                  </a:lnTo>
                  <a:lnTo>
                    <a:pt x="0" y="1913"/>
                  </a:lnTo>
                  <a:lnTo>
                    <a:pt x="47" y="1960"/>
                  </a:lnTo>
                  <a:lnTo>
                    <a:pt x="140" y="2007"/>
                  </a:lnTo>
                  <a:lnTo>
                    <a:pt x="187" y="2007"/>
                  </a:lnTo>
                  <a:lnTo>
                    <a:pt x="327" y="1960"/>
                  </a:lnTo>
                  <a:lnTo>
                    <a:pt x="374" y="1867"/>
                  </a:lnTo>
                  <a:lnTo>
                    <a:pt x="514" y="1493"/>
                  </a:lnTo>
                  <a:lnTo>
                    <a:pt x="747" y="1073"/>
                  </a:lnTo>
                  <a:lnTo>
                    <a:pt x="887" y="840"/>
                  </a:lnTo>
                  <a:lnTo>
                    <a:pt x="1074" y="607"/>
                  </a:lnTo>
                  <a:lnTo>
                    <a:pt x="1307" y="467"/>
                  </a:lnTo>
                  <a:lnTo>
                    <a:pt x="1540" y="420"/>
                  </a:lnTo>
                  <a:lnTo>
                    <a:pt x="1634" y="373"/>
                  </a:lnTo>
                  <a:lnTo>
                    <a:pt x="1680" y="327"/>
                  </a:lnTo>
                  <a:lnTo>
                    <a:pt x="1727" y="233"/>
                  </a:lnTo>
                  <a:lnTo>
                    <a:pt x="1727" y="187"/>
                  </a:lnTo>
                  <a:lnTo>
                    <a:pt x="1680" y="93"/>
                  </a:lnTo>
                  <a:lnTo>
                    <a:pt x="1634" y="47"/>
                  </a:lnTo>
                  <a:lnTo>
                    <a:pt x="15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9" name="Google Shape;10449;p79"/>
            <p:cNvSpPr/>
            <p:nvPr/>
          </p:nvSpPr>
          <p:spPr>
            <a:xfrm>
              <a:off x="1830400" y="1227475"/>
              <a:ext cx="38525" cy="43200"/>
            </a:xfrm>
            <a:custGeom>
              <a:rect b="b" l="l" r="r" t="t"/>
              <a:pathLst>
                <a:path extrusionOk="0" h="1728" w="1541">
                  <a:moveTo>
                    <a:pt x="700" y="1"/>
                  </a:moveTo>
                  <a:lnTo>
                    <a:pt x="514" y="94"/>
                  </a:lnTo>
                  <a:lnTo>
                    <a:pt x="374" y="141"/>
                  </a:lnTo>
                  <a:lnTo>
                    <a:pt x="234" y="281"/>
                  </a:lnTo>
                  <a:lnTo>
                    <a:pt x="140" y="374"/>
                  </a:lnTo>
                  <a:lnTo>
                    <a:pt x="47" y="514"/>
                  </a:lnTo>
                  <a:lnTo>
                    <a:pt x="0" y="701"/>
                  </a:lnTo>
                  <a:lnTo>
                    <a:pt x="0" y="887"/>
                  </a:lnTo>
                  <a:lnTo>
                    <a:pt x="0" y="1027"/>
                  </a:lnTo>
                  <a:lnTo>
                    <a:pt x="47" y="1214"/>
                  </a:lnTo>
                  <a:lnTo>
                    <a:pt x="140" y="1354"/>
                  </a:lnTo>
                  <a:lnTo>
                    <a:pt x="234" y="1494"/>
                  </a:lnTo>
                  <a:lnTo>
                    <a:pt x="374" y="1587"/>
                  </a:lnTo>
                  <a:lnTo>
                    <a:pt x="514" y="1681"/>
                  </a:lnTo>
                  <a:lnTo>
                    <a:pt x="700" y="1727"/>
                  </a:lnTo>
                  <a:lnTo>
                    <a:pt x="1027" y="1727"/>
                  </a:lnTo>
                  <a:lnTo>
                    <a:pt x="1167" y="1681"/>
                  </a:lnTo>
                  <a:lnTo>
                    <a:pt x="1260" y="1587"/>
                  </a:lnTo>
                  <a:lnTo>
                    <a:pt x="1354" y="1494"/>
                  </a:lnTo>
                  <a:lnTo>
                    <a:pt x="1494" y="1214"/>
                  </a:lnTo>
                  <a:lnTo>
                    <a:pt x="1540" y="887"/>
                  </a:lnTo>
                  <a:lnTo>
                    <a:pt x="1494" y="514"/>
                  </a:lnTo>
                  <a:lnTo>
                    <a:pt x="1354" y="281"/>
                  </a:lnTo>
                  <a:lnTo>
                    <a:pt x="1260" y="141"/>
                  </a:lnTo>
                  <a:lnTo>
                    <a:pt x="1167" y="94"/>
                  </a:lnTo>
                  <a:lnTo>
                    <a:pt x="10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0" name="Google Shape;10450;p79"/>
            <p:cNvSpPr/>
            <p:nvPr/>
          </p:nvSpPr>
          <p:spPr>
            <a:xfrm>
              <a:off x="1843225" y="1227475"/>
              <a:ext cx="30350" cy="43200"/>
            </a:xfrm>
            <a:custGeom>
              <a:rect b="b" l="l" r="r" t="t"/>
              <a:pathLst>
                <a:path extrusionOk="0" h="1728" w="1214">
                  <a:moveTo>
                    <a:pt x="187" y="1"/>
                  </a:moveTo>
                  <a:lnTo>
                    <a:pt x="1" y="94"/>
                  </a:lnTo>
                  <a:lnTo>
                    <a:pt x="234" y="187"/>
                  </a:lnTo>
                  <a:lnTo>
                    <a:pt x="374" y="374"/>
                  </a:lnTo>
                  <a:lnTo>
                    <a:pt x="514" y="607"/>
                  </a:lnTo>
                  <a:lnTo>
                    <a:pt x="561" y="887"/>
                  </a:lnTo>
                  <a:lnTo>
                    <a:pt x="514" y="1121"/>
                  </a:lnTo>
                  <a:lnTo>
                    <a:pt x="374" y="1354"/>
                  </a:lnTo>
                  <a:lnTo>
                    <a:pt x="234" y="1541"/>
                  </a:lnTo>
                  <a:lnTo>
                    <a:pt x="1" y="1681"/>
                  </a:lnTo>
                  <a:lnTo>
                    <a:pt x="187" y="1727"/>
                  </a:lnTo>
                  <a:lnTo>
                    <a:pt x="514" y="1727"/>
                  </a:lnTo>
                  <a:lnTo>
                    <a:pt x="701" y="1681"/>
                  </a:lnTo>
                  <a:lnTo>
                    <a:pt x="841" y="1587"/>
                  </a:lnTo>
                  <a:lnTo>
                    <a:pt x="934" y="1494"/>
                  </a:lnTo>
                  <a:lnTo>
                    <a:pt x="1074" y="1354"/>
                  </a:lnTo>
                  <a:lnTo>
                    <a:pt x="1121" y="1214"/>
                  </a:lnTo>
                  <a:lnTo>
                    <a:pt x="1214" y="1027"/>
                  </a:lnTo>
                  <a:lnTo>
                    <a:pt x="1214" y="887"/>
                  </a:lnTo>
                  <a:lnTo>
                    <a:pt x="1214" y="701"/>
                  </a:lnTo>
                  <a:lnTo>
                    <a:pt x="1121" y="514"/>
                  </a:lnTo>
                  <a:lnTo>
                    <a:pt x="1074" y="374"/>
                  </a:lnTo>
                  <a:lnTo>
                    <a:pt x="934" y="281"/>
                  </a:lnTo>
                  <a:lnTo>
                    <a:pt x="841" y="141"/>
                  </a:lnTo>
                  <a:lnTo>
                    <a:pt x="701" y="94"/>
                  </a:lnTo>
                  <a:lnTo>
                    <a:pt x="5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1" name="Google Shape;10451;p79"/>
            <p:cNvSpPr/>
            <p:nvPr/>
          </p:nvSpPr>
          <p:spPr>
            <a:xfrm>
              <a:off x="1749900" y="1295150"/>
              <a:ext cx="204200" cy="126025"/>
            </a:xfrm>
            <a:custGeom>
              <a:rect b="b" l="l" r="r" t="t"/>
              <a:pathLst>
                <a:path extrusionOk="0" h="5041" w="8168">
                  <a:moveTo>
                    <a:pt x="5040" y="0"/>
                  </a:moveTo>
                  <a:lnTo>
                    <a:pt x="3827" y="47"/>
                  </a:lnTo>
                  <a:lnTo>
                    <a:pt x="2660" y="140"/>
                  </a:lnTo>
                  <a:lnTo>
                    <a:pt x="1634" y="280"/>
                  </a:lnTo>
                  <a:lnTo>
                    <a:pt x="887" y="374"/>
                  </a:lnTo>
                  <a:lnTo>
                    <a:pt x="700" y="467"/>
                  </a:lnTo>
                  <a:lnTo>
                    <a:pt x="607" y="514"/>
                  </a:lnTo>
                  <a:lnTo>
                    <a:pt x="0" y="5041"/>
                  </a:lnTo>
                  <a:lnTo>
                    <a:pt x="8167" y="5041"/>
                  </a:lnTo>
                  <a:lnTo>
                    <a:pt x="7094" y="94"/>
                  </a:lnTo>
                  <a:lnTo>
                    <a:pt x="7000" y="47"/>
                  </a:lnTo>
                  <a:lnTo>
                    <a:pt x="67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2" name="Google Shape;10452;p79"/>
            <p:cNvSpPr/>
            <p:nvPr/>
          </p:nvSpPr>
          <p:spPr>
            <a:xfrm>
              <a:off x="1921400" y="1295150"/>
              <a:ext cx="32700" cy="126025"/>
            </a:xfrm>
            <a:custGeom>
              <a:rect b="b" l="l" r="r" t="t"/>
              <a:pathLst>
                <a:path extrusionOk="0" h="5041" w="1308">
                  <a:moveTo>
                    <a:pt x="140" y="0"/>
                  </a:moveTo>
                  <a:lnTo>
                    <a:pt x="47" y="140"/>
                  </a:lnTo>
                  <a:lnTo>
                    <a:pt x="0" y="234"/>
                  </a:lnTo>
                  <a:lnTo>
                    <a:pt x="0" y="420"/>
                  </a:lnTo>
                  <a:lnTo>
                    <a:pt x="607" y="5041"/>
                  </a:lnTo>
                  <a:lnTo>
                    <a:pt x="1307" y="5041"/>
                  </a:lnTo>
                  <a:lnTo>
                    <a:pt x="700" y="794"/>
                  </a:lnTo>
                  <a:lnTo>
                    <a:pt x="700" y="654"/>
                  </a:lnTo>
                  <a:lnTo>
                    <a:pt x="607" y="514"/>
                  </a:lnTo>
                  <a:lnTo>
                    <a:pt x="420" y="280"/>
                  </a:lnTo>
                  <a:lnTo>
                    <a:pt x="14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3" name="Google Shape;10453;p79"/>
            <p:cNvSpPr/>
            <p:nvPr/>
          </p:nvSpPr>
          <p:spPr>
            <a:xfrm>
              <a:off x="1765050" y="1268325"/>
              <a:ext cx="173875" cy="49025"/>
            </a:xfrm>
            <a:custGeom>
              <a:rect b="b" l="l" r="r" t="t"/>
              <a:pathLst>
                <a:path extrusionOk="0" h="1961" w="6955">
                  <a:moveTo>
                    <a:pt x="794" y="0"/>
                  </a:moveTo>
                  <a:lnTo>
                    <a:pt x="561" y="47"/>
                  </a:lnTo>
                  <a:lnTo>
                    <a:pt x="374" y="187"/>
                  </a:lnTo>
                  <a:lnTo>
                    <a:pt x="234" y="373"/>
                  </a:lnTo>
                  <a:lnTo>
                    <a:pt x="141" y="560"/>
                  </a:lnTo>
                  <a:lnTo>
                    <a:pt x="1" y="1587"/>
                  </a:lnTo>
                  <a:lnTo>
                    <a:pt x="421" y="1820"/>
                  </a:lnTo>
                  <a:lnTo>
                    <a:pt x="701" y="1960"/>
                  </a:lnTo>
                  <a:lnTo>
                    <a:pt x="1308" y="1960"/>
                  </a:lnTo>
                  <a:lnTo>
                    <a:pt x="1494" y="1914"/>
                  </a:lnTo>
                  <a:lnTo>
                    <a:pt x="1821" y="1727"/>
                  </a:lnTo>
                  <a:lnTo>
                    <a:pt x="2194" y="1540"/>
                  </a:lnTo>
                  <a:lnTo>
                    <a:pt x="2381" y="1447"/>
                  </a:lnTo>
                  <a:lnTo>
                    <a:pt x="2941" y="1447"/>
                  </a:lnTo>
                  <a:lnTo>
                    <a:pt x="3128" y="1540"/>
                  </a:lnTo>
                  <a:lnTo>
                    <a:pt x="3454" y="1727"/>
                  </a:lnTo>
                  <a:lnTo>
                    <a:pt x="3781" y="1914"/>
                  </a:lnTo>
                  <a:lnTo>
                    <a:pt x="4014" y="1960"/>
                  </a:lnTo>
                  <a:lnTo>
                    <a:pt x="4574" y="1960"/>
                  </a:lnTo>
                  <a:lnTo>
                    <a:pt x="4761" y="1914"/>
                  </a:lnTo>
                  <a:lnTo>
                    <a:pt x="5088" y="1727"/>
                  </a:lnTo>
                  <a:lnTo>
                    <a:pt x="5414" y="1540"/>
                  </a:lnTo>
                  <a:lnTo>
                    <a:pt x="5648" y="1447"/>
                  </a:lnTo>
                  <a:lnTo>
                    <a:pt x="5928" y="1447"/>
                  </a:lnTo>
                  <a:lnTo>
                    <a:pt x="6254" y="1493"/>
                  </a:lnTo>
                  <a:lnTo>
                    <a:pt x="6534" y="1587"/>
                  </a:lnTo>
                  <a:lnTo>
                    <a:pt x="6954" y="1867"/>
                  </a:lnTo>
                  <a:lnTo>
                    <a:pt x="6488" y="840"/>
                  </a:lnTo>
                  <a:lnTo>
                    <a:pt x="6441" y="280"/>
                  </a:lnTo>
                  <a:lnTo>
                    <a:pt x="6394" y="187"/>
                  </a:lnTo>
                  <a:lnTo>
                    <a:pt x="6348" y="93"/>
                  </a:lnTo>
                  <a:lnTo>
                    <a:pt x="6254" y="47"/>
                  </a:lnTo>
                  <a:lnTo>
                    <a:pt x="616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4" name="Google Shape;10454;p79"/>
            <p:cNvSpPr/>
            <p:nvPr/>
          </p:nvSpPr>
          <p:spPr>
            <a:xfrm>
              <a:off x="1832725" y="1424650"/>
              <a:ext cx="38525" cy="75875"/>
            </a:xfrm>
            <a:custGeom>
              <a:rect b="b" l="l" r="r" t="t"/>
              <a:pathLst>
                <a:path extrusionOk="0" h="3035" w="1541">
                  <a:moveTo>
                    <a:pt x="1" y="1"/>
                  </a:moveTo>
                  <a:lnTo>
                    <a:pt x="1" y="3034"/>
                  </a:lnTo>
                  <a:lnTo>
                    <a:pt x="1541" y="3034"/>
                  </a:lnTo>
                  <a:lnTo>
                    <a:pt x="1261" y="1634"/>
                  </a:lnTo>
                  <a:lnTo>
                    <a:pt x="154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5" name="Google Shape;10455;p79"/>
            <p:cNvSpPr/>
            <p:nvPr/>
          </p:nvSpPr>
          <p:spPr>
            <a:xfrm>
              <a:off x="1853725" y="1424650"/>
              <a:ext cx="17525" cy="75875"/>
            </a:xfrm>
            <a:custGeom>
              <a:rect b="b" l="l" r="r" t="t"/>
              <a:pathLst>
                <a:path extrusionOk="0" h="3035" w="701">
                  <a:moveTo>
                    <a:pt x="1" y="1"/>
                  </a:moveTo>
                  <a:lnTo>
                    <a:pt x="1" y="3034"/>
                  </a:lnTo>
                  <a:lnTo>
                    <a:pt x="701" y="3034"/>
                  </a:lnTo>
                  <a:lnTo>
                    <a:pt x="70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6" name="Google Shape;10456;p79"/>
            <p:cNvSpPr/>
            <p:nvPr/>
          </p:nvSpPr>
          <p:spPr>
            <a:xfrm>
              <a:off x="1734725" y="1410650"/>
              <a:ext cx="228700" cy="38525"/>
            </a:xfrm>
            <a:custGeom>
              <a:rect b="b" l="l" r="r" t="t"/>
              <a:pathLst>
                <a:path extrusionOk="0" h="1541" w="9148">
                  <a:moveTo>
                    <a:pt x="327" y="1"/>
                  </a:moveTo>
                  <a:lnTo>
                    <a:pt x="140" y="47"/>
                  </a:lnTo>
                  <a:lnTo>
                    <a:pt x="47" y="141"/>
                  </a:lnTo>
                  <a:lnTo>
                    <a:pt x="0" y="281"/>
                  </a:lnTo>
                  <a:lnTo>
                    <a:pt x="0" y="421"/>
                  </a:lnTo>
                  <a:lnTo>
                    <a:pt x="187" y="1307"/>
                  </a:lnTo>
                  <a:lnTo>
                    <a:pt x="234" y="1401"/>
                  </a:lnTo>
                  <a:lnTo>
                    <a:pt x="327" y="1447"/>
                  </a:lnTo>
                  <a:lnTo>
                    <a:pt x="420" y="1494"/>
                  </a:lnTo>
                  <a:lnTo>
                    <a:pt x="514" y="1541"/>
                  </a:lnTo>
                  <a:lnTo>
                    <a:pt x="8867" y="1541"/>
                  </a:lnTo>
                  <a:lnTo>
                    <a:pt x="8914" y="1494"/>
                  </a:lnTo>
                  <a:lnTo>
                    <a:pt x="8914" y="1447"/>
                  </a:lnTo>
                  <a:lnTo>
                    <a:pt x="8914" y="1354"/>
                  </a:lnTo>
                  <a:lnTo>
                    <a:pt x="8914" y="1214"/>
                  </a:lnTo>
                  <a:lnTo>
                    <a:pt x="9054" y="607"/>
                  </a:lnTo>
                  <a:lnTo>
                    <a:pt x="9147" y="234"/>
                  </a:lnTo>
                  <a:lnTo>
                    <a:pt x="9101" y="94"/>
                  </a:lnTo>
                  <a:lnTo>
                    <a:pt x="90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7" name="Google Shape;10457;p79"/>
            <p:cNvSpPr/>
            <p:nvPr/>
          </p:nvSpPr>
          <p:spPr>
            <a:xfrm>
              <a:off x="1770900" y="1490000"/>
              <a:ext cx="156350" cy="30350"/>
            </a:xfrm>
            <a:custGeom>
              <a:rect b="b" l="l" r="r" t="t"/>
              <a:pathLst>
                <a:path extrusionOk="0" h="1214" w="6254">
                  <a:moveTo>
                    <a:pt x="467" y="0"/>
                  </a:moveTo>
                  <a:lnTo>
                    <a:pt x="327" y="47"/>
                  </a:lnTo>
                  <a:lnTo>
                    <a:pt x="234" y="140"/>
                  </a:lnTo>
                  <a:lnTo>
                    <a:pt x="0" y="793"/>
                  </a:lnTo>
                  <a:lnTo>
                    <a:pt x="0" y="933"/>
                  </a:lnTo>
                  <a:lnTo>
                    <a:pt x="47" y="1073"/>
                  </a:lnTo>
                  <a:lnTo>
                    <a:pt x="187" y="1167"/>
                  </a:lnTo>
                  <a:lnTo>
                    <a:pt x="327" y="1213"/>
                  </a:lnTo>
                  <a:lnTo>
                    <a:pt x="6160" y="1213"/>
                  </a:lnTo>
                  <a:lnTo>
                    <a:pt x="6207" y="1167"/>
                  </a:lnTo>
                  <a:lnTo>
                    <a:pt x="6254" y="1027"/>
                  </a:lnTo>
                  <a:lnTo>
                    <a:pt x="6207" y="607"/>
                  </a:lnTo>
                  <a:lnTo>
                    <a:pt x="6114" y="187"/>
                  </a:lnTo>
                  <a:lnTo>
                    <a:pt x="6067" y="47"/>
                  </a:lnTo>
                  <a:lnTo>
                    <a:pt x="602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8" name="Google Shape;10458;p79"/>
            <p:cNvSpPr/>
            <p:nvPr/>
          </p:nvSpPr>
          <p:spPr>
            <a:xfrm>
              <a:off x="1905075" y="1490000"/>
              <a:ext cx="28025" cy="30350"/>
            </a:xfrm>
            <a:custGeom>
              <a:rect b="b" l="l" r="r" t="t"/>
              <a:pathLst>
                <a:path extrusionOk="0" h="1214" w="1121">
                  <a:moveTo>
                    <a:pt x="0" y="0"/>
                  </a:moveTo>
                  <a:lnTo>
                    <a:pt x="93" y="47"/>
                  </a:lnTo>
                  <a:lnTo>
                    <a:pt x="187" y="140"/>
                  </a:lnTo>
                  <a:lnTo>
                    <a:pt x="420" y="793"/>
                  </a:lnTo>
                  <a:lnTo>
                    <a:pt x="420" y="933"/>
                  </a:lnTo>
                  <a:lnTo>
                    <a:pt x="373" y="1073"/>
                  </a:lnTo>
                  <a:lnTo>
                    <a:pt x="280" y="1167"/>
                  </a:lnTo>
                  <a:lnTo>
                    <a:pt x="93" y="1213"/>
                  </a:lnTo>
                  <a:lnTo>
                    <a:pt x="793" y="1213"/>
                  </a:lnTo>
                  <a:lnTo>
                    <a:pt x="933" y="1167"/>
                  </a:lnTo>
                  <a:lnTo>
                    <a:pt x="1027" y="1073"/>
                  </a:lnTo>
                  <a:lnTo>
                    <a:pt x="1120" y="933"/>
                  </a:lnTo>
                  <a:lnTo>
                    <a:pt x="1073" y="793"/>
                  </a:lnTo>
                  <a:lnTo>
                    <a:pt x="840" y="140"/>
                  </a:lnTo>
                  <a:lnTo>
                    <a:pt x="793" y="47"/>
                  </a:lnTo>
                  <a:lnTo>
                    <a:pt x="65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9" name="Google Shape;10459;p79"/>
            <p:cNvSpPr/>
            <p:nvPr/>
          </p:nvSpPr>
          <p:spPr>
            <a:xfrm>
              <a:off x="1938900" y="1410650"/>
              <a:ext cx="30350" cy="38525"/>
            </a:xfrm>
            <a:custGeom>
              <a:rect b="b" l="l" r="r" t="t"/>
              <a:pathLst>
                <a:path extrusionOk="0" h="1541" w="1214">
                  <a:moveTo>
                    <a:pt x="234" y="1"/>
                  </a:moveTo>
                  <a:lnTo>
                    <a:pt x="374" y="47"/>
                  </a:lnTo>
                  <a:lnTo>
                    <a:pt x="467" y="141"/>
                  </a:lnTo>
                  <a:lnTo>
                    <a:pt x="560" y="281"/>
                  </a:lnTo>
                  <a:lnTo>
                    <a:pt x="560" y="421"/>
                  </a:lnTo>
                  <a:lnTo>
                    <a:pt x="327" y="1307"/>
                  </a:lnTo>
                  <a:lnTo>
                    <a:pt x="280" y="1401"/>
                  </a:lnTo>
                  <a:lnTo>
                    <a:pt x="234" y="1447"/>
                  </a:lnTo>
                  <a:lnTo>
                    <a:pt x="140" y="1494"/>
                  </a:lnTo>
                  <a:lnTo>
                    <a:pt x="0" y="1541"/>
                  </a:lnTo>
                  <a:lnTo>
                    <a:pt x="700" y="1541"/>
                  </a:lnTo>
                  <a:lnTo>
                    <a:pt x="794" y="1494"/>
                  </a:lnTo>
                  <a:lnTo>
                    <a:pt x="887" y="1447"/>
                  </a:lnTo>
                  <a:lnTo>
                    <a:pt x="934" y="1401"/>
                  </a:lnTo>
                  <a:lnTo>
                    <a:pt x="980" y="1307"/>
                  </a:lnTo>
                  <a:lnTo>
                    <a:pt x="1214" y="421"/>
                  </a:lnTo>
                  <a:lnTo>
                    <a:pt x="1214" y="281"/>
                  </a:lnTo>
                  <a:lnTo>
                    <a:pt x="1167" y="141"/>
                  </a:lnTo>
                  <a:lnTo>
                    <a:pt x="1027" y="47"/>
                  </a:lnTo>
                  <a:lnTo>
                    <a:pt x="88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0" name="Google Shape;10460;p79"/>
            <p:cNvSpPr/>
            <p:nvPr/>
          </p:nvSpPr>
          <p:spPr>
            <a:xfrm>
              <a:off x="1902725" y="1268325"/>
              <a:ext cx="36200" cy="46675"/>
            </a:xfrm>
            <a:custGeom>
              <a:rect b="b" l="l" r="r" t="t"/>
              <a:pathLst>
                <a:path extrusionOk="0" h="1867" w="1448">
                  <a:moveTo>
                    <a:pt x="1" y="0"/>
                  </a:moveTo>
                  <a:lnTo>
                    <a:pt x="234" y="47"/>
                  </a:lnTo>
                  <a:lnTo>
                    <a:pt x="421" y="187"/>
                  </a:lnTo>
                  <a:lnTo>
                    <a:pt x="561" y="373"/>
                  </a:lnTo>
                  <a:lnTo>
                    <a:pt x="607" y="560"/>
                  </a:lnTo>
                  <a:lnTo>
                    <a:pt x="747" y="1493"/>
                  </a:lnTo>
                  <a:lnTo>
                    <a:pt x="981" y="1540"/>
                  </a:lnTo>
                  <a:lnTo>
                    <a:pt x="1121" y="1680"/>
                  </a:lnTo>
                  <a:lnTo>
                    <a:pt x="1447" y="1867"/>
                  </a:lnTo>
                  <a:lnTo>
                    <a:pt x="1307" y="560"/>
                  </a:lnTo>
                  <a:lnTo>
                    <a:pt x="1214" y="373"/>
                  </a:lnTo>
                  <a:lnTo>
                    <a:pt x="1074" y="187"/>
                  </a:lnTo>
                  <a:lnTo>
                    <a:pt x="887" y="47"/>
                  </a:lnTo>
                  <a:lnTo>
                    <a:pt x="65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61" name="Google Shape;10461;p79"/>
          <p:cNvGrpSpPr/>
          <p:nvPr/>
        </p:nvGrpSpPr>
        <p:grpSpPr>
          <a:xfrm>
            <a:off x="2558825" y="1184325"/>
            <a:ext cx="240375" cy="336025"/>
            <a:chOff x="2489575" y="1184325"/>
            <a:chExt cx="240375" cy="336025"/>
          </a:xfrm>
        </p:grpSpPr>
        <p:sp>
          <p:nvSpPr>
            <p:cNvPr id="10462" name="Google Shape;10462;p79"/>
            <p:cNvSpPr/>
            <p:nvPr/>
          </p:nvSpPr>
          <p:spPr>
            <a:xfrm>
              <a:off x="2600425" y="1184325"/>
              <a:ext cx="50200" cy="54850"/>
            </a:xfrm>
            <a:custGeom>
              <a:rect b="b" l="l" r="r" t="t"/>
              <a:pathLst>
                <a:path extrusionOk="0" h="2194" w="2008">
                  <a:moveTo>
                    <a:pt x="1120" y="0"/>
                  </a:moveTo>
                  <a:lnTo>
                    <a:pt x="887" y="47"/>
                  </a:lnTo>
                  <a:lnTo>
                    <a:pt x="700" y="93"/>
                  </a:lnTo>
                  <a:lnTo>
                    <a:pt x="514" y="187"/>
                  </a:lnTo>
                  <a:lnTo>
                    <a:pt x="327" y="327"/>
                  </a:lnTo>
                  <a:lnTo>
                    <a:pt x="234" y="513"/>
                  </a:lnTo>
                  <a:lnTo>
                    <a:pt x="94" y="700"/>
                  </a:lnTo>
                  <a:lnTo>
                    <a:pt x="47" y="887"/>
                  </a:lnTo>
                  <a:lnTo>
                    <a:pt x="0" y="1120"/>
                  </a:lnTo>
                  <a:lnTo>
                    <a:pt x="47" y="1353"/>
                  </a:lnTo>
                  <a:lnTo>
                    <a:pt x="94" y="1540"/>
                  </a:lnTo>
                  <a:lnTo>
                    <a:pt x="234" y="1727"/>
                  </a:lnTo>
                  <a:lnTo>
                    <a:pt x="327" y="1867"/>
                  </a:lnTo>
                  <a:lnTo>
                    <a:pt x="514" y="2007"/>
                  </a:lnTo>
                  <a:lnTo>
                    <a:pt x="700" y="2147"/>
                  </a:lnTo>
                  <a:lnTo>
                    <a:pt x="887" y="2193"/>
                  </a:lnTo>
                  <a:lnTo>
                    <a:pt x="1354" y="2193"/>
                  </a:lnTo>
                  <a:lnTo>
                    <a:pt x="1540" y="2100"/>
                  </a:lnTo>
                  <a:lnTo>
                    <a:pt x="1680" y="2007"/>
                  </a:lnTo>
                  <a:lnTo>
                    <a:pt x="1774" y="1867"/>
                  </a:lnTo>
                  <a:lnTo>
                    <a:pt x="1867" y="1680"/>
                  </a:lnTo>
                  <a:lnTo>
                    <a:pt x="1960" y="1493"/>
                  </a:lnTo>
                  <a:lnTo>
                    <a:pt x="2007" y="1073"/>
                  </a:lnTo>
                  <a:lnTo>
                    <a:pt x="1960" y="747"/>
                  </a:lnTo>
                  <a:lnTo>
                    <a:pt x="1867" y="560"/>
                  </a:lnTo>
                  <a:lnTo>
                    <a:pt x="1774" y="373"/>
                  </a:lnTo>
                  <a:lnTo>
                    <a:pt x="1680" y="233"/>
                  </a:lnTo>
                  <a:lnTo>
                    <a:pt x="1540" y="140"/>
                  </a:lnTo>
                  <a:lnTo>
                    <a:pt x="1354" y="47"/>
                  </a:lnTo>
                  <a:lnTo>
                    <a:pt x="112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3" name="Google Shape;10463;p79"/>
            <p:cNvSpPr/>
            <p:nvPr/>
          </p:nvSpPr>
          <p:spPr>
            <a:xfrm>
              <a:off x="2642425" y="1186650"/>
              <a:ext cx="49025" cy="54850"/>
            </a:xfrm>
            <a:custGeom>
              <a:rect b="b" l="l" r="r" t="t"/>
              <a:pathLst>
                <a:path extrusionOk="0" h="2194" w="1961">
                  <a:moveTo>
                    <a:pt x="840" y="0"/>
                  </a:moveTo>
                  <a:lnTo>
                    <a:pt x="654" y="47"/>
                  </a:lnTo>
                  <a:lnTo>
                    <a:pt x="467" y="187"/>
                  </a:lnTo>
                  <a:lnTo>
                    <a:pt x="327" y="327"/>
                  </a:lnTo>
                  <a:lnTo>
                    <a:pt x="187" y="467"/>
                  </a:lnTo>
                  <a:lnTo>
                    <a:pt x="47" y="654"/>
                  </a:lnTo>
                  <a:lnTo>
                    <a:pt x="0" y="887"/>
                  </a:lnTo>
                  <a:lnTo>
                    <a:pt x="0" y="1074"/>
                  </a:lnTo>
                  <a:lnTo>
                    <a:pt x="0" y="1307"/>
                  </a:lnTo>
                  <a:lnTo>
                    <a:pt x="47" y="1494"/>
                  </a:lnTo>
                  <a:lnTo>
                    <a:pt x="187" y="1680"/>
                  </a:lnTo>
                  <a:lnTo>
                    <a:pt x="327" y="1867"/>
                  </a:lnTo>
                  <a:lnTo>
                    <a:pt x="467" y="2007"/>
                  </a:lnTo>
                  <a:lnTo>
                    <a:pt x="654" y="2100"/>
                  </a:lnTo>
                  <a:lnTo>
                    <a:pt x="840" y="2147"/>
                  </a:lnTo>
                  <a:lnTo>
                    <a:pt x="1074" y="2194"/>
                  </a:lnTo>
                  <a:lnTo>
                    <a:pt x="1307" y="2147"/>
                  </a:lnTo>
                  <a:lnTo>
                    <a:pt x="1494" y="2100"/>
                  </a:lnTo>
                  <a:lnTo>
                    <a:pt x="1634" y="2007"/>
                  </a:lnTo>
                  <a:lnTo>
                    <a:pt x="1727" y="1867"/>
                  </a:lnTo>
                  <a:lnTo>
                    <a:pt x="1820" y="1680"/>
                  </a:lnTo>
                  <a:lnTo>
                    <a:pt x="1914" y="1494"/>
                  </a:lnTo>
                  <a:lnTo>
                    <a:pt x="1960" y="1074"/>
                  </a:lnTo>
                  <a:lnTo>
                    <a:pt x="1914" y="794"/>
                  </a:lnTo>
                  <a:lnTo>
                    <a:pt x="1727" y="420"/>
                  </a:lnTo>
                  <a:lnTo>
                    <a:pt x="1634" y="234"/>
                  </a:lnTo>
                  <a:lnTo>
                    <a:pt x="1494" y="94"/>
                  </a:lnTo>
                  <a:lnTo>
                    <a:pt x="130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4" name="Google Shape;10464;p79"/>
            <p:cNvSpPr/>
            <p:nvPr/>
          </p:nvSpPr>
          <p:spPr>
            <a:xfrm>
              <a:off x="2620250" y="1184325"/>
              <a:ext cx="36200" cy="54850"/>
            </a:xfrm>
            <a:custGeom>
              <a:rect b="b" l="l" r="r" t="t"/>
              <a:pathLst>
                <a:path extrusionOk="0" h="2194" w="1448">
                  <a:moveTo>
                    <a:pt x="327" y="0"/>
                  </a:moveTo>
                  <a:lnTo>
                    <a:pt x="1" y="47"/>
                  </a:lnTo>
                  <a:lnTo>
                    <a:pt x="281" y="233"/>
                  </a:lnTo>
                  <a:lnTo>
                    <a:pt x="561" y="467"/>
                  </a:lnTo>
                  <a:lnTo>
                    <a:pt x="701" y="747"/>
                  </a:lnTo>
                  <a:lnTo>
                    <a:pt x="747" y="933"/>
                  </a:lnTo>
                  <a:lnTo>
                    <a:pt x="747" y="1120"/>
                  </a:lnTo>
                  <a:lnTo>
                    <a:pt x="747" y="1307"/>
                  </a:lnTo>
                  <a:lnTo>
                    <a:pt x="701" y="1447"/>
                  </a:lnTo>
                  <a:lnTo>
                    <a:pt x="561" y="1773"/>
                  </a:lnTo>
                  <a:lnTo>
                    <a:pt x="281" y="2007"/>
                  </a:lnTo>
                  <a:lnTo>
                    <a:pt x="1" y="2147"/>
                  </a:lnTo>
                  <a:lnTo>
                    <a:pt x="327" y="2193"/>
                  </a:lnTo>
                  <a:lnTo>
                    <a:pt x="561" y="2193"/>
                  </a:lnTo>
                  <a:lnTo>
                    <a:pt x="747" y="2147"/>
                  </a:lnTo>
                  <a:lnTo>
                    <a:pt x="934" y="2007"/>
                  </a:lnTo>
                  <a:lnTo>
                    <a:pt x="1121" y="1867"/>
                  </a:lnTo>
                  <a:lnTo>
                    <a:pt x="1261" y="1727"/>
                  </a:lnTo>
                  <a:lnTo>
                    <a:pt x="1354" y="1540"/>
                  </a:lnTo>
                  <a:lnTo>
                    <a:pt x="1401" y="1353"/>
                  </a:lnTo>
                  <a:lnTo>
                    <a:pt x="1447" y="1120"/>
                  </a:lnTo>
                  <a:lnTo>
                    <a:pt x="1401" y="887"/>
                  </a:lnTo>
                  <a:lnTo>
                    <a:pt x="1354" y="700"/>
                  </a:lnTo>
                  <a:lnTo>
                    <a:pt x="1261" y="513"/>
                  </a:lnTo>
                  <a:lnTo>
                    <a:pt x="1121" y="327"/>
                  </a:lnTo>
                  <a:lnTo>
                    <a:pt x="934" y="187"/>
                  </a:lnTo>
                  <a:lnTo>
                    <a:pt x="747" y="93"/>
                  </a:lnTo>
                  <a:lnTo>
                    <a:pt x="561" y="47"/>
                  </a:lnTo>
                  <a:lnTo>
                    <a:pt x="3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5" name="Google Shape;10465;p79"/>
            <p:cNvSpPr/>
            <p:nvPr/>
          </p:nvSpPr>
          <p:spPr>
            <a:xfrm>
              <a:off x="2661100" y="1186650"/>
              <a:ext cx="36175" cy="54850"/>
            </a:xfrm>
            <a:custGeom>
              <a:rect b="b" l="l" r="r" t="t"/>
              <a:pathLst>
                <a:path extrusionOk="0" h="2194" w="1447">
                  <a:moveTo>
                    <a:pt x="327" y="0"/>
                  </a:moveTo>
                  <a:lnTo>
                    <a:pt x="0" y="47"/>
                  </a:lnTo>
                  <a:lnTo>
                    <a:pt x="327" y="187"/>
                  </a:lnTo>
                  <a:lnTo>
                    <a:pt x="560" y="420"/>
                  </a:lnTo>
                  <a:lnTo>
                    <a:pt x="700" y="747"/>
                  </a:lnTo>
                  <a:lnTo>
                    <a:pt x="747" y="887"/>
                  </a:lnTo>
                  <a:lnTo>
                    <a:pt x="747" y="1074"/>
                  </a:lnTo>
                  <a:lnTo>
                    <a:pt x="747" y="1260"/>
                  </a:lnTo>
                  <a:lnTo>
                    <a:pt x="700" y="1447"/>
                  </a:lnTo>
                  <a:lnTo>
                    <a:pt x="560" y="1727"/>
                  </a:lnTo>
                  <a:lnTo>
                    <a:pt x="327" y="1960"/>
                  </a:lnTo>
                  <a:lnTo>
                    <a:pt x="0" y="2147"/>
                  </a:lnTo>
                  <a:lnTo>
                    <a:pt x="327" y="2194"/>
                  </a:lnTo>
                  <a:lnTo>
                    <a:pt x="560" y="2147"/>
                  </a:lnTo>
                  <a:lnTo>
                    <a:pt x="747" y="2100"/>
                  </a:lnTo>
                  <a:lnTo>
                    <a:pt x="933" y="2007"/>
                  </a:lnTo>
                  <a:lnTo>
                    <a:pt x="1120" y="1867"/>
                  </a:lnTo>
                  <a:lnTo>
                    <a:pt x="1260" y="1680"/>
                  </a:lnTo>
                  <a:lnTo>
                    <a:pt x="1353" y="1494"/>
                  </a:lnTo>
                  <a:lnTo>
                    <a:pt x="1400" y="1307"/>
                  </a:lnTo>
                  <a:lnTo>
                    <a:pt x="1447" y="1074"/>
                  </a:lnTo>
                  <a:lnTo>
                    <a:pt x="1400" y="887"/>
                  </a:lnTo>
                  <a:lnTo>
                    <a:pt x="1353" y="654"/>
                  </a:lnTo>
                  <a:lnTo>
                    <a:pt x="1260" y="467"/>
                  </a:lnTo>
                  <a:lnTo>
                    <a:pt x="1120" y="327"/>
                  </a:lnTo>
                  <a:lnTo>
                    <a:pt x="933" y="187"/>
                  </a:lnTo>
                  <a:lnTo>
                    <a:pt x="747" y="47"/>
                  </a:lnTo>
                  <a:lnTo>
                    <a:pt x="56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6" name="Google Shape;10466;p79"/>
            <p:cNvSpPr/>
            <p:nvPr/>
          </p:nvSpPr>
          <p:spPr>
            <a:xfrm>
              <a:off x="2502425" y="1211150"/>
              <a:ext cx="219350" cy="99200"/>
            </a:xfrm>
            <a:custGeom>
              <a:rect b="b" l="l" r="r" t="t"/>
              <a:pathLst>
                <a:path extrusionOk="0" h="3968" w="8774">
                  <a:moveTo>
                    <a:pt x="3220" y="0"/>
                  </a:moveTo>
                  <a:lnTo>
                    <a:pt x="3080" y="47"/>
                  </a:lnTo>
                  <a:lnTo>
                    <a:pt x="2894" y="94"/>
                  </a:lnTo>
                  <a:lnTo>
                    <a:pt x="2754" y="140"/>
                  </a:lnTo>
                  <a:lnTo>
                    <a:pt x="2474" y="327"/>
                  </a:lnTo>
                  <a:lnTo>
                    <a:pt x="2194" y="514"/>
                  </a:lnTo>
                  <a:lnTo>
                    <a:pt x="1914" y="700"/>
                  </a:lnTo>
                  <a:lnTo>
                    <a:pt x="1540" y="747"/>
                  </a:lnTo>
                  <a:lnTo>
                    <a:pt x="1214" y="794"/>
                  </a:lnTo>
                  <a:lnTo>
                    <a:pt x="887" y="887"/>
                  </a:lnTo>
                  <a:lnTo>
                    <a:pt x="747" y="934"/>
                  </a:lnTo>
                  <a:lnTo>
                    <a:pt x="607" y="1027"/>
                  </a:lnTo>
                  <a:lnTo>
                    <a:pt x="374" y="1214"/>
                  </a:lnTo>
                  <a:lnTo>
                    <a:pt x="234" y="1494"/>
                  </a:lnTo>
                  <a:lnTo>
                    <a:pt x="0" y="2054"/>
                  </a:lnTo>
                  <a:lnTo>
                    <a:pt x="1540" y="3967"/>
                  </a:lnTo>
                  <a:lnTo>
                    <a:pt x="6534" y="3967"/>
                  </a:lnTo>
                  <a:lnTo>
                    <a:pt x="8774" y="2054"/>
                  </a:lnTo>
                  <a:lnTo>
                    <a:pt x="8494" y="1540"/>
                  </a:lnTo>
                  <a:lnTo>
                    <a:pt x="8307" y="1354"/>
                  </a:lnTo>
                  <a:lnTo>
                    <a:pt x="8074" y="1120"/>
                  </a:lnTo>
                  <a:lnTo>
                    <a:pt x="7794" y="980"/>
                  </a:lnTo>
                  <a:lnTo>
                    <a:pt x="7467" y="887"/>
                  </a:lnTo>
                  <a:lnTo>
                    <a:pt x="7140" y="840"/>
                  </a:lnTo>
                  <a:lnTo>
                    <a:pt x="6814" y="747"/>
                  </a:lnTo>
                  <a:lnTo>
                    <a:pt x="6534" y="560"/>
                  </a:lnTo>
                  <a:lnTo>
                    <a:pt x="6300" y="327"/>
                  </a:lnTo>
                  <a:lnTo>
                    <a:pt x="6020" y="140"/>
                  </a:lnTo>
                  <a:lnTo>
                    <a:pt x="5880" y="94"/>
                  </a:lnTo>
                  <a:lnTo>
                    <a:pt x="5694" y="47"/>
                  </a:lnTo>
                  <a:lnTo>
                    <a:pt x="5554" y="0"/>
                  </a:lnTo>
                  <a:lnTo>
                    <a:pt x="5367" y="47"/>
                  </a:lnTo>
                  <a:lnTo>
                    <a:pt x="5040" y="94"/>
                  </a:lnTo>
                  <a:lnTo>
                    <a:pt x="4714" y="187"/>
                  </a:lnTo>
                  <a:lnTo>
                    <a:pt x="4387" y="234"/>
                  </a:lnTo>
                  <a:lnTo>
                    <a:pt x="4060" y="187"/>
                  </a:lnTo>
                  <a:lnTo>
                    <a:pt x="3687" y="94"/>
                  </a:lnTo>
                  <a:lnTo>
                    <a:pt x="3360" y="47"/>
                  </a:lnTo>
                  <a:lnTo>
                    <a:pt x="322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7" name="Google Shape;10467;p79"/>
            <p:cNvSpPr/>
            <p:nvPr/>
          </p:nvSpPr>
          <p:spPr>
            <a:xfrm>
              <a:off x="2631925" y="1212325"/>
              <a:ext cx="89850" cy="98025"/>
            </a:xfrm>
            <a:custGeom>
              <a:rect b="b" l="l" r="r" t="t"/>
              <a:pathLst>
                <a:path extrusionOk="0" h="3921" w="3594">
                  <a:moveTo>
                    <a:pt x="280" y="0"/>
                  </a:moveTo>
                  <a:lnTo>
                    <a:pt x="0" y="47"/>
                  </a:lnTo>
                  <a:lnTo>
                    <a:pt x="280" y="140"/>
                  </a:lnTo>
                  <a:lnTo>
                    <a:pt x="514" y="327"/>
                  </a:lnTo>
                  <a:lnTo>
                    <a:pt x="747" y="513"/>
                  </a:lnTo>
                  <a:lnTo>
                    <a:pt x="1027" y="653"/>
                  </a:lnTo>
                  <a:lnTo>
                    <a:pt x="1354" y="700"/>
                  </a:lnTo>
                  <a:lnTo>
                    <a:pt x="1680" y="747"/>
                  </a:lnTo>
                  <a:lnTo>
                    <a:pt x="2054" y="840"/>
                  </a:lnTo>
                  <a:lnTo>
                    <a:pt x="2194" y="887"/>
                  </a:lnTo>
                  <a:lnTo>
                    <a:pt x="2334" y="980"/>
                  </a:lnTo>
                  <a:lnTo>
                    <a:pt x="2520" y="1167"/>
                  </a:lnTo>
                  <a:lnTo>
                    <a:pt x="2660" y="1447"/>
                  </a:lnTo>
                  <a:lnTo>
                    <a:pt x="2940" y="2007"/>
                  </a:lnTo>
                  <a:lnTo>
                    <a:pt x="654" y="3920"/>
                  </a:lnTo>
                  <a:lnTo>
                    <a:pt x="1354" y="3920"/>
                  </a:lnTo>
                  <a:lnTo>
                    <a:pt x="3594" y="2007"/>
                  </a:lnTo>
                  <a:lnTo>
                    <a:pt x="3361" y="1447"/>
                  </a:lnTo>
                  <a:lnTo>
                    <a:pt x="3220" y="1167"/>
                  </a:lnTo>
                  <a:lnTo>
                    <a:pt x="2987" y="980"/>
                  </a:lnTo>
                  <a:lnTo>
                    <a:pt x="2847" y="887"/>
                  </a:lnTo>
                  <a:lnTo>
                    <a:pt x="2707" y="840"/>
                  </a:lnTo>
                  <a:lnTo>
                    <a:pt x="2380" y="747"/>
                  </a:lnTo>
                  <a:lnTo>
                    <a:pt x="2007" y="700"/>
                  </a:lnTo>
                  <a:lnTo>
                    <a:pt x="1680" y="653"/>
                  </a:lnTo>
                  <a:lnTo>
                    <a:pt x="1400" y="467"/>
                  </a:lnTo>
                  <a:lnTo>
                    <a:pt x="1120" y="280"/>
                  </a:lnTo>
                  <a:lnTo>
                    <a:pt x="840" y="93"/>
                  </a:lnTo>
                  <a:lnTo>
                    <a:pt x="700" y="47"/>
                  </a:ln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8" name="Google Shape;10468;p79"/>
            <p:cNvSpPr/>
            <p:nvPr/>
          </p:nvSpPr>
          <p:spPr>
            <a:xfrm>
              <a:off x="2489575" y="1247325"/>
              <a:ext cx="240375" cy="245025"/>
            </a:xfrm>
            <a:custGeom>
              <a:rect b="b" l="l" r="r" t="t"/>
              <a:pathLst>
                <a:path extrusionOk="0" h="9801" w="9615">
                  <a:moveTo>
                    <a:pt x="4341" y="0"/>
                  </a:moveTo>
                  <a:lnTo>
                    <a:pt x="4248" y="47"/>
                  </a:lnTo>
                  <a:lnTo>
                    <a:pt x="4201" y="140"/>
                  </a:lnTo>
                  <a:lnTo>
                    <a:pt x="4201" y="1400"/>
                  </a:lnTo>
                  <a:lnTo>
                    <a:pt x="4201" y="1540"/>
                  </a:lnTo>
                  <a:lnTo>
                    <a:pt x="4154" y="1680"/>
                  </a:lnTo>
                  <a:lnTo>
                    <a:pt x="4014" y="1913"/>
                  </a:lnTo>
                  <a:lnTo>
                    <a:pt x="3781" y="2053"/>
                  </a:lnTo>
                  <a:lnTo>
                    <a:pt x="3688" y="2100"/>
                  </a:lnTo>
                  <a:lnTo>
                    <a:pt x="3548" y="2100"/>
                  </a:lnTo>
                  <a:lnTo>
                    <a:pt x="3268" y="2053"/>
                  </a:lnTo>
                  <a:lnTo>
                    <a:pt x="3081" y="1913"/>
                  </a:lnTo>
                  <a:lnTo>
                    <a:pt x="2941" y="1680"/>
                  </a:lnTo>
                  <a:lnTo>
                    <a:pt x="2848" y="1400"/>
                  </a:lnTo>
                  <a:lnTo>
                    <a:pt x="2848" y="233"/>
                  </a:lnTo>
                  <a:lnTo>
                    <a:pt x="2848" y="187"/>
                  </a:lnTo>
                  <a:lnTo>
                    <a:pt x="2754" y="140"/>
                  </a:lnTo>
                  <a:lnTo>
                    <a:pt x="1541" y="327"/>
                  </a:lnTo>
                  <a:lnTo>
                    <a:pt x="374" y="607"/>
                  </a:lnTo>
                  <a:lnTo>
                    <a:pt x="234" y="653"/>
                  </a:lnTo>
                  <a:lnTo>
                    <a:pt x="141" y="747"/>
                  </a:lnTo>
                  <a:lnTo>
                    <a:pt x="48" y="933"/>
                  </a:lnTo>
                  <a:lnTo>
                    <a:pt x="1" y="1167"/>
                  </a:lnTo>
                  <a:lnTo>
                    <a:pt x="48" y="1260"/>
                  </a:lnTo>
                  <a:lnTo>
                    <a:pt x="94" y="1353"/>
                  </a:lnTo>
                  <a:lnTo>
                    <a:pt x="1261" y="3267"/>
                  </a:lnTo>
                  <a:lnTo>
                    <a:pt x="2474" y="5320"/>
                  </a:lnTo>
                  <a:lnTo>
                    <a:pt x="3688" y="7514"/>
                  </a:lnTo>
                  <a:lnTo>
                    <a:pt x="4901" y="9800"/>
                  </a:lnTo>
                  <a:lnTo>
                    <a:pt x="7188" y="5414"/>
                  </a:lnTo>
                  <a:lnTo>
                    <a:pt x="8261" y="3360"/>
                  </a:lnTo>
                  <a:lnTo>
                    <a:pt x="8821" y="2380"/>
                  </a:lnTo>
                  <a:lnTo>
                    <a:pt x="9428" y="1493"/>
                  </a:lnTo>
                  <a:lnTo>
                    <a:pt x="9521" y="1260"/>
                  </a:lnTo>
                  <a:lnTo>
                    <a:pt x="9615" y="1027"/>
                  </a:lnTo>
                  <a:lnTo>
                    <a:pt x="9568" y="933"/>
                  </a:lnTo>
                  <a:lnTo>
                    <a:pt x="9568" y="840"/>
                  </a:lnTo>
                  <a:lnTo>
                    <a:pt x="9475" y="747"/>
                  </a:lnTo>
                  <a:lnTo>
                    <a:pt x="9381" y="700"/>
                  </a:lnTo>
                  <a:lnTo>
                    <a:pt x="7888" y="327"/>
                  </a:lnTo>
                  <a:lnTo>
                    <a:pt x="7141" y="187"/>
                  </a:lnTo>
                  <a:lnTo>
                    <a:pt x="6348" y="47"/>
                  </a:lnTo>
                  <a:lnTo>
                    <a:pt x="6301" y="93"/>
                  </a:lnTo>
                  <a:lnTo>
                    <a:pt x="6254" y="187"/>
                  </a:lnTo>
                  <a:lnTo>
                    <a:pt x="6254" y="653"/>
                  </a:lnTo>
                  <a:lnTo>
                    <a:pt x="6208" y="887"/>
                  </a:lnTo>
                  <a:lnTo>
                    <a:pt x="6068" y="1073"/>
                  </a:lnTo>
                  <a:lnTo>
                    <a:pt x="5881" y="1167"/>
                  </a:lnTo>
                  <a:lnTo>
                    <a:pt x="5694" y="1213"/>
                  </a:lnTo>
                  <a:lnTo>
                    <a:pt x="5461" y="1167"/>
                  </a:lnTo>
                  <a:lnTo>
                    <a:pt x="5274" y="1073"/>
                  </a:lnTo>
                  <a:lnTo>
                    <a:pt x="5134" y="887"/>
                  </a:lnTo>
                  <a:lnTo>
                    <a:pt x="5088" y="653"/>
                  </a:lnTo>
                  <a:lnTo>
                    <a:pt x="5088" y="93"/>
                  </a:lnTo>
                  <a:lnTo>
                    <a:pt x="5088" y="47"/>
                  </a:lnTo>
                  <a:lnTo>
                    <a:pt x="499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9" name="Google Shape;10469;p79"/>
            <p:cNvSpPr/>
            <p:nvPr/>
          </p:nvSpPr>
          <p:spPr>
            <a:xfrm>
              <a:off x="2529250" y="1361650"/>
              <a:ext cx="159875" cy="157525"/>
            </a:xfrm>
            <a:custGeom>
              <a:rect b="b" l="l" r="r" t="t"/>
              <a:pathLst>
                <a:path extrusionOk="0" h="6301" w="6395">
                  <a:moveTo>
                    <a:pt x="281" y="1"/>
                  </a:moveTo>
                  <a:lnTo>
                    <a:pt x="234" y="47"/>
                  </a:lnTo>
                  <a:lnTo>
                    <a:pt x="187" y="94"/>
                  </a:lnTo>
                  <a:lnTo>
                    <a:pt x="94" y="374"/>
                  </a:lnTo>
                  <a:lnTo>
                    <a:pt x="1" y="747"/>
                  </a:lnTo>
                  <a:lnTo>
                    <a:pt x="3174" y="6301"/>
                  </a:lnTo>
                  <a:lnTo>
                    <a:pt x="3221" y="6301"/>
                  </a:lnTo>
                  <a:lnTo>
                    <a:pt x="3267" y="6254"/>
                  </a:lnTo>
                  <a:lnTo>
                    <a:pt x="3361" y="6114"/>
                  </a:lnTo>
                  <a:lnTo>
                    <a:pt x="6394" y="747"/>
                  </a:lnTo>
                  <a:lnTo>
                    <a:pt x="5927" y="421"/>
                  </a:lnTo>
                  <a:lnTo>
                    <a:pt x="5554" y="234"/>
                  </a:lnTo>
                  <a:lnTo>
                    <a:pt x="5321" y="141"/>
                  </a:lnTo>
                  <a:lnTo>
                    <a:pt x="2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0" name="Google Shape;10470;p79"/>
            <p:cNvSpPr/>
            <p:nvPr/>
          </p:nvSpPr>
          <p:spPr>
            <a:xfrm>
              <a:off x="2603925" y="1369825"/>
              <a:ext cx="91025" cy="150525"/>
            </a:xfrm>
            <a:custGeom>
              <a:rect b="b" l="l" r="r" t="t"/>
              <a:pathLst>
                <a:path extrusionOk="0" h="6021" w="3641">
                  <a:moveTo>
                    <a:pt x="3594" y="0"/>
                  </a:moveTo>
                  <a:lnTo>
                    <a:pt x="3547" y="47"/>
                  </a:lnTo>
                  <a:lnTo>
                    <a:pt x="2940" y="420"/>
                  </a:lnTo>
                  <a:lnTo>
                    <a:pt x="0" y="5554"/>
                  </a:lnTo>
                  <a:lnTo>
                    <a:pt x="187" y="5974"/>
                  </a:lnTo>
                  <a:lnTo>
                    <a:pt x="234" y="6020"/>
                  </a:lnTo>
                  <a:lnTo>
                    <a:pt x="374" y="6020"/>
                  </a:lnTo>
                  <a:lnTo>
                    <a:pt x="420" y="5974"/>
                  </a:lnTo>
                  <a:lnTo>
                    <a:pt x="3640" y="420"/>
                  </a:lnTo>
                  <a:lnTo>
                    <a:pt x="3640" y="187"/>
                  </a:lnTo>
                  <a:lnTo>
                    <a:pt x="3594" y="47"/>
                  </a:lnTo>
                  <a:lnTo>
                    <a:pt x="35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1" name="Google Shape;10471;p79"/>
            <p:cNvSpPr/>
            <p:nvPr/>
          </p:nvSpPr>
          <p:spPr>
            <a:xfrm>
              <a:off x="2514075" y="1348825"/>
              <a:ext cx="193700" cy="31525"/>
            </a:xfrm>
            <a:custGeom>
              <a:rect b="b" l="l" r="r" t="t"/>
              <a:pathLst>
                <a:path extrusionOk="0" h="1261" w="7748">
                  <a:moveTo>
                    <a:pt x="141" y="0"/>
                  </a:moveTo>
                  <a:lnTo>
                    <a:pt x="48" y="47"/>
                  </a:lnTo>
                  <a:lnTo>
                    <a:pt x="1" y="94"/>
                  </a:lnTo>
                  <a:lnTo>
                    <a:pt x="1" y="140"/>
                  </a:lnTo>
                  <a:lnTo>
                    <a:pt x="1" y="234"/>
                  </a:lnTo>
                  <a:lnTo>
                    <a:pt x="608" y="1260"/>
                  </a:lnTo>
                  <a:lnTo>
                    <a:pt x="7234" y="1260"/>
                  </a:lnTo>
                  <a:lnTo>
                    <a:pt x="7374" y="420"/>
                  </a:lnTo>
                  <a:lnTo>
                    <a:pt x="7608" y="187"/>
                  </a:lnTo>
                  <a:lnTo>
                    <a:pt x="7701" y="94"/>
                  </a:lnTo>
                  <a:lnTo>
                    <a:pt x="7748" y="47"/>
                  </a:lnTo>
                  <a:lnTo>
                    <a:pt x="7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2" name="Google Shape;10472;p79"/>
            <p:cNvSpPr/>
            <p:nvPr/>
          </p:nvSpPr>
          <p:spPr>
            <a:xfrm>
              <a:off x="2677425" y="1348825"/>
              <a:ext cx="32700" cy="31525"/>
            </a:xfrm>
            <a:custGeom>
              <a:rect b="b" l="l" r="r" t="t"/>
              <a:pathLst>
                <a:path extrusionOk="0" h="1261" w="1308">
                  <a:moveTo>
                    <a:pt x="514" y="0"/>
                  </a:moveTo>
                  <a:lnTo>
                    <a:pt x="560" y="47"/>
                  </a:lnTo>
                  <a:lnTo>
                    <a:pt x="607" y="94"/>
                  </a:lnTo>
                  <a:lnTo>
                    <a:pt x="654" y="140"/>
                  </a:lnTo>
                  <a:lnTo>
                    <a:pt x="607" y="234"/>
                  </a:lnTo>
                  <a:lnTo>
                    <a:pt x="0" y="1260"/>
                  </a:lnTo>
                  <a:lnTo>
                    <a:pt x="700" y="1260"/>
                  </a:lnTo>
                  <a:lnTo>
                    <a:pt x="1307" y="234"/>
                  </a:lnTo>
                  <a:lnTo>
                    <a:pt x="1307" y="140"/>
                  </a:lnTo>
                  <a:lnTo>
                    <a:pt x="1307" y="94"/>
                  </a:lnTo>
                  <a:lnTo>
                    <a:pt x="1260" y="47"/>
                  </a:lnTo>
                  <a:lnTo>
                    <a:pt x="11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73" name="Google Shape;10473;p79"/>
          <p:cNvGrpSpPr/>
          <p:nvPr/>
        </p:nvGrpSpPr>
        <p:grpSpPr>
          <a:xfrm>
            <a:off x="3316025" y="1184325"/>
            <a:ext cx="241525" cy="336025"/>
            <a:chOff x="3246775" y="1184325"/>
            <a:chExt cx="241525" cy="336025"/>
          </a:xfrm>
        </p:grpSpPr>
        <p:sp>
          <p:nvSpPr>
            <p:cNvPr id="10474" name="Google Shape;10474;p79"/>
            <p:cNvSpPr/>
            <p:nvPr/>
          </p:nvSpPr>
          <p:spPr>
            <a:xfrm>
              <a:off x="3363450" y="1184325"/>
              <a:ext cx="49025" cy="116675"/>
            </a:xfrm>
            <a:custGeom>
              <a:rect b="b" l="l" r="r" t="t"/>
              <a:pathLst>
                <a:path extrusionOk="0" h="4667" w="1961">
                  <a:moveTo>
                    <a:pt x="1307" y="0"/>
                  </a:moveTo>
                  <a:lnTo>
                    <a:pt x="1167" y="47"/>
                  </a:lnTo>
                  <a:lnTo>
                    <a:pt x="1074" y="140"/>
                  </a:lnTo>
                  <a:lnTo>
                    <a:pt x="1027" y="233"/>
                  </a:lnTo>
                  <a:lnTo>
                    <a:pt x="0" y="4387"/>
                  </a:lnTo>
                  <a:lnTo>
                    <a:pt x="1120" y="4667"/>
                  </a:lnTo>
                  <a:lnTo>
                    <a:pt x="1820" y="653"/>
                  </a:lnTo>
                  <a:lnTo>
                    <a:pt x="1960" y="327"/>
                  </a:lnTo>
                  <a:lnTo>
                    <a:pt x="1960" y="187"/>
                  </a:lnTo>
                  <a:lnTo>
                    <a:pt x="1960" y="140"/>
                  </a:lnTo>
                  <a:lnTo>
                    <a:pt x="1914" y="140"/>
                  </a:lnTo>
                  <a:lnTo>
                    <a:pt x="144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5" name="Google Shape;10475;p79"/>
            <p:cNvSpPr/>
            <p:nvPr/>
          </p:nvSpPr>
          <p:spPr>
            <a:xfrm>
              <a:off x="3378625" y="1185475"/>
              <a:ext cx="38525" cy="115525"/>
            </a:xfrm>
            <a:custGeom>
              <a:rect b="b" l="l" r="r" t="t"/>
              <a:pathLst>
                <a:path extrusionOk="0" h="4621" w="1541">
                  <a:moveTo>
                    <a:pt x="933" y="1"/>
                  </a:moveTo>
                  <a:lnTo>
                    <a:pt x="1027" y="141"/>
                  </a:lnTo>
                  <a:lnTo>
                    <a:pt x="1027" y="327"/>
                  </a:lnTo>
                  <a:lnTo>
                    <a:pt x="0" y="4481"/>
                  </a:lnTo>
                  <a:lnTo>
                    <a:pt x="513" y="4621"/>
                  </a:lnTo>
                  <a:lnTo>
                    <a:pt x="1540" y="467"/>
                  </a:lnTo>
                  <a:lnTo>
                    <a:pt x="1540" y="374"/>
                  </a:lnTo>
                  <a:lnTo>
                    <a:pt x="1493" y="234"/>
                  </a:lnTo>
                  <a:lnTo>
                    <a:pt x="1400" y="141"/>
                  </a:lnTo>
                  <a:lnTo>
                    <a:pt x="1307" y="94"/>
                  </a:lnTo>
                  <a:lnTo>
                    <a:pt x="93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6" name="Google Shape;10476;p79"/>
            <p:cNvSpPr/>
            <p:nvPr/>
          </p:nvSpPr>
          <p:spPr>
            <a:xfrm>
              <a:off x="3349450" y="1445650"/>
              <a:ext cx="36200" cy="63025"/>
            </a:xfrm>
            <a:custGeom>
              <a:rect b="b" l="l" r="r" t="t"/>
              <a:pathLst>
                <a:path extrusionOk="0" h="2521" w="1448">
                  <a:moveTo>
                    <a:pt x="0" y="1"/>
                  </a:moveTo>
                  <a:lnTo>
                    <a:pt x="0" y="2521"/>
                  </a:lnTo>
                  <a:lnTo>
                    <a:pt x="1447" y="2521"/>
                  </a:lnTo>
                  <a:lnTo>
                    <a:pt x="1120" y="1307"/>
                  </a:lnTo>
                  <a:lnTo>
                    <a:pt x="144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7" name="Google Shape;10477;p79"/>
            <p:cNvSpPr/>
            <p:nvPr/>
          </p:nvSpPr>
          <p:spPr>
            <a:xfrm>
              <a:off x="3275950" y="1223975"/>
              <a:ext cx="180850" cy="200700"/>
            </a:xfrm>
            <a:custGeom>
              <a:rect b="b" l="l" r="r" t="t"/>
              <a:pathLst>
                <a:path extrusionOk="0" h="8028" w="7234">
                  <a:moveTo>
                    <a:pt x="3687" y="1"/>
                  </a:moveTo>
                  <a:lnTo>
                    <a:pt x="2474" y="607"/>
                  </a:lnTo>
                  <a:lnTo>
                    <a:pt x="2380" y="607"/>
                  </a:lnTo>
                  <a:lnTo>
                    <a:pt x="1307" y="47"/>
                  </a:lnTo>
                  <a:lnTo>
                    <a:pt x="1214" y="47"/>
                  </a:lnTo>
                  <a:lnTo>
                    <a:pt x="1120" y="94"/>
                  </a:lnTo>
                  <a:lnTo>
                    <a:pt x="887" y="654"/>
                  </a:lnTo>
                  <a:lnTo>
                    <a:pt x="654" y="1214"/>
                  </a:lnTo>
                  <a:lnTo>
                    <a:pt x="467" y="1821"/>
                  </a:lnTo>
                  <a:lnTo>
                    <a:pt x="280" y="2381"/>
                  </a:lnTo>
                  <a:lnTo>
                    <a:pt x="187" y="2941"/>
                  </a:lnTo>
                  <a:lnTo>
                    <a:pt x="94" y="3454"/>
                  </a:lnTo>
                  <a:lnTo>
                    <a:pt x="0" y="3921"/>
                  </a:lnTo>
                  <a:lnTo>
                    <a:pt x="0" y="4388"/>
                  </a:lnTo>
                  <a:lnTo>
                    <a:pt x="0" y="4761"/>
                  </a:lnTo>
                  <a:lnTo>
                    <a:pt x="47" y="5088"/>
                  </a:lnTo>
                  <a:lnTo>
                    <a:pt x="140" y="5461"/>
                  </a:lnTo>
                  <a:lnTo>
                    <a:pt x="280" y="5788"/>
                  </a:lnTo>
                  <a:lnTo>
                    <a:pt x="420" y="6114"/>
                  </a:lnTo>
                  <a:lnTo>
                    <a:pt x="607" y="6441"/>
                  </a:lnTo>
                  <a:lnTo>
                    <a:pt x="840" y="6721"/>
                  </a:lnTo>
                  <a:lnTo>
                    <a:pt x="1074" y="6954"/>
                  </a:lnTo>
                  <a:lnTo>
                    <a:pt x="1354" y="7188"/>
                  </a:lnTo>
                  <a:lnTo>
                    <a:pt x="1634" y="7421"/>
                  </a:lnTo>
                  <a:lnTo>
                    <a:pt x="1914" y="7608"/>
                  </a:lnTo>
                  <a:lnTo>
                    <a:pt x="2240" y="7748"/>
                  </a:lnTo>
                  <a:lnTo>
                    <a:pt x="2567" y="7888"/>
                  </a:lnTo>
                  <a:lnTo>
                    <a:pt x="2940" y="7981"/>
                  </a:lnTo>
                  <a:lnTo>
                    <a:pt x="3314" y="8028"/>
                  </a:lnTo>
                  <a:lnTo>
                    <a:pt x="4060" y="8028"/>
                  </a:lnTo>
                  <a:lnTo>
                    <a:pt x="4387" y="7981"/>
                  </a:lnTo>
                  <a:lnTo>
                    <a:pt x="4760" y="7888"/>
                  </a:lnTo>
                  <a:lnTo>
                    <a:pt x="5087" y="7748"/>
                  </a:lnTo>
                  <a:lnTo>
                    <a:pt x="5414" y="7608"/>
                  </a:lnTo>
                  <a:lnTo>
                    <a:pt x="5694" y="7421"/>
                  </a:lnTo>
                  <a:lnTo>
                    <a:pt x="5974" y="7234"/>
                  </a:lnTo>
                  <a:lnTo>
                    <a:pt x="6207" y="7001"/>
                  </a:lnTo>
                  <a:lnTo>
                    <a:pt x="6441" y="6721"/>
                  </a:lnTo>
                  <a:lnTo>
                    <a:pt x="6627" y="6441"/>
                  </a:lnTo>
                  <a:lnTo>
                    <a:pt x="6814" y="6161"/>
                  </a:lnTo>
                  <a:lnTo>
                    <a:pt x="6954" y="5834"/>
                  </a:lnTo>
                  <a:lnTo>
                    <a:pt x="7094" y="5508"/>
                  </a:lnTo>
                  <a:lnTo>
                    <a:pt x="7141" y="5134"/>
                  </a:lnTo>
                  <a:lnTo>
                    <a:pt x="7187" y="4761"/>
                  </a:lnTo>
                  <a:lnTo>
                    <a:pt x="7234" y="4388"/>
                  </a:lnTo>
                  <a:lnTo>
                    <a:pt x="7187" y="4014"/>
                  </a:lnTo>
                  <a:lnTo>
                    <a:pt x="7141" y="3594"/>
                  </a:lnTo>
                  <a:lnTo>
                    <a:pt x="6907" y="2707"/>
                  </a:lnTo>
                  <a:lnTo>
                    <a:pt x="6581" y="1727"/>
                  </a:lnTo>
                  <a:lnTo>
                    <a:pt x="6114" y="701"/>
                  </a:lnTo>
                  <a:lnTo>
                    <a:pt x="6161" y="421"/>
                  </a:lnTo>
                  <a:lnTo>
                    <a:pt x="6161" y="327"/>
                  </a:lnTo>
                  <a:lnTo>
                    <a:pt x="6161" y="234"/>
                  </a:lnTo>
                  <a:lnTo>
                    <a:pt x="4900" y="701"/>
                  </a:lnTo>
                  <a:lnTo>
                    <a:pt x="4807" y="701"/>
                  </a:lnTo>
                  <a:lnTo>
                    <a:pt x="3827" y="47"/>
                  </a:lnTo>
                  <a:lnTo>
                    <a:pt x="37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8" name="Google Shape;10478;p79"/>
            <p:cNvSpPr/>
            <p:nvPr/>
          </p:nvSpPr>
          <p:spPr>
            <a:xfrm>
              <a:off x="3358775" y="1229825"/>
              <a:ext cx="101525" cy="194850"/>
            </a:xfrm>
            <a:custGeom>
              <a:rect b="b" l="l" r="r" t="t"/>
              <a:pathLst>
                <a:path extrusionOk="0" h="7794" w="4061">
                  <a:moveTo>
                    <a:pt x="2848" y="0"/>
                  </a:moveTo>
                  <a:lnTo>
                    <a:pt x="2381" y="187"/>
                  </a:lnTo>
                  <a:lnTo>
                    <a:pt x="2801" y="1260"/>
                  </a:lnTo>
                  <a:lnTo>
                    <a:pt x="3081" y="2333"/>
                  </a:lnTo>
                  <a:lnTo>
                    <a:pt x="3314" y="3313"/>
                  </a:lnTo>
                  <a:lnTo>
                    <a:pt x="3361" y="3734"/>
                  </a:lnTo>
                  <a:lnTo>
                    <a:pt x="3361" y="4154"/>
                  </a:lnTo>
                  <a:lnTo>
                    <a:pt x="3361" y="4480"/>
                  </a:lnTo>
                  <a:lnTo>
                    <a:pt x="3314" y="4854"/>
                  </a:lnTo>
                  <a:lnTo>
                    <a:pt x="3221" y="5180"/>
                  </a:lnTo>
                  <a:lnTo>
                    <a:pt x="3081" y="5507"/>
                  </a:lnTo>
                  <a:lnTo>
                    <a:pt x="2941" y="5787"/>
                  </a:lnTo>
                  <a:lnTo>
                    <a:pt x="2801" y="6114"/>
                  </a:lnTo>
                  <a:lnTo>
                    <a:pt x="2614" y="6347"/>
                  </a:lnTo>
                  <a:lnTo>
                    <a:pt x="2381" y="6627"/>
                  </a:lnTo>
                  <a:lnTo>
                    <a:pt x="2147" y="6860"/>
                  </a:lnTo>
                  <a:lnTo>
                    <a:pt x="1914" y="7047"/>
                  </a:lnTo>
                  <a:lnTo>
                    <a:pt x="1634" y="7280"/>
                  </a:lnTo>
                  <a:lnTo>
                    <a:pt x="1354" y="7420"/>
                  </a:lnTo>
                  <a:lnTo>
                    <a:pt x="1027" y="7560"/>
                  </a:lnTo>
                  <a:lnTo>
                    <a:pt x="701" y="7654"/>
                  </a:lnTo>
                  <a:lnTo>
                    <a:pt x="374" y="7747"/>
                  </a:lnTo>
                  <a:lnTo>
                    <a:pt x="1" y="7794"/>
                  </a:lnTo>
                  <a:lnTo>
                    <a:pt x="747" y="7794"/>
                  </a:lnTo>
                  <a:lnTo>
                    <a:pt x="1121" y="7747"/>
                  </a:lnTo>
                  <a:lnTo>
                    <a:pt x="1447" y="7654"/>
                  </a:lnTo>
                  <a:lnTo>
                    <a:pt x="1774" y="7514"/>
                  </a:lnTo>
                  <a:lnTo>
                    <a:pt x="2101" y="7374"/>
                  </a:lnTo>
                  <a:lnTo>
                    <a:pt x="2427" y="7187"/>
                  </a:lnTo>
                  <a:lnTo>
                    <a:pt x="2707" y="6954"/>
                  </a:lnTo>
                  <a:lnTo>
                    <a:pt x="2941" y="6720"/>
                  </a:lnTo>
                  <a:lnTo>
                    <a:pt x="3221" y="6487"/>
                  </a:lnTo>
                  <a:lnTo>
                    <a:pt x="3408" y="6207"/>
                  </a:lnTo>
                  <a:lnTo>
                    <a:pt x="3594" y="5880"/>
                  </a:lnTo>
                  <a:lnTo>
                    <a:pt x="3734" y="5554"/>
                  </a:lnTo>
                  <a:lnTo>
                    <a:pt x="3874" y="5227"/>
                  </a:lnTo>
                  <a:lnTo>
                    <a:pt x="3968" y="4854"/>
                  </a:lnTo>
                  <a:lnTo>
                    <a:pt x="4014" y="4527"/>
                  </a:lnTo>
                  <a:lnTo>
                    <a:pt x="4061" y="4154"/>
                  </a:lnTo>
                  <a:lnTo>
                    <a:pt x="4014" y="3734"/>
                  </a:lnTo>
                  <a:lnTo>
                    <a:pt x="3968" y="3267"/>
                  </a:lnTo>
                  <a:lnTo>
                    <a:pt x="3781" y="2240"/>
                  </a:lnTo>
                  <a:lnTo>
                    <a:pt x="3408" y="1167"/>
                  </a:lnTo>
                  <a:lnTo>
                    <a:pt x="3221" y="607"/>
                  </a:lnTo>
                  <a:lnTo>
                    <a:pt x="2988" y="93"/>
                  </a:lnTo>
                  <a:lnTo>
                    <a:pt x="294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9" name="Google Shape;10479;p79"/>
            <p:cNvSpPr/>
            <p:nvPr/>
          </p:nvSpPr>
          <p:spPr>
            <a:xfrm>
              <a:off x="3371625" y="1445650"/>
              <a:ext cx="14025" cy="63025"/>
            </a:xfrm>
            <a:custGeom>
              <a:rect b="b" l="l" r="r" t="t"/>
              <a:pathLst>
                <a:path extrusionOk="0" h="2521" w="561">
                  <a:moveTo>
                    <a:pt x="0" y="1"/>
                  </a:moveTo>
                  <a:lnTo>
                    <a:pt x="0" y="2521"/>
                  </a:lnTo>
                  <a:lnTo>
                    <a:pt x="560" y="2521"/>
                  </a:lnTo>
                  <a:lnTo>
                    <a:pt x="56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0" name="Google Shape;10480;p79"/>
            <p:cNvSpPr/>
            <p:nvPr/>
          </p:nvSpPr>
          <p:spPr>
            <a:xfrm>
              <a:off x="3261950" y="1339475"/>
              <a:ext cx="211200" cy="115550"/>
            </a:xfrm>
            <a:custGeom>
              <a:rect b="b" l="l" r="r" t="t"/>
              <a:pathLst>
                <a:path extrusionOk="0" h="4622" w="8448">
                  <a:moveTo>
                    <a:pt x="0" y="1"/>
                  </a:moveTo>
                  <a:lnTo>
                    <a:pt x="47" y="468"/>
                  </a:lnTo>
                  <a:lnTo>
                    <a:pt x="94" y="934"/>
                  </a:lnTo>
                  <a:lnTo>
                    <a:pt x="187" y="1401"/>
                  </a:lnTo>
                  <a:lnTo>
                    <a:pt x="327" y="1821"/>
                  </a:lnTo>
                  <a:lnTo>
                    <a:pt x="514" y="2194"/>
                  </a:lnTo>
                  <a:lnTo>
                    <a:pt x="747" y="2614"/>
                  </a:lnTo>
                  <a:lnTo>
                    <a:pt x="980" y="2941"/>
                  </a:lnTo>
                  <a:lnTo>
                    <a:pt x="1260" y="3268"/>
                  </a:lnTo>
                  <a:lnTo>
                    <a:pt x="1540" y="3594"/>
                  </a:lnTo>
                  <a:lnTo>
                    <a:pt x="1867" y="3828"/>
                  </a:lnTo>
                  <a:lnTo>
                    <a:pt x="2240" y="4061"/>
                  </a:lnTo>
                  <a:lnTo>
                    <a:pt x="2614" y="4294"/>
                  </a:lnTo>
                  <a:lnTo>
                    <a:pt x="2987" y="4434"/>
                  </a:lnTo>
                  <a:lnTo>
                    <a:pt x="3407" y="4528"/>
                  </a:lnTo>
                  <a:lnTo>
                    <a:pt x="3780" y="4621"/>
                  </a:lnTo>
                  <a:lnTo>
                    <a:pt x="4714" y="4621"/>
                  </a:lnTo>
                  <a:lnTo>
                    <a:pt x="5180" y="4481"/>
                  </a:lnTo>
                  <a:lnTo>
                    <a:pt x="5600" y="4341"/>
                  </a:lnTo>
                  <a:lnTo>
                    <a:pt x="5974" y="4108"/>
                  </a:lnTo>
                  <a:lnTo>
                    <a:pt x="6347" y="3828"/>
                  </a:lnTo>
                  <a:lnTo>
                    <a:pt x="6674" y="3501"/>
                  </a:lnTo>
                  <a:lnTo>
                    <a:pt x="7001" y="3128"/>
                  </a:lnTo>
                  <a:lnTo>
                    <a:pt x="7327" y="2754"/>
                  </a:lnTo>
                  <a:lnTo>
                    <a:pt x="7747" y="2148"/>
                  </a:lnTo>
                  <a:lnTo>
                    <a:pt x="8074" y="1494"/>
                  </a:lnTo>
                  <a:lnTo>
                    <a:pt x="8261" y="1121"/>
                  </a:lnTo>
                  <a:lnTo>
                    <a:pt x="8354" y="794"/>
                  </a:lnTo>
                  <a:lnTo>
                    <a:pt x="8447" y="421"/>
                  </a:lnTo>
                  <a:lnTo>
                    <a:pt x="844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1" name="Google Shape;10481;p79"/>
            <p:cNvSpPr/>
            <p:nvPr/>
          </p:nvSpPr>
          <p:spPr>
            <a:xfrm>
              <a:off x="3358775" y="1339475"/>
              <a:ext cx="114375" cy="115550"/>
            </a:xfrm>
            <a:custGeom>
              <a:rect b="b" l="l" r="r" t="t"/>
              <a:pathLst>
                <a:path extrusionOk="0" h="4622" w="4575">
                  <a:moveTo>
                    <a:pt x="3921" y="1"/>
                  </a:moveTo>
                  <a:lnTo>
                    <a:pt x="3874" y="468"/>
                  </a:lnTo>
                  <a:lnTo>
                    <a:pt x="3828" y="888"/>
                  </a:lnTo>
                  <a:lnTo>
                    <a:pt x="3734" y="1308"/>
                  </a:lnTo>
                  <a:lnTo>
                    <a:pt x="3594" y="1728"/>
                  </a:lnTo>
                  <a:lnTo>
                    <a:pt x="3454" y="2101"/>
                  </a:lnTo>
                  <a:lnTo>
                    <a:pt x="3268" y="2474"/>
                  </a:lnTo>
                  <a:lnTo>
                    <a:pt x="3034" y="2848"/>
                  </a:lnTo>
                  <a:lnTo>
                    <a:pt x="2754" y="3174"/>
                  </a:lnTo>
                  <a:lnTo>
                    <a:pt x="2474" y="3454"/>
                  </a:lnTo>
                  <a:lnTo>
                    <a:pt x="2194" y="3734"/>
                  </a:lnTo>
                  <a:lnTo>
                    <a:pt x="1867" y="3968"/>
                  </a:lnTo>
                  <a:lnTo>
                    <a:pt x="1541" y="4154"/>
                  </a:lnTo>
                  <a:lnTo>
                    <a:pt x="1167" y="4341"/>
                  </a:lnTo>
                  <a:lnTo>
                    <a:pt x="794" y="4481"/>
                  </a:lnTo>
                  <a:lnTo>
                    <a:pt x="421" y="4574"/>
                  </a:lnTo>
                  <a:lnTo>
                    <a:pt x="1" y="4621"/>
                  </a:lnTo>
                  <a:lnTo>
                    <a:pt x="794" y="4621"/>
                  </a:lnTo>
                  <a:lnTo>
                    <a:pt x="1214" y="4528"/>
                  </a:lnTo>
                  <a:lnTo>
                    <a:pt x="1587" y="4434"/>
                  </a:lnTo>
                  <a:lnTo>
                    <a:pt x="2007" y="4294"/>
                  </a:lnTo>
                  <a:lnTo>
                    <a:pt x="2381" y="4061"/>
                  </a:lnTo>
                  <a:lnTo>
                    <a:pt x="2707" y="3828"/>
                  </a:lnTo>
                  <a:lnTo>
                    <a:pt x="3034" y="3594"/>
                  </a:lnTo>
                  <a:lnTo>
                    <a:pt x="3361" y="3268"/>
                  </a:lnTo>
                  <a:lnTo>
                    <a:pt x="3594" y="2941"/>
                  </a:lnTo>
                  <a:lnTo>
                    <a:pt x="3874" y="2614"/>
                  </a:lnTo>
                  <a:lnTo>
                    <a:pt x="4061" y="2194"/>
                  </a:lnTo>
                  <a:lnTo>
                    <a:pt x="4248" y="1821"/>
                  </a:lnTo>
                  <a:lnTo>
                    <a:pt x="4388" y="1401"/>
                  </a:lnTo>
                  <a:lnTo>
                    <a:pt x="4481" y="934"/>
                  </a:lnTo>
                  <a:lnTo>
                    <a:pt x="4574" y="468"/>
                  </a:lnTo>
                  <a:lnTo>
                    <a:pt x="457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2" name="Google Shape;10482;p79"/>
            <p:cNvSpPr/>
            <p:nvPr/>
          </p:nvSpPr>
          <p:spPr>
            <a:xfrm>
              <a:off x="3246775" y="1314975"/>
              <a:ext cx="226375" cy="38525"/>
            </a:xfrm>
            <a:custGeom>
              <a:rect b="b" l="l" r="r" t="t"/>
              <a:pathLst>
                <a:path extrusionOk="0" h="1541" w="9055">
                  <a:moveTo>
                    <a:pt x="234" y="1"/>
                  </a:moveTo>
                  <a:lnTo>
                    <a:pt x="94" y="94"/>
                  </a:lnTo>
                  <a:lnTo>
                    <a:pt x="47" y="188"/>
                  </a:lnTo>
                  <a:lnTo>
                    <a:pt x="1" y="328"/>
                  </a:lnTo>
                  <a:lnTo>
                    <a:pt x="1" y="1214"/>
                  </a:lnTo>
                  <a:lnTo>
                    <a:pt x="47" y="1308"/>
                  </a:lnTo>
                  <a:lnTo>
                    <a:pt x="94" y="1448"/>
                  </a:lnTo>
                  <a:lnTo>
                    <a:pt x="234" y="1494"/>
                  </a:lnTo>
                  <a:lnTo>
                    <a:pt x="327" y="1541"/>
                  </a:lnTo>
                  <a:lnTo>
                    <a:pt x="9054" y="1541"/>
                  </a:lnTo>
                  <a:lnTo>
                    <a:pt x="90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3" name="Google Shape;10483;p79"/>
            <p:cNvSpPr/>
            <p:nvPr/>
          </p:nvSpPr>
          <p:spPr>
            <a:xfrm>
              <a:off x="3307450" y="1490000"/>
              <a:ext cx="107350" cy="30350"/>
            </a:xfrm>
            <a:custGeom>
              <a:rect b="b" l="l" r="r" t="t"/>
              <a:pathLst>
                <a:path extrusionOk="0" h="1214" w="4294">
                  <a:moveTo>
                    <a:pt x="140" y="0"/>
                  </a:moveTo>
                  <a:lnTo>
                    <a:pt x="94" y="47"/>
                  </a:lnTo>
                  <a:lnTo>
                    <a:pt x="47" y="140"/>
                  </a:lnTo>
                  <a:lnTo>
                    <a:pt x="0" y="233"/>
                  </a:lnTo>
                  <a:lnTo>
                    <a:pt x="0" y="980"/>
                  </a:lnTo>
                  <a:lnTo>
                    <a:pt x="47" y="1073"/>
                  </a:lnTo>
                  <a:lnTo>
                    <a:pt x="94" y="1167"/>
                  </a:lnTo>
                  <a:lnTo>
                    <a:pt x="140" y="1213"/>
                  </a:lnTo>
                  <a:lnTo>
                    <a:pt x="4294" y="1213"/>
                  </a:lnTo>
                  <a:lnTo>
                    <a:pt x="42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4" name="Google Shape;10484;p79"/>
            <p:cNvSpPr/>
            <p:nvPr/>
          </p:nvSpPr>
          <p:spPr>
            <a:xfrm>
              <a:off x="3407775" y="1490000"/>
              <a:ext cx="19875" cy="30350"/>
            </a:xfrm>
            <a:custGeom>
              <a:rect b="b" l="l" r="r" t="t"/>
              <a:pathLst>
                <a:path extrusionOk="0" h="1214" w="795">
                  <a:moveTo>
                    <a:pt x="1" y="0"/>
                  </a:moveTo>
                  <a:lnTo>
                    <a:pt x="47" y="47"/>
                  </a:lnTo>
                  <a:lnTo>
                    <a:pt x="94" y="140"/>
                  </a:lnTo>
                  <a:lnTo>
                    <a:pt x="141" y="233"/>
                  </a:lnTo>
                  <a:lnTo>
                    <a:pt x="141" y="980"/>
                  </a:lnTo>
                  <a:lnTo>
                    <a:pt x="94" y="1073"/>
                  </a:lnTo>
                  <a:lnTo>
                    <a:pt x="47" y="1167"/>
                  </a:lnTo>
                  <a:lnTo>
                    <a:pt x="1" y="1213"/>
                  </a:lnTo>
                  <a:lnTo>
                    <a:pt x="654" y="1213"/>
                  </a:lnTo>
                  <a:lnTo>
                    <a:pt x="747" y="1167"/>
                  </a:lnTo>
                  <a:lnTo>
                    <a:pt x="794" y="1073"/>
                  </a:lnTo>
                  <a:lnTo>
                    <a:pt x="794" y="980"/>
                  </a:lnTo>
                  <a:lnTo>
                    <a:pt x="794" y="233"/>
                  </a:lnTo>
                  <a:lnTo>
                    <a:pt x="794" y="140"/>
                  </a:lnTo>
                  <a:lnTo>
                    <a:pt x="747" y="47"/>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5" name="Google Shape;10485;p79"/>
            <p:cNvSpPr/>
            <p:nvPr/>
          </p:nvSpPr>
          <p:spPr>
            <a:xfrm>
              <a:off x="3462625" y="1314975"/>
              <a:ext cx="25675" cy="38525"/>
            </a:xfrm>
            <a:custGeom>
              <a:rect b="b" l="l" r="r" t="t"/>
              <a:pathLst>
                <a:path extrusionOk="0" h="1541" w="1027">
                  <a:moveTo>
                    <a:pt x="140" y="1"/>
                  </a:moveTo>
                  <a:lnTo>
                    <a:pt x="234" y="94"/>
                  </a:lnTo>
                  <a:lnTo>
                    <a:pt x="327" y="188"/>
                  </a:lnTo>
                  <a:lnTo>
                    <a:pt x="327" y="328"/>
                  </a:lnTo>
                  <a:lnTo>
                    <a:pt x="327" y="1214"/>
                  </a:lnTo>
                  <a:lnTo>
                    <a:pt x="327" y="1308"/>
                  </a:lnTo>
                  <a:lnTo>
                    <a:pt x="234" y="1448"/>
                  </a:lnTo>
                  <a:lnTo>
                    <a:pt x="140" y="1494"/>
                  </a:lnTo>
                  <a:lnTo>
                    <a:pt x="0" y="1541"/>
                  </a:lnTo>
                  <a:lnTo>
                    <a:pt x="700" y="1541"/>
                  </a:lnTo>
                  <a:lnTo>
                    <a:pt x="840" y="1494"/>
                  </a:lnTo>
                  <a:lnTo>
                    <a:pt x="934" y="1448"/>
                  </a:lnTo>
                  <a:lnTo>
                    <a:pt x="1027" y="1308"/>
                  </a:lnTo>
                  <a:lnTo>
                    <a:pt x="1027" y="1214"/>
                  </a:lnTo>
                  <a:lnTo>
                    <a:pt x="1027" y="328"/>
                  </a:lnTo>
                  <a:lnTo>
                    <a:pt x="1027" y="188"/>
                  </a:lnTo>
                  <a:lnTo>
                    <a:pt x="934" y="94"/>
                  </a:lnTo>
                  <a:lnTo>
                    <a:pt x="8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86" name="Google Shape;10486;p79"/>
          <p:cNvGrpSpPr/>
          <p:nvPr/>
        </p:nvGrpSpPr>
        <p:grpSpPr>
          <a:xfrm>
            <a:off x="4022463" y="1186650"/>
            <a:ext cx="336050" cy="331375"/>
            <a:chOff x="3959625" y="1186650"/>
            <a:chExt cx="336050" cy="331375"/>
          </a:xfrm>
        </p:grpSpPr>
        <p:sp>
          <p:nvSpPr>
            <p:cNvPr id="10487" name="Google Shape;10487;p79"/>
            <p:cNvSpPr/>
            <p:nvPr/>
          </p:nvSpPr>
          <p:spPr>
            <a:xfrm>
              <a:off x="4136975" y="1201825"/>
              <a:ext cx="61850" cy="49025"/>
            </a:xfrm>
            <a:custGeom>
              <a:rect b="b" l="l" r="r" t="t"/>
              <a:pathLst>
                <a:path extrusionOk="0" h="1961" w="2474">
                  <a:moveTo>
                    <a:pt x="0" y="0"/>
                  </a:moveTo>
                  <a:lnTo>
                    <a:pt x="0" y="1960"/>
                  </a:lnTo>
                  <a:lnTo>
                    <a:pt x="2427" y="1960"/>
                  </a:lnTo>
                  <a:lnTo>
                    <a:pt x="2427" y="1867"/>
                  </a:lnTo>
                  <a:lnTo>
                    <a:pt x="2474" y="1633"/>
                  </a:lnTo>
                  <a:lnTo>
                    <a:pt x="2474" y="980"/>
                  </a:lnTo>
                  <a:lnTo>
                    <a:pt x="2474" y="327"/>
                  </a:lnTo>
                  <a:lnTo>
                    <a:pt x="2474" y="93"/>
                  </a:lnTo>
                  <a:lnTo>
                    <a:pt x="24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8" name="Google Shape;10488;p79"/>
            <p:cNvSpPr/>
            <p:nvPr/>
          </p:nvSpPr>
          <p:spPr>
            <a:xfrm>
              <a:off x="4115975" y="1186650"/>
              <a:ext cx="23350" cy="129525"/>
            </a:xfrm>
            <a:custGeom>
              <a:rect b="b" l="l" r="r" t="t"/>
              <a:pathLst>
                <a:path extrusionOk="0" h="5181" w="934">
                  <a:moveTo>
                    <a:pt x="234" y="0"/>
                  </a:moveTo>
                  <a:lnTo>
                    <a:pt x="140" y="47"/>
                  </a:lnTo>
                  <a:lnTo>
                    <a:pt x="94" y="94"/>
                  </a:lnTo>
                  <a:lnTo>
                    <a:pt x="47" y="140"/>
                  </a:lnTo>
                  <a:lnTo>
                    <a:pt x="0" y="234"/>
                  </a:lnTo>
                  <a:lnTo>
                    <a:pt x="0" y="5181"/>
                  </a:lnTo>
                  <a:lnTo>
                    <a:pt x="934" y="5181"/>
                  </a:lnTo>
                  <a:lnTo>
                    <a:pt x="934" y="234"/>
                  </a:lnTo>
                  <a:lnTo>
                    <a:pt x="887" y="140"/>
                  </a:lnTo>
                  <a:lnTo>
                    <a:pt x="840" y="94"/>
                  </a:lnTo>
                  <a:lnTo>
                    <a:pt x="794" y="47"/>
                  </a:lnTo>
                  <a:lnTo>
                    <a:pt x="70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9" name="Google Shape;10489;p79"/>
            <p:cNvSpPr/>
            <p:nvPr/>
          </p:nvSpPr>
          <p:spPr>
            <a:xfrm>
              <a:off x="3995800" y="1303325"/>
              <a:ext cx="263700" cy="193700"/>
            </a:xfrm>
            <a:custGeom>
              <a:rect b="b" l="l" r="r" t="t"/>
              <a:pathLst>
                <a:path extrusionOk="0" h="7748" w="10548">
                  <a:moveTo>
                    <a:pt x="1774" y="0"/>
                  </a:moveTo>
                  <a:lnTo>
                    <a:pt x="1401" y="47"/>
                  </a:lnTo>
                  <a:lnTo>
                    <a:pt x="1074" y="140"/>
                  </a:lnTo>
                  <a:lnTo>
                    <a:pt x="794" y="327"/>
                  </a:lnTo>
                  <a:lnTo>
                    <a:pt x="514" y="560"/>
                  </a:lnTo>
                  <a:lnTo>
                    <a:pt x="327" y="794"/>
                  </a:lnTo>
                  <a:lnTo>
                    <a:pt x="141" y="1120"/>
                  </a:lnTo>
                  <a:lnTo>
                    <a:pt x="47" y="1447"/>
                  </a:lnTo>
                  <a:lnTo>
                    <a:pt x="1" y="1774"/>
                  </a:lnTo>
                  <a:lnTo>
                    <a:pt x="1" y="7747"/>
                  </a:lnTo>
                  <a:lnTo>
                    <a:pt x="10548" y="7747"/>
                  </a:lnTo>
                  <a:lnTo>
                    <a:pt x="10361" y="5834"/>
                  </a:lnTo>
                  <a:lnTo>
                    <a:pt x="10361" y="5740"/>
                  </a:lnTo>
                  <a:lnTo>
                    <a:pt x="10268" y="5647"/>
                  </a:lnTo>
                  <a:lnTo>
                    <a:pt x="10081" y="5600"/>
                  </a:lnTo>
                  <a:lnTo>
                    <a:pt x="9848" y="5460"/>
                  </a:lnTo>
                  <a:lnTo>
                    <a:pt x="9661" y="5367"/>
                  </a:lnTo>
                  <a:lnTo>
                    <a:pt x="9521" y="5180"/>
                  </a:lnTo>
                  <a:lnTo>
                    <a:pt x="9381" y="4994"/>
                  </a:lnTo>
                  <a:lnTo>
                    <a:pt x="9288" y="4807"/>
                  </a:lnTo>
                  <a:lnTo>
                    <a:pt x="9241" y="4574"/>
                  </a:lnTo>
                  <a:lnTo>
                    <a:pt x="9194" y="4340"/>
                  </a:lnTo>
                  <a:lnTo>
                    <a:pt x="9241" y="3874"/>
                  </a:lnTo>
                  <a:lnTo>
                    <a:pt x="9288" y="3687"/>
                  </a:lnTo>
                  <a:lnTo>
                    <a:pt x="9381" y="3500"/>
                  </a:lnTo>
                  <a:lnTo>
                    <a:pt x="9474" y="3314"/>
                  </a:lnTo>
                  <a:lnTo>
                    <a:pt x="9614" y="3174"/>
                  </a:lnTo>
                  <a:lnTo>
                    <a:pt x="9801" y="3080"/>
                  </a:lnTo>
                  <a:lnTo>
                    <a:pt x="9988" y="3034"/>
                  </a:lnTo>
                  <a:lnTo>
                    <a:pt x="10034" y="2987"/>
                  </a:lnTo>
                  <a:lnTo>
                    <a:pt x="10081" y="2940"/>
                  </a:lnTo>
                  <a:lnTo>
                    <a:pt x="10081" y="2800"/>
                  </a:lnTo>
                  <a:lnTo>
                    <a:pt x="10174" y="654"/>
                  </a:lnTo>
                  <a:lnTo>
                    <a:pt x="10221" y="233"/>
                  </a:lnTo>
                  <a:lnTo>
                    <a:pt x="10174" y="93"/>
                  </a:lnTo>
                  <a:lnTo>
                    <a:pt x="10128" y="47"/>
                  </a:lnTo>
                  <a:lnTo>
                    <a:pt x="100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0" name="Google Shape;10490;p79"/>
            <p:cNvSpPr/>
            <p:nvPr/>
          </p:nvSpPr>
          <p:spPr>
            <a:xfrm>
              <a:off x="4213975" y="1303325"/>
              <a:ext cx="45525" cy="193700"/>
            </a:xfrm>
            <a:custGeom>
              <a:rect b="b" l="l" r="r" t="t"/>
              <a:pathLst>
                <a:path extrusionOk="0" h="7748" w="1821">
                  <a:moveTo>
                    <a:pt x="654" y="0"/>
                  </a:moveTo>
                  <a:lnTo>
                    <a:pt x="841" y="47"/>
                  </a:lnTo>
                  <a:lnTo>
                    <a:pt x="981" y="187"/>
                  </a:lnTo>
                  <a:lnTo>
                    <a:pt x="1074" y="327"/>
                  </a:lnTo>
                  <a:lnTo>
                    <a:pt x="1121" y="514"/>
                  </a:lnTo>
                  <a:lnTo>
                    <a:pt x="1121" y="2894"/>
                  </a:lnTo>
                  <a:lnTo>
                    <a:pt x="1121" y="2940"/>
                  </a:lnTo>
                  <a:lnTo>
                    <a:pt x="1027" y="2987"/>
                  </a:lnTo>
                  <a:lnTo>
                    <a:pt x="841" y="3034"/>
                  </a:lnTo>
                  <a:lnTo>
                    <a:pt x="654" y="3127"/>
                  </a:lnTo>
                  <a:lnTo>
                    <a:pt x="467" y="3267"/>
                  </a:lnTo>
                  <a:lnTo>
                    <a:pt x="327" y="3407"/>
                  </a:lnTo>
                  <a:lnTo>
                    <a:pt x="187" y="3594"/>
                  </a:lnTo>
                  <a:lnTo>
                    <a:pt x="94" y="3780"/>
                  </a:lnTo>
                  <a:lnTo>
                    <a:pt x="47" y="4014"/>
                  </a:lnTo>
                  <a:lnTo>
                    <a:pt x="1" y="4247"/>
                  </a:lnTo>
                  <a:lnTo>
                    <a:pt x="47" y="4480"/>
                  </a:lnTo>
                  <a:lnTo>
                    <a:pt x="94" y="4667"/>
                  </a:lnTo>
                  <a:lnTo>
                    <a:pt x="187" y="4900"/>
                  </a:lnTo>
                  <a:lnTo>
                    <a:pt x="327" y="5040"/>
                  </a:lnTo>
                  <a:lnTo>
                    <a:pt x="467" y="5227"/>
                  </a:lnTo>
                  <a:lnTo>
                    <a:pt x="654" y="5367"/>
                  </a:lnTo>
                  <a:lnTo>
                    <a:pt x="841" y="5460"/>
                  </a:lnTo>
                  <a:lnTo>
                    <a:pt x="1027" y="5507"/>
                  </a:lnTo>
                  <a:lnTo>
                    <a:pt x="1121" y="5554"/>
                  </a:lnTo>
                  <a:lnTo>
                    <a:pt x="1121" y="5600"/>
                  </a:lnTo>
                  <a:lnTo>
                    <a:pt x="1121" y="7747"/>
                  </a:lnTo>
                  <a:lnTo>
                    <a:pt x="1821" y="7747"/>
                  </a:lnTo>
                  <a:lnTo>
                    <a:pt x="1821" y="5600"/>
                  </a:lnTo>
                  <a:lnTo>
                    <a:pt x="1774" y="5554"/>
                  </a:lnTo>
                  <a:lnTo>
                    <a:pt x="1727" y="5507"/>
                  </a:lnTo>
                  <a:lnTo>
                    <a:pt x="1494" y="5460"/>
                  </a:lnTo>
                  <a:lnTo>
                    <a:pt x="1307" y="5367"/>
                  </a:lnTo>
                  <a:lnTo>
                    <a:pt x="1121" y="5227"/>
                  </a:lnTo>
                  <a:lnTo>
                    <a:pt x="981" y="5040"/>
                  </a:lnTo>
                  <a:lnTo>
                    <a:pt x="841" y="4900"/>
                  </a:lnTo>
                  <a:lnTo>
                    <a:pt x="747" y="4667"/>
                  </a:lnTo>
                  <a:lnTo>
                    <a:pt x="701" y="4480"/>
                  </a:lnTo>
                  <a:lnTo>
                    <a:pt x="701" y="4247"/>
                  </a:lnTo>
                  <a:lnTo>
                    <a:pt x="701" y="4014"/>
                  </a:lnTo>
                  <a:lnTo>
                    <a:pt x="747" y="3780"/>
                  </a:lnTo>
                  <a:lnTo>
                    <a:pt x="841" y="3594"/>
                  </a:lnTo>
                  <a:lnTo>
                    <a:pt x="981" y="3407"/>
                  </a:lnTo>
                  <a:lnTo>
                    <a:pt x="1121" y="3267"/>
                  </a:lnTo>
                  <a:lnTo>
                    <a:pt x="1307" y="3127"/>
                  </a:lnTo>
                  <a:lnTo>
                    <a:pt x="1494" y="3034"/>
                  </a:lnTo>
                  <a:lnTo>
                    <a:pt x="1727" y="2987"/>
                  </a:lnTo>
                  <a:lnTo>
                    <a:pt x="1774" y="2940"/>
                  </a:lnTo>
                  <a:lnTo>
                    <a:pt x="1821" y="2894"/>
                  </a:lnTo>
                  <a:lnTo>
                    <a:pt x="1821" y="514"/>
                  </a:lnTo>
                  <a:lnTo>
                    <a:pt x="1774" y="327"/>
                  </a:lnTo>
                  <a:lnTo>
                    <a:pt x="1681" y="187"/>
                  </a:lnTo>
                  <a:lnTo>
                    <a:pt x="1494" y="47"/>
                  </a:lnTo>
                  <a:lnTo>
                    <a:pt x="130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1" name="Google Shape;10491;p79"/>
            <p:cNvSpPr/>
            <p:nvPr/>
          </p:nvSpPr>
          <p:spPr>
            <a:xfrm>
              <a:off x="4115975" y="1446825"/>
              <a:ext cx="51350" cy="51350"/>
            </a:xfrm>
            <a:custGeom>
              <a:rect b="b" l="l" r="r" t="t"/>
              <a:pathLst>
                <a:path extrusionOk="0" h="2054" w="2054">
                  <a:moveTo>
                    <a:pt x="1027" y="0"/>
                  </a:moveTo>
                  <a:lnTo>
                    <a:pt x="840" y="47"/>
                  </a:lnTo>
                  <a:lnTo>
                    <a:pt x="607" y="94"/>
                  </a:lnTo>
                  <a:lnTo>
                    <a:pt x="467" y="187"/>
                  </a:lnTo>
                  <a:lnTo>
                    <a:pt x="280" y="327"/>
                  </a:lnTo>
                  <a:lnTo>
                    <a:pt x="187" y="467"/>
                  </a:lnTo>
                  <a:lnTo>
                    <a:pt x="94" y="654"/>
                  </a:lnTo>
                  <a:lnTo>
                    <a:pt x="47" y="840"/>
                  </a:lnTo>
                  <a:lnTo>
                    <a:pt x="0" y="1027"/>
                  </a:lnTo>
                  <a:lnTo>
                    <a:pt x="47" y="1260"/>
                  </a:lnTo>
                  <a:lnTo>
                    <a:pt x="94" y="1447"/>
                  </a:lnTo>
                  <a:lnTo>
                    <a:pt x="187" y="1634"/>
                  </a:lnTo>
                  <a:lnTo>
                    <a:pt x="280" y="1774"/>
                  </a:lnTo>
                  <a:lnTo>
                    <a:pt x="467" y="1867"/>
                  </a:lnTo>
                  <a:lnTo>
                    <a:pt x="607" y="1960"/>
                  </a:lnTo>
                  <a:lnTo>
                    <a:pt x="840" y="2054"/>
                  </a:lnTo>
                  <a:lnTo>
                    <a:pt x="1214" y="2054"/>
                  </a:lnTo>
                  <a:lnTo>
                    <a:pt x="1447" y="1960"/>
                  </a:lnTo>
                  <a:lnTo>
                    <a:pt x="1587" y="1867"/>
                  </a:lnTo>
                  <a:lnTo>
                    <a:pt x="1727" y="1774"/>
                  </a:lnTo>
                  <a:lnTo>
                    <a:pt x="1867" y="1634"/>
                  </a:lnTo>
                  <a:lnTo>
                    <a:pt x="1961" y="1447"/>
                  </a:lnTo>
                  <a:lnTo>
                    <a:pt x="2007" y="1260"/>
                  </a:lnTo>
                  <a:lnTo>
                    <a:pt x="2054" y="1027"/>
                  </a:lnTo>
                  <a:lnTo>
                    <a:pt x="2007" y="840"/>
                  </a:lnTo>
                  <a:lnTo>
                    <a:pt x="1961" y="654"/>
                  </a:lnTo>
                  <a:lnTo>
                    <a:pt x="1867" y="467"/>
                  </a:lnTo>
                  <a:lnTo>
                    <a:pt x="1727" y="327"/>
                  </a:lnTo>
                  <a:lnTo>
                    <a:pt x="1587" y="187"/>
                  </a:lnTo>
                  <a:lnTo>
                    <a:pt x="1447" y="94"/>
                  </a:lnTo>
                  <a:lnTo>
                    <a:pt x="1214" y="47"/>
                  </a:lnTo>
                  <a:lnTo>
                    <a:pt x="10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2" name="Google Shape;10492;p79"/>
            <p:cNvSpPr/>
            <p:nvPr/>
          </p:nvSpPr>
          <p:spPr>
            <a:xfrm>
              <a:off x="3959625" y="1485325"/>
              <a:ext cx="332550" cy="32700"/>
            </a:xfrm>
            <a:custGeom>
              <a:rect b="b" l="l" r="r" t="t"/>
              <a:pathLst>
                <a:path extrusionOk="0" h="1308" w="13302">
                  <a:moveTo>
                    <a:pt x="141" y="0"/>
                  </a:moveTo>
                  <a:lnTo>
                    <a:pt x="48" y="47"/>
                  </a:lnTo>
                  <a:lnTo>
                    <a:pt x="1" y="140"/>
                  </a:lnTo>
                  <a:lnTo>
                    <a:pt x="1" y="234"/>
                  </a:lnTo>
                  <a:lnTo>
                    <a:pt x="1" y="1074"/>
                  </a:lnTo>
                  <a:lnTo>
                    <a:pt x="1" y="1167"/>
                  </a:lnTo>
                  <a:lnTo>
                    <a:pt x="48" y="1260"/>
                  </a:lnTo>
                  <a:lnTo>
                    <a:pt x="141" y="1307"/>
                  </a:lnTo>
                  <a:lnTo>
                    <a:pt x="13301" y="1307"/>
                  </a:lnTo>
                  <a:lnTo>
                    <a:pt x="13301" y="1260"/>
                  </a:lnTo>
                  <a:lnTo>
                    <a:pt x="13301" y="1074"/>
                  </a:lnTo>
                  <a:lnTo>
                    <a:pt x="13255" y="327"/>
                  </a:lnTo>
                  <a:lnTo>
                    <a:pt x="13255" y="94"/>
                  </a:lnTo>
                  <a:lnTo>
                    <a:pt x="13255" y="47"/>
                  </a:lnTo>
                  <a:lnTo>
                    <a:pt x="1320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3" name="Google Shape;10493;p79"/>
            <p:cNvSpPr/>
            <p:nvPr/>
          </p:nvSpPr>
          <p:spPr>
            <a:xfrm>
              <a:off x="4034300" y="1347650"/>
              <a:ext cx="70025" cy="70025"/>
            </a:xfrm>
            <a:custGeom>
              <a:rect b="b" l="l" r="r" t="t"/>
              <a:pathLst>
                <a:path extrusionOk="0" h="2801" w="2801">
                  <a:moveTo>
                    <a:pt x="1121" y="1"/>
                  </a:moveTo>
                  <a:lnTo>
                    <a:pt x="841" y="94"/>
                  </a:lnTo>
                  <a:lnTo>
                    <a:pt x="607" y="234"/>
                  </a:lnTo>
                  <a:lnTo>
                    <a:pt x="421" y="421"/>
                  </a:lnTo>
                  <a:lnTo>
                    <a:pt x="234" y="607"/>
                  </a:lnTo>
                  <a:lnTo>
                    <a:pt x="94" y="841"/>
                  </a:lnTo>
                  <a:lnTo>
                    <a:pt x="1" y="1121"/>
                  </a:lnTo>
                  <a:lnTo>
                    <a:pt x="1" y="1401"/>
                  </a:lnTo>
                  <a:lnTo>
                    <a:pt x="1" y="1681"/>
                  </a:lnTo>
                  <a:lnTo>
                    <a:pt x="94" y="1914"/>
                  </a:lnTo>
                  <a:lnTo>
                    <a:pt x="234" y="2194"/>
                  </a:lnTo>
                  <a:lnTo>
                    <a:pt x="421" y="2381"/>
                  </a:lnTo>
                  <a:lnTo>
                    <a:pt x="607" y="2567"/>
                  </a:lnTo>
                  <a:lnTo>
                    <a:pt x="841" y="2661"/>
                  </a:lnTo>
                  <a:lnTo>
                    <a:pt x="1121" y="2754"/>
                  </a:lnTo>
                  <a:lnTo>
                    <a:pt x="1401" y="2801"/>
                  </a:lnTo>
                  <a:lnTo>
                    <a:pt x="1681" y="2754"/>
                  </a:lnTo>
                  <a:lnTo>
                    <a:pt x="1914" y="2661"/>
                  </a:lnTo>
                  <a:lnTo>
                    <a:pt x="2147" y="2567"/>
                  </a:lnTo>
                  <a:lnTo>
                    <a:pt x="2381" y="2381"/>
                  </a:lnTo>
                  <a:lnTo>
                    <a:pt x="2567" y="2194"/>
                  </a:lnTo>
                  <a:lnTo>
                    <a:pt x="2661" y="1914"/>
                  </a:lnTo>
                  <a:lnTo>
                    <a:pt x="2754" y="1681"/>
                  </a:lnTo>
                  <a:lnTo>
                    <a:pt x="2801" y="1401"/>
                  </a:lnTo>
                  <a:lnTo>
                    <a:pt x="2754" y="1121"/>
                  </a:lnTo>
                  <a:lnTo>
                    <a:pt x="2661" y="841"/>
                  </a:lnTo>
                  <a:lnTo>
                    <a:pt x="2567" y="607"/>
                  </a:lnTo>
                  <a:lnTo>
                    <a:pt x="2381" y="421"/>
                  </a:lnTo>
                  <a:lnTo>
                    <a:pt x="2147" y="234"/>
                  </a:lnTo>
                  <a:lnTo>
                    <a:pt x="1914" y="94"/>
                  </a:lnTo>
                  <a:lnTo>
                    <a:pt x="168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4" name="Google Shape;10494;p79"/>
            <p:cNvSpPr/>
            <p:nvPr/>
          </p:nvSpPr>
          <p:spPr>
            <a:xfrm>
              <a:off x="4152150" y="1334825"/>
              <a:ext cx="60675" cy="60675"/>
            </a:xfrm>
            <a:custGeom>
              <a:rect b="b" l="l" r="r" t="t"/>
              <a:pathLst>
                <a:path extrusionOk="0" h="2427" w="2427">
                  <a:moveTo>
                    <a:pt x="1214" y="0"/>
                  </a:moveTo>
                  <a:lnTo>
                    <a:pt x="980" y="47"/>
                  </a:lnTo>
                  <a:lnTo>
                    <a:pt x="747" y="94"/>
                  </a:lnTo>
                  <a:lnTo>
                    <a:pt x="560" y="234"/>
                  </a:lnTo>
                  <a:lnTo>
                    <a:pt x="374" y="374"/>
                  </a:lnTo>
                  <a:lnTo>
                    <a:pt x="234" y="560"/>
                  </a:lnTo>
                  <a:lnTo>
                    <a:pt x="94" y="747"/>
                  </a:lnTo>
                  <a:lnTo>
                    <a:pt x="47" y="980"/>
                  </a:lnTo>
                  <a:lnTo>
                    <a:pt x="0" y="1214"/>
                  </a:lnTo>
                  <a:lnTo>
                    <a:pt x="47" y="1447"/>
                  </a:lnTo>
                  <a:lnTo>
                    <a:pt x="94" y="1680"/>
                  </a:lnTo>
                  <a:lnTo>
                    <a:pt x="234" y="1867"/>
                  </a:lnTo>
                  <a:lnTo>
                    <a:pt x="374" y="2054"/>
                  </a:lnTo>
                  <a:lnTo>
                    <a:pt x="560" y="2194"/>
                  </a:lnTo>
                  <a:lnTo>
                    <a:pt x="747" y="2334"/>
                  </a:lnTo>
                  <a:lnTo>
                    <a:pt x="980" y="2380"/>
                  </a:lnTo>
                  <a:lnTo>
                    <a:pt x="1214" y="2427"/>
                  </a:lnTo>
                  <a:lnTo>
                    <a:pt x="1447" y="2380"/>
                  </a:lnTo>
                  <a:lnTo>
                    <a:pt x="1680" y="2334"/>
                  </a:lnTo>
                  <a:lnTo>
                    <a:pt x="1867" y="2194"/>
                  </a:lnTo>
                  <a:lnTo>
                    <a:pt x="2054" y="2054"/>
                  </a:lnTo>
                  <a:lnTo>
                    <a:pt x="2194" y="1867"/>
                  </a:lnTo>
                  <a:lnTo>
                    <a:pt x="2334" y="1680"/>
                  </a:lnTo>
                  <a:lnTo>
                    <a:pt x="2380" y="1447"/>
                  </a:lnTo>
                  <a:lnTo>
                    <a:pt x="2427" y="1214"/>
                  </a:lnTo>
                  <a:lnTo>
                    <a:pt x="2380" y="980"/>
                  </a:lnTo>
                  <a:lnTo>
                    <a:pt x="2334" y="747"/>
                  </a:lnTo>
                  <a:lnTo>
                    <a:pt x="2194" y="560"/>
                  </a:lnTo>
                  <a:lnTo>
                    <a:pt x="2054" y="374"/>
                  </a:lnTo>
                  <a:lnTo>
                    <a:pt x="1867" y="234"/>
                  </a:lnTo>
                  <a:lnTo>
                    <a:pt x="1680" y="94"/>
                  </a:lnTo>
                  <a:lnTo>
                    <a:pt x="1447" y="47"/>
                  </a:lnTo>
                  <a:lnTo>
                    <a:pt x="121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5" name="Google Shape;10495;p79"/>
            <p:cNvSpPr/>
            <p:nvPr/>
          </p:nvSpPr>
          <p:spPr>
            <a:xfrm>
              <a:off x="4183650" y="1201825"/>
              <a:ext cx="29175" cy="49025"/>
            </a:xfrm>
            <a:custGeom>
              <a:rect b="b" l="l" r="r" t="t"/>
              <a:pathLst>
                <a:path extrusionOk="0" h="1961" w="1167">
                  <a:moveTo>
                    <a:pt x="374" y="0"/>
                  </a:moveTo>
                  <a:lnTo>
                    <a:pt x="467" y="47"/>
                  </a:lnTo>
                  <a:lnTo>
                    <a:pt x="467" y="93"/>
                  </a:lnTo>
                  <a:lnTo>
                    <a:pt x="514" y="140"/>
                  </a:lnTo>
                  <a:lnTo>
                    <a:pt x="467" y="187"/>
                  </a:lnTo>
                  <a:lnTo>
                    <a:pt x="0" y="933"/>
                  </a:lnTo>
                  <a:lnTo>
                    <a:pt x="0" y="980"/>
                  </a:lnTo>
                  <a:lnTo>
                    <a:pt x="0" y="1027"/>
                  </a:lnTo>
                  <a:lnTo>
                    <a:pt x="467" y="1773"/>
                  </a:lnTo>
                  <a:lnTo>
                    <a:pt x="514" y="1820"/>
                  </a:lnTo>
                  <a:lnTo>
                    <a:pt x="467" y="1867"/>
                  </a:lnTo>
                  <a:lnTo>
                    <a:pt x="467" y="1913"/>
                  </a:lnTo>
                  <a:lnTo>
                    <a:pt x="374" y="1960"/>
                  </a:lnTo>
                  <a:lnTo>
                    <a:pt x="1074" y="1960"/>
                  </a:lnTo>
                  <a:lnTo>
                    <a:pt x="1120" y="1913"/>
                  </a:lnTo>
                  <a:lnTo>
                    <a:pt x="1167" y="1867"/>
                  </a:lnTo>
                  <a:lnTo>
                    <a:pt x="1167" y="1820"/>
                  </a:lnTo>
                  <a:lnTo>
                    <a:pt x="1167" y="1773"/>
                  </a:lnTo>
                  <a:lnTo>
                    <a:pt x="700" y="1027"/>
                  </a:lnTo>
                  <a:lnTo>
                    <a:pt x="654" y="980"/>
                  </a:lnTo>
                  <a:lnTo>
                    <a:pt x="700" y="933"/>
                  </a:lnTo>
                  <a:lnTo>
                    <a:pt x="1167" y="187"/>
                  </a:lnTo>
                  <a:lnTo>
                    <a:pt x="1167" y="140"/>
                  </a:lnTo>
                  <a:lnTo>
                    <a:pt x="1167" y="93"/>
                  </a:lnTo>
                  <a:lnTo>
                    <a:pt x="1120" y="47"/>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6" name="Google Shape;10496;p79"/>
            <p:cNvSpPr/>
            <p:nvPr/>
          </p:nvSpPr>
          <p:spPr>
            <a:xfrm>
              <a:off x="4275825" y="1485325"/>
              <a:ext cx="19850" cy="32700"/>
            </a:xfrm>
            <a:custGeom>
              <a:rect b="b" l="l" r="r" t="t"/>
              <a:pathLst>
                <a:path extrusionOk="0" h="1308" w="794">
                  <a:moveTo>
                    <a:pt x="0" y="0"/>
                  </a:moveTo>
                  <a:lnTo>
                    <a:pt x="47" y="47"/>
                  </a:lnTo>
                  <a:lnTo>
                    <a:pt x="93" y="140"/>
                  </a:lnTo>
                  <a:lnTo>
                    <a:pt x="93" y="234"/>
                  </a:lnTo>
                  <a:lnTo>
                    <a:pt x="93" y="1074"/>
                  </a:lnTo>
                  <a:lnTo>
                    <a:pt x="93" y="1167"/>
                  </a:lnTo>
                  <a:lnTo>
                    <a:pt x="47" y="1260"/>
                  </a:lnTo>
                  <a:lnTo>
                    <a:pt x="0" y="1307"/>
                  </a:lnTo>
                  <a:lnTo>
                    <a:pt x="653" y="1307"/>
                  </a:lnTo>
                  <a:lnTo>
                    <a:pt x="747" y="1260"/>
                  </a:lnTo>
                  <a:lnTo>
                    <a:pt x="793" y="1167"/>
                  </a:lnTo>
                  <a:lnTo>
                    <a:pt x="793" y="1074"/>
                  </a:lnTo>
                  <a:lnTo>
                    <a:pt x="793" y="234"/>
                  </a:lnTo>
                  <a:lnTo>
                    <a:pt x="793" y="140"/>
                  </a:lnTo>
                  <a:lnTo>
                    <a:pt x="747" y="47"/>
                  </a:lnTo>
                  <a:lnTo>
                    <a:pt x="65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97" name="Google Shape;10497;p79"/>
          <p:cNvGrpSpPr/>
          <p:nvPr/>
        </p:nvGrpSpPr>
        <p:grpSpPr>
          <a:xfrm>
            <a:off x="4790750" y="1199475"/>
            <a:ext cx="336025" cy="305700"/>
            <a:chOff x="4721500" y="1199475"/>
            <a:chExt cx="336025" cy="305700"/>
          </a:xfrm>
        </p:grpSpPr>
        <p:sp>
          <p:nvSpPr>
            <p:cNvPr id="10498" name="Google Shape;10498;p79"/>
            <p:cNvSpPr/>
            <p:nvPr/>
          </p:nvSpPr>
          <p:spPr>
            <a:xfrm>
              <a:off x="4751825" y="1254325"/>
              <a:ext cx="184375" cy="197200"/>
            </a:xfrm>
            <a:custGeom>
              <a:rect b="b" l="l" r="r" t="t"/>
              <a:pathLst>
                <a:path extrusionOk="0" h="7888" w="7375">
                  <a:moveTo>
                    <a:pt x="1" y="0"/>
                  </a:moveTo>
                  <a:lnTo>
                    <a:pt x="234" y="3314"/>
                  </a:lnTo>
                  <a:lnTo>
                    <a:pt x="654" y="3920"/>
                  </a:lnTo>
                  <a:lnTo>
                    <a:pt x="327" y="4620"/>
                  </a:lnTo>
                  <a:lnTo>
                    <a:pt x="561" y="7887"/>
                  </a:lnTo>
                  <a:lnTo>
                    <a:pt x="6254" y="7794"/>
                  </a:lnTo>
                  <a:lnTo>
                    <a:pt x="737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9" name="Google Shape;10499;p79"/>
            <p:cNvSpPr/>
            <p:nvPr/>
          </p:nvSpPr>
          <p:spPr>
            <a:xfrm>
              <a:off x="4904675" y="1254325"/>
              <a:ext cx="31525" cy="197200"/>
            </a:xfrm>
            <a:custGeom>
              <a:rect b="b" l="l" r="r" t="t"/>
              <a:pathLst>
                <a:path extrusionOk="0" h="7888" w="1261">
                  <a:moveTo>
                    <a:pt x="560" y="0"/>
                  </a:moveTo>
                  <a:lnTo>
                    <a:pt x="327" y="3314"/>
                  </a:lnTo>
                  <a:lnTo>
                    <a:pt x="514" y="3920"/>
                  </a:lnTo>
                  <a:lnTo>
                    <a:pt x="234" y="4620"/>
                  </a:lnTo>
                  <a:lnTo>
                    <a:pt x="0" y="7887"/>
                  </a:lnTo>
                  <a:lnTo>
                    <a:pt x="700" y="7887"/>
                  </a:lnTo>
                  <a:lnTo>
                    <a:pt x="934" y="4620"/>
                  </a:lnTo>
                  <a:lnTo>
                    <a:pt x="794" y="3967"/>
                  </a:lnTo>
                  <a:lnTo>
                    <a:pt x="1027" y="3314"/>
                  </a:lnTo>
                  <a:lnTo>
                    <a:pt x="126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0" name="Google Shape;10500;p79"/>
            <p:cNvSpPr/>
            <p:nvPr/>
          </p:nvSpPr>
          <p:spPr>
            <a:xfrm>
              <a:off x="4757675" y="1337150"/>
              <a:ext cx="172675" cy="32700"/>
            </a:xfrm>
            <a:custGeom>
              <a:rect b="b" l="l" r="r" t="t"/>
              <a:pathLst>
                <a:path extrusionOk="0" h="1308" w="6907">
                  <a:moveTo>
                    <a:pt x="0" y="1"/>
                  </a:moveTo>
                  <a:lnTo>
                    <a:pt x="93" y="1307"/>
                  </a:lnTo>
                  <a:lnTo>
                    <a:pt x="6814" y="1307"/>
                  </a:lnTo>
                  <a:lnTo>
                    <a:pt x="6580" y="607"/>
                  </a:lnTo>
                  <a:lnTo>
                    <a:pt x="690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1" name="Google Shape;10501;p79"/>
            <p:cNvSpPr/>
            <p:nvPr/>
          </p:nvSpPr>
          <p:spPr>
            <a:xfrm>
              <a:off x="4807825" y="1317325"/>
              <a:ext cx="64200" cy="72350"/>
            </a:xfrm>
            <a:custGeom>
              <a:rect b="b" l="l" r="r" t="t"/>
              <a:pathLst>
                <a:path extrusionOk="0" h="2894" w="2568">
                  <a:moveTo>
                    <a:pt x="1167" y="0"/>
                  </a:moveTo>
                  <a:lnTo>
                    <a:pt x="887" y="94"/>
                  </a:lnTo>
                  <a:lnTo>
                    <a:pt x="607" y="234"/>
                  </a:lnTo>
                  <a:lnTo>
                    <a:pt x="421" y="420"/>
                  </a:lnTo>
                  <a:lnTo>
                    <a:pt x="234" y="607"/>
                  </a:lnTo>
                  <a:lnTo>
                    <a:pt x="94" y="887"/>
                  </a:lnTo>
                  <a:lnTo>
                    <a:pt x="1" y="1120"/>
                  </a:lnTo>
                  <a:lnTo>
                    <a:pt x="1" y="1447"/>
                  </a:lnTo>
                  <a:lnTo>
                    <a:pt x="1" y="1727"/>
                  </a:lnTo>
                  <a:lnTo>
                    <a:pt x="94" y="2007"/>
                  </a:lnTo>
                  <a:lnTo>
                    <a:pt x="234" y="2240"/>
                  </a:lnTo>
                  <a:lnTo>
                    <a:pt x="421" y="2474"/>
                  </a:lnTo>
                  <a:lnTo>
                    <a:pt x="607" y="2660"/>
                  </a:lnTo>
                  <a:lnTo>
                    <a:pt x="887" y="2754"/>
                  </a:lnTo>
                  <a:lnTo>
                    <a:pt x="1167" y="2847"/>
                  </a:lnTo>
                  <a:lnTo>
                    <a:pt x="1447" y="2894"/>
                  </a:lnTo>
                  <a:lnTo>
                    <a:pt x="1727" y="2847"/>
                  </a:lnTo>
                  <a:lnTo>
                    <a:pt x="1961" y="2754"/>
                  </a:lnTo>
                  <a:lnTo>
                    <a:pt x="2148" y="2660"/>
                  </a:lnTo>
                  <a:lnTo>
                    <a:pt x="2334" y="2474"/>
                  </a:lnTo>
                  <a:lnTo>
                    <a:pt x="2428" y="2240"/>
                  </a:lnTo>
                  <a:lnTo>
                    <a:pt x="2521" y="2007"/>
                  </a:lnTo>
                  <a:lnTo>
                    <a:pt x="2568" y="1727"/>
                  </a:lnTo>
                  <a:lnTo>
                    <a:pt x="2568" y="1447"/>
                  </a:lnTo>
                  <a:lnTo>
                    <a:pt x="2568" y="1120"/>
                  </a:lnTo>
                  <a:lnTo>
                    <a:pt x="2521" y="887"/>
                  </a:lnTo>
                  <a:lnTo>
                    <a:pt x="2428" y="607"/>
                  </a:lnTo>
                  <a:lnTo>
                    <a:pt x="2334" y="420"/>
                  </a:lnTo>
                  <a:lnTo>
                    <a:pt x="2148" y="234"/>
                  </a:lnTo>
                  <a:lnTo>
                    <a:pt x="1961" y="94"/>
                  </a:lnTo>
                  <a:lnTo>
                    <a:pt x="17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2" name="Google Shape;10502;p79"/>
            <p:cNvSpPr/>
            <p:nvPr/>
          </p:nvSpPr>
          <p:spPr>
            <a:xfrm>
              <a:off x="4910500" y="1337150"/>
              <a:ext cx="19850" cy="32700"/>
            </a:xfrm>
            <a:custGeom>
              <a:rect b="b" l="l" r="r" t="t"/>
              <a:pathLst>
                <a:path extrusionOk="0" h="1308" w="794">
                  <a:moveTo>
                    <a:pt x="94" y="1"/>
                  </a:moveTo>
                  <a:lnTo>
                    <a:pt x="1" y="1307"/>
                  </a:lnTo>
                  <a:lnTo>
                    <a:pt x="701" y="1307"/>
                  </a:lnTo>
                  <a:lnTo>
                    <a:pt x="79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3" name="Google Shape;10503;p79"/>
            <p:cNvSpPr/>
            <p:nvPr/>
          </p:nvSpPr>
          <p:spPr>
            <a:xfrm>
              <a:off x="4721500" y="1403650"/>
              <a:ext cx="332525" cy="67700"/>
            </a:xfrm>
            <a:custGeom>
              <a:rect b="b" l="l" r="r" t="t"/>
              <a:pathLst>
                <a:path extrusionOk="0" h="2708" w="13301">
                  <a:moveTo>
                    <a:pt x="1120" y="1"/>
                  </a:moveTo>
                  <a:lnTo>
                    <a:pt x="887" y="47"/>
                  </a:lnTo>
                  <a:lnTo>
                    <a:pt x="700" y="94"/>
                  </a:lnTo>
                  <a:lnTo>
                    <a:pt x="467" y="234"/>
                  </a:lnTo>
                  <a:lnTo>
                    <a:pt x="280" y="421"/>
                  </a:lnTo>
                  <a:lnTo>
                    <a:pt x="140" y="607"/>
                  </a:lnTo>
                  <a:lnTo>
                    <a:pt x="47" y="841"/>
                  </a:lnTo>
                  <a:lnTo>
                    <a:pt x="0" y="1074"/>
                  </a:lnTo>
                  <a:lnTo>
                    <a:pt x="0" y="1307"/>
                  </a:lnTo>
                  <a:lnTo>
                    <a:pt x="47" y="1541"/>
                  </a:lnTo>
                  <a:lnTo>
                    <a:pt x="140" y="1774"/>
                  </a:lnTo>
                  <a:lnTo>
                    <a:pt x="280" y="1961"/>
                  </a:lnTo>
                  <a:lnTo>
                    <a:pt x="420" y="2147"/>
                  </a:lnTo>
                  <a:lnTo>
                    <a:pt x="654" y="2287"/>
                  </a:lnTo>
                  <a:lnTo>
                    <a:pt x="887" y="2381"/>
                  </a:lnTo>
                  <a:lnTo>
                    <a:pt x="1120" y="2427"/>
                  </a:lnTo>
                  <a:lnTo>
                    <a:pt x="2520" y="2567"/>
                  </a:lnTo>
                  <a:lnTo>
                    <a:pt x="3920" y="2661"/>
                  </a:lnTo>
                  <a:lnTo>
                    <a:pt x="5321" y="2707"/>
                  </a:lnTo>
                  <a:lnTo>
                    <a:pt x="8121" y="2707"/>
                  </a:lnTo>
                  <a:lnTo>
                    <a:pt x="9521" y="2661"/>
                  </a:lnTo>
                  <a:lnTo>
                    <a:pt x="10874" y="2567"/>
                  </a:lnTo>
                  <a:lnTo>
                    <a:pt x="12274" y="2427"/>
                  </a:lnTo>
                  <a:lnTo>
                    <a:pt x="12554" y="2381"/>
                  </a:lnTo>
                  <a:lnTo>
                    <a:pt x="12741" y="2287"/>
                  </a:lnTo>
                  <a:lnTo>
                    <a:pt x="12927" y="2147"/>
                  </a:lnTo>
                  <a:lnTo>
                    <a:pt x="13114" y="2007"/>
                  </a:lnTo>
                  <a:lnTo>
                    <a:pt x="13207" y="1774"/>
                  </a:lnTo>
                  <a:lnTo>
                    <a:pt x="13301" y="1587"/>
                  </a:lnTo>
                  <a:lnTo>
                    <a:pt x="13301" y="1307"/>
                  </a:lnTo>
                  <a:lnTo>
                    <a:pt x="13301" y="1074"/>
                  </a:lnTo>
                  <a:lnTo>
                    <a:pt x="13254" y="1074"/>
                  </a:lnTo>
                  <a:lnTo>
                    <a:pt x="13207" y="841"/>
                  </a:lnTo>
                  <a:lnTo>
                    <a:pt x="13114" y="607"/>
                  </a:lnTo>
                  <a:lnTo>
                    <a:pt x="12974" y="421"/>
                  </a:lnTo>
                  <a:lnTo>
                    <a:pt x="12881" y="234"/>
                  </a:lnTo>
                  <a:lnTo>
                    <a:pt x="12694" y="94"/>
                  </a:lnTo>
                  <a:lnTo>
                    <a:pt x="12507" y="47"/>
                  </a:lnTo>
                  <a:lnTo>
                    <a:pt x="12274" y="1"/>
                  </a:lnTo>
                  <a:lnTo>
                    <a:pt x="12041" y="1"/>
                  </a:lnTo>
                  <a:lnTo>
                    <a:pt x="10687" y="94"/>
                  </a:lnTo>
                  <a:lnTo>
                    <a:pt x="9381" y="187"/>
                  </a:lnTo>
                  <a:lnTo>
                    <a:pt x="8027" y="234"/>
                  </a:lnTo>
                  <a:lnTo>
                    <a:pt x="5367" y="234"/>
                  </a:lnTo>
                  <a:lnTo>
                    <a:pt x="4060" y="187"/>
                  </a:lnTo>
                  <a:lnTo>
                    <a:pt x="2707" y="94"/>
                  </a:lnTo>
                  <a:lnTo>
                    <a:pt x="140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4" name="Google Shape;10504;p79"/>
            <p:cNvSpPr/>
            <p:nvPr/>
          </p:nvSpPr>
          <p:spPr>
            <a:xfrm>
              <a:off x="5015500" y="1403650"/>
              <a:ext cx="42025" cy="61875"/>
            </a:xfrm>
            <a:custGeom>
              <a:rect b="b" l="l" r="r" t="t"/>
              <a:pathLst>
                <a:path extrusionOk="0" h="2475" w="1681">
                  <a:moveTo>
                    <a:pt x="1" y="1"/>
                  </a:moveTo>
                  <a:lnTo>
                    <a:pt x="187" y="47"/>
                  </a:lnTo>
                  <a:lnTo>
                    <a:pt x="374" y="141"/>
                  </a:lnTo>
                  <a:lnTo>
                    <a:pt x="514" y="281"/>
                  </a:lnTo>
                  <a:lnTo>
                    <a:pt x="654" y="374"/>
                  </a:lnTo>
                  <a:lnTo>
                    <a:pt x="794" y="561"/>
                  </a:lnTo>
                  <a:lnTo>
                    <a:pt x="887" y="701"/>
                  </a:lnTo>
                  <a:lnTo>
                    <a:pt x="934" y="887"/>
                  </a:lnTo>
                  <a:lnTo>
                    <a:pt x="981" y="1121"/>
                  </a:lnTo>
                  <a:lnTo>
                    <a:pt x="981" y="1261"/>
                  </a:lnTo>
                  <a:lnTo>
                    <a:pt x="981" y="1494"/>
                  </a:lnTo>
                  <a:lnTo>
                    <a:pt x="934" y="1681"/>
                  </a:lnTo>
                  <a:lnTo>
                    <a:pt x="841" y="1867"/>
                  </a:lnTo>
                  <a:lnTo>
                    <a:pt x="747" y="2007"/>
                  </a:lnTo>
                  <a:lnTo>
                    <a:pt x="654" y="2147"/>
                  </a:lnTo>
                  <a:lnTo>
                    <a:pt x="467" y="2287"/>
                  </a:lnTo>
                  <a:lnTo>
                    <a:pt x="327" y="2381"/>
                  </a:lnTo>
                  <a:lnTo>
                    <a:pt x="141" y="2474"/>
                  </a:lnTo>
                  <a:lnTo>
                    <a:pt x="514" y="2427"/>
                  </a:lnTo>
                  <a:lnTo>
                    <a:pt x="747" y="2381"/>
                  </a:lnTo>
                  <a:lnTo>
                    <a:pt x="981" y="2287"/>
                  </a:lnTo>
                  <a:lnTo>
                    <a:pt x="1167" y="2194"/>
                  </a:lnTo>
                  <a:lnTo>
                    <a:pt x="1354" y="2054"/>
                  </a:lnTo>
                  <a:lnTo>
                    <a:pt x="1494" y="1867"/>
                  </a:lnTo>
                  <a:lnTo>
                    <a:pt x="1587" y="1681"/>
                  </a:lnTo>
                  <a:lnTo>
                    <a:pt x="1634" y="1447"/>
                  </a:lnTo>
                  <a:lnTo>
                    <a:pt x="1681" y="1214"/>
                  </a:lnTo>
                  <a:lnTo>
                    <a:pt x="1681" y="1074"/>
                  </a:lnTo>
                  <a:lnTo>
                    <a:pt x="1587" y="841"/>
                  </a:lnTo>
                  <a:lnTo>
                    <a:pt x="1494" y="607"/>
                  </a:lnTo>
                  <a:lnTo>
                    <a:pt x="1354" y="421"/>
                  </a:lnTo>
                  <a:lnTo>
                    <a:pt x="1214" y="234"/>
                  </a:lnTo>
                  <a:lnTo>
                    <a:pt x="981" y="94"/>
                  </a:lnTo>
                  <a:lnTo>
                    <a:pt x="747" y="47"/>
                  </a:lnTo>
                  <a:lnTo>
                    <a:pt x="5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5" name="Google Shape;10505;p79"/>
            <p:cNvSpPr/>
            <p:nvPr/>
          </p:nvSpPr>
          <p:spPr>
            <a:xfrm>
              <a:off x="4755325" y="1199475"/>
              <a:ext cx="176200" cy="36200"/>
            </a:xfrm>
            <a:custGeom>
              <a:rect b="b" l="l" r="r" t="t"/>
              <a:pathLst>
                <a:path extrusionOk="0" h="1448" w="7048">
                  <a:moveTo>
                    <a:pt x="467" y="1"/>
                  </a:moveTo>
                  <a:lnTo>
                    <a:pt x="327" y="47"/>
                  </a:lnTo>
                  <a:lnTo>
                    <a:pt x="281" y="187"/>
                  </a:lnTo>
                  <a:lnTo>
                    <a:pt x="1" y="1447"/>
                  </a:lnTo>
                  <a:lnTo>
                    <a:pt x="7048" y="1447"/>
                  </a:lnTo>
                  <a:lnTo>
                    <a:pt x="6581" y="421"/>
                  </a:lnTo>
                  <a:lnTo>
                    <a:pt x="6581" y="327"/>
                  </a:lnTo>
                  <a:lnTo>
                    <a:pt x="6628" y="187"/>
                  </a:lnTo>
                  <a:lnTo>
                    <a:pt x="6628" y="47"/>
                  </a:lnTo>
                  <a:lnTo>
                    <a:pt x="662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6" name="Google Shape;10506;p79"/>
            <p:cNvSpPr/>
            <p:nvPr/>
          </p:nvSpPr>
          <p:spPr>
            <a:xfrm>
              <a:off x="4903500" y="1199475"/>
              <a:ext cx="28025" cy="36200"/>
            </a:xfrm>
            <a:custGeom>
              <a:rect b="b" l="l" r="r" t="t"/>
              <a:pathLst>
                <a:path extrusionOk="0" h="1448" w="1121">
                  <a:moveTo>
                    <a:pt x="1" y="1"/>
                  </a:moveTo>
                  <a:lnTo>
                    <a:pt x="141" y="47"/>
                  </a:lnTo>
                  <a:lnTo>
                    <a:pt x="234" y="187"/>
                  </a:lnTo>
                  <a:lnTo>
                    <a:pt x="467" y="1447"/>
                  </a:lnTo>
                  <a:lnTo>
                    <a:pt x="1121" y="1447"/>
                  </a:lnTo>
                  <a:lnTo>
                    <a:pt x="887" y="187"/>
                  </a:lnTo>
                  <a:lnTo>
                    <a:pt x="841" y="47"/>
                  </a:lnTo>
                  <a:lnTo>
                    <a:pt x="70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7" name="Google Shape;10507;p79"/>
            <p:cNvSpPr/>
            <p:nvPr/>
          </p:nvSpPr>
          <p:spPr>
            <a:xfrm>
              <a:off x="4736675" y="1430475"/>
              <a:ext cx="299850" cy="74700"/>
            </a:xfrm>
            <a:custGeom>
              <a:rect b="b" l="l" r="r" t="t"/>
              <a:pathLst>
                <a:path extrusionOk="0" h="2988" w="11994">
                  <a:moveTo>
                    <a:pt x="1493" y="1"/>
                  </a:moveTo>
                  <a:lnTo>
                    <a:pt x="1213" y="48"/>
                  </a:lnTo>
                  <a:lnTo>
                    <a:pt x="933" y="141"/>
                  </a:lnTo>
                  <a:lnTo>
                    <a:pt x="653" y="281"/>
                  </a:lnTo>
                  <a:lnTo>
                    <a:pt x="420" y="421"/>
                  </a:lnTo>
                  <a:lnTo>
                    <a:pt x="233" y="654"/>
                  </a:lnTo>
                  <a:lnTo>
                    <a:pt x="140" y="934"/>
                  </a:lnTo>
                  <a:lnTo>
                    <a:pt x="47" y="1214"/>
                  </a:lnTo>
                  <a:lnTo>
                    <a:pt x="0" y="1494"/>
                  </a:lnTo>
                  <a:lnTo>
                    <a:pt x="47" y="1821"/>
                  </a:lnTo>
                  <a:lnTo>
                    <a:pt x="140" y="2101"/>
                  </a:lnTo>
                  <a:lnTo>
                    <a:pt x="233" y="2334"/>
                  </a:lnTo>
                  <a:lnTo>
                    <a:pt x="420" y="2568"/>
                  </a:lnTo>
                  <a:lnTo>
                    <a:pt x="653" y="2754"/>
                  </a:lnTo>
                  <a:lnTo>
                    <a:pt x="933" y="2894"/>
                  </a:lnTo>
                  <a:lnTo>
                    <a:pt x="1213" y="2988"/>
                  </a:lnTo>
                  <a:lnTo>
                    <a:pt x="11014" y="2988"/>
                  </a:lnTo>
                  <a:lnTo>
                    <a:pt x="11247" y="2894"/>
                  </a:lnTo>
                  <a:lnTo>
                    <a:pt x="11480" y="2754"/>
                  </a:lnTo>
                  <a:lnTo>
                    <a:pt x="11667" y="2614"/>
                  </a:lnTo>
                  <a:lnTo>
                    <a:pt x="11807" y="2381"/>
                  </a:lnTo>
                  <a:lnTo>
                    <a:pt x="11900" y="2148"/>
                  </a:lnTo>
                  <a:lnTo>
                    <a:pt x="11994" y="1868"/>
                  </a:lnTo>
                  <a:lnTo>
                    <a:pt x="11994" y="1588"/>
                  </a:lnTo>
                  <a:lnTo>
                    <a:pt x="11900" y="1494"/>
                  </a:lnTo>
                  <a:lnTo>
                    <a:pt x="11854" y="1214"/>
                  </a:lnTo>
                  <a:lnTo>
                    <a:pt x="11807" y="934"/>
                  </a:lnTo>
                  <a:lnTo>
                    <a:pt x="11714" y="654"/>
                  </a:lnTo>
                  <a:lnTo>
                    <a:pt x="11620" y="421"/>
                  </a:lnTo>
                  <a:lnTo>
                    <a:pt x="11434" y="281"/>
                  </a:lnTo>
                  <a:lnTo>
                    <a:pt x="11247" y="141"/>
                  </a:lnTo>
                  <a:lnTo>
                    <a:pt x="11014" y="48"/>
                  </a:lnTo>
                  <a:lnTo>
                    <a:pt x="1073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8" name="Google Shape;10508;p79"/>
            <p:cNvSpPr/>
            <p:nvPr/>
          </p:nvSpPr>
          <p:spPr>
            <a:xfrm>
              <a:off x="4737825" y="1227475"/>
              <a:ext cx="205375" cy="40875"/>
            </a:xfrm>
            <a:custGeom>
              <a:rect b="b" l="l" r="r" t="t"/>
              <a:pathLst>
                <a:path extrusionOk="0" h="1635" w="8215">
                  <a:moveTo>
                    <a:pt x="327" y="1"/>
                  </a:moveTo>
                  <a:lnTo>
                    <a:pt x="187" y="47"/>
                  </a:lnTo>
                  <a:lnTo>
                    <a:pt x="94" y="94"/>
                  </a:lnTo>
                  <a:lnTo>
                    <a:pt x="47" y="187"/>
                  </a:lnTo>
                  <a:lnTo>
                    <a:pt x="1" y="327"/>
                  </a:lnTo>
                  <a:lnTo>
                    <a:pt x="1" y="1307"/>
                  </a:lnTo>
                  <a:lnTo>
                    <a:pt x="47" y="1401"/>
                  </a:lnTo>
                  <a:lnTo>
                    <a:pt x="94" y="1541"/>
                  </a:lnTo>
                  <a:lnTo>
                    <a:pt x="187" y="1587"/>
                  </a:lnTo>
                  <a:lnTo>
                    <a:pt x="327" y="1634"/>
                  </a:lnTo>
                  <a:lnTo>
                    <a:pt x="8168" y="1634"/>
                  </a:lnTo>
                  <a:lnTo>
                    <a:pt x="8214" y="1587"/>
                  </a:lnTo>
                  <a:lnTo>
                    <a:pt x="8168" y="1494"/>
                  </a:lnTo>
                  <a:lnTo>
                    <a:pt x="8074" y="1401"/>
                  </a:lnTo>
                  <a:lnTo>
                    <a:pt x="8074" y="1261"/>
                  </a:lnTo>
                  <a:lnTo>
                    <a:pt x="8214" y="374"/>
                  </a:lnTo>
                  <a:lnTo>
                    <a:pt x="8214" y="141"/>
                  </a:lnTo>
                  <a:lnTo>
                    <a:pt x="8214" y="47"/>
                  </a:lnTo>
                  <a:lnTo>
                    <a:pt x="812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9" name="Google Shape;10509;p79"/>
            <p:cNvSpPr/>
            <p:nvPr/>
          </p:nvSpPr>
          <p:spPr>
            <a:xfrm>
              <a:off x="4987500" y="1430475"/>
              <a:ext cx="54875" cy="74700"/>
            </a:xfrm>
            <a:custGeom>
              <a:rect b="b" l="l" r="r" t="t"/>
              <a:pathLst>
                <a:path extrusionOk="0" h="2988" w="2195">
                  <a:moveTo>
                    <a:pt x="1" y="1"/>
                  </a:moveTo>
                  <a:lnTo>
                    <a:pt x="327" y="48"/>
                  </a:lnTo>
                  <a:lnTo>
                    <a:pt x="607" y="141"/>
                  </a:lnTo>
                  <a:lnTo>
                    <a:pt x="841" y="281"/>
                  </a:lnTo>
                  <a:lnTo>
                    <a:pt x="1074" y="421"/>
                  </a:lnTo>
                  <a:lnTo>
                    <a:pt x="1261" y="654"/>
                  </a:lnTo>
                  <a:lnTo>
                    <a:pt x="1401" y="934"/>
                  </a:lnTo>
                  <a:lnTo>
                    <a:pt x="1494" y="1214"/>
                  </a:lnTo>
                  <a:lnTo>
                    <a:pt x="1494" y="1494"/>
                  </a:lnTo>
                  <a:lnTo>
                    <a:pt x="1494" y="1821"/>
                  </a:lnTo>
                  <a:lnTo>
                    <a:pt x="1401" y="2101"/>
                  </a:lnTo>
                  <a:lnTo>
                    <a:pt x="1261" y="2334"/>
                  </a:lnTo>
                  <a:lnTo>
                    <a:pt x="1074" y="2568"/>
                  </a:lnTo>
                  <a:lnTo>
                    <a:pt x="841" y="2754"/>
                  </a:lnTo>
                  <a:lnTo>
                    <a:pt x="607" y="2894"/>
                  </a:lnTo>
                  <a:lnTo>
                    <a:pt x="327" y="2988"/>
                  </a:lnTo>
                  <a:lnTo>
                    <a:pt x="981" y="2988"/>
                  </a:lnTo>
                  <a:lnTo>
                    <a:pt x="1261" y="2894"/>
                  </a:lnTo>
                  <a:lnTo>
                    <a:pt x="1541" y="2754"/>
                  </a:lnTo>
                  <a:lnTo>
                    <a:pt x="1727" y="2568"/>
                  </a:lnTo>
                  <a:lnTo>
                    <a:pt x="1914" y="2334"/>
                  </a:lnTo>
                  <a:lnTo>
                    <a:pt x="2054" y="2101"/>
                  </a:lnTo>
                  <a:lnTo>
                    <a:pt x="2147" y="1821"/>
                  </a:lnTo>
                  <a:lnTo>
                    <a:pt x="2194" y="1494"/>
                  </a:lnTo>
                  <a:lnTo>
                    <a:pt x="2147" y="1214"/>
                  </a:lnTo>
                  <a:lnTo>
                    <a:pt x="2054" y="934"/>
                  </a:lnTo>
                  <a:lnTo>
                    <a:pt x="1914" y="654"/>
                  </a:lnTo>
                  <a:lnTo>
                    <a:pt x="1727" y="421"/>
                  </a:lnTo>
                  <a:lnTo>
                    <a:pt x="1541" y="281"/>
                  </a:lnTo>
                  <a:lnTo>
                    <a:pt x="1261" y="141"/>
                  </a:lnTo>
                  <a:lnTo>
                    <a:pt x="981" y="48"/>
                  </a:lnTo>
                  <a:lnTo>
                    <a:pt x="70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0" name="Google Shape;10510;p79"/>
            <p:cNvSpPr/>
            <p:nvPr/>
          </p:nvSpPr>
          <p:spPr>
            <a:xfrm>
              <a:off x="4924500" y="1227475"/>
              <a:ext cx="24525" cy="40875"/>
            </a:xfrm>
            <a:custGeom>
              <a:rect b="b" l="l" r="r" t="t"/>
              <a:pathLst>
                <a:path extrusionOk="0" h="1635" w="981">
                  <a:moveTo>
                    <a:pt x="1" y="1"/>
                  </a:moveTo>
                  <a:lnTo>
                    <a:pt x="141" y="47"/>
                  </a:lnTo>
                  <a:lnTo>
                    <a:pt x="234" y="94"/>
                  </a:lnTo>
                  <a:lnTo>
                    <a:pt x="281" y="187"/>
                  </a:lnTo>
                  <a:lnTo>
                    <a:pt x="327" y="327"/>
                  </a:lnTo>
                  <a:lnTo>
                    <a:pt x="327" y="1307"/>
                  </a:lnTo>
                  <a:lnTo>
                    <a:pt x="281" y="1401"/>
                  </a:lnTo>
                  <a:lnTo>
                    <a:pt x="234" y="1541"/>
                  </a:lnTo>
                  <a:lnTo>
                    <a:pt x="141" y="1587"/>
                  </a:lnTo>
                  <a:lnTo>
                    <a:pt x="1" y="1634"/>
                  </a:lnTo>
                  <a:lnTo>
                    <a:pt x="654" y="1634"/>
                  </a:lnTo>
                  <a:lnTo>
                    <a:pt x="794" y="1587"/>
                  </a:lnTo>
                  <a:lnTo>
                    <a:pt x="887" y="1541"/>
                  </a:lnTo>
                  <a:lnTo>
                    <a:pt x="981" y="1401"/>
                  </a:lnTo>
                  <a:lnTo>
                    <a:pt x="981" y="1307"/>
                  </a:lnTo>
                  <a:lnTo>
                    <a:pt x="981" y="327"/>
                  </a:lnTo>
                  <a:lnTo>
                    <a:pt x="981" y="187"/>
                  </a:lnTo>
                  <a:lnTo>
                    <a:pt x="887" y="94"/>
                  </a:lnTo>
                  <a:lnTo>
                    <a:pt x="794" y="47"/>
                  </a:lnTo>
                  <a:lnTo>
                    <a:pt x="65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1" name="Google Shape;10511;p79"/>
            <p:cNvSpPr/>
            <p:nvPr/>
          </p:nvSpPr>
          <p:spPr>
            <a:xfrm>
              <a:off x="4835825" y="1317325"/>
              <a:ext cx="44375" cy="72350"/>
            </a:xfrm>
            <a:custGeom>
              <a:rect b="b" l="l" r="r" t="t"/>
              <a:pathLst>
                <a:path extrusionOk="0" h="2894" w="1775">
                  <a:moveTo>
                    <a:pt x="1" y="0"/>
                  </a:moveTo>
                  <a:lnTo>
                    <a:pt x="234" y="94"/>
                  </a:lnTo>
                  <a:lnTo>
                    <a:pt x="421" y="187"/>
                  </a:lnTo>
                  <a:lnTo>
                    <a:pt x="607" y="374"/>
                  </a:lnTo>
                  <a:lnTo>
                    <a:pt x="794" y="514"/>
                  </a:lnTo>
                  <a:lnTo>
                    <a:pt x="934" y="700"/>
                  </a:lnTo>
                  <a:lnTo>
                    <a:pt x="1028" y="934"/>
                  </a:lnTo>
                  <a:lnTo>
                    <a:pt x="1074" y="1167"/>
                  </a:lnTo>
                  <a:lnTo>
                    <a:pt x="1074" y="1447"/>
                  </a:lnTo>
                  <a:lnTo>
                    <a:pt x="1074" y="1680"/>
                  </a:lnTo>
                  <a:lnTo>
                    <a:pt x="1028" y="1914"/>
                  </a:lnTo>
                  <a:lnTo>
                    <a:pt x="934" y="2147"/>
                  </a:lnTo>
                  <a:lnTo>
                    <a:pt x="794" y="2334"/>
                  </a:lnTo>
                  <a:lnTo>
                    <a:pt x="607" y="2520"/>
                  </a:lnTo>
                  <a:lnTo>
                    <a:pt x="421" y="2660"/>
                  </a:lnTo>
                  <a:lnTo>
                    <a:pt x="234" y="2754"/>
                  </a:lnTo>
                  <a:lnTo>
                    <a:pt x="1" y="2847"/>
                  </a:lnTo>
                  <a:lnTo>
                    <a:pt x="327" y="2894"/>
                  </a:lnTo>
                  <a:lnTo>
                    <a:pt x="607" y="2847"/>
                  </a:lnTo>
                  <a:lnTo>
                    <a:pt x="888" y="2754"/>
                  </a:lnTo>
                  <a:lnTo>
                    <a:pt x="1121" y="2660"/>
                  </a:lnTo>
                  <a:lnTo>
                    <a:pt x="1354" y="2474"/>
                  </a:lnTo>
                  <a:lnTo>
                    <a:pt x="1541" y="2240"/>
                  </a:lnTo>
                  <a:lnTo>
                    <a:pt x="1681" y="2007"/>
                  </a:lnTo>
                  <a:lnTo>
                    <a:pt x="1728" y="1727"/>
                  </a:lnTo>
                  <a:lnTo>
                    <a:pt x="1774" y="1447"/>
                  </a:lnTo>
                  <a:lnTo>
                    <a:pt x="1728" y="1120"/>
                  </a:lnTo>
                  <a:lnTo>
                    <a:pt x="1681" y="887"/>
                  </a:lnTo>
                  <a:lnTo>
                    <a:pt x="1541" y="607"/>
                  </a:lnTo>
                  <a:lnTo>
                    <a:pt x="1354" y="420"/>
                  </a:lnTo>
                  <a:lnTo>
                    <a:pt x="1121" y="234"/>
                  </a:lnTo>
                  <a:lnTo>
                    <a:pt x="888" y="94"/>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12" name="Google Shape;10512;p79"/>
          <p:cNvGrpSpPr/>
          <p:nvPr/>
        </p:nvGrpSpPr>
        <p:grpSpPr>
          <a:xfrm>
            <a:off x="5536275" y="1194825"/>
            <a:ext cx="334875" cy="315025"/>
            <a:chOff x="5467025" y="1194825"/>
            <a:chExt cx="334875" cy="315025"/>
          </a:xfrm>
        </p:grpSpPr>
        <p:sp>
          <p:nvSpPr>
            <p:cNvPr id="10513" name="Google Shape;10513;p79"/>
            <p:cNvSpPr/>
            <p:nvPr/>
          </p:nvSpPr>
          <p:spPr>
            <a:xfrm>
              <a:off x="5479850" y="1198325"/>
              <a:ext cx="157525" cy="140025"/>
            </a:xfrm>
            <a:custGeom>
              <a:rect b="b" l="l" r="r" t="t"/>
              <a:pathLst>
                <a:path extrusionOk="0" h="5601" w="6301">
                  <a:moveTo>
                    <a:pt x="1027" y="0"/>
                  </a:moveTo>
                  <a:lnTo>
                    <a:pt x="794" y="47"/>
                  </a:lnTo>
                  <a:lnTo>
                    <a:pt x="561" y="187"/>
                  </a:lnTo>
                  <a:lnTo>
                    <a:pt x="374" y="373"/>
                  </a:lnTo>
                  <a:lnTo>
                    <a:pt x="187" y="607"/>
                  </a:lnTo>
                  <a:lnTo>
                    <a:pt x="94" y="887"/>
                  </a:lnTo>
                  <a:lnTo>
                    <a:pt x="1" y="1213"/>
                  </a:lnTo>
                  <a:lnTo>
                    <a:pt x="1" y="1493"/>
                  </a:lnTo>
                  <a:lnTo>
                    <a:pt x="47" y="1773"/>
                  </a:lnTo>
                  <a:lnTo>
                    <a:pt x="187" y="2053"/>
                  </a:lnTo>
                  <a:lnTo>
                    <a:pt x="327" y="2287"/>
                  </a:lnTo>
                  <a:lnTo>
                    <a:pt x="561" y="2520"/>
                  </a:lnTo>
                  <a:lnTo>
                    <a:pt x="747" y="2660"/>
                  </a:lnTo>
                  <a:lnTo>
                    <a:pt x="934" y="2753"/>
                  </a:lnTo>
                  <a:lnTo>
                    <a:pt x="1121" y="2800"/>
                  </a:lnTo>
                  <a:lnTo>
                    <a:pt x="1354" y="2847"/>
                  </a:lnTo>
                  <a:lnTo>
                    <a:pt x="1774" y="2847"/>
                  </a:lnTo>
                  <a:lnTo>
                    <a:pt x="1961" y="2800"/>
                  </a:lnTo>
                  <a:lnTo>
                    <a:pt x="2147" y="2707"/>
                  </a:lnTo>
                  <a:lnTo>
                    <a:pt x="2241" y="2893"/>
                  </a:lnTo>
                  <a:lnTo>
                    <a:pt x="2334" y="3080"/>
                  </a:lnTo>
                  <a:lnTo>
                    <a:pt x="2474" y="3267"/>
                  </a:lnTo>
                  <a:lnTo>
                    <a:pt x="2661" y="3453"/>
                  </a:lnTo>
                  <a:lnTo>
                    <a:pt x="2801" y="3547"/>
                  </a:lnTo>
                  <a:lnTo>
                    <a:pt x="3034" y="3640"/>
                  </a:lnTo>
                  <a:lnTo>
                    <a:pt x="3221" y="3733"/>
                  </a:lnTo>
                  <a:lnTo>
                    <a:pt x="3407" y="3780"/>
                  </a:lnTo>
                  <a:lnTo>
                    <a:pt x="3361" y="3967"/>
                  </a:lnTo>
                  <a:lnTo>
                    <a:pt x="3361" y="4153"/>
                  </a:lnTo>
                  <a:lnTo>
                    <a:pt x="3407" y="4387"/>
                  </a:lnTo>
                  <a:lnTo>
                    <a:pt x="3454" y="4573"/>
                  </a:lnTo>
                  <a:lnTo>
                    <a:pt x="3547" y="4760"/>
                  </a:lnTo>
                  <a:lnTo>
                    <a:pt x="3641" y="4947"/>
                  </a:lnTo>
                  <a:lnTo>
                    <a:pt x="3781" y="5134"/>
                  </a:lnTo>
                  <a:lnTo>
                    <a:pt x="3921" y="5274"/>
                  </a:lnTo>
                  <a:lnTo>
                    <a:pt x="4201" y="5414"/>
                  </a:lnTo>
                  <a:lnTo>
                    <a:pt x="4481" y="5554"/>
                  </a:lnTo>
                  <a:lnTo>
                    <a:pt x="4761" y="5600"/>
                  </a:lnTo>
                  <a:lnTo>
                    <a:pt x="5041" y="5600"/>
                  </a:lnTo>
                  <a:lnTo>
                    <a:pt x="5321" y="5507"/>
                  </a:lnTo>
                  <a:lnTo>
                    <a:pt x="5601" y="5414"/>
                  </a:lnTo>
                  <a:lnTo>
                    <a:pt x="5834" y="5227"/>
                  </a:lnTo>
                  <a:lnTo>
                    <a:pt x="6068" y="4994"/>
                  </a:lnTo>
                  <a:lnTo>
                    <a:pt x="6208" y="4760"/>
                  </a:lnTo>
                  <a:lnTo>
                    <a:pt x="6254" y="4527"/>
                  </a:lnTo>
                  <a:lnTo>
                    <a:pt x="6301" y="4293"/>
                  </a:lnTo>
                  <a:lnTo>
                    <a:pt x="6254" y="4060"/>
                  </a:lnTo>
                  <a:lnTo>
                    <a:pt x="6161" y="3780"/>
                  </a:lnTo>
                  <a:lnTo>
                    <a:pt x="6068" y="3547"/>
                  </a:lnTo>
                  <a:lnTo>
                    <a:pt x="5881" y="3360"/>
                  </a:lnTo>
                  <a:lnTo>
                    <a:pt x="5694" y="3127"/>
                  </a:lnTo>
                  <a:lnTo>
                    <a:pt x="5414" y="2893"/>
                  </a:lnTo>
                  <a:lnTo>
                    <a:pt x="5274" y="2847"/>
                  </a:lnTo>
                  <a:lnTo>
                    <a:pt x="5088" y="2800"/>
                  </a:lnTo>
                  <a:lnTo>
                    <a:pt x="4994" y="2707"/>
                  </a:lnTo>
                  <a:lnTo>
                    <a:pt x="4901" y="2613"/>
                  </a:lnTo>
                  <a:lnTo>
                    <a:pt x="4948" y="2240"/>
                  </a:lnTo>
                  <a:lnTo>
                    <a:pt x="4901" y="2100"/>
                  </a:lnTo>
                  <a:lnTo>
                    <a:pt x="4854" y="1960"/>
                  </a:lnTo>
                  <a:lnTo>
                    <a:pt x="4668" y="1727"/>
                  </a:lnTo>
                  <a:lnTo>
                    <a:pt x="4388" y="1447"/>
                  </a:lnTo>
                  <a:lnTo>
                    <a:pt x="4154" y="1353"/>
                  </a:lnTo>
                  <a:lnTo>
                    <a:pt x="3921" y="1260"/>
                  </a:lnTo>
                  <a:lnTo>
                    <a:pt x="3407" y="1073"/>
                  </a:lnTo>
                  <a:lnTo>
                    <a:pt x="2754" y="980"/>
                  </a:lnTo>
                  <a:lnTo>
                    <a:pt x="2661" y="793"/>
                  </a:lnTo>
                  <a:lnTo>
                    <a:pt x="2521" y="653"/>
                  </a:lnTo>
                  <a:lnTo>
                    <a:pt x="2147" y="420"/>
                  </a:lnTo>
                  <a:lnTo>
                    <a:pt x="1914" y="233"/>
                  </a:lnTo>
                  <a:lnTo>
                    <a:pt x="1681" y="140"/>
                  </a:lnTo>
                  <a:lnTo>
                    <a:pt x="1447" y="47"/>
                  </a:lnTo>
                  <a:lnTo>
                    <a:pt x="12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4" name="Google Shape;10514;p79"/>
            <p:cNvSpPr/>
            <p:nvPr/>
          </p:nvSpPr>
          <p:spPr>
            <a:xfrm>
              <a:off x="5485700" y="1194825"/>
              <a:ext cx="152850" cy="137675"/>
            </a:xfrm>
            <a:custGeom>
              <a:rect b="b" l="l" r="r" t="t"/>
              <a:pathLst>
                <a:path extrusionOk="0" h="5507" w="6114">
                  <a:moveTo>
                    <a:pt x="1120" y="0"/>
                  </a:moveTo>
                  <a:lnTo>
                    <a:pt x="840" y="47"/>
                  </a:lnTo>
                  <a:lnTo>
                    <a:pt x="607" y="187"/>
                  </a:lnTo>
                  <a:lnTo>
                    <a:pt x="373" y="327"/>
                  </a:lnTo>
                  <a:lnTo>
                    <a:pt x="140" y="513"/>
                  </a:lnTo>
                  <a:lnTo>
                    <a:pt x="0" y="700"/>
                  </a:lnTo>
                  <a:lnTo>
                    <a:pt x="187" y="607"/>
                  </a:lnTo>
                  <a:lnTo>
                    <a:pt x="420" y="513"/>
                  </a:lnTo>
                  <a:lnTo>
                    <a:pt x="607" y="513"/>
                  </a:lnTo>
                  <a:lnTo>
                    <a:pt x="840" y="467"/>
                  </a:lnTo>
                  <a:lnTo>
                    <a:pt x="1073" y="513"/>
                  </a:lnTo>
                  <a:lnTo>
                    <a:pt x="1307" y="560"/>
                  </a:lnTo>
                  <a:lnTo>
                    <a:pt x="1493" y="653"/>
                  </a:lnTo>
                  <a:lnTo>
                    <a:pt x="1680" y="793"/>
                  </a:lnTo>
                  <a:lnTo>
                    <a:pt x="1867" y="933"/>
                  </a:lnTo>
                  <a:lnTo>
                    <a:pt x="2007" y="1120"/>
                  </a:lnTo>
                  <a:lnTo>
                    <a:pt x="2100" y="1307"/>
                  </a:lnTo>
                  <a:lnTo>
                    <a:pt x="2193" y="1493"/>
                  </a:lnTo>
                  <a:lnTo>
                    <a:pt x="2240" y="1540"/>
                  </a:lnTo>
                  <a:lnTo>
                    <a:pt x="2287" y="1540"/>
                  </a:lnTo>
                  <a:lnTo>
                    <a:pt x="2660" y="1447"/>
                  </a:lnTo>
                  <a:lnTo>
                    <a:pt x="3267" y="1447"/>
                  </a:lnTo>
                  <a:lnTo>
                    <a:pt x="3454" y="1540"/>
                  </a:lnTo>
                  <a:lnTo>
                    <a:pt x="3640" y="1633"/>
                  </a:lnTo>
                  <a:lnTo>
                    <a:pt x="3827" y="1727"/>
                  </a:lnTo>
                  <a:lnTo>
                    <a:pt x="3967" y="1913"/>
                  </a:lnTo>
                  <a:lnTo>
                    <a:pt x="4107" y="2053"/>
                  </a:lnTo>
                  <a:lnTo>
                    <a:pt x="4294" y="2427"/>
                  </a:lnTo>
                  <a:lnTo>
                    <a:pt x="4387" y="2800"/>
                  </a:lnTo>
                  <a:lnTo>
                    <a:pt x="4340" y="3173"/>
                  </a:lnTo>
                  <a:lnTo>
                    <a:pt x="4340" y="3220"/>
                  </a:lnTo>
                  <a:lnTo>
                    <a:pt x="4387" y="3267"/>
                  </a:lnTo>
                  <a:lnTo>
                    <a:pt x="4574" y="3313"/>
                  </a:lnTo>
                  <a:lnTo>
                    <a:pt x="4807" y="3360"/>
                  </a:lnTo>
                  <a:lnTo>
                    <a:pt x="4994" y="3500"/>
                  </a:lnTo>
                  <a:lnTo>
                    <a:pt x="5180" y="3640"/>
                  </a:lnTo>
                  <a:lnTo>
                    <a:pt x="5320" y="3827"/>
                  </a:lnTo>
                  <a:lnTo>
                    <a:pt x="5460" y="4060"/>
                  </a:lnTo>
                  <a:lnTo>
                    <a:pt x="5554" y="4293"/>
                  </a:lnTo>
                  <a:lnTo>
                    <a:pt x="5647" y="4527"/>
                  </a:lnTo>
                  <a:lnTo>
                    <a:pt x="5647" y="4760"/>
                  </a:lnTo>
                  <a:lnTo>
                    <a:pt x="5600" y="5040"/>
                  </a:lnTo>
                  <a:lnTo>
                    <a:pt x="5554" y="5274"/>
                  </a:lnTo>
                  <a:lnTo>
                    <a:pt x="5414" y="5507"/>
                  </a:lnTo>
                  <a:lnTo>
                    <a:pt x="5647" y="5367"/>
                  </a:lnTo>
                  <a:lnTo>
                    <a:pt x="5834" y="5134"/>
                  </a:lnTo>
                  <a:lnTo>
                    <a:pt x="5974" y="4900"/>
                  </a:lnTo>
                  <a:lnTo>
                    <a:pt x="6067" y="4667"/>
                  </a:lnTo>
                  <a:lnTo>
                    <a:pt x="6114" y="4387"/>
                  </a:lnTo>
                  <a:lnTo>
                    <a:pt x="6114" y="4107"/>
                  </a:lnTo>
                  <a:lnTo>
                    <a:pt x="6067" y="3827"/>
                  </a:lnTo>
                  <a:lnTo>
                    <a:pt x="5974" y="3593"/>
                  </a:lnTo>
                  <a:lnTo>
                    <a:pt x="5834" y="3360"/>
                  </a:lnTo>
                  <a:lnTo>
                    <a:pt x="5647" y="3127"/>
                  </a:lnTo>
                  <a:lnTo>
                    <a:pt x="5460" y="2987"/>
                  </a:lnTo>
                  <a:lnTo>
                    <a:pt x="5274" y="2893"/>
                  </a:lnTo>
                  <a:lnTo>
                    <a:pt x="5087" y="2800"/>
                  </a:lnTo>
                  <a:lnTo>
                    <a:pt x="4854" y="2753"/>
                  </a:lnTo>
                  <a:lnTo>
                    <a:pt x="4807" y="2753"/>
                  </a:lnTo>
                  <a:lnTo>
                    <a:pt x="4807" y="2707"/>
                  </a:lnTo>
                  <a:lnTo>
                    <a:pt x="4854" y="2333"/>
                  </a:lnTo>
                  <a:lnTo>
                    <a:pt x="4760" y="1913"/>
                  </a:lnTo>
                  <a:lnTo>
                    <a:pt x="4574" y="1587"/>
                  </a:lnTo>
                  <a:lnTo>
                    <a:pt x="4434" y="1400"/>
                  </a:lnTo>
                  <a:lnTo>
                    <a:pt x="4294" y="1260"/>
                  </a:lnTo>
                  <a:lnTo>
                    <a:pt x="4107" y="1167"/>
                  </a:lnTo>
                  <a:lnTo>
                    <a:pt x="3920" y="1073"/>
                  </a:lnTo>
                  <a:lnTo>
                    <a:pt x="3734" y="980"/>
                  </a:lnTo>
                  <a:lnTo>
                    <a:pt x="3547" y="933"/>
                  </a:lnTo>
                  <a:lnTo>
                    <a:pt x="3127" y="933"/>
                  </a:lnTo>
                  <a:lnTo>
                    <a:pt x="2753" y="1073"/>
                  </a:lnTo>
                  <a:lnTo>
                    <a:pt x="2707" y="1073"/>
                  </a:lnTo>
                  <a:lnTo>
                    <a:pt x="2660" y="1027"/>
                  </a:lnTo>
                  <a:lnTo>
                    <a:pt x="2613" y="840"/>
                  </a:lnTo>
                  <a:lnTo>
                    <a:pt x="2473" y="653"/>
                  </a:lnTo>
                  <a:lnTo>
                    <a:pt x="2333" y="467"/>
                  </a:lnTo>
                  <a:lnTo>
                    <a:pt x="2147" y="327"/>
                  </a:lnTo>
                  <a:lnTo>
                    <a:pt x="1913" y="140"/>
                  </a:lnTo>
                  <a:lnTo>
                    <a:pt x="1680" y="47"/>
                  </a:lnTo>
                  <a:lnTo>
                    <a:pt x="140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5" name="Google Shape;10515;p79"/>
            <p:cNvSpPr/>
            <p:nvPr/>
          </p:nvSpPr>
          <p:spPr>
            <a:xfrm>
              <a:off x="5547525" y="1264825"/>
              <a:ext cx="219375" cy="214700"/>
            </a:xfrm>
            <a:custGeom>
              <a:rect b="b" l="l" r="r" t="t"/>
              <a:pathLst>
                <a:path extrusionOk="0" h="8588" w="8775">
                  <a:moveTo>
                    <a:pt x="4247" y="0"/>
                  </a:moveTo>
                  <a:lnTo>
                    <a:pt x="3921" y="187"/>
                  </a:lnTo>
                  <a:lnTo>
                    <a:pt x="3221" y="887"/>
                  </a:lnTo>
                  <a:lnTo>
                    <a:pt x="3174" y="933"/>
                  </a:lnTo>
                  <a:lnTo>
                    <a:pt x="3174" y="1027"/>
                  </a:lnTo>
                  <a:lnTo>
                    <a:pt x="3314" y="1260"/>
                  </a:lnTo>
                  <a:lnTo>
                    <a:pt x="3361" y="1540"/>
                  </a:lnTo>
                  <a:lnTo>
                    <a:pt x="3267" y="1773"/>
                  </a:lnTo>
                  <a:lnTo>
                    <a:pt x="3081" y="2054"/>
                  </a:lnTo>
                  <a:lnTo>
                    <a:pt x="2894" y="2194"/>
                  </a:lnTo>
                  <a:lnTo>
                    <a:pt x="2614" y="2240"/>
                  </a:lnTo>
                  <a:lnTo>
                    <a:pt x="2334" y="2194"/>
                  </a:lnTo>
                  <a:lnTo>
                    <a:pt x="2054" y="2054"/>
                  </a:lnTo>
                  <a:lnTo>
                    <a:pt x="0" y="4200"/>
                  </a:lnTo>
                  <a:lnTo>
                    <a:pt x="4807" y="8587"/>
                  </a:lnTo>
                  <a:lnTo>
                    <a:pt x="6067" y="7280"/>
                  </a:lnTo>
                  <a:lnTo>
                    <a:pt x="6021" y="7140"/>
                  </a:lnTo>
                  <a:lnTo>
                    <a:pt x="5974" y="6954"/>
                  </a:lnTo>
                  <a:lnTo>
                    <a:pt x="6067" y="6767"/>
                  </a:lnTo>
                  <a:lnTo>
                    <a:pt x="6161" y="6580"/>
                  </a:lnTo>
                  <a:lnTo>
                    <a:pt x="6301" y="6487"/>
                  </a:lnTo>
                  <a:lnTo>
                    <a:pt x="6441" y="6440"/>
                  </a:lnTo>
                  <a:lnTo>
                    <a:pt x="6674" y="6440"/>
                  </a:lnTo>
                  <a:lnTo>
                    <a:pt x="6861" y="6487"/>
                  </a:lnTo>
                  <a:lnTo>
                    <a:pt x="8774" y="4527"/>
                  </a:lnTo>
                  <a:lnTo>
                    <a:pt x="8681" y="4107"/>
                  </a:lnTo>
                  <a:lnTo>
                    <a:pt x="8634" y="3827"/>
                  </a:lnTo>
                  <a:lnTo>
                    <a:pt x="8587" y="3734"/>
                  </a:lnTo>
                  <a:lnTo>
                    <a:pt x="8307" y="3874"/>
                  </a:lnTo>
                  <a:lnTo>
                    <a:pt x="8027" y="3920"/>
                  </a:lnTo>
                  <a:lnTo>
                    <a:pt x="7747" y="3827"/>
                  </a:lnTo>
                  <a:lnTo>
                    <a:pt x="7607" y="3780"/>
                  </a:lnTo>
                  <a:lnTo>
                    <a:pt x="7467" y="3687"/>
                  </a:lnTo>
                  <a:lnTo>
                    <a:pt x="7281" y="3454"/>
                  </a:lnTo>
                  <a:lnTo>
                    <a:pt x="7234" y="3360"/>
                  </a:lnTo>
                  <a:lnTo>
                    <a:pt x="7187" y="3267"/>
                  </a:lnTo>
                  <a:lnTo>
                    <a:pt x="7141" y="2940"/>
                  </a:lnTo>
                  <a:lnTo>
                    <a:pt x="7141" y="2800"/>
                  </a:lnTo>
                  <a:lnTo>
                    <a:pt x="7187" y="2660"/>
                  </a:lnTo>
                  <a:lnTo>
                    <a:pt x="6814" y="2240"/>
                  </a:lnTo>
                  <a:lnTo>
                    <a:pt x="5927" y="1400"/>
                  </a:lnTo>
                  <a:lnTo>
                    <a:pt x="4621" y="187"/>
                  </a:lnTo>
                  <a:lnTo>
                    <a:pt x="4434" y="47"/>
                  </a:lnTo>
                  <a:lnTo>
                    <a:pt x="429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6" name="Google Shape;10516;p79"/>
            <p:cNvSpPr/>
            <p:nvPr/>
          </p:nvSpPr>
          <p:spPr>
            <a:xfrm>
              <a:off x="5645525" y="1256650"/>
              <a:ext cx="131875" cy="121350"/>
            </a:xfrm>
            <a:custGeom>
              <a:rect b="b" l="l" r="r" t="t"/>
              <a:pathLst>
                <a:path extrusionOk="0" h="4854" w="5275">
                  <a:moveTo>
                    <a:pt x="467" y="0"/>
                  </a:moveTo>
                  <a:lnTo>
                    <a:pt x="421" y="47"/>
                  </a:lnTo>
                  <a:lnTo>
                    <a:pt x="1" y="514"/>
                  </a:lnTo>
                  <a:lnTo>
                    <a:pt x="47" y="514"/>
                  </a:lnTo>
                  <a:lnTo>
                    <a:pt x="3034" y="3221"/>
                  </a:lnTo>
                  <a:lnTo>
                    <a:pt x="3081" y="3314"/>
                  </a:lnTo>
                  <a:lnTo>
                    <a:pt x="3081" y="3361"/>
                  </a:lnTo>
                  <a:lnTo>
                    <a:pt x="2987" y="3501"/>
                  </a:lnTo>
                  <a:lnTo>
                    <a:pt x="2941" y="3641"/>
                  </a:lnTo>
                  <a:lnTo>
                    <a:pt x="2894" y="3827"/>
                  </a:lnTo>
                  <a:lnTo>
                    <a:pt x="2894" y="3967"/>
                  </a:lnTo>
                  <a:lnTo>
                    <a:pt x="2987" y="4201"/>
                  </a:lnTo>
                  <a:lnTo>
                    <a:pt x="3127" y="4341"/>
                  </a:lnTo>
                  <a:lnTo>
                    <a:pt x="3267" y="4481"/>
                  </a:lnTo>
                  <a:lnTo>
                    <a:pt x="3407" y="4527"/>
                  </a:lnTo>
                  <a:lnTo>
                    <a:pt x="3547" y="4574"/>
                  </a:lnTo>
                  <a:lnTo>
                    <a:pt x="3687" y="4621"/>
                  </a:lnTo>
                  <a:lnTo>
                    <a:pt x="3967" y="4574"/>
                  </a:lnTo>
                  <a:lnTo>
                    <a:pt x="4247" y="4434"/>
                  </a:lnTo>
                  <a:lnTo>
                    <a:pt x="4294" y="4387"/>
                  </a:lnTo>
                  <a:lnTo>
                    <a:pt x="4387" y="4434"/>
                  </a:lnTo>
                  <a:lnTo>
                    <a:pt x="4807" y="4807"/>
                  </a:lnTo>
                  <a:lnTo>
                    <a:pt x="4854" y="4854"/>
                  </a:lnTo>
                  <a:lnTo>
                    <a:pt x="5227" y="4481"/>
                  </a:lnTo>
                  <a:lnTo>
                    <a:pt x="5274" y="4387"/>
                  </a:lnTo>
                  <a:lnTo>
                    <a:pt x="5227" y="4294"/>
                  </a:lnTo>
                  <a:lnTo>
                    <a:pt x="4807" y="3921"/>
                  </a:lnTo>
                  <a:lnTo>
                    <a:pt x="4714" y="3874"/>
                  </a:lnTo>
                  <a:lnTo>
                    <a:pt x="4667" y="3921"/>
                  </a:lnTo>
                  <a:lnTo>
                    <a:pt x="4434" y="4061"/>
                  </a:lnTo>
                  <a:lnTo>
                    <a:pt x="4154" y="4107"/>
                  </a:lnTo>
                  <a:lnTo>
                    <a:pt x="4014" y="4107"/>
                  </a:lnTo>
                  <a:lnTo>
                    <a:pt x="3874" y="4061"/>
                  </a:lnTo>
                  <a:lnTo>
                    <a:pt x="3734" y="3967"/>
                  </a:lnTo>
                  <a:lnTo>
                    <a:pt x="3594" y="3874"/>
                  </a:lnTo>
                  <a:lnTo>
                    <a:pt x="3454" y="3687"/>
                  </a:lnTo>
                  <a:lnTo>
                    <a:pt x="3361" y="3501"/>
                  </a:lnTo>
                  <a:lnTo>
                    <a:pt x="3361" y="3314"/>
                  </a:lnTo>
                  <a:lnTo>
                    <a:pt x="3407" y="3174"/>
                  </a:lnTo>
                  <a:lnTo>
                    <a:pt x="3454" y="3034"/>
                  </a:lnTo>
                  <a:lnTo>
                    <a:pt x="3501" y="2894"/>
                  </a:lnTo>
                  <a:lnTo>
                    <a:pt x="3547" y="2801"/>
                  </a:lnTo>
                  <a:lnTo>
                    <a:pt x="3501" y="2754"/>
                  </a:lnTo>
                  <a:lnTo>
                    <a:pt x="561" y="47"/>
                  </a:lnTo>
                  <a:lnTo>
                    <a:pt x="4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7" name="Google Shape;10517;p79"/>
            <p:cNvSpPr/>
            <p:nvPr/>
          </p:nvSpPr>
          <p:spPr>
            <a:xfrm>
              <a:off x="5664200" y="1367475"/>
              <a:ext cx="47850" cy="46700"/>
            </a:xfrm>
            <a:custGeom>
              <a:rect b="b" l="l" r="r" t="t"/>
              <a:pathLst>
                <a:path extrusionOk="0" h="1868" w="1914">
                  <a:moveTo>
                    <a:pt x="747" y="1"/>
                  </a:moveTo>
                  <a:lnTo>
                    <a:pt x="607" y="48"/>
                  </a:lnTo>
                  <a:lnTo>
                    <a:pt x="420" y="141"/>
                  </a:lnTo>
                  <a:lnTo>
                    <a:pt x="280" y="281"/>
                  </a:lnTo>
                  <a:lnTo>
                    <a:pt x="187" y="421"/>
                  </a:lnTo>
                  <a:lnTo>
                    <a:pt x="94" y="561"/>
                  </a:lnTo>
                  <a:lnTo>
                    <a:pt x="47" y="748"/>
                  </a:lnTo>
                  <a:lnTo>
                    <a:pt x="0" y="934"/>
                  </a:lnTo>
                  <a:lnTo>
                    <a:pt x="47" y="1121"/>
                  </a:lnTo>
                  <a:lnTo>
                    <a:pt x="94" y="1308"/>
                  </a:lnTo>
                  <a:lnTo>
                    <a:pt x="187" y="1448"/>
                  </a:lnTo>
                  <a:lnTo>
                    <a:pt x="280" y="1588"/>
                  </a:lnTo>
                  <a:lnTo>
                    <a:pt x="420" y="1728"/>
                  </a:lnTo>
                  <a:lnTo>
                    <a:pt x="607" y="1821"/>
                  </a:lnTo>
                  <a:lnTo>
                    <a:pt x="747" y="1868"/>
                  </a:lnTo>
                  <a:lnTo>
                    <a:pt x="1167" y="1868"/>
                  </a:lnTo>
                  <a:lnTo>
                    <a:pt x="1354" y="1821"/>
                  </a:lnTo>
                  <a:lnTo>
                    <a:pt x="1494" y="1728"/>
                  </a:lnTo>
                  <a:lnTo>
                    <a:pt x="1634" y="1588"/>
                  </a:lnTo>
                  <a:lnTo>
                    <a:pt x="1774" y="1448"/>
                  </a:lnTo>
                  <a:lnTo>
                    <a:pt x="1820" y="1308"/>
                  </a:lnTo>
                  <a:lnTo>
                    <a:pt x="1914" y="1121"/>
                  </a:lnTo>
                  <a:lnTo>
                    <a:pt x="1914" y="934"/>
                  </a:lnTo>
                  <a:lnTo>
                    <a:pt x="1914" y="748"/>
                  </a:lnTo>
                  <a:lnTo>
                    <a:pt x="1820" y="561"/>
                  </a:lnTo>
                  <a:lnTo>
                    <a:pt x="1774" y="421"/>
                  </a:lnTo>
                  <a:lnTo>
                    <a:pt x="1634" y="281"/>
                  </a:lnTo>
                  <a:lnTo>
                    <a:pt x="1494" y="141"/>
                  </a:lnTo>
                  <a:lnTo>
                    <a:pt x="1354" y="48"/>
                  </a:lnTo>
                  <a:lnTo>
                    <a:pt x="116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8" name="Google Shape;10518;p79"/>
            <p:cNvSpPr/>
            <p:nvPr/>
          </p:nvSpPr>
          <p:spPr>
            <a:xfrm>
              <a:off x="5645525" y="1302150"/>
              <a:ext cx="33850" cy="32700"/>
            </a:xfrm>
            <a:custGeom>
              <a:rect b="b" l="l" r="r" t="t"/>
              <a:pathLst>
                <a:path extrusionOk="0" h="1308" w="1354">
                  <a:moveTo>
                    <a:pt x="701" y="0"/>
                  </a:moveTo>
                  <a:lnTo>
                    <a:pt x="421" y="47"/>
                  </a:lnTo>
                  <a:lnTo>
                    <a:pt x="234" y="187"/>
                  </a:lnTo>
                  <a:lnTo>
                    <a:pt x="94" y="374"/>
                  </a:lnTo>
                  <a:lnTo>
                    <a:pt x="1" y="654"/>
                  </a:lnTo>
                  <a:lnTo>
                    <a:pt x="94" y="934"/>
                  </a:lnTo>
                  <a:lnTo>
                    <a:pt x="234" y="1121"/>
                  </a:lnTo>
                  <a:lnTo>
                    <a:pt x="421" y="1261"/>
                  </a:lnTo>
                  <a:lnTo>
                    <a:pt x="701" y="1307"/>
                  </a:lnTo>
                  <a:lnTo>
                    <a:pt x="934" y="1261"/>
                  </a:lnTo>
                  <a:lnTo>
                    <a:pt x="1167" y="1121"/>
                  </a:lnTo>
                  <a:lnTo>
                    <a:pt x="1307" y="934"/>
                  </a:lnTo>
                  <a:lnTo>
                    <a:pt x="1354" y="654"/>
                  </a:lnTo>
                  <a:lnTo>
                    <a:pt x="1307" y="374"/>
                  </a:lnTo>
                  <a:lnTo>
                    <a:pt x="1167" y="187"/>
                  </a:lnTo>
                  <a:lnTo>
                    <a:pt x="934" y="47"/>
                  </a:lnTo>
                  <a:lnTo>
                    <a:pt x="70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9" name="Google Shape;10519;p79"/>
            <p:cNvSpPr/>
            <p:nvPr/>
          </p:nvSpPr>
          <p:spPr>
            <a:xfrm>
              <a:off x="5507850" y="1195975"/>
              <a:ext cx="71200" cy="87525"/>
            </a:xfrm>
            <a:custGeom>
              <a:rect b="b" l="l" r="r" t="t"/>
              <a:pathLst>
                <a:path extrusionOk="0" h="3501" w="2848">
                  <a:moveTo>
                    <a:pt x="2007" y="1"/>
                  </a:moveTo>
                  <a:lnTo>
                    <a:pt x="1027" y="1587"/>
                  </a:lnTo>
                  <a:lnTo>
                    <a:pt x="1" y="3221"/>
                  </a:lnTo>
                  <a:lnTo>
                    <a:pt x="327" y="3407"/>
                  </a:lnTo>
                  <a:lnTo>
                    <a:pt x="701" y="3501"/>
                  </a:lnTo>
                  <a:lnTo>
                    <a:pt x="1074" y="3501"/>
                  </a:lnTo>
                  <a:lnTo>
                    <a:pt x="1447" y="3454"/>
                  </a:lnTo>
                  <a:lnTo>
                    <a:pt x="1821" y="3361"/>
                  </a:lnTo>
                  <a:lnTo>
                    <a:pt x="2147" y="3174"/>
                  </a:lnTo>
                  <a:lnTo>
                    <a:pt x="2427" y="2941"/>
                  </a:lnTo>
                  <a:lnTo>
                    <a:pt x="2661" y="2614"/>
                  </a:lnTo>
                  <a:lnTo>
                    <a:pt x="2754" y="2427"/>
                  </a:lnTo>
                  <a:lnTo>
                    <a:pt x="2801" y="2241"/>
                  </a:lnTo>
                  <a:lnTo>
                    <a:pt x="2848" y="1867"/>
                  </a:lnTo>
                  <a:lnTo>
                    <a:pt x="2801" y="1494"/>
                  </a:lnTo>
                  <a:lnTo>
                    <a:pt x="2661" y="1121"/>
                  </a:lnTo>
                  <a:lnTo>
                    <a:pt x="2521" y="841"/>
                  </a:lnTo>
                  <a:lnTo>
                    <a:pt x="2381" y="561"/>
                  </a:lnTo>
                  <a:lnTo>
                    <a:pt x="2241" y="374"/>
                  </a:lnTo>
                  <a:lnTo>
                    <a:pt x="2147" y="281"/>
                  </a:lnTo>
                  <a:lnTo>
                    <a:pt x="2101" y="234"/>
                  </a:lnTo>
                  <a:lnTo>
                    <a:pt x="2054" y="141"/>
                  </a:lnTo>
                  <a:lnTo>
                    <a:pt x="2054" y="47"/>
                  </a:lnTo>
                  <a:lnTo>
                    <a:pt x="20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0" name="Google Shape;10520;p79"/>
            <p:cNvSpPr/>
            <p:nvPr/>
          </p:nvSpPr>
          <p:spPr>
            <a:xfrm>
              <a:off x="5551025" y="1194825"/>
              <a:ext cx="31525" cy="80525"/>
            </a:xfrm>
            <a:custGeom>
              <a:rect b="b" l="l" r="r" t="t"/>
              <a:pathLst>
                <a:path extrusionOk="0" h="3221" w="1261">
                  <a:moveTo>
                    <a:pt x="374" y="0"/>
                  </a:moveTo>
                  <a:lnTo>
                    <a:pt x="280" y="47"/>
                  </a:lnTo>
                  <a:lnTo>
                    <a:pt x="0" y="513"/>
                  </a:lnTo>
                  <a:lnTo>
                    <a:pt x="280" y="793"/>
                  </a:lnTo>
                  <a:lnTo>
                    <a:pt x="467" y="1073"/>
                  </a:lnTo>
                  <a:lnTo>
                    <a:pt x="654" y="1400"/>
                  </a:lnTo>
                  <a:lnTo>
                    <a:pt x="747" y="1727"/>
                  </a:lnTo>
                  <a:lnTo>
                    <a:pt x="794" y="2100"/>
                  </a:lnTo>
                  <a:lnTo>
                    <a:pt x="747" y="2427"/>
                  </a:lnTo>
                  <a:lnTo>
                    <a:pt x="654" y="2800"/>
                  </a:lnTo>
                  <a:lnTo>
                    <a:pt x="467" y="3127"/>
                  </a:lnTo>
                  <a:lnTo>
                    <a:pt x="420" y="3220"/>
                  </a:lnTo>
                  <a:lnTo>
                    <a:pt x="700" y="2940"/>
                  </a:lnTo>
                  <a:lnTo>
                    <a:pt x="934" y="2660"/>
                  </a:lnTo>
                  <a:lnTo>
                    <a:pt x="1121" y="2333"/>
                  </a:lnTo>
                  <a:lnTo>
                    <a:pt x="1214" y="1960"/>
                  </a:lnTo>
                  <a:lnTo>
                    <a:pt x="1261" y="1587"/>
                  </a:lnTo>
                  <a:lnTo>
                    <a:pt x="1214" y="1213"/>
                  </a:lnTo>
                  <a:lnTo>
                    <a:pt x="1121" y="887"/>
                  </a:lnTo>
                  <a:lnTo>
                    <a:pt x="934" y="560"/>
                  </a:lnTo>
                  <a:lnTo>
                    <a:pt x="747" y="280"/>
                  </a:lnTo>
                  <a:lnTo>
                    <a:pt x="420" y="47"/>
                  </a:lnTo>
                  <a:lnTo>
                    <a:pt x="3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1" name="Google Shape;10521;p79"/>
            <p:cNvSpPr/>
            <p:nvPr/>
          </p:nvSpPr>
          <p:spPr>
            <a:xfrm>
              <a:off x="5712025" y="1398975"/>
              <a:ext cx="89875" cy="89875"/>
            </a:xfrm>
            <a:custGeom>
              <a:rect b="b" l="l" r="r" t="t"/>
              <a:pathLst>
                <a:path extrusionOk="0" h="3595" w="3595">
                  <a:moveTo>
                    <a:pt x="2007" y="748"/>
                  </a:moveTo>
                  <a:lnTo>
                    <a:pt x="2241" y="794"/>
                  </a:lnTo>
                  <a:lnTo>
                    <a:pt x="2427" y="934"/>
                  </a:lnTo>
                  <a:lnTo>
                    <a:pt x="2567" y="1028"/>
                  </a:lnTo>
                  <a:lnTo>
                    <a:pt x="2707" y="1214"/>
                  </a:lnTo>
                  <a:lnTo>
                    <a:pt x="2801" y="1401"/>
                  </a:lnTo>
                  <a:lnTo>
                    <a:pt x="2847" y="1588"/>
                  </a:lnTo>
                  <a:lnTo>
                    <a:pt x="2894" y="1821"/>
                  </a:lnTo>
                  <a:lnTo>
                    <a:pt x="2847" y="2008"/>
                  </a:lnTo>
                  <a:lnTo>
                    <a:pt x="2801" y="2241"/>
                  </a:lnTo>
                  <a:lnTo>
                    <a:pt x="2707" y="2428"/>
                  </a:lnTo>
                  <a:lnTo>
                    <a:pt x="2567" y="2568"/>
                  </a:lnTo>
                  <a:lnTo>
                    <a:pt x="2427" y="2708"/>
                  </a:lnTo>
                  <a:lnTo>
                    <a:pt x="2241" y="2801"/>
                  </a:lnTo>
                  <a:lnTo>
                    <a:pt x="2007" y="2848"/>
                  </a:lnTo>
                  <a:lnTo>
                    <a:pt x="1821" y="2894"/>
                  </a:lnTo>
                  <a:lnTo>
                    <a:pt x="1587" y="2848"/>
                  </a:lnTo>
                  <a:lnTo>
                    <a:pt x="1401" y="2801"/>
                  </a:lnTo>
                  <a:lnTo>
                    <a:pt x="1214" y="2708"/>
                  </a:lnTo>
                  <a:lnTo>
                    <a:pt x="1027" y="2568"/>
                  </a:lnTo>
                  <a:lnTo>
                    <a:pt x="934" y="2428"/>
                  </a:lnTo>
                  <a:lnTo>
                    <a:pt x="794" y="2241"/>
                  </a:lnTo>
                  <a:lnTo>
                    <a:pt x="747" y="2008"/>
                  </a:lnTo>
                  <a:lnTo>
                    <a:pt x="747" y="1821"/>
                  </a:lnTo>
                  <a:lnTo>
                    <a:pt x="747" y="1588"/>
                  </a:lnTo>
                  <a:lnTo>
                    <a:pt x="794" y="1401"/>
                  </a:lnTo>
                  <a:lnTo>
                    <a:pt x="934" y="1214"/>
                  </a:lnTo>
                  <a:lnTo>
                    <a:pt x="1027" y="1028"/>
                  </a:lnTo>
                  <a:lnTo>
                    <a:pt x="1214" y="934"/>
                  </a:lnTo>
                  <a:lnTo>
                    <a:pt x="1401" y="794"/>
                  </a:lnTo>
                  <a:lnTo>
                    <a:pt x="1587" y="748"/>
                  </a:lnTo>
                  <a:close/>
                  <a:moveTo>
                    <a:pt x="1821" y="1"/>
                  </a:moveTo>
                  <a:lnTo>
                    <a:pt x="1447" y="48"/>
                  </a:lnTo>
                  <a:lnTo>
                    <a:pt x="1121" y="141"/>
                  </a:lnTo>
                  <a:lnTo>
                    <a:pt x="794" y="328"/>
                  </a:lnTo>
                  <a:lnTo>
                    <a:pt x="514" y="514"/>
                  </a:lnTo>
                  <a:lnTo>
                    <a:pt x="327" y="794"/>
                  </a:lnTo>
                  <a:lnTo>
                    <a:pt x="141" y="1121"/>
                  </a:lnTo>
                  <a:lnTo>
                    <a:pt x="47" y="1448"/>
                  </a:lnTo>
                  <a:lnTo>
                    <a:pt x="1" y="1821"/>
                  </a:lnTo>
                  <a:lnTo>
                    <a:pt x="47" y="2194"/>
                  </a:lnTo>
                  <a:lnTo>
                    <a:pt x="141" y="2521"/>
                  </a:lnTo>
                  <a:lnTo>
                    <a:pt x="327" y="2801"/>
                  </a:lnTo>
                  <a:lnTo>
                    <a:pt x="514" y="3081"/>
                  </a:lnTo>
                  <a:lnTo>
                    <a:pt x="794" y="3314"/>
                  </a:lnTo>
                  <a:lnTo>
                    <a:pt x="1121" y="3454"/>
                  </a:lnTo>
                  <a:lnTo>
                    <a:pt x="1447" y="3594"/>
                  </a:lnTo>
                  <a:lnTo>
                    <a:pt x="2194" y="3594"/>
                  </a:lnTo>
                  <a:lnTo>
                    <a:pt x="2521" y="3454"/>
                  </a:lnTo>
                  <a:lnTo>
                    <a:pt x="2801" y="3314"/>
                  </a:lnTo>
                  <a:lnTo>
                    <a:pt x="3081" y="3081"/>
                  </a:lnTo>
                  <a:lnTo>
                    <a:pt x="3314" y="2801"/>
                  </a:lnTo>
                  <a:lnTo>
                    <a:pt x="3454" y="2521"/>
                  </a:lnTo>
                  <a:lnTo>
                    <a:pt x="3594" y="2194"/>
                  </a:lnTo>
                  <a:lnTo>
                    <a:pt x="3594" y="1821"/>
                  </a:lnTo>
                  <a:lnTo>
                    <a:pt x="3594" y="1448"/>
                  </a:lnTo>
                  <a:lnTo>
                    <a:pt x="3454" y="1121"/>
                  </a:lnTo>
                  <a:lnTo>
                    <a:pt x="3314" y="794"/>
                  </a:lnTo>
                  <a:lnTo>
                    <a:pt x="3081" y="514"/>
                  </a:lnTo>
                  <a:lnTo>
                    <a:pt x="2801" y="328"/>
                  </a:lnTo>
                  <a:lnTo>
                    <a:pt x="2521" y="141"/>
                  </a:lnTo>
                  <a:lnTo>
                    <a:pt x="2194" y="48"/>
                  </a:lnTo>
                  <a:lnTo>
                    <a:pt x="182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2" name="Google Shape;10522;p79"/>
            <p:cNvSpPr/>
            <p:nvPr/>
          </p:nvSpPr>
          <p:spPr>
            <a:xfrm>
              <a:off x="5467025" y="1206475"/>
              <a:ext cx="331375" cy="303375"/>
            </a:xfrm>
            <a:custGeom>
              <a:rect b="b" l="l" r="r" t="t"/>
              <a:pathLst>
                <a:path extrusionOk="0" h="12135" w="13255">
                  <a:moveTo>
                    <a:pt x="234" y="1"/>
                  </a:moveTo>
                  <a:lnTo>
                    <a:pt x="140" y="47"/>
                  </a:lnTo>
                  <a:lnTo>
                    <a:pt x="47" y="141"/>
                  </a:lnTo>
                  <a:lnTo>
                    <a:pt x="0" y="234"/>
                  </a:lnTo>
                  <a:lnTo>
                    <a:pt x="0" y="11668"/>
                  </a:lnTo>
                  <a:lnTo>
                    <a:pt x="47" y="11854"/>
                  </a:lnTo>
                  <a:lnTo>
                    <a:pt x="187" y="11994"/>
                  </a:lnTo>
                  <a:lnTo>
                    <a:pt x="327" y="12088"/>
                  </a:lnTo>
                  <a:lnTo>
                    <a:pt x="514" y="12134"/>
                  </a:lnTo>
                  <a:lnTo>
                    <a:pt x="12974" y="12134"/>
                  </a:lnTo>
                  <a:lnTo>
                    <a:pt x="13114" y="12088"/>
                  </a:lnTo>
                  <a:lnTo>
                    <a:pt x="13207" y="12041"/>
                  </a:lnTo>
                  <a:lnTo>
                    <a:pt x="13254" y="11901"/>
                  </a:lnTo>
                  <a:lnTo>
                    <a:pt x="13254" y="11808"/>
                  </a:lnTo>
                  <a:lnTo>
                    <a:pt x="13161" y="11528"/>
                  </a:lnTo>
                  <a:lnTo>
                    <a:pt x="13067" y="11341"/>
                  </a:lnTo>
                  <a:lnTo>
                    <a:pt x="747" y="94"/>
                  </a:lnTo>
                  <a:lnTo>
                    <a:pt x="6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23" name="Google Shape;10523;p79"/>
          <p:cNvGrpSpPr/>
          <p:nvPr/>
        </p:nvGrpSpPr>
        <p:grpSpPr>
          <a:xfrm>
            <a:off x="6292300" y="1223975"/>
            <a:ext cx="336025" cy="256700"/>
            <a:chOff x="6223050" y="1223975"/>
            <a:chExt cx="336025" cy="256700"/>
          </a:xfrm>
        </p:grpSpPr>
        <p:sp>
          <p:nvSpPr>
            <p:cNvPr id="10524" name="Google Shape;10524;p79"/>
            <p:cNvSpPr/>
            <p:nvPr/>
          </p:nvSpPr>
          <p:spPr>
            <a:xfrm>
              <a:off x="6395725" y="1223975"/>
              <a:ext cx="67700" cy="59525"/>
            </a:xfrm>
            <a:custGeom>
              <a:rect b="b" l="l" r="r" t="t"/>
              <a:pathLst>
                <a:path extrusionOk="0" h="2381" w="2708">
                  <a:moveTo>
                    <a:pt x="1914" y="1"/>
                  </a:moveTo>
                  <a:lnTo>
                    <a:pt x="1587" y="47"/>
                  </a:lnTo>
                  <a:lnTo>
                    <a:pt x="1214" y="141"/>
                  </a:lnTo>
                  <a:lnTo>
                    <a:pt x="934" y="281"/>
                  </a:lnTo>
                  <a:lnTo>
                    <a:pt x="654" y="421"/>
                  </a:lnTo>
                  <a:lnTo>
                    <a:pt x="420" y="561"/>
                  </a:lnTo>
                  <a:lnTo>
                    <a:pt x="280" y="701"/>
                  </a:lnTo>
                  <a:lnTo>
                    <a:pt x="140" y="887"/>
                  </a:lnTo>
                  <a:lnTo>
                    <a:pt x="94" y="1074"/>
                  </a:lnTo>
                  <a:lnTo>
                    <a:pt x="47" y="1261"/>
                  </a:lnTo>
                  <a:lnTo>
                    <a:pt x="0" y="1447"/>
                  </a:lnTo>
                  <a:lnTo>
                    <a:pt x="47" y="1681"/>
                  </a:lnTo>
                  <a:lnTo>
                    <a:pt x="140" y="1867"/>
                  </a:lnTo>
                  <a:lnTo>
                    <a:pt x="234" y="2054"/>
                  </a:lnTo>
                  <a:lnTo>
                    <a:pt x="374" y="2194"/>
                  </a:lnTo>
                  <a:lnTo>
                    <a:pt x="514" y="2287"/>
                  </a:lnTo>
                  <a:lnTo>
                    <a:pt x="654" y="2381"/>
                  </a:lnTo>
                  <a:lnTo>
                    <a:pt x="980" y="2381"/>
                  </a:lnTo>
                  <a:lnTo>
                    <a:pt x="1120" y="2287"/>
                  </a:lnTo>
                  <a:lnTo>
                    <a:pt x="1447" y="2101"/>
                  </a:lnTo>
                  <a:lnTo>
                    <a:pt x="1914" y="1727"/>
                  </a:lnTo>
                  <a:lnTo>
                    <a:pt x="2380" y="1167"/>
                  </a:lnTo>
                  <a:lnTo>
                    <a:pt x="2567" y="887"/>
                  </a:lnTo>
                  <a:lnTo>
                    <a:pt x="2660" y="607"/>
                  </a:lnTo>
                  <a:lnTo>
                    <a:pt x="2707" y="374"/>
                  </a:lnTo>
                  <a:lnTo>
                    <a:pt x="2660" y="281"/>
                  </a:lnTo>
                  <a:lnTo>
                    <a:pt x="2614" y="187"/>
                  </a:lnTo>
                  <a:lnTo>
                    <a:pt x="2567" y="94"/>
                  </a:lnTo>
                  <a:lnTo>
                    <a:pt x="2474" y="47"/>
                  </a:lnTo>
                  <a:lnTo>
                    <a:pt x="219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5" name="Google Shape;10525;p79"/>
            <p:cNvSpPr/>
            <p:nvPr/>
          </p:nvSpPr>
          <p:spPr>
            <a:xfrm>
              <a:off x="6364225" y="1236825"/>
              <a:ext cx="49025" cy="53675"/>
            </a:xfrm>
            <a:custGeom>
              <a:rect b="b" l="l" r="r" t="t"/>
              <a:pathLst>
                <a:path extrusionOk="0" h="2147" w="1961">
                  <a:moveTo>
                    <a:pt x="887" y="0"/>
                  </a:moveTo>
                  <a:lnTo>
                    <a:pt x="654" y="47"/>
                  </a:lnTo>
                  <a:lnTo>
                    <a:pt x="467" y="187"/>
                  </a:lnTo>
                  <a:lnTo>
                    <a:pt x="327" y="280"/>
                  </a:lnTo>
                  <a:lnTo>
                    <a:pt x="187" y="467"/>
                  </a:lnTo>
                  <a:lnTo>
                    <a:pt x="94" y="653"/>
                  </a:lnTo>
                  <a:lnTo>
                    <a:pt x="0" y="840"/>
                  </a:lnTo>
                  <a:lnTo>
                    <a:pt x="0" y="1073"/>
                  </a:lnTo>
                  <a:lnTo>
                    <a:pt x="0" y="1307"/>
                  </a:lnTo>
                  <a:lnTo>
                    <a:pt x="94" y="1493"/>
                  </a:lnTo>
                  <a:lnTo>
                    <a:pt x="187" y="1680"/>
                  </a:lnTo>
                  <a:lnTo>
                    <a:pt x="327" y="1867"/>
                  </a:lnTo>
                  <a:lnTo>
                    <a:pt x="467" y="1960"/>
                  </a:lnTo>
                  <a:lnTo>
                    <a:pt x="654" y="2100"/>
                  </a:lnTo>
                  <a:lnTo>
                    <a:pt x="887" y="2147"/>
                  </a:lnTo>
                  <a:lnTo>
                    <a:pt x="1307" y="2147"/>
                  </a:lnTo>
                  <a:lnTo>
                    <a:pt x="1494" y="2100"/>
                  </a:lnTo>
                  <a:lnTo>
                    <a:pt x="1634" y="1960"/>
                  </a:lnTo>
                  <a:lnTo>
                    <a:pt x="1727" y="1867"/>
                  </a:lnTo>
                  <a:lnTo>
                    <a:pt x="1820" y="1680"/>
                  </a:lnTo>
                  <a:lnTo>
                    <a:pt x="1914" y="1493"/>
                  </a:lnTo>
                  <a:lnTo>
                    <a:pt x="1960" y="1073"/>
                  </a:lnTo>
                  <a:lnTo>
                    <a:pt x="1914" y="653"/>
                  </a:lnTo>
                  <a:lnTo>
                    <a:pt x="1820" y="467"/>
                  </a:lnTo>
                  <a:lnTo>
                    <a:pt x="1727" y="280"/>
                  </a:lnTo>
                  <a:lnTo>
                    <a:pt x="1634" y="187"/>
                  </a:lnTo>
                  <a:lnTo>
                    <a:pt x="1494" y="47"/>
                  </a:lnTo>
                  <a:lnTo>
                    <a:pt x="13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6" name="Google Shape;10526;p79"/>
            <p:cNvSpPr/>
            <p:nvPr/>
          </p:nvSpPr>
          <p:spPr>
            <a:xfrm>
              <a:off x="6237050" y="1292825"/>
              <a:ext cx="297525" cy="170350"/>
            </a:xfrm>
            <a:custGeom>
              <a:rect b="b" l="l" r="r" t="t"/>
              <a:pathLst>
                <a:path extrusionOk="0" h="6814" w="11901">
                  <a:moveTo>
                    <a:pt x="0" y="0"/>
                  </a:moveTo>
                  <a:lnTo>
                    <a:pt x="0" y="6814"/>
                  </a:lnTo>
                  <a:lnTo>
                    <a:pt x="11901" y="6767"/>
                  </a:lnTo>
                  <a:lnTo>
                    <a:pt x="119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7" name="Google Shape;10527;p79"/>
            <p:cNvSpPr/>
            <p:nvPr/>
          </p:nvSpPr>
          <p:spPr>
            <a:xfrm>
              <a:off x="6382875" y="1236825"/>
              <a:ext cx="36200" cy="53675"/>
            </a:xfrm>
            <a:custGeom>
              <a:rect b="b" l="l" r="r" t="t"/>
              <a:pathLst>
                <a:path extrusionOk="0" h="2147" w="1448">
                  <a:moveTo>
                    <a:pt x="328" y="0"/>
                  </a:moveTo>
                  <a:lnTo>
                    <a:pt x="1" y="47"/>
                  </a:lnTo>
                  <a:lnTo>
                    <a:pt x="281" y="187"/>
                  </a:lnTo>
                  <a:lnTo>
                    <a:pt x="561" y="420"/>
                  </a:lnTo>
                  <a:lnTo>
                    <a:pt x="701" y="747"/>
                  </a:lnTo>
                  <a:lnTo>
                    <a:pt x="748" y="887"/>
                  </a:lnTo>
                  <a:lnTo>
                    <a:pt x="748" y="1073"/>
                  </a:lnTo>
                  <a:lnTo>
                    <a:pt x="748" y="1260"/>
                  </a:lnTo>
                  <a:lnTo>
                    <a:pt x="701" y="1400"/>
                  </a:lnTo>
                  <a:lnTo>
                    <a:pt x="561" y="1727"/>
                  </a:lnTo>
                  <a:lnTo>
                    <a:pt x="281" y="1960"/>
                  </a:lnTo>
                  <a:lnTo>
                    <a:pt x="1" y="2100"/>
                  </a:lnTo>
                  <a:lnTo>
                    <a:pt x="328" y="2147"/>
                  </a:lnTo>
                  <a:lnTo>
                    <a:pt x="561" y="2147"/>
                  </a:lnTo>
                  <a:lnTo>
                    <a:pt x="748" y="2100"/>
                  </a:lnTo>
                  <a:lnTo>
                    <a:pt x="934" y="1960"/>
                  </a:lnTo>
                  <a:lnTo>
                    <a:pt x="1121" y="1867"/>
                  </a:lnTo>
                  <a:lnTo>
                    <a:pt x="1261" y="1680"/>
                  </a:lnTo>
                  <a:lnTo>
                    <a:pt x="1354" y="1493"/>
                  </a:lnTo>
                  <a:lnTo>
                    <a:pt x="1401" y="1307"/>
                  </a:lnTo>
                  <a:lnTo>
                    <a:pt x="1448" y="1073"/>
                  </a:lnTo>
                  <a:lnTo>
                    <a:pt x="1401" y="840"/>
                  </a:lnTo>
                  <a:lnTo>
                    <a:pt x="1354" y="653"/>
                  </a:lnTo>
                  <a:lnTo>
                    <a:pt x="1261" y="467"/>
                  </a:lnTo>
                  <a:lnTo>
                    <a:pt x="1121" y="280"/>
                  </a:lnTo>
                  <a:lnTo>
                    <a:pt x="934" y="187"/>
                  </a:lnTo>
                  <a:lnTo>
                    <a:pt x="748" y="47"/>
                  </a:lnTo>
                  <a:lnTo>
                    <a:pt x="5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8" name="Google Shape;10528;p79"/>
            <p:cNvSpPr/>
            <p:nvPr/>
          </p:nvSpPr>
          <p:spPr>
            <a:xfrm>
              <a:off x="6414400" y="1223975"/>
              <a:ext cx="49025" cy="61875"/>
            </a:xfrm>
            <a:custGeom>
              <a:rect b="b" l="l" r="r" t="t"/>
              <a:pathLst>
                <a:path extrusionOk="0" h="2475" w="1961">
                  <a:moveTo>
                    <a:pt x="1260" y="1"/>
                  </a:moveTo>
                  <a:lnTo>
                    <a:pt x="980" y="47"/>
                  </a:lnTo>
                  <a:lnTo>
                    <a:pt x="1120" y="94"/>
                  </a:lnTo>
                  <a:lnTo>
                    <a:pt x="1213" y="187"/>
                  </a:lnTo>
                  <a:lnTo>
                    <a:pt x="1260" y="281"/>
                  </a:lnTo>
                  <a:lnTo>
                    <a:pt x="1307" y="374"/>
                  </a:lnTo>
                  <a:lnTo>
                    <a:pt x="1307" y="654"/>
                  </a:lnTo>
                  <a:lnTo>
                    <a:pt x="1213" y="934"/>
                  </a:lnTo>
                  <a:lnTo>
                    <a:pt x="1073" y="1261"/>
                  </a:lnTo>
                  <a:lnTo>
                    <a:pt x="887" y="1541"/>
                  </a:lnTo>
                  <a:lnTo>
                    <a:pt x="700" y="1821"/>
                  </a:lnTo>
                  <a:lnTo>
                    <a:pt x="513" y="2054"/>
                  </a:lnTo>
                  <a:lnTo>
                    <a:pt x="327" y="2241"/>
                  </a:lnTo>
                  <a:lnTo>
                    <a:pt x="140" y="2334"/>
                  </a:lnTo>
                  <a:lnTo>
                    <a:pt x="0" y="2427"/>
                  </a:lnTo>
                  <a:lnTo>
                    <a:pt x="233" y="2474"/>
                  </a:lnTo>
                  <a:lnTo>
                    <a:pt x="513" y="2427"/>
                  </a:lnTo>
                  <a:lnTo>
                    <a:pt x="747" y="2381"/>
                  </a:lnTo>
                  <a:lnTo>
                    <a:pt x="980" y="2241"/>
                  </a:lnTo>
                  <a:lnTo>
                    <a:pt x="1167" y="2054"/>
                  </a:lnTo>
                  <a:lnTo>
                    <a:pt x="1353" y="1821"/>
                  </a:lnTo>
                  <a:lnTo>
                    <a:pt x="1587" y="1541"/>
                  </a:lnTo>
                  <a:lnTo>
                    <a:pt x="1727" y="1261"/>
                  </a:lnTo>
                  <a:lnTo>
                    <a:pt x="1867" y="934"/>
                  </a:lnTo>
                  <a:lnTo>
                    <a:pt x="1960" y="654"/>
                  </a:lnTo>
                  <a:lnTo>
                    <a:pt x="1960" y="374"/>
                  </a:lnTo>
                  <a:lnTo>
                    <a:pt x="1960" y="281"/>
                  </a:lnTo>
                  <a:lnTo>
                    <a:pt x="1867" y="187"/>
                  </a:lnTo>
                  <a:lnTo>
                    <a:pt x="1727" y="47"/>
                  </a:lnTo>
                  <a:lnTo>
                    <a:pt x="149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9" name="Google Shape;10529;p79"/>
            <p:cNvSpPr/>
            <p:nvPr/>
          </p:nvSpPr>
          <p:spPr>
            <a:xfrm>
              <a:off x="6528725" y="1292825"/>
              <a:ext cx="17525" cy="170350"/>
            </a:xfrm>
            <a:custGeom>
              <a:rect b="b" l="l" r="r" t="t"/>
              <a:pathLst>
                <a:path extrusionOk="0" h="6814" w="701">
                  <a:moveTo>
                    <a:pt x="1" y="0"/>
                  </a:moveTo>
                  <a:lnTo>
                    <a:pt x="1" y="6814"/>
                  </a:lnTo>
                  <a:lnTo>
                    <a:pt x="701" y="6814"/>
                  </a:lnTo>
                  <a:lnTo>
                    <a:pt x="7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0" name="Google Shape;10530;p79"/>
            <p:cNvSpPr/>
            <p:nvPr/>
          </p:nvSpPr>
          <p:spPr>
            <a:xfrm>
              <a:off x="6223050" y="1268325"/>
              <a:ext cx="326700" cy="45525"/>
            </a:xfrm>
            <a:custGeom>
              <a:rect b="b" l="l" r="r" t="t"/>
              <a:pathLst>
                <a:path extrusionOk="0" h="1821" w="13068">
                  <a:moveTo>
                    <a:pt x="2334" y="0"/>
                  </a:moveTo>
                  <a:lnTo>
                    <a:pt x="2054" y="93"/>
                  </a:lnTo>
                  <a:lnTo>
                    <a:pt x="1820" y="233"/>
                  </a:lnTo>
                  <a:lnTo>
                    <a:pt x="1634" y="327"/>
                  </a:lnTo>
                  <a:lnTo>
                    <a:pt x="1494" y="420"/>
                  </a:lnTo>
                  <a:lnTo>
                    <a:pt x="1214" y="420"/>
                  </a:lnTo>
                  <a:lnTo>
                    <a:pt x="1074" y="327"/>
                  </a:lnTo>
                  <a:lnTo>
                    <a:pt x="980" y="280"/>
                  </a:lnTo>
                  <a:lnTo>
                    <a:pt x="840" y="187"/>
                  </a:lnTo>
                  <a:lnTo>
                    <a:pt x="514" y="187"/>
                  </a:lnTo>
                  <a:lnTo>
                    <a:pt x="327" y="233"/>
                  </a:lnTo>
                  <a:lnTo>
                    <a:pt x="187" y="327"/>
                  </a:lnTo>
                  <a:lnTo>
                    <a:pt x="94" y="467"/>
                  </a:lnTo>
                  <a:lnTo>
                    <a:pt x="47" y="607"/>
                  </a:lnTo>
                  <a:lnTo>
                    <a:pt x="0" y="793"/>
                  </a:lnTo>
                  <a:lnTo>
                    <a:pt x="0" y="980"/>
                  </a:lnTo>
                  <a:lnTo>
                    <a:pt x="47" y="1120"/>
                  </a:lnTo>
                  <a:lnTo>
                    <a:pt x="94" y="1260"/>
                  </a:lnTo>
                  <a:lnTo>
                    <a:pt x="187" y="1400"/>
                  </a:lnTo>
                  <a:lnTo>
                    <a:pt x="280" y="1493"/>
                  </a:lnTo>
                  <a:lnTo>
                    <a:pt x="467" y="1587"/>
                  </a:lnTo>
                  <a:lnTo>
                    <a:pt x="700" y="1727"/>
                  </a:lnTo>
                  <a:lnTo>
                    <a:pt x="980" y="1820"/>
                  </a:lnTo>
                  <a:lnTo>
                    <a:pt x="1727" y="1820"/>
                  </a:lnTo>
                  <a:lnTo>
                    <a:pt x="2007" y="1727"/>
                  </a:lnTo>
                  <a:lnTo>
                    <a:pt x="2240" y="1587"/>
                  </a:lnTo>
                  <a:lnTo>
                    <a:pt x="2427" y="1493"/>
                  </a:lnTo>
                  <a:lnTo>
                    <a:pt x="2567" y="1400"/>
                  </a:lnTo>
                  <a:lnTo>
                    <a:pt x="2847" y="1400"/>
                  </a:lnTo>
                  <a:lnTo>
                    <a:pt x="2987" y="1493"/>
                  </a:lnTo>
                  <a:lnTo>
                    <a:pt x="3174" y="1587"/>
                  </a:lnTo>
                  <a:lnTo>
                    <a:pt x="3361" y="1727"/>
                  </a:lnTo>
                  <a:lnTo>
                    <a:pt x="3687" y="1820"/>
                  </a:lnTo>
                  <a:lnTo>
                    <a:pt x="4434" y="1820"/>
                  </a:lnTo>
                  <a:lnTo>
                    <a:pt x="4714" y="1727"/>
                  </a:lnTo>
                  <a:lnTo>
                    <a:pt x="4947" y="1587"/>
                  </a:lnTo>
                  <a:lnTo>
                    <a:pt x="5087" y="1493"/>
                  </a:lnTo>
                  <a:lnTo>
                    <a:pt x="5274" y="1400"/>
                  </a:lnTo>
                  <a:lnTo>
                    <a:pt x="5507" y="1400"/>
                  </a:lnTo>
                  <a:lnTo>
                    <a:pt x="5647" y="1493"/>
                  </a:lnTo>
                  <a:lnTo>
                    <a:pt x="5834" y="1587"/>
                  </a:lnTo>
                  <a:lnTo>
                    <a:pt x="6067" y="1727"/>
                  </a:lnTo>
                  <a:lnTo>
                    <a:pt x="6347" y="1820"/>
                  </a:lnTo>
                  <a:lnTo>
                    <a:pt x="7094" y="1820"/>
                  </a:lnTo>
                  <a:lnTo>
                    <a:pt x="7374" y="1727"/>
                  </a:lnTo>
                  <a:lnTo>
                    <a:pt x="7607" y="1587"/>
                  </a:lnTo>
                  <a:lnTo>
                    <a:pt x="7794" y="1493"/>
                  </a:lnTo>
                  <a:lnTo>
                    <a:pt x="7934" y="1400"/>
                  </a:lnTo>
                  <a:lnTo>
                    <a:pt x="8214" y="1400"/>
                  </a:lnTo>
                  <a:lnTo>
                    <a:pt x="8354" y="1493"/>
                  </a:lnTo>
                  <a:lnTo>
                    <a:pt x="8541" y="1587"/>
                  </a:lnTo>
                  <a:lnTo>
                    <a:pt x="8774" y="1727"/>
                  </a:lnTo>
                  <a:lnTo>
                    <a:pt x="9054" y="1820"/>
                  </a:lnTo>
                  <a:lnTo>
                    <a:pt x="9801" y="1820"/>
                  </a:lnTo>
                  <a:lnTo>
                    <a:pt x="10081" y="1727"/>
                  </a:lnTo>
                  <a:lnTo>
                    <a:pt x="10314" y="1587"/>
                  </a:lnTo>
                  <a:lnTo>
                    <a:pt x="10501" y="1493"/>
                  </a:lnTo>
                  <a:lnTo>
                    <a:pt x="10641" y="1400"/>
                  </a:lnTo>
                  <a:lnTo>
                    <a:pt x="10921" y="1400"/>
                  </a:lnTo>
                  <a:lnTo>
                    <a:pt x="11061" y="1493"/>
                  </a:lnTo>
                  <a:lnTo>
                    <a:pt x="11201" y="1587"/>
                  </a:lnTo>
                  <a:lnTo>
                    <a:pt x="11434" y="1727"/>
                  </a:lnTo>
                  <a:lnTo>
                    <a:pt x="11761" y="1820"/>
                  </a:lnTo>
                  <a:lnTo>
                    <a:pt x="12321" y="1820"/>
                  </a:lnTo>
                  <a:lnTo>
                    <a:pt x="12461" y="1773"/>
                  </a:lnTo>
                  <a:lnTo>
                    <a:pt x="12741" y="1587"/>
                  </a:lnTo>
                  <a:lnTo>
                    <a:pt x="12881" y="1447"/>
                  </a:lnTo>
                  <a:lnTo>
                    <a:pt x="12974" y="1400"/>
                  </a:lnTo>
                  <a:lnTo>
                    <a:pt x="13021" y="1307"/>
                  </a:lnTo>
                  <a:lnTo>
                    <a:pt x="13021" y="1260"/>
                  </a:lnTo>
                  <a:lnTo>
                    <a:pt x="13068" y="1073"/>
                  </a:lnTo>
                  <a:lnTo>
                    <a:pt x="13021" y="793"/>
                  </a:lnTo>
                  <a:lnTo>
                    <a:pt x="13021" y="467"/>
                  </a:lnTo>
                  <a:lnTo>
                    <a:pt x="12974" y="327"/>
                  </a:lnTo>
                  <a:lnTo>
                    <a:pt x="12928" y="233"/>
                  </a:lnTo>
                  <a:lnTo>
                    <a:pt x="12834" y="187"/>
                  </a:lnTo>
                  <a:lnTo>
                    <a:pt x="12601" y="187"/>
                  </a:lnTo>
                  <a:lnTo>
                    <a:pt x="12461" y="280"/>
                  </a:lnTo>
                  <a:lnTo>
                    <a:pt x="12368" y="327"/>
                  </a:lnTo>
                  <a:lnTo>
                    <a:pt x="12228" y="420"/>
                  </a:lnTo>
                  <a:lnTo>
                    <a:pt x="11994" y="420"/>
                  </a:lnTo>
                  <a:lnTo>
                    <a:pt x="11807" y="327"/>
                  </a:lnTo>
                  <a:lnTo>
                    <a:pt x="11667" y="233"/>
                  </a:lnTo>
                  <a:lnTo>
                    <a:pt x="11434" y="93"/>
                  </a:lnTo>
                  <a:lnTo>
                    <a:pt x="11154" y="0"/>
                  </a:lnTo>
                  <a:lnTo>
                    <a:pt x="10407" y="0"/>
                  </a:lnTo>
                  <a:lnTo>
                    <a:pt x="10081" y="93"/>
                  </a:lnTo>
                  <a:lnTo>
                    <a:pt x="9894" y="233"/>
                  </a:lnTo>
                  <a:lnTo>
                    <a:pt x="9707" y="327"/>
                  </a:lnTo>
                  <a:lnTo>
                    <a:pt x="9567" y="420"/>
                  </a:lnTo>
                  <a:lnTo>
                    <a:pt x="9287" y="420"/>
                  </a:lnTo>
                  <a:lnTo>
                    <a:pt x="9147" y="327"/>
                  </a:lnTo>
                  <a:lnTo>
                    <a:pt x="8961" y="233"/>
                  </a:lnTo>
                  <a:lnTo>
                    <a:pt x="8727" y="93"/>
                  </a:lnTo>
                  <a:lnTo>
                    <a:pt x="8447" y="0"/>
                  </a:lnTo>
                  <a:lnTo>
                    <a:pt x="7701" y="0"/>
                  </a:lnTo>
                  <a:lnTo>
                    <a:pt x="7421" y="93"/>
                  </a:lnTo>
                  <a:lnTo>
                    <a:pt x="7187" y="233"/>
                  </a:lnTo>
                  <a:lnTo>
                    <a:pt x="7001" y="327"/>
                  </a:lnTo>
                  <a:lnTo>
                    <a:pt x="6861" y="420"/>
                  </a:lnTo>
                  <a:lnTo>
                    <a:pt x="6581" y="420"/>
                  </a:lnTo>
                  <a:lnTo>
                    <a:pt x="6441" y="327"/>
                  </a:lnTo>
                  <a:lnTo>
                    <a:pt x="6254" y="233"/>
                  </a:lnTo>
                  <a:lnTo>
                    <a:pt x="6067" y="93"/>
                  </a:lnTo>
                  <a:lnTo>
                    <a:pt x="5741" y="0"/>
                  </a:lnTo>
                  <a:lnTo>
                    <a:pt x="5041" y="0"/>
                  </a:lnTo>
                  <a:lnTo>
                    <a:pt x="4714" y="93"/>
                  </a:lnTo>
                  <a:lnTo>
                    <a:pt x="4481" y="233"/>
                  </a:lnTo>
                  <a:lnTo>
                    <a:pt x="4341" y="327"/>
                  </a:lnTo>
                  <a:lnTo>
                    <a:pt x="4201" y="420"/>
                  </a:lnTo>
                  <a:lnTo>
                    <a:pt x="3921" y="420"/>
                  </a:lnTo>
                  <a:lnTo>
                    <a:pt x="3781" y="327"/>
                  </a:lnTo>
                  <a:lnTo>
                    <a:pt x="3594" y="233"/>
                  </a:lnTo>
                  <a:lnTo>
                    <a:pt x="3361" y="93"/>
                  </a:lnTo>
                  <a:lnTo>
                    <a:pt x="30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1" name="Google Shape;10531;p79"/>
            <p:cNvSpPr/>
            <p:nvPr/>
          </p:nvSpPr>
          <p:spPr>
            <a:xfrm>
              <a:off x="6223050" y="1356975"/>
              <a:ext cx="332525" cy="46700"/>
            </a:xfrm>
            <a:custGeom>
              <a:rect b="b" l="l" r="r" t="t"/>
              <a:pathLst>
                <a:path extrusionOk="0" h="1868" w="13301">
                  <a:moveTo>
                    <a:pt x="2707" y="1"/>
                  </a:moveTo>
                  <a:lnTo>
                    <a:pt x="2334" y="48"/>
                  </a:lnTo>
                  <a:lnTo>
                    <a:pt x="2054" y="141"/>
                  </a:lnTo>
                  <a:lnTo>
                    <a:pt x="1820" y="234"/>
                  </a:lnTo>
                  <a:lnTo>
                    <a:pt x="1634" y="328"/>
                  </a:lnTo>
                  <a:lnTo>
                    <a:pt x="1494" y="421"/>
                  </a:lnTo>
                  <a:lnTo>
                    <a:pt x="1354" y="468"/>
                  </a:lnTo>
                  <a:lnTo>
                    <a:pt x="1214" y="421"/>
                  </a:lnTo>
                  <a:lnTo>
                    <a:pt x="1074" y="328"/>
                  </a:lnTo>
                  <a:lnTo>
                    <a:pt x="980" y="281"/>
                  </a:lnTo>
                  <a:lnTo>
                    <a:pt x="840" y="234"/>
                  </a:lnTo>
                  <a:lnTo>
                    <a:pt x="654" y="188"/>
                  </a:lnTo>
                  <a:lnTo>
                    <a:pt x="514" y="188"/>
                  </a:lnTo>
                  <a:lnTo>
                    <a:pt x="327" y="281"/>
                  </a:lnTo>
                  <a:lnTo>
                    <a:pt x="187" y="374"/>
                  </a:lnTo>
                  <a:lnTo>
                    <a:pt x="94" y="468"/>
                  </a:lnTo>
                  <a:lnTo>
                    <a:pt x="47" y="654"/>
                  </a:lnTo>
                  <a:lnTo>
                    <a:pt x="0" y="841"/>
                  </a:lnTo>
                  <a:lnTo>
                    <a:pt x="0" y="981"/>
                  </a:lnTo>
                  <a:lnTo>
                    <a:pt x="47" y="1121"/>
                  </a:lnTo>
                  <a:lnTo>
                    <a:pt x="94" y="1308"/>
                  </a:lnTo>
                  <a:lnTo>
                    <a:pt x="187" y="1401"/>
                  </a:lnTo>
                  <a:lnTo>
                    <a:pt x="280" y="1494"/>
                  </a:lnTo>
                  <a:lnTo>
                    <a:pt x="467" y="1634"/>
                  </a:lnTo>
                  <a:lnTo>
                    <a:pt x="700" y="1728"/>
                  </a:lnTo>
                  <a:lnTo>
                    <a:pt x="980" y="1821"/>
                  </a:lnTo>
                  <a:lnTo>
                    <a:pt x="1354" y="1868"/>
                  </a:lnTo>
                  <a:lnTo>
                    <a:pt x="1727" y="1821"/>
                  </a:lnTo>
                  <a:lnTo>
                    <a:pt x="2007" y="1728"/>
                  </a:lnTo>
                  <a:lnTo>
                    <a:pt x="2240" y="1634"/>
                  </a:lnTo>
                  <a:lnTo>
                    <a:pt x="2427" y="1494"/>
                  </a:lnTo>
                  <a:lnTo>
                    <a:pt x="2567" y="1448"/>
                  </a:lnTo>
                  <a:lnTo>
                    <a:pt x="2707" y="1401"/>
                  </a:lnTo>
                  <a:lnTo>
                    <a:pt x="2847" y="1448"/>
                  </a:lnTo>
                  <a:lnTo>
                    <a:pt x="2987" y="1494"/>
                  </a:lnTo>
                  <a:lnTo>
                    <a:pt x="3174" y="1634"/>
                  </a:lnTo>
                  <a:lnTo>
                    <a:pt x="3361" y="1728"/>
                  </a:lnTo>
                  <a:lnTo>
                    <a:pt x="3687" y="1821"/>
                  </a:lnTo>
                  <a:lnTo>
                    <a:pt x="4061" y="1868"/>
                  </a:lnTo>
                  <a:lnTo>
                    <a:pt x="4434" y="1821"/>
                  </a:lnTo>
                  <a:lnTo>
                    <a:pt x="4714" y="1728"/>
                  </a:lnTo>
                  <a:lnTo>
                    <a:pt x="4947" y="1634"/>
                  </a:lnTo>
                  <a:lnTo>
                    <a:pt x="5087" y="1494"/>
                  </a:lnTo>
                  <a:lnTo>
                    <a:pt x="5274" y="1448"/>
                  </a:lnTo>
                  <a:lnTo>
                    <a:pt x="5367" y="1401"/>
                  </a:lnTo>
                  <a:lnTo>
                    <a:pt x="5507" y="1448"/>
                  </a:lnTo>
                  <a:lnTo>
                    <a:pt x="5647" y="1494"/>
                  </a:lnTo>
                  <a:lnTo>
                    <a:pt x="5834" y="1634"/>
                  </a:lnTo>
                  <a:lnTo>
                    <a:pt x="6067" y="1728"/>
                  </a:lnTo>
                  <a:lnTo>
                    <a:pt x="6347" y="1821"/>
                  </a:lnTo>
                  <a:lnTo>
                    <a:pt x="6721" y="1868"/>
                  </a:lnTo>
                  <a:lnTo>
                    <a:pt x="7094" y="1821"/>
                  </a:lnTo>
                  <a:lnTo>
                    <a:pt x="7374" y="1728"/>
                  </a:lnTo>
                  <a:lnTo>
                    <a:pt x="7607" y="1634"/>
                  </a:lnTo>
                  <a:lnTo>
                    <a:pt x="7794" y="1494"/>
                  </a:lnTo>
                  <a:lnTo>
                    <a:pt x="7934" y="1448"/>
                  </a:lnTo>
                  <a:lnTo>
                    <a:pt x="8074" y="1401"/>
                  </a:lnTo>
                  <a:lnTo>
                    <a:pt x="8214" y="1448"/>
                  </a:lnTo>
                  <a:lnTo>
                    <a:pt x="8354" y="1494"/>
                  </a:lnTo>
                  <a:lnTo>
                    <a:pt x="8541" y="1634"/>
                  </a:lnTo>
                  <a:lnTo>
                    <a:pt x="8774" y="1728"/>
                  </a:lnTo>
                  <a:lnTo>
                    <a:pt x="9054" y="1821"/>
                  </a:lnTo>
                  <a:lnTo>
                    <a:pt x="9427" y="1868"/>
                  </a:lnTo>
                  <a:lnTo>
                    <a:pt x="9801" y="1821"/>
                  </a:lnTo>
                  <a:lnTo>
                    <a:pt x="10081" y="1728"/>
                  </a:lnTo>
                  <a:lnTo>
                    <a:pt x="10314" y="1634"/>
                  </a:lnTo>
                  <a:lnTo>
                    <a:pt x="10501" y="1494"/>
                  </a:lnTo>
                  <a:lnTo>
                    <a:pt x="10641" y="1448"/>
                  </a:lnTo>
                  <a:lnTo>
                    <a:pt x="10781" y="1401"/>
                  </a:lnTo>
                  <a:lnTo>
                    <a:pt x="10921" y="1448"/>
                  </a:lnTo>
                  <a:lnTo>
                    <a:pt x="11061" y="1494"/>
                  </a:lnTo>
                  <a:lnTo>
                    <a:pt x="11201" y="1634"/>
                  </a:lnTo>
                  <a:lnTo>
                    <a:pt x="11434" y="1728"/>
                  </a:lnTo>
                  <a:lnTo>
                    <a:pt x="11761" y="1821"/>
                  </a:lnTo>
                  <a:lnTo>
                    <a:pt x="12088" y="1868"/>
                  </a:lnTo>
                  <a:lnTo>
                    <a:pt x="12461" y="1821"/>
                  </a:lnTo>
                  <a:lnTo>
                    <a:pt x="12788" y="1728"/>
                  </a:lnTo>
                  <a:lnTo>
                    <a:pt x="12974" y="1634"/>
                  </a:lnTo>
                  <a:lnTo>
                    <a:pt x="13161" y="1494"/>
                  </a:lnTo>
                  <a:lnTo>
                    <a:pt x="13254" y="1401"/>
                  </a:lnTo>
                  <a:lnTo>
                    <a:pt x="13301" y="1214"/>
                  </a:lnTo>
                  <a:lnTo>
                    <a:pt x="13254" y="888"/>
                  </a:lnTo>
                  <a:lnTo>
                    <a:pt x="13208" y="748"/>
                  </a:lnTo>
                  <a:lnTo>
                    <a:pt x="13021" y="468"/>
                  </a:lnTo>
                  <a:lnTo>
                    <a:pt x="12928" y="374"/>
                  </a:lnTo>
                  <a:lnTo>
                    <a:pt x="12788" y="281"/>
                  </a:lnTo>
                  <a:lnTo>
                    <a:pt x="12648" y="234"/>
                  </a:lnTo>
                  <a:lnTo>
                    <a:pt x="12461" y="281"/>
                  </a:lnTo>
                  <a:lnTo>
                    <a:pt x="12368" y="328"/>
                  </a:lnTo>
                  <a:lnTo>
                    <a:pt x="12228" y="421"/>
                  </a:lnTo>
                  <a:lnTo>
                    <a:pt x="12088" y="468"/>
                  </a:lnTo>
                  <a:lnTo>
                    <a:pt x="11994" y="421"/>
                  </a:lnTo>
                  <a:lnTo>
                    <a:pt x="11807" y="328"/>
                  </a:lnTo>
                  <a:lnTo>
                    <a:pt x="11667" y="234"/>
                  </a:lnTo>
                  <a:lnTo>
                    <a:pt x="11434" y="141"/>
                  </a:lnTo>
                  <a:lnTo>
                    <a:pt x="11154" y="48"/>
                  </a:lnTo>
                  <a:lnTo>
                    <a:pt x="10781" y="1"/>
                  </a:lnTo>
                  <a:lnTo>
                    <a:pt x="10407" y="48"/>
                  </a:lnTo>
                  <a:lnTo>
                    <a:pt x="10081" y="141"/>
                  </a:lnTo>
                  <a:lnTo>
                    <a:pt x="9894" y="234"/>
                  </a:lnTo>
                  <a:lnTo>
                    <a:pt x="9707" y="328"/>
                  </a:lnTo>
                  <a:lnTo>
                    <a:pt x="9567" y="421"/>
                  </a:lnTo>
                  <a:lnTo>
                    <a:pt x="9427" y="468"/>
                  </a:lnTo>
                  <a:lnTo>
                    <a:pt x="9287" y="421"/>
                  </a:lnTo>
                  <a:lnTo>
                    <a:pt x="9147" y="328"/>
                  </a:lnTo>
                  <a:lnTo>
                    <a:pt x="8961" y="234"/>
                  </a:lnTo>
                  <a:lnTo>
                    <a:pt x="8727" y="141"/>
                  </a:lnTo>
                  <a:lnTo>
                    <a:pt x="8447" y="48"/>
                  </a:lnTo>
                  <a:lnTo>
                    <a:pt x="8074" y="1"/>
                  </a:lnTo>
                  <a:lnTo>
                    <a:pt x="7701" y="48"/>
                  </a:lnTo>
                  <a:lnTo>
                    <a:pt x="7421" y="141"/>
                  </a:lnTo>
                  <a:lnTo>
                    <a:pt x="7187" y="234"/>
                  </a:lnTo>
                  <a:lnTo>
                    <a:pt x="7001" y="328"/>
                  </a:lnTo>
                  <a:lnTo>
                    <a:pt x="6861" y="421"/>
                  </a:lnTo>
                  <a:lnTo>
                    <a:pt x="6721" y="468"/>
                  </a:lnTo>
                  <a:lnTo>
                    <a:pt x="6581" y="421"/>
                  </a:lnTo>
                  <a:lnTo>
                    <a:pt x="6441" y="328"/>
                  </a:lnTo>
                  <a:lnTo>
                    <a:pt x="6254" y="234"/>
                  </a:lnTo>
                  <a:lnTo>
                    <a:pt x="6067" y="141"/>
                  </a:lnTo>
                  <a:lnTo>
                    <a:pt x="5741" y="48"/>
                  </a:lnTo>
                  <a:lnTo>
                    <a:pt x="5367" y="1"/>
                  </a:lnTo>
                  <a:lnTo>
                    <a:pt x="5041" y="48"/>
                  </a:lnTo>
                  <a:lnTo>
                    <a:pt x="4714" y="141"/>
                  </a:lnTo>
                  <a:lnTo>
                    <a:pt x="4481" y="234"/>
                  </a:lnTo>
                  <a:lnTo>
                    <a:pt x="4341" y="328"/>
                  </a:lnTo>
                  <a:lnTo>
                    <a:pt x="4201" y="421"/>
                  </a:lnTo>
                  <a:lnTo>
                    <a:pt x="4061" y="468"/>
                  </a:lnTo>
                  <a:lnTo>
                    <a:pt x="3921" y="421"/>
                  </a:lnTo>
                  <a:lnTo>
                    <a:pt x="3781" y="328"/>
                  </a:lnTo>
                  <a:lnTo>
                    <a:pt x="3594" y="234"/>
                  </a:lnTo>
                  <a:lnTo>
                    <a:pt x="3361" y="141"/>
                  </a:lnTo>
                  <a:lnTo>
                    <a:pt x="3081" y="48"/>
                  </a:lnTo>
                  <a:lnTo>
                    <a:pt x="270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2" name="Google Shape;10532;p79"/>
            <p:cNvSpPr/>
            <p:nvPr/>
          </p:nvSpPr>
          <p:spPr>
            <a:xfrm>
              <a:off x="6223050" y="1446825"/>
              <a:ext cx="330200" cy="33850"/>
            </a:xfrm>
            <a:custGeom>
              <a:rect b="b" l="l" r="r" t="t"/>
              <a:pathLst>
                <a:path extrusionOk="0" h="1354" w="13208">
                  <a:moveTo>
                    <a:pt x="234" y="0"/>
                  </a:moveTo>
                  <a:lnTo>
                    <a:pt x="94" y="94"/>
                  </a:lnTo>
                  <a:lnTo>
                    <a:pt x="47" y="187"/>
                  </a:lnTo>
                  <a:lnTo>
                    <a:pt x="0" y="327"/>
                  </a:lnTo>
                  <a:lnTo>
                    <a:pt x="0" y="1027"/>
                  </a:lnTo>
                  <a:lnTo>
                    <a:pt x="47" y="1167"/>
                  </a:lnTo>
                  <a:lnTo>
                    <a:pt x="94" y="1260"/>
                  </a:lnTo>
                  <a:lnTo>
                    <a:pt x="234" y="1354"/>
                  </a:lnTo>
                  <a:lnTo>
                    <a:pt x="13114" y="1354"/>
                  </a:lnTo>
                  <a:lnTo>
                    <a:pt x="13161" y="1307"/>
                  </a:lnTo>
                  <a:lnTo>
                    <a:pt x="13208" y="1214"/>
                  </a:lnTo>
                  <a:lnTo>
                    <a:pt x="13208" y="887"/>
                  </a:lnTo>
                  <a:lnTo>
                    <a:pt x="13161" y="374"/>
                  </a:lnTo>
                  <a:lnTo>
                    <a:pt x="13208" y="140"/>
                  </a:lnTo>
                  <a:lnTo>
                    <a:pt x="1320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3" name="Google Shape;10533;p79"/>
            <p:cNvSpPr/>
            <p:nvPr/>
          </p:nvSpPr>
          <p:spPr>
            <a:xfrm>
              <a:off x="6538050" y="1446825"/>
              <a:ext cx="21025" cy="33850"/>
            </a:xfrm>
            <a:custGeom>
              <a:rect b="b" l="l" r="r" t="t"/>
              <a:pathLst>
                <a:path extrusionOk="0" h="1354" w="841">
                  <a:moveTo>
                    <a:pt x="1" y="0"/>
                  </a:moveTo>
                  <a:lnTo>
                    <a:pt x="94" y="94"/>
                  </a:lnTo>
                  <a:lnTo>
                    <a:pt x="141" y="187"/>
                  </a:lnTo>
                  <a:lnTo>
                    <a:pt x="188" y="327"/>
                  </a:lnTo>
                  <a:lnTo>
                    <a:pt x="188" y="1027"/>
                  </a:lnTo>
                  <a:lnTo>
                    <a:pt x="141" y="1167"/>
                  </a:lnTo>
                  <a:lnTo>
                    <a:pt x="94" y="1260"/>
                  </a:lnTo>
                  <a:lnTo>
                    <a:pt x="1" y="1354"/>
                  </a:lnTo>
                  <a:lnTo>
                    <a:pt x="654" y="1354"/>
                  </a:lnTo>
                  <a:lnTo>
                    <a:pt x="748" y="1260"/>
                  </a:lnTo>
                  <a:lnTo>
                    <a:pt x="841" y="1167"/>
                  </a:lnTo>
                  <a:lnTo>
                    <a:pt x="841" y="1027"/>
                  </a:lnTo>
                  <a:lnTo>
                    <a:pt x="841" y="327"/>
                  </a:lnTo>
                  <a:lnTo>
                    <a:pt x="841" y="187"/>
                  </a:lnTo>
                  <a:lnTo>
                    <a:pt x="748" y="94"/>
                  </a:lnTo>
                  <a:lnTo>
                    <a:pt x="6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4" name="Google Shape;10534;p79"/>
          <p:cNvGrpSpPr/>
          <p:nvPr/>
        </p:nvGrpSpPr>
        <p:grpSpPr>
          <a:xfrm>
            <a:off x="7103150" y="1184325"/>
            <a:ext cx="239200" cy="336025"/>
            <a:chOff x="7033900" y="1184325"/>
            <a:chExt cx="239200" cy="336025"/>
          </a:xfrm>
        </p:grpSpPr>
        <p:sp>
          <p:nvSpPr>
            <p:cNvPr id="10535" name="Google Shape;10535;p79"/>
            <p:cNvSpPr/>
            <p:nvPr/>
          </p:nvSpPr>
          <p:spPr>
            <a:xfrm>
              <a:off x="7105075" y="1204150"/>
              <a:ext cx="147025" cy="206525"/>
            </a:xfrm>
            <a:custGeom>
              <a:rect b="b" l="l" r="r" t="t"/>
              <a:pathLst>
                <a:path extrusionOk="0" h="8261" w="5881">
                  <a:moveTo>
                    <a:pt x="4667" y="0"/>
                  </a:moveTo>
                  <a:lnTo>
                    <a:pt x="4107" y="1120"/>
                  </a:lnTo>
                  <a:lnTo>
                    <a:pt x="3874" y="1447"/>
                  </a:lnTo>
                  <a:lnTo>
                    <a:pt x="3594" y="1774"/>
                  </a:lnTo>
                  <a:lnTo>
                    <a:pt x="3267" y="2007"/>
                  </a:lnTo>
                  <a:lnTo>
                    <a:pt x="2847" y="2147"/>
                  </a:lnTo>
                  <a:lnTo>
                    <a:pt x="2474" y="2334"/>
                  </a:lnTo>
                  <a:lnTo>
                    <a:pt x="2147" y="2567"/>
                  </a:lnTo>
                  <a:lnTo>
                    <a:pt x="1821" y="2847"/>
                  </a:lnTo>
                  <a:lnTo>
                    <a:pt x="1587" y="3220"/>
                  </a:lnTo>
                  <a:lnTo>
                    <a:pt x="1" y="6487"/>
                  </a:lnTo>
                  <a:lnTo>
                    <a:pt x="3594" y="8261"/>
                  </a:lnTo>
                  <a:lnTo>
                    <a:pt x="5228" y="4994"/>
                  </a:lnTo>
                  <a:lnTo>
                    <a:pt x="5274" y="4761"/>
                  </a:lnTo>
                  <a:lnTo>
                    <a:pt x="5321" y="4574"/>
                  </a:lnTo>
                  <a:lnTo>
                    <a:pt x="5321" y="4387"/>
                  </a:lnTo>
                  <a:lnTo>
                    <a:pt x="5274" y="4154"/>
                  </a:lnTo>
                  <a:lnTo>
                    <a:pt x="5181" y="3734"/>
                  </a:lnTo>
                  <a:lnTo>
                    <a:pt x="5041" y="3360"/>
                  </a:lnTo>
                  <a:lnTo>
                    <a:pt x="4994" y="3174"/>
                  </a:lnTo>
                  <a:lnTo>
                    <a:pt x="4947" y="2707"/>
                  </a:lnTo>
                  <a:lnTo>
                    <a:pt x="4947" y="2100"/>
                  </a:lnTo>
                  <a:lnTo>
                    <a:pt x="4994" y="1867"/>
                  </a:lnTo>
                  <a:lnTo>
                    <a:pt x="5041" y="1634"/>
                  </a:lnTo>
                  <a:lnTo>
                    <a:pt x="5881" y="607"/>
                  </a:lnTo>
                  <a:lnTo>
                    <a:pt x="466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6" name="Google Shape;10536;p79"/>
            <p:cNvSpPr/>
            <p:nvPr/>
          </p:nvSpPr>
          <p:spPr>
            <a:xfrm>
              <a:off x="7179750" y="1212325"/>
              <a:ext cx="72350" cy="198350"/>
            </a:xfrm>
            <a:custGeom>
              <a:rect b="b" l="l" r="r" t="t"/>
              <a:pathLst>
                <a:path extrusionOk="0" h="7934" w="2894">
                  <a:moveTo>
                    <a:pt x="2287" y="0"/>
                  </a:moveTo>
                  <a:lnTo>
                    <a:pt x="1774" y="1073"/>
                  </a:lnTo>
                  <a:lnTo>
                    <a:pt x="1587" y="1540"/>
                  </a:lnTo>
                  <a:lnTo>
                    <a:pt x="1540" y="1960"/>
                  </a:lnTo>
                  <a:lnTo>
                    <a:pt x="1587" y="2333"/>
                  </a:lnTo>
                  <a:lnTo>
                    <a:pt x="1680" y="2707"/>
                  </a:lnTo>
                  <a:lnTo>
                    <a:pt x="1820" y="3127"/>
                  </a:lnTo>
                  <a:lnTo>
                    <a:pt x="1820" y="3547"/>
                  </a:lnTo>
                  <a:lnTo>
                    <a:pt x="1774" y="3967"/>
                  </a:lnTo>
                  <a:lnTo>
                    <a:pt x="1634" y="4340"/>
                  </a:lnTo>
                  <a:lnTo>
                    <a:pt x="0" y="7607"/>
                  </a:lnTo>
                  <a:lnTo>
                    <a:pt x="607" y="7934"/>
                  </a:lnTo>
                  <a:lnTo>
                    <a:pt x="2241" y="4667"/>
                  </a:lnTo>
                  <a:lnTo>
                    <a:pt x="2381" y="4247"/>
                  </a:lnTo>
                  <a:lnTo>
                    <a:pt x="2427" y="3827"/>
                  </a:lnTo>
                  <a:lnTo>
                    <a:pt x="2427" y="3407"/>
                  </a:lnTo>
                  <a:lnTo>
                    <a:pt x="2287" y="3033"/>
                  </a:lnTo>
                  <a:lnTo>
                    <a:pt x="2194" y="2660"/>
                  </a:lnTo>
                  <a:lnTo>
                    <a:pt x="2147" y="2287"/>
                  </a:lnTo>
                  <a:lnTo>
                    <a:pt x="2194" y="1820"/>
                  </a:lnTo>
                  <a:lnTo>
                    <a:pt x="2381" y="1400"/>
                  </a:lnTo>
                  <a:lnTo>
                    <a:pt x="2894" y="280"/>
                  </a:lnTo>
                  <a:lnTo>
                    <a:pt x="22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7" name="Google Shape;10537;p79"/>
            <p:cNvSpPr/>
            <p:nvPr/>
          </p:nvSpPr>
          <p:spPr>
            <a:xfrm>
              <a:off x="7205425" y="1184325"/>
              <a:ext cx="61850" cy="51350"/>
            </a:xfrm>
            <a:custGeom>
              <a:rect b="b" l="l" r="r" t="t"/>
              <a:pathLst>
                <a:path extrusionOk="0" h="2054" w="2474">
                  <a:moveTo>
                    <a:pt x="513" y="0"/>
                  </a:moveTo>
                  <a:lnTo>
                    <a:pt x="420" y="47"/>
                  </a:lnTo>
                  <a:lnTo>
                    <a:pt x="373" y="140"/>
                  </a:lnTo>
                  <a:lnTo>
                    <a:pt x="0" y="887"/>
                  </a:lnTo>
                  <a:lnTo>
                    <a:pt x="0" y="980"/>
                  </a:lnTo>
                  <a:lnTo>
                    <a:pt x="0" y="1073"/>
                  </a:lnTo>
                  <a:lnTo>
                    <a:pt x="47" y="1120"/>
                  </a:lnTo>
                  <a:lnTo>
                    <a:pt x="93" y="1213"/>
                  </a:lnTo>
                  <a:lnTo>
                    <a:pt x="1914" y="2053"/>
                  </a:lnTo>
                  <a:lnTo>
                    <a:pt x="1960" y="2053"/>
                  </a:lnTo>
                  <a:lnTo>
                    <a:pt x="1960" y="2007"/>
                  </a:lnTo>
                  <a:lnTo>
                    <a:pt x="1914" y="1867"/>
                  </a:lnTo>
                  <a:lnTo>
                    <a:pt x="1960" y="1773"/>
                  </a:lnTo>
                  <a:lnTo>
                    <a:pt x="2240" y="1120"/>
                  </a:lnTo>
                  <a:lnTo>
                    <a:pt x="2334" y="1073"/>
                  </a:lnTo>
                  <a:lnTo>
                    <a:pt x="2427" y="980"/>
                  </a:lnTo>
                  <a:lnTo>
                    <a:pt x="2474" y="933"/>
                  </a:lnTo>
                  <a:lnTo>
                    <a:pt x="653"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8" name="Google Shape;10538;p79"/>
            <p:cNvSpPr/>
            <p:nvPr/>
          </p:nvSpPr>
          <p:spPr>
            <a:xfrm>
              <a:off x="7170425" y="1290475"/>
              <a:ext cx="36175" cy="40875"/>
            </a:xfrm>
            <a:custGeom>
              <a:rect b="b" l="l" r="r" t="t"/>
              <a:pathLst>
                <a:path extrusionOk="0" h="1635" w="1447">
                  <a:moveTo>
                    <a:pt x="700" y="1"/>
                  </a:moveTo>
                  <a:lnTo>
                    <a:pt x="560" y="47"/>
                  </a:lnTo>
                  <a:lnTo>
                    <a:pt x="420" y="94"/>
                  </a:lnTo>
                  <a:lnTo>
                    <a:pt x="280" y="187"/>
                  </a:lnTo>
                  <a:lnTo>
                    <a:pt x="140" y="281"/>
                  </a:lnTo>
                  <a:lnTo>
                    <a:pt x="93" y="421"/>
                  </a:lnTo>
                  <a:lnTo>
                    <a:pt x="0" y="607"/>
                  </a:lnTo>
                  <a:lnTo>
                    <a:pt x="0" y="747"/>
                  </a:lnTo>
                  <a:lnTo>
                    <a:pt x="0" y="934"/>
                  </a:lnTo>
                  <a:lnTo>
                    <a:pt x="47" y="1074"/>
                  </a:lnTo>
                  <a:lnTo>
                    <a:pt x="93" y="1214"/>
                  </a:lnTo>
                  <a:lnTo>
                    <a:pt x="187" y="1354"/>
                  </a:lnTo>
                  <a:lnTo>
                    <a:pt x="327" y="1448"/>
                  </a:lnTo>
                  <a:lnTo>
                    <a:pt x="467" y="1541"/>
                  </a:lnTo>
                  <a:lnTo>
                    <a:pt x="747" y="1634"/>
                  </a:lnTo>
                  <a:lnTo>
                    <a:pt x="840" y="1634"/>
                  </a:lnTo>
                  <a:lnTo>
                    <a:pt x="933" y="1588"/>
                  </a:lnTo>
                  <a:lnTo>
                    <a:pt x="1120" y="1448"/>
                  </a:lnTo>
                  <a:lnTo>
                    <a:pt x="1260" y="1214"/>
                  </a:lnTo>
                  <a:lnTo>
                    <a:pt x="1400" y="887"/>
                  </a:lnTo>
                  <a:lnTo>
                    <a:pt x="1447" y="561"/>
                  </a:lnTo>
                  <a:lnTo>
                    <a:pt x="1447" y="421"/>
                  </a:lnTo>
                  <a:lnTo>
                    <a:pt x="1400" y="281"/>
                  </a:lnTo>
                  <a:lnTo>
                    <a:pt x="1307" y="141"/>
                  </a:lnTo>
                  <a:lnTo>
                    <a:pt x="1167" y="47"/>
                  </a:lnTo>
                  <a:lnTo>
                    <a:pt x="10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9" name="Google Shape;10539;p79"/>
            <p:cNvSpPr/>
            <p:nvPr/>
          </p:nvSpPr>
          <p:spPr>
            <a:xfrm>
              <a:off x="7183250" y="1290475"/>
              <a:ext cx="28025" cy="40875"/>
            </a:xfrm>
            <a:custGeom>
              <a:rect b="b" l="l" r="r" t="t"/>
              <a:pathLst>
                <a:path extrusionOk="0" h="1635" w="1121">
                  <a:moveTo>
                    <a:pt x="187" y="1"/>
                  </a:moveTo>
                  <a:lnTo>
                    <a:pt x="0" y="47"/>
                  </a:lnTo>
                  <a:lnTo>
                    <a:pt x="94" y="47"/>
                  </a:lnTo>
                  <a:lnTo>
                    <a:pt x="234" y="141"/>
                  </a:lnTo>
                  <a:lnTo>
                    <a:pt x="374" y="281"/>
                  </a:lnTo>
                  <a:lnTo>
                    <a:pt x="467" y="374"/>
                  </a:lnTo>
                  <a:lnTo>
                    <a:pt x="514" y="561"/>
                  </a:lnTo>
                  <a:lnTo>
                    <a:pt x="560" y="701"/>
                  </a:lnTo>
                  <a:lnTo>
                    <a:pt x="560" y="841"/>
                  </a:lnTo>
                  <a:lnTo>
                    <a:pt x="514" y="1028"/>
                  </a:lnTo>
                  <a:lnTo>
                    <a:pt x="467" y="1168"/>
                  </a:lnTo>
                  <a:lnTo>
                    <a:pt x="374" y="1308"/>
                  </a:lnTo>
                  <a:lnTo>
                    <a:pt x="280" y="1401"/>
                  </a:lnTo>
                  <a:lnTo>
                    <a:pt x="140" y="1494"/>
                  </a:lnTo>
                  <a:lnTo>
                    <a:pt x="0" y="1588"/>
                  </a:lnTo>
                  <a:lnTo>
                    <a:pt x="187" y="1634"/>
                  </a:lnTo>
                  <a:lnTo>
                    <a:pt x="327" y="1634"/>
                  </a:lnTo>
                  <a:lnTo>
                    <a:pt x="607" y="1588"/>
                  </a:lnTo>
                  <a:lnTo>
                    <a:pt x="840" y="1401"/>
                  </a:lnTo>
                  <a:lnTo>
                    <a:pt x="980" y="1308"/>
                  </a:lnTo>
                  <a:lnTo>
                    <a:pt x="1027" y="1168"/>
                  </a:lnTo>
                  <a:lnTo>
                    <a:pt x="1120" y="1028"/>
                  </a:lnTo>
                  <a:lnTo>
                    <a:pt x="1120" y="841"/>
                  </a:lnTo>
                  <a:lnTo>
                    <a:pt x="1120" y="701"/>
                  </a:lnTo>
                  <a:lnTo>
                    <a:pt x="1074" y="561"/>
                  </a:lnTo>
                  <a:lnTo>
                    <a:pt x="1027" y="374"/>
                  </a:lnTo>
                  <a:lnTo>
                    <a:pt x="934" y="281"/>
                  </a:lnTo>
                  <a:lnTo>
                    <a:pt x="794" y="141"/>
                  </a:lnTo>
                  <a:lnTo>
                    <a:pt x="654" y="47"/>
                  </a:lnTo>
                  <a:lnTo>
                    <a:pt x="51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0" name="Google Shape;10540;p79"/>
            <p:cNvSpPr/>
            <p:nvPr/>
          </p:nvSpPr>
          <p:spPr>
            <a:xfrm>
              <a:off x="7046750" y="1335975"/>
              <a:ext cx="214700" cy="184375"/>
            </a:xfrm>
            <a:custGeom>
              <a:rect b="b" l="l" r="r" t="t"/>
              <a:pathLst>
                <a:path extrusionOk="0" h="7375" w="8588">
                  <a:moveTo>
                    <a:pt x="0" y="1"/>
                  </a:moveTo>
                  <a:lnTo>
                    <a:pt x="887" y="7094"/>
                  </a:lnTo>
                  <a:lnTo>
                    <a:pt x="934" y="7188"/>
                  </a:lnTo>
                  <a:lnTo>
                    <a:pt x="980" y="7281"/>
                  </a:lnTo>
                  <a:lnTo>
                    <a:pt x="1120" y="7374"/>
                  </a:lnTo>
                  <a:lnTo>
                    <a:pt x="7420" y="7374"/>
                  </a:lnTo>
                  <a:lnTo>
                    <a:pt x="7420" y="7328"/>
                  </a:lnTo>
                  <a:lnTo>
                    <a:pt x="7420" y="7234"/>
                  </a:lnTo>
                  <a:lnTo>
                    <a:pt x="7374" y="7141"/>
                  </a:lnTo>
                  <a:lnTo>
                    <a:pt x="7374" y="7001"/>
                  </a:lnTo>
                  <a:lnTo>
                    <a:pt x="858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1" name="Google Shape;10541;p79"/>
            <p:cNvSpPr/>
            <p:nvPr/>
          </p:nvSpPr>
          <p:spPr>
            <a:xfrm>
              <a:off x="7217075" y="1335975"/>
              <a:ext cx="44375" cy="184375"/>
            </a:xfrm>
            <a:custGeom>
              <a:rect b="b" l="l" r="r" t="t"/>
              <a:pathLst>
                <a:path extrusionOk="0" h="7375" w="1775">
                  <a:moveTo>
                    <a:pt x="1121" y="1"/>
                  </a:moveTo>
                  <a:lnTo>
                    <a:pt x="187" y="7094"/>
                  </a:lnTo>
                  <a:lnTo>
                    <a:pt x="141" y="7188"/>
                  </a:lnTo>
                  <a:lnTo>
                    <a:pt x="94" y="7281"/>
                  </a:lnTo>
                  <a:lnTo>
                    <a:pt x="1" y="7374"/>
                  </a:lnTo>
                  <a:lnTo>
                    <a:pt x="654" y="7374"/>
                  </a:lnTo>
                  <a:lnTo>
                    <a:pt x="748" y="7281"/>
                  </a:lnTo>
                  <a:lnTo>
                    <a:pt x="841" y="7188"/>
                  </a:lnTo>
                  <a:lnTo>
                    <a:pt x="888" y="7094"/>
                  </a:lnTo>
                  <a:lnTo>
                    <a:pt x="17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2" name="Google Shape;10542;p79"/>
            <p:cNvSpPr/>
            <p:nvPr/>
          </p:nvSpPr>
          <p:spPr>
            <a:xfrm>
              <a:off x="7033900" y="1317325"/>
              <a:ext cx="234550" cy="44350"/>
            </a:xfrm>
            <a:custGeom>
              <a:rect b="b" l="l" r="r" t="t"/>
              <a:pathLst>
                <a:path extrusionOk="0" h="1774" w="9382">
                  <a:moveTo>
                    <a:pt x="188" y="0"/>
                  </a:moveTo>
                  <a:lnTo>
                    <a:pt x="94" y="94"/>
                  </a:lnTo>
                  <a:lnTo>
                    <a:pt x="48" y="187"/>
                  </a:lnTo>
                  <a:lnTo>
                    <a:pt x="1" y="280"/>
                  </a:lnTo>
                  <a:lnTo>
                    <a:pt x="1" y="1447"/>
                  </a:lnTo>
                  <a:lnTo>
                    <a:pt x="48" y="1587"/>
                  </a:lnTo>
                  <a:lnTo>
                    <a:pt x="94" y="1680"/>
                  </a:lnTo>
                  <a:lnTo>
                    <a:pt x="188" y="1727"/>
                  </a:lnTo>
                  <a:lnTo>
                    <a:pt x="328" y="1774"/>
                  </a:lnTo>
                  <a:lnTo>
                    <a:pt x="9241" y="1774"/>
                  </a:lnTo>
                  <a:lnTo>
                    <a:pt x="9335" y="1727"/>
                  </a:lnTo>
                  <a:lnTo>
                    <a:pt x="9335" y="1680"/>
                  </a:lnTo>
                  <a:lnTo>
                    <a:pt x="9288" y="1447"/>
                  </a:lnTo>
                  <a:lnTo>
                    <a:pt x="9335" y="280"/>
                  </a:lnTo>
                  <a:lnTo>
                    <a:pt x="9381" y="47"/>
                  </a:lnTo>
                  <a:lnTo>
                    <a:pt x="9335" y="0"/>
                  </a:lnTo>
                  <a:lnTo>
                    <a:pt x="5228" y="0"/>
                  </a:lnTo>
                  <a:lnTo>
                    <a:pt x="3314" y="560"/>
                  </a:lnTo>
                  <a:lnTo>
                    <a:pt x="182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3" name="Google Shape;10543;p79"/>
            <p:cNvSpPr/>
            <p:nvPr/>
          </p:nvSpPr>
          <p:spPr>
            <a:xfrm>
              <a:off x="7079400" y="1317325"/>
              <a:ext cx="77050" cy="98025"/>
            </a:xfrm>
            <a:custGeom>
              <a:rect b="b" l="l" r="r" t="t"/>
              <a:pathLst>
                <a:path extrusionOk="0" h="3921" w="3082">
                  <a:moveTo>
                    <a:pt x="1" y="0"/>
                  </a:moveTo>
                  <a:lnTo>
                    <a:pt x="1" y="3594"/>
                  </a:lnTo>
                  <a:lnTo>
                    <a:pt x="1" y="3734"/>
                  </a:lnTo>
                  <a:lnTo>
                    <a:pt x="94" y="3827"/>
                  </a:lnTo>
                  <a:lnTo>
                    <a:pt x="188" y="3874"/>
                  </a:lnTo>
                  <a:lnTo>
                    <a:pt x="328" y="3920"/>
                  </a:lnTo>
                  <a:lnTo>
                    <a:pt x="2801" y="3920"/>
                  </a:lnTo>
                  <a:lnTo>
                    <a:pt x="30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4" name="Google Shape;10544;p79"/>
            <p:cNvSpPr/>
            <p:nvPr/>
          </p:nvSpPr>
          <p:spPr>
            <a:xfrm>
              <a:off x="7138925" y="1317325"/>
              <a:ext cx="25675" cy="98025"/>
            </a:xfrm>
            <a:custGeom>
              <a:rect b="b" l="l" r="r" t="t"/>
              <a:pathLst>
                <a:path extrusionOk="0" h="3921" w="1027">
                  <a:moveTo>
                    <a:pt x="327" y="0"/>
                  </a:moveTo>
                  <a:lnTo>
                    <a:pt x="327" y="3594"/>
                  </a:lnTo>
                  <a:lnTo>
                    <a:pt x="327" y="3734"/>
                  </a:lnTo>
                  <a:lnTo>
                    <a:pt x="233" y="3827"/>
                  </a:lnTo>
                  <a:lnTo>
                    <a:pt x="140" y="3874"/>
                  </a:lnTo>
                  <a:lnTo>
                    <a:pt x="0" y="3920"/>
                  </a:lnTo>
                  <a:lnTo>
                    <a:pt x="700" y="3920"/>
                  </a:lnTo>
                  <a:lnTo>
                    <a:pt x="840" y="3874"/>
                  </a:lnTo>
                  <a:lnTo>
                    <a:pt x="933" y="3827"/>
                  </a:lnTo>
                  <a:lnTo>
                    <a:pt x="980" y="3734"/>
                  </a:lnTo>
                  <a:lnTo>
                    <a:pt x="1027" y="3594"/>
                  </a:lnTo>
                  <a:lnTo>
                    <a:pt x="10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5" name="Google Shape;10545;p79"/>
            <p:cNvSpPr/>
            <p:nvPr/>
          </p:nvSpPr>
          <p:spPr>
            <a:xfrm>
              <a:off x="7248575" y="1317325"/>
              <a:ext cx="24525" cy="44350"/>
            </a:xfrm>
            <a:custGeom>
              <a:rect b="b" l="l" r="r" t="t"/>
              <a:pathLst>
                <a:path extrusionOk="0" h="1774" w="981">
                  <a:moveTo>
                    <a:pt x="94" y="0"/>
                  </a:moveTo>
                  <a:lnTo>
                    <a:pt x="234" y="94"/>
                  </a:lnTo>
                  <a:lnTo>
                    <a:pt x="281" y="187"/>
                  </a:lnTo>
                  <a:lnTo>
                    <a:pt x="328" y="280"/>
                  </a:lnTo>
                  <a:lnTo>
                    <a:pt x="328" y="1447"/>
                  </a:lnTo>
                  <a:lnTo>
                    <a:pt x="281" y="1587"/>
                  </a:lnTo>
                  <a:lnTo>
                    <a:pt x="234" y="1680"/>
                  </a:lnTo>
                  <a:lnTo>
                    <a:pt x="94" y="1727"/>
                  </a:lnTo>
                  <a:lnTo>
                    <a:pt x="1" y="1774"/>
                  </a:lnTo>
                  <a:lnTo>
                    <a:pt x="654" y="1774"/>
                  </a:lnTo>
                  <a:lnTo>
                    <a:pt x="794" y="1727"/>
                  </a:lnTo>
                  <a:lnTo>
                    <a:pt x="888" y="1680"/>
                  </a:lnTo>
                  <a:lnTo>
                    <a:pt x="981" y="1587"/>
                  </a:lnTo>
                  <a:lnTo>
                    <a:pt x="981" y="1447"/>
                  </a:lnTo>
                  <a:lnTo>
                    <a:pt x="981" y="280"/>
                  </a:lnTo>
                  <a:lnTo>
                    <a:pt x="981" y="187"/>
                  </a:lnTo>
                  <a:lnTo>
                    <a:pt x="888" y="94"/>
                  </a:lnTo>
                  <a:lnTo>
                    <a:pt x="79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6" name="Google Shape;10546;p79"/>
            <p:cNvSpPr/>
            <p:nvPr/>
          </p:nvSpPr>
          <p:spPr>
            <a:xfrm>
              <a:off x="7238075" y="1199475"/>
              <a:ext cx="31525" cy="37375"/>
            </a:xfrm>
            <a:custGeom>
              <a:rect b="b" l="l" r="r" t="t"/>
              <a:pathLst>
                <a:path extrusionOk="0" h="1495" w="1261">
                  <a:moveTo>
                    <a:pt x="1" y="1167"/>
                  </a:moveTo>
                  <a:lnTo>
                    <a:pt x="48" y="1214"/>
                  </a:lnTo>
                  <a:lnTo>
                    <a:pt x="74" y="1201"/>
                  </a:lnTo>
                  <a:lnTo>
                    <a:pt x="74" y="1201"/>
                  </a:lnTo>
                  <a:lnTo>
                    <a:pt x="1" y="1167"/>
                  </a:lnTo>
                  <a:close/>
                  <a:moveTo>
                    <a:pt x="561" y="1"/>
                  </a:moveTo>
                  <a:lnTo>
                    <a:pt x="608" y="47"/>
                  </a:lnTo>
                  <a:lnTo>
                    <a:pt x="654" y="141"/>
                  </a:lnTo>
                  <a:lnTo>
                    <a:pt x="654" y="234"/>
                  </a:lnTo>
                  <a:lnTo>
                    <a:pt x="654" y="281"/>
                  </a:lnTo>
                  <a:lnTo>
                    <a:pt x="281" y="1074"/>
                  </a:lnTo>
                  <a:lnTo>
                    <a:pt x="234" y="1121"/>
                  </a:lnTo>
                  <a:lnTo>
                    <a:pt x="141" y="1167"/>
                  </a:lnTo>
                  <a:lnTo>
                    <a:pt x="74" y="1201"/>
                  </a:lnTo>
                  <a:lnTo>
                    <a:pt x="74" y="1201"/>
                  </a:lnTo>
                  <a:lnTo>
                    <a:pt x="608" y="1447"/>
                  </a:lnTo>
                  <a:lnTo>
                    <a:pt x="654" y="1494"/>
                  </a:lnTo>
                  <a:lnTo>
                    <a:pt x="748" y="1494"/>
                  </a:lnTo>
                  <a:lnTo>
                    <a:pt x="841" y="1447"/>
                  </a:lnTo>
                  <a:lnTo>
                    <a:pt x="888" y="1354"/>
                  </a:lnTo>
                  <a:lnTo>
                    <a:pt x="1261" y="607"/>
                  </a:lnTo>
                  <a:lnTo>
                    <a:pt x="1261" y="514"/>
                  </a:lnTo>
                  <a:lnTo>
                    <a:pt x="1261" y="421"/>
                  </a:lnTo>
                  <a:lnTo>
                    <a:pt x="1214" y="374"/>
                  </a:lnTo>
                  <a:lnTo>
                    <a:pt x="1168" y="327"/>
                  </a:lnTo>
                  <a:lnTo>
                    <a:pt x="56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47" name="Google Shape;10547;p79"/>
          <p:cNvGrpSpPr/>
          <p:nvPr/>
        </p:nvGrpSpPr>
        <p:grpSpPr>
          <a:xfrm>
            <a:off x="7859175" y="1184325"/>
            <a:ext cx="233375" cy="336025"/>
            <a:chOff x="7789925" y="1184325"/>
            <a:chExt cx="233375" cy="336025"/>
          </a:xfrm>
        </p:grpSpPr>
        <p:sp>
          <p:nvSpPr>
            <p:cNvPr id="10548" name="Google Shape;10548;p79"/>
            <p:cNvSpPr/>
            <p:nvPr/>
          </p:nvSpPr>
          <p:spPr>
            <a:xfrm>
              <a:off x="7929950" y="1270650"/>
              <a:ext cx="93350" cy="89850"/>
            </a:xfrm>
            <a:custGeom>
              <a:rect b="b" l="l" r="r" t="t"/>
              <a:pathLst>
                <a:path extrusionOk="0" h="3594" w="3734">
                  <a:moveTo>
                    <a:pt x="187" y="0"/>
                  </a:moveTo>
                  <a:lnTo>
                    <a:pt x="93" y="47"/>
                  </a:lnTo>
                  <a:lnTo>
                    <a:pt x="47" y="94"/>
                  </a:lnTo>
                  <a:lnTo>
                    <a:pt x="0" y="140"/>
                  </a:lnTo>
                  <a:lnTo>
                    <a:pt x="0" y="234"/>
                  </a:lnTo>
                  <a:lnTo>
                    <a:pt x="0" y="280"/>
                  </a:lnTo>
                  <a:lnTo>
                    <a:pt x="47" y="374"/>
                  </a:lnTo>
                  <a:lnTo>
                    <a:pt x="93" y="374"/>
                  </a:lnTo>
                  <a:lnTo>
                    <a:pt x="187" y="420"/>
                  </a:lnTo>
                  <a:lnTo>
                    <a:pt x="2240" y="420"/>
                  </a:lnTo>
                  <a:lnTo>
                    <a:pt x="2520" y="514"/>
                  </a:lnTo>
                  <a:lnTo>
                    <a:pt x="2754" y="654"/>
                  </a:lnTo>
                  <a:lnTo>
                    <a:pt x="2940" y="840"/>
                  </a:lnTo>
                  <a:lnTo>
                    <a:pt x="3127" y="1027"/>
                  </a:lnTo>
                  <a:lnTo>
                    <a:pt x="3267" y="1260"/>
                  </a:lnTo>
                  <a:lnTo>
                    <a:pt x="3314" y="1540"/>
                  </a:lnTo>
                  <a:lnTo>
                    <a:pt x="3360" y="1821"/>
                  </a:lnTo>
                  <a:lnTo>
                    <a:pt x="3314" y="2054"/>
                  </a:lnTo>
                  <a:lnTo>
                    <a:pt x="3267" y="2334"/>
                  </a:lnTo>
                  <a:lnTo>
                    <a:pt x="3127" y="2567"/>
                  </a:lnTo>
                  <a:lnTo>
                    <a:pt x="2940" y="2801"/>
                  </a:lnTo>
                  <a:lnTo>
                    <a:pt x="2754" y="2941"/>
                  </a:lnTo>
                  <a:lnTo>
                    <a:pt x="2520" y="3081"/>
                  </a:lnTo>
                  <a:lnTo>
                    <a:pt x="2240" y="3174"/>
                  </a:lnTo>
                  <a:lnTo>
                    <a:pt x="1447" y="3174"/>
                  </a:lnTo>
                  <a:lnTo>
                    <a:pt x="1400" y="3221"/>
                  </a:lnTo>
                  <a:lnTo>
                    <a:pt x="1307" y="3221"/>
                  </a:lnTo>
                  <a:lnTo>
                    <a:pt x="1260" y="3314"/>
                  </a:lnTo>
                  <a:lnTo>
                    <a:pt x="1260" y="3361"/>
                  </a:lnTo>
                  <a:lnTo>
                    <a:pt x="1260" y="3454"/>
                  </a:lnTo>
                  <a:lnTo>
                    <a:pt x="1307" y="3501"/>
                  </a:lnTo>
                  <a:lnTo>
                    <a:pt x="1400" y="3547"/>
                  </a:lnTo>
                  <a:lnTo>
                    <a:pt x="1447" y="3594"/>
                  </a:lnTo>
                  <a:lnTo>
                    <a:pt x="1960" y="3594"/>
                  </a:lnTo>
                  <a:lnTo>
                    <a:pt x="2334" y="3547"/>
                  </a:lnTo>
                  <a:lnTo>
                    <a:pt x="2660" y="3454"/>
                  </a:lnTo>
                  <a:lnTo>
                    <a:pt x="2940" y="3267"/>
                  </a:lnTo>
                  <a:lnTo>
                    <a:pt x="3220" y="3081"/>
                  </a:lnTo>
                  <a:lnTo>
                    <a:pt x="3454" y="2801"/>
                  </a:lnTo>
                  <a:lnTo>
                    <a:pt x="3594" y="2474"/>
                  </a:lnTo>
                  <a:lnTo>
                    <a:pt x="3734" y="2147"/>
                  </a:lnTo>
                  <a:lnTo>
                    <a:pt x="3734" y="1821"/>
                  </a:lnTo>
                  <a:lnTo>
                    <a:pt x="3734" y="1447"/>
                  </a:lnTo>
                  <a:lnTo>
                    <a:pt x="3594" y="1120"/>
                  </a:lnTo>
                  <a:lnTo>
                    <a:pt x="3454" y="794"/>
                  </a:lnTo>
                  <a:lnTo>
                    <a:pt x="3220" y="560"/>
                  </a:lnTo>
                  <a:lnTo>
                    <a:pt x="2940" y="327"/>
                  </a:lnTo>
                  <a:lnTo>
                    <a:pt x="2660" y="140"/>
                  </a:lnTo>
                  <a:lnTo>
                    <a:pt x="2334" y="47"/>
                  </a:lnTo>
                  <a:lnTo>
                    <a:pt x="19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9" name="Google Shape;10549;p79"/>
            <p:cNvSpPr/>
            <p:nvPr/>
          </p:nvSpPr>
          <p:spPr>
            <a:xfrm>
              <a:off x="7857600" y="1184325"/>
              <a:ext cx="79375" cy="38525"/>
            </a:xfrm>
            <a:custGeom>
              <a:rect b="b" l="l" r="r" t="t"/>
              <a:pathLst>
                <a:path extrusionOk="0" h="1541" w="3175">
                  <a:moveTo>
                    <a:pt x="327" y="0"/>
                  </a:moveTo>
                  <a:lnTo>
                    <a:pt x="187" y="47"/>
                  </a:lnTo>
                  <a:lnTo>
                    <a:pt x="94" y="93"/>
                  </a:lnTo>
                  <a:lnTo>
                    <a:pt x="47" y="187"/>
                  </a:lnTo>
                  <a:lnTo>
                    <a:pt x="1" y="327"/>
                  </a:lnTo>
                  <a:lnTo>
                    <a:pt x="1" y="1540"/>
                  </a:lnTo>
                  <a:lnTo>
                    <a:pt x="3174" y="1540"/>
                  </a:lnTo>
                  <a:lnTo>
                    <a:pt x="2754" y="560"/>
                  </a:lnTo>
                  <a:lnTo>
                    <a:pt x="2801" y="373"/>
                  </a:lnTo>
                  <a:lnTo>
                    <a:pt x="2894" y="187"/>
                  </a:lnTo>
                  <a:lnTo>
                    <a:pt x="2894" y="47"/>
                  </a:lnTo>
                  <a:lnTo>
                    <a:pt x="289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0" name="Google Shape;10550;p79"/>
            <p:cNvSpPr/>
            <p:nvPr/>
          </p:nvSpPr>
          <p:spPr>
            <a:xfrm>
              <a:off x="7789925" y="1228650"/>
              <a:ext cx="211200" cy="290525"/>
            </a:xfrm>
            <a:custGeom>
              <a:rect b="b" l="l" r="r" t="t"/>
              <a:pathLst>
                <a:path extrusionOk="0" h="11621" w="8448">
                  <a:moveTo>
                    <a:pt x="2614" y="0"/>
                  </a:moveTo>
                  <a:lnTo>
                    <a:pt x="2521" y="47"/>
                  </a:lnTo>
                  <a:lnTo>
                    <a:pt x="2474" y="140"/>
                  </a:lnTo>
                  <a:lnTo>
                    <a:pt x="2474" y="234"/>
                  </a:lnTo>
                  <a:lnTo>
                    <a:pt x="2708" y="1120"/>
                  </a:lnTo>
                  <a:lnTo>
                    <a:pt x="2801" y="1680"/>
                  </a:lnTo>
                  <a:lnTo>
                    <a:pt x="2894" y="2240"/>
                  </a:lnTo>
                  <a:lnTo>
                    <a:pt x="2894" y="2800"/>
                  </a:lnTo>
                  <a:lnTo>
                    <a:pt x="2848" y="3407"/>
                  </a:lnTo>
                  <a:lnTo>
                    <a:pt x="2801" y="3734"/>
                  </a:lnTo>
                  <a:lnTo>
                    <a:pt x="2661" y="4014"/>
                  </a:lnTo>
                  <a:lnTo>
                    <a:pt x="2428" y="4294"/>
                  </a:lnTo>
                  <a:lnTo>
                    <a:pt x="2148" y="4481"/>
                  </a:lnTo>
                  <a:lnTo>
                    <a:pt x="1681" y="4807"/>
                  </a:lnTo>
                  <a:lnTo>
                    <a:pt x="1261" y="5134"/>
                  </a:lnTo>
                  <a:lnTo>
                    <a:pt x="934" y="5554"/>
                  </a:lnTo>
                  <a:lnTo>
                    <a:pt x="608" y="6021"/>
                  </a:lnTo>
                  <a:lnTo>
                    <a:pt x="374" y="6534"/>
                  </a:lnTo>
                  <a:lnTo>
                    <a:pt x="188" y="7047"/>
                  </a:lnTo>
                  <a:lnTo>
                    <a:pt x="48" y="7607"/>
                  </a:lnTo>
                  <a:lnTo>
                    <a:pt x="1" y="8214"/>
                  </a:lnTo>
                  <a:lnTo>
                    <a:pt x="48" y="8447"/>
                  </a:lnTo>
                  <a:lnTo>
                    <a:pt x="94" y="8681"/>
                  </a:lnTo>
                  <a:lnTo>
                    <a:pt x="141" y="8867"/>
                  </a:lnTo>
                  <a:lnTo>
                    <a:pt x="234" y="9007"/>
                  </a:lnTo>
                  <a:lnTo>
                    <a:pt x="514" y="9334"/>
                  </a:lnTo>
                  <a:lnTo>
                    <a:pt x="841" y="9567"/>
                  </a:lnTo>
                  <a:lnTo>
                    <a:pt x="1634" y="10034"/>
                  </a:lnTo>
                  <a:lnTo>
                    <a:pt x="2008" y="10267"/>
                  </a:lnTo>
                  <a:lnTo>
                    <a:pt x="2381" y="10547"/>
                  </a:lnTo>
                  <a:lnTo>
                    <a:pt x="4668" y="11107"/>
                  </a:lnTo>
                  <a:lnTo>
                    <a:pt x="6908" y="11621"/>
                  </a:lnTo>
                  <a:lnTo>
                    <a:pt x="7001" y="11574"/>
                  </a:lnTo>
                  <a:lnTo>
                    <a:pt x="7095" y="11527"/>
                  </a:lnTo>
                  <a:lnTo>
                    <a:pt x="7421" y="11201"/>
                  </a:lnTo>
                  <a:lnTo>
                    <a:pt x="7701" y="10827"/>
                  </a:lnTo>
                  <a:lnTo>
                    <a:pt x="7935" y="10454"/>
                  </a:lnTo>
                  <a:lnTo>
                    <a:pt x="8121" y="9987"/>
                  </a:lnTo>
                  <a:lnTo>
                    <a:pt x="8261" y="9567"/>
                  </a:lnTo>
                  <a:lnTo>
                    <a:pt x="8355" y="9054"/>
                  </a:lnTo>
                  <a:lnTo>
                    <a:pt x="8401" y="8587"/>
                  </a:lnTo>
                  <a:lnTo>
                    <a:pt x="8448" y="8074"/>
                  </a:lnTo>
                  <a:lnTo>
                    <a:pt x="8401" y="7514"/>
                  </a:lnTo>
                  <a:lnTo>
                    <a:pt x="8308" y="6954"/>
                  </a:lnTo>
                  <a:lnTo>
                    <a:pt x="8121" y="6487"/>
                  </a:lnTo>
                  <a:lnTo>
                    <a:pt x="7888" y="6067"/>
                  </a:lnTo>
                  <a:lnTo>
                    <a:pt x="7561" y="5647"/>
                  </a:lnTo>
                  <a:lnTo>
                    <a:pt x="7188" y="5274"/>
                  </a:lnTo>
                  <a:lnTo>
                    <a:pt x="6815" y="4947"/>
                  </a:lnTo>
                  <a:lnTo>
                    <a:pt x="6348" y="4667"/>
                  </a:lnTo>
                  <a:lnTo>
                    <a:pt x="6068" y="4481"/>
                  </a:lnTo>
                  <a:lnTo>
                    <a:pt x="5834" y="4201"/>
                  </a:lnTo>
                  <a:lnTo>
                    <a:pt x="5648" y="3874"/>
                  </a:lnTo>
                  <a:lnTo>
                    <a:pt x="5601" y="3547"/>
                  </a:lnTo>
                  <a:lnTo>
                    <a:pt x="5554" y="2940"/>
                  </a:lnTo>
                  <a:lnTo>
                    <a:pt x="5554" y="2334"/>
                  </a:lnTo>
                  <a:lnTo>
                    <a:pt x="5601" y="1680"/>
                  </a:lnTo>
                  <a:lnTo>
                    <a:pt x="5694" y="1120"/>
                  </a:lnTo>
                  <a:lnTo>
                    <a:pt x="6161" y="234"/>
                  </a:lnTo>
                  <a:lnTo>
                    <a:pt x="6161" y="140"/>
                  </a:lnTo>
                  <a:lnTo>
                    <a:pt x="6161" y="47"/>
                  </a:lnTo>
                  <a:lnTo>
                    <a:pt x="606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1" name="Google Shape;10551;p79"/>
            <p:cNvSpPr/>
            <p:nvPr/>
          </p:nvSpPr>
          <p:spPr>
            <a:xfrm>
              <a:off x="7917100" y="1228650"/>
              <a:ext cx="88700" cy="290525"/>
            </a:xfrm>
            <a:custGeom>
              <a:rect b="b" l="l" r="r" t="t"/>
              <a:pathLst>
                <a:path extrusionOk="0" h="11621" w="3548">
                  <a:moveTo>
                    <a:pt x="327" y="0"/>
                  </a:moveTo>
                  <a:lnTo>
                    <a:pt x="374" y="47"/>
                  </a:lnTo>
                  <a:lnTo>
                    <a:pt x="421" y="140"/>
                  </a:lnTo>
                  <a:lnTo>
                    <a:pt x="421" y="234"/>
                  </a:lnTo>
                  <a:lnTo>
                    <a:pt x="187" y="1120"/>
                  </a:lnTo>
                  <a:lnTo>
                    <a:pt x="94" y="1680"/>
                  </a:lnTo>
                  <a:lnTo>
                    <a:pt x="47" y="2240"/>
                  </a:lnTo>
                  <a:lnTo>
                    <a:pt x="1" y="2800"/>
                  </a:lnTo>
                  <a:lnTo>
                    <a:pt x="47" y="3407"/>
                  </a:lnTo>
                  <a:lnTo>
                    <a:pt x="141" y="3734"/>
                  </a:lnTo>
                  <a:lnTo>
                    <a:pt x="281" y="4014"/>
                  </a:lnTo>
                  <a:lnTo>
                    <a:pt x="467" y="4294"/>
                  </a:lnTo>
                  <a:lnTo>
                    <a:pt x="747" y="4481"/>
                  </a:lnTo>
                  <a:lnTo>
                    <a:pt x="1214" y="4807"/>
                  </a:lnTo>
                  <a:lnTo>
                    <a:pt x="1634" y="5134"/>
                  </a:lnTo>
                  <a:lnTo>
                    <a:pt x="2008" y="5554"/>
                  </a:lnTo>
                  <a:lnTo>
                    <a:pt x="2288" y="6021"/>
                  </a:lnTo>
                  <a:lnTo>
                    <a:pt x="2568" y="6534"/>
                  </a:lnTo>
                  <a:lnTo>
                    <a:pt x="2754" y="7047"/>
                  </a:lnTo>
                  <a:lnTo>
                    <a:pt x="2848" y="7607"/>
                  </a:lnTo>
                  <a:lnTo>
                    <a:pt x="2894" y="8214"/>
                  </a:lnTo>
                  <a:lnTo>
                    <a:pt x="2848" y="8681"/>
                  </a:lnTo>
                  <a:lnTo>
                    <a:pt x="2801" y="9194"/>
                  </a:lnTo>
                  <a:lnTo>
                    <a:pt x="2661" y="9661"/>
                  </a:lnTo>
                  <a:lnTo>
                    <a:pt x="2474" y="10081"/>
                  </a:lnTo>
                  <a:lnTo>
                    <a:pt x="2241" y="10501"/>
                  </a:lnTo>
                  <a:lnTo>
                    <a:pt x="1961" y="10874"/>
                  </a:lnTo>
                  <a:lnTo>
                    <a:pt x="1681" y="11201"/>
                  </a:lnTo>
                  <a:lnTo>
                    <a:pt x="1308" y="11527"/>
                  </a:lnTo>
                  <a:lnTo>
                    <a:pt x="1214" y="11574"/>
                  </a:lnTo>
                  <a:lnTo>
                    <a:pt x="1121" y="11621"/>
                  </a:lnTo>
                  <a:lnTo>
                    <a:pt x="1821" y="11621"/>
                  </a:lnTo>
                  <a:lnTo>
                    <a:pt x="1914" y="11574"/>
                  </a:lnTo>
                  <a:lnTo>
                    <a:pt x="2008" y="11527"/>
                  </a:lnTo>
                  <a:lnTo>
                    <a:pt x="2334" y="11201"/>
                  </a:lnTo>
                  <a:lnTo>
                    <a:pt x="2661" y="10874"/>
                  </a:lnTo>
                  <a:lnTo>
                    <a:pt x="2941" y="10501"/>
                  </a:lnTo>
                  <a:lnTo>
                    <a:pt x="3128" y="10081"/>
                  </a:lnTo>
                  <a:lnTo>
                    <a:pt x="3314" y="9661"/>
                  </a:lnTo>
                  <a:lnTo>
                    <a:pt x="3454" y="9194"/>
                  </a:lnTo>
                  <a:lnTo>
                    <a:pt x="3548" y="8681"/>
                  </a:lnTo>
                  <a:lnTo>
                    <a:pt x="3548" y="8214"/>
                  </a:lnTo>
                  <a:lnTo>
                    <a:pt x="3548" y="7607"/>
                  </a:lnTo>
                  <a:lnTo>
                    <a:pt x="3408" y="7047"/>
                  </a:lnTo>
                  <a:lnTo>
                    <a:pt x="3221" y="6534"/>
                  </a:lnTo>
                  <a:lnTo>
                    <a:pt x="2988" y="6021"/>
                  </a:lnTo>
                  <a:lnTo>
                    <a:pt x="2661" y="5554"/>
                  </a:lnTo>
                  <a:lnTo>
                    <a:pt x="2288" y="5134"/>
                  </a:lnTo>
                  <a:lnTo>
                    <a:pt x="1868" y="4807"/>
                  </a:lnTo>
                  <a:lnTo>
                    <a:pt x="1448" y="4481"/>
                  </a:lnTo>
                  <a:lnTo>
                    <a:pt x="1168" y="4294"/>
                  </a:lnTo>
                  <a:lnTo>
                    <a:pt x="934" y="4014"/>
                  </a:lnTo>
                  <a:lnTo>
                    <a:pt x="794" y="3734"/>
                  </a:lnTo>
                  <a:lnTo>
                    <a:pt x="701" y="3407"/>
                  </a:lnTo>
                  <a:lnTo>
                    <a:pt x="701" y="2800"/>
                  </a:lnTo>
                  <a:lnTo>
                    <a:pt x="701" y="2240"/>
                  </a:lnTo>
                  <a:lnTo>
                    <a:pt x="747" y="1680"/>
                  </a:lnTo>
                  <a:lnTo>
                    <a:pt x="887" y="1120"/>
                  </a:lnTo>
                  <a:lnTo>
                    <a:pt x="1074" y="234"/>
                  </a:lnTo>
                  <a:lnTo>
                    <a:pt x="1074" y="140"/>
                  </a:lnTo>
                  <a:lnTo>
                    <a:pt x="1074" y="47"/>
                  </a:lnTo>
                  <a:lnTo>
                    <a:pt x="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2" name="Google Shape;10552;p79"/>
            <p:cNvSpPr/>
            <p:nvPr/>
          </p:nvSpPr>
          <p:spPr>
            <a:xfrm>
              <a:off x="7789925" y="1384975"/>
              <a:ext cx="210050" cy="134200"/>
            </a:xfrm>
            <a:custGeom>
              <a:rect b="b" l="l" r="r" t="t"/>
              <a:pathLst>
                <a:path extrusionOk="0" h="5368" w="8402">
                  <a:moveTo>
                    <a:pt x="3314" y="1"/>
                  </a:moveTo>
                  <a:lnTo>
                    <a:pt x="2988" y="48"/>
                  </a:lnTo>
                  <a:lnTo>
                    <a:pt x="2754" y="94"/>
                  </a:lnTo>
                  <a:lnTo>
                    <a:pt x="2521" y="188"/>
                  </a:lnTo>
                  <a:lnTo>
                    <a:pt x="2334" y="281"/>
                  </a:lnTo>
                  <a:lnTo>
                    <a:pt x="2148" y="374"/>
                  </a:lnTo>
                  <a:lnTo>
                    <a:pt x="1914" y="468"/>
                  </a:lnTo>
                  <a:lnTo>
                    <a:pt x="1681" y="514"/>
                  </a:lnTo>
                  <a:lnTo>
                    <a:pt x="1354" y="561"/>
                  </a:lnTo>
                  <a:lnTo>
                    <a:pt x="1028" y="561"/>
                  </a:lnTo>
                  <a:lnTo>
                    <a:pt x="748" y="468"/>
                  </a:lnTo>
                  <a:lnTo>
                    <a:pt x="514" y="374"/>
                  </a:lnTo>
                  <a:lnTo>
                    <a:pt x="328" y="281"/>
                  </a:lnTo>
                  <a:lnTo>
                    <a:pt x="188" y="701"/>
                  </a:lnTo>
                  <a:lnTo>
                    <a:pt x="94" y="1074"/>
                  </a:lnTo>
                  <a:lnTo>
                    <a:pt x="48" y="1541"/>
                  </a:lnTo>
                  <a:lnTo>
                    <a:pt x="1" y="1961"/>
                  </a:lnTo>
                  <a:lnTo>
                    <a:pt x="48" y="2428"/>
                  </a:lnTo>
                  <a:lnTo>
                    <a:pt x="141" y="2941"/>
                  </a:lnTo>
                  <a:lnTo>
                    <a:pt x="281" y="3408"/>
                  </a:lnTo>
                  <a:lnTo>
                    <a:pt x="421" y="3828"/>
                  </a:lnTo>
                  <a:lnTo>
                    <a:pt x="654" y="4248"/>
                  </a:lnTo>
                  <a:lnTo>
                    <a:pt x="934" y="4621"/>
                  </a:lnTo>
                  <a:lnTo>
                    <a:pt x="1261" y="4948"/>
                  </a:lnTo>
                  <a:lnTo>
                    <a:pt x="1588" y="5274"/>
                  </a:lnTo>
                  <a:lnTo>
                    <a:pt x="1681" y="5321"/>
                  </a:lnTo>
                  <a:lnTo>
                    <a:pt x="1774" y="5368"/>
                  </a:lnTo>
                  <a:lnTo>
                    <a:pt x="6908" y="5368"/>
                  </a:lnTo>
                  <a:lnTo>
                    <a:pt x="7001" y="5321"/>
                  </a:lnTo>
                  <a:lnTo>
                    <a:pt x="7095" y="5274"/>
                  </a:lnTo>
                  <a:lnTo>
                    <a:pt x="7421" y="4948"/>
                  </a:lnTo>
                  <a:lnTo>
                    <a:pt x="7701" y="4621"/>
                  </a:lnTo>
                  <a:lnTo>
                    <a:pt x="7888" y="4201"/>
                  </a:lnTo>
                  <a:lnTo>
                    <a:pt x="8075" y="3781"/>
                  </a:lnTo>
                  <a:lnTo>
                    <a:pt x="8168" y="3314"/>
                  </a:lnTo>
                  <a:lnTo>
                    <a:pt x="8261" y="2848"/>
                  </a:lnTo>
                  <a:lnTo>
                    <a:pt x="8308" y="2334"/>
                  </a:lnTo>
                  <a:lnTo>
                    <a:pt x="8308" y="1868"/>
                  </a:lnTo>
                  <a:lnTo>
                    <a:pt x="8355" y="1448"/>
                  </a:lnTo>
                  <a:lnTo>
                    <a:pt x="8401" y="1028"/>
                  </a:lnTo>
                  <a:lnTo>
                    <a:pt x="8401" y="654"/>
                  </a:lnTo>
                  <a:lnTo>
                    <a:pt x="8401" y="468"/>
                  </a:lnTo>
                  <a:lnTo>
                    <a:pt x="8308" y="281"/>
                  </a:lnTo>
                  <a:lnTo>
                    <a:pt x="8121" y="188"/>
                  </a:lnTo>
                  <a:lnTo>
                    <a:pt x="7935" y="94"/>
                  </a:lnTo>
                  <a:lnTo>
                    <a:pt x="7655" y="48"/>
                  </a:lnTo>
                  <a:lnTo>
                    <a:pt x="7328" y="1"/>
                  </a:lnTo>
                  <a:lnTo>
                    <a:pt x="7001" y="48"/>
                  </a:lnTo>
                  <a:lnTo>
                    <a:pt x="6721" y="94"/>
                  </a:lnTo>
                  <a:lnTo>
                    <a:pt x="6535" y="188"/>
                  </a:lnTo>
                  <a:lnTo>
                    <a:pt x="6348" y="281"/>
                  </a:lnTo>
                  <a:lnTo>
                    <a:pt x="6161" y="374"/>
                  </a:lnTo>
                  <a:lnTo>
                    <a:pt x="5928" y="468"/>
                  </a:lnTo>
                  <a:lnTo>
                    <a:pt x="5648" y="514"/>
                  </a:lnTo>
                  <a:lnTo>
                    <a:pt x="5321" y="561"/>
                  </a:lnTo>
                  <a:lnTo>
                    <a:pt x="4994" y="514"/>
                  </a:lnTo>
                  <a:lnTo>
                    <a:pt x="4761" y="468"/>
                  </a:lnTo>
                  <a:lnTo>
                    <a:pt x="4528" y="374"/>
                  </a:lnTo>
                  <a:lnTo>
                    <a:pt x="4341" y="281"/>
                  </a:lnTo>
                  <a:lnTo>
                    <a:pt x="4154" y="188"/>
                  </a:lnTo>
                  <a:lnTo>
                    <a:pt x="3921" y="94"/>
                  </a:lnTo>
                  <a:lnTo>
                    <a:pt x="3688" y="48"/>
                  </a:lnTo>
                  <a:lnTo>
                    <a:pt x="331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3" name="Google Shape;10553;p79"/>
            <p:cNvSpPr/>
            <p:nvPr/>
          </p:nvSpPr>
          <p:spPr>
            <a:xfrm>
              <a:off x="7945100" y="1386150"/>
              <a:ext cx="60700" cy="133025"/>
            </a:xfrm>
            <a:custGeom>
              <a:rect b="b" l="l" r="r" t="t"/>
              <a:pathLst>
                <a:path extrusionOk="0" h="5321" w="2428">
                  <a:moveTo>
                    <a:pt x="1308" y="1"/>
                  </a:moveTo>
                  <a:lnTo>
                    <a:pt x="1494" y="421"/>
                  </a:lnTo>
                  <a:lnTo>
                    <a:pt x="1634" y="934"/>
                  </a:lnTo>
                  <a:lnTo>
                    <a:pt x="1728" y="1447"/>
                  </a:lnTo>
                  <a:lnTo>
                    <a:pt x="1774" y="1914"/>
                  </a:lnTo>
                  <a:lnTo>
                    <a:pt x="1728" y="2381"/>
                  </a:lnTo>
                  <a:lnTo>
                    <a:pt x="1681" y="2894"/>
                  </a:lnTo>
                  <a:lnTo>
                    <a:pt x="1541" y="3361"/>
                  </a:lnTo>
                  <a:lnTo>
                    <a:pt x="1354" y="3781"/>
                  </a:lnTo>
                  <a:lnTo>
                    <a:pt x="1121" y="4201"/>
                  </a:lnTo>
                  <a:lnTo>
                    <a:pt x="841" y="4574"/>
                  </a:lnTo>
                  <a:lnTo>
                    <a:pt x="561" y="4901"/>
                  </a:lnTo>
                  <a:lnTo>
                    <a:pt x="188" y="5227"/>
                  </a:lnTo>
                  <a:lnTo>
                    <a:pt x="94" y="5274"/>
                  </a:lnTo>
                  <a:lnTo>
                    <a:pt x="1" y="5321"/>
                  </a:lnTo>
                  <a:lnTo>
                    <a:pt x="701" y="5321"/>
                  </a:lnTo>
                  <a:lnTo>
                    <a:pt x="794" y="5274"/>
                  </a:lnTo>
                  <a:lnTo>
                    <a:pt x="888" y="5227"/>
                  </a:lnTo>
                  <a:lnTo>
                    <a:pt x="1214" y="4901"/>
                  </a:lnTo>
                  <a:lnTo>
                    <a:pt x="1541" y="4574"/>
                  </a:lnTo>
                  <a:lnTo>
                    <a:pt x="1821" y="4201"/>
                  </a:lnTo>
                  <a:lnTo>
                    <a:pt x="2008" y="3781"/>
                  </a:lnTo>
                  <a:lnTo>
                    <a:pt x="2194" y="3361"/>
                  </a:lnTo>
                  <a:lnTo>
                    <a:pt x="2334" y="2894"/>
                  </a:lnTo>
                  <a:lnTo>
                    <a:pt x="2428" y="2381"/>
                  </a:lnTo>
                  <a:lnTo>
                    <a:pt x="2428" y="1914"/>
                  </a:lnTo>
                  <a:lnTo>
                    <a:pt x="2428" y="1494"/>
                  </a:lnTo>
                  <a:lnTo>
                    <a:pt x="2381" y="1027"/>
                  </a:lnTo>
                  <a:lnTo>
                    <a:pt x="2241" y="654"/>
                  </a:lnTo>
                  <a:lnTo>
                    <a:pt x="2101" y="234"/>
                  </a:lnTo>
                  <a:lnTo>
                    <a:pt x="1774" y="94"/>
                  </a:lnTo>
                  <a:lnTo>
                    <a:pt x="158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4" name="Google Shape;10554;p79"/>
            <p:cNvSpPr/>
            <p:nvPr/>
          </p:nvSpPr>
          <p:spPr>
            <a:xfrm>
              <a:off x="7838950" y="1212325"/>
              <a:ext cx="113175" cy="33850"/>
            </a:xfrm>
            <a:custGeom>
              <a:rect b="b" l="l" r="r" t="t"/>
              <a:pathLst>
                <a:path extrusionOk="0" h="1354" w="4527">
                  <a:moveTo>
                    <a:pt x="233" y="0"/>
                  </a:moveTo>
                  <a:lnTo>
                    <a:pt x="93" y="93"/>
                  </a:lnTo>
                  <a:lnTo>
                    <a:pt x="47" y="187"/>
                  </a:lnTo>
                  <a:lnTo>
                    <a:pt x="0" y="327"/>
                  </a:lnTo>
                  <a:lnTo>
                    <a:pt x="0" y="1027"/>
                  </a:lnTo>
                  <a:lnTo>
                    <a:pt x="47" y="1167"/>
                  </a:lnTo>
                  <a:lnTo>
                    <a:pt x="93" y="1260"/>
                  </a:lnTo>
                  <a:lnTo>
                    <a:pt x="233" y="1307"/>
                  </a:lnTo>
                  <a:lnTo>
                    <a:pt x="327" y="1353"/>
                  </a:lnTo>
                  <a:lnTo>
                    <a:pt x="4387" y="1353"/>
                  </a:lnTo>
                  <a:lnTo>
                    <a:pt x="4480" y="1307"/>
                  </a:lnTo>
                  <a:lnTo>
                    <a:pt x="4527" y="1260"/>
                  </a:lnTo>
                  <a:lnTo>
                    <a:pt x="4480" y="1027"/>
                  </a:lnTo>
                  <a:lnTo>
                    <a:pt x="4434" y="373"/>
                  </a:lnTo>
                  <a:lnTo>
                    <a:pt x="4480" y="140"/>
                  </a:lnTo>
                  <a:lnTo>
                    <a:pt x="4480" y="47"/>
                  </a:lnTo>
                  <a:lnTo>
                    <a:pt x="438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5" name="Google Shape;10555;p79"/>
            <p:cNvSpPr/>
            <p:nvPr/>
          </p:nvSpPr>
          <p:spPr>
            <a:xfrm>
              <a:off x="7928775" y="1439825"/>
              <a:ext cx="58350" cy="79350"/>
            </a:xfrm>
            <a:custGeom>
              <a:rect b="b" l="l" r="r" t="t"/>
              <a:pathLst>
                <a:path extrusionOk="0" h="3174" w="2334">
                  <a:moveTo>
                    <a:pt x="1261" y="0"/>
                  </a:moveTo>
                  <a:lnTo>
                    <a:pt x="1027" y="47"/>
                  </a:lnTo>
                  <a:lnTo>
                    <a:pt x="794" y="140"/>
                  </a:lnTo>
                  <a:lnTo>
                    <a:pt x="560" y="280"/>
                  </a:lnTo>
                  <a:lnTo>
                    <a:pt x="374" y="467"/>
                  </a:lnTo>
                  <a:lnTo>
                    <a:pt x="187" y="700"/>
                  </a:lnTo>
                  <a:lnTo>
                    <a:pt x="94" y="980"/>
                  </a:lnTo>
                  <a:lnTo>
                    <a:pt x="0" y="1260"/>
                  </a:lnTo>
                  <a:lnTo>
                    <a:pt x="0" y="1587"/>
                  </a:lnTo>
                  <a:lnTo>
                    <a:pt x="0" y="1914"/>
                  </a:lnTo>
                  <a:lnTo>
                    <a:pt x="94" y="2194"/>
                  </a:lnTo>
                  <a:lnTo>
                    <a:pt x="187" y="2474"/>
                  </a:lnTo>
                  <a:lnTo>
                    <a:pt x="374" y="2707"/>
                  </a:lnTo>
                  <a:lnTo>
                    <a:pt x="560" y="2894"/>
                  </a:lnTo>
                  <a:lnTo>
                    <a:pt x="794" y="3034"/>
                  </a:lnTo>
                  <a:lnTo>
                    <a:pt x="1027" y="3127"/>
                  </a:lnTo>
                  <a:lnTo>
                    <a:pt x="1261" y="3174"/>
                  </a:lnTo>
                  <a:lnTo>
                    <a:pt x="1541" y="3127"/>
                  </a:lnTo>
                  <a:lnTo>
                    <a:pt x="1727" y="3034"/>
                  </a:lnTo>
                  <a:lnTo>
                    <a:pt x="1914" y="2894"/>
                  </a:lnTo>
                  <a:lnTo>
                    <a:pt x="2101" y="2707"/>
                  </a:lnTo>
                  <a:lnTo>
                    <a:pt x="2194" y="2427"/>
                  </a:lnTo>
                  <a:lnTo>
                    <a:pt x="2287" y="2147"/>
                  </a:lnTo>
                  <a:lnTo>
                    <a:pt x="2334" y="1867"/>
                  </a:lnTo>
                  <a:lnTo>
                    <a:pt x="2334" y="1540"/>
                  </a:lnTo>
                  <a:lnTo>
                    <a:pt x="2334" y="1214"/>
                  </a:lnTo>
                  <a:lnTo>
                    <a:pt x="2287" y="934"/>
                  </a:lnTo>
                  <a:lnTo>
                    <a:pt x="2194" y="700"/>
                  </a:lnTo>
                  <a:lnTo>
                    <a:pt x="2101" y="467"/>
                  </a:lnTo>
                  <a:lnTo>
                    <a:pt x="1914" y="280"/>
                  </a:lnTo>
                  <a:lnTo>
                    <a:pt x="1727" y="140"/>
                  </a:lnTo>
                  <a:lnTo>
                    <a:pt x="1541" y="47"/>
                  </a:lnTo>
                  <a:lnTo>
                    <a:pt x="12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6" name="Google Shape;10556;p79"/>
            <p:cNvSpPr/>
            <p:nvPr/>
          </p:nvSpPr>
          <p:spPr>
            <a:xfrm>
              <a:off x="7950950" y="1448000"/>
              <a:ext cx="70025" cy="72350"/>
            </a:xfrm>
            <a:custGeom>
              <a:rect b="b" l="l" r="r" t="t"/>
              <a:pathLst>
                <a:path extrusionOk="0" h="2894" w="2801">
                  <a:moveTo>
                    <a:pt x="1540" y="0"/>
                  </a:moveTo>
                  <a:lnTo>
                    <a:pt x="1260" y="47"/>
                  </a:lnTo>
                  <a:lnTo>
                    <a:pt x="980" y="187"/>
                  </a:lnTo>
                  <a:lnTo>
                    <a:pt x="747" y="373"/>
                  </a:lnTo>
                  <a:lnTo>
                    <a:pt x="514" y="560"/>
                  </a:lnTo>
                  <a:lnTo>
                    <a:pt x="327" y="840"/>
                  </a:lnTo>
                  <a:lnTo>
                    <a:pt x="140" y="1073"/>
                  </a:lnTo>
                  <a:lnTo>
                    <a:pt x="47" y="1353"/>
                  </a:lnTo>
                  <a:lnTo>
                    <a:pt x="0" y="1633"/>
                  </a:lnTo>
                  <a:lnTo>
                    <a:pt x="47" y="1913"/>
                  </a:lnTo>
                  <a:lnTo>
                    <a:pt x="94" y="2193"/>
                  </a:lnTo>
                  <a:lnTo>
                    <a:pt x="187" y="2380"/>
                  </a:lnTo>
                  <a:lnTo>
                    <a:pt x="374" y="2613"/>
                  </a:lnTo>
                  <a:lnTo>
                    <a:pt x="514" y="2707"/>
                  </a:lnTo>
                  <a:lnTo>
                    <a:pt x="654" y="2800"/>
                  </a:lnTo>
                  <a:lnTo>
                    <a:pt x="980" y="2893"/>
                  </a:lnTo>
                  <a:lnTo>
                    <a:pt x="1167" y="2893"/>
                  </a:lnTo>
                  <a:lnTo>
                    <a:pt x="1307" y="2847"/>
                  </a:lnTo>
                  <a:lnTo>
                    <a:pt x="1494" y="2753"/>
                  </a:lnTo>
                  <a:lnTo>
                    <a:pt x="1634" y="2660"/>
                  </a:lnTo>
                  <a:lnTo>
                    <a:pt x="1914" y="2380"/>
                  </a:lnTo>
                  <a:lnTo>
                    <a:pt x="2194" y="2053"/>
                  </a:lnTo>
                  <a:lnTo>
                    <a:pt x="2427" y="1820"/>
                  </a:lnTo>
                  <a:lnTo>
                    <a:pt x="2567" y="1587"/>
                  </a:lnTo>
                  <a:lnTo>
                    <a:pt x="2707" y="1353"/>
                  </a:lnTo>
                  <a:lnTo>
                    <a:pt x="2800" y="1120"/>
                  </a:lnTo>
                  <a:lnTo>
                    <a:pt x="2800" y="887"/>
                  </a:lnTo>
                  <a:lnTo>
                    <a:pt x="2800" y="700"/>
                  </a:lnTo>
                  <a:lnTo>
                    <a:pt x="2707" y="467"/>
                  </a:lnTo>
                  <a:lnTo>
                    <a:pt x="2520" y="280"/>
                  </a:lnTo>
                  <a:lnTo>
                    <a:pt x="2334" y="140"/>
                  </a:lnTo>
                  <a:lnTo>
                    <a:pt x="2054" y="47"/>
                  </a:lnTo>
                  <a:lnTo>
                    <a:pt x="182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7" name="Google Shape;10557;p79"/>
            <p:cNvSpPr/>
            <p:nvPr/>
          </p:nvSpPr>
          <p:spPr>
            <a:xfrm>
              <a:off x="7971950" y="1448000"/>
              <a:ext cx="51350" cy="72350"/>
            </a:xfrm>
            <a:custGeom>
              <a:rect b="b" l="l" r="r" t="t"/>
              <a:pathLst>
                <a:path extrusionOk="0" h="2894" w="2054">
                  <a:moveTo>
                    <a:pt x="840" y="0"/>
                  </a:moveTo>
                  <a:lnTo>
                    <a:pt x="560" y="47"/>
                  </a:lnTo>
                  <a:lnTo>
                    <a:pt x="794" y="140"/>
                  </a:lnTo>
                  <a:lnTo>
                    <a:pt x="1027" y="280"/>
                  </a:lnTo>
                  <a:lnTo>
                    <a:pt x="1167" y="467"/>
                  </a:lnTo>
                  <a:lnTo>
                    <a:pt x="1307" y="700"/>
                  </a:lnTo>
                  <a:lnTo>
                    <a:pt x="1354" y="980"/>
                  </a:lnTo>
                  <a:lnTo>
                    <a:pt x="1354" y="1260"/>
                  </a:lnTo>
                  <a:lnTo>
                    <a:pt x="1307" y="1540"/>
                  </a:lnTo>
                  <a:lnTo>
                    <a:pt x="1214" y="1820"/>
                  </a:lnTo>
                  <a:lnTo>
                    <a:pt x="1074" y="2053"/>
                  </a:lnTo>
                  <a:lnTo>
                    <a:pt x="887" y="2333"/>
                  </a:lnTo>
                  <a:lnTo>
                    <a:pt x="700" y="2520"/>
                  </a:lnTo>
                  <a:lnTo>
                    <a:pt x="467" y="2660"/>
                  </a:lnTo>
                  <a:lnTo>
                    <a:pt x="234" y="2800"/>
                  </a:lnTo>
                  <a:lnTo>
                    <a:pt x="0" y="2847"/>
                  </a:lnTo>
                  <a:lnTo>
                    <a:pt x="187" y="2893"/>
                  </a:lnTo>
                  <a:lnTo>
                    <a:pt x="607" y="2893"/>
                  </a:lnTo>
                  <a:lnTo>
                    <a:pt x="794" y="2800"/>
                  </a:lnTo>
                  <a:lnTo>
                    <a:pt x="980" y="2753"/>
                  </a:lnTo>
                  <a:lnTo>
                    <a:pt x="1214" y="2613"/>
                  </a:lnTo>
                  <a:lnTo>
                    <a:pt x="1400" y="2473"/>
                  </a:lnTo>
                  <a:lnTo>
                    <a:pt x="1540" y="2333"/>
                  </a:lnTo>
                  <a:lnTo>
                    <a:pt x="1774" y="2053"/>
                  </a:lnTo>
                  <a:lnTo>
                    <a:pt x="1914" y="1820"/>
                  </a:lnTo>
                  <a:lnTo>
                    <a:pt x="2007" y="1540"/>
                  </a:lnTo>
                  <a:lnTo>
                    <a:pt x="2054" y="1260"/>
                  </a:lnTo>
                  <a:lnTo>
                    <a:pt x="2054" y="980"/>
                  </a:lnTo>
                  <a:lnTo>
                    <a:pt x="1960" y="700"/>
                  </a:lnTo>
                  <a:lnTo>
                    <a:pt x="1867" y="467"/>
                  </a:lnTo>
                  <a:lnTo>
                    <a:pt x="1680" y="280"/>
                  </a:lnTo>
                  <a:lnTo>
                    <a:pt x="1447" y="93"/>
                  </a:lnTo>
                  <a:lnTo>
                    <a:pt x="116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8" name="Google Shape;10558;p79"/>
            <p:cNvSpPr/>
            <p:nvPr/>
          </p:nvSpPr>
          <p:spPr>
            <a:xfrm>
              <a:off x="7952100" y="1439825"/>
              <a:ext cx="40875" cy="79350"/>
            </a:xfrm>
            <a:custGeom>
              <a:rect b="b" l="l" r="r" t="t"/>
              <a:pathLst>
                <a:path extrusionOk="0" h="3174" w="1635">
                  <a:moveTo>
                    <a:pt x="328" y="0"/>
                  </a:moveTo>
                  <a:lnTo>
                    <a:pt x="1" y="47"/>
                  </a:lnTo>
                  <a:lnTo>
                    <a:pt x="188" y="140"/>
                  </a:lnTo>
                  <a:lnTo>
                    <a:pt x="374" y="280"/>
                  </a:lnTo>
                  <a:lnTo>
                    <a:pt x="561" y="420"/>
                  </a:lnTo>
                  <a:lnTo>
                    <a:pt x="701" y="607"/>
                  </a:lnTo>
                  <a:lnTo>
                    <a:pt x="794" y="840"/>
                  </a:lnTo>
                  <a:lnTo>
                    <a:pt x="888" y="1074"/>
                  </a:lnTo>
                  <a:lnTo>
                    <a:pt x="934" y="1307"/>
                  </a:lnTo>
                  <a:lnTo>
                    <a:pt x="981" y="1587"/>
                  </a:lnTo>
                  <a:lnTo>
                    <a:pt x="934" y="1867"/>
                  </a:lnTo>
                  <a:lnTo>
                    <a:pt x="888" y="2100"/>
                  </a:lnTo>
                  <a:lnTo>
                    <a:pt x="794" y="2334"/>
                  </a:lnTo>
                  <a:lnTo>
                    <a:pt x="701" y="2567"/>
                  </a:lnTo>
                  <a:lnTo>
                    <a:pt x="561" y="2754"/>
                  </a:lnTo>
                  <a:lnTo>
                    <a:pt x="374" y="2894"/>
                  </a:lnTo>
                  <a:lnTo>
                    <a:pt x="188" y="3034"/>
                  </a:lnTo>
                  <a:lnTo>
                    <a:pt x="1" y="3127"/>
                  </a:lnTo>
                  <a:lnTo>
                    <a:pt x="328" y="3174"/>
                  </a:lnTo>
                  <a:lnTo>
                    <a:pt x="608" y="3127"/>
                  </a:lnTo>
                  <a:lnTo>
                    <a:pt x="841" y="3034"/>
                  </a:lnTo>
                  <a:lnTo>
                    <a:pt x="1074" y="2894"/>
                  </a:lnTo>
                  <a:lnTo>
                    <a:pt x="1261" y="2707"/>
                  </a:lnTo>
                  <a:lnTo>
                    <a:pt x="1401" y="2474"/>
                  </a:lnTo>
                  <a:lnTo>
                    <a:pt x="1541" y="2194"/>
                  </a:lnTo>
                  <a:lnTo>
                    <a:pt x="1634" y="1914"/>
                  </a:lnTo>
                  <a:lnTo>
                    <a:pt x="1634" y="1587"/>
                  </a:lnTo>
                  <a:lnTo>
                    <a:pt x="1634" y="1260"/>
                  </a:lnTo>
                  <a:lnTo>
                    <a:pt x="1541" y="980"/>
                  </a:lnTo>
                  <a:lnTo>
                    <a:pt x="1401" y="700"/>
                  </a:lnTo>
                  <a:lnTo>
                    <a:pt x="1261" y="467"/>
                  </a:lnTo>
                  <a:lnTo>
                    <a:pt x="1074" y="280"/>
                  </a:lnTo>
                  <a:lnTo>
                    <a:pt x="841" y="140"/>
                  </a:lnTo>
                  <a:lnTo>
                    <a:pt x="608" y="47"/>
                  </a:lnTo>
                  <a:lnTo>
                    <a:pt x="3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9" name="Google Shape;10559;p79"/>
            <p:cNvSpPr/>
            <p:nvPr/>
          </p:nvSpPr>
          <p:spPr>
            <a:xfrm>
              <a:off x="7932275" y="1212325"/>
              <a:ext cx="24525" cy="33850"/>
            </a:xfrm>
            <a:custGeom>
              <a:rect b="b" l="l" r="r" t="t"/>
              <a:pathLst>
                <a:path extrusionOk="0" h="1354" w="981">
                  <a:moveTo>
                    <a:pt x="140" y="0"/>
                  </a:moveTo>
                  <a:lnTo>
                    <a:pt x="234" y="93"/>
                  </a:lnTo>
                  <a:lnTo>
                    <a:pt x="280" y="187"/>
                  </a:lnTo>
                  <a:lnTo>
                    <a:pt x="327" y="327"/>
                  </a:lnTo>
                  <a:lnTo>
                    <a:pt x="327" y="1027"/>
                  </a:lnTo>
                  <a:lnTo>
                    <a:pt x="280" y="1167"/>
                  </a:lnTo>
                  <a:lnTo>
                    <a:pt x="234" y="1260"/>
                  </a:lnTo>
                  <a:lnTo>
                    <a:pt x="140" y="1307"/>
                  </a:lnTo>
                  <a:lnTo>
                    <a:pt x="0" y="1353"/>
                  </a:lnTo>
                  <a:lnTo>
                    <a:pt x="654" y="1353"/>
                  </a:lnTo>
                  <a:lnTo>
                    <a:pt x="794" y="1307"/>
                  </a:lnTo>
                  <a:lnTo>
                    <a:pt x="887" y="1260"/>
                  </a:lnTo>
                  <a:lnTo>
                    <a:pt x="981" y="1167"/>
                  </a:lnTo>
                  <a:lnTo>
                    <a:pt x="981" y="1027"/>
                  </a:lnTo>
                  <a:lnTo>
                    <a:pt x="981" y="327"/>
                  </a:lnTo>
                  <a:lnTo>
                    <a:pt x="981" y="187"/>
                  </a:lnTo>
                  <a:lnTo>
                    <a:pt x="887" y="93"/>
                  </a:lnTo>
                  <a:lnTo>
                    <a:pt x="79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60" name="Google Shape;10560;p79"/>
          <p:cNvGrpSpPr/>
          <p:nvPr/>
        </p:nvGrpSpPr>
        <p:grpSpPr>
          <a:xfrm>
            <a:off x="1026950" y="1879675"/>
            <a:ext cx="282375" cy="336025"/>
            <a:chOff x="957700" y="1879675"/>
            <a:chExt cx="282375" cy="336025"/>
          </a:xfrm>
        </p:grpSpPr>
        <p:sp>
          <p:nvSpPr>
            <p:cNvPr id="10561" name="Google Shape;10561;p79"/>
            <p:cNvSpPr/>
            <p:nvPr/>
          </p:nvSpPr>
          <p:spPr>
            <a:xfrm>
              <a:off x="1171200" y="1879675"/>
              <a:ext cx="66525" cy="73525"/>
            </a:xfrm>
            <a:custGeom>
              <a:rect b="b" l="l" r="r" t="t"/>
              <a:pathLst>
                <a:path extrusionOk="0" h="2941" w="2661">
                  <a:moveTo>
                    <a:pt x="1214" y="0"/>
                  </a:moveTo>
                  <a:lnTo>
                    <a:pt x="1027" y="47"/>
                  </a:lnTo>
                  <a:lnTo>
                    <a:pt x="841" y="187"/>
                  </a:lnTo>
                  <a:lnTo>
                    <a:pt x="701" y="374"/>
                  </a:lnTo>
                  <a:lnTo>
                    <a:pt x="654" y="607"/>
                  </a:lnTo>
                  <a:lnTo>
                    <a:pt x="701" y="840"/>
                  </a:lnTo>
                  <a:lnTo>
                    <a:pt x="841" y="1027"/>
                  </a:lnTo>
                  <a:lnTo>
                    <a:pt x="841" y="1120"/>
                  </a:lnTo>
                  <a:lnTo>
                    <a:pt x="1" y="2194"/>
                  </a:lnTo>
                  <a:lnTo>
                    <a:pt x="887" y="2940"/>
                  </a:lnTo>
                  <a:lnTo>
                    <a:pt x="1587" y="1727"/>
                  </a:lnTo>
                  <a:lnTo>
                    <a:pt x="1961" y="1727"/>
                  </a:lnTo>
                  <a:lnTo>
                    <a:pt x="2241" y="1680"/>
                  </a:lnTo>
                  <a:lnTo>
                    <a:pt x="2334" y="1587"/>
                  </a:lnTo>
                  <a:lnTo>
                    <a:pt x="2427" y="1494"/>
                  </a:lnTo>
                  <a:lnTo>
                    <a:pt x="2567" y="1354"/>
                  </a:lnTo>
                  <a:lnTo>
                    <a:pt x="2661" y="1167"/>
                  </a:lnTo>
                  <a:lnTo>
                    <a:pt x="2661" y="980"/>
                  </a:lnTo>
                  <a:lnTo>
                    <a:pt x="2614" y="934"/>
                  </a:lnTo>
                  <a:lnTo>
                    <a:pt x="2567" y="840"/>
                  </a:lnTo>
                  <a:lnTo>
                    <a:pt x="2381" y="747"/>
                  </a:lnTo>
                  <a:lnTo>
                    <a:pt x="2194" y="700"/>
                  </a:lnTo>
                  <a:lnTo>
                    <a:pt x="2007" y="700"/>
                  </a:lnTo>
                  <a:lnTo>
                    <a:pt x="1867" y="794"/>
                  </a:lnTo>
                  <a:lnTo>
                    <a:pt x="1867" y="607"/>
                  </a:lnTo>
                  <a:lnTo>
                    <a:pt x="1867" y="420"/>
                  </a:lnTo>
                  <a:lnTo>
                    <a:pt x="1774" y="234"/>
                  </a:lnTo>
                  <a:lnTo>
                    <a:pt x="1634" y="94"/>
                  </a:lnTo>
                  <a:lnTo>
                    <a:pt x="144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2" name="Google Shape;10562;p79"/>
            <p:cNvSpPr/>
            <p:nvPr/>
          </p:nvSpPr>
          <p:spPr>
            <a:xfrm>
              <a:off x="1180550" y="1897175"/>
              <a:ext cx="59525" cy="56025"/>
            </a:xfrm>
            <a:custGeom>
              <a:rect b="b" l="l" r="r" t="t"/>
              <a:pathLst>
                <a:path extrusionOk="0" h="2241" w="2381">
                  <a:moveTo>
                    <a:pt x="1820" y="0"/>
                  </a:moveTo>
                  <a:lnTo>
                    <a:pt x="1867" y="140"/>
                  </a:lnTo>
                  <a:lnTo>
                    <a:pt x="1867" y="280"/>
                  </a:lnTo>
                  <a:lnTo>
                    <a:pt x="1820" y="420"/>
                  </a:lnTo>
                  <a:lnTo>
                    <a:pt x="1773" y="514"/>
                  </a:lnTo>
                  <a:lnTo>
                    <a:pt x="1587" y="700"/>
                  </a:lnTo>
                  <a:lnTo>
                    <a:pt x="1400" y="794"/>
                  </a:lnTo>
                  <a:lnTo>
                    <a:pt x="1167" y="794"/>
                  </a:lnTo>
                  <a:lnTo>
                    <a:pt x="933" y="700"/>
                  </a:lnTo>
                  <a:lnTo>
                    <a:pt x="887" y="700"/>
                  </a:lnTo>
                  <a:lnTo>
                    <a:pt x="0" y="1820"/>
                  </a:lnTo>
                  <a:lnTo>
                    <a:pt x="513" y="2240"/>
                  </a:lnTo>
                  <a:lnTo>
                    <a:pt x="1400" y="1120"/>
                  </a:lnTo>
                  <a:lnTo>
                    <a:pt x="1493" y="1120"/>
                  </a:lnTo>
                  <a:lnTo>
                    <a:pt x="1680" y="1214"/>
                  </a:lnTo>
                  <a:lnTo>
                    <a:pt x="1913" y="1214"/>
                  </a:lnTo>
                  <a:lnTo>
                    <a:pt x="2100" y="1120"/>
                  </a:lnTo>
                  <a:lnTo>
                    <a:pt x="2287" y="934"/>
                  </a:lnTo>
                  <a:lnTo>
                    <a:pt x="2380" y="747"/>
                  </a:lnTo>
                  <a:lnTo>
                    <a:pt x="2380" y="514"/>
                  </a:lnTo>
                  <a:lnTo>
                    <a:pt x="2333" y="327"/>
                  </a:lnTo>
                  <a:lnTo>
                    <a:pt x="2193" y="140"/>
                  </a:lnTo>
                  <a:lnTo>
                    <a:pt x="2007" y="47"/>
                  </a:lnTo>
                  <a:lnTo>
                    <a:pt x="182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3" name="Google Shape;10563;p79"/>
            <p:cNvSpPr/>
            <p:nvPr/>
          </p:nvSpPr>
          <p:spPr>
            <a:xfrm>
              <a:off x="1060375" y="1918175"/>
              <a:ext cx="147025" cy="162200"/>
            </a:xfrm>
            <a:custGeom>
              <a:rect b="b" l="l" r="r" t="t"/>
              <a:pathLst>
                <a:path extrusionOk="0" h="6488" w="5881">
                  <a:moveTo>
                    <a:pt x="4387" y="0"/>
                  </a:moveTo>
                  <a:lnTo>
                    <a:pt x="4294" y="94"/>
                  </a:lnTo>
                  <a:lnTo>
                    <a:pt x="3920" y="560"/>
                  </a:lnTo>
                  <a:lnTo>
                    <a:pt x="3547" y="887"/>
                  </a:lnTo>
                  <a:lnTo>
                    <a:pt x="3174" y="1167"/>
                  </a:lnTo>
                  <a:lnTo>
                    <a:pt x="2754" y="1354"/>
                  </a:lnTo>
                  <a:lnTo>
                    <a:pt x="2287" y="1447"/>
                  </a:lnTo>
                  <a:lnTo>
                    <a:pt x="1774" y="1540"/>
                  </a:lnTo>
                  <a:lnTo>
                    <a:pt x="1307" y="1727"/>
                  </a:lnTo>
                  <a:lnTo>
                    <a:pt x="934" y="2007"/>
                  </a:lnTo>
                  <a:lnTo>
                    <a:pt x="560" y="2380"/>
                  </a:lnTo>
                  <a:lnTo>
                    <a:pt x="280" y="2847"/>
                  </a:lnTo>
                  <a:lnTo>
                    <a:pt x="94" y="3314"/>
                  </a:lnTo>
                  <a:lnTo>
                    <a:pt x="0" y="3780"/>
                  </a:lnTo>
                  <a:lnTo>
                    <a:pt x="0" y="4247"/>
                  </a:lnTo>
                  <a:lnTo>
                    <a:pt x="140" y="4760"/>
                  </a:lnTo>
                  <a:lnTo>
                    <a:pt x="327" y="5180"/>
                  </a:lnTo>
                  <a:lnTo>
                    <a:pt x="607" y="5600"/>
                  </a:lnTo>
                  <a:lnTo>
                    <a:pt x="980" y="5974"/>
                  </a:lnTo>
                  <a:lnTo>
                    <a:pt x="1400" y="6254"/>
                  </a:lnTo>
                  <a:lnTo>
                    <a:pt x="1867" y="6394"/>
                  </a:lnTo>
                  <a:lnTo>
                    <a:pt x="2334" y="6487"/>
                  </a:lnTo>
                  <a:lnTo>
                    <a:pt x="2800" y="6487"/>
                  </a:lnTo>
                  <a:lnTo>
                    <a:pt x="3267" y="6394"/>
                  </a:lnTo>
                  <a:lnTo>
                    <a:pt x="3734" y="6207"/>
                  </a:lnTo>
                  <a:lnTo>
                    <a:pt x="4154" y="5927"/>
                  </a:lnTo>
                  <a:lnTo>
                    <a:pt x="4480" y="5554"/>
                  </a:lnTo>
                  <a:lnTo>
                    <a:pt x="4760" y="5134"/>
                  </a:lnTo>
                  <a:lnTo>
                    <a:pt x="4947" y="4667"/>
                  </a:lnTo>
                  <a:lnTo>
                    <a:pt x="5040" y="4154"/>
                  </a:lnTo>
                  <a:lnTo>
                    <a:pt x="5040" y="3687"/>
                  </a:lnTo>
                  <a:lnTo>
                    <a:pt x="4947" y="3174"/>
                  </a:lnTo>
                  <a:lnTo>
                    <a:pt x="4900" y="2707"/>
                  </a:lnTo>
                  <a:lnTo>
                    <a:pt x="4900" y="2520"/>
                  </a:lnTo>
                  <a:lnTo>
                    <a:pt x="4900" y="2287"/>
                  </a:lnTo>
                  <a:lnTo>
                    <a:pt x="4994" y="2054"/>
                  </a:lnTo>
                  <a:lnTo>
                    <a:pt x="5087" y="1867"/>
                  </a:lnTo>
                  <a:lnTo>
                    <a:pt x="5227" y="1680"/>
                  </a:lnTo>
                  <a:lnTo>
                    <a:pt x="5227" y="1540"/>
                  </a:lnTo>
                  <a:lnTo>
                    <a:pt x="5227" y="1400"/>
                  </a:lnTo>
                  <a:lnTo>
                    <a:pt x="5414" y="1260"/>
                  </a:lnTo>
                  <a:lnTo>
                    <a:pt x="5647" y="1167"/>
                  </a:lnTo>
                  <a:lnTo>
                    <a:pt x="5834" y="1027"/>
                  </a:lnTo>
                  <a:lnTo>
                    <a:pt x="5880" y="980"/>
                  </a:lnTo>
                  <a:lnTo>
                    <a:pt x="5880" y="934"/>
                  </a:lnTo>
                  <a:lnTo>
                    <a:pt x="4714" y="47"/>
                  </a:lnTo>
                  <a:lnTo>
                    <a:pt x="462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4" name="Google Shape;10564;p79"/>
            <p:cNvSpPr/>
            <p:nvPr/>
          </p:nvSpPr>
          <p:spPr>
            <a:xfrm>
              <a:off x="1024200" y="1879675"/>
              <a:ext cx="50200" cy="66525"/>
            </a:xfrm>
            <a:custGeom>
              <a:rect b="b" l="l" r="r" t="t"/>
              <a:pathLst>
                <a:path extrusionOk="0" h="2661" w="2008">
                  <a:moveTo>
                    <a:pt x="607" y="0"/>
                  </a:moveTo>
                  <a:lnTo>
                    <a:pt x="374" y="47"/>
                  </a:lnTo>
                  <a:lnTo>
                    <a:pt x="187" y="140"/>
                  </a:lnTo>
                  <a:lnTo>
                    <a:pt x="47" y="327"/>
                  </a:lnTo>
                  <a:lnTo>
                    <a:pt x="0" y="560"/>
                  </a:lnTo>
                  <a:lnTo>
                    <a:pt x="47" y="794"/>
                  </a:lnTo>
                  <a:lnTo>
                    <a:pt x="140" y="980"/>
                  </a:lnTo>
                  <a:lnTo>
                    <a:pt x="327" y="1120"/>
                  </a:lnTo>
                  <a:lnTo>
                    <a:pt x="560" y="1214"/>
                  </a:lnTo>
                  <a:lnTo>
                    <a:pt x="607" y="1260"/>
                  </a:lnTo>
                  <a:lnTo>
                    <a:pt x="607" y="2660"/>
                  </a:lnTo>
                  <a:lnTo>
                    <a:pt x="1774" y="2660"/>
                  </a:lnTo>
                  <a:lnTo>
                    <a:pt x="1634" y="1260"/>
                  </a:lnTo>
                  <a:lnTo>
                    <a:pt x="1727" y="1167"/>
                  </a:lnTo>
                  <a:lnTo>
                    <a:pt x="1821" y="1074"/>
                  </a:lnTo>
                  <a:lnTo>
                    <a:pt x="1914" y="980"/>
                  </a:lnTo>
                  <a:lnTo>
                    <a:pt x="1961" y="887"/>
                  </a:lnTo>
                  <a:lnTo>
                    <a:pt x="2007" y="700"/>
                  </a:lnTo>
                  <a:lnTo>
                    <a:pt x="2007" y="514"/>
                  </a:lnTo>
                  <a:lnTo>
                    <a:pt x="2007" y="327"/>
                  </a:lnTo>
                  <a:lnTo>
                    <a:pt x="1961" y="140"/>
                  </a:lnTo>
                  <a:lnTo>
                    <a:pt x="1867" y="47"/>
                  </a:lnTo>
                  <a:lnTo>
                    <a:pt x="1774" y="0"/>
                  </a:lnTo>
                  <a:lnTo>
                    <a:pt x="1587" y="0"/>
                  </a:lnTo>
                  <a:lnTo>
                    <a:pt x="1401" y="94"/>
                  </a:lnTo>
                  <a:lnTo>
                    <a:pt x="1261" y="234"/>
                  </a:lnTo>
                  <a:lnTo>
                    <a:pt x="1167" y="420"/>
                  </a:lnTo>
                  <a:lnTo>
                    <a:pt x="1074" y="234"/>
                  </a:lnTo>
                  <a:lnTo>
                    <a:pt x="980" y="94"/>
                  </a:lnTo>
                  <a:lnTo>
                    <a:pt x="7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5" name="Google Shape;10565;p79"/>
            <p:cNvSpPr/>
            <p:nvPr/>
          </p:nvSpPr>
          <p:spPr>
            <a:xfrm>
              <a:off x="1051025" y="1879675"/>
              <a:ext cx="31525" cy="66525"/>
            </a:xfrm>
            <a:custGeom>
              <a:rect b="b" l="l" r="r" t="t"/>
              <a:pathLst>
                <a:path extrusionOk="0" h="2661" w="1261">
                  <a:moveTo>
                    <a:pt x="514" y="0"/>
                  </a:moveTo>
                  <a:lnTo>
                    <a:pt x="328" y="94"/>
                  </a:lnTo>
                  <a:lnTo>
                    <a:pt x="421" y="187"/>
                  </a:lnTo>
                  <a:lnTo>
                    <a:pt x="514" y="280"/>
                  </a:lnTo>
                  <a:lnTo>
                    <a:pt x="561" y="420"/>
                  </a:lnTo>
                  <a:lnTo>
                    <a:pt x="608" y="560"/>
                  </a:lnTo>
                  <a:lnTo>
                    <a:pt x="561" y="794"/>
                  </a:lnTo>
                  <a:lnTo>
                    <a:pt x="468" y="980"/>
                  </a:lnTo>
                  <a:lnTo>
                    <a:pt x="281" y="1120"/>
                  </a:lnTo>
                  <a:lnTo>
                    <a:pt x="48" y="1214"/>
                  </a:lnTo>
                  <a:lnTo>
                    <a:pt x="1" y="1260"/>
                  </a:lnTo>
                  <a:lnTo>
                    <a:pt x="1" y="2660"/>
                  </a:lnTo>
                  <a:lnTo>
                    <a:pt x="701" y="2660"/>
                  </a:lnTo>
                  <a:lnTo>
                    <a:pt x="701" y="1260"/>
                  </a:lnTo>
                  <a:lnTo>
                    <a:pt x="748" y="1214"/>
                  </a:lnTo>
                  <a:lnTo>
                    <a:pt x="981" y="1120"/>
                  </a:lnTo>
                  <a:lnTo>
                    <a:pt x="1121" y="980"/>
                  </a:lnTo>
                  <a:lnTo>
                    <a:pt x="1261" y="794"/>
                  </a:lnTo>
                  <a:lnTo>
                    <a:pt x="1261" y="560"/>
                  </a:lnTo>
                  <a:lnTo>
                    <a:pt x="1214" y="327"/>
                  </a:lnTo>
                  <a:lnTo>
                    <a:pt x="1121" y="187"/>
                  </a:lnTo>
                  <a:lnTo>
                    <a:pt x="934" y="47"/>
                  </a:lnTo>
                  <a:lnTo>
                    <a:pt x="70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6" name="Google Shape;10566;p79"/>
            <p:cNvSpPr/>
            <p:nvPr/>
          </p:nvSpPr>
          <p:spPr>
            <a:xfrm>
              <a:off x="990375" y="1929825"/>
              <a:ext cx="126025" cy="173875"/>
            </a:xfrm>
            <a:custGeom>
              <a:rect b="b" l="l" r="r" t="t"/>
              <a:pathLst>
                <a:path extrusionOk="0" h="6955" w="5041">
                  <a:moveTo>
                    <a:pt x="1680" y="1"/>
                  </a:moveTo>
                  <a:lnTo>
                    <a:pt x="1587" y="48"/>
                  </a:lnTo>
                  <a:lnTo>
                    <a:pt x="1493" y="188"/>
                  </a:lnTo>
                  <a:lnTo>
                    <a:pt x="1493" y="281"/>
                  </a:lnTo>
                  <a:lnTo>
                    <a:pt x="1493" y="888"/>
                  </a:lnTo>
                  <a:lnTo>
                    <a:pt x="1447" y="1354"/>
                  </a:lnTo>
                  <a:lnTo>
                    <a:pt x="1260" y="1821"/>
                  </a:lnTo>
                  <a:lnTo>
                    <a:pt x="1073" y="2241"/>
                  </a:lnTo>
                  <a:lnTo>
                    <a:pt x="747" y="2614"/>
                  </a:lnTo>
                  <a:lnTo>
                    <a:pt x="420" y="2988"/>
                  </a:lnTo>
                  <a:lnTo>
                    <a:pt x="187" y="3408"/>
                  </a:lnTo>
                  <a:lnTo>
                    <a:pt x="47" y="3874"/>
                  </a:lnTo>
                  <a:lnTo>
                    <a:pt x="0" y="4388"/>
                  </a:lnTo>
                  <a:lnTo>
                    <a:pt x="47" y="4901"/>
                  </a:lnTo>
                  <a:lnTo>
                    <a:pt x="187" y="5414"/>
                  </a:lnTo>
                  <a:lnTo>
                    <a:pt x="420" y="5834"/>
                  </a:lnTo>
                  <a:lnTo>
                    <a:pt x="747" y="6208"/>
                  </a:lnTo>
                  <a:lnTo>
                    <a:pt x="1120" y="6535"/>
                  </a:lnTo>
                  <a:lnTo>
                    <a:pt x="1540" y="6768"/>
                  </a:lnTo>
                  <a:lnTo>
                    <a:pt x="2007" y="6908"/>
                  </a:lnTo>
                  <a:lnTo>
                    <a:pt x="2520" y="6955"/>
                  </a:lnTo>
                  <a:lnTo>
                    <a:pt x="3034" y="6908"/>
                  </a:lnTo>
                  <a:lnTo>
                    <a:pt x="3500" y="6721"/>
                  </a:lnTo>
                  <a:lnTo>
                    <a:pt x="3920" y="6488"/>
                  </a:lnTo>
                  <a:lnTo>
                    <a:pt x="4294" y="6208"/>
                  </a:lnTo>
                  <a:lnTo>
                    <a:pt x="4574" y="5834"/>
                  </a:lnTo>
                  <a:lnTo>
                    <a:pt x="4807" y="5414"/>
                  </a:lnTo>
                  <a:lnTo>
                    <a:pt x="4994" y="4948"/>
                  </a:lnTo>
                  <a:lnTo>
                    <a:pt x="5040" y="4481"/>
                  </a:lnTo>
                  <a:lnTo>
                    <a:pt x="4994" y="3921"/>
                  </a:lnTo>
                  <a:lnTo>
                    <a:pt x="4854" y="3454"/>
                  </a:lnTo>
                  <a:lnTo>
                    <a:pt x="4620" y="3034"/>
                  </a:lnTo>
                  <a:lnTo>
                    <a:pt x="4294" y="2614"/>
                  </a:lnTo>
                  <a:lnTo>
                    <a:pt x="3967" y="2241"/>
                  </a:lnTo>
                  <a:lnTo>
                    <a:pt x="3640" y="1868"/>
                  </a:lnTo>
                  <a:lnTo>
                    <a:pt x="3500" y="1634"/>
                  </a:lnTo>
                  <a:lnTo>
                    <a:pt x="3407" y="1401"/>
                  </a:lnTo>
                  <a:lnTo>
                    <a:pt x="3360" y="1168"/>
                  </a:lnTo>
                  <a:lnTo>
                    <a:pt x="3314" y="934"/>
                  </a:lnTo>
                  <a:lnTo>
                    <a:pt x="3360" y="328"/>
                  </a:lnTo>
                  <a:lnTo>
                    <a:pt x="3360" y="94"/>
                  </a:lnTo>
                  <a:lnTo>
                    <a:pt x="331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7" name="Google Shape;10567;p79"/>
            <p:cNvSpPr/>
            <p:nvPr/>
          </p:nvSpPr>
          <p:spPr>
            <a:xfrm>
              <a:off x="1077875" y="1931000"/>
              <a:ext cx="131850" cy="149375"/>
            </a:xfrm>
            <a:custGeom>
              <a:rect b="b" l="l" r="r" t="t"/>
              <a:pathLst>
                <a:path extrusionOk="0" h="5975" w="5274">
                  <a:moveTo>
                    <a:pt x="4620" y="1"/>
                  </a:moveTo>
                  <a:lnTo>
                    <a:pt x="4714" y="94"/>
                  </a:lnTo>
                  <a:lnTo>
                    <a:pt x="4760" y="234"/>
                  </a:lnTo>
                  <a:lnTo>
                    <a:pt x="4760" y="327"/>
                  </a:lnTo>
                  <a:lnTo>
                    <a:pt x="4667" y="467"/>
                  </a:lnTo>
                  <a:lnTo>
                    <a:pt x="4294" y="934"/>
                  </a:lnTo>
                  <a:lnTo>
                    <a:pt x="4060" y="1354"/>
                  </a:lnTo>
                  <a:lnTo>
                    <a:pt x="3874" y="1774"/>
                  </a:lnTo>
                  <a:lnTo>
                    <a:pt x="3780" y="2241"/>
                  </a:lnTo>
                  <a:lnTo>
                    <a:pt x="3827" y="2754"/>
                  </a:lnTo>
                  <a:lnTo>
                    <a:pt x="3827" y="3221"/>
                  </a:lnTo>
                  <a:lnTo>
                    <a:pt x="3734" y="3734"/>
                  </a:lnTo>
                  <a:lnTo>
                    <a:pt x="3547" y="4201"/>
                  </a:lnTo>
                  <a:lnTo>
                    <a:pt x="3267" y="4621"/>
                  </a:lnTo>
                  <a:lnTo>
                    <a:pt x="2940" y="4947"/>
                  </a:lnTo>
                  <a:lnTo>
                    <a:pt x="2567" y="5227"/>
                  </a:lnTo>
                  <a:lnTo>
                    <a:pt x="2147" y="5414"/>
                  </a:lnTo>
                  <a:lnTo>
                    <a:pt x="1727" y="5507"/>
                  </a:lnTo>
                  <a:lnTo>
                    <a:pt x="1307" y="5554"/>
                  </a:lnTo>
                  <a:lnTo>
                    <a:pt x="840" y="5507"/>
                  </a:lnTo>
                  <a:lnTo>
                    <a:pt x="420" y="5414"/>
                  </a:lnTo>
                  <a:lnTo>
                    <a:pt x="0" y="5181"/>
                  </a:lnTo>
                  <a:lnTo>
                    <a:pt x="280" y="5461"/>
                  </a:lnTo>
                  <a:lnTo>
                    <a:pt x="700" y="5741"/>
                  </a:lnTo>
                  <a:lnTo>
                    <a:pt x="1167" y="5881"/>
                  </a:lnTo>
                  <a:lnTo>
                    <a:pt x="1634" y="5974"/>
                  </a:lnTo>
                  <a:lnTo>
                    <a:pt x="2100" y="5974"/>
                  </a:lnTo>
                  <a:lnTo>
                    <a:pt x="2567" y="5881"/>
                  </a:lnTo>
                  <a:lnTo>
                    <a:pt x="3034" y="5694"/>
                  </a:lnTo>
                  <a:lnTo>
                    <a:pt x="3454" y="5414"/>
                  </a:lnTo>
                  <a:lnTo>
                    <a:pt x="3780" y="5041"/>
                  </a:lnTo>
                  <a:lnTo>
                    <a:pt x="4060" y="4621"/>
                  </a:lnTo>
                  <a:lnTo>
                    <a:pt x="4247" y="4154"/>
                  </a:lnTo>
                  <a:lnTo>
                    <a:pt x="4340" y="3641"/>
                  </a:lnTo>
                  <a:lnTo>
                    <a:pt x="4340" y="3174"/>
                  </a:lnTo>
                  <a:lnTo>
                    <a:pt x="4340" y="2661"/>
                  </a:lnTo>
                  <a:lnTo>
                    <a:pt x="4434" y="2194"/>
                  </a:lnTo>
                  <a:lnTo>
                    <a:pt x="4574" y="1774"/>
                  </a:lnTo>
                  <a:lnTo>
                    <a:pt x="4854" y="1354"/>
                  </a:lnTo>
                  <a:lnTo>
                    <a:pt x="5227" y="887"/>
                  </a:lnTo>
                  <a:lnTo>
                    <a:pt x="5274" y="747"/>
                  </a:lnTo>
                  <a:lnTo>
                    <a:pt x="5274" y="654"/>
                  </a:lnTo>
                  <a:lnTo>
                    <a:pt x="5227" y="514"/>
                  </a:lnTo>
                  <a:lnTo>
                    <a:pt x="5180" y="421"/>
                  </a:lnTo>
                  <a:lnTo>
                    <a:pt x="46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8" name="Google Shape;10568;p79"/>
            <p:cNvSpPr/>
            <p:nvPr/>
          </p:nvSpPr>
          <p:spPr>
            <a:xfrm>
              <a:off x="1045200" y="1929825"/>
              <a:ext cx="71200" cy="173875"/>
            </a:xfrm>
            <a:custGeom>
              <a:rect b="b" l="l" r="r" t="t"/>
              <a:pathLst>
                <a:path extrusionOk="0" h="6955" w="2848">
                  <a:moveTo>
                    <a:pt x="561" y="1"/>
                  </a:moveTo>
                  <a:lnTo>
                    <a:pt x="654" y="94"/>
                  </a:lnTo>
                  <a:lnTo>
                    <a:pt x="701" y="234"/>
                  </a:lnTo>
                  <a:lnTo>
                    <a:pt x="701" y="888"/>
                  </a:lnTo>
                  <a:lnTo>
                    <a:pt x="747" y="1354"/>
                  </a:lnTo>
                  <a:lnTo>
                    <a:pt x="887" y="1821"/>
                  </a:lnTo>
                  <a:lnTo>
                    <a:pt x="1121" y="2241"/>
                  </a:lnTo>
                  <a:lnTo>
                    <a:pt x="1447" y="2614"/>
                  </a:lnTo>
                  <a:lnTo>
                    <a:pt x="1727" y="2988"/>
                  </a:lnTo>
                  <a:lnTo>
                    <a:pt x="1961" y="3408"/>
                  </a:lnTo>
                  <a:lnTo>
                    <a:pt x="2101" y="3921"/>
                  </a:lnTo>
                  <a:lnTo>
                    <a:pt x="2147" y="4434"/>
                  </a:lnTo>
                  <a:lnTo>
                    <a:pt x="2101" y="4901"/>
                  </a:lnTo>
                  <a:lnTo>
                    <a:pt x="2007" y="5321"/>
                  </a:lnTo>
                  <a:lnTo>
                    <a:pt x="1774" y="5741"/>
                  </a:lnTo>
                  <a:lnTo>
                    <a:pt x="1541" y="6114"/>
                  </a:lnTo>
                  <a:lnTo>
                    <a:pt x="1214" y="6394"/>
                  </a:lnTo>
                  <a:lnTo>
                    <a:pt x="841" y="6628"/>
                  </a:lnTo>
                  <a:lnTo>
                    <a:pt x="421" y="6815"/>
                  </a:lnTo>
                  <a:lnTo>
                    <a:pt x="0" y="6908"/>
                  </a:lnTo>
                  <a:lnTo>
                    <a:pt x="327" y="6955"/>
                  </a:lnTo>
                  <a:lnTo>
                    <a:pt x="841" y="6908"/>
                  </a:lnTo>
                  <a:lnTo>
                    <a:pt x="1307" y="6721"/>
                  </a:lnTo>
                  <a:lnTo>
                    <a:pt x="1727" y="6488"/>
                  </a:lnTo>
                  <a:lnTo>
                    <a:pt x="2101" y="6208"/>
                  </a:lnTo>
                  <a:lnTo>
                    <a:pt x="2381" y="5834"/>
                  </a:lnTo>
                  <a:lnTo>
                    <a:pt x="2614" y="5414"/>
                  </a:lnTo>
                  <a:lnTo>
                    <a:pt x="2801" y="4948"/>
                  </a:lnTo>
                  <a:lnTo>
                    <a:pt x="2847" y="4481"/>
                  </a:lnTo>
                  <a:lnTo>
                    <a:pt x="2801" y="3921"/>
                  </a:lnTo>
                  <a:lnTo>
                    <a:pt x="2661" y="3454"/>
                  </a:lnTo>
                  <a:lnTo>
                    <a:pt x="2427" y="3034"/>
                  </a:lnTo>
                  <a:lnTo>
                    <a:pt x="2101" y="2614"/>
                  </a:lnTo>
                  <a:lnTo>
                    <a:pt x="1821" y="2241"/>
                  </a:lnTo>
                  <a:lnTo>
                    <a:pt x="1587" y="1821"/>
                  </a:lnTo>
                  <a:lnTo>
                    <a:pt x="1447" y="1401"/>
                  </a:lnTo>
                  <a:lnTo>
                    <a:pt x="1401" y="888"/>
                  </a:lnTo>
                  <a:lnTo>
                    <a:pt x="1354" y="281"/>
                  </a:lnTo>
                  <a:lnTo>
                    <a:pt x="1354" y="188"/>
                  </a:lnTo>
                  <a:lnTo>
                    <a:pt x="1307" y="94"/>
                  </a:lnTo>
                  <a:lnTo>
                    <a:pt x="116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9" name="Google Shape;10569;p79"/>
            <p:cNvSpPr/>
            <p:nvPr/>
          </p:nvSpPr>
          <p:spPr>
            <a:xfrm>
              <a:off x="972875" y="2020850"/>
              <a:ext cx="239200" cy="194850"/>
            </a:xfrm>
            <a:custGeom>
              <a:rect b="b" l="l" r="r" t="t"/>
              <a:pathLst>
                <a:path extrusionOk="0" h="7794" w="9568">
                  <a:moveTo>
                    <a:pt x="0" y="0"/>
                  </a:moveTo>
                  <a:lnTo>
                    <a:pt x="420" y="3127"/>
                  </a:lnTo>
                  <a:lnTo>
                    <a:pt x="840" y="3827"/>
                  </a:lnTo>
                  <a:lnTo>
                    <a:pt x="653" y="4667"/>
                  </a:lnTo>
                  <a:lnTo>
                    <a:pt x="1073" y="7514"/>
                  </a:lnTo>
                  <a:lnTo>
                    <a:pt x="1120" y="7607"/>
                  </a:lnTo>
                  <a:lnTo>
                    <a:pt x="1167" y="7700"/>
                  </a:lnTo>
                  <a:lnTo>
                    <a:pt x="1307" y="7747"/>
                  </a:lnTo>
                  <a:lnTo>
                    <a:pt x="1400" y="7794"/>
                  </a:lnTo>
                  <a:lnTo>
                    <a:pt x="8214" y="7794"/>
                  </a:lnTo>
                  <a:lnTo>
                    <a:pt x="8214" y="7747"/>
                  </a:lnTo>
                  <a:lnTo>
                    <a:pt x="8214" y="7607"/>
                  </a:lnTo>
                  <a:lnTo>
                    <a:pt x="8214" y="7327"/>
                  </a:lnTo>
                  <a:lnTo>
                    <a:pt x="95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0" name="Google Shape;10570;p79"/>
            <p:cNvSpPr/>
            <p:nvPr/>
          </p:nvSpPr>
          <p:spPr>
            <a:xfrm>
              <a:off x="1159525" y="2020850"/>
              <a:ext cx="52550" cy="194850"/>
            </a:xfrm>
            <a:custGeom>
              <a:rect b="b" l="l" r="r" t="t"/>
              <a:pathLst>
                <a:path extrusionOk="0" h="7794" w="2102">
                  <a:moveTo>
                    <a:pt x="1401" y="0"/>
                  </a:moveTo>
                  <a:lnTo>
                    <a:pt x="981" y="3127"/>
                  </a:lnTo>
                  <a:lnTo>
                    <a:pt x="1121" y="3920"/>
                  </a:lnTo>
                  <a:lnTo>
                    <a:pt x="748" y="4667"/>
                  </a:lnTo>
                  <a:lnTo>
                    <a:pt x="328" y="7514"/>
                  </a:lnTo>
                  <a:lnTo>
                    <a:pt x="281" y="7607"/>
                  </a:lnTo>
                  <a:lnTo>
                    <a:pt x="234" y="7700"/>
                  </a:lnTo>
                  <a:lnTo>
                    <a:pt x="94" y="7747"/>
                  </a:lnTo>
                  <a:lnTo>
                    <a:pt x="1" y="7794"/>
                  </a:lnTo>
                  <a:lnTo>
                    <a:pt x="701" y="7794"/>
                  </a:lnTo>
                  <a:lnTo>
                    <a:pt x="794" y="7747"/>
                  </a:lnTo>
                  <a:lnTo>
                    <a:pt x="888" y="7700"/>
                  </a:lnTo>
                  <a:lnTo>
                    <a:pt x="981" y="7607"/>
                  </a:lnTo>
                  <a:lnTo>
                    <a:pt x="981" y="7514"/>
                  </a:lnTo>
                  <a:lnTo>
                    <a:pt x="1401" y="4667"/>
                  </a:lnTo>
                  <a:lnTo>
                    <a:pt x="1308" y="3827"/>
                  </a:lnTo>
                  <a:lnTo>
                    <a:pt x="1634" y="3127"/>
                  </a:lnTo>
                  <a:lnTo>
                    <a:pt x="21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1" name="Google Shape;10571;p79"/>
            <p:cNvSpPr/>
            <p:nvPr/>
          </p:nvSpPr>
          <p:spPr>
            <a:xfrm>
              <a:off x="957700" y="1989350"/>
              <a:ext cx="264875" cy="36175"/>
            </a:xfrm>
            <a:custGeom>
              <a:rect b="b" l="l" r="r" t="t"/>
              <a:pathLst>
                <a:path extrusionOk="0" h="1447" w="10595">
                  <a:moveTo>
                    <a:pt x="327" y="0"/>
                  </a:moveTo>
                  <a:lnTo>
                    <a:pt x="187" y="47"/>
                  </a:lnTo>
                  <a:lnTo>
                    <a:pt x="94" y="93"/>
                  </a:lnTo>
                  <a:lnTo>
                    <a:pt x="0" y="187"/>
                  </a:lnTo>
                  <a:lnTo>
                    <a:pt x="0" y="327"/>
                  </a:lnTo>
                  <a:lnTo>
                    <a:pt x="0" y="1120"/>
                  </a:lnTo>
                  <a:lnTo>
                    <a:pt x="0" y="1260"/>
                  </a:lnTo>
                  <a:lnTo>
                    <a:pt x="94" y="1353"/>
                  </a:lnTo>
                  <a:lnTo>
                    <a:pt x="187" y="1447"/>
                  </a:lnTo>
                  <a:lnTo>
                    <a:pt x="10454" y="1447"/>
                  </a:lnTo>
                  <a:lnTo>
                    <a:pt x="10501" y="1400"/>
                  </a:lnTo>
                  <a:lnTo>
                    <a:pt x="10547" y="1213"/>
                  </a:lnTo>
                  <a:lnTo>
                    <a:pt x="10594" y="747"/>
                  </a:lnTo>
                  <a:lnTo>
                    <a:pt x="10547" y="233"/>
                  </a:lnTo>
                  <a:lnTo>
                    <a:pt x="10501" y="47"/>
                  </a:lnTo>
                  <a:lnTo>
                    <a:pt x="104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2" name="Google Shape;10572;p79"/>
            <p:cNvSpPr/>
            <p:nvPr/>
          </p:nvSpPr>
          <p:spPr>
            <a:xfrm>
              <a:off x="983375" y="2099000"/>
              <a:ext cx="217025" cy="38525"/>
            </a:xfrm>
            <a:custGeom>
              <a:rect b="b" l="l" r="r" t="t"/>
              <a:pathLst>
                <a:path extrusionOk="0" h="1541" w="8681">
                  <a:moveTo>
                    <a:pt x="0" y="1"/>
                  </a:moveTo>
                  <a:lnTo>
                    <a:pt x="233" y="1541"/>
                  </a:lnTo>
                  <a:lnTo>
                    <a:pt x="8447" y="1541"/>
                  </a:lnTo>
                  <a:lnTo>
                    <a:pt x="8307" y="841"/>
                  </a:lnTo>
                  <a:lnTo>
                    <a:pt x="868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3" name="Google Shape;10573;p79"/>
            <p:cNvSpPr/>
            <p:nvPr/>
          </p:nvSpPr>
          <p:spPr>
            <a:xfrm>
              <a:off x="1046375" y="2072175"/>
              <a:ext cx="87525" cy="92200"/>
            </a:xfrm>
            <a:custGeom>
              <a:rect b="b" l="l" r="r" t="t"/>
              <a:pathLst>
                <a:path extrusionOk="0" h="3688" w="3501">
                  <a:moveTo>
                    <a:pt x="1820" y="0"/>
                  </a:moveTo>
                  <a:lnTo>
                    <a:pt x="1447" y="47"/>
                  </a:lnTo>
                  <a:lnTo>
                    <a:pt x="1120" y="140"/>
                  </a:lnTo>
                  <a:lnTo>
                    <a:pt x="794" y="327"/>
                  </a:lnTo>
                  <a:lnTo>
                    <a:pt x="514" y="514"/>
                  </a:lnTo>
                  <a:lnTo>
                    <a:pt x="327" y="794"/>
                  </a:lnTo>
                  <a:lnTo>
                    <a:pt x="140" y="1121"/>
                  </a:lnTo>
                  <a:lnTo>
                    <a:pt x="47" y="1447"/>
                  </a:lnTo>
                  <a:lnTo>
                    <a:pt x="0" y="1821"/>
                  </a:lnTo>
                  <a:lnTo>
                    <a:pt x="47" y="2194"/>
                  </a:lnTo>
                  <a:lnTo>
                    <a:pt x="140" y="2567"/>
                  </a:lnTo>
                  <a:lnTo>
                    <a:pt x="327" y="2847"/>
                  </a:lnTo>
                  <a:lnTo>
                    <a:pt x="514" y="3127"/>
                  </a:lnTo>
                  <a:lnTo>
                    <a:pt x="794" y="3361"/>
                  </a:lnTo>
                  <a:lnTo>
                    <a:pt x="1120" y="3501"/>
                  </a:lnTo>
                  <a:lnTo>
                    <a:pt x="1447" y="3641"/>
                  </a:lnTo>
                  <a:lnTo>
                    <a:pt x="1820" y="3687"/>
                  </a:lnTo>
                  <a:lnTo>
                    <a:pt x="2194" y="3641"/>
                  </a:lnTo>
                  <a:lnTo>
                    <a:pt x="2520" y="3501"/>
                  </a:lnTo>
                  <a:lnTo>
                    <a:pt x="2800" y="3361"/>
                  </a:lnTo>
                  <a:lnTo>
                    <a:pt x="3034" y="3127"/>
                  </a:lnTo>
                  <a:lnTo>
                    <a:pt x="3220" y="2847"/>
                  </a:lnTo>
                  <a:lnTo>
                    <a:pt x="3360" y="2567"/>
                  </a:lnTo>
                  <a:lnTo>
                    <a:pt x="3454" y="2194"/>
                  </a:lnTo>
                  <a:lnTo>
                    <a:pt x="3500" y="1821"/>
                  </a:lnTo>
                  <a:lnTo>
                    <a:pt x="3454" y="1447"/>
                  </a:lnTo>
                  <a:lnTo>
                    <a:pt x="3360" y="1121"/>
                  </a:lnTo>
                  <a:lnTo>
                    <a:pt x="3220" y="794"/>
                  </a:lnTo>
                  <a:lnTo>
                    <a:pt x="3034" y="514"/>
                  </a:lnTo>
                  <a:lnTo>
                    <a:pt x="2800" y="327"/>
                  </a:lnTo>
                  <a:lnTo>
                    <a:pt x="2520" y="140"/>
                  </a:lnTo>
                  <a:lnTo>
                    <a:pt x="2194" y="47"/>
                  </a:lnTo>
                  <a:lnTo>
                    <a:pt x="182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4" name="Google Shape;10574;p79"/>
            <p:cNvSpPr/>
            <p:nvPr/>
          </p:nvSpPr>
          <p:spPr>
            <a:xfrm>
              <a:off x="1083700" y="2072175"/>
              <a:ext cx="54850" cy="92200"/>
            </a:xfrm>
            <a:custGeom>
              <a:rect b="b" l="l" r="r" t="t"/>
              <a:pathLst>
                <a:path extrusionOk="0" h="3688" w="2194">
                  <a:moveTo>
                    <a:pt x="327" y="0"/>
                  </a:moveTo>
                  <a:lnTo>
                    <a:pt x="1" y="47"/>
                  </a:lnTo>
                  <a:lnTo>
                    <a:pt x="327" y="94"/>
                  </a:lnTo>
                  <a:lnTo>
                    <a:pt x="607" y="234"/>
                  </a:lnTo>
                  <a:lnTo>
                    <a:pt x="841" y="420"/>
                  </a:lnTo>
                  <a:lnTo>
                    <a:pt x="1074" y="654"/>
                  </a:lnTo>
                  <a:lnTo>
                    <a:pt x="1261" y="887"/>
                  </a:lnTo>
                  <a:lnTo>
                    <a:pt x="1401" y="1214"/>
                  </a:lnTo>
                  <a:lnTo>
                    <a:pt x="1447" y="1494"/>
                  </a:lnTo>
                  <a:lnTo>
                    <a:pt x="1494" y="1821"/>
                  </a:lnTo>
                  <a:lnTo>
                    <a:pt x="1447" y="2147"/>
                  </a:lnTo>
                  <a:lnTo>
                    <a:pt x="1401" y="2474"/>
                  </a:lnTo>
                  <a:lnTo>
                    <a:pt x="1261" y="2754"/>
                  </a:lnTo>
                  <a:lnTo>
                    <a:pt x="1074" y="2987"/>
                  </a:lnTo>
                  <a:lnTo>
                    <a:pt x="841" y="3221"/>
                  </a:lnTo>
                  <a:lnTo>
                    <a:pt x="607" y="3407"/>
                  </a:lnTo>
                  <a:lnTo>
                    <a:pt x="327" y="3547"/>
                  </a:lnTo>
                  <a:lnTo>
                    <a:pt x="1" y="3641"/>
                  </a:lnTo>
                  <a:lnTo>
                    <a:pt x="327" y="3687"/>
                  </a:lnTo>
                  <a:lnTo>
                    <a:pt x="701" y="3641"/>
                  </a:lnTo>
                  <a:lnTo>
                    <a:pt x="1074" y="3501"/>
                  </a:lnTo>
                  <a:lnTo>
                    <a:pt x="1354" y="3361"/>
                  </a:lnTo>
                  <a:lnTo>
                    <a:pt x="1634" y="3127"/>
                  </a:lnTo>
                  <a:lnTo>
                    <a:pt x="1867" y="2847"/>
                  </a:lnTo>
                  <a:lnTo>
                    <a:pt x="2007" y="2567"/>
                  </a:lnTo>
                  <a:lnTo>
                    <a:pt x="2147" y="2194"/>
                  </a:lnTo>
                  <a:lnTo>
                    <a:pt x="2194" y="1821"/>
                  </a:lnTo>
                  <a:lnTo>
                    <a:pt x="2147" y="1447"/>
                  </a:lnTo>
                  <a:lnTo>
                    <a:pt x="2007" y="1121"/>
                  </a:lnTo>
                  <a:lnTo>
                    <a:pt x="1867" y="794"/>
                  </a:lnTo>
                  <a:lnTo>
                    <a:pt x="1634" y="514"/>
                  </a:lnTo>
                  <a:lnTo>
                    <a:pt x="1354" y="327"/>
                  </a:lnTo>
                  <a:lnTo>
                    <a:pt x="1074" y="140"/>
                  </a:lnTo>
                  <a:lnTo>
                    <a:pt x="701" y="47"/>
                  </a:lnTo>
                  <a:lnTo>
                    <a:pt x="3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5" name="Google Shape;10575;p79"/>
            <p:cNvSpPr/>
            <p:nvPr/>
          </p:nvSpPr>
          <p:spPr>
            <a:xfrm>
              <a:off x="1178200" y="2099000"/>
              <a:ext cx="22200" cy="38525"/>
            </a:xfrm>
            <a:custGeom>
              <a:rect b="b" l="l" r="r" t="t"/>
              <a:pathLst>
                <a:path extrusionOk="0" h="1541" w="888">
                  <a:moveTo>
                    <a:pt x="234" y="1"/>
                  </a:moveTo>
                  <a:lnTo>
                    <a:pt x="1" y="1541"/>
                  </a:lnTo>
                  <a:lnTo>
                    <a:pt x="654" y="1541"/>
                  </a:lnTo>
                  <a:lnTo>
                    <a:pt x="88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6" name="Google Shape;10576;p79"/>
            <p:cNvSpPr/>
            <p:nvPr/>
          </p:nvSpPr>
          <p:spPr>
            <a:xfrm>
              <a:off x="1201550" y="1989350"/>
              <a:ext cx="25675" cy="36175"/>
            </a:xfrm>
            <a:custGeom>
              <a:rect b="b" l="l" r="r" t="t"/>
              <a:pathLst>
                <a:path extrusionOk="0" h="1447" w="1027">
                  <a:moveTo>
                    <a:pt x="0" y="0"/>
                  </a:moveTo>
                  <a:lnTo>
                    <a:pt x="140" y="47"/>
                  </a:lnTo>
                  <a:lnTo>
                    <a:pt x="233" y="93"/>
                  </a:lnTo>
                  <a:lnTo>
                    <a:pt x="327" y="187"/>
                  </a:lnTo>
                  <a:lnTo>
                    <a:pt x="327" y="327"/>
                  </a:lnTo>
                  <a:lnTo>
                    <a:pt x="327" y="1120"/>
                  </a:lnTo>
                  <a:lnTo>
                    <a:pt x="327" y="1260"/>
                  </a:lnTo>
                  <a:lnTo>
                    <a:pt x="233" y="1353"/>
                  </a:lnTo>
                  <a:lnTo>
                    <a:pt x="140" y="1447"/>
                  </a:lnTo>
                  <a:lnTo>
                    <a:pt x="840" y="1447"/>
                  </a:lnTo>
                  <a:lnTo>
                    <a:pt x="933" y="1353"/>
                  </a:lnTo>
                  <a:lnTo>
                    <a:pt x="980" y="1260"/>
                  </a:lnTo>
                  <a:lnTo>
                    <a:pt x="1027" y="1120"/>
                  </a:lnTo>
                  <a:lnTo>
                    <a:pt x="1027" y="327"/>
                  </a:lnTo>
                  <a:lnTo>
                    <a:pt x="980" y="187"/>
                  </a:lnTo>
                  <a:lnTo>
                    <a:pt x="933" y="93"/>
                  </a:lnTo>
                  <a:lnTo>
                    <a:pt x="840" y="47"/>
                  </a:lnTo>
                  <a:lnTo>
                    <a:pt x="70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7" name="Google Shape;10577;p79"/>
          <p:cNvGrpSpPr/>
          <p:nvPr/>
        </p:nvGrpSpPr>
        <p:grpSpPr>
          <a:xfrm>
            <a:off x="1752650" y="1933325"/>
            <a:ext cx="336025" cy="227550"/>
            <a:chOff x="1683400" y="1933325"/>
            <a:chExt cx="336025" cy="227550"/>
          </a:xfrm>
        </p:grpSpPr>
        <p:sp>
          <p:nvSpPr>
            <p:cNvPr id="10578" name="Google Shape;10578;p79"/>
            <p:cNvSpPr/>
            <p:nvPr/>
          </p:nvSpPr>
          <p:spPr>
            <a:xfrm>
              <a:off x="1798900" y="1933325"/>
              <a:ext cx="106200" cy="102700"/>
            </a:xfrm>
            <a:custGeom>
              <a:rect b="b" l="l" r="r" t="t"/>
              <a:pathLst>
                <a:path extrusionOk="0" h="4108" w="4248">
                  <a:moveTo>
                    <a:pt x="2100" y="1"/>
                  </a:moveTo>
                  <a:lnTo>
                    <a:pt x="1960" y="48"/>
                  </a:lnTo>
                  <a:lnTo>
                    <a:pt x="1820" y="141"/>
                  </a:lnTo>
                  <a:lnTo>
                    <a:pt x="1494" y="468"/>
                  </a:lnTo>
                  <a:lnTo>
                    <a:pt x="1354" y="608"/>
                  </a:lnTo>
                  <a:lnTo>
                    <a:pt x="1167" y="748"/>
                  </a:lnTo>
                  <a:lnTo>
                    <a:pt x="747" y="934"/>
                  </a:lnTo>
                  <a:lnTo>
                    <a:pt x="560" y="1028"/>
                  </a:lnTo>
                  <a:lnTo>
                    <a:pt x="420" y="1121"/>
                  </a:lnTo>
                  <a:lnTo>
                    <a:pt x="187" y="1354"/>
                  </a:lnTo>
                  <a:lnTo>
                    <a:pt x="47" y="1588"/>
                  </a:lnTo>
                  <a:lnTo>
                    <a:pt x="0" y="1868"/>
                  </a:lnTo>
                  <a:lnTo>
                    <a:pt x="0" y="2194"/>
                  </a:lnTo>
                  <a:lnTo>
                    <a:pt x="280" y="4108"/>
                  </a:lnTo>
                  <a:lnTo>
                    <a:pt x="3967" y="4108"/>
                  </a:lnTo>
                  <a:lnTo>
                    <a:pt x="4247" y="2194"/>
                  </a:lnTo>
                  <a:lnTo>
                    <a:pt x="4247" y="2054"/>
                  </a:lnTo>
                  <a:lnTo>
                    <a:pt x="4200" y="1914"/>
                  </a:lnTo>
                  <a:lnTo>
                    <a:pt x="4107" y="1681"/>
                  </a:lnTo>
                  <a:lnTo>
                    <a:pt x="3920" y="1448"/>
                  </a:lnTo>
                  <a:lnTo>
                    <a:pt x="3687" y="1261"/>
                  </a:lnTo>
                  <a:lnTo>
                    <a:pt x="3500" y="1168"/>
                  </a:lnTo>
                  <a:lnTo>
                    <a:pt x="3314" y="1074"/>
                  </a:lnTo>
                  <a:lnTo>
                    <a:pt x="3127" y="981"/>
                  </a:lnTo>
                  <a:lnTo>
                    <a:pt x="2987" y="841"/>
                  </a:lnTo>
                  <a:lnTo>
                    <a:pt x="2707" y="514"/>
                  </a:lnTo>
                  <a:lnTo>
                    <a:pt x="2427" y="141"/>
                  </a:lnTo>
                  <a:lnTo>
                    <a:pt x="2287" y="48"/>
                  </a:lnTo>
                  <a:lnTo>
                    <a:pt x="210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9" name="Google Shape;10579;p79"/>
            <p:cNvSpPr/>
            <p:nvPr/>
          </p:nvSpPr>
          <p:spPr>
            <a:xfrm>
              <a:off x="1888725" y="1933325"/>
              <a:ext cx="106200" cy="102700"/>
            </a:xfrm>
            <a:custGeom>
              <a:rect b="b" l="l" r="r" t="t"/>
              <a:pathLst>
                <a:path extrusionOk="0" h="4108" w="4248">
                  <a:moveTo>
                    <a:pt x="2101" y="1"/>
                  </a:moveTo>
                  <a:lnTo>
                    <a:pt x="1961" y="48"/>
                  </a:lnTo>
                  <a:lnTo>
                    <a:pt x="1821" y="141"/>
                  </a:lnTo>
                  <a:lnTo>
                    <a:pt x="1494" y="468"/>
                  </a:lnTo>
                  <a:lnTo>
                    <a:pt x="1307" y="608"/>
                  </a:lnTo>
                  <a:lnTo>
                    <a:pt x="1121" y="748"/>
                  </a:lnTo>
                  <a:lnTo>
                    <a:pt x="747" y="934"/>
                  </a:lnTo>
                  <a:lnTo>
                    <a:pt x="561" y="1028"/>
                  </a:lnTo>
                  <a:lnTo>
                    <a:pt x="421" y="1121"/>
                  </a:lnTo>
                  <a:lnTo>
                    <a:pt x="187" y="1354"/>
                  </a:lnTo>
                  <a:lnTo>
                    <a:pt x="47" y="1588"/>
                  </a:lnTo>
                  <a:lnTo>
                    <a:pt x="1" y="1868"/>
                  </a:lnTo>
                  <a:lnTo>
                    <a:pt x="1" y="2194"/>
                  </a:lnTo>
                  <a:lnTo>
                    <a:pt x="281" y="4108"/>
                  </a:lnTo>
                  <a:lnTo>
                    <a:pt x="3921" y="4108"/>
                  </a:lnTo>
                  <a:lnTo>
                    <a:pt x="4201" y="2194"/>
                  </a:lnTo>
                  <a:lnTo>
                    <a:pt x="4247" y="2054"/>
                  </a:lnTo>
                  <a:lnTo>
                    <a:pt x="4201" y="1914"/>
                  </a:lnTo>
                  <a:lnTo>
                    <a:pt x="4061" y="1681"/>
                  </a:lnTo>
                  <a:lnTo>
                    <a:pt x="3874" y="1448"/>
                  </a:lnTo>
                  <a:lnTo>
                    <a:pt x="3594" y="1261"/>
                  </a:lnTo>
                  <a:lnTo>
                    <a:pt x="3501" y="1121"/>
                  </a:lnTo>
                  <a:lnTo>
                    <a:pt x="3501" y="1074"/>
                  </a:lnTo>
                  <a:lnTo>
                    <a:pt x="3407" y="1028"/>
                  </a:lnTo>
                  <a:lnTo>
                    <a:pt x="2987" y="841"/>
                  </a:lnTo>
                  <a:lnTo>
                    <a:pt x="2754" y="701"/>
                  </a:lnTo>
                  <a:lnTo>
                    <a:pt x="2614" y="561"/>
                  </a:lnTo>
                  <a:lnTo>
                    <a:pt x="2427" y="141"/>
                  </a:lnTo>
                  <a:lnTo>
                    <a:pt x="2287" y="48"/>
                  </a:lnTo>
                  <a:lnTo>
                    <a:pt x="210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0" name="Google Shape;10580;p79"/>
            <p:cNvSpPr/>
            <p:nvPr/>
          </p:nvSpPr>
          <p:spPr>
            <a:xfrm>
              <a:off x="1933075" y="1933325"/>
              <a:ext cx="61850" cy="102700"/>
            </a:xfrm>
            <a:custGeom>
              <a:rect b="b" l="l" r="r" t="t"/>
              <a:pathLst>
                <a:path extrusionOk="0" h="4108" w="2474">
                  <a:moveTo>
                    <a:pt x="327" y="1"/>
                  </a:moveTo>
                  <a:lnTo>
                    <a:pt x="187" y="48"/>
                  </a:lnTo>
                  <a:lnTo>
                    <a:pt x="47" y="141"/>
                  </a:lnTo>
                  <a:lnTo>
                    <a:pt x="0" y="188"/>
                  </a:lnTo>
                  <a:lnTo>
                    <a:pt x="280" y="468"/>
                  </a:lnTo>
                  <a:lnTo>
                    <a:pt x="420" y="608"/>
                  </a:lnTo>
                  <a:lnTo>
                    <a:pt x="607" y="748"/>
                  </a:lnTo>
                  <a:lnTo>
                    <a:pt x="1027" y="934"/>
                  </a:lnTo>
                  <a:lnTo>
                    <a:pt x="1167" y="1028"/>
                  </a:lnTo>
                  <a:lnTo>
                    <a:pt x="1353" y="1121"/>
                  </a:lnTo>
                  <a:lnTo>
                    <a:pt x="1540" y="1354"/>
                  </a:lnTo>
                  <a:lnTo>
                    <a:pt x="1680" y="1588"/>
                  </a:lnTo>
                  <a:lnTo>
                    <a:pt x="1773" y="1868"/>
                  </a:lnTo>
                  <a:lnTo>
                    <a:pt x="1773" y="2194"/>
                  </a:lnTo>
                  <a:lnTo>
                    <a:pt x="1493" y="4108"/>
                  </a:lnTo>
                  <a:lnTo>
                    <a:pt x="2147" y="4108"/>
                  </a:lnTo>
                  <a:lnTo>
                    <a:pt x="2427" y="2194"/>
                  </a:lnTo>
                  <a:lnTo>
                    <a:pt x="2473" y="1868"/>
                  </a:lnTo>
                  <a:lnTo>
                    <a:pt x="2380" y="1588"/>
                  </a:lnTo>
                  <a:lnTo>
                    <a:pt x="2240" y="1354"/>
                  </a:lnTo>
                  <a:lnTo>
                    <a:pt x="2007" y="1121"/>
                  </a:lnTo>
                  <a:lnTo>
                    <a:pt x="1867" y="1028"/>
                  </a:lnTo>
                  <a:lnTo>
                    <a:pt x="1680" y="934"/>
                  </a:lnTo>
                  <a:lnTo>
                    <a:pt x="1307" y="748"/>
                  </a:lnTo>
                  <a:lnTo>
                    <a:pt x="1120" y="608"/>
                  </a:lnTo>
                  <a:lnTo>
                    <a:pt x="933" y="468"/>
                  </a:lnTo>
                  <a:lnTo>
                    <a:pt x="653" y="141"/>
                  </a:lnTo>
                  <a:lnTo>
                    <a:pt x="513"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1" name="Google Shape;10581;p79"/>
            <p:cNvSpPr/>
            <p:nvPr/>
          </p:nvSpPr>
          <p:spPr>
            <a:xfrm>
              <a:off x="1709050" y="1933325"/>
              <a:ext cx="106200" cy="102700"/>
            </a:xfrm>
            <a:custGeom>
              <a:rect b="b" l="l" r="r" t="t"/>
              <a:pathLst>
                <a:path extrusionOk="0" h="4108" w="4248">
                  <a:moveTo>
                    <a:pt x="2147" y="1"/>
                  </a:moveTo>
                  <a:lnTo>
                    <a:pt x="1961" y="48"/>
                  </a:lnTo>
                  <a:lnTo>
                    <a:pt x="1821" y="141"/>
                  </a:lnTo>
                  <a:lnTo>
                    <a:pt x="1494" y="468"/>
                  </a:lnTo>
                  <a:lnTo>
                    <a:pt x="1354" y="608"/>
                  </a:lnTo>
                  <a:lnTo>
                    <a:pt x="1167" y="748"/>
                  </a:lnTo>
                  <a:lnTo>
                    <a:pt x="794" y="934"/>
                  </a:lnTo>
                  <a:lnTo>
                    <a:pt x="607" y="1028"/>
                  </a:lnTo>
                  <a:lnTo>
                    <a:pt x="421" y="1121"/>
                  </a:lnTo>
                  <a:lnTo>
                    <a:pt x="234" y="1354"/>
                  </a:lnTo>
                  <a:lnTo>
                    <a:pt x="94" y="1588"/>
                  </a:lnTo>
                  <a:lnTo>
                    <a:pt x="1" y="1868"/>
                  </a:lnTo>
                  <a:lnTo>
                    <a:pt x="1" y="2194"/>
                  </a:lnTo>
                  <a:lnTo>
                    <a:pt x="281" y="4108"/>
                  </a:lnTo>
                  <a:lnTo>
                    <a:pt x="3968" y="4108"/>
                  </a:lnTo>
                  <a:lnTo>
                    <a:pt x="4248" y="2194"/>
                  </a:lnTo>
                  <a:lnTo>
                    <a:pt x="4248" y="2054"/>
                  </a:lnTo>
                  <a:lnTo>
                    <a:pt x="4248" y="1914"/>
                  </a:lnTo>
                  <a:lnTo>
                    <a:pt x="4108" y="1681"/>
                  </a:lnTo>
                  <a:lnTo>
                    <a:pt x="3921" y="1448"/>
                  </a:lnTo>
                  <a:lnTo>
                    <a:pt x="3688" y="1261"/>
                  </a:lnTo>
                  <a:lnTo>
                    <a:pt x="3548" y="1168"/>
                  </a:lnTo>
                  <a:lnTo>
                    <a:pt x="3408" y="1074"/>
                  </a:lnTo>
                  <a:lnTo>
                    <a:pt x="3221" y="981"/>
                  </a:lnTo>
                  <a:lnTo>
                    <a:pt x="2988" y="841"/>
                  </a:lnTo>
                  <a:lnTo>
                    <a:pt x="2661" y="561"/>
                  </a:lnTo>
                  <a:lnTo>
                    <a:pt x="2428" y="141"/>
                  </a:lnTo>
                  <a:lnTo>
                    <a:pt x="2288" y="48"/>
                  </a:lnTo>
                  <a:lnTo>
                    <a:pt x="214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2" name="Google Shape;10582;p79"/>
            <p:cNvSpPr/>
            <p:nvPr/>
          </p:nvSpPr>
          <p:spPr>
            <a:xfrm>
              <a:off x="1843225" y="1933325"/>
              <a:ext cx="61875" cy="102700"/>
            </a:xfrm>
            <a:custGeom>
              <a:rect b="b" l="l" r="r" t="t"/>
              <a:pathLst>
                <a:path extrusionOk="0" h="4108" w="2475">
                  <a:moveTo>
                    <a:pt x="327" y="1"/>
                  </a:moveTo>
                  <a:lnTo>
                    <a:pt x="187" y="48"/>
                  </a:lnTo>
                  <a:lnTo>
                    <a:pt x="47" y="141"/>
                  </a:lnTo>
                  <a:lnTo>
                    <a:pt x="1" y="188"/>
                  </a:lnTo>
                  <a:lnTo>
                    <a:pt x="281" y="468"/>
                  </a:lnTo>
                  <a:lnTo>
                    <a:pt x="467" y="608"/>
                  </a:lnTo>
                  <a:lnTo>
                    <a:pt x="607" y="748"/>
                  </a:lnTo>
                  <a:lnTo>
                    <a:pt x="1027" y="934"/>
                  </a:lnTo>
                  <a:lnTo>
                    <a:pt x="1214" y="1028"/>
                  </a:lnTo>
                  <a:lnTo>
                    <a:pt x="1354" y="1121"/>
                  </a:lnTo>
                  <a:lnTo>
                    <a:pt x="1587" y="1354"/>
                  </a:lnTo>
                  <a:lnTo>
                    <a:pt x="1727" y="1588"/>
                  </a:lnTo>
                  <a:lnTo>
                    <a:pt x="1774" y="1868"/>
                  </a:lnTo>
                  <a:lnTo>
                    <a:pt x="1774" y="2194"/>
                  </a:lnTo>
                  <a:lnTo>
                    <a:pt x="1494" y="4108"/>
                  </a:lnTo>
                  <a:lnTo>
                    <a:pt x="2194" y="4108"/>
                  </a:lnTo>
                  <a:lnTo>
                    <a:pt x="2474" y="2194"/>
                  </a:lnTo>
                  <a:lnTo>
                    <a:pt x="2474" y="1868"/>
                  </a:lnTo>
                  <a:lnTo>
                    <a:pt x="2381" y="1588"/>
                  </a:lnTo>
                  <a:lnTo>
                    <a:pt x="2241" y="1354"/>
                  </a:lnTo>
                  <a:lnTo>
                    <a:pt x="2054" y="1121"/>
                  </a:lnTo>
                  <a:lnTo>
                    <a:pt x="1867" y="1028"/>
                  </a:lnTo>
                  <a:lnTo>
                    <a:pt x="1681" y="934"/>
                  </a:lnTo>
                  <a:lnTo>
                    <a:pt x="1307" y="748"/>
                  </a:lnTo>
                  <a:lnTo>
                    <a:pt x="1121" y="608"/>
                  </a:lnTo>
                  <a:lnTo>
                    <a:pt x="981" y="468"/>
                  </a:lnTo>
                  <a:lnTo>
                    <a:pt x="654" y="141"/>
                  </a:lnTo>
                  <a:lnTo>
                    <a:pt x="514"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3" name="Google Shape;10583;p79"/>
            <p:cNvSpPr/>
            <p:nvPr/>
          </p:nvSpPr>
          <p:spPr>
            <a:xfrm>
              <a:off x="1753400" y="1933325"/>
              <a:ext cx="61850" cy="102700"/>
            </a:xfrm>
            <a:custGeom>
              <a:rect b="b" l="l" r="r" t="t"/>
              <a:pathLst>
                <a:path extrusionOk="0" h="4108" w="2474">
                  <a:moveTo>
                    <a:pt x="373" y="1"/>
                  </a:moveTo>
                  <a:lnTo>
                    <a:pt x="187" y="48"/>
                  </a:lnTo>
                  <a:lnTo>
                    <a:pt x="47" y="141"/>
                  </a:lnTo>
                  <a:lnTo>
                    <a:pt x="0" y="188"/>
                  </a:lnTo>
                  <a:lnTo>
                    <a:pt x="280" y="468"/>
                  </a:lnTo>
                  <a:lnTo>
                    <a:pt x="467" y="608"/>
                  </a:lnTo>
                  <a:lnTo>
                    <a:pt x="654" y="748"/>
                  </a:lnTo>
                  <a:lnTo>
                    <a:pt x="1027" y="934"/>
                  </a:lnTo>
                  <a:lnTo>
                    <a:pt x="1214" y="1028"/>
                  </a:lnTo>
                  <a:lnTo>
                    <a:pt x="1400" y="1121"/>
                  </a:lnTo>
                  <a:lnTo>
                    <a:pt x="1587" y="1354"/>
                  </a:lnTo>
                  <a:lnTo>
                    <a:pt x="1727" y="1588"/>
                  </a:lnTo>
                  <a:lnTo>
                    <a:pt x="1820" y="1868"/>
                  </a:lnTo>
                  <a:lnTo>
                    <a:pt x="1774" y="2194"/>
                  </a:lnTo>
                  <a:lnTo>
                    <a:pt x="1494" y="4108"/>
                  </a:lnTo>
                  <a:lnTo>
                    <a:pt x="2194" y="4108"/>
                  </a:lnTo>
                  <a:lnTo>
                    <a:pt x="2474" y="2194"/>
                  </a:lnTo>
                  <a:lnTo>
                    <a:pt x="2474" y="1868"/>
                  </a:lnTo>
                  <a:lnTo>
                    <a:pt x="2427" y="1588"/>
                  </a:lnTo>
                  <a:lnTo>
                    <a:pt x="2287" y="1354"/>
                  </a:lnTo>
                  <a:lnTo>
                    <a:pt x="2054" y="1121"/>
                  </a:lnTo>
                  <a:lnTo>
                    <a:pt x="1914" y="1028"/>
                  </a:lnTo>
                  <a:lnTo>
                    <a:pt x="1727" y="934"/>
                  </a:lnTo>
                  <a:lnTo>
                    <a:pt x="1307" y="748"/>
                  </a:lnTo>
                  <a:lnTo>
                    <a:pt x="1120" y="608"/>
                  </a:lnTo>
                  <a:lnTo>
                    <a:pt x="980" y="468"/>
                  </a:lnTo>
                  <a:lnTo>
                    <a:pt x="654" y="141"/>
                  </a:lnTo>
                  <a:lnTo>
                    <a:pt x="514" y="48"/>
                  </a:lnTo>
                  <a:lnTo>
                    <a:pt x="37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4" name="Google Shape;10584;p79"/>
            <p:cNvSpPr/>
            <p:nvPr/>
          </p:nvSpPr>
          <p:spPr>
            <a:xfrm>
              <a:off x="1693900" y="1995175"/>
              <a:ext cx="310350" cy="165700"/>
            </a:xfrm>
            <a:custGeom>
              <a:rect b="b" l="l" r="r" t="t"/>
              <a:pathLst>
                <a:path extrusionOk="0" h="6628" w="12414">
                  <a:moveTo>
                    <a:pt x="327" y="0"/>
                  </a:moveTo>
                  <a:lnTo>
                    <a:pt x="187" y="47"/>
                  </a:lnTo>
                  <a:lnTo>
                    <a:pt x="93" y="140"/>
                  </a:lnTo>
                  <a:lnTo>
                    <a:pt x="0" y="234"/>
                  </a:lnTo>
                  <a:lnTo>
                    <a:pt x="0" y="327"/>
                  </a:lnTo>
                  <a:lnTo>
                    <a:pt x="0" y="6301"/>
                  </a:lnTo>
                  <a:lnTo>
                    <a:pt x="0" y="6441"/>
                  </a:lnTo>
                  <a:lnTo>
                    <a:pt x="93" y="6534"/>
                  </a:lnTo>
                  <a:lnTo>
                    <a:pt x="187" y="6627"/>
                  </a:lnTo>
                  <a:lnTo>
                    <a:pt x="12414" y="6627"/>
                  </a:lnTo>
                  <a:lnTo>
                    <a:pt x="12414" y="6534"/>
                  </a:lnTo>
                  <a:lnTo>
                    <a:pt x="12367" y="6254"/>
                  </a:lnTo>
                  <a:lnTo>
                    <a:pt x="12367" y="607"/>
                  </a:lnTo>
                  <a:lnTo>
                    <a:pt x="12414" y="234"/>
                  </a:lnTo>
                  <a:lnTo>
                    <a:pt x="12414" y="94"/>
                  </a:lnTo>
                  <a:lnTo>
                    <a:pt x="12367" y="47"/>
                  </a:lnTo>
                  <a:lnTo>
                    <a:pt x="1232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5" name="Google Shape;10585;p79"/>
            <p:cNvSpPr/>
            <p:nvPr/>
          </p:nvSpPr>
          <p:spPr>
            <a:xfrm>
              <a:off x="1984400" y="1995175"/>
              <a:ext cx="25700" cy="165700"/>
            </a:xfrm>
            <a:custGeom>
              <a:rect b="b" l="l" r="r" t="t"/>
              <a:pathLst>
                <a:path extrusionOk="0" h="6628" w="1028">
                  <a:moveTo>
                    <a:pt x="0" y="0"/>
                  </a:moveTo>
                  <a:lnTo>
                    <a:pt x="140" y="47"/>
                  </a:lnTo>
                  <a:lnTo>
                    <a:pt x="234" y="140"/>
                  </a:lnTo>
                  <a:lnTo>
                    <a:pt x="327" y="234"/>
                  </a:lnTo>
                  <a:lnTo>
                    <a:pt x="327" y="327"/>
                  </a:lnTo>
                  <a:lnTo>
                    <a:pt x="327" y="6301"/>
                  </a:lnTo>
                  <a:lnTo>
                    <a:pt x="327" y="6441"/>
                  </a:lnTo>
                  <a:lnTo>
                    <a:pt x="234" y="6534"/>
                  </a:lnTo>
                  <a:lnTo>
                    <a:pt x="140" y="6627"/>
                  </a:lnTo>
                  <a:lnTo>
                    <a:pt x="841" y="6627"/>
                  </a:lnTo>
                  <a:lnTo>
                    <a:pt x="934" y="6534"/>
                  </a:lnTo>
                  <a:lnTo>
                    <a:pt x="981" y="6441"/>
                  </a:lnTo>
                  <a:lnTo>
                    <a:pt x="1027" y="6301"/>
                  </a:lnTo>
                  <a:lnTo>
                    <a:pt x="1027" y="327"/>
                  </a:lnTo>
                  <a:lnTo>
                    <a:pt x="981" y="234"/>
                  </a:lnTo>
                  <a:lnTo>
                    <a:pt x="934" y="140"/>
                  </a:lnTo>
                  <a:lnTo>
                    <a:pt x="841" y="47"/>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6" name="Google Shape;10586;p79"/>
            <p:cNvSpPr/>
            <p:nvPr/>
          </p:nvSpPr>
          <p:spPr>
            <a:xfrm>
              <a:off x="1683400" y="2022000"/>
              <a:ext cx="332525" cy="113200"/>
            </a:xfrm>
            <a:custGeom>
              <a:rect b="b" l="l" r="r" t="t"/>
              <a:pathLst>
                <a:path extrusionOk="0" h="4528" w="13301">
                  <a:moveTo>
                    <a:pt x="140" y="1"/>
                  </a:moveTo>
                  <a:lnTo>
                    <a:pt x="93" y="47"/>
                  </a:lnTo>
                  <a:lnTo>
                    <a:pt x="47" y="141"/>
                  </a:lnTo>
                  <a:lnTo>
                    <a:pt x="0" y="234"/>
                  </a:lnTo>
                  <a:lnTo>
                    <a:pt x="0" y="4294"/>
                  </a:lnTo>
                  <a:lnTo>
                    <a:pt x="47" y="4388"/>
                  </a:lnTo>
                  <a:lnTo>
                    <a:pt x="93" y="4434"/>
                  </a:lnTo>
                  <a:lnTo>
                    <a:pt x="140" y="4481"/>
                  </a:lnTo>
                  <a:lnTo>
                    <a:pt x="233" y="4528"/>
                  </a:lnTo>
                  <a:lnTo>
                    <a:pt x="13254" y="4528"/>
                  </a:lnTo>
                  <a:lnTo>
                    <a:pt x="13301" y="4481"/>
                  </a:lnTo>
                  <a:lnTo>
                    <a:pt x="13301" y="4388"/>
                  </a:lnTo>
                  <a:lnTo>
                    <a:pt x="13301" y="4154"/>
                  </a:lnTo>
                  <a:lnTo>
                    <a:pt x="13207" y="561"/>
                  </a:lnTo>
                  <a:lnTo>
                    <a:pt x="13254" y="234"/>
                  </a:lnTo>
                  <a:lnTo>
                    <a:pt x="13301" y="94"/>
                  </a:lnTo>
                  <a:lnTo>
                    <a:pt x="132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7" name="Google Shape;10587;p79"/>
            <p:cNvSpPr/>
            <p:nvPr/>
          </p:nvSpPr>
          <p:spPr>
            <a:xfrm>
              <a:off x="1997225" y="2022000"/>
              <a:ext cx="22200" cy="113200"/>
            </a:xfrm>
            <a:custGeom>
              <a:rect b="b" l="l" r="r" t="t"/>
              <a:pathLst>
                <a:path extrusionOk="0" h="4528" w="888">
                  <a:moveTo>
                    <a:pt x="94" y="1"/>
                  </a:moveTo>
                  <a:lnTo>
                    <a:pt x="141" y="47"/>
                  </a:lnTo>
                  <a:lnTo>
                    <a:pt x="188" y="141"/>
                  </a:lnTo>
                  <a:lnTo>
                    <a:pt x="234" y="234"/>
                  </a:lnTo>
                  <a:lnTo>
                    <a:pt x="234" y="4294"/>
                  </a:lnTo>
                  <a:lnTo>
                    <a:pt x="188" y="4388"/>
                  </a:lnTo>
                  <a:lnTo>
                    <a:pt x="141" y="4434"/>
                  </a:lnTo>
                  <a:lnTo>
                    <a:pt x="94" y="4481"/>
                  </a:lnTo>
                  <a:lnTo>
                    <a:pt x="1" y="4528"/>
                  </a:lnTo>
                  <a:lnTo>
                    <a:pt x="701" y="4528"/>
                  </a:lnTo>
                  <a:lnTo>
                    <a:pt x="794" y="4481"/>
                  </a:lnTo>
                  <a:lnTo>
                    <a:pt x="841" y="4434"/>
                  </a:lnTo>
                  <a:lnTo>
                    <a:pt x="888" y="4388"/>
                  </a:lnTo>
                  <a:lnTo>
                    <a:pt x="888" y="4294"/>
                  </a:lnTo>
                  <a:lnTo>
                    <a:pt x="888" y="234"/>
                  </a:lnTo>
                  <a:lnTo>
                    <a:pt x="888" y="141"/>
                  </a:lnTo>
                  <a:lnTo>
                    <a:pt x="841" y="47"/>
                  </a:lnTo>
                  <a:lnTo>
                    <a:pt x="79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88" name="Google Shape;10588;p79"/>
          <p:cNvGrpSpPr/>
          <p:nvPr/>
        </p:nvGrpSpPr>
        <p:grpSpPr>
          <a:xfrm>
            <a:off x="2513325" y="1924000"/>
            <a:ext cx="336050" cy="246200"/>
            <a:chOff x="2444075" y="1924000"/>
            <a:chExt cx="336050" cy="246200"/>
          </a:xfrm>
        </p:grpSpPr>
        <p:sp>
          <p:nvSpPr>
            <p:cNvPr id="10589" name="Google Shape;10589;p79"/>
            <p:cNvSpPr/>
            <p:nvPr/>
          </p:nvSpPr>
          <p:spPr>
            <a:xfrm>
              <a:off x="2510575" y="1924000"/>
              <a:ext cx="33875" cy="101525"/>
            </a:xfrm>
            <a:custGeom>
              <a:rect b="b" l="l" r="r" t="t"/>
              <a:pathLst>
                <a:path extrusionOk="0" h="4061" w="1355">
                  <a:moveTo>
                    <a:pt x="654" y="887"/>
                  </a:moveTo>
                  <a:lnTo>
                    <a:pt x="794" y="934"/>
                  </a:lnTo>
                  <a:lnTo>
                    <a:pt x="841" y="981"/>
                  </a:lnTo>
                  <a:lnTo>
                    <a:pt x="934" y="1074"/>
                  </a:lnTo>
                  <a:lnTo>
                    <a:pt x="934" y="1167"/>
                  </a:lnTo>
                  <a:lnTo>
                    <a:pt x="934" y="1261"/>
                  </a:lnTo>
                  <a:lnTo>
                    <a:pt x="841" y="1354"/>
                  </a:lnTo>
                  <a:lnTo>
                    <a:pt x="794" y="1447"/>
                  </a:lnTo>
                  <a:lnTo>
                    <a:pt x="561" y="1447"/>
                  </a:lnTo>
                  <a:lnTo>
                    <a:pt x="468" y="1354"/>
                  </a:lnTo>
                  <a:lnTo>
                    <a:pt x="421" y="1261"/>
                  </a:lnTo>
                  <a:lnTo>
                    <a:pt x="421" y="1167"/>
                  </a:lnTo>
                  <a:lnTo>
                    <a:pt x="421" y="1074"/>
                  </a:lnTo>
                  <a:lnTo>
                    <a:pt x="468" y="981"/>
                  </a:lnTo>
                  <a:lnTo>
                    <a:pt x="561" y="934"/>
                  </a:lnTo>
                  <a:lnTo>
                    <a:pt x="654" y="887"/>
                  </a:lnTo>
                  <a:close/>
                  <a:moveTo>
                    <a:pt x="654" y="1"/>
                  </a:moveTo>
                  <a:lnTo>
                    <a:pt x="608" y="47"/>
                  </a:lnTo>
                  <a:lnTo>
                    <a:pt x="514" y="94"/>
                  </a:lnTo>
                  <a:lnTo>
                    <a:pt x="468" y="141"/>
                  </a:lnTo>
                  <a:lnTo>
                    <a:pt x="468" y="234"/>
                  </a:lnTo>
                  <a:lnTo>
                    <a:pt x="468" y="561"/>
                  </a:lnTo>
                  <a:lnTo>
                    <a:pt x="281" y="654"/>
                  </a:lnTo>
                  <a:lnTo>
                    <a:pt x="141" y="794"/>
                  </a:lnTo>
                  <a:lnTo>
                    <a:pt x="48" y="981"/>
                  </a:lnTo>
                  <a:lnTo>
                    <a:pt x="1" y="1167"/>
                  </a:lnTo>
                  <a:lnTo>
                    <a:pt x="48" y="1401"/>
                  </a:lnTo>
                  <a:lnTo>
                    <a:pt x="141" y="1587"/>
                  </a:lnTo>
                  <a:lnTo>
                    <a:pt x="281" y="1727"/>
                  </a:lnTo>
                  <a:lnTo>
                    <a:pt x="468" y="1821"/>
                  </a:lnTo>
                  <a:lnTo>
                    <a:pt x="468" y="3874"/>
                  </a:lnTo>
                  <a:lnTo>
                    <a:pt x="468" y="3967"/>
                  </a:lnTo>
                  <a:lnTo>
                    <a:pt x="514" y="4014"/>
                  </a:lnTo>
                  <a:lnTo>
                    <a:pt x="608" y="4061"/>
                  </a:lnTo>
                  <a:lnTo>
                    <a:pt x="748" y="4061"/>
                  </a:lnTo>
                  <a:lnTo>
                    <a:pt x="794" y="4014"/>
                  </a:lnTo>
                  <a:lnTo>
                    <a:pt x="841" y="3967"/>
                  </a:lnTo>
                  <a:lnTo>
                    <a:pt x="888" y="3874"/>
                  </a:lnTo>
                  <a:lnTo>
                    <a:pt x="888" y="1821"/>
                  </a:lnTo>
                  <a:lnTo>
                    <a:pt x="1074" y="1727"/>
                  </a:lnTo>
                  <a:lnTo>
                    <a:pt x="1214" y="1587"/>
                  </a:lnTo>
                  <a:lnTo>
                    <a:pt x="1308" y="1401"/>
                  </a:lnTo>
                  <a:lnTo>
                    <a:pt x="1354" y="1167"/>
                  </a:lnTo>
                  <a:lnTo>
                    <a:pt x="1308" y="981"/>
                  </a:lnTo>
                  <a:lnTo>
                    <a:pt x="1214" y="794"/>
                  </a:lnTo>
                  <a:lnTo>
                    <a:pt x="1074" y="654"/>
                  </a:lnTo>
                  <a:lnTo>
                    <a:pt x="888" y="561"/>
                  </a:lnTo>
                  <a:lnTo>
                    <a:pt x="888" y="234"/>
                  </a:lnTo>
                  <a:lnTo>
                    <a:pt x="841" y="141"/>
                  </a:lnTo>
                  <a:lnTo>
                    <a:pt x="794" y="94"/>
                  </a:lnTo>
                  <a:lnTo>
                    <a:pt x="748"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0" name="Google Shape;10590;p79"/>
            <p:cNvSpPr/>
            <p:nvPr/>
          </p:nvSpPr>
          <p:spPr>
            <a:xfrm>
              <a:off x="2595750" y="1924000"/>
              <a:ext cx="32700" cy="101525"/>
            </a:xfrm>
            <a:custGeom>
              <a:rect b="b" l="l" r="r" t="t"/>
              <a:pathLst>
                <a:path extrusionOk="0" h="4061" w="1308">
                  <a:moveTo>
                    <a:pt x="654" y="887"/>
                  </a:moveTo>
                  <a:lnTo>
                    <a:pt x="747" y="934"/>
                  </a:lnTo>
                  <a:lnTo>
                    <a:pt x="841" y="981"/>
                  </a:lnTo>
                  <a:lnTo>
                    <a:pt x="887" y="1074"/>
                  </a:lnTo>
                  <a:lnTo>
                    <a:pt x="934" y="1167"/>
                  </a:lnTo>
                  <a:lnTo>
                    <a:pt x="887" y="1261"/>
                  </a:lnTo>
                  <a:lnTo>
                    <a:pt x="841" y="1354"/>
                  </a:lnTo>
                  <a:lnTo>
                    <a:pt x="747" y="1447"/>
                  </a:lnTo>
                  <a:lnTo>
                    <a:pt x="561" y="1447"/>
                  </a:lnTo>
                  <a:lnTo>
                    <a:pt x="467" y="1354"/>
                  </a:lnTo>
                  <a:lnTo>
                    <a:pt x="421" y="1261"/>
                  </a:lnTo>
                  <a:lnTo>
                    <a:pt x="374" y="1167"/>
                  </a:lnTo>
                  <a:lnTo>
                    <a:pt x="421" y="1074"/>
                  </a:lnTo>
                  <a:lnTo>
                    <a:pt x="467" y="981"/>
                  </a:lnTo>
                  <a:lnTo>
                    <a:pt x="561" y="934"/>
                  </a:lnTo>
                  <a:lnTo>
                    <a:pt x="654" y="887"/>
                  </a:lnTo>
                  <a:close/>
                  <a:moveTo>
                    <a:pt x="654" y="1"/>
                  </a:moveTo>
                  <a:lnTo>
                    <a:pt x="561" y="47"/>
                  </a:lnTo>
                  <a:lnTo>
                    <a:pt x="514" y="94"/>
                  </a:lnTo>
                  <a:lnTo>
                    <a:pt x="467" y="141"/>
                  </a:lnTo>
                  <a:lnTo>
                    <a:pt x="467" y="234"/>
                  </a:lnTo>
                  <a:lnTo>
                    <a:pt x="467" y="561"/>
                  </a:lnTo>
                  <a:lnTo>
                    <a:pt x="281" y="654"/>
                  </a:lnTo>
                  <a:lnTo>
                    <a:pt x="94" y="794"/>
                  </a:lnTo>
                  <a:lnTo>
                    <a:pt x="1" y="981"/>
                  </a:lnTo>
                  <a:lnTo>
                    <a:pt x="1" y="1167"/>
                  </a:lnTo>
                  <a:lnTo>
                    <a:pt x="1" y="1401"/>
                  </a:lnTo>
                  <a:lnTo>
                    <a:pt x="94" y="1587"/>
                  </a:lnTo>
                  <a:lnTo>
                    <a:pt x="281" y="1727"/>
                  </a:lnTo>
                  <a:lnTo>
                    <a:pt x="467" y="1821"/>
                  </a:lnTo>
                  <a:lnTo>
                    <a:pt x="467" y="3874"/>
                  </a:lnTo>
                  <a:lnTo>
                    <a:pt x="467" y="3967"/>
                  </a:lnTo>
                  <a:lnTo>
                    <a:pt x="514" y="4014"/>
                  </a:lnTo>
                  <a:lnTo>
                    <a:pt x="561" y="4061"/>
                  </a:lnTo>
                  <a:lnTo>
                    <a:pt x="747" y="4061"/>
                  </a:lnTo>
                  <a:lnTo>
                    <a:pt x="794" y="4014"/>
                  </a:lnTo>
                  <a:lnTo>
                    <a:pt x="841" y="3967"/>
                  </a:lnTo>
                  <a:lnTo>
                    <a:pt x="841" y="3874"/>
                  </a:lnTo>
                  <a:lnTo>
                    <a:pt x="841" y="1821"/>
                  </a:lnTo>
                  <a:lnTo>
                    <a:pt x="1027" y="1727"/>
                  </a:lnTo>
                  <a:lnTo>
                    <a:pt x="1167" y="1587"/>
                  </a:lnTo>
                  <a:lnTo>
                    <a:pt x="1261" y="1401"/>
                  </a:lnTo>
                  <a:lnTo>
                    <a:pt x="1307" y="1167"/>
                  </a:lnTo>
                  <a:lnTo>
                    <a:pt x="1261" y="981"/>
                  </a:lnTo>
                  <a:lnTo>
                    <a:pt x="1167" y="794"/>
                  </a:lnTo>
                  <a:lnTo>
                    <a:pt x="1027" y="654"/>
                  </a:lnTo>
                  <a:lnTo>
                    <a:pt x="841" y="561"/>
                  </a:lnTo>
                  <a:lnTo>
                    <a:pt x="841" y="234"/>
                  </a:lnTo>
                  <a:lnTo>
                    <a:pt x="841" y="141"/>
                  </a:lnTo>
                  <a:lnTo>
                    <a:pt x="794" y="94"/>
                  </a:lnTo>
                  <a:lnTo>
                    <a:pt x="747"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1" name="Google Shape;10591;p79"/>
            <p:cNvSpPr/>
            <p:nvPr/>
          </p:nvSpPr>
          <p:spPr>
            <a:xfrm>
              <a:off x="2679750" y="1924000"/>
              <a:ext cx="33875" cy="101525"/>
            </a:xfrm>
            <a:custGeom>
              <a:rect b="b" l="l" r="r" t="t"/>
              <a:pathLst>
                <a:path extrusionOk="0" h="4061" w="1355">
                  <a:moveTo>
                    <a:pt x="654" y="887"/>
                  </a:moveTo>
                  <a:lnTo>
                    <a:pt x="794" y="934"/>
                  </a:lnTo>
                  <a:lnTo>
                    <a:pt x="841" y="981"/>
                  </a:lnTo>
                  <a:lnTo>
                    <a:pt x="934" y="1074"/>
                  </a:lnTo>
                  <a:lnTo>
                    <a:pt x="934" y="1167"/>
                  </a:lnTo>
                  <a:lnTo>
                    <a:pt x="934" y="1261"/>
                  </a:lnTo>
                  <a:lnTo>
                    <a:pt x="841" y="1354"/>
                  </a:lnTo>
                  <a:lnTo>
                    <a:pt x="794" y="1447"/>
                  </a:lnTo>
                  <a:lnTo>
                    <a:pt x="561" y="1447"/>
                  </a:lnTo>
                  <a:lnTo>
                    <a:pt x="467" y="1354"/>
                  </a:lnTo>
                  <a:lnTo>
                    <a:pt x="421" y="1261"/>
                  </a:lnTo>
                  <a:lnTo>
                    <a:pt x="421" y="1167"/>
                  </a:lnTo>
                  <a:lnTo>
                    <a:pt x="421" y="1074"/>
                  </a:lnTo>
                  <a:lnTo>
                    <a:pt x="467" y="981"/>
                  </a:lnTo>
                  <a:lnTo>
                    <a:pt x="561" y="934"/>
                  </a:lnTo>
                  <a:lnTo>
                    <a:pt x="654" y="887"/>
                  </a:lnTo>
                  <a:close/>
                  <a:moveTo>
                    <a:pt x="654" y="1"/>
                  </a:moveTo>
                  <a:lnTo>
                    <a:pt x="607" y="47"/>
                  </a:lnTo>
                  <a:lnTo>
                    <a:pt x="514" y="94"/>
                  </a:lnTo>
                  <a:lnTo>
                    <a:pt x="467" y="141"/>
                  </a:lnTo>
                  <a:lnTo>
                    <a:pt x="467" y="234"/>
                  </a:lnTo>
                  <a:lnTo>
                    <a:pt x="467" y="561"/>
                  </a:lnTo>
                  <a:lnTo>
                    <a:pt x="281" y="654"/>
                  </a:lnTo>
                  <a:lnTo>
                    <a:pt x="141" y="794"/>
                  </a:lnTo>
                  <a:lnTo>
                    <a:pt x="47" y="981"/>
                  </a:lnTo>
                  <a:lnTo>
                    <a:pt x="1" y="1167"/>
                  </a:lnTo>
                  <a:lnTo>
                    <a:pt x="47" y="1401"/>
                  </a:lnTo>
                  <a:lnTo>
                    <a:pt x="141" y="1587"/>
                  </a:lnTo>
                  <a:lnTo>
                    <a:pt x="281" y="1727"/>
                  </a:lnTo>
                  <a:lnTo>
                    <a:pt x="467" y="1821"/>
                  </a:lnTo>
                  <a:lnTo>
                    <a:pt x="467" y="3874"/>
                  </a:lnTo>
                  <a:lnTo>
                    <a:pt x="467" y="3967"/>
                  </a:lnTo>
                  <a:lnTo>
                    <a:pt x="514" y="4014"/>
                  </a:lnTo>
                  <a:lnTo>
                    <a:pt x="607" y="4061"/>
                  </a:lnTo>
                  <a:lnTo>
                    <a:pt x="747" y="4061"/>
                  </a:lnTo>
                  <a:lnTo>
                    <a:pt x="794" y="4014"/>
                  </a:lnTo>
                  <a:lnTo>
                    <a:pt x="841" y="3967"/>
                  </a:lnTo>
                  <a:lnTo>
                    <a:pt x="887" y="3874"/>
                  </a:lnTo>
                  <a:lnTo>
                    <a:pt x="887" y="1821"/>
                  </a:lnTo>
                  <a:lnTo>
                    <a:pt x="1074" y="1727"/>
                  </a:lnTo>
                  <a:lnTo>
                    <a:pt x="1214" y="1587"/>
                  </a:lnTo>
                  <a:lnTo>
                    <a:pt x="1307" y="1401"/>
                  </a:lnTo>
                  <a:lnTo>
                    <a:pt x="1354" y="1167"/>
                  </a:lnTo>
                  <a:lnTo>
                    <a:pt x="1307" y="981"/>
                  </a:lnTo>
                  <a:lnTo>
                    <a:pt x="1214" y="794"/>
                  </a:lnTo>
                  <a:lnTo>
                    <a:pt x="1074" y="654"/>
                  </a:lnTo>
                  <a:lnTo>
                    <a:pt x="887" y="561"/>
                  </a:lnTo>
                  <a:lnTo>
                    <a:pt x="887" y="234"/>
                  </a:lnTo>
                  <a:lnTo>
                    <a:pt x="841" y="141"/>
                  </a:lnTo>
                  <a:lnTo>
                    <a:pt x="794" y="94"/>
                  </a:lnTo>
                  <a:lnTo>
                    <a:pt x="747"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2" name="Google Shape;10592;p79"/>
            <p:cNvSpPr/>
            <p:nvPr/>
          </p:nvSpPr>
          <p:spPr>
            <a:xfrm>
              <a:off x="2640100" y="2013850"/>
              <a:ext cx="108525" cy="113175"/>
            </a:xfrm>
            <a:custGeom>
              <a:rect b="b" l="l" r="r" t="t"/>
              <a:pathLst>
                <a:path extrusionOk="0" h="4527" w="4341">
                  <a:moveTo>
                    <a:pt x="2240" y="0"/>
                  </a:moveTo>
                  <a:lnTo>
                    <a:pt x="1820" y="47"/>
                  </a:lnTo>
                  <a:lnTo>
                    <a:pt x="1353" y="187"/>
                  </a:lnTo>
                  <a:lnTo>
                    <a:pt x="980" y="373"/>
                  </a:lnTo>
                  <a:lnTo>
                    <a:pt x="653" y="653"/>
                  </a:lnTo>
                  <a:lnTo>
                    <a:pt x="373" y="980"/>
                  </a:lnTo>
                  <a:lnTo>
                    <a:pt x="187" y="1353"/>
                  </a:lnTo>
                  <a:lnTo>
                    <a:pt x="47" y="1820"/>
                  </a:lnTo>
                  <a:lnTo>
                    <a:pt x="0" y="2240"/>
                  </a:lnTo>
                  <a:lnTo>
                    <a:pt x="47" y="2707"/>
                  </a:lnTo>
                  <a:lnTo>
                    <a:pt x="187" y="3127"/>
                  </a:lnTo>
                  <a:lnTo>
                    <a:pt x="373" y="3547"/>
                  </a:lnTo>
                  <a:lnTo>
                    <a:pt x="653" y="3874"/>
                  </a:lnTo>
                  <a:lnTo>
                    <a:pt x="980" y="4154"/>
                  </a:lnTo>
                  <a:lnTo>
                    <a:pt x="1353" y="4340"/>
                  </a:lnTo>
                  <a:lnTo>
                    <a:pt x="1820" y="4480"/>
                  </a:lnTo>
                  <a:lnTo>
                    <a:pt x="2240" y="4527"/>
                  </a:lnTo>
                  <a:lnTo>
                    <a:pt x="2707" y="4480"/>
                  </a:lnTo>
                  <a:lnTo>
                    <a:pt x="3127" y="4340"/>
                  </a:lnTo>
                  <a:lnTo>
                    <a:pt x="3454" y="4154"/>
                  </a:lnTo>
                  <a:lnTo>
                    <a:pt x="3780" y="3874"/>
                  </a:lnTo>
                  <a:lnTo>
                    <a:pt x="4014" y="3547"/>
                  </a:lnTo>
                  <a:lnTo>
                    <a:pt x="4200" y="3127"/>
                  </a:lnTo>
                  <a:lnTo>
                    <a:pt x="4294" y="2707"/>
                  </a:lnTo>
                  <a:lnTo>
                    <a:pt x="4340" y="2240"/>
                  </a:lnTo>
                  <a:lnTo>
                    <a:pt x="4294" y="1820"/>
                  </a:lnTo>
                  <a:lnTo>
                    <a:pt x="4200" y="1353"/>
                  </a:lnTo>
                  <a:lnTo>
                    <a:pt x="4014" y="980"/>
                  </a:lnTo>
                  <a:lnTo>
                    <a:pt x="3780" y="653"/>
                  </a:lnTo>
                  <a:lnTo>
                    <a:pt x="3454" y="373"/>
                  </a:lnTo>
                  <a:lnTo>
                    <a:pt x="3127" y="187"/>
                  </a:lnTo>
                  <a:lnTo>
                    <a:pt x="2707" y="47"/>
                  </a:lnTo>
                  <a:lnTo>
                    <a:pt x="22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3" name="Google Shape;10593;p79"/>
            <p:cNvSpPr/>
            <p:nvPr/>
          </p:nvSpPr>
          <p:spPr>
            <a:xfrm>
              <a:off x="2687925" y="2032500"/>
              <a:ext cx="65350" cy="94525"/>
            </a:xfrm>
            <a:custGeom>
              <a:rect b="b" l="l" r="r" t="t"/>
              <a:pathLst>
                <a:path extrusionOk="0" h="3781" w="2614">
                  <a:moveTo>
                    <a:pt x="1821" y="1"/>
                  </a:moveTo>
                  <a:lnTo>
                    <a:pt x="1634" y="47"/>
                  </a:lnTo>
                  <a:lnTo>
                    <a:pt x="1541" y="94"/>
                  </a:lnTo>
                  <a:lnTo>
                    <a:pt x="1494" y="47"/>
                  </a:lnTo>
                  <a:lnTo>
                    <a:pt x="1727" y="561"/>
                  </a:lnTo>
                  <a:lnTo>
                    <a:pt x="1867" y="1027"/>
                  </a:lnTo>
                  <a:lnTo>
                    <a:pt x="1914" y="1261"/>
                  </a:lnTo>
                  <a:lnTo>
                    <a:pt x="1961" y="1494"/>
                  </a:lnTo>
                  <a:lnTo>
                    <a:pt x="1914" y="1914"/>
                  </a:lnTo>
                  <a:lnTo>
                    <a:pt x="1774" y="2334"/>
                  </a:lnTo>
                  <a:lnTo>
                    <a:pt x="1634" y="2661"/>
                  </a:lnTo>
                  <a:lnTo>
                    <a:pt x="1401" y="2988"/>
                  </a:lnTo>
                  <a:lnTo>
                    <a:pt x="1121" y="3268"/>
                  </a:lnTo>
                  <a:lnTo>
                    <a:pt x="747" y="3501"/>
                  </a:lnTo>
                  <a:lnTo>
                    <a:pt x="420" y="3641"/>
                  </a:lnTo>
                  <a:lnTo>
                    <a:pt x="0" y="3734"/>
                  </a:lnTo>
                  <a:lnTo>
                    <a:pt x="327" y="3781"/>
                  </a:lnTo>
                  <a:lnTo>
                    <a:pt x="794" y="3734"/>
                  </a:lnTo>
                  <a:lnTo>
                    <a:pt x="1214" y="3594"/>
                  </a:lnTo>
                  <a:lnTo>
                    <a:pt x="1634" y="3408"/>
                  </a:lnTo>
                  <a:lnTo>
                    <a:pt x="1961" y="3128"/>
                  </a:lnTo>
                  <a:lnTo>
                    <a:pt x="2241" y="2801"/>
                  </a:lnTo>
                  <a:lnTo>
                    <a:pt x="2427" y="2381"/>
                  </a:lnTo>
                  <a:lnTo>
                    <a:pt x="2567" y="1961"/>
                  </a:lnTo>
                  <a:lnTo>
                    <a:pt x="2614" y="1494"/>
                  </a:lnTo>
                  <a:lnTo>
                    <a:pt x="2614" y="1214"/>
                  </a:lnTo>
                  <a:lnTo>
                    <a:pt x="2521" y="934"/>
                  </a:lnTo>
                  <a:lnTo>
                    <a:pt x="2427" y="654"/>
                  </a:lnTo>
                  <a:lnTo>
                    <a:pt x="2334" y="421"/>
                  </a:lnTo>
                  <a:lnTo>
                    <a:pt x="2194" y="187"/>
                  </a:lnTo>
                  <a:lnTo>
                    <a:pt x="2054" y="47"/>
                  </a:lnTo>
                  <a:lnTo>
                    <a:pt x="1914"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4" name="Google Shape;10594;p79"/>
            <p:cNvSpPr/>
            <p:nvPr/>
          </p:nvSpPr>
          <p:spPr>
            <a:xfrm>
              <a:off x="2642425" y="2013850"/>
              <a:ext cx="100350" cy="42025"/>
            </a:xfrm>
            <a:custGeom>
              <a:rect b="b" l="l" r="r" t="t"/>
              <a:pathLst>
                <a:path extrusionOk="0" h="1681" w="4014">
                  <a:moveTo>
                    <a:pt x="1774" y="0"/>
                  </a:moveTo>
                  <a:lnTo>
                    <a:pt x="1447" y="93"/>
                  </a:lnTo>
                  <a:lnTo>
                    <a:pt x="1120" y="233"/>
                  </a:lnTo>
                  <a:lnTo>
                    <a:pt x="794" y="467"/>
                  </a:lnTo>
                  <a:lnTo>
                    <a:pt x="514" y="700"/>
                  </a:lnTo>
                  <a:lnTo>
                    <a:pt x="327" y="980"/>
                  </a:lnTo>
                  <a:lnTo>
                    <a:pt x="140" y="1260"/>
                  </a:lnTo>
                  <a:lnTo>
                    <a:pt x="0" y="1587"/>
                  </a:lnTo>
                  <a:lnTo>
                    <a:pt x="140" y="1680"/>
                  </a:lnTo>
                  <a:lnTo>
                    <a:pt x="327" y="1680"/>
                  </a:lnTo>
                  <a:lnTo>
                    <a:pt x="514" y="1633"/>
                  </a:lnTo>
                  <a:lnTo>
                    <a:pt x="700" y="1587"/>
                  </a:lnTo>
                  <a:lnTo>
                    <a:pt x="934" y="1400"/>
                  </a:lnTo>
                  <a:lnTo>
                    <a:pt x="1167" y="1213"/>
                  </a:lnTo>
                  <a:lnTo>
                    <a:pt x="1354" y="1167"/>
                  </a:lnTo>
                  <a:lnTo>
                    <a:pt x="1540" y="1120"/>
                  </a:lnTo>
                  <a:lnTo>
                    <a:pt x="1774" y="1167"/>
                  </a:lnTo>
                  <a:lnTo>
                    <a:pt x="1914" y="1213"/>
                  </a:lnTo>
                  <a:lnTo>
                    <a:pt x="2147" y="1400"/>
                  </a:lnTo>
                  <a:lnTo>
                    <a:pt x="2427" y="1587"/>
                  </a:lnTo>
                  <a:lnTo>
                    <a:pt x="2567" y="1633"/>
                  </a:lnTo>
                  <a:lnTo>
                    <a:pt x="2800" y="1680"/>
                  </a:lnTo>
                  <a:lnTo>
                    <a:pt x="2987" y="1633"/>
                  </a:lnTo>
                  <a:lnTo>
                    <a:pt x="3127" y="1587"/>
                  </a:lnTo>
                  <a:lnTo>
                    <a:pt x="3407" y="1400"/>
                  </a:lnTo>
                  <a:lnTo>
                    <a:pt x="3641" y="1213"/>
                  </a:lnTo>
                  <a:lnTo>
                    <a:pt x="3827" y="1167"/>
                  </a:lnTo>
                  <a:lnTo>
                    <a:pt x="4014" y="1120"/>
                  </a:lnTo>
                  <a:lnTo>
                    <a:pt x="3687" y="1027"/>
                  </a:lnTo>
                  <a:lnTo>
                    <a:pt x="3454" y="700"/>
                  </a:lnTo>
                  <a:lnTo>
                    <a:pt x="3127" y="373"/>
                  </a:lnTo>
                  <a:lnTo>
                    <a:pt x="2941" y="233"/>
                  </a:lnTo>
                  <a:lnTo>
                    <a:pt x="2707" y="93"/>
                  </a:lnTo>
                  <a:lnTo>
                    <a:pt x="24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5" name="Google Shape;10595;p79"/>
            <p:cNvSpPr/>
            <p:nvPr/>
          </p:nvSpPr>
          <p:spPr>
            <a:xfrm>
              <a:off x="2687925" y="2013850"/>
              <a:ext cx="58350" cy="32675"/>
            </a:xfrm>
            <a:custGeom>
              <a:rect b="b" l="l" r="r" t="t"/>
              <a:pathLst>
                <a:path extrusionOk="0" h="1307" w="2334">
                  <a:moveTo>
                    <a:pt x="0" y="0"/>
                  </a:moveTo>
                  <a:lnTo>
                    <a:pt x="280" y="47"/>
                  </a:lnTo>
                  <a:lnTo>
                    <a:pt x="514" y="140"/>
                  </a:lnTo>
                  <a:lnTo>
                    <a:pt x="747" y="280"/>
                  </a:lnTo>
                  <a:lnTo>
                    <a:pt x="980" y="373"/>
                  </a:lnTo>
                  <a:lnTo>
                    <a:pt x="1167" y="560"/>
                  </a:lnTo>
                  <a:lnTo>
                    <a:pt x="1354" y="747"/>
                  </a:lnTo>
                  <a:lnTo>
                    <a:pt x="1494" y="933"/>
                  </a:lnTo>
                  <a:lnTo>
                    <a:pt x="1634" y="1167"/>
                  </a:lnTo>
                  <a:lnTo>
                    <a:pt x="1727" y="1307"/>
                  </a:lnTo>
                  <a:lnTo>
                    <a:pt x="1914" y="1167"/>
                  </a:lnTo>
                  <a:lnTo>
                    <a:pt x="2194" y="1120"/>
                  </a:lnTo>
                  <a:lnTo>
                    <a:pt x="2334" y="1167"/>
                  </a:lnTo>
                  <a:lnTo>
                    <a:pt x="2147" y="887"/>
                  </a:lnTo>
                  <a:lnTo>
                    <a:pt x="1961" y="653"/>
                  </a:lnTo>
                  <a:lnTo>
                    <a:pt x="1774" y="467"/>
                  </a:lnTo>
                  <a:lnTo>
                    <a:pt x="1494" y="327"/>
                  </a:lnTo>
                  <a:lnTo>
                    <a:pt x="1261" y="187"/>
                  </a:lnTo>
                  <a:lnTo>
                    <a:pt x="980" y="93"/>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6" name="Google Shape;10596;p79"/>
            <p:cNvSpPr/>
            <p:nvPr/>
          </p:nvSpPr>
          <p:spPr>
            <a:xfrm>
              <a:off x="2554925" y="2013850"/>
              <a:ext cx="108525" cy="113175"/>
            </a:xfrm>
            <a:custGeom>
              <a:rect b="b" l="l" r="r" t="t"/>
              <a:pathLst>
                <a:path extrusionOk="0" h="4527" w="4341">
                  <a:moveTo>
                    <a:pt x="2287" y="0"/>
                  </a:moveTo>
                  <a:lnTo>
                    <a:pt x="1820" y="47"/>
                  </a:lnTo>
                  <a:lnTo>
                    <a:pt x="1400" y="187"/>
                  </a:lnTo>
                  <a:lnTo>
                    <a:pt x="1027" y="373"/>
                  </a:lnTo>
                  <a:lnTo>
                    <a:pt x="700" y="653"/>
                  </a:lnTo>
                  <a:lnTo>
                    <a:pt x="420" y="980"/>
                  </a:lnTo>
                  <a:lnTo>
                    <a:pt x="187" y="1353"/>
                  </a:lnTo>
                  <a:lnTo>
                    <a:pt x="47" y="1820"/>
                  </a:lnTo>
                  <a:lnTo>
                    <a:pt x="0" y="2240"/>
                  </a:lnTo>
                  <a:lnTo>
                    <a:pt x="47" y="2707"/>
                  </a:lnTo>
                  <a:lnTo>
                    <a:pt x="187" y="3127"/>
                  </a:lnTo>
                  <a:lnTo>
                    <a:pt x="420" y="3547"/>
                  </a:lnTo>
                  <a:lnTo>
                    <a:pt x="700" y="3874"/>
                  </a:lnTo>
                  <a:lnTo>
                    <a:pt x="1027" y="4154"/>
                  </a:lnTo>
                  <a:lnTo>
                    <a:pt x="1400" y="4340"/>
                  </a:lnTo>
                  <a:lnTo>
                    <a:pt x="1820" y="4480"/>
                  </a:lnTo>
                  <a:lnTo>
                    <a:pt x="2287" y="4527"/>
                  </a:lnTo>
                  <a:lnTo>
                    <a:pt x="2707" y="4480"/>
                  </a:lnTo>
                  <a:lnTo>
                    <a:pt x="3127" y="4340"/>
                  </a:lnTo>
                  <a:lnTo>
                    <a:pt x="3500" y="4154"/>
                  </a:lnTo>
                  <a:lnTo>
                    <a:pt x="3780" y="3874"/>
                  </a:lnTo>
                  <a:lnTo>
                    <a:pt x="4014" y="3547"/>
                  </a:lnTo>
                  <a:lnTo>
                    <a:pt x="4200" y="3127"/>
                  </a:lnTo>
                  <a:lnTo>
                    <a:pt x="4294" y="2707"/>
                  </a:lnTo>
                  <a:lnTo>
                    <a:pt x="4340" y="2240"/>
                  </a:lnTo>
                  <a:lnTo>
                    <a:pt x="4294" y="1820"/>
                  </a:lnTo>
                  <a:lnTo>
                    <a:pt x="4200" y="1353"/>
                  </a:lnTo>
                  <a:lnTo>
                    <a:pt x="4014" y="980"/>
                  </a:lnTo>
                  <a:lnTo>
                    <a:pt x="3780" y="653"/>
                  </a:lnTo>
                  <a:lnTo>
                    <a:pt x="3500" y="373"/>
                  </a:lnTo>
                  <a:lnTo>
                    <a:pt x="3127" y="187"/>
                  </a:lnTo>
                  <a:lnTo>
                    <a:pt x="2707" y="47"/>
                  </a:lnTo>
                  <a:lnTo>
                    <a:pt x="228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7" name="Google Shape;10597;p79"/>
            <p:cNvSpPr/>
            <p:nvPr/>
          </p:nvSpPr>
          <p:spPr>
            <a:xfrm>
              <a:off x="2603925" y="2032500"/>
              <a:ext cx="65350" cy="94525"/>
            </a:xfrm>
            <a:custGeom>
              <a:rect b="b" l="l" r="r" t="t"/>
              <a:pathLst>
                <a:path extrusionOk="0" h="3781" w="2614">
                  <a:moveTo>
                    <a:pt x="1820" y="1"/>
                  </a:moveTo>
                  <a:lnTo>
                    <a:pt x="1774" y="47"/>
                  </a:lnTo>
                  <a:lnTo>
                    <a:pt x="1680" y="47"/>
                  </a:lnTo>
                  <a:lnTo>
                    <a:pt x="1634" y="141"/>
                  </a:lnTo>
                  <a:lnTo>
                    <a:pt x="1587" y="94"/>
                  </a:lnTo>
                  <a:lnTo>
                    <a:pt x="1540" y="94"/>
                  </a:lnTo>
                  <a:lnTo>
                    <a:pt x="1540" y="187"/>
                  </a:lnTo>
                  <a:lnTo>
                    <a:pt x="1680" y="561"/>
                  </a:lnTo>
                  <a:lnTo>
                    <a:pt x="1867" y="1027"/>
                  </a:lnTo>
                  <a:lnTo>
                    <a:pt x="1914" y="1261"/>
                  </a:lnTo>
                  <a:lnTo>
                    <a:pt x="1914" y="1494"/>
                  </a:lnTo>
                  <a:lnTo>
                    <a:pt x="1867" y="1914"/>
                  </a:lnTo>
                  <a:lnTo>
                    <a:pt x="1774" y="2334"/>
                  </a:lnTo>
                  <a:lnTo>
                    <a:pt x="1587" y="2661"/>
                  </a:lnTo>
                  <a:lnTo>
                    <a:pt x="1354" y="2988"/>
                  </a:lnTo>
                  <a:lnTo>
                    <a:pt x="1074" y="3268"/>
                  </a:lnTo>
                  <a:lnTo>
                    <a:pt x="747" y="3501"/>
                  </a:lnTo>
                  <a:lnTo>
                    <a:pt x="374" y="3641"/>
                  </a:lnTo>
                  <a:lnTo>
                    <a:pt x="0" y="3734"/>
                  </a:lnTo>
                  <a:lnTo>
                    <a:pt x="327" y="3781"/>
                  </a:lnTo>
                  <a:lnTo>
                    <a:pt x="794" y="3734"/>
                  </a:lnTo>
                  <a:lnTo>
                    <a:pt x="1214" y="3594"/>
                  </a:lnTo>
                  <a:lnTo>
                    <a:pt x="1587" y="3408"/>
                  </a:lnTo>
                  <a:lnTo>
                    <a:pt x="1914" y="3128"/>
                  </a:lnTo>
                  <a:lnTo>
                    <a:pt x="2194" y="2801"/>
                  </a:lnTo>
                  <a:lnTo>
                    <a:pt x="2427" y="2381"/>
                  </a:lnTo>
                  <a:lnTo>
                    <a:pt x="2567" y="1961"/>
                  </a:lnTo>
                  <a:lnTo>
                    <a:pt x="2614" y="1494"/>
                  </a:lnTo>
                  <a:lnTo>
                    <a:pt x="2567" y="1214"/>
                  </a:lnTo>
                  <a:lnTo>
                    <a:pt x="2520" y="934"/>
                  </a:lnTo>
                  <a:lnTo>
                    <a:pt x="2427" y="654"/>
                  </a:lnTo>
                  <a:lnTo>
                    <a:pt x="2287" y="374"/>
                  </a:lnTo>
                  <a:lnTo>
                    <a:pt x="2147" y="187"/>
                  </a:lnTo>
                  <a:lnTo>
                    <a:pt x="2054" y="47"/>
                  </a:lnTo>
                  <a:lnTo>
                    <a:pt x="1914" y="1"/>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8" name="Google Shape;10598;p79"/>
            <p:cNvSpPr/>
            <p:nvPr/>
          </p:nvSpPr>
          <p:spPr>
            <a:xfrm>
              <a:off x="2557250" y="2013850"/>
              <a:ext cx="100375" cy="42025"/>
            </a:xfrm>
            <a:custGeom>
              <a:rect b="b" l="l" r="r" t="t"/>
              <a:pathLst>
                <a:path extrusionOk="0" h="1681" w="4015">
                  <a:moveTo>
                    <a:pt x="1821" y="0"/>
                  </a:moveTo>
                  <a:lnTo>
                    <a:pt x="1447" y="93"/>
                  </a:lnTo>
                  <a:lnTo>
                    <a:pt x="1121" y="233"/>
                  </a:lnTo>
                  <a:lnTo>
                    <a:pt x="841" y="467"/>
                  </a:lnTo>
                  <a:lnTo>
                    <a:pt x="561" y="700"/>
                  </a:lnTo>
                  <a:lnTo>
                    <a:pt x="327" y="980"/>
                  </a:lnTo>
                  <a:lnTo>
                    <a:pt x="141" y="1260"/>
                  </a:lnTo>
                  <a:lnTo>
                    <a:pt x="1" y="1587"/>
                  </a:lnTo>
                  <a:lnTo>
                    <a:pt x="141" y="1680"/>
                  </a:lnTo>
                  <a:lnTo>
                    <a:pt x="327" y="1680"/>
                  </a:lnTo>
                  <a:lnTo>
                    <a:pt x="561" y="1633"/>
                  </a:lnTo>
                  <a:lnTo>
                    <a:pt x="701" y="1587"/>
                  </a:lnTo>
                  <a:lnTo>
                    <a:pt x="981" y="1400"/>
                  </a:lnTo>
                  <a:lnTo>
                    <a:pt x="1214" y="1213"/>
                  </a:lnTo>
                  <a:lnTo>
                    <a:pt x="1354" y="1167"/>
                  </a:lnTo>
                  <a:lnTo>
                    <a:pt x="1587" y="1120"/>
                  </a:lnTo>
                  <a:lnTo>
                    <a:pt x="1774" y="1167"/>
                  </a:lnTo>
                  <a:lnTo>
                    <a:pt x="1961" y="1213"/>
                  </a:lnTo>
                  <a:lnTo>
                    <a:pt x="2194" y="1400"/>
                  </a:lnTo>
                  <a:lnTo>
                    <a:pt x="2427" y="1587"/>
                  </a:lnTo>
                  <a:lnTo>
                    <a:pt x="2614" y="1633"/>
                  </a:lnTo>
                  <a:lnTo>
                    <a:pt x="2801" y="1680"/>
                  </a:lnTo>
                  <a:lnTo>
                    <a:pt x="2987" y="1633"/>
                  </a:lnTo>
                  <a:lnTo>
                    <a:pt x="3174" y="1587"/>
                  </a:lnTo>
                  <a:lnTo>
                    <a:pt x="3407" y="1400"/>
                  </a:lnTo>
                  <a:lnTo>
                    <a:pt x="3687" y="1213"/>
                  </a:lnTo>
                  <a:lnTo>
                    <a:pt x="3827" y="1167"/>
                  </a:lnTo>
                  <a:lnTo>
                    <a:pt x="4014" y="1120"/>
                  </a:lnTo>
                  <a:lnTo>
                    <a:pt x="3967" y="1073"/>
                  </a:lnTo>
                  <a:lnTo>
                    <a:pt x="3921" y="1027"/>
                  </a:lnTo>
                  <a:lnTo>
                    <a:pt x="3641" y="700"/>
                  </a:lnTo>
                  <a:lnTo>
                    <a:pt x="3267" y="373"/>
                  </a:lnTo>
                  <a:lnTo>
                    <a:pt x="3034" y="233"/>
                  </a:lnTo>
                  <a:lnTo>
                    <a:pt x="2801" y="93"/>
                  </a:lnTo>
                  <a:lnTo>
                    <a:pt x="24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9" name="Google Shape;10599;p79"/>
            <p:cNvSpPr/>
            <p:nvPr/>
          </p:nvSpPr>
          <p:spPr>
            <a:xfrm>
              <a:off x="2603925" y="2013850"/>
              <a:ext cx="57200" cy="32675"/>
            </a:xfrm>
            <a:custGeom>
              <a:rect b="b" l="l" r="r" t="t"/>
              <a:pathLst>
                <a:path extrusionOk="0" h="1307" w="2288">
                  <a:moveTo>
                    <a:pt x="0" y="0"/>
                  </a:moveTo>
                  <a:lnTo>
                    <a:pt x="234" y="47"/>
                  </a:lnTo>
                  <a:lnTo>
                    <a:pt x="467" y="140"/>
                  </a:lnTo>
                  <a:lnTo>
                    <a:pt x="700" y="280"/>
                  </a:lnTo>
                  <a:lnTo>
                    <a:pt x="934" y="373"/>
                  </a:lnTo>
                  <a:lnTo>
                    <a:pt x="1120" y="560"/>
                  </a:lnTo>
                  <a:lnTo>
                    <a:pt x="1307" y="747"/>
                  </a:lnTo>
                  <a:lnTo>
                    <a:pt x="1494" y="933"/>
                  </a:lnTo>
                  <a:lnTo>
                    <a:pt x="1634" y="1120"/>
                  </a:lnTo>
                  <a:lnTo>
                    <a:pt x="1680" y="1307"/>
                  </a:lnTo>
                  <a:lnTo>
                    <a:pt x="1914" y="1167"/>
                  </a:lnTo>
                  <a:lnTo>
                    <a:pt x="2147" y="1120"/>
                  </a:lnTo>
                  <a:lnTo>
                    <a:pt x="2287" y="1167"/>
                  </a:lnTo>
                  <a:lnTo>
                    <a:pt x="2287" y="1120"/>
                  </a:lnTo>
                  <a:lnTo>
                    <a:pt x="2147" y="887"/>
                  </a:lnTo>
                  <a:lnTo>
                    <a:pt x="1960" y="653"/>
                  </a:lnTo>
                  <a:lnTo>
                    <a:pt x="1727" y="467"/>
                  </a:lnTo>
                  <a:lnTo>
                    <a:pt x="1494" y="327"/>
                  </a:lnTo>
                  <a:lnTo>
                    <a:pt x="1214" y="187"/>
                  </a:lnTo>
                  <a:lnTo>
                    <a:pt x="934" y="93"/>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0" name="Google Shape;10600;p79"/>
            <p:cNvSpPr/>
            <p:nvPr/>
          </p:nvSpPr>
          <p:spPr>
            <a:xfrm>
              <a:off x="2470925" y="2013850"/>
              <a:ext cx="109675" cy="113175"/>
            </a:xfrm>
            <a:custGeom>
              <a:rect b="b" l="l" r="r" t="t"/>
              <a:pathLst>
                <a:path extrusionOk="0" h="4527" w="4387">
                  <a:moveTo>
                    <a:pt x="2240" y="0"/>
                  </a:moveTo>
                  <a:lnTo>
                    <a:pt x="1820" y="47"/>
                  </a:lnTo>
                  <a:lnTo>
                    <a:pt x="1354" y="187"/>
                  </a:lnTo>
                  <a:lnTo>
                    <a:pt x="980" y="373"/>
                  </a:lnTo>
                  <a:lnTo>
                    <a:pt x="654" y="653"/>
                  </a:lnTo>
                  <a:lnTo>
                    <a:pt x="374" y="980"/>
                  </a:lnTo>
                  <a:lnTo>
                    <a:pt x="187" y="1353"/>
                  </a:lnTo>
                  <a:lnTo>
                    <a:pt x="47" y="1820"/>
                  </a:lnTo>
                  <a:lnTo>
                    <a:pt x="0" y="2240"/>
                  </a:lnTo>
                  <a:lnTo>
                    <a:pt x="47" y="2707"/>
                  </a:lnTo>
                  <a:lnTo>
                    <a:pt x="187" y="3127"/>
                  </a:lnTo>
                  <a:lnTo>
                    <a:pt x="374" y="3547"/>
                  </a:lnTo>
                  <a:lnTo>
                    <a:pt x="654" y="3874"/>
                  </a:lnTo>
                  <a:lnTo>
                    <a:pt x="980" y="4154"/>
                  </a:lnTo>
                  <a:lnTo>
                    <a:pt x="1354" y="4340"/>
                  </a:lnTo>
                  <a:lnTo>
                    <a:pt x="1820" y="4480"/>
                  </a:lnTo>
                  <a:lnTo>
                    <a:pt x="2240" y="4527"/>
                  </a:lnTo>
                  <a:lnTo>
                    <a:pt x="2707" y="4480"/>
                  </a:lnTo>
                  <a:lnTo>
                    <a:pt x="3127" y="4340"/>
                  </a:lnTo>
                  <a:lnTo>
                    <a:pt x="3454" y="4154"/>
                  </a:lnTo>
                  <a:lnTo>
                    <a:pt x="3780" y="3874"/>
                  </a:lnTo>
                  <a:lnTo>
                    <a:pt x="4014" y="3547"/>
                  </a:lnTo>
                  <a:lnTo>
                    <a:pt x="4200" y="3127"/>
                  </a:lnTo>
                  <a:lnTo>
                    <a:pt x="4340" y="2707"/>
                  </a:lnTo>
                  <a:lnTo>
                    <a:pt x="4387" y="2240"/>
                  </a:lnTo>
                  <a:lnTo>
                    <a:pt x="4340" y="1820"/>
                  </a:lnTo>
                  <a:lnTo>
                    <a:pt x="4200" y="1353"/>
                  </a:lnTo>
                  <a:lnTo>
                    <a:pt x="4014" y="980"/>
                  </a:lnTo>
                  <a:lnTo>
                    <a:pt x="3780" y="653"/>
                  </a:lnTo>
                  <a:lnTo>
                    <a:pt x="3454" y="373"/>
                  </a:lnTo>
                  <a:lnTo>
                    <a:pt x="3127" y="187"/>
                  </a:lnTo>
                  <a:lnTo>
                    <a:pt x="2707" y="47"/>
                  </a:lnTo>
                  <a:lnTo>
                    <a:pt x="22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1" name="Google Shape;10601;p79"/>
            <p:cNvSpPr/>
            <p:nvPr/>
          </p:nvSpPr>
          <p:spPr>
            <a:xfrm>
              <a:off x="2518750" y="2030175"/>
              <a:ext cx="65350" cy="96850"/>
            </a:xfrm>
            <a:custGeom>
              <a:rect b="b" l="l" r="r" t="t"/>
              <a:pathLst>
                <a:path extrusionOk="0" h="3874" w="2614">
                  <a:moveTo>
                    <a:pt x="1634" y="0"/>
                  </a:moveTo>
                  <a:lnTo>
                    <a:pt x="1587" y="47"/>
                  </a:lnTo>
                  <a:lnTo>
                    <a:pt x="1541" y="47"/>
                  </a:lnTo>
                  <a:lnTo>
                    <a:pt x="1541" y="94"/>
                  </a:lnTo>
                  <a:lnTo>
                    <a:pt x="1541" y="280"/>
                  </a:lnTo>
                  <a:lnTo>
                    <a:pt x="1727" y="654"/>
                  </a:lnTo>
                  <a:lnTo>
                    <a:pt x="1867" y="1120"/>
                  </a:lnTo>
                  <a:lnTo>
                    <a:pt x="1914" y="1354"/>
                  </a:lnTo>
                  <a:lnTo>
                    <a:pt x="1914" y="1587"/>
                  </a:lnTo>
                  <a:lnTo>
                    <a:pt x="1914" y="2007"/>
                  </a:lnTo>
                  <a:lnTo>
                    <a:pt x="1774" y="2427"/>
                  </a:lnTo>
                  <a:lnTo>
                    <a:pt x="1634" y="2754"/>
                  </a:lnTo>
                  <a:lnTo>
                    <a:pt x="1401" y="3081"/>
                  </a:lnTo>
                  <a:lnTo>
                    <a:pt x="1074" y="3361"/>
                  </a:lnTo>
                  <a:lnTo>
                    <a:pt x="747" y="3594"/>
                  </a:lnTo>
                  <a:lnTo>
                    <a:pt x="421" y="3734"/>
                  </a:lnTo>
                  <a:lnTo>
                    <a:pt x="1" y="3827"/>
                  </a:lnTo>
                  <a:lnTo>
                    <a:pt x="327" y="3874"/>
                  </a:lnTo>
                  <a:lnTo>
                    <a:pt x="794" y="3827"/>
                  </a:lnTo>
                  <a:lnTo>
                    <a:pt x="1214" y="3687"/>
                  </a:lnTo>
                  <a:lnTo>
                    <a:pt x="1634" y="3501"/>
                  </a:lnTo>
                  <a:lnTo>
                    <a:pt x="1961" y="3221"/>
                  </a:lnTo>
                  <a:lnTo>
                    <a:pt x="2241" y="2894"/>
                  </a:lnTo>
                  <a:lnTo>
                    <a:pt x="2427" y="2474"/>
                  </a:lnTo>
                  <a:lnTo>
                    <a:pt x="2567" y="2054"/>
                  </a:lnTo>
                  <a:lnTo>
                    <a:pt x="2614" y="1587"/>
                  </a:lnTo>
                  <a:lnTo>
                    <a:pt x="2614" y="1307"/>
                  </a:lnTo>
                  <a:lnTo>
                    <a:pt x="2521" y="1027"/>
                  </a:lnTo>
                  <a:lnTo>
                    <a:pt x="2427" y="747"/>
                  </a:lnTo>
                  <a:lnTo>
                    <a:pt x="2334" y="467"/>
                  </a:lnTo>
                  <a:lnTo>
                    <a:pt x="2194" y="280"/>
                  </a:lnTo>
                  <a:lnTo>
                    <a:pt x="2054" y="140"/>
                  </a:lnTo>
                  <a:lnTo>
                    <a:pt x="1914" y="47"/>
                  </a:lnTo>
                  <a:lnTo>
                    <a:pt x="1774" y="0"/>
                  </a:lnTo>
                  <a:close/>
                </a:path>
              </a:pathLst>
            </a:custGeom>
            <a:solidFill>
              <a:srgbClr val="000000">
                <a:alpha val="50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2" name="Google Shape;10602;p79"/>
            <p:cNvSpPr/>
            <p:nvPr/>
          </p:nvSpPr>
          <p:spPr>
            <a:xfrm>
              <a:off x="2473250" y="2013850"/>
              <a:ext cx="100350" cy="42025"/>
            </a:xfrm>
            <a:custGeom>
              <a:rect b="b" l="l" r="r" t="t"/>
              <a:pathLst>
                <a:path extrusionOk="0" h="1681" w="4014">
                  <a:moveTo>
                    <a:pt x="1774" y="0"/>
                  </a:moveTo>
                  <a:lnTo>
                    <a:pt x="1447" y="93"/>
                  </a:lnTo>
                  <a:lnTo>
                    <a:pt x="1121" y="233"/>
                  </a:lnTo>
                  <a:lnTo>
                    <a:pt x="794" y="467"/>
                  </a:lnTo>
                  <a:lnTo>
                    <a:pt x="514" y="700"/>
                  </a:lnTo>
                  <a:lnTo>
                    <a:pt x="281" y="980"/>
                  </a:lnTo>
                  <a:lnTo>
                    <a:pt x="141" y="1260"/>
                  </a:lnTo>
                  <a:lnTo>
                    <a:pt x="0" y="1587"/>
                  </a:lnTo>
                  <a:lnTo>
                    <a:pt x="141" y="1680"/>
                  </a:lnTo>
                  <a:lnTo>
                    <a:pt x="327" y="1680"/>
                  </a:lnTo>
                  <a:lnTo>
                    <a:pt x="514" y="1633"/>
                  </a:lnTo>
                  <a:lnTo>
                    <a:pt x="701" y="1587"/>
                  </a:lnTo>
                  <a:lnTo>
                    <a:pt x="934" y="1400"/>
                  </a:lnTo>
                  <a:lnTo>
                    <a:pt x="1167" y="1213"/>
                  </a:lnTo>
                  <a:lnTo>
                    <a:pt x="1354" y="1167"/>
                  </a:lnTo>
                  <a:lnTo>
                    <a:pt x="1541" y="1120"/>
                  </a:lnTo>
                  <a:lnTo>
                    <a:pt x="1774" y="1167"/>
                  </a:lnTo>
                  <a:lnTo>
                    <a:pt x="1914" y="1213"/>
                  </a:lnTo>
                  <a:lnTo>
                    <a:pt x="2147" y="1400"/>
                  </a:lnTo>
                  <a:lnTo>
                    <a:pt x="2427" y="1587"/>
                  </a:lnTo>
                  <a:lnTo>
                    <a:pt x="2567" y="1633"/>
                  </a:lnTo>
                  <a:lnTo>
                    <a:pt x="2801" y="1680"/>
                  </a:lnTo>
                  <a:lnTo>
                    <a:pt x="2987" y="1633"/>
                  </a:lnTo>
                  <a:lnTo>
                    <a:pt x="3127" y="1587"/>
                  </a:lnTo>
                  <a:lnTo>
                    <a:pt x="3407" y="1400"/>
                  </a:lnTo>
                  <a:lnTo>
                    <a:pt x="3641" y="1213"/>
                  </a:lnTo>
                  <a:lnTo>
                    <a:pt x="3827" y="1167"/>
                  </a:lnTo>
                  <a:lnTo>
                    <a:pt x="4014" y="1120"/>
                  </a:lnTo>
                  <a:lnTo>
                    <a:pt x="3967" y="1073"/>
                  </a:lnTo>
                  <a:lnTo>
                    <a:pt x="3921" y="1027"/>
                  </a:lnTo>
                  <a:lnTo>
                    <a:pt x="3641" y="700"/>
                  </a:lnTo>
                  <a:lnTo>
                    <a:pt x="3267" y="327"/>
                  </a:lnTo>
                  <a:lnTo>
                    <a:pt x="3034" y="187"/>
                  </a:lnTo>
                  <a:lnTo>
                    <a:pt x="2754" y="93"/>
                  </a:lnTo>
                  <a:lnTo>
                    <a:pt x="24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3" name="Google Shape;10603;p79"/>
            <p:cNvSpPr/>
            <p:nvPr/>
          </p:nvSpPr>
          <p:spPr>
            <a:xfrm>
              <a:off x="2518750" y="2013850"/>
              <a:ext cx="58350" cy="32675"/>
            </a:xfrm>
            <a:custGeom>
              <a:rect b="b" l="l" r="r" t="t"/>
              <a:pathLst>
                <a:path extrusionOk="0" h="1307" w="2334">
                  <a:moveTo>
                    <a:pt x="1" y="0"/>
                  </a:moveTo>
                  <a:lnTo>
                    <a:pt x="281" y="47"/>
                  </a:lnTo>
                  <a:lnTo>
                    <a:pt x="514" y="140"/>
                  </a:lnTo>
                  <a:lnTo>
                    <a:pt x="747" y="280"/>
                  </a:lnTo>
                  <a:lnTo>
                    <a:pt x="981" y="373"/>
                  </a:lnTo>
                  <a:lnTo>
                    <a:pt x="1167" y="560"/>
                  </a:lnTo>
                  <a:lnTo>
                    <a:pt x="1354" y="747"/>
                  </a:lnTo>
                  <a:lnTo>
                    <a:pt x="1494" y="933"/>
                  </a:lnTo>
                  <a:lnTo>
                    <a:pt x="1634" y="1120"/>
                  </a:lnTo>
                  <a:lnTo>
                    <a:pt x="1727" y="1307"/>
                  </a:lnTo>
                  <a:lnTo>
                    <a:pt x="1914" y="1167"/>
                  </a:lnTo>
                  <a:lnTo>
                    <a:pt x="2194" y="1120"/>
                  </a:lnTo>
                  <a:lnTo>
                    <a:pt x="2334" y="1167"/>
                  </a:lnTo>
                  <a:lnTo>
                    <a:pt x="2334" y="1120"/>
                  </a:lnTo>
                  <a:lnTo>
                    <a:pt x="2147" y="887"/>
                  </a:lnTo>
                  <a:lnTo>
                    <a:pt x="1961" y="653"/>
                  </a:lnTo>
                  <a:lnTo>
                    <a:pt x="1727" y="467"/>
                  </a:lnTo>
                  <a:lnTo>
                    <a:pt x="1494" y="327"/>
                  </a:lnTo>
                  <a:lnTo>
                    <a:pt x="1261" y="187"/>
                  </a:lnTo>
                  <a:lnTo>
                    <a:pt x="934" y="93"/>
                  </a:lnTo>
                  <a:lnTo>
                    <a:pt x="6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4" name="Google Shape;10604;p79"/>
            <p:cNvSpPr/>
            <p:nvPr/>
          </p:nvSpPr>
          <p:spPr>
            <a:xfrm>
              <a:off x="2444075" y="2076850"/>
              <a:ext cx="331375" cy="93350"/>
            </a:xfrm>
            <a:custGeom>
              <a:rect b="b" l="l" r="r" t="t"/>
              <a:pathLst>
                <a:path extrusionOk="0" h="3734" w="13255">
                  <a:moveTo>
                    <a:pt x="141" y="0"/>
                  </a:moveTo>
                  <a:lnTo>
                    <a:pt x="47" y="47"/>
                  </a:lnTo>
                  <a:lnTo>
                    <a:pt x="1" y="140"/>
                  </a:lnTo>
                  <a:lnTo>
                    <a:pt x="1" y="233"/>
                  </a:lnTo>
                  <a:lnTo>
                    <a:pt x="607" y="3500"/>
                  </a:lnTo>
                  <a:lnTo>
                    <a:pt x="654" y="3594"/>
                  </a:lnTo>
                  <a:lnTo>
                    <a:pt x="747" y="3687"/>
                  </a:lnTo>
                  <a:lnTo>
                    <a:pt x="841" y="3734"/>
                  </a:lnTo>
                  <a:lnTo>
                    <a:pt x="12555" y="3734"/>
                  </a:lnTo>
                  <a:lnTo>
                    <a:pt x="12555" y="3640"/>
                  </a:lnTo>
                  <a:lnTo>
                    <a:pt x="12555" y="3500"/>
                  </a:lnTo>
                  <a:lnTo>
                    <a:pt x="12555" y="3407"/>
                  </a:lnTo>
                  <a:lnTo>
                    <a:pt x="13115" y="467"/>
                  </a:lnTo>
                  <a:lnTo>
                    <a:pt x="13255" y="187"/>
                  </a:lnTo>
                  <a:lnTo>
                    <a:pt x="13255" y="47"/>
                  </a:lnTo>
                  <a:lnTo>
                    <a:pt x="13255" y="0"/>
                  </a:lnTo>
                  <a:lnTo>
                    <a:pt x="7981" y="0"/>
                  </a:lnTo>
                  <a:lnTo>
                    <a:pt x="6721" y="233"/>
                  </a:lnTo>
                  <a:lnTo>
                    <a:pt x="546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5" name="Google Shape;10605;p79"/>
            <p:cNvSpPr/>
            <p:nvPr/>
          </p:nvSpPr>
          <p:spPr>
            <a:xfrm>
              <a:off x="2742750" y="2076850"/>
              <a:ext cx="37375" cy="93350"/>
            </a:xfrm>
            <a:custGeom>
              <a:rect b="b" l="l" r="r" t="t"/>
              <a:pathLst>
                <a:path extrusionOk="0" h="3734" w="1495">
                  <a:moveTo>
                    <a:pt x="701" y="0"/>
                  </a:moveTo>
                  <a:lnTo>
                    <a:pt x="748" y="47"/>
                  </a:lnTo>
                  <a:lnTo>
                    <a:pt x="794" y="140"/>
                  </a:lnTo>
                  <a:lnTo>
                    <a:pt x="794" y="233"/>
                  </a:lnTo>
                  <a:lnTo>
                    <a:pt x="188" y="3500"/>
                  </a:lnTo>
                  <a:lnTo>
                    <a:pt x="141" y="3594"/>
                  </a:lnTo>
                  <a:lnTo>
                    <a:pt x="94" y="3687"/>
                  </a:lnTo>
                  <a:lnTo>
                    <a:pt x="1" y="3734"/>
                  </a:lnTo>
                  <a:lnTo>
                    <a:pt x="654" y="3734"/>
                  </a:lnTo>
                  <a:lnTo>
                    <a:pt x="748" y="3687"/>
                  </a:lnTo>
                  <a:lnTo>
                    <a:pt x="841" y="3594"/>
                  </a:lnTo>
                  <a:lnTo>
                    <a:pt x="888" y="3500"/>
                  </a:lnTo>
                  <a:lnTo>
                    <a:pt x="1494" y="233"/>
                  </a:lnTo>
                  <a:lnTo>
                    <a:pt x="1494" y="140"/>
                  </a:lnTo>
                  <a:lnTo>
                    <a:pt x="1448" y="47"/>
                  </a:lnTo>
                  <a:lnTo>
                    <a:pt x="13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6" name="Google Shape;10606;p79"/>
            <p:cNvSpPr/>
            <p:nvPr/>
          </p:nvSpPr>
          <p:spPr>
            <a:xfrm>
              <a:off x="2580575" y="2076850"/>
              <a:ext cx="63050" cy="28025"/>
            </a:xfrm>
            <a:custGeom>
              <a:rect b="b" l="l" r="r" t="t"/>
              <a:pathLst>
                <a:path extrusionOk="0" h="1121" w="2522">
                  <a:moveTo>
                    <a:pt x="1" y="0"/>
                  </a:moveTo>
                  <a:lnTo>
                    <a:pt x="1" y="794"/>
                  </a:lnTo>
                  <a:lnTo>
                    <a:pt x="1" y="934"/>
                  </a:lnTo>
                  <a:lnTo>
                    <a:pt x="94" y="1027"/>
                  </a:lnTo>
                  <a:lnTo>
                    <a:pt x="188" y="1074"/>
                  </a:lnTo>
                  <a:lnTo>
                    <a:pt x="328" y="1120"/>
                  </a:lnTo>
                  <a:lnTo>
                    <a:pt x="2194" y="1120"/>
                  </a:lnTo>
                  <a:lnTo>
                    <a:pt x="2288" y="1074"/>
                  </a:lnTo>
                  <a:lnTo>
                    <a:pt x="2241" y="1027"/>
                  </a:lnTo>
                  <a:lnTo>
                    <a:pt x="2194" y="887"/>
                  </a:lnTo>
                  <a:lnTo>
                    <a:pt x="2148" y="794"/>
                  </a:lnTo>
                  <a:lnTo>
                    <a:pt x="252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7" name="Google Shape;10607;p79"/>
            <p:cNvSpPr/>
            <p:nvPr/>
          </p:nvSpPr>
          <p:spPr>
            <a:xfrm>
              <a:off x="2619100" y="2076850"/>
              <a:ext cx="24525" cy="28025"/>
            </a:xfrm>
            <a:custGeom>
              <a:rect b="b" l="l" r="r" t="t"/>
              <a:pathLst>
                <a:path extrusionOk="0" h="1121" w="981">
                  <a:moveTo>
                    <a:pt x="327" y="0"/>
                  </a:moveTo>
                  <a:lnTo>
                    <a:pt x="327" y="794"/>
                  </a:lnTo>
                  <a:lnTo>
                    <a:pt x="280" y="934"/>
                  </a:lnTo>
                  <a:lnTo>
                    <a:pt x="233" y="1027"/>
                  </a:lnTo>
                  <a:lnTo>
                    <a:pt x="93" y="1074"/>
                  </a:lnTo>
                  <a:lnTo>
                    <a:pt x="0" y="1120"/>
                  </a:lnTo>
                  <a:lnTo>
                    <a:pt x="653" y="1120"/>
                  </a:lnTo>
                  <a:lnTo>
                    <a:pt x="793" y="1074"/>
                  </a:lnTo>
                  <a:lnTo>
                    <a:pt x="887" y="1027"/>
                  </a:lnTo>
                  <a:lnTo>
                    <a:pt x="980" y="934"/>
                  </a:lnTo>
                  <a:lnTo>
                    <a:pt x="980" y="794"/>
                  </a:lnTo>
                  <a:lnTo>
                    <a:pt x="9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08" name="Google Shape;10608;p79"/>
          <p:cNvGrpSpPr/>
          <p:nvPr/>
        </p:nvGrpSpPr>
        <p:grpSpPr>
          <a:xfrm>
            <a:off x="3297350" y="1879675"/>
            <a:ext cx="278875" cy="336025"/>
            <a:chOff x="3228100" y="1879675"/>
            <a:chExt cx="278875" cy="336025"/>
          </a:xfrm>
        </p:grpSpPr>
        <p:sp>
          <p:nvSpPr>
            <p:cNvPr id="10609" name="Google Shape;10609;p79"/>
            <p:cNvSpPr/>
            <p:nvPr/>
          </p:nvSpPr>
          <p:spPr>
            <a:xfrm>
              <a:off x="3435775" y="2004500"/>
              <a:ext cx="71200" cy="135375"/>
            </a:xfrm>
            <a:custGeom>
              <a:rect b="b" l="l" r="r" t="t"/>
              <a:pathLst>
                <a:path extrusionOk="0" h="5415" w="2848">
                  <a:moveTo>
                    <a:pt x="1" y="1"/>
                  </a:moveTo>
                  <a:lnTo>
                    <a:pt x="1" y="841"/>
                  </a:lnTo>
                  <a:lnTo>
                    <a:pt x="2008" y="841"/>
                  </a:lnTo>
                  <a:lnTo>
                    <a:pt x="2054" y="934"/>
                  </a:lnTo>
                  <a:lnTo>
                    <a:pt x="2054" y="4528"/>
                  </a:lnTo>
                  <a:lnTo>
                    <a:pt x="2008" y="4574"/>
                  </a:lnTo>
                  <a:lnTo>
                    <a:pt x="1914" y="4621"/>
                  </a:lnTo>
                  <a:lnTo>
                    <a:pt x="1" y="4621"/>
                  </a:lnTo>
                  <a:lnTo>
                    <a:pt x="1" y="5414"/>
                  </a:lnTo>
                  <a:lnTo>
                    <a:pt x="2288" y="5414"/>
                  </a:lnTo>
                  <a:lnTo>
                    <a:pt x="2428" y="5368"/>
                  </a:lnTo>
                  <a:lnTo>
                    <a:pt x="2661" y="5228"/>
                  </a:lnTo>
                  <a:lnTo>
                    <a:pt x="2801" y="4994"/>
                  </a:lnTo>
                  <a:lnTo>
                    <a:pt x="2848" y="4854"/>
                  </a:lnTo>
                  <a:lnTo>
                    <a:pt x="2848" y="4714"/>
                  </a:lnTo>
                  <a:lnTo>
                    <a:pt x="2848" y="747"/>
                  </a:lnTo>
                  <a:lnTo>
                    <a:pt x="2848" y="607"/>
                  </a:lnTo>
                  <a:lnTo>
                    <a:pt x="2801" y="467"/>
                  </a:lnTo>
                  <a:lnTo>
                    <a:pt x="2661" y="234"/>
                  </a:lnTo>
                  <a:lnTo>
                    <a:pt x="2428" y="47"/>
                  </a:lnTo>
                  <a:lnTo>
                    <a:pt x="2288" y="47"/>
                  </a:lnTo>
                  <a:lnTo>
                    <a:pt x="210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0" name="Google Shape;10610;p79"/>
            <p:cNvSpPr/>
            <p:nvPr/>
          </p:nvSpPr>
          <p:spPr>
            <a:xfrm>
              <a:off x="3228100" y="2003350"/>
              <a:ext cx="54875" cy="58350"/>
            </a:xfrm>
            <a:custGeom>
              <a:rect b="b" l="l" r="r" t="t"/>
              <a:pathLst>
                <a:path extrusionOk="0" h="2334" w="2195">
                  <a:moveTo>
                    <a:pt x="48" y="0"/>
                  </a:moveTo>
                  <a:lnTo>
                    <a:pt x="1" y="47"/>
                  </a:lnTo>
                  <a:lnTo>
                    <a:pt x="1" y="93"/>
                  </a:lnTo>
                  <a:lnTo>
                    <a:pt x="48" y="187"/>
                  </a:lnTo>
                  <a:lnTo>
                    <a:pt x="2194" y="2333"/>
                  </a:lnTo>
                  <a:lnTo>
                    <a:pt x="21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1" name="Google Shape;10611;p79"/>
            <p:cNvSpPr/>
            <p:nvPr/>
          </p:nvSpPr>
          <p:spPr>
            <a:xfrm>
              <a:off x="3268950" y="1967175"/>
              <a:ext cx="166850" cy="219350"/>
            </a:xfrm>
            <a:custGeom>
              <a:rect b="b" l="l" r="r" t="t"/>
              <a:pathLst>
                <a:path extrusionOk="0" h="8774" w="6674">
                  <a:moveTo>
                    <a:pt x="187" y="0"/>
                  </a:moveTo>
                  <a:lnTo>
                    <a:pt x="94" y="94"/>
                  </a:lnTo>
                  <a:lnTo>
                    <a:pt x="0" y="187"/>
                  </a:lnTo>
                  <a:lnTo>
                    <a:pt x="0" y="327"/>
                  </a:lnTo>
                  <a:lnTo>
                    <a:pt x="0" y="4574"/>
                  </a:lnTo>
                  <a:lnTo>
                    <a:pt x="420" y="8634"/>
                  </a:lnTo>
                  <a:lnTo>
                    <a:pt x="6674" y="8774"/>
                  </a:lnTo>
                  <a:lnTo>
                    <a:pt x="6674" y="4387"/>
                  </a:lnTo>
                  <a:lnTo>
                    <a:pt x="6627" y="1354"/>
                  </a:lnTo>
                  <a:lnTo>
                    <a:pt x="6581" y="374"/>
                  </a:lnTo>
                  <a:lnTo>
                    <a:pt x="6581" y="94"/>
                  </a:lnTo>
                  <a:lnTo>
                    <a:pt x="65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2" name="Google Shape;10612;p79"/>
            <p:cNvSpPr/>
            <p:nvPr/>
          </p:nvSpPr>
          <p:spPr>
            <a:xfrm>
              <a:off x="3418275" y="1967175"/>
              <a:ext cx="22200" cy="157525"/>
            </a:xfrm>
            <a:custGeom>
              <a:rect b="b" l="l" r="r" t="t"/>
              <a:pathLst>
                <a:path extrusionOk="0" h="6301" w="888">
                  <a:moveTo>
                    <a:pt x="1" y="0"/>
                  </a:moveTo>
                  <a:lnTo>
                    <a:pt x="94" y="94"/>
                  </a:lnTo>
                  <a:lnTo>
                    <a:pt x="187" y="187"/>
                  </a:lnTo>
                  <a:lnTo>
                    <a:pt x="187" y="327"/>
                  </a:lnTo>
                  <a:lnTo>
                    <a:pt x="187" y="4667"/>
                  </a:lnTo>
                  <a:lnTo>
                    <a:pt x="421" y="6301"/>
                  </a:lnTo>
                  <a:lnTo>
                    <a:pt x="888" y="4760"/>
                  </a:lnTo>
                  <a:lnTo>
                    <a:pt x="888" y="327"/>
                  </a:lnTo>
                  <a:lnTo>
                    <a:pt x="841" y="187"/>
                  </a:lnTo>
                  <a:lnTo>
                    <a:pt x="794" y="94"/>
                  </a:lnTo>
                  <a:lnTo>
                    <a:pt x="70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3" name="Google Shape;10613;p79"/>
            <p:cNvSpPr/>
            <p:nvPr/>
          </p:nvSpPr>
          <p:spPr>
            <a:xfrm>
              <a:off x="3268950" y="2081500"/>
              <a:ext cx="171525" cy="103875"/>
            </a:xfrm>
            <a:custGeom>
              <a:rect b="b" l="l" r="r" t="t"/>
              <a:pathLst>
                <a:path extrusionOk="0" h="4155" w="6861">
                  <a:moveTo>
                    <a:pt x="0" y="1"/>
                  </a:moveTo>
                  <a:lnTo>
                    <a:pt x="0" y="4154"/>
                  </a:lnTo>
                  <a:lnTo>
                    <a:pt x="6487" y="4108"/>
                  </a:lnTo>
                  <a:lnTo>
                    <a:pt x="6861" y="187"/>
                  </a:lnTo>
                  <a:lnTo>
                    <a:pt x="6487" y="141"/>
                  </a:lnTo>
                  <a:lnTo>
                    <a:pt x="6207" y="94"/>
                  </a:lnTo>
                  <a:lnTo>
                    <a:pt x="5927" y="1"/>
                  </a:lnTo>
                  <a:lnTo>
                    <a:pt x="5134" y="1"/>
                  </a:lnTo>
                  <a:lnTo>
                    <a:pt x="4854" y="94"/>
                  </a:lnTo>
                  <a:lnTo>
                    <a:pt x="4574" y="187"/>
                  </a:lnTo>
                  <a:lnTo>
                    <a:pt x="3734" y="187"/>
                  </a:lnTo>
                  <a:lnTo>
                    <a:pt x="3454" y="94"/>
                  </a:lnTo>
                  <a:lnTo>
                    <a:pt x="3174" y="1"/>
                  </a:lnTo>
                  <a:lnTo>
                    <a:pt x="2380" y="1"/>
                  </a:lnTo>
                  <a:lnTo>
                    <a:pt x="2100" y="94"/>
                  </a:lnTo>
                  <a:lnTo>
                    <a:pt x="1820" y="187"/>
                  </a:lnTo>
                  <a:lnTo>
                    <a:pt x="980" y="187"/>
                  </a:lnTo>
                  <a:lnTo>
                    <a:pt x="700" y="94"/>
                  </a:lnTo>
                  <a:lnTo>
                    <a:pt x="4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4" name="Google Shape;10614;p79"/>
            <p:cNvSpPr/>
            <p:nvPr/>
          </p:nvSpPr>
          <p:spPr>
            <a:xfrm>
              <a:off x="3422950" y="2083850"/>
              <a:ext cx="17525" cy="101525"/>
            </a:xfrm>
            <a:custGeom>
              <a:rect b="b" l="l" r="r" t="t"/>
              <a:pathLst>
                <a:path extrusionOk="0" h="4061" w="701">
                  <a:moveTo>
                    <a:pt x="0" y="0"/>
                  </a:moveTo>
                  <a:lnTo>
                    <a:pt x="0" y="4060"/>
                  </a:lnTo>
                  <a:lnTo>
                    <a:pt x="701" y="4060"/>
                  </a:lnTo>
                  <a:lnTo>
                    <a:pt x="701" y="93"/>
                  </a:lnTo>
                  <a:lnTo>
                    <a:pt x="281" y="47"/>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5" name="Google Shape;10615;p79"/>
            <p:cNvSpPr/>
            <p:nvPr/>
          </p:nvSpPr>
          <p:spPr>
            <a:xfrm>
              <a:off x="3257275" y="2178350"/>
              <a:ext cx="179700" cy="37350"/>
            </a:xfrm>
            <a:custGeom>
              <a:rect b="b" l="l" r="r" t="t"/>
              <a:pathLst>
                <a:path extrusionOk="0" h="1494" w="7188">
                  <a:moveTo>
                    <a:pt x="141" y="0"/>
                  </a:moveTo>
                  <a:lnTo>
                    <a:pt x="47" y="47"/>
                  </a:lnTo>
                  <a:lnTo>
                    <a:pt x="1" y="140"/>
                  </a:lnTo>
                  <a:lnTo>
                    <a:pt x="1" y="187"/>
                  </a:lnTo>
                  <a:lnTo>
                    <a:pt x="1" y="1260"/>
                  </a:lnTo>
                  <a:lnTo>
                    <a:pt x="1" y="1354"/>
                  </a:lnTo>
                  <a:lnTo>
                    <a:pt x="47" y="1400"/>
                  </a:lnTo>
                  <a:lnTo>
                    <a:pt x="141" y="1447"/>
                  </a:lnTo>
                  <a:lnTo>
                    <a:pt x="187" y="1494"/>
                  </a:lnTo>
                  <a:lnTo>
                    <a:pt x="7188" y="1494"/>
                  </a:lnTo>
                  <a:lnTo>
                    <a:pt x="7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6" name="Google Shape;10616;p79"/>
            <p:cNvSpPr/>
            <p:nvPr/>
          </p:nvSpPr>
          <p:spPr>
            <a:xfrm>
              <a:off x="3349450" y="1977675"/>
              <a:ext cx="10525" cy="115525"/>
            </a:xfrm>
            <a:custGeom>
              <a:rect b="b" l="l" r="r" t="t"/>
              <a:pathLst>
                <a:path extrusionOk="0" h="4621" w="421">
                  <a:moveTo>
                    <a:pt x="140" y="0"/>
                  </a:moveTo>
                  <a:lnTo>
                    <a:pt x="47" y="47"/>
                  </a:lnTo>
                  <a:lnTo>
                    <a:pt x="0" y="94"/>
                  </a:lnTo>
                  <a:lnTo>
                    <a:pt x="0" y="187"/>
                  </a:lnTo>
                  <a:lnTo>
                    <a:pt x="0" y="4154"/>
                  </a:lnTo>
                  <a:lnTo>
                    <a:pt x="47" y="4387"/>
                  </a:lnTo>
                  <a:lnTo>
                    <a:pt x="140" y="4527"/>
                  </a:lnTo>
                  <a:lnTo>
                    <a:pt x="187" y="4621"/>
                  </a:lnTo>
                  <a:lnTo>
                    <a:pt x="280" y="4574"/>
                  </a:lnTo>
                  <a:lnTo>
                    <a:pt x="327" y="4434"/>
                  </a:lnTo>
                  <a:lnTo>
                    <a:pt x="420" y="4294"/>
                  </a:lnTo>
                  <a:lnTo>
                    <a:pt x="420" y="187"/>
                  </a:lnTo>
                  <a:lnTo>
                    <a:pt x="374" y="94"/>
                  </a:lnTo>
                  <a:lnTo>
                    <a:pt x="327" y="47"/>
                  </a:lnTo>
                  <a:lnTo>
                    <a:pt x="2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7" name="Google Shape;10617;p79"/>
            <p:cNvSpPr/>
            <p:nvPr/>
          </p:nvSpPr>
          <p:spPr>
            <a:xfrm>
              <a:off x="3323775" y="1879675"/>
              <a:ext cx="59525" cy="49025"/>
            </a:xfrm>
            <a:custGeom>
              <a:rect b="b" l="l" r="r" t="t"/>
              <a:pathLst>
                <a:path extrusionOk="0" h="1961" w="2381">
                  <a:moveTo>
                    <a:pt x="1027" y="0"/>
                  </a:moveTo>
                  <a:lnTo>
                    <a:pt x="794" y="94"/>
                  </a:lnTo>
                  <a:lnTo>
                    <a:pt x="561" y="234"/>
                  </a:lnTo>
                  <a:lnTo>
                    <a:pt x="374" y="374"/>
                  </a:lnTo>
                  <a:lnTo>
                    <a:pt x="234" y="560"/>
                  </a:lnTo>
                  <a:lnTo>
                    <a:pt x="94" y="794"/>
                  </a:lnTo>
                  <a:lnTo>
                    <a:pt x="1" y="1027"/>
                  </a:lnTo>
                  <a:lnTo>
                    <a:pt x="1" y="1260"/>
                  </a:lnTo>
                  <a:lnTo>
                    <a:pt x="47" y="1634"/>
                  </a:lnTo>
                  <a:lnTo>
                    <a:pt x="187" y="1960"/>
                  </a:lnTo>
                  <a:lnTo>
                    <a:pt x="2381" y="1960"/>
                  </a:lnTo>
                  <a:lnTo>
                    <a:pt x="2381" y="1820"/>
                  </a:lnTo>
                  <a:lnTo>
                    <a:pt x="2381" y="1634"/>
                  </a:lnTo>
                  <a:lnTo>
                    <a:pt x="2334" y="1494"/>
                  </a:lnTo>
                  <a:lnTo>
                    <a:pt x="2287" y="1307"/>
                  </a:lnTo>
                  <a:lnTo>
                    <a:pt x="2241" y="1074"/>
                  </a:lnTo>
                  <a:lnTo>
                    <a:pt x="2054" y="607"/>
                  </a:lnTo>
                  <a:lnTo>
                    <a:pt x="1914" y="374"/>
                  </a:lnTo>
                  <a:lnTo>
                    <a:pt x="1727" y="187"/>
                  </a:lnTo>
                  <a:lnTo>
                    <a:pt x="1541" y="47"/>
                  </a:lnTo>
                  <a:lnTo>
                    <a:pt x="12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8" name="Google Shape;10618;p79"/>
            <p:cNvSpPr/>
            <p:nvPr/>
          </p:nvSpPr>
          <p:spPr>
            <a:xfrm>
              <a:off x="3349450" y="2081500"/>
              <a:ext cx="10525" cy="37375"/>
            </a:xfrm>
            <a:custGeom>
              <a:rect b="b" l="l" r="r" t="t"/>
              <a:pathLst>
                <a:path extrusionOk="0" h="1495" w="421">
                  <a:moveTo>
                    <a:pt x="0" y="1"/>
                  </a:moveTo>
                  <a:lnTo>
                    <a:pt x="0" y="1308"/>
                  </a:lnTo>
                  <a:lnTo>
                    <a:pt x="0" y="1401"/>
                  </a:lnTo>
                  <a:lnTo>
                    <a:pt x="47" y="1448"/>
                  </a:lnTo>
                  <a:lnTo>
                    <a:pt x="140" y="1494"/>
                  </a:lnTo>
                  <a:lnTo>
                    <a:pt x="280" y="1494"/>
                  </a:lnTo>
                  <a:lnTo>
                    <a:pt x="327" y="1448"/>
                  </a:lnTo>
                  <a:lnTo>
                    <a:pt x="374" y="1401"/>
                  </a:lnTo>
                  <a:lnTo>
                    <a:pt x="420" y="1308"/>
                  </a:lnTo>
                  <a:lnTo>
                    <a:pt x="420" y="141"/>
                  </a:lnTo>
                  <a:lnTo>
                    <a:pt x="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9" name="Google Shape;10619;p79"/>
            <p:cNvSpPr/>
            <p:nvPr/>
          </p:nvSpPr>
          <p:spPr>
            <a:xfrm>
              <a:off x="3347125" y="1879675"/>
              <a:ext cx="40850" cy="49025"/>
            </a:xfrm>
            <a:custGeom>
              <a:rect b="b" l="l" r="r" t="t"/>
              <a:pathLst>
                <a:path extrusionOk="0" h="1961" w="1634">
                  <a:moveTo>
                    <a:pt x="327" y="0"/>
                  </a:moveTo>
                  <a:lnTo>
                    <a:pt x="0" y="47"/>
                  </a:lnTo>
                  <a:lnTo>
                    <a:pt x="187" y="94"/>
                  </a:lnTo>
                  <a:lnTo>
                    <a:pt x="373" y="234"/>
                  </a:lnTo>
                  <a:lnTo>
                    <a:pt x="513" y="327"/>
                  </a:lnTo>
                  <a:lnTo>
                    <a:pt x="653" y="514"/>
                  </a:lnTo>
                  <a:lnTo>
                    <a:pt x="793" y="654"/>
                  </a:lnTo>
                  <a:lnTo>
                    <a:pt x="887" y="840"/>
                  </a:lnTo>
                  <a:lnTo>
                    <a:pt x="933" y="1074"/>
                  </a:lnTo>
                  <a:lnTo>
                    <a:pt x="933" y="1260"/>
                  </a:lnTo>
                  <a:lnTo>
                    <a:pt x="887" y="1634"/>
                  </a:lnTo>
                  <a:lnTo>
                    <a:pt x="747" y="1960"/>
                  </a:lnTo>
                  <a:lnTo>
                    <a:pt x="1447" y="1960"/>
                  </a:lnTo>
                  <a:lnTo>
                    <a:pt x="1587" y="1634"/>
                  </a:lnTo>
                  <a:lnTo>
                    <a:pt x="1633" y="1260"/>
                  </a:lnTo>
                  <a:lnTo>
                    <a:pt x="1587" y="1027"/>
                  </a:lnTo>
                  <a:lnTo>
                    <a:pt x="1540" y="794"/>
                  </a:lnTo>
                  <a:lnTo>
                    <a:pt x="1400" y="560"/>
                  </a:lnTo>
                  <a:lnTo>
                    <a:pt x="1260" y="374"/>
                  </a:lnTo>
                  <a:lnTo>
                    <a:pt x="1073" y="234"/>
                  </a:lnTo>
                  <a:lnTo>
                    <a:pt x="840" y="94"/>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0" name="Google Shape;10620;p79"/>
            <p:cNvSpPr/>
            <p:nvPr/>
          </p:nvSpPr>
          <p:spPr>
            <a:xfrm>
              <a:off x="3296950" y="2113000"/>
              <a:ext cx="102700" cy="22200"/>
            </a:xfrm>
            <a:custGeom>
              <a:rect b="b" l="l" r="r" t="t"/>
              <a:pathLst>
                <a:path extrusionOk="0" h="888" w="4108">
                  <a:moveTo>
                    <a:pt x="0" y="1"/>
                  </a:moveTo>
                  <a:lnTo>
                    <a:pt x="0" y="94"/>
                  </a:lnTo>
                  <a:lnTo>
                    <a:pt x="0" y="794"/>
                  </a:lnTo>
                  <a:lnTo>
                    <a:pt x="0" y="841"/>
                  </a:lnTo>
                  <a:lnTo>
                    <a:pt x="94" y="888"/>
                  </a:lnTo>
                  <a:lnTo>
                    <a:pt x="4107" y="888"/>
                  </a:lnTo>
                  <a:lnTo>
                    <a:pt x="410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1" name="Google Shape;10621;p79"/>
            <p:cNvSpPr/>
            <p:nvPr/>
          </p:nvSpPr>
          <p:spPr>
            <a:xfrm>
              <a:off x="3284100" y="1927500"/>
              <a:ext cx="143550" cy="39700"/>
            </a:xfrm>
            <a:custGeom>
              <a:rect b="b" l="l" r="r" t="t"/>
              <a:pathLst>
                <a:path extrusionOk="0" h="1588" w="5742">
                  <a:moveTo>
                    <a:pt x="328" y="1"/>
                  </a:moveTo>
                  <a:lnTo>
                    <a:pt x="188" y="47"/>
                  </a:lnTo>
                  <a:lnTo>
                    <a:pt x="94" y="94"/>
                  </a:lnTo>
                  <a:lnTo>
                    <a:pt x="1" y="234"/>
                  </a:lnTo>
                  <a:lnTo>
                    <a:pt x="1" y="327"/>
                  </a:lnTo>
                  <a:lnTo>
                    <a:pt x="1" y="1027"/>
                  </a:lnTo>
                  <a:lnTo>
                    <a:pt x="3174" y="1587"/>
                  </a:lnTo>
                  <a:lnTo>
                    <a:pt x="5741" y="1027"/>
                  </a:lnTo>
                  <a:lnTo>
                    <a:pt x="5508" y="514"/>
                  </a:lnTo>
                  <a:lnTo>
                    <a:pt x="5274" y="187"/>
                  </a:lnTo>
                  <a:lnTo>
                    <a:pt x="5181" y="47"/>
                  </a:lnTo>
                  <a:lnTo>
                    <a:pt x="508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2" name="Google Shape;10622;p79"/>
            <p:cNvSpPr/>
            <p:nvPr/>
          </p:nvSpPr>
          <p:spPr>
            <a:xfrm>
              <a:off x="3354125" y="1927500"/>
              <a:ext cx="73525" cy="39700"/>
            </a:xfrm>
            <a:custGeom>
              <a:rect b="b" l="l" r="r" t="t"/>
              <a:pathLst>
                <a:path extrusionOk="0" h="1588" w="2941">
                  <a:moveTo>
                    <a:pt x="1913" y="1"/>
                  </a:moveTo>
                  <a:lnTo>
                    <a:pt x="2053" y="47"/>
                  </a:lnTo>
                  <a:lnTo>
                    <a:pt x="2147" y="94"/>
                  </a:lnTo>
                  <a:lnTo>
                    <a:pt x="2240" y="234"/>
                  </a:lnTo>
                  <a:lnTo>
                    <a:pt x="2240" y="327"/>
                  </a:lnTo>
                  <a:lnTo>
                    <a:pt x="2240" y="1027"/>
                  </a:lnTo>
                  <a:lnTo>
                    <a:pt x="0" y="1494"/>
                  </a:lnTo>
                  <a:lnTo>
                    <a:pt x="373" y="1587"/>
                  </a:lnTo>
                  <a:lnTo>
                    <a:pt x="2940" y="1027"/>
                  </a:lnTo>
                  <a:lnTo>
                    <a:pt x="2940" y="327"/>
                  </a:lnTo>
                  <a:lnTo>
                    <a:pt x="2893" y="234"/>
                  </a:lnTo>
                  <a:lnTo>
                    <a:pt x="2847" y="94"/>
                  </a:lnTo>
                  <a:lnTo>
                    <a:pt x="2707" y="47"/>
                  </a:lnTo>
                  <a:lnTo>
                    <a:pt x="261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3" name="Google Shape;10623;p79"/>
            <p:cNvSpPr/>
            <p:nvPr/>
          </p:nvSpPr>
          <p:spPr>
            <a:xfrm>
              <a:off x="3256100" y="1953175"/>
              <a:ext cx="185550" cy="31525"/>
            </a:xfrm>
            <a:custGeom>
              <a:rect b="b" l="l" r="r" t="t"/>
              <a:pathLst>
                <a:path extrusionOk="0" h="1261" w="7422">
                  <a:moveTo>
                    <a:pt x="234" y="0"/>
                  </a:moveTo>
                  <a:lnTo>
                    <a:pt x="141" y="47"/>
                  </a:lnTo>
                  <a:lnTo>
                    <a:pt x="94" y="94"/>
                  </a:lnTo>
                  <a:lnTo>
                    <a:pt x="48" y="140"/>
                  </a:lnTo>
                  <a:lnTo>
                    <a:pt x="1" y="234"/>
                  </a:lnTo>
                  <a:lnTo>
                    <a:pt x="1" y="1027"/>
                  </a:lnTo>
                  <a:lnTo>
                    <a:pt x="48" y="1120"/>
                  </a:lnTo>
                  <a:lnTo>
                    <a:pt x="94" y="1167"/>
                  </a:lnTo>
                  <a:lnTo>
                    <a:pt x="141" y="1214"/>
                  </a:lnTo>
                  <a:lnTo>
                    <a:pt x="234" y="1260"/>
                  </a:lnTo>
                  <a:lnTo>
                    <a:pt x="7421" y="1260"/>
                  </a:lnTo>
                  <a:lnTo>
                    <a:pt x="742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4" name="Google Shape;10624;p79"/>
            <p:cNvSpPr/>
            <p:nvPr/>
          </p:nvSpPr>
          <p:spPr>
            <a:xfrm>
              <a:off x="3432275" y="1953175"/>
              <a:ext cx="22200" cy="31525"/>
            </a:xfrm>
            <a:custGeom>
              <a:rect b="b" l="l" r="r" t="t"/>
              <a:pathLst>
                <a:path extrusionOk="0" h="1261" w="888">
                  <a:moveTo>
                    <a:pt x="1" y="0"/>
                  </a:moveTo>
                  <a:lnTo>
                    <a:pt x="94" y="47"/>
                  </a:lnTo>
                  <a:lnTo>
                    <a:pt x="141" y="94"/>
                  </a:lnTo>
                  <a:lnTo>
                    <a:pt x="188" y="140"/>
                  </a:lnTo>
                  <a:lnTo>
                    <a:pt x="234" y="234"/>
                  </a:lnTo>
                  <a:lnTo>
                    <a:pt x="234" y="1027"/>
                  </a:lnTo>
                  <a:lnTo>
                    <a:pt x="188" y="1120"/>
                  </a:lnTo>
                  <a:lnTo>
                    <a:pt x="141" y="1167"/>
                  </a:lnTo>
                  <a:lnTo>
                    <a:pt x="94" y="1214"/>
                  </a:lnTo>
                  <a:lnTo>
                    <a:pt x="1" y="1260"/>
                  </a:lnTo>
                  <a:lnTo>
                    <a:pt x="701" y="1260"/>
                  </a:lnTo>
                  <a:lnTo>
                    <a:pt x="748" y="1214"/>
                  </a:lnTo>
                  <a:lnTo>
                    <a:pt x="841" y="1167"/>
                  </a:lnTo>
                  <a:lnTo>
                    <a:pt x="888" y="1120"/>
                  </a:lnTo>
                  <a:lnTo>
                    <a:pt x="888" y="1027"/>
                  </a:lnTo>
                  <a:lnTo>
                    <a:pt x="888" y="234"/>
                  </a:lnTo>
                  <a:lnTo>
                    <a:pt x="888" y="140"/>
                  </a:lnTo>
                  <a:lnTo>
                    <a:pt x="841" y="94"/>
                  </a:lnTo>
                  <a:lnTo>
                    <a:pt x="748" y="47"/>
                  </a:lnTo>
                  <a:lnTo>
                    <a:pt x="7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5" name="Google Shape;10625;p79"/>
            <p:cNvSpPr/>
            <p:nvPr/>
          </p:nvSpPr>
          <p:spPr>
            <a:xfrm>
              <a:off x="3392625" y="2113000"/>
              <a:ext cx="19850" cy="22200"/>
            </a:xfrm>
            <a:custGeom>
              <a:rect b="b" l="l" r="r" t="t"/>
              <a:pathLst>
                <a:path extrusionOk="0" h="888" w="794">
                  <a:moveTo>
                    <a:pt x="47" y="1"/>
                  </a:moveTo>
                  <a:lnTo>
                    <a:pt x="93" y="94"/>
                  </a:lnTo>
                  <a:lnTo>
                    <a:pt x="93" y="794"/>
                  </a:lnTo>
                  <a:lnTo>
                    <a:pt x="47" y="841"/>
                  </a:lnTo>
                  <a:lnTo>
                    <a:pt x="0" y="888"/>
                  </a:lnTo>
                  <a:lnTo>
                    <a:pt x="653" y="888"/>
                  </a:lnTo>
                  <a:lnTo>
                    <a:pt x="747" y="841"/>
                  </a:lnTo>
                  <a:lnTo>
                    <a:pt x="793" y="794"/>
                  </a:lnTo>
                  <a:lnTo>
                    <a:pt x="793" y="94"/>
                  </a:lnTo>
                  <a:lnTo>
                    <a:pt x="74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6" name="Google Shape;10626;p79"/>
            <p:cNvSpPr/>
            <p:nvPr/>
          </p:nvSpPr>
          <p:spPr>
            <a:xfrm>
              <a:off x="3428775" y="2178350"/>
              <a:ext cx="23375" cy="37350"/>
            </a:xfrm>
            <a:custGeom>
              <a:rect b="b" l="l" r="r" t="t"/>
              <a:pathLst>
                <a:path extrusionOk="0" h="1494" w="935">
                  <a:moveTo>
                    <a:pt x="94" y="0"/>
                  </a:moveTo>
                  <a:lnTo>
                    <a:pt x="188" y="47"/>
                  </a:lnTo>
                  <a:lnTo>
                    <a:pt x="234" y="140"/>
                  </a:lnTo>
                  <a:lnTo>
                    <a:pt x="234" y="187"/>
                  </a:lnTo>
                  <a:lnTo>
                    <a:pt x="234" y="1260"/>
                  </a:lnTo>
                  <a:lnTo>
                    <a:pt x="234" y="1354"/>
                  </a:lnTo>
                  <a:lnTo>
                    <a:pt x="188" y="1400"/>
                  </a:lnTo>
                  <a:lnTo>
                    <a:pt x="94" y="1447"/>
                  </a:lnTo>
                  <a:lnTo>
                    <a:pt x="1" y="1494"/>
                  </a:lnTo>
                  <a:lnTo>
                    <a:pt x="701" y="1494"/>
                  </a:lnTo>
                  <a:lnTo>
                    <a:pt x="794" y="1447"/>
                  </a:lnTo>
                  <a:lnTo>
                    <a:pt x="841" y="1400"/>
                  </a:lnTo>
                  <a:lnTo>
                    <a:pt x="888" y="1354"/>
                  </a:lnTo>
                  <a:lnTo>
                    <a:pt x="934" y="1260"/>
                  </a:lnTo>
                  <a:lnTo>
                    <a:pt x="934" y="187"/>
                  </a:lnTo>
                  <a:lnTo>
                    <a:pt x="888" y="140"/>
                  </a:lnTo>
                  <a:lnTo>
                    <a:pt x="841" y="47"/>
                  </a:lnTo>
                  <a:lnTo>
                    <a:pt x="7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27" name="Google Shape;10627;p79"/>
          <p:cNvGrpSpPr/>
          <p:nvPr/>
        </p:nvGrpSpPr>
        <p:grpSpPr>
          <a:xfrm>
            <a:off x="4028875" y="1906500"/>
            <a:ext cx="336050" cy="282375"/>
            <a:chOff x="3959625" y="1906500"/>
            <a:chExt cx="336050" cy="282375"/>
          </a:xfrm>
        </p:grpSpPr>
        <p:sp>
          <p:nvSpPr>
            <p:cNvPr id="10628" name="Google Shape;10628;p79"/>
            <p:cNvSpPr/>
            <p:nvPr/>
          </p:nvSpPr>
          <p:spPr>
            <a:xfrm>
              <a:off x="4203475" y="2057000"/>
              <a:ext cx="53700" cy="112025"/>
            </a:xfrm>
            <a:custGeom>
              <a:rect b="b" l="l" r="r" t="t"/>
              <a:pathLst>
                <a:path extrusionOk="0" h="4481" w="2148">
                  <a:moveTo>
                    <a:pt x="841" y="1"/>
                  </a:moveTo>
                  <a:lnTo>
                    <a:pt x="187" y="141"/>
                  </a:lnTo>
                  <a:lnTo>
                    <a:pt x="94" y="187"/>
                  </a:lnTo>
                  <a:lnTo>
                    <a:pt x="47" y="234"/>
                  </a:lnTo>
                  <a:lnTo>
                    <a:pt x="1" y="327"/>
                  </a:lnTo>
                  <a:lnTo>
                    <a:pt x="1" y="421"/>
                  </a:lnTo>
                  <a:lnTo>
                    <a:pt x="1027" y="4481"/>
                  </a:lnTo>
                  <a:lnTo>
                    <a:pt x="2147" y="4201"/>
                  </a:lnTo>
                  <a:lnTo>
                    <a:pt x="1307" y="2008"/>
                  </a:lnTo>
                  <a:lnTo>
                    <a:pt x="1121" y="934"/>
                  </a:lnTo>
                  <a:lnTo>
                    <a:pt x="981" y="281"/>
                  </a:lnTo>
                  <a:lnTo>
                    <a:pt x="934" y="47"/>
                  </a:lnTo>
                  <a:lnTo>
                    <a:pt x="84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9" name="Google Shape;10629;p79"/>
            <p:cNvSpPr/>
            <p:nvPr/>
          </p:nvSpPr>
          <p:spPr>
            <a:xfrm>
              <a:off x="4068150" y="1991675"/>
              <a:ext cx="95675" cy="87525"/>
            </a:xfrm>
            <a:custGeom>
              <a:rect b="b" l="l" r="r" t="t"/>
              <a:pathLst>
                <a:path extrusionOk="0" h="3501" w="3827">
                  <a:moveTo>
                    <a:pt x="3034" y="0"/>
                  </a:moveTo>
                  <a:lnTo>
                    <a:pt x="0" y="2987"/>
                  </a:lnTo>
                  <a:lnTo>
                    <a:pt x="513" y="3500"/>
                  </a:lnTo>
                  <a:lnTo>
                    <a:pt x="3827" y="794"/>
                  </a:lnTo>
                  <a:lnTo>
                    <a:pt x="30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0" name="Google Shape;10630;p79"/>
            <p:cNvSpPr/>
            <p:nvPr/>
          </p:nvSpPr>
          <p:spPr>
            <a:xfrm>
              <a:off x="4078650" y="2001000"/>
              <a:ext cx="85175" cy="85200"/>
            </a:xfrm>
            <a:custGeom>
              <a:rect b="b" l="l" r="r" t="t"/>
              <a:pathLst>
                <a:path extrusionOk="0" h="3408" w="3407">
                  <a:moveTo>
                    <a:pt x="2987" y="1"/>
                  </a:moveTo>
                  <a:lnTo>
                    <a:pt x="0" y="3034"/>
                  </a:lnTo>
                  <a:lnTo>
                    <a:pt x="420" y="3407"/>
                  </a:lnTo>
                  <a:lnTo>
                    <a:pt x="3407" y="421"/>
                  </a:lnTo>
                  <a:lnTo>
                    <a:pt x="298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1" name="Google Shape;10631;p79"/>
            <p:cNvSpPr/>
            <p:nvPr/>
          </p:nvSpPr>
          <p:spPr>
            <a:xfrm>
              <a:off x="4134650" y="1906500"/>
              <a:ext cx="108525" cy="117875"/>
            </a:xfrm>
            <a:custGeom>
              <a:rect b="b" l="l" r="r" t="t"/>
              <a:pathLst>
                <a:path extrusionOk="0" h="4715" w="4341">
                  <a:moveTo>
                    <a:pt x="3407" y="1"/>
                  </a:moveTo>
                  <a:lnTo>
                    <a:pt x="3314" y="94"/>
                  </a:lnTo>
                  <a:lnTo>
                    <a:pt x="47" y="3314"/>
                  </a:lnTo>
                  <a:lnTo>
                    <a:pt x="0" y="3407"/>
                  </a:lnTo>
                  <a:lnTo>
                    <a:pt x="0" y="3454"/>
                  </a:lnTo>
                  <a:lnTo>
                    <a:pt x="0" y="3547"/>
                  </a:lnTo>
                  <a:lnTo>
                    <a:pt x="47" y="3641"/>
                  </a:lnTo>
                  <a:lnTo>
                    <a:pt x="1167" y="4714"/>
                  </a:lnTo>
                  <a:lnTo>
                    <a:pt x="1214" y="4714"/>
                  </a:lnTo>
                  <a:lnTo>
                    <a:pt x="1307" y="4621"/>
                  </a:lnTo>
                  <a:lnTo>
                    <a:pt x="1587" y="4387"/>
                  </a:lnTo>
                  <a:lnTo>
                    <a:pt x="1960" y="4014"/>
                  </a:lnTo>
                  <a:lnTo>
                    <a:pt x="2007" y="3921"/>
                  </a:lnTo>
                  <a:lnTo>
                    <a:pt x="1960" y="3874"/>
                  </a:lnTo>
                  <a:lnTo>
                    <a:pt x="1914" y="3781"/>
                  </a:lnTo>
                  <a:lnTo>
                    <a:pt x="1867" y="3687"/>
                  </a:lnTo>
                  <a:lnTo>
                    <a:pt x="1867" y="3547"/>
                  </a:lnTo>
                  <a:lnTo>
                    <a:pt x="1867" y="3407"/>
                  </a:lnTo>
                  <a:lnTo>
                    <a:pt x="1914" y="3314"/>
                  </a:lnTo>
                  <a:lnTo>
                    <a:pt x="3874" y="1027"/>
                  </a:lnTo>
                  <a:lnTo>
                    <a:pt x="4014" y="934"/>
                  </a:lnTo>
                  <a:lnTo>
                    <a:pt x="4200" y="841"/>
                  </a:lnTo>
                  <a:lnTo>
                    <a:pt x="4340" y="747"/>
                  </a:lnTo>
                  <a:lnTo>
                    <a:pt x="4340" y="701"/>
                  </a:lnTo>
                  <a:lnTo>
                    <a:pt x="4294" y="654"/>
                  </a:lnTo>
                  <a:lnTo>
                    <a:pt x="3734" y="94"/>
                  </a:lnTo>
                  <a:lnTo>
                    <a:pt x="36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2" name="Google Shape;10632;p79"/>
            <p:cNvSpPr/>
            <p:nvPr/>
          </p:nvSpPr>
          <p:spPr>
            <a:xfrm>
              <a:off x="4210475" y="2057000"/>
              <a:ext cx="46700" cy="108525"/>
            </a:xfrm>
            <a:custGeom>
              <a:rect b="b" l="l" r="r" t="t"/>
              <a:pathLst>
                <a:path extrusionOk="0" h="4341" w="1868">
                  <a:moveTo>
                    <a:pt x="561" y="1"/>
                  </a:moveTo>
                  <a:lnTo>
                    <a:pt x="1" y="141"/>
                  </a:lnTo>
                  <a:lnTo>
                    <a:pt x="187" y="141"/>
                  </a:lnTo>
                  <a:lnTo>
                    <a:pt x="234" y="187"/>
                  </a:lnTo>
                  <a:lnTo>
                    <a:pt x="281" y="281"/>
                  </a:lnTo>
                  <a:lnTo>
                    <a:pt x="1261" y="4341"/>
                  </a:lnTo>
                  <a:lnTo>
                    <a:pt x="1867" y="4201"/>
                  </a:lnTo>
                  <a:lnTo>
                    <a:pt x="841" y="141"/>
                  </a:lnTo>
                  <a:lnTo>
                    <a:pt x="794" y="47"/>
                  </a:lnTo>
                  <a:lnTo>
                    <a:pt x="74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3" name="Google Shape;10633;p79"/>
            <p:cNvSpPr/>
            <p:nvPr/>
          </p:nvSpPr>
          <p:spPr>
            <a:xfrm>
              <a:off x="3998125" y="2057000"/>
              <a:ext cx="206550" cy="109700"/>
            </a:xfrm>
            <a:custGeom>
              <a:rect b="b" l="l" r="r" t="t"/>
              <a:pathLst>
                <a:path extrusionOk="0" h="4388" w="8262">
                  <a:moveTo>
                    <a:pt x="1074" y="1"/>
                  </a:moveTo>
                  <a:lnTo>
                    <a:pt x="888" y="47"/>
                  </a:lnTo>
                  <a:lnTo>
                    <a:pt x="654" y="94"/>
                  </a:lnTo>
                  <a:lnTo>
                    <a:pt x="468" y="187"/>
                  </a:lnTo>
                  <a:lnTo>
                    <a:pt x="328" y="327"/>
                  </a:lnTo>
                  <a:lnTo>
                    <a:pt x="188" y="467"/>
                  </a:lnTo>
                  <a:lnTo>
                    <a:pt x="94" y="654"/>
                  </a:lnTo>
                  <a:lnTo>
                    <a:pt x="48" y="887"/>
                  </a:lnTo>
                  <a:lnTo>
                    <a:pt x="1" y="1074"/>
                  </a:lnTo>
                  <a:lnTo>
                    <a:pt x="1" y="4388"/>
                  </a:lnTo>
                  <a:lnTo>
                    <a:pt x="8261" y="4388"/>
                  </a:lnTo>
                  <a:lnTo>
                    <a:pt x="7888" y="2568"/>
                  </a:lnTo>
                  <a:lnTo>
                    <a:pt x="8028" y="1307"/>
                  </a:lnTo>
                  <a:lnTo>
                    <a:pt x="8075" y="421"/>
                  </a:lnTo>
                  <a:lnTo>
                    <a:pt x="8075" y="94"/>
                  </a:lnTo>
                  <a:lnTo>
                    <a:pt x="802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4" name="Google Shape;10634;p79"/>
            <p:cNvSpPr/>
            <p:nvPr/>
          </p:nvSpPr>
          <p:spPr>
            <a:xfrm>
              <a:off x="4183650" y="2057000"/>
              <a:ext cx="21025" cy="109700"/>
            </a:xfrm>
            <a:custGeom>
              <a:rect b="b" l="l" r="r" t="t"/>
              <a:pathLst>
                <a:path extrusionOk="0" h="4388" w="841">
                  <a:moveTo>
                    <a:pt x="0" y="1"/>
                  </a:moveTo>
                  <a:lnTo>
                    <a:pt x="94" y="47"/>
                  </a:lnTo>
                  <a:lnTo>
                    <a:pt x="140" y="141"/>
                  </a:lnTo>
                  <a:lnTo>
                    <a:pt x="140" y="234"/>
                  </a:lnTo>
                  <a:lnTo>
                    <a:pt x="140" y="4388"/>
                  </a:lnTo>
                  <a:lnTo>
                    <a:pt x="840" y="4388"/>
                  </a:lnTo>
                  <a:lnTo>
                    <a:pt x="840" y="234"/>
                  </a:lnTo>
                  <a:lnTo>
                    <a:pt x="794" y="141"/>
                  </a:lnTo>
                  <a:lnTo>
                    <a:pt x="747" y="47"/>
                  </a:lnTo>
                  <a:lnTo>
                    <a:pt x="70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5" name="Google Shape;10635;p79"/>
            <p:cNvSpPr/>
            <p:nvPr/>
          </p:nvSpPr>
          <p:spPr>
            <a:xfrm>
              <a:off x="3959625" y="2157350"/>
              <a:ext cx="330225" cy="31525"/>
            </a:xfrm>
            <a:custGeom>
              <a:rect b="b" l="l" r="r" t="t"/>
              <a:pathLst>
                <a:path extrusionOk="0" h="1261" w="13209">
                  <a:moveTo>
                    <a:pt x="328" y="0"/>
                  </a:moveTo>
                  <a:lnTo>
                    <a:pt x="141" y="47"/>
                  </a:lnTo>
                  <a:lnTo>
                    <a:pt x="48" y="140"/>
                  </a:lnTo>
                  <a:lnTo>
                    <a:pt x="1" y="280"/>
                  </a:lnTo>
                  <a:lnTo>
                    <a:pt x="1" y="420"/>
                  </a:lnTo>
                  <a:lnTo>
                    <a:pt x="281" y="1027"/>
                  </a:lnTo>
                  <a:lnTo>
                    <a:pt x="328" y="1120"/>
                  </a:lnTo>
                  <a:lnTo>
                    <a:pt x="421" y="1214"/>
                  </a:lnTo>
                  <a:lnTo>
                    <a:pt x="468" y="1214"/>
                  </a:lnTo>
                  <a:lnTo>
                    <a:pt x="561" y="1260"/>
                  </a:lnTo>
                  <a:lnTo>
                    <a:pt x="12835" y="1260"/>
                  </a:lnTo>
                  <a:lnTo>
                    <a:pt x="12928" y="1214"/>
                  </a:lnTo>
                  <a:lnTo>
                    <a:pt x="12975" y="1027"/>
                  </a:lnTo>
                  <a:lnTo>
                    <a:pt x="13115" y="607"/>
                  </a:lnTo>
                  <a:lnTo>
                    <a:pt x="13208" y="187"/>
                  </a:lnTo>
                  <a:lnTo>
                    <a:pt x="13161" y="47"/>
                  </a:lnTo>
                  <a:lnTo>
                    <a:pt x="1316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6" name="Google Shape;10636;p79"/>
            <p:cNvSpPr/>
            <p:nvPr/>
          </p:nvSpPr>
          <p:spPr>
            <a:xfrm>
              <a:off x="4264150" y="2157350"/>
              <a:ext cx="31525" cy="31525"/>
            </a:xfrm>
            <a:custGeom>
              <a:rect b="b" l="l" r="r" t="t"/>
              <a:pathLst>
                <a:path extrusionOk="0" h="1261" w="1261">
                  <a:moveTo>
                    <a:pt x="234" y="0"/>
                  </a:moveTo>
                  <a:lnTo>
                    <a:pt x="420" y="47"/>
                  </a:lnTo>
                  <a:lnTo>
                    <a:pt x="514" y="140"/>
                  </a:lnTo>
                  <a:lnTo>
                    <a:pt x="560" y="280"/>
                  </a:lnTo>
                  <a:lnTo>
                    <a:pt x="560" y="420"/>
                  </a:lnTo>
                  <a:lnTo>
                    <a:pt x="280" y="1027"/>
                  </a:lnTo>
                  <a:lnTo>
                    <a:pt x="234" y="1120"/>
                  </a:lnTo>
                  <a:lnTo>
                    <a:pt x="187" y="1214"/>
                  </a:lnTo>
                  <a:lnTo>
                    <a:pt x="94" y="1214"/>
                  </a:lnTo>
                  <a:lnTo>
                    <a:pt x="0" y="1260"/>
                  </a:lnTo>
                  <a:lnTo>
                    <a:pt x="654" y="1260"/>
                  </a:lnTo>
                  <a:lnTo>
                    <a:pt x="747" y="1214"/>
                  </a:lnTo>
                  <a:lnTo>
                    <a:pt x="840" y="1214"/>
                  </a:lnTo>
                  <a:lnTo>
                    <a:pt x="934" y="1120"/>
                  </a:lnTo>
                  <a:lnTo>
                    <a:pt x="980" y="1027"/>
                  </a:lnTo>
                  <a:lnTo>
                    <a:pt x="1214" y="420"/>
                  </a:lnTo>
                  <a:lnTo>
                    <a:pt x="1260" y="280"/>
                  </a:lnTo>
                  <a:lnTo>
                    <a:pt x="1214" y="140"/>
                  </a:lnTo>
                  <a:lnTo>
                    <a:pt x="1074" y="47"/>
                  </a:lnTo>
                  <a:lnTo>
                    <a:pt x="9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7" name="Google Shape;10637;p79"/>
            <p:cNvSpPr/>
            <p:nvPr/>
          </p:nvSpPr>
          <p:spPr>
            <a:xfrm>
              <a:off x="4153300" y="1914675"/>
              <a:ext cx="91025" cy="110850"/>
            </a:xfrm>
            <a:custGeom>
              <a:rect b="b" l="l" r="r" t="t"/>
              <a:pathLst>
                <a:path extrusionOk="0" h="4434" w="3641">
                  <a:moveTo>
                    <a:pt x="3268" y="0"/>
                  </a:moveTo>
                  <a:lnTo>
                    <a:pt x="3221" y="140"/>
                  </a:lnTo>
                  <a:lnTo>
                    <a:pt x="3174" y="234"/>
                  </a:lnTo>
                  <a:lnTo>
                    <a:pt x="841" y="2520"/>
                  </a:lnTo>
                  <a:lnTo>
                    <a:pt x="794" y="2614"/>
                  </a:lnTo>
                  <a:lnTo>
                    <a:pt x="794" y="2707"/>
                  </a:lnTo>
                  <a:lnTo>
                    <a:pt x="794" y="2800"/>
                  </a:lnTo>
                  <a:lnTo>
                    <a:pt x="841" y="2847"/>
                  </a:lnTo>
                  <a:lnTo>
                    <a:pt x="934" y="2940"/>
                  </a:lnTo>
                  <a:lnTo>
                    <a:pt x="981" y="2987"/>
                  </a:lnTo>
                  <a:lnTo>
                    <a:pt x="981" y="3080"/>
                  </a:lnTo>
                  <a:lnTo>
                    <a:pt x="981" y="3174"/>
                  </a:lnTo>
                  <a:lnTo>
                    <a:pt x="934" y="3220"/>
                  </a:lnTo>
                  <a:lnTo>
                    <a:pt x="234" y="3920"/>
                  </a:lnTo>
                  <a:lnTo>
                    <a:pt x="188" y="3967"/>
                  </a:lnTo>
                  <a:lnTo>
                    <a:pt x="1" y="3967"/>
                  </a:lnTo>
                  <a:lnTo>
                    <a:pt x="421" y="4387"/>
                  </a:lnTo>
                  <a:lnTo>
                    <a:pt x="468" y="4434"/>
                  </a:lnTo>
                  <a:lnTo>
                    <a:pt x="654" y="4434"/>
                  </a:lnTo>
                  <a:lnTo>
                    <a:pt x="701" y="4387"/>
                  </a:lnTo>
                  <a:lnTo>
                    <a:pt x="1401" y="3734"/>
                  </a:lnTo>
                  <a:lnTo>
                    <a:pt x="1448" y="3640"/>
                  </a:lnTo>
                  <a:lnTo>
                    <a:pt x="1448" y="3594"/>
                  </a:lnTo>
                  <a:lnTo>
                    <a:pt x="1448" y="3500"/>
                  </a:lnTo>
                  <a:lnTo>
                    <a:pt x="1401" y="3407"/>
                  </a:lnTo>
                  <a:lnTo>
                    <a:pt x="1308" y="3360"/>
                  </a:lnTo>
                  <a:lnTo>
                    <a:pt x="1261" y="3267"/>
                  </a:lnTo>
                  <a:lnTo>
                    <a:pt x="1261" y="3174"/>
                  </a:lnTo>
                  <a:lnTo>
                    <a:pt x="1261" y="3127"/>
                  </a:lnTo>
                  <a:lnTo>
                    <a:pt x="1308" y="3034"/>
                  </a:lnTo>
                  <a:lnTo>
                    <a:pt x="3548" y="794"/>
                  </a:lnTo>
                  <a:lnTo>
                    <a:pt x="3641" y="700"/>
                  </a:lnTo>
                  <a:lnTo>
                    <a:pt x="3641" y="560"/>
                  </a:lnTo>
                  <a:lnTo>
                    <a:pt x="3641" y="420"/>
                  </a:lnTo>
                  <a:lnTo>
                    <a:pt x="3548" y="327"/>
                  </a:lnTo>
                  <a:lnTo>
                    <a:pt x="326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38" name="Google Shape;10638;p79"/>
          <p:cNvGrpSpPr/>
          <p:nvPr/>
        </p:nvGrpSpPr>
        <p:grpSpPr>
          <a:xfrm>
            <a:off x="4833925" y="1879675"/>
            <a:ext cx="249700" cy="336025"/>
            <a:chOff x="4764675" y="1879675"/>
            <a:chExt cx="249700" cy="336025"/>
          </a:xfrm>
        </p:grpSpPr>
        <p:sp>
          <p:nvSpPr>
            <p:cNvPr id="10639" name="Google Shape;10639;p79"/>
            <p:cNvSpPr/>
            <p:nvPr/>
          </p:nvSpPr>
          <p:spPr>
            <a:xfrm>
              <a:off x="4936175" y="1880825"/>
              <a:ext cx="23350" cy="40875"/>
            </a:xfrm>
            <a:custGeom>
              <a:rect b="b" l="l" r="r" t="t"/>
              <a:pathLst>
                <a:path extrusionOk="0" h="1635" w="934">
                  <a:moveTo>
                    <a:pt x="327" y="1"/>
                  </a:moveTo>
                  <a:lnTo>
                    <a:pt x="234" y="48"/>
                  </a:lnTo>
                  <a:lnTo>
                    <a:pt x="187" y="94"/>
                  </a:lnTo>
                  <a:lnTo>
                    <a:pt x="0" y="1494"/>
                  </a:lnTo>
                  <a:lnTo>
                    <a:pt x="747" y="1634"/>
                  </a:lnTo>
                  <a:lnTo>
                    <a:pt x="934" y="234"/>
                  </a:lnTo>
                  <a:lnTo>
                    <a:pt x="934" y="141"/>
                  </a:lnTo>
                  <a:lnTo>
                    <a:pt x="887" y="94"/>
                  </a:lnTo>
                  <a:lnTo>
                    <a:pt x="32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0" name="Google Shape;10640;p79"/>
            <p:cNvSpPr/>
            <p:nvPr/>
          </p:nvSpPr>
          <p:spPr>
            <a:xfrm>
              <a:off x="4818325" y="1903000"/>
              <a:ext cx="189050" cy="312700"/>
            </a:xfrm>
            <a:custGeom>
              <a:rect b="b" l="l" r="r" t="t"/>
              <a:pathLst>
                <a:path extrusionOk="0" h="12508" w="7562">
                  <a:moveTo>
                    <a:pt x="4994" y="1"/>
                  </a:moveTo>
                  <a:lnTo>
                    <a:pt x="4761" y="47"/>
                  </a:lnTo>
                  <a:lnTo>
                    <a:pt x="4574" y="94"/>
                  </a:lnTo>
                  <a:lnTo>
                    <a:pt x="4341" y="187"/>
                  </a:lnTo>
                  <a:lnTo>
                    <a:pt x="3921" y="467"/>
                  </a:lnTo>
                  <a:lnTo>
                    <a:pt x="3501" y="841"/>
                  </a:lnTo>
                  <a:lnTo>
                    <a:pt x="3128" y="1307"/>
                  </a:lnTo>
                  <a:lnTo>
                    <a:pt x="2708" y="1821"/>
                  </a:lnTo>
                  <a:lnTo>
                    <a:pt x="2288" y="2427"/>
                  </a:lnTo>
                  <a:lnTo>
                    <a:pt x="1914" y="3081"/>
                  </a:lnTo>
                  <a:lnTo>
                    <a:pt x="1588" y="3781"/>
                  </a:lnTo>
                  <a:lnTo>
                    <a:pt x="1261" y="4434"/>
                  </a:lnTo>
                  <a:lnTo>
                    <a:pt x="654" y="5834"/>
                  </a:lnTo>
                  <a:lnTo>
                    <a:pt x="281" y="7047"/>
                  </a:lnTo>
                  <a:lnTo>
                    <a:pt x="141" y="7561"/>
                  </a:lnTo>
                  <a:lnTo>
                    <a:pt x="47" y="8028"/>
                  </a:lnTo>
                  <a:lnTo>
                    <a:pt x="1" y="8401"/>
                  </a:lnTo>
                  <a:lnTo>
                    <a:pt x="1" y="8821"/>
                  </a:lnTo>
                  <a:lnTo>
                    <a:pt x="47" y="9194"/>
                  </a:lnTo>
                  <a:lnTo>
                    <a:pt x="94" y="9568"/>
                  </a:lnTo>
                  <a:lnTo>
                    <a:pt x="234" y="9941"/>
                  </a:lnTo>
                  <a:lnTo>
                    <a:pt x="374" y="10268"/>
                  </a:lnTo>
                  <a:lnTo>
                    <a:pt x="561" y="10594"/>
                  </a:lnTo>
                  <a:lnTo>
                    <a:pt x="747" y="10921"/>
                  </a:lnTo>
                  <a:lnTo>
                    <a:pt x="981" y="11201"/>
                  </a:lnTo>
                  <a:lnTo>
                    <a:pt x="1261" y="11481"/>
                  </a:lnTo>
                  <a:lnTo>
                    <a:pt x="1541" y="11714"/>
                  </a:lnTo>
                  <a:lnTo>
                    <a:pt x="1868" y="11948"/>
                  </a:lnTo>
                  <a:lnTo>
                    <a:pt x="2194" y="12088"/>
                  </a:lnTo>
                  <a:lnTo>
                    <a:pt x="2568" y="12274"/>
                  </a:lnTo>
                  <a:lnTo>
                    <a:pt x="2941" y="12368"/>
                  </a:lnTo>
                  <a:lnTo>
                    <a:pt x="3314" y="12461"/>
                  </a:lnTo>
                  <a:lnTo>
                    <a:pt x="3828" y="12508"/>
                  </a:lnTo>
                  <a:lnTo>
                    <a:pt x="4294" y="12461"/>
                  </a:lnTo>
                  <a:lnTo>
                    <a:pt x="4761" y="12414"/>
                  </a:lnTo>
                  <a:lnTo>
                    <a:pt x="5181" y="12274"/>
                  </a:lnTo>
                  <a:lnTo>
                    <a:pt x="5648" y="12088"/>
                  </a:lnTo>
                  <a:lnTo>
                    <a:pt x="6068" y="11761"/>
                  </a:lnTo>
                  <a:lnTo>
                    <a:pt x="6441" y="11434"/>
                  </a:lnTo>
                  <a:lnTo>
                    <a:pt x="6721" y="11014"/>
                  </a:lnTo>
                  <a:lnTo>
                    <a:pt x="7001" y="10548"/>
                  </a:lnTo>
                  <a:lnTo>
                    <a:pt x="7188" y="10081"/>
                  </a:lnTo>
                  <a:lnTo>
                    <a:pt x="7328" y="9568"/>
                  </a:lnTo>
                  <a:lnTo>
                    <a:pt x="7468" y="9008"/>
                  </a:lnTo>
                  <a:lnTo>
                    <a:pt x="7561" y="8028"/>
                  </a:lnTo>
                  <a:lnTo>
                    <a:pt x="7514" y="6721"/>
                  </a:lnTo>
                  <a:lnTo>
                    <a:pt x="7421" y="5321"/>
                  </a:lnTo>
                  <a:lnTo>
                    <a:pt x="7374" y="4574"/>
                  </a:lnTo>
                  <a:lnTo>
                    <a:pt x="7234" y="3827"/>
                  </a:lnTo>
                  <a:lnTo>
                    <a:pt x="7094" y="3127"/>
                  </a:lnTo>
                  <a:lnTo>
                    <a:pt x="6908" y="2427"/>
                  </a:lnTo>
                  <a:lnTo>
                    <a:pt x="6721" y="1821"/>
                  </a:lnTo>
                  <a:lnTo>
                    <a:pt x="6488" y="1261"/>
                  </a:lnTo>
                  <a:lnTo>
                    <a:pt x="6208" y="794"/>
                  </a:lnTo>
                  <a:lnTo>
                    <a:pt x="5928" y="421"/>
                  </a:lnTo>
                  <a:lnTo>
                    <a:pt x="5741" y="234"/>
                  </a:lnTo>
                  <a:lnTo>
                    <a:pt x="5554" y="141"/>
                  </a:lnTo>
                  <a:lnTo>
                    <a:pt x="5368" y="47"/>
                  </a:lnTo>
                  <a:lnTo>
                    <a:pt x="51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1" name="Google Shape;10641;p79"/>
            <p:cNvSpPr/>
            <p:nvPr/>
          </p:nvSpPr>
          <p:spPr>
            <a:xfrm>
              <a:off x="4907000" y="1903000"/>
              <a:ext cx="107375" cy="312700"/>
            </a:xfrm>
            <a:custGeom>
              <a:rect b="b" l="l" r="r" t="t"/>
              <a:pathLst>
                <a:path extrusionOk="0" h="12508" w="4295">
                  <a:moveTo>
                    <a:pt x="1401" y="1"/>
                  </a:moveTo>
                  <a:lnTo>
                    <a:pt x="1121" y="47"/>
                  </a:lnTo>
                  <a:lnTo>
                    <a:pt x="1307" y="141"/>
                  </a:lnTo>
                  <a:lnTo>
                    <a:pt x="1494" y="234"/>
                  </a:lnTo>
                  <a:lnTo>
                    <a:pt x="1821" y="561"/>
                  </a:lnTo>
                  <a:lnTo>
                    <a:pt x="2101" y="934"/>
                  </a:lnTo>
                  <a:lnTo>
                    <a:pt x="2381" y="1447"/>
                  </a:lnTo>
                  <a:lnTo>
                    <a:pt x="2661" y="2007"/>
                  </a:lnTo>
                  <a:lnTo>
                    <a:pt x="2847" y="2661"/>
                  </a:lnTo>
                  <a:lnTo>
                    <a:pt x="3034" y="3361"/>
                  </a:lnTo>
                  <a:lnTo>
                    <a:pt x="3221" y="4061"/>
                  </a:lnTo>
                  <a:lnTo>
                    <a:pt x="3454" y="5554"/>
                  </a:lnTo>
                  <a:lnTo>
                    <a:pt x="3594" y="6954"/>
                  </a:lnTo>
                  <a:lnTo>
                    <a:pt x="3594" y="8214"/>
                  </a:lnTo>
                  <a:lnTo>
                    <a:pt x="3594" y="8728"/>
                  </a:lnTo>
                  <a:lnTo>
                    <a:pt x="3547" y="9148"/>
                  </a:lnTo>
                  <a:lnTo>
                    <a:pt x="3501" y="9521"/>
                  </a:lnTo>
                  <a:lnTo>
                    <a:pt x="3407" y="9848"/>
                  </a:lnTo>
                  <a:lnTo>
                    <a:pt x="3267" y="10128"/>
                  </a:lnTo>
                  <a:lnTo>
                    <a:pt x="3127" y="10454"/>
                  </a:lnTo>
                  <a:lnTo>
                    <a:pt x="2754" y="10968"/>
                  </a:lnTo>
                  <a:lnTo>
                    <a:pt x="2334" y="11434"/>
                  </a:lnTo>
                  <a:lnTo>
                    <a:pt x="1821" y="11854"/>
                  </a:lnTo>
                  <a:lnTo>
                    <a:pt x="1261" y="12181"/>
                  </a:lnTo>
                  <a:lnTo>
                    <a:pt x="654" y="12368"/>
                  </a:lnTo>
                  <a:lnTo>
                    <a:pt x="1" y="12461"/>
                  </a:lnTo>
                  <a:lnTo>
                    <a:pt x="421" y="12508"/>
                  </a:lnTo>
                  <a:lnTo>
                    <a:pt x="794" y="12461"/>
                  </a:lnTo>
                  <a:lnTo>
                    <a:pt x="1121" y="12414"/>
                  </a:lnTo>
                  <a:lnTo>
                    <a:pt x="1494" y="12321"/>
                  </a:lnTo>
                  <a:lnTo>
                    <a:pt x="1821" y="12228"/>
                  </a:lnTo>
                  <a:lnTo>
                    <a:pt x="2147" y="12041"/>
                  </a:lnTo>
                  <a:lnTo>
                    <a:pt x="2474" y="11854"/>
                  </a:lnTo>
                  <a:lnTo>
                    <a:pt x="2754" y="11668"/>
                  </a:lnTo>
                  <a:lnTo>
                    <a:pt x="3034" y="11434"/>
                  </a:lnTo>
                  <a:lnTo>
                    <a:pt x="3314" y="11154"/>
                  </a:lnTo>
                  <a:lnTo>
                    <a:pt x="3501" y="10874"/>
                  </a:lnTo>
                  <a:lnTo>
                    <a:pt x="3734" y="10594"/>
                  </a:lnTo>
                  <a:lnTo>
                    <a:pt x="3874" y="10268"/>
                  </a:lnTo>
                  <a:lnTo>
                    <a:pt x="4014" y="9894"/>
                  </a:lnTo>
                  <a:lnTo>
                    <a:pt x="4154" y="9521"/>
                  </a:lnTo>
                  <a:lnTo>
                    <a:pt x="4201" y="9148"/>
                  </a:lnTo>
                  <a:lnTo>
                    <a:pt x="4247" y="8728"/>
                  </a:lnTo>
                  <a:lnTo>
                    <a:pt x="4294" y="8168"/>
                  </a:lnTo>
                  <a:lnTo>
                    <a:pt x="4247" y="6861"/>
                  </a:lnTo>
                  <a:lnTo>
                    <a:pt x="4107" y="5414"/>
                  </a:lnTo>
                  <a:lnTo>
                    <a:pt x="4014" y="4667"/>
                  </a:lnTo>
                  <a:lnTo>
                    <a:pt x="3827" y="3921"/>
                  </a:lnTo>
                  <a:lnTo>
                    <a:pt x="3687" y="3174"/>
                  </a:lnTo>
                  <a:lnTo>
                    <a:pt x="3454" y="2474"/>
                  </a:lnTo>
                  <a:lnTo>
                    <a:pt x="3267" y="1867"/>
                  </a:lnTo>
                  <a:lnTo>
                    <a:pt x="2987" y="1261"/>
                  </a:lnTo>
                  <a:lnTo>
                    <a:pt x="2707" y="794"/>
                  </a:lnTo>
                  <a:lnTo>
                    <a:pt x="2381" y="421"/>
                  </a:lnTo>
                  <a:lnTo>
                    <a:pt x="2194" y="281"/>
                  </a:lnTo>
                  <a:lnTo>
                    <a:pt x="2007" y="141"/>
                  </a:lnTo>
                  <a:lnTo>
                    <a:pt x="1821" y="47"/>
                  </a:lnTo>
                  <a:lnTo>
                    <a:pt x="163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2" name="Google Shape;10642;p79"/>
            <p:cNvSpPr/>
            <p:nvPr/>
          </p:nvSpPr>
          <p:spPr>
            <a:xfrm>
              <a:off x="4852175" y="1879675"/>
              <a:ext cx="19850" cy="37350"/>
            </a:xfrm>
            <a:custGeom>
              <a:rect b="b" l="l" r="r" t="t"/>
              <a:pathLst>
                <a:path extrusionOk="0" h="1494" w="794">
                  <a:moveTo>
                    <a:pt x="47" y="0"/>
                  </a:moveTo>
                  <a:lnTo>
                    <a:pt x="0" y="94"/>
                  </a:lnTo>
                  <a:lnTo>
                    <a:pt x="0" y="1494"/>
                  </a:lnTo>
                  <a:lnTo>
                    <a:pt x="794" y="1494"/>
                  </a:lnTo>
                  <a:lnTo>
                    <a:pt x="794" y="94"/>
                  </a:lnTo>
                  <a:lnTo>
                    <a:pt x="74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3" name="Google Shape;10643;p79"/>
            <p:cNvSpPr/>
            <p:nvPr/>
          </p:nvSpPr>
          <p:spPr>
            <a:xfrm>
              <a:off x="4764675" y="1900675"/>
              <a:ext cx="183175" cy="315025"/>
            </a:xfrm>
            <a:custGeom>
              <a:rect b="b" l="l" r="r" t="t"/>
              <a:pathLst>
                <a:path extrusionOk="0" h="12601" w="7327">
                  <a:moveTo>
                    <a:pt x="3920" y="0"/>
                  </a:moveTo>
                  <a:lnTo>
                    <a:pt x="3687" y="47"/>
                  </a:lnTo>
                  <a:lnTo>
                    <a:pt x="3500" y="94"/>
                  </a:lnTo>
                  <a:lnTo>
                    <a:pt x="3313" y="187"/>
                  </a:lnTo>
                  <a:lnTo>
                    <a:pt x="3127" y="280"/>
                  </a:lnTo>
                  <a:lnTo>
                    <a:pt x="2753" y="607"/>
                  </a:lnTo>
                  <a:lnTo>
                    <a:pt x="2380" y="1074"/>
                  </a:lnTo>
                  <a:lnTo>
                    <a:pt x="2053" y="1587"/>
                  </a:lnTo>
                  <a:lnTo>
                    <a:pt x="1727" y="2194"/>
                  </a:lnTo>
                  <a:lnTo>
                    <a:pt x="1400" y="2847"/>
                  </a:lnTo>
                  <a:lnTo>
                    <a:pt x="1120" y="3547"/>
                  </a:lnTo>
                  <a:lnTo>
                    <a:pt x="887" y="4247"/>
                  </a:lnTo>
                  <a:lnTo>
                    <a:pt x="653" y="4994"/>
                  </a:lnTo>
                  <a:lnTo>
                    <a:pt x="280" y="6394"/>
                  </a:lnTo>
                  <a:lnTo>
                    <a:pt x="47" y="7701"/>
                  </a:lnTo>
                  <a:lnTo>
                    <a:pt x="0" y="8214"/>
                  </a:lnTo>
                  <a:lnTo>
                    <a:pt x="0" y="8681"/>
                  </a:lnTo>
                  <a:lnTo>
                    <a:pt x="0" y="9101"/>
                  </a:lnTo>
                  <a:lnTo>
                    <a:pt x="47" y="9474"/>
                  </a:lnTo>
                  <a:lnTo>
                    <a:pt x="187" y="9847"/>
                  </a:lnTo>
                  <a:lnTo>
                    <a:pt x="280" y="10221"/>
                  </a:lnTo>
                  <a:lnTo>
                    <a:pt x="467" y="10547"/>
                  </a:lnTo>
                  <a:lnTo>
                    <a:pt x="653" y="10874"/>
                  </a:lnTo>
                  <a:lnTo>
                    <a:pt x="887" y="11154"/>
                  </a:lnTo>
                  <a:lnTo>
                    <a:pt x="1120" y="11434"/>
                  </a:lnTo>
                  <a:lnTo>
                    <a:pt x="1400" y="11714"/>
                  </a:lnTo>
                  <a:lnTo>
                    <a:pt x="1727" y="11947"/>
                  </a:lnTo>
                  <a:lnTo>
                    <a:pt x="2053" y="12134"/>
                  </a:lnTo>
                  <a:lnTo>
                    <a:pt x="2380" y="12274"/>
                  </a:lnTo>
                  <a:lnTo>
                    <a:pt x="2753" y="12414"/>
                  </a:lnTo>
                  <a:lnTo>
                    <a:pt x="3127" y="12507"/>
                  </a:lnTo>
                  <a:lnTo>
                    <a:pt x="3500" y="12554"/>
                  </a:lnTo>
                  <a:lnTo>
                    <a:pt x="3920" y="12601"/>
                  </a:lnTo>
                  <a:lnTo>
                    <a:pt x="4294" y="12554"/>
                  </a:lnTo>
                  <a:lnTo>
                    <a:pt x="4667" y="12507"/>
                  </a:lnTo>
                  <a:lnTo>
                    <a:pt x="5040" y="12414"/>
                  </a:lnTo>
                  <a:lnTo>
                    <a:pt x="5367" y="12274"/>
                  </a:lnTo>
                  <a:lnTo>
                    <a:pt x="5647" y="12134"/>
                  </a:lnTo>
                  <a:lnTo>
                    <a:pt x="5927" y="11947"/>
                  </a:lnTo>
                  <a:lnTo>
                    <a:pt x="6207" y="11714"/>
                  </a:lnTo>
                  <a:lnTo>
                    <a:pt x="6440" y="11481"/>
                  </a:lnTo>
                  <a:lnTo>
                    <a:pt x="6627" y="11201"/>
                  </a:lnTo>
                  <a:lnTo>
                    <a:pt x="6814" y="10874"/>
                  </a:lnTo>
                  <a:lnTo>
                    <a:pt x="7000" y="10547"/>
                  </a:lnTo>
                  <a:lnTo>
                    <a:pt x="7094" y="10221"/>
                  </a:lnTo>
                  <a:lnTo>
                    <a:pt x="7234" y="9847"/>
                  </a:lnTo>
                  <a:lnTo>
                    <a:pt x="7280" y="9474"/>
                  </a:lnTo>
                  <a:lnTo>
                    <a:pt x="7327" y="9101"/>
                  </a:lnTo>
                  <a:lnTo>
                    <a:pt x="7327" y="8727"/>
                  </a:lnTo>
                  <a:lnTo>
                    <a:pt x="7280" y="7701"/>
                  </a:lnTo>
                  <a:lnTo>
                    <a:pt x="7094" y="6440"/>
                  </a:lnTo>
                  <a:lnTo>
                    <a:pt x="6814" y="4994"/>
                  </a:lnTo>
                  <a:lnTo>
                    <a:pt x="6627" y="4294"/>
                  </a:lnTo>
                  <a:lnTo>
                    <a:pt x="6440" y="3547"/>
                  </a:lnTo>
                  <a:lnTo>
                    <a:pt x="6207" y="2847"/>
                  </a:lnTo>
                  <a:lnTo>
                    <a:pt x="5927" y="2194"/>
                  </a:lnTo>
                  <a:lnTo>
                    <a:pt x="5647" y="1587"/>
                  </a:lnTo>
                  <a:lnTo>
                    <a:pt x="5367" y="1074"/>
                  </a:lnTo>
                  <a:lnTo>
                    <a:pt x="5040" y="607"/>
                  </a:lnTo>
                  <a:lnTo>
                    <a:pt x="4667" y="280"/>
                  </a:lnTo>
                  <a:lnTo>
                    <a:pt x="4480" y="187"/>
                  </a:lnTo>
                  <a:lnTo>
                    <a:pt x="4294" y="94"/>
                  </a:lnTo>
                  <a:lnTo>
                    <a:pt x="4107" y="47"/>
                  </a:lnTo>
                  <a:lnTo>
                    <a:pt x="392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4" name="Google Shape;10644;p79"/>
            <p:cNvSpPr/>
            <p:nvPr/>
          </p:nvSpPr>
          <p:spPr>
            <a:xfrm>
              <a:off x="4853325" y="1900675"/>
              <a:ext cx="106200" cy="315025"/>
            </a:xfrm>
            <a:custGeom>
              <a:rect b="b" l="l" r="r" t="t"/>
              <a:pathLst>
                <a:path extrusionOk="0" h="12601" w="4248">
                  <a:moveTo>
                    <a:pt x="374" y="0"/>
                  </a:moveTo>
                  <a:lnTo>
                    <a:pt x="1" y="47"/>
                  </a:lnTo>
                  <a:lnTo>
                    <a:pt x="188" y="140"/>
                  </a:lnTo>
                  <a:lnTo>
                    <a:pt x="374" y="234"/>
                  </a:lnTo>
                  <a:lnTo>
                    <a:pt x="748" y="514"/>
                  </a:lnTo>
                  <a:lnTo>
                    <a:pt x="1074" y="934"/>
                  </a:lnTo>
                  <a:lnTo>
                    <a:pt x="1401" y="1400"/>
                  </a:lnTo>
                  <a:lnTo>
                    <a:pt x="1728" y="1914"/>
                  </a:lnTo>
                  <a:lnTo>
                    <a:pt x="2008" y="2520"/>
                  </a:lnTo>
                  <a:lnTo>
                    <a:pt x="2288" y="3174"/>
                  </a:lnTo>
                  <a:lnTo>
                    <a:pt x="2568" y="3827"/>
                  </a:lnTo>
                  <a:lnTo>
                    <a:pt x="2988" y="5227"/>
                  </a:lnTo>
                  <a:lnTo>
                    <a:pt x="3314" y="6580"/>
                  </a:lnTo>
                  <a:lnTo>
                    <a:pt x="3501" y="7747"/>
                  </a:lnTo>
                  <a:lnTo>
                    <a:pt x="3594" y="8261"/>
                  </a:lnTo>
                  <a:lnTo>
                    <a:pt x="3594" y="8681"/>
                  </a:lnTo>
                  <a:lnTo>
                    <a:pt x="3594" y="9054"/>
                  </a:lnTo>
                  <a:lnTo>
                    <a:pt x="3501" y="9427"/>
                  </a:lnTo>
                  <a:lnTo>
                    <a:pt x="3454" y="9801"/>
                  </a:lnTo>
                  <a:lnTo>
                    <a:pt x="3314" y="10127"/>
                  </a:lnTo>
                  <a:lnTo>
                    <a:pt x="3174" y="10454"/>
                  </a:lnTo>
                  <a:lnTo>
                    <a:pt x="2988" y="10781"/>
                  </a:lnTo>
                  <a:lnTo>
                    <a:pt x="2801" y="11061"/>
                  </a:lnTo>
                  <a:lnTo>
                    <a:pt x="2568" y="11341"/>
                  </a:lnTo>
                  <a:lnTo>
                    <a:pt x="2288" y="11574"/>
                  </a:lnTo>
                  <a:lnTo>
                    <a:pt x="2008" y="11807"/>
                  </a:lnTo>
                  <a:lnTo>
                    <a:pt x="1728" y="11994"/>
                  </a:lnTo>
                  <a:lnTo>
                    <a:pt x="1401" y="12181"/>
                  </a:lnTo>
                  <a:lnTo>
                    <a:pt x="1074" y="12321"/>
                  </a:lnTo>
                  <a:lnTo>
                    <a:pt x="748" y="12461"/>
                  </a:lnTo>
                  <a:lnTo>
                    <a:pt x="374" y="12507"/>
                  </a:lnTo>
                  <a:lnTo>
                    <a:pt x="1" y="12601"/>
                  </a:lnTo>
                  <a:lnTo>
                    <a:pt x="374" y="12601"/>
                  </a:lnTo>
                  <a:lnTo>
                    <a:pt x="748" y="12554"/>
                  </a:lnTo>
                  <a:lnTo>
                    <a:pt x="1121" y="12507"/>
                  </a:lnTo>
                  <a:lnTo>
                    <a:pt x="1541" y="12414"/>
                  </a:lnTo>
                  <a:lnTo>
                    <a:pt x="1868" y="12274"/>
                  </a:lnTo>
                  <a:lnTo>
                    <a:pt x="2241" y="12134"/>
                  </a:lnTo>
                  <a:lnTo>
                    <a:pt x="2521" y="11947"/>
                  </a:lnTo>
                  <a:lnTo>
                    <a:pt x="2848" y="11714"/>
                  </a:lnTo>
                  <a:lnTo>
                    <a:pt x="3128" y="11434"/>
                  </a:lnTo>
                  <a:lnTo>
                    <a:pt x="3361" y="11154"/>
                  </a:lnTo>
                  <a:lnTo>
                    <a:pt x="3594" y="10874"/>
                  </a:lnTo>
                  <a:lnTo>
                    <a:pt x="3781" y="10547"/>
                  </a:lnTo>
                  <a:lnTo>
                    <a:pt x="3968" y="10221"/>
                  </a:lnTo>
                  <a:lnTo>
                    <a:pt x="4108" y="9847"/>
                  </a:lnTo>
                  <a:lnTo>
                    <a:pt x="4201" y="9474"/>
                  </a:lnTo>
                  <a:lnTo>
                    <a:pt x="4248" y="9101"/>
                  </a:lnTo>
                  <a:lnTo>
                    <a:pt x="4248" y="8681"/>
                  </a:lnTo>
                  <a:lnTo>
                    <a:pt x="4248" y="8214"/>
                  </a:lnTo>
                  <a:lnTo>
                    <a:pt x="4201" y="7701"/>
                  </a:lnTo>
                  <a:lnTo>
                    <a:pt x="3968" y="6394"/>
                  </a:lnTo>
                  <a:lnTo>
                    <a:pt x="3594" y="4994"/>
                  </a:lnTo>
                  <a:lnTo>
                    <a:pt x="3361" y="4247"/>
                  </a:lnTo>
                  <a:lnTo>
                    <a:pt x="3128" y="3547"/>
                  </a:lnTo>
                  <a:lnTo>
                    <a:pt x="2848" y="2847"/>
                  </a:lnTo>
                  <a:lnTo>
                    <a:pt x="2521" y="2194"/>
                  </a:lnTo>
                  <a:lnTo>
                    <a:pt x="2241" y="1587"/>
                  </a:lnTo>
                  <a:lnTo>
                    <a:pt x="1868" y="1074"/>
                  </a:lnTo>
                  <a:lnTo>
                    <a:pt x="1541" y="607"/>
                  </a:lnTo>
                  <a:lnTo>
                    <a:pt x="1121" y="280"/>
                  </a:lnTo>
                  <a:lnTo>
                    <a:pt x="934" y="187"/>
                  </a:lnTo>
                  <a:lnTo>
                    <a:pt x="748" y="94"/>
                  </a:lnTo>
                  <a:lnTo>
                    <a:pt x="561" y="47"/>
                  </a:lnTo>
                  <a:lnTo>
                    <a:pt x="37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5" name="Google Shape;10645;p79"/>
            <p:cNvSpPr/>
            <p:nvPr/>
          </p:nvSpPr>
          <p:spPr>
            <a:xfrm>
              <a:off x="4791500" y="1928675"/>
              <a:ext cx="133025" cy="259025"/>
            </a:xfrm>
            <a:custGeom>
              <a:rect b="b" l="l" r="r" t="t"/>
              <a:pathLst>
                <a:path extrusionOk="0" h="10361" w="5321">
                  <a:moveTo>
                    <a:pt x="2847" y="0"/>
                  </a:moveTo>
                  <a:lnTo>
                    <a:pt x="2661" y="47"/>
                  </a:lnTo>
                  <a:lnTo>
                    <a:pt x="2474" y="140"/>
                  </a:lnTo>
                  <a:lnTo>
                    <a:pt x="2147" y="560"/>
                  </a:lnTo>
                  <a:lnTo>
                    <a:pt x="1867" y="980"/>
                  </a:lnTo>
                  <a:lnTo>
                    <a:pt x="1587" y="1540"/>
                  </a:lnTo>
                  <a:lnTo>
                    <a:pt x="1307" y="2100"/>
                  </a:lnTo>
                  <a:lnTo>
                    <a:pt x="1074" y="2800"/>
                  </a:lnTo>
                  <a:lnTo>
                    <a:pt x="840" y="3454"/>
                  </a:lnTo>
                  <a:lnTo>
                    <a:pt x="607" y="4154"/>
                  </a:lnTo>
                  <a:lnTo>
                    <a:pt x="280" y="5460"/>
                  </a:lnTo>
                  <a:lnTo>
                    <a:pt x="94" y="6627"/>
                  </a:lnTo>
                  <a:lnTo>
                    <a:pt x="0" y="7141"/>
                  </a:lnTo>
                  <a:lnTo>
                    <a:pt x="0" y="7514"/>
                  </a:lnTo>
                  <a:lnTo>
                    <a:pt x="0" y="7794"/>
                  </a:lnTo>
                  <a:lnTo>
                    <a:pt x="47" y="8074"/>
                  </a:lnTo>
                  <a:lnTo>
                    <a:pt x="234" y="8634"/>
                  </a:lnTo>
                  <a:lnTo>
                    <a:pt x="467" y="9101"/>
                  </a:lnTo>
                  <a:lnTo>
                    <a:pt x="840" y="9521"/>
                  </a:lnTo>
                  <a:lnTo>
                    <a:pt x="1260" y="9847"/>
                  </a:lnTo>
                  <a:lnTo>
                    <a:pt x="1727" y="10127"/>
                  </a:lnTo>
                  <a:lnTo>
                    <a:pt x="2240" y="10267"/>
                  </a:lnTo>
                  <a:lnTo>
                    <a:pt x="2521" y="10314"/>
                  </a:lnTo>
                  <a:lnTo>
                    <a:pt x="2847" y="10361"/>
                  </a:lnTo>
                  <a:lnTo>
                    <a:pt x="3127" y="10314"/>
                  </a:lnTo>
                  <a:lnTo>
                    <a:pt x="3361" y="10267"/>
                  </a:lnTo>
                  <a:lnTo>
                    <a:pt x="3641" y="10221"/>
                  </a:lnTo>
                  <a:lnTo>
                    <a:pt x="3874" y="10127"/>
                  </a:lnTo>
                  <a:lnTo>
                    <a:pt x="4107" y="9987"/>
                  </a:lnTo>
                  <a:lnTo>
                    <a:pt x="4294" y="9847"/>
                  </a:lnTo>
                  <a:lnTo>
                    <a:pt x="4667" y="9474"/>
                  </a:lnTo>
                  <a:lnTo>
                    <a:pt x="4947" y="9054"/>
                  </a:lnTo>
                  <a:lnTo>
                    <a:pt x="5134" y="8541"/>
                  </a:lnTo>
                  <a:lnTo>
                    <a:pt x="5274" y="8027"/>
                  </a:lnTo>
                  <a:lnTo>
                    <a:pt x="5321" y="7467"/>
                  </a:lnTo>
                  <a:lnTo>
                    <a:pt x="5274" y="6627"/>
                  </a:lnTo>
                  <a:lnTo>
                    <a:pt x="5134" y="5507"/>
                  </a:lnTo>
                  <a:lnTo>
                    <a:pt x="4854" y="4247"/>
                  </a:lnTo>
                  <a:lnTo>
                    <a:pt x="4667" y="3594"/>
                  </a:lnTo>
                  <a:lnTo>
                    <a:pt x="4434" y="2894"/>
                  </a:lnTo>
                  <a:lnTo>
                    <a:pt x="4107" y="2100"/>
                  </a:lnTo>
                  <a:lnTo>
                    <a:pt x="3687" y="1214"/>
                  </a:lnTo>
                  <a:lnTo>
                    <a:pt x="3361" y="514"/>
                  </a:lnTo>
                  <a:lnTo>
                    <a:pt x="3174" y="140"/>
                  </a:lnTo>
                  <a:lnTo>
                    <a:pt x="2987" y="47"/>
                  </a:lnTo>
                  <a:lnTo>
                    <a:pt x="284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6" name="Google Shape;10646;p79"/>
            <p:cNvSpPr/>
            <p:nvPr/>
          </p:nvSpPr>
          <p:spPr>
            <a:xfrm>
              <a:off x="4825325" y="2076850"/>
              <a:ext cx="65375" cy="75850"/>
            </a:xfrm>
            <a:custGeom>
              <a:rect b="b" l="l" r="r" t="t"/>
              <a:pathLst>
                <a:path extrusionOk="0" h="3034" w="2615">
                  <a:moveTo>
                    <a:pt x="1494" y="0"/>
                  </a:moveTo>
                  <a:lnTo>
                    <a:pt x="1168" y="47"/>
                  </a:lnTo>
                  <a:lnTo>
                    <a:pt x="887" y="140"/>
                  </a:lnTo>
                  <a:lnTo>
                    <a:pt x="654" y="280"/>
                  </a:lnTo>
                  <a:lnTo>
                    <a:pt x="421" y="467"/>
                  </a:lnTo>
                  <a:lnTo>
                    <a:pt x="234" y="700"/>
                  </a:lnTo>
                  <a:lnTo>
                    <a:pt x="94" y="934"/>
                  </a:lnTo>
                  <a:lnTo>
                    <a:pt x="1" y="1214"/>
                  </a:lnTo>
                  <a:lnTo>
                    <a:pt x="1" y="1540"/>
                  </a:lnTo>
                  <a:lnTo>
                    <a:pt x="1" y="1820"/>
                  </a:lnTo>
                  <a:lnTo>
                    <a:pt x="94" y="2100"/>
                  </a:lnTo>
                  <a:lnTo>
                    <a:pt x="234" y="2334"/>
                  </a:lnTo>
                  <a:lnTo>
                    <a:pt x="421" y="2567"/>
                  </a:lnTo>
                  <a:lnTo>
                    <a:pt x="654" y="2754"/>
                  </a:lnTo>
                  <a:lnTo>
                    <a:pt x="887" y="2894"/>
                  </a:lnTo>
                  <a:lnTo>
                    <a:pt x="1168" y="2987"/>
                  </a:lnTo>
                  <a:lnTo>
                    <a:pt x="1494" y="3034"/>
                  </a:lnTo>
                  <a:lnTo>
                    <a:pt x="1774" y="2987"/>
                  </a:lnTo>
                  <a:lnTo>
                    <a:pt x="2008" y="2894"/>
                  </a:lnTo>
                  <a:lnTo>
                    <a:pt x="2194" y="2754"/>
                  </a:lnTo>
                  <a:lnTo>
                    <a:pt x="2334" y="2567"/>
                  </a:lnTo>
                  <a:lnTo>
                    <a:pt x="2474" y="2334"/>
                  </a:lnTo>
                  <a:lnTo>
                    <a:pt x="2568" y="2100"/>
                  </a:lnTo>
                  <a:lnTo>
                    <a:pt x="2614" y="1820"/>
                  </a:lnTo>
                  <a:lnTo>
                    <a:pt x="2614" y="1540"/>
                  </a:lnTo>
                  <a:lnTo>
                    <a:pt x="2614" y="1214"/>
                  </a:lnTo>
                  <a:lnTo>
                    <a:pt x="2568" y="934"/>
                  </a:lnTo>
                  <a:lnTo>
                    <a:pt x="2474" y="700"/>
                  </a:lnTo>
                  <a:lnTo>
                    <a:pt x="2334" y="467"/>
                  </a:lnTo>
                  <a:lnTo>
                    <a:pt x="2194" y="280"/>
                  </a:lnTo>
                  <a:lnTo>
                    <a:pt x="2008" y="140"/>
                  </a:lnTo>
                  <a:lnTo>
                    <a:pt x="1774" y="47"/>
                  </a:lnTo>
                  <a:lnTo>
                    <a:pt x="149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7" name="Google Shape;10647;p79"/>
            <p:cNvSpPr/>
            <p:nvPr/>
          </p:nvSpPr>
          <p:spPr>
            <a:xfrm>
              <a:off x="4853325" y="2076850"/>
              <a:ext cx="46700" cy="75850"/>
            </a:xfrm>
            <a:custGeom>
              <a:rect b="b" l="l" r="r" t="t"/>
              <a:pathLst>
                <a:path extrusionOk="0" h="3034" w="1868">
                  <a:moveTo>
                    <a:pt x="374" y="0"/>
                  </a:moveTo>
                  <a:lnTo>
                    <a:pt x="1" y="47"/>
                  </a:lnTo>
                  <a:lnTo>
                    <a:pt x="234" y="140"/>
                  </a:lnTo>
                  <a:lnTo>
                    <a:pt x="468" y="233"/>
                  </a:lnTo>
                  <a:lnTo>
                    <a:pt x="654" y="420"/>
                  </a:lnTo>
                  <a:lnTo>
                    <a:pt x="841" y="560"/>
                  </a:lnTo>
                  <a:lnTo>
                    <a:pt x="981" y="794"/>
                  </a:lnTo>
                  <a:lnTo>
                    <a:pt x="1074" y="1027"/>
                  </a:lnTo>
                  <a:lnTo>
                    <a:pt x="1168" y="1260"/>
                  </a:lnTo>
                  <a:lnTo>
                    <a:pt x="1168" y="1540"/>
                  </a:lnTo>
                  <a:lnTo>
                    <a:pt x="1168" y="1774"/>
                  </a:lnTo>
                  <a:lnTo>
                    <a:pt x="1074" y="2007"/>
                  </a:lnTo>
                  <a:lnTo>
                    <a:pt x="981" y="2240"/>
                  </a:lnTo>
                  <a:lnTo>
                    <a:pt x="841" y="2474"/>
                  </a:lnTo>
                  <a:lnTo>
                    <a:pt x="654" y="2614"/>
                  </a:lnTo>
                  <a:lnTo>
                    <a:pt x="468" y="2800"/>
                  </a:lnTo>
                  <a:lnTo>
                    <a:pt x="234" y="2894"/>
                  </a:lnTo>
                  <a:lnTo>
                    <a:pt x="1" y="2987"/>
                  </a:lnTo>
                  <a:lnTo>
                    <a:pt x="374" y="3034"/>
                  </a:lnTo>
                  <a:lnTo>
                    <a:pt x="654" y="2987"/>
                  </a:lnTo>
                  <a:lnTo>
                    <a:pt x="934" y="2894"/>
                  </a:lnTo>
                  <a:lnTo>
                    <a:pt x="1214" y="2754"/>
                  </a:lnTo>
                  <a:lnTo>
                    <a:pt x="1401" y="2567"/>
                  </a:lnTo>
                  <a:lnTo>
                    <a:pt x="1588" y="2334"/>
                  </a:lnTo>
                  <a:lnTo>
                    <a:pt x="1728" y="2100"/>
                  </a:lnTo>
                  <a:lnTo>
                    <a:pt x="1821" y="1820"/>
                  </a:lnTo>
                  <a:lnTo>
                    <a:pt x="1868" y="1540"/>
                  </a:lnTo>
                  <a:lnTo>
                    <a:pt x="1821" y="1214"/>
                  </a:lnTo>
                  <a:lnTo>
                    <a:pt x="1728" y="934"/>
                  </a:lnTo>
                  <a:lnTo>
                    <a:pt x="1588" y="700"/>
                  </a:lnTo>
                  <a:lnTo>
                    <a:pt x="1401" y="467"/>
                  </a:lnTo>
                  <a:lnTo>
                    <a:pt x="1214" y="280"/>
                  </a:lnTo>
                  <a:lnTo>
                    <a:pt x="934" y="140"/>
                  </a:lnTo>
                  <a:lnTo>
                    <a:pt x="654" y="47"/>
                  </a:lnTo>
                  <a:lnTo>
                    <a:pt x="37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48" name="Google Shape;10648;p79"/>
          <p:cNvGrpSpPr/>
          <p:nvPr/>
        </p:nvGrpSpPr>
        <p:grpSpPr>
          <a:xfrm>
            <a:off x="5549100" y="1879675"/>
            <a:ext cx="311550" cy="336025"/>
            <a:chOff x="5479850" y="1879675"/>
            <a:chExt cx="311550" cy="336025"/>
          </a:xfrm>
        </p:grpSpPr>
        <p:sp>
          <p:nvSpPr>
            <p:cNvPr id="10649" name="Google Shape;10649;p79"/>
            <p:cNvSpPr/>
            <p:nvPr/>
          </p:nvSpPr>
          <p:spPr>
            <a:xfrm>
              <a:off x="5538200" y="2179500"/>
              <a:ext cx="194850" cy="36200"/>
            </a:xfrm>
            <a:custGeom>
              <a:rect b="b" l="l" r="r" t="t"/>
              <a:pathLst>
                <a:path extrusionOk="0" h="1448" w="7794">
                  <a:moveTo>
                    <a:pt x="0" y="1"/>
                  </a:moveTo>
                  <a:lnTo>
                    <a:pt x="0" y="1121"/>
                  </a:lnTo>
                  <a:lnTo>
                    <a:pt x="0" y="1261"/>
                  </a:lnTo>
                  <a:lnTo>
                    <a:pt x="93" y="1354"/>
                  </a:lnTo>
                  <a:lnTo>
                    <a:pt x="187" y="1401"/>
                  </a:lnTo>
                  <a:lnTo>
                    <a:pt x="327" y="1448"/>
                  </a:lnTo>
                  <a:lnTo>
                    <a:pt x="7234" y="1448"/>
                  </a:lnTo>
                  <a:lnTo>
                    <a:pt x="7327" y="1401"/>
                  </a:lnTo>
                  <a:lnTo>
                    <a:pt x="7420" y="1214"/>
                  </a:lnTo>
                  <a:lnTo>
                    <a:pt x="7560" y="748"/>
                  </a:lnTo>
                  <a:lnTo>
                    <a:pt x="779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0" name="Google Shape;10650;p79"/>
            <p:cNvSpPr/>
            <p:nvPr/>
          </p:nvSpPr>
          <p:spPr>
            <a:xfrm>
              <a:off x="5479850" y="2010350"/>
              <a:ext cx="311550" cy="35025"/>
            </a:xfrm>
            <a:custGeom>
              <a:rect b="b" l="l" r="r" t="t"/>
              <a:pathLst>
                <a:path extrusionOk="0" h="1401" w="12462">
                  <a:moveTo>
                    <a:pt x="327" y="0"/>
                  </a:moveTo>
                  <a:lnTo>
                    <a:pt x="187" y="47"/>
                  </a:lnTo>
                  <a:lnTo>
                    <a:pt x="94" y="93"/>
                  </a:lnTo>
                  <a:lnTo>
                    <a:pt x="1" y="233"/>
                  </a:lnTo>
                  <a:lnTo>
                    <a:pt x="1" y="327"/>
                  </a:lnTo>
                  <a:lnTo>
                    <a:pt x="1" y="1073"/>
                  </a:lnTo>
                  <a:lnTo>
                    <a:pt x="1" y="1167"/>
                  </a:lnTo>
                  <a:lnTo>
                    <a:pt x="94" y="1307"/>
                  </a:lnTo>
                  <a:lnTo>
                    <a:pt x="187" y="1353"/>
                  </a:lnTo>
                  <a:lnTo>
                    <a:pt x="327" y="1400"/>
                  </a:lnTo>
                  <a:lnTo>
                    <a:pt x="12134" y="1400"/>
                  </a:lnTo>
                  <a:lnTo>
                    <a:pt x="12274" y="1353"/>
                  </a:lnTo>
                  <a:lnTo>
                    <a:pt x="12368" y="1307"/>
                  </a:lnTo>
                  <a:lnTo>
                    <a:pt x="12461" y="1167"/>
                  </a:lnTo>
                  <a:lnTo>
                    <a:pt x="12461" y="1073"/>
                  </a:lnTo>
                  <a:lnTo>
                    <a:pt x="12461" y="327"/>
                  </a:lnTo>
                  <a:lnTo>
                    <a:pt x="12461" y="233"/>
                  </a:lnTo>
                  <a:lnTo>
                    <a:pt x="12368" y="93"/>
                  </a:lnTo>
                  <a:lnTo>
                    <a:pt x="12274" y="47"/>
                  </a:lnTo>
                  <a:lnTo>
                    <a:pt x="1213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1" name="Google Shape;10651;p79"/>
            <p:cNvSpPr/>
            <p:nvPr/>
          </p:nvSpPr>
          <p:spPr>
            <a:xfrm>
              <a:off x="5570850" y="1879675"/>
              <a:ext cx="129550" cy="49025"/>
            </a:xfrm>
            <a:custGeom>
              <a:rect b="b" l="l" r="r" t="t"/>
              <a:pathLst>
                <a:path extrusionOk="0" h="1961" w="5182">
                  <a:moveTo>
                    <a:pt x="514" y="0"/>
                  </a:moveTo>
                  <a:lnTo>
                    <a:pt x="328" y="47"/>
                  </a:lnTo>
                  <a:lnTo>
                    <a:pt x="141" y="140"/>
                  </a:lnTo>
                  <a:lnTo>
                    <a:pt x="48" y="327"/>
                  </a:lnTo>
                  <a:lnTo>
                    <a:pt x="1" y="514"/>
                  </a:lnTo>
                  <a:lnTo>
                    <a:pt x="1" y="1960"/>
                  </a:lnTo>
                  <a:lnTo>
                    <a:pt x="841" y="1960"/>
                  </a:lnTo>
                  <a:lnTo>
                    <a:pt x="841" y="887"/>
                  </a:lnTo>
                  <a:lnTo>
                    <a:pt x="841" y="840"/>
                  </a:lnTo>
                  <a:lnTo>
                    <a:pt x="888" y="794"/>
                  </a:lnTo>
                  <a:lnTo>
                    <a:pt x="4294" y="794"/>
                  </a:lnTo>
                  <a:lnTo>
                    <a:pt x="4341" y="840"/>
                  </a:lnTo>
                  <a:lnTo>
                    <a:pt x="4341" y="887"/>
                  </a:lnTo>
                  <a:lnTo>
                    <a:pt x="4341" y="1960"/>
                  </a:lnTo>
                  <a:lnTo>
                    <a:pt x="5181" y="1960"/>
                  </a:lnTo>
                  <a:lnTo>
                    <a:pt x="5181" y="514"/>
                  </a:lnTo>
                  <a:lnTo>
                    <a:pt x="5134" y="327"/>
                  </a:lnTo>
                  <a:lnTo>
                    <a:pt x="5041" y="140"/>
                  </a:lnTo>
                  <a:lnTo>
                    <a:pt x="4854" y="47"/>
                  </a:lnTo>
                  <a:lnTo>
                    <a:pt x="466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2" name="Google Shape;10652;p79"/>
            <p:cNvSpPr/>
            <p:nvPr/>
          </p:nvSpPr>
          <p:spPr>
            <a:xfrm>
              <a:off x="5512525" y="1924000"/>
              <a:ext cx="246200" cy="37350"/>
            </a:xfrm>
            <a:custGeom>
              <a:rect b="b" l="l" r="r" t="t"/>
              <a:pathLst>
                <a:path extrusionOk="0" h="1494" w="9848">
                  <a:moveTo>
                    <a:pt x="514" y="1"/>
                  </a:moveTo>
                  <a:lnTo>
                    <a:pt x="327" y="47"/>
                  </a:lnTo>
                  <a:lnTo>
                    <a:pt x="140" y="141"/>
                  </a:lnTo>
                  <a:lnTo>
                    <a:pt x="47" y="327"/>
                  </a:lnTo>
                  <a:lnTo>
                    <a:pt x="0" y="514"/>
                  </a:lnTo>
                  <a:lnTo>
                    <a:pt x="0" y="1494"/>
                  </a:lnTo>
                  <a:lnTo>
                    <a:pt x="9847" y="1494"/>
                  </a:lnTo>
                  <a:lnTo>
                    <a:pt x="9614" y="747"/>
                  </a:lnTo>
                  <a:lnTo>
                    <a:pt x="9381" y="234"/>
                  </a:lnTo>
                  <a:lnTo>
                    <a:pt x="9241" y="94"/>
                  </a:lnTo>
                  <a:lnTo>
                    <a:pt x="914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3" name="Google Shape;10653;p79"/>
            <p:cNvSpPr/>
            <p:nvPr/>
          </p:nvSpPr>
          <p:spPr>
            <a:xfrm>
              <a:off x="5707375" y="2179500"/>
              <a:ext cx="25675" cy="36200"/>
            </a:xfrm>
            <a:custGeom>
              <a:rect b="b" l="l" r="r" t="t"/>
              <a:pathLst>
                <a:path extrusionOk="0" h="1448" w="1027">
                  <a:moveTo>
                    <a:pt x="327" y="1"/>
                  </a:moveTo>
                  <a:lnTo>
                    <a:pt x="327" y="1121"/>
                  </a:lnTo>
                  <a:lnTo>
                    <a:pt x="327" y="1261"/>
                  </a:lnTo>
                  <a:lnTo>
                    <a:pt x="233" y="1354"/>
                  </a:lnTo>
                  <a:lnTo>
                    <a:pt x="140" y="1401"/>
                  </a:lnTo>
                  <a:lnTo>
                    <a:pt x="0" y="1448"/>
                  </a:lnTo>
                  <a:lnTo>
                    <a:pt x="700" y="1448"/>
                  </a:lnTo>
                  <a:lnTo>
                    <a:pt x="840" y="1401"/>
                  </a:lnTo>
                  <a:lnTo>
                    <a:pt x="933" y="1354"/>
                  </a:lnTo>
                  <a:lnTo>
                    <a:pt x="980" y="1261"/>
                  </a:lnTo>
                  <a:lnTo>
                    <a:pt x="1027" y="1121"/>
                  </a:lnTo>
                  <a:lnTo>
                    <a:pt x="102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4" name="Google Shape;10654;p79"/>
            <p:cNvSpPr/>
            <p:nvPr/>
          </p:nvSpPr>
          <p:spPr>
            <a:xfrm>
              <a:off x="5507850" y="1973000"/>
              <a:ext cx="255550" cy="222875"/>
            </a:xfrm>
            <a:custGeom>
              <a:rect b="b" l="l" r="r" t="t"/>
              <a:pathLst>
                <a:path extrusionOk="0" h="8915" w="10222">
                  <a:moveTo>
                    <a:pt x="1" y="1"/>
                  </a:moveTo>
                  <a:lnTo>
                    <a:pt x="654" y="8588"/>
                  </a:lnTo>
                  <a:lnTo>
                    <a:pt x="654" y="8728"/>
                  </a:lnTo>
                  <a:lnTo>
                    <a:pt x="747" y="8821"/>
                  </a:lnTo>
                  <a:lnTo>
                    <a:pt x="841" y="8868"/>
                  </a:lnTo>
                  <a:lnTo>
                    <a:pt x="981" y="8914"/>
                  </a:lnTo>
                  <a:lnTo>
                    <a:pt x="3501" y="8914"/>
                  </a:lnTo>
                  <a:lnTo>
                    <a:pt x="4854" y="8634"/>
                  </a:lnTo>
                  <a:lnTo>
                    <a:pt x="6721" y="8914"/>
                  </a:lnTo>
                  <a:lnTo>
                    <a:pt x="9008" y="8914"/>
                  </a:lnTo>
                  <a:lnTo>
                    <a:pt x="9008" y="8821"/>
                  </a:lnTo>
                  <a:lnTo>
                    <a:pt x="9101" y="8541"/>
                  </a:lnTo>
                  <a:lnTo>
                    <a:pt x="9241" y="7514"/>
                  </a:lnTo>
                  <a:lnTo>
                    <a:pt x="9661" y="4434"/>
                  </a:lnTo>
                  <a:lnTo>
                    <a:pt x="1022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5" name="Google Shape;10655;p79"/>
            <p:cNvSpPr/>
            <p:nvPr/>
          </p:nvSpPr>
          <p:spPr>
            <a:xfrm>
              <a:off x="5729525" y="1924000"/>
              <a:ext cx="29200" cy="37350"/>
            </a:xfrm>
            <a:custGeom>
              <a:rect b="b" l="l" r="r" t="t"/>
              <a:pathLst>
                <a:path extrusionOk="0" h="1494" w="1168">
                  <a:moveTo>
                    <a:pt x="1" y="1"/>
                  </a:moveTo>
                  <a:lnTo>
                    <a:pt x="187" y="47"/>
                  </a:lnTo>
                  <a:lnTo>
                    <a:pt x="327" y="141"/>
                  </a:lnTo>
                  <a:lnTo>
                    <a:pt x="421" y="327"/>
                  </a:lnTo>
                  <a:lnTo>
                    <a:pt x="467" y="514"/>
                  </a:lnTo>
                  <a:lnTo>
                    <a:pt x="467" y="1494"/>
                  </a:lnTo>
                  <a:lnTo>
                    <a:pt x="1167" y="1494"/>
                  </a:lnTo>
                  <a:lnTo>
                    <a:pt x="1167" y="514"/>
                  </a:lnTo>
                  <a:lnTo>
                    <a:pt x="1121" y="327"/>
                  </a:lnTo>
                  <a:lnTo>
                    <a:pt x="1027" y="141"/>
                  </a:lnTo>
                  <a:lnTo>
                    <a:pt x="841"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6" name="Google Shape;10656;p79"/>
            <p:cNvSpPr/>
            <p:nvPr/>
          </p:nvSpPr>
          <p:spPr>
            <a:xfrm>
              <a:off x="5722525" y="1973000"/>
              <a:ext cx="40875" cy="222875"/>
            </a:xfrm>
            <a:custGeom>
              <a:rect b="b" l="l" r="r" t="t"/>
              <a:pathLst>
                <a:path extrusionOk="0" h="8915" w="1635">
                  <a:moveTo>
                    <a:pt x="934" y="1"/>
                  </a:moveTo>
                  <a:lnTo>
                    <a:pt x="327" y="8588"/>
                  </a:lnTo>
                  <a:lnTo>
                    <a:pt x="281" y="8728"/>
                  </a:lnTo>
                  <a:lnTo>
                    <a:pt x="234" y="8821"/>
                  </a:lnTo>
                  <a:lnTo>
                    <a:pt x="94" y="8868"/>
                  </a:lnTo>
                  <a:lnTo>
                    <a:pt x="1" y="8914"/>
                  </a:lnTo>
                  <a:lnTo>
                    <a:pt x="654" y="8914"/>
                  </a:lnTo>
                  <a:lnTo>
                    <a:pt x="794" y="8868"/>
                  </a:lnTo>
                  <a:lnTo>
                    <a:pt x="887" y="8821"/>
                  </a:lnTo>
                  <a:lnTo>
                    <a:pt x="981" y="8728"/>
                  </a:lnTo>
                  <a:lnTo>
                    <a:pt x="981" y="8588"/>
                  </a:lnTo>
                  <a:lnTo>
                    <a:pt x="163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7" name="Google Shape;10657;p79"/>
            <p:cNvSpPr/>
            <p:nvPr/>
          </p:nvSpPr>
          <p:spPr>
            <a:xfrm>
              <a:off x="5499700" y="1954325"/>
              <a:ext cx="256700" cy="36200"/>
            </a:xfrm>
            <a:custGeom>
              <a:rect b="b" l="l" r="r" t="t"/>
              <a:pathLst>
                <a:path extrusionOk="0" h="1448" w="10268">
                  <a:moveTo>
                    <a:pt x="187" y="1"/>
                  </a:moveTo>
                  <a:lnTo>
                    <a:pt x="93" y="94"/>
                  </a:lnTo>
                  <a:lnTo>
                    <a:pt x="0" y="188"/>
                  </a:lnTo>
                  <a:lnTo>
                    <a:pt x="0" y="328"/>
                  </a:lnTo>
                  <a:lnTo>
                    <a:pt x="0" y="1121"/>
                  </a:lnTo>
                  <a:lnTo>
                    <a:pt x="0" y="1214"/>
                  </a:lnTo>
                  <a:lnTo>
                    <a:pt x="93" y="1308"/>
                  </a:lnTo>
                  <a:lnTo>
                    <a:pt x="187" y="1401"/>
                  </a:lnTo>
                  <a:lnTo>
                    <a:pt x="327" y="1448"/>
                  </a:lnTo>
                  <a:lnTo>
                    <a:pt x="10267" y="1448"/>
                  </a:lnTo>
                  <a:lnTo>
                    <a:pt x="1026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8" name="Google Shape;10658;p79"/>
            <p:cNvSpPr/>
            <p:nvPr/>
          </p:nvSpPr>
          <p:spPr>
            <a:xfrm>
              <a:off x="5595350" y="2102500"/>
              <a:ext cx="80525" cy="93375"/>
            </a:xfrm>
            <a:custGeom>
              <a:rect b="b" l="l" r="r" t="t"/>
              <a:pathLst>
                <a:path extrusionOk="0" h="3735" w="3221">
                  <a:moveTo>
                    <a:pt x="654" y="1"/>
                  </a:moveTo>
                  <a:lnTo>
                    <a:pt x="374" y="48"/>
                  </a:lnTo>
                  <a:lnTo>
                    <a:pt x="188" y="188"/>
                  </a:lnTo>
                  <a:lnTo>
                    <a:pt x="48" y="421"/>
                  </a:lnTo>
                  <a:lnTo>
                    <a:pt x="1" y="654"/>
                  </a:lnTo>
                  <a:lnTo>
                    <a:pt x="1" y="3734"/>
                  </a:lnTo>
                  <a:lnTo>
                    <a:pt x="3221" y="3734"/>
                  </a:lnTo>
                  <a:lnTo>
                    <a:pt x="3174" y="3128"/>
                  </a:lnTo>
                  <a:lnTo>
                    <a:pt x="3034" y="1868"/>
                  </a:lnTo>
                  <a:lnTo>
                    <a:pt x="2941" y="1214"/>
                  </a:lnTo>
                  <a:lnTo>
                    <a:pt x="2848" y="608"/>
                  </a:lnTo>
                  <a:lnTo>
                    <a:pt x="2708" y="188"/>
                  </a:lnTo>
                  <a:lnTo>
                    <a:pt x="2661" y="48"/>
                  </a:lnTo>
                  <a:lnTo>
                    <a:pt x="256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9" name="Google Shape;10659;p79"/>
            <p:cNvSpPr/>
            <p:nvPr/>
          </p:nvSpPr>
          <p:spPr>
            <a:xfrm>
              <a:off x="5643200" y="2102500"/>
              <a:ext cx="32675" cy="93375"/>
            </a:xfrm>
            <a:custGeom>
              <a:rect b="b" l="l" r="r" t="t"/>
              <a:pathLst>
                <a:path extrusionOk="0" h="3735" w="1307">
                  <a:moveTo>
                    <a:pt x="0" y="1"/>
                  </a:moveTo>
                  <a:lnTo>
                    <a:pt x="234" y="48"/>
                  </a:lnTo>
                  <a:lnTo>
                    <a:pt x="467" y="188"/>
                  </a:lnTo>
                  <a:lnTo>
                    <a:pt x="607" y="421"/>
                  </a:lnTo>
                  <a:lnTo>
                    <a:pt x="654" y="654"/>
                  </a:lnTo>
                  <a:lnTo>
                    <a:pt x="654" y="3734"/>
                  </a:lnTo>
                  <a:lnTo>
                    <a:pt x="1307" y="3734"/>
                  </a:lnTo>
                  <a:lnTo>
                    <a:pt x="1307" y="654"/>
                  </a:lnTo>
                  <a:lnTo>
                    <a:pt x="1260" y="421"/>
                  </a:lnTo>
                  <a:lnTo>
                    <a:pt x="1120" y="188"/>
                  </a:lnTo>
                  <a:lnTo>
                    <a:pt x="934" y="48"/>
                  </a:lnTo>
                  <a:lnTo>
                    <a:pt x="65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0" name="Google Shape;10660;p79"/>
            <p:cNvSpPr/>
            <p:nvPr/>
          </p:nvSpPr>
          <p:spPr>
            <a:xfrm>
              <a:off x="5621025" y="2122350"/>
              <a:ext cx="29200" cy="28025"/>
            </a:xfrm>
            <a:custGeom>
              <a:rect b="b" l="l" r="r" t="t"/>
              <a:pathLst>
                <a:path extrusionOk="0" h="1121" w="1168">
                  <a:moveTo>
                    <a:pt x="561" y="0"/>
                  </a:moveTo>
                  <a:lnTo>
                    <a:pt x="374" y="47"/>
                  </a:lnTo>
                  <a:lnTo>
                    <a:pt x="187" y="140"/>
                  </a:lnTo>
                  <a:lnTo>
                    <a:pt x="47" y="327"/>
                  </a:lnTo>
                  <a:lnTo>
                    <a:pt x="1" y="560"/>
                  </a:lnTo>
                  <a:lnTo>
                    <a:pt x="47" y="794"/>
                  </a:lnTo>
                  <a:lnTo>
                    <a:pt x="187" y="980"/>
                  </a:lnTo>
                  <a:lnTo>
                    <a:pt x="374" y="1074"/>
                  </a:lnTo>
                  <a:lnTo>
                    <a:pt x="561" y="1120"/>
                  </a:lnTo>
                  <a:lnTo>
                    <a:pt x="794" y="1074"/>
                  </a:lnTo>
                  <a:lnTo>
                    <a:pt x="981" y="980"/>
                  </a:lnTo>
                  <a:lnTo>
                    <a:pt x="1121" y="794"/>
                  </a:lnTo>
                  <a:lnTo>
                    <a:pt x="1167" y="560"/>
                  </a:lnTo>
                  <a:lnTo>
                    <a:pt x="1121" y="327"/>
                  </a:lnTo>
                  <a:lnTo>
                    <a:pt x="981" y="140"/>
                  </a:lnTo>
                  <a:lnTo>
                    <a:pt x="794" y="47"/>
                  </a:lnTo>
                  <a:lnTo>
                    <a:pt x="5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1" name="Google Shape;10661;p79"/>
            <p:cNvSpPr/>
            <p:nvPr/>
          </p:nvSpPr>
          <p:spPr>
            <a:xfrm>
              <a:off x="5595350" y="2041850"/>
              <a:ext cx="67700" cy="35025"/>
            </a:xfrm>
            <a:custGeom>
              <a:rect b="b" l="l" r="r" t="t"/>
              <a:pathLst>
                <a:path extrusionOk="0" h="1401" w="2708">
                  <a:moveTo>
                    <a:pt x="94" y="0"/>
                  </a:moveTo>
                  <a:lnTo>
                    <a:pt x="48" y="47"/>
                  </a:lnTo>
                  <a:lnTo>
                    <a:pt x="1" y="140"/>
                  </a:lnTo>
                  <a:lnTo>
                    <a:pt x="1" y="187"/>
                  </a:lnTo>
                  <a:lnTo>
                    <a:pt x="1" y="1167"/>
                  </a:lnTo>
                  <a:lnTo>
                    <a:pt x="1" y="1260"/>
                  </a:lnTo>
                  <a:lnTo>
                    <a:pt x="48" y="1353"/>
                  </a:lnTo>
                  <a:lnTo>
                    <a:pt x="94" y="1400"/>
                  </a:lnTo>
                  <a:lnTo>
                    <a:pt x="2708" y="1400"/>
                  </a:lnTo>
                  <a:lnTo>
                    <a:pt x="26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2" name="Google Shape;10662;p79"/>
            <p:cNvSpPr/>
            <p:nvPr/>
          </p:nvSpPr>
          <p:spPr>
            <a:xfrm>
              <a:off x="5656025" y="2041850"/>
              <a:ext cx="19850" cy="35025"/>
            </a:xfrm>
            <a:custGeom>
              <a:rect b="b" l="l" r="r" t="t"/>
              <a:pathLst>
                <a:path extrusionOk="0" h="1401" w="794">
                  <a:moveTo>
                    <a:pt x="1" y="0"/>
                  </a:moveTo>
                  <a:lnTo>
                    <a:pt x="47" y="47"/>
                  </a:lnTo>
                  <a:lnTo>
                    <a:pt x="94" y="140"/>
                  </a:lnTo>
                  <a:lnTo>
                    <a:pt x="141" y="187"/>
                  </a:lnTo>
                  <a:lnTo>
                    <a:pt x="141" y="1167"/>
                  </a:lnTo>
                  <a:lnTo>
                    <a:pt x="94" y="1260"/>
                  </a:lnTo>
                  <a:lnTo>
                    <a:pt x="47" y="1353"/>
                  </a:lnTo>
                  <a:lnTo>
                    <a:pt x="1" y="1400"/>
                  </a:lnTo>
                  <a:lnTo>
                    <a:pt x="701" y="1400"/>
                  </a:lnTo>
                  <a:lnTo>
                    <a:pt x="747" y="1353"/>
                  </a:lnTo>
                  <a:lnTo>
                    <a:pt x="794" y="1260"/>
                  </a:lnTo>
                  <a:lnTo>
                    <a:pt x="794" y="1167"/>
                  </a:lnTo>
                  <a:lnTo>
                    <a:pt x="794" y="187"/>
                  </a:lnTo>
                  <a:lnTo>
                    <a:pt x="794" y="140"/>
                  </a:lnTo>
                  <a:lnTo>
                    <a:pt x="747" y="47"/>
                  </a:lnTo>
                  <a:lnTo>
                    <a:pt x="70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3" name="Google Shape;10663;p79"/>
            <p:cNvSpPr/>
            <p:nvPr/>
          </p:nvSpPr>
          <p:spPr>
            <a:xfrm>
              <a:off x="5747025" y="1954325"/>
              <a:ext cx="24525" cy="36200"/>
            </a:xfrm>
            <a:custGeom>
              <a:rect b="b" l="l" r="r" t="t"/>
              <a:pathLst>
                <a:path extrusionOk="0" h="1448" w="981">
                  <a:moveTo>
                    <a:pt x="94" y="1"/>
                  </a:moveTo>
                  <a:lnTo>
                    <a:pt x="187" y="94"/>
                  </a:lnTo>
                  <a:lnTo>
                    <a:pt x="281" y="188"/>
                  </a:lnTo>
                  <a:lnTo>
                    <a:pt x="327" y="328"/>
                  </a:lnTo>
                  <a:lnTo>
                    <a:pt x="327" y="1121"/>
                  </a:lnTo>
                  <a:lnTo>
                    <a:pt x="281" y="1214"/>
                  </a:lnTo>
                  <a:lnTo>
                    <a:pt x="187" y="1308"/>
                  </a:lnTo>
                  <a:lnTo>
                    <a:pt x="94" y="1401"/>
                  </a:lnTo>
                  <a:lnTo>
                    <a:pt x="1" y="1448"/>
                  </a:lnTo>
                  <a:lnTo>
                    <a:pt x="654" y="1448"/>
                  </a:lnTo>
                  <a:lnTo>
                    <a:pt x="794" y="1401"/>
                  </a:lnTo>
                  <a:lnTo>
                    <a:pt x="887" y="1308"/>
                  </a:lnTo>
                  <a:lnTo>
                    <a:pt x="981" y="1214"/>
                  </a:lnTo>
                  <a:lnTo>
                    <a:pt x="981" y="1121"/>
                  </a:lnTo>
                  <a:lnTo>
                    <a:pt x="981" y="328"/>
                  </a:lnTo>
                  <a:lnTo>
                    <a:pt x="981" y="188"/>
                  </a:lnTo>
                  <a:lnTo>
                    <a:pt x="887" y="94"/>
                  </a:lnTo>
                  <a:lnTo>
                    <a:pt x="79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4" name="Google Shape;10664;p79"/>
          <p:cNvGrpSpPr/>
          <p:nvPr/>
        </p:nvGrpSpPr>
        <p:grpSpPr>
          <a:xfrm>
            <a:off x="6356475" y="1879675"/>
            <a:ext cx="208850" cy="336025"/>
            <a:chOff x="6287225" y="1879675"/>
            <a:chExt cx="208850" cy="336025"/>
          </a:xfrm>
        </p:grpSpPr>
        <p:sp>
          <p:nvSpPr>
            <p:cNvPr id="10665" name="Google Shape;10665;p79"/>
            <p:cNvSpPr/>
            <p:nvPr/>
          </p:nvSpPr>
          <p:spPr>
            <a:xfrm>
              <a:off x="6331550" y="1879675"/>
              <a:ext cx="52525" cy="100350"/>
            </a:xfrm>
            <a:custGeom>
              <a:rect b="b" l="l" r="r" t="t"/>
              <a:pathLst>
                <a:path extrusionOk="0" h="4014" w="2101">
                  <a:moveTo>
                    <a:pt x="794" y="0"/>
                  </a:moveTo>
                  <a:lnTo>
                    <a:pt x="701" y="94"/>
                  </a:lnTo>
                  <a:lnTo>
                    <a:pt x="607" y="140"/>
                  </a:lnTo>
                  <a:lnTo>
                    <a:pt x="561" y="280"/>
                  </a:lnTo>
                  <a:lnTo>
                    <a:pt x="1" y="4014"/>
                  </a:lnTo>
                  <a:lnTo>
                    <a:pt x="2101" y="4014"/>
                  </a:lnTo>
                  <a:lnTo>
                    <a:pt x="88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6" name="Google Shape;10666;p79"/>
            <p:cNvSpPr/>
            <p:nvPr/>
          </p:nvSpPr>
          <p:spPr>
            <a:xfrm>
              <a:off x="6302375" y="2185350"/>
              <a:ext cx="110875" cy="30350"/>
            </a:xfrm>
            <a:custGeom>
              <a:rect b="b" l="l" r="r" t="t"/>
              <a:pathLst>
                <a:path extrusionOk="0" h="1214" w="4435">
                  <a:moveTo>
                    <a:pt x="1" y="0"/>
                  </a:moveTo>
                  <a:lnTo>
                    <a:pt x="1" y="887"/>
                  </a:lnTo>
                  <a:lnTo>
                    <a:pt x="1" y="1027"/>
                  </a:lnTo>
                  <a:lnTo>
                    <a:pt x="94" y="1120"/>
                  </a:lnTo>
                  <a:lnTo>
                    <a:pt x="188" y="1167"/>
                  </a:lnTo>
                  <a:lnTo>
                    <a:pt x="328" y="1214"/>
                  </a:lnTo>
                  <a:lnTo>
                    <a:pt x="4108" y="1214"/>
                  </a:lnTo>
                  <a:lnTo>
                    <a:pt x="4201" y="1167"/>
                  </a:lnTo>
                  <a:lnTo>
                    <a:pt x="4248" y="1027"/>
                  </a:lnTo>
                  <a:lnTo>
                    <a:pt x="4341" y="607"/>
                  </a:lnTo>
                  <a:lnTo>
                    <a:pt x="443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7" name="Google Shape;10667;p79"/>
            <p:cNvSpPr/>
            <p:nvPr/>
          </p:nvSpPr>
          <p:spPr>
            <a:xfrm>
              <a:off x="6350225" y="1879675"/>
              <a:ext cx="33850" cy="100350"/>
            </a:xfrm>
            <a:custGeom>
              <a:rect b="b" l="l" r="r" t="t"/>
              <a:pathLst>
                <a:path extrusionOk="0" h="4014" w="1354">
                  <a:moveTo>
                    <a:pt x="140" y="0"/>
                  </a:moveTo>
                  <a:lnTo>
                    <a:pt x="0" y="47"/>
                  </a:lnTo>
                  <a:lnTo>
                    <a:pt x="140" y="140"/>
                  </a:lnTo>
                  <a:lnTo>
                    <a:pt x="187" y="280"/>
                  </a:lnTo>
                  <a:lnTo>
                    <a:pt x="747" y="4014"/>
                  </a:lnTo>
                  <a:lnTo>
                    <a:pt x="1354" y="4014"/>
                  </a:lnTo>
                  <a:lnTo>
                    <a:pt x="794" y="280"/>
                  </a:lnTo>
                  <a:lnTo>
                    <a:pt x="747" y="140"/>
                  </a:lnTo>
                  <a:lnTo>
                    <a:pt x="654" y="94"/>
                  </a:lnTo>
                  <a:lnTo>
                    <a:pt x="56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8" name="Google Shape;10668;p79"/>
            <p:cNvSpPr/>
            <p:nvPr/>
          </p:nvSpPr>
          <p:spPr>
            <a:xfrm>
              <a:off x="6309375" y="1936825"/>
              <a:ext cx="96875" cy="37375"/>
            </a:xfrm>
            <a:custGeom>
              <a:rect b="b" l="l" r="r" t="t"/>
              <a:pathLst>
                <a:path extrusionOk="0" h="1495" w="3875">
                  <a:moveTo>
                    <a:pt x="328" y="1"/>
                  </a:moveTo>
                  <a:lnTo>
                    <a:pt x="188" y="48"/>
                  </a:lnTo>
                  <a:lnTo>
                    <a:pt x="94" y="94"/>
                  </a:lnTo>
                  <a:lnTo>
                    <a:pt x="48" y="188"/>
                  </a:lnTo>
                  <a:lnTo>
                    <a:pt x="1" y="328"/>
                  </a:lnTo>
                  <a:lnTo>
                    <a:pt x="1" y="1494"/>
                  </a:lnTo>
                  <a:lnTo>
                    <a:pt x="3874" y="1494"/>
                  </a:lnTo>
                  <a:lnTo>
                    <a:pt x="3594" y="748"/>
                  </a:lnTo>
                  <a:lnTo>
                    <a:pt x="3408" y="234"/>
                  </a:lnTo>
                  <a:lnTo>
                    <a:pt x="3314" y="48"/>
                  </a:lnTo>
                  <a:lnTo>
                    <a:pt x="322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9" name="Google Shape;10669;p79"/>
            <p:cNvSpPr/>
            <p:nvPr/>
          </p:nvSpPr>
          <p:spPr>
            <a:xfrm>
              <a:off x="6380550" y="1936825"/>
              <a:ext cx="25700" cy="37375"/>
            </a:xfrm>
            <a:custGeom>
              <a:rect b="b" l="l" r="r" t="t"/>
              <a:pathLst>
                <a:path extrusionOk="0" h="1495" w="1028">
                  <a:moveTo>
                    <a:pt x="1" y="1"/>
                  </a:moveTo>
                  <a:lnTo>
                    <a:pt x="141" y="48"/>
                  </a:lnTo>
                  <a:lnTo>
                    <a:pt x="234" y="94"/>
                  </a:lnTo>
                  <a:lnTo>
                    <a:pt x="327" y="188"/>
                  </a:lnTo>
                  <a:lnTo>
                    <a:pt x="327" y="328"/>
                  </a:lnTo>
                  <a:lnTo>
                    <a:pt x="327" y="1494"/>
                  </a:lnTo>
                  <a:lnTo>
                    <a:pt x="1027" y="1494"/>
                  </a:lnTo>
                  <a:lnTo>
                    <a:pt x="1027" y="328"/>
                  </a:lnTo>
                  <a:lnTo>
                    <a:pt x="981" y="188"/>
                  </a:lnTo>
                  <a:lnTo>
                    <a:pt x="934" y="94"/>
                  </a:lnTo>
                  <a:lnTo>
                    <a:pt x="841" y="48"/>
                  </a:lnTo>
                  <a:lnTo>
                    <a:pt x="70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0" name="Google Shape;10670;p79"/>
            <p:cNvSpPr/>
            <p:nvPr/>
          </p:nvSpPr>
          <p:spPr>
            <a:xfrm>
              <a:off x="6287225" y="1956675"/>
              <a:ext cx="141200" cy="238025"/>
            </a:xfrm>
            <a:custGeom>
              <a:rect b="b" l="l" r="r" t="t"/>
              <a:pathLst>
                <a:path extrusionOk="0" h="9521" w="5648">
                  <a:moveTo>
                    <a:pt x="467" y="0"/>
                  </a:moveTo>
                  <a:lnTo>
                    <a:pt x="280" y="47"/>
                  </a:lnTo>
                  <a:lnTo>
                    <a:pt x="140" y="140"/>
                  </a:lnTo>
                  <a:lnTo>
                    <a:pt x="0" y="327"/>
                  </a:lnTo>
                  <a:lnTo>
                    <a:pt x="0" y="514"/>
                  </a:lnTo>
                  <a:lnTo>
                    <a:pt x="0" y="3267"/>
                  </a:lnTo>
                  <a:lnTo>
                    <a:pt x="420" y="4714"/>
                  </a:lnTo>
                  <a:lnTo>
                    <a:pt x="0" y="6301"/>
                  </a:lnTo>
                  <a:lnTo>
                    <a:pt x="0" y="9054"/>
                  </a:lnTo>
                  <a:lnTo>
                    <a:pt x="0" y="9241"/>
                  </a:lnTo>
                  <a:lnTo>
                    <a:pt x="140" y="9381"/>
                  </a:lnTo>
                  <a:lnTo>
                    <a:pt x="280" y="9521"/>
                  </a:lnTo>
                  <a:lnTo>
                    <a:pt x="5367" y="9521"/>
                  </a:lnTo>
                  <a:lnTo>
                    <a:pt x="5507" y="9381"/>
                  </a:lnTo>
                  <a:lnTo>
                    <a:pt x="5647" y="9241"/>
                  </a:lnTo>
                  <a:lnTo>
                    <a:pt x="5647" y="9054"/>
                  </a:lnTo>
                  <a:lnTo>
                    <a:pt x="5507" y="4527"/>
                  </a:lnTo>
                  <a:lnTo>
                    <a:pt x="5367" y="1447"/>
                  </a:lnTo>
                  <a:lnTo>
                    <a:pt x="5274" y="420"/>
                  </a:lnTo>
                  <a:lnTo>
                    <a:pt x="5227" y="140"/>
                  </a:lnTo>
                  <a:lnTo>
                    <a:pt x="518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1" name="Google Shape;10671;p79"/>
            <p:cNvSpPr/>
            <p:nvPr/>
          </p:nvSpPr>
          <p:spPr>
            <a:xfrm>
              <a:off x="6399225" y="1956675"/>
              <a:ext cx="29200" cy="238025"/>
            </a:xfrm>
            <a:custGeom>
              <a:rect b="b" l="l" r="r" t="t"/>
              <a:pathLst>
                <a:path extrusionOk="0" h="9521" w="1168">
                  <a:moveTo>
                    <a:pt x="0" y="0"/>
                  </a:moveTo>
                  <a:lnTo>
                    <a:pt x="187" y="47"/>
                  </a:lnTo>
                  <a:lnTo>
                    <a:pt x="374" y="140"/>
                  </a:lnTo>
                  <a:lnTo>
                    <a:pt x="467" y="327"/>
                  </a:lnTo>
                  <a:lnTo>
                    <a:pt x="514" y="514"/>
                  </a:lnTo>
                  <a:lnTo>
                    <a:pt x="514" y="3267"/>
                  </a:lnTo>
                  <a:lnTo>
                    <a:pt x="840" y="4247"/>
                  </a:lnTo>
                  <a:lnTo>
                    <a:pt x="514" y="6301"/>
                  </a:lnTo>
                  <a:lnTo>
                    <a:pt x="514" y="9054"/>
                  </a:lnTo>
                  <a:lnTo>
                    <a:pt x="467" y="9241"/>
                  </a:lnTo>
                  <a:lnTo>
                    <a:pt x="374" y="9381"/>
                  </a:lnTo>
                  <a:lnTo>
                    <a:pt x="187" y="9521"/>
                  </a:lnTo>
                  <a:lnTo>
                    <a:pt x="887" y="9521"/>
                  </a:lnTo>
                  <a:lnTo>
                    <a:pt x="1027" y="9381"/>
                  </a:lnTo>
                  <a:lnTo>
                    <a:pt x="1167" y="9241"/>
                  </a:lnTo>
                  <a:lnTo>
                    <a:pt x="1167" y="9054"/>
                  </a:lnTo>
                  <a:lnTo>
                    <a:pt x="1167" y="6301"/>
                  </a:lnTo>
                  <a:lnTo>
                    <a:pt x="980" y="4247"/>
                  </a:lnTo>
                  <a:lnTo>
                    <a:pt x="1167" y="3267"/>
                  </a:lnTo>
                  <a:lnTo>
                    <a:pt x="1167" y="514"/>
                  </a:lnTo>
                  <a:lnTo>
                    <a:pt x="1167" y="327"/>
                  </a:lnTo>
                  <a:lnTo>
                    <a:pt x="1027" y="140"/>
                  </a:lnTo>
                  <a:lnTo>
                    <a:pt x="887" y="47"/>
                  </a:lnTo>
                  <a:lnTo>
                    <a:pt x="70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2" name="Google Shape;10672;p79"/>
            <p:cNvSpPr/>
            <p:nvPr/>
          </p:nvSpPr>
          <p:spPr>
            <a:xfrm>
              <a:off x="6287225" y="2038350"/>
              <a:ext cx="141200" cy="75850"/>
            </a:xfrm>
            <a:custGeom>
              <a:rect b="b" l="l" r="r" t="t"/>
              <a:pathLst>
                <a:path extrusionOk="0" h="3034" w="5648">
                  <a:moveTo>
                    <a:pt x="0" y="0"/>
                  </a:moveTo>
                  <a:lnTo>
                    <a:pt x="0" y="3034"/>
                  </a:lnTo>
                  <a:lnTo>
                    <a:pt x="5647" y="3034"/>
                  </a:lnTo>
                  <a:lnTo>
                    <a:pt x="5414" y="1447"/>
                  </a:lnTo>
                  <a:lnTo>
                    <a:pt x="564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3" name="Google Shape;10673;p79"/>
            <p:cNvSpPr/>
            <p:nvPr/>
          </p:nvSpPr>
          <p:spPr>
            <a:xfrm>
              <a:off x="6412050" y="2038350"/>
              <a:ext cx="16375" cy="75850"/>
            </a:xfrm>
            <a:custGeom>
              <a:rect b="b" l="l" r="r" t="t"/>
              <a:pathLst>
                <a:path extrusionOk="0" h="3034" w="655">
                  <a:moveTo>
                    <a:pt x="1" y="0"/>
                  </a:moveTo>
                  <a:lnTo>
                    <a:pt x="1" y="3034"/>
                  </a:lnTo>
                  <a:lnTo>
                    <a:pt x="654" y="3034"/>
                  </a:lnTo>
                  <a:lnTo>
                    <a:pt x="65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4" name="Google Shape;10674;p79"/>
            <p:cNvSpPr/>
            <p:nvPr/>
          </p:nvSpPr>
          <p:spPr>
            <a:xfrm>
              <a:off x="6388725" y="2185350"/>
              <a:ext cx="24525" cy="30350"/>
            </a:xfrm>
            <a:custGeom>
              <a:rect b="b" l="l" r="r" t="t"/>
              <a:pathLst>
                <a:path extrusionOk="0" h="1214" w="981">
                  <a:moveTo>
                    <a:pt x="327" y="0"/>
                  </a:moveTo>
                  <a:lnTo>
                    <a:pt x="327" y="887"/>
                  </a:lnTo>
                  <a:lnTo>
                    <a:pt x="280" y="1027"/>
                  </a:lnTo>
                  <a:lnTo>
                    <a:pt x="234" y="1120"/>
                  </a:lnTo>
                  <a:lnTo>
                    <a:pt x="94" y="1167"/>
                  </a:lnTo>
                  <a:lnTo>
                    <a:pt x="0" y="1214"/>
                  </a:lnTo>
                  <a:lnTo>
                    <a:pt x="654" y="1214"/>
                  </a:lnTo>
                  <a:lnTo>
                    <a:pt x="794" y="1167"/>
                  </a:lnTo>
                  <a:lnTo>
                    <a:pt x="887" y="1120"/>
                  </a:lnTo>
                  <a:lnTo>
                    <a:pt x="980" y="1027"/>
                  </a:lnTo>
                  <a:lnTo>
                    <a:pt x="980" y="887"/>
                  </a:lnTo>
                  <a:lnTo>
                    <a:pt x="980" y="0"/>
                  </a:lnTo>
                  <a:close/>
                </a:path>
              </a:pathLst>
            </a:custGeom>
            <a:solidFill>
              <a:srgbClr val="A9C6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5" name="Google Shape;10675;p79"/>
            <p:cNvSpPr/>
            <p:nvPr/>
          </p:nvSpPr>
          <p:spPr>
            <a:xfrm>
              <a:off x="6372375" y="2062850"/>
              <a:ext cx="107375" cy="95675"/>
            </a:xfrm>
            <a:custGeom>
              <a:rect b="b" l="l" r="r" t="t"/>
              <a:pathLst>
                <a:path extrusionOk="0" h="3827" w="4295">
                  <a:moveTo>
                    <a:pt x="1588" y="0"/>
                  </a:moveTo>
                  <a:lnTo>
                    <a:pt x="1541" y="1073"/>
                  </a:lnTo>
                  <a:lnTo>
                    <a:pt x="1494" y="1167"/>
                  </a:lnTo>
                  <a:lnTo>
                    <a:pt x="1308" y="1167"/>
                  </a:lnTo>
                  <a:lnTo>
                    <a:pt x="1121" y="1214"/>
                  </a:lnTo>
                  <a:lnTo>
                    <a:pt x="934" y="1307"/>
                  </a:lnTo>
                  <a:lnTo>
                    <a:pt x="841" y="1494"/>
                  </a:lnTo>
                  <a:lnTo>
                    <a:pt x="794" y="1680"/>
                  </a:lnTo>
                  <a:lnTo>
                    <a:pt x="794" y="2007"/>
                  </a:lnTo>
                  <a:lnTo>
                    <a:pt x="794" y="2054"/>
                  </a:lnTo>
                  <a:lnTo>
                    <a:pt x="701" y="2100"/>
                  </a:lnTo>
                  <a:lnTo>
                    <a:pt x="514" y="2100"/>
                  </a:lnTo>
                  <a:lnTo>
                    <a:pt x="328" y="2147"/>
                  </a:lnTo>
                  <a:lnTo>
                    <a:pt x="141" y="2240"/>
                  </a:lnTo>
                  <a:lnTo>
                    <a:pt x="48" y="2427"/>
                  </a:lnTo>
                  <a:lnTo>
                    <a:pt x="1" y="2614"/>
                  </a:lnTo>
                  <a:lnTo>
                    <a:pt x="1" y="3827"/>
                  </a:lnTo>
                  <a:lnTo>
                    <a:pt x="4294" y="3827"/>
                  </a:lnTo>
                  <a:lnTo>
                    <a:pt x="4108" y="3034"/>
                  </a:lnTo>
                  <a:lnTo>
                    <a:pt x="3921" y="2474"/>
                  </a:lnTo>
                  <a:lnTo>
                    <a:pt x="3828" y="2287"/>
                  </a:lnTo>
                  <a:lnTo>
                    <a:pt x="3781" y="2240"/>
                  </a:lnTo>
                  <a:lnTo>
                    <a:pt x="3734" y="2240"/>
                  </a:lnTo>
                  <a:lnTo>
                    <a:pt x="3548" y="2147"/>
                  </a:lnTo>
                  <a:lnTo>
                    <a:pt x="3454" y="2147"/>
                  </a:lnTo>
                  <a:lnTo>
                    <a:pt x="3408" y="2054"/>
                  </a:lnTo>
                  <a:lnTo>
                    <a:pt x="3361" y="1727"/>
                  </a:lnTo>
                  <a:lnTo>
                    <a:pt x="3361" y="1587"/>
                  </a:lnTo>
                  <a:lnTo>
                    <a:pt x="3268" y="1447"/>
                  </a:lnTo>
                  <a:lnTo>
                    <a:pt x="3174" y="1354"/>
                  </a:lnTo>
                  <a:lnTo>
                    <a:pt x="2988" y="1307"/>
                  </a:lnTo>
                  <a:lnTo>
                    <a:pt x="2848" y="1260"/>
                  </a:lnTo>
                  <a:lnTo>
                    <a:pt x="2754" y="1167"/>
                  </a:lnTo>
                  <a:lnTo>
                    <a:pt x="1821" y="187"/>
                  </a:lnTo>
                  <a:lnTo>
                    <a:pt x="1681" y="47"/>
                  </a:lnTo>
                  <a:lnTo>
                    <a:pt x="16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6" name="Google Shape;10676;p79"/>
            <p:cNvSpPr/>
            <p:nvPr/>
          </p:nvSpPr>
          <p:spPr>
            <a:xfrm>
              <a:off x="6410900" y="2060500"/>
              <a:ext cx="68850" cy="98025"/>
            </a:xfrm>
            <a:custGeom>
              <a:rect b="b" l="l" r="r" t="t"/>
              <a:pathLst>
                <a:path extrusionOk="0" h="3921" w="2754">
                  <a:moveTo>
                    <a:pt x="93" y="1"/>
                  </a:moveTo>
                  <a:lnTo>
                    <a:pt x="47" y="47"/>
                  </a:lnTo>
                  <a:lnTo>
                    <a:pt x="47" y="94"/>
                  </a:lnTo>
                  <a:lnTo>
                    <a:pt x="0" y="607"/>
                  </a:lnTo>
                  <a:lnTo>
                    <a:pt x="560" y="1214"/>
                  </a:lnTo>
                  <a:lnTo>
                    <a:pt x="653" y="1261"/>
                  </a:lnTo>
                  <a:lnTo>
                    <a:pt x="793" y="1261"/>
                  </a:lnTo>
                  <a:lnTo>
                    <a:pt x="980" y="1308"/>
                  </a:lnTo>
                  <a:lnTo>
                    <a:pt x="1120" y="1401"/>
                  </a:lnTo>
                  <a:lnTo>
                    <a:pt x="1213" y="1588"/>
                  </a:lnTo>
                  <a:lnTo>
                    <a:pt x="1260" y="1774"/>
                  </a:lnTo>
                  <a:lnTo>
                    <a:pt x="1260" y="2101"/>
                  </a:lnTo>
                  <a:lnTo>
                    <a:pt x="1307" y="2148"/>
                  </a:lnTo>
                  <a:lnTo>
                    <a:pt x="1400" y="2194"/>
                  </a:lnTo>
                  <a:lnTo>
                    <a:pt x="1587" y="2194"/>
                  </a:lnTo>
                  <a:lnTo>
                    <a:pt x="1773" y="2241"/>
                  </a:lnTo>
                  <a:lnTo>
                    <a:pt x="1913" y="2334"/>
                  </a:lnTo>
                  <a:lnTo>
                    <a:pt x="2053" y="2521"/>
                  </a:lnTo>
                  <a:lnTo>
                    <a:pt x="2053" y="2708"/>
                  </a:lnTo>
                  <a:lnTo>
                    <a:pt x="2053" y="3921"/>
                  </a:lnTo>
                  <a:lnTo>
                    <a:pt x="2753" y="3921"/>
                  </a:lnTo>
                  <a:lnTo>
                    <a:pt x="2753" y="2708"/>
                  </a:lnTo>
                  <a:lnTo>
                    <a:pt x="2707" y="2521"/>
                  </a:lnTo>
                  <a:lnTo>
                    <a:pt x="2613" y="2334"/>
                  </a:lnTo>
                  <a:lnTo>
                    <a:pt x="2473" y="2241"/>
                  </a:lnTo>
                  <a:lnTo>
                    <a:pt x="2287" y="2194"/>
                  </a:lnTo>
                  <a:lnTo>
                    <a:pt x="2053" y="2194"/>
                  </a:lnTo>
                  <a:lnTo>
                    <a:pt x="2007" y="2148"/>
                  </a:lnTo>
                  <a:lnTo>
                    <a:pt x="1960" y="2101"/>
                  </a:lnTo>
                  <a:lnTo>
                    <a:pt x="1960" y="1774"/>
                  </a:lnTo>
                  <a:lnTo>
                    <a:pt x="1913" y="1588"/>
                  </a:lnTo>
                  <a:lnTo>
                    <a:pt x="1820" y="1401"/>
                  </a:lnTo>
                  <a:lnTo>
                    <a:pt x="1633" y="1308"/>
                  </a:lnTo>
                  <a:lnTo>
                    <a:pt x="1447" y="1261"/>
                  </a:lnTo>
                  <a:lnTo>
                    <a:pt x="1353" y="1261"/>
                  </a:lnTo>
                  <a:lnTo>
                    <a:pt x="1260" y="1214"/>
                  </a:lnTo>
                  <a:lnTo>
                    <a:pt x="233" y="47"/>
                  </a:lnTo>
                  <a:lnTo>
                    <a:pt x="18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7" name="Google Shape;10677;p79"/>
            <p:cNvSpPr/>
            <p:nvPr/>
          </p:nvSpPr>
          <p:spPr>
            <a:xfrm>
              <a:off x="6356050" y="2144500"/>
              <a:ext cx="131875" cy="71200"/>
            </a:xfrm>
            <a:custGeom>
              <a:rect b="b" l="l" r="r" t="t"/>
              <a:pathLst>
                <a:path extrusionOk="0" h="2848" w="5275">
                  <a:moveTo>
                    <a:pt x="234" y="1"/>
                  </a:moveTo>
                  <a:lnTo>
                    <a:pt x="141" y="48"/>
                  </a:lnTo>
                  <a:lnTo>
                    <a:pt x="94" y="94"/>
                  </a:lnTo>
                  <a:lnTo>
                    <a:pt x="47" y="141"/>
                  </a:lnTo>
                  <a:lnTo>
                    <a:pt x="1" y="234"/>
                  </a:lnTo>
                  <a:lnTo>
                    <a:pt x="1" y="748"/>
                  </a:lnTo>
                  <a:lnTo>
                    <a:pt x="47" y="1168"/>
                  </a:lnTo>
                  <a:lnTo>
                    <a:pt x="187" y="1541"/>
                  </a:lnTo>
                  <a:lnTo>
                    <a:pt x="374" y="1914"/>
                  </a:lnTo>
                  <a:lnTo>
                    <a:pt x="654" y="2241"/>
                  </a:lnTo>
                  <a:lnTo>
                    <a:pt x="934" y="2474"/>
                  </a:lnTo>
                  <a:lnTo>
                    <a:pt x="1307" y="2661"/>
                  </a:lnTo>
                  <a:lnTo>
                    <a:pt x="1681" y="2801"/>
                  </a:lnTo>
                  <a:lnTo>
                    <a:pt x="2101" y="2848"/>
                  </a:lnTo>
                  <a:lnTo>
                    <a:pt x="3501" y="2848"/>
                  </a:lnTo>
                  <a:lnTo>
                    <a:pt x="3687" y="2801"/>
                  </a:lnTo>
                  <a:lnTo>
                    <a:pt x="3921" y="2754"/>
                  </a:lnTo>
                  <a:lnTo>
                    <a:pt x="4061" y="2708"/>
                  </a:lnTo>
                  <a:lnTo>
                    <a:pt x="4247" y="2614"/>
                  </a:lnTo>
                  <a:lnTo>
                    <a:pt x="4527" y="2334"/>
                  </a:lnTo>
                  <a:lnTo>
                    <a:pt x="4807" y="2008"/>
                  </a:lnTo>
                  <a:lnTo>
                    <a:pt x="4994" y="1681"/>
                  </a:lnTo>
                  <a:lnTo>
                    <a:pt x="5134" y="1354"/>
                  </a:lnTo>
                  <a:lnTo>
                    <a:pt x="5227" y="1028"/>
                  </a:lnTo>
                  <a:lnTo>
                    <a:pt x="5274" y="748"/>
                  </a:lnTo>
                  <a:lnTo>
                    <a:pt x="5227" y="374"/>
                  </a:lnTo>
                  <a:lnTo>
                    <a:pt x="5134" y="141"/>
                  </a:lnTo>
                  <a:lnTo>
                    <a:pt x="5087" y="48"/>
                  </a:lnTo>
                  <a:lnTo>
                    <a:pt x="508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8" name="Google Shape;10678;p79"/>
            <p:cNvSpPr/>
            <p:nvPr/>
          </p:nvSpPr>
          <p:spPr>
            <a:xfrm>
              <a:off x="6426050" y="2144500"/>
              <a:ext cx="70025" cy="71200"/>
            </a:xfrm>
            <a:custGeom>
              <a:rect b="b" l="l" r="r" t="t"/>
              <a:pathLst>
                <a:path extrusionOk="0" h="2848" w="2801">
                  <a:moveTo>
                    <a:pt x="1914" y="1"/>
                  </a:moveTo>
                  <a:lnTo>
                    <a:pt x="1961" y="48"/>
                  </a:lnTo>
                  <a:lnTo>
                    <a:pt x="2054" y="94"/>
                  </a:lnTo>
                  <a:lnTo>
                    <a:pt x="2101" y="141"/>
                  </a:lnTo>
                  <a:lnTo>
                    <a:pt x="2101" y="234"/>
                  </a:lnTo>
                  <a:lnTo>
                    <a:pt x="2101" y="748"/>
                  </a:lnTo>
                  <a:lnTo>
                    <a:pt x="2054" y="1168"/>
                  </a:lnTo>
                  <a:lnTo>
                    <a:pt x="1961" y="1541"/>
                  </a:lnTo>
                  <a:lnTo>
                    <a:pt x="1774" y="1914"/>
                  </a:lnTo>
                  <a:lnTo>
                    <a:pt x="1494" y="2241"/>
                  </a:lnTo>
                  <a:lnTo>
                    <a:pt x="1167" y="2474"/>
                  </a:lnTo>
                  <a:lnTo>
                    <a:pt x="841" y="2661"/>
                  </a:lnTo>
                  <a:lnTo>
                    <a:pt x="421" y="2801"/>
                  </a:lnTo>
                  <a:lnTo>
                    <a:pt x="1" y="2848"/>
                  </a:lnTo>
                  <a:lnTo>
                    <a:pt x="701" y="2848"/>
                  </a:lnTo>
                  <a:lnTo>
                    <a:pt x="1121" y="2801"/>
                  </a:lnTo>
                  <a:lnTo>
                    <a:pt x="1494" y="2661"/>
                  </a:lnTo>
                  <a:lnTo>
                    <a:pt x="1867" y="2474"/>
                  </a:lnTo>
                  <a:lnTo>
                    <a:pt x="2194" y="2241"/>
                  </a:lnTo>
                  <a:lnTo>
                    <a:pt x="2427" y="1914"/>
                  </a:lnTo>
                  <a:lnTo>
                    <a:pt x="2614" y="1541"/>
                  </a:lnTo>
                  <a:lnTo>
                    <a:pt x="2754" y="1168"/>
                  </a:lnTo>
                  <a:lnTo>
                    <a:pt x="2801" y="748"/>
                  </a:lnTo>
                  <a:lnTo>
                    <a:pt x="2801" y="234"/>
                  </a:lnTo>
                  <a:lnTo>
                    <a:pt x="2801" y="141"/>
                  </a:lnTo>
                  <a:lnTo>
                    <a:pt x="2754" y="94"/>
                  </a:lnTo>
                  <a:lnTo>
                    <a:pt x="2661" y="48"/>
                  </a:lnTo>
                  <a:lnTo>
                    <a:pt x="25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79" name="Google Shape;10679;p79"/>
          <p:cNvGrpSpPr/>
          <p:nvPr/>
        </p:nvGrpSpPr>
        <p:grpSpPr>
          <a:xfrm>
            <a:off x="7055325" y="1913500"/>
            <a:ext cx="336025" cy="267200"/>
            <a:chOff x="6986075" y="1913500"/>
            <a:chExt cx="336025" cy="267200"/>
          </a:xfrm>
        </p:grpSpPr>
        <p:sp>
          <p:nvSpPr>
            <p:cNvPr id="10680" name="Google Shape;10680;p79"/>
            <p:cNvSpPr/>
            <p:nvPr/>
          </p:nvSpPr>
          <p:spPr>
            <a:xfrm>
              <a:off x="7183250" y="2139850"/>
              <a:ext cx="135350" cy="25675"/>
            </a:xfrm>
            <a:custGeom>
              <a:rect b="b" l="l" r="r" t="t"/>
              <a:pathLst>
                <a:path extrusionOk="0" h="1027" w="5414">
                  <a:moveTo>
                    <a:pt x="0" y="0"/>
                  </a:moveTo>
                  <a:lnTo>
                    <a:pt x="0" y="1027"/>
                  </a:lnTo>
                  <a:lnTo>
                    <a:pt x="5321" y="1027"/>
                  </a:lnTo>
                  <a:lnTo>
                    <a:pt x="5367" y="980"/>
                  </a:lnTo>
                  <a:lnTo>
                    <a:pt x="5414" y="934"/>
                  </a:lnTo>
                  <a:lnTo>
                    <a:pt x="5414" y="747"/>
                  </a:lnTo>
                  <a:lnTo>
                    <a:pt x="5414" y="234"/>
                  </a:lnTo>
                  <a:lnTo>
                    <a:pt x="5414" y="94"/>
                  </a:lnTo>
                  <a:lnTo>
                    <a:pt x="5367" y="47"/>
                  </a:lnTo>
                  <a:lnTo>
                    <a:pt x="53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1" name="Google Shape;10681;p79"/>
            <p:cNvSpPr/>
            <p:nvPr/>
          </p:nvSpPr>
          <p:spPr>
            <a:xfrm>
              <a:off x="7298750" y="2139850"/>
              <a:ext cx="23350" cy="25675"/>
            </a:xfrm>
            <a:custGeom>
              <a:rect b="b" l="l" r="r" t="t"/>
              <a:pathLst>
                <a:path extrusionOk="0" h="1027" w="934">
                  <a:moveTo>
                    <a:pt x="1" y="0"/>
                  </a:moveTo>
                  <a:lnTo>
                    <a:pt x="94" y="47"/>
                  </a:lnTo>
                  <a:lnTo>
                    <a:pt x="187" y="94"/>
                  </a:lnTo>
                  <a:lnTo>
                    <a:pt x="234" y="140"/>
                  </a:lnTo>
                  <a:lnTo>
                    <a:pt x="234" y="234"/>
                  </a:lnTo>
                  <a:lnTo>
                    <a:pt x="234" y="794"/>
                  </a:lnTo>
                  <a:lnTo>
                    <a:pt x="234" y="887"/>
                  </a:lnTo>
                  <a:lnTo>
                    <a:pt x="187" y="934"/>
                  </a:lnTo>
                  <a:lnTo>
                    <a:pt x="94" y="980"/>
                  </a:lnTo>
                  <a:lnTo>
                    <a:pt x="1" y="1027"/>
                  </a:lnTo>
                  <a:lnTo>
                    <a:pt x="701" y="1027"/>
                  </a:lnTo>
                  <a:lnTo>
                    <a:pt x="794" y="980"/>
                  </a:lnTo>
                  <a:lnTo>
                    <a:pt x="841" y="934"/>
                  </a:lnTo>
                  <a:lnTo>
                    <a:pt x="887" y="887"/>
                  </a:lnTo>
                  <a:lnTo>
                    <a:pt x="934" y="794"/>
                  </a:lnTo>
                  <a:lnTo>
                    <a:pt x="934" y="234"/>
                  </a:lnTo>
                  <a:lnTo>
                    <a:pt x="887" y="140"/>
                  </a:lnTo>
                  <a:lnTo>
                    <a:pt x="841" y="94"/>
                  </a:lnTo>
                  <a:lnTo>
                    <a:pt x="794" y="47"/>
                  </a:lnTo>
                  <a:lnTo>
                    <a:pt x="70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2" name="Google Shape;10682;p79"/>
            <p:cNvSpPr/>
            <p:nvPr/>
          </p:nvSpPr>
          <p:spPr>
            <a:xfrm>
              <a:off x="6986075" y="2124675"/>
              <a:ext cx="210025" cy="56025"/>
            </a:xfrm>
            <a:custGeom>
              <a:rect b="b" l="l" r="r" t="t"/>
              <a:pathLst>
                <a:path extrusionOk="0" h="2241" w="8401">
                  <a:moveTo>
                    <a:pt x="0" y="1"/>
                  </a:moveTo>
                  <a:lnTo>
                    <a:pt x="0" y="94"/>
                  </a:lnTo>
                  <a:lnTo>
                    <a:pt x="0" y="561"/>
                  </a:lnTo>
                  <a:lnTo>
                    <a:pt x="0" y="887"/>
                  </a:lnTo>
                  <a:lnTo>
                    <a:pt x="94" y="1214"/>
                  </a:lnTo>
                  <a:lnTo>
                    <a:pt x="280" y="1494"/>
                  </a:lnTo>
                  <a:lnTo>
                    <a:pt x="467" y="1774"/>
                  </a:lnTo>
                  <a:lnTo>
                    <a:pt x="747" y="1961"/>
                  </a:lnTo>
                  <a:lnTo>
                    <a:pt x="1027" y="2101"/>
                  </a:lnTo>
                  <a:lnTo>
                    <a:pt x="1354" y="2241"/>
                  </a:lnTo>
                  <a:lnTo>
                    <a:pt x="7141" y="2241"/>
                  </a:lnTo>
                  <a:lnTo>
                    <a:pt x="7421" y="2147"/>
                  </a:lnTo>
                  <a:lnTo>
                    <a:pt x="7654" y="1961"/>
                  </a:lnTo>
                  <a:lnTo>
                    <a:pt x="7841" y="1774"/>
                  </a:lnTo>
                  <a:lnTo>
                    <a:pt x="8027" y="1541"/>
                  </a:lnTo>
                  <a:lnTo>
                    <a:pt x="8121" y="1261"/>
                  </a:lnTo>
                  <a:lnTo>
                    <a:pt x="8167" y="934"/>
                  </a:lnTo>
                  <a:lnTo>
                    <a:pt x="8214" y="561"/>
                  </a:lnTo>
                  <a:lnTo>
                    <a:pt x="8354" y="281"/>
                  </a:lnTo>
                  <a:lnTo>
                    <a:pt x="8401" y="94"/>
                  </a:lnTo>
                  <a:lnTo>
                    <a:pt x="840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3" name="Google Shape;10683;p79"/>
            <p:cNvSpPr/>
            <p:nvPr/>
          </p:nvSpPr>
          <p:spPr>
            <a:xfrm>
              <a:off x="7008250" y="1940325"/>
              <a:ext cx="46675" cy="60700"/>
            </a:xfrm>
            <a:custGeom>
              <a:rect b="b" l="l" r="r" t="t"/>
              <a:pathLst>
                <a:path extrusionOk="0" h="2428" w="1867">
                  <a:moveTo>
                    <a:pt x="840" y="1"/>
                  </a:moveTo>
                  <a:lnTo>
                    <a:pt x="747" y="48"/>
                  </a:lnTo>
                  <a:lnTo>
                    <a:pt x="654" y="94"/>
                  </a:lnTo>
                  <a:lnTo>
                    <a:pt x="280" y="374"/>
                  </a:lnTo>
                  <a:lnTo>
                    <a:pt x="187" y="468"/>
                  </a:lnTo>
                  <a:lnTo>
                    <a:pt x="94" y="608"/>
                  </a:lnTo>
                  <a:lnTo>
                    <a:pt x="0" y="701"/>
                  </a:lnTo>
                  <a:lnTo>
                    <a:pt x="0" y="841"/>
                  </a:lnTo>
                  <a:lnTo>
                    <a:pt x="0" y="1028"/>
                  </a:lnTo>
                  <a:lnTo>
                    <a:pt x="0" y="1168"/>
                  </a:lnTo>
                  <a:lnTo>
                    <a:pt x="47" y="1308"/>
                  </a:lnTo>
                  <a:lnTo>
                    <a:pt x="140" y="1448"/>
                  </a:lnTo>
                  <a:lnTo>
                    <a:pt x="514" y="1914"/>
                  </a:lnTo>
                  <a:lnTo>
                    <a:pt x="560" y="1961"/>
                  </a:lnTo>
                  <a:lnTo>
                    <a:pt x="654" y="1961"/>
                  </a:lnTo>
                  <a:lnTo>
                    <a:pt x="934" y="1728"/>
                  </a:lnTo>
                  <a:lnTo>
                    <a:pt x="1027" y="1728"/>
                  </a:lnTo>
                  <a:lnTo>
                    <a:pt x="1074" y="1774"/>
                  </a:lnTo>
                  <a:lnTo>
                    <a:pt x="1540" y="2381"/>
                  </a:lnTo>
                  <a:lnTo>
                    <a:pt x="1587" y="2428"/>
                  </a:lnTo>
                  <a:lnTo>
                    <a:pt x="1680" y="2381"/>
                  </a:lnTo>
                  <a:lnTo>
                    <a:pt x="1634" y="1354"/>
                  </a:lnTo>
                  <a:lnTo>
                    <a:pt x="1587" y="1214"/>
                  </a:lnTo>
                  <a:lnTo>
                    <a:pt x="1587" y="1168"/>
                  </a:lnTo>
                  <a:lnTo>
                    <a:pt x="1634" y="1121"/>
                  </a:lnTo>
                  <a:lnTo>
                    <a:pt x="1867" y="934"/>
                  </a:lnTo>
                  <a:lnTo>
                    <a:pt x="1867" y="888"/>
                  </a:lnTo>
                  <a:lnTo>
                    <a:pt x="1820" y="794"/>
                  </a:lnTo>
                  <a:lnTo>
                    <a:pt x="1400" y="421"/>
                  </a:lnTo>
                  <a:lnTo>
                    <a:pt x="1214" y="188"/>
                  </a:lnTo>
                  <a:lnTo>
                    <a:pt x="1074" y="48"/>
                  </a:lnTo>
                  <a:lnTo>
                    <a:pt x="9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4" name="Google Shape;10684;p79"/>
            <p:cNvSpPr/>
            <p:nvPr/>
          </p:nvSpPr>
          <p:spPr>
            <a:xfrm>
              <a:off x="7116750" y="1971850"/>
              <a:ext cx="49025" cy="56025"/>
            </a:xfrm>
            <a:custGeom>
              <a:rect b="b" l="l" r="r" t="t"/>
              <a:pathLst>
                <a:path extrusionOk="0" h="2241" w="1961">
                  <a:moveTo>
                    <a:pt x="1354" y="0"/>
                  </a:moveTo>
                  <a:lnTo>
                    <a:pt x="1167" y="47"/>
                  </a:lnTo>
                  <a:lnTo>
                    <a:pt x="1027" y="93"/>
                  </a:lnTo>
                  <a:lnTo>
                    <a:pt x="934" y="187"/>
                  </a:lnTo>
                  <a:lnTo>
                    <a:pt x="420" y="560"/>
                  </a:lnTo>
                  <a:lnTo>
                    <a:pt x="374" y="653"/>
                  </a:lnTo>
                  <a:lnTo>
                    <a:pt x="420" y="700"/>
                  </a:lnTo>
                  <a:lnTo>
                    <a:pt x="654" y="980"/>
                  </a:lnTo>
                  <a:lnTo>
                    <a:pt x="654" y="1073"/>
                  </a:lnTo>
                  <a:lnTo>
                    <a:pt x="607" y="1120"/>
                  </a:lnTo>
                  <a:lnTo>
                    <a:pt x="47" y="1587"/>
                  </a:lnTo>
                  <a:lnTo>
                    <a:pt x="0" y="1680"/>
                  </a:lnTo>
                  <a:lnTo>
                    <a:pt x="0" y="1773"/>
                  </a:lnTo>
                  <a:lnTo>
                    <a:pt x="374" y="2240"/>
                  </a:lnTo>
                  <a:lnTo>
                    <a:pt x="514" y="2240"/>
                  </a:lnTo>
                  <a:lnTo>
                    <a:pt x="1120" y="1773"/>
                  </a:lnTo>
                  <a:lnTo>
                    <a:pt x="1260" y="1773"/>
                  </a:lnTo>
                  <a:lnTo>
                    <a:pt x="1494" y="2053"/>
                  </a:lnTo>
                  <a:lnTo>
                    <a:pt x="1540" y="2007"/>
                  </a:lnTo>
                  <a:lnTo>
                    <a:pt x="1587" y="1867"/>
                  </a:lnTo>
                  <a:lnTo>
                    <a:pt x="1960" y="280"/>
                  </a:lnTo>
                  <a:lnTo>
                    <a:pt x="1867" y="187"/>
                  </a:lnTo>
                  <a:lnTo>
                    <a:pt x="1774" y="93"/>
                  </a:lnTo>
                  <a:lnTo>
                    <a:pt x="1634" y="47"/>
                  </a:lnTo>
                  <a:lnTo>
                    <a:pt x="14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5" name="Google Shape;10685;p79"/>
            <p:cNvSpPr/>
            <p:nvPr/>
          </p:nvSpPr>
          <p:spPr>
            <a:xfrm>
              <a:off x="7087575" y="1913500"/>
              <a:ext cx="38525" cy="44350"/>
            </a:xfrm>
            <a:custGeom>
              <a:rect b="b" l="l" r="r" t="t"/>
              <a:pathLst>
                <a:path extrusionOk="0" h="1774" w="1541">
                  <a:moveTo>
                    <a:pt x="887" y="1"/>
                  </a:moveTo>
                  <a:lnTo>
                    <a:pt x="701" y="47"/>
                  </a:lnTo>
                  <a:lnTo>
                    <a:pt x="561" y="94"/>
                  </a:lnTo>
                  <a:lnTo>
                    <a:pt x="421" y="187"/>
                  </a:lnTo>
                  <a:lnTo>
                    <a:pt x="281" y="281"/>
                  </a:lnTo>
                  <a:lnTo>
                    <a:pt x="187" y="421"/>
                  </a:lnTo>
                  <a:lnTo>
                    <a:pt x="94" y="561"/>
                  </a:lnTo>
                  <a:lnTo>
                    <a:pt x="47" y="701"/>
                  </a:lnTo>
                  <a:lnTo>
                    <a:pt x="1" y="887"/>
                  </a:lnTo>
                  <a:lnTo>
                    <a:pt x="47" y="1074"/>
                  </a:lnTo>
                  <a:lnTo>
                    <a:pt x="94" y="1214"/>
                  </a:lnTo>
                  <a:lnTo>
                    <a:pt x="187" y="1354"/>
                  </a:lnTo>
                  <a:lnTo>
                    <a:pt x="281" y="1494"/>
                  </a:lnTo>
                  <a:lnTo>
                    <a:pt x="421" y="1587"/>
                  </a:lnTo>
                  <a:lnTo>
                    <a:pt x="561" y="1681"/>
                  </a:lnTo>
                  <a:lnTo>
                    <a:pt x="701" y="1727"/>
                  </a:lnTo>
                  <a:lnTo>
                    <a:pt x="887" y="1774"/>
                  </a:lnTo>
                  <a:lnTo>
                    <a:pt x="1074" y="1727"/>
                  </a:lnTo>
                  <a:lnTo>
                    <a:pt x="1167" y="1681"/>
                  </a:lnTo>
                  <a:lnTo>
                    <a:pt x="1307" y="1587"/>
                  </a:lnTo>
                  <a:lnTo>
                    <a:pt x="1401" y="1494"/>
                  </a:lnTo>
                  <a:lnTo>
                    <a:pt x="1494" y="1214"/>
                  </a:lnTo>
                  <a:lnTo>
                    <a:pt x="1541" y="887"/>
                  </a:lnTo>
                  <a:lnTo>
                    <a:pt x="1494" y="561"/>
                  </a:lnTo>
                  <a:lnTo>
                    <a:pt x="1401" y="281"/>
                  </a:lnTo>
                  <a:lnTo>
                    <a:pt x="1307" y="187"/>
                  </a:lnTo>
                  <a:lnTo>
                    <a:pt x="1167" y="94"/>
                  </a:lnTo>
                  <a:lnTo>
                    <a:pt x="1074" y="47"/>
                  </a:lnTo>
                  <a:lnTo>
                    <a:pt x="88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6" name="Google Shape;10686;p79"/>
            <p:cNvSpPr/>
            <p:nvPr/>
          </p:nvSpPr>
          <p:spPr>
            <a:xfrm>
              <a:off x="7026900" y="2032500"/>
              <a:ext cx="36200" cy="44375"/>
            </a:xfrm>
            <a:custGeom>
              <a:rect b="b" l="l" r="r" t="t"/>
              <a:pathLst>
                <a:path extrusionOk="0" h="1775" w="1448">
                  <a:moveTo>
                    <a:pt x="841" y="1"/>
                  </a:moveTo>
                  <a:lnTo>
                    <a:pt x="701" y="47"/>
                  </a:lnTo>
                  <a:lnTo>
                    <a:pt x="514" y="94"/>
                  </a:lnTo>
                  <a:lnTo>
                    <a:pt x="374" y="187"/>
                  </a:lnTo>
                  <a:lnTo>
                    <a:pt x="234" y="281"/>
                  </a:lnTo>
                  <a:lnTo>
                    <a:pt x="141" y="421"/>
                  </a:lnTo>
                  <a:lnTo>
                    <a:pt x="48" y="561"/>
                  </a:lnTo>
                  <a:lnTo>
                    <a:pt x="1" y="701"/>
                  </a:lnTo>
                  <a:lnTo>
                    <a:pt x="1" y="887"/>
                  </a:lnTo>
                  <a:lnTo>
                    <a:pt x="1" y="1074"/>
                  </a:lnTo>
                  <a:lnTo>
                    <a:pt x="48" y="1214"/>
                  </a:lnTo>
                  <a:lnTo>
                    <a:pt x="141" y="1354"/>
                  </a:lnTo>
                  <a:lnTo>
                    <a:pt x="234" y="1494"/>
                  </a:lnTo>
                  <a:lnTo>
                    <a:pt x="374" y="1587"/>
                  </a:lnTo>
                  <a:lnTo>
                    <a:pt x="514" y="1681"/>
                  </a:lnTo>
                  <a:lnTo>
                    <a:pt x="701" y="1727"/>
                  </a:lnTo>
                  <a:lnTo>
                    <a:pt x="841" y="1774"/>
                  </a:lnTo>
                  <a:lnTo>
                    <a:pt x="1028" y="1727"/>
                  </a:lnTo>
                  <a:lnTo>
                    <a:pt x="1168" y="1681"/>
                  </a:lnTo>
                  <a:lnTo>
                    <a:pt x="1261" y="1587"/>
                  </a:lnTo>
                  <a:lnTo>
                    <a:pt x="1354" y="1494"/>
                  </a:lnTo>
                  <a:lnTo>
                    <a:pt x="1448" y="1214"/>
                  </a:lnTo>
                  <a:lnTo>
                    <a:pt x="1448" y="887"/>
                  </a:lnTo>
                  <a:lnTo>
                    <a:pt x="1448" y="561"/>
                  </a:lnTo>
                  <a:lnTo>
                    <a:pt x="1354" y="281"/>
                  </a:lnTo>
                  <a:lnTo>
                    <a:pt x="1261" y="187"/>
                  </a:lnTo>
                  <a:lnTo>
                    <a:pt x="1168" y="94"/>
                  </a:lnTo>
                  <a:lnTo>
                    <a:pt x="1028" y="47"/>
                  </a:lnTo>
                  <a:lnTo>
                    <a:pt x="84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7" name="Google Shape;10687;p79"/>
            <p:cNvSpPr/>
            <p:nvPr/>
          </p:nvSpPr>
          <p:spPr>
            <a:xfrm>
              <a:off x="7121425" y="2059350"/>
              <a:ext cx="35025" cy="44350"/>
            </a:xfrm>
            <a:custGeom>
              <a:rect b="b" l="l" r="r" t="t"/>
              <a:pathLst>
                <a:path extrusionOk="0" h="1774" w="1401">
                  <a:moveTo>
                    <a:pt x="840" y="0"/>
                  </a:moveTo>
                  <a:lnTo>
                    <a:pt x="700" y="47"/>
                  </a:lnTo>
                  <a:lnTo>
                    <a:pt x="513" y="93"/>
                  </a:lnTo>
                  <a:lnTo>
                    <a:pt x="373" y="187"/>
                  </a:lnTo>
                  <a:lnTo>
                    <a:pt x="233" y="280"/>
                  </a:lnTo>
                  <a:lnTo>
                    <a:pt x="140" y="420"/>
                  </a:lnTo>
                  <a:lnTo>
                    <a:pt x="47" y="560"/>
                  </a:lnTo>
                  <a:lnTo>
                    <a:pt x="0" y="700"/>
                  </a:lnTo>
                  <a:lnTo>
                    <a:pt x="0" y="887"/>
                  </a:lnTo>
                  <a:lnTo>
                    <a:pt x="0" y="1073"/>
                  </a:lnTo>
                  <a:lnTo>
                    <a:pt x="47" y="1213"/>
                  </a:lnTo>
                  <a:lnTo>
                    <a:pt x="140" y="1354"/>
                  </a:lnTo>
                  <a:lnTo>
                    <a:pt x="233" y="1494"/>
                  </a:lnTo>
                  <a:lnTo>
                    <a:pt x="373" y="1587"/>
                  </a:lnTo>
                  <a:lnTo>
                    <a:pt x="513" y="1680"/>
                  </a:lnTo>
                  <a:lnTo>
                    <a:pt x="700" y="1727"/>
                  </a:lnTo>
                  <a:lnTo>
                    <a:pt x="840" y="1774"/>
                  </a:lnTo>
                  <a:lnTo>
                    <a:pt x="1027" y="1727"/>
                  </a:lnTo>
                  <a:lnTo>
                    <a:pt x="1167" y="1680"/>
                  </a:lnTo>
                  <a:lnTo>
                    <a:pt x="1260" y="1587"/>
                  </a:lnTo>
                  <a:lnTo>
                    <a:pt x="1307" y="1494"/>
                  </a:lnTo>
                  <a:lnTo>
                    <a:pt x="1400" y="1213"/>
                  </a:lnTo>
                  <a:lnTo>
                    <a:pt x="1400" y="887"/>
                  </a:lnTo>
                  <a:lnTo>
                    <a:pt x="1400" y="560"/>
                  </a:lnTo>
                  <a:lnTo>
                    <a:pt x="1307" y="280"/>
                  </a:lnTo>
                  <a:lnTo>
                    <a:pt x="1260" y="187"/>
                  </a:lnTo>
                  <a:lnTo>
                    <a:pt x="1167" y="93"/>
                  </a:lnTo>
                  <a:lnTo>
                    <a:pt x="1027" y="47"/>
                  </a:lnTo>
                  <a:lnTo>
                    <a:pt x="8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8" name="Google Shape;10688;p79"/>
            <p:cNvSpPr/>
            <p:nvPr/>
          </p:nvSpPr>
          <p:spPr>
            <a:xfrm>
              <a:off x="7148250" y="2124675"/>
              <a:ext cx="51350" cy="56025"/>
            </a:xfrm>
            <a:custGeom>
              <a:rect b="b" l="l" r="r" t="t"/>
              <a:pathLst>
                <a:path extrusionOk="0" h="2241" w="2054">
                  <a:moveTo>
                    <a:pt x="1307" y="1"/>
                  </a:moveTo>
                  <a:lnTo>
                    <a:pt x="1354" y="94"/>
                  </a:lnTo>
                  <a:lnTo>
                    <a:pt x="1354" y="561"/>
                  </a:lnTo>
                  <a:lnTo>
                    <a:pt x="1307" y="887"/>
                  </a:lnTo>
                  <a:lnTo>
                    <a:pt x="1214" y="1214"/>
                  </a:lnTo>
                  <a:lnTo>
                    <a:pt x="1074" y="1494"/>
                  </a:lnTo>
                  <a:lnTo>
                    <a:pt x="840" y="1774"/>
                  </a:lnTo>
                  <a:lnTo>
                    <a:pt x="607" y="1961"/>
                  </a:lnTo>
                  <a:lnTo>
                    <a:pt x="327" y="2101"/>
                  </a:lnTo>
                  <a:lnTo>
                    <a:pt x="0" y="2241"/>
                  </a:lnTo>
                  <a:lnTo>
                    <a:pt x="654" y="2241"/>
                  </a:lnTo>
                  <a:lnTo>
                    <a:pt x="980" y="2101"/>
                  </a:lnTo>
                  <a:lnTo>
                    <a:pt x="1307" y="1961"/>
                  </a:lnTo>
                  <a:lnTo>
                    <a:pt x="1540" y="1774"/>
                  </a:lnTo>
                  <a:lnTo>
                    <a:pt x="1727" y="1494"/>
                  </a:lnTo>
                  <a:lnTo>
                    <a:pt x="1914" y="1214"/>
                  </a:lnTo>
                  <a:lnTo>
                    <a:pt x="2007" y="887"/>
                  </a:lnTo>
                  <a:lnTo>
                    <a:pt x="2054" y="561"/>
                  </a:lnTo>
                  <a:lnTo>
                    <a:pt x="2054" y="94"/>
                  </a:lnTo>
                  <a:lnTo>
                    <a:pt x="20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9" name="Google Shape;10689;p79"/>
            <p:cNvSpPr/>
            <p:nvPr/>
          </p:nvSpPr>
          <p:spPr>
            <a:xfrm>
              <a:off x="7101575" y="1913500"/>
              <a:ext cx="30375" cy="44350"/>
            </a:xfrm>
            <a:custGeom>
              <a:rect b="b" l="l" r="r" t="t"/>
              <a:pathLst>
                <a:path extrusionOk="0" h="1774" w="1215">
                  <a:moveTo>
                    <a:pt x="327" y="1"/>
                  </a:moveTo>
                  <a:lnTo>
                    <a:pt x="141" y="47"/>
                  </a:lnTo>
                  <a:lnTo>
                    <a:pt x="1" y="94"/>
                  </a:lnTo>
                  <a:lnTo>
                    <a:pt x="187" y="234"/>
                  </a:lnTo>
                  <a:lnTo>
                    <a:pt x="374" y="421"/>
                  </a:lnTo>
                  <a:lnTo>
                    <a:pt x="467" y="607"/>
                  </a:lnTo>
                  <a:lnTo>
                    <a:pt x="514" y="887"/>
                  </a:lnTo>
                  <a:lnTo>
                    <a:pt x="467" y="1167"/>
                  </a:lnTo>
                  <a:lnTo>
                    <a:pt x="374" y="1354"/>
                  </a:lnTo>
                  <a:lnTo>
                    <a:pt x="187" y="1541"/>
                  </a:lnTo>
                  <a:lnTo>
                    <a:pt x="1" y="1681"/>
                  </a:lnTo>
                  <a:lnTo>
                    <a:pt x="141" y="1727"/>
                  </a:lnTo>
                  <a:lnTo>
                    <a:pt x="327" y="1774"/>
                  </a:lnTo>
                  <a:lnTo>
                    <a:pt x="514" y="1727"/>
                  </a:lnTo>
                  <a:lnTo>
                    <a:pt x="654" y="1681"/>
                  </a:lnTo>
                  <a:lnTo>
                    <a:pt x="794" y="1587"/>
                  </a:lnTo>
                  <a:lnTo>
                    <a:pt x="934" y="1494"/>
                  </a:lnTo>
                  <a:lnTo>
                    <a:pt x="1027" y="1354"/>
                  </a:lnTo>
                  <a:lnTo>
                    <a:pt x="1121" y="1214"/>
                  </a:lnTo>
                  <a:lnTo>
                    <a:pt x="1167" y="1074"/>
                  </a:lnTo>
                  <a:lnTo>
                    <a:pt x="1214" y="887"/>
                  </a:lnTo>
                  <a:lnTo>
                    <a:pt x="1167" y="701"/>
                  </a:lnTo>
                  <a:lnTo>
                    <a:pt x="1121" y="561"/>
                  </a:lnTo>
                  <a:lnTo>
                    <a:pt x="1027" y="421"/>
                  </a:lnTo>
                  <a:lnTo>
                    <a:pt x="934" y="281"/>
                  </a:lnTo>
                  <a:lnTo>
                    <a:pt x="794" y="187"/>
                  </a:lnTo>
                  <a:lnTo>
                    <a:pt x="654" y="94"/>
                  </a:lnTo>
                  <a:lnTo>
                    <a:pt x="514"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0" name="Google Shape;10690;p79"/>
            <p:cNvSpPr/>
            <p:nvPr/>
          </p:nvSpPr>
          <p:spPr>
            <a:xfrm>
              <a:off x="7039750" y="2032500"/>
              <a:ext cx="30350" cy="44375"/>
            </a:xfrm>
            <a:custGeom>
              <a:rect b="b" l="l" r="r" t="t"/>
              <a:pathLst>
                <a:path extrusionOk="0" h="1775" w="1214">
                  <a:moveTo>
                    <a:pt x="327" y="1"/>
                  </a:moveTo>
                  <a:lnTo>
                    <a:pt x="187" y="47"/>
                  </a:lnTo>
                  <a:lnTo>
                    <a:pt x="0" y="94"/>
                  </a:lnTo>
                  <a:lnTo>
                    <a:pt x="234" y="234"/>
                  </a:lnTo>
                  <a:lnTo>
                    <a:pt x="374" y="421"/>
                  </a:lnTo>
                  <a:lnTo>
                    <a:pt x="514" y="607"/>
                  </a:lnTo>
                  <a:lnTo>
                    <a:pt x="514" y="887"/>
                  </a:lnTo>
                  <a:lnTo>
                    <a:pt x="514" y="1167"/>
                  </a:lnTo>
                  <a:lnTo>
                    <a:pt x="374" y="1354"/>
                  </a:lnTo>
                  <a:lnTo>
                    <a:pt x="234" y="1541"/>
                  </a:lnTo>
                  <a:lnTo>
                    <a:pt x="0" y="1681"/>
                  </a:lnTo>
                  <a:lnTo>
                    <a:pt x="187" y="1727"/>
                  </a:lnTo>
                  <a:lnTo>
                    <a:pt x="327" y="1774"/>
                  </a:lnTo>
                  <a:lnTo>
                    <a:pt x="514" y="1727"/>
                  </a:lnTo>
                  <a:lnTo>
                    <a:pt x="700" y="1681"/>
                  </a:lnTo>
                  <a:lnTo>
                    <a:pt x="840" y="1587"/>
                  </a:lnTo>
                  <a:lnTo>
                    <a:pt x="980" y="1494"/>
                  </a:lnTo>
                  <a:lnTo>
                    <a:pt x="1074" y="1354"/>
                  </a:lnTo>
                  <a:lnTo>
                    <a:pt x="1167" y="1214"/>
                  </a:lnTo>
                  <a:lnTo>
                    <a:pt x="1214" y="1074"/>
                  </a:lnTo>
                  <a:lnTo>
                    <a:pt x="1214" y="887"/>
                  </a:lnTo>
                  <a:lnTo>
                    <a:pt x="1214" y="701"/>
                  </a:lnTo>
                  <a:lnTo>
                    <a:pt x="1167" y="561"/>
                  </a:lnTo>
                  <a:lnTo>
                    <a:pt x="1074" y="421"/>
                  </a:lnTo>
                  <a:lnTo>
                    <a:pt x="980" y="281"/>
                  </a:lnTo>
                  <a:lnTo>
                    <a:pt x="840" y="187"/>
                  </a:lnTo>
                  <a:lnTo>
                    <a:pt x="700" y="94"/>
                  </a:lnTo>
                  <a:lnTo>
                    <a:pt x="514"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1" name="Google Shape;10691;p79"/>
            <p:cNvSpPr/>
            <p:nvPr/>
          </p:nvSpPr>
          <p:spPr>
            <a:xfrm>
              <a:off x="7134250" y="2059350"/>
              <a:ext cx="30350" cy="44350"/>
            </a:xfrm>
            <a:custGeom>
              <a:rect b="b" l="l" r="r" t="t"/>
              <a:pathLst>
                <a:path extrusionOk="0" h="1774" w="1214">
                  <a:moveTo>
                    <a:pt x="327" y="0"/>
                  </a:moveTo>
                  <a:lnTo>
                    <a:pt x="187" y="47"/>
                  </a:lnTo>
                  <a:lnTo>
                    <a:pt x="0" y="93"/>
                  </a:lnTo>
                  <a:lnTo>
                    <a:pt x="234" y="233"/>
                  </a:lnTo>
                  <a:lnTo>
                    <a:pt x="374" y="420"/>
                  </a:lnTo>
                  <a:lnTo>
                    <a:pt x="514" y="653"/>
                  </a:lnTo>
                  <a:lnTo>
                    <a:pt x="514" y="887"/>
                  </a:lnTo>
                  <a:lnTo>
                    <a:pt x="514" y="1167"/>
                  </a:lnTo>
                  <a:lnTo>
                    <a:pt x="374" y="1354"/>
                  </a:lnTo>
                  <a:lnTo>
                    <a:pt x="234" y="1540"/>
                  </a:lnTo>
                  <a:lnTo>
                    <a:pt x="0" y="1680"/>
                  </a:lnTo>
                  <a:lnTo>
                    <a:pt x="187" y="1727"/>
                  </a:lnTo>
                  <a:lnTo>
                    <a:pt x="327" y="1774"/>
                  </a:lnTo>
                  <a:lnTo>
                    <a:pt x="514" y="1727"/>
                  </a:lnTo>
                  <a:lnTo>
                    <a:pt x="700" y="1680"/>
                  </a:lnTo>
                  <a:lnTo>
                    <a:pt x="840" y="1587"/>
                  </a:lnTo>
                  <a:lnTo>
                    <a:pt x="980" y="1494"/>
                  </a:lnTo>
                  <a:lnTo>
                    <a:pt x="1074" y="1354"/>
                  </a:lnTo>
                  <a:lnTo>
                    <a:pt x="1167" y="1213"/>
                  </a:lnTo>
                  <a:lnTo>
                    <a:pt x="1214" y="1073"/>
                  </a:lnTo>
                  <a:lnTo>
                    <a:pt x="1214" y="887"/>
                  </a:lnTo>
                  <a:lnTo>
                    <a:pt x="1214" y="700"/>
                  </a:lnTo>
                  <a:lnTo>
                    <a:pt x="1167" y="560"/>
                  </a:lnTo>
                  <a:lnTo>
                    <a:pt x="1074" y="420"/>
                  </a:lnTo>
                  <a:lnTo>
                    <a:pt x="980" y="280"/>
                  </a:lnTo>
                  <a:lnTo>
                    <a:pt x="840" y="187"/>
                  </a:lnTo>
                  <a:lnTo>
                    <a:pt x="700" y="93"/>
                  </a:lnTo>
                  <a:lnTo>
                    <a:pt x="514" y="47"/>
                  </a:lnTo>
                  <a:lnTo>
                    <a:pt x="3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2" name="Google Shape;10692;p79"/>
            <p:cNvSpPr/>
            <p:nvPr/>
          </p:nvSpPr>
          <p:spPr>
            <a:xfrm>
              <a:off x="7143575" y="1971850"/>
              <a:ext cx="33875" cy="52525"/>
            </a:xfrm>
            <a:custGeom>
              <a:rect b="b" l="l" r="r" t="t"/>
              <a:pathLst>
                <a:path extrusionOk="0" h="2101" w="1355">
                  <a:moveTo>
                    <a:pt x="234" y="0"/>
                  </a:moveTo>
                  <a:lnTo>
                    <a:pt x="1" y="93"/>
                  </a:lnTo>
                  <a:lnTo>
                    <a:pt x="94" y="187"/>
                  </a:lnTo>
                  <a:lnTo>
                    <a:pt x="234" y="280"/>
                  </a:lnTo>
                  <a:lnTo>
                    <a:pt x="514" y="653"/>
                  </a:lnTo>
                  <a:lnTo>
                    <a:pt x="561" y="747"/>
                  </a:lnTo>
                  <a:lnTo>
                    <a:pt x="654" y="887"/>
                  </a:lnTo>
                  <a:lnTo>
                    <a:pt x="654" y="1027"/>
                  </a:lnTo>
                  <a:lnTo>
                    <a:pt x="654" y="1167"/>
                  </a:lnTo>
                  <a:lnTo>
                    <a:pt x="607" y="1353"/>
                  </a:lnTo>
                  <a:lnTo>
                    <a:pt x="561" y="1447"/>
                  </a:lnTo>
                  <a:lnTo>
                    <a:pt x="467" y="1587"/>
                  </a:lnTo>
                  <a:lnTo>
                    <a:pt x="374" y="1680"/>
                  </a:lnTo>
                  <a:lnTo>
                    <a:pt x="234" y="1820"/>
                  </a:lnTo>
                  <a:lnTo>
                    <a:pt x="421" y="2053"/>
                  </a:lnTo>
                  <a:lnTo>
                    <a:pt x="467" y="2100"/>
                  </a:lnTo>
                  <a:lnTo>
                    <a:pt x="561" y="2100"/>
                  </a:lnTo>
                  <a:lnTo>
                    <a:pt x="1074" y="1680"/>
                  </a:lnTo>
                  <a:lnTo>
                    <a:pt x="1167" y="1587"/>
                  </a:lnTo>
                  <a:lnTo>
                    <a:pt x="1261" y="1447"/>
                  </a:lnTo>
                  <a:lnTo>
                    <a:pt x="1307" y="1353"/>
                  </a:lnTo>
                  <a:lnTo>
                    <a:pt x="1354" y="1167"/>
                  </a:lnTo>
                  <a:lnTo>
                    <a:pt x="1354" y="1027"/>
                  </a:lnTo>
                  <a:lnTo>
                    <a:pt x="1307" y="887"/>
                  </a:lnTo>
                  <a:lnTo>
                    <a:pt x="1261" y="747"/>
                  </a:lnTo>
                  <a:lnTo>
                    <a:pt x="1167" y="653"/>
                  </a:lnTo>
                  <a:lnTo>
                    <a:pt x="887" y="280"/>
                  </a:lnTo>
                  <a:lnTo>
                    <a:pt x="701" y="140"/>
                  </a:lnTo>
                  <a:lnTo>
                    <a:pt x="467" y="47"/>
                  </a:lnTo>
                  <a:lnTo>
                    <a:pt x="2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3" name="Google Shape;10693;p79"/>
            <p:cNvSpPr/>
            <p:nvPr/>
          </p:nvSpPr>
          <p:spPr>
            <a:xfrm>
              <a:off x="7026900" y="1939175"/>
              <a:ext cx="36200" cy="61850"/>
            </a:xfrm>
            <a:custGeom>
              <a:rect b="b" l="l" r="r" t="t"/>
              <a:pathLst>
                <a:path extrusionOk="0" h="2474" w="1448">
                  <a:moveTo>
                    <a:pt x="234" y="0"/>
                  </a:moveTo>
                  <a:lnTo>
                    <a:pt x="1" y="94"/>
                  </a:lnTo>
                  <a:lnTo>
                    <a:pt x="141" y="187"/>
                  </a:lnTo>
                  <a:lnTo>
                    <a:pt x="281" y="327"/>
                  </a:lnTo>
                  <a:lnTo>
                    <a:pt x="654" y="840"/>
                  </a:lnTo>
                  <a:lnTo>
                    <a:pt x="654" y="887"/>
                  </a:lnTo>
                  <a:lnTo>
                    <a:pt x="608" y="980"/>
                  </a:lnTo>
                  <a:lnTo>
                    <a:pt x="328" y="1167"/>
                  </a:lnTo>
                  <a:lnTo>
                    <a:pt x="281" y="1260"/>
                  </a:lnTo>
                  <a:lnTo>
                    <a:pt x="328" y="1354"/>
                  </a:lnTo>
                  <a:lnTo>
                    <a:pt x="748" y="1914"/>
                  </a:lnTo>
                  <a:lnTo>
                    <a:pt x="794" y="2007"/>
                  </a:lnTo>
                  <a:lnTo>
                    <a:pt x="748" y="2100"/>
                  </a:lnTo>
                  <a:lnTo>
                    <a:pt x="608" y="2194"/>
                  </a:lnTo>
                  <a:lnTo>
                    <a:pt x="794" y="2427"/>
                  </a:lnTo>
                  <a:lnTo>
                    <a:pt x="841" y="2474"/>
                  </a:lnTo>
                  <a:lnTo>
                    <a:pt x="934" y="2427"/>
                  </a:lnTo>
                  <a:lnTo>
                    <a:pt x="1401" y="2100"/>
                  </a:lnTo>
                  <a:lnTo>
                    <a:pt x="1448" y="2007"/>
                  </a:lnTo>
                  <a:lnTo>
                    <a:pt x="1448" y="1914"/>
                  </a:lnTo>
                  <a:lnTo>
                    <a:pt x="981" y="1354"/>
                  </a:lnTo>
                  <a:lnTo>
                    <a:pt x="981" y="1260"/>
                  </a:lnTo>
                  <a:lnTo>
                    <a:pt x="1028" y="1167"/>
                  </a:lnTo>
                  <a:lnTo>
                    <a:pt x="1308" y="980"/>
                  </a:lnTo>
                  <a:lnTo>
                    <a:pt x="1354" y="887"/>
                  </a:lnTo>
                  <a:lnTo>
                    <a:pt x="1308" y="840"/>
                  </a:lnTo>
                  <a:lnTo>
                    <a:pt x="934" y="327"/>
                  </a:lnTo>
                  <a:lnTo>
                    <a:pt x="748" y="140"/>
                  </a:lnTo>
                  <a:lnTo>
                    <a:pt x="514" y="47"/>
                  </a:lnTo>
                  <a:lnTo>
                    <a:pt x="2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94" name="Google Shape;10694;p79"/>
          <p:cNvGrpSpPr/>
          <p:nvPr/>
        </p:nvGrpSpPr>
        <p:grpSpPr>
          <a:xfrm>
            <a:off x="7872025" y="1879675"/>
            <a:ext cx="208850" cy="336025"/>
            <a:chOff x="7802775" y="1879675"/>
            <a:chExt cx="208850" cy="336025"/>
          </a:xfrm>
        </p:grpSpPr>
        <p:sp>
          <p:nvSpPr>
            <p:cNvPr id="10695" name="Google Shape;10695;p79"/>
            <p:cNvSpPr/>
            <p:nvPr/>
          </p:nvSpPr>
          <p:spPr>
            <a:xfrm>
              <a:off x="7816775" y="1879675"/>
              <a:ext cx="180850" cy="170350"/>
            </a:xfrm>
            <a:custGeom>
              <a:rect b="b" l="l" r="r" t="t"/>
              <a:pathLst>
                <a:path extrusionOk="0" h="6814" w="7234">
                  <a:moveTo>
                    <a:pt x="467" y="0"/>
                  </a:moveTo>
                  <a:lnTo>
                    <a:pt x="280" y="47"/>
                  </a:lnTo>
                  <a:lnTo>
                    <a:pt x="140" y="140"/>
                  </a:lnTo>
                  <a:lnTo>
                    <a:pt x="0" y="280"/>
                  </a:lnTo>
                  <a:lnTo>
                    <a:pt x="0" y="467"/>
                  </a:lnTo>
                  <a:lnTo>
                    <a:pt x="0" y="6814"/>
                  </a:lnTo>
                  <a:lnTo>
                    <a:pt x="7234" y="6814"/>
                  </a:lnTo>
                  <a:lnTo>
                    <a:pt x="6954" y="700"/>
                  </a:lnTo>
                  <a:lnTo>
                    <a:pt x="6954" y="234"/>
                  </a:lnTo>
                  <a:lnTo>
                    <a:pt x="6907" y="47"/>
                  </a:lnTo>
                  <a:lnTo>
                    <a:pt x="681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6" name="Google Shape;10696;p79"/>
            <p:cNvSpPr/>
            <p:nvPr/>
          </p:nvSpPr>
          <p:spPr>
            <a:xfrm>
              <a:off x="7847100" y="1910000"/>
              <a:ext cx="46700" cy="46700"/>
            </a:xfrm>
            <a:custGeom>
              <a:rect b="b" l="l" r="r" t="t"/>
              <a:pathLst>
                <a:path extrusionOk="0" h="1868" w="1868">
                  <a:moveTo>
                    <a:pt x="141" y="1"/>
                  </a:moveTo>
                  <a:lnTo>
                    <a:pt x="47" y="47"/>
                  </a:lnTo>
                  <a:lnTo>
                    <a:pt x="1" y="141"/>
                  </a:lnTo>
                  <a:lnTo>
                    <a:pt x="1" y="234"/>
                  </a:lnTo>
                  <a:lnTo>
                    <a:pt x="1" y="1681"/>
                  </a:lnTo>
                  <a:lnTo>
                    <a:pt x="1" y="1727"/>
                  </a:lnTo>
                  <a:lnTo>
                    <a:pt x="47" y="1821"/>
                  </a:lnTo>
                  <a:lnTo>
                    <a:pt x="141" y="1867"/>
                  </a:lnTo>
                  <a:lnTo>
                    <a:pt x="1727" y="1867"/>
                  </a:lnTo>
                  <a:lnTo>
                    <a:pt x="1821" y="1821"/>
                  </a:lnTo>
                  <a:lnTo>
                    <a:pt x="1867" y="1727"/>
                  </a:lnTo>
                  <a:lnTo>
                    <a:pt x="1867" y="1681"/>
                  </a:lnTo>
                  <a:lnTo>
                    <a:pt x="1867" y="234"/>
                  </a:lnTo>
                  <a:lnTo>
                    <a:pt x="1867" y="141"/>
                  </a:lnTo>
                  <a:lnTo>
                    <a:pt x="1821" y="47"/>
                  </a:lnTo>
                  <a:lnTo>
                    <a:pt x="172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7" name="Google Shape;10697;p79"/>
            <p:cNvSpPr/>
            <p:nvPr/>
          </p:nvSpPr>
          <p:spPr>
            <a:xfrm>
              <a:off x="7920600" y="1910000"/>
              <a:ext cx="46700" cy="46700"/>
            </a:xfrm>
            <a:custGeom>
              <a:rect b="b" l="l" r="r" t="t"/>
              <a:pathLst>
                <a:path extrusionOk="0" h="1868" w="1868">
                  <a:moveTo>
                    <a:pt x="94" y="1"/>
                  </a:moveTo>
                  <a:lnTo>
                    <a:pt x="47" y="47"/>
                  </a:lnTo>
                  <a:lnTo>
                    <a:pt x="1" y="141"/>
                  </a:lnTo>
                  <a:lnTo>
                    <a:pt x="1" y="234"/>
                  </a:lnTo>
                  <a:lnTo>
                    <a:pt x="1" y="1681"/>
                  </a:lnTo>
                  <a:lnTo>
                    <a:pt x="1" y="1727"/>
                  </a:lnTo>
                  <a:lnTo>
                    <a:pt x="47" y="1821"/>
                  </a:lnTo>
                  <a:lnTo>
                    <a:pt x="94" y="1867"/>
                  </a:lnTo>
                  <a:lnTo>
                    <a:pt x="1728" y="1867"/>
                  </a:lnTo>
                  <a:lnTo>
                    <a:pt x="1821" y="1821"/>
                  </a:lnTo>
                  <a:lnTo>
                    <a:pt x="1868" y="1727"/>
                  </a:lnTo>
                  <a:lnTo>
                    <a:pt x="1868" y="1681"/>
                  </a:lnTo>
                  <a:lnTo>
                    <a:pt x="1868" y="234"/>
                  </a:lnTo>
                  <a:lnTo>
                    <a:pt x="1868" y="141"/>
                  </a:lnTo>
                  <a:lnTo>
                    <a:pt x="1821" y="47"/>
                  </a:lnTo>
                  <a:lnTo>
                    <a:pt x="172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8" name="Google Shape;10698;p79"/>
            <p:cNvSpPr/>
            <p:nvPr/>
          </p:nvSpPr>
          <p:spPr>
            <a:xfrm>
              <a:off x="7847100" y="1988175"/>
              <a:ext cx="46700" cy="46700"/>
            </a:xfrm>
            <a:custGeom>
              <a:rect b="b" l="l" r="r" t="t"/>
              <a:pathLst>
                <a:path extrusionOk="0" h="1868" w="1868">
                  <a:moveTo>
                    <a:pt x="141" y="0"/>
                  </a:moveTo>
                  <a:lnTo>
                    <a:pt x="47" y="47"/>
                  </a:lnTo>
                  <a:lnTo>
                    <a:pt x="1" y="140"/>
                  </a:lnTo>
                  <a:lnTo>
                    <a:pt x="1" y="187"/>
                  </a:lnTo>
                  <a:lnTo>
                    <a:pt x="1" y="1634"/>
                  </a:lnTo>
                  <a:lnTo>
                    <a:pt x="1" y="1727"/>
                  </a:lnTo>
                  <a:lnTo>
                    <a:pt x="47" y="1820"/>
                  </a:lnTo>
                  <a:lnTo>
                    <a:pt x="141" y="1867"/>
                  </a:lnTo>
                  <a:lnTo>
                    <a:pt x="1727" y="1867"/>
                  </a:lnTo>
                  <a:lnTo>
                    <a:pt x="1821" y="1820"/>
                  </a:lnTo>
                  <a:lnTo>
                    <a:pt x="1867" y="1727"/>
                  </a:lnTo>
                  <a:lnTo>
                    <a:pt x="1867" y="1634"/>
                  </a:lnTo>
                  <a:lnTo>
                    <a:pt x="1867" y="187"/>
                  </a:lnTo>
                  <a:lnTo>
                    <a:pt x="1867" y="140"/>
                  </a:lnTo>
                  <a:lnTo>
                    <a:pt x="1821" y="47"/>
                  </a:lnTo>
                  <a:lnTo>
                    <a:pt x="172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9" name="Google Shape;10699;p79"/>
            <p:cNvSpPr/>
            <p:nvPr/>
          </p:nvSpPr>
          <p:spPr>
            <a:xfrm>
              <a:off x="7920600" y="1988175"/>
              <a:ext cx="46700" cy="46700"/>
            </a:xfrm>
            <a:custGeom>
              <a:rect b="b" l="l" r="r" t="t"/>
              <a:pathLst>
                <a:path extrusionOk="0" h="1868" w="1868">
                  <a:moveTo>
                    <a:pt x="94" y="0"/>
                  </a:moveTo>
                  <a:lnTo>
                    <a:pt x="47" y="47"/>
                  </a:lnTo>
                  <a:lnTo>
                    <a:pt x="1" y="140"/>
                  </a:lnTo>
                  <a:lnTo>
                    <a:pt x="1" y="187"/>
                  </a:lnTo>
                  <a:lnTo>
                    <a:pt x="1" y="1634"/>
                  </a:lnTo>
                  <a:lnTo>
                    <a:pt x="1" y="1727"/>
                  </a:lnTo>
                  <a:lnTo>
                    <a:pt x="47" y="1820"/>
                  </a:lnTo>
                  <a:lnTo>
                    <a:pt x="94" y="1867"/>
                  </a:lnTo>
                  <a:lnTo>
                    <a:pt x="1728" y="1867"/>
                  </a:lnTo>
                  <a:lnTo>
                    <a:pt x="1821" y="1820"/>
                  </a:lnTo>
                  <a:lnTo>
                    <a:pt x="1868" y="1727"/>
                  </a:lnTo>
                  <a:lnTo>
                    <a:pt x="1868" y="1634"/>
                  </a:lnTo>
                  <a:lnTo>
                    <a:pt x="1868" y="187"/>
                  </a:lnTo>
                  <a:lnTo>
                    <a:pt x="1868" y="140"/>
                  </a:lnTo>
                  <a:lnTo>
                    <a:pt x="1821" y="47"/>
                  </a:lnTo>
                  <a:lnTo>
                    <a:pt x="1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0" name="Google Shape;10700;p79"/>
            <p:cNvSpPr/>
            <p:nvPr/>
          </p:nvSpPr>
          <p:spPr>
            <a:xfrm>
              <a:off x="7968450" y="1879675"/>
              <a:ext cx="29175" cy="170350"/>
            </a:xfrm>
            <a:custGeom>
              <a:rect b="b" l="l" r="r" t="t"/>
              <a:pathLst>
                <a:path extrusionOk="0" h="6814" w="1167">
                  <a:moveTo>
                    <a:pt x="0" y="0"/>
                  </a:moveTo>
                  <a:lnTo>
                    <a:pt x="187" y="47"/>
                  </a:lnTo>
                  <a:lnTo>
                    <a:pt x="374" y="140"/>
                  </a:lnTo>
                  <a:lnTo>
                    <a:pt x="467" y="280"/>
                  </a:lnTo>
                  <a:lnTo>
                    <a:pt x="514" y="467"/>
                  </a:lnTo>
                  <a:lnTo>
                    <a:pt x="514" y="6814"/>
                  </a:lnTo>
                  <a:lnTo>
                    <a:pt x="1167" y="6814"/>
                  </a:lnTo>
                  <a:lnTo>
                    <a:pt x="1167" y="467"/>
                  </a:lnTo>
                  <a:lnTo>
                    <a:pt x="1120" y="280"/>
                  </a:lnTo>
                  <a:lnTo>
                    <a:pt x="1027" y="140"/>
                  </a:lnTo>
                  <a:lnTo>
                    <a:pt x="887" y="47"/>
                  </a:lnTo>
                  <a:lnTo>
                    <a:pt x="70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1" name="Google Shape;10701;p79"/>
            <p:cNvSpPr/>
            <p:nvPr/>
          </p:nvSpPr>
          <p:spPr>
            <a:xfrm>
              <a:off x="7808600" y="2025500"/>
              <a:ext cx="189025" cy="190200"/>
            </a:xfrm>
            <a:custGeom>
              <a:rect b="b" l="l" r="r" t="t"/>
              <a:pathLst>
                <a:path extrusionOk="0" h="7608" w="7561">
                  <a:moveTo>
                    <a:pt x="1" y="1"/>
                  </a:moveTo>
                  <a:lnTo>
                    <a:pt x="1" y="7094"/>
                  </a:lnTo>
                  <a:lnTo>
                    <a:pt x="47" y="7281"/>
                  </a:lnTo>
                  <a:lnTo>
                    <a:pt x="141" y="7468"/>
                  </a:lnTo>
                  <a:lnTo>
                    <a:pt x="327" y="7561"/>
                  </a:lnTo>
                  <a:lnTo>
                    <a:pt x="514" y="7608"/>
                  </a:lnTo>
                  <a:lnTo>
                    <a:pt x="7374" y="7608"/>
                  </a:lnTo>
                  <a:lnTo>
                    <a:pt x="7421" y="7514"/>
                  </a:lnTo>
                  <a:lnTo>
                    <a:pt x="7468" y="7281"/>
                  </a:lnTo>
                  <a:lnTo>
                    <a:pt x="7514" y="6394"/>
                  </a:lnTo>
                  <a:lnTo>
                    <a:pt x="7561" y="3781"/>
                  </a:lnTo>
                  <a:lnTo>
                    <a:pt x="756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2" name="Google Shape;10702;p79"/>
            <p:cNvSpPr/>
            <p:nvPr/>
          </p:nvSpPr>
          <p:spPr>
            <a:xfrm>
              <a:off x="7975450" y="2025500"/>
              <a:ext cx="29175" cy="190200"/>
            </a:xfrm>
            <a:custGeom>
              <a:rect b="b" l="l" r="r" t="t"/>
              <a:pathLst>
                <a:path extrusionOk="0" h="7608" w="1167">
                  <a:moveTo>
                    <a:pt x="514" y="1"/>
                  </a:moveTo>
                  <a:lnTo>
                    <a:pt x="514" y="7094"/>
                  </a:lnTo>
                  <a:lnTo>
                    <a:pt x="467" y="7281"/>
                  </a:lnTo>
                  <a:lnTo>
                    <a:pt x="374" y="7468"/>
                  </a:lnTo>
                  <a:lnTo>
                    <a:pt x="187" y="7561"/>
                  </a:lnTo>
                  <a:lnTo>
                    <a:pt x="0" y="7608"/>
                  </a:lnTo>
                  <a:lnTo>
                    <a:pt x="700" y="7608"/>
                  </a:lnTo>
                  <a:lnTo>
                    <a:pt x="887" y="7561"/>
                  </a:lnTo>
                  <a:lnTo>
                    <a:pt x="1027" y="7468"/>
                  </a:lnTo>
                  <a:lnTo>
                    <a:pt x="1167" y="7281"/>
                  </a:lnTo>
                  <a:lnTo>
                    <a:pt x="1167" y="7094"/>
                  </a:lnTo>
                  <a:lnTo>
                    <a:pt x="11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3" name="Google Shape;10703;p79"/>
            <p:cNvSpPr/>
            <p:nvPr/>
          </p:nvSpPr>
          <p:spPr>
            <a:xfrm>
              <a:off x="7849450" y="2040675"/>
              <a:ext cx="109675" cy="134200"/>
            </a:xfrm>
            <a:custGeom>
              <a:rect b="b" l="l" r="r" t="t"/>
              <a:pathLst>
                <a:path extrusionOk="0" h="5368" w="4387">
                  <a:moveTo>
                    <a:pt x="0" y="0"/>
                  </a:moveTo>
                  <a:lnTo>
                    <a:pt x="0" y="5134"/>
                  </a:lnTo>
                  <a:lnTo>
                    <a:pt x="0" y="5227"/>
                  </a:lnTo>
                  <a:lnTo>
                    <a:pt x="47" y="5321"/>
                  </a:lnTo>
                  <a:lnTo>
                    <a:pt x="140" y="5367"/>
                  </a:lnTo>
                  <a:lnTo>
                    <a:pt x="4387" y="5367"/>
                  </a:lnTo>
                  <a:lnTo>
                    <a:pt x="4387" y="5134"/>
                  </a:lnTo>
                  <a:lnTo>
                    <a:pt x="4387" y="4527"/>
                  </a:lnTo>
                  <a:lnTo>
                    <a:pt x="4294" y="2707"/>
                  </a:lnTo>
                  <a:lnTo>
                    <a:pt x="415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4" name="Google Shape;10704;p79"/>
            <p:cNvSpPr/>
            <p:nvPr/>
          </p:nvSpPr>
          <p:spPr>
            <a:xfrm>
              <a:off x="7943950" y="2040675"/>
              <a:ext cx="21025" cy="134200"/>
            </a:xfrm>
            <a:custGeom>
              <a:rect b="b" l="l" r="r" t="t"/>
              <a:pathLst>
                <a:path extrusionOk="0" h="5368" w="841">
                  <a:moveTo>
                    <a:pt x="140" y="0"/>
                  </a:moveTo>
                  <a:lnTo>
                    <a:pt x="140" y="5134"/>
                  </a:lnTo>
                  <a:lnTo>
                    <a:pt x="140" y="5227"/>
                  </a:lnTo>
                  <a:lnTo>
                    <a:pt x="94" y="5321"/>
                  </a:lnTo>
                  <a:lnTo>
                    <a:pt x="0" y="5367"/>
                  </a:lnTo>
                  <a:lnTo>
                    <a:pt x="700" y="5367"/>
                  </a:lnTo>
                  <a:lnTo>
                    <a:pt x="747" y="5321"/>
                  </a:lnTo>
                  <a:lnTo>
                    <a:pt x="794" y="5227"/>
                  </a:lnTo>
                  <a:lnTo>
                    <a:pt x="840" y="5134"/>
                  </a:lnTo>
                  <a:lnTo>
                    <a:pt x="84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5" name="Google Shape;10705;p79"/>
            <p:cNvSpPr/>
            <p:nvPr/>
          </p:nvSpPr>
          <p:spPr>
            <a:xfrm>
              <a:off x="7802775" y="2013850"/>
              <a:ext cx="204200" cy="80525"/>
            </a:xfrm>
            <a:custGeom>
              <a:rect b="b" l="l" r="r" t="t"/>
              <a:pathLst>
                <a:path extrusionOk="0" h="3221" w="8168">
                  <a:moveTo>
                    <a:pt x="140" y="0"/>
                  </a:moveTo>
                  <a:lnTo>
                    <a:pt x="47" y="47"/>
                  </a:lnTo>
                  <a:lnTo>
                    <a:pt x="0" y="140"/>
                  </a:lnTo>
                  <a:lnTo>
                    <a:pt x="0" y="187"/>
                  </a:lnTo>
                  <a:lnTo>
                    <a:pt x="0" y="2847"/>
                  </a:lnTo>
                  <a:lnTo>
                    <a:pt x="47" y="2940"/>
                  </a:lnTo>
                  <a:lnTo>
                    <a:pt x="140" y="2940"/>
                  </a:lnTo>
                  <a:lnTo>
                    <a:pt x="1400" y="2427"/>
                  </a:lnTo>
                  <a:lnTo>
                    <a:pt x="1494" y="2380"/>
                  </a:lnTo>
                  <a:lnTo>
                    <a:pt x="1587" y="2427"/>
                  </a:lnTo>
                  <a:lnTo>
                    <a:pt x="2987" y="3033"/>
                  </a:lnTo>
                  <a:lnTo>
                    <a:pt x="3080" y="3080"/>
                  </a:lnTo>
                  <a:lnTo>
                    <a:pt x="3174" y="3033"/>
                  </a:lnTo>
                  <a:lnTo>
                    <a:pt x="3220" y="2987"/>
                  </a:lnTo>
                  <a:lnTo>
                    <a:pt x="3267" y="2940"/>
                  </a:lnTo>
                  <a:lnTo>
                    <a:pt x="3594" y="2147"/>
                  </a:lnTo>
                  <a:lnTo>
                    <a:pt x="3640" y="2053"/>
                  </a:lnTo>
                  <a:lnTo>
                    <a:pt x="3734" y="2007"/>
                  </a:lnTo>
                  <a:lnTo>
                    <a:pt x="4667" y="1727"/>
                  </a:lnTo>
                  <a:lnTo>
                    <a:pt x="4760" y="1680"/>
                  </a:lnTo>
                  <a:lnTo>
                    <a:pt x="4854" y="1727"/>
                  </a:lnTo>
                  <a:lnTo>
                    <a:pt x="6907" y="3220"/>
                  </a:lnTo>
                  <a:lnTo>
                    <a:pt x="7047" y="3220"/>
                  </a:lnTo>
                  <a:lnTo>
                    <a:pt x="8074" y="2940"/>
                  </a:lnTo>
                  <a:lnTo>
                    <a:pt x="8074" y="2893"/>
                  </a:lnTo>
                  <a:lnTo>
                    <a:pt x="8121" y="2800"/>
                  </a:lnTo>
                  <a:lnTo>
                    <a:pt x="8121" y="2660"/>
                  </a:lnTo>
                  <a:lnTo>
                    <a:pt x="8074" y="373"/>
                  </a:lnTo>
                  <a:lnTo>
                    <a:pt x="8167" y="140"/>
                  </a:lnTo>
                  <a:lnTo>
                    <a:pt x="8167" y="47"/>
                  </a:lnTo>
                  <a:lnTo>
                    <a:pt x="81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6" name="Google Shape;10706;p79"/>
            <p:cNvSpPr/>
            <p:nvPr/>
          </p:nvSpPr>
          <p:spPr>
            <a:xfrm>
              <a:off x="7974275" y="2013850"/>
              <a:ext cx="37350" cy="80525"/>
            </a:xfrm>
            <a:custGeom>
              <a:rect b="b" l="l" r="r" t="t"/>
              <a:pathLst>
                <a:path extrusionOk="0" h="3221" w="1494">
                  <a:moveTo>
                    <a:pt x="701" y="0"/>
                  </a:moveTo>
                  <a:lnTo>
                    <a:pt x="747" y="47"/>
                  </a:lnTo>
                  <a:lnTo>
                    <a:pt x="794" y="140"/>
                  </a:lnTo>
                  <a:lnTo>
                    <a:pt x="794" y="187"/>
                  </a:lnTo>
                  <a:lnTo>
                    <a:pt x="794" y="2940"/>
                  </a:lnTo>
                  <a:lnTo>
                    <a:pt x="794" y="2987"/>
                  </a:lnTo>
                  <a:lnTo>
                    <a:pt x="701" y="3033"/>
                  </a:lnTo>
                  <a:lnTo>
                    <a:pt x="1" y="3174"/>
                  </a:lnTo>
                  <a:lnTo>
                    <a:pt x="47" y="3220"/>
                  </a:lnTo>
                  <a:lnTo>
                    <a:pt x="187" y="3220"/>
                  </a:lnTo>
                  <a:lnTo>
                    <a:pt x="1401" y="3033"/>
                  </a:lnTo>
                  <a:lnTo>
                    <a:pt x="1447" y="2987"/>
                  </a:lnTo>
                  <a:lnTo>
                    <a:pt x="1494" y="2940"/>
                  </a:lnTo>
                  <a:lnTo>
                    <a:pt x="1494" y="187"/>
                  </a:lnTo>
                  <a:lnTo>
                    <a:pt x="1494" y="140"/>
                  </a:lnTo>
                  <a:lnTo>
                    <a:pt x="1447" y="47"/>
                  </a:lnTo>
                  <a:lnTo>
                    <a:pt x="13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07" name="Google Shape;10707;p79"/>
          <p:cNvGrpSpPr/>
          <p:nvPr/>
        </p:nvGrpSpPr>
        <p:grpSpPr>
          <a:xfrm>
            <a:off x="1050275" y="2579700"/>
            <a:ext cx="210050" cy="336025"/>
            <a:chOff x="981025" y="2579700"/>
            <a:chExt cx="210050" cy="336025"/>
          </a:xfrm>
        </p:grpSpPr>
        <p:sp>
          <p:nvSpPr>
            <p:cNvPr id="10708" name="Google Shape;10708;p79"/>
            <p:cNvSpPr/>
            <p:nvPr/>
          </p:nvSpPr>
          <p:spPr>
            <a:xfrm>
              <a:off x="1097700" y="2753525"/>
              <a:ext cx="73525" cy="162200"/>
            </a:xfrm>
            <a:custGeom>
              <a:rect b="b" l="l" r="r" t="t"/>
              <a:pathLst>
                <a:path extrusionOk="0" h="6488" w="2941">
                  <a:moveTo>
                    <a:pt x="1121" y="3081"/>
                  </a:moveTo>
                  <a:lnTo>
                    <a:pt x="887" y="3874"/>
                  </a:lnTo>
                  <a:lnTo>
                    <a:pt x="841" y="4294"/>
                  </a:lnTo>
                  <a:lnTo>
                    <a:pt x="794" y="4714"/>
                  </a:lnTo>
                  <a:lnTo>
                    <a:pt x="794" y="5088"/>
                  </a:lnTo>
                  <a:lnTo>
                    <a:pt x="794" y="5414"/>
                  </a:lnTo>
                  <a:lnTo>
                    <a:pt x="887" y="5694"/>
                  </a:lnTo>
                  <a:lnTo>
                    <a:pt x="1027" y="5974"/>
                  </a:lnTo>
                  <a:lnTo>
                    <a:pt x="747" y="5834"/>
                  </a:lnTo>
                  <a:lnTo>
                    <a:pt x="561" y="5601"/>
                  </a:lnTo>
                  <a:lnTo>
                    <a:pt x="467" y="5321"/>
                  </a:lnTo>
                  <a:lnTo>
                    <a:pt x="421" y="5041"/>
                  </a:lnTo>
                  <a:lnTo>
                    <a:pt x="467" y="4527"/>
                  </a:lnTo>
                  <a:lnTo>
                    <a:pt x="607" y="4014"/>
                  </a:lnTo>
                  <a:lnTo>
                    <a:pt x="841" y="3454"/>
                  </a:lnTo>
                  <a:lnTo>
                    <a:pt x="981" y="3267"/>
                  </a:lnTo>
                  <a:lnTo>
                    <a:pt x="1121" y="3081"/>
                  </a:lnTo>
                  <a:close/>
                  <a:moveTo>
                    <a:pt x="1821" y="3081"/>
                  </a:moveTo>
                  <a:lnTo>
                    <a:pt x="2007" y="3314"/>
                  </a:lnTo>
                  <a:lnTo>
                    <a:pt x="2194" y="3687"/>
                  </a:lnTo>
                  <a:lnTo>
                    <a:pt x="2334" y="4061"/>
                  </a:lnTo>
                  <a:lnTo>
                    <a:pt x="2474" y="4434"/>
                  </a:lnTo>
                  <a:lnTo>
                    <a:pt x="2521" y="4761"/>
                  </a:lnTo>
                  <a:lnTo>
                    <a:pt x="2567" y="5041"/>
                  </a:lnTo>
                  <a:lnTo>
                    <a:pt x="2521" y="5321"/>
                  </a:lnTo>
                  <a:lnTo>
                    <a:pt x="2381" y="5601"/>
                  </a:lnTo>
                  <a:lnTo>
                    <a:pt x="2194" y="5834"/>
                  </a:lnTo>
                  <a:lnTo>
                    <a:pt x="1961" y="5974"/>
                  </a:lnTo>
                  <a:lnTo>
                    <a:pt x="2054" y="5694"/>
                  </a:lnTo>
                  <a:lnTo>
                    <a:pt x="2147" y="5414"/>
                  </a:lnTo>
                  <a:lnTo>
                    <a:pt x="2194" y="5088"/>
                  </a:lnTo>
                  <a:lnTo>
                    <a:pt x="2194" y="4714"/>
                  </a:lnTo>
                  <a:lnTo>
                    <a:pt x="2147" y="4294"/>
                  </a:lnTo>
                  <a:lnTo>
                    <a:pt x="2054" y="3874"/>
                  </a:lnTo>
                  <a:lnTo>
                    <a:pt x="1821" y="3081"/>
                  </a:lnTo>
                  <a:close/>
                  <a:moveTo>
                    <a:pt x="1494" y="3314"/>
                  </a:moveTo>
                  <a:lnTo>
                    <a:pt x="1681" y="4154"/>
                  </a:lnTo>
                  <a:lnTo>
                    <a:pt x="1774" y="4527"/>
                  </a:lnTo>
                  <a:lnTo>
                    <a:pt x="1774" y="4854"/>
                  </a:lnTo>
                  <a:lnTo>
                    <a:pt x="1774" y="5181"/>
                  </a:lnTo>
                  <a:lnTo>
                    <a:pt x="1727" y="5508"/>
                  </a:lnTo>
                  <a:lnTo>
                    <a:pt x="1634" y="5741"/>
                  </a:lnTo>
                  <a:lnTo>
                    <a:pt x="1494" y="6021"/>
                  </a:lnTo>
                  <a:lnTo>
                    <a:pt x="1354" y="5741"/>
                  </a:lnTo>
                  <a:lnTo>
                    <a:pt x="1261" y="5508"/>
                  </a:lnTo>
                  <a:lnTo>
                    <a:pt x="1167" y="5181"/>
                  </a:lnTo>
                  <a:lnTo>
                    <a:pt x="1167" y="4854"/>
                  </a:lnTo>
                  <a:lnTo>
                    <a:pt x="1214" y="4527"/>
                  </a:lnTo>
                  <a:lnTo>
                    <a:pt x="1261" y="4154"/>
                  </a:lnTo>
                  <a:lnTo>
                    <a:pt x="1494" y="3314"/>
                  </a:lnTo>
                  <a:close/>
                  <a:moveTo>
                    <a:pt x="1494" y="1"/>
                  </a:moveTo>
                  <a:lnTo>
                    <a:pt x="1401" y="47"/>
                  </a:lnTo>
                  <a:lnTo>
                    <a:pt x="1354" y="141"/>
                  </a:lnTo>
                  <a:lnTo>
                    <a:pt x="1261" y="327"/>
                  </a:lnTo>
                  <a:lnTo>
                    <a:pt x="1261" y="2474"/>
                  </a:lnTo>
                  <a:lnTo>
                    <a:pt x="1121" y="2567"/>
                  </a:lnTo>
                  <a:lnTo>
                    <a:pt x="981" y="2661"/>
                  </a:lnTo>
                  <a:lnTo>
                    <a:pt x="747" y="2894"/>
                  </a:lnTo>
                  <a:lnTo>
                    <a:pt x="561" y="3174"/>
                  </a:lnTo>
                  <a:lnTo>
                    <a:pt x="374" y="3501"/>
                  </a:lnTo>
                  <a:lnTo>
                    <a:pt x="234" y="3921"/>
                  </a:lnTo>
                  <a:lnTo>
                    <a:pt x="94" y="4294"/>
                  </a:lnTo>
                  <a:lnTo>
                    <a:pt x="47" y="4714"/>
                  </a:lnTo>
                  <a:lnTo>
                    <a:pt x="1" y="5041"/>
                  </a:lnTo>
                  <a:lnTo>
                    <a:pt x="47" y="5321"/>
                  </a:lnTo>
                  <a:lnTo>
                    <a:pt x="141" y="5601"/>
                  </a:lnTo>
                  <a:lnTo>
                    <a:pt x="234" y="5834"/>
                  </a:lnTo>
                  <a:lnTo>
                    <a:pt x="421" y="6068"/>
                  </a:lnTo>
                  <a:lnTo>
                    <a:pt x="654" y="6254"/>
                  </a:lnTo>
                  <a:lnTo>
                    <a:pt x="887" y="6394"/>
                  </a:lnTo>
                  <a:lnTo>
                    <a:pt x="1167" y="6488"/>
                  </a:lnTo>
                  <a:lnTo>
                    <a:pt x="1774" y="6488"/>
                  </a:lnTo>
                  <a:lnTo>
                    <a:pt x="2054" y="6394"/>
                  </a:lnTo>
                  <a:lnTo>
                    <a:pt x="2287" y="6254"/>
                  </a:lnTo>
                  <a:lnTo>
                    <a:pt x="2521" y="6068"/>
                  </a:lnTo>
                  <a:lnTo>
                    <a:pt x="2707" y="5834"/>
                  </a:lnTo>
                  <a:lnTo>
                    <a:pt x="2847" y="5601"/>
                  </a:lnTo>
                  <a:lnTo>
                    <a:pt x="2941" y="5321"/>
                  </a:lnTo>
                  <a:lnTo>
                    <a:pt x="2941" y="5041"/>
                  </a:lnTo>
                  <a:lnTo>
                    <a:pt x="2941" y="4761"/>
                  </a:lnTo>
                  <a:lnTo>
                    <a:pt x="2847" y="4387"/>
                  </a:lnTo>
                  <a:lnTo>
                    <a:pt x="2754" y="4014"/>
                  </a:lnTo>
                  <a:lnTo>
                    <a:pt x="2614" y="3594"/>
                  </a:lnTo>
                  <a:lnTo>
                    <a:pt x="2427" y="3221"/>
                  </a:lnTo>
                  <a:lnTo>
                    <a:pt x="2194" y="2894"/>
                  </a:lnTo>
                  <a:lnTo>
                    <a:pt x="1961" y="2661"/>
                  </a:lnTo>
                  <a:lnTo>
                    <a:pt x="1821" y="2567"/>
                  </a:lnTo>
                  <a:lnTo>
                    <a:pt x="1681" y="2521"/>
                  </a:lnTo>
                  <a:lnTo>
                    <a:pt x="1681" y="327"/>
                  </a:lnTo>
                  <a:lnTo>
                    <a:pt x="1634" y="141"/>
                  </a:lnTo>
                  <a:lnTo>
                    <a:pt x="1541" y="47"/>
                  </a:lnTo>
                  <a:lnTo>
                    <a:pt x="149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9" name="Google Shape;10709;p79"/>
            <p:cNvSpPr/>
            <p:nvPr/>
          </p:nvSpPr>
          <p:spPr>
            <a:xfrm>
              <a:off x="1060375" y="2613525"/>
              <a:ext cx="54850" cy="19850"/>
            </a:xfrm>
            <a:custGeom>
              <a:rect b="b" l="l" r="r" t="t"/>
              <a:pathLst>
                <a:path extrusionOk="0" h="794" w="2194">
                  <a:moveTo>
                    <a:pt x="0" y="1"/>
                  </a:moveTo>
                  <a:lnTo>
                    <a:pt x="0" y="514"/>
                  </a:lnTo>
                  <a:lnTo>
                    <a:pt x="0" y="607"/>
                  </a:lnTo>
                  <a:lnTo>
                    <a:pt x="94" y="701"/>
                  </a:lnTo>
                  <a:lnTo>
                    <a:pt x="187" y="794"/>
                  </a:lnTo>
                  <a:lnTo>
                    <a:pt x="1540" y="794"/>
                  </a:lnTo>
                  <a:lnTo>
                    <a:pt x="219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0" name="Google Shape;10710;p79"/>
            <p:cNvSpPr/>
            <p:nvPr/>
          </p:nvSpPr>
          <p:spPr>
            <a:xfrm>
              <a:off x="1112875" y="2720850"/>
              <a:ext cx="44350" cy="42050"/>
            </a:xfrm>
            <a:custGeom>
              <a:rect b="b" l="l" r="r" t="t"/>
              <a:pathLst>
                <a:path extrusionOk="0" h="1682" w="1774">
                  <a:moveTo>
                    <a:pt x="0" y="1"/>
                  </a:moveTo>
                  <a:lnTo>
                    <a:pt x="0" y="1354"/>
                  </a:lnTo>
                  <a:lnTo>
                    <a:pt x="0" y="1448"/>
                  </a:lnTo>
                  <a:lnTo>
                    <a:pt x="94" y="1588"/>
                  </a:lnTo>
                  <a:lnTo>
                    <a:pt x="187" y="1634"/>
                  </a:lnTo>
                  <a:lnTo>
                    <a:pt x="280" y="1681"/>
                  </a:lnTo>
                  <a:lnTo>
                    <a:pt x="1447" y="1681"/>
                  </a:lnTo>
                  <a:lnTo>
                    <a:pt x="1540" y="1634"/>
                  </a:lnTo>
                  <a:lnTo>
                    <a:pt x="1540" y="1541"/>
                  </a:lnTo>
                  <a:lnTo>
                    <a:pt x="1494" y="1308"/>
                  </a:lnTo>
                  <a:lnTo>
                    <a:pt x="17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1" name="Google Shape;10711;p79"/>
            <p:cNvSpPr/>
            <p:nvPr/>
          </p:nvSpPr>
          <p:spPr>
            <a:xfrm>
              <a:off x="1132700" y="2720850"/>
              <a:ext cx="24525" cy="42050"/>
            </a:xfrm>
            <a:custGeom>
              <a:rect b="b" l="l" r="r" t="t"/>
              <a:pathLst>
                <a:path extrusionOk="0" h="1682" w="981">
                  <a:moveTo>
                    <a:pt x="281" y="1"/>
                  </a:moveTo>
                  <a:lnTo>
                    <a:pt x="281" y="1354"/>
                  </a:lnTo>
                  <a:lnTo>
                    <a:pt x="281" y="1448"/>
                  </a:lnTo>
                  <a:lnTo>
                    <a:pt x="187" y="1588"/>
                  </a:lnTo>
                  <a:lnTo>
                    <a:pt x="94" y="1634"/>
                  </a:lnTo>
                  <a:lnTo>
                    <a:pt x="1" y="1681"/>
                  </a:lnTo>
                  <a:lnTo>
                    <a:pt x="654" y="1681"/>
                  </a:lnTo>
                  <a:lnTo>
                    <a:pt x="794" y="1634"/>
                  </a:lnTo>
                  <a:lnTo>
                    <a:pt x="887" y="1588"/>
                  </a:lnTo>
                  <a:lnTo>
                    <a:pt x="934" y="1448"/>
                  </a:lnTo>
                  <a:lnTo>
                    <a:pt x="981" y="1354"/>
                  </a:lnTo>
                  <a:lnTo>
                    <a:pt x="98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2" name="Google Shape;10712;p79"/>
            <p:cNvSpPr/>
            <p:nvPr/>
          </p:nvSpPr>
          <p:spPr>
            <a:xfrm>
              <a:off x="1097700" y="2613525"/>
              <a:ext cx="17525" cy="19850"/>
            </a:xfrm>
            <a:custGeom>
              <a:rect b="b" l="l" r="r" t="t"/>
              <a:pathLst>
                <a:path extrusionOk="0" h="794" w="701">
                  <a:moveTo>
                    <a:pt x="1" y="1"/>
                  </a:moveTo>
                  <a:lnTo>
                    <a:pt x="1" y="794"/>
                  </a:lnTo>
                  <a:lnTo>
                    <a:pt x="701" y="794"/>
                  </a:lnTo>
                  <a:lnTo>
                    <a:pt x="70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3" name="Google Shape;10713;p79"/>
            <p:cNvSpPr/>
            <p:nvPr/>
          </p:nvSpPr>
          <p:spPr>
            <a:xfrm>
              <a:off x="981025" y="2579700"/>
              <a:ext cx="206550" cy="154025"/>
            </a:xfrm>
            <a:custGeom>
              <a:rect b="b" l="l" r="r" t="t"/>
              <a:pathLst>
                <a:path extrusionOk="0" h="6161" w="8262">
                  <a:moveTo>
                    <a:pt x="1167" y="0"/>
                  </a:moveTo>
                  <a:lnTo>
                    <a:pt x="1074" y="47"/>
                  </a:lnTo>
                  <a:lnTo>
                    <a:pt x="1074" y="140"/>
                  </a:lnTo>
                  <a:lnTo>
                    <a:pt x="1074" y="887"/>
                  </a:lnTo>
                  <a:lnTo>
                    <a:pt x="1074" y="1073"/>
                  </a:lnTo>
                  <a:lnTo>
                    <a:pt x="1214" y="1213"/>
                  </a:lnTo>
                  <a:lnTo>
                    <a:pt x="1354" y="1307"/>
                  </a:lnTo>
                  <a:lnTo>
                    <a:pt x="1541" y="1354"/>
                  </a:lnTo>
                  <a:lnTo>
                    <a:pt x="4808" y="1354"/>
                  </a:lnTo>
                  <a:lnTo>
                    <a:pt x="4994" y="1400"/>
                  </a:lnTo>
                  <a:lnTo>
                    <a:pt x="5134" y="1494"/>
                  </a:lnTo>
                  <a:lnTo>
                    <a:pt x="5228" y="1634"/>
                  </a:lnTo>
                  <a:lnTo>
                    <a:pt x="5274" y="1820"/>
                  </a:lnTo>
                  <a:lnTo>
                    <a:pt x="5274" y="3174"/>
                  </a:lnTo>
                  <a:lnTo>
                    <a:pt x="5274" y="3220"/>
                  </a:lnTo>
                  <a:lnTo>
                    <a:pt x="5228" y="3314"/>
                  </a:lnTo>
                  <a:lnTo>
                    <a:pt x="5134" y="3360"/>
                  </a:lnTo>
                  <a:lnTo>
                    <a:pt x="281" y="3360"/>
                  </a:lnTo>
                  <a:lnTo>
                    <a:pt x="187" y="3407"/>
                  </a:lnTo>
                  <a:lnTo>
                    <a:pt x="94" y="3454"/>
                  </a:lnTo>
                  <a:lnTo>
                    <a:pt x="1" y="3547"/>
                  </a:lnTo>
                  <a:lnTo>
                    <a:pt x="1" y="3687"/>
                  </a:lnTo>
                  <a:lnTo>
                    <a:pt x="1" y="5694"/>
                  </a:lnTo>
                  <a:lnTo>
                    <a:pt x="1" y="5880"/>
                  </a:lnTo>
                  <a:lnTo>
                    <a:pt x="141" y="6020"/>
                  </a:lnTo>
                  <a:lnTo>
                    <a:pt x="281" y="6160"/>
                  </a:lnTo>
                  <a:lnTo>
                    <a:pt x="1354" y="6160"/>
                  </a:lnTo>
                  <a:lnTo>
                    <a:pt x="2754" y="5647"/>
                  </a:lnTo>
                  <a:lnTo>
                    <a:pt x="4388" y="6160"/>
                  </a:lnTo>
                  <a:lnTo>
                    <a:pt x="7934" y="6160"/>
                  </a:lnTo>
                  <a:lnTo>
                    <a:pt x="8028" y="6114"/>
                  </a:lnTo>
                  <a:lnTo>
                    <a:pt x="8121" y="6067"/>
                  </a:lnTo>
                  <a:lnTo>
                    <a:pt x="8168" y="5974"/>
                  </a:lnTo>
                  <a:lnTo>
                    <a:pt x="8214" y="5787"/>
                  </a:lnTo>
                  <a:lnTo>
                    <a:pt x="8214" y="5507"/>
                  </a:lnTo>
                  <a:lnTo>
                    <a:pt x="8261" y="1213"/>
                  </a:lnTo>
                  <a:lnTo>
                    <a:pt x="8214" y="933"/>
                  </a:lnTo>
                  <a:lnTo>
                    <a:pt x="8028" y="513"/>
                  </a:lnTo>
                  <a:lnTo>
                    <a:pt x="7888" y="327"/>
                  </a:lnTo>
                  <a:lnTo>
                    <a:pt x="7701" y="187"/>
                  </a:lnTo>
                  <a:lnTo>
                    <a:pt x="7514" y="47"/>
                  </a:lnTo>
                  <a:lnTo>
                    <a:pt x="728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4" name="Google Shape;10714;p79"/>
            <p:cNvSpPr/>
            <p:nvPr/>
          </p:nvSpPr>
          <p:spPr>
            <a:xfrm>
              <a:off x="1144375" y="2579700"/>
              <a:ext cx="46700" cy="154025"/>
            </a:xfrm>
            <a:custGeom>
              <a:rect b="b" l="l" r="r" t="t"/>
              <a:pathLst>
                <a:path extrusionOk="0" h="6161" w="1868">
                  <a:moveTo>
                    <a:pt x="0" y="0"/>
                  </a:moveTo>
                  <a:lnTo>
                    <a:pt x="234" y="47"/>
                  </a:lnTo>
                  <a:lnTo>
                    <a:pt x="467" y="93"/>
                  </a:lnTo>
                  <a:lnTo>
                    <a:pt x="700" y="233"/>
                  </a:lnTo>
                  <a:lnTo>
                    <a:pt x="840" y="373"/>
                  </a:lnTo>
                  <a:lnTo>
                    <a:pt x="1027" y="560"/>
                  </a:lnTo>
                  <a:lnTo>
                    <a:pt x="1120" y="747"/>
                  </a:lnTo>
                  <a:lnTo>
                    <a:pt x="1167" y="980"/>
                  </a:lnTo>
                  <a:lnTo>
                    <a:pt x="1214" y="1213"/>
                  </a:lnTo>
                  <a:lnTo>
                    <a:pt x="1214" y="5554"/>
                  </a:lnTo>
                  <a:lnTo>
                    <a:pt x="1167" y="5787"/>
                  </a:lnTo>
                  <a:lnTo>
                    <a:pt x="1027" y="5974"/>
                  </a:lnTo>
                  <a:lnTo>
                    <a:pt x="840" y="6114"/>
                  </a:lnTo>
                  <a:lnTo>
                    <a:pt x="560" y="6160"/>
                  </a:lnTo>
                  <a:lnTo>
                    <a:pt x="1260" y="6160"/>
                  </a:lnTo>
                  <a:lnTo>
                    <a:pt x="1494" y="6114"/>
                  </a:lnTo>
                  <a:lnTo>
                    <a:pt x="1680" y="5974"/>
                  </a:lnTo>
                  <a:lnTo>
                    <a:pt x="1820" y="5787"/>
                  </a:lnTo>
                  <a:lnTo>
                    <a:pt x="1867" y="5554"/>
                  </a:lnTo>
                  <a:lnTo>
                    <a:pt x="1867" y="1213"/>
                  </a:lnTo>
                  <a:lnTo>
                    <a:pt x="1867" y="980"/>
                  </a:lnTo>
                  <a:lnTo>
                    <a:pt x="1774" y="747"/>
                  </a:lnTo>
                  <a:lnTo>
                    <a:pt x="1680" y="560"/>
                  </a:lnTo>
                  <a:lnTo>
                    <a:pt x="1540" y="373"/>
                  </a:lnTo>
                  <a:lnTo>
                    <a:pt x="1354" y="233"/>
                  </a:lnTo>
                  <a:lnTo>
                    <a:pt x="1167" y="93"/>
                  </a:lnTo>
                  <a:lnTo>
                    <a:pt x="934" y="47"/>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5" name="Google Shape;10715;p79"/>
            <p:cNvSpPr/>
            <p:nvPr/>
          </p:nvSpPr>
          <p:spPr>
            <a:xfrm>
              <a:off x="1014875" y="2694025"/>
              <a:ext cx="75850" cy="39700"/>
            </a:xfrm>
            <a:custGeom>
              <a:rect b="b" l="l" r="r" t="t"/>
              <a:pathLst>
                <a:path extrusionOk="0" h="1588" w="3034">
                  <a:moveTo>
                    <a:pt x="187" y="1"/>
                  </a:moveTo>
                  <a:lnTo>
                    <a:pt x="93" y="94"/>
                  </a:lnTo>
                  <a:lnTo>
                    <a:pt x="47" y="187"/>
                  </a:lnTo>
                  <a:lnTo>
                    <a:pt x="0" y="327"/>
                  </a:lnTo>
                  <a:lnTo>
                    <a:pt x="0" y="1587"/>
                  </a:lnTo>
                  <a:lnTo>
                    <a:pt x="3034" y="1587"/>
                  </a:lnTo>
                  <a:lnTo>
                    <a:pt x="2754" y="467"/>
                  </a:lnTo>
                  <a:lnTo>
                    <a:pt x="2800" y="187"/>
                  </a:lnTo>
                  <a:lnTo>
                    <a:pt x="2800" y="47"/>
                  </a:lnTo>
                  <a:lnTo>
                    <a:pt x="280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6" name="Google Shape;10716;p79"/>
            <p:cNvSpPr/>
            <p:nvPr/>
          </p:nvSpPr>
          <p:spPr>
            <a:xfrm>
              <a:off x="1139700" y="2622850"/>
              <a:ext cx="23350" cy="23375"/>
            </a:xfrm>
            <a:custGeom>
              <a:rect b="b" l="l" r="r" t="t"/>
              <a:pathLst>
                <a:path extrusionOk="0" h="935" w="934">
                  <a:moveTo>
                    <a:pt x="281" y="1"/>
                  </a:moveTo>
                  <a:lnTo>
                    <a:pt x="141" y="141"/>
                  </a:lnTo>
                  <a:lnTo>
                    <a:pt x="47" y="281"/>
                  </a:lnTo>
                  <a:lnTo>
                    <a:pt x="1" y="468"/>
                  </a:lnTo>
                  <a:lnTo>
                    <a:pt x="47" y="654"/>
                  </a:lnTo>
                  <a:lnTo>
                    <a:pt x="141" y="794"/>
                  </a:lnTo>
                  <a:lnTo>
                    <a:pt x="281" y="888"/>
                  </a:lnTo>
                  <a:lnTo>
                    <a:pt x="467" y="934"/>
                  </a:lnTo>
                  <a:lnTo>
                    <a:pt x="654" y="888"/>
                  </a:lnTo>
                  <a:lnTo>
                    <a:pt x="794" y="794"/>
                  </a:lnTo>
                  <a:lnTo>
                    <a:pt x="887" y="654"/>
                  </a:lnTo>
                  <a:lnTo>
                    <a:pt x="934" y="468"/>
                  </a:lnTo>
                  <a:lnTo>
                    <a:pt x="887" y="281"/>
                  </a:lnTo>
                  <a:lnTo>
                    <a:pt x="794" y="141"/>
                  </a:lnTo>
                  <a:lnTo>
                    <a:pt x="6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7" name="Google Shape;10717;p79"/>
            <p:cNvSpPr/>
            <p:nvPr/>
          </p:nvSpPr>
          <p:spPr>
            <a:xfrm>
              <a:off x="1139700" y="2671850"/>
              <a:ext cx="23350" cy="23375"/>
            </a:xfrm>
            <a:custGeom>
              <a:rect b="b" l="l" r="r" t="t"/>
              <a:pathLst>
                <a:path extrusionOk="0" h="935" w="934">
                  <a:moveTo>
                    <a:pt x="467" y="1"/>
                  </a:moveTo>
                  <a:lnTo>
                    <a:pt x="281" y="48"/>
                  </a:lnTo>
                  <a:lnTo>
                    <a:pt x="141" y="141"/>
                  </a:lnTo>
                  <a:lnTo>
                    <a:pt x="47" y="281"/>
                  </a:lnTo>
                  <a:lnTo>
                    <a:pt x="1" y="468"/>
                  </a:lnTo>
                  <a:lnTo>
                    <a:pt x="47" y="654"/>
                  </a:lnTo>
                  <a:lnTo>
                    <a:pt x="141" y="794"/>
                  </a:lnTo>
                  <a:lnTo>
                    <a:pt x="281" y="888"/>
                  </a:lnTo>
                  <a:lnTo>
                    <a:pt x="467" y="934"/>
                  </a:lnTo>
                  <a:lnTo>
                    <a:pt x="654" y="888"/>
                  </a:lnTo>
                  <a:lnTo>
                    <a:pt x="794" y="794"/>
                  </a:lnTo>
                  <a:lnTo>
                    <a:pt x="887" y="654"/>
                  </a:lnTo>
                  <a:lnTo>
                    <a:pt x="934" y="468"/>
                  </a:lnTo>
                  <a:lnTo>
                    <a:pt x="887" y="281"/>
                  </a:lnTo>
                  <a:lnTo>
                    <a:pt x="794" y="141"/>
                  </a:lnTo>
                  <a:lnTo>
                    <a:pt x="654" y="48"/>
                  </a:lnTo>
                  <a:lnTo>
                    <a:pt x="46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8" name="Google Shape;10718;p79"/>
            <p:cNvSpPr/>
            <p:nvPr/>
          </p:nvSpPr>
          <p:spPr>
            <a:xfrm>
              <a:off x="1069700" y="2694025"/>
              <a:ext cx="21025" cy="39700"/>
            </a:xfrm>
            <a:custGeom>
              <a:rect b="b" l="l" r="r" t="t"/>
              <a:pathLst>
                <a:path extrusionOk="0" h="1588" w="841">
                  <a:moveTo>
                    <a:pt x="1" y="1"/>
                  </a:moveTo>
                  <a:lnTo>
                    <a:pt x="94" y="94"/>
                  </a:lnTo>
                  <a:lnTo>
                    <a:pt x="187" y="187"/>
                  </a:lnTo>
                  <a:lnTo>
                    <a:pt x="187" y="327"/>
                  </a:lnTo>
                  <a:lnTo>
                    <a:pt x="187" y="1587"/>
                  </a:lnTo>
                  <a:lnTo>
                    <a:pt x="841" y="1587"/>
                  </a:lnTo>
                  <a:lnTo>
                    <a:pt x="841" y="327"/>
                  </a:lnTo>
                  <a:lnTo>
                    <a:pt x="841" y="187"/>
                  </a:lnTo>
                  <a:lnTo>
                    <a:pt x="747" y="94"/>
                  </a:lnTo>
                  <a:lnTo>
                    <a:pt x="65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19" name="Google Shape;10719;p79"/>
          <p:cNvGrpSpPr/>
          <p:nvPr/>
        </p:nvGrpSpPr>
        <p:grpSpPr>
          <a:xfrm>
            <a:off x="1752650" y="2579700"/>
            <a:ext cx="336025" cy="336025"/>
            <a:chOff x="1683400" y="2579700"/>
            <a:chExt cx="336025" cy="336025"/>
          </a:xfrm>
        </p:grpSpPr>
        <p:sp>
          <p:nvSpPr>
            <p:cNvPr id="10720" name="Google Shape;10720;p79"/>
            <p:cNvSpPr/>
            <p:nvPr/>
          </p:nvSpPr>
          <p:spPr>
            <a:xfrm>
              <a:off x="1738225" y="2579700"/>
              <a:ext cx="281200" cy="282350"/>
            </a:xfrm>
            <a:custGeom>
              <a:rect b="b" l="l" r="r" t="t"/>
              <a:pathLst>
                <a:path extrusionOk="0" h="11294" w="11248">
                  <a:moveTo>
                    <a:pt x="11061" y="0"/>
                  </a:moveTo>
                  <a:lnTo>
                    <a:pt x="10968" y="47"/>
                  </a:lnTo>
                  <a:lnTo>
                    <a:pt x="10921" y="93"/>
                  </a:lnTo>
                  <a:lnTo>
                    <a:pt x="47" y="10967"/>
                  </a:lnTo>
                  <a:lnTo>
                    <a:pt x="0" y="11014"/>
                  </a:lnTo>
                  <a:lnTo>
                    <a:pt x="0" y="11107"/>
                  </a:lnTo>
                  <a:lnTo>
                    <a:pt x="0" y="11154"/>
                  </a:lnTo>
                  <a:lnTo>
                    <a:pt x="47" y="11247"/>
                  </a:lnTo>
                  <a:lnTo>
                    <a:pt x="94" y="11294"/>
                  </a:lnTo>
                  <a:lnTo>
                    <a:pt x="280" y="11294"/>
                  </a:lnTo>
                  <a:lnTo>
                    <a:pt x="327" y="11247"/>
                  </a:lnTo>
                  <a:lnTo>
                    <a:pt x="11201" y="373"/>
                  </a:lnTo>
                  <a:lnTo>
                    <a:pt x="11248" y="280"/>
                  </a:lnTo>
                  <a:lnTo>
                    <a:pt x="11248" y="233"/>
                  </a:lnTo>
                  <a:lnTo>
                    <a:pt x="11248" y="140"/>
                  </a:lnTo>
                  <a:lnTo>
                    <a:pt x="11201" y="93"/>
                  </a:lnTo>
                  <a:lnTo>
                    <a:pt x="11154" y="47"/>
                  </a:lnTo>
                  <a:lnTo>
                    <a:pt x="1106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1" name="Google Shape;10721;p79"/>
            <p:cNvSpPr/>
            <p:nvPr/>
          </p:nvSpPr>
          <p:spPr>
            <a:xfrm>
              <a:off x="1871225" y="2646200"/>
              <a:ext cx="78200" cy="80525"/>
            </a:xfrm>
            <a:custGeom>
              <a:rect b="b" l="l" r="r" t="t"/>
              <a:pathLst>
                <a:path extrusionOk="0" h="3221" w="3128">
                  <a:moveTo>
                    <a:pt x="607" y="0"/>
                  </a:moveTo>
                  <a:lnTo>
                    <a:pt x="374" y="94"/>
                  </a:lnTo>
                  <a:lnTo>
                    <a:pt x="327" y="94"/>
                  </a:lnTo>
                  <a:lnTo>
                    <a:pt x="234" y="187"/>
                  </a:lnTo>
                  <a:lnTo>
                    <a:pt x="141" y="327"/>
                  </a:lnTo>
                  <a:lnTo>
                    <a:pt x="47" y="420"/>
                  </a:lnTo>
                  <a:lnTo>
                    <a:pt x="1" y="560"/>
                  </a:lnTo>
                  <a:lnTo>
                    <a:pt x="1" y="700"/>
                  </a:lnTo>
                  <a:lnTo>
                    <a:pt x="1" y="840"/>
                  </a:lnTo>
                  <a:lnTo>
                    <a:pt x="47" y="980"/>
                  </a:lnTo>
                  <a:lnTo>
                    <a:pt x="94" y="1120"/>
                  </a:lnTo>
                  <a:lnTo>
                    <a:pt x="561" y="1680"/>
                  </a:lnTo>
                  <a:lnTo>
                    <a:pt x="1074" y="2240"/>
                  </a:lnTo>
                  <a:lnTo>
                    <a:pt x="1587" y="2754"/>
                  </a:lnTo>
                  <a:lnTo>
                    <a:pt x="2194" y="3174"/>
                  </a:lnTo>
                  <a:lnTo>
                    <a:pt x="2334" y="3220"/>
                  </a:lnTo>
                  <a:lnTo>
                    <a:pt x="2427" y="3220"/>
                  </a:lnTo>
                  <a:lnTo>
                    <a:pt x="2521" y="3174"/>
                  </a:lnTo>
                  <a:lnTo>
                    <a:pt x="2614" y="3080"/>
                  </a:lnTo>
                  <a:lnTo>
                    <a:pt x="2801" y="2847"/>
                  </a:lnTo>
                  <a:lnTo>
                    <a:pt x="2847" y="2754"/>
                  </a:lnTo>
                  <a:lnTo>
                    <a:pt x="2894" y="2660"/>
                  </a:lnTo>
                  <a:lnTo>
                    <a:pt x="3034" y="2427"/>
                  </a:lnTo>
                  <a:lnTo>
                    <a:pt x="3081" y="2334"/>
                  </a:lnTo>
                  <a:lnTo>
                    <a:pt x="3127" y="2194"/>
                  </a:lnTo>
                  <a:lnTo>
                    <a:pt x="3081" y="2100"/>
                  </a:lnTo>
                  <a:lnTo>
                    <a:pt x="2987" y="2007"/>
                  </a:lnTo>
                  <a:lnTo>
                    <a:pt x="2521" y="1634"/>
                  </a:lnTo>
                  <a:lnTo>
                    <a:pt x="2054" y="1214"/>
                  </a:lnTo>
                  <a:lnTo>
                    <a:pt x="1681" y="794"/>
                  </a:lnTo>
                  <a:lnTo>
                    <a:pt x="1307" y="280"/>
                  </a:lnTo>
                  <a:lnTo>
                    <a:pt x="1121" y="94"/>
                  </a:lnTo>
                  <a:lnTo>
                    <a:pt x="88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2" name="Google Shape;10722;p79"/>
            <p:cNvSpPr/>
            <p:nvPr/>
          </p:nvSpPr>
          <p:spPr>
            <a:xfrm>
              <a:off x="1934225" y="2598350"/>
              <a:ext cx="64200" cy="66525"/>
            </a:xfrm>
            <a:custGeom>
              <a:rect b="b" l="l" r="r" t="t"/>
              <a:pathLst>
                <a:path extrusionOk="0" h="2661" w="2568">
                  <a:moveTo>
                    <a:pt x="1494" y="1"/>
                  </a:moveTo>
                  <a:lnTo>
                    <a:pt x="1214" y="47"/>
                  </a:lnTo>
                  <a:lnTo>
                    <a:pt x="1074" y="94"/>
                  </a:lnTo>
                  <a:lnTo>
                    <a:pt x="981" y="187"/>
                  </a:lnTo>
                  <a:lnTo>
                    <a:pt x="374" y="794"/>
                  </a:lnTo>
                  <a:lnTo>
                    <a:pt x="327" y="841"/>
                  </a:lnTo>
                  <a:lnTo>
                    <a:pt x="374" y="934"/>
                  </a:lnTo>
                  <a:lnTo>
                    <a:pt x="654" y="1214"/>
                  </a:lnTo>
                  <a:lnTo>
                    <a:pt x="701" y="1308"/>
                  </a:lnTo>
                  <a:lnTo>
                    <a:pt x="654" y="1401"/>
                  </a:lnTo>
                  <a:lnTo>
                    <a:pt x="47" y="2008"/>
                  </a:lnTo>
                  <a:lnTo>
                    <a:pt x="1" y="2101"/>
                  </a:lnTo>
                  <a:lnTo>
                    <a:pt x="47" y="2148"/>
                  </a:lnTo>
                  <a:lnTo>
                    <a:pt x="561" y="2661"/>
                  </a:lnTo>
                  <a:lnTo>
                    <a:pt x="561" y="2568"/>
                  </a:lnTo>
                  <a:lnTo>
                    <a:pt x="561" y="2381"/>
                  </a:lnTo>
                  <a:lnTo>
                    <a:pt x="561" y="2194"/>
                  </a:lnTo>
                  <a:lnTo>
                    <a:pt x="607" y="2054"/>
                  </a:lnTo>
                  <a:lnTo>
                    <a:pt x="1307" y="1961"/>
                  </a:lnTo>
                  <a:lnTo>
                    <a:pt x="1401" y="1914"/>
                  </a:lnTo>
                  <a:lnTo>
                    <a:pt x="1541" y="1961"/>
                  </a:lnTo>
                  <a:lnTo>
                    <a:pt x="1867" y="1961"/>
                  </a:lnTo>
                  <a:lnTo>
                    <a:pt x="2007" y="1914"/>
                  </a:lnTo>
                  <a:lnTo>
                    <a:pt x="2101" y="1774"/>
                  </a:lnTo>
                  <a:lnTo>
                    <a:pt x="2334" y="1401"/>
                  </a:lnTo>
                  <a:lnTo>
                    <a:pt x="2474" y="1214"/>
                  </a:lnTo>
                  <a:lnTo>
                    <a:pt x="2567" y="1028"/>
                  </a:lnTo>
                  <a:lnTo>
                    <a:pt x="2567" y="841"/>
                  </a:lnTo>
                  <a:lnTo>
                    <a:pt x="2521" y="701"/>
                  </a:lnTo>
                  <a:lnTo>
                    <a:pt x="2007" y="187"/>
                  </a:lnTo>
                  <a:lnTo>
                    <a:pt x="1867" y="94"/>
                  </a:lnTo>
                  <a:lnTo>
                    <a:pt x="1727" y="47"/>
                  </a:lnTo>
                  <a:lnTo>
                    <a:pt x="149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3" name="Google Shape;10723;p79"/>
            <p:cNvSpPr/>
            <p:nvPr/>
          </p:nvSpPr>
          <p:spPr>
            <a:xfrm>
              <a:off x="1832725" y="2692850"/>
              <a:ext cx="67700" cy="64200"/>
            </a:xfrm>
            <a:custGeom>
              <a:rect b="b" l="l" r="r" t="t"/>
              <a:pathLst>
                <a:path extrusionOk="0" h="2568" w="2708">
                  <a:moveTo>
                    <a:pt x="701" y="1"/>
                  </a:moveTo>
                  <a:lnTo>
                    <a:pt x="654" y="48"/>
                  </a:lnTo>
                  <a:lnTo>
                    <a:pt x="94" y="608"/>
                  </a:lnTo>
                  <a:lnTo>
                    <a:pt x="47" y="654"/>
                  </a:lnTo>
                  <a:lnTo>
                    <a:pt x="1" y="748"/>
                  </a:lnTo>
                  <a:lnTo>
                    <a:pt x="47" y="841"/>
                  </a:lnTo>
                  <a:lnTo>
                    <a:pt x="94" y="888"/>
                  </a:lnTo>
                  <a:lnTo>
                    <a:pt x="1727" y="2568"/>
                  </a:lnTo>
                  <a:lnTo>
                    <a:pt x="2521" y="2334"/>
                  </a:lnTo>
                  <a:lnTo>
                    <a:pt x="2614" y="2194"/>
                  </a:lnTo>
                  <a:lnTo>
                    <a:pt x="2661" y="2008"/>
                  </a:lnTo>
                  <a:lnTo>
                    <a:pt x="2707" y="1774"/>
                  </a:lnTo>
                  <a:lnTo>
                    <a:pt x="934" y="48"/>
                  </a:lnTo>
                  <a:lnTo>
                    <a:pt x="88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4" name="Google Shape;10724;p79"/>
            <p:cNvSpPr/>
            <p:nvPr/>
          </p:nvSpPr>
          <p:spPr>
            <a:xfrm>
              <a:off x="1789550" y="2727850"/>
              <a:ext cx="78200" cy="81700"/>
            </a:xfrm>
            <a:custGeom>
              <a:rect b="b" l="l" r="r" t="t"/>
              <a:pathLst>
                <a:path extrusionOk="0" h="3268" w="3128">
                  <a:moveTo>
                    <a:pt x="608" y="1"/>
                  </a:moveTo>
                  <a:lnTo>
                    <a:pt x="374" y="94"/>
                  </a:lnTo>
                  <a:lnTo>
                    <a:pt x="328" y="141"/>
                  </a:lnTo>
                  <a:lnTo>
                    <a:pt x="188" y="234"/>
                  </a:lnTo>
                  <a:lnTo>
                    <a:pt x="94" y="328"/>
                  </a:lnTo>
                  <a:lnTo>
                    <a:pt x="48" y="468"/>
                  </a:lnTo>
                  <a:lnTo>
                    <a:pt x="1" y="561"/>
                  </a:lnTo>
                  <a:lnTo>
                    <a:pt x="1" y="701"/>
                  </a:lnTo>
                  <a:lnTo>
                    <a:pt x="1" y="841"/>
                  </a:lnTo>
                  <a:lnTo>
                    <a:pt x="48" y="981"/>
                  </a:lnTo>
                  <a:lnTo>
                    <a:pt x="94" y="1121"/>
                  </a:lnTo>
                  <a:lnTo>
                    <a:pt x="561" y="1728"/>
                  </a:lnTo>
                  <a:lnTo>
                    <a:pt x="1028" y="2241"/>
                  </a:lnTo>
                  <a:lnTo>
                    <a:pt x="1588" y="2754"/>
                  </a:lnTo>
                  <a:lnTo>
                    <a:pt x="2194" y="3221"/>
                  </a:lnTo>
                  <a:lnTo>
                    <a:pt x="2288" y="3268"/>
                  </a:lnTo>
                  <a:lnTo>
                    <a:pt x="2428" y="3268"/>
                  </a:lnTo>
                  <a:lnTo>
                    <a:pt x="2521" y="3221"/>
                  </a:lnTo>
                  <a:lnTo>
                    <a:pt x="2661" y="3174"/>
                  </a:lnTo>
                  <a:lnTo>
                    <a:pt x="2941" y="2941"/>
                  </a:lnTo>
                  <a:lnTo>
                    <a:pt x="2988" y="2801"/>
                  </a:lnTo>
                  <a:lnTo>
                    <a:pt x="3081" y="2568"/>
                  </a:lnTo>
                  <a:lnTo>
                    <a:pt x="3128" y="2381"/>
                  </a:lnTo>
                  <a:lnTo>
                    <a:pt x="3128" y="2241"/>
                  </a:lnTo>
                  <a:lnTo>
                    <a:pt x="3081" y="2148"/>
                  </a:lnTo>
                  <a:lnTo>
                    <a:pt x="2988" y="2008"/>
                  </a:lnTo>
                  <a:lnTo>
                    <a:pt x="2521" y="1634"/>
                  </a:lnTo>
                  <a:lnTo>
                    <a:pt x="2054" y="1261"/>
                  </a:lnTo>
                  <a:lnTo>
                    <a:pt x="1634" y="794"/>
                  </a:lnTo>
                  <a:lnTo>
                    <a:pt x="1261" y="328"/>
                  </a:lnTo>
                  <a:lnTo>
                    <a:pt x="1074" y="141"/>
                  </a:lnTo>
                  <a:lnTo>
                    <a:pt x="841" y="48"/>
                  </a:lnTo>
                  <a:lnTo>
                    <a:pt x="60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5" name="Google Shape;10725;p79"/>
            <p:cNvSpPr/>
            <p:nvPr/>
          </p:nvSpPr>
          <p:spPr>
            <a:xfrm>
              <a:off x="1683400" y="2843375"/>
              <a:ext cx="73525" cy="72350"/>
            </a:xfrm>
            <a:custGeom>
              <a:rect b="b" l="l" r="r" t="t"/>
              <a:pathLst>
                <a:path extrusionOk="0" h="2894" w="2941">
                  <a:moveTo>
                    <a:pt x="1913" y="0"/>
                  </a:moveTo>
                  <a:lnTo>
                    <a:pt x="1540" y="187"/>
                  </a:lnTo>
                  <a:lnTo>
                    <a:pt x="187" y="1494"/>
                  </a:lnTo>
                  <a:lnTo>
                    <a:pt x="47" y="1727"/>
                  </a:lnTo>
                  <a:lnTo>
                    <a:pt x="0" y="1960"/>
                  </a:lnTo>
                  <a:lnTo>
                    <a:pt x="47" y="2194"/>
                  </a:lnTo>
                  <a:lnTo>
                    <a:pt x="187" y="2427"/>
                  </a:lnTo>
                  <a:lnTo>
                    <a:pt x="513" y="2707"/>
                  </a:lnTo>
                  <a:lnTo>
                    <a:pt x="747" y="2847"/>
                  </a:lnTo>
                  <a:lnTo>
                    <a:pt x="980" y="2894"/>
                  </a:lnTo>
                  <a:lnTo>
                    <a:pt x="1213" y="2847"/>
                  </a:lnTo>
                  <a:lnTo>
                    <a:pt x="1400" y="2707"/>
                  </a:lnTo>
                  <a:lnTo>
                    <a:pt x="2753" y="1400"/>
                  </a:lnTo>
                  <a:lnTo>
                    <a:pt x="2940" y="980"/>
                  </a:lnTo>
                  <a:lnTo>
                    <a:pt x="2940" y="887"/>
                  </a:lnTo>
                  <a:lnTo>
                    <a:pt x="2847" y="747"/>
                  </a:lnTo>
                  <a:lnTo>
                    <a:pt x="2473" y="420"/>
                  </a:lnTo>
                  <a:lnTo>
                    <a:pt x="2100" y="93"/>
                  </a:lnTo>
                  <a:lnTo>
                    <a:pt x="196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6" name="Google Shape;10726;p79"/>
            <p:cNvSpPr/>
            <p:nvPr/>
          </p:nvSpPr>
          <p:spPr>
            <a:xfrm>
              <a:off x="1686900" y="2866700"/>
              <a:ext cx="67675" cy="49025"/>
            </a:xfrm>
            <a:custGeom>
              <a:rect b="b" l="l" r="r" t="t"/>
              <a:pathLst>
                <a:path extrusionOk="0" h="1961" w="2707">
                  <a:moveTo>
                    <a:pt x="2147" y="0"/>
                  </a:moveTo>
                  <a:lnTo>
                    <a:pt x="793" y="1307"/>
                  </a:lnTo>
                  <a:lnTo>
                    <a:pt x="607" y="1447"/>
                  </a:lnTo>
                  <a:lnTo>
                    <a:pt x="420" y="1494"/>
                  </a:lnTo>
                  <a:lnTo>
                    <a:pt x="187" y="1494"/>
                  </a:lnTo>
                  <a:lnTo>
                    <a:pt x="0" y="1401"/>
                  </a:lnTo>
                  <a:lnTo>
                    <a:pt x="47" y="1494"/>
                  </a:lnTo>
                  <a:lnTo>
                    <a:pt x="373" y="1774"/>
                  </a:lnTo>
                  <a:lnTo>
                    <a:pt x="607" y="1914"/>
                  </a:lnTo>
                  <a:lnTo>
                    <a:pt x="840" y="1961"/>
                  </a:lnTo>
                  <a:lnTo>
                    <a:pt x="1073" y="1914"/>
                  </a:lnTo>
                  <a:lnTo>
                    <a:pt x="1260" y="1774"/>
                  </a:lnTo>
                  <a:lnTo>
                    <a:pt x="2613" y="467"/>
                  </a:lnTo>
                  <a:lnTo>
                    <a:pt x="2660" y="187"/>
                  </a:lnTo>
                  <a:lnTo>
                    <a:pt x="2707" y="47"/>
                  </a:lnTo>
                  <a:lnTo>
                    <a:pt x="266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7" name="Google Shape;10727;p79"/>
            <p:cNvSpPr/>
            <p:nvPr/>
          </p:nvSpPr>
          <p:spPr>
            <a:xfrm>
              <a:off x="1758050" y="2768700"/>
              <a:ext cx="72375" cy="68850"/>
            </a:xfrm>
            <a:custGeom>
              <a:rect b="b" l="l" r="r" t="t"/>
              <a:pathLst>
                <a:path extrusionOk="0" h="2754" w="2895">
                  <a:moveTo>
                    <a:pt x="328" y="0"/>
                  </a:moveTo>
                  <a:lnTo>
                    <a:pt x="281" y="47"/>
                  </a:lnTo>
                  <a:lnTo>
                    <a:pt x="94" y="280"/>
                  </a:lnTo>
                  <a:lnTo>
                    <a:pt x="47" y="560"/>
                  </a:lnTo>
                  <a:lnTo>
                    <a:pt x="1" y="840"/>
                  </a:lnTo>
                  <a:lnTo>
                    <a:pt x="1" y="1120"/>
                  </a:lnTo>
                  <a:lnTo>
                    <a:pt x="94" y="1447"/>
                  </a:lnTo>
                  <a:lnTo>
                    <a:pt x="234" y="1727"/>
                  </a:lnTo>
                  <a:lnTo>
                    <a:pt x="421" y="2007"/>
                  </a:lnTo>
                  <a:lnTo>
                    <a:pt x="654" y="2287"/>
                  </a:lnTo>
                  <a:lnTo>
                    <a:pt x="888" y="2520"/>
                  </a:lnTo>
                  <a:lnTo>
                    <a:pt x="1214" y="2660"/>
                  </a:lnTo>
                  <a:lnTo>
                    <a:pt x="1494" y="2707"/>
                  </a:lnTo>
                  <a:lnTo>
                    <a:pt x="1774" y="2754"/>
                  </a:lnTo>
                  <a:lnTo>
                    <a:pt x="2054" y="2754"/>
                  </a:lnTo>
                  <a:lnTo>
                    <a:pt x="2334" y="2707"/>
                  </a:lnTo>
                  <a:lnTo>
                    <a:pt x="2708" y="2614"/>
                  </a:lnTo>
                  <a:lnTo>
                    <a:pt x="2848" y="2567"/>
                  </a:lnTo>
                  <a:lnTo>
                    <a:pt x="2894" y="2520"/>
                  </a:lnTo>
                  <a:lnTo>
                    <a:pt x="1634" y="1260"/>
                  </a:lnTo>
                  <a:lnTo>
                    <a:pt x="421" y="47"/>
                  </a:lnTo>
                  <a:lnTo>
                    <a:pt x="32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8" name="Google Shape;10728;p79"/>
            <p:cNvSpPr/>
            <p:nvPr/>
          </p:nvSpPr>
          <p:spPr>
            <a:xfrm>
              <a:off x="1721900" y="2836375"/>
              <a:ext cx="33850" cy="42025"/>
            </a:xfrm>
            <a:custGeom>
              <a:rect b="b" l="l" r="r" t="t"/>
              <a:pathLst>
                <a:path extrusionOk="0" h="1681" w="1354">
                  <a:moveTo>
                    <a:pt x="467" y="0"/>
                  </a:moveTo>
                  <a:lnTo>
                    <a:pt x="420" y="47"/>
                  </a:lnTo>
                  <a:lnTo>
                    <a:pt x="0" y="467"/>
                  </a:lnTo>
                  <a:lnTo>
                    <a:pt x="1213" y="1680"/>
                  </a:lnTo>
                  <a:lnTo>
                    <a:pt x="1353" y="1260"/>
                  </a:lnTo>
                  <a:lnTo>
                    <a:pt x="1353" y="1120"/>
                  </a:lnTo>
                  <a:lnTo>
                    <a:pt x="1307" y="887"/>
                  </a:lnTo>
                  <a:lnTo>
                    <a:pt x="1213" y="560"/>
                  </a:lnTo>
                  <a:lnTo>
                    <a:pt x="700"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9" name="Google Shape;10729;p79"/>
            <p:cNvSpPr/>
            <p:nvPr/>
          </p:nvSpPr>
          <p:spPr>
            <a:xfrm>
              <a:off x="1935400" y="2606525"/>
              <a:ext cx="66525" cy="58350"/>
            </a:xfrm>
            <a:custGeom>
              <a:rect b="b" l="l" r="r" t="t"/>
              <a:pathLst>
                <a:path extrusionOk="0" h="2334" w="2661">
                  <a:moveTo>
                    <a:pt x="2100" y="0"/>
                  </a:moveTo>
                  <a:lnTo>
                    <a:pt x="2147" y="140"/>
                  </a:lnTo>
                  <a:lnTo>
                    <a:pt x="2194" y="421"/>
                  </a:lnTo>
                  <a:lnTo>
                    <a:pt x="2147" y="701"/>
                  </a:lnTo>
                  <a:lnTo>
                    <a:pt x="2100" y="841"/>
                  </a:lnTo>
                  <a:lnTo>
                    <a:pt x="2007" y="934"/>
                  </a:lnTo>
                  <a:lnTo>
                    <a:pt x="1400" y="1541"/>
                  </a:lnTo>
                  <a:lnTo>
                    <a:pt x="1260" y="1541"/>
                  </a:lnTo>
                  <a:lnTo>
                    <a:pt x="934" y="1214"/>
                  </a:lnTo>
                  <a:lnTo>
                    <a:pt x="794" y="1214"/>
                  </a:lnTo>
                  <a:lnTo>
                    <a:pt x="187" y="1867"/>
                  </a:lnTo>
                  <a:lnTo>
                    <a:pt x="0" y="1867"/>
                  </a:lnTo>
                  <a:lnTo>
                    <a:pt x="514" y="2334"/>
                  </a:lnTo>
                  <a:lnTo>
                    <a:pt x="654" y="2334"/>
                  </a:lnTo>
                  <a:lnTo>
                    <a:pt x="1260" y="1681"/>
                  </a:lnTo>
                  <a:lnTo>
                    <a:pt x="1400" y="1681"/>
                  </a:lnTo>
                  <a:lnTo>
                    <a:pt x="1727" y="2007"/>
                  </a:lnTo>
                  <a:lnTo>
                    <a:pt x="1774" y="2054"/>
                  </a:lnTo>
                  <a:lnTo>
                    <a:pt x="1867" y="2007"/>
                  </a:lnTo>
                  <a:lnTo>
                    <a:pt x="2474" y="1401"/>
                  </a:lnTo>
                  <a:lnTo>
                    <a:pt x="2567" y="1307"/>
                  </a:lnTo>
                  <a:lnTo>
                    <a:pt x="2614" y="1167"/>
                  </a:lnTo>
                  <a:lnTo>
                    <a:pt x="2661" y="887"/>
                  </a:lnTo>
                  <a:lnTo>
                    <a:pt x="2614" y="607"/>
                  </a:lnTo>
                  <a:lnTo>
                    <a:pt x="2567" y="514"/>
                  </a:lnTo>
                  <a:lnTo>
                    <a:pt x="2474" y="374"/>
                  </a:lnTo>
                  <a:lnTo>
                    <a:pt x="210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0" name="Google Shape;10730;p79"/>
            <p:cNvSpPr/>
            <p:nvPr/>
          </p:nvSpPr>
          <p:spPr>
            <a:xfrm>
              <a:off x="1872400" y="2733700"/>
              <a:ext cx="35025" cy="32700"/>
            </a:xfrm>
            <a:custGeom>
              <a:rect b="b" l="l" r="r" t="t"/>
              <a:pathLst>
                <a:path extrusionOk="0" h="1308" w="1401">
                  <a:moveTo>
                    <a:pt x="934" y="0"/>
                  </a:moveTo>
                  <a:lnTo>
                    <a:pt x="934" y="94"/>
                  </a:lnTo>
                  <a:lnTo>
                    <a:pt x="887" y="187"/>
                  </a:lnTo>
                  <a:lnTo>
                    <a:pt x="327" y="794"/>
                  </a:lnTo>
                  <a:lnTo>
                    <a:pt x="234" y="840"/>
                  </a:lnTo>
                  <a:lnTo>
                    <a:pt x="94" y="840"/>
                  </a:lnTo>
                  <a:lnTo>
                    <a:pt x="0" y="794"/>
                  </a:lnTo>
                  <a:lnTo>
                    <a:pt x="467" y="1260"/>
                  </a:lnTo>
                  <a:lnTo>
                    <a:pt x="560" y="1307"/>
                  </a:lnTo>
                  <a:lnTo>
                    <a:pt x="700" y="1307"/>
                  </a:lnTo>
                  <a:lnTo>
                    <a:pt x="794" y="1260"/>
                  </a:lnTo>
                  <a:lnTo>
                    <a:pt x="1354" y="700"/>
                  </a:lnTo>
                  <a:lnTo>
                    <a:pt x="1400" y="607"/>
                  </a:lnTo>
                  <a:lnTo>
                    <a:pt x="1400" y="560"/>
                  </a:lnTo>
                  <a:lnTo>
                    <a:pt x="1400" y="467"/>
                  </a:lnTo>
                  <a:lnTo>
                    <a:pt x="1354" y="374"/>
                  </a:lnTo>
                  <a:lnTo>
                    <a:pt x="93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1" name="Google Shape;10731;p79"/>
            <p:cNvSpPr/>
            <p:nvPr/>
          </p:nvSpPr>
          <p:spPr>
            <a:xfrm>
              <a:off x="1828050" y="2774525"/>
              <a:ext cx="43200" cy="36200"/>
            </a:xfrm>
            <a:custGeom>
              <a:rect b="b" l="l" r="r" t="t"/>
              <a:pathLst>
                <a:path extrusionOk="0" h="1448" w="1728">
                  <a:moveTo>
                    <a:pt x="1" y="841"/>
                  </a:moveTo>
                  <a:lnTo>
                    <a:pt x="94" y="934"/>
                  </a:lnTo>
                  <a:lnTo>
                    <a:pt x="138" y="949"/>
                  </a:lnTo>
                  <a:lnTo>
                    <a:pt x="138" y="949"/>
                  </a:lnTo>
                  <a:lnTo>
                    <a:pt x="1" y="841"/>
                  </a:lnTo>
                  <a:close/>
                  <a:moveTo>
                    <a:pt x="1214" y="1"/>
                  </a:moveTo>
                  <a:lnTo>
                    <a:pt x="1261" y="141"/>
                  </a:lnTo>
                  <a:lnTo>
                    <a:pt x="1261" y="281"/>
                  </a:lnTo>
                  <a:lnTo>
                    <a:pt x="1214" y="467"/>
                  </a:lnTo>
                  <a:lnTo>
                    <a:pt x="1168" y="607"/>
                  </a:lnTo>
                  <a:lnTo>
                    <a:pt x="1121" y="654"/>
                  </a:lnTo>
                  <a:lnTo>
                    <a:pt x="1028" y="794"/>
                  </a:lnTo>
                  <a:lnTo>
                    <a:pt x="934" y="887"/>
                  </a:lnTo>
                  <a:lnTo>
                    <a:pt x="794" y="981"/>
                  </a:lnTo>
                  <a:lnTo>
                    <a:pt x="654" y="1027"/>
                  </a:lnTo>
                  <a:lnTo>
                    <a:pt x="374" y="1027"/>
                  </a:lnTo>
                  <a:lnTo>
                    <a:pt x="234" y="981"/>
                  </a:lnTo>
                  <a:lnTo>
                    <a:pt x="138" y="949"/>
                  </a:lnTo>
                  <a:lnTo>
                    <a:pt x="138" y="949"/>
                  </a:lnTo>
                  <a:lnTo>
                    <a:pt x="654" y="1354"/>
                  </a:lnTo>
                  <a:lnTo>
                    <a:pt x="748" y="1401"/>
                  </a:lnTo>
                  <a:lnTo>
                    <a:pt x="888" y="1447"/>
                  </a:lnTo>
                  <a:lnTo>
                    <a:pt x="1168" y="1447"/>
                  </a:lnTo>
                  <a:lnTo>
                    <a:pt x="1308" y="1401"/>
                  </a:lnTo>
                  <a:lnTo>
                    <a:pt x="1448" y="1307"/>
                  </a:lnTo>
                  <a:lnTo>
                    <a:pt x="1541" y="1214"/>
                  </a:lnTo>
                  <a:lnTo>
                    <a:pt x="1634" y="1121"/>
                  </a:lnTo>
                  <a:lnTo>
                    <a:pt x="1634" y="1074"/>
                  </a:lnTo>
                  <a:lnTo>
                    <a:pt x="1728" y="841"/>
                  </a:lnTo>
                  <a:lnTo>
                    <a:pt x="1728" y="561"/>
                  </a:lnTo>
                  <a:lnTo>
                    <a:pt x="1634" y="327"/>
                  </a:lnTo>
                  <a:lnTo>
                    <a:pt x="1448" y="141"/>
                  </a:lnTo>
                  <a:lnTo>
                    <a:pt x="12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2" name="Google Shape;10732;p79"/>
            <p:cNvSpPr/>
            <p:nvPr/>
          </p:nvSpPr>
          <p:spPr>
            <a:xfrm>
              <a:off x="1913225" y="2691700"/>
              <a:ext cx="40875" cy="37350"/>
            </a:xfrm>
            <a:custGeom>
              <a:rect b="b" l="l" r="r" t="t"/>
              <a:pathLst>
                <a:path extrusionOk="0" h="1494" w="1635">
                  <a:moveTo>
                    <a:pt x="1074" y="0"/>
                  </a:moveTo>
                  <a:lnTo>
                    <a:pt x="1121" y="187"/>
                  </a:lnTo>
                  <a:lnTo>
                    <a:pt x="1121" y="327"/>
                  </a:lnTo>
                  <a:lnTo>
                    <a:pt x="1121" y="514"/>
                  </a:lnTo>
                  <a:lnTo>
                    <a:pt x="1027" y="654"/>
                  </a:lnTo>
                  <a:lnTo>
                    <a:pt x="1027" y="700"/>
                  </a:lnTo>
                  <a:lnTo>
                    <a:pt x="934" y="840"/>
                  </a:lnTo>
                  <a:lnTo>
                    <a:pt x="794" y="934"/>
                  </a:lnTo>
                  <a:lnTo>
                    <a:pt x="701" y="980"/>
                  </a:lnTo>
                  <a:lnTo>
                    <a:pt x="561" y="1074"/>
                  </a:lnTo>
                  <a:lnTo>
                    <a:pt x="281" y="1074"/>
                  </a:lnTo>
                  <a:lnTo>
                    <a:pt x="141" y="1027"/>
                  </a:lnTo>
                  <a:lnTo>
                    <a:pt x="1" y="980"/>
                  </a:lnTo>
                  <a:lnTo>
                    <a:pt x="514" y="1354"/>
                  </a:lnTo>
                  <a:lnTo>
                    <a:pt x="654" y="1447"/>
                  </a:lnTo>
                  <a:lnTo>
                    <a:pt x="794" y="1494"/>
                  </a:lnTo>
                  <a:lnTo>
                    <a:pt x="1074" y="1494"/>
                  </a:lnTo>
                  <a:lnTo>
                    <a:pt x="1214" y="1447"/>
                  </a:lnTo>
                  <a:lnTo>
                    <a:pt x="1307" y="1354"/>
                  </a:lnTo>
                  <a:lnTo>
                    <a:pt x="1401" y="1260"/>
                  </a:lnTo>
                  <a:lnTo>
                    <a:pt x="1494" y="1120"/>
                  </a:lnTo>
                  <a:lnTo>
                    <a:pt x="1541" y="1120"/>
                  </a:lnTo>
                  <a:lnTo>
                    <a:pt x="1634" y="840"/>
                  </a:lnTo>
                  <a:lnTo>
                    <a:pt x="1587" y="607"/>
                  </a:lnTo>
                  <a:lnTo>
                    <a:pt x="1494" y="374"/>
                  </a:lnTo>
                  <a:lnTo>
                    <a:pt x="1307" y="187"/>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3" name="Google Shape;10733;p79"/>
            <p:cNvSpPr/>
            <p:nvPr/>
          </p:nvSpPr>
          <p:spPr>
            <a:xfrm>
              <a:off x="1768550" y="2820025"/>
              <a:ext cx="61875" cy="22200"/>
            </a:xfrm>
            <a:custGeom>
              <a:rect b="b" l="l" r="r" t="t"/>
              <a:pathLst>
                <a:path extrusionOk="0" h="888" w="2475">
                  <a:moveTo>
                    <a:pt x="1" y="1"/>
                  </a:moveTo>
                  <a:lnTo>
                    <a:pt x="234" y="234"/>
                  </a:lnTo>
                  <a:lnTo>
                    <a:pt x="468" y="467"/>
                  </a:lnTo>
                  <a:lnTo>
                    <a:pt x="794" y="654"/>
                  </a:lnTo>
                  <a:lnTo>
                    <a:pt x="1074" y="794"/>
                  </a:lnTo>
                  <a:lnTo>
                    <a:pt x="1401" y="841"/>
                  </a:lnTo>
                  <a:lnTo>
                    <a:pt x="1681" y="887"/>
                  </a:lnTo>
                  <a:lnTo>
                    <a:pt x="1961" y="841"/>
                  </a:lnTo>
                  <a:lnTo>
                    <a:pt x="2241" y="747"/>
                  </a:lnTo>
                  <a:lnTo>
                    <a:pt x="2474" y="607"/>
                  </a:lnTo>
                  <a:lnTo>
                    <a:pt x="2474" y="561"/>
                  </a:lnTo>
                  <a:lnTo>
                    <a:pt x="2474" y="467"/>
                  </a:lnTo>
                  <a:lnTo>
                    <a:pt x="2008" y="1"/>
                  </a:lnTo>
                  <a:lnTo>
                    <a:pt x="2008" y="47"/>
                  </a:lnTo>
                  <a:lnTo>
                    <a:pt x="1961" y="141"/>
                  </a:lnTo>
                  <a:lnTo>
                    <a:pt x="1774" y="281"/>
                  </a:lnTo>
                  <a:lnTo>
                    <a:pt x="1541" y="374"/>
                  </a:lnTo>
                  <a:lnTo>
                    <a:pt x="1308" y="421"/>
                  </a:lnTo>
                  <a:lnTo>
                    <a:pt x="1028" y="421"/>
                  </a:lnTo>
                  <a:lnTo>
                    <a:pt x="794" y="374"/>
                  </a:lnTo>
                  <a:lnTo>
                    <a:pt x="514" y="281"/>
                  </a:lnTo>
                  <a:lnTo>
                    <a:pt x="234" y="141"/>
                  </a:lnTo>
                  <a:lnTo>
                    <a:pt x="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4" name="Google Shape;10734;p79"/>
            <p:cNvSpPr/>
            <p:nvPr/>
          </p:nvSpPr>
          <p:spPr>
            <a:xfrm>
              <a:off x="1740550" y="2849200"/>
              <a:ext cx="23375" cy="29200"/>
            </a:xfrm>
            <a:custGeom>
              <a:rect b="b" l="l" r="r" t="t"/>
              <a:pathLst>
                <a:path extrusionOk="0" h="1168" w="935">
                  <a:moveTo>
                    <a:pt x="421" y="0"/>
                  </a:moveTo>
                  <a:lnTo>
                    <a:pt x="467" y="47"/>
                  </a:lnTo>
                  <a:lnTo>
                    <a:pt x="467" y="47"/>
                  </a:lnTo>
                  <a:lnTo>
                    <a:pt x="467" y="47"/>
                  </a:lnTo>
                  <a:lnTo>
                    <a:pt x="421" y="0"/>
                  </a:lnTo>
                  <a:close/>
                  <a:moveTo>
                    <a:pt x="467" y="47"/>
                  </a:moveTo>
                  <a:lnTo>
                    <a:pt x="467" y="140"/>
                  </a:lnTo>
                  <a:lnTo>
                    <a:pt x="467" y="234"/>
                  </a:lnTo>
                  <a:lnTo>
                    <a:pt x="421" y="280"/>
                  </a:lnTo>
                  <a:lnTo>
                    <a:pt x="1" y="700"/>
                  </a:lnTo>
                  <a:lnTo>
                    <a:pt x="467" y="1167"/>
                  </a:lnTo>
                  <a:lnTo>
                    <a:pt x="887" y="747"/>
                  </a:lnTo>
                  <a:lnTo>
                    <a:pt x="934" y="700"/>
                  </a:lnTo>
                  <a:lnTo>
                    <a:pt x="934" y="607"/>
                  </a:lnTo>
                  <a:lnTo>
                    <a:pt x="934" y="514"/>
                  </a:lnTo>
                  <a:lnTo>
                    <a:pt x="887" y="467"/>
                  </a:lnTo>
                  <a:lnTo>
                    <a:pt x="467" y="47"/>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35" name="Google Shape;10735;p79"/>
          <p:cNvGrpSpPr/>
          <p:nvPr/>
        </p:nvGrpSpPr>
        <p:grpSpPr>
          <a:xfrm>
            <a:off x="2513325" y="2580850"/>
            <a:ext cx="336050" cy="334875"/>
            <a:chOff x="2444075" y="2580850"/>
            <a:chExt cx="336050" cy="334875"/>
          </a:xfrm>
        </p:grpSpPr>
        <p:sp>
          <p:nvSpPr>
            <p:cNvPr id="10736" name="Google Shape;10736;p79"/>
            <p:cNvSpPr/>
            <p:nvPr/>
          </p:nvSpPr>
          <p:spPr>
            <a:xfrm>
              <a:off x="2533925" y="2580850"/>
              <a:ext cx="150525" cy="169200"/>
            </a:xfrm>
            <a:custGeom>
              <a:rect b="b" l="l" r="r" t="t"/>
              <a:pathLst>
                <a:path extrusionOk="0" h="6768" w="6021">
                  <a:moveTo>
                    <a:pt x="2474" y="1"/>
                  </a:moveTo>
                  <a:lnTo>
                    <a:pt x="1914" y="94"/>
                  </a:lnTo>
                  <a:lnTo>
                    <a:pt x="1354" y="234"/>
                  </a:lnTo>
                  <a:lnTo>
                    <a:pt x="887" y="421"/>
                  </a:lnTo>
                  <a:lnTo>
                    <a:pt x="514" y="607"/>
                  </a:lnTo>
                  <a:lnTo>
                    <a:pt x="234" y="887"/>
                  </a:lnTo>
                  <a:lnTo>
                    <a:pt x="47" y="1167"/>
                  </a:lnTo>
                  <a:lnTo>
                    <a:pt x="0" y="1308"/>
                  </a:lnTo>
                  <a:lnTo>
                    <a:pt x="0" y="1448"/>
                  </a:lnTo>
                  <a:lnTo>
                    <a:pt x="0" y="1634"/>
                  </a:lnTo>
                  <a:lnTo>
                    <a:pt x="94" y="1821"/>
                  </a:lnTo>
                  <a:lnTo>
                    <a:pt x="234" y="2008"/>
                  </a:lnTo>
                  <a:lnTo>
                    <a:pt x="420" y="2194"/>
                  </a:lnTo>
                  <a:lnTo>
                    <a:pt x="514" y="2241"/>
                  </a:lnTo>
                  <a:lnTo>
                    <a:pt x="514" y="2334"/>
                  </a:lnTo>
                  <a:lnTo>
                    <a:pt x="514" y="6768"/>
                  </a:lnTo>
                  <a:lnTo>
                    <a:pt x="5834" y="6768"/>
                  </a:lnTo>
                  <a:lnTo>
                    <a:pt x="5554" y="2474"/>
                  </a:lnTo>
                  <a:lnTo>
                    <a:pt x="5647" y="2241"/>
                  </a:lnTo>
                  <a:lnTo>
                    <a:pt x="5740" y="2054"/>
                  </a:lnTo>
                  <a:lnTo>
                    <a:pt x="5880" y="1914"/>
                  </a:lnTo>
                  <a:lnTo>
                    <a:pt x="5974" y="1821"/>
                  </a:lnTo>
                  <a:lnTo>
                    <a:pt x="5974" y="1681"/>
                  </a:lnTo>
                  <a:lnTo>
                    <a:pt x="6020" y="1494"/>
                  </a:lnTo>
                  <a:lnTo>
                    <a:pt x="5974" y="1308"/>
                  </a:lnTo>
                  <a:lnTo>
                    <a:pt x="5834" y="1074"/>
                  </a:lnTo>
                  <a:lnTo>
                    <a:pt x="5554" y="794"/>
                  </a:lnTo>
                  <a:lnTo>
                    <a:pt x="5227" y="561"/>
                  </a:lnTo>
                  <a:lnTo>
                    <a:pt x="4807" y="327"/>
                  </a:lnTo>
                  <a:lnTo>
                    <a:pt x="4294" y="141"/>
                  </a:lnTo>
                  <a:lnTo>
                    <a:pt x="3734" y="47"/>
                  </a:lnTo>
                  <a:lnTo>
                    <a:pt x="312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7" name="Google Shape;10737;p79"/>
            <p:cNvSpPr/>
            <p:nvPr/>
          </p:nvSpPr>
          <p:spPr>
            <a:xfrm>
              <a:off x="2603925" y="2580850"/>
              <a:ext cx="86350" cy="169200"/>
            </a:xfrm>
            <a:custGeom>
              <a:rect b="b" l="l" r="r" t="t"/>
              <a:pathLst>
                <a:path extrusionOk="0" h="6768" w="3454">
                  <a:moveTo>
                    <a:pt x="0" y="1"/>
                  </a:moveTo>
                  <a:lnTo>
                    <a:pt x="560" y="47"/>
                  </a:lnTo>
                  <a:lnTo>
                    <a:pt x="1074" y="141"/>
                  </a:lnTo>
                  <a:lnTo>
                    <a:pt x="1540" y="281"/>
                  </a:lnTo>
                  <a:lnTo>
                    <a:pt x="1960" y="467"/>
                  </a:lnTo>
                  <a:lnTo>
                    <a:pt x="2287" y="654"/>
                  </a:lnTo>
                  <a:lnTo>
                    <a:pt x="2567" y="887"/>
                  </a:lnTo>
                  <a:lnTo>
                    <a:pt x="2707" y="1167"/>
                  </a:lnTo>
                  <a:lnTo>
                    <a:pt x="2800" y="1448"/>
                  </a:lnTo>
                  <a:lnTo>
                    <a:pt x="2754" y="1588"/>
                  </a:lnTo>
                  <a:lnTo>
                    <a:pt x="2707" y="1774"/>
                  </a:lnTo>
                  <a:lnTo>
                    <a:pt x="2567" y="1914"/>
                  </a:lnTo>
                  <a:lnTo>
                    <a:pt x="2427" y="2101"/>
                  </a:lnTo>
                  <a:lnTo>
                    <a:pt x="2380" y="2148"/>
                  </a:lnTo>
                  <a:lnTo>
                    <a:pt x="2380" y="2241"/>
                  </a:lnTo>
                  <a:lnTo>
                    <a:pt x="2380" y="6768"/>
                  </a:lnTo>
                  <a:lnTo>
                    <a:pt x="3034" y="6768"/>
                  </a:lnTo>
                  <a:lnTo>
                    <a:pt x="3034" y="2241"/>
                  </a:lnTo>
                  <a:lnTo>
                    <a:pt x="3080" y="2148"/>
                  </a:lnTo>
                  <a:lnTo>
                    <a:pt x="3127" y="2101"/>
                  </a:lnTo>
                  <a:lnTo>
                    <a:pt x="3267" y="1914"/>
                  </a:lnTo>
                  <a:lnTo>
                    <a:pt x="3360" y="1774"/>
                  </a:lnTo>
                  <a:lnTo>
                    <a:pt x="3454" y="1588"/>
                  </a:lnTo>
                  <a:lnTo>
                    <a:pt x="3454" y="1448"/>
                  </a:lnTo>
                  <a:lnTo>
                    <a:pt x="3454" y="1308"/>
                  </a:lnTo>
                  <a:lnTo>
                    <a:pt x="3407" y="1167"/>
                  </a:lnTo>
                  <a:lnTo>
                    <a:pt x="3220" y="887"/>
                  </a:lnTo>
                  <a:lnTo>
                    <a:pt x="2940" y="607"/>
                  </a:lnTo>
                  <a:lnTo>
                    <a:pt x="2520" y="421"/>
                  </a:lnTo>
                  <a:lnTo>
                    <a:pt x="2054" y="234"/>
                  </a:lnTo>
                  <a:lnTo>
                    <a:pt x="1540" y="94"/>
                  </a:lnTo>
                  <a:lnTo>
                    <a:pt x="93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8" name="Google Shape;10738;p79"/>
            <p:cNvSpPr/>
            <p:nvPr/>
          </p:nvSpPr>
          <p:spPr>
            <a:xfrm>
              <a:off x="2455750" y="2685850"/>
              <a:ext cx="312700" cy="194875"/>
            </a:xfrm>
            <a:custGeom>
              <a:rect b="b" l="l" r="r" t="t"/>
              <a:pathLst>
                <a:path extrusionOk="0" h="7795" w="12508">
                  <a:moveTo>
                    <a:pt x="1447" y="1"/>
                  </a:moveTo>
                  <a:lnTo>
                    <a:pt x="1167" y="48"/>
                  </a:lnTo>
                  <a:lnTo>
                    <a:pt x="887" y="141"/>
                  </a:lnTo>
                  <a:lnTo>
                    <a:pt x="654" y="234"/>
                  </a:lnTo>
                  <a:lnTo>
                    <a:pt x="420" y="421"/>
                  </a:lnTo>
                  <a:lnTo>
                    <a:pt x="234" y="654"/>
                  </a:lnTo>
                  <a:lnTo>
                    <a:pt x="94" y="888"/>
                  </a:lnTo>
                  <a:lnTo>
                    <a:pt x="0" y="1168"/>
                  </a:lnTo>
                  <a:lnTo>
                    <a:pt x="0" y="1494"/>
                  </a:lnTo>
                  <a:lnTo>
                    <a:pt x="0" y="7795"/>
                  </a:lnTo>
                  <a:lnTo>
                    <a:pt x="12508" y="7795"/>
                  </a:lnTo>
                  <a:lnTo>
                    <a:pt x="12228" y="1634"/>
                  </a:lnTo>
                  <a:lnTo>
                    <a:pt x="12181" y="1354"/>
                  </a:lnTo>
                  <a:lnTo>
                    <a:pt x="12134" y="1028"/>
                  </a:lnTo>
                  <a:lnTo>
                    <a:pt x="12041" y="794"/>
                  </a:lnTo>
                  <a:lnTo>
                    <a:pt x="11948" y="514"/>
                  </a:lnTo>
                  <a:lnTo>
                    <a:pt x="11761" y="328"/>
                  </a:lnTo>
                  <a:lnTo>
                    <a:pt x="11574" y="141"/>
                  </a:lnTo>
                  <a:lnTo>
                    <a:pt x="11341" y="48"/>
                  </a:lnTo>
                  <a:lnTo>
                    <a:pt x="110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9" name="Google Shape;10739;p79"/>
            <p:cNvSpPr/>
            <p:nvPr/>
          </p:nvSpPr>
          <p:spPr>
            <a:xfrm>
              <a:off x="2714750" y="2685850"/>
              <a:ext cx="53700" cy="194875"/>
            </a:xfrm>
            <a:custGeom>
              <a:rect b="b" l="l" r="r" t="t"/>
              <a:pathLst>
                <a:path extrusionOk="0" h="7795" w="2148">
                  <a:moveTo>
                    <a:pt x="1" y="1"/>
                  </a:moveTo>
                  <a:lnTo>
                    <a:pt x="281" y="48"/>
                  </a:lnTo>
                  <a:lnTo>
                    <a:pt x="561" y="141"/>
                  </a:lnTo>
                  <a:lnTo>
                    <a:pt x="841" y="234"/>
                  </a:lnTo>
                  <a:lnTo>
                    <a:pt x="1028" y="421"/>
                  </a:lnTo>
                  <a:lnTo>
                    <a:pt x="1214" y="654"/>
                  </a:lnTo>
                  <a:lnTo>
                    <a:pt x="1354" y="888"/>
                  </a:lnTo>
                  <a:lnTo>
                    <a:pt x="1448" y="1168"/>
                  </a:lnTo>
                  <a:lnTo>
                    <a:pt x="1494" y="1494"/>
                  </a:lnTo>
                  <a:lnTo>
                    <a:pt x="1494" y="7795"/>
                  </a:lnTo>
                  <a:lnTo>
                    <a:pt x="2148" y="7795"/>
                  </a:lnTo>
                  <a:lnTo>
                    <a:pt x="2148" y="1494"/>
                  </a:lnTo>
                  <a:lnTo>
                    <a:pt x="2148" y="1168"/>
                  </a:lnTo>
                  <a:lnTo>
                    <a:pt x="2054" y="888"/>
                  </a:lnTo>
                  <a:lnTo>
                    <a:pt x="1914" y="654"/>
                  </a:lnTo>
                  <a:lnTo>
                    <a:pt x="1728" y="421"/>
                  </a:lnTo>
                  <a:lnTo>
                    <a:pt x="1494" y="234"/>
                  </a:lnTo>
                  <a:lnTo>
                    <a:pt x="1261" y="141"/>
                  </a:lnTo>
                  <a:lnTo>
                    <a:pt x="981" y="48"/>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0" name="Google Shape;10740;p79"/>
            <p:cNvSpPr/>
            <p:nvPr/>
          </p:nvSpPr>
          <p:spPr>
            <a:xfrm>
              <a:off x="2444075" y="2874875"/>
              <a:ext cx="331375" cy="40850"/>
            </a:xfrm>
            <a:custGeom>
              <a:rect b="b" l="l" r="r" t="t"/>
              <a:pathLst>
                <a:path extrusionOk="0" h="1634" w="13255">
                  <a:moveTo>
                    <a:pt x="141" y="0"/>
                  </a:moveTo>
                  <a:lnTo>
                    <a:pt x="47" y="47"/>
                  </a:lnTo>
                  <a:lnTo>
                    <a:pt x="1" y="140"/>
                  </a:lnTo>
                  <a:lnTo>
                    <a:pt x="1" y="234"/>
                  </a:lnTo>
                  <a:lnTo>
                    <a:pt x="1" y="1400"/>
                  </a:lnTo>
                  <a:lnTo>
                    <a:pt x="1" y="1494"/>
                  </a:lnTo>
                  <a:lnTo>
                    <a:pt x="47" y="1587"/>
                  </a:lnTo>
                  <a:lnTo>
                    <a:pt x="141" y="1634"/>
                  </a:lnTo>
                  <a:lnTo>
                    <a:pt x="13208" y="1634"/>
                  </a:lnTo>
                  <a:lnTo>
                    <a:pt x="13255" y="1587"/>
                  </a:lnTo>
                  <a:lnTo>
                    <a:pt x="13255" y="1540"/>
                  </a:lnTo>
                  <a:lnTo>
                    <a:pt x="13208" y="1307"/>
                  </a:lnTo>
                  <a:lnTo>
                    <a:pt x="13161" y="327"/>
                  </a:lnTo>
                  <a:lnTo>
                    <a:pt x="13255" y="140"/>
                  </a:lnTo>
                  <a:lnTo>
                    <a:pt x="13255" y="47"/>
                  </a:lnTo>
                  <a:lnTo>
                    <a:pt x="1320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1" name="Google Shape;10741;p79"/>
            <p:cNvSpPr/>
            <p:nvPr/>
          </p:nvSpPr>
          <p:spPr>
            <a:xfrm>
              <a:off x="2703100" y="2725525"/>
              <a:ext cx="21025" cy="127200"/>
            </a:xfrm>
            <a:custGeom>
              <a:rect b="b" l="l" r="r" t="t"/>
              <a:pathLst>
                <a:path extrusionOk="0" h="5088" w="841">
                  <a:moveTo>
                    <a:pt x="0" y="1"/>
                  </a:moveTo>
                  <a:lnTo>
                    <a:pt x="0" y="94"/>
                  </a:lnTo>
                  <a:lnTo>
                    <a:pt x="0" y="4947"/>
                  </a:lnTo>
                  <a:lnTo>
                    <a:pt x="0" y="5041"/>
                  </a:lnTo>
                  <a:lnTo>
                    <a:pt x="93" y="5087"/>
                  </a:lnTo>
                  <a:lnTo>
                    <a:pt x="747" y="5087"/>
                  </a:lnTo>
                  <a:lnTo>
                    <a:pt x="840" y="5041"/>
                  </a:lnTo>
                  <a:lnTo>
                    <a:pt x="840" y="4947"/>
                  </a:lnTo>
                  <a:lnTo>
                    <a:pt x="840" y="94"/>
                  </a:lnTo>
                  <a:lnTo>
                    <a:pt x="8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2" name="Google Shape;10742;p79"/>
            <p:cNvSpPr/>
            <p:nvPr/>
          </p:nvSpPr>
          <p:spPr>
            <a:xfrm>
              <a:off x="2685600" y="2767525"/>
              <a:ext cx="52525" cy="24525"/>
            </a:xfrm>
            <a:custGeom>
              <a:rect b="b" l="l" r="r" t="t"/>
              <a:pathLst>
                <a:path extrusionOk="0" h="981" w="2101">
                  <a:moveTo>
                    <a:pt x="140" y="1"/>
                  </a:moveTo>
                  <a:lnTo>
                    <a:pt x="47" y="47"/>
                  </a:lnTo>
                  <a:lnTo>
                    <a:pt x="0" y="94"/>
                  </a:lnTo>
                  <a:lnTo>
                    <a:pt x="0" y="841"/>
                  </a:lnTo>
                  <a:lnTo>
                    <a:pt x="47" y="934"/>
                  </a:lnTo>
                  <a:lnTo>
                    <a:pt x="140" y="981"/>
                  </a:lnTo>
                  <a:lnTo>
                    <a:pt x="2100" y="981"/>
                  </a:lnTo>
                  <a:lnTo>
                    <a:pt x="2100" y="934"/>
                  </a:lnTo>
                  <a:lnTo>
                    <a:pt x="2054" y="887"/>
                  </a:lnTo>
                  <a:lnTo>
                    <a:pt x="2007" y="794"/>
                  </a:lnTo>
                  <a:lnTo>
                    <a:pt x="1960" y="281"/>
                  </a:lnTo>
                  <a:lnTo>
                    <a:pt x="2054" y="141"/>
                  </a:lnTo>
                  <a:lnTo>
                    <a:pt x="2100" y="47"/>
                  </a:lnTo>
                  <a:lnTo>
                    <a:pt x="210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3" name="Google Shape;10743;p79"/>
            <p:cNvSpPr/>
            <p:nvPr/>
          </p:nvSpPr>
          <p:spPr>
            <a:xfrm>
              <a:off x="2487250" y="2832875"/>
              <a:ext cx="24525" cy="23350"/>
            </a:xfrm>
            <a:custGeom>
              <a:rect b="b" l="l" r="r" t="t"/>
              <a:pathLst>
                <a:path extrusionOk="0" h="934" w="981">
                  <a:moveTo>
                    <a:pt x="514" y="0"/>
                  </a:moveTo>
                  <a:lnTo>
                    <a:pt x="327" y="47"/>
                  </a:lnTo>
                  <a:lnTo>
                    <a:pt x="141" y="140"/>
                  </a:lnTo>
                  <a:lnTo>
                    <a:pt x="47" y="280"/>
                  </a:lnTo>
                  <a:lnTo>
                    <a:pt x="1" y="467"/>
                  </a:lnTo>
                  <a:lnTo>
                    <a:pt x="47" y="653"/>
                  </a:lnTo>
                  <a:lnTo>
                    <a:pt x="141" y="793"/>
                  </a:lnTo>
                  <a:lnTo>
                    <a:pt x="327" y="887"/>
                  </a:lnTo>
                  <a:lnTo>
                    <a:pt x="514" y="933"/>
                  </a:lnTo>
                  <a:lnTo>
                    <a:pt x="701" y="887"/>
                  </a:lnTo>
                  <a:lnTo>
                    <a:pt x="841" y="793"/>
                  </a:lnTo>
                  <a:lnTo>
                    <a:pt x="934" y="653"/>
                  </a:lnTo>
                  <a:lnTo>
                    <a:pt x="981" y="467"/>
                  </a:lnTo>
                  <a:lnTo>
                    <a:pt x="934" y="280"/>
                  </a:lnTo>
                  <a:lnTo>
                    <a:pt x="841" y="140"/>
                  </a:lnTo>
                  <a:lnTo>
                    <a:pt x="701" y="47"/>
                  </a:lnTo>
                  <a:lnTo>
                    <a:pt x="5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4" name="Google Shape;10744;p79"/>
            <p:cNvSpPr/>
            <p:nvPr/>
          </p:nvSpPr>
          <p:spPr>
            <a:xfrm>
              <a:off x="2528075" y="2832875"/>
              <a:ext cx="23375" cy="23350"/>
            </a:xfrm>
            <a:custGeom>
              <a:rect b="b" l="l" r="r" t="t"/>
              <a:pathLst>
                <a:path extrusionOk="0" h="934" w="935">
                  <a:moveTo>
                    <a:pt x="468" y="0"/>
                  </a:moveTo>
                  <a:lnTo>
                    <a:pt x="281" y="47"/>
                  </a:lnTo>
                  <a:lnTo>
                    <a:pt x="141" y="140"/>
                  </a:lnTo>
                  <a:lnTo>
                    <a:pt x="1" y="280"/>
                  </a:lnTo>
                  <a:lnTo>
                    <a:pt x="1" y="467"/>
                  </a:lnTo>
                  <a:lnTo>
                    <a:pt x="1" y="653"/>
                  </a:lnTo>
                  <a:lnTo>
                    <a:pt x="141" y="793"/>
                  </a:lnTo>
                  <a:lnTo>
                    <a:pt x="281" y="887"/>
                  </a:lnTo>
                  <a:lnTo>
                    <a:pt x="468" y="933"/>
                  </a:lnTo>
                  <a:lnTo>
                    <a:pt x="654" y="887"/>
                  </a:lnTo>
                  <a:lnTo>
                    <a:pt x="794" y="793"/>
                  </a:lnTo>
                  <a:lnTo>
                    <a:pt x="888" y="653"/>
                  </a:lnTo>
                  <a:lnTo>
                    <a:pt x="934" y="467"/>
                  </a:lnTo>
                  <a:lnTo>
                    <a:pt x="888" y="280"/>
                  </a:lnTo>
                  <a:lnTo>
                    <a:pt x="794" y="140"/>
                  </a:lnTo>
                  <a:lnTo>
                    <a:pt x="654" y="47"/>
                  </a:lnTo>
                  <a:lnTo>
                    <a:pt x="46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5" name="Google Shape;10745;p79"/>
            <p:cNvSpPr/>
            <p:nvPr/>
          </p:nvSpPr>
          <p:spPr>
            <a:xfrm>
              <a:off x="2577075" y="2710350"/>
              <a:ext cx="64200" cy="71200"/>
            </a:xfrm>
            <a:custGeom>
              <a:rect b="b" l="l" r="r" t="t"/>
              <a:pathLst>
                <a:path extrusionOk="0" h="2848" w="2568">
                  <a:moveTo>
                    <a:pt x="1354" y="1"/>
                  </a:moveTo>
                  <a:lnTo>
                    <a:pt x="1121" y="48"/>
                  </a:lnTo>
                  <a:lnTo>
                    <a:pt x="888" y="141"/>
                  </a:lnTo>
                  <a:lnTo>
                    <a:pt x="654" y="234"/>
                  </a:lnTo>
                  <a:lnTo>
                    <a:pt x="468" y="374"/>
                  </a:lnTo>
                  <a:lnTo>
                    <a:pt x="421" y="468"/>
                  </a:lnTo>
                  <a:lnTo>
                    <a:pt x="468" y="514"/>
                  </a:lnTo>
                  <a:lnTo>
                    <a:pt x="514" y="608"/>
                  </a:lnTo>
                  <a:lnTo>
                    <a:pt x="514" y="701"/>
                  </a:lnTo>
                  <a:lnTo>
                    <a:pt x="188" y="701"/>
                  </a:lnTo>
                  <a:lnTo>
                    <a:pt x="94" y="934"/>
                  </a:lnTo>
                  <a:lnTo>
                    <a:pt x="1" y="1168"/>
                  </a:lnTo>
                  <a:lnTo>
                    <a:pt x="1" y="1448"/>
                  </a:lnTo>
                  <a:lnTo>
                    <a:pt x="1" y="1681"/>
                  </a:lnTo>
                  <a:lnTo>
                    <a:pt x="48" y="1914"/>
                  </a:lnTo>
                  <a:lnTo>
                    <a:pt x="188" y="2148"/>
                  </a:lnTo>
                  <a:lnTo>
                    <a:pt x="328" y="2334"/>
                  </a:lnTo>
                  <a:lnTo>
                    <a:pt x="514" y="2521"/>
                  </a:lnTo>
                  <a:lnTo>
                    <a:pt x="748" y="2708"/>
                  </a:lnTo>
                  <a:lnTo>
                    <a:pt x="1028" y="2801"/>
                  </a:lnTo>
                  <a:lnTo>
                    <a:pt x="1261" y="2848"/>
                  </a:lnTo>
                  <a:lnTo>
                    <a:pt x="1541" y="2848"/>
                  </a:lnTo>
                  <a:lnTo>
                    <a:pt x="1821" y="2801"/>
                  </a:lnTo>
                  <a:lnTo>
                    <a:pt x="2054" y="2661"/>
                  </a:lnTo>
                  <a:lnTo>
                    <a:pt x="2288" y="2521"/>
                  </a:lnTo>
                  <a:lnTo>
                    <a:pt x="2521" y="2334"/>
                  </a:lnTo>
                  <a:lnTo>
                    <a:pt x="2568" y="2194"/>
                  </a:lnTo>
                  <a:lnTo>
                    <a:pt x="2568" y="2101"/>
                  </a:lnTo>
                  <a:lnTo>
                    <a:pt x="2568" y="1914"/>
                  </a:lnTo>
                  <a:lnTo>
                    <a:pt x="2521" y="1681"/>
                  </a:lnTo>
                  <a:lnTo>
                    <a:pt x="2521" y="1448"/>
                  </a:lnTo>
                  <a:lnTo>
                    <a:pt x="2521" y="1121"/>
                  </a:lnTo>
                  <a:lnTo>
                    <a:pt x="2521" y="841"/>
                  </a:lnTo>
                  <a:lnTo>
                    <a:pt x="2474" y="561"/>
                  </a:lnTo>
                  <a:lnTo>
                    <a:pt x="2381" y="421"/>
                  </a:lnTo>
                  <a:lnTo>
                    <a:pt x="2288" y="328"/>
                  </a:lnTo>
                  <a:lnTo>
                    <a:pt x="2054" y="188"/>
                  </a:lnTo>
                  <a:lnTo>
                    <a:pt x="1821" y="94"/>
                  </a:lnTo>
                  <a:lnTo>
                    <a:pt x="1588" y="48"/>
                  </a:lnTo>
                  <a:lnTo>
                    <a:pt x="13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6" name="Google Shape;10746;p79"/>
            <p:cNvSpPr/>
            <p:nvPr/>
          </p:nvSpPr>
          <p:spPr>
            <a:xfrm>
              <a:off x="2603925" y="2710350"/>
              <a:ext cx="43200" cy="71200"/>
            </a:xfrm>
            <a:custGeom>
              <a:rect b="b" l="l" r="r" t="t"/>
              <a:pathLst>
                <a:path extrusionOk="0" h="2848" w="1728">
                  <a:moveTo>
                    <a:pt x="280" y="1"/>
                  </a:moveTo>
                  <a:lnTo>
                    <a:pt x="0" y="48"/>
                  </a:lnTo>
                  <a:lnTo>
                    <a:pt x="280" y="188"/>
                  </a:lnTo>
                  <a:lnTo>
                    <a:pt x="514" y="328"/>
                  </a:lnTo>
                  <a:lnTo>
                    <a:pt x="747" y="514"/>
                  </a:lnTo>
                  <a:lnTo>
                    <a:pt x="887" y="748"/>
                  </a:lnTo>
                  <a:lnTo>
                    <a:pt x="980" y="1028"/>
                  </a:lnTo>
                  <a:lnTo>
                    <a:pt x="1027" y="1261"/>
                  </a:lnTo>
                  <a:lnTo>
                    <a:pt x="1074" y="1541"/>
                  </a:lnTo>
                  <a:lnTo>
                    <a:pt x="1027" y="1821"/>
                  </a:lnTo>
                  <a:lnTo>
                    <a:pt x="887" y="2054"/>
                  </a:lnTo>
                  <a:lnTo>
                    <a:pt x="747" y="2334"/>
                  </a:lnTo>
                  <a:lnTo>
                    <a:pt x="607" y="2474"/>
                  </a:lnTo>
                  <a:lnTo>
                    <a:pt x="420" y="2614"/>
                  </a:lnTo>
                  <a:lnTo>
                    <a:pt x="187" y="2754"/>
                  </a:lnTo>
                  <a:lnTo>
                    <a:pt x="0" y="2801"/>
                  </a:lnTo>
                  <a:lnTo>
                    <a:pt x="187" y="2848"/>
                  </a:lnTo>
                  <a:lnTo>
                    <a:pt x="374" y="2848"/>
                  </a:lnTo>
                  <a:lnTo>
                    <a:pt x="747" y="2754"/>
                  </a:lnTo>
                  <a:lnTo>
                    <a:pt x="934" y="2708"/>
                  </a:lnTo>
                  <a:lnTo>
                    <a:pt x="1120" y="2614"/>
                  </a:lnTo>
                  <a:lnTo>
                    <a:pt x="1260" y="2474"/>
                  </a:lnTo>
                  <a:lnTo>
                    <a:pt x="1447" y="2334"/>
                  </a:lnTo>
                  <a:lnTo>
                    <a:pt x="1587" y="2054"/>
                  </a:lnTo>
                  <a:lnTo>
                    <a:pt x="1680" y="1821"/>
                  </a:lnTo>
                  <a:lnTo>
                    <a:pt x="1727" y="1541"/>
                  </a:lnTo>
                  <a:lnTo>
                    <a:pt x="1727" y="1261"/>
                  </a:lnTo>
                  <a:lnTo>
                    <a:pt x="1680" y="1028"/>
                  </a:lnTo>
                  <a:lnTo>
                    <a:pt x="1540" y="748"/>
                  </a:lnTo>
                  <a:lnTo>
                    <a:pt x="1400" y="514"/>
                  </a:lnTo>
                  <a:lnTo>
                    <a:pt x="1214" y="328"/>
                  </a:lnTo>
                  <a:lnTo>
                    <a:pt x="934" y="141"/>
                  </a:lnTo>
                  <a:lnTo>
                    <a:pt x="607" y="48"/>
                  </a:lnTo>
                  <a:lnTo>
                    <a:pt x="28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7" name="Google Shape;10747;p79"/>
            <p:cNvSpPr/>
            <p:nvPr/>
          </p:nvSpPr>
          <p:spPr>
            <a:xfrm>
              <a:off x="2721750" y="2767525"/>
              <a:ext cx="19875" cy="24525"/>
            </a:xfrm>
            <a:custGeom>
              <a:rect b="b" l="l" r="r" t="t"/>
              <a:pathLst>
                <a:path extrusionOk="0" h="981" w="795">
                  <a:moveTo>
                    <a:pt x="1" y="1"/>
                  </a:moveTo>
                  <a:lnTo>
                    <a:pt x="94" y="47"/>
                  </a:lnTo>
                  <a:lnTo>
                    <a:pt x="94" y="94"/>
                  </a:lnTo>
                  <a:lnTo>
                    <a:pt x="94" y="841"/>
                  </a:lnTo>
                  <a:lnTo>
                    <a:pt x="94" y="934"/>
                  </a:lnTo>
                  <a:lnTo>
                    <a:pt x="1" y="981"/>
                  </a:lnTo>
                  <a:lnTo>
                    <a:pt x="654" y="981"/>
                  </a:lnTo>
                  <a:lnTo>
                    <a:pt x="748" y="934"/>
                  </a:lnTo>
                  <a:lnTo>
                    <a:pt x="794" y="841"/>
                  </a:lnTo>
                  <a:lnTo>
                    <a:pt x="794" y="94"/>
                  </a:lnTo>
                  <a:lnTo>
                    <a:pt x="748" y="47"/>
                  </a:lnTo>
                  <a:lnTo>
                    <a:pt x="6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8" name="Google Shape;10748;p79"/>
            <p:cNvSpPr/>
            <p:nvPr/>
          </p:nvSpPr>
          <p:spPr>
            <a:xfrm>
              <a:off x="2760250" y="2874875"/>
              <a:ext cx="19875" cy="40850"/>
            </a:xfrm>
            <a:custGeom>
              <a:rect b="b" l="l" r="r" t="t"/>
              <a:pathLst>
                <a:path extrusionOk="0" h="1634" w="795">
                  <a:moveTo>
                    <a:pt x="1" y="0"/>
                  </a:moveTo>
                  <a:lnTo>
                    <a:pt x="48" y="47"/>
                  </a:lnTo>
                  <a:lnTo>
                    <a:pt x="94" y="140"/>
                  </a:lnTo>
                  <a:lnTo>
                    <a:pt x="94" y="234"/>
                  </a:lnTo>
                  <a:lnTo>
                    <a:pt x="94" y="1400"/>
                  </a:lnTo>
                  <a:lnTo>
                    <a:pt x="94" y="1494"/>
                  </a:lnTo>
                  <a:lnTo>
                    <a:pt x="48" y="1587"/>
                  </a:lnTo>
                  <a:lnTo>
                    <a:pt x="1" y="1634"/>
                  </a:lnTo>
                  <a:lnTo>
                    <a:pt x="654" y="1634"/>
                  </a:lnTo>
                  <a:lnTo>
                    <a:pt x="748" y="1587"/>
                  </a:lnTo>
                  <a:lnTo>
                    <a:pt x="794" y="1494"/>
                  </a:lnTo>
                  <a:lnTo>
                    <a:pt x="794" y="1400"/>
                  </a:lnTo>
                  <a:lnTo>
                    <a:pt x="794" y="234"/>
                  </a:lnTo>
                  <a:lnTo>
                    <a:pt x="794" y="140"/>
                  </a:lnTo>
                  <a:lnTo>
                    <a:pt x="748"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9" name="Google Shape;10749;p79"/>
            <p:cNvSpPr/>
            <p:nvPr/>
          </p:nvSpPr>
          <p:spPr>
            <a:xfrm>
              <a:off x="2581750" y="2719700"/>
              <a:ext cx="35025" cy="31525"/>
            </a:xfrm>
            <a:custGeom>
              <a:rect b="b" l="l" r="r" t="t"/>
              <a:pathLst>
                <a:path extrusionOk="0" h="1261" w="1401">
                  <a:moveTo>
                    <a:pt x="281" y="0"/>
                  </a:moveTo>
                  <a:lnTo>
                    <a:pt x="94" y="187"/>
                  </a:lnTo>
                  <a:lnTo>
                    <a:pt x="1" y="327"/>
                  </a:lnTo>
                  <a:lnTo>
                    <a:pt x="1074" y="1214"/>
                  </a:lnTo>
                  <a:lnTo>
                    <a:pt x="1214" y="1260"/>
                  </a:lnTo>
                  <a:lnTo>
                    <a:pt x="1307" y="1260"/>
                  </a:lnTo>
                  <a:lnTo>
                    <a:pt x="1354" y="1167"/>
                  </a:lnTo>
                  <a:lnTo>
                    <a:pt x="1401" y="1120"/>
                  </a:lnTo>
                  <a:lnTo>
                    <a:pt x="1401" y="1027"/>
                  </a:lnTo>
                  <a:lnTo>
                    <a:pt x="1401" y="980"/>
                  </a:lnTo>
                  <a:lnTo>
                    <a:pt x="1354" y="887"/>
                  </a:lnTo>
                  <a:lnTo>
                    <a:pt x="28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50" name="Google Shape;10750;p79"/>
          <p:cNvGrpSpPr/>
          <p:nvPr/>
        </p:nvGrpSpPr>
        <p:grpSpPr>
          <a:xfrm>
            <a:off x="3269350" y="2600700"/>
            <a:ext cx="336050" cy="294025"/>
            <a:chOff x="3200100" y="2600700"/>
            <a:chExt cx="336050" cy="294025"/>
          </a:xfrm>
        </p:grpSpPr>
        <p:sp>
          <p:nvSpPr>
            <p:cNvPr id="10751" name="Google Shape;10751;p79"/>
            <p:cNvSpPr/>
            <p:nvPr/>
          </p:nvSpPr>
          <p:spPr>
            <a:xfrm>
              <a:off x="3366950" y="2600700"/>
              <a:ext cx="43200" cy="49025"/>
            </a:xfrm>
            <a:custGeom>
              <a:rect b="b" l="l" r="r" t="t"/>
              <a:pathLst>
                <a:path extrusionOk="0" h="1961" w="1728">
                  <a:moveTo>
                    <a:pt x="1494" y="0"/>
                  </a:moveTo>
                  <a:lnTo>
                    <a:pt x="1214" y="93"/>
                  </a:lnTo>
                  <a:lnTo>
                    <a:pt x="934" y="233"/>
                  </a:lnTo>
                  <a:lnTo>
                    <a:pt x="700" y="420"/>
                  </a:lnTo>
                  <a:lnTo>
                    <a:pt x="514" y="654"/>
                  </a:lnTo>
                  <a:lnTo>
                    <a:pt x="374" y="887"/>
                  </a:lnTo>
                  <a:lnTo>
                    <a:pt x="234" y="1167"/>
                  </a:lnTo>
                  <a:lnTo>
                    <a:pt x="47" y="1680"/>
                  </a:lnTo>
                  <a:lnTo>
                    <a:pt x="0" y="1774"/>
                  </a:lnTo>
                  <a:lnTo>
                    <a:pt x="47" y="1867"/>
                  </a:lnTo>
                  <a:lnTo>
                    <a:pt x="94" y="1914"/>
                  </a:lnTo>
                  <a:lnTo>
                    <a:pt x="187" y="1960"/>
                  </a:lnTo>
                  <a:lnTo>
                    <a:pt x="234" y="1960"/>
                  </a:lnTo>
                  <a:lnTo>
                    <a:pt x="327" y="1914"/>
                  </a:lnTo>
                  <a:lnTo>
                    <a:pt x="420" y="1820"/>
                  </a:lnTo>
                  <a:lnTo>
                    <a:pt x="560" y="1400"/>
                  </a:lnTo>
                  <a:lnTo>
                    <a:pt x="794" y="980"/>
                  </a:lnTo>
                  <a:lnTo>
                    <a:pt x="934" y="794"/>
                  </a:lnTo>
                  <a:lnTo>
                    <a:pt x="1120" y="607"/>
                  </a:lnTo>
                  <a:lnTo>
                    <a:pt x="1307" y="467"/>
                  </a:lnTo>
                  <a:lnTo>
                    <a:pt x="1540" y="420"/>
                  </a:lnTo>
                  <a:lnTo>
                    <a:pt x="1634" y="373"/>
                  </a:lnTo>
                  <a:lnTo>
                    <a:pt x="1680" y="327"/>
                  </a:lnTo>
                  <a:lnTo>
                    <a:pt x="1727" y="280"/>
                  </a:lnTo>
                  <a:lnTo>
                    <a:pt x="1727" y="187"/>
                  </a:lnTo>
                  <a:lnTo>
                    <a:pt x="1680" y="93"/>
                  </a:lnTo>
                  <a:lnTo>
                    <a:pt x="1634" y="47"/>
                  </a:lnTo>
                  <a:lnTo>
                    <a:pt x="1587" y="47"/>
                  </a:lnTo>
                  <a:lnTo>
                    <a:pt x="149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2" name="Google Shape;10752;p79"/>
            <p:cNvSpPr/>
            <p:nvPr/>
          </p:nvSpPr>
          <p:spPr>
            <a:xfrm>
              <a:off x="3348275" y="2642700"/>
              <a:ext cx="32700" cy="38525"/>
            </a:xfrm>
            <a:custGeom>
              <a:rect b="b" l="l" r="r" t="t"/>
              <a:pathLst>
                <a:path extrusionOk="0" h="1541" w="1308">
                  <a:moveTo>
                    <a:pt x="794" y="0"/>
                  </a:moveTo>
                  <a:lnTo>
                    <a:pt x="607" y="47"/>
                  </a:lnTo>
                  <a:lnTo>
                    <a:pt x="467" y="94"/>
                  </a:lnTo>
                  <a:lnTo>
                    <a:pt x="374" y="140"/>
                  </a:lnTo>
                  <a:lnTo>
                    <a:pt x="234" y="234"/>
                  </a:lnTo>
                  <a:lnTo>
                    <a:pt x="141" y="374"/>
                  </a:lnTo>
                  <a:lnTo>
                    <a:pt x="94" y="467"/>
                  </a:lnTo>
                  <a:lnTo>
                    <a:pt x="47" y="607"/>
                  </a:lnTo>
                  <a:lnTo>
                    <a:pt x="1" y="794"/>
                  </a:lnTo>
                  <a:lnTo>
                    <a:pt x="47" y="934"/>
                  </a:lnTo>
                  <a:lnTo>
                    <a:pt x="94" y="1074"/>
                  </a:lnTo>
                  <a:lnTo>
                    <a:pt x="141" y="1214"/>
                  </a:lnTo>
                  <a:lnTo>
                    <a:pt x="234" y="1307"/>
                  </a:lnTo>
                  <a:lnTo>
                    <a:pt x="374" y="1400"/>
                  </a:lnTo>
                  <a:lnTo>
                    <a:pt x="467" y="1494"/>
                  </a:lnTo>
                  <a:lnTo>
                    <a:pt x="607" y="1540"/>
                  </a:lnTo>
                  <a:lnTo>
                    <a:pt x="934" y="1540"/>
                  </a:lnTo>
                  <a:lnTo>
                    <a:pt x="1027" y="1494"/>
                  </a:lnTo>
                  <a:lnTo>
                    <a:pt x="1121" y="1400"/>
                  </a:lnTo>
                  <a:lnTo>
                    <a:pt x="1214" y="1307"/>
                  </a:lnTo>
                  <a:lnTo>
                    <a:pt x="1307" y="1074"/>
                  </a:lnTo>
                  <a:lnTo>
                    <a:pt x="1307" y="794"/>
                  </a:lnTo>
                  <a:lnTo>
                    <a:pt x="1307" y="467"/>
                  </a:lnTo>
                  <a:lnTo>
                    <a:pt x="1214" y="234"/>
                  </a:lnTo>
                  <a:lnTo>
                    <a:pt x="1121" y="140"/>
                  </a:lnTo>
                  <a:lnTo>
                    <a:pt x="1027" y="94"/>
                  </a:lnTo>
                  <a:lnTo>
                    <a:pt x="934" y="47"/>
                  </a:lnTo>
                  <a:lnTo>
                    <a:pt x="7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3" name="Google Shape;10753;p79"/>
            <p:cNvSpPr/>
            <p:nvPr/>
          </p:nvSpPr>
          <p:spPr>
            <a:xfrm>
              <a:off x="3359950" y="2642700"/>
              <a:ext cx="26850" cy="38525"/>
            </a:xfrm>
            <a:custGeom>
              <a:rect b="b" l="l" r="r" t="t"/>
              <a:pathLst>
                <a:path extrusionOk="0" h="1541" w="1074">
                  <a:moveTo>
                    <a:pt x="327" y="0"/>
                  </a:moveTo>
                  <a:lnTo>
                    <a:pt x="140" y="47"/>
                  </a:lnTo>
                  <a:lnTo>
                    <a:pt x="0" y="94"/>
                  </a:lnTo>
                  <a:lnTo>
                    <a:pt x="187" y="187"/>
                  </a:lnTo>
                  <a:lnTo>
                    <a:pt x="327" y="374"/>
                  </a:lnTo>
                  <a:lnTo>
                    <a:pt x="420" y="560"/>
                  </a:lnTo>
                  <a:lnTo>
                    <a:pt x="467" y="794"/>
                  </a:lnTo>
                  <a:lnTo>
                    <a:pt x="420" y="1027"/>
                  </a:lnTo>
                  <a:lnTo>
                    <a:pt x="327" y="1214"/>
                  </a:lnTo>
                  <a:lnTo>
                    <a:pt x="187" y="1354"/>
                  </a:lnTo>
                  <a:lnTo>
                    <a:pt x="0" y="1494"/>
                  </a:lnTo>
                  <a:lnTo>
                    <a:pt x="140" y="1540"/>
                  </a:lnTo>
                  <a:lnTo>
                    <a:pt x="467" y="1540"/>
                  </a:lnTo>
                  <a:lnTo>
                    <a:pt x="607" y="1494"/>
                  </a:lnTo>
                  <a:lnTo>
                    <a:pt x="747" y="1400"/>
                  </a:lnTo>
                  <a:lnTo>
                    <a:pt x="840" y="1307"/>
                  </a:lnTo>
                  <a:lnTo>
                    <a:pt x="934" y="1214"/>
                  </a:lnTo>
                  <a:lnTo>
                    <a:pt x="1027" y="1074"/>
                  </a:lnTo>
                  <a:lnTo>
                    <a:pt x="1074" y="934"/>
                  </a:lnTo>
                  <a:lnTo>
                    <a:pt x="1074" y="794"/>
                  </a:lnTo>
                  <a:lnTo>
                    <a:pt x="1074" y="607"/>
                  </a:lnTo>
                  <a:lnTo>
                    <a:pt x="1027" y="467"/>
                  </a:lnTo>
                  <a:lnTo>
                    <a:pt x="934" y="374"/>
                  </a:lnTo>
                  <a:lnTo>
                    <a:pt x="840" y="234"/>
                  </a:lnTo>
                  <a:lnTo>
                    <a:pt x="747" y="140"/>
                  </a:lnTo>
                  <a:lnTo>
                    <a:pt x="607" y="94"/>
                  </a:lnTo>
                  <a:lnTo>
                    <a:pt x="467" y="47"/>
                  </a:lnTo>
                  <a:lnTo>
                    <a:pt x="3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4" name="Google Shape;10754;p79"/>
            <p:cNvSpPr/>
            <p:nvPr/>
          </p:nvSpPr>
          <p:spPr>
            <a:xfrm>
              <a:off x="3266600" y="2680025"/>
              <a:ext cx="203050" cy="65350"/>
            </a:xfrm>
            <a:custGeom>
              <a:rect b="b" l="l" r="r" t="t"/>
              <a:pathLst>
                <a:path extrusionOk="0" h="2614" w="8122">
                  <a:moveTo>
                    <a:pt x="328" y="1"/>
                  </a:moveTo>
                  <a:lnTo>
                    <a:pt x="188" y="47"/>
                  </a:lnTo>
                  <a:lnTo>
                    <a:pt x="94" y="94"/>
                  </a:lnTo>
                  <a:lnTo>
                    <a:pt x="1" y="234"/>
                  </a:lnTo>
                  <a:lnTo>
                    <a:pt x="1" y="327"/>
                  </a:lnTo>
                  <a:lnTo>
                    <a:pt x="1" y="2614"/>
                  </a:lnTo>
                  <a:lnTo>
                    <a:pt x="8121" y="2614"/>
                  </a:lnTo>
                  <a:lnTo>
                    <a:pt x="7795" y="421"/>
                  </a:lnTo>
                  <a:lnTo>
                    <a:pt x="7841" y="141"/>
                  </a:lnTo>
                  <a:lnTo>
                    <a:pt x="7841" y="47"/>
                  </a:lnTo>
                  <a:lnTo>
                    <a:pt x="779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5" name="Google Shape;10755;p79"/>
            <p:cNvSpPr/>
            <p:nvPr/>
          </p:nvSpPr>
          <p:spPr>
            <a:xfrm>
              <a:off x="3251450" y="2703350"/>
              <a:ext cx="38525" cy="71200"/>
            </a:xfrm>
            <a:custGeom>
              <a:rect b="b" l="l" r="r" t="t"/>
              <a:pathLst>
                <a:path extrusionOk="0" h="2848" w="1541">
                  <a:moveTo>
                    <a:pt x="467" y="1"/>
                  </a:moveTo>
                  <a:lnTo>
                    <a:pt x="280" y="48"/>
                  </a:lnTo>
                  <a:lnTo>
                    <a:pt x="140" y="141"/>
                  </a:lnTo>
                  <a:lnTo>
                    <a:pt x="47" y="328"/>
                  </a:lnTo>
                  <a:lnTo>
                    <a:pt x="0" y="514"/>
                  </a:lnTo>
                  <a:lnTo>
                    <a:pt x="0" y="2848"/>
                  </a:lnTo>
                  <a:lnTo>
                    <a:pt x="1540" y="2848"/>
                  </a:lnTo>
                  <a:lnTo>
                    <a:pt x="1307" y="748"/>
                  </a:lnTo>
                  <a:lnTo>
                    <a:pt x="1307" y="514"/>
                  </a:lnTo>
                  <a:lnTo>
                    <a:pt x="1260" y="281"/>
                  </a:lnTo>
                  <a:lnTo>
                    <a:pt x="1214" y="94"/>
                  </a:lnTo>
                  <a:lnTo>
                    <a:pt x="1120"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6" name="Google Shape;10756;p79"/>
            <p:cNvSpPr/>
            <p:nvPr/>
          </p:nvSpPr>
          <p:spPr>
            <a:xfrm>
              <a:off x="3328450" y="2703350"/>
              <a:ext cx="39700" cy="71200"/>
            </a:xfrm>
            <a:custGeom>
              <a:rect b="b" l="l" r="r" t="t"/>
              <a:pathLst>
                <a:path extrusionOk="0" h="2848" w="1588">
                  <a:moveTo>
                    <a:pt x="514" y="1"/>
                  </a:moveTo>
                  <a:lnTo>
                    <a:pt x="327" y="48"/>
                  </a:lnTo>
                  <a:lnTo>
                    <a:pt x="140" y="141"/>
                  </a:lnTo>
                  <a:lnTo>
                    <a:pt x="47" y="328"/>
                  </a:lnTo>
                  <a:lnTo>
                    <a:pt x="0" y="514"/>
                  </a:lnTo>
                  <a:lnTo>
                    <a:pt x="0" y="2848"/>
                  </a:lnTo>
                  <a:lnTo>
                    <a:pt x="1587" y="2848"/>
                  </a:lnTo>
                  <a:lnTo>
                    <a:pt x="1354" y="654"/>
                  </a:lnTo>
                  <a:lnTo>
                    <a:pt x="1354" y="468"/>
                  </a:lnTo>
                  <a:lnTo>
                    <a:pt x="1307" y="234"/>
                  </a:lnTo>
                  <a:lnTo>
                    <a:pt x="1260"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7" name="Google Shape;10757;p79"/>
            <p:cNvSpPr/>
            <p:nvPr/>
          </p:nvSpPr>
          <p:spPr>
            <a:xfrm>
              <a:off x="3289950" y="2703350"/>
              <a:ext cx="38525" cy="71200"/>
            </a:xfrm>
            <a:custGeom>
              <a:rect b="b" l="l" r="r" t="t"/>
              <a:pathLst>
                <a:path extrusionOk="0" h="2848" w="1541">
                  <a:moveTo>
                    <a:pt x="514" y="1"/>
                  </a:moveTo>
                  <a:lnTo>
                    <a:pt x="280" y="48"/>
                  </a:lnTo>
                  <a:lnTo>
                    <a:pt x="140" y="141"/>
                  </a:lnTo>
                  <a:lnTo>
                    <a:pt x="47" y="328"/>
                  </a:lnTo>
                  <a:lnTo>
                    <a:pt x="0" y="514"/>
                  </a:lnTo>
                  <a:lnTo>
                    <a:pt x="0" y="2848"/>
                  </a:lnTo>
                  <a:lnTo>
                    <a:pt x="1540" y="2848"/>
                  </a:lnTo>
                  <a:lnTo>
                    <a:pt x="1354" y="608"/>
                  </a:lnTo>
                  <a:lnTo>
                    <a:pt x="1354" y="421"/>
                  </a:lnTo>
                  <a:lnTo>
                    <a:pt x="1307" y="234"/>
                  </a:lnTo>
                  <a:lnTo>
                    <a:pt x="1214"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8" name="Google Shape;10758;p79"/>
            <p:cNvSpPr/>
            <p:nvPr/>
          </p:nvSpPr>
          <p:spPr>
            <a:xfrm>
              <a:off x="3443950" y="2680025"/>
              <a:ext cx="25700" cy="65350"/>
            </a:xfrm>
            <a:custGeom>
              <a:rect b="b" l="l" r="r" t="t"/>
              <a:pathLst>
                <a:path extrusionOk="0" h="2614" w="1028">
                  <a:moveTo>
                    <a:pt x="1" y="1"/>
                  </a:moveTo>
                  <a:lnTo>
                    <a:pt x="141" y="47"/>
                  </a:lnTo>
                  <a:lnTo>
                    <a:pt x="234" y="94"/>
                  </a:lnTo>
                  <a:lnTo>
                    <a:pt x="281" y="234"/>
                  </a:lnTo>
                  <a:lnTo>
                    <a:pt x="327" y="327"/>
                  </a:lnTo>
                  <a:lnTo>
                    <a:pt x="327" y="2614"/>
                  </a:lnTo>
                  <a:lnTo>
                    <a:pt x="1027" y="2614"/>
                  </a:lnTo>
                  <a:lnTo>
                    <a:pt x="1027" y="327"/>
                  </a:lnTo>
                  <a:lnTo>
                    <a:pt x="981" y="234"/>
                  </a:lnTo>
                  <a:lnTo>
                    <a:pt x="887" y="94"/>
                  </a:lnTo>
                  <a:lnTo>
                    <a:pt x="794" y="47"/>
                  </a:lnTo>
                  <a:lnTo>
                    <a:pt x="70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9" name="Google Shape;10759;p79"/>
            <p:cNvSpPr/>
            <p:nvPr/>
          </p:nvSpPr>
          <p:spPr>
            <a:xfrm>
              <a:off x="3368125" y="2703350"/>
              <a:ext cx="38525" cy="71200"/>
            </a:xfrm>
            <a:custGeom>
              <a:rect b="b" l="l" r="r" t="t"/>
              <a:pathLst>
                <a:path extrusionOk="0" h="2848" w="1541">
                  <a:moveTo>
                    <a:pt x="467" y="1"/>
                  </a:moveTo>
                  <a:lnTo>
                    <a:pt x="280" y="48"/>
                  </a:lnTo>
                  <a:lnTo>
                    <a:pt x="140" y="141"/>
                  </a:lnTo>
                  <a:lnTo>
                    <a:pt x="47" y="328"/>
                  </a:lnTo>
                  <a:lnTo>
                    <a:pt x="0" y="514"/>
                  </a:lnTo>
                  <a:lnTo>
                    <a:pt x="0" y="2848"/>
                  </a:lnTo>
                  <a:lnTo>
                    <a:pt x="1540" y="2848"/>
                  </a:lnTo>
                  <a:lnTo>
                    <a:pt x="1213" y="701"/>
                  </a:lnTo>
                  <a:lnTo>
                    <a:pt x="1213" y="234"/>
                  </a:lnTo>
                  <a:lnTo>
                    <a:pt x="1213" y="94"/>
                  </a:lnTo>
                  <a:lnTo>
                    <a:pt x="1120" y="48"/>
                  </a:lnTo>
                  <a:lnTo>
                    <a:pt x="107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0" name="Google Shape;10760;p79"/>
            <p:cNvSpPr/>
            <p:nvPr/>
          </p:nvSpPr>
          <p:spPr>
            <a:xfrm>
              <a:off x="3406625" y="2703350"/>
              <a:ext cx="38525" cy="71200"/>
            </a:xfrm>
            <a:custGeom>
              <a:rect b="b" l="l" r="r" t="t"/>
              <a:pathLst>
                <a:path extrusionOk="0" h="2848" w="1541">
                  <a:moveTo>
                    <a:pt x="513" y="1"/>
                  </a:moveTo>
                  <a:lnTo>
                    <a:pt x="280" y="48"/>
                  </a:lnTo>
                  <a:lnTo>
                    <a:pt x="140" y="141"/>
                  </a:lnTo>
                  <a:lnTo>
                    <a:pt x="47" y="328"/>
                  </a:lnTo>
                  <a:lnTo>
                    <a:pt x="0" y="514"/>
                  </a:lnTo>
                  <a:lnTo>
                    <a:pt x="0" y="2848"/>
                  </a:lnTo>
                  <a:lnTo>
                    <a:pt x="1540" y="2848"/>
                  </a:lnTo>
                  <a:lnTo>
                    <a:pt x="1260" y="701"/>
                  </a:lnTo>
                  <a:lnTo>
                    <a:pt x="1260" y="234"/>
                  </a:lnTo>
                  <a:lnTo>
                    <a:pt x="1214"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1" name="Google Shape;10761;p79"/>
            <p:cNvSpPr/>
            <p:nvPr/>
          </p:nvSpPr>
          <p:spPr>
            <a:xfrm>
              <a:off x="3445125" y="2703350"/>
              <a:ext cx="39675" cy="71200"/>
            </a:xfrm>
            <a:custGeom>
              <a:rect b="b" l="l" r="r" t="t"/>
              <a:pathLst>
                <a:path extrusionOk="0" h="2848" w="1587">
                  <a:moveTo>
                    <a:pt x="514" y="1"/>
                  </a:moveTo>
                  <a:lnTo>
                    <a:pt x="327" y="48"/>
                  </a:lnTo>
                  <a:lnTo>
                    <a:pt x="140" y="141"/>
                  </a:lnTo>
                  <a:lnTo>
                    <a:pt x="47" y="328"/>
                  </a:lnTo>
                  <a:lnTo>
                    <a:pt x="0" y="514"/>
                  </a:lnTo>
                  <a:lnTo>
                    <a:pt x="0" y="2848"/>
                  </a:lnTo>
                  <a:lnTo>
                    <a:pt x="1587" y="2848"/>
                  </a:lnTo>
                  <a:lnTo>
                    <a:pt x="1214" y="748"/>
                  </a:lnTo>
                  <a:lnTo>
                    <a:pt x="1260" y="281"/>
                  </a:lnTo>
                  <a:lnTo>
                    <a:pt x="1214" y="94"/>
                  </a:lnTo>
                  <a:lnTo>
                    <a:pt x="1167" y="48"/>
                  </a:lnTo>
                  <a:lnTo>
                    <a:pt x="107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2" name="Google Shape;10762;p79"/>
            <p:cNvSpPr/>
            <p:nvPr/>
          </p:nvSpPr>
          <p:spPr>
            <a:xfrm>
              <a:off x="3348275" y="2792025"/>
              <a:ext cx="39700" cy="80525"/>
            </a:xfrm>
            <a:custGeom>
              <a:rect b="b" l="l" r="r" t="t"/>
              <a:pathLst>
                <a:path extrusionOk="0" h="3221" w="1588">
                  <a:moveTo>
                    <a:pt x="1" y="1"/>
                  </a:moveTo>
                  <a:lnTo>
                    <a:pt x="1" y="3221"/>
                  </a:lnTo>
                  <a:lnTo>
                    <a:pt x="1214" y="3221"/>
                  </a:lnTo>
                  <a:lnTo>
                    <a:pt x="158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3" name="Google Shape;10763;p79"/>
            <p:cNvSpPr/>
            <p:nvPr/>
          </p:nvSpPr>
          <p:spPr>
            <a:xfrm>
              <a:off x="3456775" y="2703350"/>
              <a:ext cx="28025" cy="71200"/>
            </a:xfrm>
            <a:custGeom>
              <a:rect b="b" l="l" r="r" t="t"/>
              <a:pathLst>
                <a:path extrusionOk="0" h="2848" w="1121">
                  <a:moveTo>
                    <a:pt x="1" y="1"/>
                  </a:moveTo>
                  <a:lnTo>
                    <a:pt x="141" y="48"/>
                  </a:lnTo>
                  <a:lnTo>
                    <a:pt x="281" y="188"/>
                  </a:lnTo>
                  <a:lnTo>
                    <a:pt x="374" y="328"/>
                  </a:lnTo>
                  <a:lnTo>
                    <a:pt x="421" y="514"/>
                  </a:lnTo>
                  <a:lnTo>
                    <a:pt x="421" y="2848"/>
                  </a:lnTo>
                  <a:lnTo>
                    <a:pt x="1121" y="2848"/>
                  </a:lnTo>
                  <a:lnTo>
                    <a:pt x="1121" y="514"/>
                  </a:lnTo>
                  <a:lnTo>
                    <a:pt x="1074" y="328"/>
                  </a:lnTo>
                  <a:lnTo>
                    <a:pt x="981" y="141"/>
                  </a:lnTo>
                  <a:lnTo>
                    <a:pt x="794" y="48"/>
                  </a:lnTo>
                  <a:lnTo>
                    <a:pt x="60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4" name="Google Shape;10764;p79"/>
            <p:cNvSpPr/>
            <p:nvPr/>
          </p:nvSpPr>
          <p:spPr>
            <a:xfrm>
              <a:off x="3417125" y="2703350"/>
              <a:ext cx="28025" cy="71200"/>
            </a:xfrm>
            <a:custGeom>
              <a:rect b="b" l="l" r="r" t="t"/>
              <a:pathLst>
                <a:path extrusionOk="0" h="2848" w="1121">
                  <a:moveTo>
                    <a:pt x="0" y="1"/>
                  </a:moveTo>
                  <a:lnTo>
                    <a:pt x="187" y="48"/>
                  </a:lnTo>
                  <a:lnTo>
                    <a:pt x="327" y="188"/>
                  </a:lnTo>
                  <a:lnTo>
                    <a:pt x="420" y="328"/>
                  </a:lnTo>
                  <a:lnTo>
                    <a:pt x="467" y="514"/>
                  </a:lnTo>
                  <a:lnTo>
                    <a:pt x="467" y="2848"/>
                  </a:lnTo>
                  <a:lnTo>
                    <a:pt x="1120" y="2848"/>
                  </a:lnTo>
                  <a:lnTo>
                    <a:pt x="1120" y="514"/>
                  </a:lnTo>
                  <a:lnTo>
                    <a:pt x="1120" y="328"/>
                  </a:lnTo>
                  <a:lnTo>
                    <a:pt x="980" y="141"/>
                  </a:lnTo>
                  <a:lnTo>
                    <a:pt x="840" y="48"/>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5" name="Google Shape;10765;p79"/>
            <p:cNvSpPr/>
            <p:nvPr/>
          </p:nvSpPr>
          <p:spPr>
            <a:xfrm>
              <a:off x="3378625" y="2703350"/>
              <a:ext cx="28025" cy="71200"/>
            </a:xfrm>
            <a:custGeom>
              <a:rect b="b" l="l" r="r" t="t"/>
              <a:pathLst>
                <a:path extrusionOk="0" h="2848" w="1121">
                  <a:moveTo>
                    <a:pt x="0" y="1"/>
                  </a:moveTo>
                  <a:lnTo>
                    <a:pt x="187" y="48"/>
                  </a:lnTo>
                  <a:lnTo>
                    <a:pt x="327" y="188"/>
                  </a:lnTo>
                  <a:lnTo>
                    <a:pt x="420" y="328"/>
                  </a:lnTo>
                  <a:lnTo>
                    <a:pt x="420" y="514"/>
                  </a:lnTo>
                  <a:lnTo>
                    <a:pt x="420" y="2848"/>
                  </a:lnTo>
                  <a:lnTo>
                    <a:pt x="1120" y="2848"/>
                  </a:lnTo>
                  <a:lnTo>
                    <a:pt x="1120" y="514"/>
                  </a:lnTo>
                  <a:lnTo>
                    <a:pt x="1073" y="328"/>
                  </a:lnTo>
                  <a:lnTo>
                    <a:pt x="980" y="141"/>
                  </a:lnTo>
                  <a:lnTo>
                    <a:pt x="840" y="48"/>
                  </a:lnTo>
                  <a:lnTo>
                    <a:pt x="65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6" name="Google Shape;10766;p79"/>
            <p:cNvSpPr/>
            <p:nvPr/>
          </p:nvSpPr>
          <p:spPr>
            <a:xfrm>
              <a:off x="3340125" y="2703350"/>
              <a:ext cx="28025" cy="71200"/>
            </a:xfrm>
            <a:custGeom>
              <a:rect b="b" l="l" r="r" t="t"/>
              <a:pathLst>
                <a:path extrusionOk="0" h="2848" w="1121">
                  <a:moveTo>
                    <a:pt x="0" y="1"/>
                  </a:moveTo>
                  <a:lnTo>
                    <a:pt x="140" y="48"/>
                  </a:lnTo>
                  <a:lnTo>
                    <a:pt x="280" y="188"/>
                  </a:lnTo>
                  <a:lnTo>
                    <a:pt x="373" y="328"/>
                  </a:lnTo>
                  <a:lnTo>
                    <a:pt x="420" y="514"/>
                  </a:lnTo>
                  <a:lnTo>
                    <a:pt x="420" y="2848"/>
                  </a:lnTo>
                  <a:lnTo>
                    <a:pt x="1120" y="2848"/>
                  </a:lnTo>
                  <a:lnTo>
                    <a:pt x="1120" y="514"/>
                  </a:lnTo>
                  <a:lnTo>
                    <a:pt x="1073" y="328"/>
                  </a:lnTo>
                  <a:lnTo>
                    <a:pt x="980" y="141"/>
                  </a:lnTo>
                  <a:lnTo>
                    <a:pt x="793" y="48"/>
                  </a:lnTo>
                  <a:lnTo>
                    <a:pt x="6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7" name="Google Shape;10767;p79"/>
            <p:cNvSpPr/>
            <p:nvPr/>
          </p:nvSpPr>
          <p:spPr>
            <a:xfrm>
              <a:off x="3370450" y="2792025"/>
              <a:ext cx="17525" cy="80525"/>
            </a:xfrm>
            <a:custGeom>
              <a:rect b="b" l="l" r="r" t="t"/>
              <a:pathLst>
                <a:path extrusionOk="0" h="3221" w="701">
                  <a:moveTo>
                    <a:pt x="0" y="1"/>
                  </a:moveTo>
                  <a:lnTo>
                    <a:pt x="0" y="3221"/>
                  </a:lnTo>
                  <a:lnTo>
                    <a:pt x="700" y="3221"/>
                  </a:lnTo>
                  <a:lnTo>
                    <a:pt x="70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8" name="Google Shape;10768;p79"/>
            <p:cNvSpPr/>
            <p:nvPr/>
          </p:nvSpPr>
          <p:spPr>
            <a:xfrm>
              <a:off x="3300450" y="2703350"/>
              <a:ext cx="28025" cy="71200"/>
            </a:xfrm>
            <a:custGeom>
              <a:rect b="b" l="l" r="r" t="t"/>
              <a:pathLst>
                <a:path extrusionOk="0" h="2848" w="1121">
                  <a:moveTo>
                    <a:pt x="0" y="1"/>
                  </a:moveTo>
                  <a:lnTo>
                    <a:pt x="187" y="48"/>
                  </a:lnTo>
                  <a:lnTo>
                    <a:pt x="327" y="188"/>
                  </a:lnTo>
                  <a:lnTo>
                    <a:pt x="420" y="328"/>
                  </a:lnTo>
                  <a:lnTo>
                    <a:pt x="467" y="514"/>
                  </a:lnTo>
                  <a:lnTo>
                    <a:pt x="467" y="2848"/>
                  </a:lnTo>
                  <a:lnTo>
                    <a:pt x="1120" y="2848"/>
                  </a:lnTo>
                  <a:lnTo>
                    <a:pt x="1120" y="514"/>
                  </a:lnTo>
                  <a:lnTo>
                    <a:pt x="1120" y="328"/>
                  </a:lnTo>
                  <a:lnTo>
                    <a:pt x="980" y="141"/>
                  </a:lnTo>
                  <a:lnTo>
                    <a:pt x="840" y="48"/>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9" name="Google Shape;10769;p79"/>
            <p:cNvSpPr/>
            <p:nvPr/>
          </p:nvSpPr>
          <p:spPr>
            <a:xfrm>
              <a:off x="3261950" y="2703350"/>
              <a:ext cx="28025" cy="71200"/>
            </a:xfrm>
            <a:custGeom>
              <a:rect b="b" l="l" r="r" t="t"/>
              <a:pathLst>
                <a:path extrusionOk="0" h="2848" w="1121">
                  <a:moveTo>
                    <a:pt x="0" y="1"/>
                  </a:moveTo>
                  <a:lnTo>
                    <a:pt x="187" y="48"/>
                  </a:lnTo>
                  <a:lnTo>
                    <a:pt x="327" y="188"/>
                  </a:lnTo>
                  <a:lnTo>
                    <a:pt x="420" y="328"/>
                  </a:lnTo>
                  <a:lnTo>
                    <a:pt x="420" y="514"/>
                  </a:lnTo>
                  <a:lnTo>
                    <a:pt x="420" y="2848"/>
                  </a:lnTo>
                  <a:lnTo>
                    <a:pt x="1120" y="2848"/>
                  </a:lnTo>
                  <a:lnTo>
                    <a:pt x="1120" y="514"/>
                  </a:lnTo>
                  <a:lnTo>
                    <a:pt x="1074" y="328"/>
                  </a:lnTo>
                  <a:lnTo>
                    <a:pt x="980" y="141"/>
                  </a:lnTo>
                  <a:lnTo>
                    <a:pt x="840" y="48"/>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0" name="Google Shape;10770;p79"/>
            <p:cNvSpPr/>
            <p:nvPr/>
          </p:nvSpPr>
          <p:spPr>
            <a:xfrm>
              <a:off x="3200100" y="2769875"/>
              <a:ext cx="332550" cy="40850"/>
            </a:xfrm>
            <a:custGeom>
              <a:rect b="b" l="l" r="r" t="t"/>
              <a:pathLst>
                <a:path extrusionOk="0" h="1634" w="13302">
                  <a:moveTo>
                    <a:pt x="94" y="0"/>
                  </a:moveTo>
                  <a:lnTo>
                    <a:pt x="48" y="93"/>
                  </a:lnTo>
                  <a:lnTo>
                    <a:pt x="1" y="187"/>
                  </a:lnTo>
                  <a:lnTo>
                    <a:pt x="1" y="280"/>
                  </a:lnTo>
                  <a:lnTo>
                    <a:pt x="328" y="1353"/>
                  </a:lnTo>
                  <a:lnTo>
                    <a:pt x="421" y="1493"/>
                  </a:lnTo>
                  <a:lnTo>
                    <a:pt x="468" y="1540"/>
                  </a:lnTo>
                  <a:lnTo>
                    <a:pt x="608" y="1633"/>
                  </a:lnTo>
                  <a:lnTo>
                    <a:pt x="12695" y="1633"/>
                  </a:lnTo>
                  <a:lnTo>
                    <a:pt x="12788" y="1587"/>
                  </a:lnTo>
                  <a:lnTo>
                    <a:pt x="12835" y="1540"/>
                  </a:lnTo>
                  <a:lnTo>
                    <a:pt x="12881" y="1307"/>
                  </a:lnTo>
                  <a:lnTo>
                    <a:pt x="13255" y="280"/>
                  </a:lnTo>
                  <a:lnTo>
                    <a:pt x="13301" y="93"/>
                  </a:lnTo>
                  <a:lnTo>
                    <a:pt x="1330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1" name="Google Shape;10771;p79"/>
            <p:cNvSpPr/>
            <p:nvPr/>
          </p:nvSpPr>
          <p:spPr>
            <a:xfrm>
              <a:off x="3250275" y="2862025"/>
              <a:ext cx="232200" cy="32700"/>
            </a:xfrm>
            <a:custGeom>
              <a:rect b="b" l="l" r="r" t="t"/>
              <a:pathLst>
                <a:path extrusionOk="0" h="1308" w="9288">
                  <a:moveTo>
                    <a:pt x="561" y="1"/>
                  </a:moveTo>
                  <a:lnTo>
                    <a:pt x="467" y="47"/>
                  </a:lnTo>
                  <a:lnTo>
                    <a:pt x="374" y="141"/>
                  </a:lnTo>
                  <a:lnTo>
                    <a:pt x="1" y="841"/>
                  </a:lnTo>
                  <a:lnTo>
                    <a:pt x="1" y="1028"/>
                  </a:lnTo>
                  <a:lnTo>
                    <a:pt x="47" y="1168"/>
                  </a:lnTo>
                  <a:lnTo>
                    <a:pt x="141" y="1308"/>
                  </a:lnTo>
                  <a:lnTo>
                    <a:pt x="9241" y="1308"/>
                  </a:lnTo>
                  <a:lnTo>
                    <a:pt x="9288" y="1214"/>
                  </a:lnTo>
                  <a:lnTo>
                    <a:pt x="9288" y="1074"/>
                  </a:lnTo>
                  <a:lnTo>
                    <a:pt x="9241" y="934"/>
                  </a:lnTo>
                  <a:lnTo>
                    <a:pt x="8821" y="327"/>
                  </a:lnTo>
                  <a:lnTo>
                    <a:pt x="8821" y="234"/>
                  </a:lnTo>
                  <a:lnTo>
                    <a:pt x="8821" y="141"/>
                  </a:lnTo>
                  <a:lnTo>
                    <a:pt x="8868" y="47"/>
                  </a:lnTo>
                  <a:lnTo>
                    <a:pt x="882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2" name="Google Shape;10772;p79"/>
            <p:cNvSpPr/>
            <p:nvPr/>
          </p:nvSpPr>
          <p:spPr>
            <a:xfrm>
              <a:off x="3503450" y="2769875"/>
              <a:ext cx="32700" cy="40850"/>
            </a:xfrm>
            <a:custGeom>
              <a:rect b="b" l="l" r="r" t="t"/>
              <a:pathLst>
                <a:path extrusionOk="0" h="1634" w="1308">
                  <a:moveTo>
                    <a:pt x="514" y="0"/>
                  </a:moveTo>
                  <a:lnTo>
                    <a:pt x="561" y="93"/>
                  </a:lnTo>
                  <a:lnTo>
                    <a:pt x="607" y="187"/>
                  </a:lnTo>
                  <a:lnTo>
                    <a:pt x="607" y="280"/>
                  </a:lnTo>
                  <a:lnTo>
                    <a:pt x="234" y="1353"/>
                  </a:lnTo>
                  <a:lnTo>
                    <a:pt x="187" y="1493"/>
                  </a:lnTo>
                  <a:lnTo>
                    <a:pt x="94" y="1540"/>
                  </a:lnTo>
                  <a:lnTo>
                    <a:pt x="1" y="1633"/>
                  </a:lnTo>
                  <a:lnTo>
                    <a:pt x="654" y="1633"/>
                  </a:lnTo>
                  <a:lnTo>
                    <a:pt x="794" y="1540"/>
                  </a:lnTo>
                  <a:lnTo>
                    <a:pt x="887" y="1493"/>
                  </a:lnTo>
                  <a:lnTo>
                    <a:pt x="934" y="1353"/>
                  </a:lnTo>
                  <a:lnTo>
                    <a:pt x="1261" y="280"/>
                  </a:lnTo>
                  <a:lnTo>
                    <a:pt x="1307" y="187"/>
                  </a:lnTo>
                  <a:lnTo>
                    <a:pt x="1261" y="93"/>
                  </a:lnTo>
                  <a:lnTo>
                    <a:pt x="11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3" name="Google Shape;10773;p79"/>
            <p:cNvSpPr/>
            <p:nvPr/>
          </p:nvSpPr>
          <p:spPr>
            <a:xfrm>
              <a:off x="3454450" y="2862025"/>
              <a:ext cx="31525" cy="32700"/>
            </a:xfrm>
            <a:custGeom>
              <a:rect b="b" l="l" r="r" t="t"/>
              <a:pathLst>
                <a:path extrusionOk="0" h="1308" w="1261">
                  <a:moveTo>
                    <a:pt x="1" y="1"/>
                  </a:moveTo>
                  <a:lnTo>
                    <a:pt x="94" y="47"/>
                  </a:lnTo>
                  <a:lnTo>
                    <a:pt x="187" y="141"/>
                  </a:lnTo>
                  <a:lnTo>
                    <a:pt x="561" y="841"/>
                  </a:lnTo>
                  <a:lnTo>
                    <a:pt x="561" y="1028"/>
                  </a:lnTo>
                  <a:lnTo>
                    <a:pt x="514" y="1168"/>
                  </a:lnTo>
                  <a:lnTo>
                    <a:pt x="421" y="1308"/>
                  </a:lnTo>
                  <a:lnTo>
                    <a:pt x="1074" y="1308"/>
                  </a:lnTo>
                  <a:lnTo>
                    <a:pt x="1214" y="1168"/>
                  </a:lnTo>
                  <a:lnTo>
                    <a:pt x="1261" y="1028"/>
                  </a:lnTo>
                  <a:lnTo>
                    <a:pt x="1214" y="841"/>
                  </a:lnTo>
                  <a:lnTo>
                    <a:pt x="887" y="141"/>
                  </a:lnTo>
                  <a:lnTo>
                    <a:pt x="794" y="47"/>
                  </a:lnTo>
                  <a:lnTo>
                    <a:pt x="6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4" name="Google Shape;10774;p79"/>
          <p:cNvGrpSpPr/>
          <p:nvPr/>
        </p:nvGrpSpPr>
        <p:grpSpPr>
          <a:xfrm>
            <a:off x="4028875" y="2580850"/>
            <a:ext cx="336050" cy="334875"/>
            <a:chOff x="3959625" y="2580850"/>
            <a:chExt cx="336050" cy="334875"/>
          </a:xfrm>
        </p:grpSpPr>
        <p:sp>
          <p:nvSpPr>
            <p:cNvPr id="10775" name="Google Shape;10775;p79"/>
            <p:cNvSpPr/>
            <p:nvPr/>
          </p:nvSpPr>
          <p:spPr>
            <a:xfrm>
              <a:off x="3959625" y="2600700"/>
              <a:ext cx="316225" cy="310350"/>
            </a:xfrm>
            <a:custGeom>
              <a:rect b="b" l="l" r="r" t="t"/>
              <a:pathLst>
                <a:path extrusionOk="0" h="12414" w="12649">
                  <a:moveTo>
                    <a:pt x="4108" y="0"/>
                  </a:moveTo>
                  <a:lnTo>
                    <a:pt x="2988" y="3360"/>
                  </a:lnTo>
                  <a:lnTo>
                    <a:pt x="2568" y="5367"/>
                  </a:lnTo>
                  <a:lnTo>
                    <a:pt x="1914" y="6580"/>
                  </a:lnTo>
                  <a:lnTo>
                    <a:pt x="1448" y="7934"/>
                  </a:lnTo>
                  <a:lnTo>
                    <a:pt x="1401" y="8727"/>
                  </a:lnTo>
                  <a:lnTo>
                    <a:pt x="934" y="9567"/>
                  </a:lnTo>
                  <a:lnTo>
                    <a:pt x="1" y="12321"/>
                  </a:lnTo>
                  <a:lnTo>
                    <a:pt x="1" y="12414"/>
                  </a:lnTo>
                  <a:lnTo>
                    <a:pt x="48" y="12367"/>
                  </a:lnTo>
                  <a:lnTo>
                    <a:pt x="141" y="12274"/>
                  </a:lnTo>
                  <a:lnTo>
                    <a:pt x="281" y="12227"/>
                  </a:lnTo>
                  <a:lnTo>
                    <a:pt x="12648" y="8494"/>
                  </a:lnTo>
                  <a:lnTo>
                    <a:pt x="410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6" name="Google Shape;10776;p79"/>
            <p:cNvSpPr/>
            <p:nvPr/>
          </p:nvSpPr>
          <p:spPr>
            <a:xfrm>
              <a:off x="3959625" y="2801375"/>
              <a:ext cx="316225" cy="114350"/>
            </a:xfrm>
            <a:custGeom>
              <a:rect b="b" l="l" r="r" t="t"/>
              <a:pathLst>
                <a:path extrusionOk="0" h="4574" w="12649">
                  <a:moveTo>
                    <a:pt x="12135" y="0"/>
                  </a:moveTo>
                  <a:lnTo>
                    <a:pt x="10361" y="560"/>
                  </a:lnTo>
                  <a:lnTo>
                    <a:pt x="9568" y="1027"/>
                  </a:lnTo>
                  <a:lnTo>
                    <a:pt x="7935" y="1400"/>
                  </a:lnTo>
                  <a:lnTo>
                    <a:pt x="5834" y="2100"/>
                  </a:lnTo>
                  <a:lnTo>
                    <a:pt x="4621" y="2753"/>
                  </a:lnTo>
                  <a:lnTo>
                    <a:pt x="3221" y="2940"/>
                  </a:lnTo>
                  <a:lnTo>
                    <a:pt x="94" y="4014"/>
                  </a:lnTo>
                  <a:lnTo>
                    <a:pt x="1" y="4294"/>
                  </a:lnTo>
                  <a:lnTo>
                    <a:pt x="1" y="4434"/>
                  </a:lnTo>
                  <a:lnTo>
                    <a:pt x="48" y="4527"/>
                  </a:lnTo>
                  <a:lnTo>
                    <a:pt x="141" y="4574"/>
                  </a:lnTo>
                  <a:lnTo>
                    <a:pt x="281" y="4574"/>
                  </a:lnTo>
                  <a:lnTo>
                    <a:pt x="3594" y="3500"/>
                  </a:lnTo>
                  <a:lnTo>
                    <a:pt x="4668" y="2894"/>
                  </a:lnTo>
                  <a:lnTo>
                    <a:pt x="5834" y="2707"/>
                  </a:lnTo>
                  <a:lnTo>
                    <a:pt x="8541" y="1820"/>
                  </a:lnTo>
                  <a:lnTo>
                    <a:pt x="9381" y="1353"/>
                  </a:lnTo>
                  <a:lnTo>
                    <a:pt x="10128" y="1307"/>
                  </a:lnTo>
                  <a:lnTo>
                    <a:pt x="12648" y="467"/>
                  </a:lnTo>
                  <a:lnTo>
                    <a:pt x="1213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7" name="Google Shape;10777;p79"/>
            <p:cNvSpPr/>
            <p:nvPr/>
          </p:nvSpPr>
          <p:spPr>
            <a:xfrm>
              <a:off x="4138150" y="2685850"/>
              <a:ext cx="66525" cy="66550"/>
            </a:xfrm>
            <a:custGeom>
              <a:rect b="b" l="l" r="r" t="t"/>
              <a:pathLst>
                <a:path extrusionOk="0" h="2662" w="2661">
                  <a:moveTo>
                    <a:pt x="1120" y="1"/>
                  </a:moveTo>
                  <a:lnTo>
                    <a:pt x="887" y="94"/>
                  </a:lnTo>
                  <a:lnTo>
                    <a:pt x="607" y="234"/>
                  </a:lnTo>
                  <a:lnTo>
                    <a:pt x="420" y="374"/>
                  </a:lnTo>
                  <a:lnTo>
                    <a:pt x="234" y="608"/>
                  </a:lnTo>
                  <a:lnTo>
                    <a:pt x="94" y="841"/>
                  </a:lnTo>
                  <a:lnTo>
                    <a:pt x="47" y="1121"/>
                  </a:lnTo>
                  <a:lnTo>
                    <a:pt x="0" y="1354"/>
                  </a:lnTo>
                  <a:lnTo>
                    <a:pt x="47" y="1634"/>
                  </a:lnTo>
                  <a:lnTo>
                    <a:pt x="94" y="1868"/>
                  </a:lnTo>
                  <a:lnTo>
                    <a:pt x="234" y="2148"/>
                  </a:lnTo>
                  <a:lnTo>
                    <a:pt x="420" y="2334"/>
                  </a:lnTo>
                  <a:lnTo>
                    <a:pt x="607" y="2521"/>
                  </a:lnTo>
                  <a:lnTo>
                    <a:pt x="840" y="2614"/>
                  </a:lnTo>
                  <a:lnTo>
                    <a:pt x="1074" y="2661"/>
                  </a:lnTo>
                  <a:lnTo>
                    <a:pt x="1307" y="2614"/>
                  </a:lnTo>
                  <a:lnTo>
                    <a:pt x="1540" y="2568"/>
                  </a:lnTo>
                  <a:lnTo>
                    <a:pt x="1774" y="2428"/>
                  </a:lnTo>
                  <a:lnTo>
                    <a:pt x="1960" y="2288"/>
                  </a:lnTo>
                  <a:lnTo>
                    <a:pt x="2194" y="2101"/>
                  </a:lnTo>
                  <a:lnTo>
                    <a:pt x="2380" y="1914"/>
                  </a:lnTo>
                  <a:lnTo>
                    <a:pt x="2520" y="1681"/>
                  </a:lnTo>
                  <a:lnTo>
                    <a:pt x="2614" y="1494"/>
                  </a:lnTo>
                  <a:lnTo>
                    <a:pt x="2660" y="1261"/>
                  </a:lnTo>
                  <a:lnTo>
                    <a:pt x="2660" y="1028"/>
                  </a:lnTo>
                  <a:lnTo>
                    <a:pt x="2614" y="794"/>
                  </a:lnTo>
                  <a:lnTo>
                    <a:pt x="2520" y="608"/>
                  </a:lnTo>
                  <a:lnTo>
                    <a:pt x="2334" y="374"/>
                  </a:lnTo>
                  <a:lnTo>
                    <a:pt x="2147" y="234"/>
                  </a:lnTo>
                  <a:lnTo>
                    <a:pt x="1914" y="94"/>
                  </a:lnTo>
                  <a:lnTo>
                    <a:pt x="163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8" name="Google Shape;10778;p79"/>
            <p:cNvSpPr/>
            <p:nvPr/>
          </p:nvSpPr>
          <p:spPr>
            <a:xfrm>
              <a:off x="4082150" y="2634525"/>
              <a:ext cx="47850" cy="40850"/>
            </a:xfrm>
            <a:custGeom>
              <a:rect b="b" l="l" r="r" t="t"/>
              <a:pathLst>
                <a:path extrusionOk="0" h="1634" w="1914">
                  <a:moveTo>
                    <a:pt x="467" y="1"/>
                  </a:moveTo>
                  <a:lnTo>
                    <a:pt x="420" y="47"/>
                  </a:lnTo>
                  <a:lnTo>
                    <a:pt x="373" y="141"/>
                  </a:lnTo>
                  <a:lnTo>
                    <a:pt x="0" y="1261"/>
                  </a:lnTo>
                  <a:lnTo>
                    <a:pt x="0" y="1307"/>
                  </a:lnTo>
                  <a:lnTo>
                    <a:pt x="0" y="1401"/>
                  </a:lnTo>
                  <a:lnTo>
                    <a:pt x="47" y="1447"/>
                  </a:lnTo>
                  <a:lnTo>
                    <a:pt x="140" y="1494"/>
                  </a:lnTo>
                  <a:lnTo>
                    <a:pt x="1260" y="1634"/>
                  </a:lnTo>
                  <a:lnTo>
                    <a:pt x="1307" y="1587"/>
                  </a:lnTo>
                  <a:lnTo>
                    <a:pt x="1400" y="1494"/>
                  </a:lnTo>
                  <a:lnTo>
                    <a:pt x="1633" y="1167"/>
                  </a:lnTo>
                  <a:lnTo>
                    <a:pt x="1913" y="654"/>
                  </a:lnTo>
                  <a:lnTo>
                    <a:pt x="1913" y="561"/>
                  </a:lnTo>
                  <a:lnTo>
                    <a:pt x="1867" y="467"/>
                  </a:lnTo>
                  <a:lnTo>
                    <a:pt x="1820" y="421"/>
                  </a:lnTo>
                  <a:lnTo>
                    <a:pt x="1773" y="374"/>
                  </a:lnTo>
                  <a:lnTo>
                    <a:pt x="65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9" name="Google Shape;10779;p79"/>
            <p:cNvSpPr/>
            <p:nvPr/>
          </p:nvSpPr>
          <p:spPr>
            <a:xfrm>
              <a:off x="4082150" y="2640350"/>
              <a:ext cx="47850" cy="42025"/>
            </a:xfrm>
            <a:custGeom>
              <a:rect b="b" l="l" r="r" t="t"/>
              <a:pathLst>
                <a:path extrusionOk="0" h="1681" w="1914">
                  <a:moveTo>
                    <a:pt x="1400" y="1"/>
                  </a:moveTo>
                  <a:lnTo>
                    <a:pt x="1027" y="1028"/>
                  </a:lnTo>
                  <a:lnTo>
                    <a:pt x="980" y="1121"/>
                  </a:lnTo>
                  <a:lnTo>
                    <a:pt x="933" y="1168"/>
                  </a:lnTo>
                  <a:lnTo>
                    <a:pt x="793" y="1168"/>
                  </a:lnTo>
                  <a:lnTo>
                    <a:pt x="47" y="934"/>
                  </a:lnTo>
                  <a:lnTo>
                    <a:pt x="0" y="1028"/>
                  </a:lnTo>
                  <a:lnTo>
                    <a:pt x="0" y="1074"/>
                  </a:lnTo>
                  <a:lnTo>
                    <a:pt x="0" y="1168"/>
                  </a:lnTo>
                  <a:lnTo>
                    <a:pt x="47" y="1214"/>
                  </a:lnTo>
                  <a:lnTo>
                    <a:pt x="140" y="1261"/>
                  </a:lnTo>
                  <a:lnTo>
                    <a:pt x="1260" y="1634"/>
                  </a:lnTo>
                  <a:lnTo>
                    <a:pt x="1353" y="1681"/>
                  </a:lnTo>
                  <a:lnTo>
                    <a:pt x="1400" y="1634"/>
                  </a:lnTo>
                  <a:lnTo>
                    <a:pt x="1493" y="1588"/>
                  </a:lnTo>
                  <a:lnTo>
                    <a:pt x="1540" y="1541"/>
                  </a:lnTo>
                  <a:lnTo>
                    <a:pt x="1913" y="421"/>
                  </a:lnTo>
                  <a:lnTo>
                    <a:pt x="1913" y="328"/>
                  </a:lnTo>
                  <a:lnTo>
                    <a:pt x="1867" y="234"/>
                  </a:lnTo>
                  <a:lnTo>
                    <a:pt x="1820" y="188"/>
                  </a:lnTo>
                  <a:lnTo>
                    <a:pt x="1773" y="141"/>
                  </a:lnTo>
                  <a:lnTo>
                    <a:pt x="140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0" name="Google Shape;10780;p79"/>
            <p:cNvSpPr/>
            <p:nvPr/>
          </p:nvSpPr>
          <p:spPr>
            <a:xfrm>
              <a:off x="4142800" y="2690525"/>
              <a:ext cx="64200" cy="64200"/>
            </a:xfrm>
            <a:custGeom>
              <a:rect b="b" l="l" r="r" t="t"/>
              <a:pathLst>
                <a:path extrusionOk="0" h="2568" w="2568">
                  <a:moveTo>
                    <a:pt x="1914" y="1"/>
                  </a:moveTo>
                  <a:lnTo>
                    <a:pt x="2008" y="187"/>
                  </a:lnTo>
                  <a:lnTo>
                    <a:pt x="2054" y="421"/>
                  </a:lnTo>
                  <a:lnTo>
                    <a:pt x="2101" y="654"/>
                  </a:lnTo>
                  <a:lnTo>
                    <a:pt x="2101" y="887"/>
                  </a:lnTo>
                  <a:lnTo>
                    <a:pt x="2054" y="1074"/>
                  </a:lnTo>
                  <a:lnTo>
                    <a:pt x="1961" y="1307"/>
                  </a:lnTo>
                  <a:lnTo>
                    <a:pt x="1821" y="1494"/>
                  </a:lnTo>
                  <a:lnTo>
                    <a:pt x="1681" y="1681"/>
                  </a:lnTo>
                  <a:lnTo>
                    <a:pt x="1494" y="1821"/>
                  </a:lnTo>
                  <a:lnTo>
                    <a:pt x="1308" y="1961"/>
                  </a:lnTo>
                  <a:lnTo>
                    <a:pt x="1121" y="2007"/>
                  </a:lnTo>
                  <a:lnTo>
                    <a:pt x="888" y="2054"/>
                  </a:lnTo>
                  <a:lnTo>
                    <a:pt x="421" y="2054"/>
                  </a:lnTo>
                  <a:lnTo>
                    <a:pt x="234" y="2007"/>
                  </a:lnTo>
                  <a:lnTo>
                    <a:pt x="1" y="1867"/>
                  </a:lnTo>
                  <a:lnTo>
                    <a:pt x="1" y="1867"/>
                  </a:lnTo>
                  <a:lnTo>
                    <a:pt x="234" y="2147"/>
                  </a:lnTo>
                  <a:lnTo>
                    <a:pt x="421" y="2334"/>
                  </a:lnTo>
                  <a:lnTo>
                    <a:pt x="701" y="2474"/>
                  </a:lnTo>
                  <a:lnTo>
                    <a:pt x="934" y="2521"/>
                  </a:lnTo>
                  <a:lnTo>
                    <a:pt x="1214" y="2567"/>
                  </a:lnTo>
                  <a:lnTo>
                    <a:pt x="1448" y="2521"/>
                  </a:lnTo>
                  <a:lnTo>
                    <a:pt x="1728" y="2474"/>
                  </a:lnTo>
                  <a:lnTo>
                    <a:pt x="1961" y="2334"/>
                  </a:lnTo>
                  <a:lnTo>
                    <a:pt x="2148" y="2147"/>
                  </a:lnTo>
                  <a:lnTo>
                    <a:pt x="2334" y="1961"/>
                  </a:lnTo>
                  <a:lnTo>
                    <a:pt x="2474" y="1681"/>
                  </a:lnTo>
                  <a:lnTo>
                    <a:pt x="2568" y="1447"/>
                  </a:lnTo>
                  <a:lnTo>
                    <a:pt x="2568" y="1167"/>
                  </a:lnTo>
                  <a:lnTo>
                    <a:pt x="2568" y="934"/>
                  </a:lnTo>
                  <a:lnTo>
                    <a:pt x="2474" y="654"/>
                  </a:lnTo>
                  <a:lnTo>
                    <a:pt x="2334" y="421"/>
                  </a:lnTo>
                  <a:lnTo>
                    <a:pt x="2148" y="187"/>
                  </a:lnTo>
                  <a:lnTo>
                    <a:pt x="19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1" name="Google Shape;10781;p79"/>
            <p:cNvSpPr/>
            <p:nvPr/>
          </p:nvSpPr>
          <p:spPr>
            <a:xfrm>
              <a:off x="4143975" y="2786200"/>
              <a:ext cx="74700" cy="60700"/>
            </a:xfrm>
            <a:custGeom>
              <a:rect b="b" l="l" r="r" t="t"/>
              <a:pathLst>
                <a:path extrusionOk="0" h="2428" w="2988">
                  <a:moveTo>
                    <a:pt x="561" y="0"/>
                  </a:moveTo>
                  <a:lnTo>
                    <a:pt x="467" y="47"/>
                  </a:lnTo>
                  <a:lnTo>
                    <a:pt x="47" y="654"/>
                  </a:lnTo>
                  <a:lnTo>
                    <a:pt x="1" y="747"/>
                  </a:lnTo>
                  <a:lnTo>
                    <a:pt x="47" y="794"/>
                  </a:lnTo>
                  <a:lnTo>
                    <a:pt x="841" y="1354"/>
                  </a:lnTo>
                  <a:lnTo>
                    <a:pt x="887" y="1400"/>
                  </a:lnTo>
                  <a:lnTo>
                    <a:pt x="841" y="1494"/>
                  </a:lnTo>
                  <a:lnTo>
                    <a:pt x="561" y="1867"/>
                  </a:lnTo>
                  <a:lnTo>
                    <a:pt x="561" y="1960"/>
                  </a:lnTo>
                  <a:lnTo>
                    <a:pt x="607" y="2007"/>
                  </a:lnTo>
                  <a:lnTo>
                    <a:pt x="1167" y="2427"/>
                  </a:lnTo>
                  <a:lnTo>
                    <a:pt x="2194" y="1727"/>
                  </a:lnTo>
                  <a:lnTo>
                    <a:pt x="2847" y="1774"/>
                  </a:lnTo>
                  <a:lnTo>
                    <a:pt x="2941" y="1634"/>
                  </a:lnTo>
                  <a:lnTo>
                    <a:pt x="2987" y="1494"/>
                  </a:lnTo>
                  <a:lnTo>
                    <a:pt x="2987" y="1354"/>
                  </a:lnTo>
                  <a:lnTo>
                    <a:pt x="2987" y="1214"/>
                  </a:lnTo>
                  <a:lnTo>
                    <a:pt x="2941" y="1027"/>
                  </a:lnTo>
                  <a:lnTo>
                    <a:pt x="2894" y="934"/>
                  </a:lnTo>
                  <a:lnTo>
                    <a:pt x="2801" y="794"/>
                  </a:lnTo>
                  <a:lnTo>
                    <a:pt x="2661" y="700"/>
                  </a:lnTo>
                  <a:lnTo>
                    <a:pt x="1961" y="140"/>
                  </a:lnTo>
                  <a:lnTo>
                    <a:pt x="1867" y="140"/>
                  </a:lnTo>
                  <a:lnTo>
                    <a:pt x="1821" y="187"/>
                  </a:lnTo>
                  <a:lnTo>
                    <a:pt x="1541" y="560"/>
                  </a:lnTo>
                  <a:lnTo>
                    <a:pt x="1447" y="607"/>
                  </a:lnTo>
                  <a:lnTo>
                    <a:pt x="1401" y="560"/>
                  </a:lnTo>
                  <a:lnTo>
                    <a:pt x="6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2" name="Google Shape;10782;p79"/>
            <p:cNvSpPr/>
            <p:nvPr/>
          </p:nvSpPr>
          <p:spPr>
            <a:xfrm>
              <a:off x="4048300" y="2580850"/>
              <a:ext cx="246200" cy="243875"/>
            </a:xfrm>
            <a:custGeom>
              <a:rect b="b" l="l" r="r" t="t"/>
              <a:pathLst>
                <a:path extrusionOk="0" h="9755" w="9848">
                  <a:moveTo>
                    <a:pt x="794" y="1"/>
                  </a:moveTo>
                  <a:lnTo>
                    <a:pt x="654" y="47"/>
                  </a:lnTo>
                  <a:lnTo>
                    <a:pt x="561" y="141"/>
                  </a:lnTo>
                  <a:lnTo>
                    <a:pt x="47" y="887"/>
                  </a:lnTo>
                  <a:lnTo>
                    <a:pt x="1" y="981"/>
                  </a:lnTo>
                  <a:lnTo>
                    <a:pt x="1" y="1121"/>
                  </a:lnTo>
                  <a:lnTo>
                    <a:pt x="47" y="1261"/>
                  </a:lnTo>
                  <a:lnTo>
                    <a:pt x="141" y="1354"/>
                  </a:lnTo>
                  <a:lnTo>
                    <a:pt x="1401" y="2194"/>
                  </a:lnTo>
                  <a:lnTo>
                    <a:pt x="2567" y="3081"/>
                  </a:lnTo>
                  <a:lnTo>
                    <a:pt x="3688" y="4061"/>
                  </a:lnTo>
                  <a:lnTo>
                    <a:pt x="4761" y="5088"/>
                  </a:lnTo>
                  <a:lnTo>
                    <a:pt x="5788" y="6161"/>
                  </a:lnTo>
                  <a:lnTo>
                    <a:pt x="6768" y="7328"/>
                  </a:lnTo>
                  <a:lnTo>
                    <a:pt x="7654" y="8494"/>
                  </a:lnTo>
                  <a:lnTo>
                    <a:pt x="8541" y="9708"/>
                  </a:lnTo>
                  <a:lnTo>
                    <a:pt x="8588" y="9754"/>
                  </a:lnTo>
                  <a:lnTo>
                    <a:pt x="8634" y="9754"/>
                  </a:lnTo>
                  <a:lnTo>
                    <a:pt x="8821" y="9568"/>
                  </a:lnTo>
                  <a:lnTo>
                    <a:pt x="9194" y="9381"/>
                  </a:lnTo>
                  <a:lnTo>
                    <a:pt x="9614" y="9148"/>
                  </a:lnTo>
                  <a:lnTo>
                    <a:pt x="9801" y="9008"/>
                  </a:lnTo>
                  <a:lnTo>
                    <a:pt x="9848" y="8961"/>
                  </a:lnTo>
                  <a:lnTo>
                    <a:pt x="9848" y="8821"/>
                  </a:lnTo>
                  <a:lnTo>
                    <a:pt x="8914" y="7561"/>
                  </a:lnTo>
                  <a:lnTo>
                    <a:pt x="7981" y="6301"/>
                  </a:lnTo>
                  <a:lnTo>
                    <a:pt x="6954" y="5134"/>
                  </a:lnTo>
                  <a:lnTo>
                    <a:pt x="5881" y="3968"/>
                  </a:lnTo>
                  <a:lnTo>
                    <a:pt x="4761" y="2894"/>
                  </a:lnTo>
                  <a:lnTo>
                    <a:pt x="3547" y="1868"/>
                  </a:lnTo>
                  <a:lnTo>
                    <a:pt x="2334" y="934"/>
                  </a:lnTo>
                  <a:lnTo>
                    <a:pt x="1027" y="47"/>
                  </a:lnTo>
                  <a:lnTo>
                    <a:pt x="88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3" name="Google Shape;10783;p79"/>
            <p:cNvSpPr/>
            <p:nvPr/>
          </p:nvSpPr>
          <p:spPr>
            <a:xfrm>
              <a:off x="4007475" y="2684700"/>
              <a:ext cx="63025" cy="85200"/>
            </a:xfrm>
            <a:custGeom>
              <a:rect b="b" l="l" r="r" t="t"/>
              <a:pathLst>
                <a:path extrusionOk="0" h="3408" w="2521">
                  <a:moveTo>
                    <a:pt x="1074" y="0"/>
                  </a:moveTo>
                  <a:lnTo>
                    <a:pt x="0" y="3220"/>
                  </a:lnTo>
                  <a:lnTo>
                    <a:pt x="234" y="3360"/>
                  </a:lnTo>
                  <a:lnTo>
                    <a:pt x="514" y="3407"/>
                  </a:lnTo>
                  <a:lnTo>
                    <a:pt x="747" y="3407"/>
                  </a:lnTo>
                  <a:lnTo>
                    <a:pt x="980" y="3360"/>
                  </a:lnTo>
                  <a:lnTo>
                    <a:pt x="1214" y="3267"/>
                  </a:lnTo>
                  <a:lnTo>
                    <a:pt x="1447" y="3174"/>
                  </a:lnTo>
                  <a:lnTo>
                    <a:pt x="1680" y="2987"/>
                  </a:lnTo>
                  <a:lnTo>
                    <a:pt x="1914" y="2800"/>
                  </a:lnTo>
                  <a:lnTo>
                    <a:pt x="2147" y="2520"/>
                  </a:lnTo>
                  <a:lnTo>
                    <a:pt x="2334" y="2240"/>
                  </a:lnTo>
                  <a:lnTo>
                    <a:pt x="2427" y="1960"/>
                  </a:lnTo>
                  <a:lnTo>
                    <a:pt x="2520" y="1634"/>
                  </a:lnTo>
                  <a:lnTo>
                    <a:pt x="2520" y="1354"/>
                  </a:lnTo>
                  <a:lnTo>
                    <a:pt x="2474" y="1074"/>
                  </a:lnTo>
                  <a:lnTo>
                    <a:pt x="2334" y="794"/>
                  </a:lnTo>
                  <a:lnTo>
                    <a:pt x="2100" y="514"/>
                  </a:lnTo>
                  <a:lnTo>
                    <a:pt x="1867" y="327"/>
                  </a:lnTo>
                  <a:lnTo>
                    <a:pt x="1634" y="187"/>
                  </a:lnTo>
                  <a:lnTo>
                    <a:pt x="1354" y="94"/>
                  </a:lnTo>
                  <a:lnTo>
                    <a:pt x="10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4" name="Google Shape;10784;p79"/>
            <p:cNvSpPr/>
            <p:nvPr/>
          </p:nvSpPr>
          <p:spPr>
            <a:xfrm>
              <a:off x="3982975" y="2799025"/>
              <a:ext cx="29175" cy="40875"/>
            </a:xfrm>
            <a:custGeom>
              <a:rect b="b" l="l" r="r" t="t"/>
              <a:pathLst>
                <a:path extrusionOk="0" h="1635" w="1167">
                  <a:moveTo>
                    <a:pt x="514" y="1"/>
                  </a:moveTo>
                  <a:lnTo>
                    <a:pt x="0" y="1634"/>
                  </a:lnTo>
                  <a:lnTo>
                    <a:pt x="0" y="1634"/>
                  </a:lnTo>
                  <a:lnTo>
                    <a:pt x="560" y="1494"/>
                  </a:lnTo>
                  <a:lnTo>
                    <a:pt x="980" y="1401"/>
                  </a:lnTo>
                  <a:lnTo>
                    <a:pt x="1120" y="1354"/>
                  </a:lnTo>
                  <a:lnTo>
                    <a:pt x="1167" y="1307"/>
                  </a:lnTo>
                  <a:lnTo>
                    <a:pt x="1167" y="654"/>
                  </a:lnTo>
                  <a:lnTo>
                    <a:pt x="1167" y="234"/>
                  </a:lnTo>
                  <a:lnTo>
                    <a:pt x="1167" y="94"/>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5" name="Google Shape;10785;p79"/>
            <p:cNvSpPr/>
            <p:nvPr/>
          </p:nvSpPr>
          <p:spPr>
            <a:xfrm>
              <a:off x="4076300" y="2745375"/>
              <a:ext cx="42025" cy="53675"/>
            </a:xfrm>
            <a:custGeom>
              <a:rect b="b" l="l" r="r" t="t"/>
              <a:pathLst>
                <a:path extrusionOk="0" h="2147" w="1681">
                  <a:moveTo>
                    <a:pt x="1587" y="0"/>
                  </a:moveTo>
                  <a:lnTo>
                    <a:pt x="1541" y="47"/>
                  </a:lnTo>
                  <a:lnTo>
                    <a:pt x="1121" y="607"/>
                  </a:lnTo>
                  <a:lnTo>
                    <a:pt x="1027" y="653"/>
                  </a:lnTo>
                  <a:lnTo>
                    <a:pt x="981" y="653"/>
                  </a:lnTo>
                  <a:lnTo>
                    <a:pt x="701" y="467"/>
                  </a:lnTo>
                  <a:lnTo>
                    <a:pt x="607" y="420"/>
                  </a:lnTo>
                  <a:lnTo>
                    <a:pt x="561" y="467"/>
                  </a:lnTo>
                  <a:lnTo>
                    <a:pt x="94" y="1073"/>
                  </a:lnTo>
                  <a:lnTo>
                    <a:pt x="1" y="1260"/>
                  </a:lnTo>
                  <a:lnTo>
                    <a:pt x="1" y="1493"/>
                  </a:lnTo>
                  <a:lnTo>
                    <a:pt x="94" y="1680"/>
                  </a:lnTo>
                  <a:lnTo>
                    <a:pt x="234" y="1820"/>
                  </a:lnTo>
                  <a:lnTo>
                    <a:pt x="934" y="2147"/>
                  </a:lnTo>
                  <a:lnTo>
                    <a:pt x="1121" y="2147"/>
                  </a:lnTo>
                  <a:lnTo>
                    <a:pt x="1307" y="1913"/>
                  </a:lnTo>
                  <a:lnTo>
                    <a:pt x="1587" y="1447"/>
                  </a:lnTo>
                  <a:lnTo>
                    <a:pt x="1681" y="47"/>
                  </a:lnTo>
                  <a:lnTo>
                    <a:pt x="15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6" name="Google Shape;10786;p79"/>
            <p:cNvSpPr/>
            <p:nvPr/>
          </p:nvSpPr>
          <p:spPr>
            <a:xfrm>
              <a:off x="4037800" y="2828200"/>
              <a:ext cx="68875" cy="58350"/>
            </a:xfrm>
            <a:custGeom>
              <a:rect b="b" l="l" r="r" t="t"/>
              <a:pathLst>
                <a:path extrusionOk="0" h="2334" w="2755">
                  <a:moveTo>
                    <a:pt x="1354" y="0"/>
                  </a:moveTo>
                  <a:lnTo>
                    <a:pt x="1121" y="47"/>
                  </a:lnTo>
                  <a:lnTo>
                    <a:pt x="841" y="94"/>
                  </a:lnTo>
                  <a:lnTo>
                    <a:pt x="607" y="234"/>
                  </a:lnTo>
                  <a:lnTo>
                    <a:pt x="421" y="420"/>
                  </a:lnTo>
                  <a:lnTo>
                    <a:pt x="234" y="607"/>
                  </a:lnTo>
                  <a:lnTo>
                    <a:pt x="94" y="840"/>
                  </a:lnTo>
                  <a:lnTo>
                    <a:pt x="47" y="1120"/>
                  </a:lnTo>
                  <a:lnTo>
                    <a:pt x="1" y="1400"/>
                  </a:lnTo>
                  <a:lnTo>
                    <a:pt x="47" y="1634"/>
                  </a:lnTo>
                  <a:lnTo>
                    <a:pt x="94" y="1914"/>
                  </a:lnTo>
                  <a:lnTo>
                    <a:pt x="234" y="2147"/>
                  </a:lnTo>
                  <a:lnTo>
                    <a:pt x="421" y="2334"/>
                  </a:lnTo>
                  <a:lnTo>
                    <a:pt x="794" y="2101"/>
                  </a:lnTo>
                  <a:lnTo>
                    <a:pt x="1167" y="1821"/>
                  </a:lnTo>
                  <a:lnTo>
                    <a:pt x="2707" y="1634"/>
                  </a:lnTo>
                  <a:lnTo>
                    <a:pt x="2754" y="1307"/>
                  </a:lnTo>
                  <a:lnTo>
                    <a:pt x="2707" y="980"/>
                  </a:lnTo>
                  <a:lnTo>
                    <a:pt x="2567" y="700"/>
                  </a:lnTo>
                  <a:lnTo>
                    <a:pt x="2334" y="420"/>
                  </a:lnTo>
                  <a:lnTo>
                    <a:pt x="2147" y="234"/>
                  </a:lnTo>
                  <a:lnTo>
                    <a:pt x="1914" y="94"/>
                  </a:lnTo>
                  <a:lnTo>
                    <a:pt x="1634" y="47"/>
                  </a:lnTo>
                  <a:lnTo>
                    <a:pt x="13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7" name="Google Shape;10787;p79"/>
            <p:cNvSpPr/>
            <p:nvPr/>
          </p:nvSpPr>
          <p:spPr>
            <a:xfrm>
              <a:off x="4255975" y="2789700"/>
              <a:ext cx="39700" cy="37350"/>
            </a:xfrm>
            <a:custGeom>
              <a:rect b="b" l="l" r="r" t="t"/>
              <a:pathLst>
                <a:path extrusionOk="0" h="1494" w="1588">
                  <a:moveTo>
                    <a:pt x="1214" y="0"/>
                  </a:moveTo>
                  <a:lnTo>
                    <a:pt x="1167" y="234"/>
                  </a:lnTo>
                  <a:lnTo>
                    <a:pt x="1121" y="280"/>
                  </a:lnTo>
                  <a:lnTo>
                    <a:pt x="1027" y="374"/>
                  </a:lnTo>
                  <a:lnTo>
                    <a:pt x="234" y="934"/>
                  </a:lnTo>
                  <a:lnTo>
                    <a:pt x="94" y="980"/>
                  </a:lnTo>
                  <a:lnTo>
                    <a:pt x="1" y="1027"/>
                  </a:lnTo>
                  <a:lnTo>
                    <a:pt x="234" y="1354"/>
                  </a:lnTo>
                  <a:lnTo>
                    <a:pt x="327" y="1447"/>
                  </a:lnTo>
                  <a:lnTo>
                    <a:pt x="421" y="1494"/>
                  </a:lnTo>
                  <a:lnTo>
                    <a:pt x="561" y="1494"/>
                  </a:lnTo>
                  <a:lnTo>
                    <a:pt x="654" y="1447"/>
                  </a:lnTo>
                  <a:lnTo>
                    <a:pt x="1447" y="934"/>
                  </a:lnTo>
                  <a:lnTo>
                    <a:pt x="1541" y="840"/>
                  </a:lnTo>
                  <a:lnTo>
                    <a:pt x="1587" y="747"/>
                  </a:lnTo>
                  <a:lnTo>
                    <a:pt x="1587" y="607"/>
                  </a:lnTo>
                  <a:lnTo>
                    <a:pt x="1541" y="467"/>
                  </a:lnTo>
                  <a:lnTo>
                    <a:pt x="121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8" name="Google Shape;10788;p79"/>
            <p:cNvSpPr/>
            <p:nvPr/>
          </p:nvSpPr>
          <p:spPr>
            <a:xfrm>
              <a:off x="3982975" y="2799025"/>
              <a:ext cx="33850" cy="40875"/>
            </a:xfrm>
            <a:custGeom>
              <a:rect b="b" l="l" r="r" t="t"/>
              <a:pathLst>
                <a:path extrusionOk="0" h="1635" w="1354">
                  <a:moveTo>
                    <a:pt x="887" y="1"/>
                  </a:moveTo>
                  <a:lnTo>
                    <a:pt x="887" y="934"/>
                  </a:lnTo>
                  <a:lnTo>
                    <a:pt x="840" y="1027"/>
                  </a:lnTo>
                  <a:lnTo>
                    <a:pt x="794" y="1074"/>
                  </a:lnTo>
                  <a:lnTo>
                    <a:pt x="747" y="1121"/>
                  </a:lnTo>
                  <a:lnTo>
                    <a:pt x="140" y="1121"/>
                  </a:lnTo>
                  <a:lnTo>
                    <a:pt x="0" y="1634"/>
                  </a:lnTo>
                  <a:lnTo>
                    <a:pt x="1120" y="1634"/>
                  </a:lnTo>
                  <a:lnTo>
                    <a:pt x="1214" y="1587"/>
                  </a:lnTo>
                  <a:lnTo>
                    <a:pt x="1307" y="1541"/>
                  </a:lnTo>
                  <a:lnTo>
                    <a:pt x="1307" y="1494"/>
                  </a:lnTo>
                  <a:lnTo>
                    <a:pt x="1354" y="1401"/>
                  </a:lnTo>
                  <a:lnTo>
                    <a:pt x="1354" y="234"/>
                  </a:lnTo>
                  <a:lnTo>
                    <a:pt x="1307" y="141"/>
                  </a:lnTo>
                  <a:lnTo>
                    <a:pt x="1307" y="94"/>
                  </a:lnTo>
                  <a:lnTo>
                    <a:pt x="1214" y="47"/>
                  </a:lnTo>
                  <a:lnTo>
                    <a:pt x="11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9" name="Google Shape;10789;p79"/>
            <p:cNvSpPr/>
            <p:nvPr/>
          </p:nvSpPr>
          <p:spPr>
            <a:xfrm>
              <a:off x="4077475" y="2746525"/>
              <a:ext cx="52525" cy="58375"/>
            </a:xfrm>
            <a:custGeom>
              <a:rect b="b" l="l" r="r" t="t"/>
              <a:pathLst>
                <a:path extrusionOk="0" h="2335" w="2101">
                  <a:moveTo>
                    <a:pt x="1587" y="1"/>
                  </a:moveTo>
                  <a:lnTo>
                    <a:pt x="1167" y="561"/>
                  </a:lnTo>
                  <a:lnTo>
                    <a:pt x="1167" y="607"/>
                  </a:lnTo>
                  <a:lnTo>
                    <a:pt x="1214" y="701"/>
                  </a:lnTo>
                  <a:lnTo>
                    <a:pt x="1447" y="887"/>
                  </a:lnTo>
                  <a:lnTo>
                    <a:pt x="1494" y="934"/>
                  </a:lnTo>
                  <a:lnTo>
                    <a:pt x="1494" y="1027"/>
                  </a:lnTo>
                  <a:lnTo>
                    <a:pt x="1027" y="1634"/>
                  </a:lnTo>
                  <a:lnTo>
                    <a:pt x="887" y="1774"/>
                  </a:lnTo>
                  <a:lnTo>
                    <a:pt x="700" y="1821"/>
                  </a:lnTo>
                  <a:lnTo>
                    <a:pt x="514" y="1821"/>
                  </a:lnTo>
                  <a:lnTo>
                    <a:pt x="327" y="1727"/>
                  </a:lnTo>
                  <a:lnTo>
                    <a:pt x="0" y="1494"/>
                  </a:lnTo>
                  <a:lnTo>
                    <a:pt x="47" y="1634"/>
                  </a:lnTo>
                  <a:lnTo>
                    <a:pt x="187" y="1774"/>
                  </a:lnTo>
                  <a:lnTo>
                    <a:pt x="794" y="2241"/>
                  </a:lnTo>
                  <a:lnTo>
                    <a:pt x="980" y="2334"/>
                  </a:lnTo>
                  <a:lnTo>
                    <a:pt x="1167" y="2334"/>
                  </a:lnTo>
                  <a:lnTo>
                    <a:pt x="1354" y="2241"/>
                  </a:lnTo>
                  <a:lnTo>
                    <a:pt x="1540" y="2101"/>
                  </a:lnTo>
                  <a:lnTo>
                    <a:pt x="1960" y="1494"/>
                  </a:lnTo>
                  <a:lnTo>
                    <a:pt x="2007" y="1401"/>
                  </a:lnTo>
                  <a:lnTo>
                    <a:pt x="1960" y="1354"/>
                  </a:lnTo>
                  <a:lnTo>
                    <a:pt x="1680" y="1167"/>
                  </a:lnTo>
                  <a:lnTo>
                    <a:pt x="1634" y="1074"/>
                  </a:lnTo>
                  <a:lnTo>
                    <a:pt x="1680" y="1027"/>
                  </a:lnTo>
                  <a:lnTo>
                    <a:pt x="2054" y="467"/>
                  </a:lnTo>
                  <a:lnTo>
                    <a:pt x="2100" y="374"/>
                  </a:lnTo>
                  <a:lnTo>
                    <a:pt x="2054" y="327"/>
                  </a:lnTo>
                  <a:lnTo>
                    <a:pt x="163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0" name="Google Shape;10790;p79"/>
            <p:cNvSpPr/>
            <p:nvPr/>
          </p:nvSpPr>
          <p:spPr>
            <a:xfrm>
              <a:off x="4007475" y="2691700"/>
              <a:ext cx="65350" cy="79350"/>
            </a:xfrm>
            <a:custGeom>
              <a:rect b="b" l="l" r="r" t="t"/>
              <a:pathLst>
                <a:path extrusionOk="0" h="3174" w="2614">
                  <a:moveTo>
                    <a:pt x="1820" y="0"/>
                  </a:moveTo>
                  <a:lnTo>
                    <a:pt x="1960" y="280"/>
                  </a:lnTo>
                  <a:lnTo>
                    <a:pt x="2100" y="560"/>
                  </a:lnTo>
                  <a:lnTo>
                    <a:pt x="2147" y="840"/>
                  </a:lnTo>
                  <a:lnTo>
                    <a:pt x="2100" y="1120"/>
                  </a:lnTo>
                  <a:lnTo>
                    <a:pt x="2054" y="1447"/>
                  </a:lnTo>
                  <a:lnTo>
                    <a:pt x="1960" y="1727"/>
                  </a:lnTo>
                  <a:lnTo>
                    <a:pt x="1820" y="1960"/>
                  </a:lnTo>
                  <a:lnTo>
                    <a:pt x="1634" y="2194"/>
                  </a:lnTo>
                  <a:lnTo>
                    <a:pt x="1307" y="2474"/>
                  </a:lnTo>
                  <a:lnTo>
                    <a:pt x="887" y="2614"/>
                  </a:lnTo>
                  <a:lnTo>
                    <a:pt x="514" y="2707"/>
                  </a:lnTo>
                  <a:lnTo>
                    <a:pt x="94" y="2707"/>
                  </a:lnTo>
                  <a:lnTo>
                    <a:pt x="0" y="2940"/>
                  </a:lnTo>
                  <a:lnTo>
                    <a:pt x="280" y="3080"/>
                  </a:lnTo>
                  <a:lnTo>
                    <a:pt x="514" y="3174"/>
                  </a:lnTo>
                  <a:lnTo>
                    <a:pt x="1074" y="3174"/>
                  </a:lnTo>
                  <a:lnTo>
                    <a:pt x="1354" y="3127"/>
                  </a:lnTo>
                  <a:lnTo>
                    <a:pt x="1634" y="3034"/>
                  </a:lnTo>
                  <a:lnTo>
                    <a:pt x="1867" y="2894"/>
                  </a:lnTo>
                  <a:lnTo>
                    <a:pt x="2100" y="2660"/>
                  </a:lnTo>
                  <a:lnTo>
                    <a:pt x="2334" y="2427"/>
                  </a:lnTo>
                  <a:lnTo>
                    <a:pt x="2474" y="2100"/>
                  </a:lnTo>
                  <a:lnTo>
                    <a:pt x="2567" y="1774"/>
                  </a:lnTo>
                  <a:lnTo>
                    <a:pt x="2614" y="1447"/>
                  </a:lnTo>
                  <a:lnTo>
                    <a:pt x="2567" y="1120"/>
                  </a:lnTo>
                  <a:lnTo>
                    <a:pt x="2474" y="794"/>
                  </a:lnTo>
                  <a:lnTo>
                    <a:pt x="2334" y="514"/>
                  </a:lnTo>
                  <a:lnTo>
                    <a:pt x="2100" y="234"/>
                  </a:lnTo>
                  <a:lnTo>
                    <a:pt x="182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1" name="Google Shape;10791;p79"/>
            <p:cNvSpPr/>
            <p:nvPr/>
          </p:nvSpPr>
          <p:spPr>
            <a:xfrm>
              <a:off x="4157975" y="2815375"/>
              <a:ext cx="60700" cy="31525"/>
            </a:xfrm>
            <a:custGeom>
              <a:rect b="b" l="l" r="r" t="t"/>
              <a:pathLst>
                <a:path extrusionOk="0" h="1261" w="2428">
                  <a:moveTo>
                    <a:pt x="2427" y="0"/>
                  </a:moveTo>
                  <a:lnTo>
                    <a:pt x="1" y="840"/>
                  </a:lnTo>
                  <a:lnTo>
                    <a:pt x="47" y="840"/>
                  </a:lnTo>
                  <a:lnTo>
                    <a:pt x="607" y="1260"/>
                  </a:lnTo>
                  <a:lnTo>
                    <a:pt x="2194" y="747"/>
                  </a:lnTo>
                  <a:lnTo>
                    <a:pt x="2287" y="607"/>
                  </a:lnTo>
                  <a:lnTo>
                    <a:pt x="2381" y="467"/>
                  </a:lnTo>
                  <a:lnTo>
                    <a:pt x="2427" y="327"/>
                  </a:lnTo>
                  <a:lnTo>
                    <a:pt x="2427" y="187"/>
                  </a:lnTo>
                  <a:lnTo>
                    <a:pt x="24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2" name="Google Shape;10792;p79"/>
            <p:cNvSpPr/>
            <p:nvPr/>
          </p:nvSpPr>
          <p:spPr>
            <a:xfrm>
              <a:off x="4040150" y="2853875"/>
              <a:ext cx="66525" cy="35025"/>
            </a:xfrm>
            <a:custGeom>
              <a:rect b="b" l="l" r="r" t="t"/>
              <a:pathLst>
                <a:path extrusionOk="0" h="1401" w="2661">
                  <a:moveTo>
                    <a:pt x="2613" y="0"/>
                  </a:moveTo>
                  <a:lnTo>
                    <a:pt x="0" y="840"/>
                  </a:lnTo>
                  <a:lnTo>
                    <a:pt x="140" y="1120"/>
                  </a:lnTo>
                  <a:lnTo>
                    <a:pt x="327" y="1307"/>
                  </a:lnTo>
                  <a:lnTo>
                    <a:pt x="373" y="1400"/>
                  </a:lnTo>
                  <a:lnTo>
                    <a:pt x="2613" y="607"/>
                  </a:lnTo>
                  <a:lnTo>
                    <a:pt x="2660" y="327"/>
                  </a:lnTo>
                  <a:lnTo>
                    <a:pt x="26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93" name="Google Shape;10793;p79"/>
          <p:cNvGrpSpPr/>
          <p:nvPr/>
        </p:nvGrpSpPr>
        <p:grpSpPr>
          <a:xfrm>
            <a:off x="4811750" y="2579700"/>
            <a:ext cx="294025" cy="336025"/>
            <a:chOff x="4742500" y="2579700"/>
            <a:chExt cx="294025" cy="336025"/>
          </a:xfrm>
        </p:grpSpPr>
        <p:sp>
          <p:nvSpPr>
            <p:cNvPr id="10794" name="Google Shape;10794;p79"/>
            <p:cNvSpPr/>
            <p:nvPr/>
          </p:nvSpPr>
          <p:spPr>
            <a:xfrm>
              <a:off x="4742500" y="2591350"/>
              <a:ext cx="51350" cy="38525"/>
            </a:xfrm>
            <a:custGeom>
              <a:rect b="b" l="l" r="r" t="t"/>
              <a:pathLst>
                <a:path extrusionOk="0" h="1541" w="2054">
                  <a:moveTo>
                    <a:pt x="327" y="1"/>
                  </a:moveTo>
                  <a:lnTo>
                    <a:pt x="234" y="47"/>
                  </a:lnTo>
                  <a:lnTo>
                    <a:pt x="187" y="94"/>
                  </a:lnTo>
                  <a:lnTo>
                    <a:pt x="140" y="187"/>
                  </a:lnTo>
                  <a:lnTo>
                    <a:pt x="0" y="1308"/>
                  </a:lnTo>
                  <a:lnTo>
                    <a:pt x="0" y="1401"/>
                  </a:lnTo>
                  <a:lnTo>
                    <a:pt x="47" y="1494"/>
                  </a:lnTo>
                  <a:lnTo>
                    <a:pt x="140" y="1541"/>
                  </a:lnTo>
                  <a:lnTo>
                    <a:pt x="234" y="1541"/>
                  </a:lnTo>
                  <a:lnTo>
                    <a:pt x="840" y="1494"/>
                  </a:lnTo>
                  <a:lnTo>
                    <a:pt x="2007" y="1168"/>
                  </a:lnTo>
                  <a:lnTo>
                    <a:pt x="2054" y="794"/>
                  </a:lnTo>
                  <a:lnTo>
                    <a:pt x="1027" y="234"/>
                  </a:lnTo>
                  <a:lnTo>
                    <a:pt x="420"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5" name="Google Shape;10795;p79"/>
            <p:cNvSpPr/>
            <p:nvPr/>
          </p:nvSpPr>
          <p:spPr>
            <a:xfrm>
              <a:off x="4762325" y="2597200"/>
              <a:ext cx="33875" cy="31525"/>
            </a:xfrm>
            <a:custGeom>
              <a:rect b="b" l="l" r="r" t="t"/>
              <a:pathLst>
                <a:path extrusionOk="0" h="1261" w="1355">
                  <a:moveTo>
                    <a:pt x="234" y="0"/>
                  </a:moveTo>
                  <a:lnTo>
                    <a:pt x="141" y="187"/>
                  </a:lnTo>
                  <a:lnTo>
                    <a:pt x="94" y="373"/>
                  </a:lnTo>
                  <a:lnTo>
                    <a:pt x="47" y="420"/>
                  </a:lnTo>
                  <a:lnTo>
                    <a:pt x="1" y="654"/>
                  </a:lnTo>
                  <a:lnTo>
                    <a:pt x="1" y="887"/>
                  </a:lnTo>
                  <a:lnTo>
                    <a:pt x="1" y="1074"/>
                  </a:lnTo>
                  <a:lnTo>
                    <a:pt x="47" y="1260"/>
                  </a:lnTo>
                  <a:lnTo>
                    <a:pt x="1214" y="1214"/>
                  </a:lnTo>
                  <a:lnTo>
                    <a:pt x="1354" y="327"/>
                  </a:lnTo>
                  <a:lnTo>
                    <a:pt x="2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6" name="Google Shape;10796;p79"/>
            <p:cNvSpPr/>
            <p:nvPr/>
          </p:nvSpPr>
          <p:spPr>
            <a:xfrm>
              <a:off x="4831175" y="2640350"/>
              <a:ext cx="116675" cy="193700"/>
            </a:xfrm>
            <a:custGeom>
              <a:rect b="b" l="l" r="r" t="t"/>
              <a:pathLst>
                <a:path extrusionOk="0" h="7748" w="4667">
                  <a:moveTo>
                    <a:pt x="0" y="1"/>
                  </a:moveTo>
                  <a:lnTo>
                    <a:pt x="0" y="2194"/>
                  </a:lnTo>
                  <a:lnTo>
                    <a:pt x="47" y="2614"/>
                  </a:lnTo>
                  <a:lnTo>
                    <a:pt x="140" y="2988"/>
                  </a:lnTo>
                  <a:lnTo>
                    <a:pt x="280" y="3361"/>
                  </a:lnTo>
                  <a:lnTo>
                    <a:pt x="513" y="3688"/>
                  </a:lnTo>
                  <a:lnTo>
                    <a:pt x="747" y="3968"/>
                  </a:lnTo>
                  <a:lnTo>
                    <a:pt x="1074" y="4201"/>
                  </a:lnTo>
                  <a:lnTo>
                    <a:pt x="1400" y="4388"/>
                  </a:lnTo>
                  <a:lnTo>
                    <a:pt x="1774" y="4481"/>
                  </a:lnTo>
                  <a:lnTo>
                    <a:pt x="1867" y="4528"/>
                  </a:lnTo>
                  <a:lnTo>
                    <a:pt x="1867" y="4574"/>
                  </a:lnTo>
                  <a:lnTo>
                    <a:pt x="1867" y="7748"/>
                  </a:lnTo>
                  <a:lnTo>
                    <a:pt x="2800" y="7748"/>
                  </a:lnTo>
                  <a:lnTo>
                    <a:pt x="2800" y="4574"/>
                  </a:lnTo>
                  <a:lnTo>
                    <a:pt x="2800" y="4528"/>
                  </a:lnTo>
                  <a:lnTo>
                    <a:pt x="2847" y="4481"/>
                  </a:lnTo>
                  <a:lnTo>
                    <a:pt x="3220" y="4388"/>
                  </a:lnTo>
                  <a:lnTo>
                    <a:pt x="3594" y="4201"/>
                  </a:lnTo>
                  <a:lnTo>
                    <a:pt x="3874" y="3968"/>
                  </a:lnTo>
                  <a:lnTo>
                    <a:pt x="4154" y="3688"/>
                  </a:lnTo>
                  <a:lnTo>
                    <a:pt x="4387" y="3361"/>
                  </a:lnTo>
                  <a:lnTo>
                    <a:pt x="4527" y="2988"/>
                  </a:lnTo>
                  <a:lnTo>
                    <a:pt x="4620" y="2614"/>
                  </a:lnTo>
                  <a:lnTo>
                    <a:pt x="4667" y="2194"/>
                  </a:lnTo>
                  <a:lnTo>
                    <a:pt x="4667" y="1"/>
                  </a:lnTo>
                  <a:lnTo>
                    <a:pt x="3827" y="1"/>
                  </a:lnTo>
                  <a:lnTo>
                    <a:pt x="3827" y="2194"/>
                  </a:lnTo>
                  <a:lnTo>
                    <a:pt x="3827" y="2521"/>
                  </a:lnTo>
                  <a:lnTo>
                    <a:pt x="3734" y="2801"/>
                  </a:lnTo>
                  <a:lnTo>
                    <a:pt x="3594" y="3034"/>
                  </a:lnTo>
                  <a:lnTo>
                    <a:pt x="3407" y="3268"/>
                  </a:lnTo>
                  <a:lnTo>
                    <a:pt x="3174" y="3454"/>
                  </a:lnTo>
                  <a:lnTo>
                    <a:pt x="2940" y="3594"/>
                  </a:lnTo>
                  <a:lnTo>
                    <a:pt x="2660" y="3688"/>
                  </a:lnTo>
                  <a:lnTo>
                    <a:pt x="2334" y="3734"/>
                  </a:lnTo>
                  <a:lnTo>
                    <a:pt x="2054" y="3734"/>
                  </a:lnTo>
                  <a:lnTo>
                    <a:pt x="1727" y="3641"/>
                  </a:lnTo>
                  <a:lnTo>
                    <a:pt x="1494" y="3501"/>
                  </a:lnTo>
                  <a:lnTo>
                    <a:pt x="1260" y="3314"/>
                  </a:lnTo>
                  <a:lnTo>
                    <a:pt x="1074" y="3081"/>
                  </a:lnTo>
                  <a:lnTo>
                    <a:pt x="934" y="2801"/>
                  </a:lnTo>
                  <a:lnTo>
                    <a:pt x="840" y="2521"/>
                  </a:lnTo>
                  <a:lnTo>
                    <a:pt x="793" y="2194"/>
                  </a:lnTo>
                  <a:lnTo>
                    <a:pt x="79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7" name="Google Shape;10797;p79"/>
            <p:cNvSpPr/>
            <p:nvPr/>
          </p:nvSpPr>
          <p:spPr>
            <a:xfrm>
              <a:off x="4863825" y="2851525"/>
              <a:ext cx="50200" cy="64200"/>
            </a:xfrm>
            <a:custGeom>
              <a:rect b="b" l="l" r="r" t="t"/>
              <a:pathLst>
                <a:path extrusionOk="0" h="2568" w="2008">
                  <a:moveTo>
                    <a:pt x="1" y="1"/>
                  </a:moveTo>
                  <a:lnTo>
                    <a:pt x="1" y="2521"/>
                  </a:lnTo>
                  <a:lnTo>
                    <a:pt x="48" y="2568"/>
                  </a:lnTo>
                  <a:lnTo>
                    <a:pt x="1914" y="2568"/>
                  </a:lnTo>
                  <a:lnTo>
                    <a:pt x="200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8" name="Google Shape;10798;p79"/>
            <p:cNvSpPr/>
            <p:nvPr/>
          </p:nvSpPr>
          <p:spPr>
            <a:xfrm>
              <a:off x="4897675" y="2851525"/>
              <a:ext cx="16350" cy="64200"/>
            </a:xfrm>
            <a:custGeom>
              <a:rect b="b" l="l" r="r" t="t"/>
              <a:pathLst>
                <a:path extrusionOk="0" h="2568" w="654">
                  <a:moveTo>
                    <a:pt x="0" y="1"/>
                  </a:moveTo>
                  <a:lnTo>
                    <a:pt x="0" y="2568"/>
                  </a:lnTo>
                  <a:lnTo>
                    <a:pt x="654" y="2568"/>
                  </a:lnTo>
                  <a:lnTo>
                    <a:pt x="654" y="2521"/>
                  </a:lnTo>
                  <a:lnTo>
                    <a:pt x="6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9" name="Google Shape;10799;p79"/>
            <p:cNvSpPr/>
            <p:nvPr/>
          </p:nvSpPr>
          <p:spPr>
            <a:xfrm>
              <a:off x="4779825" y="2579700"/>
              <a:ext cx="212375" cy="81675"/>
            </a:xfrm>
            <a:custGeom>
              <a:rect b="b" l="l" r="r" t="t"/>
              <a:pathLst>
                <a:path extrusionOk="0" h="3267" w="8495">
                  <a:moveTo>
                    <a:pt x="1447" y="0"/>
                  </a:moveTo>
                  <a:lnTo>
                    <a:pt x="1214" y="47"/>
                  </a:lnTo>
                  <a:lnTo>
                    <a:pt x="934" y="93"/>
                  </a:lnTo>
                  <a:lnTo>
                    <a:pt x="701" y="233"/>
                  </a:lnTo>
                  <a:lnTo>
                    <a:pt x="467" y="373"/>
                  </a:lnTo>
                  <a:lnTo>
                    <a:pt x="327" y="607"/>
                  </a:lnTo>
                  <a:lnTo>
                    <a:pt x="141" y="793"/>
                  </a:lnTo>
                  <a:lnTo>
                    <a:pt x="47" y="1073"/>
                  </a:lnTo>
                  <a:lnTo>
                    <a:pt x="47" y="1120"/>
                  </a:lnTo>
                  <a:lnTo>
                    <a:pt x="1" y="1447"/>
                  </a:lnTo>
                  <a:lnTo>
                    <a:pt x="1" y="1774"/>
                  </a:lnTo>
                  <a:lnTo>
                    <a:pt x="47" y="2054"/>
                  </a:lnTo>
                  <a:lnTo>
                    <a:pt x="187" y="2334"/>
                  </a:lnTo>
                  <a:lnTo>
                    <a:pt x="374" y="2567"/>
                  </a:lnTo>
                  <a:lnTo>
                    <a:pt x="607" y="2754"/>
                  </a:lnTo>
                  <a:lnTo>
                    <a:pt x="887" y="2894"/>
                  </a:lnTo>
                  <a:lnTo>
                    <a:pt x="1167" y="2987"/>
                  </a:lnTo>
                  <a:lnTo>
                    <a:pt x="1961" y="3127"/>
                  </a:lnTo>
                  <a:lnTo>
                    <a:pt x="2754" y="3220"/>
                  </a:lnTo>
                  <a:lnTo>
                    <a:pt x="3594" y="3267"/>
                  </a:lnTo>
                  <a:lnTo>
                    <a:pt x="5181" y="3267"/>
                  </a:lnTo>
                  <a:lnTo>
                    <a:pt x="5974" y="3220"/>
                  </a:lnTo>
                  <a:lnTo>
                    <a:pt x="6814" y="3127"/>
                  </a:lnTo>
                  <a:lnTo>
                    <a:pt x="7608" y="2987"/>
                  </a:lnTo>
                  <a:lnTo>
                    <a:pt x="7888" y="2894"/>
                  </a:lnTo>
                  <a:lnTo>
                    <a:pt x="8121" y="2800"/>
                  </a:lnTo>
                  <a:lnTo>
                    <a:pt x="8308" y="2614"/>
                  </a:lnTo>
                  <a:lnTo>
                    <a:pt x="8401" y="2427"/>
                  </a:lnTo>
                  <a:lnTo>
                    <a:pt x="8494" y="2194"/>
                  </a:lnTo>
                  <a:lnTo>
                    <a:pt x="8494" y="1960"/>
                  </a:lnTo>
                  <a:lnTo>
                    <a:pt x="8494" y="1680"/>
                  </a:lnTo>
                  <a:lnTo>
                    <a:pt x="8448" y="1400"/>
                  </a:lnTo>
                  <a:lnTo>
                    <a:pt x="8354" y="1167"/>
                  </a:lnTo>
                  <a:lnTo>
                    <a:pt x="8168" y="653"/>
                  </a:lnTo>
                  <a:lnTo>
                    <a:pt x="8028" y="467"/>
                  </a:lnTo>
                  <a:lnTo>
                    <a:pt x="7888" y="280"/>
                  </a:lnTo>
                  <a:lnTo>
                    <a:pt x="7701" y="140"/>
                  </a:lnTo>
                  <a:lnTo>
                    <a:pt x="7514" y="47"/>
                  </a:lnTo>
                  <a:lnTo>
                    <a:pt x="7281" y="0"/>
                  </a:lnTo>
                  <a:lnTo>
                    <a:pt x="7001" y="47"/>
                  </a:lnTo>
                  <a:lnTo>
                    <a:pt x="6348" y="140"/>
                  </a:lnTo>
                  <a:lnTo>
                    <a:pt x="5694" y="233"/>
                  </a:lnTo>
                  <a:lnTo>
                    <a:pt x="5041" y="280"/>
                  </a:lnTo>
                  <a:lnTo>
                    <a:pt x="3734" y="280"/>
                  </a:lnTo>
                  <a:lnTo>
                    <a:pt x="3081" y="233"/>
                  </a:lnTo>
                  <a:lnTo>
                    <a:pt x="2381" y="140"/>
                  </a:lnTo>
                  <a:lnTo>
                    <a:pt x="1727" y="47"/>
                  </a:lnTo>
                  <a:lnTo>
                    <a:pt x="144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0" name="Google Shape;10800;p79"/>
            <p:cNvSpPr/>
            <p:nvPr/>
          </p:nvSpPr>
          <p:spPr>
            <a:xfrm>
              <a:off x="4851000" y="2824700"/>
              <a:ext cx="73525" cy="37350"/>
            </a:xfrm>
            <a:custGeom>
              <a:rect b="b" l="l" r="r" t="t"/>
              <a:pathLst>
                <a:path extrusionOk="0" h="1494" w="2941">
                  <a:moveTo>
                    <a:pt x="141" y="0"/>
                  </a:moveTo>
                  <a:lnTo>
                    <a:pt x="47" y="47"/>
                  </a:lnTo>
                  <a:lnTo>
                    <a:pt x="0" y="94"/>
                  </a:lnTo>
                  <a:lnTo>
                    <a:pt x="0" y="187"/>
                  </a:lnTo>
                  <a:lnTo>
                    <a:pt x="0" y="1260"/>
                  </a:lnTo>
                  <a:lnTo>
                    <a:pt x="0" y="1354"/>
                  </a:lnTo>
                  <a:lnTo>
                    <a:pt x="47" y="1400"/>
                  </a:lnTo>
                  <a:lnTo>
                    <a:pt x="141" y="1447"/>
                  </a:lnTo>
                  <a:lnTo>
                    <a:pt x="187" y="1494"/>
                  </a:lnTo>
                  <a:lnTo>
                    <a:pt x="2847" y="1494"/>
                  </a:lnTo>
                  <a:lnTo>
                    <a:pt x="2941" y="1447"/>
                  </a:lnTo>
                  <a:lnTo>
                    <a:pt x="2941" y="1400"/>
                  </a:lnTo>
                  <a:lnTo>
                    <a:pt x="2894" y="1260"/>
                  </a:lnTo>
                  <a:lnTo>
                    <a:pt x="2847" y="234"/>
                  </a:lnTo>
                  <a:lnTo>
                    <a:pt x="2847" y="140"/>
                  </a:lnTo>
                  <a:lnTo>
                    <a:pt x="2894" y="47"/>
                  </a:lnTo>
                  <a:lnTo>
                    <a:pt x="28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1" name="Google Shape;10801;p79"/>
            <p:cNvSpPr/>
            <p:nvPr/>
          </p:nvSpPr>
          <p:spPr>
            <a:xfrm>
              <a:off x="4982850" y="2591350"/>
              <a:ext cx="49025" cy="38525"/>
            </a:xfrm>
            <a:custGeom>
              <a:rect b="b" l="l" r="r" t="t"/>
              <a:pathLst>
                <a:path extrusionOk="0" h="1541" w="1961">
                  <a:moveTo>
                    <a:pt x="1773" y="1"/>
                  </a:moveTo>
                  <a:lnTo>
                    <a:pt x="1727" y="47"/>
                  </a:lnTo>
                  <a:lnTo>
                    <a:pt x="0" y="561"/>
                  </a:lnTo>
                  <a:lnTo>
                    <a:pt x="93" y="1448"/>
                  </a:lnTo>
                  <a:lnTo>
                    <a:pt x="1913" y="1541"/>
                  </a:lnTo>
                  <a:lnTo>
                    <a:pt x="1960" y="1541"/>
                  </a:lnTo>
                  <a:lnTo>
                    <a:pt x="1913" y="1448"/>
                  </a:lnTo>
                  <a:lnTo>
                    <a:pt x="1867" y="1354"/>
                  </a:lnTo>
                  <a:lnTo>
                    <a:pt x="1820" y="1261"/>
                  </a:lnTo>
                  <a:lnTo>
                    <a:pt x="1727" y="374"/>
                  </a:lnTo>
                  <a:lnTo>
                    <a:pt x="1727" y="234"/>
                  </a:lnTo>
                  <a:lnTo>
                    <a:pt x="1773" y="141"/>
                  </a:lnTo>
                  <a:lnTo>
                    <a:pt x="1773" y="47"/>
                  </a:lnTo>
                  <a:lnTo>
                    <a:pt x="177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2" name="Google Shape;10802;p79"/>
            <p:cNvSpPr/>
            <p:nvPr/>
          </p:nvSpPr>
          <p:spPr>
            <a:xfrm>
              <a:off x="4905825" y="2824700"/>
              <a:ext cx="22200" cy="37350"/>
            </a:xfrm>
            <a:custGeom>
              <a:rect b="b" l="l" r="r" t="t"/>
              <a:pathLst>
                <a:path extrusionOk="0" h="1494" w="888">
                  <a:moveTo>
                    <a:pt x="94" y="0"/>
                  </a:moveTo>
                  <a:lnTo>
                    <a:pt x="141" y="47"/>
                  </a:lnTo>
                  <a:lnTo>
                    <a:pt x="188" y="94"/>
                  </a:lnTo>
                  <a:lnTo>
                    <a:pt x="234" y="187"/>
                  </a:lnTo>
                  <a:lnTo>
                    <a:pt x="234" y="1260"/>
                  </a:lnTo>
                  <a:lnTo>
                    <a:pt x="188" y="1354"/>
                  </a:lnTo>
                  <a:lnTo>
                    <a:pt x="141" y="1400"/>
                  </a:lnTo>
                  <a:lnTo>
                    <a:pt x="94" y="1447"/>
                  </a:lnTo>
                  <a:lnTo>
                    <a:pt x="1" y="1494"/>
                  </a:lnTo>
                  <a:lnTo>
                    <a:pt x="654" y="1494"/>
                  </a:lnTo>
                  <a:lnTo>
                    <a:pt x="748" y="1447"/>
                  </a:lnTo>
                  <a:lnTo>
                    <a:pt x="841" y="1400"/>
                  </a:lnTo>
                  <a:lnTo>
                    <a:pt x="888" y="1354"/>
                  </a:lnTo>
                  <a:lnTo>
                    <a:pt x="888" y="1260"/>
                  </a:lnTo>
                  <a:lnTo>
                    <a:pt x="888" y="187"/>
                  </a:lnTo>
                  <a:lnTo>
                    <a:pt x="888" y="94"/>
                  </a:lnTo>
                  <a:lnTo>
                    <a:pt x="841" y="47"/>
                  </a:lnTo>
                  <a:lnTo>
                    <a:pt x="74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3" name="Google Shape;10803;p79"/>
            <p:cNvSpPr/>
            <p:nvPr/>
          </p:nvSpPr>
          <p:spPr>
            <a:xfrm>
              <a:off x="4953675" y="2579700"/>
              <a:ext cx="45525" cy="77025"/>
            </a:xfrm>
            <a:custGeom>
              <a:rect b="b" l="l" r="r" t="t"/>
              <a:pathLst>
                <a:path extrusionOk="0" h="3081" w="1821">
                  <a:moveTo>
                    <a:pt x="327" y="0"/>
                  </a:moveTo>
                  <a:lnTo>
                    <a:pt x="47" y="47"/>
                  </a:lnTo>
                  <a:lnTo>
                    <a:pt x="0" y="47"/>
                  </a:lnTo>
                  <a:lnTo>
                    <a:pt x="374" y="187"/>
                  </a:lnTo>
                  <a:lnTo>
                    <a:pt x="654" y="420"/>
                  </a:lnTo>
                  <a:lnTo>
                    <a:pt x="887" y="747"/>
                  </a:lnTo>
                  <a:lnTo>
                    <a:pt x="1074" y="1120"/>
                  </a:lnTo>
                  <a:lnTo>
                    <a:pt x="1074" y="1167"/>
                  </a:lnTo>
                  <a:lnTo>
                    <a:pt x="1167" y="1494"/>
                  </a:lnTo>
                  <a:lnTo>
                    <a:pt x="1120" y="1774"/>
                  </a:lnTo>
                  <a:lnTo>
                    <a:pt x="1074" y="2054"/>
                  </a:lnTo>
                  <a:lnTo>
                    <a:pt x="980" y="2334"/>
                  </a:lnTo>
                  <a:lnTo>
                    <a:pt x="840" y="2567"/>
                  </a:lnTo>
                  <a:lnTo>
                    <a:pt x="607" y="2800"/>
                  </a:lnTo>
                  <a:lnTo>
                    <a:pt x="420" y="2940"/>
                  </a:lnTo>
                  <a:lnTo>
                    <a:pt x="140" y="3080"/>
                  </a:lnTo>
                  <a:lnTo>
                    <a:pt x="654" y="2987"/>
                  </a:lnTo>
                  <a:lnTo>
                    <a:pt x="934" y="2894"/>
                  </a:lnTo>
                  <a:lnTo>
                    <a:pt x="1214" y="2754"/>
                  </a:lnTo>
                  <a:lnTo>
                    <a:pt x="1447" y="2567"/>
                  </a:lnTo>
                  <a:lnTo>
                    <a:pt x="1587" y="2334"/>
                  </a:lnTo>
                  <a:lnTo>
                    <a:pt x="1727" y="2054"/>
                  </a:lnTo>
                  <a:lnTo>
                    <a:pt x="1820" y="1774"/>
                  </a:lnTo>
                  <a:lnTo>
                    <a:pt x="1820" y="1447"/>
                  </a:lnTo>
                  <a:lnTo>
                    <a:pt x="1774" y="1120"/>
                  </a:lnTo>
                  <a:lnTo>
                    <a:pt x="1727" y="1073"/>
                  </a:lnTo>
                  <a:lnTo>
                    <a:pt x="1634" y="793"/>
                  </a:lnTo>
                  <a:lnTo>
                    <a:pt x="1494" y="607"/>
                  </a:lnTo>
                  <a:lnTo>
                    <a:pt x="1307" y="373"/>
                  </a:lnTo>
                  <a:lnTo>
                    <a:pt x="1120" y="233"/>
                  </a:lnTo>
                  <a:lnTo>
                    <a:pt x="887" y="93"/>
                  </a:lnTo>
                  <a:lnTo>
                    <a:pt x="607" y="47"/>
                  </a:lnTo>
                  <a:lnTo>
                    <a:pt x="3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4" name="Google Shape;10804;p79"/>
            <p:cNvSpPr/>
            <p:nvPr/>
          </p:nvSpPr>
          <p:spPr>
            <a:xfrm>
              <a:off x="5014350" y="2591350"/>
              <a:ext cx="22175" cy="38525"/>
            </a:xfrm>
            <a:custGeom>
              <a:rect b="b" l="l" r="r" t="t"/>
              <a:pathLst>
                <a:path extrusionOk="0" h="1541" w="887">
                  <a:moveTo>
                    <a:pt x="560" y="1"/>
                  </a:moveTo>
                  <a:lnTo>
                    <a:pt x="467" y="47"/>
                  </a:lnTo>
                  <a:lnTo>
                    <a:pt x="0" y="187"/>
                  </a:lnTo>
                  <a:lnTo>
                    <a:pt x="47" y="281"/>
                  </a:lnTo>
                  <a:lnTo>
                    <a:pt x="187" y="1401"/>
                  </a:lnTo>
                  <a:lnTo>
                    <a:pt x="187" y="1541"/>
                  </a:lnTo>
                  <a:lnTo>
                    <a:pt x="747" y="1541"/>
                  </a:lnTo>
                  <a:lnTo>
                    <a:pt x="840" y="1494"/>
                  </a:lnTo>
                  <a:lnTo>
                    <a:pt x="887" y="1401"/>
                  </a:lnTo>
                  <a:lnTo>
                    <a:pt x="887" y="1308"/>
                  </a:lnTo>
                  <a:lnTo>
                    <a:pt x="747" y="187"/>
                  </a:lnTo>
                  <a:lnTo>
                    <a:pt x="700" y="94"/>
                  </a:lnTo>
                  <a:lnTo>
                    <a:pt x="653" y="47"/>
                  </a:lnTo>
                  <a:lnTo>
                    <a:pt x="56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05" name="Google Shape;10805;p79"/>
          <p:cNvGrpSpPr/>
          <p:nvPr/>
        </p:nvGrpSpPr>
        <p:grpSpPr>
          <a:xfrm>
            <a:off x="5574775" y="2579700"/>
            <a:ext cx="260200" cy="336025"/>
            <a:chOff x="5505525" y="2579700"/>
            <a:chExt cx="260200" cy="336025"/>
          </a:xfrm>
        </p:grpSpPr>
        <p:sp>
          <p:nvSpPr>
            <p:cNvPr id="10806" name="Google Shape;10806;p79"/>
            <p:cNvSpPr/>
            <p:nvPr/>
          </p:nvSpPr>
          <p:spPr>
            <a:xfrm>
              <a:off x="5656025" y="2669525"/>
              <a:ext cx="105025" cy="185525"/>
            </a:xfrm>
            <a:custGeom>
              <a:rect b="b" l="l" r="r" t="t"/>
              <a:pathLst>
                <a:path extrusionOk="0" h="7421" w="4201">
                  <a:moveTo>
                    <a:pt x="2241" y="1"/>
                  </a:moveTo>
                  <a:lnTo>
                    <a:pt x="1961" y="47"/>
                  </a:lnTo>
                  <a:lnTo>
                    <a:pt x="1681" y="141"/>
                  </a:lnTo>
                  <a:lnTo>
                    <a:pt x="1447" y="234"/>
                  </a:lnTo>
                  <a:lnTo>
                    <a:pt x="1261" y="374"/>
                  </a:lnTo>
                  <a:lnTo>
                    <a:pt x="1074" y="561"/>
                  </a:lnTo>
                  <a:lnTo>
                    <a:pt x="934" y="747"/>
                  </a:lnTo>
                  <a:lnTo>
                    <a:pt x="841" y="1027"/>
                  </a:lnTo>
                  <a:lnTo>
                    <a:pt x="794" y="1261"/>
                  </a:lnTo>
                  <a:lnTo>
                    <a:pt x="841" y="1681"/>
                  </a:lnTo>
                  <a:lnTo>
                    <a:pt x="934" y="2007"/>
                  </a:lnTo>
                  <a:lnTo>
                    <a:pt x="1121" y="2334"/>
                  </a:lnTo>
                  <a:lnTo>
                    <a:pt x="1401" y="2567"/>
                  </a:lnTo>
                  <a:lnTo>
                    <a:pt x="1354" y="2941"/>
                  </a:lnTo>
                  <a:lnTo>
                    <a:pt x="1401" y="3314"/>
                  </a:lnTo>
                  <a:lnTo>
                    <a:pt x="1541" y="3641"/>
                  </a:lnTo>
                  <a:lnTo>
                    <a:pt x="1401" y="3874"/>
                  </a:lnTo>
                  <a:lnTo>
                    <a:pt x="1307" y="4061"/>
                  </a:lnTo>
                  <a:lnTo>
                    <a:pt x="1214" y="4294"/>
                  </a:lnTo>
                  <a:lnTo>
                    <a:pt x="1167" y="4574"/>
                  </a:lnTo>
                  <a:lnTo>
                    <a:pt x="934" y="4621"/>
                  </a:lnTo>
                  <a:lnTo>
                    <a:pt x="701" y="4761"/>
                  </a:lnTo>
                  <a:lnTo>
                    <a:pt x="514" y="4901"/>
                  </a:lnTo>
                  <a:lnTo>
                    <a:pt x="327" y="5087"/>
                  </a:lnTo>
                  <a:lnTo>
                    <a:pt x="187" y="5321"/>
                  </a:lnTo>
                  <a:lnTo>
                    <a:pt x="94" y="5554"/>
                  </a:lnTo>
                  <a:lnTo>
                    <a:pt x="1" y="5834"/>
                  </a:lnTo>
                  <a:lnTo>
                    <a:pt x="1" y="6067"/>
                  </a:lnTo>
                  <a:lnTo>
                    <a:pt x="47" y="6394"/>
                  </a:lnTo>
                  <a:lnTo>
                    <a:pt x="141" y="6627"/>
                  </a:lnTo>
                  <a:lnTo>
                    <a:pt x="234" y="6861"/>
                  </a:lnTo>
                  <a:lnTo>
                    <a:pt x="421" y="7047"/>
                  </a:lnTo>
                  <a:lnTo>
                    <a:pt x="654" y="7234"/>
                  </a:lnTo>
                  <a:lnTo>
                    <a:pt x="887" y="7327"/>
                  </a:lnTo>
                  <a:lnTo>
                    <a:pt x="1121" y="7421"/>
                  </a:lnTo>
                  <a:lnTo>
                    <a:pt x="1727" y="7421"/>
                  </a:lnTo>
                  <a:lnTo>
                    <a:pt x="1961" y="7374"/>
                  </a:lnTo>
                  <a:lnTo>
                    <a:pt x="2194" y="7234"/>
                  </a:lnTo>
                  <a:lnTo>
                    <a:pt x="2427" y="7094"/>
                  </a:lnTo>
                  <a:lnTo>
                    <a:pt x="2567" y="6907"/>
                  </a:lnTo>
                  <a:lnTo>
                    <a:pt x="2707" y="6674"/>
                  </a:lnTo>
                  <a:lnTo>
                    <a:pt x="2801" y="6441"/>
                  </a:lnTo>
                  <a:lnTo>
                    <a:pt x="2894" y="6161"/>
                  </a:lnTo>
                  <a:lnTo>
                    <a:pt x="2987" y="6067"/>
                  </a:lnTo>
                  <a:lnTo>
                    <a:pt x="3081" y="5974"/>
                  </a:lnTo>
                  <a:lnTo>
                    <a:pt x="3314" y="5881"/>
                  </a:lnTo>
                  <a:lnTo>
                    <a:pt x="3501" y="5787"/>
                  </a:lnTo>
                  <a:lnTo>
                    <a:pt x="3641" y="5647"/>
                  </a:lnTo>
                  <a:lnTo>
                    <a:pt x="3734" y="5507"/>
                  </a:lnTo>
                  <a:lnTo>
                    <a:pt x="3827" y="5321"/>
                  </a:lnTo>
                  <a:lnTo>
                    <a:pt x="3874" y="5134"/>
                  </a:lnTo>
                  <a:lnTo>
                    <a:pt x="3921" y="4667"/>
                  </a:lnTo>
                  <a:lnTo>
                    <a:pt x="3921" y="4341"/>
                  </a:lnTo>
                  <a:lnTo>
                    <a:pt x="3921" y="4201"/>
                  </a:lnTo>
                  <a:lnTo>
                    <a:pt x="3874" y="4014"/>
                  </a:lnTo>
                  <a:lnTo>
                    <a:pt x="3874" y="3874"/>
                  </a:lnTo>
                  <a:lnTo>
                    <a:pt x="3921" y="3734"/>
                  </a:lnTo>
                  <a:lnTo>
                    <a:pt x="4061" y="3547"/>
                  </a:lnTo>
                  <a:lnTo>
                    <a:pt x="4154" y="3361"/>
                  </a:lnTo>
                  <a:lnTo>
                    <a:pt x="4201" y="3174"/>
                  </a:lnTo>
                  <a:lnTo>
                    <a:pt x="4201" y="2941"/>
                  </a:lnTo>
                  <a:lnTo>
                    <a:pt x="4201" y="2614"/>
                  </a:lnTo>
                  <a:lnTo>
                    <a:pt x="4107" y="2334"/>
                  </a:lnTo>
                  <a:lnTo>
                    <a:pt x="4014" y="2054"/>
                  </a:lnTo>
                  <a:lnTo>
                    <a:pt x="3781" y="1867"/>
                  </a:lnTo>
                  <a:lnTo>
                    <a:pt x="3687" y="1774"/>
                  </a:lnTo>
                  <a:lnTo>
                    <a:pt x="3641" y="1634"/>
                  </a:lnTo>
                  <a:lnTo>
                    <a:pt x="3687" y="1401"/>
                  </a:lnTo>
                  <a:lnTo>
                    <a:pt x="3641" y="1074"/>
                  </a:lnTo>
                  <a:lnTo>
                    <a:pt x="3594" y="794"/>
                  </a:lnTo>
                  <a:lnTo>
                    <a:pt x="3454" y="561"/>
                  </a:lnTo>
                  <a:lnTo>
                    <a:pt x="3267" y="374"/>
                  </a:lnTo>
                  <a:lnTo>
                    <a:pt x="3081" y="187"/>
                  </a:lnTo>
                  <a:lnTo>
                    <a:pt x="2847" y="94"/>
                  </a:lnTo>
                  <a:lnTo>
                    <a:pt x="2567" y="47"/>
                  </a:lnTo>
                  <a:lnTo>
                    <a:pt x="224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7" name="Google Shape;10807;p79"/>
            <p:cNvSpPr/>
            <p:nvPr/>
          </p:nvSpPr>
          <p:spPr>
            <a:xfrm>
              <a:off x="5685200" y="2666025"/>
              <a:ext cx="80525" cy="192525"/>
            </a:xfrm>
            <a:custGeom>
              <a:rect b="b" l="l" r="r" t="t"/>
              <a:pathLst>
                <a:path extrusionOk="0" h="7701" w="3221">
                  <a:moveTo>
                    <a:pt x="1074" y="1"/>
                  </a:moveTo>
                  <a:lnTo>
                    <a:pt x="794" y="47"/>
                  </a:lnTo>
                  <a:lnTo>
                    <a:pt x="1074" y="141"/>
                  </a:lnTo>
                  <a:lnTo>
                    <a:pt x="1260" y="234"/>
                  </a:lnTo>
                  <a:lnTo>
                    <a:pt x="1494" y="421"/>
                  </a:lnTo>
                  <a:lnTo>
                    <a:pt x="1634" y="561"/>
                  </a:lnTo>
                  <a:lnTo>
                    <a:pt x="1774" y="794"/>
                  </a:lnTo>
                  <a:lnTo>
                    <a:pt x="1914" y="1027"/>
                  </a:lnTo>
                  <a:lnTo>
                    <a:pt x="1960" y="1261"/>
                  </a:lnTo>
                  <a:lnTo>
                    <a:pt x="2007" y="1541"/>
                  </a:lnTo>
                  <a:lnTo>
                    <a:pt x="1960" y="1821"/>
                  </a:lnTo>
                  <a:lnTo>
                    <a:pt x="1960" y="1867"/>
                  </a:lnTo>
                  <a:lnTo>
                    <a:pt x="2007" y="1914"/>
                  </a:lnTo>
                  <a:lnTo>
                    <a:pt x="2240" y="2147"/>
                  </a:lnTo>
                  <a:lnTo>
                    <a:pt x="2380" y="2427"/>
                  </a:lnTo>
                  <a:lnTo>
                    <a:pt x="2520" y="2707"/>
                  </a:lnTo>
                  <a:lnTo>
                    <a:pt x="2520" y="3081"/>
                  </a:lnTo>
                  <a:lnTo>
                    <a:pt x="2520" y="3314"/>
                  </a:lnTo>
                  <a:lnTo>
                    <a:pt x="2427" y="3594"/>
                  </a:lnTo>
                  <a:lnTo>
                    <a:pt x="2334" y="3827"/>
                  </a:lnTo>
                  <a:lnTo>
                    <a:pt x="2194" y="4014"/>
                  </a:lnTo>
                  <a:lnTo>
                    <a:pt x="2194" y="4061"/>
                  </a:lnTo>
                  <a:lnTo>
                    <a:pt x="2194" y="4107"/>
                  </a:lnTo>
                  <a:lnTo>
                    <a:pt x="2287" y="4434"/>
                  </a:lnTo>
                  <a:lnTo>
                    <a:pt x="2334" y="4807"/>
                  </a:lnTo>
                  <a:lnTo>
                    <a:pt x="2334" y="5041"/>
                  </a:lnTo>
                  <a:lnTo>
                    <a:pt x="2287" y="5274"/>
                  </a:lnTo>
                  <a:lnTo>
                    <a:pt x="2147" y="5507"/>
                  </a:lnTo>
                  <a:lnTo>
                    <a:pt x="2054" y="5741"/>
                  </a:lnTo>
                  <a:lnTo>
                    <a:pt x="1867" y="5881"/>
                  </a:lnTo>
                  <a:lnTo>
                    <a:pt x="1680" y="6067"/>
                  </a:lnTo>
                  <a:lnTo>
                    <a:pt x="1494" y="6161"/>
                  </a:lnTo>
                  <a:lnTo>
                    <a:pt x="1260" y="6254"/>
                  </a:lnTo>
                  <a:lnTo>
                    <a:pt x="1214" y="6301"/>
                  </a:lnTo>
                  <a:lnTo>
                    <a:pt x="1167" y="6347"/>
                  </a:lnTo>
                  <a:lnTo>
                    <a:pt x="1120" y="6581"/>
                  </a:lnTo>
                  <a:lnTo>
                    <a:pt x="1027" y="6814"/>
                  </a:lnTo>
                  <a:lnTo>
                    <a:pt x="934" y="7001"/>
                  </a:lnTo>
                  <a:lnTo>
                    <a:pt x="794" y="7187"/>
                  </a:lnTo>
                  <a:lnTo>
                    <a:pt x="607" y="7327"/>
                  </a:lnTo>
                  <a:lnTo>
                    <a:pt x="420" y="7467"/>
                  </a:lnTo>
                  <a:lnTo>
                    <a:pt x="234" y="7561"/>
                  </a:lnTo>
                  <a:lnTo>
                    <a:pt x="0" y="7654"/>
                  </a:lnTo>
                  <a:lnTo>
                    <a:pt x="327" y="7701"/>
                  </a:lnTo>
                  <a:lnTo>
                    <a:pt x="607" y="7654"/>
                  </a:lnTo>
                  <a:lnTo>
                    <a:pt x="887" y="7607"/>
                  </a:lnTo>
                  <a:lnTo>
                    <a:pt x="1120" y="7467"/>
                  </a:lnTo>
                  <a:lnTo>
                    <a:pt x="1354" y="7327"/>
                  </a:lnTo>
                  <a:lnTo>
                    <a:pt x="1540" y="7094"/>
                  </a:lnTo>
                  <a:lnTo>
                    <a:pt x="1680" y="6861"/>
                  </a:lnTo>
                  <a:lnTo>
                    <a:pt x="1774" y="6627"/>
                  </a:lnTo>
                  <a:lnTo>
                    <a:pt x="1867" y="6347"/>
                  </a:lnTo>
                  <a:lnTo>
                    <a:pt x="1867" y="6301"/>
                  </a:lnTo>
                  <a:lnTo>
                    <a:pt x="1914" y="6254"/>
                  </a:lnTo>
                  <a:lnTo>
                    <a:pt x="2147" y="6161"/>
                  </a:lnTo>
                  <a:lnTo>
                    <a:pt x="2380" y="6067"/>
                  </a:lnTo>
                  <a:lnTo>
                    <a:pt x="2567" y="5881"/>
                  </a:lnTo>
                  <a:lnTo>
                    <a:pt x="2707" y="5741"/>
                  </a:lnTo>
                  <a:lnTo>
                    <a:pt x="2847" y="5507"/>
                  </a:lnTo>
                  <a:lnTo>
                    <a:pt x="2940" y="5274"/>
                  </a:lnTo>
                  <a:lnTo>
                    <a:pt x="2987" y="5041"/>
                  </a:lnTo>
                  <a:lnTo>
                    <a:pt x="3034" y="4807"/>
                  </a:lnTo>
                  <a:lnTo>
                    <a:pt x="2987" y="4434"/>
                  </a:lnTo>
                  <a:lnTo>
                    <a:pt x="2847" y="4107"/>
                  </a:lnTo>
                  <a:lnTo>
                    <a:pt x="2847" y="4061"/>
                  </a:lnTo>
                  <a:lnTo>
                    <a:pt x="2894" y="4014"/>
                  </a:lnTo>
                  <a:lnTo>
                    <a:pt x="3034" y="3827"/>
                  </a:lnTo>
                  <a:lnTo>
                    <a:pt x="3127" y="3594"/>
                  </a:lnTo>
                  <a:lnTo>
                    <a:pt x="3174" y="3314"/>
                  </a:lnTo>
                  <a:lnTo>
                    <a:pt x="3220" y="3081"/>
                  </a:lnTo>
                  <a:lnTo>
                    <a:pt x="3174" y="2707"/>
                  </a:lnTo>
                  <a:lnTo>
                    <a:pt x="3080" y="2427"/>
                  </a:lnTo>
                  <a:lnTo>
                    <a:pt x="2894" y="2147"/>
                  </a:lnTo>
                  <a:lnTo>
                    <a:pt x="2660" y="1914"/>
                  </a:lnTo>
                  <a:lnTo>
                    <a:pt x="2660" y="1867"/>
                  </a:lnTo>
                  <a:lnTo>
                    <a:pt x="2660" y="1821"/>
                  </a:lnTo>
                  <a:lnTo>
                    <a:pt x="2660" y="1541"/>
                  </a:lnTo>
                  <a:lnTo>
                    <a:pt x="2614" y="1214"/>
                  </a:lnTo>
                  <a:lnTo>
                    <a:pt x="2520" y="934"/>
                  </a:lnTo>
                  <a:lnTo>
                    <a:pt x="2380" y="654"/>
                  </a:lnTo>
                  <a:lnTo>
                    <a:pt x="2194" y="421"/>
                  </a:lnTo>
                  <a:lnTo>
                    <a:pt x="1960" y="234"/>
                  </a:lnTo>
                  <a:lnTo>
                    <a:pt x="1680" y="141"/>
                  </a:lnTo>
                  <a:lnTo>
                    <a:pt x="1400" y="47"/>
                  </a:lnTo>
                  <a:lnTo>
                    <a:pt x="107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8" name="Google Shape;10808;p79"/>
            <p:cNvSpPr/>
            <p:nvPr/>
          </p:nvSpPr>
          <p:spPr>
            <a:xfrm>
              <a:off x="5505525" y="2579700"/>
              <a:ext cx="215875" cy="336025"/>
            </a:xfrm>
            <a:custGeom>
              <a:rect b="b" l="l" r="r" t="t"/>
              <a:pathLst>
                <a:path extrusionOk="0" h="13441" w="8635">
                  <a:moveTo>
                    <a:pt x="4434" y="0"/>
                  </a:moveTo>
                  <a:lnTo>
                    <a:pt x="4014" y="47"/>
                  </a:lnTo>
                  <a:lnTo>
                    <a:pt x="3547" y="93"/>
                  </a:lnTo>
                  <a:lnTo>
                    <a:pt x="3127" y="233"/>
                  </a:lnTo>
                  <a:lnTo>
                    <a:pt x="2707" y="373"/>
                  </a:lnTo>
                  <a:lnTo>
                    <a:pt x="2334" y="607"/>
                  </a:lnTo>
                  <a:lnTo>
                    <a:pt x="1960" y="840"/>
                  </a:lnTo>
                  <a:lnTo>
                    <a:pt x="1634" y="1073"/>
                  </a:lnTo>
                  <a:lnTo>
                    <a:pt x="1307" y="1400"/>
                  </a:lnTo>
                  <a:lnTo>
                    <a:pt x="1027" y="1727"/>
                  </a:lnTo>
                  <a:lnTo>
                    <a:pt x="747" y="2100"/>
                  </a:lnTo>
                  <a:lnTo>
                    <a:pt x="514" y="2474"/>
                  </a:lnTo>
                  <a:lnTo>
                    <a:pt x="327" y="2894"/>
                  </a:lnTo>
                  <a:lnTo>
                    <a:pt x="187" y="3314"/>
                  </a:lnTo>
                  <a:lnTo>
                    <a:pt x="94" y="3780"/>
                  </a:lnTo>
                  <a:lnTo>
                    <a:pt x="0" y="4247"/>
                  </a:lnTo>
                  <a:lnTo>
                    <a:pt x="0" y="4714"/>
                  </a:lnTo>
                  <a:lnTo>
                    <a:pt x="0" y="5134"/>
                  </a:lnTo>
                  <a:lnTo>
                    <a:pt x="47" y="5507"/>
                  </a:lnTo>
                  <a:lnTo>
                    <a:pt x="140" y="5880"/>
                  </a:lnTo>
                  <a:lnTo>
                    <a:pt x="234" y="6254"/>
                  </a:lnTo>
                  <a:lnTo>
                    <a:pt x="374" y="6627"/>
                  </a:lnTo>
                  <a:lnTo>
                    <a:pt x="560" y="7000"/>
                  </a:lnTo>
                  <a:lnTo>
                    <a:pt x="747" y="7327"/>
                  </a:lnTo>
                  <a:lnTo>
                    <a:pt x="980" y="7607"/>
                  </a:lnTo>
                  <a:lnTo>
                    <a:pt x="1027" y="7747"/>
                  </a:lnTo>
                  <a:lnTo>
                    <a:pt x="1074" y="7934"/>
                  </a:lnTo>
                  <a:lnTo>
                    <a:pt x="1074" y="8074"/>
                  </a:lnTo>
                  <a:lnTo>
                    <a:pt x="1074" y="8214"/>
                  </a:lnTo>
                  <a:lnTo>
                    <a:pt x="934" y="8540"/>
                  </a:lnTo>
                  <a:lnTo>
                    <a:pt x="887" y="8914"/>
                  </a:lnTo>
                  <a:lnTo>
                    <a:pt x="840" y="9240"/>
                  </a:lnTo>
                  <a:lnTo>
                    <a:pt x="794" y="9614"/>
                  </a:lnTo>
                  <a:lnTo>
                    <a:pt x="840" y="10034"/>
                  </a:lnTo>
                  <a:lnTo>
                    <a:pt x="887" y="10407"/>
                  </a:lnTo>
                  <a:lnTo>
                    <a:pt x="980" y="10780"/>
                  </a:lnTo>
                  <a:lnTo>
                    <a:pt x="1074" y="11107"/>
                  </a:lnTo>
                  <a:lnTo>
                    <a:pt x="1260" y="11434"/>
                  </a:lnTo>
                  <a:lnTo>
                    <a:pt x="1447" y="11761"/>
                  </a:lnTo>
                  <a:lnTo>
                    <a:pt x="1634" y="12041"/>
                  </a:lnTo>
                  <a:lnTo>
                    <a:pt x="1867" y="12321"/>
                  </a:lnTo>
                  <a:lnTo>
                    <a:pt x="2147" y="12601"/>
                  </a:lnTo>
                  <a:lnTo>
                    <a:pt x="2427" y="12787"/>
                  </a:lnTo>
                  <a:lnTo>
                    <a:pt x="2707" y="12974"/>
                  </a:lnTo>
                  <a:lnTo>
                    <a:pt x="3034" y="13161"/>
                  </a:lnTo>
                  <a:lnTo>
                    <a:pt x="3361" y="13301"/>
                  </a:lnTo>
                  <a:lnTo>
                    <a:pt x="3734" y="13394"/>
                  </a:lnTo>
                  <a:lnTo>
                    <a:pt x="4061" y="13441"/>
                  </a:lnTo>
                  <a:lnTo>
                    <a:pt x="4807" y="13441"/>
                  </a:lnTo>
                  <a:lnTo>
                    <a:pt x="5181" y="13347"/>
                  </a:lnTo>
                  <a:lnTo>
                    <a:pt x="5507" y="13207"/>
                  </a:lnTo>
                  <a:lnTo>
                    <a:pt x="5834" y="13067"/>
                  </a:lnTo>
                  <a:lnTo>
                    <a:pt x="6114" y="12834"/>
                  </a:lnTo>
                  <a:lnTo>
                    <a:pt x="6394" y="12601"/>
                  </a:lnTo>
                  <a:lnTo>
                    <a:pt x="6627" y="12321"/>
                  </a:lnTo>
                  <a:lnTo>
                    <a:pt x="6861" y="12041"/>
                  </a:lnTo>
                  <a:lnTo>
                    <a:pt x="7234" y="11387"/>
                  </a:lnTo>
                  <a:lnTo>
                    <a:pt x="7561" y="10734"/>
                  </a:lnTo>
                  <a:lnTo>
                    <a:pt x="7747" y="10127"/>
                  </a:lnTo>
                  <a:lnTo>
                    <a:pt x="7794" y="9567"/>
                  </a:lnTo>
                  <a:lnTo>
                    <a:pt x="7794" y="9194"/>
                  </a:lnTo>
                  <a:lnTo>
                    <a:pt x="7747" y="8774"/>
                  </a:lnTo>
                  <a:lnTo>
                    <a:pt x="7654" y="8400"/>
                  </a:lnTo>
                  <a:lnTo>
                    <a:pt x="7514" y="8027"/>
                  </a:lnTo>
                  <a:lnTo>
                    <a:pt x="7514" y="7887"/>
                  </a:lnTo>
                  <a:lnTo>
                    <a:pt x="7607" y="7700"/>
                  </a:lnTo>
                  <a:lnTo>
                    <a:pt x="7794" y="7420"/>
                  </a:lnTo>
                  <a:lnTo>
                    <a:pt x="8214" y="6814"/>
                  </a:lnTo>
                  <a:lnTo>
                    <a:pt x="8354" y="6487"/>
                  </a:lnTo>
                  <a:lnTo>
                    <a:pt x="8447" y="6160"/>
                  </a:lnTo>
                  <a:lnTo>
                    <a:pt x="8541" y="5834"/>
                  </a:lnTo>
                  <a:lnTo>
                    <a:pt x="8634" y="5507"/>
                  </a:lnTo>
                  <a:lnTo>
                    <a:pt x="8634" y="5134"/>
                  </a:lnTo>
                  <a:lnTo>
                    <a:pt x="8634" y="4714"/>
                  </a:lnTo>
                  <a:lnTo>
                    <a:pt x="8634" y="4387"/>
                  </a:lnTo>
                  <a:lnTo>
                    <a:pt x="8541" y="4014"/>
                  </a:lnTo>
                  <a:lnTo>
                    <a:pt x="8447" y="3640"/>
                  </a:lnTo>
                  <a:lnTo>
                    <a:pt x="8307" y="3267"/>
                  </a:lnTo>
                  <a:lnTo>
                    <a:pt x="8167" y="2894"/>
                  </a:lnTo>
                  <a:lnTo>
                    <a:pt x="7934" y="2474"/>
                  </a:lnTo>
                  <a:lnTo>
                    <a:pt x="7701" y="2100"/>
                  </a:lnTo>
                  <a:lnTo>
                    <a:pt x="7467" y="1727"/>
                  </a:lnTo>
                  <a:lnTo>
                    <a:pt x="7141" y="1400"/>
                  </a:lnTo>
                  <a:lnTo>
                    <a:pt x="6861" y="1073"/>
                  </a:lnTo>
                  <a:lnTo>
                    <a:pt x="6487" y="747"/>
                  </a:lnTo>
                  <a:lnTo>
                    <a:pt x="6114" y="513"/>
                  </a:lnTo>
                  <a:lnTo>
                    <a:pt x="5741" y="327"/>
                  </a:lnTo>
                  <a:lnTo>
                    <a:pt x="5321" y="140"/>
                  </a:lnTo>
                  <a:lnTo>
                    <a:pt x="4901" y="47"/>
                  </a:lnTo>
                  <a:lnTo>
                    <a:pt x="44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9" name="Google Shape;10809;p79"/>
            <p:cNvSpPr/>
            <p:nvPr/>
          </p:nvSpPr>
          <p:spPr>
            <a:xfrm>
              <a:off x="5608200" y="2579700"/>
              <a:ext cx="120200" cy="336025"/>
            </a:xfrm>
            <a:custGeom>
              <a:rect b="b" l="l" r="r" t="t"/>
              <a:pathLst>
                <a:path extrusionOk="0" h="13441" w="4808">
                  <a:moveTo>
                    <a:pt x="327" y="0"/>
                  </a:moveTo>
                  <a:lnTo>
                    <a:pt x="0" y="47"/>
                  </a:lnTo>
                  <a:lnTo>
                    <a:pt x="420" y="93"/>
                  </a:lnTo>
                  <a:lnTo>
                    <a:pt x="840" y="187"/>
                  </a:lnTo>
                  <a:lnTo>
                    <a:pt x="1214" y="327"/>
                  </a:lnTo>
                  <a:lnTo>
                    <a:pt x="1634" y="513"/>
                  </a:lnTo>
                  <a:lnTo>
                    <a:pt x="1960" y="700"/>
                  </a:lnTo>
                  <a:lnTo>
                    <a:pt x="2287" y="933"/>
                  </a:lnTo>
                  <a:lnTo>
                    <a:pt x="2614" y="1213"/>
                  </a:lnTo>
                  <a:lnTo>
                    <a:pt x="2894" y="1494"/>
                  </a:lnTo>
                  <a:lnTo>
                    <a:pt x="3174" y="1820"/>
                  </a:lnTo>
                  <a:lnTo>
                    <a:pt x="3407" y="2194"/>
                  </a:lnTo>
                  <a:lnTo>
                    <a:pt x="3640" y="2567"/>
                  </a:lnTo>
                  <a:lnTo>
                    <a:pt x="3780" y="2940"/>
                  </a:lnTo>
                  <a:lnTo>
                    <a:pt x="3920" y="3360"/>
                  </a:lnTo>
                  <a:lnTo>
                    <a:pt x="4014" y="3827"/>
                  </a:lnTo>
                  <a:lnTo>
                    <a:pt x="4107" y="4247"/>
                  </a:lnTo>
                  <a:lnTo>
                    <a:pt x="4107" y="4714"/>
                  </a:lnTo>
                  <a:lnTo>
                    <a:pt x="4107" y="5134"/>
                  </a:lnTo>
                  <a:lnTo>
                    <a:pt x="4060" y="5507"/>
                  </a:lnTo>
                  <a:lnTo>
                    <a:pt x="3967" y="5880"/>
                  </a:lnTo>
                  <a:lnTo>
                    <a:pt x="3874" y="6254"/>
                  </a:lnTo>
                  <a:lnTo>
                    <a:pt x="3734" y="6627"/>
                  </a:lnTo>
                  <a:lnTo>
                    <a:pt x="3547" y="7000"/>
                  </a:lnTo>
                  <a:lnTo>
                    <a:pt x="3360" y="7327"/>
                  </a:lnTo>
                  <a:lnTo>
                    <a:pt x="3127" y="7607"/>
                  </a:lnTo>
                  <a:lnTo>
                    <a:pt x="3080" y="7747"/>
                  </a:lnTo>
                  <a:lnTo>
                    <a:pt x="3034" y="7934"/>
                  </a:lnTo>
                  <a:lnTo>
                    <a:pt x="3034" y="8074"/>
                  </a:lnTo>
                  <a:lnTo>
                    <a:pt x="3034" y="8214"/>
                  </a:lnTo>
                  <a:lnTo>
                    <a:pt x="3174" y="8540"/>
                  </a:lnTo>
                  <a:lnTo>
                    <a:pt x="3220" y="8914"/>
                  </a:lnTo>
                  <a:lnTo>
                    <a:pt x="3267" y="9240"/>
                  </a:lnTo>
                  <a:lnTo>
                    <a:pt x="3314" y="9614"/>
                  </a:lnTo>
                  <a:lnTo>
                    <a:pt x="3267" y="9987"/>
                  </a:lnTo>
                  <a:lnTo>
                    <a:pt x="3220" y="10360"/>
                  </a:lnTo>
                  <a:lnTo>
                    <a:pt x="3174" y="10687"/>
                  </a:lnTo>
                  <a:lnTo>
                    <a:pt x="3034" y="11014"/>
                  </a:lnTo>
                  <a:lnTo>
                    <a:pt x="2894" y="11340"/>
                  </a:lnTo>
                  <a:lnTo>
                    <a:pt x="2754" y="11667"/>
                  </a:lnTo>
                  <a:lnTo>
                    <a:pt x="2567" y="11947"/>
                  </a:lnTo>
                  <a:lnTo>
                    <a:pt x="2334" y="12227"/>
                  </a:lnTo>
                  <a:lnTo>
                    <a:pt x="2100" y="12461"/>
                  </a:lnTo>
                  <a:lnTo>
                    <a:pt x="1867" y="12694"/>
                  </a:lnTo>
                  <a:lnTo>
                    <a:pt x="1587" y="12881"/>
                  </a:lnTo>
                  <a:lnTo>
                    <a:pt x="1307" y="13067"/>
                  </a:lnTo>
                  <a:lnTo>
                    <a:pt x="980" y="13207"/>
                  </a:lnTo>
                  <a:lnTo>
                    <a:pt x="654" y="13301"/>
                  </a:lnTo>
                  <a:lnTo>
                    <a:pt x="327" y="13394"/>
                  </a:lnTo>
                  <a:lnTo>
                    <a:pt x="0" y="13441"/>
                  </a:lnTo>
                  <a:lnTo>
                    <a:pt x="700" y="13441"/>
                  </a:lnTo>
                  <a:lnTo>
                    <a:pt x="1074" y="13394"/>
                  </a:lnTo>
                  <a:lnTo>
                    <a:pt x="1400" y="13301"/>
                  </a:lnTo>
                  <a:lnTo>
                    <a:pt x="1774" y="13161"/>
                  </a:lnTo>
                  <a:lnTo>
                    <a:pt x="2054" y="12974"/>
                  </a:lnTo>
                  <a:lnTo>
                    <a:pt x="2380" y="12787"/>
                  </a:lnTo>
                  <a:lnTo>
                    <a:pt x="2660" y="12601"/>
                  </a:lnTo>
                  <a:lnTo>
                    <a:pt x="2894" y="12321"/>
                  </a:lnTo>
                  <a:lnTo>
                    <a:pt x="3127" y="12041"/>
                  </a:lnTo>
                  <a:lnTo>
                    <a:pt x="3360" y="11761"/>
                  </a:lnTo>
                  <a:lnTo>
                    <a:pt x="3547" y="11434"/>
                  </a:lnTo>
                  <a:lnTo>
                    <a:pt x="3687" y="11107"/>
                  </a:lnTo>
                  <a:lnTo>
                    <a:pt x="3827" y="10780"/>
                  </a:lnTo>
                  <a:lnTo>
                    <a:pt x="3920" y="10407"/>
                  </a:lnTo>
                  <a:lnTo>
                    <a:pt x="3967" y="10034"/>
                  </a:lnTo>
                  <a:lnTo>
                    <a:pt x="3967" y="9614"/>
                  </a:lnTo>
                  <a:lnTo>
                    <a:pt x="3967" y="9240"/>
                  </a:lnTo>
                  <a:lnTo>
                    <a:pt x="3920" y="8914"/>
                  </a:lnTo>
                  <a:lnTo>
                    <a:pt x="3827" y="8540"/>
                  </a:lnTo>
                  <a:lnTo>
                    <a:pt x="3734" y="8214"/>
                  </a:lnTo>
                  <a:lnTo>
                    <a:pt x="3687" y="8074"/>
                  </a:lnTo>
                  <a:lnTo>
                    <a:pt x="3687" y="7934"/>
                  </a:lnTo>
                  <a:lnTo>
                    <a:pt x="3734" y="7747"/>
                  </a:lnTo>
                  <a:lnTo>
                    <a:pt x="3827" y="7607"/>
                  </a:lnTo>
                  <a:lnTo>
                    <a:pt x="4060" y="7327"/>
                  </a:lnTo>
                  <a:lnTo>
                    <a:pt x="4247" y="7000"/>
                  </a:lnTo>
                  <a:lnTo>
                    <a:pt x="4387" y="6627"/>
                  </a:lnTo>
                  <a:lnTo>
                    <a:pt x="4527" y="6254"/>
                  </a:lnTo>
                  <a:lnTo>
                    <a:pt x="4620" y="5880"/>
                  </a:lnTo>
                  <a:lnTo>
                    <a:pt x="4714" y="5507"/>
                  </a:lnTo>
                  <a:lnTo>
                    <a:pt x="4760" y="5134"/>
                  </a:lnTo>
                  <a:lnTo>
                    <a:pt x="4807" y="4714"/>
                  </a:lnTo>
                  <a:lnTo>
                    <a:pt x="4760" y="4247"/>
                  </a:lnTo>
                  <a:lnTo>
                    <a:pt x="4714" y="3780"/>
                  </a:lnTo>
                  <a:lnTo>
                    <a:pt x="4574" y="3314"/>
                  </a:lnTo>
                  <a:lnTo>
                    <a:pt x="4434" y="2894"/>
                  </a:lnTo>
                  <a:lnTo>
                    <a:pt x="4247" y="2474"/>
                  </a:lnTo>
                  <a:lnTo>
                    <a:pt x="4014" y="2100"/>
                  </a:lnTo>
                  <a:lnTo>
                    <a:pt x="3780" y="1727"/>
                  </a:lnTo>
                  <a:lnTo>
                    <a:pt x="3500" y="1400"/>
                  </a:lnTo>
                  <a:lnTo>
                    <a:pt x="3174" y="1073"/>
                  </a:lnTo>
                  <a:lnTo>
                    <a:pt x="2847" y="840"/>
                  </a:lnTo>
                  <a:lnTo>
                    <a:pt x="2474" y="607"/>
                  </a:lnTo>
                  <a:lnTo>
                    <a:pt x="2054" y="373"/>
                  </a:lnTo>
                  <a:lnTo>
                    <a:pt x="1680" y="233"/>
                  </a:lnTo>
                  <a:lnTo>
                    <a:pt x="1214" y="93"/>
                  </a:lnTo>
                  <a:lnTo>
                    <a:pt x="794" y="47"/>
                  </a:lnTo>
                  <a:lnTo>
                    <a:pt x="3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0" name="Google Shape;10810;p79"/>
            <p:cNvSpPr/>
            <p:nvPr/>
          </p:nvSpPr>
          <p:spPr>
            <a:xfrm>
              <a:off x="5532350" y="2607700"/>
              <a:ext cx="158700" cy="281200"/>
            </a:xfrm>
            <a:custGeom>
              <a:rect b="b" l="l" r="r" t="t"/>
              <a:pathLst>
                <a:path extrusionOk="0" h="11248" w="6348">
                  <a:moveTo>
                    <a:pt x="3034" y="0"/>
                  </a:moveTo>
                  <a:lnTo>
                    <a:pt x="2708" y="47"/>
                  </a:lnTo>
                  <a:lnTo>
                    <a:pt x="2381" y="140"/>
                  </a:lnTo>
                  <a:lnTo>
                    <a:pt x="2054" y="280"/>
                  </a:lnTo>
                  <a:lnTo>
                    <a:pt x="1774" y="420"/>
                  </a:lnTo>
                  <a:lnTo>
                    <a:pt x="1494" y="607"/>
                  </a:lnTo>
                  <a:lnTo>
                    <a:pt x="1214" y="794"/>
                  </a:lnTo>
                  <a:lnTo>
                    <a:pt x="981" y="1027"/>
                  </a:lnTo>
                  <a:lnTo>
                    <a:pt x="794" y="1307"/>
                  </a:lnTo>
                  <a:lnTo>
                    <a:pt x="607" y="1587"/>
                  </a:lnTo>
                  <a:lnTo>
                    <a:pt x="421" y="1867"/>
                  </a:lnTo>
                  <a:lnTo>
                    <a:pt x="281" y="2194"/>
                  </a:lnTo>
                  <a:lnTo>
                    <a:pt x="141" y="2520"/>
                  </a:lnTo>
                  <a:lnTo>
                    <a:pt x="94" y="2847"/>
                  </a:lnTo>
                  <a:lnTo>
                    <a:pt x="47" y="3220"/>
                  </a:lnTo>
                  <a:lnTo>
                    <a:pt x="1" y="3594"/>
                  </a:lnTo>
                  <a:lnTo>
                    <a:pt x="47" y="4200"/>
                  </a:lnTo>
                  <a:lnTo>
                    <a:pt x="187" y="4807"/>
                  </a:lnTo>
                  <a:lnTo>
                    <a:pt x="421" y="5320"/>
                  </a:lnTo>
                  <a:lnTo>
                    <a:pt x="747" y="5834"/>
                  </a:lnTo>
                  <a:lnTo>
                    <a:pt x="981" y="6207"/>
                  </a:lnTo>
                  <a:lnTo>
                    <a:pt x="1074" y="6627"/>
                  </a:lnTo>
                  <a:lnTo>
                    <a:pt x="1074" y="7047"/>
                  </a:lnTo>
                  <a:lnTo>
                    <a:pt x="981" y="7467"/>
                  </a:lnTo>
                  <a:lnTo>
                    <a:pt x="841" y="7980"/>
                  </a:lnTo>
                  <a:lnTo>
                    <a:pt x="794" y="8494"/>
                  </a:lnTo>
                  <a:lnTo>
                    <a:pt x="887" y="9054"/>
                  </a:lnTo>
                  <a:lnTo>
                    <a:pt x="1027" y="9567"/>
                  </a:lnTo>
                  <a:lnTo>
                    <a:pt x="1261" y="10034"/>
                  </a:lnTo>
                  <a:lnTo>
                    <a:pt x="1588" y="10454"/>
                  </a:lnTo>
                  <a:lnTo>
                    <a:pt x="1961" y="10781"/>
                  </a:lnTo>
                  <a:lnTo>
                    <a:pt x="2381" y="11061"/>
                  </a:lnTo>
                  <a:lnTo>
                    <a:pt x="2848" y="11201"/>
                  </a:lnTo>
                  <a:lnTo>
                    <a:pt x="3128" y="11247"/>
                  </a:lnTo>
                  <a:lnTo>
                    <a:pt x="3641" y="11247"/>
                  </a:lnTo>
                  <a:lnTo>
                    <a:pt x="3874" y="11201"/>
                  </a:lnTo>
                  <a:lnTo>
                    <a:pt x="4108" y="11107"/>
                  </a:lnTo>
                  <a:lnTo>
                    <a:pt x="4341" y="11014"/>
                  </a:lnTo>
                  <a:lnTo>
                    <a:pt x="4714" y="10734"/>
                  </a:lnTo>
                  <a:lnTo>
                    <a:pt x="5041" y="10407"/>
                  </a:lnTo>
                  <a:lnTo>
                    <a:pt x="5274" y="9987"/>
                  </a:lnTo>
                  <a:lnTo>
                    <a:pt x="5461" y="9474"/>
                  </a:lnTo>
                  <a:lnTo>
                    <a:pt x="5601" y="8960"/>
                  </a:lnTo>
                  <a:lnTo>
                    <a:pt x="5648" y="8400"/>
                  </a:lnTo>
                  <a:lnTo>
                    <a:pt x="5601" y="7934"/>
                  </a:lnTo>
                  <a:lnTo>
                    <a:pt x="5601" y="7700"/>
                  </a:lnTo>
                  <a:lnTo>
                    <a:pt x="5508" y="7467"/>
                  </a:lnTo>
                  <a:lnTo>
                    <a:pt x="5461" y="7280"/>
                  </a:lnTo>
                  <a:lnTo>
                    <a:pt x="5414" y="7047"/>
                  </a:lnTo>
                  <a:lnTo>
                    <a:pt x="5461" y="6627"/>
                  </a:lnTo>
                  <a:lnTo>
                    <a:pt x="5601" y="6160"/>
                  </a:lnTo>
                  <a:lnTo>
                    <a:pt x="5788" y="5787"/>
                  </a:lnTo>
                  <a:lnTo>
                    <a:pt x="5974" y="5554"/>
                  </a:lnTo>
                  <a:lnTo>
                    <a:pt x="6114" y="5274"/>
                  </a:lnTo>
                  <a:lnTo>
                    <a:pt x="6208" y="5040"/>
                  </a:lnTo>
                  <a:lnTo>
                    <a:pt x="6254" y="4760"/>
                  </a:lnTo>
                  <a:lnTo>
                    <a:pt x="6301" y="4200"/>
                  </a:lnTo>
                  <a:lnTo>
                    <a:pt x="6348" y="3594"/>
                  </a:lnTo>
                  <a:lnTo>
                    <a:pt x="6301" y="3080"/>
                  </a:lnTo>
                  <a:lnTo>
                    <a:pt x="6161" y="2520"/>
                  </a:lnTo>
                  <a:lnTo>
                    <a:pt x="5881" y="1914"/>
                  </a:lnTo>
                  <a:lnTo>
                    <a:pt x="5554" y="1354"/>
                  </a:lnTo>
                  <a:lnTo>
                    <a:pt x="5368" y="1074"/>
                  </a:lnTo>
                  <a:lnTo>
                    <a:pt x="5134" y="794"/>
                  </a:lnTo>
                  <a:lnTo>
                    <a:pt x="4901" y="607"/>
                  </a:lnTo>
                  <a:lnTo>
                    <a:pt x="4621" y="374"/>
                  </a:lnTo>
                  <a:lnTo>
                    <a:pt x="4341" y="234"/>
                  </a:lnTo>
                  <a:lnTo>
                    <a:pt x="4014" y="93"/>
                  </a:lnTo>
                  <a:lnTo>
                    <a:pt x="37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1" name="Google Shape;10811;p79"/>
            <p:cNvSpPr/>
            <p:nvPr/>
          </p:nvSpPr>
          <p:spPr>
            <a:xfrm>
              <a:off x="5608200" y="2607700"/>
              <a:ext cx="92200" cy="281200"/>
            </a:xfrm>
            <a:custGeom>
              <a:rect b="b" l="l" r="r" t="t"/>
              <a:pathLst>
                <a:path extrusionOk="0" h="11248" w="3688">
                  <a:moveTo>
                    <a:pt x="0" y="0"/>
                  </a:moveTo>
                  <a:lnTo>
                    <a:pt x="327" y="47"/>
                  </a:lnTo>
                  <a:lnTo>
                    <a:pt x="607" y="140"/>
                  </a:lnTo>
                  <a:lnTo>
                    <a:pt x="887" y="234"/>
                  </a:lnTo>
                  <a:lnTo>
                    <a:pt x="1167" y="374"/>
                  </a:lnTo>
                  <a:lnTo>
                    <a:pt x="1447" y="560"/>
                  </a:lnTo>
                  <a:lnTo>
                    <a:pt x="1680" y="747"/>
                  </a:lnTo>
                  <a:lnTo>
                    <a:pt x="1914" y="934"/>
                  </a:lnTo>
                  <a:lnTo>
                    <a:pt x="2147" y="1167"/>
                  </a:lnTo>
                  <a:lnTo>
                    <a:pt x="2520" y="1680"/>
                  </a:lnTo>
                  <a:lnTo>
                    <a:pt x="2660" y="1960"/>
                  </a:lnTo>
                  <a:lnTo>
                    <a:pt x="2800" y="2287"/>
                  </a:lnTo>
                  <a:lnTo>
                    <a:pt x="2894" y="2567"/>
                  </a:lnTo>
                  <a:lnTo>
                    <a:pt x="2987" y="2894"/>
                  </a:lnTo>
                  <a:lnTo>
                    <a:pt x="2987" y="3220"/>
                  </a:lnTo>
                  <a:lnTo>
                    <a:pt x="3034" y="3594"/>
                  </a:lnTo>
                  <a:lnTo>
                    <a:pt x="2987" y="4200"/>
                  </a:lnTo>
                  <a:lnTo>
                    <a:pt x="2847" y="4807"/>
                  </a:lnTo>
                  <a:lnTo>
                    <a:pt x="2614" y="5320"/>
                  </a:lnTo>
                  <a:lnTo>
                    <a:pt x="2287" y="5834"/>
                  </a:lnTo>
                  <a:lnTo>
                    <a:pt x="2054" y="6207"/>
                  </a:lnTo>
                  <a:lnTo>
                    <a:pt x="1960" y="6627"/>
                  </a:lnTo>
                  <a:lnTo>
                    <a:pt x="1960" y="7047"/>
                  </a:lnTo>
                  <a:lnTo>
                    <a:pt x="2054" y="7467"/>
                  </a:lnTo>
                  <a:lnTo>
                    <a:pt x="2194" y="7980"/>
                  </a:lnTo>
                  <a:lnTo>
                    <a:pt x="2240" y="8494"/>
                  </a:lnTo>
                  <a:lnTo>
                    <a:pt x="2194" y="9007"/>
                  </a:lnTo>
                  <a:lnTo>
                    <a:pt x="2054" y="9474"/>
                  </a:lnTo>
                  <a:lnTo>
                    <a:pt x="1867" y="9940"/>
                  </a:lnTo>
                  <a:lnTo>
                    <a:pt x="1587" y="10314"/>
                  </a:lnTo>
                  <a:lnTo>
                    <a:pt x="1260" y="10641"/>
                  </a:lnTo>
                  <a:lnTo>
                    <a:pt x="887" y="10921"/>
                  </a:lnTo>
                  <a:lnTo>
                    <a:pt x="467" y="11107"/>
                  </a:lnTo>
                  <a:lnTo>
                    <a:pt x="0" y="11247"/>
                  </a:lnTo>
                  <a:lnTo>
                    <a:pt x="607" y="11247"/>
                  </a:lnTo>
                  <a:lnTo>
                    <a:pt x="840" y="11201"/>
                  </a:lnTo>
                  <a:lnTo>
                    <a:pt x="1354" y="11061"/>
                  </a:lnTo>
                  <a:lnTo>
                    <a:pt x="1774" y="10781"/>
                  </a:lnTo>
                  <a:lnTo>
                    <a:pt x="2147" y="10454"/>
                  </a:lnTo>
                  <a:lnTo>
                    <a:pt x="2474" y="10034"/>
                  </a:lnTo>
                  <a:lnTo>
                    <a:pt x="2707" y="9567"/>
                  </a:lnTo>
                  <a:lnTo>
                    <a:pt x="2847" y="9054"/>
                  </a:lnTo>
                  <a:lnTo>
                    <a:pt x="2894" y="8494"/>
                  </a:lnTo>
                  <a:lnTo>
                    <a:pt x="2847" y="7980"/>
                  </a:lnTo>
                  <a:lnTo>
                    <a:pt x="2707" y="7467"/>
                  </a:lnTo>
                  <a:lnTo>
                    <a:pt x="2614" y="7047"/>
                  </a:lnTo>
                  <a:lnTo>
                    <a:pt x="2614" y="6627"/>
                  </a:lnTo>
                  <a:lnTo>
                    <a:pt x="2754" y="6207"/>
                  </a:lnTo>
                  <a:lnTo>
                    <a:pt x="2940" y="5834"/>
                  </a:lnTo>
                  <a:lnTo>
                    <a:pt x="3267" y="5320"/>
                  </a:lnTo>
                  <a:lnTo>
                    <a:pt x="3500" y="4807"/>
                  </a:lnTo>
                  <a:lnTo>
                    <a:pt x="3640" y="4200"/>
                  </a:lnTo>
                  <a:lnTo>
                    <a:pt x="3687" y="3594"/>
                  </a:lnTo>
                  <a:lnTo>
                    <a:pt x="3687" y="3220"/>
                  </a:lnTo>
                  <a:lnTo>
                    <a:pt x="3640" y="2847"/>
                  </a:lnTo>
                  <a:lnTo>
                    <a:pt x="3547" y="2520"/>
                  </a:lnTo>
                  <a:lnTo>
                    <a:pt x="3454" y="2194"/>
                  </a:lnTo>
                  <a:lnTo>
                    <a:pt x="3314" y="1867"/>
                  </a:lnTo>
                  <a:lnTo>
                    <a:pt x="3127" y="1587"/>
                  </a:lnTo>
                  <a:lnTo>
                    <a:pt x="2940" y="1307"/>
                  </a:lnTo>
                  <a:lnTo>
                    <a:pt x="2707" y="1027"/>
                  </a:lnTo>
                  <a:lnTo>
                    <a:pt x="2474" y="794"/>
                  </a:lnTo>
                  <a:lnTo>
                    <a:pt x="2240" y="607"/>
                  </a:lnTo>
                  <a:lnTo>
                    <a:pt x="1960" y="420"/>
                  </a:lnTo>
                  <a:lnTo>
                    <a:pt x="1634" y="280"/>
                  </a:lnTo>
                  <a:lnTo>
                    <a:pt x="1354" y="140"/>
                  </a:lnTo>
                  <a:lnTo>
                    <a:pt x="1027" y="47"/>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2" name="Google Shape;10812;p79"/>
            <p:cNvSpPr/>
            <p:nvPr/>
          </p:nvSpPr>
          <p:spPr>
            <a:xfrm>
              <a:off x="5590700" y="2650850"/>
              <a:ext cx="50175" cy="53700"/>
            </a:xfrm>
            <a:custGeom>
              <a:rect b="b" l="l" r="r" t="t"/>
              <a:pathLst>
                <a:path extrusionOk="0" h="2148" w="2007">
                  <a:moveTo>
                    <a:pt x="1027" y="1"/>
                  </a:moveTo>
                  <a:lnTo>
                    <a:pt x="840" y="48"/>
                  </a:lnTo>
                  <a:lnTo>
                    <a:pt x="607" y="94"/>
                  </a:lnTo>
                  <a:lnTo>
                    <a:pt x="467" y="188"/>
                  </a:lnTo>
                  <a:lnTo>
                    <a:pt x="280" y="328"/>
                  </a:lnTo>
                  <a:lnTo>
                    <a:pt x="140" y="468"/>
                  </a:lnTo>
                  <a:lnTo>
                    <a:pt x="47" y="654"/>
                  </a:lnTo>
                  <a:lnTo>
                    <a:pt x="0" y="841"/>
                  </a:lnTo>
                  <a:lnTo>
                    <a:pt x="0" y="1074"/>
                  </a:lnTo>
                  <a:lnTo>
                    <a:pt x="0" y="1308"/>
                  </a:lnTo>
                  <a:lnTo>
                    <a:pt x="47" y="1494"/>
                  </a:lnTo>
                  <a:lnTo>
                    <a:pt x="140" y="1681"/>
                  </a:lnTo>
                  <a:lnTo>
                    <a:pt x="280" y="1821"/>
                  </a:lnTo>
                  <a:lnTo>
                    <a:pt x="467" y="1961"/>
                  </a:lnTo>
                  <a:lnTo>
                    <a:pt x="607" y="2054"/>
                  </a:lnTo>
                  <a:lnTo>
                    <a:pt x="840" y="2101"/>
                  </a:lnTo>
                  <a:lnTo>
                    <a:pt x="1027" y="2148"/>
                  </a:lnTo>
                  <a:lnTo>
                    <a:pt x="1260" y="2101"/>
                  </a:lnTo>
                  <a:lnTo>
                    <a:pt x="1447" y="2008"/>
                  </a:lnTo>
                  <a:lnTo>
                    <a:pt x="1587" y="1868"/>
                  </a:lnTo>
                  <a:lnTo>
                    <a:pt x="1727" y="1728"/>
                  </a:lnTo>
                  <a:lnTo>
                    <a:pt x="1914" y="1354"/>
                  </a:lnTo>
                  <a:lnTo>
                    <a:pt x="2007" y="1074"/>
                  </a:lnTo>
                  <a:lnTo>
                    <a:pt x="1914" y="794"/>
                  </a:lnTo>
                  <a:lnTo>
                    <a:pt x="1727" y="421"/>
                  </a:lnTo>
                  <a:lnTo>
                    <a:pt x="1587" y="281"/>
                  </a:lnTo>
                  <a:lnTo>
                    <a:pt x="1447" y="141"/>
                  </a:lnTo>
                  <a:lnTo>
                    <a:pt x="1260" y="48"/>
                  </a:lnTo>
                  <a:lnTo>
                    <a:pt x="1027" y="1"/>
                  </a:lnTo>
                  <a:close/>
                </a:path>
              </a:pathLst>
            </a:custGeom>
            <a:solidFill>
              <a:srgbClr val="EEF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3" name="Google Shape;10813;p79"/>
            <p:cNvSpPr/>
            <p:nvPr/>
          </p:nvSpPr>
          <p:spPr>
            <a:xfrm>
              <a:off x="5549850" y="2695200"/>
              <a:ext cx="92200" cy="198350"/>
            </a:xfrm>
            <a:custGeom>
              <a:rect b="b" l="l" r="r" t="t"/>
              <a:pathLst>
                <a:path extrusionOk="0" h="7934" w="3688">
                  <a:moveTo>
                    <a:pt x="2521" y="0"/>
                  </a:moveTo>
                  <a:lnTo>
                    <a:pt x="2428" y="47"/>
                  </a:lnTo>
                  <a:lnTo>
                    <a:pt x="2381" y="94"/>
                  </a:lnTo>
                  <a:lnTo>
                    <a:pt x="2334" y="140"/>
                  </a:lnTo>
                  <a:lnTo>
                    <a:pt x="2241" y="514"/>
                  </a:lnTo>
                  <a:lnTo>
                    <a:pt x="2054" y="887"/>
                  </a:lnTo>
                  <a:lnTo>
                    <a:pt x="1821" y="1307"/>
                  </a:lnTo>
                  <a:lnTo>
                    <a:pt x="1541" y="1774"/>
                  </a:lnTo>
                  <a:lnTo>
                    <a:pt x="1261" y="2240"/>
                  </a:lnTo>
                  <a:lnTo>
                    <a:pt x="888" y="2660"/>
                  </a:lnTo>
                  <a:lnTo>
                    <a:pt x="514" y="3127"/>
                  </a:lnTo>
                  <a:lnTo>
                    <a:pt x="47" y="3500"/>
                  </a:lnTo>
                  <a:lnTo>
                    <a:pt x="1" y="3547"/>
                  </a:lnTo>
                  <a:lnTo>
                    <a:pt x="1" y="3640"/>
                  </a:lnTo>
                  <a:lnTo>
                    <a:pt x="1" y="3687"/>
                  </a:lnTo>
                  <a:lnTo>
                    <a:pt x="47" y="3780"/>
                  </a:lnTo>
                  <a:lnTo>
                    <a:pt x="94" y="3827"/>
                  </a:lnTo>
                  <a:lnTo>
                    <a:pt x="187" y="3827"/>
                  </a:lnTo>
                  <a:lnTo>
                    <a:pt x="327" y="3780"/>
                  </a:lnTo>
                  <a:lnTo>
                    <a:pt x="747" y="3407"/>
                  </a:lnTo>
                  <a:lnTo>
                    <a:pt x="1121" y="3034"/>
                  </a:lnTo>
                  <a:lnTo>
                    <a:pt x="1494" y="2567"/>
                  </a:lnTo>
                  <a:lnTo>
                    <a:pt x="1821" y="2147"/>
                  </a:lnTo>
                  <a:lnTo>
                    <a:pt x="2054" y="2660"/>
                  </a:lnTo>
                  <a:lnTo>
                    <a:pt x="2381" y="3314"/>
                  </a:lnTo>
                  <a:lnTo>
                    <a:pt x="2661" y="4014"/>
                  </a:lnTo>
                  <a:lnTo>
                    <a:pt x="2894" y="4760"/>
                  </a:lnTo>
                  <a:lnTo>
                    <a:pt x="3081" y="5507"/>
                  </a:lnTo>
                  <a:lnTo>
                    <a:pt x="3268" y="6300"/>
                  </a:lnTo>
                  <a:lnTo>
                    <a:pt x="3314" y="7047"/>
                  </a:lnTo>
                  <a:lnTo>
                    <a:pt x="3314" y="7374"/>
                  </a:lnTo>
                  <a:lnTo>
                    <a:pt x="3268" y="7747"/>
                  </a:lnTo>
                  <a:lnTo>
                    <a:pt x="3268" y="7794"/>
                  </a:lnTo>
                  <a:lnTo>
                    <a:pt x="3314" y="7887"/>
                  </a:lnTo>
                  <a:lnTo>
                    <a:pt x="3361" y="7934"/>
                  </a:lnTo>
                  <a:lnTo>
                    <a:pt x="3454" y="7934"/>
                  </a:lnTo>
                  <a:lnTo>
                    <a:pt x="3594" y="7887"/>
                  </a:lnTo>
                  <a:lnTo>
                    <a:pt x="3688" y="7794"/>
                  </a:lnTo>
                  <a:lnTo>
                    <a:pt x="3688" y="7327"/>
                  </a:lnTo>
                  <a:lnTo>
                    <a:pt x="3688" y="6860"/>
                  </a:lnTo>
                  <a:lnTo>
                    <a:pt x="3641" y="6347"/>
                  </a:lnTo>
                  <a:lnTo>
                    <a:pt x="3594" y="5880"/>
                  </a:lnTo>
                  <a:lnTo>
                    <a:pt x="3361" y="4947"/>
                  </a:lnTo>
                  <a:lnTo>
                    <a:pt x="3081" y="4014"/>
                  </a:lnTo>
                  <a:lnTo>
                    <a:pt x="2754" y="3220"/>
                  </a:lnTo>
                  <a:lnTo>
                    <a:pt x="2428" y="2567"/>
                  </a:lnTo>
                  <a:lnTo>
                    <a:pt x="2054" y="1727"/>
                  </a:lnTo>
                  <a:lnTo>
                    <a:pt x="2474" y="934"/>
                  </a:lnTo>
                  <a:lnTo>
                    <a:pt x="2708" y="280"/>
                  </a:lnTo>
                  <a:lnTo>
                    <a:pt x="2754" y="187"/>
                  </a:lnTo>
                  <a:lnTo>
                    <a:pt x="2708" y="140"/>
                  </a:lnTo>
                  <a:lnTo>
                    <a:pt x="2661" y="47"/>
                  </a:lnTo>
                  <a:lnTo>
                    <a:pt x="2614" y="47"/>
                  </a:lnTo>
                  <a:lnTo>
                    <a:pt x="25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4" name="Google Shape;10814;p79"/>
            <p:cNvSpPr/>
            <p:nvPr/>
          </p:nvSpPr>
          <p:spPr>
            <a:xfrm>
              <a:off x="5608200" y="2650850"/>
              <a:ext cx="35025" cy="53700"/>
            </a:xfrm>
            <a:custGeom>
              <a:rect b="b" l="l" r="r" t="t"/>
              <a:pathLst>
                <a:path extrusionOk="0" h="2148" w="1401">
                  <a:moveTo>
                    <a:pt x="327" y="1"/>
                  </a:moveTo>
                  <a:lnTo>
                    <a:pt x="187" y="48"/>
                  </a:lnTo>
                  <a:lnTo>
                    <a:pt x="0" y="94"/>
                  </a:lnTo>
                  <a:lnTo>
                    <a:pt x="280" y="234"/>
                  </a:lnTo>
                  <a:lnTo>
                    <a:pt x="514" y="468"/>
                  </a:lnTo>
                  <a:lnTo>
                    <a:pt x="654" y="748"/>
                  </a:lnTo>
                  <a:lnTo>
                    <a:pt x="700" y="1074"/>
                  </a:lnTo>
                  <a:lnTo>
                    <a:pt x="654" y="1401"/>
                  </a:lnTo>
                  <a:lnTo>
                    <a:pt x="514" y="1681"/>
                  </a:lnTo>
                  <a:lnTo>
                    <a:pt x="280" y="1914"/>
                  </a:lnTo>
                  <a:lnTo>
                    <a:pt x="0" y="2101"/>
                  </a:lnTo>
                  <a:lnTo>
                    <a:pt x="187" y="2101"/>
                  </a:lnTo>
                  <a:lnTo>
                    <a:pt x="327" y="2148"/>
                  </a:lnTo>
                  <a:lnTo>
                    <a:pt x="560" y="2101"/>
                  </a:lnTo>
                  <a:lnTo>
                    <a:pt x="747" y="2054"/>
                  </a:lnTo>
                  <a:lnTo>
                    <a:pt x="934" y="1961"/>
                  </a:lnTo>
                  <a:lnTo>
                    <a:pt x="1074" y="1821"/>
                  </a:lnTo>
                  <a:lnTo>
                    <a:pt x="1214" y="1681"/>
                  </a:lnTo>
                  <a:lnTo>
                    <a:pt x="1307" y="1494"/>
                  </a:lnTo>
                  <a:lnTo>
                    <a:pt x="1400" y="1308"/>
                  </a:lnTo>
                  <a:lnTo>
                    <a:pt x="1400" y="1074"/>
                  </a:lnTo>
                  <a:lnTo>
                    <a:pt x="1400" y="841"/>
                  </a:lnTo>
                  <a:lnTo>
                    <a:pt x="1307" y="654"/>
                  </a:lnTo>
                  <a:lnTo>
                    <a:pt x="1214" y="468"/>
                  </a:lnTo>
                  <a:lnTo>
                    <a:pt x="1074" y="328"/>
                  </a:lnTo>
                  <a:lnTo>
                    <a:pt x="934" y="188"/>
                  </a:lnTo>
                  <a:lnTo>
                    <a:pt x="747" y="94"/>
                  </a:lnTo>
                  <a:lnTo>
                    <a:pt x="560"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15" name="Google Shape;10815;p79"/>
          <p:cNvGrpSpPr/>
          <p:nvPr/>
        </p:nvGrpSpPr>
        <p:grpSpPr>
          <a:xfrm>
            <a:off x="6315625" y="2579700"/>
            <a:ext cx="289375" cy="336025"/>
            <a:chOff x="6246375" y="2579700"/>
            <a:chExt cx="289375" cy="336025"/>
          </a:xfrm>
        </p:grpSpPr>
        <p:sp>
          <p:nvSpPr>
            <p:cNvPr id="10816" name="Google Shape;10816;p79"/>
            <p:cNvSpPr/>
            <p:nvPr/>
          </p:nvSpPr>
          <p:spPr>
            <a:xfrm>
              <a:off x="6246375" y="2600700"/>
              <a:ext cx="185550" cy="315025"/>
            </a:xfrm>
            <a:custGeom>
              <a:rect b="b" l="l" r="r" t="t"/>
              <a:pathLst>
                <a:path extrusionOk="0" h="12601" w="7422">
                  <a:moveTo>
                    <a:pt x="2754" y="0"/>
                  </a:moveTo>
                  <a:lnTo>
                    <a:pt x="2754" y="2660"/>
                  </a:lnTo>
                  <a:lnTo>
                    <a:pt x="2708" y="2754"/>
                  </a:lnTo>
                  <a:lnTo>
                    <a:pt x="2194" y="2754"/>
                  </a:lnTo>
                  <a:lnTo>
                    <a:pt x="1774" y="2800"/>
                  </a:lnTo>
                  <a:lnTo>
                    <a:pt x="1354" y="2940"/>
                  </a:lnTo>
                  <a:lnTo>
                    <a:pt x="981" y="3127"/>
                  </a:lnTo>
                  <a:lnTo>
                    <a:pt x="654" y="3407"/>
                  </a:lnTo>
                  <a:lnTo>
                    <a:pt x="374" y="3734"/>
                  </a:lnTo>
                  <a:lnTo>
                    <a:pt x="187" y="4107"/>
                  </a:lnTo>
                  <a:lnTo>
                    <a:pt x="47" y="4527"/>
                  </a:lnTo>
                  <a:lnTo>
                    <a:pt x="1" y="4947"/>
                  </a:lnTo>
                  <a:lnTo>
                    <a:pt x="1" y="6394"/>
                  </a:lnTo>
                  <a:lnTo>
                    <a:pt x="561" y="7700"/>
                  </a:lnTo>
                  <a:lnTo>
                    <a:pt x="1" y="8960"/>
                  </a:lnTo>
                  <a:lnTo>
                    <a:pt x="1" y="12134"/>
                  </a:lnTo>
                  <a:lnTo>
                    <a:pt x="47" y="12321"/>
                  </a:lnTo>
                  <a:lnTo>
                    <a:pt x="187" y="12461"/>
                  </a:lnTo>
                  <a:lnTo>
                    <a:pt x="327" y="12601"/>
                  </a:lnTo>
                  <a:lnTo>
                    <a:pt x="7234" y="12601"/>
                  </a:lnTo>
                  <a:lnTo>
                    <a:pt x="7281" y="12554"/>
                  </a:lnTo>
                  <a:lnTo>
                    <a:pt x="7281" y="12274"/>
                  </a:lnTo>
                  <a:lnTo>
                    <a:pt x="7374" y="11434"/>
                  </a:lnTo>
                  <a:lnTo>
                    <a:pt x="7421" y="8774"/>
                  </a:lnTo>
                  <a:lnTo>
                    <a:pt x="7421" y="4947"/>
                  </a:lnTo>
                  <a:lnTo>
                    <a:pt x="7374" y="4527"/>
                  </a:lnTo>
                  <a:lnTo>
                    <a:pt x="7281" y="4107"/>
                  </a:lnTo>
                  <a:lnTo>
                    <a:pt x="7141" y="3734"/>
                  </a:lnTo>
                  <a:lnTo>
                    <a:pt x="6908" y="3407"/>
                  </a:lnTo>
                  <a:lnTo>
                    <a:pt x="6674" y="3127"/>
                  </a:lnTo>
                  <a:lnTo>
                    <a:pt x="6348" y="2940"/>
                  </a:lnTo>
                  <a:lnTo>
                    <a:pt x="5974" y="2800"/>
                  </a:lnTo>
                  <a:lnTo>
                    <a:pt x="5508" y="2754"/>
                  </a:lnTo>
                  <a:lnTo>
                    <a:pt x="5088" y="2754"/>
                  </a:lnTo>
                  <a:lnTo>
                    <a:pt x="4854" y="2660"/>
                  </a:lnTo>
                  <a:lnTo>
                    <a:pt x="4761" y="2567"/>
                  </a:lnTo>
                  <a:lnTo>
                    <a:pt x="4714" y="2520"/>
                  </a:lnTo>
                  <a:lnTo>
                    <a:pt x="499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7" name="Google Shape;10817;p79"/>
            <p:cNvSpPr/>
            <p:nvPr/>
          </p:nvSpPr>
          <p:spPr>
            <a:xfrm>
              <a:off x="6353725" y="2600700"/>
              <a:ext cx="85200" cy="315025"/>
            </a:xfrm>
            <a:custGeom>
              <a:rect b="b" l="l" r="r" t="t"/>
              <a:pathLst>
                <a:path extrusionOk="0" h="12601" w="3408">
                  <a:moveTo>
                    <a:pt x="0" y="0"/>
                  </a:moveTo>
                  <a:lnTo>
                    <a:pt x="0" y="2660"/>
                  </a:lnTo>
                  <a:lnTo>
                    <a:pt x="47" y="2754"/>
                  </a:lnTo>
                  <a:lnTo>
                    <a:pt x="560" y="2754"/>
                  </a:lnTo>
                  <a:lnTo>
                    <a:pt x="980" y="2800"/>
                  </a:lnTo>
                  <a:lnTo>
                    <a:pt x="1400" y="2940"/>
                  </a:lnTo>
                  <a:lnTo>
                    <a:pt x="1774" y="3127"/>
                  </a:lnTo>
                  <a:lnTo>
                    <a:pt x="2100" y="3407"/>
                  </a:lnTo>
                  <a:lnTo>
                    <a:pt x="2380" y="3734"/>
                  </a:lnTo>
                  <a:lnTo>
                    <a:pt x="2567" y="4107"/>
                  </a:lnTo>
                  <a:lnTo>
                    <a:pt x="2707" y="4527"/>
                  </a:lnTo>
                  <a:lnTo>
                    <a:pt x="2754" y="4947"/>
                  </a:lnTo>
                  <a:lnTo>
                    <a:pt x="2754" y="6394"/>
                  </a:lnTo>
                  <a:lnTo>
                    <a:pt x="3080" y="7747"/>
                  </a:lnTo>
                  <a:lnTo>
                    <a:pt x="2754" y="8960"/>
                  </a:lnTo>
                  <a:lnTo>
                    <a:pt x="2754" y="12134"/>
                  </a:lnTo>
                  <a:lnTo>
                    <a:pt x="2707" y="12321"/>
                  </a:lnTo>
                  <a:lnTo>
                    <a:pt x="2567" y="12461"/>
                  </a:lnTo>
                  <a:lnTo>
                    <a:pt x="2427" y="12601"/>
                  </a:lnTo>
                  <a:lnTo>
                    <a:pt x="3127" y="12601"/>
                  </a:lnTo>
                  <a:lnTo>
                    <a:pt x="3267" y="12461"/>
                  </a:lnTo>
                  <a:lnTo>
                    <a:pt x="3360" y="12321"/>
                  </a:lnTo>
                  <a:lnTo>
                    <a:pt x="3407" y="12134"/>
                  </a:lnTo>
                  <a:lnTo>
                    <a:pt x="3407" y="8960"/>
                  </a:lnTo>
                  <a:lnTo>
                    <a:pt x="3220" y="7980"/>
                  </a:lnTo>
                  <a:lnTo>
                    <a:pt x="3407" y="6394"/>
                  </a:lnTo>
                  <a:lnTo>
                    <a:pt x="3407" y="4947"/>
                  </a:lnTo>
                  <a:lnTo>
                    <a:pt x="3360" y="4527"/>
                  </a:lnTo>
                  <a:lnTo>
                    <a:pt x="3220" y="4107"/>
                  </a:lnTo>
                  <a:lnTo>
                    <a:pt x="3034" y="3734"/>
                  </a:lnTo>
                  <a:lnTo>
                    <a:pt x="2754" y="3407"/>
                  </a:lnTo>
                  <a:lnTo>
                    <a:pt x="2474" y="3127"/>
                  </a:lnTo>
                  <a:lnTo>
                    <a:pt x="2100" y="2940"/>
                  </a:lnTo>
                  <a:lnTo>
                    <a:pt x="1680" y="2800"/>
                  </a:lnTo>
                  <a:lnTo>
                    <a:pt x="1214" y="2754"/>
                  </a:lnTo>
                  <a:lnTo>
                    <a:pt x="700" y="2754"/>
                  </a:lnTo>
                  <a:lnTo>
                    <a:pt x="700" y="2660"/>
                  </a:lnTo>
                  <a:lnTo>
                    <a:pt x="70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8" name="Google Shape;10818;p79"/>
            <p:cNvSpPr/>
            <p:nvPr/>
          </p:nvSpPr>
          <p:spPr>
            <a:xfrm>
              <a:off x="6295375" y="2579700"/>
              <a:ext cx="81700" cy="42025"/>
            </a:xfrm>
            <a:custGeom>
              <a:rect b="b" l="l" r="r" t="t"/>
              <a:pathLst>
                <a:path extrusionOk="0" h="1681" w="3268">
                  <a:moveTo>
                    <a:pt x="328" y="0"/>
                  </a:moveTo>
                  <a:lnTo>
                    <a:pt x="188" y="47"/>
                  </a:lnTo>
                  <a:lnTo>
                    <a:pt x="94" y="93"/>
                  </a:lnTo>
                  <a:lnTo>
                    <a:pt x="48" y="233"/>
                  </a:lnTo>
                  <a:lnTo>
                    <a:pt x="1" y="327"/>
                  </a:lnTo>
                  <a:lnTo>
                    <a:pt x="1" y="1354"/>
                  </a:lnTo>
                  <a:lnTo>
                    <a:pt x="48" y="1494"/>
                  </a:lnTo>
                  <a:lnTo>
                    <a:pt x="94" y="1587"/>
                  </a:lnTo>
                  <a:lnTo>
                    <a:pt x="188" y="1680"/>
                  </a:lnTo>
                  <a:lnTo>
                    <a:pt x="3268" y="1680"/>
                  </a:lnTo>
                  <a:lnTo>
                    <a:pt x="322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9" name="Google Shape;10819;p79"/>
            <p:cNvSpPr/>
            <p:nvPr/>
          </p:nvSpPr>
          <p:spPr>
            <a:xfrm>
              <a:off x="6246375" y="2760525"/>
              <a:ext cx="192550" cy="64200"/>
            </a:xfrm>
            <a:custGeom>
              <a:rect b="b" l="l" r="r" t="t"/>
              <a:pathLst>
                <a:path extrusionOk="0" h="2568" w="7702">
                  <a:moveTo>
                    <a:pt x="1" y="1"/>
                  </a:moveTo>
                  <a:lnTo>
                    <a:pt x="1" y="2567"/>
                  </a:lnTo>
                  <a:lnTo>
                    <a:pt x="7701" y="2567"/>
                  </a:lnTo>
                  <a:lnTo>
                    <a:pt x="7514" y="1401"/>
                  </a:lnTo>
                  <a:lnTo>
                    <a:pt x="770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0" name="Google Shape;10820;p79"/>
            <p:cNvSpPr/>
            <p:nvPr/>
          </p:nvSpPr>
          <p:spPr>
            <a:xfrm>
              <a:off x="6422550" y="2760525"/>
              <a:ext cx="16375" cy="64200"/>
            </a:xfrm>
            <a:custGeom>
              <a:rect b="b" l="l" r="r" t="t"/>
              <a:pathLst>
                <a:path extrusionOk="0" h="2568" w="655">
                  <a:moveTo>
                    <a:pt x="1" y="1"/>
                  </a:moveTo>
                  <a:lnTo>
                    <a:pt x="1" y="2567"/>
                  </a:lnTo>
                  <a:lnTo>
                    <a:pt x="654" y="2567"/>
                  </a:lnTo>
                  <a:lnTo>
                    <a:pt x="6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1" name="Google Shape;10821;p79"/>
            <p:cNvSpPr/>
            <p:nvPr/>
          </p:nvSpPr>
          <p:spPr>
            <a:xfrm>
              <a:off x="6282550" y="2732525"/>
              <a:ext cx="114350" cy="121375"/>
            </a:xfrm>
            <a:custGeom>
              <a:rect b="b" l="l" r="r" t="t"/>
              <a:pathLst>
                <a:path extrusionOk="0" h="4855" w="4574">
                  <a:moveTo>
                    <a:pt x="2427" y="1"/>
                  </a:moveTo>
                  <a:lnTo>
                    <a:pt x="1914" y="47"/>
                  </a:lnTo>
                  <a:lnTo>
                    <a:pt x="1494" y="187"/>
                  </a:lnTo>
                  <a:lnTo>
                    <a:pt x="1074" y="421"/>
                  </a:lnTo>
                  <a:lnTo>
                    <a:pt x="701" y="701"/>
                  </a:lnTo>
                  <a:lnTo>
                    <a:pt x="421" y="1074"/>
                  </a:lnTo>
                  <a:lnTo>
                    <a:pt x="187" y="1494"/>
                  </a:lnTo>
                  <a:lnTo>
                    <a:pt x="47" y="1914"/>
                  </a:lnTo>
                  <a:lnTo>
                    <a:pt x="0" y="2427"/>
                  </a:lnTo>
                  <a:lnTo>
                    <a:pt x="47" y="2894"/>
                  </a:lnTo>
                  <a:lnTo>
                    <a:pt x="187" y="3361"/>
                  </a:lnTo>
                  <a:lnTo>
                    <a:pt x="421" y="3781"/>
                  </a:lnTo>
                  <a:lnTo>
                    <a:pt x="701" y="4154"/>
                  </a:lnTo>
                  <a:lnTo>
                    <a:pt x="1074" y="4434"/>
                  </a:lnTo>
                  <a:lnTo>
                    <a:pt x="1494" y="4667"/>
                  </a:lnTo>
                  <a:lnTo>
                    <a:pt x="1914" y="4807"/>
                  </a:lnTo>
                  <a:lnTo>
                    <a:pt x="2427" y="4854"/>
                  </a:lnTo>
                  <a:lnTo>
                    <a:pt x="2661" y="4807"/>
                  </a:lnTo>
                  <a:lnTo>
                    <a:pt x="2894" y="4761"/>
                  </a:lnTo>
                  <a:lnTo>
                    <a:pt x="3127" y="4667"/>
                  </a:lnTo>
                  <a:lnTo>
                    <a:pt x="3314" y="4527"/>
                  </a:lnTo>
                  <a:lnTo>
                    <a:pt x="3687" y="4201"/>
                  </a:lnTo>
                  <a:lnTo>
                    <a:pt x="4014" y="3827"/>
                  </a:lnTo>
                  <a:lnTo>
                    <a:pt x="4247" y="3454"/>
                  </a:lnTo>
                  <a:lnTo>
                    <a:pt x="4434" y="3034"/>
                  </a:lnTo>
                  <a:lnTo>
                    <a:pt x="4527" y="2661"/>
                  </a:lnTo>
                  <a:lnTo>
                    <a:pt x="4574" y="2427"/>
                  </a:lnTo>
                  <a:lnTo>
                    <a:pt x="4527" y="2101"/>
                  </a:lnTo>
                  <a:lnTo>
                    <a:pt x="4387" y="1727"/>
                  </a:lnTo>
                  <a:lnTo>
                    <a:pt x="4201" y="1354"/>
                  </a:lnTo>
                  <a:lnTo>
                    <a:pt x="3967" y="934"/>
                  </a:lnTo>
                  <a:lnTo>
                    <a:pt x="3687" y="561"/>
                  </a:lnTo>
                  <a:lnTo>
                    <a:pt x="3314" y="281"/>
                  </a:lnTo>
                  <a:lnTo>
                    <a:pt x="3127" y="141"/>
                  </a:lnTo>
                  <a:lnTo>
                    <a:pt x="2894" y="94"/>
                  </a:lnTo>
                  <a:lnTo>
                    <a:pt x="266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2" name="Google Shape;10822;p79"/>
            <p:cNvSpPr/>
            <p:nvPr/>
          </p:nvSpPr>
          <p:spPr>
            <a:xfrm>
              <a:off x="6333875" y="2732525"/>
              <a:ext cx="70025" cy="121375"/>
            </a:xfrm>
            <a:custGeom>
              <a:rect b="b" l="l" r="r" t="t"/>
              <a:pathLst>
                <a:path extrusionOk="0" h="4855" w="2801">
                  <a:moveTo>
                    <a:pt x="1" y="1"/>
                  </a:moveTo>
                  <a:lnTo>
                    <a:pt x="468" y="141"/>
                  </a:lnTo>
                  <a:lnTo>
                    <a:pt x="841" y="281"/>
                  </a:lnTo>
                  <a:lnTo>
                    <a:pt x="1214" y="514"/>
                  </a:lnTo>
                  <a:lnTo>
                    <a:pt x="1494" y="841"/>
                  </a:lnTo>
                  <a:lnTo>
                    <a:pt x="1774" y="1167"/>
                  </a:lnTo>
                  <a:lnTo>
                    <a:pt x="1961" y="1541"/>
                  </a:lnTo>
                  <a:lnTo>
                    <a:pt x="2054" y="1961"/>
                  </a:lnTo>
                  <a:lnTo>
                    <a:pt x="2101" y="2427"/>
                  </a:lnTo>
                  <a:lnTo>
                    <a:pt x="2054" y="2847"/>
                  </a:lnTo>
                  <a:lnTo>
                    <a:pt x="1961" y="3267"/>
                  </a:lnTo>
                  <a:lnTo>
                    <a:pt x="1774" y="3687"/>
                  </a:lnTo>
                  <a:lnTo>
                    <a:pt x="1494" y="4014"/>
                  </a:lnTo>
                  <a:lnTo>
                    <a:pt x="1214" y="4294"/>
                  </a:lnTo>
                  <a:lnTo>
                    <a:pt x="841" y="4527"/>
                  </a:lnTo>
                  <a:lnTo>
                    <a:pt x="468" y="4714"/>
                  </a:lnTo>
                  <a:lnTo>
                    <a:pt x="1" y="4807"/>
                  </a:lnTo>
                  <a:lnTo>
                    <a:pt x="374" y="4854"/>
                  </a:lnTo>
                  <a:lnTo>
                    <a:pt x="841" y="4807"/>
                  </a:lnTo>
                  <a:lnTo>
                    <a:pt x="1308" y="4667"/>
                  </a:lnTo>
                  <a:lnTo>
                    <a:pt x="1728" y="4434"/>
                  </a:lnTo>
                  <a:lnTo>
                    <a:pt x="2054" y="4154"/>
                  </a:lnTo>
                  <a:lnTo>
                    <a:pt x="2381" y="3781"/>
                  </a:lnTo>
                  <a:lnTo>
                    <a:pt x="2614" y="3361"/>
                  </a:lnTo>
                  <a:lnTo>
                    <a:pt x="2754" y="2894"/>
                  </a:lnTo>
                  <a:lnTo>
                    <a:pt x="2801" y="2427"/>
                  </a:lnTo>
                  <a:lnTo>
                    <a:pt x="2754" y="1914"/>
                  </a:lnTo>
                  <a:lnTo>
                    <a:pt x="2614" y="1494"/>
                  </a:lnTo>
                  <a:lnTo>
                    <a:pt x="2381" y="1074"/>
                  </a:lnTo>
                  <a:lnTo>
                    <a:pt x="2054" y="701"/>
                  </a:lnTo>
                  <a:lnTo>
                    <a:pt x="1728" y="421"/>
                  </a:lnTo>
                  <a:lnTo>
                    <a:pt x="1308" y="187"/>
                  </a:lnTo>
                  <a:lnTo>
                    <a:pt x="841" y="47"/>
                  </a:lnTo>
                  <a:lnTo>
                    <a:pt x="37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3" name="Google Shape;10823;p79"/>
            <p:cNvSpPr/>
            <p:nvPr/>
          </p:nvSpPr>
          <p:spPr>
            <a:xfrm>
              <a:off x="6318725" y="2768700"/>
              <a:ext cx="43175" cy="47850"/>
            </a:xfrm>
            <a:custGeom>
              <a:rect b="b" l="l" r="r" t="t"/>
              <a:pathLst>
                <a:path extrusionOk="0" h="1914" w="1727">
                  <a:moveTo>
                    <a:pt x="980" y="0"/>
                  </a:moveTo>
                  <a:lnTo>
                    <a:pt x="794" y="47"/>
                  </a:lnTo>
                  <a:lnTo>
                    <a:pt x="607" y="94"/>
                  </a:lnTo>
                  <a:lnTo>
                    <a:pt x="420" y="187"/>
                  </a:lnTo>
                  <a:lnTo>
                    <a:pt x="280" y="280"/>
                  </a:lnTo>
                  <a:lnTo>
                    <a:pt x="187" y="420"/>
                  </a:lnTo>
                  <a:lnTo>
                    <a:pt x="94" y="607"/>
                  </a:lnTo>
                  <a:lnTo>
                    <a:pt x="47" y="794"/>
                  </a:lnTo>
                  <a:lnTo>
                    <a:pt x="0" y="980"/>
                  </a:lnTo>
                  <a:lnTo>
                    <a:pt x="47" y="1167"/>
                  </a:lnTo>
                  <a:lnTo>
                    <a:pt x="94" y="1354"/>
                  </a:lnTo>
                  <a:lnTo>
                    <a:pt x="187" y="1494"/>
                  </a:lnTo>
                  <a:lnTo>
                    <a:pt x="280" y="1634"/>
                  </a:lnTo>
                  <a:lnTo>
                    <a:pt x="420" y="1774"/>
                  </a:lnTo>
                  <a:lnTo>
                    <a:pt x="607" y="1867"/>
                  </a:lnTo>
                  <a:lnTo>
                    <a:pt x="794" y="1914"/>
                  </a:lnTo>
                  <a:lnTo>
                    <a:pt x="1167" y="1914"/>
                  </a:lnTo>
                  <a:lnTo>
                    <a:pt x="1307" y="1820"/>
                  </a:lnTo>
                  <a:lnTo>
                    <a:pt x="1447" y="1680"/>
                  </a:lnTo>
                  <a:lnTo>
                    <a:pt x="1540" y="1540"/>
                  </a:lnTo>
                  <a:lnTo>
                    <a:pt x="1680" y="1260"/>
                  </a:lnTo>
                  <a:lnTo>
                    <a:pt x="1727" y="980"/>
                  </a:lnTo>
                  <a:lnTo>
                    <a:pt x="1680" y="700"/>
                  </a:lnTo>
                  <a:lnTo>
                    <a:pt x="1540" y="374"/>
                  </a:lnTo>
                  <a:lnTo>
                    <a:pt x="1447" y="234"/>
                  </a:lnTo>
                  <a:lnTo>
                    <a:pt x="1307" y="140"/>
                  </a:lnTo>
                  <a:lnTo>
                    <a:pt x="1167" y="47"/>
                  </a:lnTo>
                  <a:lnTo>
                    <a:pt x="9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4" name="Google Shape;10824;p79"/>
            <p:cNvSpPr/>
            <p:nvPr/>
          </p:nvSpPr>
          <p:spPr>
            <a:xfrm>
              <a:off x="6459900" y="2846875"/>
              <a:ext cx="75850" cy="50175"/>
            </a:xfrm>
            <a:custGeom>
              <a:rect b="b" l="l" r="r" t="t"/>
              <a:pathLst>
                <a:path extrusionOk="0" h="2007" w="3034">
                  <a:moveTo>
                    <a:pt x="93" y="0"/>
                  </a:moveTo>
                  <a:lnTo>
                    <a:pt x="47" y="47"/>
                  </a:lnTo>
                  <a:lnTo>
                    <a:pt x="0" y="140"/>
                  </a:lnTo>
                  <a:lnTo>
                    <a:pt x="0" y="233"/>
                  </a:lnTo>
                  <a:lnTo>
                    <a:pt x="93" y="1354"/>
                  </a:lnTo>
                  <a:lnTo>
                    <a:pt x="420" y="1680"/>
                  </a:lnTo>
                  <a:lnTo>
                    <a:pt x="653" y="1914"/>
                  </a:lnTo>
                  <a:lnTo>
                    <a:pt x="747" y="2007"/>
                  </a:lnTo>
                  <a:lnTo>
                    <a:pt x="2380" y="2007"/>
                  </a:lnTo>
                  <a:lnTo>
                    <a:pt x="2520" y="1914"/>
                  </a:lnTo>
                  <a:lnTo>
                    <a:pt x="2660" y="1634"/>
                  </a:lnTo>
                  <a:lnTo>
                    <a:pt x="2894" y="1307"/>
                  </a:lnTo>
                  <a:lnTo>
                    <a:pt x="3034" y="233"/>
                  </a:lnTo>
                  <a:lnTo>
                    <a:pt x="3034" y="140"/>
                  </a:lnTo>
                  <a:lnTo>
                    <a:pt x="2987" y="47"/>
                  </a:lnTo>
                  <a:lnTo>
                    <a:pt x="28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5" name="Google Shape;10825;p79"/>
            <p:cNvSpPr/>
            <p:nvPr/>
          </p:nvSpPr>
          <p:spPr>
            <a:xfrm>
              <a:off x="6515900" y="2846875"/>
              <a:ext cx="19850" cy="49025"/>
            </a:xfrm>
            <a:custGeom>
              <a:rect b="b" l="l" r="r" t="t"/>
              <a:pathLst>
                <a:path extrusionOk="0" h="1961" w="794">
                  <a:moveTo>
                    <a:pt x="0" y="0"/>
                  </a:moveTo>
                  <a:lnTo>
                    <a:pt x="47" y="47"/>
                  </a:lnTo>
                  <a:lnTo>
                    <a:pt x="93" y="140"/>
                  </a:lnTo>
                  <a:lnTo>
                    <a:pt x="93" y="233"/>
                  </a:lnTo>
                  <a:lnTo>
                    <a:pt x="0" y="1260"/>
                  </a:lnTo>
                  <a:lnTo>
                    <a:pt x="280" y="1960"/>
                  </a:lnTo>
                  <a:lnTo>
                    <a:pt x="654" y="1307"/>
                  </a:lnTo>
                  <a:lnTo>
                    <a:pt x="794" y="233"/>
                  </a:lnTo>
                  <a:lnTo>
                    <a:pt x="794" y="140"/>
                  </a:lnTo>
                  <a:lnTo>
                    <a:pt x="747" y="47"/>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6" name="Google Shape;10826;p79"/>
            <p:cNvSpPr/>
            <p:nvPr/>
          </p:nvSpPr>
          <p:spPr>
            <a:xfrm>
              <a:off x="6462225" y="2876025"/>
              <a:ext cx="64200" cy="39700"/>
            </a:xfrm>
            <a:custGeom>
              <a:rect b="b" l="l" r="r" t="t"/>
              <a:pathLst>
                <a:path extrusionOk="0" h="1588" w="2568">
                  <a:moveTo>
                    <a:pt x="1027" y="1"/>
                  </a:moveTo>
                  <a:lnTo>
                    <a:pt x="794" y="48"/>
                  </a:lnTo>
                  <a:lnTo>
                    <a:pt x="654" y="141"/>
                  </a:lnTo>
                  <a:lnTo>
                    <a:pt x="514" y="234"/>
                  </a:lnTo>
                  <a:lnTo>
                    <a:pt x="327" y="281"/>
                  </a:lnTo>
                  <a:lnTo>
                    <a:pt x="140" y="234"/>
                  </a:lnTo>
                  <a:lnTo>
                    <a:pt x="0" y="188"/>
                  </a:lnTo>
                  <a:lnTo>
                    <a:pt x="187" y="1494"/>
                  </a:lnTo>
                  <a:lnTo>
                    <a:pt x="187" y="1588"/>
                  </a:lnTo>
                  <a:lnTo>
                    <a:pt x="2567" y="1588"/>
                  </a:lnTo>
                  <a:lnTo>
                    <a:pt x="2521" y="1354"/>
                  </a:lnTo>
                  <a:lnTo>
                    <a:pt x="2381" y="841"/>
                  </a:lnTo>
                  <a:lnTo>
                    <a:pt x="2240" y="328"/>
                  </a:lnTo>
                  <a:lnTo>
                    <a:pt x="2194" y="141"/>
                  </a:lnTo>
                  <a:lnTo>
                    <a:pt x="2147" y="94"/>
                  </a:lnTo>
                  <a:lnTo>
                    <a:pt x="1960" y="188"/>
                  </a:lnTo>
                  <a:lnTo>
                    <a:pt x="1867" y="234"/>
                  </a:lnTo>
                  <a:lnTo>
                    <a:pt x="1727" y="281"/>
                  </a:lnTo>
                  <a:lnTo>
                    <a:pt x="1540" y="234"/>
                  </a:lnTo>
                  <a:lnTo>
                    <a:pt x="1400" y="141"/>
                  </a:lnTo>
                  <a:lnTo>
                    <a:pt x="1260" y="48"/>
                  </a:lnTo>
                  <a:lnTo>
                    <a:pt x="102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7" name="Google Shape;10827;p79"/>
            <p:cNvSpPr/>
            <p:nvPr/>
          </p:nvSpPr>
          <p:spPr>
            <a:xfrm>
              <a:off x="6511225" y="2876025"/>
              <a:ext cx="21025" cy="39700"/>
            </a:xfrm>
            <a:custGeom>
              <a:rect b="b" l="l" r="r" t="t"/>
              <a:pathLst>
                <a:path extrusionOk="0" h="1588" w="841">
                  <a:moveTo>
                    <a:pt x="327" y="1"/>
                  </a:moveTo>
                  <a:lnTo>
                    <a:pt x="187" y="94"/>
                  </a:lnTo>
                  <a:lnTo>
                    <a:pt x="187" y="141"/>
                  </a:lnTo>
                  <a:lnTo>
                    <a:pt x="47" y="1494"/>
                  </a:lnTo>
                  <a:lnTo>
                    <a:pt x="0" y="1588"/>
                  </a:lnTo>
                  <a:lnTo>
                    <a:pt x="654" y="1588"/>
                  </a:lnTo>
                  <a:lnTo>
                    <a:pt x="701" y="1494"/>
                  </a:lnTo>
                  <a:lnTo>
                    <a:pt x="841" y="141"/>
                  </a:lnTo>
                  <a:lnTo>
                    <a:pt x="701" y="48"/>
                  </a:lnTo>
                  <a:lnTo>
                    <a:pt x="51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8" name="Google Shape;10828;p79"/>
            <p:cNvSpPr/>
            <p:nvPr/>
          </p:nvSpPr>
          <p:spPr>
            <a:xfrm>
              <a:off x="6365375" y="2579700"/>
              <a:ext cx="24525" cy="42025"/>
            </a:xfrm>
            <a:custGeom>
              <a:rect b="b" l="l" r="r" t="t"/>
              <a:pathLst>
                <a:path extrusionOk="0" h="1681" w="981">
                  <a:moveTo>
                    <a:pt x="1" y="0"/>
                  </a:moveTo>
                  <a:lnTo>
                    <a:pt x="141" y="47"/>
                  </a:lnTo>
                  <a:lnTo>
                    <a:pt x="234" y="93"/>
                  </a:lnTo>
                  <a:lnTo>
                    <a:pt x="281" y="233"/>
                  </a:lnTo>
                  <a:lnTo>
                    <a:pt x="328" y="327"/>
                  </a:lnTo>
                  <a:lnTo>
                    <a:pt x="328" y="1354"/>
                  </a:lnTo>
                  <a:lnTo>
                    <a:pt x="281" y="1494"/>
                  </a:lnTo>
                  <a:lnTo>
                    <a:pt x="234" y="1587"/>
                  </a:lnTo>
                  <a:lnTo>
                    <a:pt x="141" y="1680"/>
                  </a:lnTo>
                  <a:lnTo>
                    <a:pt x="794" y="1680"/>
                  </a:lnTo>
                  <a:lnTo>
                    <a:pt x="888" y="1587"/>
                  </a:lnTo>
                  <a:lnTo>
                    <a:pt x="981" y="1494"/>
                  </a:lnTo>
                  <a:lnTo>
                    <a:pt x="981" y="1354"/>
                  </a:lnTo>
                  <a:lnTo>
                    <a:pt x="981" y="327"/>
                  </a:lnTo>
                  <a:lnTo>
                    <a:pt x="981" y="233"/>
                  </a:lnTo>
                  <a:lnTo>
                    <a:pt x="888" y="93"/>
                  </a:lnTo>
                  <a:lnTo>
                    <a:pt x="794"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9" name="Google Shape;10829;p79"/>
            <p:cNvSpPr/>
            <p:nvPr/>
          </p:nvSpPr>
          <p:spPr>
            <a:xfrm>
              <a:off x="6333875" y="2768700"/>
              <a:ext cx="32700" cy="47850"/>
            </a:xfrm>
            <a:custGeom>
              <a:rect b="b" l="l" r="r" t="t"/>
              <a:pathLst>
                <a:path extrusionOk="0" h="1914" w="1308">
                  <a:moveTo>
                    <a:pt x="374" y="0"/>
                  </a:moveTo>
                  <a:lnTo>
                    <a:pt x="188" y="47"/>
                  </a:lnTo>
                  <a:lnTo>
                    <a:pt x="1" y="94"/>
                  </a:lnTo>
                  <a:lnTo>
                    <a:pt x="281" y="234"/>
                  </a:lnTo>
                  <a:lnTo>
                    <a:pt x="468" y="420"/>
                  </a:lnTo>
                  <a:lnTo>
                    <a:pt x="608" y="700"/>
                  </a:lnTo>
                  <a:lnTo>
                    <a:pt x="654" y="980"/>
                  </a:lnTo>
                  <a:lnTo>
                    <a:pt x="608" y="1260"/>
                  </a:lnTo>
                  <a:lnTo>
                    <a:pt x="468" y="1540"/>
                  </a:lnTo>
                  <a:lnTo>
                    <a:pt x="281" y="1727"/>
                  </a:lnTo>
                  <a:lnTo>
                    <a:pt x="1" y="1867"/>
                  </a:lnTo>
                  <a:lnTo>
                    <a:pt x="188" y="1914"/>
                  </a:lnTo>
                  <a:lnTo>
                    <a:pt x="561" y="1914"/>
                  </a:lnTo>
                  <a:lnTo>
                    <a:pt x="748" y="1867"/>
                  </a:lnTo>
                  <a:lnTo>
                    <a:pt x="888" y="1774"/>
                  </a:lnTo>
                  <a:lnTo>
                    <a:pt x="1028" y="1634"/>
                  </a:lnTo>
                  <a:lnTo>
                    <a:pt x="1168" y="1494"/>
                  </a:lnTo>
                  <a:lnTo>
                    <a:pt x="1261" y="1354"/>
                  </a:lnTo>
                  <a:lnTo>
                    <a:pt x="1308" y="1167"/>
                  </a:lnTo>
                  <a:lnTo>
                    <a:pt x="1308" y="980"/>
                  </a:lnTo>
                  <a:lnTo>
                    <a:pt x="1308" y="794"/>
                  </a:lnTo>
                  <a:lnTo>
                    <a:pt x="1261" y="607"/>
                  </a:lnTo>
                  <a:lnTo>
                    <a:pt x="1168" y="420"/>
                  </a:lnTo>
                  <a:lnTo>
                    <a:pt x="1028" y="280"/>
                  </a:lnTo>
                  <a:lnTo>
                    <a:pt x="888" y="187"/>
                  </a:lnTo>
                  <a:lnTo>
                    <a:pt x="748" y="94"/>
                  </a:lnTo>
                  <a:lnTo>
                    <a:pt x="561" y="47"/>
                  </a:lnTo>
                  <a:lnTo>
                    <a:pt x="3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30" name="Google Shape;10830;p79"/>
          <p:cNvGrpSpPr/>
          <p:nvPr/>
        </p:nvGrpSpPr>
        <p:grpSpPr>
          <a:xfrm>
            <a:off x="7055325" y="2603025"/>
            <a:ext cx="336025" cy="290525"/>
            <a:chOff x="6986075" y="2603025"/>
            <a:chExt cx="336025" cy="290525"/>
          </a:xfrm>
        </p:grpSpPr>
        <p:sp>
          <p:nvSpPr>
            <p:cNvPr id="10831" name="Google Shape;10831;p79"/>
            <p:cNvSpPr/>
            <p:nvPr/>
          </p:nvSpPr>
          <p:spPr>
            <a:xfrm>
              <a:off x="7031575" y="2712700"/>
              <a:ext cx="46700" cy="35025"/>
            </a:xfrm>
            <a:custGeom>
              <a:rect b="b" l="l" r="r" t="t"/>
              <a:pathLst>
                <a:path extrusionOk="0" h="1401" w="1868">
                  <a:moveTo>
                    <a:pt x="1" y="0"/>
                  </a:moveTo>
                  <a:lnTo>
                    <a:pt x="1" y="1400"/>
                  </a:lnTo>
                  <a:lnTo>
                    <a:pt x="1541" y="1400"/>
                  </a:lnTo>
                  <a:lnTo>
                    <a:pt x="18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2" name="Google Shape;10832;p79"/>
            <p:cNvSpPr/>
            <p:nvPr/>
          </p:nvSpPr>
          <p:spPr>
            <a:xfrm>
              <a:off x="7061900" y="2712700"/>
              <a:ext cx="16375" cy="35025"/>
            </a:xfrm>
            <a:custGeom>
              <a:rect b="b" l="l" r="r" t="t"/>
              <a:pathLst>
                <a:path extrusionOk="0" h="1401" w="655">
                  <a:moveTo>
                    <a:pt x="1" y="0"/>
                  </a:moveTo>
                  <a:lnTo>
                    <a:pt x="1" y="1400"/>
                  </a:lnTo>
                  <a:lnTo>
                    <a:pt x="654" y="1400"/>
                  </a:lnTo>
                  <a:lnTo>
                    <a:pt x="65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3" name="Google Shape;10833;p79"/>
            <p:cNvSpPr/>
            <p:nvPr/>
          </p:nvSpPr>
          <p:spPr>
            <a:xfrm>
              <a:off x="7002400" y="2741875"/>
              <a:ext cx="92200" cy="120175"/>
            </a:xfrm>
            <a:custGeom>
              <a:rect b="b" l="l" r="r" t="t"/>
              <a:pathLst>
                <a:path extrusionOk="0" h="4807" w="3688">
                  <a:moveTo>
                    <a:pt x="514" y="0"/>
                  </a:moveTo>
                  <a:lnTo>
                    <a:pt x="421" y="47"/>
                  </a:lnTo>
                  <a:lnTo>
                    <a:pt x="374" y="93"/>
                  </a:lnTo>
                  <a:lnTo>
                    <a:pt x="374" y="187"/>
                  </a:lnTo>
                  <a:lnTo>
                    <a:pt x="1" y="3407"/>
                  </a:lnTo>
                  <a:lnTo>
                    <a:pt x="1" y="3640"/>
                  </a:lnTo>
                  <a:lnTo>
                    <a:pt x="48" y="3920"/>
                  </a:lnTo>
                  <a:lnTo>
                    <a:pt x="188" y="4153"/>
                  </a:lnTo>
                  <a:lnTo>
                    <a:pt x="328" y="4387"/>
                  </a:lnTo>
                  <a:lnTo>
                    <a:pt x="514" y="4573"/>
                  </a:lnTo>
                  <a:lnTo>
                    <a:pt x="748" y="4667"/>
                  </a:lnTo>
                  <a:lnTo>
                    <a:pt x="1028" y="4760"/>
                  </a:lnTo>
                  <a:lnTo>
                    <a:pt x="1308" y="4807"/>
                  </a:lnTo>
                  <a:lnTo>
                    <a:pt x="2894" y="4807"/>
                  </a:lnTo>
                  <a:lnTo>
                    <a:pt x="3174" y="4760"/>
                  </a:lnTo>
                  <a:lnTo>
                    <a:pt x="3361" y="4713"/>
                  </a:lnTo>
                  <a:lnTo>
                    <a:pt x="3501" y="4573"/>
                  </a:lnTo>
                  <a:lnTo>
                    <a:pt x="3594" y="4433"/>
                  </a:lnTo>
                  <a:lnTo>
                    <a:pt x="3688" y="4247"/>
                  </a:lnTo>
                  <a:lnTo>
                    <a:pt x="3688" y="4013"/>
                  </a:lnTo>
                  <a:lnTo>
                    <a:pt x="3688" y="3500"/>
                  </a:lnTo>
                  <a:lnTo>
                    <a:pt x="3688" y="1727"/>
                  </a:lnTo>
                  <a:lnTo>
                    <a:pt x="3688" y="560"/>
                  </a:lnTo>
                  <a:lnTo>
                    <a:pt x="3641" y="140"/>
                  </a:lnTo>
                  <a:lnTo>
                    <a:pt x="364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4" name="Google Shape;10834;p79"/>
            <p:cNvSpPr/>
            <p:nvPr/>
          </p:nvSpPr>
          <p:spPr>
            <a:xfrm>
              <a:off x="7015250" y="2684700"/>
              <a:ext cx="74675" cy="36175"/>
            </a:xfrm>
            <a:custGeom>
              <a:rect b="b" l="l" r="r" t="t"/>
              <a:pathLst>
                <a:path extrusionOk="0" h="1447" w="2987">
                  <a:moveTo>
                    <a:pt x="234" y="0"/>
                  </a:moveTo>
                  <a:lnTo>
                    <a:pt x="140" y="47"/>
                  </a:lnTo>
                  <a:lnTo>
                    <a:pt x="94" y="94"/>
                  </a:lnTo>
                  <a:lnTo>
                    <a:pt x="47" y="140"/>
                  </a:lnTo>
                  <a:lnTo>
                    <a:pt x="0" y="234"/>
                  </a:lnTo>
                  <a:lnTo>
                    <a:pt x="0" y="1214"/>
                  </a:lnTo>
                  <a:lnTo>
                    <a:pt x="47" y="1307"/>
                  </a:lnTo>
                  <a:lnTo>
                    <a:pt x="94" y="1354"/>
                  </a:lnTo>
                  <a:lnTo>
                    <a:pt x="140" y="1400"/>
                  </a:lnTo>
                  <a:lnTo>
                    <a:pt x="234" y="1447"/>
                  </a:lnTo>
                  <a:lnTo>
                    <a:pt x="2940" y="1447"/>
                  </a:lnTo>
                  <a:lnTo>
                    <a:pt x="2987" y="1400"/>
                  </a:lnTo>
                  <a:lnTo>
                    <a:pt x="2987" y="1307"/>
                  </a:lnTo>
                  <a:lnTo>
                    <a:pt x="2940" y="1120"/>
                  </a:lnTo>
                  <a:lnTo>
                    <a:pt x="2800" y="514"/>
                  </a:lnTo>
                  <a:lnTo>
                    <a:pt x="2800" y="374"/>
                  </a:lnTo>
                  <a:lnTo>
                    <a:pt x="2894" y="187"/>
                  </a:lnTo>
                  <a:lnTo>
                    <a:pt x="2987" y="47"/>
                  </a:lnTo>
                  <a:lnTo>
                    <a:pt x="294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5" name="Google Shape;10835;p79"/>
            <p:cNvSpPr/>
            <p:nvPr/>
          </p:nvSpPr>
          <p:spPr>
            <a:xfrm>
              <a:off x="7058400" y="2741875"/>
              <a:ext cx="49025" cy="120175"/>
            </a:xfrm>
            <a:custGeom>
              <a:rect b="b" l="l" r="r" t="t"/>
              <a:pathLst>
                <a:path extrusionOk="0" h="4807" w="1961">
                  <a:moveTo>
                    <a:pt x="794" y="0"/>
                  </a:moveTo>
                  <a:lnTo>
                    <a:pt x="841" y="47"/>
                  </a:lnTo>
                  <a:lnTo>
                    <a:pt x="888" y="93"/>
                  </a:lnTo>
                  <a:lnTo>
                    <a:pt x="934" y="187"/>
                  </a:lnTo>
                  <a:lnTo>
                    <a:pt x="1261" y="3407"/>
                  </a:lnTo>
                  <a:lnTo>
                    <a:pt x="1261" y="3640"/>
                  </a:lnTo>
                  <a:lnTo>
                    <a:pt x="1214" y="3920"/>
                  </a:lnTo>
                  <a:lnTo>
                    <a:pt x="1121" y="4153"/>
                  </a:lnTo>
                  <a:lnTo>
                    <a:pt x="934" y="4387"/>
                  </a:lnTo>
                  <a:lnTo>
                    <a:pt x="748" y="4573"/>
                  </a:lnTo>
                  <a:lnTo>
                    <a:pt x="514" y="4667"/>
                  </a:lnTo>
                  <a:lnTo>
                    <a:pt x="281" y="4760"/>
                  </a:lnTo>
                  <a:lnTo>
                    <a:pt x="1" y="4807"/>
                  </a:lnTo>
                  <a:lnTo>
                    <a:pt x="654" y="4807"/>
                  </a:lnTo>
                  <a:lnTo>
                    <a:pt x="934" y="4760"/>
                  </a:lnTo>
                  <a:lnTo>
                    <a:pt x="1214" y="4667"/>
                  </a:lnTo>
                  <a:lnTo>
                    <a:pt x="1448" y="4573"/>
                  </a:lnTo>
                  <a:lnTo>
                    <a:pt x="1634" y="4387"/>
                  </a:lnTo>
                  <a:lnTo>
                    <a:pt x="1774" y="4153"/>
                  </a:lnTo>
                  <a:lnTo>
                    <a:pt x="1868" y="3920"/>
                  </a:lnTo>
                  <a:lnTo>
                    <a:pt x="1961" y="3640"/>
                  </a:lnTo>
                  <a:lnTo>
                    <a:pt x="1961" y="3407"/>
                  </a:lnTo>
                  <a:lnTo>
                    <a:pt x="1588" y="187"/>
                  </a:lnTo>
                  <a:lnTo>
                    <a:pt x="1588" y="93"/>
                  </a:lnTo>
                  <a:lnTo>
                    <a:pt x="1541" y="47"/>
                  </a:lnTo>
                  <a:lnTo>
                    <a:pt x="144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6" name="Google Shape;10836;p79"/>
            <p:cNvSpPr/>
            <p:nvPr/>
          </p:nvSpPr>
          <p:spPr>
            <a:xfrm>
              <a:off x="7072400" y="2684700"/>
              <a:ext cx="22200" cy="36175"/>
            </a:xfrm>
            <a:custGeom>
              <a:rect b="b" l="l" r="r" t="t"/>
              <a:pathLst>
                <a:path extrusionOk="0" h="1447" w="888">
                  <a:moveTo>
                    <a:pt x="1" y="0"/>
                  </a:moveTo>
                  <a:lnTo>
                    <a:pt x="48" y="47"/>
                  </a:lnTo>
                  <a:lnTo>
                    <a:pt x="141" y="94"/>
                  </a:lnTo>
                  <a:lnTo>
                    <a:pt x="188" y="140"/>
                  </a:lnTo>
                  <a:lnTo>
                    <a:pt x="188" y="234"/>
                  </a:lnTo>
                  <a:lnTo>
                    <a:pt x="188" y="1214"/>
                  </a:lnTo>
                  <a:lnTo>
                    <a:pt x="188" y="1307"/>
                  </a:lnTo>
                  <a:lnTo>
                    <a:pt x="141" y="1354"/>
                  </a:lnTo>
                  <a:lnTo>
                    <a:pt x="48" y="1400"/>
                  </a:lnTo>
                  <a:lnTo>
                    <a:pt x="1" y="1447"/>
                  </a:lnTo>
                  <a:lnTo>
                    <a:pt x="654" y="1447"/>
                  </a:lnTo>
                  <a:lnTo>
                    <a:pt x="748" y="1400"/>
                  </a:lnTo>
                  <a:lnTo>
                    <a:pt x="794" y="1354"/>
                  </a:lnTo>
                  <a:lnTo>
                    <a:pt x="841" y="1307"/>
                  </a:lnTo>
                  <a:lnTo>
                    <a:pt x="888" y="1214"/>
                  </a:lnTo>
                  <a:lnTo>
                    <a:pt x="888" y="234"/>
                  </a:lnTo>
                  <a:lnTo>
                    <a:pt x="841" y="140"/>
                  </a:lnTo>
                  <a:lnTo>
                    <a:pt x="794" y="94"/>
                  </a:lnTo>
                  <a:lnTo>
                    <a:pt x="748"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7" name="Google Shape;10837;p79"/>
            <p:cNvSpPr/>
            <p:nvPr/>
          </p:nvSpPr>
          <p:spPr>
            <a:xfrm>
              <a:off x="7228750" y="2712700"/>
              <a:ext cx="47850" cy="35025"/>
            </a:xfrm>
            <a:custGeom>
              <a:rect b="b" l="l" r="r" t="t"/>
              <a:pathLst>
                <a:path extrusionOk="0" h="1401" w="1914">
                  <a:moveTo>
                    <a:pt x="0" y="0"/>
                  </a:moveTo>
                  <a:lnTo>
                    <a:pt x="0" y="1400"/>
                  </a:lnTo>
                  <a:lnTo>
                    <a:pt x="1634" y="1400"/>
                  </a:lnTo>
                  <a:lnTo>
                    <a:pt x="191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8" name="Google Shape;10838;p79"/>
            <p:cNvSpPr/>
            <p:nvPr/>
          </p:nvSpPr>
          <p:spPr>
            <a:xfrm>
              <a:off x="7259075" y="2712700"/>
              <a:ext cx="17525" cy="35025"/>
            </a:xfrm>
            <a:custGeom>
              <a:rect b="b" l="l" r="r" t="t"/>
              <a:pathLst>
                <a:path extrusionOk="0" h="1401" w="701">
                  <a:moveTo>
                    <a:pt x="1" y="0"/>
                  </a:moveTo>
                  <a:lnTo>
                    <a:pt x="1" y="1400"/>
                  </a:lnTo>
                  <a:lnTo>
                    <a:pt x="701" y="1400"/>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9" name="Google Shape;10839;p79"/>
            <p:cNvSpPr/>
            <p:nvPr/>
          </p:nvSpPr>
          <p:spPr>
            <a:xfrm>
              <a:off x="7200750" y="2741875"/>
              <a:ext cx="94525" cy="120175"/>
            </a:xfrm>
            <a:custGeom>
              <a:rect b="b" l="l" r="r" t="t"/>
              <a:pathLst>
                <a:path extrusionOk="0" h="4807" w="3781">
                  <a:moveTo>
                    <a:pt x="467" y="0"/>
                  </a:moveTo>
                  <a:lnTo>
                    <a:pt x="420" y="47"/>
                  </a:lnTo>
                  <a:lnTo>
                    <a:pt x="374" y="93"/>
                  </a:lnTo>
                  <a:lnTo>
                    <a:pt x="327" y="187"/>
                  </a:lnTo>
                  <a:lnTo>
                    <a:pt x="0" y="3407"/>
                  </a:lnTo>
                  <a:lnTo>
                    <a:pt x="0" y="3640"/>
                  </a:lnTo>
                  <a:lnTo>
                    <a:pt x="47" y="3920"/>
                  </a:lnTo>
                  <a:lnTo>
                    <a:pt x="140" y="4153"/>
                  </a:lnTo>
                  <a:lnTo>
                    <a:pt x="280" y="4387"/>
                  </a:lnTo>
                  <a:lnTo>
                    <a:pt x="514" y="4573"/>
                  </a:lnTo>
                  <a:lnTo>
                    <a:pt x="700" y="4667"/>
                  </a:lnTo>
                  <a:lnTo>
                    <a:pt x="980" y="4760"/>
                  </a:lnTo>
                  <a:lnTo>
                    <a:pt x="1260" y="4807"/>
                  </a:lnTo>
                  <a:lnTo>
                    <a:pt x="2894" y="4807"/>
                  </a:lnTo>
                  <a:lnTo>
                    <a:pt x="3127" y="4760"/>
                  </a:lnTo>
                  <a:lnTo>
                    <a:pt x="3361" y="4713"/>
                  </a:lnTo>
                  <a:lnTo>
                    <a:pt x="3501" y="4573"/>
                  </a:lnTo>
                  <a:lnTo>
                    <a:pt x="3641" y="4387"/>
                  </a:lnTo>
                  <a:lnTo>
                    <a:pt x="3734" y="4200"/>
                  </a:lnTo>
                  <a:lnTo>
                    <a:pt x="3781" y="3967"/>
                  </a:lnTo>
                  <a:lnTo>
                    <a:pt x="3781" y="3733"/>
                  </a:lnTo>
                  <a:lnTo>
                    <a:pt x="3781" y="3453"/>
                  </a:lnTo>
                  <a:lnTo>
                    <a:pt x="3454" y="327"/>
                  </a:lnTo>
                  <a:lnTo>
                    <a:pt x="3501" y="233"/>
                  </a:lnTo>
                  <a:lnTo>
                    <a:pt x="3547" y="140"/>
                  </a:lnTo>
                  <a:lnTo>
                    <a:pt x="3594" y="47"/>
                  </a:lnTo>
                  <a:lnTo>
                    <a:pt x="359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0" name="Google Shape;10840;p79"/>
            <p:cNvSpPr/>
            <p:nvPr/>
          </p:nvSpPr>
          <p:spPr>
            <a:xfrm>
              <a:off x="7213575" y="2684700"/>
              <a:ext cx="73525" cy="36175"/>
            </a:xfrm>
            <a:custGeom>
              <a:rect b="b" l="l" r="r" t="t"/>
              <a:pathLst>
                <a:path extrusionOk="0" h="1447" w="2941">
                  <a:moveTo>
                    <a:pt x="187" y="0"/>
                  </a:moveTo>
                  <a:lnTo>
                    <a:pt x="94" y="47"/>
                  </a:lnTo>
                  <a:lnTo>
                    <a:pt x="47" y="94"/>
                  </a:lnTo>
                  <a:lnTo>
                    <a:pt x="1" y="140"/>
                  </a:lnTo>
                  <a:lnTo>
                    <a:pt x="1" y="234"/>
                  </a:lnTo>
                  <a:lnTo>
                    <a:pt x="1" y="1214"/>
                  </a:lnTo>
                  <a:lnTo>
                    <a:pt x="1" y="1307"/>
                  </a:lnTo>
                  <a:lnTo>
                    <a:pt x="47" y="1354"/>
                  </a:lnTo>
                  <a:lnTo>
                    <a:pt x="94" y="1400"/>
                  </a:lnTo>
                  <a:lnTo>
                    <a:pt x="187" y="1447"/>
                  </a:lnTo>
                  <a:lnTo>
                    <a:pt x="2894" y="1447"/>
                  </a:lnTo>
                  <a:lnTo>
                    <a:pt x="2941" y="1400"/>
                  </a:lnTo>
                  <a:lnTo>
                    <a:pt x="2941" y="1307"/>
                  </a:lnTo>
                  <a:lnTo>
                    <a:pt x="2894" y="1214"/>
                  </a:lnTo>
                  <a:lnTo>
                    <a:pt x="2848" y="1120"/>
                  </a:lnTo>
                  <a:lnTo>
                    <a:pt x="2848" y="327"/>
                  </a:lnTo>
                  <a:lnTo>
                    <a:pt x="2941" y="140"/>
                  </a:lnTo>
                  <a:lnTo>
                    <a:pt x="2941" y="47"/>
                  </a:lnTo>
                  <a:lnTo>
                    <a:pt x="28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1" name="Google Shape;10841;p79"/>
            <p:cNvSpPr/>
            <p:nvPr/>
          </p:nvSpPr>
          <p:spPr>
            <a:xfrm>
              <a:off x="7255575" y="2741875"/>
              <a:ext cx="49025" cy="120175"/>
            </a:xfrm>
            <a:custGeom>
              <a:rect b="b" l="l" r="r" t="t"/>
              <a:pathLst>
                <a:path extrusionOk="0" h="4807" w="1961">
                  <a:moveTo>
                    <a:pt x="794" y="0"/>
                  </a:moveTo>
                  <a:lnTo>
                    <a:pt x="841" y="47"/>
                  </a:lnTo>
                  <a:lnTo>
                    <a:pt x="888" y="93"/>
                  </a:lnTo>
                  <a:lnTo>
                    <a:pt x="934" y="187"/>
                  </a:lnTo>
                  <a:lnTo>
                    <a:pt x="1261" y="3407"/>
                  </a:lnTo>
                  <a:lnTo>
                    <a:pt x="1261" y="3640"/>
                  </a:lnTo>
                  <a:lnTo>
                    <a:pt x="1214" y="3920"/>
                  </a:lnTo>
                  <a:lnTo>
                    <a:pt x="1121" y="4153"/>
                  </a:lnTo>
                  <a:lnTo>
                    <a:pt x="981" y="4387"/>
                  </a:lnTo>
                  <a:lnTo>
                    <a:pt x="748" y="4573"/>
                  </a:lnTo>
                  <a:lnTo>
                    <a:pt x="561" y="4667"/>
                  </a:lnTo>
                  <a:lnTo>
                    <a:pt x="281" y="4760"/>
                  </a:lnTo>
                  <a:lnTo>
                    <a:pt x="1" y="4807"/>
                  </a:lnTo>
                  <a:lnTo>
                    <a:pt x="701" y="4807"/>
                  </a:lnTo>
                  <a:lnTo>
                    <a:pt x="981" y="4760"/>
                  </a:lnTo>
                  <a:lnTo>
                    <a:pt x="1214" y="4667"/>
                  </a:lnTo>
                  <a:lnTo>
                    <a:pt x="1448" y="4573"/>
                  </a:lnTo>
                  <a:lnTo>
                    <a:pt x="1634" y="4387"/>
                  </a:lnTo>
                  <a:lnTo>
                    <a:pt x="1774" y="4153"/>
                  </a:lnTo>
                  <a:lnTo>
                    <a:pt x="1914" y="3920"/>
                  </a:lnTo>
                  <a:lnTo>
                    <a:pt x="1961" y="3640"/>
                  </a:lnTo>
                  <a:lnTo>
                    <a:pt x="1961" y="3407"/>
                  </a:lnTo>
                  <a:lnTo>
                    <a:pt x="1588" y="187"/>
                  </a:lnTo>
                  <a:lnTo>
                    <a:pt x="1588" y="93"/>
                  </a:lnTo>
                  <a:lnTo>
                    <a:pt x="1541" y="47"/>
                  </a:lnTo>
                  <a:lnTo>
                    <a:pt x="144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2" name="Google Shape;10842;p79"/>
            <p:cNvSpPr/>
            <p:nvPr/>
          </p:nvSpPr>
          <p:spPr>
            <a:xfrm>
              <a:off x="7269575" y="2684700"/>
              <a:ext cx="22200" cy="36175"/>
            </a:xfrm>
            <a:custGeom>
              <a:rect b="b" l="l" r="r" t="t"/>
              <a:pathLst>
                <a:path extrusionOk="0" h="1447" w="888">
                  <a:moveTo>
                    <a:pt x="1" y="0"/>
                  </a:moveTo>
                  <a:lnTo>
                    <a:pt x="94" y="47"/>
                  </a:lnTo>
                  <a:lnTo>
                    <a:pt x="141" y="94"/>
                  </a:lnTo>
                  <a:lnTo>
                    <a:pt x="188" y="140"/>
                  </a:lnTo>
                  <a:lnTo>
                    <a:pt x="188" y="234"/>
                  </a:lnTo>
                  <a:lnTo>
                    <a:pt x="188" y="1214"/>
                  </a:lnTo>
                  <a:lnTo>
                    <a:pt x="188" y="1307"/>
                  </a:lnTo>
                  <a:lnTo>
                    <a:pt x="141" y="1354"/>
                  </a:lnTo>
                  <a:lnTo>
                    <a:pt x="94" y="1400"/>
                  </a:lnTo>
                  <a:lnTo>
                    <a:pt x="1" y="1447"/>
                  </a:lnTo>
                  <a:lnTo>
                    <a:pt x="654" y="1447"/>
                  </a:lnTo>
                  <a:lnTo>
                    <a:pt x="748" y="1400"/>
                  </a:lnTo>
                  <a:lnTo>
                    <a:pt x="841" y="1354"/>
                  </a:lnTo>
                  <a:lnTo>
                    <a:pt x="888" y="1307"/>
                  </a:lnTo>
                  <a:lnTo>
                    <a:pt x="888" y="1214"/>
                  </a:lnTo>
                  <a:lnTo>
                    <a:pt x="888" y="234"/>
                  </a:lnTo>
                  <a:lnTo>
                    <a:pt x="888" y="140"/>
                  </a:lnTo>
                  <a:lnTo>
                    <a:pt x="841" y="94"/>
                  </a:lnTo>
                  <a:lnTo>
                    <a:pt x="748" y="47"/>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3" name="Google Shape;10843;p79"/>
            <p:cNvSpPr/>
            <p:nvPr/>
          </p:nvSpPr>
          <p:spPr>
            <a:xfrm>
              <a:off x="7143575" y="2653200"/>
              <a:ext cx="21025" cy="224025"/>
            </a:xfrm>
            <a:custGeom>
              <a:rect b="b" l="l" r="r" t="t"/>
              <a:pathLst>
                <a:path extrusionOk="0" h="8961" w="841">
                  <a:moveTo>
                    <a:pt x="1" y="0"/>
                  </a:moveTo>
                  <a:lnTo>
                    <a:pt x="1" y="8961"/>
                  </a:lnTo>
                  <a:lnTo>
                    <a:pt x="841" y="8961"/>
                  </a:lnTo>
                  <a:lnTo>
                    <a:pt x="84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4" name="Google Shape;10844;p79"/>
            <p:cNvSpPr/>
            <p:nvPr/>
          </p:nvSpPr>
          <p:spPr>
            <a:xfrm>
              <a:off x="6986075" y="2860875"/>
              <a:ext cx="332525" cy="32675"/>
            </a:xfrm>
            <a:custGeom>
              <a:rect b="b" l="l" r="r" t="t"/>
              <a:pathLst>
                <a:path extrusionOk="0" h="1307" w="13301">
                  <a:moveTo>
                    <a:pt x="187" y="0"/>
                  </a:moveTo>
                  <a:lnTo>
                    <a:pt x="94" y="47"/>
                  </a:lnTo>
                  <a:lnTo>
                    <a:pt x="47" y="93"/>
                  </a:lnTo>
                  <a:lnTo>
                    <a:pt x="0" y="140"/>
                  </a:lnTo>
                  <a:lnTo>
                    <a:pt x="0" y="233"/>
                  </a:lnTo>
                  <a:lnTo>
                    <a:pt x="0" y="1074"/>
                  </a:lnTo>
                  <a:lnTo>
                    <a:pt x="0" y="1167"/>
                  </a:lnTo>
                  <a:lnTo>
                    <a:pt x="47" y="1260"/>
                  </a:lnTo>
                  <a:lnTo>
                    <a:pt x="94" y="1307"/>
                  </a:lnTo>
                  <a:lnTo>
                    <a:pt x="13254" y="1307"/>
                  </a:lnTo>
                  <a:lnTo>
                    <a:pt x="13254" y="1260"/>
                  </a:lnTo>
                  <a:lnTo>
                    <a:pt x="13254" y="1120"/>
                  </a:lnTo>
                  <a:lnTo>
                    <a:pt x="13254" y="280"/>
                  </a:lnTo>
                  <a:lnTo>
                    <a:pt x="13301" y="93"/>
                  </a:lnTo>
                  <a:lnTo>
                    <a:pt x="13254" y="47"/>
                  </a:lnTo>
                  <a:lnTo>
                    <a:pt x="132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5" name="Google Shape;10845;p79"/>
            <p:cNvSpPr/>
            <p:nvPr/>
          </p:nvSpPr>
          <p:spPr>
            <a:xfrm>
              <a:off x="7126075" y="2603025"/>
              <a:ext cx="50200" cy="73525"/>
            </a:xfrm>
            <a:custGeom>
              <a:rect b="b" l="l" r="r" t="t"/>
              <a:pathLst>
                <a:path extrusionOk="0" h="2941" w="2008">
                  <a:moveTo>
                    <a:pt x="514" y="0"/>
                  </a:moveTo>
                  <a:lnTo>
                    <a:pt x="327" y="47"/>
                  </a:lnTo>
                  <a:lnTo>
                    <a:pt x="187" y="140"/>
                  </a:lnTo>
                  <a:lnTo>
                    <a:pt x="47" y="280"/>
                  </a:lnTo>
                  <a:lnTo>
                    <a:pt x="1" y="467"/>
                  </a:lnTo>
                  <a:lnTo>
                    <a:pt x="1" y="2707"/>
                  </a:lnTo>
                  <a:lnTo>
                    <a:pt x="47" y="2801"/>
                  </a:lnTo>
                  <a:lnTo>
                    <a:pt x="94" y="2847"/>
                  </a:lnTo>
                  <a:lnTo>
                    <a:pt x="141" y="2894"/>
                  </a:lnTo>
                  <a:lnTo>
                    <a:pt x="234" y="2941"/>
                  </a:lnTo>
                  <a:lnTo>
                    <a:pt x="1961" y="2941"/>
                  </a:lnTo>
                  <a:lnTo>
                    <a:pt x="2007" y="2847"/>
                  </a:lnTo>
                  <a:lnTo>
                    <a:pt x="2007" y="2567"/>
                  </a:lnTo>
                  <a:lnTo>
                    <a:pt x="1961" y="1727"/>
                  </a:lnTo>
                  <a:lnTo>
                    <a:pt x="1867" y="561"/>
                  </a:lnTo>
                  <a:lnTo>
                    <a:pt x="1867" y="187"/>
                  </a:lnTo>
                  <a:lnTo>
                    <a:pt x="1821" y="47"/>
                  </a:lnTo>
                  <a:lnTo>
                    <a:pt x="17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6" name="Google Shape;10846;p79"/>
            <p:cNvSpPr/>
            <p:nvPr/>
          </p:nvSpPr>
          <p:spPr>
            <a:xfrm>
              <a:off x="7151750" y="2603025"/>
              <a:ext cx="29200" cy="73525"/>
            </a:xfrm>
            <a:custGeom>
              <a:rect b="b" l="l" r="r" t="t"/>
              <a:pathLst>
                <a:path extrusionOk="0" h="2941" w="1168">
                  <a:moveTo>
                    <a:pt x="0" y="0"/>
                  </a:moveTo>
                  <a:lnTo>
                    <a:pt x="187" y="47"/>
                  </a:lnTo>
                  <a:lnTo>
                    <a:pt x="327" y="140"/>
                  </a:lnTo>
                  <a:lnTo>
                    <a:pt x="420" y="280"/>
                  </a:lnTo>
                  <a:lnTo>
                    <a:pt x="467" y="467"/>
                  </a:lnTo>
                  <a:lnTo>
                    <a:pt x="467" y="2707"/>
                  </a:lnTo>
                  <a:lnTo>
                    <a:pt x="467" y="2801"/>
                  </a:lnTo>
                  <a:lnTo>
                    <a:pt x="420" y="2847"/>
                  </a:lnTo>
                  <a:lnTo>
                    <a:pt x="327" y="2894"/>
                  </a:lnTo>
                  <a:lnTo>
                    <a:pt x="280" y="2941"/>
                  </a:lnTo>
                  <a:lnTo>
                    <a:pt x="934" y="2941"/>
                  </a:lnTo>
                  <a:lnTo>
                    <a:pt x="1027" y="2894"/>
                  </a:lnTo>
                  <a:lnTo>
                    <a:pt x="1074" y="2847"/>
                  </a:lnTo>
                  <a:lnTo>
                    <a:pt x="1120" y="2801"/>
                  </a:lnTo>
                  <a:lnTo>
                    <a:pt x="1167" y="2707"/>
                  </a:lnTo>
                  <a:lnTo>
                    <a:pt x="1167" y="467"/>
                  </a:lnTo>
                  <a:lnTo>
                    <a:pt x="1120" y="280"/>
                  </a:lnTo>
                  <a:lnTo>
                    <a:pt x="1027" y="140"/>
                  </a:lnTo>
                  <a:lnTo>
                    <a:pt x="840" y="47"/>
                  </a:lnTo>
                  <a:lnTo>
                    <a:pt x="6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7" name="Google Shape;10847;p79"/>
            <p:cNvSpPr/>
            <p:nvPr/>
          </p:nvSpPr>
          <p:spPr>
            <a:xfrm>
              <a:off x="7298750" y="2860875"/>
              <a:ext cx="23350" cy="32675"/>
            </a:xfrm>
            <a:custGeom>
              <a:rect b="b" l="l" r="r" t="t"/>
              <a:pathLst>
                <a:path extrusionOk="0" h="1307" w="934">
                  <a:moveTo>
                    <a:pt x="1" y="0"/>
                  </a:moveTo>
                  <a:lnTo>
                    <a:pt x="94" y="47"/>
                  </a:lnTo>
                  <a:lnTo>
                    <a:pt x="187" y="93"/>
                  </a:lnTo>
                  <a:lnTo>
                    <a:pt x="234" y="140"/>
                  </a:lnTo>
                  <a:lnTo>
                    <a:pt x="234" y="233"/>
                  </a:lnTo>
                  <a:lnTo>
                    <a:pt x="234" y="1074"/>
                  </a:lnTo>
                  <a:lnTo>
                    <a:pt x="234" y="1167"/>
                  </a:lnTo>
                  <a:lnTo>
                    <a:pt x="187" y="1260"/>
                  </a:lnTo>
                  <a:lnTo>
                    <a:pt x="94" y="1307"/>
                  </a:lnTo>
                  <a:lnTo>
                    <a:pt x="794" y="1307"/>
                  </a:lnTo>
                  <a:lnTo>
                    <a:pt x="841" y="1260"/>
                  </a:lnTo>
                  <a:lnTo>
                    <a:pt x="887" y="1167"/>
                  </a:lnTo>
                  <a:lnTo>
                    <a:pt x="934" y="1074"/>
                  </a:lnTo>
                  <a:lnTo>
                    <a:pt x="934" y="233"/>
                  </a:lnTo>
                  <a:lnTo>
                    <a:pt x="887" y="140"/>
                  </a:lnTo>
                  <a:lnTo>
                    <a:pt x="841" y="93"/>
                  </a:lnTo>
                  <a:lnTo>
                    <a:pt x="794" y="47"/>
                  </a:lnTo>
                  <a:lnTo>
                    <a:pt x="70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8" name="Google Shape;10848;p79"/>
            <p:cNvSpPr/>
            <p:nvPr/>
          </p:nvSpPr>
          <p:spPr>
            <a:xfrm>
              <a:off x="7233425" y="2772200"/>
              <a:ext cx="37350" cy="59525"/>
            </a:xfrm>
            <a:custGeom>
              <a:rect b="b" l="l" r="r" t="t"/>
              <a:pathLst>
                <a:path extrusionOk="0" h="2381" w="1494">
                  <a:moveTo>
                    <a:pt x="887" y="420"/>
                  </a:moveTo>
                  <a:lnTo>
                    <a:pt x="1027" y="514"/>
                  </a:lnTo>
                  <a:lnTo>
                    <a:pt x="1074" y="607"/>
                  </a:lnTo>
                  <a:lnTo>
                    <a:pt x="1120" y="747"/>
                  </a:lnTo>
                  <a:lnTo>
                    <a:pt x="1074" y="887"/>
                  </a:lnTo>
                  <a:lnTo>
                    <a:pt x="1027" y="1027"/>
                  </a:lnTo>
                  <a:lnTo>
                    <a:pt x="887" y="1074"/>
                  </a:lnTo>
                  <a:lnTo>
                    <a:pt x="747" y="1120"/>
                  </a:lnTo>
                  <a:lnTo>
                    <a:pt x="420" y="1120"/>
                  </a:lnTo>
                  <a:lnTo>
                    <a:pt x="420" y="747"/>
                  </a:lnTo>
                  <a:lnTo>
                    <a:pt x="420" y="420"/>
                  </a:lnTo>
                  <a:close/>
                  <a:moveTo>
                    <a:pt x="140" y="0"/>
                  </a:moveTo>
                  <a:lnTo>
                    <a:pt x="47" y="47"/>
                  </a:lnTo>
                  <a:lnTo>
                    <a:pt x="0" y="140"/>
                  </a:lnTo>
                  <a:lnTo>
                    <a:pt x="0" y="187"/>
                  </a:lnTo>
                  <a:lnTo>
                    <a:pt x="0" y="2147"/>
                  </a:lnTo>
                  <a:lnTo>
                    <a:pt x="0" y="2240"/>
                  </a:lnTo>
                  <a:lnTo>
                    <a:pt x="47" y="2287"/>
                  </a:lnTo>
                  <a:lnTo>
                    <a:pt x="140" y="2334"/>
                  </a:lnTo>
                  <a:lnTo>
                    <a:pt x="187" y="2380"/>
                  </a:lnTo>
                  <a:lnTo>
                    <a:pt x="280" y="2334"/>
                  </a:lnTo>
                  <a:lnTo>
                    <a:pt x="327" y="2287"/>
                  </a:lnTo>
                  <a:lnTo>
                    <a:pt x="374" y="2240"/>
                  </a:lnTo>
                  <a:lnTo>
                    <a:pt x="420" y="2147"/>
                  </a:lnTo>
                  <a:lnTo>
                    <a:pt x="420" y="1494"/>
                  </a:lnTo>
                  <a:lnTo>
                    <a:pt x="887" y="1494"/>
                  </a:lnTo>
                  <a:lnTo>
                    <a:pt x="1027" y="1447"/>
                  </a:lnTo>
                  <a:lnTo>
                    <a:pt x="1167" y="1400"/>
                  </a:lnTo>
                  <a:lnTo>
                    <a:pt x="1307" y="1307"/>
                  </a:lnTo>
                  <a:lnTo>
                    <a:pt x="1400" y="1167"/>
                  </a:lnTo>
                  <a:lnTo>
                    <a:pt x="1447" y="1027"/>
                  </a:lnTo>
                  <a:lnTo>
                    <a:pt x="1494" y="887"/>
                  </a:lnTo>
                  <a:lnTo>
                    <a:pt x="1494" y="747"/>
                  </a:lnTo>
                  <a:lnTo>
                    <a:pt x="1494" y="607"/>
                  </a:lnTo>
                  <a:lnTo>
                    <a:pt x="1447" y="467"/>
                  </a:lnTo>
                  <a:lnTo>
                    <a:pt x="1400" y="327"/>
                  </a:lnTo>
                  <a:lnTo>
                    <a:pt x="1307" y="234"/>
                  </a:lnTo>
                  <a:lnTo>
                    <a:pt x="1167" y="140"/>
                  </a:lnTo>
                  <a:lnTo>
                    <a:pt x="1027" y="47"/>
                  </a:lnTo>
                  <a:lnTo>
                    <a:pt x="88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9" name="Google Shape;10849;p79"/>
            <p:cNvSpPr/>
            <p:nvPr/>
          </p:nvSpPr>
          <p:spPr>
            <a:xfrm>
              <a:off x="7033900" y="2772200"/>
              <a:ext cx="42025" cy="59525"/>
            </a:xfrm>
            <a:custGeom>
              <a:rect b="b" l="l" r="r" t="t"/>
              <a:pathLst>
                <a:path extrusionOk="0" h="2381" w="1681">
                  <a:moveTo>
                    <a:pt x="794" y="0"/>
                  </a:moveTo>
                  <a:lnTo>
                    <a:pt x="608" y="47"/>
                  </a:lnTo>
                  <a:lnTo>
                    <a:pt x="421" y="140"/>
                  </a:lnTo>
                  <a:lnTo>
                    <a:pt x="281" y="234"/>
                  </a:lnTo>
                  <a:lnTo>
                    <a:pt x="188" y="374"/>
                  </a:lnTo>
                  <a:lnTo>
                    <a:pt x="141" y="560"/>
                  </a:lnTo>
                  <a:lnTo>
                    <a:pt x="141" y="747"/>
                  </a:lnTo>
                  <a:lnTo>
                    <a:pt x="188" y="887"/>
                  </a:lnTo>
                  <a:lnTo>
                    <a:pt x="234" y="1027"/>
                  </a:lnTo>
                  <a:lnTo>
                    <a:pt x="374" y="1120"/>
                  </a:lnTo>
                  <a:lnTo>
                    <a:pt x="421" y="1167"/>
                  </a:lnTo>
                  <a:lnTo>
                    <a:pt x="981" y="1400"/>
                  </a:lnTo>
                  <a:lnTo>
                    <a:pt x="1121" y="1447"/>
                  </a:lnTo>
                  <a:lnTo>
                    <a:pt x="1214" y="1540"/>
                  </a:lnTo>
                  <a:lnTo>
                    <a:pt x="1261" y="1634"/>
                  </a:lnTo>
                  <a:lnTo>
                    <a:pt x="1261" y="1727"/>
                  </a:lnTo>
                  <a:lnTo>
                    <a:pt x="1214" y="1820"/>
                  </a:lnTo>
                  <a:lnTo>
                    <a:pt x="1168" y="1867"/>
                  </a:lnTo>
                  <a:lnTo>
                    <a:pt x="1028" y="1960"/>
                  </a:lnTo>
                  <a:lnTo>
                    <a:pt x="748" y="1960"/>
                  </a:lnTo>
                  <a:lnTo>
                    <a:pt x="608" y="1914"/>
                  </a:lnTo>
                  <a:lnTo>
                    <a:pt x="468" y="1820"/>
                  </a:lnTo>
                  <a:lnTo>
                    <a:pt x="328" y="1727"/>
                  </a:lnTo>
                  <a:lnTo>
                    <a:pt x="281" y="1680"/>
                  </a:lnTo>
                  <a:lnTo>
                    <a:pt x="141" y="1680"/>
                  </a:lnTo>
                  <a:lnTo>
                    <a:pt x="48" y="1727"/>
                  </a:lnTo>
                  <a:lnTo>
                    <a:pt x="1" y="1774"/>
                  </a:lnTo>
                  <a:lnTo>
                    <a:pt x="1" y="1867"/>
                  </a:lnTo>
                  <a:lnTo>
                    <a:pt x="1" y="1960"/>
                  </a:lnTo>
                  <a:lnTo>
                    <a:pt x="48" y="2007"/>
                  </a:lnTo>
                  <a:lnTo>
                    <a:pt x="234" y="2147"/>
                  </a:lnTo>
                  <a:lnTo>
                    <a:pt x="421" y="2287"/>
                  </a:lnTo>
                  <a:lnTo>
                    <a:pt x="654" y="2334"/>
                  </a:lnTo>
                  <a:lnTo>
                    <a:pt x="888" y="2380"/>
                  </a:lnTo>
                  <a:lnTo>
                    <a:pt x="1168" y="2334"/>
                  </a:lnTo>
                  <a:lnTo>
                    <a:pt x="1401" y="2194"/>
                  </a:lnTo>
                  <a:lnTo>
                    <a:pt x="1588" y="2007"/>
                  </a:lnTo>
                  <a:lnTo>
                    <a:pt x="1681" y="1774"/>
                  </a:lnTo>
                  <a:lnTo>
                    <a:pt x="1681" y="1587"/>
                  </a:lnTo>
                  <a:lnTo>
                    <a:pt x="1588" y="1354"/>
                  </a:lnTo>
                  <a:lnTo>
                    <a:pt x="1401" y="1167"/>
                  </a:lnTo>
                  <a:lnTo>
                    <a:pt x="1121" y="1027"/>
                  </a:lnTo>
                  <a:lnTo>
                    <a:pt x="561" y="794"/>
                  </a:lnTo>
                  <a:lnTo>
                    <a:pt x="514" y="700"/>
                  </a:lnTo>
                  <a:lnTo>
                    <a:pt x="514" y="607"/>
                  </a:lnTo>
                  <a:lnTo>
                    <a:pt x="561" y="514"/>
                  </a:lnTo>
                  <a:lnTo>
                    <a:pt x="701" y="420"/>
                  </a:lnTo>
                  <a:lnTo>
                    <a:pt x="934" y="420"/>
                  </a:lnTo>
                  <a:lnTo>
                    <a:pt x="1121" y="467"/>
                  </a:lnTo>
                  <a:lnTo>
                    <a:pt x="1308" y="560"/>
                  </a:lnTo>
                  <a:lnTo>
                    <a:pt x="1354" y="607"/>
                  </a:lnTo>
                  <a:lnTo>
                    <a:pt x="1448" y="607"/>
                  </a:lnTo>
                  <a:lnTo>
                    <a:pt x="1494" y="560"/>
                  </a:lnTo>
                  <a:lnTo>
                    <a:pt x="1588" y="514"/>
                  </a:lnTo>
                  <a:lnTo>
                    <a:pt x="1588" y="467"/>
                  </a:lnTo>
                  <a:lnTo>
                    <a:pt x="1588" y="374"/>
                  </a:lnTo>
                  <a:lnTo>
                    <a:pt x="1588" y="327"/>
                  </a:lnTo>
                  <a:lnTo>
                    <a:pt x="1541" y="234"/>
                  </a:lnTo>
                  <a:lnTo>
                    <a:pt x="1448" y="187"/>
                  </a:lnTo>
                  <a:lnTo>
                    <a:pt x="1261" y="94"/>
                  </a:lnTo>
                  <a:lnTo>
                    <a:pt x="93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0" name="Google Shape;10850;p79"/>
          <p:cNvGrpSpPr/>
          <p:nvPr/>
        </p:nvGrpSpPr>
        <p:grpSpPr>
          <a:xfrm>
            <a:off x="7807850" y="2579700"/>
            <a:ext cx="336025" cy="336025"/>
            <a:chOff x="7738600" y="2579700"/>
            <a:chExt cx="336025" cy="336025"/>
          </a:xfrm>
        </p:grpSpPr>
        <p:sp>
          <p:nvSpPr>
            <p:cNvPr id="10851" name="Google Shape;10851;p79"/>
            <p:cNvSpPr/>
            <p:nvPr/>
          </p:nvSpPr>
          <p:spPr>
            <a:xfrm>
              <a:off x="7905450" y="2627525"/>
              <a:ext cx="161025" cy="210025"/>
            </a:xfrm>
            <a:custGeom>
              <a:rect b="b" l="l" r="r" t="t"/>
              <a:pathLst>
                <a:path extrusionOk="0" h="8401" w="6441">
                  <a:moveTo>
                    <a:pt x="3640" y="1"/>
                  </a:moveTo>
                  <a:lnTo>
                    <a:pt x="3174" y="94"/>
                  </a:lnTo>
                  <a:lnTo>
                    <a:pt x="2754" y="234"/>
                  </a:lnTo>
                  <a:lnTo>
                    <a:pt x="2380" y="467"/>
                  </a:lnTo>
                  <a:lnTo>
                    <a:pt x="2054" y="747"/>
                  </a:lnTo>
                  <a:lnTo>
                    <a:pt x="1774" y="1121"/>
                  </a:lnTo>
                  <a:lnTo>
                    <a:pt x="1540" y="1494"/>
                  </a:lnTo>
                  <a:lnTo>
                    <a:pt x="1447" y="1914"/>
                  </a:lnTo>
                  <a:lnTo>
                    <a:pt x="1353" y="2381"/>
                  </a:lnTo>
                  <a:lnTo>
                    <a:pt x="1400" y="2707"/>
                  </a:lnTo>
                  <a:lnTo>
                    <a:pt x="1447" y="3034"/>
                  </a:lnTo>
                  <a:lnTo>
                    <a:pt x="1540" y="3361"/>
                  </a:lnTo>
                  <a:lnTo>
                    <a:pt x="1680" y="3641"/>
                  </a:lnTo>
                  <a:lnTo>
                    <a:pt x="1307" y="3781"/>
                  </a:lnTo>
                  <a:lnTo>
                    <a:pt x="980" y="3967"/>
                  </a:lnTo>
                  <a:lnTo>
                    <a:pt x="700" y="4247"/>
                  </a:lnTo>
                  <a:lnTo>
                    <a:pt x="420" y="4527"/>
                  </a:lnTo>
                  <a:lnTo>
                    <a:pt x="233" y="4854"/>
                  </a:lnTo>
                  <a:lnTo>
                    <a:pt x="93" y="5227"/>
                  </a:lnTo>
                  <a:lnTo>
                    <a:pt x="0" y="5647"/>
                  </a:lnTo>
                  <a:lnTo>
                    <a:pt x="0" y="6067"/>
                  </a:lnTo>
                  <a:lnTo>
                    <a:pt x="47" y="6534"/>
                  </a:lnTo>
                  <a:lnTo>
                    <a:pt x="187" y="6954"/>
                  </a:lnTo>
                  <a:lnTo>
                    <a:pt x="420" y="7374"/>
                  </a:lnTo>
                  <a:lnTo>
                    <a:pt x="747" y="7701"/>
                  </a:lnTo>
                  <a:lnTo>
                    <a:pt x="1073" y="8027"/>
                  </a:lnTo>
                  <a:lnTo>
                    <a:pt x="1493" y="8214"/>
                  </a:lnTo>
                  <a:lnTo>
                    <a:pt x="1960" y="8354"/>
                  </a:lnTo>
                  <a:lnTo>
                    <a:pt x="2427" y="8401"/>
                  </a:lnTo>
                  <a:lnTo>
                    <a:pt x="2707" y="8401"/>
                  </a:lnTo>
                  <a:lnTo>
                    <a:pt x="2987" y="8307"/>
                  </a:lnTo>
                  <a:lnTo>
                    <a:pt x="3267" y="8214"/>
                  </a:lnTo>
                  <a:lnTo>
                    <a:pt x="3500" y="8121"/>
                  </a:lnTo>
                  <a:lnTo>
                    <a:pt x="3687" y="7934"/>
                  </a:lnTo>
                  <a:lnTo>
                    <a:pt x="3874" y="7747"/>
                  </a:lnTo>
                  <a:lnTo>
                    <a:pt x="4247" y="7327"/>
                  </a:lnTo>
                  <a:lnTo>
                    <a:pt x="4387" y="7234"/>
                  </a:lnTo>
                  <a:lnTo>
                    <a:pt x="4527" y="7187"/>
                  </a:lnTo>
                  <a:lnTo>
                    <a:pt x="4994" y="7094"/>
                  </a:lnTo>
                  <a:lnTo>
                    <a:pt x="5367" y="6954"/>
                  </a:lnTo>
                  <a:lnTo>
                    <a:pt x="5694" y="6721"/>
                  </a:lnTo>
                  <a:lnTo>
                    <a:pt x="5974" y="6441"/>
                  </a:lnTo>
                  <a:lnTo>
                    <a:pt x="6160" y="6114"/>
                  </a:lnTo>
                  <a:lnTo>
                    <a:pt x="6347" y="5741"/>
                  </a:lnTo>
                  <a:lnTo>
                    <a:pt x="6394" y="5274"/>
                  </a:lnTo>
                  <a:lnTo>
                    <a:pt x="6440" y="4807"/>
                  </a:lnTo>
                  <a:lnTo>
                    <a:pt x="6347" y="4247"/>
                  </a:lnTo>
                  <a:lnTo>
                    <a:pt x="6207" y="3454"/>
                  </a:lnTo>
                  <a:lnTo>
                    <a:pt x="6020" y="2754"/>
                  </a:lnTo>
                  <a:lnTo>
                    <a:pt x="5974" y="2381"/>
                  </a:lnTo>
                  <a:lnTo>
                    <a:pt x="5927" y="1867"/>
                  </a:lnTo>
                  <a:lnTo>
                    <a:pt x="5787" y="1401"/>
                  </a:lnTo>
                  <a:lnTo>
                    <a:pt x="5600" y="981"/>
                  </a:lnTo>
                  <a:lnTo>
                    <a:pt x="5320" y="607"/>
                  </a:lnTo>
                  <a:lnTo>
                    <a:pt x="4994" y="327"/>
                  </a:lnTo>
                  <a:lnTo>
                    <a:pt x="4574" y="141"/>
                  </a:lnTo>
                  <a:lnTo>
                    <a:pt x="4154" y="47"/>
                  </a:lnTo>
                  <a:lnTo>
                    <a:pt x="364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2" name="Google Shape;10852;p79"/>
            <p:cNvSpPr/>
            <p:nvPr/>
          </p:nvSpPr>
          <p:spPr>
            <a:xfrm>
              <a:off x="7957950" y="2627525"/>
              <a:ext cx="116675" cy="210025"/>
            </a:xfrm>
            <a:custGeom>
              <a:rect b="b" l="l" r="r" t="t"/>
              <a:pathLst>
                <a:path extrusionOk="0" h="8401" w="4667">
                  <a:moveTo>
                    <a:pt x="1540" y="1"/>
                  </a:moveTo>
                  <a:lnTo>
                    <a:pt x="1354" y="47"/>
                  </a:lnTo>
                  <a:lnTo>
                    <a:pt x="1820" y="141"/>
                  </a:lnTo>
                  <a:lnTo>
                    <a:pt x="2194" y="281"/>
                  </a:lnTo>
                  <a:lnTo>
                    <a:pt x="2567" y="514"/>
                  </a:lnTo>
                  <a:lnTo>
                    <a:pt x="2847" y="841"/>
                  </a:lnTo>
                  <a:lnTo>
                    <a:pt x="3127" y="1167"/>
                  </a:lnTo>
                  <a:lnTo>
                    <a:pt x="3314" y="1541"/>
                  </a:lnTo>
                  <a:lnTo>
                    <a:pt x="3407" y="1961"/>
                  </a:lnTo>
                  <a:lnTo>
                    <a:pt x="3500" y="2427"/>
                  </a:lnTo>
                  <a:lnTo>
                    <a:pt x="3454" y="2754"/>
                  </a:lnTo>
                  <a:lnTo>
                    <a:pt x="3407" y="3127"/>
                  </a:lnTo>
                  <a:lnTo>
                    <a:pt x="3360" y="3174"/>
                  </a:lnTo>
                  <a:lnTo>
                    <a:pt x="3407" y="3221"/>
                  </a:lnTo>
                  <a:lnTo>
                    <a:pt x="3640" y="3547"/>
                  </a:lnTo>
                  <a:lnTo>
                    <a:pt x="3827" y="3921"/>
                  </a:lnTo>
                  <a:lnTo>
                    <a:pt x="3967" y="4341"/>
                  </a:lnTo>
                  <a:lnTo>
                    <a:pt x="4014" y="4761"/>
                  </a:lnTo>
                  <a:lnTo>
                    <a:pt x="3967" y="5274"/>
                  </a:lnTo>
                  <a:lnTo>
                    <a:pt x="3827" y="5694"/>
                  </a:lnTo>
                  <a:lnTo>
                    <a:pt x="3640" y="6114"/>
                  </a:lnTo>
                  <a:lnTo>
                    <a:pt x="3360" y="6487"/>
                  </a:lnTo>
                  <a:lnTo>
                    <a:pt x="3034" y="6767"/>
                  </a:lnTo>
                  <a:lnTo>
                    <a:pt x="2660" y="7001"/>
                  </a:lnTo>
                  <a:lnTo>
                    <a:pt x="2240" y="7187"/>
                  </a:lnTo>
                  <a:lnTo>
                    <a:pt x="1774" y="7281"/>
                  </a:lnTo>
                  <a:lnTo>
                    <a:pt x="1680" y="7327"/>
                  </a:lnTo>
                  <a:lnTo>
                    <a:pt x="1354" y="7701"/>
                  </a:lnTo>
                  <a:lnTo>
                    <a:pt x="980" y="8027"/>
                  </a:lnTo>
                  <a:lnTo>
                    <a:pt x="514" y="8261"/>
                  </a:lnTo>
                  <a:lnTo>
                    <a:pt x="234" y="8354"/>
                  </a:lnTo>
                  <a:lnTo>
                    <a:pt x="0" y="8401"/>
                  </a:lnTo>
                  <a:lnTo>
                    <a:pt x="654" y="8401"/>
                  </a:lnTo>
                  <a:lnTo>
                    <a:pt x="934" y="8307"/>
                  </a:lnTo>
                  <a:lnTo>
                    <a:pt x="1214" y="8214"/>
                  </a:lnTo>
                  <a:lnTo>
                    <a:pt x="1494" y="8121"/>
                  </a:lnTo>
                  <a:lnTo>
                    <a:pt x="1727" y="7934"/>
                  </a:lnTo>
                  <a:lnTo>
                    <a:pt x="1960" y="7747"/>
                  </a:lnTo>
                  <a:lnTo>
                    <a:pt x="2194" y="7561"/>
                  </a:lnTo>
                  <a:lnTo>
                    <a:pt x="2380" y="7327"/>
                  </a:lnTo>
                  <a:lnTo>
                    <a:pt x="2427" y="7281"/>
                  </a:lnTo>
                  <a:lnTo>
                    <a:pt x="2894" y="7187"/>
                  </a:lnTo>
                  <a:lnTo>
                    <a:pt x="3314" y="7001"/>
                  </a:lnTo>
                  <a:lnTo>
                    <a:pt x="3734" y="6767"/>
                  </a:lnTo>
                  <a:lnTo>
                    <a:pt x="4060" y="6487"/>
                  </a:lnTo>
                  <a:lnTo>
                    <a:pt x="4340" y="6114"/>
                  </a:lnTo>
                  <a:lnTo>
                    <a:pt x="4527" y="5694"/>
                  </a:lnTo>
                  <a:lnTo>
                    <a:pt x="4620" y="5274"/>
                  </a:lnTo>
                  <a:lnTo>
                    <a:pt x="4667" y="4761"/>
                  </a:lnTo>
                  <a:lnTo>
                    <a:pt x="4620" y="4341"/>
                  </a:lnTo>
                  <a:lnTo>
                    <a:pt x="4527" y="3921"/>
                  </a:lnTo>
                  <a:lnTo>
                    <a:pt x="4340" y="3547"/>
                  </a:lnTo>
                  <a:lnTo>
                    <a:pt x="4107" y="3221"/>
                  </a:lnTo>
                  <a:lnTo>
                    <a:pt x="4060" y="3174"/>
                  </a:lnTo>
                  <a:lnTo>
                    <a:pt x="4060" y="3127"/>
                  </a:lnTo>
                  <a:lnTo>
                    <a:pt x="4154" y="2754"/>
                  </a:lnTo>
                  <a:lnTo>
                    <a:pt x="4154" y="2427"/>
                  </a:lnTo>
                  <a:lnTo>
                    <a:pt x="4107" y="1914"/>
                  </a:lnTo>
                  <a:lnTo>
                    <a:pt x="3920" y="1447"/>
                  </a:lnTo>
                  <a:lnTo>
                    <a:pt x="3687" y="1027"/>
                  </a:lnTo>
                  <a:lnTo>
                    <a:pt x="3360" y="654"/>
                  </a:lnTo>
                  <a:lnTo>
                    <a:pt x="2987" y="374"/>
                  </a:lnTo>
                  <a:lnTo>
                    <a:pt x="2520" y="141"/>
                  </a:lnTo>
                  <a:lnTo>
                    <a:pt x="2054" y="47"/>
                  </a:lnTo>
                  <a:lnTo>
                    <a:pt x="154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3" name="Google Shape;10853;p79"/>
            <p:cNvSpPr/>
            <p:nvPr/>
          </p:nvSpPr>
          <p:spPr>
            <a:xfrm>
              <a:off x="7738600" y="2579700"/>
              <a:ext cx="266025" cy="336025"/>
            </a:xfrm>
            <a:custGeom>
              <a:rect b="b" l="l" r="r" t="t"/>
              <a:pathLst>
                <a:path extrusionOk="0" h="13441" w="10641">
                  <a:moveTo>
                    <a:pt x="5181" y="0"/>
                  </a:moveTo>
                  <a:lnTo>
                    <a:pt x="4481" y="93"/>
                  </a:lnTo>
                  <a:lnTo>
                    <a:pt x="3781" y="233"/>
                  </a:lnTo>
                  <a:lnTo>
                    <a:pt x="3174" y="513"/>
                  </a:lnTo>
                  <a:lnTo>
                    <a:pt x="2567" y="793"/>
                  </a:lnTo>
                  <a:lnTo>
                    <a:pt x="2007" y="1213"/>
                  </a:lnTo>
                  <a:lnTo>
                    <a:pt x="1541" y="1634"/>
                  </a:lnTo>
                  <a:lnTo>
                    <a:pt x="1074" y="2147"/>
                  </a:lnTo>
                  <a:lnTo>
                    <a:pt x="701" y="2707"/>
                  </a:lnTo>
                  <a:lnTo>
                    <a:pt x="701" y="2894"/>
                  </a:lnTo>
                  <a:lnTo>
                    <a:pt x="654" y="3080"/>
                  </a:lnTo>
                  <a:lnTo>
                    <a:pt x="607" y="3454"/>
                  </a:lnTo>
                  <a:lnTo>
                    <a:pt x="467" y="3454"/>
                  </a:lnTo>
                  <a:lnTo>
                    <a:pt x="421" y="3407"/>
                  </a:lnTo>
                  <a:lnTo>
                    <a:pt x="374" y="3407"/>
                  </a:lnTo>
                  <a:lnTo>
                    <a:pt x="234" y="3874"/>
                  </a:lnTo>
                  <a:lnTo>
                    <a:pt x="94" y="4387"/>
                  </a:lnTo>
                  <a:lnTo>
                    <a:pt x="47" y="4854"/>
                  </a:lnTo>
                  <a:lnTo>
                    <a:pt x="1" y="5367"/>
                  </a:lnTo>
                  <a:lnTo>
                    <a:pt x="94" y="6300"/>
                  </a:lnTo>
                  <a:lnTo>
                    <a:pt x="234" y="7327"/>
                  </a:lnTo>
                  <a:lnTo>
                    <a:pt x="374" y="7654"/>
                  </a:lnTo>
                  <a:lnTo>
                    <a:pt x="514" y="7980"/>
                  </a:lnTo>
                  <a:lnTo>
                    <a:pt x="701" y="8354"/>
                  </a:lnTo>
                  <a:lnTo>
                    <a:pt x="794" y="8680"/>
                  </a:lnTo>
                  <a:lnTo>
                    <a:pt x="794" y="8727"/>
                  </a:lnTo>
                  <a:lnTo>
                    <a:pt x="701" y="8774"/>
                  </a:lnTo>
                  <a:lnTo>
                    <a:pt x="654" y="8820"/>
                  </a:lnTo>
                  <a:lnTo>
                    <a:pt x="654" y="8867"/>
                  </a:lnTo>
                  <a:lnTo>
                    <a:pt x="1074" y="10080"/>
                  </a:lnTo>
                  <a:lnTo>
                    <a:pt x="1541" y="11294"/>
                  </a:lnTo>
                  <a:lnTo>
                    <a:pt x="1821" y="11854"/>
                  </a:lnTo>
                  <a:lnTo>
                    <a:pt x="2147" y="12414"/>
                  </a:lnTo>
                  <a:lnTo>
                    <a:pt x="2474" y="12927"/>
                  </a:lnTo>
                  <a:lnTo>
                    <a:pt x="2801" y="13394"/>
                  </a:lnTo>
                  <a:lnTo>
                    <a:pt x="2894" y="13441"/>
                  </a:lnTo>
                  <a:lnTo>
                    <a:pt x="3034" y="13441"/>
                  </a:lnTo>
                  <a:lnTo>
                    <a:pt x="3127" y="13394"/>
                  </a:lnTo>
                  <a:lnTo>
                    <a:pt x="3174" y="13254"/>
                  </a:lnTo>
                  <a:lnTo>
                    <a:pt x="3221" y="12601"/>
                  </a:lnTo>
                  <a:lnTo>
                    <a:pt x="3314" y="11761"/>
                  </a:lnTo>
                  <a:lnTo>
                    <a:pt x="3314" y="11714"/>
                  </a:lnTo>
                  <a:lnTo>
                    <a:pt x="3267" y="11620"/>
                  </a:lnTo>
                  <a:lnTo>
                    <a:pt x="3221" y="11527"/>
                  </a:lnTo>
                  <a:lnTo>
                    <a:pt x="3221" y="11434"/>
                  </a:lnTo>
                  <a:lnTo>
                    <a:pt x="3267" y="11434"/>
                  </a:lnTo>
                  <a:lnTo>
                    <a:pt x="3314" y="11387"/>
                  </a:lnTo>
                  <a:lnTo>
                    <a:pt x="3407" y="11340"/>
                  </a:lnTo>
                  <a:lnTo>
                    <a:pt x="3594" y="10594"/>
                  </a:lnTo>
                  <a:lnTo>
                    <a:pt x="3827" y="9894"/>
                  </a:lnTo>
                  <a:lnTo>
                    <a:pt x="3827" y="9800"/>
                  </a:lnTo>
                  <a:lnTo>
                    <a:pt x="3827" y="9707"/>
                  </a:lnTo>
                  <a:lnTo>
                    <a:pt x="3781" y="9614"/>
                  </a:lnTo>
                  <a:lnTo>
                    <a:pt x="3781" y="9567"/>
                  </a:lnTo>
                  <a:lnTo>
                    <a:pt x="3827" y="9520"/>
                  </a:lnTo>
                  <a:lnTo>
                    <a:pt x="3967" y="9520"/>
                  </a:lnTo>
                  <a:lnTo>
                    <a:pt x="3967" y="9474"/>
                  </a:lnTo>
                  <a:lnTo>
                    <a:pt x="4247" y="8914"/>
                  </a:lnTo>
                  <a:lnTo>
                    <a:pt x="4527" y="8400"/>
                  </a:lnTo>
                  <a:lnTo>
                    <a:pt x="4527" y="8354"/>
                  </a:lnTo>
                  <a:lnTo>
                    <a:pt x="4481" y="8260"/>
                  </a:lnTo>
                  <a:lnTo>
                    <a:pt x="4481" y="8167"/>
                  </a:lnTo>
                  <a:lnTo>
                    <a:pt x="4481" y="8120"/>
                  </a:lnTo>
                  <a:lnTo>
                    <a:pt x="4714" y="8120"/>
                  </a:lnTo>
                  <a:lnTo>
                    <a:pt x="4807" y="8074"/>
                  </a:lnTo>
                  <a:lnTo>
                    <a:pt x="4947" y="7934"/>
                  </a:lnTo>
                  <a:lnTo>
                    <a:pt x="5087" y="7840"/>
                  </a:lnTo>
                  <a:lnTo>
                    <a:pt x="5227" y="7794"/>
                  </a:lnTo>
                  <a:lnTo>
                    <a:pt x="5554" y="7794"/>
                  </a:lnTo>
                  <a:lnTo>
                    <a:pt x="5694" y="7840"/>
                  </a:lnTo>
                  <a:lnTo>
                    <a:pt x="5834" y="7934"/>
                  </a:lnTo>
                  <a:lnTo>
                    <a:pt x="5974" y="8074"/>
                  </a:lnTo>
                  <a:lnTo>
                    <a:pt x="6021" y="8120"/>
                  </a:lnTo>
                  <a:lnTo>
                    <a:pt x="6254" y="8120"/>
                  </a:lnTo>
                  <a:lnTo>
                    <a:pt x="6254" y="8260"/>
                  </a:lnTo>
                  <a:lnTo>
                    <a:pt x="6254" y="8400"/>
                  </a:lnTo>
                  <a:lnTo>
                    <a:pt x="6534" y="8914"/>
                  </a:lnTo>
                  <a:lnTo>
                    <a:pt x="6767" y="9474"/>
                  </a:lnTo>
                  <a:lnTo>
                    <a:pt x="6861" y="9567"/>
                  </a:lnTo>
                  <a:lnTo>
                    <a:pt x="6907" y="9614"/>
                  </a:lnTo>
                  <a:lnTo>
                    <a:pt x="6907" y="9754"/>
                  </a:lnTo>
                  <a:lnTo>
                    <a:pt x="6907" y="9894"/>
                  </a:lnTo>
                  <a:lnTo>
                    <a:pt x="7141" y="10594"/>
                  </a:lnTo>
                  <a:lnTo>
                    <a:pt x="7327" y="11340"/>
                  </a:lnTo>
                  <a:lnTo>
                    <a:pt x="7421" y="11434"/>
                  </a:lnTo>
                  <a:lnTo>
                    <a:pt x="7467" y="11527"/>
                  </a:lnTo>
                  <a:lnTo>
                    <a:pt x="7467" y="11667"/>
                  </a:lnTo>
                  <a:lnTo>
                    <a:pt x="7421" y="11761"/>
                  </a:lnTo>
                  <a:lnTo>
                    <a:pt x="7561" y="12601"/>
                  </a:lnTo>
                  <a:lnTo>
                    <a:pt x="7607" y="13254"/>
                  </a:lnTo>
                  <a:lnTo>
                    <a:pt x="7654" y="13394"/>
                  </a:lnTo>
                  <a:lnTo>
                    <a:pt x="7747" y="13441"/>
                  </a:lnTo>
                  <a:lnTo>
                    <a:pt x="7887" y="13441"/>
                  </a:lnTo>
                  <a:lnTo>
                    <a:pt x="7981" y="13394"/>
                  </a:lnTo>
                  <a:lnTo>
                    <a:pt x="8167" y="13067"/>
                  </a:lnTo>
                  <a:lnTo>
                    <a:pt x="8354" y="12694"/>
                  </a:lnTo>
                  <a:lnTo>
                    <a:pt x="8821" y="11667"/>
                  </a:lnTo>
                  <a:lnTo>
                    <a:pt x="9241" y="10407"/>
                  </a:lnTo>
                  <a:lnTo>
                    <a:pt x="9661" y="9054"/>
                  </a:lnTo>
                  <a:lnTo>
                    <a:pt x="10034" y="7794"/>
                  </a:lnTo>
                  <a:lnTo>
                    <a:pt x="10361" y="6674"/>
                  </a:lnTo>
                  <a:lnTo>
                    <a:pt x="10548" y="5834"/>
                  </a:lnTo>
                  <a:lnTo>
                    <a:pt x="10641" y="5367"/>
                  </a:lnTo>
                  <a:lnTo>
                    <a:pt x="10594" y="5087"/>
                  </a:lnTo>
                  <a:lnTo>
                    <a:pt x="10501" y="4714"/>
                  </a:lnTo>
                  <a:lnTo>
                    <a:pt x="10268" y="3920"/>
                  </a:lnTo>
                  <a:lnTo>
                    <a:pt x="9988" y="3174"/>
                  </a:lnTo>
                  <a:lnTo>
                    <a:pt x="9801" y="2800"/>
                  </a:lnTo>
                  <a:lnTo>
                    <a:pt x="9474" y="2240"/>
                  </a:lnTo>
                  <a:lnTo>
                    <a:pt x="9054" y="1727"/>
                  </a:lnTo>
                  <a:lnTo>
                    <a:pt x="8588" y="1260"/>
                  </a:lnTo>
                  <a:lnTo>
                    <a:pt x="8074" y="840"/>
                  </a:lnTo>
                  <a:lnTo>
                    <a:pt x="7514" y="513"/>
                  </a:lnTo>
                  <a:lnTo>
                    <a:pt x="6954" y="280"/>
                  </a:lnTo>
                  <a:lnTo>
                    <a:pt x="6301" y="93"/>
                  </a:lnTo>
                  <a:lnTo>
                    <a:pt x="5601" y="0"/>
                  </a:lnTo>
                  <a:lnTo>
                    <a:pt x="5554" y="47"/>
                  </a:lnTo>
                  <a:lnTo>
                    <a:pt x="5507" y="93"/>
                  </a:lnTo>
                  <a:lnTo>
                    <a:pt x="5414" y="187"/>
                  </a:lnTo>
                  <a:lnTo>
                    <a:pt x="5321" y="187"/>
                  </a:lnTo>
                  <a:lnTo>
                    <a:pt x="5274" y="93"/>
                  </a:lnTo>
                  <a:lnTo>
                    <a:pt x="5227" y="47"/>
                  </a:lnTo>
                  <a:lnTo>
                    <a:pt x="518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4" name="Google Shape;10854;p79"/>
            <p:cNvSpPr/>
            <p:nvPr/>
          </p:nvSpPr>
          <p:spPr>
            <a:xfrm>
              <a:off x="7843600" y="2647350"/>
              <a:ext cx="51375" cy="67700"/>
            </a:xfrm>
            <a:custGeom>
              <a:rect b="b" l="l" r="r" t="t"/>
              <a:pathLst>
                <a:path extrusionOk="0" h="2708" w="2055">
                  <a:moveTo>
                    <a:pt x="934" y="1"/>
                  </a:moveTo>
                  <a:lnTo>
                    <a:pt x="747" y="94"/>
                  </a:lnTo>
                  <a:lnTo>
                    <a:pt x="514" y="188"/>
                  </a:lnTo>
                  <a:lnTo>
                    <a:pt x="374" y="328"/>
                  </a:lnTo>
                  <a:lnTo>
                    <a:pt x="187" y="514"/>
                  </a:lnTo>
                  <a:lnTo>
                    <a:pt x="94" y="701"/>
                  </a:lnTo>
                  <a:lnTo>
                    <a:pt x="47" y="934"/>
                  </a:lnTo>
                  <a:lnTo>
                    <a:pt x="1" y="1168"/>
                  </a:lnTo>
                  <a:lnTo>
                    <a:pt x="47" y="1401"/>
                  </a:lnTo>
                  <a:lnTo>
                    <a:pt x="94" y="1681"/>
                  </a:lnTo>
                  <a:lnTo>
                    <a:pt x="187" y="1961"/>
                  </a:lnTo>
                  <a:lnTo>
                    <a:pt x="374" y="2194"/>
                  </a:lnTo>
                  <a:lnTo>
                    <a:pt x="514" y="2381"/>
                  </a:lnTo>
                  <a:lnTo>
                    <a:pt x="747" y="2568"/>
                  </a:lnTo>
                  <a:lnTo>
                    <a:pt x="934" y="2661"/>
                  </a:lnTo>
                  <a:lnTo>
                    <a:pt x="1167" y="2708"/>
                  </a:lnTo>
                  <a:lnTo>
                    <a:pt x="1401" y="2661"/>
                  </a:lnTo>
                  <a:lnTo>
                    <a:pt x="1587" y="2568"/>
                  </a:lnTo>
                  <a:lnTo>
                    <a:pt x="1727" y="2381"/>
                  </a:lnTo>
                  <a:lnTo>
                    <a:pt x="1867" y="2194"/>
                  </a:lnTo>
                  <a:lnTo>
                    <a:pt x="1961" y="1961"/>
                  </a:lnTo>
                  <a:lnTo>
                    <a:pt x="2007" y="1681"/>
                  </a:lnTo>
                  <a:lnTo>
                    <a:pt x="2054" y="1168"/>
                  </a:lnTo>
                  <a:lnTo>
                    <a:pt x="2007" y="701"/>
                  </a:lnTo>
                  <a:lnTo>
                    <a:pt x="1961" y="514"/>
                  </a:lnTo>
                  <a:lnTo>
                    <a:pt x="1867" y="328"/>
                  </a:lnTo>
                  <a:lnTo>
                    <a:pt x="1727" y="188"/>
                  </a:lnTo>
                  <a:lnTo>
                    <a:pt x="1587" y="94"/>
                  </a:lnTo>
                  <a:lnTo>
                    <a:pt x="1401" y="1"/>
                  </a:lnTo>
                  <a:close/>
                </a:path>
              </a:pathLst>
            </a:custGeom>
            <a:solidFill>
              <a:srgbClr val="EEF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5" name="Google Shape;10855;p79"/>
            <p:cNvSpPr/>
            <p:nvPr/>
          </p:nvSpPr>
          <p:spPr>
            <a:xfrm>
              <a:off x="7864600" y="2579700"/>
              <a:ext cx="142375" cy="336025"/>
            </a:xfrm>
            <a:custGeom>
              <a:rect b="b" l="l" r="r" t="t"/>
              <a:pathLst>
                <a:path extrusionOk="0" h="13441" w="5695">
                  <a:moveTo>
                    <a:pt x="141" y="0"/>
                  </a:moveTo>
                  <a:lnTo>
                    <a:pt x="1" y="47"/>
                  </a:lnTo>
                  <a:lnTo>
                    <a:pt x="421" y="93"/>
                  </a:lnTo>
                  <a:lnTo>
                    <a:pt x="841" y="140"/>
                  </a:lnTo>
                  <a:lnTo>
                    <a:pt x="1261" y="280"/>
                  </a:lnTo>
                  <a:lnTo>
                    <a:pt x="1634" y="420"/>
                  </a:lnTo>
                  <a:lnTo>
                    <a:pt x="2007" y="560"/>
                  </a:lnTo>
                  <a:lnTo>
                    <a:pt x="2381" y="747"/>
                  </a:lnTo>
                  <a:lnTo>
                    <a:pt x="2754" y="980"/>
                  </a:lnTo>
                  <a:lnTo>
                    <a:pt x="3081" y="1213"/>
                  </a:lnTo>
                  <a:lnTo>
                    <a:pt x="3361" y="1494"/>
                  </a:lnTo>
                  <a:lnTo>
                    <a:pt x="3641" y="1774"/>
                  </a:lnTo>
                  <a:lnTo>
                    <a:pt x="3921" y="2100"/>
                  </a:lnTo>
                  <a:lnTo>
                    <a:pt x="4154" y="2427"/>
                  </a:lnTo>
                  <a:lnTo>
                    <a:pt x="4388" y="2800"/>
                  </a:lnTo>
                  <a:lnTo>
                    <a:pt x="4528" y="3174"/>
                  </a:lnTo>
                  <a:lnTo>
                    <a:pt x="4714" y="3547"/>
                  </a:lnTo>
                  <a:lnTo>
                    <a:pt x="4854" y="3920"/>
                  </a:lnTo>
                  <a:lnTo>
                    <a:pt x="4901" y="4060"/>
                  </a:lnTo>
                  <a:lnTo>
                    <a:pt x="4948" y="4107"/>
                  </a:lnTo>
                  <a:lnTo>
                    <a:pt x="4994" y="4200"/>
                  </a:lnTo>
                  <a:lnTo>
                    <a:pt x="5041" y="4294"/>
                  </a:lnTo>
                  <a:lnTo>
                    <a:pt x="5041" y="4574"/>
                  </a:lnTo>
                  <a:lnTo>
                    <a:pt x="4994" y="4854"/>
                  </a:lnTo>
                  <a:lnTo>
                    <a:pt x="5041" y="5367"/>
                  </a:lnTo>
                  <a:lnTo>
                    <a:pt x="4994" y="6160"/>
                  </a:lnTo>
                  <a:lnTo>
                    <a:pt x="4854" y="7094"/>
                  </a:lnTo>
                  <a:lnTo>
                    <a:pt x="4621" y="8074"/>
                  </a:lnTo>
                  <a:lnTo>
                    <a:pt x="4341" y="9100"/>
                  </a:lnTo>
                  <a:lnTo>
                    <a:pt x="4294" y="9240"/>
                  </a:lnTo>
                  <a:lnTo>
                    <a:pt x="4294" y="9380"/>
                  </a:lnTo>
                  <a:lnTo>
                    <a:pt x="4341" y="9520"/>
                  </a:lnTo>
                  <a:lnTo>
                    <a:pt x="4294" y="9660"/>
                  </a:lnTo>
                  <a:lnTo>
                    <a:pt x="4108" y="9987"/>
                  </a:lnTo>
                  <a:lnTo>
                    <a:pt x="3921" y="10314"/>
                  </a:lnTo>
                  <a:lnTo>
                    <a:pt x="3594" y="11014"/>
                  </a:lnTo>
                  <a:lnTo>
                    <a:pt x="3268" y="11714"/>
                  </a:lnTo>
                  <a:lnTo>
                    <a:pt x="2941" y="12367"/>
                  </a:lnTo>
                  <a:lnTo>
                    <a:pt x="2567" y="12927"/>
                  </a:lnTo>
                  <a:lnTo>
                    <a:pt x="2567" y="13254"/>
                  </a:lnTo>
                  <a:lnTo>
                    <a:pt x="2614" y="13394"/>
                  </a:lnTo>
                  <a:lnTo>
                    <a:pt x="2707" y="13441"/>
                  </a:lnTo>
                  <a:lnTo>
                    <a:pt x="2847" y="13441"/>
                  </a:lnTo>
                  <a:lnTo>
                    <a:pt x="2941" y="13394"/>
                  </a:lnTo>
                  <a:lnTo>
                    <a:pt x="3314" y="12881"/>
                  </a:lnTo>
                  <a:lnTo>
                    <a:pt x="3641" y="12321"/>
                  </a:lnTo>
                  <a:lnTo>
                    <a:pt x="3968" y="11714"/>
                  </a:lnTo>
                  <a:lnTo>
                    <a:pt x="4248" y="11107"/>
                  </a:lnTo>
                  <a:lnTo>
                    <a:pt x="4761" y="9847"/>
                  </a:lnTo>
                  <a:lnTo>
                    <a:pt x="5181" y="8540"/>
                  </a:lnTo>
                  <a:lnTo>
                    <a:pt x="5181" y="8400"/>
                  </a:lnTo>
                  <a:lnTo>
                    <a:pt x="5181" y="8307"/>
                  </a:lnTo>
                  <a:lnTo>
                    <a:pt x="5181" y="8167"/>
                  </a:lnTo>
                  <a:lnTo>
                    <a:pt x="5181" y="8027"/>
                  </a:lnTo>
                  <a:lnTo>
                    <a:pt x="5368" y="7514"/>
                  </a:lnTo>
                  <a:lnTo>
                    <a:pt x="5461" y="7280"/>
                  </a:lnTo>
                  <a:lnTo>
                    <a:pt x="5554" y="7047"/>
                  </a:lnTo>
                  <a:lnTo>
                    <a:pt x="5648" y="6160"/>
                  </a:lnTo>
                  <a:lnTo>
                    <a:pt x="5694" y="5367"/>
                  </a:lnTo>
                  <a:lnTo>
                    <a:pt x="5694" y="4900"/>
                  </a:lnTo>
                  <a:lnTo>
                    <a:pt x="5601" y="4387"/>
                  </a:lnTo>
                  <a:lnTo>
                    <a:pt x="5508" y="3920"/>
                  </a:lnTo>
                  <a:lnTo>
                    <a:pt x="5368" y="3454"/>
                  </a:lnTo>
                  <a:lnTo>
                    <a:pt x="5274" y="3454"/>
                  </a:lnTo>
                  <a:lnTo>
                    <a:pt x="5088" y="3360"/>
                  </a:lnTo>
                  <a:lnTo>
                    <a:pt x="5041" y="3034"/>
                  </a:lnTo>
                  <a:lnTo>
                    <a:pt x="4994" y="2754"/>
                  </a:lnTo>
                  <a:lnTo>
                    <a:pt x="4621" y="2194"/>
                  </a:lnTo>
                  <a:lnTo>
                    <a:pt x="4201" y="1680"/>
                  </a:lnTo>
                  <a:lnTo>
                    <a:pt x="3734" y="1213"/>
                  </a:lnTo>
                  <a:lnTo>
                    <a:pt x="3174" y="840"/>
                  </a:lnTo>
                  <a:lnTo>
                    <a:pt x="2567" y="513"/>
                  </a:lnTo>
                  <a:lnTo>
                    <a:pt x="1914" y="233"/>
                  </a:lnTo>
                  <a:lnTo>
                    <a:pt x="1261" y="93"/>
                  </a:lnTo>
                  <a:lnTo>
                    <a:pt x="561" y="0"/>
                  </a:lnTo>
                  <a:lnTo>
                    <a:pt x="374" y="47"/>
                  </a:lnTo>
                  <a:lnTo>
                    <a:pt x="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6" name="Google Shape;10856;p79"/>
            <p:cNvSpPr/>
            <p:nvPr/>
          </p:nvSpPr>
          <p:spPr>
            <a:xfrm>
              <a:off x="7868100" y="2579700"/>
              <a:ext cx="10525" cy="75850"/>
            </a:xfrm>
            <a:custGeom>
              <a:rect b="b" l="l" r="r" t="t"/>
              <a:pathLst>
                <a:path extrusionOk="0" h="3034" w="421">
                  <a:moveTo>
                    <a:pt x="1" y="0"/>
                  </a:moveTo>
                  <a:lnTo>
                    <a:pt x="1" y="2847"/>
                  </a:lnTo>
                  <a:lnTo>
                    <a:pt x="1" y="2894"/>
                  </a:lnTo>
                  <a:lnTo>
                    <a:pt x="47" y="2987"/>
                  </a:lnTo>
                  <a:lnTo>
                    <a:pt x="141" y="3034"/>
                  </a:lnTo>
                  <a:lnTo>
                    <a:pt x="281" y="3034"/>
                  </a:lnTo>
                  <a:lnTo>
                    <a:pt x="327" y="2987"/>
                  </a:lnTo>
                  <a:lnTo>
                    <a:pt x="374" y="2894"/>
                  </a:lnTo>
                  <a:lnTo>
                    <a:pt x="421" y="2847"/>
                  </a:lnTo>
                  <a:lnTo>
                    <a:pt x="4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7" name="Google Shape;10857;p79"/>
            <p:cNvSpPr/>
            <p:nvPr/>
          </p:nvSpPr>
          <p:spPr>
            <a:xfrm>
              <a:off x="7864600" y="2647350"/>
              <a:ext cx="38525" cy="67700"/>
            </a:xfrm>
            <a:custGeom>
              <a:rect b="b" l="l" r="r" t="t"/>
              <a:pathLst>
                <a:path extrusionOk="0" h="2708" w="1541">
                  <a:moveTo>
                    <a:pt x="327" y="1"/>
                  </a:moveTo>
                  <a:lnTo>
                    <a:pt x="1" y="48"/>
                  </a:lnTo>
                  <a:lnTo>
                    <a:pt x="187" y="94"/>
                  </a:lnTo>
                  <a:lnTo>
                    <a:pt x="327" y="188"/>
                  </a:lnTo>
                  <a:lnTo>
                    <a:pt x="467" y="328"/>
                  </a:lnTo>
                  <a:lnTo>
                    <a:pt x="607" y="468"/>
                  </a:lnTo>
                  <a:lnTo>
                    <a:pt x="701" y="608"/>
                  </a:lnTo>
                  <a:lnTo>
                    <a:pt x="794" y="794"/>
                  </a:lnTo>
                  <a:lnTo>
                    <a:pt x="841" y="981"/>
                  </a:lnTo>
                  <a:lnTo>
                    <a:pt x="841" y="1168"/>
                  </a:lnTo>
                  <a:lnTo>
                    <a:pt x="841" y="1354"/>
                  </a:lnTo>
                  <a:lnTo>
                    <a:pt x="794" y="1588"/>
                  </a:lnTo>
                  <a:lnTo>
                    <a:pt x="607" y="2008"/>
                  </a:lnTo>
                  <a:lnTo>
                    <a:pt x="467" y="2194"/>
                  </a:lnTo>
                  <a:lnTo>
                    <a:pt x="327" y="2381"/>
                  </a:lnTo>
                  <a:lnTo>
                    <a:pt x="187" y="2521"/>
                  </a:lnTo>
                  <a:lnTo>
                    <a:pt x="1" y="2661"/>
                  </a:lnTo>
                  <a:lnTo>
                    <a:pt x="187" y="2708"/>
                  </a:lnTo>
                  <a:lnTo>
                    <a:pt x="327" y="2708"/>
                  </a:lnTo>
                  <a:lnTo>
                    <a:pt x="561" y="2661"/>
                  </a:lnTo>
                  <a:lnTo>
                    <a:pt x="794" y="2568"/>
                  </a:lnTo>
                  <a:lnTo>
                    <a:pt x="981" y="2381"/>
                  </a:lnTo>
                  <a:lnTo>
                    <a:pt x="1167" y="2194"/>
                  </a:lnTo>
                  <a:lnTo>
                    <a:pt x="1307" y="1961"/>
                  </a:lnTo>
                  <a:lnTo>
                    <a:pt x="1447" y="1681"/>
                  </a:lnTo>
                  <a:lnTo>
                    <a:pt x="1494" y="1401"/>
                  </a:lnTo>
                  <a:lnTo>
                    <a:pt x="1541" y="1168"/>
                  </a:lnTo>
                  <a:lnTo>
                    <a:pt x="1494" y="934"/>
                  </a:lnTo>
                  <a:lnTo>
                    <a:pt x="1447" y="701"/>
                  </a:lnTo>
                  <a:lnTo>
                    <a:pt x="1307" y="514"/>
                  </a:lnTo>
                  <a:lnTo>
                    <a:pt x="1167" y="328"/>
                  </a:lnTo>
                  <a:lnTo>
                    <a:pt x="981" y="188"/>
                  </a:lnTo>
                  <a:lnTo>
                    <a:pt x="794" y="94"/>
                  </a:lnTo>
                  <a:lnTo>
                    <a:pt x="56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8" name="Google Shape;10858;p79"/>
            <p:cNvSpPr/>
            <p:nvPr/>
          </p:nvSpPr>
          <p:spPr>
            <a:xfrm>
              <a:off x="7799275" y="2608850"/>
              <a:ext cx="148200" cy="180875"/>
            </a:xfrm>
            <a:custGeom>
              <a:rect b="b" l="l" r="r" t="t"/>
              <a:pathLst>
                <a:path extrusionOk="0" h="7235" w="5928">
                  <a:moveTo>
                    <a:pt x="2660" y="1"/>
                  </a:moveTo>
                  <a:lnTo>
                    <a:pt x="2380" y="47"/>
                  </a:lnTo>
                  <a:lnTo>
                    <a:pt x="2100" y="94"/>
                  </a:lnTo>
                  <a:lnTo>
                    <a:pt x="1820" y="234"/>
                  </a:lnTo>
                  <a:lnTo>
                    <a:pt x="1307" y="468"/>
                  </a:lnTo>
                  <a:lnTo>
                    <a:pt x="887" y="841"/>
                  </a:lnTo>
                  <a:lnTo>
                    <a:pt x="514" y="1308"/>
                  </a:lnTo>
                  <a:lnTo>
                    <a:pt x="234" y="1774"/>
                  </a:lnTo>
                  <a:lnTo>
                    <a:pt x="140" y="2054"/>
                  </a:lnTo>
                  <a:lnTo>
                    <a:pt x="47" y="2334"/>
                  </a:lnTo>
                  <a:lnTo>
                    <a:pt x="0" y="2661"/>
                  </a:lnTo>
                  <a:lnTo>
                    <a:pt x="0" y="2941"/>
                  </a:lnTo>
                  <a:lnTo>
                    <a:pt x="47" y="3501"/>
                  </a:lnTo>
                  <a:lnTo>
                    <a:pt x="187" y="4108"/>
                  </a:lnTo>
                  <a:lnTo>
                    <a:pt x="374" y="4714"/>
                  </a:lnTo>
                  <a:lnTo>
                    <a:pt x="654" y="5368"/>
                  </a:lnTo>
                  <a:lnTo>
                    <a:pt x="887" y="5788"/>
                  </a:lnTo>
                  <a:lnTo>
                    <a:pt x="1214" y="6301"/>
                  </a:lnTo>
                  <a:lnTo>
                    <a:pt x="1634" y="6814"/>
                  </a:lnTo>
                  <a:lnTo>
                    <a:pt x="1867" y="7048"/>
                  </a:lnTo>
                  <a:lnTo>
                    <a:pt x="2100" y="7234"/>
                  </a:lnTo>
                  <a:lnTo>
                    <a:pt x="2380" y="6908"/>
                  </a:lnTo>
                  <a:lnTo>
                    <a:pt x="2007" y="6628"/>
                  </a:lnTo>
                  <a:lnTo>
                    <a:pt x="1680" y="6254"/>
                  </a:lnTo>
                  <a:lnTo>
                    <a:pt x="1307" y="5741"/>
                  </a:lnTo>
                  <a:lnTo>
                    <a:pt x="1027" y="5181"/>
                  </a:lnTo>
                  <a:lnTo>
                    <a:pt x="747" y="4574"/>
                  </a:lnTo>
                  <a:lnTo>
                    <a:pt x="560" y="4014"/>
                  </a:lnTo>
                  <a:lnTo>
                    <a:pt x="467" y="3454"/>
                  </a:lnTo>
                  <a:lnTo>
                    <a:pt x="420" y="2941"/>
                  </a:lnTo>
                  <a:lnTo>
                    <a:pt x="467" y="2428"/>
                  </a:lnTo>
                  <a:lnTo>
                    <a:pt x="607" y="1961"/>
                  </a:lnTo>
                  <a:lnTo>
                    <a:pt x="840" y="1494"/>
                  </a:lnTo>
                  <a:lnTo>
                    <a:pt x="1167" y="1121"/>
                  </a:lnTo>
                  <a:lnTo>
                    <a:pt x="1540" y="841"/>
                  </a:lnTo>
                  <a:lnTo>
                    <a:pt x="1960" y="608"/>
                  </a:lnTo>
                  <a:lnTo>
                    <a:pt x="2427" y="421"/>
                  </a:lnTo>
                  <a:lnTo>
                    <a:pt x="2940" y="374"/>
                  </a:lnTo>
                  <a:lnTo>
                    <a:pt x="3454" y="421"/>
                  </a:lnTo>
                  <a:lnTo>
                    <a:pt x="3967" y="608"/>
                  </a:lnTo>
                  <a:lnTo>
                    <a:pt x="4387" y="841"/>
                  </a:lnTo>
                  <a:lnTo>
                    <a:pt x="4760" y="1121"/>
                  </a:lnTo>
                  <a:lnTo>
                    <a:pt x="5087" y="1494"/>
                  </a:lnTo>
                  <a:lnTo>
                    <a:pt x="5320" y="1961"/>
                  </a:lnTo>
                  <a:lnTo>
                    <a:pt x="5460" y="2428"/>
                  </a:lnTo>
                  <a:lnTo>
                    <a:pt x="5507" y="2941"/>
                  </a:lnTo>
                  <a:lnTo>
                    <a:pt x="5460" y="3454"/>
                  </a:lnTo>
                  <a:lnTo>
                    <a:pt x="5367" y="4014"/>
                  </a:lnTo>
                  <a:lnTo>
                    <a:pt x="5180" y="4574"/>
                  </a:lnTo>
                  <a:lnTo>
                    <a:pt x="4947" y="5181"/>
                  </a:lnTo>
                  <a:lnTo>
                    <a:pt x="4620" y="5741"/>
                  </a:lnTo>
                  <a:lnTo>
                    <a:pt x="4294" y="6254"/>
                  </a:lnTo>
                  <a:lnTo>
                    <a:pt x="3920" y="6628"/>
                  </a:lnTo>
                  <a:lnTo>
                    <a:pt x="3547" y="6908"/>
                  </a:lnTo>
                  <a:lnTo>
                    <a:pt x="3827" y="7234"/>
                  </a:lnTo>
                  <a:lnTo>
                    <a:pt x="4200" y="6908"/>
                  </a:lnTo>
                  <a:lnTo>
                    <a:pt x="4620" y="6488"/>
                  </a:lnTo>
                  <a:lnTo>
                    <a:pt x="4947" y="5974"/>
                  </a:lnTo>
                  <a:lnTo>
                    <a:pt x="5274" y="5368"/>
                  </a:lnTo>
                  <a:lnTo>
                    <a:pt x="5554" y="4714"/>
                  </a:lnTo>
                  <a:lnTo>
                    <a:pt x="5740" y="4061"/>
                  </a:lnTo>
                  <a:lnTo>
                    <a:pt x="5881" y="3501"/>
                  </a:lnTo>
                  <a:lnTo>
                    <a:pt x="5927" y="2941"/>
                  </a:lnTo>
                  <a:lnTo>
                    <a:pt x="5881" y="2661"/>
                  </a:lnTo>
                  <a:lnTo>
                    <a:pt x="5834" y="2334"/>
                  </a:lnTo>
                  <a:lnTo>
                    <a:pt x="5787" y="2054"/>
                  </a:lnTo>
                  <a:lnTo>
                    <a:pt x="5694" y="1774"/>
                  </a:lnTo>
                  <a:lnTo>
                    <a:pt x="5414" y="1308"/>
                  </a:lnTo>
                  <a:lnTo>
                    <a:pt x="5040" y="841"/>
                  </a:lnTo>
                  <a:lnTo>
                    <a:pt x="4620" y="468"/>
                  </a:lnTo>
                  <a:lnTo>
                    <a:pt x="4107" y="234"/>
                  </a:lnTo>
                  <a:lnTo>
                    <a:pt x="3827" y="94"/>
                  </a:lnTo>
                  <a:lnTo>
                    <a:pt x="3547" y="47"/>
                  </a:lnTo>
                  <a:lnTo>
                    <a:pt x="32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9" name="Google Shape;10859;p79"/>
            <p:cNvSpPr/>
            <p:nvPr/>
          </p:nvSpPr>
          <p:spPr>
            <a:xfrm>
              <a:off x="7907775" y="2648525"/>
              <a:ext cx="91025" cy="178525"/>
            </a:xfrm>
            <a:custGeom>
              <a:rect b="b" l="l" r="r" t="t"/>
              <a:pathLst>
                <a:path extrusionOk="0" h="7141" w="3641">
                  <a:moveTo>
                    <a:pt x="3267" y="1"/>
                  </a:moveTo>
                  <a:lnTo>
                    <a:pt x="3174" y="794"/>
                  </a:lnTo>
                  <a:lnTo>
                    <a:pt x="2987" y="1727"/>
                  </a:lnTo>
                  <a:lnTo>
                    <a:pt x="2661" y="2661"/>
                  </a:lnTo>
                  <a:lnTo>
                    <a:pt x="2241" y="3641"/>
                  </a:lnTo>
                  <a:lnTo>
                    <a:pt x="1774" y="4574"/>
                  </a:lnTo>
                  <a:lnTo>
                    <a:pt x="1214" y="5414"/>
                  </a:lnTo>
                  <a:lnTo>
                    <a:pt x="934" y="5787"/>
                  </a:lnTo>
                  <a:lnTo>
                    <a:pt x="654" y="6161"/>
                  </a:lnTo>
                  <a:lnTo>
                    <a:pt x="327" y="6441"/>
                  </a:lnTo>
                  <a:lnTo>
                    <a:pt x="0" y="6721"/>
                  </a:lnTo>
                  <a:lnTo>
                    <a:pt x="140" y="7141"/>
                  </a:lnTo>
                  <a:lnTo>
                    <a:pt x="467" y="6861"/>
                  </a:lnTo>
                  <a:lnTo>
                    <a:pt x="794" y="6581"/>
                  </a:lnTo>
                  <a:lnTo>
                    <a:pt x="1120" y="6207"/>
                  </a:lnTo>
                  <a:lnTo>
                    <a:pt x="1447" y="5834"/>
                  </a:lnTo>
                  <a:lnTo>
                    <a:pt x="1727" y="5414"/>
                  </a:lnTo>
                  <a:lnTo>
                    <a:pt x="2007" y="4947"/>
                  </a:lnTo>
                  <a:lnTo>
                    <a:pt x="2567" y="3921"/>
                  </a:lnTo>
                  <a:lnTo>
                    <a:pt x="2941" y="3081"/>
                  </a:lnTo>
                  <a:lnTo>
                    <a:pt x="3221" y="2241"/>
                  </a:lnTo>
                  <a:lnTo>
                    <a:pt x="3454" y="1447"/>
                  </a:lnTo>
                  <a:lnTo>
                    <a:pt x="3641" y="701"/>
                  </a:lnTo>
                  <a:lnTo>
                    <a:pt x="3594" y="654"/>
                  </a:lnTo>
                  <a:lnTo>
                    <a:pt x="3407" y="654"/>
                  </a:lnTo>
                  <a:lnTo>
                    <a:pt x="3361" y="514"/>
                  </a:lnTo>
                  <a:lnTo>
                    <a:pt x="3361" y="327"/>
                  </a:lnTo>
                  <a:lnTo>
                    <a:pt x="3314" y="141"/>
                  </a:lnTo>
                  <a:lnTo>
                    <a:pt x="32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0" name="Google Shape;10860;p79"/>
            <p:cNvSpPr/>
            <p:nvPr/>
          </p:nvSpPr>
          <p:spPr>
            <a:xfrm>
              <a:off x="7747925" y="2647350"/>
              <a:ext cx="89875" cy="179700"/>
            </a:xfrm>
            <a:custGeom>
              <a:rect b="b" l="l" r="r" t="t"/>
              <a:pathLst>
                <a:path extrusionOk="0" h="7188" w="3595">
                  <a:moveTo>
                    <a:pt x="328" y="1"/>
                  </a:moveTo>
                  <a:lnTo>
                    <a:pt x="1" y="701"/>
                  </a:lnTo>
                  <a:lnTo>
                    <a:pt x="188" y="1494"/>
                  </a:lnTo>
                  <a:lnTo>
                    <a:pt x="421" y="2288"/>
                  </a:lnTo>
                  <a:lnTo>
                    <a:pt x="701" y="3128"/>
                  </a:lnTo>
                  <a:lnTo>
                    <a:pt x="1074" y="3921"/>
                  </a:lnTo>
                  <a:lnTo>
                    <a:pt x="1588" y="4994"/>
                  </a:lnTo>
                  <a:lnTo>
                    <a:pt x="1914" y="5461"/>
                  </a:lnTo>
                  <a:lnTo>
                    <a:pt x="2194" y="5881"/>
                  </a:lnTo>
                  <a:lnTo>
                    <a:pt x="2521" y="6254"/>
                  </a:lnTo>
                  <a:lnTo>
                    <a:pt x="2848" y="6628"/>
                  </a:lnTo>
                  <a:lnTo>
                    <a:pt x="3128" y="6908"/>
                  </a:lnTo>
                  <a:lnTo>
                    <a:pt x="3454" y="7188"/>
                  </a:lnTo>
                  <a:lnTo>
                    <a:pt x="3594" y="6768"/>
                  </a:lnTo>
                  <a:lnTo>
                    <a:pt x="3314" y="6534"/>
                  </a:lnTo>
                  <a:lnTo>
                    <a:pt x="3034" y="6254"/>
                  </a:lnTo>
                  <a:lnTo>
                    <a:pt x="2754" y="5928"/>
                  </a:lnTo>
                  <a:lnTo>
                    <a:pt x="2474" y="5554"/>
                  </a:lnTo>
                  <a:lnTo>
                    <a:pt x="1914" y="4714"/>
                  </a:lnTo>
                  <a:lnTo>
                    <a:pt x="1401" y="3781"/>
                  </a:lnTo>
                  <a:lnTo>
                    <a:pt x="981" y="2801"/>
                  </a:lnTo>
                  <a:lnTo>
                    <a:pt x="654" y="1774"/>
                  </a:lnTo>
                  <a:lnTo>
                    <a:pt x="468" y="841"/>
                  </a:lnTo>
                  <a:lnTo>
                    <a:pt x="32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1" name="Google Shape;10861;p79"/>
            <p:cNvSpPr/>
            <p:nvPr/>
          </p:nvSpPr>
          <p:spPr>
            <a:xfrm>
              <a:off x="7921775" y="2755875"/>
              <a:ext cx="81700" cy="117850"/>
            </a:xfrm>
            <a:custGeom>
              <a:rect b="b" l="l" r="r" t="t"/>
              <a:pathLst>
                <a:path extrusionOk="0" h="4714" w="3268">
                  <a:moveTo>
                    <a:pt x="3267" y="0"/>
                  </a:moveTo>
                  <a:lnTo>
                    <a:pt x="2941" y="607"/>
                  </a:lnTo>
                  <a:lnTo>
                    <a:pt x="2567" y="1260"/>
                  </a:lnTo>
                  <a:lnTo>
                    <a:pt x="2194" y="1867"/>
                  </a:lnTo>
                  <a:lnTo>
                    <a:pt x="1774" y="2427"/>
                  </a:lnTo>
                  <a:lnTo>
                    <a:pt x="1307" y="2987"/>
                  </a:lnTo>
                  <a:lnTo>
                    <a:pt x="887" y="3500"/>
                  </a:lnTo>
                  <a:lnTo>
                    <a:pt x="467" y="3920"/>
                  </a:lnTo>
                  <a:lnTo>
                    <a:pt x="0" y="4293"/>
                  </a:lnTo>
                  <a:lnTo>
                    <a:pt x="94" y="4714"/>
                  </a:lnTo>
                  <a:lnTo>
                    <a:pt x="467" y="4480"/>
                  </a:lnTo>
                  <a:lnTo>
                    <a:pt x="794" y="4153"/>
                  </a:lnTo>
                  <a:lnTo>
                    <a:pt x="1541" y="3407"/>
                  </a:lnTo>
                  <a:lnTo>
                    <a:pt x="2241" y="2473"/>
                  </a:lnTo>
                  <a:lnTo>
                    <a:pt x="2894" y="1493"/>
                  </a:lnTo>
                  <a:lnTo>
                    <a:pt x="2894" y="1353"/>
                  </a:lnTo>
                  <a:lnTo>
                    <a:pt x="2894" y="1260"/>
                  </a:lnTo>
                  <a:lnTo>
                    <a:pt x="2847" y="1167"/>
                  </a:lnTo>
                  <a:lnTo>
                    <a:pt x="2847" y="1073"/>
                  </a:lnTo>
                  <a:lnTo>
                    <a:pt x="2941" y="793"/>
                  </a:lnTo>
                  <a:lnTo>
                    <a:pt x="3081" y="513"/>
                  </a:lnTo>
                  <a:lnTo>
                    <a:pt x="3174" y="233"/>
                  </a:lnTo>
                  <a:lnTo>
                    <a:pt x="32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2" name="Google Shape;10862;p79"/>
            <p:cNvSpPr/>
            <p:nvPr/>
          </p:nvSpPr>
          <p:spPr>
            <a:xfrm>
              <a:off x="7744425" y="2762875"/>
              <a:ext cx="79375" cy="110850"/>
            </a:xfrm>
            <a:custGeom>
              <a:rect b="b" l="l" r="r" t="t"/>
              <a:pathLst>
                <a:path extrusionOk="0" h="4434" w="3175">
                  <a:moveTo>
                    <a:pt x="1" y="0"/>
                  </a:moveTo>
                  <a:lnTo>
                    <a:pt x="188" y="747"/>
                  </a:lnTo>
                  <a:lnTo>
                    <a:pt x="421" y="1540"/>
                  </a:lnTo>
                  <a:lnTo>
                    <a:pt x="1028" y="2380"/>
                  </a:lnTo>
                  <a:lnTo>
                    <a:pt x="1681" y="3173"/>
                  </a:lnTo>
                  <a:lnTo>
                    <a:pt x="2381" y="3873"/>
                  </a:lnTo>
                  <a:lnTo>
                    <a:pt x="3081" y="4434"/>
                  </a:lnTo>
                  <a:lnTo>
                    <a:pt x="3174" y="4013"/>
                  </a:lnTo>
                  <a:lnTo>
                    <a:pt x="2754" y="3640"/>
                  </a:lnTo>
                  <a:lnTo>
                    <a:pt x="2288" y="3173"/>
                  </a:lnTo>
                  <a:lnTo>
                    <a:pt x="1821" y="2707"/>
                  </a:lnTo>
                  <a:lnTo>
                    <a:pt x="1401" y="2193"/>
                  </a:lnTo>
                  <a:lnTo>
                    <a:pt x="981" y="1680"/>
                  </a:lnTo>
                  <a:lnTo>
                    <a:pt x="608" y="1120"/>
                  </a:lnTo>
                  <a:lnTo>
                    <a:pt x="281" y="560"/>
                  </a:lnTo>
                  <a:lnTo>
                    <a:pt x="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3" name="Google Shape;10863;p79"/>
            <p:cNvSpPr/>
            <p:nvPr/>
          </p:nvSpPr>
          <p:spPr>
            <a:xfrm>
              <a:off x="7962600" y="2755875"/>
              <a:ext cx="40875" cy="81675"/>
            </a:xfrm>
            <a:custGeom>
              <a:rect b="b" l="l" r="r" t="t"/>
              <a:pathLst>
                <a:path extrusionOk="0" h="3267" w="1635">
                  <a:moveTo>
                    <a:pt x="1634" y="0"/>
                  </a:moveTo>
                  <a:lnTo>
                    <a:pt x="1354" y="513"/>
                  </a:lnTo>
                  <a:lnTo>
                    <a:pt x="1074" y="1027"/>
                  </a:lnTo>
                  <a:lnTo>
                    <a:pt x="421" y="2053"/>
                  </a:lnTo>
                  <a:lnTo>
                    <a:pt x="1" y="3267"/>
                  </a:lnTo>
                  <a:lnTo>
                    <a:pt x="1" y="3267"/>
                  </a:lnTo>
                  <a:lnTo>
                    <a:pt x="654" y="2427"/>
                  </a:lnTo>
                  <a:lnTo>
                    <a:pt x="1261" y="1493"/>
                  </a:lnTo>
                  <a:lnTo>
                    <a:pt x="1308" y="1400"/>
                  </a:lnTo>
                  <a:lnTo>
                    <a:pt x="1308" y="1307"/>
                  </a:lnTo>
                  <a:lnTo>
                    <a:pt x="1401" y="1027"/>
                  </a:lnTo>
                  <a:lnTo>
                    <a:pt x="1401" y="980"/>
                  </a:lnTo>
                  <a:lnTo>
                    <a:pt x="1494" y="513"/>
                  </a:lnTo>
                  <a:lnTo>
                    <a:pt x="1541" y="467"/>
                  </a:lnTo>
                  <a:lnTo>
                    <a:pt x="1588" y="233"/>
                  </a:lnTo>
                  <a:lnTo>
                    <a:pt x="1588" y="187"/>
                  </a:lnTo>
                  <a:lnTo>
                    <a:pt x="16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4" name="Google Shape;10864;p79"/>
            <p:cNvSpPr/>
            <p:nvPr/>
          </p:nvSpPr>
          <p:spPr>
            <a:xfrm>
              <a:off x="7985950" y="2648525"/>
              <a:ext cx="12850" cy="52525"/>
            </a:xfrm>
            <a:custGeom>
              <a:rect b="b" l="l" r="r" t="t"/>
              <a:pathLst>
                <a:path extrusionOk="0" h="2101" w="514">
                  <a:moveTo>
                    <a:pt x="140" y="1"/>
                  </a:moveTo>
                  <a:lnTo>
                    <a:pt x="94" y="561"/>
                  </a:lnTo>
                  <a:lnTo>
                    <a:pt x="0" y="1167"/>
                  </a:lnTo>
                  <a:lnTo>
                    <a:pt x="94" y="1634"/>
                  </a:lnTo>
                  <a:lnTo>
                    <a:pt x="140" y="2101"/>
                  </a:lnTo>
                  <a:lnTo>
                    <a:pt x="374" y="1401"/>
                  </a:lnTo>
                  <a:lnTo>
                    <a:pt x="514" y="701"/>
                  </a:lnTo>
                  <a:lnTo>
                    <a:pt x="420" y="514"/>
                  </a:lnTo>
                  <a:lnTo>
                    <a:pt x="374" y="421"/>
                  </a:lnTo>
                  <a:lnTo>
                    <a:pt x="280" y="234"/>
                  </a:lnTo>
                  <a:lnTo>
                    <a:pt x="234" y="141"/>
                  </a:lnTo>
                  <a:lnTo>
                    <a:pt x="1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65" name="Google Shape;10865;p79"/>
          <p:cNvGrpSpPr/>
          <p:nvPr/>
        </p:nvGrpSpPr>
        <p:grpSpPr>
          <a:xfrm>
            <a:off x="1000125" y="3325225"/>
            <a:ext cx="336025" cy="227525"/>
            <a:chOff x="930875" y="3325225"/>
            <a:chExt cx="336025" cy="227525"/>
          </a:xfrm>
        </p:grpSpPr>
        <p:sp>
          <p:nvSpPr>
            <p:cNvPr id="10866" name="Google Shape;10866;p79"/>
            <p:cNvSpPr/>
            <p:nvPr/>
          </p:nvSpPr>
          <p:spPr>
            <a:xfrm>
              <a:off x="947200" y="3527050"/>
              <a:ext cx="303375" cy="25700"/>
            </a:xfrm>
            <a:custGeom>
              <a:rect b="b" l="l" r="r" t="t"/>
              <a:pathLst>
                <a:path extrusionOk="0" h="1028" w="12135">
                  <a:moveTo>
                    <a:pt x="0" y="1"/>
                  </a:moveTo>
                  <a:lnTo>
                    <a:pt x="0" y="701"/>
                  </a:lnTo>
                  <a:lnTo>
                    <a:pt x="0" y="841"/>
                  </a:lnTo>
                  <a:lnTo>
                    <a:pt x="94" y="934"/>
                  </a:lnTo>
                  <a:lnTo>
                    <a:pt x="187" y="1027"/>
                  </a:lnTo>
                  <a:lnTo>
                    <a:pt x="11854" y="1027"/>
                  </a:lnTo>
                  <a:lnTo>
                    <a:pt x="11901" y="981"/>
                  </a:lnTo>
                  <a:lnTo>
                    <a:pt x="11854" y="841"/>
                  </a:lnTo>
                  <a:lnTo>
                    <a:pt x="11807" y="701"/>
                  </a:lnTo>
                  <a:lnTo>
                    <a:pt x="11761" y="561"/>
                  </a:lnTo>
                  <a:lnTo>
                    <a:pt x="12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7" name="Google Shape;10867;p79"/>
            <p:cNvSpPr/>
            <p:nvPr/>
          </p:nvSpPr>
          <p:spPr>
            <a:xfrm>
              <a:off x="1228375" y="3527050"/>
              <a:ext cx="22200" cy="25700"/>
            </a:xfrm>
            <a:custGeom>
              <a:rect b="b" l="l" r="r" t="t"/>
              <a:pathLst>
                <a:path extrusionOk="0" h="1028" w="888">
                  <a:moveTo>
                    <a:pt x="234" y="1"/>
                  </a:moveTo>
                  <a:lnTo>
                    <a:pt x="234" y="701"/>
                  </a:lnTo>
                  <a:lnTo>
                    <a:pt x="187" y="841"/>
                  </a:lnTo>
                  <a:lnTo>
                    <a:pt x="140" y="934"/>
                  </a:lnTo>
                  <a:lnTo>
                    <a:pt x="0" y="1027"/>
                  </a:lnTo>
                  <a:lnTo>
                    <a:pt x="700" y="1027"/>
                  </a:lnTo>
                  <a:lnTo>
                    <a:pt x="794" y="934"/>
                  </a:lnTo>
                  <a:lnTo>
                    <a:pt x="887" y="841"/>
                  </a:lnTo>
                  <a:lnTo>
                    <a:pt x="887" y="701"/>
                  </a:lnTo>
                  <a:lnTo>
                    <a:pt x="88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8" name="Google Shape;10868;p79"/>
            <p:cNvSpPr/>
            <p:nvPr/>
          </p:nvSpPr>
          <p:spPr>
            <a:xfrm>
              <a:off x="930875" y="3325225"/>
              <a:ext cx="252025" cy="204200"/>
            </a:xfrm>
            <a:custGeom>
              <a:rect b="b" l="l" r="r" t="t"/>
              <a:pathLst>
                <a:path extrusionOk="0" h="8168" w="10081">
                  <a:moveTo>
                    <a:pt x="327" y="0"/>
                  </a:moveTo>
                  <a:lnTo>
                    <a:pt x="187" y="47"/>
                  </a:lnTo>
                  <a:lnTo>
                    <a:pt x="93" y="93"/>
                  </a:lnTo>
                  <a:lnTo>
                    <a:pt x="47" y="233"/>
                  </a:lnTo>
                  <a:lnTo>
                    <a:pt x="0" y="327"/>
                  </a:lnTo>
                  <a:lnTo>
                    <a:pt x="0" y="7840"/>
                  </a:lnTo>
                  <a:lnTo>
                    <a:pt x="47" y="7980"/>
                  </a:lnTo>
                  <a:lnTo>
                    <a:pt x="93" y="8074"/>
                  </a:lnTo>
                  <a:lnTo>
                    <a:pt x="187" y="8167"/>
                  </a:lnTo>
                  <a:lnTo>
                    <a:pt x="10080" y="8167"/>
                  </a:lnTo>
                  <a:lnTo>
                    <a:pt x="100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9" name="Google Shape;10869;p79"/>
            <p:cNvSpPr/>
            <p:nvPr/>
          </p:nvSpPr>
          <p:spPr>
            <a:xfrm>
              <a:off x="1175875" y="3325225"/>
              <a:ext cx="28025" cy="204200"/>
            </a:xfrm>
            <a:custGeom>
              <a:rect b="b" l="l" r="r" t="t"/>
              <a:pathLst>
                <a:path extrusionOk="0" h="8168" w="1121">
                  <a:moveTo>
                    <a:pt x="0" y="0"/>
                  </a:moveTo>
                  <a:lnTo>
                    <a:pt x="0" y="8167"/>
                  </a:lnTo>
                  <a:lnTo>
                    <a:pt x="700" y="8167"/>
                  </a:lnTo>
                  <a:lnTo>
                    <a:pt x="1120" y="4014"/>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0" name="Google Shape;10870;p79"/>
            <p:cNvSpPr/>
            <p:nvPr/>
          </p:nvSpPr>
          <p:spPr>
            <a:xfrm>
              <a:off x="1191050" y="3325225"/>
              <a:ext cx="70025" cy="204200"/>
            </a:xfrm>
            <a:custGeom>
              <a:rect b="b" l="l" r="r" t="t"/>
              <a:pathLst>
                <a:path extrusionOk="0" h="8168" w="2801">
                  <a:moveTo>
                    <a:pt x="0" y="0"/>
                  </a:moveTo>
                  <a:lnTo>
                    <a:pt x="0" y="8167"/>
                  </a:lnTo>
                  <a:lnTo>
                    <a:pt x="2753" y="8167"/>
                  </a:lnTo>
                  <a:lnTo>
                    <a:pt x="2800" y="8120"/>
                  </a:lnTo>
                  <a:lnTo>
                    <a:pt x="2800" y="8027"/>
                  </a:lnTo>
                  <a:lnTo>
                    <a:pt x="2753" y="7700"/>
                  </a:lnTo>
                  <a:lnTo>
                    <a:pt x="2800" y="607"/>
                  </a:lnTo>
                  <a:lnTo>
                    <a:pt x="2800" y="233"/>
                  </a:lnTo>
                  <a:lnTo>
                    <a:pt x="2800" y="93"/>
                  </a:lnTo>
                  <a:lnTo>
                    <a:pt x="2753" y="47"/>
                  </a:lnTo>
                  <a:lnTo>
                    <a:pt x="27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1" name="Google Shape;10871;p79"/>
            <p:cNvSpPr/>
            <p:nvPr/>
          </p:nvSpPr>
          <p:spPr>
            <a:xfrm>
              <a:off x="954200" y="3349725"/>
              <a:ext cx="201850" cy="156350"/>
            </a:xfrm>
            <a:custGeom>
              <a:rect b="b" l="l" r="r" t="t"/>
              <a:pathLst>
                <a:path extrusionOk="0" h="6254" w="8074">
                  <a:moveTo>
                    <a:pt x="47" y="0"/>
                  </a:moveTo>
                  <a:lnTo>
                    <a:pt x="0" y="93"/>
                  </a:lnTo>
                  <a:lnTo>
                    <a:pt x="0" y="6160"/>
                  </a:lnTo>
                  <a:lnTo>
                    <a:pt x="47" y="6207"/>
                  </a:lnTo>
                  <a:lnTo>
                    <a:pt x="140" y="6254"/>
                  </a:lnTo>
                  <a:lnTo>
                    <a:pt x="7887" y="6254"/>
                  </a:lnTo>
                  <a:lnTo>
                    <a:pt x="7981" y="6207"/>
                  </a:lnTo>
                  <a:lnTo>
                    <a:pt x="8074" y="3220"/>
                  </a:lnTo>
                  <a:lnTo>
                    <a:pt x="8027" y="47"/>
                  </a:lnTo>
                  <a:lnTo>
                    <a:pt x="79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2" name="Google Shape;10872;p79"/>
            <p:cNvSpPr/>
            <p:nvPr/>
          </p:nvSpPr>
          <p:spPr>
            <a:xfrm>
              <a:off x="1209700" y="3454725"/>
              <a:ext cx="38525" cy="51350"/>
            </a:xfrm>
            <a:custGeom>
              <a:rect b="b" l="l" r="r" t="t"/>
              <a:pathLst>
                <a:path extrusionOk="0" h="2054" w="1541">
                  <a:moveTo>
                    <a:pt x="47" y="0"/>
                  </a:moveTo>
                  <a:lnTo>
                    <a:pt x="1" y="47"/>
                  </a:lnTo>
                  <a:lnTo>
                    <a:pt x="1" y="2007"/>
                  </a:lnTo>
                  <a:lnTo>
                    <a:pt x="47" y="2054"/>
                  </a:lnTo>
                  <a:lnTo>
                    <a:pt x="1541" y="2054"/>
                  </a:lnTo>
                  <a:lnTo>
                    <a:pt x="1541" y="2007"/>
                  </a:lnTo>
                  <a:lnTo>
                    <a:pt x="1541" y="47"/>
                  </a:lnTo>
                  <a:lnTo>
                    <a:pt x="154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3" name="Google Shape;10873;p79"/>
            <p:cNvSpPr/>
            <p:nvPr/>
          </p:nvSpPr>
          <p:spPr>
            <a:xfrm>
              <a:off x="1209700" y="3349725"/>
              <a:ext cx="38525" cy="38525"/>
            </a:xfrm>
            <a:custGeom>
              <a:rect b="b" l="l" r="r" t="t"/>
              <a:pathLst>
                <a:path extrusionOk="0" h="1541" w="1541">
                  <a:moveTo>
                    <a:pt x="607" y="0"/>
                  </a:moveTo>
                  <a:lnTo>
                    <a:pt x="374" y="93"/>
                  </a:lnTo>
                  <a:lnTo>
                    <a:pt x="374" y="140"/>
                  </a:lnTo>
                  <a:lnTo>
                    <a:pt x="374" y="233"/>
                  </a:lnTo>
                  <a:lnTo>
                    <a:pt x="374" y="280"/>
                  </a:lnTo>
                  <a:lnTo>
                    <a:pt x="374" y="373"/>
                  </a:lnTo>
                  <a:lnTo>
                    <a:pt x="234" y="373"/>
                  </a:lnTo>
                  <a:lnTo>
                    <a:pt x="141" y="327"/>
                  </a:lnTo>
                  <a:lnTo>
                    <a:pt x="94" y="373"/>
                  </a:lnTo>
                  <a:lnTo>
                    <a:pt x="1" y="607"/>
                  </a:lnTo>
                  <a:lnTo>
                    <a:pt x="1" y="840"/>
                  </a:lnTo>
                  <a:lnTo>
                    <a:pt x="94" y="1073"/>
                  </a:lnTo>
                  <a:lnTo>
                    <a:pt x="234" y="1307"/>
                  </a:lnTo>
                  <a:lnTo>
                    <a:pt x="374" y="1400"/>
                  </a:lnTo>
                  <a:lnTo>
                    <a:pt x="467" y="1447"/>
                  </a:lnTo>
                  <a:lnTo>
                    <a:pt x="654" y="1493"/>
                  </a:lnTo>
                  <a:lnTo>
                    <a:pt x="794" y="1540"/>
                  </a:lnTo>
                  <a:lnTo>
                    <a:pt x="934" y="1493"/>
                  </a:lnTo>
                  <a:lnTo>
                    <a:pt x="1074" y="1447"/>
                  </a:lnTo>
                  <a:lnTo>
                    <a:pt x="1214" y="1400"/>
                  </a:lnTo>
                  <a:lnTo>
                    <a:pt x="1307" y="1307"/>
                  </a:lnTo>
                  <a:lnTo>
                    <a:pt x="1401" y="1167"/>
                  </a:lnTo>
                  <a:lnTo>
                    <a:pt x="1494" y="1027"/>
                  </a:lnTo>
                  <a:lnTo>
                    <a:pt x="1541" y="887"/>
                  </a:lnTo>
                  <a:lnTo>
                    <a:pt x="1541" y="747"/>
                  </a:lnTo>
                  <a:lnTo>
                    <a:pt x="1541" y="607"/>
                  </a:lnTo>
                  <a:lnTo>
                    <a:pt x="1494" y="467"/>
                  </a:lnTo>
                  <a:lnTo>
                    <a:pt x="1401" y="327"/>
                  </a:lnTo>
                  <a:lnTo>
                    <a:pt x="1307" y="187"/>
                  </a:lnTo>
                  <a:lnTo>
                    <a:pt x="1121" y="47"/>
                  </a:lnTo>
                  <a:lnTo>
                    <a:pt x="88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4" name="Google Shape;10874;p79"/>
            <p:cNvSpPr/>
            <p:nvPr/>
          </p:nvSpPr>
          <p:spPr>
            <a:xfrm>
              <a:off x="1231875" y="3454725"/>
              <a:ext cx="16350" cy="51350"/>
            </a:xfrm>
            <a:custGeom>
              <a:rect b="b" l="l" r="r" t="t"/>
              <a:pathLst>
                <a:path extrusionOk="0" h="2054" w="654">
                  <a:moveTo>
                    <a:pt x="0" y="0"/>
                  </a:moveTo>
                  <a:lnTo>
                    <a:pt x="47" y="47"/>
                  </a:lnTo>
                  <a:lnTo>
                    <a:pt x="47" y="2007"/>
                  </a:lnTo>
                  <a:lnTo>
                    <a:pt x="0" y="2054"/>
                  </a:lnTo>
                  <a:lnTo>
                    <a:pt x="654" y="2054"/>
                  </a:lnTo>
                  <a:lnTo>
                    <a:pt x="654" y="2007"/>
                  </a:lnTo>
                  <a:lnTo>
                    <a:pt x="654" y="47"/>
                  </a:lnTo>
                  <a:lnTo>
                    <a:pt x="65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5" name="Google Shape;10875;p79"/>
            <p:cNvSpPr/>
            <p:nvPr/>
          </p:nvSpPr>
          <p:spPr>
            <a:xfrm>
              <a:off x="1221375" y="3349725"/>
              <a:ext cx="26850" cy="38525"/>
            </a:xfrm>
            <a:custGeom>
              <a:rect b="b" l="l" r="r" t="t"/>
              <a:pathLst>
                <a:path extrusionOk="0" h="1541" w="1074">
                  <a:moveTo>
                    <a:pt x="234" y="0"/>
                  </a:moveTo>
                  <a:lnTo>
                    <a:pt x="0" y="47"/>
                  </a:lnTo>
                  <a:lnTo>
                    <a:pt x="140" y="93"/>
                  </a:lnTo>
                  <a:lnTo>
                    <a:pt x="280" y="187"/>
                  </a:lnTo>
                  <a:lnTo>
                    <a:pt x="374" y="327"/>
                  </a:lnTo>
                  <a:lnTo>
                    <a:pt x="420" y="467"/>
                  </a:lnTo>
                  <a:lnTo>
                    <a:pt x="467" y="607"/>
                  </a:lnTo>
                  <a:lnTo>
                    <a:pt x="467" y="747"/>
                  </a:lnTo>
                  <a:lnTo>
                    <a:pt x="467" y="887"/>
                  </a:lnTo>
                  <a:lnTo>
                    <a:pt x="420" y="1027"/>
                  </a:lnTo>
                  <a:lnTo>
                    <a:pt x="374" y="1167"/>
                  </a:lnTo>
                  <a:lnTo>
                    <a:pt x="280" y="1307"/>
                  </a:lnTo>
                  <a:lnTo>
                    <a:pt x="140" y="1400"/>
                  </a:lnTo>
                  <a:lnTo>
                    <a:pt x="0" y="1447"/>
                  </a:lnTo>
                  <a:lnTo>
                    <a:pt x="234" y="1540"/>
                  </a:lnTo>
                  <a:lnTo>
                    <a:pt x="467" y="1493"/>
                  </a:lnTo>
                  <a:lnTo>
                    <a:pt x="654" y="1447"/>
                  </a:lnTo>
                  <a:lnTo>
                    <a:pt x="840" y="1307"/>
                  </a:lnTo>
                  <a:lnTo>
                    <a:pt x="934" y="1167"/>
                  </a:lnTo>
                  <a:lnTo>
                    <a:pt x="1027" y="1027"/>
                  </a:lnTo>
                  <a:lnTo>
                    <a:pt x="1074" y="887"/>
                  </a:lnTo>
                  <a:lnTo>
                    <a:pt x="1074" y="747"/>
                  </a:lnTo>
                  <a:lnTo>
                    <a:pt x="1074" y="607"/>
                  </a:lnTo>
                  <a:lnTo>
                    <a:pt x="1027" y="467"/>
                  </a:lnTo>
                  <a:lnTo>
                    <a:pt x="934" y="327"/>
                  </a:lnTo>
                  <a:lnTo>
                    <a:pt x="840" y="187"/>
                  </a:lnTo>
                  <a:lnTo>
                    <a:pt x="654" y="93"/>
                  </a:lnTo>
                  <a:lnTo>
                    <a:pt x="4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6" name="Google Shape;10876;p79"/>
            <p:cNvSpPr/>
            <p:nvPr/>
          </p:nvSpPr>
          <p:spPr>
            <a:xfrm>
              <a:off x="1147875" y="3349725"/>
              <a:ext cx="19850" cy="156350"/>
            </a:xfrm>
            <a:custGeom>
              <a:rect b="b" l="l" r="r" t="t"/>
              <a:pathLst>
                <a:path extrusionOk="0" h="6254" w="794">
                  <a:moveTo>
                    <a:pt x="94" y="0"/>
                  </a:moveTo>
                  <a:lnTo>
                    <a:pt x="94" y="93"/>
                  </a:lnTo>
                  <a:lnTo>
                    <a:pt x="94" y="6160"/>
                  </a:lnTo>
                  <a:lnTo>
                    <a:pt x="94" y="6207"/>
                  </a:lnTo>
                  <a:lnTo>
                    <a:pt x="0" y="6254"/>
                  </a:lnTo>
                  <a:lnTo>
                    <a:pt x="700" y="6254"/>
                  </a:lnTo>
                  <a:lnTo>
                    <a:pt x="747" y="6207"/>
                  </a:lnTo>
                  <a:lnTo>
                    <a:pt x="794" y="6160"/>
                  </a:lnTo>
                  <a:lnTo>
                    <a:pt x="794" y="93"/>
                  </a:lnTo>
                  <a:lnTo>
                    <a:pt x="74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7" name="Google Shape;10877;p79"/>
            <p:cNvSpPr/>
            <p:nvPr/>
          </p:nvSpPr>
          <p:spPr>
            <a:xfrm>
              <a:off x="1245875" y="3325225"/>
              <a:ext cx="21025" cy="204200"/>
            </a:xfrm>
            <a:custGeom>
              <a:rect b="b" l="l" r="r" t="t"/>
              <a:pathLst>
                <a:path extrusionOk="0" h="8168" w="841">
                  <a:moveTo>
                    <a:pt x="0" y="0"/>
                  </a:moveTo>
                  <a:lnTo>
                    <a:pt x="140" y="47"/>
                  </a:lnTo>
                  <a:lnTo>
                    <a:pt x="234" y="93"/>
                  </a:lnTo>
                  <a:lnTo>
                    <a:pt x="280" y="233"/>
                  </a:lnTo>
                  <a:lnTo>
                    <a:pt x="327" y="327"/>
                  </a:lnTo>
                  <a:lnTo>
                    <a:pt x="327" y="7840"/>
                  </a:lnTo>
                  <a:lnTo>
                    <a:pt x="280" y="7980"/>
                  </a:lnTo>
                  <a:lnTo>
                    <a:pt x="234" y="8074"/>
                  </a:lnTo>
                  <a:lnTo>
                    <a:pt x="140" y="8167"/>
                  </a:lnTo>
                  <a:lnTo>
                    <a:pt x="654" y="8167"/>
                  </a:lnTo>
                  <a:lnTo>
                    <a:pt x="747" y="8074"/>
                  </a:lnTo>
                  <a:lnTo>
                    <a:pt x="840" y="7980"/>
                  </a:lnTo>
                  <a:lnTo>
                    <a:pt x="840" y="7840"/>
                  </a:lnTo>
                  <a:lnTo>
                    <a:pt x="840" y="327"/>
                  </a:lnTo>
                  <a:lnTo>
                    <a:pt x="840" y="233"/>
                  </a:lnTo>
                  <a:lnTo>
                    <a:pt x="747" y="93"/>
                  </a:lnTo>
                  <a:lnTo>
                    <a:pt x="654" y="47"/>
                  </a:lnTo>
                  <a:lnTo>
                    <a:pt x="5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8" name="Google Shape;10878;p79"/>
            <p:cNvSpPr/>
            <p:nvPr/>
          </p:nvSpPr>
          <p:spPr>
            <a:xfrm>
              <a:off x="1208550" y="3406875"/>
              <a:ext cx="40850" cy="10525"/>
            </a:xfrm>
            <a:custGeom>
              <a:rect b="b" l="l" r="r" t="t"/>
              <a:pathLst>
                <a:path extrusionOk="0" h="421" w="1634">
                  <a:moveTo>
                    <a:pt x="140" y="1"/>
                  </a:moveTo>
                  <a:lnTo>
                    <a:pt x="47" y="48"/>
                  </a:lnTo>
                  <a:lnTo>
                    <a:pt x="0" y="141"/>
                  </a:lnTo>
                  <a:lnTo>
                    <a:pt x="0" y="188"/>
                  </a:lnTo>
                  <a:lnTo>
                    <a:pt x="0" y="281"/>
                  </a:lnTo>
                  <a:lnTo>
                    <a:pt x="47" y="328"/>
                  </a:lnTo>
                  <a:lnTo>
                    <a:pt x="140" y="374"/>
                  </a:lnTo>
                  <a:lnTo>
                    <a:pt x="187" y="421"/>
                  </a:lnTo>
                  <a:lnTo>
                    <a:pt x="1447" y="421"/>
                  </a:lnTo>
                  <a:lnTo>
                    <a:pt x="1540" y="374"/>
                  </a:lnTo>
                  <a:lnTo>
                    <a:pt x="1587" y="328"/>
                  </a:lnTo>
                  <a:lnTo>
                    <a:pt x="1633" y="281"/>
                  </a:lnTo>
                  <a:lnTo>
                    <a:pt x="1633" y="188"/>
                  </a:lnTo>
                  <a:lnTo>
                    <a:pt x="1633" y="141"/>
                  </a:lnTo>
                  <a:lnTo>
                    <a:pt x="1587" y="48"/>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9" name="Google Shape;10879;p79"/>
            <p:cNvSpPr/>
            <p:nvPr/>
          </p:nvSpPr>
          <p:spPr>
            <a:xfrm>
              <a:off x="1208550" y="3425550"/>
              <a:ext cx="40850" cy="10525"/>
            </a:xfrm>
            <a:custGeom>
              <a:rect b="b" l="l" r="r" t="t"/>
              <a:pathLst>
                <a:path extrusionOk="0" h="421" w="1634">
                  <a:moveTo>
                    <a:pt x="140" y="1"/>
                  </a:moveTo>
                  <a:lnTo>
                    <a:pt x="47" y="47"/>
                  </a:lnTo>
                  <a:lnTo>
                    <a:pt x="0" y="141"/>
                  </a:lnTo>
                  <a:lnTo>
                    <a:pt x="0" y="187"/>
                  </a:lnTo>
                  <a:lnTo>
                    <a:pt x="0" y="281"/>
                  </a:lnTo>
                  <a:lnTo>
                    <a:pt x="47" y="327"/>
                  </a:lnTo>
                  <a:lnTo>
                    <a:pt x="140" y="374"/>
                  </a:lnTo>
                  <a:lnTo>
                    <a:pt x="187" y="421"/>
                  </a:lnTo>
                  <a:lnTo>
                    <a:pt x="1447" y="421"/>
                  </a:lnTo>
                  <a:lnTo>
                    <a:pt x="1540" y="374"/>
                  </a:lnTo>
                  <a:lnTo>
                    <a:pt x="1587" y="327"/>
                  </a:lnTo>
                  <a:lnTo>
                    <a:pt x="1633" y="281"/>
                  </a:lnTo>
                  <a:lnTo>
                    <a:pt x="1633" y="187"/>
                  </a:lnTo>
                  <a:lnTo>
                    <a:pt x="1633" y="141"/>
                  </a:lnTo>
                  <a:lnTo>
                    <a:pt x="1587" y="47"/>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0" name="Google Shape;10880;p79"/>
            <p:cNvSpPr/>
            <p:nvPr/>
          </p:nvSpPr>
          <p:spPr>
            <a:xfrm>
              <a:off x="1212050" y="3352050"/>
              <a:ext cx="19850" cy="19850"/>
            </a:xfrm>
            <a:custGeom>
              <a:rect b="b" l="l" r="r" t="t"/>
              <a:pathLst>
                <a:path extrusionOk="0" h="794" w="794">
                  <a:moveTo>
                    <a:pt x="280" y="0"/>
                  </a:moveTo>
                  <a:lnTo>
                    <a:pt x="140" y="94"/>
                  </a:lnTo>
                  <a:lnTo>
                    <a:pt x="0" y="280"/>
                  </a:lnTo>
                  <a:lnTo>
                    <a:pt x="467" y="700"/>
                  </a:lnTo>
                  <a:lnTo>
                    <a:pt x="513" y="747"/>
                  </a:lnTo>
                  <a:lnTo>
                    <a:pt x="607" y="794"/>
                  </a:lnTo>
                  <a:lnTo>
                    <a:pt x="653" y="747"/>
                  </a:lnTo>
                  <a:lnTo>
                    <a:pt x="747" y="700"/>
                  </a:lnTo>
                  <a:lnTo>
                    <a:pt x="793" y="654"/>
                  </a:lnTo>
                  <a:lnTo>
                    <a:pt x="793" y="560"/>
                  </a:lnTo>
                  <a:lnTo>
                    <a:pt x="793" y="514"/>
                  </a:lnTo>
                  <a:lnTo>
                    <a:pt x="747" y="420"/>
                  </a:lnTo>
                  <a:lnTo>
                    <a:pt x="28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1" name="Google Shape;10881;p79"/>
            <p:cNvSpPr/>
            <p:nvPr/>
          </p:nvSpPr>
          <p:spPr>
            <a:xfrm>
              <a:off x="1135025" y="3380050"/>
              <a:ext cx="9375" cy="95700"/>
            </a:xfrm>
            <a:custGeom>
              <a:rect b="b" l="l" r="r" t="t"/>
              <a:pathLst>
                <a:path extrusionOk="0" h="3828" w="375">
                  <a:moveTo>
                    <a:pt x="188" y="0"/>
                  </a:moveTo>
                  <a:lnTo>
                    <a:pt x="94" y="47"/>
                  </a:lnTo>
                  <a:lnTo>
                    <a:pt x="48" y="47"/>
                  </a:lnTo>
                  <a:lnTo>
                    <a:pt x="1" y="140"/>
                  </a:lnTo>
                  <a:lnTo>
                    <a:pt x="1" y="187"/>
                  </a:lnTo>
                  <a:lnTo>
                    <a:pt x="1" y="3641"/>
                  </a:lnTo>
                  <a:lnTo>
                    <a:pt x="1" y="3734"/>
                  </a:lnTo>
                  <a:lnTo>
                    <a:pt x="48" y="3781"/>
                  </a:lnTo>
                  <a:lnTo>
                    <a:pt x="94" y="3827"/>
                  </a:lnTo>
                  <a:lnTo>
                    <a:pt x="234" y="3827"/>
                  </a:lnTo>
                  <a:lnTo>
                    <a:pt x="328" y="3781"/>
                  </a:lnTo>
                  <a:lnTo>
                    <a:pt x="374" y="3734"/>
                  </a:lnTo>
                  <a:lnTo>
                    <a:pt x="374" y="3641"/>
                  </a:lnTo>
                  <a:lnTo>
                    <a:pt x="374" y="187"/>
                  </a:lnTo>
                  <a:lnTo>
                    <a:pt x="374" y="140"/>
                  </a:lnTo>
                  <a:lnTo>
                    <a:pt x="328" y="47"/>
                  </a:lnTo>
                  <a:lnTo>
                    <a:pt x="234" y="47"/>
                  </a:lnTo>
                  <a:lnTo>
                    <a:pt x="18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82" name="Google Shape;10882;p79"/>
          <p:cNvGrpSpPr/>
          <p:nvPr/>
        </p:nvGrpSpPr>
        <p:grpSpPr>
          <a:xfrm>
            <a:off x="1805150" y="3271550"/>
            <a:ext cx="231025" cy="336025"/>
            <a:chOff x="1735900" y="3271550"/>
            <a:chExt cx="231025" cy="336025"/>
          </a:xfrm>
        </p:grpSpPr>
        <p:sp>
          <p:nvSpPr>
            <p:cNvPr id="10883" name="Google Shape;10883;p79"/>
            <p:cNvSpPr/>
            <p:nvPr/>
          </p:nvSpPr>
          <p:spPr>
            <a:xfrm>
              <a:off x="1741725" y="3271550"/>
              <a:ext cx="214700" cy="215850"/>
            </a:xfrm>
            <a:custGeom>
              <a:rect b="b" l="l" r="r" t="t"/>
              <a:pathLst>
                <a:path extrusionOk="0" h="8634" w="8588">
                  <a:moveTo>
                    <a:pt x="3641" y="0"/>
                  </a:moveTo>
                  <a:lnTo>
                    <a:pt x="3454" y="47"/>
                  </a:lnTo>
                  <a:lnTo>
                    <a:pt x="3314" y="140"/>
                  </a:lnTo>
                  <a:lnTo>
                    <a:pt x="3127" y="280"/>
                  </a:lnTo>
                  <a:lnTo>
                    <a:pt x="2941" y="327"/>
                  </a:lnTo>
                  <a:lnTo>
                    <a:pt x="2754" y="374"/>
                  </a:lnTo>
                  <a:lnTo>
                    <a:pt x="2567" y="420"/>
                  </a:lnTo>
                  <a:lnTo>
                    <a:pt x="2381" y="467"/>
                  </a:lnTo>
                  <a:lnTo>
                    <a:pt x="2194" y="514"/>
                  </a:lnTo>
                  <a:lnTo>
                    <a:pt x="2054" y="654"/>
                  </a:lnTo>
                  <a:lnTo>
                    <a:pt x="1961" y="794"/>
                  </a:lnTo>
                  <a:lnTo>
                    <a:pt x="1821" y="934"/>
                  </a:lnTo>
                  <a:lnTo>
                    <a:pt x="1681" y="1074"/>
                  </a:lnTo>
                  <a:lnTo>
                    <a:pt x="1541" y="1167"/>
                  </a:lnTo>
                  <a:lnTo>
                    <a:pt x="1354" y="1260"/>
                  </a:lnTo>
                  <a:lnTo>
                    <a:pt x="1167" y="1354"/>
                  </a:lnTo>
                  <a:lnTo>
                    <a:pt x="1027" y="1494"/>
                  </a:lnTo>
                  <a:lnTo>
                    <a:pt x="934" y="1634"/>
                  </a:lnTo>
                  <a:lnTo>
                    <a:pt x="887" y="1820"/>
                  </a:lnTo>
                  <a:lnTo>
                    <a:pt x="840" y="2007"/>
                  </a:lnTo>
                  <a:lnTo>
                    <a:pt x="747" y="2194"/>
                  </a:lnTo>
                  <a:lnTo>
                    <a:pt x="654" y="2334"/>
                  </a:lnTo>
                  <a:lnTo>
                    <a:pt x="514" y="2520"/>
                  </a:lnTo>
                  <a:lnTo>
                    <a:pt x="374" y="2660"/>
                  </a:lnTo>
                  <a:lnTo>
                    <a:pt x="280" y="2800"/>
                  </a:lnTo>
                  <a:lnTo>
                    <a:pt x="234" y="2987"/>
                  </a:lnTo>
                  <a:lnTo>
                    <a:pt x="234" y="3174"/>
                  </a:lnTo>
                  <a:lnTo>
                    <a:pt x="234" y="3407"/>
                  </a:lnTo>
                  <a:lnTo>
                    <a:pt x="234" y="3594"/>
                  </a:lnTo>
                  <a:lnTo>
                    <a:pt x="187" y="3780"/>
                  </a:lnTo>
                  <a:lnTo>
                    <a:pt x="94" y="3920"/>
                  </a:lnTo>
                  <a:lnTo>
                    <a:pt x="47" y="4107"/>
                  </a:lnTo>
                  <a:lnTo>
                    <a:pt x="0" y="4294"/>
                  </a:lnTo>
                  <a:lnTo>
                    <a:pt x="47" y="4480"/>
                  </a:lnTo>
                  <a:lnTo>
                    <a:pt x="94" y="4667"/>
                  </a:lnTo>
                  <a:lnTo>
                    <a:pt x="187" y="4854"/>
                  </a:lnTo>
                  <a:lnTo>
                    <a:pt x="234" y="5041"/>
                  </a:lnTo>
                  <a:lnTo>
                    <a:pt x="234" y="5227"/>
                  </a:lnTo>
                  <a:lnTo>
                    <a:pt x="234" y="5461"/>
                  </a:lnTo>
                  <a:lnTo>
                    <a:pt x="234" y="5647"/>
                  </a:lnTo>
                  <a:lnTo>
                    <a:pt x="280" y="5834"/>
                  </a:lnTo>
                  <a:lnTo>
                    <a:pt x="374" y="5974"/>
                  </a:lnTo>
                  <a:lnTo>
                    <a:pt x="514" y="6114"/>
                  </a:lnTo>
                  <a:lnTo>
                    <a:pt x="654" y="6254"/>
                  </a:lnTo>
                  <a:lnTo>
                    <a:pt x="747" y="6441"/>
                  </a:lnTo>
                  <a:lnTo>
                    <a:pt x="840" y="6581"/>
                  </a:lnTo>
                  <a:lnTo>
                    <a:pt x="887" y="6814"/>
                  </a:lnTo>
                  <a:lnTo>
                    <a:pt x="934" y="6954"/>
                  </a:lnTo>
                  <a:lnTo>
                    <a:pt x="1027" y="7141"/>
                  </a:lnTo>
                  <a:lnTo>
                    <a:pt x="1167" y="7281"/>
                  </a:lnTo>
                  <a:lnTo>
                    <a:pt x="1354" y="7374"/>
                  </a:lnTo>
                  <a:lnTo>
                    <a:pt x="1541" y="7467"/>
                  </a:lnTo>
                  <a:lnTo>
                    <a:pt x="1681" y="7561"/>
                  </a:lnTo>
                  <a:lnTo>
                    <a:pt x="1821" y="7701"/>
                  </a:lnTo>
                  <a:lnTo>
                    <a:pt x="1961" y="7841"/>
                  </a:lnTo>
                  <a:lnTo>
                    <a:pt x="2054" y="7981"/>
                  </a:lnTo>
                  <a:lnTo>
                    <a:pt x="2194" y="8121"/>
                  </a:lnTo>
                  <a:lnTo>
                    <a:pt x="2381" y="8167"/>
                  </a:lnTo>
                  <a:lnTo>
                    <a:pt x="2567" y="8214"/>
                  </a:lnTo>
                  <a:lnTo>
                    <a:pt x="2754" y="8261"/>
                  </a:lnTo>
                  <a:lnTo>
                    <a:pt x="2941" y="8307"/>
                  </a:lnTo>
                  <a:lnTo>
                    <a:pt x="3127" y="8354"/>
                  </a:lnTo>
                  <a:lnTo>
                    <a:pt x="3314" y="8494"/>
                  </a:lnTo>
                  <a:lnTo>
                    <a:pt x="3454" y="8587"/>
                  </a:lnTo>
                  <a:lnTo>
                    <a:pt x="3641" y="8634"/>
                  </a:lnTo>
                  <a:lnTo>
                    <a:pt x="3827" y="8634"/>
                  </a:lnTo>
                  <a:lnTo>
                    <a:pt x="4014" y="8587"/>
                  </a:lnTo>
                  <a:lnTo>
                    <a:pt x="4201" y="8541"/>
                  </a:lnTo>
                  <a:lnTo>
                    <a:pt x="4574" y="8541"/>
                  </a:lnTo>
                  <a:lnTo>
                    <a:pt x="4807" y="8587"/>
                  </a:lnTo>
                  <a:lnTo>
                    <a:pt x="4994" y="8634"/>
                  </a:lnTo>
                  <a:lnTo>
                    <a:pt x="5181" y="8634"/>
                  </a:lnTo>
                  <a:lnTo>
                    <a:pt x="5367" y="8587"/>
                  </a:lnTo>
                  <a:lnTo>
                    <a:pt x="5507" y="8494"/>
                  </a:lnTo>
                  <a:lnTo>
                    <a:pt x="5694" y="8354"/>
                  </a:lnTo>
                  <a:lnTo>
                    <a:pt x="5834" y="8307"/>
                  </a:lnTo>
                  <a:lnTo>
                    <a:pt x="6021" y="8261"/>
                  </a:lnTo>
                  <a:lnTo>
                    <a:pt x="6254" y="8214"/>
                  </a:lnTo>
                  <a:lnTo>
                    <a:pt x="6441" y="8167"/>
                  </a:lnTo>
                  <a:lnTo>
                    <a:pt x="6581" y="8121"/>
                  </a:lnTo>
                  <a:lnTo>
                    <a:pt x="6767" y="7981"/>
                  </a:lnTo>
                  <a:lnTo>
                    <a:pt x="6861" y="7841"/>
                  </a:lnTo>
                  <a:lnTo>
                    <a:pt x="7001" y="7701"/>
                  </a:lnTo>
                  <a:lnTo>
                    <a:pt x="7141" y="7561"/>
                  </a:lnTo>
                  <a:lnTo>
                    <a:pt x="7281" y="7467"/>
                  </a:lnTo>
                  <a:lnTo>
                    <a:pt x="7467" y="7374"/>
                  </a:lnTo>
                  <a:lnTo>
                    <a:pt x="7607" y="7281"/>
                  </a:lnTo>
                  <a:lnTo>
                    <a:pt x="7747" y="7141"/>
                  </a:lnTo>
                  <a:lnTo>
                    <a:pt x="7794" y="7047"/>
                  </a:lnTo>
                  <a:lnTo>
                    <a:pt x="7841" y="6954"/>
                  </a:lnTo>
                  <a:lnTo>
                    <a:pt x="7794" y="6767"/>
                  </a:lnTo>
                  <a:lnTo>
                    <a:pt x="7794" y="6581"/>
                  </a:lnTo>
                  <a:lnTo>
                    <a:pt x="7841" y="6394"/>
                  </a:lnTo>
                  <a:lnTo>
                    <a:pt x="8074" y="6067"/>
                  </a:lnTo>
                  <a:lnTo>
                    <a:pt x="8214" y="5927"/>
                  </a:lnTo>
                  <a:lnTo>
                    <a:pt x="8307" y="5741"/>
                  </a:lnTo>
                  <a:lnTo>
                    <a:pt x="8354" y="5554"/>
                  </a:lnTo>
                  <a:lnTo>
                    <a:pt x="8354" y="5414"/>
                  </a:lnTo>
                  <a:lnTo>
                    <a:pt x="8401" y="5041"/>
                  </a:lnTo>
                  <a:lnTo>
                    <a:pt x="8494" y="4667"/>
                  </a:lnTo>
                  <a:lnTo>
                    <a:pt x="8541" y="4480"/>
                  </a:lnTo>
                  <a:lnTo>
                    <a:pt x="8587" y="4294"/>
                  </a:lnTo>
                  <a:lnTo>
                    <a:pt x="8541" y="4154"/>
                  </a:lnTo>
                  <a:lnTo>
                    <a:pt x="8494" y="4014"/>
                  </a:lnTo>
                  <a:lnTo>
                    <a:pt x="8401" y="3874"/>
                  </a:lnTo>
                  <a:lnTo>
                    <a:pt x="8354" y="3734"/>
                  </a:lnTo>
                  <a:lnTo>
                    <a:pt x="8354" y="3547"/>
                  </a:lnTo>
                  <a:lnTo>
                    <a:pt x="8354" y="3360"/>
                  </a:lnTo>
                  <a:lnTo>
                    <a:pt x="8354" y="3127"/>
                  </a:lnTo>
                  <a:lnTo>
                    <a:pt x="8354" y="2987"/>
                  </a:lnTo>
                  <a:lnTo>
                    <a:pt x="8214" y="2660"/>
                  </a:lnTo>
                  <a:lnTo>
                    <a:pt x="8027" y="2334"/>
                  </a:lnTo>
                  <a:lnTo>
                    <a:pt x="7841" y="2007"/>
                  </a:lnTo>
                  <a:lnTo>
                    <a:pt x="7607" y="1680"/>
                  </a:lnTo>
                  <a:lnTo>
                    <a:pt x="7374" y="1400"/>
                  </a:lnTo>
                  <a:lnTo>
                    <a:pt x="7047" y="1167"/>
                  </a:lnTo>
                  <a:lnTo>
                    <a:pt x="6814" y="887"/>
                  </a:lnTo>
                  <a:lnTo>
                    <a:pt x="6674" y="794"/>
                  </a:lnTo>
                  <a:lnTo>
                    <a:pt x="6534" y="700"/>
                  </a:lnTo>
                  <a:lnTo>
                    <a:pt x="6161" y="514"/>
                  </a:lnTo>
                  <a:lnTo>
                    <a:pt x="5787" y="374"/>
                  </a:lnTo>
                  <a:lnTo>
                    <a:pt x="5647" y="280"/>
                  </a:lnTo>
                  <a:lnTo>
                    <a:pt x="5507" y="187"/>
                  </a:lnTo>
                  <a:lnTo>
                    <a:pt x="5321" y="47"/>
                  </a:lnTo>
                  <a:lnTo>
                    <a:pt x="5181" y="0"/>
                  </a:lnTo>
                  <a:lnTo>
                    <a:pt x="4994" y="0"/>
                  </a:lnTo>
                  <a:lnTo>
                    <a:pt x="4807" y="47"/>
                  </a:lnTo>
                  <a:lnTo>
                    <a:pt x="4574" y="47"/>
                  </a:lnTo>
                  <a:lnTo>
                    <a:pt x="4387" y="94"/>
                  </a:lnTo>
                  <a:lnTo>
                    <a:pt x="4201" y="47"/>
                  </a:lnTo>
                  <a:lnTo>
                    <a:pt x="4014" y="47"/>
                  </a:lnTo>
                  <a:lnTo>
                    <a:pt x="382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4" name="Google Shape;10884;p79"/>
            <p:cNvSpPr/>
            <p:nvPr/>
          </p:nvSpPr>
          <p:spPr>
            <a:xfrm>
              <a:off x="1749900" y="3480375"/>
              <a:ext cx="204200" cy="89875"/>
            </a:xfrm>
            <a:custGeom>
              <a:rect b="b" l="l" r="r" t="t"/>
              <a:pathLst>
                <a:path extrusionOk="0" h="3595" w="8168">
                  <a:moveTo>
                    <a:pt x="0" y="1"/>
                  </a:moveTo>
                  <a:lnTo>
                    <a:pt x="0" y="3594"/>
                  </a:lnTo>
                  <a:lnTo>
                    <a:pt x="7654" y="3594"/>
                  </a:lnTo>
                  <a:lnTo>
                    <a:pt x="816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5" name="Google Shape;10885;p79"/>
            <p:cNvSpPr/>
            <p:nvPr/>
          </p:nvSpPr>
          <p:spPr>
            <a:xfrm>
              <a:off x="1780225" y="3307725"/>
              <a:ext cx="136525" cy="142350"/>
            </a:xfrm>
            <a:custGeom>
              <a:rect b="b" l="l" r="r" t="t"/>
              <a:pathLst>
                <a:path extrusionOk="0" h="5694" w="5461">
                  <a:moveTo>
                    <a:pt x="2847" y="0"/>
                  </a:moveTo>
                  <a:lnTo>
                    <a:pt x="2567" y="47"/>
                  </a:lnTo>
                  <a:lnTo>
                    <a:pt x="2287" y="93"/>
                  </a:lnTo>
                  <a:lnTo>
                    <a:pt x="2007" y="140"/>
                  </a:lnTo>
                  <a:lnTo>
                    <a:pt x="1774" y="233"/>
                  </a:lnTo>
                  <a:lnTo>
                    <a:pt x="1261" y="513"/>
                  </a:lnTo>
                  <a:lnTo>
                    <a:pt x="841" y="840"/>
                  </a:lnTo>
                  <a:lnTo>
                    <a:pt x="514" y="1260"/>
                  </a:lnTo>
                  <a:lnTo>
                    <a:pt x="234" y="1773"/>
                  </a:lnTo>
                  <a:lnTo>
                    <a:pt x="141" y="2007"/>
                  </a:lnTo>
                  <a:lnTo>
                    <a:pt x="94" y="2287"/>
                  </a:lnTo>
                  <a:lnTo>
                    <a:pt x="47" y="2567"/>
                  </a:lnTo>
                  <a:lnTo>
                    <a:pt x="1" y="2847"/>
                  </a:lnTo>
                  <a:lnTo>
                    <a:pt x="47" y="3173"/>
                  </a:lnTo>
                  <a:lnTo>
                    <a:pt x="94" y="3454"/>
                  </a:lnTo>
                  <a:lnTo>
                    <a:pt x="141" y="3734"/>
                  </a:lnTo>
                  <a:lnTo>
                    <a:pt x="234" y="3967"/>
                  </a:lnTo>
                  <a:lnTo>
                    <a:pt x="514" y="4480"/>
                  </a:lnTo>
                  <a:lnTo>
                    <a:pt x="841" y="4900"/>
                  </a:lnTo>
                  <a:lnTo>
                    <a:pt x="1261" y="5227"/>
                  </a:lnTo>
                  <a:lnTo>
                    <a:pt x="1774" y="5507"/>
                  </a:lnTo>
                  <a:lnTo>
                    <a:pt x="2007" y="5600"/>
                  </a:lnTo>
                  <a:lnTo>
                    <a:pt x="2287" y="5647"/>
                  </a:lnTo>
                  <a:lnTo>
                    <a:pt x="2567" y="5694"/>
                  </a:lnTo>
                  <a:lnTo>
                    <a:pt x="3174" y="5694"/>
                  </a:lnTo>
                  <a:lnTo>
                    <a:pt x="3407" y="5647"/>
                  </a:lnTo>
                  <a:lnTo>
                    <a:pt x="3687" y="5600"/>
                  </a:lnTo>
                  <a:lnTo>
                    <a:pt x="3921" y="5507"/>
                  </a:lnTo>
                  <a:lnTo>
                    <a:pt x="4154" y="5367"/>
                  </a:lnTo>
                  <a:lnTo>
                    <a:pt x="4387" y="5227"/>
                  </a:lnTo>
                  <a:lnTo>
                    <a:pt x="4761" y="4900"/>
                  </a:lnTo>
                  <a:lnTo>
                    <a:pt x="5041" y="4480"/>
                  </a:lnTo>
                  <a:lnTo>
                    <a:pt x="5274" y="3967"/>
                  </a:lnTo>
                  <a:lnTo>
                    <a:pt x="5414" y="3454"/>
                  </a:lnTo>
                  <a:lnTo>
                    <a:pt x="5461" y="2847"/>
                  </a:lnTo>
                  <a:lnTo>
                    <a:pt x="5414" y="2287"/>
                  </a:lnTo>
                  <a:lnTo>
                    <a:pt x="5274" y="1773"/>
                  </a:lnTo>
                  <a:lnTo>
                    <a:pt x="5041" y="1260"/>
                  </a:lnTo>
                  <a:lnTo>
                    <a:pt x="4761" y="840"/>
                  </a:lnTo>
                  <a:lnTo>
                    <a:pt x="4387" y="513"/>
                  </a:lnTo>
                  <a:lnTo>
                    <a:pt x="4154" y="373"/>
                  </a:lnTo>
                  <a:lnTo>
                    <a:pt x="3921" y="233"/>
                  </a:lnTo>
                  <a:lnTo>
                    <a:pt x="3687" y="140"/>
                  </a:lnTo>
                  <a:lnTo>
                    <a:pt x="3407" y="93"/>
                  </a:lnTo>
                  <a:lnTo>
                    <a:pt x="3174" y="47"/>
                  </a:lnTo>
                  <a:lnTo>
                    <a:pt x="284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6" name="Google Shape;10886;p79"/>
            <p:cNvSpPr/>
            <p:nvPr/>
          </p:nvSpPr>
          <p:spPr>
            <a:xfrm>
              <a:off x="1858400" y="3271550"/>
              <a:ext cx="102700" cy="215850"/>
            </a:xfrm>
            <a:custGeom>
              <a:rect b="b" l="l" r="r" t="t"/>
              <a:pathLst>
                <a:path extrusionOk="0" h="8634" w="4108">
                  <a:moveTo>
                    <a:pt x="234" y="0"/>
                  </a:moveTo>
                  <a:lnTo>
                    <a:pt x="0" y="47"/>
                  </a:lnTo>
                  <a:lnTo>
                    <a:pt x="234" y="187"/>
                  </a:lnTo>
                  <a:lnTo>
                    <a:pt x="514" y="327"/>
                  </a:lnTo>
                  <a:lnTo>
                    <a:pt x="700" y="374"/>
                  </a:lnTo>
                  <a:lnTo>
                    <a:pt x="887" y="420"/>
                  </a:lnTo>
                  <a:lnTo>
                    <a:pt x="1074" y="467"/>
                  </a:lnTo>
                  <a:lnTo>
                    <a:pt x="1260" y="514"/>
                  </a:lnTo>
                  <a:lnTo>
                    <a:pt x="1400" y="654"/>
                  </a:lnTo>
                  <a:lnTo>
                    <a:pt x="1540" y="794"/>
                  </a:lnTo>
                  <a:lnTo>
                    <a:pt x="1634" y="934"/>
                  </a:lnTo>
                  <a:lnTo>
                    <a:pt x="1774" y="1074"/>
                  </a:lnTo>
                  <a:lnTo>
                    <a:pt x="1914" y="1167"/>
                  </a:lnTo>
                  <a:lnTo>
                    <a:pt x="2100" y="1260"/>
                  </a:lnTo>
                  <a:lnTo>
                    <a:pt x="2287" y="1354"/>
                  </a:lnTo>
                  <a:lnTo>
                    <a:pt x="2427" y="1494"/>
                  </a:lnTo>
                  <a:lnTo>
                    <a:pt x="2520" y="1634"/>
                  </a:lnTo>
                  <a:lnTo>
                    <a:pt x="2567" y="1820"/>
                  </a:lnTo>
                  <a:lnTo>
                    <a:pt x="2660" y="2007"/>
                  </a:lnTo>
                  <a:lnTo>
                    <a:pt x="2707" y="2194"/>
                  </a:lnTo>
                  <a:lnTo>
                    <a:pt x="2847" y="2334"/>
                  </a:lnTo>
                  <a:lnTo>
                    <a:pt x="2987" y="2520"/>
                  </a:lnTo>
                  <a:lnTo>
                    <a:pt x="3080" y="2660"/>
                  </a:lnTo>
                  <a:lnTo>
                    <a:pt x="3174" y="2800"/>
                  </a:lnTo>
                  <a:lnTo>
                    <a:pt x="3220" y="2987"/>
                  </a:lnTo>
                  <a:lnTo>
                    <a:pt x="3220" y="3174"/>
                  </a:lnTo>
                  <a:lnTo>
                    <a:pt x="3220" y="3407"/>
                  </a:lnTo>
                  <a:lnTo>
                    <a:pt x="3220" y="3594"/>
                  </a:lnTo>
                  <a:lnTo>
                    <a:pt x="3267" y="3780"/>
                  </a:lnTo>
                  <a:lnTo>
                    <a:pt x="3360" y="3920"/>
                  </a:lnTo>
                  <a:lnTo>
                    <a:pt x="3407" y="4107"/>
                  </a:lnTo>
                  <a:lnTo>
                    <a:pt x="3454" y="4294"/>
                  </a:lnTo>
                  <a:lnTo>
                    <a:pt x="3407" y="4480"/>
                  </a:lnTo>
                  <a:lnTo>
                    <a:pt x="3360" y="4667"/>
                  </a:lnTo>
                  <a:lnTo>
                    <a:pt x="3267" y="4854"/>
                  </a:lnTo>
                  <a:lnTo>
                    <a:pt x="3220" y="5041"/>
                  </a:lnTo>
                  <a:lnTo>
                    <a:pt x="3220" y="5227"/>
                  </a:lnTo>
                  <a:lnTo>
                    <a:pt x="3220" y="5461"/>
                  </a:lnTo>
                  <a:lnTo>
                    <a:pt x="3220" y="5647"/>
                  </a:lnTo>
                  <a:lnTo>
                    <a:pt x="3174" y="5834"/>
                  </a:lnTo>
                  <a:lnTo>
                    <a:pt x="3080" y="5974"/>
                  </a:lnTo>
                  <a:lnTo>
                    <a:pt x="2987" y="6114"/>
                  </a:lnTo>
                  <a:lnTo>
                    <a:pt x="2847" y="6254"/>
                  </a:lnTo>
                  <a:lnTo>
                    <a:pt x="2707" y="6441"/>
                  </a:lnTo>
                  <a:lnTo>
                    <a:pt x="2660" y="6581"/>
                  </a:lnTo>
                  <a:lnTo>
                    <a:pt x="2567" y="6814"/>
                  </a:lnTo>
                  <a:lnTo>
                    <a:pt x="2520" y="6954"/>
                  </a:lnTo>
                  <a:lnTo>
                    <a:pt x="2427" y="7141"/>
                  </a:lnTo>
                  <a:lnTo>
                    <a:pt x="2287" y="7281"/>
                  </a:lnTo>
                  <a:lnTo>
                    <a:pt x="2100" y="7374"/>
                  </a:lnTo>
                  <a:lnTo>
                    <a:pt x="1914" y="7467"/>
                  </a:lnTo>
                  <a:lnTo>
                    <a:pt x="1774" y="7561"/>
                  </a:lnTo>
                  <a:lnTo>
                    <a:pt x="1634" y="7701"/>
                  </a:lnTo>
                  <a:lnTo>
                    <a:pt x="1540" y="7841"/>
                  </a:lnTo>
                  <a:lnTo>
                    <a:pt x="1400" y="7981"/>
                  </a:lnTo>
                  <a:lnTo>
                    <a:pt x="1260" y="8121"/>
                  </a:lnTo>
                  <a:lnTo>
                    <a:pt x="1074" y="8167"/>
                  </a:lnTo>
                  <a:lnTo>
                    <a:pt x="887" y="8214"/>
                  </a:lnTo>
                  <a:lnTo>
                    <a:pt x="700" y="8261"/>
                  </a:lnTo>
                  <a:lnTo>
                    <a:pt x="514" y="8307"/>
                  </a:lnTo>
                  <a:lnTo>
                    <a:pt x="234" y="8401"/>
                  </a:lnTo>
                  <a:lnTo>
                    <a:pt x="0" y="8587"/>
                  </a:lnTo>
                  <a:lnTo>
                    <a:pt x="234" y="8634"/>
                  </a:lnTo>
                  <a:lnTo>
                    <a:pt x="514" y="8634"/>
                  </a:lnTo>
                  <a:lnTo>
                    <a:pt x="700" y="8587"/>
                  </a:lnTo>
                  <a:lnTo>
                    <a:pt x="840" y="8494"/>
                  </a:lnTo>
                  <a:lnTo>
                    <a:pt x="1027" y="8354"/>
                  </a:lnTo>
                  <a:lnTo>
                    <a:pt x="1167" y="8307"/>
                  </a:lnTo>
                  <a:lnTo>
                    <a:pt x="1354" y="8261"/>
                  </a:lnTo>
                  <a:lnTo>
                    <a:pt x="1587" y="8214"/>
                  </a:lnTo>
                  <a:lnTo>
                    <a:pt x="1774" y="8167"/>
                  </a:lnTo>
                  <a:lnTo>
                    <a:pt x="1914" y="8121"/>
                  </a:lnTo>
                  <a:lnTo>
                    <a:pt x="2100" y="7981"/>
                  </a:lnTo>
                  <a:lnTo>
                    <a:pt x="2194" y="7841"/>
                  </a:lnTo>
                  <a:lnTo>
                    <a:pt x="2334" y="7701"/>
                  </a:lnTo>
                  <a:lnTo>
                    <a:pt x="2474" y="7561"/>
                  </a:lnTo>
                  <a:lnTo>
                    <a:pt x="2614" y="7467"/>
                  </a:lnTo>
                  <a:lnTo>
                    <a:pt x="2800" y="7374"/>
                  </a:lnTo>
                  <a:lnTo>
                    <a:pt x="2940" y="7281"/>
                  </a:lnTo>
                  <a:lnTo>
                    <a:pt x="3080" y="7141"/>
                  </a:lnTo>
                  <a:lnTo>
                    <a:pt x="3174" y="6954"/>
                  </a:lnTo>
                  <a:lnTo>
                    <a:pt x="3267" y="6814"/>
                  </a:lnTo>
                  <a:lnTo>
                    <a:pt x="3314" y="6581"/>
                  </a:lnTo>
                  <a:lnTo>
                    <a:pt x="3407" y="6441"/>
                  </a:lnTo>
                  <a:lnTo>
                    <a:pt x="3500" y="6254"/>
                  </a:lnTo>
                  <a:lnTo>
                    <a:pt x="3640" y="6114"/>
                  </a:lnTo>
                  <a:lnTo>
                    <a:pt x="3780" y="5974"/>
                  </a:lnTo>
                  <a:lnTo>
                    <a:pt x="3874" y="5834"/>
                  </a:lnTo>
                  <a:lnTo>
                    <a:pt x="3874" y="5647"/>
                  </a:lnTo>
                  <a:lnTo>
                    <a:pt x="3874" y="5461"/>
                  </a:lnTo>
                  <a:lnTo>
                    <a:pt x="3874" y="5227"/>
                  </a:lnTo>
                  <a:lnTo>
                    <a:pt x="3920" y="5041"/>
                  </a:lnTo>
                  <a:lnTo>
                    <a:pt x="3967" y="4854"/>
                  </a:lnTo>
                  <a:lnTo>
                    <a:pt x="4014" y="4667"/>
                  </a:lnTo>
                  <a:lnTo>
                    <a:pt x="4107" y="4480"/>
                  </a:lnTo>
                  <a:lnTo>
                    <a:pt x="4107" y="4294"/>
                  </a:lnTo>
                  <a:lnTo>
                    <a:pt x="4107" y="4107"/>
                  </a:lnTo>
                  <a:lnTo>
                    <a:pt x="4014" y="3920"/>
                  </a:lnTo>
                  <a:lnTo>
                    <a:pt x="3967" y="3780"/>
                  </a:lnTo>
                  <a:lnTo>
                    <a:pt x="3920" y="3594"/>
                  </a:lnTo>
                  <a:lnTo>
                    <a:pt x="3874" y="3407"/>
                  </a:lnTo>
                  <a:lnTo>
                    <a:pt x="3874" y="3174"/>
                  </a:lnTo>
                  <a:lnTo>
                    <a:pt x="3874" y="2987"/>
                  </a:lnTo>
                  <a:lnTo>
                    <a:pt x="3874" y="2800"/>
                  </a:lnTo>
                  <a:lnTo>
                    <a:pt x="3780" y="2660"/>
                  </a:lnTo>
                  <a:lnTo>
                    <a:pt x="3640" y="2520"/>
                  </a:lnTo>
                  <a:lnTo>
                    <a:pt x="3500" y="2334"/>
                  </a:lnTo>
                  <a:lnTo>
                    <a:pt x="3407" y="2194"/>
                  </a:lnTo>
                  <a:lnTo>
                    <a:pt x="3314" y="2007"/>
                  </a:lnTo>
                  <a:lnTo>
                    <a:pt x="3267" y="1820"/>
                  </a:lnTo>
                  <a:lnTo>
                    <a:pt x="3174" y="1634"/>
                  </a:lnTo>
                  <a:lnTo>
                    <a:pt x="3080" y="1494"/>
                  </a:lnTo>
                  <a:lnTo>
                    <a:pt x="2940" y="1354"/>
                  </a:lnTo>
                  <a:lnTo>
                    <a:pt x="2800" y="1260"/>
                  </a:lnTo>
                  <a:lnTo>
                    <a:pt x="2614" y="1167"/>
                  </a:lnTo>
                  <a:lnTo>
                    <a:pt x="2474" y="1074"/>
                  </a:lnTo>
                  <a:lnTo>
                    <a:pt x="2334" y="934"/>
                  </a:lnTo>
                  <a:lnTo>
                    <a:pt x="2194" y="794"/>
                  </a:lnTo>
                  <a:lnTo>
                    <a:pt x="2100" y="654"/>
                  </a:lnTo>
                  <a:lnTo>
                    <a:pt x="1914" y="514"/>
                  </a:lnTo>
                  <a:lnTo>
                    <a:pt x="1774" y="467"/>
                  </a:lnTo>
                  <a:lnTo>
                    <a:pt x="1587" y="420"/>
                  </a:lnTo>
                  <a:lnTo>
                    <a:pt x="1354" y="374"/>
                  </a:lnTo>
                  <a:lnTo>
                    <a:pt x="1167" y="327"/>
                  </a:lnTo>
                  <a:lnTo>
                    <a:pt x="1027" y="280"/>
                  </a:lnTo>
                  <a:lnTo>
                    <a:pt x="840" y="140"/>
                  </a:lnTo>
                  <a:lnTo>
                    <a:pt x="700" y="47"/>
                  </a:lnTo>
                  <a:lnTo>
                    <a:pt x="5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7" name="Google Shape;10887;p79"/>
            <p:cNvSpPr/>
            <p:nvPr/>
          </p:nvSpPr>
          <p:spPr>
            <a:xfrm>
              <a:off x="1803550" y="3466375"/>
              <a:ext cx="87550" cy="114375"/>
            </a:xfrm>
            <a:custGeom>
              <a:rect b="b" l="l" r="r" t="t"/>
              <a:pathLst>
                <a:path extrusionOk="0" h="4575" w="3502">
                  <a:moveTo>
                    <a:pt x="1728" y="1"/>
                  </a:moveTo>
                  <a:lnTo>
                    <a:pt x="888" y="748"/>
                  </a:lnTo>
                  <a:lnTo>
                    <a:pt x="701" y="888"/>
                  </a:lnTo>
                  <a:lnTo>
                    <a:pt x="514" y="1028"/>
                  </a:lnTo>
                  <a:lnTo>
                    <a:pt x="374" y="1214"/>
                  </a:lnTo>
                  <a:lnTo>
                    <a:pt x="234" y="1448"/>
                  </a:lnTo>
                  <a:lnTo>
                    <a:pt x="141" y="1634"/>
                  </a:lnTo>
                  <a:lnTo>
                    <a:pt x="48" y="1868"/>
                  </a:lnTo>
                  <a:lnTo>
                    <a:pt x="1" y="2148"/>
                  </a:lnTo>
                  <a:lnTo>
                    <a:pt x="1" y="2381"/>
                  </a:lnTo>
                  <a:lnTo>
                    <a:pt x="1" y="2614"/>
                  </a:lnTo>
                  <a:lnTo>
                    <a:pt x="48" y="2894"/>
                  </a:lnTo>
                  <a:lnTo>
                    <a:pt x="141" y="3128"/>
                  </a:lnTo>
                  <a:lnTo>
                    <a:pt x="234" y="3314"/>
                  </a:lnTo>
                  <a:lnTo>
                    <a:pt x="374" y="3548"/>
                  </a:lnTo>
                  <a:lnTo>
                    <a:pt x="514" y="3688"/>
                  </a:lnTo>
                  <a:lnTo>
                    <a:pt x="701" y="3874"/>
                  </a:lnTo>
                  <a:lnTo>
                    <a:pt x="888" y="4014"/>
                  </a:lnTo>
                  <a:lnTo>
                    <a:pt x="2008" y="4574"/>
                  </a:lnTo>
                  <a:lnTo>
                    <a:pt x="2241" y="4341"/>
                  </a:lnTo>
                  <a:lnTo>
                    <a:pt x="2754" y="3734"/>
                  </a:lnTo>
                  <a:lnTo>
                    <a:pt x="3034" y="3361"/>
                  </a:lnTo>
                  <a:lnTo>
                    <a:pt x="3268" y="2988"/>
                  </a:lnTo>
                  <a:lnTo>
                    <a:pt x="3454" y="2661"/>
                  </a:lnTo>
                  <a:lnTo>
                    <a:pt x="3501" y="2334"/>
                  </a:lnTo>
                  <a:lnTo>
                    <a:pt x="3501" y="2194"/>
                  </a:lnTo>
                  <a:lnTo>
                    <a:pt x="3408" y="2054"/>
                  </a:lnTo>
                  <a:lnTo>
                    <a:pt x="3221" y="1681"/>
                  </a:lnTo>
                  <a:lnTo>
                    <a:pt x="2941" y="1308"/>
                  </a:lnTo>
                  <a:lnTo>
                    <a:pt x="2614" y="888"/>
                  </a:lnTo>
                  <a:lnTo>
                    <a:pt x="2008" y="234"/>
                  </a:lnTo>
                  <a:lnTo>
                    <a:pt x="172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8" name="Google Shape;10888;p79"/>
            <p:cNvSpPr/>
            <p:nvPr/>
          </p:nvSpPr>
          <p:spPr>
            <a:xfrm>
              <a:off x="1936575" y="3480375"/>
              <a:ext cx="17525" cy="89875"/>
            </a:xfrm>
            <a:custGeom>
              <a:rect b="b" l="l" r="r" t="t"/>
              <a:pathLst>
                <a:path extrusionOk="0" h="3595" w="701">
                  <a:moveTo>
                    <a:pt x="0" y="1"/>
                  </a:moveTo>
                  <a:lnTo>
                    <a:pt x="0" y="3594"/>
                  </a:lnTo>
                  <a:lnTo>
                    <a:pt x="700" y="3594"/>
                  </a:lnTo>
                  <a:lnTo>
                    <a:pt x="70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9" name="Google Shape;10889;p79"/>
            <p:cNvSpPr/>
            <p:nvPr/>
          </p:nvSpPr>
          <p:spPr>
            <a:xfrm>
              <a:off x="1843225" y="3307725"/>
              <a:ext cx="79375" cy="142350"/>
            </a:xfrm>
            <a:custGeom>
              <a:rect b="b" l="l" r="r" t="t"/>
              <a:pathLst>
                <a:path extrusionOk="0" h="5694" w="3175">
                  <a:moveTo>
                    <a:pt x="327" y="0"/>
                  </a:moveTo>
                  <a:lnTo>
                    <a:pt x="1" y="47"/>
                  </a:lnTo>
                  <a:lnTo>
                    <a:pt x="514" y="140"/>
                  </a:lnTo>
                  <a:lnTo>
                    <a:pt x="981" y="327"/>
                  </a:lnTo>
                  <a:lnTo>
                    <a:pt x="1401" y="607"/>
                  </a:lnTo>
                  <a:lnTo>
                    <a:pt x="1774" y="980"/>
                  </a:lnTo>
                  <a:lnTo>
                    <a:pt x="2101" y="1353"/>
                  </a:lnTo>
                  <a:lnTo>
                    <a:pt x="2334" y="1820"/>
                  </a:lnTo>
                  <a:lnTo>
                    <a:pt x="2474" y="2333"/>
                  </a:lnTo>
                  <a:lnTo>
                    <a:pt x="2521" y="2847"/>
                  </a:lnTo>
                  <a:lnTo>
                    <a:pt x="2474" y="3407"/>
                  </a:lnTo>
                  <a:lnTo>
                    <a:pt x="2334" y="3920"/>
                  </a:lnTo>
                  <a:lnTo>
                    <a:pt x="2101" y="4340"/>
                  </a:lnTo>
                  <a:lnTo>
                    <a:pt x="1774" y="4760"/>
                  </a:lnTo>
                  <a:lnTo>
                    <a:pt x="1401" y="5134"/>
                  </a:lnTo>
                  <a:lnTo>
                    <a:pt x="981" y="5367"/>
                  </a:lnTo>
                  <a:lnTo>
                    <a:pt x="514" y="5600"/>
                  </a:lnTo>
                  <a:lnTo>
                    <a:pt x="1" y="5694"/>
                  </a:lnTo>
                  <a:lnTo>
                    <a:pt x="654" y="5694"/>
                  </a:lnTo>
                  <a:lnTo>
                    <a:pt x="934" y="5647"/>
                  </a:lnTo>
                  <a:lnTo>
                    <a:pt x="1214" y="5600"/>
                  </a:lnTo>
                  <a:lnTo>
                    <a:pt x="1447" y="5507"/>
                  </a:lnTo>
                  <a:lnTo>
                    <a:pt x="1914" y="5227"/>
                  </a:lnTo>
                  <a:lnTo>
                    <a:pt x="2381" y="4900"/>
                  </a:lnTo>
                  <a:lnTo>
                    <a:pt x="2707" y="4480"/>
                  </a:lnTo>
                  <a:lnTo>
                    <a:pt x="2987" y="3967"/>
                  </a:lnTo>
                  <a:lnTo>
                    <a:pt x="3081" y="3734"/>
                  </a:lnTo>
                  <a:lnTo>
                    <a:pt x="3127" y="3454"/>
                  </a:lnTo>
                  <a:lnTo>
                    <a:pt x="3174" y="3173"/>
                  </a:lnTo>
                  <a:lnTo>
                    <a:pt x="3174" y="2847"/>
                  </a:lnTo>
                  <a:lnTo>
                    <a:pt x="3174" y="2567"/>
                  </a:lnTo>
                  <a:lnTo>
                    <a:pt x="3127" y="2287"/>
                  </a:lnTo>
                  <a:lnTo>
                    <a:pt x="3081" y="2007"/>
                  </a:lnTo>
                  <a:lnTo>
                    <a:pt x="2987" y="1773"/>
                  </a:lnTo>
                  <a:lnTo>
                    <a:pt x="2707" y="1260"/>
                  </a:lnTo>
                  <a:lnTo>
                    <a:pt x="2381" y="840"/>
                  </a:lnTo>
                  <a:lnTo>
                    <a:pt x="1914" y="513"/>
                  </a:lnTo>
                  <a:lnTo>
                    <a:pt x="1447" y="233"/>
                  </a:lnTo>
                  <a:lnTo>
                    <a:pt x="1214" y="140"/>
                  </a:lnTo>
                  <a:lnTo>
                    <a:pt x="934" y="93"/>
                  </a:lnTo>
                  <a:lnTo>
                    <a:pt x="654" y="47"/>
                  </a:lnTo>
                  <a:lnTo>
                    <a:pt x="32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0" name="Google Shape;10890;p79"/>
            <p:cNvSpPr/>
            <p:nvPr/>
          </p:nvSpPr>
          <p:spPr>
            <a:xfrm>
              <a:off x="1839725" y="3466375"/>
              <a:ext cx="60700" cy="114375"/>
            </a:xfrm>
            <a:custGeom>
              <a:rect b="b" l="l" r="r" t="t"/>
              <a:pathLst>
                <a:path extrusionOk="0" h="4575" w="2428">
                  <a:moveTo>
                    <a:pt x="281" y="1"/>
                  </a:moveTo>
                  <a:lnTo>
                    <a:pt x="1" y="234"/>
                  </a:lnTo>
                  <a:lnTo>
                    <a:pt x="841" y="748"/>
                  </a:lnTo>
                  <a:lnTo>
                    <a:pt x="1027" y="888"/>
                  </a:lnTo>
                  <a:lnTo>
                    <a:pt x="1214" y="1028"/>
                  </a:lnTo>
                  <a:lnTo>
                    <a:pt x="1354" y="1214"/>
                  </a:lnTo>
                  <a:lnTo>
                    <a:pt x="1494" y="1448"/>
                  </a:lnTo>
                  <a:lnTo>
                    <a:pt x="1587" y="1634"/>
                  </a:lnTo>
                  <a:lnTo>
                    <a:pt x="1681" y="1868"/>
                  </a:lnTo>
                  <a:lnTo>
                    <a:pt x="1727" y="2148"/>
                  </a:lnTo>
                  <a:lnTo>
                    <a:pt x="1727" y="2381"/>
                  </a:lnTo>
                  <a:lnTo>
                    <a:pt x="1727" y="2614"/>
                  </a:lnTo>
                  <a:lnTo>
                    <a:pt x="1681" y="2894"/>
                  </a:lnTo>
                  <a:lnTo>
                    <a:pt x="1587" y="3128"/>
                  </a:lnTo>
                  <a:lnTo>
                    <a:pt x="1494" y="3314"/>
                  </a:lnTo>
                  <a:lnTo>
                    <a:pt x="1354" y="3548"/>
                  </a:lnTo>
                  <a:lnTo>
                    <a:pt x="1214" y="3688"/>
                  </a:lnTo>
                  <a:lnTo>
                    <a:pt x="1027" y="3874"/>
                  </a:lnTo>
                  <a:lnTo>
                    <a:pt x="841" y="4014"/>
                  </a:lnTo>
                  <a:lnTo>
                    <a:pt x="234" y="4388"/>
                  </a:lnTo>
                  <a:lnTo>
                    <a:pt x="561" y="4574"/>
                  </a:lnTo>
                  <a:lnTo>
                    <a:pt x="1541" y="4014"/>
                  </a:lnTo>
                  <a:lnTo>
                    <a:pt x="1727" y="3874"/>
                  </a:lnTo>
                  <a:lnTo>
                    <a:pt x="1914" y="3688"/>
                  </a:lnTo>
                  <a:lnTo>
                    <a:pt x="2054" y="3548"/>
                  </a:lnTo>
                  <a:lnTo>
                    <a:pt x="2194" y="3314"/>
                  </a:lnTo>
                  <a:lnTo>
                    <a:pt x="2287" y="3128"/>
                  </a:lnTo>
                  <a:lnTo>
                    <a:pt x="2381" y="2894"/>
                  </a:lnTo>
                  <a:lnTo>
                    <a:pt x="2427" y="2614"/>
                  </a:lnTo>
                  <a:lnTo>
                    <a:pt x="2427" y="2381"/>
                  </a:lnTo>
                  <a:lnTo>
                    <a:pt x="2427" y="2148"/>
                  </a:lnTo>
                  <a:lnTo>
                    <a:pt x="2381" y="1868"/>
                  </a:lnTo>
                  <a:lnTo>
                    <a:pt x="2287" y="1634"/>
                  </a:lnTo>
                  <a:lnTo>
                    <a:pt x="2194" y="1448"/>
                  </a:lnTo>
                  <a:lnTo>
                    <a:pt x="2054" y="1214"/>
                  </a:lnTo>
                  <a:lnTo>
                    <a:pt x="1914" y="1028"/>
                  </a:lnTo>
                  <a:lnTo>
                    <a:pt x="1727" y="888"/>
                  </a:lnTo>
                  <a:lnTo>
                    <a:pt x="1541" y="748"/>
                  </a:lnTo>
                  <a:lnTo>
                    <a:pt x="28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1" name="Google Shape;10891;p79"/>
            <p:cNvSpPr/>
            <p:nvPr/>
          </p:nvSpPr>
          <p:spPr>
            <a:xfrm>
              <a:off x="1735900" y="3445375"/>
              <a:ext cx="227525" cy="40875"/>
            </a:xfrm>
            <a:custGeom>
              <a:rect b="b" l="l" r="r" t="t"/>
              <a:pathLst>
                <a:path extrusionOk="0" h="1635" w="9101">
                  <a:moveTo>
                    <a:pt x="233" y="1"/>
                  </a:moveTo>
                  <a:lnTo>
                    <a:pt x="140" y="48"/>
                  </a:lnTo>
                  <a:lnTo>
                    <a:pt x="93" y="94"/>
                  </a:lnTo>
                  <a:lnTo>
                    <a:pt x="47" y="141"/>
                  </a:lnTo>
                  <a:lnTo>
                    <a:pt x="0" y="234"/>
                  </a:lnTo>
                  <a:lnTo>
                    <a:pt x="0" y="1401"/>
                  </a:lnTo>
                  <a:lnTo>
                    <a:pt x="47" y="1494"/>
                  </a:lnTo>
                  <a:lnTo>
                    <a:pt x="93" y="1588"/>
                  </a:lnTo>
                  <a:lnTo>
                    <a:pt x="140" y="1634"/>
                  </a:lnTo>
                  <a:lnTo>
                    <a:pt x="9054" y="1634"/>
                  </a:lnTo>
                  <a:lnTo>
                    <a:pt x="9100" y="1588"/>
                  </a:lnTo>
                  <a:lnTo>
                    <a:pt x="9054" y="1541"/>
                  </a:lnTo>
                  <a:lnTo>
                    <a:pt x="9007" y="1308"/>
                  </a:lnTo>
                  <a:lnTo>
                    <a:pt x="8914" y="374"/>
                  </a:lnTo>
                  <a:lnTo>
                    <a:pt x="8960" y="281"/>
                  </a:lnTo>
                  <a:lnTo>
                    <a:pt x="9007" y="141"/>
                  </a:lnTo>
                  <a:lnTo>
                    <a:pt x="9054" y="48"/>
                  </a:lnTo>
                  <a:lnTo>
                    <a:pt x="90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2" name="Google Shape;10892;p79"/>
            <p:cNvSpPr/>
            <p:nvPr/>
          </p:nvSpPr>
          <p:spPr>
            <a:xfrm>
              <a:off x="1735900" y="3566725"/>
              <a:ext cx="228700" cy="40850"/>
            </a:xfrm>
            <a:custGeom>
              <a:rect b="b" l="l" r="r" t="t"/>
              <a:pathLst>
                <a:path extrusionOk="0" h="1634" w="9148">
                  <a:moveTo>
                    <a:pt x="140" y="0"/>
                  </a:moveTo>
                  <a:lnTo>
                    <a:pt x="93" y="47"/>
                  </a:lnTo>
                  <a:lnTo>
                    <a:pt x="47" y="140"/>
                  </a:lnTo>
                  <a:lnTo>
                    <a:pt x="0" y="234"/>
                  </a:lnTo>
                  <a:lnTo>
                    <a:pt x="0" y="1400"/>
                  </a:lnTo>
                  <a:lnTo>
                    <a:pt x="47" y="1494"/>
                  </a:lnTo>
                  <a:lnTo>
                    <a:pt x="93" y="1540"/>
                  </a:lnTo>
                  <a:lnTo>
                    <a:pt x="140" y="1587"/>
                  </a:lnTo>
                  <a:lnTo>
                    <a:pt x="233" y="1634"/>
                  </a:lnTo>
                  <a:lnTo>
                    <a:pt x="9054" y="1634"/>
                  </a:lnTo>
                  <a:lnTo>
                    <a:pt x="9100" y="1587"/>
                  </a:lnTo>
                  <a:lnTo>
                    <a:pt x="9147" y="1540"/>
                  </a:lnTo>
                  <a:lnTo>
                    <a:pt x="9147" y="1400"/>
                  </a:lnTo>
                  <a:lnTo>
                    <a:pt x="9100" y="280"/>
                  </a:lnTo>
                  <a:lnTo>
                    <a:pt x="9100" y="94"/>
                  </a:lnTo>
                  <a:lnTo>
                    <a:pt x="910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3" name="Google Shape;10893;p79"/>
            <p:cNvSpPr/>
            <p:nvPr/>
          </p:nvSpPr>
          <p:spPr>
            <a:xfrm>
              <a:off x="1944725" y="3445375"/>
              <a:ext cx="22200" cy="40875"/>
            </a:xfrm>
            <a:custGeom>
              <a:rect b="b" l="l" r="r" t="t"/>
              <a:pathLst>
                <a:path extrusionOk="0" h="1635" w="888">
                  <a:moveTo>
                    <a:pt x="1" y="1"/>
                  </a:moveTo>
                  <a:lnTo>
                    <a:pt x="94" y="48"/>
                  </a:lnTo>
                  <a:lnTo>
                    <a:pt x="141" y="94"/>
                  </a:lnTo>
                  <a:lnTo>
                    <a:pt x="187" y="141"/>
                  </a:lnTo>
                  <a:lnTo>
                    <a:pt x="234" y="234"/>
                  </a:lnTo>
                  <a:lnTo>
                    <a:pt x="234" y="1401"/>
                  </a:lnTo>
                  <a:lnTo>
                    <a:pt x="187" y="1494"/>
                  </a:lnTo>
                  <a:lnTo>
                    <a:pt x="141" y="1588"/>
                  </a:lnTo>
                  <a:lnTo>
                    <a:pt x="94" y="1634"/>
                  </a:lnTo>
                  <a:lnTo>
                    <a:pt x="747" y="1634"/>
                  </a:lnTo>
                  <a:lnTo>
                    <a:pt x="841" y="1588"/>
                  </a:lnTo>
                  <a:lnTo>
                    <a:pt x="887" y="1494"/>
                  </a:lnTo>
                  <a:lnTo>
                    <a:pt x="887" y="1401"/>
                  </a:lnTo>
                  <a:lnTo>
                    <a:pt x="887" y="234"/>
                  </a:lnTo>
                  <a:lnTo>
                    <a:pt x="887" y="141"/>
                  </a:lnTo>
                  <a:lnTo>
                    <a:pt x="841" y="94"/>
                  </a:lnTo>
                  <a:lnTo>
                    <a:pt x="747" y="48"/>
                  </a:lnTo>
                  <a:lnTo>
                    <a:pt x="70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4" name="Google Shape;10894;p79"/>
            <p:cNvSpPr/>
            <p:nvPr/>
          </p:nvSpPr>
          <p:spPr>
            <a:xfrm>
              <a:off x="1944725" y="3566725"/>
              <a:ext cx="22200" cy="40850"/>
            </a:xfrm>
            <a:custGeom>
              <a:rect b="b" l="l" r="r" t="t"/>
              <a:pathLst>
                <a:path extrusionOk="0" h="1634" w="888">
                  <a:moveTo>
                    <a:pt x="94" y="0"/>
                  </a:moveTo>
                  <a:lnTo>
                    <a:pt x="141" y="47"/>
                  </a:lnTo>
                  <a:lnTo>
                    <a:pt x="187" y="140"/>
                  </a:lnTo>
                  <a:lnTo>
                    <a:pt x="234" y="234"/>
                  </a:lnTo>
                  <a:lnTo>
                    <a:pt x="234" y="1400"/>
                  </a:lnTo>
                  <a:lnTo>
                    <a:pt x="187" y="1494"/>
                  </a:lnTo>
                  <a:lnTo>
                    <a:pt x="141" y="1540"/>
                  </a:lnTo>
                  <a:lnTo>
                    <a:pt x="94" y="1587"/>
                  </a:lnTo>
                  <a:lnTo>
                    <a:pt x="1" y="1634"/>
                  </a:lnTo>
                  <a:lnTo>
                    <a:pt x="701" y="1634"/>
                  </a:lnTo>
                  <a:lnTo>
                    <a:pt x="747" y="1587"/>
                  </a:lnTo>
                  <a:lnTo>
                    <a:pt x="841" y="1540"/>
                  </a:lnTo>
                  <a:lnTo>
                    <a:pt x="887" y="1494"/>
                  </a:lnTo>
                  <a:lnTo>
                    <a:pt x="887" y="1400"/>
                  </a:lnTo>
                  <a:lnTo>
                    <a:pt x="887" y="234"/>
                  </a:lnTo>
                  <a:lnTo>
                    <a:pt x="887" y="140"/>
                  </a:lnTo>
                  <a:lnTo>
                    <a:pt x="841" y="47"/>
                  </a:lnTo>
                  <a:lnTo>
                    <a:pt x="74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5" name="Google Shape;10895;p79"/>
          <p:cNvGrpSpPr/>
          <p:nvPr/>
        </p:nvGrpSpPr>
        <p:grpSpPr>
          <a:xfrm>
            <a:off x="2513325" y="3318225"/>
            <a:ext cx="336050" cy="241525"/>
            <a:chOff x="2444075" y="3318225"/>
            <a:chExt cx="336050" cy="241525"/>
          </a:xfrm>
        </p:grpSpPr>
        <p:sp>
          <p:nvSpPr>
            <p:cNvPr id="10896" name="Google Shape;10896;p79"/>
            <p:cNvSpPr/>
            <p:nvPr/>
          </p:nvSpPr>
          <p:spPr>
            <a:xfrm>
              <a:off x="2696100" y="3353225"/>
              <a:ext cx="60675" cy="67675"/>
            </a:xfrm>
            <a:custGeom>
              <a:rect b="b" l="l" r="r" t="t"/>
              <a:pathLst>
                <a:path extrusionOk="0" h="2707" w="2427">
                  <a:moveTo>
                    <a:pt x="1120" y="0"/>
                  </a:moveTo>
                  <a:lnTo>
                    <a:pt x="840" y="93"/>
                  </a:lnTo>
                  <a:lnTo>
                    <a:pt x="607" y="233"/>
                  </a:lnTo>
                  <a:lnTo>
                    <a:pt x="420" y="373"/>
                  </a:lnTo>
                  <a:lnTo>
                    <a:pt x="233" y="607"/>
                  </a:lnTo>
                  <a:lnTo>
                    <a:pt x="93" y="840"/>
                  </a:lnTo>
                  <a:lnTo>
                    <a:pt x="47" y="1073"/>
                  </a:lnTo>
                  <a:lnTo>
                    <a:pt x="0" y="1353"/>
                  </a:lnTo>
                  <a:lnTo>
                    <a:pt x="47" y="1634"/>
                  </a:lnTo>
                  <a:lnTo>
                    <a:pt x="93" y="1867"/>
                  </a:lnTo>
                  <a:lnTo>
                    <a:pt x="233" y="2100"/>
                  </a:lnTo>
                  <a:lnTo>
                    <a:pt x="420" y="2334"/>
                  </a:lnTo>
                  <a:lnTo>
                    <a:pt x="607" y="2474"/>
                  </a:lnTo>
                  <a:lnTo>
                    <a:pt x="840" y="2614"/>
                  </a:lnTo>
                  <a:lnTo>
                    <a:pt x="1120" y="2707"/>
                  </a:lnTo>
                  <a:lnTo>
                    <a:pt x="1634" y="2707"/>
                  </a:lnTo>
                  <a:lnTo>
                    <a:pt x="1867" y="2614"/>
                  </a:lnTo>
                  <a:lnTo>
                    <a:pt x="2054" y="2520"/>
                  </a:lnTo>
                  <a:lnTo>
                    <a:pt x="2194" y="2334"/>
                  </a:lnTo>
                  <a:lnTo>
                    <a:pt x="2287" y="2147"/>
                  </a:lnTo>
                  <a:lnTo>
                    <a:pt x="2380" y="1914"/>
                  </a:lnTo>
                  <a:lnTo>
                    <a:pt x="2427" y="1680"/>
                  </a:lnTo>
                  <a:lnTo>
                    <a:pt x="2427" y="1400"/>
                  </a:lnTo>
                  <a:lnTo>
                    <a:pt x="2427" y="1120"/>
                  </a:lnTo>
                  <a:lnTo>
                    <a:pt x="2380" y="840"/>
                  </a:lnTo>
                  <a:lnTo>
                    <a:pt x="2287" y="607"/>
                  </a:lnTo>
                  <a:lnTo>
                    <a:pt x="2194" y="420"/>
                  </a:lnTo>
                  <a:lnTo>
                    <a:pt x="2054" y="233"/>
                  </a:lnTo>
                  <a:lnTo>
                    <a:pt x="1867" y="93"/>
                  </a:lnTo>
                  <a:lnTo>
                    <a:pt x="16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7" name="Google Shape;10897;p79"/>
            <p:cNvSpPr/>
            <p:nvPr/>
          </p:nvSpPr>
          <p:spPr>
            <a:xfrm>
              <a:off x="2721750" y="3353225"/>
              <a:ext cx="43200" cy="67675"/>
            </a:xfrm>
            <a:custGeom>
              <a:rect b="b" l="l" r="r" t="t"/>
              <a:pathLst>
                <a:path extrusionOk="0" h="2707" w="1728">
                  <a:moveTo>
                    <a:pt x="328" y="0"/>
                  </a:moveTo>
                  <a:lnTo>
                    <a:pt x="1" y="47"/>
                  </a:lnTo>
                  <a:lnTo>
                    <a:pt x="234" y="93"/>
                  </a:lnTo>
                  <a:lnTo>
                    <a:pt x="421" y="187"/>
                  </a:lnTo>
                  <a:lnTo>
                    <a:pt x="608" y="327"/>
                  </a:lnTo>
                  <a:lnTo>
                    <a:pt x="748" y="513"/>
                  </a:lnTo>
                  <a:lnTo>
                    <a:pt x="888" y="700"/>
                  </a:lnTo>
                  <a:lnTo>
                    <a:pt x="981" y="887"/>
                  </a:lnTo>
                  <a:lnTo>
                    <a:pt x="1028" y="1120"/>
                  </a:lnTo>
                  <a:lnTo>
                    <a:pt x="1028" y="1353"/>
                  </a:lnTo>
                  <a:lnTo>
                    <a:pt x="1028" y="1587"/>
                  </a:lnTo>
                  <a:lnTo>
                    <a:pt x="981" y="1820"/>
                  </a:lnTo>
                  <a:lnTo>
                    <a:pt x="888" y="2007"/>
                  </a:lnTo>
                  <a:lnTo>
                    <a:pt x="748" y="2194"/>
                  </a:lnTo>
                  <a:lnTo>
                    <a:pt x="608" y="2380"/>
                  </a:lnTo>
                  <a:lnTo>
                    <a:pt x="421" y="2520"/>
                  </a:lnTo>
                  <a:lnTo>
                    <a:pt x="234" y="2614"/>
                  </a:lnTo>
                  <a:lnTo>
                    <a:pt x="1" y="2660"/>
                  </a:lnTo>
                  <a:lnTo>
                    <a:pt x="328" y="2707"/>
                  </a:lnTo>
                  <a:lnTo>
                    <a:pt x="608" y="2707"/>
                  </a:lnTo>
                  <a:lnTo>
                    <a:pt x="888" y="2614"/>
                  </a:lnTo>
                  <a:lnTo>
                    <a:pt x="1121" y="2474"/>
                  </a:lnTo>
                  <a:lnTo>
                    <a:pt x="1308" y="2334"/>
                  </a:lnTo>
                  <a:lnTo>
                    <a:pt x="1494" y="2100"/>
                  </a:lnTo>
                  <a:lnTo>
                    <a:pt x="1588" y="1867"/>
                  </a:lnTo>
                  <a:lnTo>
                    <a:pt x="1681" y="1634"/>
                  </a:lnTo>
                  <a:lnTo>
                    <a:pt x="1728" y="1353"/>
                  </a:lnTo>
                  <a:lnTo>
                    <a:pt x="1681" y="1073"/>
                  </a:lnTo>
                  <a:lnTo>
                    <a:pt x="1588" y="840"/>
                  </a:lnTo>
                  <a:lnTo>
                    <a:pt x="1494" y="607"/>
                  </a:lnTo>
                  <a:lnTo>
                    <a:pt x="1308" y="373"/>
                  </a:lnTo>
                  <a:lnTo>
                    <a:pt x="1121" y="233"/>
                  </a:lnTo>
                  <a:lnTo>
                    <a:pt x="888" y="93"/>
                  </a:lnTo>
                  <a:lnTo>
                    <a:pt x="60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8" name="Google Shape;10898;p79"/>
            <p:cNvSpPr/>
            <p:nvPr/>
          </p:nvSpPr>
          <p:spPr>
            <a:xfrm>
              <a:off x="2616750" y="3318225"/>
              <a:ext cx="102700" cy="117850"/>
            </a:xfrm>
            <a:custGeom>
              <a:rect b="b" l="l" r="r" t="t"/>
              <a:pathLst>
                <a:path extrusionOk="0" h="4714" w="4108">
                  <a:moveTo>
                    <a:pt x="3361" y="0"/>
                  </a:moveTo>
                  <a:lnTo>
                    <a:pt x="3127" y="47"/>
                  </a:lnTo>
                  <a:lnTo>
                    <a:pt x="2614" y="280"/>
                  </a:lnTo>
                  <a:lnTo>
                    <a:pt x="2054" y="560"/>
                  </a:lnTo>
                  <a:lnTo>
                    <a:pt x="1494" y="933"/>
                  </a:lnTo>
                  <a:lnTo>
                    <a:pt x="1027" y="1307"/>
                  </a:lnTo>
                  <a:lnTo>
                    <a:pt x="607" y="1680"/>
                  </a:lnTo>
                  <a:lnTo>
                    <a:pt x="327" y="2007"/>
                  </a:lnTo>
                  <a:lnTo>
                    <a:pt x="141" y="2287"/>
                  </a:lnTo>
                  <a:lnTo>
                    <a:pt x="47" y="2613"/>
                  </a:lnTo>
                  <a:lnTo>
                    <a:pt x="1" y="2940"/>
                  </a:lnTo>
                  <a:lnTo>
                    <a:pt x="1" y="3267"/>
                  </a:lnTo>
                  <a:lnTo>
                    <a:pt x="47" y="3547"/>
                  </a:lnTo>
                  <a:lnTo>
                    <a:pt x="187" y="3874"/>
                  </a:lnTo>
                  <a:lnTo>
                    <a:pt x="374" y="4154"/>
                  </a:lnTo>
                  <a:lnTo>
                    <a:pt x="654" y="4387"/>
                  </a:lnTo>
                  <a:lnTo>
                    <a:pt x="934" y="4574"/>
                  </a:lnTo>
                  <a:lnTo>
                    <a:pt x="1167" y="4667"/>
                  </a:lnTo>
                  <a:lnTo>
                    <a:pt x="1447" y="4714"/>
                  </a:lnTo>
                  <a:lnTo>
                    <a:pt x="1681" y="4714"/>
                  </a:lnTo>
                  <a:lnTo>
                    <a:pt x="1914" y="4620"/>
                  </a:lnTo>
                  <a:lnTo>
                    <a:pt x="2147" y="4480"/>
                  </a:lnTo>
                  <a:lnTo>
                    <a:pt x="2381" y="4294"/>
                  </a:lnTo>
                  <a:lnTo>
                    <a:pt x="2614" y="4014"/>
                  </a:lnTo>
                  <a:lnTo>
                    <a:pt x="2847" y="3640"/>
                  </a:lnTo>
                  <a:lnTo>
                    <a:pt x="3174" y="3174"/>
                  </a:lnTo>
                  <a:lnTo>
                    <a:pt x="3454" y="2613"/>
                  </a:lnTo>
                  <a:lnTo>
                    <a:pt x="3734" y="2007"/>
                  </a:lnTo>
                  <a:lnTo>
                    <a:pt x="3968" y="1400"/>
                  </a:lnTo>
                  <a:lnTo>
                    <a:pt x="4108" y="840"/>
                  </a:lnTo>
                  <a:lnTo>
                    <a:pt x="4108" y="607"/>
                  </a:lnTo>
                  <a:lnTo>
                    <a:pt x="4108" y="420"/>
                  </a:lnTo>
                  <a:lnTo>
                    <a:pt x="4014" y="233"/>
                  </a:lnTo>
                  <a:lnTo>
                    <a:pt x="3921" y="93"/>
                  </a:lnTo>
                  <a:lnTo>
                    <a:pt x="3734" y="47"/>
                  </a:lnTo>
                  <a:lnTo>
                    <a:pt x="354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9" name="Google Shape;10899;p79"/>
            <p:cNvSpPr/>
            <p:nvPr/>
          </p:nvSpPr>
          <p:spPr>
            <a:xfrm>
              <a:off x="2641250" y="3368375"/>
              <a:ext cx="40875" cy="43200"/>
            </a:xfrm>
            <a:custGeom>
              <a:rect b="b" l="l" r="r" t="t"/>
              <a:pathLst>
                <a:path extrusionOk="0" h="1728" w="1635">
                  <a:moveTo>
                    <a:pt x="747" y="1"/>
                  </a:moveTo>
                  <a:lnTo>
                    <a:pt x="607" y="47"/>
                  </a:lnTo>
                  <a:lnTo>
                    <a:pt x="421" y="94"/>
                  </a:lnTo>
                  <a:lnTo>
                    <a:pt x="281" y="187"/>
                  </a:lnTo>
                  <a:lnTo>
                    <a:pt x="187" y="327"/>
                  </a:lnTo>
                  <a:lnTo>
                    <a:pt x="94" y="467"/>
                  </a:lnTo>
                  <a:lnTo>
                    <a:pt x="47" y="654"/>
                  </a:lnTo>
                  <a:lnTo>
                    <a:pt x="1" y="794"/>
                  </a:lnTo>
                  <a:lnTo>
                    <a:pt x="1" y="981"/>
                  </a:lnTo>
                  <a:lnTo>
                    <a:pt x="47" y="1121"/>
                  </a:lnTo>
                  <a:lnTo>
                    <a:pt x="94" y="1261"/>
                  </a:lnTo>
                  <a:lnTo>
                    <a:pt x="187" y="1401"/>
                  </a:lnTo>
                  <a:lnTo>
                    <a:pt x="327" y="1541"/>
                  </a:lnTo>
                  <a:lnTo>
                    <a:pt x="607" y="1681"/>
                  </a:lnTo>
                  <a:lnTo>
                    <a:pt x="747" y="1728"/>
                  </a:lnTo>
                  <a:lnTo>
                    <a:pt x="887" y="1681"/>
                  </a:lnTo>
                  <a:lnTo>
                    <a:pt x="1027" y="1681"/>
                  </a:lnTo>
                  <a:lnTo>
                    <a:pt x="1121" y="1588"/>
                  </a:lnTo>
                  <a:lnTo>
                    <a:pt x="1354" y="1401"/>
                  </a:lnTo>
                  <a:lnTo>
                    <a:pt x="1541" y="1074"/>
                  </a:lnTo>
                  <a:lnTo>
                    <a:pt x="1634" y="747"/>
                  </a:lnTo>
                  <a:lnTo>
                    <a:pt x="1634" y="561"/>
                  </a:lnTo>
                  <a:lnTo>
                    <a:pt x="1587" y="421"/>
                  </a:lnTo>
                  <a:lnTo>
                    <a:pt x="1494" y="281"/>
                  </a:lnTo>
                  <a:lnTo>
                    <a:pt x="1401" y="187"/>
                  </a:lnTo>
                  <a:lnTo>
                    <a:pt x="1214" y="94"/>
                  </a:lnTo>
                  <a:lnTo>
                    <a:pt x="107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0" name="Google Shape;10900;p79"/>
            <p:cNvSpPr/>
            <p:nvPr/>
          </p:nvSpPr>
          <p:spPr>
            <a:xfrm>
              <a:off x="2459250" y="3332225"/>
              <a:ext cx="183200" cy="106175"/>
            </a:xfrm>
            <a:custGeom>
              <a:rect b="b" l="l" r="r" t="t"/>
              <a:pathLst>
                <a:path extrusionOk="0" h="4247" w="7328">
                  <a:moveTo>
                    <a:pt x="3781" y="0"/>
                  </a:moveTo>
                  <a:lnTo>
                    <a:pt x="3501" y="47"/>
                  </a:lnTo>
                  <a:lnTo>
                    <a:pt x="3267" y="93"/>
                  </a:lnTo>
                  <a:lnTo>
                    <a:pt x="3034" y="187"/>
                  </a:lnTo>
                  <a:lnTo>
                    <a:pt x="2801" y="327"/>
                  </a:lnTo>
                  <a:lnTo>
                    <a:pt x="2614" y="467"/>
                  </a:lnTo>
                  <a:lnTo>
                    <a:pt x="2427" y="653"/>
                  </a:lnTo>
                  <a:lnTo>
                    <a:pt x="2287" y="840"/>
                  </a:lnTo>
                  <a:lnTo>
                    <a:pt x="2147" y="1073"/>
                  </a:lnTo>
                  <a:lnTo>
                    <a:pt x="1914" y="980"/>
                  </a:lnTo>
                  <a:lnTo>
                    <a:pt x="1634" y="980"/>
                  </a:lnTo>
                  <a:lnTo>
                    <a:pt x="1307" y="1027"/>
                  </a:lnTo>
                  <a:lnTo>
                    <a:pt x="981" y="1120"/>
                  </a:lnTo>
                  <a:lnTo>
                    <a:pt x="701" y="1260"/>
                  </a:lnTo>
                  <a:lnTo>
                    <a:pt x="467" y="1447"/>
                  </a:lnTo>
                  <a:lnTo>
                    <a:pt x="280" y="1680"/>
                  </a:lnTo>
                  <a:lnTo>
                    <a:pt x="140" y="1960"/>
                  </a:lnTo>
                  <a:lnTo>
                    <a:pt x="47" y="2287"/>
                  </a:lnTo>
                  <a:lnTo>
                    <a:pt x="0" y="2614"/>
                  </a:lnTo>
                  <a:lnTo>
                    <a:pt x="47" y="2940"/>
                  </a:lnTo>
                  <a:lnTo>
                    <a:pt x="140" y="3220"/>
                  </a:lnTo>
                  <a:lnTo>
                    <a:pt x="280" y="3500"/>
                  </a:lnTo>
                  <a:lnTo>
                    <a:pt x="467" y="3780"/>
                  </a:lnTo>
                  <a:lnTo>
                    <a:pt x="701" y="3967"/>
                  </a:lnTo>
                  <a:lnTo>
                    <a:pt x="981" y="4107"/>
                  </a:lnTo>
                  <a:lnTo>
                    <a:pt x="1307" y="4200"/>
                  </a:lnTo>
                  <a:lnTo>
                    <a:pt x="1634" y="4247"/>
                  </a:lnTo>
                  <a:lnTo>
                    <a:pt x="1867" y="4200"/>
                  </a:lnTo>
                  <a:lnTo>
                    <a:pt x="2054" y="4154"/>
                  </a:lnTo>
                  <a:lnTo>
                    <a:pt x="2287" y="4107"/>
                  </a:lnTo>
                  <a:lnTo>
                    <a:pt x="2474" y="4014"/>
                  </a:lnTo>
                  <a:lnTo>
                    <a:pt x="2801" y="3734"/>
                  </a:lnTo>
                  <a:lnTo>
                    <a:pt x="3034" y="3407"/>
                  </a:lnTo>
                  <a:lnTo>
                    <a:pt x="3407" y="3500"/>
                  </a:lnTo>
                  <a:lnTo>
                    <a:pt x="3781" y="3547"/>
                  </a:lnTo>
                  <a:lnTo>
                    <a:pt x="4061" y="3547"/>
                  </a:lnTo>
                  <a:lnTo>
                    <a:pt x="4341" y="3454"/>
                  </a:lnTo>
                  <a:lnTo>
                    <a:pt x="4621" y="3360"/>
                  </a:lnTo>
                  <a:lnTo>
                    <a:pt x="4854" y="3174"/>
                  </a:lnTo>
                  <a:lnTo>
                    <a:pt x="5087" y="3407"/>
                  </a:lnTo>
                  <a:lnTo>
                    <a:pt x="5367" y="3547"/>
                  </a:lnTo>
                  <a:lnTo>
                    <a:pt x="5647" y="3640"/>
                  </a:lnTo>
                  <a:lnTo>
                    <a:pt x="5974" y="3687"/>
                  </a:lnTo>
                  <a:lnTo>
                    <a:pt x="6301" y="3687"/>
                  </a:lnTo>
                  <a:lnTo>
                    <a:pt x="6581" y="3594"/>
                  </a:lnTo>
                  <a:lnTo>
                    <a:pt x="6767" y="3454"/>
                  </a:lnTo>
                  <a:lnTo>
                    <a:pt x="6954" y="3314"/>
                  </a:lnTo>
                  <a:lnTo>
                    <a:pt x="7141" y="3080"/>
                  </a:lnTo>
                  <a:lnTo>
                    <a:pt x="7234" y="2847"/>
                  </a:lnTo>
                  <a:lnTo>
                    <a:pt x="7281" y="2567"/>
                  </a:lnTo>
                  <a:lnTo>
                    <a:pt x="7327" y="2287"/>
                  </a:lnTo>
                  <a:lnTo>
                    <a:pt x="7281" y="1960"/>
                  </a:lnTo>
                  <a:lnTo>
                    <a:pt x="7234" y="1633"/>
                  </a:lnTo>
                  <a:lnTo>
                    <a:pt x="7141" y="1353"/>
                  </a:lnTo>
                  <a:lnTo>
                    <a:pt x="6954" y="1073"/>
                  </a:lnTo>
                  <a:lnTo>
                    <a:pt x="6767" y="887"/>
                  </a:lnTo>
                  <a:lnTo>
                    <a:pt x="6581" y="700"/>
                  </a:lnTo>
                  <a:lnTo>
                    <a:pt x="6301" y="607"/>
                  </a:lnTo>
                  <a:lnTo>
                    <a:pt x="5974" y="560"/>
                  </a:lnTo>
                  <a:lnTo>
                    <a:pt x="5787" y="560"/>
                  </a:lnTo>
                  <a:lnTo>
                    <a:pt x="5601" y="607"/>
                  </a:lnTo>
                  <a:lnTo>
                    <a:pt x="5227" y="747"/>
                  </a:lnTo>
                  <a:lnTo>
                    <a:pt x="4947" y="467"/>
                  </a:lnTo>
                  <a:lnTo>
                    <a:pt x="4574" y="233"/>
                  </a:lnTo>
                  <a:lnTo>
                    <a:pt x="4201" y="93"/>
                  </a:lnTo>
                  <a:lnTo>
                    <a:pt x="378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1" name="Google Shape;10901;p79"/>
            <p:cNvSpPr/>
            <p:nvPr/>
          </p:nvSpPr>
          <p:spPr>
            <a:xfrm>
              <a:off x="2600425" y="3346225"/>
              <a:ext cx="47850" cy="78175"/>
            </a:xfrm>
            <a:custGeom>
              <a:rect b="b" l="l" r="r" t="t"/>
              <a:pathLst>
                <a:path extrusionOk="0" h="3127" w="1914">
                  <a:moveTo>
                    <a:pt x="327" y="0"/>
                  </a:moveTo>
                  <a:lnTo>
                    <a:pt x="0" y="47"/>
                  </a:lnTo>
                  <a:lnTo>
                    <a:pt x="280" y="93"/>
                  </a:lnTo>
                  <a:lnTo>
                    <a:pt x="514" y="233"/>
                  </a:lnTo>
                  <a:lnTo>
                    <a:pt x="700" y="373"/>
                  </a:lnTo>
                  <a:lnTo>
                    <a:pt x="887" y="560"/>
                  </a:lnTo>
                  <a:lnTo>
                    <a:pt x="1027" y="793"/>
                  </a:lnTo>
                  <a:lnTo>
                    <a:pt x="1167" y="1027"/>
                  </a:lnTo>
                  <a:lnTo>
                    <a:pt x="1214" y="1307"/>
                  </a:lnTo>
                  <a:lnTo>
                    <a:pt x="1260" y="1587"/>
                  </a:lnTo>
                  <a:lnTo>
                    <a:pt x="1214" y="1820"/>
                  </a:lnTo>
                  <a:lnTo>
                    <a:pt x="1167" y="2100"/>
                  </a:lnTo>
                  <a:lnTo>
                    <a:pt x="1027" y="2334"/>
                  </a:lnTo>
                  <a:lnTo>
                    <a:pt x="887" y="2567"/>
                  </a:lnTo>
                  <a:lnTo>
                    <a:pt x="700" y="2754"/>
                  </a:lnTo>
                  <a:lnTo>
                    <a:pt x="514" y="2894"/>
                  </a:lnTo>
                  <a:lnTo>
                    <a:pt x="280" y="3034"/>
                  </a:lnTo>
                  <a:lnTo>
                    <a:pt x="0" y="3080"/>
                  </a:lnTo>
                  <a:lnTo>
                    <a:pt x="327" y="3127"/>
                  </a:lnTo>
                  <a:lnTo>
                    <a:pt x="654" y="3127"/>
                  </a:lnTo>
                  <a:lnTo>
                    <a:pt x="980" y="3034"/>
                  </a:lnTo>
                  <a:lnTo>
                    <a:pt x="1214" y="2847"/>
                  </a:lnTo>
                  <a:lnTo>
                    <a:pt x="1447" y="2660"/>
                  </a:lnTo>
                  <a:lnTo>
                    <a:pt x="1634" y="2427"/>
                  </a:lnTo>
                  <a:lnTo>
                    <a:pt x="1774" y="2194"/>
                  </a:lnTo>
                  <a:lnTo>
                    <a:pt x="1867" y="1867"/>
                  </a:lnTo>
                  <a:lnTo>
                    <a:pt x="1914" y="1587"/>
                  </a:lnTo>
                  <a:lnTo>
                    <a:pt x="1867" y="1260"/>
                  </a:lnTo>
                  <a:lnTo>
                    <a:pt x="1774" y="933"/>
                  </a:lnTo>
                  <a:lnTo>
                    <a:pt x="1634" y="700"/>
                  </a:lnTo>
                  <a:lnTo>
                    <a:pt x="1447" y="467"/>
                  </a:lnTo>
                  <a:lnTo>
                    <a:pt x="1214" y="280"/>
                  </a:lnTo>
                  <a:lnTo>
                    <a:pt x="980" y="140"/>
                  </a:lnTo>
                  <a:lnTo>
                    <a:pt x="654" y="47"/>
                  </a:lnTo>
                  <a:lnTo>
                    <a:pt x="32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2" name="Google Shape;10902;p79"/>
            <p:cNvSpPr/>
            <p:nvPr/>
          </p:nvSpPr>
          <p:spPr>
            <a:xfrm>
              <a:off x="2650600" y="3318225"/>
              <a:ext cx="70025" cy="117850"/>
            </a:xfrm>
            <a:custGeom>
              <a:rect b="b" l="l" r="r" t="t"/>
              <a:pathLst>
                <a:path extrusionOk="0" h="4714" w="2801">
                  <a:moveTo>
                    <a:pt x="2007" y="0"/>
                  </a:moveTo>
                  <a:lnTo>
                    <a:pt x="1773" y="47"/>
                  </a:lnTo>
                  <a:lnTo>
                    <a:pt x="1867" y="93"/>
                  </a:lnTo>
                  <a:lnTo>
                    <a:pt x="2007" y="233"/>
                  </a:lnTo>
                  <a:lnTo>
                    <a:pt x="2100" y="420"/>
                  </a:lnTo>
                  <a:lnTo>
                    <a:pt x="2100" y="607"/>
                  </a:lnTo>
                  <a:lnTo>
                    <a:pt x="2147" y="887"/>
                  </a:lnTo>
                  <a:lnTo>
                    <a:pt x="2053" y="1400"/>
                  </a:lnTo>
                  <a:lnTo>
                    <a:pt x="1913" y="2007"/>
                  </a:lnTo>
                  <a:lnTo>
                    <a:pt x="1727" y="2660"/>
                  </a:lnTo>
                  <a:lnTo>
                    <a:pt x="1493" y="3220"/>
                  </a:lnTo>
                  <a:lnTo>
                    <a:pt x="1213" y="3687"/>
                  </a:lnTo>
                  <a:lnTo>
                    <a:pt x="980" y="4060"/>
                  </a:lnTo>
                  <a:lnTo>
                    <a:pt x="793" y="4294"/>
                  </a:lnTo>
                  <a:lnTo>
                    <a:pt x="513" y="4480"/>
                  </a:lnTo>
                  <a:lnTo>
                    <a:pt x="280" y="4620"/>
                  </a:lnTo>
                  <a:lnTo>
                    <a:pt x="0" y="4714"/>
                  </a:lnTo>
                  <a:lnTo>
                    <a:pt x="653" y="4714"/>
                  </a:lnTo>
                  <a:lnTo>
                    <a:pt x="887" y="4620"/>
                  </a:lnTo>
                  <a:lnTo>
                    <a:pt x="1120" y="4527"/>
                  </a:lnTo>
                  <a:lnTo>
                    <a:pt x="1307" y="4387"/>
                  </a:lnTo>
                  <a:lnTo>
                    <a:pt x="1493" y="4247"/>
                  </a:lnTo>
                  <a:lnTo>
                    <a:pt x="1680" y="4060"/>
                  </a:lnTo>
                  <a:lnTo>
                    <a:pt x="1913" y="3687"/>
                  </a:lnTo>
                  <a:lnTo>
                    <a:pt x="2147" y="3220"/>
                  </a:lnTo>
                  <a:lnTo>
                    <a:pt x="2380" y="2660"/>
                  </a:lnTo>
                  <a:lnTo>
                    <a:pt x="2614" y="2007"/>
                  </a:lnTo>
                  <a:lnTo>
                    <a:pt x="2754" y="1400"/>
                  </a:lnTo>
                  <a:lnTo>
                    <a:pt x="2800" y="887"/>
                  </a:lnTo>
                  <a:lnTo>
                    <a:pt x="2800" y="607"/>
                  </a:lnTo>
                  <a:lnTo>
                    <a:pt x="2754" y="420"/>
                  </a:lnTo>
                  <a:lnTo>
                    <a:pt x="2660" y="233"/>
                  </a:lnTo>
                  <a:lnTo>
                    <a:pt x="2567" y="93"/>
                  </a:lnTo>
                  <a:lnTo>
                    <a:pt x="2427" y="47"/>
                  </a:lnTo>
                  <a:lnTo>
                    <a:pt x="224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3" name="Google Shape;10903;p79"/>
            <p:cNvSpPr/>
            <p:nvPr/>
          </p:nvSpPr>
          <p:spPr>
            <a:xfrm>
              <a:off x="2444075" y="3418550"/>
              <a:ext cx="336050" cy="141200"/>
            </a:xfrm>
            <a:custGeom>
              <a:rect b="b" l="l" r="r" t="t"/>
              <a:pathLst>
                <a:path extrusionOk="0" h="5648" w="13442">
                  <a:moveTo>
                    <a:pt x="9381" y="1"/>
                  </a:moveTo>
                  <a:lnTo>
                    <a:pt x="1" y="701"/>
                  </a:lnTo>
                  <a:lnTo>
                    <a:pt x="1" y="1587"/>
                  </a:lnTo>
                  <a:lnTo>
                    <a:pt x="1" y="2007"/>
                  </a:lnTo>
                  <a:lnTo>
                    <a:pt x="94" y="2381"/>
                  </a:lnTo>
                  <a:lnTo>
                    <a:pt x="187" y="2801"/>
                  </a:lnTo>
                  <a:lnTo>
                    <a:pt x="327" y="3174"/>
                  </a:lnTo>
                  <a:lnTo>
                    <a:pt x="467" y="3501"/>
                  </a:lnTo>
                  <a:lnTo>
                    <a:pt x="701" y="3874"/>
                  </a:lnTo>
                  <a:lnTo>
                    <a:pt x="934" y="4154"/>
                  </a:lnTo>
                  <a:lnTo>
                    <a:pt x="1214" y="4481"/>
                  </a:lnTo>
                  <a:lnTo>
                    <a:pt x="1494" y="4714"/>
                  </a:lnTo>
                  <a:lnTo>
                    <a:pt x="1821" y="4947"/>
                  </a:lnTo>
                  <a:lnTo>
                    <a:pt x="2148" y="5181"/>
                  </a:lnTo>
                  <a:lnTo>
                    <a:pt x="2474" y="5367"/>
                  </a:lnTo>
                  <a:lnTo>
                    <a:pt x="2894" y="5461"/>
                  </a:lnTo>
                  <a:lnTo>
                    <a:pt x="3268" y="5601"/>
                  </a:lnTo>
                  <a:lnTo>
                    <a:pt x="3688" y="5647"/>
                  </a:lnTo>
                  <a:lnTo>
                    <a:pt x="9754" y="5647"/>
                  </a:lnTo>
                  <a:lnTo>
                    <a:pt x="10174" y="5601"/>
                  </a:lnTo>
                  <a:lnTo>
                    <a:pt x="10548" y="5461"/>
                  </a:lnTo>
                  <a:lnTo>
                    <a:pt x="10921" y="5367"/>
                  </a:lnTo>
                  <a:lnTo>
                    <a:pt x="11295" y="5181"/>
                  </a:lnTo>
                  <a:lnTo>
                    <a:pt x="11621" y="4947"/>
                  </a:lnTo>
                  <a:lnTo>
                    <a:pt x="11948" y="4714"/>
                  </a:lnTo>
                  <a:lnTo>
                    <a:pt x="12228" y="4481"/>
                  </a:lnTo>
                  <a:lnTo>
                    <a:pt x="12508" y="4154"/>
                  </a:lnTo>
                  <a:lnTo>
                    <a:pt x="12741" y="3874"/>
                  </a:lnTo>
                  <a:lnTo>
                    <a:pt x="12928" y="3501"/>
                  </a:lnTo>
                  <a:lnTo>
                    <a:pt x="13115" y="3174"/>
                  </a:lnTo>
                  <a:lnTo>
                    <a:pt x="13255" y="2801"/>
                  </a:lnTo>
                  <a:lnTo>
                    <a:pt x="13348" y="2381"/>
                  </a:lnTo>
                  <a:lnTo>
                    <a:pt x="13395" y="2007"/>
                  </a:lnTo>
                  <a:lnTo>
                    <a:pt x="13441" y="1587"/>
                  </a:lnTo>
                  <a:lnTo>
                    <a:pt x="13441" y="701"/>
                  </a:lnTo>
                  <a:lnTo>
                    <a:pt x="11481" y="327"/>
                  </a:lnTo>
                  <a:lnTo>
                    <a:pt x="93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4" name="Google Shape;10904;p79"/>
            <p:cNvSpPr/>
            <p:nvPr/>
          </p:nvSpPr>
          <p:spPr>
            <a:xfrm>
              <a:off x="2655250" y="3368375"/>
              <a:ext cx="29200" cy="43200"/>
            </a:xfrm>
            <a:custGeom>
              <a:rect b="b" l="l" r="r" t="t"/>
              <a:pathLst>
                <a:path extrusionOk="0" h="1728" w="1168">
                  <a:moveTo>
                    <a:pt x="234" y="1"/>
                  </a:moveTo>
                  <a:lnTo>
                    <a:pt x="1" y="47"/>
                  </a:lnTo>
                  <a:lnTo>
                    <a:pt x="234" y="187"/>
                  </a:lnTo>
                  <a:lnTo>
                    <a:pt x="374" y="281"/>
                  </a:lnTo>
                  <a:lnTo>
                    <a:pt x="467" y="421"/>
                  </a:lnTo>
                  <a:lnTo>
                    <a:pt x="561" y="561"/>
                  </a:lnTo>
                  <a:lnTo>
                    <a:pt x="561" y="747"/>
                  </a:lnTo>
                  <a:lnTo>
                    <a:pt x="561" y="888"/>
                  </a:lnTo>
                  <a:lnTo>
                    <a:pt x="561" y="1074"/>
                  </a:lnTo>
                  <a:lnTo>
                    <a:pt x="514" y="1214"/>
                  </a:lnTo>
                  <a:lnTo>
                    <a:pt x="421" y="1354"/>
                  </a:lnTo>
                  <a:lnTo>
                    <a:pt x="234" y="1541"/>
                  </a:lnTo>
                  <a:lnTo>
                    <a:pt x="1" y="1681"/>
                  </a:lnTo>
                  <a:lnTo>
                    <a:pt x="281" y="1728"/>
                  </a:lnTo>
                  <a:lnTo>
                    <a:pt x="514" y="1681"/>
                  </a:lnTo>
                  <a:lnTo>
                    <a:pt x="794" y="1541"/>
                  </a:lnTo>
                  <a:lnTo>
                    <a:pt x="981" y="1354"/>
                  </a:lnTo>
                  <a:lnTo>
                    <a:pt x="1074" y="1214"/>
                  </a:lnTo>
                  <a:lnTo>
                    <a:pt x="1121" y="1074"/>
                  </a:lnTo>
                  <a:lnTo>
                    <a:pt x="1167" y="888"/>
                  </a:lnTo>
                  <a:lnTo>
                    <a:pt x="1167" y="747"/>
                  </a:lnTo>
                  <a:lnTo>
                    <a:pt x="1121" y="561"/>
                  </a:lnTo>
                  <a:lnTo>
                    <a:pt x="1027" y="421"/>
                  </a:lnTo>
                  <a:lnTo>
                    <a:pt x="934" y="281"/>
                  </a:lnTo>
                  <a:lnTo>
                    <a:pt x="794" y="187"/>
                  </a:lnTo>
                  <a:lnTo>
                    <a:pt x="607" y="47"/>
                  </a:lnTo>
                  <a:lnTo>
                    <a:pt x="42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5" name="Google Shape;10905;p79"/>
            <p:cNvSpPr/>
            <p:nvPr/>
          </p:nvSpPr>
          <p:spPr>
            <a:xfrm>
              <a:off x="2671600" y="3429050"/>
              <a:ext cx="108525" cy="130700"/>
            </a:xfrm>
            <a:custGeom>
              <a:rect b="b" l="l" r="r" t="t"/>
              <a:pathLst>
                <a:path extrusionOk="0" h="5228" w="4341">
                  <a:moveTo>
                    <a:pt x="3967" y="1"/>
                  </a:moveTo>
                  <a:lnTo>
                    <a:pt x="3920" y="94"/>
                  </a:lnTo>
                  <a:lnTo>
                    <a:pt x="3640" y="281"/>
                  </a:lnTo>
                  <a:lnTo>
                    <a:pt x="3640" y="1167"/>
                  </a:lnTo>
                  <a:lnTo>
                    <a:pt x="3640" y="1587"/>
                  </a:lnTo>
                  <a:lnTo>
                    <a:pt x="3594" y="1961"/>
                  </a:lnTo>
                  <a:lnTo>
                    <a:pt x="3454" y="2381"/>
                  </a:lnTo>
                  <a:lnTo>
                    <a:pt x="3314" y="2754"/>
                  </a:lnTo>
                  <a:lnTo>
                    <a:pt x="3174" y="3081"/>
                  </a:lnTo>
                  <a:lnTo>
                    <a:pt x="2940" y="3454"/>
                  </a:lnTo>
                  <a:lnTo>
                    <a:pt x="2707" y="3734"/>
                  </a:lnTo>
                  <a:lnTo>
                    <a:pt x="2474" y="4061"/>
                  </a:lnTo>
                  <a:lnTo>
                    <a:pt x="2147" y="4294"/>
                  </a:lnTo>
                  <a:lnTo>
                    <a:pt x="1867" y="4527"/>
                  </a:lnTo>
                  <a:lnTo>
                    <a:pt x="1493" y="4761"/>
                  </a:lnTo>
                  <a:lnTo>
                    <a:pt x="1167" y="4947"/>
                  </a:lnTo>
                  <a:lnTo>
                    <a:pt x="793" y="5041"/>
                  </a:lnTo>
                  <a:lnTo>
                    <a:pt x="373" y="5181"/>
                  </a:lnTo>
                  <a:lnTo>
                    <a:pt x="0" y="5227"/>
                  </a:lnTo>
                  <a:lnTo>
                    <a:pt x="653" y="5227"/>
                  </a:lnTo>
                  <a:lnTo>
                    <a:pt x="1073" y="5181"/>
                  </a:lnTo>
                  <a:lnTo>
                    <a:pt x="1447" y="5041"/>
                  </a:lnTo>
                  <a:lnTo>
                    <a:pt x="1820" y="4947"/>
                  </a:lnTo>
                  <a:lnTo>
                    <a:pt x="2194" y="4761"/>
                  </a:lnTo>
                  <a:lnTo>
                    <a:pt x="2520" y="4527"/>
                  </a:lnTo>
                  <a:lnTo>
                    <a:pt x="2847" y="4294"/>
                  </a:lnTo>
                  <a:lnTo>
                    <a:pt x="3127" y="4061"/>
                  </a:lnTo>
                  <a:lnTo>
                    <a:pt x="3407" y="3734"/>
                  </a:lnTo>
                  <a:lnTo>
                    <a:pt x="3640" y="3454"/>
                  </a:lnTo>
                  <a:lnTo>
                    <a:pt x="3827" y="3081"/>
                  </a:lnTo>
                  <a:lnTo>
                    <a:pt x="4014" y="2754"/>
                  </a:lnTo>
                  <a:lnTo>
                    <a:pt x="4154" y="2381"/>
                  </a:lnTo>
                  <a:lnTo>
                    <a:pt x="4247" y="1961"/>
                  </a:lnTo>
                  <a:lnTo>
                    <a:pt x="4294" y="1587"/>
                  </a:lnTo>
                  <a:lnTo>
                    <a:pt x="4340" y="1167"/>
                  </a:lnTo>
                  <a:lnTo>
                    <a:pt x="4340" y="281"/>
                  </a:lnTo>
                  <a:lnTo>
                    <a:pt x="4154" y="94"/>
                  </a:lnTo>
                  <a:lnTo>
                    <a:pt x="401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6" name="Google Shape;10906;p79"/>
            <p:cNvSpPr/>
            <p:nvPr/>
          </p:nvSpPr>
          <p:spPr>
            <a:xfrm>
              <a:off x="2444075" y="3396375"/>
              <a:ext cx="336050" cy="39700"/>
            </a:xfrm>
            <a:custGeom>
              <a:rect b="b" l="l" r="r" t="t"/>
              <a:pathLst>
                <a:path extrusionOk="0" h="1588" w="13442">
                  <a:moveTo>
                    <a:pt x="421" y="1"/>
                  </a:moveTo>
                  <a:lnTo>
                    <a:pt x="234" y="48"/>
                  </a:lnTo>
                  <a:lnTo>
                    <a:pt x="94" y="141"/>
                  </a:lnTo>
                  <a:lnTo>
                    <a:pt x="47" y="234"/>
                  </a:lnTo>
                  <a:lnTo>
                    <a:pt x="1" y="421"/>
                  </a:lnTo>
                  <a:lnTo>
                    <a:pt x="1" y="1588"/>
                  </a:lnTo>
                  <a:lnTo>
                    <a:pt x="13441" y="1588"/>
                  </a:lnTo>
                  <a:lnTo>
                    <a:pt x="13301" y="794"/>
                  </a:lnTo>
                  <a:lnTo>
                    <a:pt x="13208" y="234"/>
                  </a:lnTo>
                  <a:lnTo>
                    <a:pt x="13115" y="94"/>
                  </a:lnTo>
                  <a:lnTo>
                    <a:pt x="1302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7" name="Google Shape;10907;p79"/>
            <p:cNvSpPr/>
            <p:nvPr/>
          </p:nvSpPr>
          <p:spPr>
            <a:xfrm>
              <a:off x="2753250" y="3396375"/>
              <a:ext cx="26875" cy="39700"/>
            </a:xfrm>
            <a:custGeom>
              <a:rect b="b" l="l" r="r" t="t"/>
              <a:pathLst>
                <a:path extrusionOk="0" h="1588" w="1075">
                  <a:moveTo>
                    <a:pt x="1" y="1"/>
                  </a:moveTo>
                  <a:lnTo>
                    <a:pt x="141" y="48"/>
                  </a:lnTo>
                  <a:lnTo>
                    <a:pt x="281" y="141"/>
                  </a:lnTo>
                  <a:lnTo>
                    <a:pt x="374" y="234"/>
                  </a:lnTo>
                  <a:lnTo>
                    <a:pt x="374" y="421"/>
                  </a:lnTo>
                  <a:lnTo>
                    <a:pt x="374" y="1588"/>
                  </a:lnTo>
                  <a:lnTo>
                    <a:pt x="1074" y="1588"/>
                  </a:lnTo>
                  <a:lnTo>
                    <a:pt x="1074" y="421"/>
                  </a:lnTo>
                  <a:lnTo>
                    <a:pt x="1028" y="234"/>
                  </a:lnTo>
                  <a:lnTo>
                    <a:pt x="934" y="141"/>
                  </a:lnTo>
                  <a:lnTo>
                    <a:pt x="841" y="48"/>
                  </a:lnTo>
                  <a:lnTo>
                    <a:pt x="65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08" name="Google Shape;10908;p79"/>
          <p:cNvGrpSpPr/>
          <p:nvPr/>
        </p:nvGrpSpPr>
        <p:grpSpPr>
          <a:xfrm>
            <a:off x="3321850" y="3271550"/>
            <a:ext cx="231050" cy="336025"/>
            <a:chOff x="3252600" y="3271550"/>
            <a:chExt cx="231050" cy="336025"/>
          </a:xfrm>
        </p:grpSpPr>
        <p:sp>
          <p:nvSpPr>
            <p:cNvPr id="10909" name="Google Shape;10909;p79"/>
            <p:cNvSpPr/>
            <p:nvPr/>
          </p:nvSpPr>
          <p:spPr>
            <a:xfrm>
              <a:off x="3252600" y="3271550"/>
              <a:ext cx="199550" cy="336025"/>
            </a:xfrm>
            <a:custGeom>
              <a:rect b="b" l="l" r="r" t="t"/>
              <a:pathLst>
                <a:path extrusionOk="0" h="13441" w="7982">
                  <a:moveTo>
                    <a:pt x="4248" y="747"/>
                  </a:moveTo>
                  <a:lnTo>
                    <a:pt x="4388" y="840"/>
                  </a:lnTo>
                  <a:lnTo>
                    <a:pt x="4434" y="980"/>
                  </a:lnTo>
                  <a:lnTo>
                    <a:pt x="4481" y="1120"/>
                  </a:lnTo>
                  <a:lnTo>
                    <a:pt x="4434" y="1260"/>
                  </a:lnTo>
                  <a:lnTo>
                    <a:pt x="4388" y="1400"/>
                  </a:lnTo>
                  <a:lnTo>
                    <a:pt x="4248" y="1447"/>
                  </a:lnTo>
                  <a:lnTo>
                    <a:pt x="4108" y="1494"/>
                  </a:lnTo>
                  <a:lnTo>
                    <a:pt x="3968" y="1447"/>
                  </a:lnTo>
                  <a:lnTo>
                    <a:pt x="3828" y="1400"/>
                  </a:lnTo>
                  <a:lnTo>
                    <a:pt x="3734" y="1260"/>
                  </a:lnTo>
                  <a:lnTo>
                    <a:pt x="3734" y="1120"/>
                  </a:lnTo>
                  <a:lnTo>
                    <a:pt x="3734" y="980"/>
                  </a:lnTo>
                  <a:lnTo>
                    <a:pt x="3828" y="840"/>
                  </a:lnTo>
                  <a:lnTo>
                    <a:pt x="3968" y="747"/>
                  </a:lnTo>
                  <a:close/>
                  <a:moveTo>
                    <a:pt x="3874" y="0"/>
                  </a:moveTo>
                  <a:lnTo>
                    <a:pt x="3641" y="94"/>
                  </a:lnTo>
                  <a:lnTo>
                    <a:pt x="3408" y="187"/>
                  </a:lnTo>
                  <a:lnTo>
                    <a:pt x="3221" y="327"/>
                  </a:lnTo>
                  <a:lnTo>
                    <a:pt x="3081" y="514"/>
                  </a:lnTo>
                  <a:lnTo>
                    <a:pt x="2988" y="747"/>
                  </a:lnTo>
                  <a:lnTo>
                    <a:pt x="2894" y="980"/>
                  </a:lnTo>
                  <a:lnTo>
                    <a:pt x="2894" y="1214"/>
                  </a:lnTo>
                  <a:lnTo>
                    <a:pt x="2941" y="1540"/>
                  </a:lnTo>
                  <a:lnTo>
                    <a:pt x="3081" y="1867"/>
                  </a:lnTo>
                  <a:lnTo>
                    <a:pt x="3081" y="1960"/>
                  </a:lnTo>
                  <a:lnTo>
                    <a:pt x="2661" y="3407"/>
                  </a:lnTo>
                  <a:lnTo>
                    <a:pt x="2568" y="3500"/>
                  </a:lnTo>
                  <a:lnTo>
                    <a:pt x="2428" y="3547"/>
                  </a:lnTo>
                  <a:lnTo>
                    <a:pt x="374" y="3547"/>
                  </a:lnTo>
                  <a:lnTo>
                    <a:pt x="234" y="3594"/>
                  </a:lnTo>
                  <a:lnTo>
                    <a:pt x="94" y="3687"/>
                  </a:lnTo>
                  <a:lnTo>
                    <a:pt x="1" y="3780"/>
                  </a:lnTo>
                  <a:lnTo>
                    <a:pt x="1" y="3967"/>
                  </a:lnTo>
                  <a:lnTo>
                    <a:pt x="1" y="13021"/>
                  </a:lnTo>
                  <a:lnTo>
                    <a:pt x="1" y="13161"/>
                  </a:lnTo>
                  <a:lnTo>
                    <a:pt x="94" y="13301"/>
                  </a:lnTo>
                  <a:lnTo>
                    <a:pt x="234" y="13394"/>
                  </a:lnTo>
                  <a:lnTo>
                    <a:pt x="374" y="13441"/>
                  </a:lnTo>
                  <a:lnTo>
                    <a:pt x="7795" y="13441"/>
                  </a:lnTo>
                  <a:lnTo>
                    <a:pt x="7841" y="13301"/>
                  </a:lnTo>
                  <a:lnTo>
                    <a:pt x="7888" y="13021"/>
                  </a:lnTo>
                  <a:lnTo>
                    <a:pt x="7935" y="11901"/>
                  </a:lnTo>
                  <a:lnTo>
                    <a:pt x="7981" y="8494"/>
                  </a:lnTo>
                  <a:lnTo>
                    <a:pt x="7935" y="5087"/>
                  </a:lnTo>
                  <a:lnTo>
                    <a:pt x="7888" y="3967"/>
                  </a:lnTo>
                  <a:lnTo>
                    <a:pt x="7841" y="3640"/>
                  </a:lnTo>
                  <a:lnTo>
                    <a:pt x="7795" y="3547"/>
                  </a:lnTo>
                  <a:lnTo>
                    <a:pt x="5741" y="3547"/>
                  </a:lnTo>
                  <a:lnTo>
                    <a:pt x="5601" y="3500"/>
                  </a:lnTo>
                  <a:lnTo>
                    <a:pt x="5554" y="3407"/>
                  </a:lnTo>
                  <a:lnTo>
                    <a:pt x="5134" y="1960"/>
                  </a:lnTo>
                  <a:lnTo>
                    <a:pt x="5134" y="1867"/>
                  </a:lnTo>
                  <a:lnTo>
                    <a:pt x="5274" y="1540"/>
                  </a:lnTo>
                  <a:lnTo>
                    <a:pt x="5321" y="1354"/>
                  </a:lnTo>
                  <a:lnTo>
                    <a:pt x="5321" y="1167"/>
                  </a:lnTo>
                  <a:lnTo>
                    <a:pt x="5274" y="934"/>
                  </a:lnTo>
                  <a:lnTo>
                    <a:pt x="5228" y="700"/>
                  </a:lnTo>
                  <a:lnTo>
                    <a:pt x="5088" y="514"/>
                  </a:lnTo>
                  <a:lnTo>
                    <a:pt x="4948" y="327"/>
                  </a:lnTo>
                  <a:lnTo>
                    <a:pt x="4761" y="187"/>
                  </a:lnTo>
                  <a:lnTo>
                    <a:pt x="4574" y="94"/>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0" name="Google Shape;10910;p79"/>
            <p:cNvSpPr/>
            <p:nvPr/>
          </p:nvSpPr>
          <p:spPr>
            <a:xfrm>
              <a:off x="3348275" y="3532900"/>
              <a:ext cx="42025" cy="49025"/>
            </a:xfrm>
            <a:custGeom>
              <a:rect b="b" l="l" r="r" t="t"/>
              <a:pathLst>
                <a:path extrusionOk="0" h="1961" w="1681">
                  <a:moveTo>
                    <a:pt x="747" y="0"/>
                  </a:moveTo>
                  <a:lnTo>
                    <a:pt x="561" y="93"/>
                  </a:lnTo>
                  <a:lnTo>
                    <a:pt x="421" y="140"/>
                  </a:lnTo>
                  <a:lnTo>
                    <a:pt x="281" y="280"/>
                  </a:lnTo>
                  <a:lnTo>
                    <a:pt x="141" y="420"/>
                  </a:lnTo>
                  <a:lnTo>
                    <a:pt x="47" y="607"/>
                  </a:lnTo>
                  <a:lnTo>
                    <a:pt x="1" y="793"/>
                  </a:lnTo>
                  <a:lnTo>
                    <a:pt x="1" y="980"/>
                  </a:lnTo>
                  <a:lnTo>
                    <a:pt x="1" y="1167"/>
                  </a:lnTo>
                  <a:lnTo>
                    <a:pt x="47" y="1353"/>
                  </a:lnTo>
                  <a:lnTo>
                    <a:pt x="141" y="1493"/>
                  </a:lnTo>
                  <a:lnTo>
                    <a:pt x="281" y="1633"/>
                  </a:lnTo>
                  <a:lnTo>
                    <a:pt x="421" y="1773"/>
                  </a:lnTo>
                  <a:lnTo>
                    <a:pt x="561" y="1867"/>
                  </a:lnTo>
                  <a:lnTo>
                    <a:pt x="747" y="1913"/>
                  </a:lnTo>
                  <a:lnTo>
                    <a:pt x="981" y="1960"/>
                  </a:lnTo>
                  <a:lnTo>
                    <a:pt x="1167" y="1913"/>
                  </a:lnTo>
                  <a:lnTo>
                    <a:pt x="1307" y="1867"/>
                  </a:lnTo>
                  <a:lnTo>
                    <a:pt x="1447" y="1773"/>
                  </a:lnTo>
                  <a:lnTo>
                    <a:pt x="1541" y="1633"/>
                  </a:lnTo>
                  <a:lnTo>
                    <a:pt x="1587" y="1493"/>
                  </a:lnTo>
                  <a:lnTo>
                    <a:pt x="1681" y="1353"/>
                  </a:lnTo>
                  <a:lnTo>
                    <a:pt x="1681" y="980"/>
                  </a:lnTo>
                  <a:lnTo>
                    <a:pt x="1681" y="607"/>
                  </a:lnTo>
                  <a:lnTo>
                    <a:pt x="1587" y="420"/>
                  </a:lnTo>
                  <a:lnTo>
                    <a:pt x="1541" y="280"/>
                  </a:lnTo>
                  <a:lnTo>
                    <a:pt x="1447" y="140"/>
                  </a:lnTo>
                  <a:lnTo>
                    <a:pt x="1307" y="93"/>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1" name="Google Shape;10911;p79"/>
            <p:cNvSpPr/>
            <p:nvPr/>
          </p:nvSpPr>
          <p:spPr>
            <a:xfrm>
              <a:off x="3363450" y="3532900"/>
              <a:ext cx="32700" cy="49025"/>
            </a:xfrm>
            <a:custGeom>
              <a:rect b="b" l="l" r="r" t="t"/>
              <a:pathLst>
                <a:path extrusionOk="0" h="1961" w="1308">
                  <a:moveTo>
                    <a:pt x="187" y="0"/>
                  </a:moveTo>
                  <a:lnTo>
                    <a:pt x="0" y="47"/>
                  </a:lnTo>
                  <a:lnTo>
                    <a:pt x="280" y="187"/>
                  </a:lnTo>
                  <a:lnTo>
                    <a:pt x="467" y="420"/>
                  </a:lnTo>
                  <a:lnTo>
                    <a:pt x="607" y="653"/>
                  </a:lnTo>
                  <a:lnTo>
                    <a:pt x="654" y="980"/>
                  </a:lnTo>
                  <a:lnTo>
                    <a:pt x="607" y="1260"/>
                  </a:lnTo>
                  <a:lnTo>
                    <a:pt x="467" y="1540"/>
                  </a:lnTo>
                  <a:lnTo>
                    <a:pt x="280" y="1727"/>
                  </a:lnTo>
                  <a:lnTo>
                    <a:pt x="0" y="1867"/>
                  </a:lnTo>
                  <a:lnTo>
                    <a:pt x="187" y="1913"/>
                  </a:lnTo>
                  <a:lnTo>
                    <a:pt x="374" y="1960"/>
                  </a:lnTo>
                  <a:lnTo>
                    <a:pt x="560" y="1913"/>
                  </a:lnTo>
                  <a:lnTo>
                    <a:pt x="747" y="1867"/>
                  </a:lnTo>
                  <a:lnTo>
                    <a:pt x="887" y="1773"/>
                  </a:lnTo>
                  <a:lnTo>
                    <a:pt x="1027" y="1633"/>
                  </a:lnTo>
                  <a:lnTo>
                    <a:pt x="1167" y="1493"/>
                  </a:lnTo>
                  <a:lnTo>
                    <a:pt x="1260" y="1353"/>
                  </a:lnTo>
                  <a:lnTo>
                    <a:pt x="1307" y="1167"/>
                  </a:lnTo>
                  <a:lnTo>
                    <a:pt x="1307" y="980"/>
                  </a:lnTo>
                  <a:lnTo>
                    <a:pt x="1307" y="793"/>
                  </a:lnTo>
                  <a:lnTo>
                    <a:pt x="1260" y="607"/>
                  </a:lnTo>
                  <a:lnTo>
                    <a:pt x="1167" y="420"/>
                  </a:lnTo>
                  <a:lnTo>
                    <a:pt x="1027" y="280"/>
                  </a:lnTo>
                  <a:lnTo>
                    <a:pt x="887" y="140"/>
                  </a:lnTo>
                  <a:lnTo>
                    <a:pt x="747" y="93"/>
                  </a:lnTo>
                  <a:lnTo>
                    <a:pt x="56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2" name="Google Shape;10912;p79"/>
            <p:cNvSpPr/>
            <p:nvPr/>
          </p:nvSpPr>
          <p:spPr>
            <a:xfrm>
              <a:off x="3431125" y="3360225"/>
              <a:ext cx="26850" cy="247350"/>
            </a:xfrm>
            <a:custGeom>
              <a:rect b="b" l="l" r="r" t="t"/>
              <a:pathLst>
                <a:path extrusionOk="0" h="9894" w="1074">
                  <a:moveTo>
                    <a:pt x="0" y="0"/>
                  </a:moveTo>
                  <a:lnTo>
                    <a:pt x="140" y="47"/>
                  </a:lnTo>
                  <a:lnTo>
                    <a:pt x="280" y="140"/>
                  </a:lnTo>
                  <a:lnTo>
                    <a:pt x="374" y="233"/>
                  </a:lnTo>
                  <a:lnTo>
                    <a:pt x="374" y="420"/>
                  </a:lnTo>
                  <a:lnTo>
                    <a:pt x="374" y="9474"/>
                  </a:lnTo>
                  <a:lnTo>
                    <a:pt x="374" y="9614"/>
                  </a:lnTo>
                  <a:lnTo>
                    <a:pt x="280" y="9754"/>
                  </a:lnTo>
                  <a:lnTo>
                    <a:pt x="140" y="9847"/>
                  </a:lnTo>
                  <a:lnTo>
                    <a:pt x="0" y="9894"/>
                  </a:lnTo>
                  <a:lnTo>
                    <a:pt x="654" y="9894"/>
                  </a:lnTo>
                  <a:lnTo>
                    <a:pt x="840" y="9847"/>
                  </a:lnTo>
                  <a:lnTo>
                    <a:pt x="934" y="9754"/>
                  </a:lnTo>
                  <a:lnTo>
                    <a:pt x="1027" y="9614"/>
                  </a:lnTo>
                  <a:lnTo>
                    <a:pt x="1074" y="9474"/>
                  </a:lnTo>
                  <a:lnTo>
                    <a:pt x="1074" y="420"/>
                  </a:lnTo>
                  <a:lnTo>
                    <a:pt x="1027" y="233"/>
                  </a:lnTo>
                  <a:lnTo>
                    <a:pt x="934" y="140"/>
                  </a:lnTo>
                  <a:lnTo>
                    <a:pt x="840" y="47"/>
                  </a:lnTo>
                  <a:lnTo>
                    <a:pt x="6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3" name="Google Shape;10913;p79"/>
            <p:cNvSpPr/>
            <p:nvPr/>
          </p:nvSpPr>
          <p:spPr>
            <a:xfrm>
              <a:off x="3398450" y="3332225"/>
              <a:ext cx="82850" cy="88675"/>
            </a:xfrm>
            <a:custGeom>
              <a:rect b="b" l="l" r="r" t="t"/>
              <a:pathLst>
                <a:path extrusionOk="0" h="3547" w="3314">
                  <a:moveTo>
                    <a:pt x="2567" y="0"/>
                  </a:moveTo>
                  <a:lnTo>
                    <a:pt x="2427" y="47"/>
                  </a:lnTo>
                  <a:lnTo>
                    <a:pt x="2334" y="93"/>
                  </a:lnTo>
                  <a:lnTo>
                    <a:pt x="0" y="2474"/>
                  </a:lnTo>
                  <a:lnTo>
                    <a:pt x="0" y="2614"/>
                  </a:lnTo>
                  <a:lnTo>
                    <a:pt x="840" y="3547"/>
                  </a:lnTo>
                  <a:lnTo>
                    <a:pt x="2101" y="2147"/>
                  </a:lnTo>
                  <a:lnTo>
                    <a:pt x="2987" y="1120"/>
                  </a:lnTo>
                  <a:lnTo>
                    <a:pt x="3221" y="793"/>
                  </a:lnTo>
                  <a:lnTo>
                    <a:pt x="3314" y="653"/>
                  </a:lnTo>
                  <a:lnTo>
                    <a:pt x="3314" y="607"/>
                  </a:lnTo>
                  <a:lnTo>
                    <a:pt x="2801" y="93"/>
                  </a:lnTo>
                  <a:lnTo>
                    <a:pt x="2707" y="47"/>
                  </a:lnTo>
                  <a:lnTo>
                    <a:pt x="2567"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4" name="Google Shape;10914;p79"/>
            <p:cNvSpPr/>
            <p:nvPr/>
          </p:nvSpPr>
          <p:spPr>
            <a:xfrm>
              <a:off x="3408950" y="3336875"/>
              <a:ext cx="74700" cy="84025"/>
            </a:xfrm>
            <a:custGeom>
              <a:rect b="b" l="l" r="r" t="t"/>
              <a:pathLst>
                <a:path extrusionOk="0" h="3361" w="2988">
                  <a:moveTo>
                    <a:pt x="2474" y="1"/>
                  </a:moveTo>
                  <a:lnTo>
                    <a:pt x="2521" y="94"/>
                  </a:lnTo>
                  <a:lnTo>
                    <a:pt x="2567" y="234"/>
                  </a:lnTo>
                  <a:lnTo>
                    <a:pt x="2521" y="374"/>
                  </a:lnTo>
                  <a:lnTo>
                    <a:pt x="2474" y="467"/>
                  </a:lnTo>
                  <a:lnTo>
                    <a:pt x="0" y="2941"/>
                  </a:lnTo>
                  <a:lnTo>
                    <a:pt x="420" y="3361"/>
                  </a:lnTo>
                  <a:lnTo>
                    <a:pt x="2894" y="887"/>
                  </a:lnTo>
                  <a:lnTo>
                    <a:pt x="2941" y="794"/>
                  </a:lnTo>
                  <a:lnTo>
                    <a:pt x="2987" y="654"/>
                  </a:lnTo>
                  <a:lnTo>
                    <a:pt x="2941" y="514"/>
                  </a:lnTo>
                  <a:lnTo>
                    <a:pt x="2894" y="421"/>
                  </a:lnTo>
                  <a:lnTo>
                    <a:pt x="247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5" name="Google Shape;10915;p79"/>
            <p:cNvSpPr/>
            <p:nvPr/>
          </p:nvSpPr>
          <p:spPr>
            <a:xfrm>
              <a:off x="3301600" y="3394050"/>
              <a:ext cx="134200" cy="119025"/>
            </a:xfrm>
            <a:custGeom>
              <a:rect b="b" l="l" r="r" t="t"/>
              <a:pathLst>
                <a:path extrusionOk="0" h="4761" w="5368">
                  <a:moveTo>
                    <a:pt x="3874" y="1"/>
                  </a:moveTo>
                  <a:lnTo>
                    <a:pt x="94" y="3781"/>
                  </a:lnTo>
                  <a:lnTo>
                    <a:pt x="48" y="3827"/>
                  </a:lnTo>
                  <a:lnTo>
                    <a:pt x="1" y="3921"/>
                  </a:lnTo>
                  <a:lnTo>
                    <a:pt x="48" y="4014"/>
                  </a:lnTo>
                  <a:lnTo>
                    <a:pt x="94" y="4061"/>
                  </a:lnTo>
                  <a:lnTo>
                    <a:pt x="328" y="4341"/>
                  </a:lnTo>
                  <a:lnTo>
                    <a:pt x="608" y="4574"/>
                  </a:lnTo>
                  <a:lnTo>
                    <a:pt x="934" y="4714"/>
                  </a:lnTo>
                  <a:lnTo>
                    <a:pt x="1261" y="4761"/>
                  </a:lnTo>
                  <a:lnTo>
                    <a:pt x="1588" y="4714"/>
                  </a:lnTo>
                  <a:lnTo>
                    <a:pt x="1914" y="4667"/>
                  </a:lnTo>
                  <a:lnTo>
                    <a:pt x="2241" y="4481"/>
                  </a:lnTo>
                  <a:lnTo>
                    <a:pt x="2521" y="4294"/>
                  </a:lnTo>
                  <a:lnTo>
                    <a:pt x="2848" y="4061"/>
                  </a:lnTo>
                  <a:lnTo>
                    <a:pt x="5041" y="1961"/>
                  </a:lnTo>
                  <a:lnTo>
                    <a:pt x="5275" y="1727"/>
                  </a:lnTo>
                  <a:lnTo>
                    <a:pt x="5368" y="1587"/>
                  </a:lnTo>
                  <a:lnTo>
                    <a:pt x="5368" y="1541"/>
                  </a:lnTo>
                  <a:lnTo>
                    <a:pt x="5321" y="1494"/>
                  </a:lnTo>
                  <a:lnTo>
                    <a:pt x="387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6" name="Google Shape;10916;p79"/>
            <p:cNvSpPr/>
            <p:nvPr/>
          </p:nvSpPr>
          <p:spPr>
            <a:xfrm>
              <a:off x="3313275" y="3532900"/>
              <a:ext cx="42025" cy="49025"/>
            </a:xfrm>
            <a:custGeom>
              <a:rect b="b" l="l" r="r" t="t"/>
              <a:pathLst>
                <a:path extrusionOk="0" h="1961" w="1681">
                  <a:moveTo>
                    <a:pt x="794" y="0"/>
                  </a:moveTo>
                  <a:lnTo>
                    <a:pt x="607" y="93"/>
                  </a:lnTo>
                  <a:lnTo>
                    <a:pt x="421" y="140"/>
                  </a:lnTo>
                  <a:lnTo>
                    <a:pt x="281" y="280"/>
                  </a:lnTo>
                  <a:lnTo>
                    <a:pt x="187" y="420"/>
                  </a:lnTo>
                  <a:lnTo>
                    <a:pt x="94" y="607"/>
                  </a:lnTo>
                  <a:lnTo>
                    <a:pt x="47" y="793"/>
                  </a:lnTo>
                  <a:lnTo>
                    <a:pt x="1" y="980"/>
                  </a:lnTo>
                  <a:lnTo>
                    <a:pt x="47" y="1167"/>
                  </a:lnTo>
                  <a:lnTo>
                    <a:pt x="94" y="1353"/>
                  </a:lnTo>
                  <a:lnTo>
                    <a:pt x="187" y="1493"/>
                  </a:lnTo>
                  <a:lnTo>
                    <a:pt x="281" y="1633"/>
                  </a:lnTo>
                  <a:lnTo>
                    <a:pt x="421" y="1773"/>
                  </a:lnTo>
                  <a:lnTo>
                    <a:pt x="607" y="1867"/>
                  </a:lnTo>
                  <a:lnTo>
                    <a:pt x="794" y="1913"/>
                  </a:lnTo>
                  <a:lnTo>
                    <a:pt x="981" y="1960"/>
                  </a:lnTo>
                  <a:lnTo>
                    <a:pt x="1167" y="1913"/>
                  </a:lnTo>
                  <a:lnTo>
                    <a:pt x="1307" y="1867"/>
                  </a:lnTo>
                  <a:lnTo>
                    <a:pt x="1447" y="1773"/>
                  </a:lnTo>
                  <a:lnTo>
                    <a:pt x="1541" y="1633"/>
                  </a:lnTo>
                  <a:lnTo>
                    <a:pt x="1634" y="1493"/>
                  </a:lnTo>
                  <a:lnTo>
                    <a:pt x="1681" y="1353"/>
                  </a:lnTo>
                  <a:lnTo>
                    <a:pt x="1681" y="980"/>
                  </a:lnTo>
                  <a:lnTo>
                    <a:pt x="1681" y="607"/>
                  </a:lnTo>
                  <a:lnTo>
                    <a:pt x="1634" y="420"/>
                  </a:lnTo>
                  <a:lnTo>
                    <a:pt x="1541" y="280"/>
                  </a:lnTo>
                  <a:lnTo>
                    <a:pt x="1447" y="140"/>
                  </a:lnTo>
                  <a:lnTo>
                    <a:pt x="1307" y="93"/>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7" name="Google Shape;10917;p79"/>
            <p:cNvSpPr/>
            <p:nvPr/>
          </p:nvSpPr>
          <p:spPr>
            <a:xfrm>
              <a:off x="3329625" y="3532900"/>
              <a:ext cx="32675" cy="49025"/>
            </a:xfrm>
            <a:custGeom>
              <a:rect b="b" l="l" r="r" t="t"/>
              <a:pathLst>
                <a:path extrusionOk="0" h="1961" w="1307">
                  <a:moveTo>
                    <a:pt x="140" y="0"/>
                  </a:moveTo>
                  <a:lnTo>
                    <a:pt x="0" y="47"/>
                  </a:lnTo>
                  <a:lnTo>
                    <a:pt x="233" y="187"/>
                  </a:lnTo>
                  <a:lnTo>
                    <a:pt x="420" y="420"/>
                  </a:lnTo>
                  <a:lnTo>
                    <a:pt x="560" y="653"/>
                  </a:lnTo>
                  <a:lnTo>
                    <a:pt x="607" y="980"/>
                  </a:lnTo>
                  <a:lnTo>
                    <a:pt x="560" y="1260"/>
                  </a:lnTo>
                  <a:lnTo>
                    <a:pt x="420" y="1540"/>
                  </a:lnTo>
                  <a:lnTo>
                    <a:pt x="233" y="1727"/>
                  </a:lnTo>
                  <a:lnTo>
                    <a:pt x="0" y="1867"/>
                  </a:lnTo>
                  <a:lnTo>
                    <a:pt x="140" y="1913"/>
                  </a:lnTo>
                  <a:lnTo>
                    <a:pt x="327" y="1960"/>
                  </a:lnTo>
                  <a:lnTo>
                    <a:pt x="513" y="1913"/>
                  </a:lnTo>
                  <a:lnTo>
                    <a:pt x="700" y="1867"/>
                  </a:lnTo>
                  <a:lnTo>
                    <a:pt x="887" y="1773"/>
                  </a:lnTo>
                  <a:lnTo>
                    <a:pt x="1027" y="1633"/>
                  </a:lnTo>
                  <a:lnTo>
                    <a:pt x="1120" y="1493"/>
                  </a:lnTo>
                  <a:lnTo>
                    <a:pt x="1213" y="1353"/>
                  </a:lnTo>
                  <a:lnTo>
                    <a:pt x="1260" y="1167"/>
                  </a:lnTo>
                  <a:lnTo>
                    <a:pt x="1307" y="980"/>
                  </a:lnTo>
                  <a:lnTo>
                    <a:pt x="1260" y="793"/>
                  </a:lnTo>
                  <a:lnTo>
                    <a:pt x="1213" y="607"/>
                  </a:lnTo>
                  <a:lnTo>
                    <a:pt x="1120" y="420"/>
                  </a:lnTo>
                  <a:lnTo>
                    <a:pt x="1027" y="280"/>
                  </a:lnTo>
                  <a:lnTo>
                    <a:pt x="887" y="140"/>
                  </a:lnTo>
                  <a:lnTo>
                    <a:pt x="700" y="93"/>
                  </a:lnTo>
                  <a:lnTo>
                    <a:pt x="5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8" name="Google Shape;10918;p79"/>
            <p:cNvSpPr/>
            <p:nvPr/>
          </p:nvSpPr>
          <p:spPr>
            <a:xfrm>
              <a:off x="3302775" y="3420875"/>
              <a:ext cx="134200" cy="95700"/>
            </a:xfrm>
            <a:custGeom>
              <a:rect b="b" l="l" r="r" t="t"/>
              <a:pathLst>
                <a:path extrusionOk="0" h="3828" w="5368">
                  <a:moveTo>
                    <a:pt x="4854" y="1"/>
                  </a:moveTo>
                  <a:lnTo>
                    <a:pt x="4947" y="94"/>
                  </a:lnTo>
                  <a:lnTo>
                    <a:pt x="4947" y="234"/>
                  </a:lnTo>
                  <a:lnTo>
                    <a:pt x="4947" y="328"/>
                  </a:lnTo>
                  <a:lnTo>
                    <a:pt x="4854" y="468"/>
                  </a:lnTo>
                  <a:lnTo>
                    <a:pt x="2474" y="2848"/>
                  </a:lnTo>
                  <a:lnTo>
                    <a:pt x="2194" y="3081"/>
                  </a:lnTo>
                  <a:lnTo>
                    <a:pt x="1914" y="3221"/>
                  </a:lnTo>
                  <a:lnTo>
                    <a:pt x="1587" y="3314"/>
                  </a:lnTo>
                  <a:lnTo>
                    <a:pt x="1261" y="3361"/>
                  </a:lnTo>
                  <a:lnTo>
                    <a:pt x="934" y="3361"/>
                  </a:lnTo>
                  <a:lnTo>
                    <a:pt x="607" y="3268"/>
                  </a:lnTo>
                  <a:lnTo>
                    <a:pt x="281" y="3174"/>
                  </a:lnTo>
                  <a:lnTo>
                    <a:pt x="1" y="2941"/>
                  </a:lnTo>
                  <a:lnTo>
                    <a:pt x="1" y="2941"/>
                  </a:lnTo>
                  <a:lnTo>
                    <a:pt x="47" y="2988"/>
                  </a:lnTo>
                  <a:lnTo>
                    <a:pt x="281" y="3268"/>
                  </a:lnTo>
                  <a:lnTo>
                    <a:pt x="561" y="3501"/>
                  </a:lnTo>
                  <a:lnTo>
                    <a:pt x="887" y="3688"/>
                  </a:lnTo>
                  <a:lnTo>
                    <a:pt x="1261" y="3781"/>
                  </a:lnTo>
                  <a:lnTo>
                    <a:pt x="1587" y="3828"/>
                  </a:lnTo>
                  <a:lnTo>
                    <a:pt x="1961" y="3781"/>
                  </a:lnTo>
                  <a:lnTo>
                    <a:pt x="2287" y="3688"/>
                  </a:lnTo>
                  <a:lnTo>
                    <a:pt x="2614" y="3501"/>
                  </a:lnTo>
                  <a:lnTo>
                    <a:pt x="2894" y="3268"/>
                  </a:lnTo>
                  <a:lnTo>
                    <a:pt x="5274" y="888"/>
                  </a:lnTo>
                  <a:lnTo>
                    <a:pt x="5368" y="748"/>
                  </a:lnTo>
                  <a:lnTo>
                    <a:pt x="5368" y="654"/>
                  </a:lnTo>
                  <a:lnTo>
                    <a:pt x="5368" y="514"/>
                  </a:lnTo>
                  <a:lnTo>
                    <a:pt x="5274" y="421"/>
                  </a:lnTo>
                  <a:lnTo>
                    <a:pt x="48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9" name="Google Shape;10919;p79"/>
          <p:cNvGrpSpPr/>
          <p:nvPr/>
        </p:nvGrpSpPr>
        <p:grpSpPr>
          <a:xfrm>
            <a:off x="4063875" y="3271550"/>
            <a:ext cx="264875" cy="336025"/>
            <a:chOff x="3994625" y="3271550"/>
            <a:chExt cx="264875" cy="336025"/>
          </a:xfrm>
        </p:grpSpPr>
        <p:sp>
          <p:nvSpPr>
            <p:cNvPr id="10920" name="Google Shape;10920;p79"/>
            <p:cNvSpPr/>
            <p:nvPr/>
          </p:nvSpPr>
          <p:spPr>
            <a:xfrm>
              <a:off x="4007475" y="3271550"/>
              <a:ext cx="246200" cy="336025"/>
            </a:xfrm>
            <a:custGeom>
              <a:rect b="b" l="l" r="r" t="t"/>
              <a:pathLst>
                <a:path extrusionOk="0" h="13441" w="9848">
                  <a:moveTo>
                    <a:pt x="4527" y="0"/>
                  </a:moveTo>
                  <a:lnTo>
                    <a:pt x="4014" y="47"/>
                  </a:lnTo>
                  <a:lnTo>
                    <a:pt x="3547" y="94"/>
                  </a:lnTo>
                  <a:lnTo>
                    <a:pt x="3080" y="187"/>
                  </a:lnTo>
                  <a:lnTo>
                    <a:pt x="2614" y="327"/>
                  </a:lnTo>
                  <a:lnTo>
                    <a:pt x="2194" y="467"/>
                  </a:lnTo>
                  <a:lnTo>
                    <a:pt x="1820" y="654"/>
                  </a:lnTo>
                  <a:lnTo>
                    <a:pt x="1447" y="840"/>
                  </a:lnTo>
                  <a:lnTo>
                    <a:pt x="1120" y="1027"/>
                  </a:lnTo>
                  <a:lnTo>
                    <a:pt x="840" y="1260"/>
                  </a:lnTo>
                  <a:lnTo>
                    <a:pt x="607" y="1494"/>
                  </a:lnTo>
                  <a:lnTo>
                    <a:pt x="374" y="1727"/>
                  </a:lnTo>
                  <a:lnTo>
                    <a:pt x="234" y="2007"/>
                  </a:lnTo>
                  <a:lnTo>
                    <a:pt x="94" y="2287"/>
                  </a:lnTo>
                  <a:lnTo>
                    <a:pt x="0" y="2567"/>
                  </a:lnTo>
                  <a:lnTo>
                    <a:pt x="0" y="2847"/>
                  </a:lnTo>
                  <a:lnTo>
                    <a:pt x="47" y="3220"/>
                  </a:lnTo>
                  <a:lnTo>
                    <a:pt x="140" y="3547"/>
                  </a:lnTo>
                  <a:lnTo>
                    <a:pt x="327" y="3920"/>
                  </a:lnTo>
                  <a:lnTo>
                    <a:pt x="607" y="4200"/>
                  </a:lnTo>
                  <a:lnTo>
                    <a:pt x="700" y="4387"/>
                  </a:lnTo>
                  <a:lnTo>
                    <a:pt x="747" y="4574"/>
                  </a:lnTo>
                  <a:lnTo>
                    <a:pt x="747" y="12787"/>
                  </a:lnTo>
                  <a:lnTo>
                    <a:pt x="794" y="13021"/>
                  </a:lnTo>
                  <a:lnTo>
                    <a:pt x="934" y="13254"/>
                  </a:lnTo>
                  <a:lnTo>
                    <a:pt x="1167" y="13394"/>
                  </a:lnTo>
                  <a:lnTo>
                    <a:pt x="1400" y="13441"/>
                  </a:lnTo>
                  <a:lnTo>
                    <a:pt x="8681" y="13441"/>
                  </a:lnTo>
                  <a:lnTo>
                    <a:pt x="8821" y="13394"/>
                  </a:lnTo>
                  <a:lnTo>
                    <a:pt x="8914" y="13347"/>
                  </a:lnTo>
                  <a:lnTo>
                    <a:pt x="8961" y="13301"/>
                  </a:lnTo>
                  <a:lnTo>
                    <a:pt x="9007" y="13207"/>
                  </a:lnTo>
                  <a:lnTo>
                    <a:pt x="9101" y="12974"/>
                  </a:lnTo>
                  <a:lnTo>
                    <a:pt x="9101" y="12694"/>
                  </a:lnTo>
                  <a:lnTo>
                    <a:pt x="9101" y="4480"/>
                  </a:lnTo>
                  <a:lnTo>
                    <a:pt x="9147" y="4247"/>
                  </a:lnTo>
                  <a:lnTo>
                    <a:pt x="9287" y="4014"/>
                  </a:lnTo>
                  <a:lnTo>
                    <a:pt x="9567" y="3734"/>
                  </a:lnTo>
                  <a:lnTo>
                    <a:pt x="9707" y="3454"/>
                  </a:lnTo>
                  <a:lnTo>
                    <a:pt x="9801" y="3174"/>
                  </a:lnTo>
                  <a:lnTo>
                    <a:pt x="9847" y="2847"/>
                  </a:lnTo>
                  <a:lnTo>
                    <a:pt x="9847" y="2660"/>
                  </a:lnTo>
                  <a:lnTo>
                    <a:pt x="9801" y="2474"/>
                  </a:lnTo>
                  <a:lnTo>
                    <a:pt x="9661" y="2240"/>
                  </a:lnTo>
                  <a:lnTo>
                    <a:pt x="9521" y="2007"/>
                  </a:lnTo>
                  <a:lnTo>
                    <a:pt x="9334" y="1774"/>
                  </a:lnTo>
                  <a:lnTo>
                    <a:pt x="9101" y="1540"/>
                  </a:lnTo>
                  <a:lnTo>
                    <a:pt x="8821" y="1260"/>
                  </a:lnTo>
                  <a:lnTo>
                    <a:pt x="8494" y="1074"/>
                  </a:lnTo>
                  <a:lnTo>
                    <a:pt x="8167" y="840"/>
                  </a:lnTo>
                  <a:lnTo>
                    <a:pt x="7794" y="654"/>
                  </a:lnTo>
                  <a:lnTo>
                    <a:pt x="7421" y="467"/>
                  </a:lnTo>
                  <a:lnTo>
                    <a:pt x="7001" y="280"/>
                  </a:lnTo>
                  <a:lnTo>
                    <a:pt x="6534" y="187"/>
                  </a:lnTo>
                  <a:lnTo>
                    <a:pt x="6067" y="47"/>
                  </a:lnTo>
                  <a:lnTo>
                    <a:pt x="55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1" name="Google Shape;10921;p79"/>
            <p:cNvSpPr/>
            <p:nvPr/>
          </p:nvSpPr>
          <p:spPr>
            <a:xfrm>
              <a:off x="3994625" y="3339225"/>
              <a:ext cx="112050" cy="129525"/>
            </a:xfrm>
            <a:custGeom>
              <a:rect b="b" l="l" r="r" t="t"/>
              <a:pathLst>
                <a:path extrusionOk="0" h="5181" w="4482">
                  <a:moveTo>
                    <a:pt x="3128" y="0"/>
                  </a:moveTo>
                  <a:lnTo>
                    <a:pt x="2941" y="47"/>
                  </a:lnTo>
                  <a:lnTo>
                    <a:pt x="2754" y="140"/>
                  </a:lnTo>
                  <a:lnTo>
                    <a:pt x="2568" y="233"/>
                  </a:lnTo>
                  <a:lnTo>
                    <a:pt x="2428" y="373"/>
                  </a:lnTo>
                  <a:lnTo>
                    <a:pt x="2241" y="607"/>
                  </a:lnTo>
                  <a:lnTo>
                    <a:pt x="2148" y="840"/>
                  </a:lnTo>
                  <a:lnTo>
                    <a:pt x="2148" y="887"/>
                  </a:lnTo>
                  <a:lnTo>
                    <a:pt x="2101" y="887"/>
                  </a:lnTo>
                  <a:lnTo>
                    <a:pt x="1868" y="840"/>
                  </a:lnTo>
                  <a:lnTo>
                    <a:pt x="1681" y="840"/>
                  </a:lnTo>
                  <a:lnTo>
                    <a:pt x="1448" y="887"/>
                  </a:lnTo>
                  <a:lnTo>
                    <a:pt x="1261" y="933"/>
                  </a:lnTo>
                  <a:lnTo>
                    <a:pt x="1028" y="1027"/>
                  </a:lnTo>
                  <a:lnTo>
                    <a:pt x="888" y="1167"/>
                  </a:lnTo>
                  <a:lnTo>
                    <a:pt x="701" y="1307"/>
                  </a:lnTo>
                  <a:lnTo>
                    <a:pt x="561" y="1447"/>
                  </a:lnTo>
                  <a:lnTo>
                    <a:pt x="421" y="1680"/>
                  </a:lnTo>
                  <a:lnTo>
                    <a:pt x="374" y="1867"/>
                  </a:lnTo>
                  <a:lnTo>
                    <a:pt x="281" y="2054"/>
                  </a:lnTo>
                  <a:lnTo>
                    <a:pt x="281" y="2287"/>
                  </a:lnTo>
                  <a:lnTo>
                    <a:pt x="281" y="2520"/>
                  </a:lnTo>
                  <a:lnTo>
                    <a:pt x="328" y="2707"/>
                  </a:lnTo>
                  <a:lnTo>
                    <a:pt x="421" y="2894"/>
                  </a:lnTo>
                  <a:lnTo>
                    <a:pt x="514" y="3080"/>
                  </a:lnTo>
                  <a:lnTo>
                    <a:pt x="468" y="3174"/>
                  </a:lnTo>
                  <a:lnTo>
                    <a:pt x="328" y="3314"/>
                  </a:lnTo>
                  <a:lnTo>
                    <a:pt x="188" y="3547"/>
                  </a:lnTo>
                  <a:lnTo>
                    <a:pt x="94" y="3734"/>
                  </a:lnTo>
                  <a:lnTo>
                    <a:pt x="48" y="3920"/>
                  </a:lnTo>
                  <a:lnTo>
                    <a:pt x="1" y="4154"/>
                  </a:lnTo>
                  <a:lnTo>
                    <a:pt x="48" y="4340"/>
                  </a:lnTo>
                  <a:lnTo>
                    <a:pt x="94" y="4527"/>
                  </a:lnTo>
                  <a:lnTo>
                    <a:pt x="188" y="4714"/>
                  </a:lnTo>
                  <a:lnTo>
                    <a:pt x="281" y="4900"/>
                  </a:lnTo>
                  <a:lnTo>
                    <a:pt x="468" y="5040"/>
                  </a:lnTo>
                  <a:lnTo>
                    <a:pt x="654" y="5134"/>
                  </a:lnTo>
                  <a:lnTo>
                    <a:pt x="888" y="5180"/>
                  </a:lnTo>
                  <a:lnTo>
                    <a:pt x="1121" y="5134"/>
                  </a:lnTo>
                  <a:lnTo>
                    <a:pt x="1308" y="4994"/>
                  </a:lnTo>
                  <a:lnTo>
                    <a:pt x="1541" y="4807"/>
                  </a:lnTo>
                  <a:lnTo>
                    <a:pt x="1728" y="4620"/>
                  </a:lnTo>
                  <a:lnTo>
                    <a:pt x="2101" y="4200"/>
                  </a:lnTo>
                  <a:lnTo>
                    <a:pt x="2241" y="3967"/>
                  </a:lnTo>
                  <a:lnTo>
                    <a:pt x="2288" y="3827"/>
                  </a:lnTo>
                  <a:lnTo>
                    <a:pt x="2288" y="3687"/>
                  </a:lnTo>
                  <a:lnTo>
                    <a:pt x="2194" y="3454"/>
                  </a:lnTo>
                  <a:lnTo>
                    <a:pt x="2381" y="3407"/>
                  </a:lnTo>
                  <a:lnTo>
                    <a:pt x="2614" y="3360"/>
                  </a:lnTo>
                  <a:lnTo>
                    <a:pt x="2801" y="3314"/>
                  </a:lnTo>
                  <a:lnTo>
                    <a:pt x="2894" y="3267"/>
                  </a:lnTo>
                  <a:lnTo>
                    <a:pt x="2988" y="3174"/>
                  </a:lnTo>
                  <a:lnTo>
                    <a:pt x="3081" y="2987"/>
                  </a:lnTo>
                  <a:lnTo>
                    <a:pt x="3174" y="2800"/>
                  </a:lnTo>
                  <a:lnTo>
                    <a:pt x="3221" y="2567"/>
                  </a:lnTo>
                  <a:lnTo>
                    <a:pt x="3221" y="2380"/>
                  </a:lnTo>
                  <a:lnTo>
                    <a:pt x="3548" y="2334"/>
                  </a:lnTo>
                  <a:lnTo>
                    <a:pt x="3828" y="2240"/>
                  </a:lnTo>
                  <a:lnTo>
                    <a:pt x="4061" y="2100"/>
                  </a:lnTo>
                  <a:lnTo>
                    <a:pt x="4294" y="1867"/>
                  </a:lnTo>
                  <a:lnTo>
                    <a:pt x="4388" y="1633"/>
                  </a:lnTo>
                  <a:lnTo>
                    <a:pt x="4481" y="1400"/>
                  </a:lnTo>
                  <a:lnTo>
                    <a:pt x="4481" y="1167"/>
                  </a:lnTo>
                  <a:lnTo>
                    <a:pt x="4481" y="933"/>
                  </a:lnTo>
                  <a:lnTo>
                    <a:pt x="4388" y="700"/>
                  </a:lnTo>
                  <a:lnTo>
                    <a:pt x="4294" y="513"/>
                  </a:lnTo>
                  <a:lnTo>
                    <a:pt x="4108" y="327"/>
                  </a:lnTo>
                  <a:lnTo>
                    <a:pt x="3921" y="140"/>
                  </a:lnTo>
                  <a:lnTo>
                    <a:pt x="3734" y="47"/>
                  </a:lnTo>
                  <a:lnTo>
                    <a:pt x="354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2" name="Google Shape;10922;p79"/>
            <p:cNvSpPr/>
            <p:nvPr/>
          </p:nvSpPr>
          <p:spPr>
            <a:xfrm>
              <a:off x="4080975" y="3495550"/>
              <a:ext cx="86350" cy="93375"/>
            </a:xfrm>
            <a:custGeom>
              <a:rect b="b" l="l" r="r" t="t"/>
              <a:pathLst>
                <a:path extrusionOk="0" h="3735" w="3454">
                  <a:moveTo>
                    <a:pt x="1867" y="1"/>
                  </a:moveTo>
                  <a:lnTo>
                    <a:pt x="1494" y="47"/>
                  </a:lnTo>
                  <a:lnTo>
                    <a:pt x="1167" y="141"/>
                  </a:lnTo>
                  <a:lnTo>
                    <a:pt x="840" y="327"/>
                  </a:lnTo>
                  <a:lnTo>
                    <a:pt x="560" y="561"/>
                  </a:lnTo>
                  <a:lnTo>
                    <a:pt x="327" y="841"/>
                  </a:lnTo>
                  <a:lnTo>
                    <a:pt x="140" y="1167"/>
                  </a:lnTo>
                  <a:lnTo>
                    <a:pt x="47" y="1494"/>
                  </a:lnTo>
                  <a:lnTo>
                    <a:pt x="0" y="1867"/>
                  </a:lnTo>
                  <a:lnTo>
                    <a:pt x="47" y="2241"/>
                  </a:lnTo>
                  <a:lnTo>
                    <a:pt x="140" y="2614"/>
                  </a:lnTo>
                  <a:lnTo>
                    <a:pt x="327" y="2941"/>
                  </a:lnTo>
                  <a:lnTo>
                    <a:pt x="560" y="3221"/>
                  </a:lnTo>
                  <a:lnTo>
                    <a:pt x="840" y="3407"/>
                  </a:lnTo>
                  <a:lnTo>
                    <a:pt x="1167" y="3594"/>
                  </a:lnTo>
                  <a:lnTo>
                    <a:pt x="1494" y="3687"/>
                  </a:lnTo>
                  <a:lnTo>
                    <a:pt x="1867" y="3734"/>
                  </a:lnTo>
                  <a:lnTo>
                    <a:pt x="2054" y="3734"/>
                  </a:lnTo>
                  <a:lnTo>
                    <a:pt x="2240" y="3687"/>
                  </a:lnTo>
                  <a:lnTo>
                    <a:pt x="2567" y="3547"/>
                  </a:lnTo>
                  <a:lnTo>
                    <a:pt x="2801" y="3314"/>
                  </a:lnTo>
                  <a:lnTo>
                    <a:pt x="3034" y="3034"/>
                  </a:lnTo>
                  <a:lnTo>
                    <a:pt x="3174" y="2707"/>
                  </a:lnTo>
                  <a:lnTo>
                    <a:pt x="3314" y="2381"/>
                  </a:lnTo>
                  <a:lnTo>
                    <a:pt x="3407" y="2054"/>
                  </a:lnTo>
                  <a:lnTo>
                    <a:pt x="3407" y="1821"/>
                  </a:lnTo>
                  <a:lnTo>
                    <a:pt x="3454" y="1447"/>
                  </a:lnTo>
                  <a:lnTo>
                    <a:pt x="3361" y="1074"/>
                  </a:lnTo>
                  <a:lnTo>
                    <a:pt x="3267" y="794"/>
                  </a:lnTo>
                  <a:lnTo>
                    <a:pt x="3081" y="514"/>
                  </a:lnTo>
                  <a:lnTo>
                    <a:pt x="2847" y="327"/>
                  </a:lnTo>
                  <a:lnTo>
                    <a:pt x="2567" y="141"/>
                  </a:lnTo>
                  <a:lnTo>
                    <a:pt x="2240" y="47"/>
                  </a:lnTo>
                  <a:lnTo>
                    <a:pt x="18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3" name="Google Shape;10923;p79"/>
            <p:cNvSpPr/>
            <p:nvPr/>
          </p:nvSpPr>
          <p:spPr>
            <a:xfrm>
              <a:off x="4098475" y="3292550"/>
              <a:ext cx="122525" cy="112025"/>
            </a:xfrm>
            <a:custGeom>
              <a:rect b="b" l="l" r="r" t="t"/>
              <a:pathLst>
                <a:path extrusionOk="0" h="4481" w="4901">
                  <a:moveTo>
                    <a:pt x="794" y="0"/>
                  </a:moveTo>
                  <a:lnTo>
                    <a:pt x="607" y="47"/>
                  </a:lnTo>
                  <a:lnTo>
                    <a:pt x="420" y="94"/>
                  </a:lnTo>
                  <a:lnTo>
                    <a:pt x="234" y="187"/>
                  </a:lnTo>
                  <a:lnTo>
                    <a:pt x="140" y="327"/>
                  </a:lnTo>
                  <a:lnTo>
                    <a:pt x="47" y="514"/>
                  </a:lnTo>
                  <a:lnTo>
                    <a:pt x="0" y="700"/>
                  </a:lnTo>
                  <a:lnTo>
                    <a:pt x="0" y="934"/>
                  </a:lnTo>
                  <a:lnTo>
                    <a:pt x="94" y="1214"/>
                  </a:lnTo>
                  <a:lnTo>
                    <a:pt x="280" y="1727"/>
                  </a:lnTo>
                  <a:lnTo>
                    <a:pt x="607" y="2334"/>
                  </a:lnTo>
                  <a:lnTo>
                    <a:pt x="1027" y="2894"/>
                  </a:lnTo>
                  <a:lnTo>
                    <a:pt x="1447" y="3407"/>
                  </a:lnTo>
                  <a:lnTo>
                    <a:pt x="1821" y="3827"/>
                  </a:lnTo>
                  <a:lnTo>
                    <a:pt x="2194" y="4107"/>
                  </a:lnTo>
                  <a:lnTo>
                    <a:pt x="2521" y="4294"/>
                  </a:lnTo>
                  <a:lnTo>
                    <a:pt x="2847" y="4434"/>
                  </a:lnTo>
                  <a:lnTo>
                    <a:pt x="3221" y="4481"/>
                  </a:lnTo>
                  <a:lnTo>
                    <a:pt x="3547" y="4434"/>
                  </a:lnTo>
                  <a:lnTo>
                    <a:pt x="3827" y="4341"/>
                  </a:lnTo>
                  <a:lnTo>
                    <a:pt x="4154" y="4154"/>
                  </a:lnTo>
                  <a:lnTo>
                    <a:pt x="4387" y="3921"/>
                  </a:lnTo>
                  <a:lnTo>
                    <a:pt x="4621" y="3594"/>
                  </a:lnTo>
                  <a:lnTo>
                    <a:pt x="4761" y="3360"/>
                  </a:lnTo>
                  <a:lnTo>
                    <a:pt x="4854" y="3034"/>
                  </a:lnTo>
                  <a:lnTo>
                    <a:pt x="4901" y="2754"/>
                  </a:lnTo>
                  <a:lnTo>
                    <a:pt x="4901" y="2380"/>
                  </a:lnTo>
                  <a:lnTo>
                    <a:pt x="4807" y="2054"/>
                  </a:lnTo>
                  <a:lnTo>
                    <a:pt x="4714" y="1727"/>
                  </a:lnTo>
                  <a:lnTo>
                    <a:pt x="4481" y="1447"/>
                  </a:lnTo>
                  <a:lnTo>
                    <a:pt x="4201" y="1214"/>
                  </a:lnTo>
                  <a:lnTo>
                    <a:pt x="3781" y="887"/>
                  </a:lnTo>
                  <a:lnTo>
                    <a:pt x="3221" y="560"/>
                  </a:lnTo>
                  <a:lnTo>
                    <a:pt x="2567" y="234"/>
                  </a:lnTo>
                  <a:lnTo>
                    <a:pt x="2194" y="140"/>
                  </a:lnTo>
                  <a:lnTo>
                    <a:pt x="1821" y="47"/>
                  </a:lnTo>
                  <a:lnTo>
                    <a:pt x="12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4" name="Google Shape;10924;p79"/>
            <p:cNvSpPr/>
            <p:nvPr/>
          </p:nvSpPr>
          <p:spPr>
            <a:xfrm>
              <a:off x="4153300" y="3331050"/>
              <a:ext cx="45525" cy="40850"/>
            </a:xfrm>
            <a:custGeom>
              <a:rect b="b" l="l" r="r" t="t"/>
              <a:pathLst>
                <a:path extrusionOk="0" h="1634" w="1821">
                  <a:moveTo>
                    <a:pt x="794" y="0"/>
                  </a:moveTo>
                  <a:lnTo>
                    <a:pt x="608" y="47"/>
                  </a:lnTo>
                  <a:lnTo>
                    <a:pt x="468" y="140"/>
                  </a:lnTo>
                  <a:lnTo>
                    <a:pt x="281" y="234"/>
                  </a:lnTo>
                  <a:lnTo>
                    <a:pt x="188" y="374"/>
                  </a:lnTo>
                  <a:lnTo>
                    <a:pt x="48" y="607"/>
                  </a:lnTo>
                  <a:lnTo>
                    <a:pt x="1" y="887"/>
                  </a:lnTo>
                  <a:lnTo>
                    <a:pt x="48" y="1074"/>
                  </a:lnTo>
                  <a:lnTo>
                    <a:pt x="141" y="1167"/>
                  </a:lnTo>
                  <a:lnTo>
                    <a:pt x="468" y="1400"/>
                  </a:lnTo>
                  <a:lnTo>
                    <a:pt x="794" y="1587"/>
                  </a:lnTo>
                  <a:lnTo>
                    <a:pt x="934" y="1634"/>
                  </a:lnTo>
                  <a:lnTo>
                    <a:pt x="1214" y="1634"/>
                  </a:lnTo>
                  <a:lnTo>
                    <a:pt x="1354" y="1587"/>
                  </a:lnTo>
                  <a:lnTo>
                    <a:pt x="1448" y="1494"/>
                  </a:lnTo>
                  <a:lnTo>
                    <a:pt x="1588" y="1400"/>
                  </a:lnTo>
                  <a:lnTo>
                    <a:pt x="1728" y="1074"/>
                  </a:lnTo>
                  <a:lnTo>
                    <a:pt x="1821" y="794"/>
                  </a:lnTo>
                  <a:lnTo>
                    <a:pt x="1821" y="654"/>
                  </a:lnTo>
                  <a:lnTo>
                    <a:pt x="1774" y="514"/>
                  </a:lnTo>
                  <a:lnTo>
                    <a:pt x="1728" y="420"/>
                  </a:lnTo>
                  <a:lnTo>
                    <a:pt x="1634" y="280"/>
                  </a:lnTo>
                  <a:lnTo>
                    <a:pt x="1494" y="140"/>
                  </a:lnTo>
                  <a:lnTo>
                    <a:pt x="1308" y="47"/>
                  </a:lnTo>
                  <a:lnTo>
                    <a:pt x="112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5" name="Google Shape;10925;p79"/>
            <p:cNvSpPr/>
            <p:nvPr/>
          </p:nvSpPr>
          <p:spPr>
            <a:xfrm>
              <a:off x="4125300" y="3271550"/>
              <a:ext cx="134200" cy="336025"/>
            </a:xfrm>
            <a:custGeom>
              <a:rect b="b" l="l" r="r" t="t"/>
              <a:pathLst>
                <a:path extrusionOk="0" h="13441" w="5368">
                  <a:moveTo>
                    <a:pt x="1" y="0"/>
                  </a:moveTo>
                  <a:lnTo>
                    <a:pt x="934" y="94"/>
                  </a:lnTo>
                  <a:lnTo>
                    <a:pt x="1821" y="280"/>
                  </a:lnTo>
                  <a:lnTo>
                    <a:pt x="2661" y="560"/>
                  </a:lnTo>
                  <a:lnTo>
                    <a:pt x="2988" y="700"/>
                  </a:lnTo>
                  <a:lnTo>
                    <a:pt x="3361" y="887"/>
                  </a:lnTo>
                  <a:lnTo>
                    <a:pt x="3641" y="1074"/>
                  </a:lnTo>
                  <a:lnTo>
                    <a:pt x="3921" y="1307"/>
                  </a:lnTo>
                  <a:lnTo>
                    <a:pt x="4154" y="1540"/>
                  </a:lnTo>
                  <a:lnTo>
                    <a:pt x="4341" y="1774"/>
                  </a:lnTo>
                  <a:lnTo>
                    <a:pt x="4481" y="2007"/>
                  </a:lnTo>
                  <a:lnTo>
                    <a:pt x="4621" y="2287"/>
                  </a:lnTo>
                  <a:lnTo>
                    <a:pt x="4668" y="2567"/>
                  </a:lnTo>
                  <a:lnTo>
                    <a:pt x="4714" y="2847"/>
                  </a:lnTo>
                  <a:lnTo>
                    <a:pt x="4668" y="3220"/>
                  </a:lnTo>
                  <a:lnTo>
                    <a:pt x="4528" y="3547"/>
                  </a:lnTo>
                  <a:lnTo>
                    <a:pt x="4341" y="3920"/>
                  </a:lnTo>
                  <a:lnTo>
                    <a:pt x="4108" y="4200"/>
                  </a:lnTo>
                  <a:lnTo>
                    <a:pt x="3968" y="4387"/>
                  </a:lnTo>
                  <a:lnTo>
                    <a:pt x="3968" y="4574"/>
                  </a:lnTo>
                  <a:lnTo>
                    <a:pt x="3968" y="12787"/>
                  </a:lnTo>
                  <a:lnTo>
                    <a:pt x="3874" y="13021"/>
                  </a:lnTo>
                  <a:lnTo>
                    <a:pt x="3734" y="13254"/>
                  </a:lnTo>
                  <a:lnTo>
                    <a:pt x="3548" y="13394"/>
                  </a:lnTo>
                  <a:lnTo>
                    <a:pt x="3314" y="13441"/>
                  </a:lnTo>
                  <a:lnTo>
                    <a:pt x="3968" y="13441"/>
                  </a:lnTo>
                  <a:lnTo>
                    <a:pt x="4248" y="13394"/>
                  </a:lnTo>
                  <a:lnTo>
                    <a:pt x="4434" y="13254"/>
                  </a:lnTo>
                  <a:lnTo>
                    <a:pt x="4574" y="13021"/>
                  </a:lnTo>
                  <a:lnTo>
                    <a:pt x="4621" y="12787"/>
                  </a:lnTo>
                  <a:lnTo>
                    <a:pt x="4621" y="4574"/>
                  </a:lnTo>
                  <a:lnTo>
                    <a:pt x="4668" y="4387"/>
                  </a:lnTo>
                  <a:lnTo>
                    <a:pt x="4761" y="4200"/>
                  </a:lnTo>
                  <a:lnTo>
                    <a:pt x="5041" y="3920"/>
                  </a:lnTo>
                  <a:lnTo>
                    <a:pt x="5228" y="3547"/>
                  </a:lnTo>
                  <a:lnTo>
                    <a:pt x="5321" y="3220"/>
                  </a:lnTo>
                  <a:lnTo>
                    <a:pt x="5368" y="2847"/>
                  </a:lnTo>
                  <a:lnTo>
                    <a:pt x="5368" y="2567"/>
                  </a:lnTo>
                  <a:lnTo>
                    <a:pt x="5274" y="2287"/>
                  </a:lnTo>
                  <a:lnTo>
                    <a:pt x="5181" y="2007"/>
                  </a:lnTo>
                  <a:lnTo>
                    <a:pt x="4994" y="1727"/>
                  </a:lnTo>
                  <a:lnTo>
                    <a:pt x="4761" y="1494"/>
                  </a:lnTo>
                  <a:lnTo>
                    <a:pt x="4528" y="1260"/>
                  </a:lnTo>
                  <a:lnTo>
                    <a:pt x="4248" y="1027"/>
                  </a:lnTo>
                  <a:lnTo>
                    <a:pt x="3921" y="840"/>
                  </a:lnTo>
                  <a:lnTo>
                    <a:pt x="3548" y="654"/>
                  </a:lnTo>
                  <a:lnTo>
                    <a:pt x="3174" y="467"/>
                  </a:lnTo>
                  <a:lnTo>
                    <a:pt x="2754" y="327"/>
                  </a:lnTo>
                  <a:lnTo>
                    <a:pt x="2288" y="187"/>
                  </a:lnTo>
                  <a:lnTo>
                    <a:pt x="1821" y="94"/>
                  </a:lnTo>
                  <a:lnTo>
                    <a:pt x="1354" y="47"/>
                  </a:lnTo>
                  <a:lnTo>
                    <a:pt x="841"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6" name="Google Shape;10926;p79"/>
            <p:cNvSpPr/>
            <p:nvPr/>
          </p:nvSpPr>
          <p:spPr>
            <a:xfrm>
              <a:off x="4118300" y="3292550"/>
              <a:ext cx="109700" cy="112025"/>
            </a:xfrm>
            <a:custGeom>
              <a:rect b="b" l="l" r="r" t="t"/>
              <a:pathLst>
                <a:path extrusionOk="0" h="4481" w="4388">
                  <a:moveTo>
                    <a:pt x="1" y="0"/>
                  </a:moveTo>
                  <a:lnTo>
                    <a:pt x="421" y="47"/>
                  </a:lnTo>
                  <a:lnTo>
                    <a:pt x="841" y="140"/>
                  </a:lnTo>
                  <a:lnTo>
                    <a:pt x="1634" y="420"/>
                  </a:lnTo>
                  <a:lnTo>
                    <a:pt x="2381" y="700"/>
                  </a:lnTo>
                  <a:lnTo>
                    <a:pt x="2941" y="1027"/>
                  </a:lnTo>
                  <a:lnTo>
                    <a:pt x="3221" y="1260"/>
                  </a:lnTo>
                  <a:lnTo>
                    <a:pt x="3454" y="1587"/>
                  </a:lnTo>
                  <a:lnTo>
                    <a:pt x="3594" y="1914"/>
                  </a:lnTo>
                  <a:lnTo>
                    <a:pt x="3688" y="2240"/>
                  </a:lnTo>
                  <a:lnTo>
                    <a:pt x="3734" y="2614"/>
                  </a:lnTo>
                  <a:lnTo>
                    <a:pt x="3688" y="2987"/>
                  </a:lnTo>
                  <a:lnTo>
                    <a:pt x="3594" y="3360"/>
                  </a:lnTo>
                  <a:lnTo>
                    <a:pt x="3361" y="3687"/>
                  </a:lnTo>
                  <a:lnTo>
                    <a:pt x="3128" y="3967"/>
                  </a:lnTo>
                  <a:lnTo>
                    <a:pt x="2848" y="4201"/>
                  </a:lnTo>
                  <a:lnTo>
                    <a:pt x="2521" y="4341"/>
                  </a:lnTo>
                  <a:lnTo>
                    <a:pt x="2148" y="4434"/>
                  </a:lnTo>
                  <a:lnTo>
                    <a:pt x="2428" y="4481"/>
                  </a:lnTo>
                  <a:lnTo>
                    <a:pt x="2708" y="4481"/>
                  </a:lnTo>
                  <a:lnTo>
                    <a:pt x="2941" y="4434"/>
                  </a:lnTo>
                  <a:lnTo>
                    <a:pt x="3221" y="4341"/>
                  </a:lnTo>
                  <a:lnTo>
                    <a:pt x="3454" y="4247"/>
                  </a:lnTo>
                  <a:lnTo>
                    <a:pt x="3688" y="4061"/>
                  </a:lnTo>
                  <a:lnTo>
                    <a:pt x="3874" y="3874"/>
                  </a:lnTo>
                  <a:lnTo>
                    <a:pt x="4061" y="3687"/>
                  </a:lnTo>
                  <a:lnTo>
                    <a:pt x="4248" y="3360"/>
                  </a:lnTo>
                  <a:lnTo>
                    <a:pt x="4388" y="2987"/>
                  </a:lnTo>
                  <a:lnTo>
                    <a:pt x="4388" y="2614"/>
                  </a:lnTo>
                  <a:lnTo>
                    <a:pt x="4388" y="2240"/>
                  </a:lnTo>
                  <a:lnTo>
                    <a:pt x="4294" y="1914"/>
                  </a:lnTo>
                  <a:lnTo>
                    <a:pt x="4108" y="1587"/>
                  </a:lnTo>
                  <a:lnTo>
                    <a:pt x="3921" y="1260"/>
                  </a:lnTo>
                  <a:lnTo>
                    <a:pt x="3594" y="1027"/>
                  </a:lnTo>
                  <a:lnTo>
                    <a:pt x="3314" y="840"/>
                  </a:lnTo>
                  <a:lnTo>
                    <a:pt x="2894" y="654"/>
                  </a:lnTo>
                  <a:lnTo>
                    <a:pt x="2428" y="467"/>
                  </a:lnTo>
                  <a:lnTo>
                    <a:pt x="1961" y="280"/>
                  </a:lnTo>
                  <a:lnTo>
                    <a:pt x="1448" y="140"/>
                  </a:lnTo>
                  <a:lnTo>
                    <a:pt x="934" y="47"/>
                  </a:lnTo>
                  <a:lnTo>
                    <a:pt x="4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7" name="Google Shape;10927;p79"/>
            <p:cNvSpPr/>
            <p:nvPr/>
          </p:nvSpPr>
          <p:spPr>
            <a:xfrm>
              <a:off x="4119475" y="3495550"/>
              <a:ext cx="54850" cy="93375"/>
            </a:xfrm>
            <a:custGeom>
              <a:rect b="b" l="l" r="r" t="t"/>
              <a:pathLst>
                <a:path extrusionOk="0" h="3735" w="2194">
                  <a:moveTo>
                    <a:pt x="327" y="1"/>
                  </a:moveTo>
                  <a:lnTo>
                    <a:pt x="0" y="47"/>
                  </a:lnTo>
                  <a:lnTo>
                    <a:pt x="327" y="141"/>
                  </a:lnTo>
                  <a:lnTo>
                    <a:pt x="607" y="281"/>
                  </a:lnTo>
                  <a:lnTo>
                    <a:pt x="887" y="467"/>
                  </a:lnTo>
                  <a:lnTo>
                    <a:pt x="1074" y="654"/>
                  </a:lnTo>
                  <a:lnTo>
                    <a:pt x="1261" y="934"/>
                  </a:lnTo>
                  <a:lnTo>
                    <a:pt x="1401" y="1214"/>
                  </a:lnTo>
                  <a:lnTo>
                    <a:pt x="1494" y="1541"/>
                  </a:lnTo>
                  <a:lnTo>
                    <a:pt x="1541" y="1867"/>
                  </a:lnTo>
                  <a:lnTo>
                    <a:pt x="1494" y="2194"/>
                  </a:lnTo>
                  <a:lnTo>
                    <a:pt x="1401" y="2521"/>
                  </a:lnTo>
                  <a:lnTo>
                    <a:pt x="1261" y="2801"/>
                  </a:lnTo>
                  <a:lnTo>
                    <a:pt x="1074" y="3081"/>
                  </a:lnTo>
                  <a:lnTo>
                    <a:pt x="887" y="3314"/>
                  </a:lnTo>
                  <a:lnTo>
                    <a:pt x="607" y="3501"/>
                  </a:lnTo>
                  <a:lnTo>
                    <a:pt x="327" y="3641"/>
                  </a:lnTo>
                  <a:lnTo>
                    <a:pt x="0" y="3734"/>
                  </a:lnTo>
                  <a:lnTo>
                    <a:pt x="327" y="3734"/>
                  </a:lnTo>
                  <a:lnTo>
                    <a:pt x="700" y="3687"/>
                  </a:lnTo>
                  <a:lnTo>
                    <a:pt x="1074" y="3594"/>
                  </a:lnTo>
                  <a:lnTo>
                    <a:pt x="1401" y="3407"/>
                  </a:lnTo>
                  <a:lnTo>
                    <a:pt x="1681" y="3221"/>
                  </a:lnTo>
                  <a:lnTo>
                    <a:pt x="1914" y="2941"/>
                  </a:lnTo>
                  <a:lnTo>
                    <a:pt x="2054" y="2614"/>
                  </a:lnTo>
                  <a:lnTo>
                    <a:pt x="2194" y="2241"/>
                  </a:lnTo>
                  <a:lnTo>
                    <a:pt x="2194" y="1867"/>
                  </a:lnTo>
                  <a:lnTo>
                    <a:pt x="2194" y="1494"/>
                  </a:lnTo>
                  <a:lnTo>
                    <a:pt x="2054" y="1167"/>
                  </a:lnTo>
                  <a:lnTo>
                    <a:pt x="1914" y="841"/>
                  </a:lnTo>
                  <a:lnTo>
                    <a:pt x="1681" y="561"/>
                  </a:lnTo>
                  <a:lnTo>
                    <a:pt x="1401" y="327"/>
                  </a:lnTo>
                  <a:lnTo>
                    <a:pt x="1074" y="141"/>
                  </a:lnTo>
                  <a:lnTo>
                    <a:pt x="700"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8" name="Google Shape;10928;p79"/>
            <p:cNvSpPr/>
            <p:nvPr/>
          </p:nvSpPr>
          <p:spPr>
            <a:xfrm>
              <a:off x="4153300" y="3338050"/>
              <a:ext cx="46700" cy="39700"/>
            </a:xfrm>
            <a:custGeom>
              <a:rect b="b" l="l" r="r" t="t"/>
              <a:pathLst>
                <a:path extrusionOk="0" h="1588" w="1868">
                  <a:moveTo>
                    <a:pt x="1634" y="0"/>
                  </a:moveTo>
                  <a:lnTo>
                    <a:pt x="1588" y="280"/>
                  </a:lnTo>
                  <a:lnTo>
                    <a:pt x="1448" y="514"/>
                  </a:lnTo>
                  <a:lnTo>
                    <a:pt x="1354" y="654"/>
                  </a:lnTo>
                  <a:lnTo>
                    <a:pt x="1168" y="747"/>
                  </a:lnTo>
                  <a:lnTo>
                    <a:pt x="1028" y="840"/>
                  </a:lnTo>
                  <a:lnTo>
                    <a:pt x="841" y="887"/>
                  </a:lnTo>
                  <a:lnTo>
                    <a:pt x="514" y="887"/>
                  </a:lnTo>
                  <a:lnTo>
                    <a:pt x="328" y="840"/>
                  </a:lnTo>
                  <a:lnTo>
                    <a:pt x="141" y="747"/>
                  </a:lnTo>
                  <a:lnTo>
                    <a:pt x="1" y="607"/>
                  </a:lnTo>
                  <a:lnTo>
                    <a:pt x="1" y="840"/>
                  </a:lnTo>
                  <a:lnTo>
                    <a:pt x="94" y="1027"/>
                  </a:lnTo>
                  <a:lnTo>
                    <a:pt x="234" y="1214"/>
                  </a:lnTo>
                  <a:lnTo>
                    <a:pt x="374" y="1400"/>
                  </a:lnTo>
                  <a:lnTo>
                    <a:pt x="561" y="1494"/>
                  </a:lnTo>
                  <a:lnTo>
                    <a:pt x="748" y="1540"/>
                  </a:lnTo>
                  <a:lnTo>
                    <a:pt x="934" y="1587"/>
                  </a:lnTo>
                  <a:lnTo>
                    <a:pt x="1074" y="1540"/>
                  </a:lnTo>
                  <a:lnTo>
                    <a:pt x="1261" y="1494"/>
                  </a:lnTo>
                  <a:lnTo>
                    <a:pt x="1448" y="1447"/>
                  </a:lnTo>
                  <a:lnTo>
                    <a:pt x="1588" y="1307"/>
                  </a:lnTo>
                  <a:lnTo>
                    <a:pt x="1681" y="1167"/>
                  </a:lnTo>
                  <a:lnTo>
                    <a:pt x="1774" y="1027"/>
                  </a:lnTo>
                  <a:lnTo>
                    <a:pt x="1821" y="887"/>
                  </a:lnTo>
                  <a:lnTo>
                    <a:pt x="1868" y="560"/>
                  </a:lnTo>
                  <a:lnTo>
                    <a:pt x="1821" y="280"/>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9" name="Google Shape;10929;p79"/>
            <p:cNvSpPr/>
            <p:nvPr/>
          </p:nvSpPr>
          <p:spPr>
            <a:xfrm>
              <a:off x="4001625" y="3339225"/>
              <a:ext cx="105050" cy="133025"/>
            </a:xfrm>
            <a:custGeom>
              <a:rect b="b" l="l" r="r" t="t"/>
              <a:pathLst>
                <a:path extrusionOk="0" h="5321" w="4202">
                  <a:moveTo>
                    <a:pt x="3128" y="0"/>
                  </a:moveTo>
                  <a:lnTo>
                    <a:pt x="3268" y="140"/>
                  </a:lnTo>
                  <a:lnTo>
                    <a:pt x="3314" y="327"/>
                  </a:lnTo>
                  <a:lnTo>
                    <a:pt x="3361" y="513"/>
                  </a:lnTo>
                  <a:lnTo>
                    <a:pt x="3408" y="700"/>
                  </a:lnTo>
                  <a:lnTo>
                    <a:pt x="3408" y="887"/>
                  </a:lnTo>
                  <a:lnTo>
                    <a:pt x="3361" y="1073"/>
                  </a:lnTo>
                  <a:lnTo>
                    <a:pt x="3268" y="1260"/>
                  </a:lnTo>
                  <a:lnTo>
                    <a:pt x="3174" y="1400"/>
                  </a:lnTo>
                  <a:lnTo>
                    <a:pt x="2988" y="1633"/>
                  </a:lnTo>
                  <a:lnTo>
                    <a:pt x="2708" y="1820"/>
                  </a:lnTo>
                  <a:lnTo>
                    <a:pt x="2428" y="1913"/>
                  </a:lnTo>
                  <a:lnTo>
                    <a:pt x="2148" y="1913"/>
                  </a:lnTo>
                  <a:lnTo>
                    <a:pt x="2101" y="2147"/>
                  </a:lnTo>
                  <a:lnTo>
                    <a:pt x="2054" y="2334"/>
                  </a:lnTo>
                  <a:lnTo>
                    <a:pt x="1961" y="2567"/>
                  </a:lnTo>
                  <a:lnTo>
                    <a:pt x="1868" y="2754"/>
                  </a:lnTo>
                  <a:lnTo>
                    <a:pt x="1728" y="2894"/>
                  </a:lnTo>
                  <a:lnTo>
                    <a:pt x="1588" y="3034"/>
                  </a:lnTo>
                  <a:lnTo>
                    <a:pt x="1401" y="3174"/>
                  </a:lnTo>
                  <a:lnTo>
                    <a:pt x="1214" y="3267"/>
                  </a:lnTo>
                  <a:lnTo>
                    <a:pt x="1308" y="3547"/>
                  </a:lnTo>
                  <a:lnTo>
                    <a:pt x="1308" y="3827"/>
                  </a:lnTo>
                  <a:lnTo>
                    <a:pt x="1214" y="4107"/>
                  </a:lnTo>
                  <a:lnTo>
                    <a:pt x="1074" y="4387"/>
                  </a:lnTo>
                  <a:lnTo>
                    <a:pt x="888" y="4620"/>
                  </a:lnTo>
                  <a:lnTo>
                    <a:pt x="608" y="4760"/>
                  </a:lnTo>
                  <a:lnTo>
                    <a:pt x="328" y="4854"/>
                  </a:lnTo>
                  <a:lnTo>
                    <a:pt x="1" y="4854"/>
                  </a:lnTo>
                  <a:lnTo>
                    <a:pt x="188" y="5040"/>
                  </a:lnTo>
                  <a:lnTo>
                    <a:pt x="374" y="5180"/>
                  </a:lnTo>
                  <a:lnTo>
                    <a:pt x="608" y="5274"/>
                  </a:lnTo>
                  <a:lnTo>
                    <a:pt x="841" y="5320"/>
                  </a:lnTo>
                  <a:lnTo>
                    <a:pt x="1074" y="5320"/>
                  </a:lnTo>
                  <a:lnTo>
                    <a:pt x="1308" y="5227"/>
                  </a:lnTo>
                  <a:lnTo>
                    <a:pt x="1541" y="5134"/>
                  </a:lnTo>
                  <a:lnTo>
                    <a:pt x="1728" y="4994"/>
                  </a:lnTo>
                  <a:lnTo>
                    <a:pt x="1914" y="4807"/>
                  </a:lnTo>
                  <a:lnTo>
                    <a:pt x="2054" y="4527"/>
                  </a:lnTo>
                  <a:lnTo>
                    <a:pt x="2101" y="4247"/>
                  </a:lnTo>
                  <a:lnTo>
                    <a:pt x="2101" y="3967"/>
                  </a:lnTo>
                  <a:lnTo>
                    <a:pt x="2054" y="3687"/>
                  </a:lnTo>
                  <a:lnTo>
                    <a:pt x="2241" y="3594"/>
                  </a:lnTo>
                  <a:lnTo>
                    <a:pt x="2381" y="3500"/>
                  </a:lnTo>
                  <a:lnTo>
                    <a:pt x="2568" y="3360"/>
                  </a:lnTo>
                  <a:lnTo>
                    <a:pt x="2708" y="3174"/>
                  </a:lnTo>
                  <a:lnTo>
                    <a:pt x="2801" y="2987"/>
                  </a:lnTo>
                  <a:lnTo>
                    <a:pt x="2894" y="2800"/>
                  </a:lnTo>
                  <a:lnTo>
                    <a:pt x="2941" y="2567"/>
                  </a:lnTo>
                  <a:lnTo>
                    <a:pt x="2941" y="2380"/>
                  </a:lnTo>
                  <a:lnTo>
                    <a:pt x="3268" y="2334"/>
                  </a:lnTo>
                  <a:lnTo>
                    <a:pt x="3548" y="2240"/>
                  </a:lnTo>
                  <a:lnTo>
                    <a:pt x="3781" y="2100"/>
                  </a:lnTo>
                  <a:lnTo>
                    <a:pt x="4014" y="1867"/>
                  </a:lnTo>
                  <a:lnTo>
                    <a:pt x="4108" y="1633"/>
                  </a:lnTo>
                  <a:lnTo>
                    <a:pt x="4201" y="1400"/>
                  </a:lnTo>
                  <a:lnTo>
                    <a:pt x="4201" y="1167"/>
                  </a:lnTo>
                  <a:lnTo>
                    <a:pt x="4201" y="933"/>
                  </a:lnTo>
                  <a:lnTo>
                    <a:pt x="4108" y="700"/>
                  </a:lnTo>
                  <a:lnTo>
                    <a:pt x="4014" y="513"/>
                  </a:lnTo>
                  <a:lnTo>
                    <a:pt x="3828" y="327"/>
                  </a:lnTo>
                  <a:lnTo>
                    <a:pt x="3641" y="140"/>
                  </a:lnTo>
                  <a:lnTo>
                    <a:pt x="3408" y="47"/>
                  </a:lnTo>
                  <a:lnTo>
                    <a:pt x="31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0" name="Google Shape;10930;p79"/>
            <p:cNvSpPr/>
            <p:nvPr/>
          </p:nvSpPr>
          <p:spPr>
            <a:xfrm>
              <a:off x="4010975" y="3329875"/>
              <a:ext cx="243850" cy="246200"/>
            </a:xfrm>
            <a:custGeom>
              <a:rect b="b" l="l" r="r" t="t"/>
              <a:pathLst>
                <a:path extrusionOk="0" h="9848" w="9754">
                  <a:moveTo>
                    <a:pt x="3034" y="1"/>
                  </a:moveTo>
                  <a:lnTo>
                    <a:pt x="2987" y="47"/>
                  </a:lnTo>
                  <a:lnTo>
                    <a:pt x="2707" y="701"/>
                  </a:lnTo>
                  <a:lnTo>
                    <a:pt x="2707" y="747"/>
                  </a:lnTo>
                  <a:lnTo>
                    <a:pt x="2754" y="841"/>
                  </a:lnTo>
                  <a:lnTo>
                    <a:pt x="2940" y="981"/>
                  </a:lnTo>
                  <a:lnTo>
                    <a:pt x="3080" y="1167"/>
                  </a:lnTo>
                  <a:lnTo>
                    <a:pt x="3174" y="1401"/>
                  </a:lnTo>
                  <a:lnTo>
                    <a:pt x="3220" y="1681"/>
                  </a:lnTo>
                  <a:lnTo>
                    <a:pt x="3127" y="1961"/>
                  </a:lnTo>
                  <a:lnTo>
                    <a:pt x="2987" y="2241"/>
                  </a:lnTo>
                  <a:lnTo>
                    <a:pt x="2707" y="2381"/>
                  </a:lnTo>
                  <a:lnTo>
                    <a:pt x="2427" y="2474"/>
                  </a:lnTo>
                  <a:lnTo>
                    <a:pt x="2240" y="2474"/>
                  </a:lnTo>
                  <a:lnTo>
                    <a:pt x="2007" y="2428"/>
                  </a:lnTo>
                  <a:lnTo>
                    <a:pt x="1960" y="2428"/>
                  </a:lnTo>
                  <a:lnTo>
                    <a:pt x="1867" y="2474"/>
                  </a:lnTo>
                  <a:lnTo>
                    <a:pt x="0" y="6674"/>
                  </a:lnTo>
                  <a:lnTo>
                    <a:pt x="0" y="6768"/>
                  </a:lnTo>
                  <a:lnTo>
                    <a:pt x="47" y="6861"/>
                  </a:lnTo>
                  <a:lnTo>
                    <a:pt x="1820" y="7654"/>
                  </a:lnTo>
                  <a:lnTo>
                    <a:pt x="1914" y="7654"/>
                  </a:lnTo>
                  <a:lnTo>
                    <a:pt x="1960" y="7608"/>
                  </a:lnTo>
                  <a:lnTo>
                    <a:pt x="2100" y="7421"/>
                  </a:lnTo>
                  <a:lnTo>
                    <a:pt x="2287" y="7328"/>
                  </a:lnTo>
                  <a:lnTo>
                    <a:pt x="2520" y="7234"/>
                  </a:lnTo>
                  <a:lnTo>
                    <a:pt x="2940" y="7234"/>
                  </a:lnTo>
                  <a:lnTo>
                    <a:pt x="3080" y="7328"/>
                  </a:lnTo>
                  <a:lnTo>
                    <a:pt x="3267" y="7421"/>
                  </a:lnTo>
                  <a:lnTo>
                    <a:pt x="3360" y="7514"/>
                  </a:lnTo>
                  <a:lnTo>
                    <a:pt x="3454" y="7654"/>
                  </a:lnTo>
                  <a:lnTo>
                    <a:pt x="3547" y="7794"/>
                  </a:lnTo>
                  <a:lnTo>
                    <a:pt x="3594" y="7934"/>
                  </a:lnTo>
                  <a:lnTo>
                    <a:pt x="3594" y="8121"/>
                  </a:lnTo>
                  <a:lnTo>
                    <a:pt x="3594" y="8354"/>
                  </a:lnTo>
                  <a:lnTo>
                    <a:pt x="3594" y="8401"/>
                  </a:lnTo>
                  <a:lnTo>
                    <a:pt x="3640" y="8448"/>
                  </a:lnTo>
                  <a:lnTo>
                    <a:pt x="6674" y="9848"/>
                  </a:lnTo>
                  <a:lnTo>
                    <a:pt x="6721" y="9801"/>
                  </a:lnTo>
                  <a:lnTo>
                    <a:pt x="6721" y="9754"/>
                  </a:lnTo>
                  <a:lnTo>
                    <a:pt x="6721" y="9661"/>
                  </a:lnTo>
                  <a:lnTo>
                    <a:pt x="9567" y="3128"/>
                  </a:lnTo>
                  <a:lnTo>
                    <a:pt x="9707" y="3034"/>
                  </a:lnTo>
                  <a:lnTo>
                    <a:pt x="9754" y="3034"/>
                  </a:lnTo>
                  <a:lnTo>
                    <a:pt x="9754" y="2988"/>
                  </a:lnTo>
                  <a:lnTo>
                    <a:pt x="7981" y="2194"/>
                  </a:lnTo>
                  <a:lnTo>
                    <a:pt x="7841" y="2194"/>
                  </a:lnTo>
                  <a:lnTo>
                    <a:pt x="7607" y="2334"/>
                  </a:lnTo>
                  <a:lnTo>
                    <a:pt x="7374" y="2381"/>
                  </a:lnTo>
                  <a:lnTo>
                    <a:pt x="7141" y="2334"/>
                  </a:lnTo>
                  <a:lnTo>
                    <a:pt x="6954" y="2241"/>
                  </a:lnTo>
                  <a:lnTo>
                    <a:pt x="6767" y="2054"/>
                  </a:lnTo>
                  <a:lnTo>
                    <a:pt x="6674" y="1867"/>
                  </a:lnTo>
                  <a:lnTo>
                    <a:pt x="6674" y="1681"/>
                  </a:lnTo>
                  <a:lnTo>
                    <a:pt x="6627" y="1634"/>
                  </a:lnTo>
                  <a:lnTo>
                    <a:pt x="6581" y="1587"/>
                  </a:lnTo>
                  <a:lnTo>
                    <a:pt x="312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1" name="Google Shape;10931;p79"/>
            <p:cNvSpPr/>
            <p:nvPr/>
          </p:nvSpPr>
          <p:spPr>
            <a:xfrm>
              <a:off x="4161475" y="3397550"/>
              <a:ext cx="94525" cy="178525"/>
            </a:xfrm>
            <a:custGeom>
              <a:rect b="b" l="l" r="r" t="t"/>
              <a:pathLst>
                <a:path extrusionOk="0" h="7141" w="3781">
                  <a:moveTo>
                    <a:pt x="3081" y="1"/>
                  </a:moveTo>
                  <a:lnTo>
                    <a:pt x="3127" y="47"/>
                  </a:lnTo>
                  <a:lnTo>
                    <a:pt x="3127" y="141"/>
                  </a:lnTo>
                  <a:lnTo>
                    <a:pt x="141" y="6767"/>
                  </a:lnTo>
                  <a:lnTo>
                    <a:pt x="94" y="6814"/>
                  </a:lnTo>
                  <a:lnTo>
                    <a:pt x="1" y="6814"/>
                  </a:lnTo>
                  <a:lnTo>
                    <a:pt x="654" y="7141"/>
                  </a:lnTo>
                  <a:lnTo>
                    <a:pt x="747" y="7141"/>
                  </a:lnTo>
                  <a:lnTo>
                    <a:pt x="794" y="7047"/>
                  </a:lnTo>
                  <a:lnTo>
                    <a:pt x="3781" y="421"/>
                  </a:lnTo>
                  <a:lnTo>
                    <a:pt x="3781" y="327"/>
                  </a:lnTo>
                  <a:lnTo>
                    <a:pt x="3734" y="281"/>
                  </a:lnTo>
                  <a:lnTo>
                    <a:pt x="308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2" name="Google Shape;10932;p79"/>
            <p:cNvSpPr/>
            <p:nvPr/>
          </p:nvSpPr>
          <p:spPr>
            <a:xfrm>
              <a:off x="4101975" y="3394050"/>
              <a:ext cx="45525" cy="45525"/>
            </a:xfrm>
            <a:custGeom>
              <a:rect b="b" l="l" r="r" t="t"/>
              <a:pathLst>
                <a:path extrusionOk="0" h="1821" w="1821">
                  <a:moveTo>
                    <a:pt x="887" y="1"/>
                  </a:moveTo>
                  <a:lnTo>
                    <a:pt x="700" y="47"/>
                  </a:lnTo>
                  <a:lnTo>
                    <a:pt x="560" y="94"/>
                  </a:lnTo>
                  <a:lnTo>
                    <a:pt x="374" y="187"/>
                  </a:lnTo>
                  <a:lnTo>
                    <a:pt x="234" y="281"/>
                  </a:lnTo>
                  <a:lnTo>
                    <a:pt x="140" y="421"/>
                  </a:lnTo>
                  <a:lnTo>
                    <a:pt x="47" y="561"/>
                  </a:lnTo>
                  <a:lnTo>
                    <a:pt x="0" y="747"/>
                  </a:lnTo>
                  <a:lnTo>
                    <a:pt x="0" y="934"/>
                  </a:lnTo>
                  <a:lnTo>
                    <a:pt x="0" y="1121"/>
                  </a:lnTo>
                  <a:lnTo>
                    <a:pt x="47" y="1261"/>
                  </a:lnTo>
                  <a:lnTo>
                    <a:pt x="140" y="1447"/>
                  </a:lnTo>
                  <a:lnTo>
                    <a:pt x="234" y="1587"/>
                  </a:lnTo>
                  <a:lnTo>
                    <a:pt x="374" y="1681"/>
                  </a:lnTo>
                  <a:lnTo>
                    <a:pt x="560" y="1774"/>
                  </a:lnTo>
                  <a:lnTo>
                    <a:pt x="700" y="1821"/>
                  </a:lnTo>
                  <a:lnTo>
                    <a:pt x="1074" y="1821"/>
                  </a:lnTo>
                  <a:lnTo>
                    <a:pt x="1260" y="1774"/>
                  </a:lnTo>
                  <a:lnTo>
                    <a:pt x="1400" y="1681"/>
                  </a:lnTo>
                  <a:lnTo>
                    <a:pt x="1541" y="1587"/>
                  </a:lnTo>
                  <a:lnTo>
                    <a:pt x="1681" y="1447"/>
                  </a:lnTo>
                  <a:lnTo>
                    <a:pt x="1727" y="1261"/>
                  </a:lnTo>
                  <a:lnTo>
                    <a:pt x="1774" y="1121"/>
                  </a:lnTo>
                  <a:lnTo>
                    <a:pt x="1821" y="934"/>
                  </a:lnTo>
                  <a:lnTo>
                    <a:pt x="1774" y="747"/>
                  </a:lnTo>
                  <a:lnTo>
                    <a:pt x="1727" y="561"/>
                  </a:lnTo>
                  <a:lnTo>
                    <a:pt x="1681" y="421"/>
                  </a:lnTo>
                  <a:lnTo>
                    <a:pt x="1541" y="281"/>
                  </a:lnTo>
                  <a:lnTo>
                    <a:pt x="1400" y="187"/>
                  </a:lnTo>
                  <a:lnTo>
                    <a:pt x="1260" y="94"/>
                  </a:lnTo>
                  <a:lnTo>
                    <a:pt x="1074" y="47"/>
                  </a:lnTo>
                  <a:lnTo>
                    <a:pt x="88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3" name="Google Shape;10933;p79"/>
            <p:cNvSpPr/>
            <p:nvPr/>
          </p:nvSpPr>
          <p:spPr>
            <a:xfrm>
              <a:off x="4150975" y="3476875"/>
              <a:ext cx="31525" cy="31525"/>
            </a:xfrm>
            <a:custGeom>
              <a:rect b="b" l="l" r="r" t="t"/>
              <a:pathLst>
                <a:path extrusionOk="0" h="1261" w="1261">
                  <a:moveTo>
                    <a:pt x="607" y="1"/>
                  </a:moveTo>
                  <a:lnTo>
                    <a:pt x="374" y="48"/>
                  </a:lnTo>
                  <a:lnTo>
                    <a:pt x="187" y="188"/>
                  </a:lnTo>
                  <a:lnTo>
                    <a:pt x="47" y="374"/>
                  </a:lnTo>
                  <a:lnTo>
                    <a:pt x="1" y="654"/>
                  </a:lnTo>
                  <a:lnTo>
                    <a:pt x="47" y="888"/>
                  </a:lnTo>
                  <a:lnTo>
                    <a:pt x="187" y="1074"/>
                  </a:lnTo>
                  <a:lnTo>
                    <a:pt x="374" y="1214"/>
                  </a:lnTo>
                  <a:lnTo>
                    <a:pt x="607" y="1261"/>
                  </a:lnTo>
                  <a:lnTo>
                    <a:pt x="887" y="1214"/>
                  </a:lnTo>
                  <a:lnTo>
                    <a:pt x="1074" y="1074"/>
                  </a:lnTo>
                  <a:lnTo>
                    <a:pt x="1214" y="888"/>
                  </a:lnTo>
                  <a:lnTo>
                    <a:pt x="1261" y="654"/>
                  </a:lnTo>
                  <a:lnTo>
                    <a:pt x="1214" y="374"/>
                  </a:lnTo>
                  <a:lnTo>
                    <a:pt x="1074" y="188"/>
                  </a:lnTo>
                  <a:lnTo>
                    <a:pt x="887" y="48"/>
                  </a:lnTo>
                  <a:lnTo>
                    <a:pt x="60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34" name="Google Shape;10934;p79"/>
          <p:cNvGrpSpPr/>
          <p:nvPr/>
        </p:nvGrpSpPr>
        <p:grpSpPr>
          <a:xfrm>
            <a:off x="4812925" y="3271550"/>
            <a:ext cx="290525" cy="336025"/>
            <a:chOff x="4743675" y="3271550"/>
            <a:chExt cx="290525" cy="336025"/>
          </a:xfrm>
        </p:grpSpPr>
        <p:sp>
          <p:nvSpPr>
            <p:cNvPr id="10935" name="Google Shape;10935;p79"/>
            <p:cNvSpPr/>
            <p:nvPr/>
          </p:nvSpPr>
          <p:spPr>
            <a:xfrm>
              <a:off x="4929175" y="3271550"/>
              <a:ext cx="105025" cy="101525"/>
            </a:xfrm>
            <a:custGeom>
              <a:rect b="b" l="l" r="r" t="t"/>
              <a:pathLst>
                <a:path extrusionOk="0" h="4061" w="4201">
                  <a:moveTo>
                    <a:pt x="2940" y="0"/>
                  </a:moveTo>
                  <a:lnTo>
                    <a:pt x="2847" y="94"/>
                  </a:lnTo>
                  <a:lnTo>
                    <a:pt x="0" y="2894"/>
                  </a:lnTo>
                  <a:lnTo>
                    <a:pt x="187" y="3967"/>
                  </a:lnTo>
                  <a:lnTo>
                    <a:pt x="1167" y="4060"/>
                  </a:lnTo>
                  <a:lnTo>
                    <a:pt x="4107" y="1354"/>
                  </a:lnTo>
                  <a:lnTo>
                    <a:pt x="4200" y="1260"/>
                  </a:lnTo>
                  <a:lnTo>
                    <a:pt x="4200" y="1167"/>
                  </a:lnTo>
                  <a:lnTo>
                    <a:pt x="4200" y="1027"/>
                  </a:lnTo>
                  <a:lnTo>
                    <a:pt x="4107" y="934"/>
                  </a:lnTo>
                  <a:lnTo>
                    <a:pt x="3267" y="94"/>
                  </a:lnTo>
                  <a:lnTo>
                    <a:pt x="317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6" name="Google Shape;10936;p79"/>
            <p:cNvSpPr/>
            <p:nvPr/>
          </p:nvSpPr>
          <p:spPr>
            <a:xfrm>
              <a:off x="4950175" y="3285550"/>
              <a:ext cx="84025" cy="91025"/>
            </a:xfrm>
            <a:custGeom>
              <a:rect b="b" l="l" r="r" t="t"/>
              <a:pathLst>
                <a:path extrusionOk="0" h="3641" w="3361">
                  <a:moveTo>
                    <a:pt x="2894" y="0"/>
                  </a:moveTo>
                  <a:lnTo>
                    <a:pt x="2894" y="0"/>
                  </a:lnTo>
                  <a:lnTo>
                    <a:pt x="2894" y="0"/>
                  </a:lnTo>
                  <a:close/>
                  <a:moveTo>
                    <a:pt x="2894" y="0"/>
                  </a:moveTo>
                  <a:lnTo>
                    <a:pt x="2894" y="94"/>
                  </a:lnTo>
                  <a:lnTo>
                    <a:pt x="2894" y="234"/>
                  </a:lnTo>
                  <a:lnTo>
                    <a:pt x="2800" y="327"/>
                  </a:lnTo>
                  <a:lnTo>
                    <a:pt x="0" y="3174"/>
                  </a:lnTo>
                  <a:lnTo>
                    <a:pt x="0" y="3594"/>
                  </a:lnTo>
                  <a:lnTo>
                    <a:pt x="467" y="3640"/>
                  </a:lnTo>
                  <a:lnTo>
                    <a:pt x="3267" y="794"/>
                  </a:lnTo>
                  <a:lnTo>
                    <a:pt x="3360" y="700"/>
                  </a:lnTo>
                  <a:lnTo>
                    <a:pt x="3360" y="607"/>
                  </a:lnTo>
                  <a:lnTo>
                    <a:pt x="3360" y="467"/>
                  </a:lnTo>
                  <a:lnTo>
                    <a:pt x="3267" y="374"/>
                  </a:lnTo>
                  <a:lnTo>
                    <a:pt x="28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7" name="Google Shape;10937;p79"/>
            <p:cNvSpPr/>
            <p:nvPr/>
          </p:nvSpPr>
          <p:spPr>
            <a:xfrm>
              <a:off x="4898825" y="3343875"/>
              <a:ext cx="63025" cy="67700"/>
            </a:xfrm>
            <a:custGeom>
              <a:rect b="b" l="l" r="r" t="t"/>
              <a:pathLst>
                <a:path extrusionOk="0" h="2708" w="2521">
                  <a:moveTo>
                    <a:pt x="1214" y="1"/>
                  </a:moveTo>
                  <a:lnTo>
                    <a:pt x="234" y="1027"/>
                  </a:lnTo>
                  <a:lnTo>
                    <a:pt x="1" y="1727"/>
                  </a:lnTo>
                  <a:lnTo>
                    <a:pt x="841" y="2708"/>
                  </a:lnTo>
                  <a:lnTo>
                    <a:pt x="2521" y="1307"/>
                  </a:lnTo>
                  <a:lnTo>
                    <a:pt x="12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8" name="Google Shape;10938;p79"/>
            <p:cNvSpPr/>
            <p:nvPr/>
          </p:nvSpPr>
          <p:spPr>
            <a:xfrm>
              <a:off x="4911675" y="3364875"/>
              <a:ext cx="50175" cy="49025"/>
            </a:xfrm>
            <a:custGeom>
              <a:rect b="b" l="l" r="r" t="t"/>
              <a:pathLst>
                <a:path extrusionOk="0" h="1961" w="2007">
                  <a:moveTo>
                    <a:pt x="1540" y="1"/>
                  </a:moveTo>
                  <a:lnTo>
                    <a:pt x="0" y="1494"/>
                  </a:lnTo>
                  <a:lnTo>
                    <a:pt x="514" y="1961"/>
                  </a:lnTo>
                  <a:lnTo>
                    <a:pt x="2007" y="467"/>
                  </a:lnTo>
                  <a:lnTo>
                    <a:pt x="15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9" name="Google Shape;10939;p79"/>
            <p:cNvSpPr/>
            <p:nvPr/>
          </p:nvSpPr>
          <p:spPr>
            <a:xfrm>
              <a:off x="4743675" y="3369550"/>
              <a:ext cx="221675" cy="204200"/>
            </a:xfrm>
            <a:custGeom>
              <a:rect b="b" l="l" r="r" t="t"/>
              <a:pathLst>
                <a:path extrusionOk="0" h="8168" w="8867">
                  <a:moveTo>
                    <a:pt x="6440" y="0"/>
                  </a:moveTo>
                  <a:lnTo>
                    <a:pt x="93" y="6301"/>
                  </a:lnTo>
                  <a:lnTo>
                    <a:pt x="47" y="6394"/>
                  </a:lnTo>
                  <a:lnTo>
                    <a:pt x="0" y="6534"/>
                  </a:lnTo>
                  <a:lnTo>
                    <a:pt x="47" y="6627"/>
                  </a:lnTo>
                  <a:lnTo>
                    <a:pt x="93" y="6767"/>
                  </a:lnTo>
                  <a:lnTo>
                    <a:pt x="1120" y="7794"/>
                  </a:lnTo>
                  <a:lnTo>
                    <a:pt x="2800" y="8167"/>
                  </a:lnTo>
                  <a:lnTo>
                    <a:pt x="2940" y="8121"/>
                  </a:lnTo>
                  <a:lnTo>
                    <a:pt x="3173" y="7934"/>
                  </a:lnTo>
                  <a:lnTo>
                    <a:pt x="3920" y="7327"/>
                  </a:lnTo>
                  <a:lnTo>
                    <a:pt x="4900" y="6441"/>
                  </a:lnTo>
                  <a:lnTo>
                    <a:pt x="6020" y="5367"/>
                  </a:lnTo>
                  <a:lnTo>
                    <a:pt x="8027" y="3407"/>
                  </a:lnTo>
                  <a:lnTo>
                    <a:pt x="8680" y="2707"/>
                  </a:lnTo>
                  <a:lnTo>
                    <a:pt x="8820" y="2521"/>
                  </a:lnTo>
                  <a:lnTo>
                    <a:pt x="8867" y="2427"/>
                  </a:lnTo>
                  <a:lnTo>
                    <a:pt x="644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0" name="Google Shape;10940;p79"/>
            <p:cNvSpPr/>
            <p:nvPr/>
          </p:nvSpPr>
          <p:spPr>
            <a:xfrm>
              <a:off x="4771675" y="3433725"/>
              <a:ext cx="225200" cy="168025"/>
            </a:xfrm>
            <a:custGeom>
              <a:rect b="b" l="l" r="r" t="t"/>
              <a:pathLst>
                <a:path extrusionOk="0" h="6721" w="9008">
                  <a:moveTo>
                    <a:pt x="7887" y="0"/>
                  </a:moveTo>
                  <a:lnTo>
                    <a:pt x="7934" y="94"/>
                  </a:lnTo>
                  <a:lnTo>
                    <a:pt x="7980" y="234"/>
                  </a:lnTo>
                  <a:lnTo>
                    <a:pt x="7934" y="327"/>
                  </a:lnTo>
                  <a:lnTo>
                    <a:pt x="7887" y="467"/>
                  </a:lnTo>
                  <a:lnTo>
                    <a:pt x="4994" y="2567"/>
                  </a:lnTo>
                  <a:lnTo>
                    <a:pt x="2987" y="4994"/>
                  </a:lnTo>
                  <a:lnTo>
                    <a:pt x="2660" y="5274"/>
                  </a:lnTo>
                  <a:lnTo>
                    <a:pt x="2287" y="5507"/>
                  </a:lnTo>
                  <a:lnTo>
                    <a:pt x="1913" y="5647"/>
                  </a:lnTo>
                  <a:lnTo>
                    <a:pt x="1493" y="5740"/>
                  </a:lnTo>
                  <a:lnTo>
                    <a:pt x="1120" y="5740"/>
                  </a:lnTo>
                  <a:lnTo>
                    <a:pt x="747" y="5647"/>
                  </a:lnTo>
                  <a:lnTo>
                    <a:pt x="373" y="5460"/>
                  </a:lnTo>
                  <a:lnTo>
                    <a:pt x="0" y="5227"/>
                  </a:lnTo>
                  <a:lnTo>
                    <a:pt x="1120" y="6300"/>
                  </a:lnTo>
                  <a:lnTo>
                    <a:pt x="1260" y="6440"/>
                  </a:lnTo>
                  <a:lnTo>
                    <a:pt x="1447" y="6534"/>
                  </a:lnTo>
                  <a:lnTo>
                    <a:pt x="1633" y="6627"/>
                  </a:lnTo>
                  <a:lnTo>
                    <a:pt x="1820" y="6674"/>
                  </a:lnTo>
                  <a:lnTo>
                    <a:pt x="2193" y="6720"/>
                  </a:lnTo>
                  <a:lnTo>
                    <a:pt x="2613" y="6674"/>
                  </a:lnTo>
                  <a:lnTo>
                    <a:pt x="2987" y="6534"/>
                  </a:lnTo>
                  <a:lnTo>
                    <a:pt x="3407" y="6300"/>
                  </a:lnTo>
                  <a:lnTo>
                    <a:pt x="3734" y="6067"/>
                  </a:lnTo>
                  <a:lnTo>
                    <a:pt x="4107" y="5740"/>
                  </a:lnTo>
                  <a:lnTo>
                    <a:pt x="8354" y="1634"/>
                  </a:lnTo>
                  <a:lnTo>
                    <a:pt x="8774" y="1354"/>
                  </a:lnTo>
                  <a:lnTo>
                    <a:pt x="8960" y="1214"/>
                  </a:lnTo>
                  <a:lnTo>
                    <a:pt x="9007" y="1120"/>
                  </a:lnTo>
                  <a:lnTo>
                    <a:pt x="8960" y="1074"/>
                  </a:lnTo>
                  <a:lnTo>
                    <a:pt x="788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1" name="Google Shape;10941;p79"/>
            <p:cNvSpPr/>
            <p:nvPr/>
          </p:nvSpPr>
          <p:spPr>
            <a:xfrm>
              <a:off x="4786825" y="3448875"/>
              <a:ext cx="211200" cy="158700"/>
            </a:xfrm>
            <a:custGeom>
              <a:rect b="b" l="l" r="r" t="t"/>
              <a:pathLst>
                <a:path extrusionOk="0" h="6348" w="8448">
                  <a:moveTo>
                    <a:pt x="7888" y="1"/>
                  </a:moveTo>
                  <a:lnTo>
                    <a:pt x="7934" y="94"/>
                  </a:lnTo>
                  <a:lnTo>
                    <a:pt x="7981" y="234"/>
                  </a:lnTo>
                  <a:lnTo>
                    <a:pt x="7934" y="328"/>
                  </a:lnTo>
                  <a:lnTo>
                    <a:pt x="7888" y="468"/>
                  </a:lnTo>
                  <a:lnTo>
                    <a:pt x="3128" y="5228"/>
                  </a:lnTo>
                  <a:lnTo>
                    <a:pt x="2801" y="5508"/>
                  </a:lnTo>
                  <a:lnTo>
                    <a:pt x="2381" y="5694"/>
                  </a:lnTo>
                  <a:lnTo>
                    <a:pt x="2007" y="5834"/>
                  </a:lnTo>
                  <a:lnTo>
                    <a:pt x="1167" y="5834"/>
                  </a:lnTo>
                  <a:lnTo>
                    <a:pt x="747" y="5694"/>
                  </a:lnTo>
                  <a:lnTo>
                    <a:pt x="374" y="5508"/>
                  </a:lnTo>
                  <a:lnTo>
                    <a:pt x="1" y="5228"/>
                  </a:lnTo>
                  <a:lnTo>
                    <a:pt x="1" y="5228"/>
                  </a:lnTo>
                  <a:lnTo>
                    <a:pt x="514" y="5694"/>
                  </a:lnTo>
                  <a:lnTo>
                    <a:pt x="841" y="5974"/>
                  </a:lnTo>
                  <a:lnTo>
                    <a:pt x="1214" y="6161"/>
                  </a:lnTo>
                  <a:lnTo>
                    <a:pt x="1634" y="6301"/>
                  </a:lnTo>
                  <a:lnTo>
                    <a:pt x="2054" y="6348"/>
                  </a:lnTo>
                  <a:lnTo>
                    <a:pt x="2474" y="6301"/>
                  </a:lnTo>
                  <a:lnTo>
                    <a:pt x="2894" y="6161"/>
                  </a:lnTo>
                  <a:lnTo>
                    <a:pt x="3268" y="5974"/>
                  </a:lnTo>
                  <a:lnTo>
                    <a:pt x="3594" y="5694"/>
                  </a:lnTo>
                  <a:lnTo>
                    <a:pt x="8354" y="934"/>
                  </a:lnTo>
                  <a:lnTo>
                    <a:pt x="8448" y="841"/>
                  </a:lnTo>
                  <a:lnTo>
                    <a:pt x="8448" y="701"/>
                  </a:lnTo>
                  <a:lnTo>
                    <a:pt x="8448" y="561"/>
                  </a:lnTo>
                  <a:lnTo>
                    <a:pt x="8354" y="468"/>
                  </a:lnTo>
                  <a:lnTo>
                    <a:pt x="788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2" name="Google Shape;10942;p79"/>
            <p:cNvSpPr/>
            <p:nvPr/>
          </p:nvSpPr>
          <p:spPr>
            <a:xfrm>
              <a:off x="4760000" y="3422050"/>
              <a:ext cx="211200" cy="157525"/>
            </a:xfrm>
            <a:custGeom>
              <a:rect b="b" l="l" r="r" t="t"/>
              <a:pathLst>
                <a:path extrusionOk="0" h="6301" w="8448">
                  <a:moveTo>
                    <a:pt x="7887" y="1"/>
                  </a:moveTo>
                  <a:lnTo>
                    <a:pt x="7934" y="94"/>
                  </a:lnTo>
                  <a:lnTo>
                    <a:pt x="7981" y="187"/>
                  </a:lnTo>
                  <a:lnTo>
                    <a:pt x="7934" y="327"/>
                  </a:lnTo>
                  <a:lnTo>
                    <a:pt x="7887" y="421"/>
                  </a:lnTo>
                  <a:lnTo>
                    <a:pt x="3127" y="5181"/>
                  </a:lnTo>
                  <a:lnTo>
                    <a:pt x="2754" y="5461"/>
                  </a:lnTo>
                  <a:lnTo>
                    <a:pt x="2380" y="5694"/>
                  </a:lnTo>
                  <a:lnTo>
                    <a:pt x="1960" y="5787"/>
                  </a:lnTo>
                  <a:lnTo>
                    <a:pt x="1540" y="5834"/>
                  </a:lnTo>
                  <a:lnTo>
                    <a:pt x="1120" y="5787"/>
                  </a:lnTo>
                  <a:lnTo>
                    <a:pt x="747" y="5694"/>
                  </a:lnTo>
                  <a:lnTo>
                    <a:pt x="374" y="5461"/>
                  </a:lnTo>
                  <a:lnTo>
                    <a:pt x="0" y="5181"/>
                  </a:lnTo>
                  <a:lnTo>
                    <a:pt x="467" y="5694"/>
                  </a:lnTo>
                  <a:lnTo>
                    <a:pt x="840" y="5974"/>
                  </a:lnTo>
                  <a:lnTo>
                    <a:pt x="1214" y="6161"/>
                  </a:lnTo>
                  <a:lnTo>
                    <a:pt x="1634" y="6301"/>
                  </a:lnTo>
                  <a:lnTo>
                    <a:pt x="2474" y="6301"/>
                  </a:lnTo>
                  <a:lnTo>
                    <a:pt x="2847" y="6161"/>
                  </a:lnTo>
                  <a:lnTo>
                    <a:pt x="3267" y="5974"/>
                  </a:lnTo>
                  <a:lnTo>
                    <a:pt x="3594" y="5694"/>
                  </a:lnTo>
                  <a:lnTo>
                    <a:pt x="8354" y="934"/>
                  </a:lnTo>
                  <a:lnTo>
                    <a:pt x="8401" y="794"/>
                  </a:lnTo>
                  <a:lnTo>
                    <a:pt x="8447" y="701"/>
                  </a:lnTo>
                  <a:lnTo>
                    <a:pt x="8401" y="561"/>
                  </a:lnTo>
                  <a:lnTo>
                    <a:pt x="8354" y="467"/>
                  </a:lnTo>
                  <a:lnTo>
                    <a:pt x="788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43" name="Google Shape;10943;p79"/>
          <p:cNvGrpSpPr/>
          <p:nvPr/>
        </p:nvGrpSpPr>
        <p:grpSpPr>
          <a:xfrm>
            <a:off x="5591100" y="3271550"/>
            <a:ext cx="227550" cy="336025"/>
            <a:chOff x="5521850" y="3271550"/>
            <a:chExt cx="227550" cy="336025"/>
          </a:xfrm>
        </p:grpSpPr>
        <p:sp>
          <p:nvSpPr>
            <p:cNvPr id="10944" name="Google Shape;10944;p79"/>
            <p:cNvSpPr/>
            <p:nvPr/>
          </p:nvSpPr>
          <p:spPr>
            <a:xfrm>
              <a:off x="5612850" y="3391725"/>
              <a:ext cx="130700" cy="180850"/>
            </a:xfrm>
            <a:custGeom>
              <a:rect b="b" l="l" r="r" t="t"/>
              <a:pathLst>
                <a:path extrusionOk="0" h="7234" w="5228">
                  <a:moveTo>
                    <a:pt x="2754" y="0"/>
                  </a:moveTo>
                  <a:lnTo>
                    <a:pt x="2381" y="140"/>
                  </a:lnTo>
                  <a:lnTo>
                    <a:pt x="2008" y="327"/>
                  </a:lnTo>
                  <a:lnTo>
                    <a:pt x="1728" y="560"/>
                  </a:lnTo>
                  <a:lnTo>
                    <a:pt x="1494" y="840"/>
                  </a:lnTo>
                  <a:lnTo>
                    <a:pt x="1308" y="1167"/>
                  </a:lnTo>
                  <a:lnTo>
                    <a:pt x="1168" y="1540"/>
                  </a:lnTo>
                  <a:lnTo>
                    <a:pt x="1168" y="1914"/>
                  </a:lnTo>
                  <a:lnTo>
                    <a:pt x="1214" y="2334"/>
                  </a:lnTo>
                  <a:lnTo>
                    <a:pt x="1308" y="2707"/>
                  </a:lnTo>
                  <a:lnTo>
                    <a:pt x="1541" y="3080"/>
                  </a:lnTo>
                  <a:lnTo>
                    <a:pt x="1774" y="3360"/>
                  </a:lnTo>
                  <a:lnTo>
                    <a:pt x="1401" y="3407"/>
                  </a:lnTo>
                  <a:lnTo>
                    <a:pt x="1074" y="3547"/>
                  </a:lnTo>
                  <a:lnTo>
                    <a:pt x="748" y="3734"/>
                  </a:lnTo>
                  <a:lnTo>
                    <a:pt x="514" y="3967"/>
                  </a:lnTo>
                  <a:lnTo>
                    <a:pt x="281" y="4247"/>
                  </a:lnTo>
                  <a:lnTo>
                    <a:pt x="94" y="4574"/>
                  </a:lnTo>
                  <a:lnTo>
                    <a:pt x="1" y="4947"/>
                  </a:lnTo>
                  <a:lnTo>
                    <a:pt x="1" y="5320"/>
                  </a:lnTo>
                  <a:lnTo>
                    <a:pt x="1" y="5694"/>
                  </a:lnTo>
                  <a:lnTo>
                    <a:pt x="141" y="6020"/>
                  </a:lnTo>
                  <a:lnTo>
                    <a:pt x="281" y="6347"/>
                  </a:lnTo>
                  <a:lnTo>
                    <a:pt x="514" y="6627"/>
                  </a:lnTo>
                  <a:lnTo>
                    <a:pt x="794" y="6860"/>
                  </a:lnTo>
                  <a:lnTo>
                    <a:pt x="1121" y="7047"/>
                  </a:lnTo>
                  <a:lnTo>
                    <a:pt x="1494" y="7187"/>
                  </a:lnTo>
                  <a:lnTo>
                    <a:pt x="1868" y="7234"/>
                  </a:lnTo>
                  <a:lnTo>
                    <a:pt x="2148" y="7234"/>
                  </a:lnTo>
                  <a:lnTo>
                    <a:pt x="2428" y="7140"/>
                  </a:lnTo>
                  <a:lnTo>
                    <a:pt x="2661" y="7047"/>
                  </a:lnTo>
                  <a:lnTo>
                    <a:pt x="2894" y="6907"/>
                  </a:lnTo>
                  <a:lnTo>
                    <a:pt x="3128" y="6767"/>
                  </a:lnTo>
                  <a:lnTo>
                    <a:pt x="3314" y="6580"/>
                  </a:lnTo>
                  <a:lnTo>
                    <a:pt x="3454" y="6347"/>
                  </a:lnTo>
                  <a:lnTo>
                    <a:pt x="3594" y="6114"/>
                  </a:lnTo>
                  <a:lnTo>
                    <a:pt x="3688" y="6114"/>
                  </a:lnTo>
                  <a:lnTo>
                    <a:pt x="4061" y="6020"/>
                  </a:lnTo>
                  <a:lnTo>
                    <a:pt x="4341" y="5880"/>
                  </a:lnTo>
                  <a:lnTo>
                    <a:pt x="4621" y="5694"/>
                  </a:lnTo>
                  <a:lnTo>
                    <a:pt x="4808" y="5414"/>
                  </a:lnTo>
                  <a:lnTo>
                    <a:pt x="4994" y="5134"/>
                  </a:lnTo>
                  <a:lnTo>
                    <a:pt x="5134" y="4807"/>
                  </a:lnTo>
                  <a:lnTo>
                    <a:pt x="5181" y="4434"/>
                  </a:lnTo>
                  <a:lnTo>
                    <a:pt x="5228" y="4060"/>
                  </a:lnTo>
                  <a:lnTo>
                    <a:pt x="5181" y="3687"/>
                  </a:lnTo>
                  <a:lnTo>
                    <a:pt x="5041" y="3407"/>
                  </a:lnTo>
                  <a:lnTo>
                    <a:pt x="4854" y="3174"/>
                  </a:lnTo>
                  <a:lnTo>
                    <a:pt x="4621" y="2940"/>
                  </a:lnTo>
                  <a:lnTo>
                    <a:pt x="4621" y="2754"/>
                  </a:lnTo>
                  <a:lnTo>
                    <a:pt x="4621" y="2614"/>
                  </a:lnTo>
                  <a:lnTo>
                    <a:pt x="4714" y="2334"/>
                  </a:lnTo>
                  <a:lnTo>
                    <a:pt x="4714" y="2007"/>
                  </a:lnTo>
                  <a:lnTo>
                    <a:pt x="4714" y="1587"/>
                  </a:lnTo>
                  <a:lnTo>
                    <a:pt x="4621" y="1260"/>
                  </a:lnTo>
                  <a:lnTo>
                    <a:pt x="4481" y="887"/>
                  </a:lnTo>
                  <a:lnTo>
                    <a:pt x="4294" y="607"/>
                  </a:lnTo>
                  <a:lnTo>
                    <a:pt x="4061" y="374"/>
                  </a:lnTo>
                  <a:lnTo>
                    <a:pt x="3828" y="187"/>
                  </a:lnTo>
                  <a:lnTo>
                    <a:pt x="3501" y="47"/>
                  </a:lnTo>
                  <a:lnTo>
                    <a:pt x="31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5" name="Google Shape;10945;p79"/>
            <p:cNvSpPr/>
            <p:nvPr/>
          </p:nvSpPr>
          <p:spPr>
            <a:xfrm>
              <a:off x="5626850" y="3271550"/>
              <a:ext cx="60700" cy="159850"/>
            </a:xfrm>
            <a:custGeom>
              <a:rect b="b" l="l" r="r" t="t"/>
              <a:pathLst>
                <a:path extrusionOk="0" h="6394" w="2428">
                  <a:moveTo>
                    <a:pt x="1121" y="0"/>
                  </a:moveTo>
                  <a:lnTo>
                    <a:pt x="1028" y="47"/>
                  </a:lnTo>
                  <a:lnTo>
                    <a:pt x="934" y="140"/>
                  </a:lnTo>
                  <a:lnTo>
                    <a:pt x="841" y="234"/>
                  </a:lnTo>
                  <a:lnTo>
                    <a:pt x="841" y="374"/>
                  </a:lnTo>
                  <a:lnTo>
                    <a:pt x="841" y="1027"/>
                  </a:lnTo>
                  <a:lnTo>
                    <a:pt x="794" y="1727"/>
                  </a:lnTo>
                  <a:lnTo>
                    <a:pt x="701" y="2427"/>
                  </a:lnTo>
                  <a:lnTo>
                    <a:pt x="654" y="3127"/>
                  </a:lnTo>
                  <a:lnTo>
                    <a:pt x="514" y="3780"/>
                  </a:lnTo>
                  <a:lnTo>
                    <a:pt x="374" y="4480"/>
                  </a:lnTo>
                  <a:lnTo>
                    <a:pt x="188" y="5134"/>
                  </a:lnTo>
                  <a:lnTo>
                    <a:pt x="1" y="5787"/>
                  </a:lnTo>
                  <a:lnTo>
                    <a:pt x="1774" y="6394"/>
                  </a:lnTo>
                  <a:lnTo>
                    <a:pt x="1961" y="5647"/>
                  </a:lnTo>
                  <a:lnTo>
                    <a:pt x="2148" y="4947"/>
                  </a:lnTo>
                  <a:lnTo>
                    <a:pt x="2241" y="4247"/>
                  </a:lnTo>
                  <a:lnTo>
                    <a:pt x="2334" y="3547"/>
                  </a:lnTo>
                  <a:lnTo>
                    <a:pt x="2381" y="2100"/>
                  </a:lnTo>
                  <a:lnTo>
                    <a:pt x="2381" y="607"/>
                  </a:lnTo>
                  <a:lnTo>
                    <a:pt x="2428" y="234"/>
                  </a:lnTo>
                  <a:lnTo>
                    <a:pt x="2428" y="47"/>
                  </a:lnTo>
                  <a:lnTo>
                    <a:pt x="242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6" name="Google Shape;10946;p79"/>
            <p:cNvSpPr/>
            <p:nvPr/>
          </p:nvSpPr>
          <p:spPr>
            <a:xfrm>
              <a:off x="5652525" y="3391725"/>
              <a:ext cx="96875" cy="180850"/>
            </a:xfrm>
            <a:custGeom>
              <a:rect b="b" l="l" r="r" t="t"/>
              <a:pathLst>
                <a:path extrusionOk="0" h="7234" w="3875">
                  <a:moveTo>
                    <a:pt x="1167" y="0"/>
                  </a:moveTo>
                  <a:lnTo>
                    <a:pt x="1494" y="94"/>
                  </a:lnTo>
                  <a:lnTo>
                    <a:pt x="1774" y="234"/>
                  </a:lnTo>
                  <a:lnTo>
                    <a:pt x="2054" y="420"/>
                  </a:lnTo>
                  <a:lnTo>
                    <a:pt x="2287" y="654"/>
                  </a:lnTo>
                  <a:lnTo>
                    <a:pt x="2474" y="934"/>
                  </a:lnTo>
                  <a:lnTo>
                    <a:pt x="2614" y="1214"/>
                  </a:lnTo>
                  <a:lnTo>
                    <a:pt x="2707" y="1540"/>
                  </a:lnTo>
                  <a:lnTo>
                    <a:pt x="2754" y="1867"/>
                  </a:lnTo>
                  <a:lnTo>
                    <a:pt x="2707" y="2287"/>
                  </a:lnTo>
                  <a:lnTo>
                    <a:pt x="2614" y="2707"/>
                  </a:lnTo>
                  <a:lnTo>
                    <a:pt x="2567" y="2754"/>
                  </a:lnTo>
                  <a:lnTo>
                    <a:pt x="2614" y="2800"/>
                  </a:lnTo>
                  <a:lnTo>
                    <a:pt x="2847" y="3127"/>
                  </a:lnTo>
                  <a:lnTo>
                    <a:pt x="3034" y="3454"/>
                  </a:lnTo>
                  <a:lnTo>
                    <a:pt x="3174" y="3827"/>
                  </a:lnTo>
                  <a:lnTo>
                    <a:pt x="3221" y="4200"/>
                  </a:lnTo>
                  <a:lnTo>
                    <a:pt x="3174" y="4574"/>
                  </a:lnTo>
                  <a:lnTo>
                    <a:pt x="3081" y="4900"/>
                  </a:lnTo>
                  <a:lnTo>
                    <a:pt x="2894" y="5227"/>
                  </a:lnTo>
                  <a:lnTo>
                    <a:pt x="2707" y="5507"/>
                  </a:lnTo>
                  <a:lnTo>
                    <a:pt x="2427" y="5740"/>
                  </a:lnTo>
                  <a:lnTo>
                    <a:pt x="2147" y="5927"/>
                  </a:lnTo>
                  <a:lnTo>
                    <a:pt x="1821" y="6067"/>
                  </a:lnTo>
                  <a:lnTo>
                    <a:pt x="1447" y="6114"/>
                  </a:lnTo>
                  <a:lnTo>
                    <a:pt x="1354" y="6207"/>
                  </a:lnTo>
                  <a:lnTo>
                    <a:pt x="1121" y="6534"/>
                  </a:lnTo>
                  <a:lnTo>
                    <a:pt x="794" y="6860"/>
                  </a:lnTo>
                  <a:lnTo>
                    <a:pt x="421" y="7094"/>
                  </a:lnTo>
                  <a:lnTo>
                    <a:pt x="1" y="7187"/>
                  </a:lnTo>
                  <a:lnTo>
                    <a:pt x="281" y="7234"/>
                  </a:lnTo>
                  <a:lnTo>
                    <a:pt x="561" y="7234"/>
                  </a:lnTo>
                  <a:lnTo>
                    <a:pt x="841" y="7140"/>
                  </a:lnTo>
                  <a:lnTo>
                    <a:pt x="1074" y="7094"/>
                  </a:lnTo>
                  <a:lnTo>
                    <a:pt x="1307" y="6954"/>
                  </a:lnTo>
                  <a:lnTo>
                    <a:pt x="1541" y="6814"/>
                  </a:lnTo>
                  <a:lnTo>
                    <a:pt x="1727" y="6627"/>
                  </a:lnTo>
                  <a:lnTo>
                    <a:pt x="1914" y="6440"/>
                  </a:lnTo>
                  <a:lnTo>
                    <a:pt x="2054" y="6207"/>
                  </a:lnTo>
                  <a:lnTo>
                    <a:pt x="2147" y="6114"/>
                  </a:lnTo>
                  <a:lnTo>
                    <a:pt x="2474" y="6067"/>
                  </a:lnTo>
                  <a:lnTo>
                    <a:pt x="2801" y="5927"/>
                  </a:lnTo>
                  <a:lnTo>
                    <a:pt x="3127" y="5740"/>
                  </a:lnTo>
                  <a:lnTo>
                    <a:pt x="3361" y="5507"/>
                  </a:lnTo>
                  <a:lnTo>
                    <a:pt x="3594" y="5227"/>
                  </a:lnTo>
                  <a:lnTo>
                    <a:pt x="3734" y="4900"/>
                  </a:lnTo>
                  <a:lnTo>
                    <a:pt x="3827" y="4574"/>
                  </a:lnTo>
                  <a:lnTo>
                    <a:pt x="3874" y="4200"/>
                  </a:lnTo>
                  <a:lnTo>
                    <a:pt x="3827" y="3827"/>
                  </a:lnTo>
                  <a:lnTo>
                    <a:pt x="3734" y="3454"/>
                  </a:lnTo>
                  <a:lnTo>
                    <a:pt x="3547" y="3127"/>
                  </a:lnTo>
                  <a:lnTo>
                    <a:pt x="3314" y="2800"/>
                  </a:lnTo>
                  <a:lnTo>
                    <a:pt x="3267" y="2754"/>
                  </a:lnTo>
                  <a:lnTo>
                    <a:pt x="3267" y="2707"/>
                  </a:lnTo>
                  <a:lnTo>
                    <a:pt x="3407" y="2287"/>
                  </a:lnTo>
                  <a:lnTo>
                    <a:pt x="3454" y="1867"/>
                  </a:lnTo>
                  <a:lnTo>
                    <a:pt x="3407" y="1494"/>
                  </a:lnTo>
                  <a:lnTo>
                    <a:pt x="3267" y="1167"/>
                  </a:lnTo>
                  <a:lnTo>
                    <a:pt x="3081" y="840"/>
                  </a:lnTo>
                  <a:lnTo>
                    <a:pt x="2847" y="560"/>
                  </a:lnTo>
                  <a:lnTo>
                    <a:pt x="2567" y="327"/>
                  </a:lnTo>
                  <a:lnTo>
                    <a:pt x="2287" y="140"/>
                  </a:lnTo>
                  <a:lnTo>
                    <a:pt x="1914" y="47"/>
                  </a:lnTo>
                  <a:lnTo>
                    <a:pt x="154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7" name="Google Shape;10947;p79"/>
            <p:cNvSpPr/>
            <p:nvPr/>
          </p:nvSpPr>
          <p:spPr>
            <a:xfrm>
              <a:off x="5656025" y="3271550"/>
              <a:ext cx="38525" cy="159850"/>
            </a:xfrm>
            <a:custGeom>
              <a:rect b="b" l="l" r="r" t="t"/>
              <a:pathLst>
                <a:path extrusionOk="0" h="6394" w="1541">
                  <a:moveTo>
                    <a:pt x="654" y="0"/>
                  </a:moveTo>
                  <a:lnTo>
                    <a:pt x="701" y="47"/>
                  </a:lnTo>
                  <a:lnTo>
                    <a:pt x="794" y="140"/>
                  </a:lnTo>
                  <a:lnTo>
                    <a:pt x="841" y="187"/>
                  </a:lnTo>
                  <a:lnTo>
                    <a:pt x="841" y="327"/>
                  </a:lnTo>
                  <a:lnTo>
                    <a:pt x="841" y="1074"/>
                  </a:lnTo>
                  <a:lnTo>
                    <a:pt x="794" y="1774"/>
                  </a:lnTo>
                  <a:lnTo>
                    <a:pt x="747" y="2520"/>
                  </a:lnTo>
                  <a:lnTo>
                    <a:pt x="654" y="3267"/>
                  </a:lnTo>
                  <a:lnTo>
                    <a:pt x="514" y="4014"/>
                  </a:lnTo>
                  <a:lnTo>
                    <a:pt x="374" y="4761"/>
                  </a:lnTo>
                  <a:lnTo>
                    <a:pt x="187" y="5461"/>
                  </a:lnTo>
                  <a:lnTo>
                    <a:pt x="1" y="6161"/>
                  </a:lnTo>
                  <a:lnTo>
                    <a:pt x="607" y="6394"/>
                  </a:lnTo>
                  <a:lnTo>
                    <a:pt x="841" y="5647"/>
                  </a:lnTo>
                  <a:lnTo>
                    <a:pt x="1027" y="4901"/>
                  </a:lnTo>
                  <a:lnTo>
                    <a:pt x="1167" y="4154"/>
                  </a:lnTo>
                  <a:lnTo>
                    <a:pt x="1307" y="3360"/>
                  </a:lnTo>
                  <a:lnTo>
                    <a:pt x="1401" y="2614"/>
                  </a:lnTo>
                  <a:lnTo>
                    <a:pt x="1494" y="1867"/>
                  </a:lnTo>
                  <a:lnTo>
                    <a:pt x="1541" y="1074"/>
                  </a:lnTo>
                  <a:lnTo>
                    <a:pt x="1541" y="327"/>
                  </a:lnTo>
                  <a:lnTo>
                    <a:pt x="1494" y="187"/>
                  </a:lnTo>
                  <a:lnTo>
                    <a:pt x="1447" y="94"/>
                  </a:lnTo>
                  <a:lnTo>
                    <a:pt x="13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8" name="Google Shape;10948;p79"/>
            <p:cNvSpPr/>
            <p:nvPr/>
          </p:nvSpPr>
          <p:spPr>
            <a:xfrm>
              <a:off x="5521850" y="3335725"/>
              <a:ext cx="183200" cy="271850"/>
            </a:xfrm>
            <a:custGeom>
              <a:rect b="b" l="l" r="r" t="t"/>
              <a:pathLst>
                <a:path extrusionOk="0" h="10874" w="7328">
                  <a:moveTo>
                    <a:pt x="4154" y="0"/>
                  </a:moveTo>
                  <a:lnTo>
                    <a:pt x="4014" y="93"/>
                  </a:lnTo>
                  <a:lnTo>
                    <a:pt x="3874" y="233"/>
                  </a:lnTo>
                  <a:lnTo>
                    <a:pt x="3781" y="373"/>
                  </a:lnTo>
                  <a:lnTo>
                    <a:pt x="3081" y="3454"/>
                  </a:lnTo>
                  <a:lnTo>
                    <a:pt x="2988" y="3640"/>
                  </a:lnTo>
                  <a:lnTo>
                    <a:pt x="2894" y="3780"/>
                  </a:lnTo>
                  <a:lnTo>
                    <a:pt x="2708" y="3827"/>
                  </a:lnTo>
                  <a:lnTo>
                    <a:pt x="2521" y="3827"/>
                  </a:lnTo>
                  <a:lnTo>
                    <a:pt x="1447" y="3594"/>
                  </a:lnTo>
                  <a:lnTo>
                    <a:pt x="1214" y="3594"/>
                  </a:lnTo>
                  <a:lnTo>
                    <a:pt x="1074" y="3687"/>
                  </a:lnTo>
                  <a:lnTo>
                    <a:pt x="934" y="3780"/>
                  </a:lnTo>
                  <a:lnTo>
                    <a:pt x="841" y="3967"/>
                  </a:lnTo>
                  <a:lnTo>
                    <a:pt x="47" y="7467"/>
                  </a:lnTo>
                  <a:lnTo>
                    <a:pt x="1" y="8027"/>
                  </a:lnTo>
                  <a:lnTo>
                    <a:pt x="47" y="8540"/>
                  </a:lnTo>
                  <a:lnTo>
                    <a:pt x="187" y="9007"/>
                  </a:lnTo>
                  <a:lnTo>
                    <a:pt x="374" y="9474"/>
                  </a:lnTo>
                  <a:lnTo>
                    <a:pt x="701" y="9894"/>
                  </a:lnTo>
                  <a:lnTo>
                    <a:pt x="1074" y="10220"/>
                  </a:lnTo>
                  <a:lnTo>
                    <a:pt x="1541" y="10454"/>
                  </a:lnTo>
                  <a:lnTo>
                    <a:pt x="2054" y="10640"/>
                  </a:lnTo>
                  <a:lnTo>
                    <a:pt x="2754" y="10780"/>
                  </a:lnTo>
                  <a:lnTo>
                    <a:pt x="3174" y="10874"/>
                  </a:lnTo>
                  <a:lnTo>
                    <a:pt x="3594" y="10827"/>
                  </a:lnTo>
                  <a:lnTo>
                    <a:pt x="4014" y="10780"/>
                  </a:lnTo>
                  <a:lnTo>
                    <a:pt x="4388" y="10640"/>
                  </a:lnTo>
                  <a:lnTo>
                    <a:pt x="4668" y="10500"/>
                  </a:lnTo>
                  <a:lnTo>
                    <a:pt x="4854" y="10314"/>
                  </a:lnTo>
                  <a:lnTo>
                    <a:pt x="5041" y="10127"/>
                  </a:lnTo>
                  <a:lnTo>
                    <a:pt x="5228" y="9894"/>
                  </a:lnTo>
                  <a:lnTo>
                    <a:pt x="5368" y="9660"/>
                  </a:lnTo>
                  <a:lnTo>
                    <a:pt x="5461" y="9380"/>
                  </a:lnTo>
                  <a:lnTo>
                    <a:pt x="5648" y="8774"/>
                  </a:lnTo>
                  <a:lnTo>
                    <a:pt x="7234" y="1493"/>
                  </a:lnTo>
                  <a:lnTo>
                    <a:pt x="7328" y="1027"/>
                  </a:lnTo>
                  <a:lnTo>
                    <a:pt x="7328" y="793"/>
                  </a:lnTo>
                  <a:lnTo>
                    <a:pt x="7328" y="700"/>
                  </a:lnTo>
                  <a:lnTo>
                    <a:pt x="7234" y="653"/>
                  </a:lnTo>
                  <a:lnTo>
                    <a:pt x="4388" y="47"/>
                  </a:lnTo>
                  <a:lnTo>
                    <a:pt x="415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9" name="Google Shape;10949;p79"/>
            <p:cNvSpPr/>
            <p:nvPr/>
          </p:nvSpPr>
          <p:spPr>
            <a:xfrm>
              <a:off x="5548700" y="3367225"/>
              <a:ext cx="128350" cy="212350"/>
            </a:xfrm>
            <a:custGeom>
              <a:rect b="b" l="l" r="r" t="t"/>
              <a:pathLst>
                <a:path extrusionOk="0" h="8494" w="5134">
                  <a:moveTo>
                    <a:pt x="3780" y="0"/>
                  </a:moveTo>
                  <a:lnTo>
                    <a:pt x="3687" y="47"/>
                  </a:lnTo>
                  <a:lnTo>
                    <a:pt x="3640" y="93"/>
                  </a:lnTo>
                  <a:lnTo>
                    <a:pt x="3594" y="187"/>
                  </a:lnTo>
                  <a:lnTo>
                    <a:pt x="3080" y="2474"/>
                  </a:lnTo>
                  <a:lnTo>
                    <a:pt x="2987" y="2707"/>
                  </a:lnTo>
                  <a:lnTo>
                    <a:pt x="2847" y="2940"/>
                  </a:lnTo>
                  <a:lnTo>
                    <a:pt x="2707" y="3174"/>
                  </a:lnTo>
                  <a:lnTo>
                    <a:pt x="2520" y="3360"/>
                  </a:lnTo>
                  <a:lnTo>
                    <a:pt x="2287" y="3500"/>
                  </a:lnTo>
                  <a:lnTo>
                    <a:pt x="2054" y="3594"/>
                  </a:lnTo>
                  <a:lnTo>
                    <a:pt x="1820" y="3640"/>
                  </a:lnTo>
                  <a:lnTo>
                    <a:pt x="1540" y="3687"/>
                  </a:lnTo>
                  <a:lnTo>
                    <a:pt x="1214" y="3640"/>
                  </a:lnTo>
                  <a:lnTo>
                    <a:pt x="887" y="3594"/>
                  </a:lnTo>
                  <a:lnTo>
                    <a:pt x="747" y="3594"/>
                  </a:lnTo>
                  <a:lnTo>
                    <a:pt x="700" y="3640"/>
                  </a:lnTo>
                  <a:lnTo>
                    <a:pt x="653" y="3734"/>
                  </a:lnTo>
                  <a:lnTo>
                    <a:pt x="47" y="6487"/>
                  </a:lnTo>
                  <a:lnTo>
                    <a:pt x="0" y="6767"/>
                  </a:lnTo>
                  <a:lnTo>
                    <a:pt x="0" y="7094"/>
                  </a:lnTo>
                  <a:lnTo>
                    <a:pt x="93" y="7374"/>
                  </a:lnTo>
                  <a:lnTo>
                    <a:pt x="233" y="7654"/>
                  </a:lnTo>
                  <a:lnTo>
                    <a:pt x="420" y="7887"/>
                  </a:lnTo>
                  <a:lnTo>
                    <a:pt x="653" y="8074"/>
                  </a:lnTo>
                  <a:lnTo>
                    <a:pt x="887" y="8214"/>
                  </a:lnTo>
                  <a:lnTo>
                    <a:pt x="1214" y="8307"/>
                  </a:lnTo>
                  <a:lnTo>
                    <a:pt x="1914" y="8494"/>
                  </a:lnTo>
                  <a:lnTo>
                    <a:pt x="2520" y="8494"/>
                  </a:lnTo>
                  <a:lnTo>
                    <a:pt x="2754" y="8400"/>
                  </a:lnTo>
                  <a:lnTo>
                    <a:pt x="2940" y="8260"/>
                  </a:lnTo>
                  <a:lnTo>
                    <a:pt x="3127" y="8074"/>
                  </a:lnTo>
                  <a:lnTo>
                    <a:pt x="3267" y="7887"/>
                  </a:lnTo>
                  <a:lnTo>
                    <a:pt x="3360" y="7654"/>
                  </a:lnTo>
                  <a:lnTo>
                    <a:pt x="3547" y="7140"/>
                  </a:lnTo>
                  <a:lnTo>
                    <a:pt x="4994" y="607"/>
                  </a:lnTo>
                  <a:lnTo>
                    <a:pt x="5040" y="513"/>
                  </a:lnTo>
                  <a:lnTo>
                    <a:pt x="5134" y="420"/>
                  </a:lnTo>
                  <a:lnTo>
                    <a:pt x="5134" y="327"/>
                  </a:lnTo>
                  <a:lnTo>
                    <a:pt x="5134" y="280"/>
                  </a:lnTo>
                  <a:lnTo>
                    <a:pt x="38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0" name="Google Shape;10950;p79"/>
            <p:cNvSpPr/>
            <p:nvPr/>
          </p:nvSpPr>
          <p:spPr>
            <a:xfrm>
              <a:off x="5596525" y="3371875"/>
              <a:ext cx="84025" cy="207700"/>
            </a:xfrm>
            <a:custGeom>
              <a:rect b="b" l="l" r="r" t="t"/>
              <a:pathLst>
                <a:path extrusionOk="0" h="8308" w="3361">
                  <a:moveTo>
                    <a:pt x="2707" y="1"/>
                  </a:moveTo>
                  <a:lnTo>
                    <a:pt x="2707" y="94"/>
                  </a:lnTo>
                  <a:lnTo>
                    <a:pt x="1167" y="7094"/>
                  </a:lnTo>
                  <a:lnTo>
                    <a:pt x="1121" y="7281"/>
                  </a:lnTo>
                  <a:lnTo>
                    <a:pt x="1027" y="7514"/>
                  </a:lnTo>
                  <a:lnTo>
                    <a:pt x="887" y="7701"/>
                  </a:lnTo>
                  <a:lnTo>
                    <a:pt x="747" y="7888"/>
                  </a:lnTo>
                  <a:lnTo>
                    <a:pt x="561" y="8028"/>
                  </a:lnTo>
                  <a:lnTo>
                    <a:pt x="421" y="8121"/>
                  </a:lnTo>
                  <a:lnTo>
                    <a:pt x="187" y="8214"/>
                  </a:lnTo>
                  <a:lnTo>
                    <a:pt x="1" y="8308"/>
                  </a:lnTo>
                  <a:lnTo>
                    <a:pt x="607" y="8308"/>
                  </a:lnTo>
                  <a:lnTo>
                    <a:pt x="841" y="8261"/>
                  </a:lnTo>
                  <a:lnTo>
                    <a:pt x="1074" y="8121"/>
                  </a:lnTo>
                  <a:lnTo>
                    <a:pt x="1307" y="7981"/>
                  </a:lnTo>
                  <a:lnTo>
                    <a:pt x="1494" y="7794"/>
                  </a:lnTo>
                  <a:lnTo>
                    <a:pt x="1634" y="7608"/>
                  </a:lnTo>
                  <a:lnTo>
                    <a:pt x="1774" y="7374"/>
                  </a:lnTo>
                  <a:lnTo>
                    <a:pt x="1867" y="7141"/>
                  </a:lnTo>
                  <a:lnTo>
                    <a:pt x="3361" y="374"/>
                  </a:lnTo>
                  <a:lnTo>
                    <a:pt x="3361" y="281"/>
                  </a:lnTo>
                  <a:lnTo>
                    <a:pt x="3361" y="187"/>
                  </a:lnTo>
                  <a:lnTo>
                    <a:pt x="3267" y="141"/>
                  </a:lnTo>
                  <a:lnTo>
                    <a:pt x="3221" y="94"/>
                  </a:lnTo>
                  <a:lnTo>
                    <a:pt x="27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1" name="Google Shape;10951;p79"/>
            <p:cNvSpPr/>
            <p:nvPr/>
          </p:nvSpPr>
          <p:spPr>
            <a:xfrm>
              <a:off x="5576700" y="3511875"/>
              <a:ext cx="33850" cy="40875"/>
            </a:xfrm>
            <a:custGeom>
              <a:rect b="b" l="l" r="r" t="t"/>
              <a:pathLst>
                <a:path extrusionOk="0" h="1635" w="1354">
                  <a:moveTo>
                    <a:pt x="840" y="1"/>
                  </a:moveTo>
                  <a:lnTo>
                    <a:pt x="654" y="48"/>
                  </a:lnTo>
                  <a:lnTo>
                    <a:pt x="514" y="48"/>
                  </a:lnTo>
                  <a:lnTo>
                    <a:pt x="374" y="141"/>
                  </a:lnTo>
                  <a:lnTo>
                    <a:pt x="234" y="234"/>
                  </a:lnTo>
                  <a:lnTo>
                    <a:pt x="140" y="374"/>
                  </a:lnTo>
                  <a:lnTo>
                    <a:pt x="47" y="468"/>
                  </a:lnTo>
                  <a:lnTo>
                    <a:pt x="0" y="654"/>
                  </a:lnTo>
                  <a:lnTo>
                    <a:pt x="0" y="794"/>
                  </a:lnTo>
                  <a:lnTo>
                    <a:pt x="0" y="934"/>
                  </a:lnTo>
                  <a:lnTo>
                    <a:pt x="47" y="1121"/>
                  </a:lnTo>
                  <a:lnTo>
                    <a:pt x="94" y="1261"/>
                  </a:lnTo>
                  <a:lnTo>
                    <a:pt x="187" y="1401"/>
                  </a:lnTo>
                  <a:lnTo>
                    <a:pt x="327" y="1494"/>
                  </a:lnTo>
                  <a:lnTo>
                    <a:pt x="467" y="1541"/>
                  </a:lnTo>
                  <a:lnTo>
                    <a:pt x="607" y="1634"/>
                  </a:lnTo>
                  <a:lnTo>
                    <a:pt x="934" y="1634"/>
                  </a:lnTo>
                  <a:lnTo>
                    <a:pt x="1074" y="1588"/>
                  </a:lnTo>
                  <a:lnTo>
                    <a:pt x="1167" y="1541"/>
                  </a:lnTo>
                  <a:lnTo>
                    <a:pt x="1260" y="1448"/>
                  </a:lnTo>
                  <a:lnTo>
                    <a:pt x="1307" y="1354"/>
                  </a:lnTo>
                  <a:lnTo>
                    <a:pt x="1354" y="1074"/>
                  </a:lnTo>
                  <a:lnTo>
                    <a:pt x="1354" y="748"/>
                  </a:lnTo>
                  <a:lnTo>
                    <a:pt x="1260" y="468"/>
                  </a:lnTo>
                  <a:lnTo>
                    <a:pt x="1167" y="188"/>
                  </a:lnTo>
                  <a:lnTo>
                    <a:pt x="1074" y="94"/>
                  </a:lnTo>
                  <a:lnTo>
                    <a:pt x="934" y="48"/>
                  </a:lnTo>
                  <a:lnTo>
                    <a:pt x="8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2" name="Google Shape;10952;p79"/>
            <p:cNvSpPr/>
            <p:nvPr/>
          </p:nvSpPr>
          <p:spPr>
            <a:xfrm>
              <a:off x="5596525" y="3350875"/>
              <a:ext cx="115525" cy="256700"/>
            </a:xfrm>
            <a:custGeom>
              <a:rect b="b" l="l" r="r" t="t"/>
              <a:pathLst>
                <a:path extrusionOk="0" h="10268" w="4621">
                  <a:moveTo>
                    <a:pt x="3874" y="1"/>
                  </a:moveTo>
                  <a:lnTo>
                    <a:pt x="3967" y="187"/>
                  </a:lnTo>
                  <a:lnTo>
                    <a:pt x="3967" y="421"/>
                  </a:lnTo>
                  <a:lnTo>
                    <a:pt x="2241" y="8121"/>
                  </a:lnTo>
                  <a:lnTo>
                    <a:pt x="2101" y="8541"/>
                  </a:lnTo>
                  <a:lnTo>
                    <a:pt x="1914" y="8914"/>
                  </a:lnTo>
                  <a:lnTo>
                    <a:pt x="1681" y="9288"/>
                  </a:lnTo>
                  <a:lnTo>
                    <a:pt x="1401" y="9568"/>
                  </a:lnTo>
                  <a:lnTo>
                    <a:pt x="1121" y="9801"/>
                  </a:lnTo>
                  <a:lnTo>
                    <a:pt x="747" y="9988"/>
                  </a:lnTo>
                  <a:lnTo>
                    <a:pt x="374" y="10128"/>
                  </a:lnTo>
                  <a:lnTo>
                    <a:pt x="1" y="10221"/>
                  </a:lnTo>
                  <a:lnTo>
                    <a:pt x="467" y="10268"/>
                  </a:lnTo>
                  <a:lnTo>
                    <a:pt x="981" y="10174"/>
                  </a:lnTo>
                  <a:lnTo>
                    <a:pt x="1401" y="10034"/>
                  </a:lnTo>
                  <a:lnTo>
                    <a:pt x="1821" y="9801"/>
                  </a:lnTo>
                  <a:lnTo>
                    <a:pt x="2194" y="9474"/>
                  </a:lnTo>
                  <a:lnTo>
                    <a:pt x="2521" y="9101"/>
                  </a:lnTo>
                  <a:lnTo>
                    <a:pt x="2754" y="8681"/>
                  </a:lnTo>
                  <a:lnTo>
                    <a:pt x="2894" y="8214"/>
                  </a:lnTo>
                  <a:lnTo>
                    <a:pt x="4621" y="654"/>
                  </a:lnTo>
                  <a:lnTo>
                    <a:pt x="4621" y="467"/>
                  </a:lnTo>
                  <a:lnTo>
                    <a:pt x="4527" y="281"/>
                  </a:lnTo>
                  <a:lnTo>
                    <a:pt x="4434" y="141"/>
                  </a:lnTo>
                  <a:lnTo>
                    <a:pt x="4247" y="47"/>
                  </a:lnTo>
                  <a:lnTo>
                    <a:pt x="387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3" name="Google Shape;10953;p79"/>
            <p:cNvSpPr/>
            <p:nvPr/>
          </p:nvSpPr>
          <p:spPr>
            <a:xfrm>
              <a:off x="5589525" y="3511875"/>
              <a:ext cx="26850" cy="40875"/>
            </a:xfrm>
            <a:custGeom>
              <a:rect b="b" l="l" r="r" t="t"/>
              <a:pathLst>
                <a:path extrusionOk="0" h="1635" w="1074">
                  <a:moveTo>
                    <a:pt x="327" y="1"/>
                  </a:moveTo>
                  <a:lnTo>
                    <a:pt x="141" y="48"/>
                  </a:lnTo>
                  <a:lnTo>
                    <a:pt x="1" y="48"/>
                  </a:lnTo>
                  <a:lnTo>
                    <a:pt x="187" y="188"/>
                  </a:lnTo>
                  <a:lnTo>
                    <a:pt x="327" y="328"/>
                  </a:lnTo>
                  <a:lnTo>
                    <a:pt x="467" y="468"/>
                  </a:lnTo>
                  <a:lnTo>
                    <a:pt x="514" y="701"/>
                  </a:lnTo>
                  <a:lnTo>
                    <a:pt x="514" y="981"/>
                  </a:lnTo>
                  <a:lnTo>
                    <a:pt x="421" y="1261"/>
                  </a:lnTo>
                  <a:lnTo>
                    <a:pt x="234" y="1448"/>
                  </a:lnTo>
                  <a:lnTo>
                    <a:pt x="1" y="1588"/>
                  </a:lnTo>
                  <a:lnTo>
                    <a:pt x="187" y="1634"/>
                  </a:lnTo>
                  <a:lnTo>
                    <a:pt x="421" y="1634"/>
                  </a:lnTo>
                  <a:lnTo>
                    <a:pt x="561" y="1588"/>
                  </a:lnTo>
                  <a:lnTo>
                    <a:pt x="701" y="1494"/>
                  </a:lnTo>
                  <a:lnTo>
                    <a:pt x="841" y="1401"/>
                  </a:lnTo>
                  <a:lnTo>
                    <a:pt x="934" y="1308"/>
                  </a:lnTo>
                  <a:lnTo>
                    <a:pt x="1027" y="1168"/>
                  </a:lnTo>
                  <a:lnTo>
                    <a:pt x="1074" y="1028"/>
                  </a:lnTo>
                  <a:lnTo>
                    <a:pt x="1074" y="841"/>
                  </a:lnTo>
                  <a:lnTo>
                    <a:pt x="1074" y="701"/>
                  </a:lnTo>
                  <a:lnTo>
                    <a:pt x="1027" y="561"/>
                  </a:lnTo>
                  <a:lnTo>
                    <a:pt x="981" y="421"/>
                  </a:lnTo>
                  <a:lnTo>
                    <a:pt x="887" y="281"/>
                  </a:lnTo>
                  <a:lnTo>
                    <a:pt x="747" y="188"/>
                  </a:lnTo>
                  <a:lnTo>
                    <a:pt x="607" y="94"/>
                  </a:lnTo>
                  <a:lnTo>
                    <a:pt x="467" y="48"/>
                  </a:lnTo>
                  <a:lnTo>
                    <a:pt x="3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54" name="Google Shape;10954;p79"/>
          <p:cNvGrpSpPr/>
          <p:nvPr/>
        </p:nvGrpSpPr>
        <p:grpSpPr>
          <a:xfrm>
            <a:off x="6341300" y="3271550"/>
            <a:ext cx="239200" cy="336025"/>
            <a:chOff x="6272050" y="3271550"/>
            <a:chExt cx="239200" cy="336025"/>
          </a:xfrm>
        </p:grpSpPr>
        <p:sp>
          <p:nvSpPr>
            <p:cNvPr id="10955" name="Google Shape;10955;p79"/>
            <p:cNvSpPr/>
            <p:nvPr/>
          </p:nvSpPr>
          <p:spPr>
            <a:xfrm>
              <a:off x="6328050" y="3465225"/>
              <a:ext cx="122525" cy="37350"/>
            </a:xfrm>
            <a:custGeom>
              <a:rect b="b" l="l" r="r" t="t"/>
              <a:pathLst>
                <a:path extrusionOk="0" h="1494" w="4901">
                  <a:moveTo>
                    <a:pt x="1" y="0"/>
                  </a:moveTo>
                  <a:lnTo>
                    <a:pt x="1" y="1494"/>
                  </a:lnTo>
                  <a:lnTo>
                    <a:pt x="4387" y="1494"/>
                  </a:lnTo>
                  <a:lnTo>
                    <a:pt x="49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6" name="Google Shape;10956;p79"/>
            <p:cNvSpPr/>
            <p:nvPr/>
          </p:nvSpPr>
          <p:spPr>
            <a:xfrm>
              <a:off x="6459900" y="3331050"/>
              <a:ext cx="51350" cy="113200"/>
            </a:xfrm>
            <a:custGeom>
              <a:rect b="b" l="l" r="r" t="t"/>
              <a:pathLst>
                <a:path extrusionOk="0" h="4528" w="2054">
                  <a:moveTo>
                    <a:pt x="0" y="0"/>
                  </a:moveTo>
                  <a:lnTo>
                    <a:pt x="0" y="794"/>
                  </a:lnTo>
                  <a:lnTo>
                    <a:pt x="1167" y="794"/>
                  </a:lnTo>
                  <a:lnTo>
                    <a:pt x="1213" y="840"/>
                  </a:lnTo>
                  <a:lnTo>
                    <a:pt x="1213" y="3641"/>
                  </a:lnTo>
                  <a:lnTo>
                    <a:pt x="1213" y="3687"/>
                  </a:lnTo>
                  <a:lnTo>
                    <a:pt x="0" y="3687"/>
                  </a:lnTo>
                  <a:lnTo>
                    <a:pt x="0" y="4527"/>
                  </a:lnTo>
                  <a:lnTo>
                    <a:pt x="1540" y="4527"/>
                  </a:lnTo>
                  <a:lnTo>
                    <a:pt x="1727" y="4481"/>
                  </a:lnTo>
                  <a:lnTo>
                    <a:pt x="1867" y="4341"/>
                  </a:lnTo>
                  <a:lnTo>
                    <a:pt x="2007" y="4201"/>
                  </a:lnTo>
                  <a:lnTo>
                    <a:pt x="2053" y="4014"/>
                  </a:lnTo>
                  <a:lnTo>
                    <a:pt x="2053" y="514"/>
                  </a:lnTo>
                  <a:lnTo>
                    <a:pt x="2007" y="327"/>
                  </a:lnTo>
                  <a:lnTo>
                    <a:pt x="1867" y="140"/>
                  </a:lnTo>
                  <a:lnTo>
                    <a:pt x="1727" y="47"/>
                  </a:lnTo>
                  <a:lnTo>
                    <a:pt x="154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7" name="Google Shape;10957;p79"/>
            <p:cNvSpPr/>
            <p:nvPr/>
          </p:nvSpPr>
          <p:spPr>
            <a:xfrm>
              <a:off x="6307050" y="3578400"/>
              <a:ext cx="164525" cy="29175"/>
            </a:xfrm>
            <a:custGeom>
              <a:rect b="b" l="l" r="r" t="t"/>
              <a:pathLst>
                <a:path extrusionOk="0" h="1167" w="6581">
                  <a:moveTo>
                    <a:pt x="1" y="0"/>
                  </a:moveTo>
                  <a:lnTo>
                    <a:pt x="1" y="840"/>
                  </a:lnTo>
                  <a:lnTo>
                    <a:pt x="1" y="933"/>
                  </a:lnTo>
                  <a:lnTo>
                    <a:pt x="94" y="1073"/>
                  </a:lnTo>
                  <a:lnTo>
                    <a:pt x="187" y="1120"/>
                  </a:lnTo>
                  <a:lnTo>
                    <a:pt x="327" y="1167"/>
                  </a:lnTo>
                  <a:lnTo>
                    <a:pt x="6254" y="1167"/>
                  </a:lnTo>
                  <a:lnTo>
                    <a:pt x="6347" y="1120"/>
                  </a:lnTo>
                  <a:lnTo>
                    <a:pt x="6347" y="1027"/>
                  </a:lnTo>
                  <a:lnTo>
                    <a:pt x="6301" y="933"/>
                  </a:lnTo>
                  <a:lnTo>
                    <a:pt x="6254" y="793"/>
                  </a:lnTo>
                  <a:lnTo>
                    <a:pt x="658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8" name="Google Shape;10958;p79"/>
            <p:cNvSpPr/>
            <p:nvPr/>
          </p:nvSpPr>
          <p:spPr>
            <a:xfrm>
              <a:off x="6447050" y="3578400"/>
              <a:ext cx="24525" cy="29175"/>
            </a:xfrm>
            <a:custGeom>
              <a:rect b="b" l="l" r="r" t="t"/>
              <a:pathLst>
                <a:path extrusionOk="0" h="1167" w="981">
                  <a:moveTo>
                    <a:pt x="327" y="0"/>
                  </a:moveTo>
                  <a:lnTo>
                    <a:pt x="327" y="840"/>
                  </a:lnTo>
                  <a:lnTo>
                    <a:pt x="281" y="933"/>
                  </a:lnTo>
                  <a:lnTo>
                    <a:pt x="234" y="1073"/>
                  </a:lnTo>
                  <a:lnTo>
                    <a:pt x="141" y="1120"/>
                  </a:lnTo>
                  <a:lnTo>
                    <a:pt x="1" y="1167"/>
                  </a:lnTo>
                  <a:lnTo>
                    <a:pt x="654" y="1167"/>
                  </a:lnTo>
                  <a:lnTo>
                    <a:pt x="794" y="1120"/>
                  </a:lnTo>
                  <a:lnTo>
                    <a:pt x="887" y="1073"/>
                  </a:lnTo>
                  <a:lnTo>
                    <a:pt x="981" y="933"/>
                  </a:lnTo>
                  <a:lnTo>
                    <a:pt x="981" y="840"/>
                  </a:lnTo>
                  <a:lnTo>
                    <a:pt x="98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9" name="Google Shape;10959;p79"/>
            <p:cNvSpPr/>
            <p:nvPr/>
          </p:nvSpPr>
          <p:spPr>
            <a:xfrm>
              <a:off x="6433050" y="3465225"/>
              <a:ext cx="17525" cy="37350"/>
            </a:xfrm>
            <a:custGeom>
              <a:rect b="b" l="l" r="r" t="t"/>
              <a:pathLst>
                <a:path extrusionOk="0" h="1494" w="701">
                  <a:moveTo>
                    <a:pt x="1" y="0"/>
                  </a:moveTo>
                  <a:lnTo>
                    <a:pt x="1" y="1494"/>
                  </a:lnTo>
                  <a:lnTo>
                    <a:pt x="701" y="1494"/>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0" name="Google Shape;10960;p79"/>
            <p:cNvSpPr/>
            <p:nvPr/>
          </p:nvSpPr>
          <p:spPr>
            <a:xfrm>
              <a:off x="6293050" y="3492050"/>
              <a:ext cx="187875" cy="95700"/>
            </a:xfrm>
            <a:custGeom>
              <a:rect b="b" l="l" r="r" t="t"/>
              <a:pathLst>
                <a:path extrusionOk="0" h="3828" w="7515">
                  <a:moveTo>
                    <a:pt x="701" y="1"/>
                  </a:moveTo>
                  <a:lnTo>
                    <a:pt x="607" y="47"/>
                  </a:lnTo>
                  <a:lnTo>
                    <a:pt x="561" y="141"/>
                  </a:lnTo>
                  <a:lnTo>
                    <a:pt x="514" y="281"/>
                  </a:lnTo>
                  <a:lnTo>
                    <a:pt x="1" y="3454"/>
                  </a:lnTo>
                  <a:lnTo>
                    <a:pt x="47" y="3594"/>
                  </a:lnTo>
                  <a:lnTo>
                    <a:pt x="94" y="3687"/>
                  </a:lnTo>
                  <a:lnTo>
                    <a:pt x="187" y="3781"/>
                  </a:lnTo>
                  <a:lnTo>
                    <a:pt x="327" y="3827"/>
                  </a:lnTo>
                  <a:lnTo>
                    <a:pt x="7374" y="3827"/>
                  </a:lnTo>
                  <a:lnTo>
                    <a:pt x="7467" y="3781"/>
                  </a:lnTo>
                  <a:lnTo>
                    <a:pt x="7514" y="3687"/>
                  </a:lnTo>
                  <a:lnTo>
                    <a:pt x="7467" y="3454"/>
                  </a:lnTo>
                  <a:lnTo>
                    <a:pt x="7001" y="421"/>
                  </a:lnTo>
                  <a:lnTo>
                    <a:pt x="7001" y="141"/>
                  </a:lnTo>
                  <a:lnTo>
                    <a:pt x="6954" y="47"/>
                  </a:lnTo>
                  <a:lnTo>
                    <a:pt x="686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1" name="Google Shape;10961;p79"/>
            <p:cNvSpPr/>
            <p:nvPr/>
          </p:nvSpPr>
          <p:spPr>
            <a:xfrm>
              <a:off x="6450550" y="3492050"/>
              <a:ext cx="35025" cy="95700"/>
            </a:xfrm>
            <a:custGeom>
              <a:rect b="b" l="l" r="r" t="t"/>
              <a:pathLst>
                <a:path extrusionOk="0" h="3828" w="1401">
                  <a:moveTo>
                    <a:pt x="1" y="1"/>
                  </a:moveTo>
                  <a:lnTo>
                    <a:pt x="94" y="47"/>
                  </a:lnTo>
                  <a:lnTo>
                    <a:pt x="187" y="141"/>
                  </a:lnTo>
                  <a:lnTo>
                    <a:pt x="234" y="281"/>
                  </a:lnTo>
                  <a:lnTo>
                    <a:pt x="701" y="3454"/>
                  </a:lnTo>
                  <a:lnTo>
                    <a:pt x="701" y="3594"/>
                  </a:lnTo>
                  <a:lnTo>
                    <a:pt x="654" y="3687"/>
                  </a:lnTo>
                  <a:lnTo>
                    <a:pt x="514" y="3781"/>
                  </a:lnTo>
                  <a:lnTo>
                    <a:pt x="374" y="3827"/>
                  </a:lnTo>
                  <a:lnTo>
                    <a:pt x="1074" y="3827"/>
                  </a:lnTo>
                  <a:lnTo>
                    <a:pt x="1214" y="3781"/>
                  </a:lnTo>
                  <a:lnTo>
                    <a:pt x="1307" y="3687"/>
                  </a:lnTo>
                  <a:lnTo>
                    <a:pt x="1354" y="3594"/>
                  </a:lnTo>
                  <a:lnTo>
                    <a:pt x="1401" y="3454"/>
                  </a:lnTo>
                  <a:lnTo>
                    <a:pt x="887" y="281"/>
                  </a:lnTo>
                  <a:lnTo>
                    <a:pt x="841" y="141"/>
                  </a:lnTo>
                  <a:lnTo>
                    <a:pt x="794" y="47"/>
                  </a:lnTo>
                  <a:lnTo>
                    <a:pt x="70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2" name="Google Shape;10962;p79"/>
            <p:cNvSpPr/>
            <p:nvPr/>
          </p:nvSpPr>
          <p:spPr>
            <a:xfrm>
              <a:off x="6272050" y="3333375"/>
              <a:ext cx="49025" cy="52525"/>
            </a:xfrm>
            <a:custGeom>
              <a:rect b="b" l="l" r="r" t="t"/>
              <a:pathLst>
                <a:path extrusionOk="0" h="2101" w="1961">
                  <a:moveTo>
                    <a:pt x="47" y="1"/>
                  </a:moveTo>
                  <a:lnTo>
                    <a:pt x="0" y="47"/>
                  </a:lnTo>
                  <a:lnTo>
                    <a:pt x="0" y="141"/>
                  </a:lnTo>
                  <a:lnTo>
                    <a:pt x="47" y="187"/>
                  </a:lnTo>
                  <a:lnTo>
                    <a:pt x="1961" y="2101"/>
                  </a:lnTo>
                  <a:lnTo>
                    <a:pt x="196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3" name="Google Shape;10963;p79"/>
            <p:cNvSpPr/>
            <p:nvPr/>
          </p:nvSpPr>
          <p:spPr>
            <a:xfrm>
              <a:off x="6364225" y="3515375"/>
              <a:ext cx="43175" cy="49050"/>
            </a:xfrm>
            <a:custGeom>
              <a:rect b="b" l="l" r="r" t="t"/>
              <a:pathLst>
                <a:path extrusionOk="0" h="1962" w="1727">
                  <a:moveTo>
                    <a:pt x="980" y="1"/>
                  </a:moveTo>
                  <a:lnTo>
                    <a:pt x="700" y="48"/>
                  </a:lnTo>
                  <a:lnTo>
                    <a:pt x="420" y="188"/>
                  </a:lnTo>
                  <a:lnTo>
                    <a:pt x="374" y="234"/>
                  </a:lnTo>
                  <a:lnTo>
                    <a:pt x="420" y="328"/>
                  </a:lnTo>
                  <a:lnTo>
                    <a:pt x="420" y="374"/>
                  </a:lnTo>
                  <a:lnTo>
                    <a:pt x="420" y="468"/>
                  </a:lnTo>
                  <a:lnTo>
                    <a:pt x="140" y="468"/>
                  </a:lnTo>
                  <a:lnTo>
                    <a:pt x="47" y="701"/>
                  </a:lnTo>
                  <a:lnTo>
                    <a:pt x="0" y="981"/>
                  </a:lnTo>
                  <a:lnTo>
                    <a:pt x="47" y="1168"/>
                  </a:lnTo>
                  <a:lnTo>
                    <a:pt x="94" y="1354"/>
                  </a:lnTo>
                  <a:lnTo>
                    <a:pt x="187" y="1541"/>
                  </a:lnTo>
                  <a:lnTo>
                    <a:pt x="327" y="1681"/>
                  </a:lnTo>
                  <a:lnTo>
                    <a:pt x="467" y="1774"/>
                  </a:lnTo>
                  <a:lnTo>
                    <a:pt x="607" y="1868"/>
                  </a:lnTo>
                  <a:lnTo>
                    <a:pt x="794" y="1914"/>
                  </a:lnTo>
                  <a:lnTo>
                    <a:pt x="980" y="1961"/>
                  </a:lnTo>
                  <a:lnTo>
                    <a:pt x="1167" y="1914"/>
                  </a:lnTo>
                  <a:lnTo>
                    <a:pt x="1354" y="1868"/>
                  </a:lnTo>
                  <a:lnTo>
                    <a:pt x="1447" y="1774"/>
                  </a:lnTo>
                  <a:lnTo>
                    <a:pt x="1587" y="1681"/>
                  </a:lnTo>
                  <a:lnTo>
                    <a:pt x="1634" y="1541"/>
                  </a:lnTo>
                  <a:lnTo>
                    <a:pt x="1680" y="1354"/>
                  </a:lnTo>
                  <a:lnTo>
                    <a:pt x="1727" y="981"/>
                  </a:lnTo>
                  <a:lnTo>
                    <a:pt x="1680" y="561"/>
                  </a:lnTo>
                  <a:lnTo>
                    <a:pt x="1634" y="421"/>
                  </a:lnTo>
                  <a:lnTo>
                    <a:pt x="1587" y="281"/>
                  </a:lnTo>
                  <a:lnTo>
                    <a:pt x="1447" y="141"/>
                  </a:lnTo>
                  <a:lnTo>
                    <a:pt x="1354" y="48"/>
                  </a:lnTo>
                  <a:lnTo>
                    <a:pt x="11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4" name="Google Shape;10964;p79"/>
            <p:cNvSpPr/>
            <p:nvPr/>
          </p:nvSpPr>
          <p:spPr>
            <a:xfrm>
              <a:off x="6314050" y="3299550"/>
              <a:ext cx="150525" cy="140025"/>
            </a:xfrm>
            <a:custGeom>
              <a:rect b="b" l="l" r="r" t="t"/>
              <a:pathLst>
                <a:path extrusionOk="0" h="5601" w="6021">
                  <a:moveTo>
                    <a:pt x="1" y="0"/>
                  </a:moveTo>
                  <a:lnTo>
                    <a:pt x="1" y="3827"/>
                  </a:lnTo>
                  <a:lnTo>
                    <a:pt x="1214" y="5601"/>
                  </a:lnTo>
                  <a:lnTo>
                    <a:pt x="1261" y="5601"/>
                  </a:lnTo>
                  <a:lnTo>
                    <a:pt x="1447" y="5554"/>
                  </a:lnTo>
                  <a:lnTo>
                    <a:pt x="1961" y="5414"/>
                  </a:lnTo>
                  <a:lnTo>
                    <a:pt x="3641" y="4854"/>
                  </a:lnTo>
                  <a:lnTo>
                    <a:pt x="6021" y="3967"/>
                  </a:lnTo>
                  <a:lnTo>
                    <a:pt x="60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5" name="Google Shape;10965;p79"/>
            <p:cNvSpPr/>
            <p:nvPr/>
          </p:nvSpPr>
          <p:spPr>
            <a:xfrm>
              <a:off x="6448225" y="3299550"/>
              <a:ext cx="16350" cy="112025"/>
            </a:xfrm>
            <a:custGeom>
              <a:rect b="b" l="l" r="r" t="t"/>
              <a:pathLst>
                <a:path extrusionOk="0" h="4481" w="654">
                  <a:moveTo>
                    <a:pt x="0" y="0"/>
                  </a:moveTo>
                  <a:lnTo>
                    <a:pt x="0" y="3734"/>
                  </a:lnTo>
                  <a:lnTo>
                    <a:pt x="47" y="3921"/>
                  </a:lnTo>
                  <a:lnTo>
                    <a:pt x="94" y="4154"/>
                  </a:lnTo>
                  <a:lnTo>
                    <a:pt x="234" y="4481"/>
                  </a:lnTo>
                  <a:lnTo>
                    <a:pt x="467" y="4294"/>
                  </a:lnTo>
                  <a:lnTo>
                    <a:pt x="607" y="4107"/>
                  </a:lnTo>
                  <a:lnTo>
                    <a:pt x="654" y="3967"/>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6" name="Google Shape;10966;p79"/>
            <p:cNvSpPr/>
            <p:nvPr/>
          </p:nvSpPr>
          <p:spPr>
            <a:xfrm>
              <a:off x="6303550" y="3271550"/>
              <a:ext cx="168025" cy="38525"/>
            </a:xfrm>
            <a:custGeom>
              <a:rect b="b" l="l" r="r" t="t"/>
              <a:pathLst>
                <a:path extrusionOk="0" h="1541" w="6721">
                  <a:moveTo>
                    <a:pt x="187" y="0"/>
                  </a:moveTo>
                  <a:lnTo>
                    <a:pt x="94" y="94"/>
                  </a:lnTo>
                  <a:lnTo>
                    <a:pt x="47" y="187"/>
                  </a:lnTo>
                  <a:lnTo>
                    <a:pt x="1" y="327"/>
                  </a:lnTo>
                  <a:lnTo>
                    <a:pt x="1" y="1214"/>
                  </a:lnTo>
                  <a:lnTo>
                    <a:pt x="47" y="1354"/>
                  </a:lnTo>
                  <a:lnTo>
                    <a:pt x="94" y="1447"/>
                  </a:lnTo>
                  <a:lnTo>
                    <a:pt x="187" y="1540"/>
                  </a:lnTo>
                  <a:lnTo>
                    <a:pt x="6627" y="1540"/>
                  </a:lnTo>
                  <a:lnTo>
                    <a:pt x="6627" y="1447"/>
                  </a:lnTo>
                  <a:lnTo>
                    <a:pt x="6581" y="1307"/>
                  </a:lnTo>
                  <a:lnTo>
                    <a:pt x="6534" y="1214"/>
                  </a:lnTo>
                  <a:lnTo>
                    <a:pt x="6721" y="327"/>
                  </a:lnTo>
                  <a:lnTo>
                    <a:pt x="6674" y="94"/>
                  </a:lnTo>
                  <a:lnTo>
                    <a:pt x="662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7" name="Google Shape;10967;p79"/>
            <p:cNvSpPr/>
            <p:nvPr/>
          </p:nvSpPr>
          <p:spPr>
            <a:xfrm>
              <a:off x="6314050" y="3392875"/>
              <a:ext cx="150525" cy="79375"/>
            </a:xfrm>
            <a:custGeom>
              <a:rect b="b" l="l" r="r" t="t"/>
              <a:pathLst>
                <a:path extrusionOk="0" h="3175" w="6021">
                  <a:moveTo>
                    <a:pt x="2054" y="1"/>
                  </a:moveTo>
                  <a:lnTo>
                    <a:pt x="1867" y="48"/>
                  </a:lnTo>
                  <a:lnTo>
                    <a:pt x="1587" y="188"/>
                  </a:lnTo>
                  <a:lnTo>
                    <a:pt x="1261" y="281"/>
                  </a:lnTo>
                  <a:lnTo>
                    <a:pt x="1074" y="328"/>
                  </a:lnTo>
                  <a:lnTo>
                    <a:pt x="561" y="328"/>
                  </a:lnTo>
                  <a:lnTo>
                    <a:pt x="327" y="281"/>
                  </a:lnTo>
                  <a:lnTo>
                    <a:pt x="1" y="94"/>
                  </a:lnTo>
                  <a:lnTo>
                    <a:pt x="1" y="2848"/>
                  </a:lnTo>
                  <a:lnTo>
                    <a:pt x="1" y="2988"/>
                  </a:lnTo>
                  <a:lnTo>
                    <a:pt x="94" y="3081"/>
                  </a:lnTo>
                  <a:lnTo>
                    <a:pt x="187" y="3174"/>
                  </a:lnTo>
                  <a:lnTo>
                    <a:pt x="5741" y="3174"/>
                  </a:lnTo>
                  <a:lnTo>
                    <a:pt x="5787" y="3128"/>
                  </a:lnTo>
                  <a:lnTo>
                    <a:pt x="5741" y="3034"/>
                  </a:lnTo>
                  <a:lnTo>
                    <a:pt x="5647" y="2848"/>
                  </a:lnTo>
                  <a:lnTo>
                    <a:pt x="5601" y="2708"/>
                  </a:lnTo>
                  <a:lnTo>
                    <a:pt x="6021" y="234"/>
                  </a:lnTo>
                  <a:lnTo>
                    <a:pt x="5694" y="94"/>
                  </a:lnTo>
                  <a:lnTo>
                    <a:pt x="5507" y="48"/>
                  </a:lnTo>
                  <a:lnTo>
                    <a:pt x="5227" y="1"/>
                  </a:lnTo>
                  <a:lnTo>
                    <a:pt x="4994" y="1"/>
                  </a:lnTo>
                  <a:lnTo>
                    <a:pt x="4807" y="48"/>
                  </a:lnTo>
                  <a:lnTo>
                    <a:pt x="4481" y="188"/>
                  </a:lnTo>
                  <a:lnTo>
                    <a:pt x="4201" y="281"/>
                  </a:lnTo>
                  <a:lnTo>
                    <a:pt x="4014" y="328"/>
                  </a:lnTo>
                  <a:lnTo>
                    <a:pt x="3501" y="328"/>
                  </a:lnTo>
                  <a:lnTo>
                    <a:pt x="3314" y="281"/>
                  </a:lnTo>
                  <a:lnTo>
                    <a:pt x="3034" y="188"/>
                  </a:lnTo>
                  <a:lnTo>
                    <a:pt x="2707" y="48"/>
                  </a:lnTo>
                  <a:lnTo>
                    <a:pt x="252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8" name="Google Shape;10968;p79"/>
            <p:cNvSpPr/>
            <p:nvPr/>
          </p:nvSpPr>
          <p:spPr>
            <a:xfrm>
              <a:off x="6452900" y="3271550"/>
              <a:ext cx="22175" cy="38525"/>
            </a:xfrm>
            <a:custGeom>
              <a:rect b="b" l="l" r="r" t="t"/>
              <a:pathLst>
                <a:path extrusionOk="0" h="1541" w="887">
                  <a:moveTo>
                    <a:pt x="0" y="0"/>
                  </a:moveTo>
                  <a:lnTo>
                    <a:pt x="93" y="94"/>
                  </a:lnTo>
                  <a:lnTo>
                    <a:pt x="187" y="187"/>
                  </a:lnTo>
                  <a:lnTo>
                    <a:pt x="187" y="327"/>
                  </a:lnTo>
                  <a:lnTo>
                    <a:pt x="187" y="1214"/>
                  </a:lnTo>
                  <a:lnTo>
                    <a:pt x="187" y="1354"/>
                  </a:lnTo>
                  <a:lnTo>
                    <a:pt x="93" y="1447"/>
                  </a:lnTo>
                  <a:lnTo>
                    <a:pt x="0" y="1540"/>
                  </a:lnTo>
                  <a:lnTo>
                    <a:pt x="700" y="1540"/>
                  </a:lnTo>
                  <a:lnTo>
                    <a:pt x="793" y="1447"/>
                  </a:lnTo>
                  <a:lnTo>
                    <a:pt x="840" y="1354"/>
                  </a:lnTo>
                  <a:lnTo>
                    <a:pt x="887" y="1214"/>
                  </a:lnTo>
                  <a:lnTo>
                    <a:pt x="887" y="327"/>
                  </a:lnTo>
                  <a:lnTo>
                    <a:pt x="840" y="187"/>
                  </a:lnTo>
                  <a:lnTo>
                    <a:pt x="793" y="94"/>
                  </a:lnTo>
                  <a:lnTo>
                    <a:pt x="7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9" name="Google Shape;10969;p79"/>
            <p:cNvSpPr/>
            <p:nvPr/>
          </p:nvSpPr>
          <p:spPr>
            <a:xfrm>
              <a:off x="6380550" y="3515375"/>
              <a:ext cx="33875" cy="49050"/>
            </a:xfrm>
            <a:custGeom>
              <a:rect b="b" l="l" r="r" t="t"/>
              <a:pathLst>
                <a:path extrusionOk="0" h="1962" w="1355">
                  <a:moveTo>
                    <a:pt x="187" y="1"/>
                  </a:moveTo>
                  <a:lnTo>
                    <a:pt x="1" y="48"/>
                  </a:lnTo>
                  <a:lnTo>
                    <a:pt x="281" y="188"/>
                  </a:lnTo>
                  <a:lnTo>
                    <a:pt x="467" y="374"/>
                  </a:lnTo>
                  <a:lnTo>
                    <a:pt x="607" y="654"/>
                  </a:lnTo>
                  <a:lnTo>
                    <a:pt x="654" y="981"/>
                  </a:lnTo>
                  <a:lnTo>
                    <a:pt x="607" y="1261"/>
                  </a:lnTo>
                  <a:lnTo>
                    <a:pt x="467" y="1541"/>
                  </a:lnTo>
                  <a:lnTo>
                    <a:pt x="281" y="1774"/>
                  </a:lnTo>
                  <a:lnTo>
                    <a:pt x="1" y="1914"/>
                  </a:lnTo>
                  <a:lnTo>
                    <a:pt x="187" y="1961"/>
                  </a:lnTo>
                  <a:lnTo>
                    <a:pt x="327" y="1961"/>
                  </a:lnTo>
                  <a:lnTo>
                    <a:pt x="561" y="1914"/>
                  </a:lnTo>
                  <a:lnTo>
                    <a:pt x="747" y="1868"/>
                  </a:lnTo>
                  <a:lnTo>
                    <a:pt x="887" y="1774"/>
                  </a:lnTo>
                  <a:lnTo>
                    <a:pt x="1027" y="1681"/>
                  </a:lnTo>
                  <a:lnTo>
                    <a:pt x="1167" y="1541"/>
                  </a:lnTo>
                  <a:lnTo>
                    <a:pt x="1261" y="1354"/>
                  </a:lnTo>
                  <a:lnTo>
                    <a:pt x="1307" y="1168"/>
                  </a:lnTo>
                  <a:lnTo>
                    <a:pt x="1354" y="981"/>
                  </a:lnTo>
                  <a:lnTo>
                    <a:pt x="1307" y="748"/>
                  </a:lnTo>
                  <a:lnTo>
                    <a:pt x="1261" y="561"/>
                  </a:lnTo>
                  <a:lnTo>
                    <a:pt x="1167" y="421"/>
                  </a:lnTo>
                  <a:lnTo>
                    <a:pt x="1027" y="281"/>
                  </a:lnTo>
                  <a:lnTo>
                    <a:pt x="887" y="141"/>
                  </a:lnTo>
                  <a:lnTo>
                    <a:pt x="747" y="48"/>
                  </a:lnTo>
                  <a:lnTo>
                    <a:pt x="56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0" name="Google Shape;10970;p79"/>
            <p:cNvSpPr/>
            <p:nvPr/>
          </p:nvSpPr>
          <p:spPr>
            <a:xfrm>
              <a:off x="6443550" y="3392875"/>
              <a:ext cx="21025" cy="79375"/>
            </a:xfrm>
            <a:custGeom>
              <a:rect b="b" l="l" r="r" t="t"/>
              <a:pathLst>
                <a:path extrusionOk="0" h="3175" w="841">
                  <a:moveTo>
                    <a:pt x="187" y="1"/>
                  </a:moveTo>
                  <a:lnTo>
                    <a:pt x="187" y="2848"/>
                  </a:lnTo>
                  <a:lnTo>
                    <a:pt x="141" y="2988"/>
                  </a:lnTo>
                  <a:lnTo>
                    <a:pt x="94" y="3081"/>
                  </a:lnTo>
                  <a:lnTo>
                    <a:pt x="1" y="3174"/>
                  </a:lnTo>
                  <a:lnTo>
                    <a:pt x="654" y="3174"/>
                  </a:lnTo>
                  <a:lnTo>
                    <a:pt x="747" y="3081"/>
                  </a:lnTo>
                  <a:lnTo>
                    <a:pt x="841" y="2988"/>
                  </a:lnTo>
                  <a:lnTo>
                    <a:pt x="841" y="2848"/>
                  </a:lnTo>
                  <a:lnTo>
                    <a:pt x="841" y="188"/>
                  </a:lnTo>
                  <a:lnTo>
                    <a:pt x="561" y="94"/>
                  </a:lnTo>
                  <a:lnTo>
                    <a:pt x="421" y="48"/>
                  </a:lnTo>
                  <a:lnTo>
                    <a:pt x="18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1" name="Google Shape;10971;p79"/>
            <p:cNvSpPr/>
            <p:nvPr/>
          </p:nvSpPr>
          <p:spPr>
            <a:xfrm>
              <a:off x="6367725" y="3520050"/>
              <a:ext cx="25675" cy="23375"/>
            </a:xfrm>
            <a:custGeom>
              <a:rect b="b" l="l" r="r" t="t"/>
              <a:pathLst>
                <a:path extrusionOk="0" h="935" w="1027">
                  <a:moveTo>
                    <a:pt x="280" y="1"/>
                  </a:moveTo>
                  <a:lnTo>
                    <a:pt x="140" y="141"/>
                  </a:lnTo>
                  <a:lnTo>
                    <a:pt x="0" y="281"/>
                  </a:lnTo>
                  <a:lnTo>
                    <a:pt x="700" y="887"/>
                  </a:lnTo>
                  <a:lnTo>
                    <a:pt x="794" y="934"/>
                  </a:lnTo>
                  <a:lnTo>
                    <a:pt x="887" y="934"/>
                  </a:lnTo>
                  <a:lnTo>
                    <a:pt x="934" y="887"/>
                  </a:lnTo>
                  <a:lnTo>
                    <a:pt x="980" y="794"/>
                  </a:lnTo>
                  <a:lnTo>
                    <a:pt x="1027" y="701"/>
                  </a:lnTo>
                  <a:lnTo>
                    <a:pt x="980" y="654"/>
                  </a:lnTo>
                  <a:lnTo>
                    <a:pt x="934" y="607"/>
                  </a:lnTo>
                  <a:lnTo>
                    <a:pt x="28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72" name="Google Shape;10972;p79"/>
          <p:cNvGrpSpPr/>
          <p:nvPr/>
        </p:nvGrpSpPr>
        <p:grpSpPr>
          <a:xfrm>
            <a:off x="7056500" y="3271550"/>
            <a:ext cx="333700" cy="336025"/>
            <a:chOff x="6987250" y="3271550"/>
            <a:chExt cx="333700" cy="336025"/>
          </a:xfrm>
        </p:grpSpPr>
        <p:sp>
          <p:nvSpPr>
            <p:cNvPr id="10973" name="Google Shape;10973;p79"/>
            <p:cNvSpPr/>
            <p:nvPr/>
          </p:nvSpPr>
          <p:spPr>
            <a:xfrm>
              <a:off x="7017575" y="3271550"/>
              <a:ext cx="81700" cy="149350"/>
            </a:xfrm>
            <a:custGeom>
              <a:rect b="b" l="l" r="r" t="t"/>
              <a:pathLst>
                <a:path extrusionOk="0" h="5974" w="3268">
                  <a:moveTo>
                    <a:pt x="654" y="0"/>
                  </a:moveTo>
                  <a:lnTo>
                    <a:pt x="514" y="47"/>
                  </a:lnTo>
                  <a:lnTo>
                    <a:pt x="374" y="94"/>
                  </a:lnTo>
                  <a:lnTo>
                    <a:pt x="281" y="187"/>
                  </a:lnTo>
                  <a:lnTo>
                    <a:pt x="187" y="280"/>
                  </a:lnTo>
                  <a:lnTo>
                    <a:pt x="94" y="420"/>
                  </a:lnTo>
                  <a:lnTo>
                    <a:pt x="47" y="560"/>
                  </a:lnTo>
                  <a:lnTo>
                    <a:pt x="1" y="700"/>
                  </a:lnTo>
                  <a:lnTo>
                    <a:pt x="47" y="840"/>
                  </a:lnTo>
                  <a:lnTo>
                    <a:pt x="47" y="1027"/>
                  </a:lnTo>
                  <a:lnTo>
                    <a:pt x="1821" y="5974"/>
                  </a:lnTo>
                  <a:lnTo>
                    <a:pt x="3267" y="5461"/>
                  </a:lnTo>
                  <a:lnTo>
                    <a:pt x="1307" y="1074"/>
                  </a:lnTo>
                  <a:lnTo>
                    <a:pt x="1167" y="747"/>
                  </a:lnTo>
                  <a:lnTo>
                    <a:pt x="1027" y="374"/>
                  </a:lnTo>
                  <a:lnTo>
                    <a:pt x="934" y="187"/>
                  </a:lnTo>
                  <a:lnTo>
                    <a:pt x="794" y="94"/>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4" name="Google Shape;10974;p79"/>
            <p:cNvSpPr/>
            <p:nvPr/>
          </p:nvSpPr>
          <p:spPr>
            <a:xfrm>
              <a:off x="6990750" y="3375375"/>
              <a:ext cx="325525" cy="29200"/>
            </a:xfrm>
            <a:custGeom>
              <a:rect b="b" l="l" r="r" t="t"/>
              <a:pathLst>
                <a:path extrusionOk="0" h="1168" w="13021">
                  <a:moveTo>
                    <a:pt x="140" y="1"/>
                  </a:moveTo>
                  <a:lnTo>
                    <a:pt x="47" y="47"/>
                  </a:lnTo>
                  <a:lnTo>
                    <a:pt x="0" y="141"/>
                  </a:lnTo>
                  <a:lnTo>
                    <a:pt x="0" y="234"/>
                  </a:lnTo>
                  <a:lnTo>
                    <a:pt x="0" y="981"/>
                  </a:lnTo>
                  <a:lnTo>
                    <a:pt x="0" y="1074"/>
                  </a:lnTo>
                  <a:lnTo>
                    <a:pt x="47" y="1121"/>
                  </a:lnTo>
                  <a:lnTo>
                    <a:pt x="140" y="1168"/>
                  </a:lnTo>
                  <a:lnTo>
                    <a:pt x="12927" y="1168"/>
                  </a:lnTo>
                  <a:lnTo>
                    <a:pt x="12974" y="1121"/>
                  </a:lnTo>
                  <a:lnTo>
                    <a:pt x="13021" y="1074"/>
                  </a:lnTo>
                  <a:lnTo>
                    <a:pt x="13021" y="981"/>
                  </a:lnTo>
                  <a:lnTo>
                    <a:pt x="13021" y="234"/>
                  </a:lnTo>
                  <a:lnTo>
                    <a:pt x="13021" y="141"/>
                  </a:lnTo>
                  <a:lnTo>
                    <a:pt x="12974" y="47"/>
                  </a:lnTo>
                  <a:lnTo>
                    <a:pt x="1292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5" name="Google Shape;10975;p79"/>
            <p:cNvSpPr/>
            <p:nvPr/>
          </p:nvSpPr>
          <p:spPr>
            <a:xfrm>
              <a:off x="7023400" y="3271550"/>
              <a:ext cx="75875" cy="141200"/>
            </a:xfrm>
            <a:custGeom>
              <a:rect b="b" l="l" r="r" t="t"/>
              <a:pathLst>
                <a:path extrusionOk="0" h="5648" w="3035">
                  <a:moveTo>
                    <a:pt x="561" y="0"/>
                  </a:moveTo>
                  <a:lnTo>
                    <a:pt x="281" y="47"/>
                  </a:lnTo>
                  <a:lnTo>
                    <a:pt x="141" y="94"/>
                  </a:lnTo>
                  <a:lnTo>
                    <a:pt x="1" y="234"/>
                  </a:lnTo>
                  <a:lnTo>
                    <a:pt x="188" y="280"/>
                  </a:lnTo>
                  <a:lnTo>
                    <a:pt x="374" y="374"/>
                  </a:lnTo>
                  <a:lnTo>
                    <a:pt x="561" y="514"/>
                  </a:lnTo>
                  <a:lnTo>
                    <a:pt x="654" y="747"/>
                  </a:lnTo>
                  <a:lnTo>
                    <a:pt x="2381" y="5647"/>
                  </a:lnTo>
                  <a:lnTo>
                    <a:pt x="3034" y="5461"/>
                  </a:lnTo>
                  <a:lnTo>
                    <a:pt x="1261" y="514"/>
                  </a:lnTo>
                  <a:lnTo>
                    <a:pt x="1168" y="280"/>
                  </a:lnTo>
                  <a:lnTo>
                    <a:pt x="981" y="140"/>
                  </a:lnTo>
                  <a:lnTo>
                    <a:pt x="7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6" name="Google Shape;10976;p79"/>
            <p:cNvSpPr/>
            <p:nvPr/>
          </p:nvSpPr>
          <p:spPr>
            <a:xfrm>
              <a:off x="7038575" y="3496725"/>
              <a:ext cx="229875" cy="31525"/>
            </a:xfrm>
            <a:custGeom>
              <a:rect b="b" l="l" r="r" t="t"/>
              <a:pathLst>
                <a:path extrusionOk="0" h="1261" w="9195">
                  <a:moveTo>
                    <a:pt x="1" y="0"/>
                  </a:moveTo>
                  <a:lnTo>
                    <a:pt x="1" y="1260"/>
                  </a:lnTo>
                  <a:lnTo>
                    <a:pt x="9194" y="1260"/>
                  </a:lnTo>
                  <a:lnTo>
                    <a:pt x="8914" y="654"/>
                  </a:lnTo>
                  <a:lnTo>
                    <a:pt x="91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7" name="Google Shape;10977;p79"/>
            <p:cNvSpPr/>
            <p:nvPr/>
          </p:nvSpPr>
          <p:spPr>
            <a:xfrm>
              <a:off x="7252075" y="3496725"/>
              <a:ext cx="16375" cy="31525"/>
            </a:xfrm>
            <a:custGeom>
              <a:rect b="b" l="l" r="r" t="t"/>
              <a:pathLst>
                <a:path extrusionOk="0" h="1261" w="655">
                  <a:moveTo>
                    <a:pt x="1" y="0"/>
                  </a:moveTo>
                  <a:lnTo>
                    <a:pt x="1" y="1260"/>
                  </a:lnTo>
                  <a:lnTo>
                    <a:pt x="654" y="1260"/>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8" name="Google Shape;10978;p79"/>
            <p:cNvSpPr/>
            <p:nvPr/>
          </p:nvSpPr>
          <p:spPr>
            <a:xfrm>
              <a:off x="7011750" y="3356725"/>
              <a:ext cx="283525" cy="142350"/>
            </a:xfrm>
            <a:custGeom>
              <a:rect b="b" l="l" r="r" t="t"/>
              <a:pathLst>
                <a:path extrusionOk="0" h="5694" w="11341">
                  <a:moveTo>
                    <a:pt x="327" y="0"/>
                  </a:moveTo>
                  <a:lnTo>
                    <a:pt x="187" y="47"/>
                  </a:lnTo>
                  <a:lnTo>
                    <a:pt x="94" y="93"/>
                  </a:lnTo>
                  <a:lnTo>
                    <a:pt x="47" y="233"/>
                  </a:lnTo>
                  <a:lnTo>
                    <a:pt x="0" y="327"/>
                  </a:lnTo>
                  <a:lnTo>
                    <a:pt x="374" y="5414"/>
                  </a:lnTo>
                  <a:lnTo>
                    <a:pt x="374" y="5507"/>
                  </a:lnTo>
                  <a:lnTo>
                    <a:pt x="467" y="5600"/>
                  </a:lnTo>
                  <a:lnTo>
                    <a:pt x="560" y="5694"/>
                  </a:lnTo>
                  <a:lnTo>
                    <a:pt x="10781" y="5694"/>
                  </a:lnTo>
                  <a:lnTo>
                    <a:pt x="10874" y="5600"/>
                  </a:lnTo>
                  <a:lnTo>
                    <a:pt x="10967" y="5507"/>
                  </a:lnTo>
                  <a:lnTo>
                    <a:pt x="10967" y="5414"/>
                  </a:lnTo>
                  <a:lnTo>
                    <a:pt x="11341" y="327"/>
                  </a:lnTo>
                  <a:lnTo>
                    <a:pt x="11294" y="233"/>
                  </a:lnTo>
                  <a:lnTo>
                    <a:pt x="11247" y="93"/>
                  </a:lnTo>
                  <a:lnTo>
                    <a:pt x="11154" y="47"/>
                  </a:lnTo>
                  <a:lnTo>
                    <a:pt x="11014" y="0"/>
                  </a:lnTo>
                  <a:lnTo>
                    <a:pt x="10081" y="0"/>
                  </a:lnTo>
                  <a:lnTo>
                    <a:pt x="7514" y="513"/>
                  </a:lnTo>
                  <a:lnTo>
                    <a:pt x="47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9" name="Google Shape;10979;p79"/>
            <p:cNvSpPr/>
            <p:nvPr/>
          </p:nvSpPr>
          <p:spPr>
            <a:xfrm>
              <a:off x="7264925" y="3356725"/>
              <a:ext cx="30350" cy="142350"/>
            </a:xfrm>
            <a:custGeom>
              <a:rect b="b" l="l" r="r" t="t"/>
              <a:pathLst>
                <a:path extrusionOk="0" h="5694" w="1214">
                  <a:moveTo>
                    <a:pt x="234" y="0"/>
                  </a:moveTo>
                  <a:lnTo>
                    <a:pt x="374" y="47"/>
                  </a:lnTo>
                  <a:lnTo>
                    <a:pt x="467" y="93"/>
                  </a:lnTo>
                  <a:lnTo>
                    <a:pt x="514" y="233"/>
                  </a:lnTo>
                  <a:lnTo>
                    <a:pt x="560" y="327"/>
                  </a:lnTo>
                  <a:lnTo>
                    <a:pt x="187" y="5414"/>
                  </a:lnTo>
                  <a:lnTo>
                    <a:pt x="187" y="5507"/>
                  </a:lnTo>
                  <a:lnTo>
                    <a:pt x="94" y="5600"/>
                  </a:lnTo>
                  <a:lnTo>
                    <a:pt x="0" y="5694"/>
                  </a:lnTo>
                  <a:lnTo>
                    <a:pt x="654" y="5694"/>
                  </a:lnTo>
                  <a:lnTo>
                    <a:pt x="747" y="5600"/>
                  </a:lnTo>
                  <a:lnTo>
                    <a:pt x="840" y="5507"/>
                  </a:lnTo>
                  <a:lnTo>
                    <a:pt x="840" y="5414"/>
                  </a:lnTo>
                  <a:lnTo>
                    <a:pt x="1214" y="327"/>
                  </a:lnTo>
                  <a:lnTo>
                    <a:pt x="1167" y="233"/>
                  </a:lnTo>
                  <a:lnTo>
                    <a:pt x="1120" y="93"/>
                  </a:lnTo>
                  <a:lnTo>
                    <a:pt x="1027" y="47"/>
                  </a:lnTo>
                  <a:lnTo>
                    <a:pt x="8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0" name="Google Shape;10980;p79"/>
            <p:cNvSpPr/>
            <p:nvPr/>
          </p:nvSpPr>
          <p:spPr>
            <a:xfrm>
              <a:off x="7130750" y="3356725"/>
              <a:ext cx="133025" cy="89850"/>
            </a:xfrm>
            <a:custGeom>
              <a:rect b="b" l="l" r="r" t="t"/>
              <a:pathLst>
                <a:path extrusionOk="0" h="3594" w="5321">
                  <a:moveTo>
                    <a:pt x="0" y="0"/>
                  </a:moveTo>
                  <a:lnTo>
                    <a:pt x="0" y="2614"/>
                  </a:lnTo>
                  <a:lnTo>
                    <a:pt x="0" y="2800"/>
                  </a:lnTo>
                  <a:lnTo>
                    <a:pt x="47" y="2987"/>
                  </a:lnTo>
                  <a:lnTo>
                    <a:pt x="140" y="3127"/>
                  </a:lnTo>
                  <a:lnTo>
                    <a:pt x="280" y="3267"/>
                  </a:lnTo>
                  <a:lnTo>
                    <a:pt x="420" y="3407"/>
                  </a:lnTo>
                  <a:lnTo>
                    <a:pt x="560" y="3500"/>
                  </a:lnTo>
                  <a:lnTo>
                    <a:pt x="747" y="3547"/>
                  </a:lnTo>
                  <a:lnTo>
                    <a:pt x="980" y="3594"/>
                  </a:lnTo>
                  <a:lnTo>
                    <a:pt x="1167" y="3547"/>
                  </a:lnTo>
                  <a:lnTo>
                    <a:pt x="1354" y="3500"/>
                  </a:lnTo>
                  <a:lnTo>
                    <a:pt x="1494" y="3407"/>
                  </a:lnTo>
                  <a:lnTo>
                    <a:pt x="1680" y="3267"/>
                  </a:lnTo>
                  <a:lnTo>
                    <a:pt x="1774" y="3127"/>
                  </a:lnTo>
                  <a:lnTo>
                    <a:pt x="1867" y="2987"/>
                  </a:lnTo>
                  <a:lnTo>
                    <a:pt x="1914" y="2800"/>
                  </a:lnTo>
                  <a:lnTo>
                    <a:pt x="1960" y="2614"/>
                  </a:lnTo>
                  <a:lnTo>
                    <a:pt x="1960" y="1634"/>
                  </a:lnTo>
                  <a:lnTo>
                    <a:pt x="2007" y="1774"/>
                  </a:lnTo>
                  <a:lnTo>
                    <a:pt x="2147" y="1960"/>
                  </a:lnTo>
                  <a:lnTo>
                    <a:pt x="2380" y="2147"/>
                  </a:lnTo>
                  <a:lnTo>
                    <a:pt x="2520" y="2194"/>
                  </a:lnTo>
                  <a:lnTo>
                    <a:pt x="2800" y="2194"/>
                  </a:lnTo>
                  <a:lnTo>
                    <a:pt x="2940" y="2147"/>
                  </a:lnTo>
                  <a:lnTo>
                    <a:pt x="3127" y="1960"/>
                  </a:lnTo>
                  <a:lnTo>
                    <a:pt x="3267" y="1774"/>
                  </a:lnTo>
                  <a:lnTo>
                    <a:pt x="3314" y="1634"/>
                  </a:lnTo>
                  <a:lnTo>
                    <a:pt x="3360" y="1494"/>
                  </a:lnTo>
                  <a:lnTo>
                    <a:pt x="3360" y="1540"/>
                  </a:lnTo>
                  <a:lnTo>
                    <a:pt x="3360" y="1774"/>
                  </a:lnTo>
                  <a:lnTo>
                    <a:pt x="3407" y="1960"/>
                  </a:lnTo>
                  <a:lnTo>
                    <a:pt x="3500" y="2100"/>
                  </a:lnTo>
                  <a:lnTo>
                    <a:pt x="3640" y="2240"/>
                  </a:lnTo>
                  <a:lnTo>
                    <a:pt x="3780" y="2380"/>
                  </a:lnTo>
                  <a:lnTo>
                    <a:pt x="3967" y="2474"/>
                  </a:lnTo>
                  <a:lnTo>
                    <a:pt x="4107" y="2520"/>
                  </a:lnTo>
                  <a:lnTo>
                    <a:pt x="4341" y="2567"/>
                  </a:lnTo>
                  <a:lnTo>
                    <a:pt x="4527" y="2520"/>
                  </a:lnTo>
                  <a:lnTo>
                    <a:pt x="4667" y="2380"/>
                  </a:lnTo>
                  <a:lnTo>
                    <a:pt x="4761" y="2240"/>
                  </a:lnTo>
                  <a:lnTo>
                    <a:pt x="4854" y="2054"/>
                  </a:lnTo>
                  <a:lnTo>
                    <a:pt x="4901" y="1680"/>
                  </a:lnTo>
                  <a:lnTo>
                    <a:pt x="4947" y="1494"/>
                  </a:lnTo>
                  <a:lnTo>
                    <a:pt x="532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1" name="Google Shape;10981;p79"/>
            <p:cNvSpPr/>
            <p:nvPr/>
          </p:nvSpPr>
          <p:spPr>
            <a:xfrm>
              <a:off x="7102750" y="3275050"/>
              <a:ext cx="35025" cy="42025"/>
            </a:xfrm>
            <a:custGeom>
              <a:rect b="b" l="l" r="r" t="t"/>
              <a:pathLst>
                <a:path extrusionOk="0" h="1681" w="1401">
                  <a:moveTo>
                    <a:pt x="654" y="0"/>
                  </a:moveTo>
                  <a:lnTo>
                    <a:pt x="514" y="47"/>
                  </a:lnTo>
                  <a:lnTo>
                    <a:pt x="374" y="140"/>
                  </a:lnTo>
                  <a:lnTo>
                    <a:pt x="234" y="234"/>
                  </a:lnTo>
                  <a:lnTo>
                    <a:pt x="140" y="374"/>
                  </a:lnTo>
                  <a:lnTo>
                    <a:pt x="47" y="514"/>
                  </a:lnTo>
                  <a:lnTo>
                    <a:pt x="0" y="654"/>
                  </a:lnTo>
                  <a:lnTo>
                    <a:pt x="0" y="840"/>
                  </a:lnTo>
                  <a:lnTo>
                    <a:pt x="0" y="980"/>
                  </a:lnTo>
                  <a:lnTo>
                    <a:pt x="47" y="1167"/>
                  </a:lnTo>
                  <a:lnTo>
                    <a:pt x="140" y="1307"/>
                  </a:lnTo>
                  <a:lnTo>
                    <a:pt x="234" y="1400"/>
                  </a:lnTo>
                  <a:lnTo>
                    <a:pt x="374" y="1540"/>
                  </a:lnTo>
                  <a:lnTo>
                    <a:pt x="514" y="1587"/>
                  </a:lnTo>
                  <a:lnTo>
                    <a:pt x="654" y="1634"/>
                  </a:lnTo>
                  <a:lnTo>
                    <a:pt x="840" y="1680"/>
                  </a:lnTo>
                  <a:lnTo>
                    <a:pt x="980" y="1634"/>
                  </a:lnTo>
                  <a:lnTo>
                    <a:pt x="1120" y="1540"/>
                  </a:lnTo>
                  <a:lnTo>
                    <a:pt x="1214" y="1447"/>
                  </a:lnTo>
                  <a:lnTo>
                    <a:pt x="1307" y="1307"/>
                  </a:lnTo>
                  <a:lnTo>
                    <a:pt x="1400" y="1027"/>
                  </a:lnTo>
                  <a:lnTo>
                    <a:pt x="1400" y="840"/>
                  </a:lnTo>
                  <a:lnTo>
                    <a:pt x="1400" y="654"/>
                  </a:lnTo>
                  <a:lnTo>
                    <a:pt x="1307" y="374"/>
                  </a:lnTo>
                  <a:lnTo>
                    <a:pt x="1214" y="234"/>
                  </a:lnTo>
                  <a:lnTo>
                    <a:pt x="1120" y="94"/>
                  </a:lnTo>
                  <a:lnTo>
                    <a:pt x="98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2" name="Google Shape;10982;p79"/>
            <p:cNvSpPr/>
            <p:nvPr/>
          </p:nvSpPr>
          <p:spPr>
            <a:xfrm>
              <a:off x="7177425" y="3298375"/>
              <a:ext cx="36175" cy="42025"/>
            </a:xfrm>
            <a:custGeom>
              <a:rect b="b" l="l" r="r" t="t"/>
              <a:pathLst>
                <a:path extrusionOk="0" h="1681" w="1447">
                  <a:moveTo>
                    <a:pt x="700" y="1"/>
                  </a:moveTo>
                  <a:lnTo>
                    <a:pt x="513" y="47"/>
                  </a:lnTo>
                  <a:lnTo>
                    <a:pt x="373" y="141"/>
                  </a:lnTo>
                  <a:lnTo>
                    <a:pt x="280" y="234"/>
                  </a:lnTo>
                  <a:lnTo>
                    <a:pt x="187" y="374"/>
                  </a:lnTo>
                  <a:lnTo>
                    <a:pt x="93" y="514"/>
                  </a:lnTo>
                  <a:lnTo>
                    <a:pt x="47" y="654"/>
                  </a:lnTo>
                  <a:lnTo>
                    <a:pt x="0" y="841"/>
                  </a:lnTo>
                  <a:lnTo>
                    <a:pt x="47" y="981"/>
                  </a:lnTo>
                  <a:lnTo>
                    <a:pt x="93" y="1167"/>
                  </a:lnTo>
                  <a:lnTo>
                    <a:pt x="187" y="1307"/>
                  </a:lnTo>
                  <a:lnTo>
                    <a:pt x="280" y="1447"/>
                  </a:lnTo>
                  <a:lnTo>
                    <a:pt x="373" y="1541"/>
                  </a:lnTo>
                  <a:lnTo>
                    <a:pt x="513" y="1587"/>
                  </a:lnTo>
                  <a:lnTo>
                    <a:pt x="700" y="1634"/>
                  </a:lnTo>
                  <a:lnTo>
                    <a:pt x="840" y="1681"/>
                  </a:lnTo>
                  <a:lnTo>
                    <a:pt x="1027" y="1634"/>
                  </a:lnTo>
                  <a:lnTo>
                    <a:pt x="1167" y="1587"/>
                  </a:lnTo>
                  <a:lnTo>
                    <a:pt x="1260" y="1447"/>
                  </a:lnTo>
                  <a:lnTo>
                    <a:pt x="1307" y="1307"/>
                  </a:lnTo>
                  <a:lnTo>
                    <a:pt x="1400" y="1027"/>
                  </a:lnTo>
                  <a:lnTo>
                    <a:pt x="1447" y="841"/>
                  </a:lnTo>
                  <a:lnTo>
                    <a:pt x="1400" y="607"/>
                  </a:lnTo>
                  <a:lnTo>
                    <a:pt x="1307" y="327"/>
                  </a:lnTo>
                  <a:lnTo>
                    <a:pt x="1260" y="234"/>
                  </a:lnTo>
                  <a:lnTo>
                    <a:pt x="1167" y="94"/>
                  </a:lnTo>
                  <a:lnTo>
                    <a:pt x="1027"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3" name="Google Shape;10983;p79"/>
            <p:cNvSpPr/>
            <p:nvPr/>
          </p:nvSpPr>
          <p:spPr>
            <a:xfrm>
              <a:off x="6987250" y="3522400"/>
              <a:ext cx="329025" cy="85175"/>
            </a:xfrm>
            <a:custGeom>
              <a:rect b="b" l="l" r="r" t="t"/>
              <a:pathLst>
                <a:path extrusionOk="0" h="3407" w="13161">
                  <a:moveTo>
                    <a:pt x="747" y="0"/>
                  </a:moveTo>
                  <a:lnTo>
                    <a:pt x="654" y="93"/>
                  </a:lnTo>
                  <a:lnTo>
                    <a:pt x="607" y="140"/>
                  </a:lnTo>
                  <a:lnTo>
                    <a:pt x="560" y="280"/>
                  </a:lnTo>
                  <a:lnTo>
                    <a:pt x="0" y="2987"/>
                  </a:lnTo>
                  <a:lnTo>
                    <a:pt x="0" y="3127"/>
                  </a:lnTo>
                  <a:lnTo>
                    <a:pt x="47" y="3267"/>
                  </a:lnTo>
                  <a:lnTo>
                    <a:pt x="140" y="3360"/>
                  </a:lnTo>
                  <a:lnTo>
                    <a:pt x="280" y="3407"/>
                  </a:lnTo>
                  <a:lnTo>
                    <a:pt x="13021" y="3407"/>
                  </a:lnTo>
                  <a:lnTo>
                    <a:pt x="13114" y="3360"/>
                  </a:lnTo>
                  <a:lnTo>
                    <a:pt x="13161" y="3267"/>
                  </a:lnTo>
                  <a:lnTo>
                    <a:pt x="13161" y="3127"/>
                  </a:lnTo>
                  <a:lnTo>
                    <a:pt x="13161" y="2987"/>
                  </a:lnTo>
                  <a:lnTo>
                    <a:pt x="12507" y="420"/>
                  </a:lnTo>
                  <a:lnTo>
                    <a:pt x="12507" y="140"/>
                  </a:lnTo>
                  <a:lnTo>
                    <a:pt x="12507" y="47"/>
                  </a:lnTo>
                  <a:lnTo>
                    <a:pt x="124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4" name="Google Shape;10984;p79"/>
            <p:cNvSpPr/>
            <p:nvPr/>
          </p:nvSpPr>
          <p:spPr>
            <a:xfrm>
              <a:off x="7283575" y="3522400"/>
              <a:ext cx="37375" cy="85175"/>
            </a:xfrm>
            <a:custGeom>
              <a:rect b="b" l="l" r="r" t="t"/>
              <a:pathLst>
                <a:path extrusionOk="0" h="3407" w="1495">
                  <a:moveTo>
                    <a:pt x="1" y="0"/>
                  </a:moveTo>
                  <a:lnTo>
                    <a:pt x="94" y="93"/>
                  </a:lnTo>
                  <a:lnTo>
                    <a:pt x="188" y="140"/>
                  </a:lnTo>
                  <a:lnTo>
                    <a:pt x="234" y="280"/>
                  </a:lnTo>
                  <a:lnTo>
                    <a:pt x="794" y="2987"/>
                  </a:lnTo>
                  <a:lnTo>
                    <a:pt x="794" y="3127"/>
                  </a:lnTo>
                  <a:lnTo>
                    <a:pt x="748" y="3267"/>
                  </a:lnTo>
                  <a:lnTo>
                    <a:pt x="608" y="3360"/>
                  </a:lnTo>
                  <a:lnTo>
                    <a:pt x="468" y="3407"/>
                  </a:lnTo>
                  <a:lnTo>
                    <a:pt x="1168" y="3407"/>
                  </a:lnTo>
                  <a:lnTo>
                    <a:pt x="1308" y="3360"/>
                  </a:lnTo>
                  <a:lnTo>
                    <a:pt x="1401" y="3267"/>
                  </a:lnTo>
                  <a:lnTo>
                    <a:pt x="1494" y="3127"/>
                  </a:lnTo>
                  <a:lnTo>
                    <a:pt x="1494" y="2987"/>
                  </a:lnTo>
                  <a:lnTo>
                    <a:pt x="888" y="280"/>
                  </a:lnTo>
                  <a:lnTo>
                    <a:pt x="841" y="140"/>
                  </a:lnTo>
                  <a:lnTo>
                    <a:pt x="794" y="93"/>
                  </a:lnTo>
                  <a:lnTo>
                    <a:pt x="70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5" name="Google Shape;10985;p79"/>
            <p:cNvSpPr/>
            <p:nvPr/>
          </p:nvSpPr>
          <p:spPr>
            <a:xfrm>
              <a:off x="7128425" y="3539900"/>
              <a:ext cx="46675" cy="50175"/>
            </a:xfrm>
            <a:custGeom>
              <a:rect b="b" l="l" r="r" t="t"/>
              <a:pathLst>
                <a:path extrusionOk="0" h="2007" w="1867">
                  <a:moveTo>
                    <a:pt x="700" y="0"/>
                  </a:moveTo>
                  <a:lnTo>
                    <a:pt x="513" y="93"/>
                  </a:lnTo>
                  <a:lnTo>
                    <a:pt x="327" y="233"/>
                  </a:lnTo>
                  <a:lnTo>
                    <a:pt x="327" y="280"/>
                  </a:lnTo>
                  <a:lnTo>
                    <a:pt x="373" y="373"/>
                  </a:lnTo>
                  <a:lnTo>
                    <a:pt x="373" y="420"/>
                  </a:lnTo>
                  <a:lnTo>
                    <a:pt x="373" y="467"/>
                  </a:lnTo>
                  <a:lnTo>
                    <a:pt x="327" y="513"/>
                  </a:lnTo>
                  <a:lnTo>
                    <a:pt x="140" y="513"/>
                  </a:lnTo>
                  <a:lnTo>
                    <a:pt x="93" y="560"/>
                  </a:lnTo>
                  <a:lnTo>
                    <a:pt x="47" y="700"/>
                  </a:lnTo>
                  <a:lnTo>
                    <a:pt x="0" y="887"/>
                  </a:lnTo>
                  <a:lnTo>
                    <a:pt x="0" y="1073"/>
                  </a:lnTo>
                  <a:lnTo>
                    <a:pt x="0" y="1213"/>
                  </a:lnTo>
                  <a:lnTo>
                    <a:pt x="93" y="1400"/>
                  </a:lnTo>
                  <a:lnTo>
                    <a:pt x="140" y="1540"/>
                  </a:lnTo>
                  <a:lnTo>
                    <a:pt x="280" y="1680"/>
                  </a:lnTo>
                  <a:lnTo>
                    <a:pt x="420" y="1820"/>
                  </a:lnTo>
                  <a:lnTo>
                    <a:pt x="560" y="1913"/>
                  </a:lnTo>
                  <a:lnTo>
                    <a:pt x="700" y="1960"/>
                  </a:lnTo>
                  <a:lnTo>
                    <a:pt x="980" y="2007"/>
                  </a:lnTo>
                  <a:lnTo>
                    <a:pt x="1213" y="1960"/>
                  </a:lnTo>
                  <a:lnTo>
                    <a:pt x="1400" y="1773"/>
                  </a:lnTo>
                  <a:lnTo>
                    <a:pt x="1587" y="1540"/>
                  </a:lnTo>
                  <a:lnTo>
                    <a:pt x="1773" y="1213"/>
                  </a:lnTo>
                  <a:lnTo>
                    <a:pt x="1867" y="1027"/>
                  </a:lnTo>
                  <a:lnTo>
                    <a:pt x="1867" y="887"/>
                  </a:lnTo>
                  <a:lnTo>
                    <a:pt x="1820" y="747"/>
                  </a:lnTo>
                  <a:lnTo>
                    <a:pt x="1773" y="607"/>
                  </a:lnTo>
                  <a:lnTo>
                    <a:pt x="1680" y="467"/>
                  </a:lnTo>
                  <a:lnTo>
                    <a:pt x="1540" y="327"/>
                  </a:lnTo>
                  <a:lnTo>
                    <a:pt x="1307" y="187"/>
                  </a:lnTo>
                  <a:lnTo>
                    <a:pt x="1120" y="47"/>
                  </a:lnTo>
                  <a:lnTo>
                    <a:pt x="93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6" name="Google Shape;10986;p79"/>
            <p:cNvSpPr/>
            <p:nvPr/>
          </p:nvSpPr>
          <p:spPr>
            <a:xfrm>
              <a:off x="7145925" y="3539900"/>
              <a:ext cx="32675" cy="50175"/>
            </a:xfrm>
            <a:custGeom>
              <a:rect b="b" l="l" r="r" t="t"/>
              <a:pathLst>
                <a:path extrusionOk="0" h="2007" w="1307">
                  <a:moveTo>
                    <a:pt x="0" y="0"/>
                  </a:moveTo>
                  <a:lnTo>
                    <a:pt x="187" y="93"/>
                  </a:lnTo>
                  <a:lnTo>
                    <a:pt x="327" y="187"/>
                  </a:lnTo>
                  <a:lnTo>
                    <a:pt x="467" y="327"/>
                  </a:lnTo>
                  <a:lnTo>
                    <a:pt x="607" y="467"/>
                  </a:lnTo>
                  <a:lnTo>
                    <a:pt x="653" y="653"/>
                  </a:lnTo>
                  <a:lnTo>
                    <a:pt x="700" y="840"/>
                  </a:lnTo>
                  <a:lnTo>
                    <a:pt x="747" y="1027"/>
                  </a:lnTo>
                  <a:lnTo>
                    <a:pt x="700" y="1260"/>
                  </a:lnTo>
                  <a:lnTo>
                    <a:pt x="653" y="1447"/>
                  </a:lnTo>
                  <a:lnTo>
                    <a:pt x="513" y="1587"/>
                  </a:lnTo>
                  <a:lnTo>
                    <a:pt x="280" y="1820"/>
                  </a:lnTo>
                  <a:lnTo>
                    <a:pt x="0" y="1960"/>
                  </a:lnTo>
                  <a:lnTo>
                    <a:pt x="327" y="2007"/>
                  </a:lnTo>
                  <a:lnTo>
                    <a:pt x="607" y="1960"/>
                  </a:lnTo>
                  <a:lnTo>
                    <a:pt x="887" y="1820"/>
                  </a:lnTo>
                  <a:lnTo>
                    <a:pt x="1120" y="1587"/>
                  </a:lnTo>
                  <a:lnTo>
                    <a:pt x="1213" y="1447"/>
                  </a:lnTo>
                  <a:lnTo>
                    <a:pt x="1307" y="1260"/>
                  </a:lnTo>
                  <a:lnTo>
                    <a:pt x="1307" y="1027"/>
                  </a:lnTo>
                  <a:lnTo>
                    <a:pt x="1307" y="840"/>
                  </a:lnTo>
                  <a:lnTo>
                    <a:pt x="1260" y="653"/>
                  </a:lnTo>
                  <a:lnTo>
                    <a:pt x="1167" y="467"/>
                  </a:lnTo>
                  <a:lnTo>
                    <a:pt x="1073" y="327"/>
                  </a:lnTo>
                  <a:lnTo>
                    <a:pt x="933" y="187"/>
                  </a:lnTo>
                  <a:lnTo>
                    <a:pt x="700" y="47"/>
                  </a:lnTo>
                  <a:lnTo>
                    <a:pt x="4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7" name="Google Shape;10987;p79"/>
            <p:cNvSpPr/>
            <p:nvPr/>
          </p:nvSpPr>
          <p:spPr>
            <a:xfrm>
              <a:off x="7231075" y="3356725"/>
              <a:ext cx="32700" cy="64175"/>
            </a:xfrm>
            <a:custGeom>
              <a:rect b="b" l="l" r="r" t="t"/>
              <a:pathLst>
                <a:path extrusionOk="0" h="2567" w="1308">
                  <a:moveTo>
                    <a:pt x="608" y="0"/>
                  </a:moveTo>
                  <a:lnTo>
                    <a:pt x="608" y="1540"/>
                  </a:lnTo>
                  <a:lnTo>
                    <a:pt x="608" y="1774"/>
                  </a:lnTo>
                  <a:lnTo>
                    <a:pt x="561" y="1960"/>
                  </a:lnTo>
                  <a:lnTo>
                    <a:pt x="468" y="2100"/>
                  </a:lnTo>
                  <a:lnTo>
                    <a:pt x="328" y="2240"/>
                  </a:lnTo>
                  <a:lnTo>
                    <a:pt x="188" y="2380"/>
                  </a:lnTo>
                  <a:lnTo>
                    <a:pt x="1" y="2474"/>
                  </a:lnTo>
                  <a:lnTo>
                    <a:pt x="141" y="2520"/>
                  </a:lnTo>
                  <a:lnTo>
                    <a:pt x="328" y="2567"/>
                  </a:lnTo>
                  <a:lnTo>
                    <a:pt x="514" y="2520"/>
                  </a:lnTo>
                  <a:lnTo>
                    <a:pt x="701" y="2474"/>
                  </a:lnTo>
                  <a:lnTo>
                    <a:pt x="888" y="2380"/>
                  </a:lnTo>
                  <a:lnTo>
                    <a:pt x="1028" y="2240"/>
                  </a:lnTo>
                  <a:lnTo>
                    <a:pt x="1121" y="2100"/>
                  </a:lnTo>
                  <a:lnTo>
                    <a:pt x="1214" y="1960"/>
                  </a:lnTo>
                  <a:lnTo>
                    <a:pt x="1261" y="1774"/>
                  </a:lnTo>
                  <a:lnTo>
                    <a:pt x="1308" y="1540"/>
                  </a:lnTo>
                  <a:lnTo>
                    <a:pt x="130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8" name="Google Shape;10988;p79"/>
            <p:cNvSpPr/>
            <p:nvPr/>
          </p:nvSpPr>
          <p:spPr>
            <a:xfrm>
              <a:off x="7190250" y="3298375"/>
              <a:ext cx="30350" cy="42025"/>
            </a:xfrm>
            <a:custGeom>
              <a:rect b="b" l="l" r="r" t="t"/>
              <a:pathLst>
                <a:path extrusionOk="0" h="1681" w="1214">
                  <a:moveTo>
                    <a:pt x="187" y="1"/>
                  </a:moveTo>
                  <a:lnTo>
                    <a:pt x="0" y="47"/>
                  </a:lnTo>
                  <a:lnTo>
                    <a:pt x="234" y="187"/>
                  </a:lnTo>
                  <a:lnTo>
                    <a:pt x="374" y="374"/>
                  </a:lnTo>
                  <a:lnTo>
                    <a:pt x="467" y="561"/>
                  </a:lnTo>
                  <a:lnTo>
                    <a:pt x="514" y="841"/>
                  </a:lnTo>
                  <a:lnTo>
                    <a:pt x="467" y="1074"/>
                  </a:lnTo>
                  <a:lnTo>
                    <a:pt x="374" y="1307"/>
                  </a:lnTo>
                  <a:lnTo>
                    <a:pt x="234" y="1494"/>
                  </a:lnTo>
                  <a:lnTo>
                    <a:pt x="0" y="1587"/>
                  </a:lnTo>
                  <a:lnTo>
                    <a:pt x="187" y="1634"/>
                  </a:lnTo>
                  <a:lnTo>
                    <a:pt x="327" y="1681"/>
                  </a:lnTo>
                  <a:lnTo>
                    <a:pt x="514" y="1634"/>
                  </a:lnTo>
                  <a:lnTo>
                    <a:pt x="700" y="1587"/>
                  </a:lnTo>
                  <a:lnTo>
                    <a:pt x="840" y="1541"/>
                  </a:lnTo>
                  <a:lnTo>
                    <a:pt x="934" y="1447"/>
                  </a:lnTo>
                  <a:lnTo>
                    <a:pt x="1027" y="1307"/>
                  </a:lnTo>
                  <a:lnTo>
                    <a:pt x="1120" y="1167"/>
                  </a:lnTo>
                  <a:lnTo>
                    <a:pt x="1167" y="981"/>
                  </a:lnTo>
                  <a:lnTo>
                    <a:pt x="1214" y="841"/>
                  </a:lnTo>
                  <a:lnTo>
                    <a:pt x="1167" y="654"/>
                  </a:lnTo>
                  <a:lnTo>
                    <a:pt x="1120" y="514"/>
                  </a:lnTo>
                  <a:lnTo>
                    <a:pt x="1027" y="374"/>
                  </a:lnTo>
                  <a:lnTo>
                    <a:pt x="934" y="234"/>
                  </a:lnTo>
                  <a:lnTo>
                    <a:pt x="840" y="141"/>
                  </a:lnTo>
                  <a:lnTo>
                    <a:pt x="700" y="47"/>
                  </a:lnTo>
                  <a:lnTo>
                    <a:pt x="51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9" name="Google Shape;10989;p79"/>
            <p:cNvSpPr/>
            <p:nvPr/>
          </p:nvSpPr>
          <p:spPr>
            <a:xfrm>
              <a:off x="7115575" y="3275050"/>
              <a:ext cx="29200" cy="42025"/>
            </a:xfrm>
            <a:custGeom>
              <a:rect b="b" l="l" r="r" t="t"/>
              <a:pathLst>
                <a:path extrusionOk="0" h="1681" w="1168">
                  <a:moveTo>
                    <a:pt x="141" y="0"/>
                  </a:moveTo>
                  <a:lnTo>
                    <a:pt x="1" y="47"/>
                  </a:lnTo>
                  <a:lnTo>
                    <a:pt x="187" y="187"/>
                  </a:lnTo>
                  <a:lnTo>
                    <a:pt x="327" y="374"/>
                  </a:lnTo>
                  <a:lnTo>
                    <a:pt x="467" y="560"/>
                  </a:lnTo>
                  <a:lnTo>
                    <a:pt x="467" y="840"/>
                  </a:lnTo>
                  <a:lnTo>
                    <a:pt x="467" y="1074"/>
                  </a:lnTo>
                  <a:lnTo>
                    <a:pt x="327" y="1307"/>
                  </a:lnTo>
                  <a:lnTo>
                    <a:pt x="187" y="1447"/>
                  </a:lnTo>
                  <a:lnTo>
                    <a:pt x="1" y="1587"/>
                  </a:lnTo>
                  <a:lnTo>
                    <a:pt x="141" y="1634"/>
                  </a:lnTo>
                  <a:lnTo>
                    <a:pt x="327" y="1680"/>
                  </a:lnTo>
                  <a:lnTo>
                    <a:pt x="467" y="1634"/>
                  </a:lnTo>
                  <a:lnTo>
                    <a:pt x="654" y="1587"/>
                  </a:lnTo>
                  <a:lnTo>
                    <a:pt x="794" y="1540"/>
                  </a:lnTo>
                  <a:lnTo>
                    <a:pt x="934" y="1400"/>
                  </a:lnTo>
                  <a:lnTo>
                    <a:pt x="1027" y="1307"/>
                  </a:lnTo>
                  <a:lnTo>
                    <a:pt x="1074" y="1167"/>
                  </a:lnTo>
                  <a:lnTo>
                    <a:pt x="1121" y="980"/>
                  </a:lnTo>
                  <a:lnTo>
                    <a:pt x="1167" y="840"/>
                  </a:lnTo>
                  <a:lnTo>
                    <a:pt x="1121" y="654"/>
                  </a:lnTo>
                  <a:lnTo>
                    <a:pt x="1074" y="514"/>
                  </a:lnTo>
                  <a:lnTo>
                    <a:pt x="1027" y="374"/>
                  </a:lnTo>
                  <a:lnTo>
                    <a:pt x="934" y="234"/>
                  </a:lnTo>
                  <a:lnTo>
                    <a:pt x="794" y="140"/>
                  </a:lnTo>
                  <a:lnTo>
                    <a:pt x="654" y="47"/>
                  </a:lnTo>
                  <a:lnTo>
                    <a:pt x="4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0" name="Google Shape;10990;p79"/>
            <p:cNvSpPr/>
            <p:nvPr/>
          </p:nvSpPr>
          <p:spPr>
            <a:xfrm>
              <a:off x="7130750" y="3545725"/>
              <a:ext cx="28025" cy="24525"/>
            </a:xfrm>
            <a:custGeom>
              <a:rect b="b" l="l" r="r" t="t"/>
              <a:pathLst>
                <a:path extrusionOk="0" h="981" w="1121">
                  <a:moveTo>
                    <a:pt x="234" y="0"/>
                  </a:moveTo>
                  <a:lnTo>
                    <a:pt x="94" y="140"/>
                  </a:lnTo>
                  <a:lnTo>
                    <a:pt x="0" y="327"/>
                  </a:lnTo>
                  <a:lnTo>
                    <a:pt x="794" y="934"/>
                  </a:lnTo>
                  <a:lnTo>
                    <a:pt x="934" y="980"/>
                  </a:lnTo>
                  <a:lnTo>
                    <a:pt x="980" y="934"/>
                  </a:lnTo>
                  <a:lnTo>
                    <a:pt x="1074" y="887"/>
                  </a:lnTo>
                  <a:lnTo>
                    <a:pt x="1120" y="794"/>
                  </a:lnTo>
                  <a:lnTo>
                    <a:pt x="1120" y="747"/>
                  </a:lnTo>
                  <a:lnTo>
                    <a:pt x="1074" y="654"/>
                  </a:lnTo>
                  <a:lnTo>
                    <a:pt x="1027" y="607"/>
                  </a:lnTo>
                  <a:lnTo>
                    <a:pt x="23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1" name="Google Shape;10991;p79"/>
            <p:cNvSpPr/>
            <p:nvPr/>
          </p:nvSpPr>
          <p:spPr>
            <a:xfrm>
              <a:off x="7022250" y="3560900"/>
              <a:ext cx="87525" cy="9350"/>
            </a:xfrm>
            <a:custGeom>
              <a:rect b="b" l="l" r="r" t="t"/>
              <a:pathLst>
                <a:path extrusionOk="0" h="374" w="3501">
                  <a:moveTo>
                    <a:pt x="140" y="0"/>
                  </a:moveTo>
                  <a:lnTo>
                    <a:pt x="94" y="47"/>
                  </a:lnTo>
                  <a:lnTo>
                    <a:pt x="47" y="93"/>
                  </a:lnTo>
                  <a:lnTo>
                    <a:pt x="0" y="187"/>
                  </a:lnTo>
                  <a:lnTo>
                    <a:pt x="47" y="280"/>
                  </a:lnTo>
                  <a:lnTo>
                    <a:pt x="94" y="327"/>
                  </a:lnTo>
                  <a:lnTo>
                    <a:pt x="140" y="373"/>
                  </a:lnTo>
                  <a:lnTo>
                    <a:pt x="3360" y="373"/>
                  </a:lnTo>
                  <a:lnTo>
                    <a:pt x="3407" y="327"/>
                  </a:lnTo>
                  <a:lnTo>
                    <a:pt x="3454" y="280"/>
                  </a:lnTo>
                  <a:lnTo>
                    <a:pt x="3500" y="187"/>
                  </a:lnTo>
                  <a:lnTo>
                    <a:pt x="3454" y="93"/>
                  </a:lnTo>
                  <a:lnTo>
                    <a:pt x="3407" y="47"/>
                  </a:lnTo>
                  <a:lnTo>
                    <a:pt x="336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2" name="Google Shape;10992;p79"/>
            <p:cNvSpPr/>
            <p:nvPr/>
          </p:nvSpPr>
          <p:spPr>
            <a:xfrm>
              <a:off x="7198425" y="3559725"/>
              <a:ext cx="86350" cy="10525"/>
            </a:xfrm>
            <a:custGeom>
              <a:rect b="b" l="l" r="r" t="t"/>
              <a:pathLst>
                <a:path extrusionOk="0" h="421" w="3454">
                  <a:moveTo>
                    <a:pt x="93" y="0"/>
                  </a:moveTo>
                  <a:lnTo>
                    <a:pt x="47" y="47"/>
                  </a:lnTo>
                  <a:lnTo>
                    <a:pt x="0" y="140"/>
                  </a:lnTo>
                  <a:lnTo>
                    <a:pt x="0" y="187"/>
                  </a:lnTo>
                  <a:lnTo>
                    <a:pt x="0" y="280"/>
                  </a:lnTo>
                  <a:lnTo>
                    <a:pt x="47" y="327"/>
                  </a:lnTo>
                  <a:lnTo>
                    <a:pt x="93" y="374"/>
                  </a:lnTo>
                  <a:lnTo>
                    <a:pt x="187" y="420"/>
                  </a:lnTo>
                  <a:lnTo>
                    <a:pt x="3267" y="420"/>
                  </a:lnTo>
                  <a:lnTo>
                    <a:pt x="3314" y="374"/>
                  </a:lnTo>
                  <a:lnTo>
                    <a:pt x="3407" y="327"/>
                  </a:lnTo>
                  <a:lnTo>
                    <a:pt x="3454" y="280"/>
                  </a:lnTo>
                  <a:lnTo>
                    <a:pt x="3454" y="187"/>
                  </a:lnTo>
                  <a:lnTo>
                    <a:pt x="3454" y="140"/>
                  </a:lnTo>
                  <a:lnTo>
                    <a:pt x="3407" y="47"/>
                  </a:lnTo>
                  <a:lnTo>
                    <a:pt x="33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93" name="Google Shape;10993;p79"/>
          <p:cNvGrpSpPr/>
          <p:nvPr/>
        </p:nvGrpSpPr>
        <p:grpSpPr>
          <a:xfrm>
            <a:off x="7807850" y="3322875"/>
            <a:ext cx="336025" cy="232200"/>
            <a:chOff x="7738600" y="3322875"/>
            <a:chExt cx="336025" cy="232200"/>
          </a:xfrm>
        </p:grpSpPr>
        <p:sp>
          <p:nvSpPr>
            <p:cNvPr id="10994" name="Google Shape;10994;p79"/>
            <p:cNvSpPr/>
            <p:nvPr/>
          </p:nvSpPr>
          <p:spPr>
            <a:xfrm>
              <a:off x="8012775" y="3374225"/>
              <a:ext cx="19850" cy="47850"/>
            </a:xfrm>
            <a:custGeom>
              <a:rect b="b" l="l" r="r" t="t"/>
              <a:pathLst>
                <a:path extrusionOk="0" h="1914" w="794">
                  <a:moveTo>
                    <a:pt x="1" y="0"/>
                  </a:moveTo>
                  <a:lnTo>
                    <a:pt x="1" y="1634"/>
                  </a:lnTo>
                  <a:lnTo>
                    <a:pt x="421" y="1774"/>
                  </a:lnTo>
                  <a:lnTo>
                    <a:pt x="794" y="1914"/>
                  </a:lnTo>
                  <a:lnTo>
                    <a:pt x="794" y="0"/>
                  </a:lnTo>
                  <a:close/>
                </a:path>
              </a:pathLst>
            </a:custGeom>
            <a:solidFill>
              <a:srgbClr val="E664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5" name="Google Shape;10995;p79"/>
            <p:cNvSpPr/>
            <p:nvPr/>
          </p:nvSpPr>
          <p:spPr>
            <a:xfrm>
              <a:off x="7880950" y="3322875"/>
              <a:ext cx="59525" cy="59525"/>
            </a:xfrm>
            <a:custGeom>
              <a:rect b="b" l="l" r="r" t="t"/>
              <a:pathLst>
                <a:path extrusionOk="0" h="2381" w="2381">
                  <a:moveTo>
                    <a:pt x="1867" y="1"/>
                  </a:moveTo>
                  <a:lnTo>
                    <a:pt x="1587" y="47"/>
                  </a:lnTo>
                  <a:lnTo>
                    <a:pt x="1307" y="141"/>
                  </a:lnTo>
                  <a:lnTo>
                    <a:pt x="980" y="281"/>
                  </a:lnTo>
                  <a:lnTo>
                    <a:pt x="700" y="467"/>
                  </a:lnTo>
                  <a:lnTo>
                    <a:pt x="467" y="607"/>
                  </a:lnTo>
                  <a:lnTo>
                    <a:pt x="280" y="747"/>
                  </a:lnTo>
                  <a:lnTo>
                    <a:pt x="187" y="934"/>
                  </a:lnTo>
                  <a:lnTo>
                    <a:pt x="93" y="1074"/>
                  </a:lnTo>
                  <a:lnTo>
                    <a:pt x="47" y="1261"/>
                  </a:lnTo>
                  <a:lnTo>
                    <a:pt x="0" y="1447"/>
                  </a:lnTo>
                  <a:lnTo>
                    <a:pt x="47" y="1634"/>
                  </a:lnTo>
                  <a:lnTo>
                    <a:pt x="93" y="1821"/>
                  </a:lnTo>
                  <a:lnTo>
                    <a:pt x="187" y="1961"/>
                  </a:lnTo>
                  <a:lnTo>
                    <a:pt x="280" y="2101"/>
                  </a:lnTo>
                  <a:lnTo>
                    <a:pt x="420" y="2241"/>
                  </a:lnTo>
                  <a:lnTo>
                    <a:pt x="560" y="2334"/>
                  </a:lnTo>
                  <a:lnTo>
                    <a:pt x="700" y="2381"/>
                  </a:lnTo>
                  <a:lnTo>
                    <a:pt x="840" y="2381"/>
                  </a:lnTo>
                  <a:lnTo>
                    <a:pt x="933" y="2334"/>
                  </a:lnTo>
                  <a:lnTo>
                    <a:pt x="1073" y="2241"/>
                  </a:lnTo>
                  <a:lnTo>
                    <a:pt x="1353" y="2054"/>
                  </a:lnTo>
                  <a:lnTo>
                    <a:pt x="1727" y="1634"/>
                  </a:lnTo>
                  <a:lnTo>
                    <a:pt x="2100" y="1074"/>
                  </a:lnTo>
                  <a:lnTo>
                    <a:pt x="2287" y="794"/>
                  </a:lnTo>
                  <a:lnTo>
                    <a:pt x="2380" y="514"/>
                  </a:lnTo>
                  <a:lnTo>
                    <a:pt x="2380" y="281"/>
                  </a:lnTo>
                  <a:lnTo>
                    <a:pt x="2380" y="187"/>
                  </a:lnTo>
                  <a:lnTo>
                    <a:pt x="2287" y="94"/>
                  </a:lnTo>
                  <a:lnTo>
                    <a:pt x="2240" y="47"/>
                  </a:lnTo>
                  <a:lnTo>
                    <a:pt x="214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6" name="Google Shape;10996;p79"/>
            <p:cNvSpPr/>
            <p:nvPr/>
          </p:nvSpPr>
          <p:spPr>
            <a:xfrm>
              <a:off x="7840100" y="3322875"/>
              <a:ext cx="57200" cy="60700"/>
            </a:xfrm>
            <a:custGeom>
              <a:rect b="b" l="l" r="r" t="t"/>
              <a:pathLst>
                <a:path extrusionOk="0" h="2428" w="2288">
                  <a:moveTo>
                    <a:pt x="467" y="1"/>
                  </a:moveTo>
                  <a:lnTo>
                    <a:pt x="281" y="47"/>
                  </a:lnTo>
                  <a:lnTo>
                    <a:pt x="141" y="94"/>
                  </a:lnTo>
                  <a:lnTo>
                    <a:pt x="47" y="187"/>
                  </a:lnTo>
                  <a:lnTo>
                    <a:pt x="47" y="281"/>
                  </a:lnTo>
                  <a:lnTo>
                    <a:pt x="1" y="514"/>
                  </a:lnTo>
                  <a:lnTo>
                    <a:pt x="47" y="794"/>
                  </a:lnTo>
                  <a:lnTo>
                    <a:pt x="187" y="1121"/>
                  </a:lnTo>
                  <a:lnTo>
                    <a:pt x="281" y="1401"/>
                  </a:lnTo>
                  <a:lnTo>
                    <a:pt x="467" y="1727"/>
                  </a:lnTo>
                  <a:lnTo>
                    <a:pt x="607" y="1961"/>
                  </a:lnTo>
                  <a:lnTo>
                    <a:pt x="794" y="2101"/>
                  </a:lnTo>
                  <a:lnTo>
                    <a:pt x="934" y="2241"/>
                  </a:lnTo>
                  <a:lnTo>
                    <a:pt x="1074" y="2334"/>
                  </a:lnTo>
                  <a:lnTo>
                    <a:pt x="1261" y="2381"/>
                  </a:lnTo>
                  <a:lnTo>
                    <a:pt x="1447" y="2427"/>
                  </a:lnTo>
                  <a:lnTo>
                    <a:pt x="1634" y="2381"/>
                  </a:lnTo>
                  <a:lnTo>
                    <a:pt x="1821" y="2334"/>
                  </a:lnTo>
                  <a:lnTo>
                    <a:pt x="1961" y="2241"/>
                  </a:lnTo>
                  <a:lnTo>
                    <a:pt x="2147" y="2101"/>
                  </a:lnTo>
                  <a:lnTo>
                    <a:pt x="2241" y="1961"/>
                  </a:lnTo>
                  <a:lnTo>
                    <a:pt x="2287" y="1821"/>
                  </a:lnTo>
                  <a:lnTo>
                    <a:pt x="2287" y="1681"/>
                  </a:lnTo>
                  <a:lnTo>
                    <a:pt x="2287" y="1541"/>
                  </a:lnTo>
                  <a:lnTo>
                    <a:pt x="2101" y="1261"/>
                  </a:lnTo>
                  <a:lnTo>
                    <a:pt x="1867" y="934"/>
                  </a:lnTo>
                  <a:lnTo>
                    <a:pt x="1587" y="701"/>
                  </a:lnTo>
                  <a:lnTo>
                    <a:pt x="1261" y="374"/>
                  </a:lnTo>
                  <a:lnTo>
                    <a:pt x="887" y="94"/>
                  </a:lnTo>
                  <a:lnTo>
                    <a:pt x="654" y="47"/>
                  </a:lnTo>
                  <a:lnTo>
                    <a:pt x="46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7" name="Google Shape;10997;p79"/>
            <p:cNvSpPr/>
            <p:nvPr/>
          </p:nvSpPr>
          <p:spPr>
            <a:xfrm>
              <a:off x="7844775" y="3322875"/>
              <a:ext cx="56025" cy="59525"/>
            </a:xfrm>
            <a:custGeom>
              <a:rect b="b" l="l" r="r" t="t"/>
              <a:pathLst>
                <a:path extrusionOk="0" h="2381" w="2241">
                  <a:moveTo>
                    <a:pt x="187" y="1"/>
                  </a:moveTo>
                  <a:lnTo>
                    <a:pt x="0" y="47"/>
                  </a:lnTo>
                  <a:lnTo>
                    <a:pt x="374" y="187"/>
                  </a:lnTo>
                  <a:lnTo>
                    <a:pt x="747" y="374"/>
                  </a:lnTo>
                  <a:lnTo>
                    <a:pt x="1027" y="561"/>
                  </a:lnTo>
                  <a:lnTo>
                    <a:pt x="1260" y="747"/>
                  </a:lnTo>
                  <a:lnTo>
                    <a:pt x="1400" y="934"/>
                  </a:lnTo>
                  <a:lnTo>
                    <a:pt x="1494" y="1074"/>
                  </a:lnTo>
                  <a:lnTo>
                    <a:pt x="1540" y="1261"/>
                  </a:lnTo>
                  <a:lnTo>
                    <a:pt x="1540" y="1447"/>
                  </a:lnTo>
                  <a:lnTo>
                    <a:pt x="1540" y="1634"/>
                  </a:lnTo>
                  <a:lnTo>
                    <a:pt x="1494" y="1821"/>
                  </a:lnTo>
                  <a:lnTo>
                    <a:pt x="1400" y="1961"/>
                  </a:lnTo>
                  <a:lnTo>
                    <a:pt x="1260" y="2101"/>
                  </a:lnTo>
                  <a:lnTo>
                    <a:pt x="1120" y="2241"/>
                  </a:lnTo>
                  <a:lnTo>
                    <a:pt x="934" y="2334"/>
                  </a:lnTo>
                  <a:lnTo>
                    <a:pt x="1214" y="2381"/>
                  </a:lnTo>
                  <a:lnTo>
                    <a:pt x="1447" y="2381"/>
                  </a:lnTo>
                  <a:lnTo>
                    <a:pt x="1727" y="2287"/>
                  </a:lnTo>
                  <a:lnTo>
                    <a:pt x="1960" y="2101"/>
                  </a:lnTo>
                  <a:lnTo>
                    <a:pt x="2054" y="1961"/>
                  </a:lnTo>
                  <a:lnTo>
                    <a:pt x="2147" y="1821"/>
                  </a:lnTo>
                  <a:lnTo>
                    <a:pt x="2194" y="1634"/>
                  </a:lnTo>
                  <a:lnTo>
                    <a:pt x="2240" y="1447"/>
                  </a:lnTo>
                  <a:lnTo>
                    <a:pt x="2194" y="1261"/>
                  </a:lnTo>
                  <a:lnTo>
                    <a:pt x="2147" y="1074"/>
                  </a:lnTo>
                  <a:lnTo>
                    <a:pt x="2054" y="934"/>
                  </a:lnTo>
                  <a:lnTo>
                    <a:pt x="1960" y="747"/>
                  </a:lnTo>
                  <a:lnTo>
                    <a:pt x="1540" y="467"/>
                  </a:lnTo>
                  <a:lnTo>
                    <a:pt x="980" y="187"/>
                  </a:lnTo>
                  <a:lnTo>
                    <a:pt x="700" y="94"/>
                  </a:lnTo>
                  <a:lnTo>
                    <a:pt x="42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8" name="Google Shape;10998;p79"/>
            <p:cNvSpPr/>
            <p:nvPr/>
          </p:nvSpPr>
          <p:spPr>
            <a:xfrm>
              <a:off x="7897275" y="3322875"/>
              <a:ext cx="44350" cy="59525"/>
            </a:xfrm>
            <a:custGeom>
              <a:rect b="b" l="l" r="r" t="t"/>
              <a:pathLst>
                <a:path extrusionOk="0" h="2381" w="1774">
                  <a:moveTo>
                    <a:pt x="1120" y="1"/>
                  </a:moveTo>
                  <a:lnTo>
                    <a:pt x="934" y="47"/>
                  </a:lnTo>
                  <a:lnTo>
                    <a:pt x="980" y="94"/>
                  </a:lnTo>
                  <a:lnTo>
                    <a:pt x="1027" y="187"/>
                  </a:lnTo>
                  <a:lnTo>
                    <a:pt x="1074" y="281"/>
                  </a:lnTo>
                  <a:lnTo>
                    <a:pt x="1074" y="514"/>
                  </a:lnTo>
                  <a:lnTo>
                    <a:pt x="1027" y="794"/>
                  </a:lnTo>
                  <a:lnTo>
                    <a:pt x="934" y="1121"/>
                  </a:lnTo>
                  <a:lnTo>
                    <a:pt x="794" y="1401"/>
                  </a:lnTo>
                  <a:lnTo>
                    <a:pt x="654" y="1727"/>
                  </a:lnTo>
                  <a:lnTo>
                    <a:pt x="467" y="1961"/>
                  </a:lnTo>
                  <a:lnTo>
                    <a:pt x="327" y="2101"/>
                  </a:lnTo>
                  <a:lnTo>
                    <a:pt x="187" y="2241"/>
                  </a:lnTo>
                  <a:lnTo>
                    <a:pt x="0" y="2334"/>
                  </a:lnTo>
                  <a:lnTo>
                    <a:pt x="234" y="2381"/>
                  </a:lnTo>
                  <a:lnTo>
                    <a:pt x="514" y="2381"/>
                  </a:lnTo>
                  <a:lnTo>
                    <a:pt x="794" y="2287"/>
                  </a:lnTo>
                  <a:lnTo>
                    <a:pt x="1027" y="2101"/>
                  </a:lnTo>
                  <a:lnTo>
                    <a:pt x="1167" y="1961"/>
                  </a:lnTo>
                  <a:lnTo>
                    <a:pt x="1307" y="1727"/>
                  </a:lnTo>
                  <a:lnTo>
                    <a:pt x="1494" y="1401"/>
                  </a:lnTo>
                  <a:lnTo>
                    <a:pt x="1634" y="1121"/>
                  </a:lnTo>
                  <a:lnTo>
                    <a:pt x="1727" y="794"/>
                  </a:lnTo>
                  <a:lnTo>
                    <a:pt x="1774" y="514"/>
                  </a:lnTo>
                  <a:lnTo>
                    <a:pt x="1774" y="281"/>
                  </a:lnTo>
                  <a:lnTo>
                    <a:pt x="1727" y="187"/>
                  </a:lnTo>
                  <a:lnTo>
                    <a:pt x="1634" y="94"/>
                  </a:lnTo>
                  <a:lnTo>
                    <a:pt x="1540" y="47"/>
                  </a:lnTo>
                  <a:lnTo>
                    <a:pt x="13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9" name="Google Shape;10999;p79"/>
            <p:cNvSpPr/>
            <p:nvPr/>
          </p:nvSpPr>
          <p:spPr>
            <a:xfrm>
              <a:off x="7749100" y="3374225"/>
              <a:ext cx="283525" cy="149350"/>
            </a:xfrm>
            <a:custGeom>
              <a:rect b="b" l="l" r="r" t="t"/>
              <a:pathLst>
                <a:path extrusionOk="0" h="5974" w="11341">
                  <a:moveTo>
                    <a:pt x="11341" y="0"/>
                  </a:moveTo>
                  <a:lnTo>
                    <a:pt x="1401" y="934"/>
                  </a:lnTo>
                  <a:lnTo>
                    <a:pt x="1027" y="980"/>
                  </a:lnTo>
                  <a:lnTo>
                    <a:pt x="561" y="1120"/>
                  </a:lnTo>
                  <a:lnTo>
                    <a:pt x="327" y="1167"/>
                  </a:lnTo>
                  <a:lnTo>
                    <a:pt x="141" y="1260"/>
                  </a:lnTo>
                  <a:lnTo>
                    <a:pt x="47" y="1400"/>
                  </a:lnTo>
                  <a:lnTo>
                    <a:pt x="1" y="1540"/>
                  </a:lnTo>
                  <a:lnTo>
                    <a:pt x="1" y="5974"/>
                  </a:lnTo>
                  <a:lnTo>
                    <a:pt x="11341" y="5974"/>
                  </a:lnTo>
                  <a:lnTo>
                    <a:pt x="1134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0" name="Google Shape;11000;p79"/>
            <p:cNvSpPr/>
            <p:nvPr/>
          </p:nvSpPr>
          <p:spPr>
            <a:xfrm>
              <a:off x="7749100" y="3374225"/>
              <a:ext cx="283525" cy="50175"/>
            </a:xfrm>
            <a:custGeom>
              <a:rect b="b" l="l" r="r" t="t"/>
              <a:pathLst>
                <a:path extrusionOk="0" h="2007" w="11341">
                  <a:moveTo>
                    <a:pt x="654" y="0"/>
                  </a:moveTo>
                  <a:lnTo>
                    <a:pt x="374" y="47"/>
                  </a:lnTo>
                  <a:lnTo>
                    <a:pt x="187" y="187"/>
                  </a:lnTo>
                  <a:lnTo>
                    <a:pt x="47" y="373"/>
                  </a:lnTo>
                  <a:lnTo>
                    <a:pt x="1" y="654"/>
                  </a:lnTo>
                  <a:lnTo>
                    <a:pt x="1" y="1540"/>
                  </a:lnTo>
                  <a:lnTo>
                    <a:pt x="234" y="1587"/>
                  </a:lnTo>
                  <a:lnTo>
                    <a:pt x="467" y="1634"/>
                  </a:lnTo>
                  <a:lnTo>
                    <a:pt x="887" y="1820"/>
                  </a:lnTo>
                  <a:lnTo>
                    <a:pt x="1354" y="1960"/>
                  </a:lnTo>
                  <a:lnTo>
                    <a:pt x="1634" y="2007"/>
                  </a:lnTo>
                  <a:lnTo>
                    <a:pt x="2427" y="2007"/>
                  </a:lnTo>
                  <a:lnTo>
                    <a:pt x="2754" y="1960"/>
                  </a:lnTo>
                  <a:lnTo>
                    <a:pt x="3034" y="1867"/>
                  </a:lnTo>
                  <a:lnTo>
                    <a:pt x="3267" y="1774"/>
                  </a:lnTo>
                  <a:lnTo>
                    <a:pt x="3501" y="1680"/>
                  </a:lnTo>
                  <a:lnTo>
                    <a:pt x="3781" y="1587"/>
                  </a:lnTo>
                  <a:lnTo>
                    <a:pt x="4107" y="1494"/>
                  </a:lnTo>
                  <a:lnTo>
                    <a:pt x="4947" y="1494"/>
                  </a:lnTo>
                  <a:lnTo>
                    <a:pt x="5274" y="1587"/>
                  </a:lnTo>
                  <a:lnTo>
                    <a:pt x="5554" y="1680"/>
                  </a:lnTo>
                  <a:lnTo>
                    <a:pt x="5834" y="1774"/>
                  </a:lnTo>
                  <a:lnTo>
                    <a:pt x="6067" y="1867"/>
                  </a:lnTo>
                  <a:lnTo>
                    <a:pt x="6347" y="1960"/>
                  </a:lnTo>
                  <a:lnTo>
                    <a:pt x="6674" y="2007"/>
                  </a:lnTo>
                  <a:lnTo>
                    <a:pt x="7514" y="2007"/>
                  </a:lnTo>
                  <a:lnTo>
                    <a:pt x="7841" y="1960"/>
                  </a:lnTo>
                  <a:lnTo>
                    <a:pt x="8121" y="1867"/>
                  </a:lnTo>
                  <a:lnTo>
                    <a:pt x="8354" y="1774"/>
                  </a:lnTo>
                  <a:lnTo>
                    <a:pt x="8588" y="1680"/>
                  </a:lnTo>
                  <a:lnTo>
                    <a:pt x="8868" y="1587"/>
                  </a:lnTo>
                  <a:lnTo>
                    <a:pt x="9194" y="1494"/>
                  </a:lnTo>
                  <a:lnTo>
                    <a:pt x="9614" y="1494"/>
                  </a:lnTo>
                  <a:lnTo>
                    <a:pt x="10174" y="1540"/>
                  </a:lnTo>
                  <a:lnTo>
                    <a:pt x="10548" y="1634"/>
                  </a:lnTo>
                  <a:lnTo>
                    <a:pt x="10641" y="1634"/>
                  </a:lnTo>
                  <a:lnTo>
                    <a:pt x="10688" y="1587"/>
                  </a:lnTo>
                  <a:lnTo>
                    <a:pt x="10734" y="1540"/>
                  </a:lnTo>
                  <a:lnTo>
                    <a:pt x="10828" y="1540"/>
                  </a:lnTo>
                  <a:lnTo>
                    <a:pt x="10921" y="1634"/>
                  </a:lnTo>
                  <a:lnTo>
                    <a:pt x="11061" y="1727"/>
                  </a:lnTo>
                  <a:lnTo>
                    <a:pt x="11201" y="1867"/>
                  </a:lnTo>
                  <a:lnTo>
                    <a:pt x="11341" y="1914"/>
                  </a:lnTo>
                  <a:lnTo>
                    <a:pt x="11341" y="0"/>
                  </a:lnTo>
                  <a:lnTo>
                    <a:pt x="10874" y="420"/>
                  </a:lnTo>
                  <a:lnTo>
                    <a:pt x="1054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1" name="Google Shape;11001;p79"/>
            <p:cNvSpPr/>
            <p:nvPr/>
          </p:nvSpPr>
          <p:spPr>
            <a:xfrm>
              <a:off x="8012775" y="3374225"/>
              <a:ext cx="19850" cy="47850"/>
            </a:xfrm>
            <a:custGeom>
              <a:rect b="b" l="l" r="r" t="t"/>
              <a:pathLst>
                <a:path extrusionOk="0" h="1914" w="794">
                  <a:moveTo>
                    <a:pt x="1" y="0"/>
                  </a:moveTo>
                  <a:lnTo>
                    <a:pt x="1" y="1634"/>
                  </a:lnTo>
                  <a:lnTo>
                    <a:pt x="421" y="1774"/>
                  </a:lnTo>
                  <a:lnTo>
                    <a:pt x="794" y="1914"/>
                  </a:lnTo>
                  <a:lnTo>
                    <a:pt x="7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2" name="Google Shape;11002;p79"/>
            <p:cNvSpPr/>
            <p:nvPr/>
          </p:nvSpPr>
          <p:spPr>
            <a:xfrm>
              <a:off x="7738600" y="3354375"/>
              <a:ext cx="332525" cy="200700"/>
            </a:xfrm>
            <a:custGeom>
              <a:rect b="b" l="l" r="r" t="t"/>
              <a:pathLst>
                <a:path extrusionOk="0" h="8028" w="13301">
                  <a:moveTo>
                    <a:pt x="11808" y="1"/>
                  </a:moveTo>
                  <a:lnTo>
                    <a:pt x="11668" y="47"/>
                  </a:lnTo>
                  <a:lnTo>
                    <a:pt x="11574" y="94"/>
                  </a:lnTo>
                  <a:lnTo>
                    <a:pt x="11528" y="187"/>
                  </a:lnTo>
                  <a:lnTo>
                    <a:pt x="11481" y="327"/>
                  </a:lnTo>
                  <a:lnTo>
                    <a:pt x="11481" y="5974"/>
                  </a:lnTo>
                  <a:lnTo>
                    <a:pt x="11481" y="6068"/>
                  </a:lnTo>
                  <a:lnTo>
                    <a:pt x="327" y="6068"/>
                  </a:lnTo>
                  <a:lnTo>
                    <a:pt x="234" y="6114"/>
                  </a:lnTo>
                  <a:lnTo>
                    <a:pt x="94" y="6161"/>
                  </a:lnTo>
                  <a:lnTo>
                    <a:pt x="47" y="6301"/>
                  </a:lnTo>
                  <a:lnTo>
                    <a:pt x="1" y="6394"/>
                  </a:lnTo>
                  <a:lnTo>
                    <a:pt x="1" y="7701"/>
                  </a:lnTo>
                  <a:lnTo>
                    <a:pt x="47" y="7841"/>
                  </a:lnTo>
                  <a:lnTo>
                    <a:pt x="94" y="7934"/>
                  </a:lnTo>
                  <a:lnTo>
                    <a:pt x="234" y="8028"/>
                  </a:lnTo>
                  <a:lnTo>
                    <a:pt x="13208" y="8028"/>
                  </a:lnTo>
                  <a:lnTo>
                    <a:pt x="13254" y="7934"/>
                  </a:lnTo>
                  <a:lnTo>
                    <a:pt x="13301" y="7654"/>
                  </a:lnTo>
                  <a:lnTo>
                    <a:pt x="13161" y="607"/>
                  </a:lnTo>
                  <a:lnTo>
                    <a:pt x="13208" y="234"/>
                  </a:lnTo>
                  <a:lnTo>
                    <a:pt x="13208" y="47"/>
                  </a:lnTo>
                  <a:lnTo>
                    <a:pt x="131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3" name="Google Shape;11003;p79"/>
            <p:cNvSpPr/>
            <p:nvPr/>
          </p:nvSpPr>
          <p:spPr>
            <a:xfrm>
              <a:off x="8050100" y="3354375"/>
              <a:ext cx="24525" cy="200700"/>
            </a:xfrm>
            <a:custGeom>
              <a:rect b="b" l="l" r="r" t="t"/>
              <a:pathLst>
                <a:path extrusionOk="0" h="8028" w="981">
                  <a:moveTo>
                    <a:pt x="1" y="1"/>
                  </a:moveTo>
                  <a:lnTo>
                    <a:pt x="141" y="47"/>
                  </a:lnTo>
                  <a:lnTo>
                    <a:pt x="234" y="94"/>
                  </a:lnTo>
                  <a:lnTo>
                    <a:pt x="281" y="187"/>
                  </a:lnTo>
                  <a:lnTo>
                    <a:pt x="328" y="327"/>
                  </a:lnTo>
                  <a:lnTo>
                    <a:pt x="328" y="7701"/>
                  </a:lnTo>
                  <a:lnTo>
                    <a:pt x="281" y="7841"/>
                  </a:lnTo>
                  <a:lnTo>
                    <a:pt x="234" y="7934"/>
                  </a:lnTo>
                  <a:lnTo>
                    <a:pt x="141" y="8028"/>
                  </a:lnTo>
                  <a:lnTo>
                    <a:pt x="794" y="8028"/>
                  </a:lnTo>
                  <a:lnTo>
                    <a:pt x="888" y="7934"/>
                  </a:lnTo>
                  <a:lnTo>
                    <a:pt x="981" y="7841"/>
                  </a:lnTo>
                  <a:lnTo>
                    <a:pt x="981" y="7701"/>
                  </a:lnTo>
                  <a:lnTo>
                    <a:pt x="981" y="327"/>
                  </a:lnTo>
                  <a:lnTo>
                    <a:pt x="981" y="187"/>
                  </a:lnTo>
                  <a:lnTo>
                    <a:pt x="888" y="94"/>
                  </a:lnTo>
                  <a:lnTo>
                    <a:pt x="794" y="47"/>
                  </a:lnTo>
                  <a:lnTo>
                    <a:pt x="65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04" name="Google Shape;11004;p79"/>
          <p:cNvGrpSpPr/>
          <p:nvPr/>
        </p:nvGrpSpPr>
        <p:grpSpPr>
          <a:xfrm>
            <a:off x="1000125" y="3966900"/>
            <a:ext cx="336025" cy="336025"/>
            <a:chOff x="930875" y="3966900"/>
            <a:chExt cx="336025" cy="336025"/>
          </a:xfrm>
        </p:grpSpPr>
        <p:sp>
          <p:nvSpPr>
            <p:cNvPr id="11005" name="Google Shape;11005;p79"/>
            <p:cNvSpPr/>
            <p:nvPr/>
          </p:nvSpPr>
          <p:spPr>
            <a:xfrm>
              <a:off x="930875" y="4042750"/>
              <a:ext cx="330200" cy="184350"/>
            </a:xfrm>
            <a:custGeom>
              <a:rect b="b" l="l" r="r" t="t"/>
              <a:pathLst>
                <a:path extrusionOk="0" h="7374" w="13208">
                  <a:moveTo>
                    <a:pt x="3873" y="0"/>
                  </a:moveTo>
                  <a:lnTo>
                    <a:pt x="3593" y="47"/>
                  </a:lnTo>
                  <a:lnTo>
                    <a:pt x="3313" y="93"/>
                  </a:lnTo>
                  <a:lnTo>
                    <a:pt x="3033" y="233"/>
                  </a:lnTo>
                  <a:lnTo>
                    <a:pt x="2800" y="420"/>
                  </a:lnTo>
                  <a:lnTo>
                    <a:pt x="2613" y="653"/>
                  </a:lnTo>
                  <a:lnTo>
                    <a:pt x="2473" y="933"/>
                  </a:lnTo>
                  <a:lnTo>
                    <a:pt x="2427" y="1213"/>
                  </a:lnTo>
                  <a:lnTo>
                    <a:pt x="2380" y="1493"/>
                  </a:lnTo>
                  <a:lnTo>
                    <a:pt x="2380" y="3407"/>
                  </a:lnTo>
                  <a:lnTo>
                    <a:pt x="2380" y="3547"/>
                  </a:lnTo>
                  <a:lnTo>
                    <a:pt x="2333" y="3687"/>
                  </a:lnTo>
                  <a:lnTo>
                    <a:pt x="2147" y="3920"/>
                  </a:lnTo>
                  <a:lnTo>
                    <a:pt x="1913" y="4060"/>
                  </a:lnTo>
                  <a:lnTo>
                    <a:pt x="1773" y="4107"/>
                  </a:lnTo>
                  <a:lnTo>
                    <a:pt x="1633" y="4153"/>
                  </a:lnTo>
                  <a:lnTo>
                    <a:pt x="1307" y="4153"/>
                  </a:lnTo>
                  <a:lnTo>
                    <a:pt x="1027" y="4247"/>
                  </a:lnTo>
                  <a:lnTo>
                    <a:pt x="747" y="4433"/>
                  </a:lnTo>
                  <a:lnTo>
                    <a:pt x="513" y="4620"/>
                  </a:lnTo>
                  <a:lnTo>
                    <a:pt x="280" y="4853"/>
                  </a:lnTo>
                  <a:lnTo>
                    <a:pt x="140" y="5134"/>
                  </a:lnTo>
                  <a:lnTo>
                    <a:pt x="47" y="5414"/>
                  </a:lnTo>
                  <a:lnTo>
                    <a:pt x="0" y="5740"/>
                  </a:lnTo>
                  <a:lnTo>
                    <a:pt x="47" y="6067"/>
                  </a:lnTo>
                  <a:lnTo>
                    <a:pt x="140" y="6394"/>
                  </a:lnTo>
                  <a:lnTo>
                    <a:pt x="280" y="6674"/>
                  </a:lnTo>
                  <a:lnTo>
                    <a:pt x="513" y="6907"/>
                  </a:lnTo>
                  <a:lnTo>
                    <a:pt x="747" y="7094"/>
                  </a:lnTo>
                  <a:lnTo>
                    <a:pt x="1027" y="7234"/>
                  </a:lnTo>
                  <a:lnTo>
                    <a:pt x="1307" y="7327"/>
                  </a:lnTo>
                  <a:lnTo>
                    <a:pt x="1633" y="7374"/>
                  </a:lnTo>
                  <a:lnTo>
                    <a:pt x="10314" y="7374"/>
                  </a:lnTo>
                  <a:lnTo>
                    <a:pt x="10454" y="7327"/>
                  </a:lnTo>
                  <a:lnTo>
                    <a:pt x="10780" y="7187"/>
                  </a:lnTo>
                  <a:lnTo>
                    <a:pt x="11014" y="6954"/>
                  </a:lnTo>
                  <a:lnTo>
                    <a:pt x="11200" y="6720"/>
                  </a:lnTo>
                  <a:lnTo>
                    <a:pt x="11387" y="6440"/>
                  </a:lnTo>
                  <a:lnTo>
                    <a:pt x="11480" y="6160"/>
                  </a:lnTo>
                  <a:lnTo>
                    <a:pt x="11574" y="5880"/>
                  </a:lnTo>
                  <a:lnTo>
                    <a:pt x="11620" y="5694"/>
                  </a:lnTo>
                  <a:lnTo>
                    <a:pt x="11760" y="2613"/>
                  </a:lnTo>
                  <a:lnTo>
                    <a:pt x="11807" y="2333"/>
                  </a:lnTo>
                  <a:lnTo>
                    <a:pt x="11947" y="2147"/>
                  </a:lnTo>
                  <a:lnTo>
                    <a:pt x="12134" y="1960"/>
                  </a:lnTo>
                  <a:lnTo>
                    <a:pt x="12274" y="1913"/>
                  </a:lnTo>
                  <a:lnTo>
                    <a:pt x="12414" y="1913"/>
                  </a:lnTo>
                  <a:lnTo>
                    <a:pt x="13207" y="887"/>
                  </a:lnTo>
                  <a:lnTo>
                    <a:pt x="13160" y="560"/>
                  </a:lnTo>
                  <a:lnTo>
                    <a:pt x="13114" y="373"/>
                  </a:lnTo>
                  <a:lnTo>
                    <a:pt x="13020" y="233"/>
                  </a:lnTo>
                  <a:lnTo>
                    <a:pt x="12927" y="140"/>
                  </a:lnTo>
                  <a:lnTo>
                    <a:pt x="12787" y="47"/>
                  </a:lnTo>
                  <a:lnTo>
                    <a:pt x="1264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6" name="Google Shape;11006;p79"/>
            <p:cNvSpPr/>
            <p:nvPr/>
          </p:nvSpPr>
          <p:spPr>
            <a:xfrm>
              <a:off x="1166525" y="4042750"/>
              <a:ext cx="100375" cy="184350"/>
            </a:xfrm>
            <a:custGeom>
              <a:rect b="b" l="l" r="r" t="t"/>
              <a:pathLst>
                <a:path extrusionOk="0" h="7374" w="4015">
                  <a:moveTo>
                    <a:pt x="2521" y="0"/>
                  </a:moveTo>
                  <a:lnTo>
                    <a:pt x="2708" y="93"/>
                  </a:lnTo>
                  <a:lnTo>
                    <a:pt x="2894" y="140"/>
                  </a:lnTo>
                  <a:lnTo>
                    <a:pt x="3034" y="280"/>
                  </a:lnTo>
                  <a:lnTo>
                    <a:pt x="3174" y="420"/>
                  </a:lnTo>
                  <a:lnTo>
                    <a:pt x="3268" y="607"/>
                  </a:lnTo>
                  <a:lnTo>
                    <a:pt x="3314" y="793"/>
                  </a:lnTo>
                  <a:lnTo>
                    <a:pt x="3314" y="980"/>
                  </a:lnTo>
                  <a:lnTo>
                    <a:pt x="3314" y="1167"/>
                  </a:lnTo>
                  <a:lnTo>
                    <a:pt x="3268" y="1353"/>
                  </a:lnTo>
                  <a:lnTo>
                    <a:pt x="3174" y="1540"/>
                  </a:lnTo>
                  <a:lnTo>
                    <a:pt x="3034" y="1680"/>
                  </a:lnTo>
                  <a:lnTo>
                    <a:pt x="2894" y="1820"/>
                  </a:lnTo>
                  <a:lnTo>
                    <a:pt x="2708" y="1913"/>
                  </a:lnTo>
                  <a:lnTo>
                    <a:pt x="2521" y="1960"/>
                  </a:lnTo>
                  <a:lnTo>
                    <a:pt x="2334" y="1960"/>
                  </a:lnTo>
                  <a:lnTo>
                    <a:pt x="2101" y="2007"/>
                  </a:lnTo>
                  <a:lnTo>
                    <a:pt x="1868" y="2147"/>
                  </a:lnTo>
                  <a:lnTo>
                    <a:pt x="1728" y="2380"/>
                  </a:lnTo>
                  <a:lnTo>
                    <a:pt x="1681" y="2613"/>
                  </a:lnTo>
                  <a:lnTo>
                    <a:pt x="1681" y="5694"/>
                  </a:lnTo>
                  <a:lnTo>
                    <a:pt x="1681" y="6020"/>
                  </a:lnTo>
                  <a:lnTo>
                    <a:pt x="1588" y="6347"/>
                  </a:lnTo>
                  <a:lnTo>
                    <a:pt x="1401" y="6627"/>
                  </a:lnTo>
                  <a:lnTo>
                    <a:pt x="1214" y="6907"/>
                  </a:lnTo>
                  <a:lnTo>
                    <a:pt x="981" y="7094"/>
                  </a:lnTo>
                  <a:lnTo>
                    <a:pt x="654" y="7234"/>
                  </a:lnTo>
                  <a:lnTo>
                    <a:pt x="374" y="7327"/>
                  </a:lnTo>
                  <a:lnTo>
                    <a:pt x="1" y="7374"/>
                  </a:lnTo>
                  <a:lnTo>
                    <a:pt x="701" y="7374"/>
                  </a:lnTo>
                  <a:lnTo>
                    <a:pt x="1028" y="7327"/>
                  </a:lnTo>
                  <a:lnTo>
                    <a:pt x="1354" y="7234"/>
                  </a:lnTo>
                  <a:lnTo>
                    <a:pt x="1634" y="7094"/>
                  </a:lnTo>
                  <a:lnTo>
                    <a:pt x="1868" y="6907"/>
                  </a:lnTo>
                  <a:lnTo>
                    <a:pt x="2101" y="6627"/>
                  </a:lnTo>
                  <a:lnTo>
                    <a:pt x="2241" y="6347"/>
                  </a:lnTo>
                  <a:lnTo>
                    <a:pt x="2334" y="6020"/>
                  </a:lnTo>
                  <a:lnTo>
                    <a:pt x="2381" y="5694"/>
                  </a:lnTo>
                  <a:lnTo>
                    <a:pt x="2381" y="2613"/>
                  </a:lnTo>
                  <a:lnTo>
                    <a:pt x="2428" y="2380"/>
                  </a:lnTo>
                  <a:lnTo>
                    <a:pt x="2568" y="2147"/>
                  </a:lnTo>
                  <a:lnTo>
                    <a:pt x="2754" y="2007"/>
                  </a:lnTo>
                  <a:lnTo>
                    <a:pt x="3034" y="1960"/>
                  </a:lnTo>
                  <a:lnTo>
                    <a:pt x="3221" y="1960"/>
                  </a:lnTo>
                  <a:lnTo>
                    <a:pt x="3408" y="1913"/>
                  </a:lnTo>
                  <a:lnTo>
                    <a:pt x="3548" y="1820"/>
                  </a:lnTo>
                  <a:lnTo>
                    <a:pt x="3734" y="1680"/>
                  </a:lnTo>
                  <a:lnTo>
                    <a:pt x="3828" y="1540"/>
                  </a:lnTo>
                  <a:lnTo>
                    <a:pt x="3921" y="1353"/>
                  </a:lnTo>
                  <a:lnTo>
                    <a:pt x="3968" y="1167"/>
                  </a:lnTo>
                  <a:lnTo>
                    <a:pt x="4014" y="980"/>
                  </a:lnTo>
                  <a:lnTo>
                    <a:pt x="3968" y="793"/>
                  </a:lnTo>
                  <a:lnTo>
                    <a:pt x="3921" y="607"/>
                  </a:lnTo>
                  <a:lnTo>
                    <a:pt x="3828" y="420"/>
                  </a:lnTo>
                  <a:lnTo>
                    <a:pt x="3734" y="280"/>
                  </a:lnTo>
                  <a:lnTo>
                    <a:pt x="3548" y="140"/>
                  </a:lnTo>
                  <a:lnTo>
                    <a:pt x="3408" y="93"/>
                  </a:lnTo>
                  <a:lnTo>
                    <a:pt x="322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7" name="Google Shape;11007;p79"/>
            <p:cNvSpPr/>
            <p:nvPr/>
          </p:nvSpPr>
          <p:spPr>
            <a:xfrm>
              <a:off x="1075525" y="3966900"/>
              <a:ext cx="38525" cy="336025"/>
            </a:xfrm>
            <a:custGeom>
              <a:rect b="b" l="l" r="r" t="t"/>
              <a:pathLst>
                <a:path extrusionOk="0" h="13441" w="1541">
                  <a:moveTo>
                    <a:pt x="748" y="1"/>
                  </a:moveTo>
                  <a:lnTo>
                    <a:pt x="561" y="94"/>
                  </a:lnTo>
                  <a:lnTo>
                    <a:pt x="421" y="141"/>
                  </a:lnTo>
                  <a:lnTo>
                    <a:pt x="281" y="281"/>
                  </a:lnTo>
                  <a:lnTo>
                    <a:pt x="141" y="421"/>
                  </a:lnTo>
                  <a:lnTo>
                    <a:pt x="94" y="561"/>
                  </a:lnTo>
                  <a:lnTo>
                    <a:pt x="1" y="747"/>
                  </a:lnTo>
                  <a:lnTo>
                    <a:pt x="1" y="934"/>
                  </a:lnTo>
                  <a:lnTo>
                    <a:pt x="1" y="12508"/>
                  </a:lnTo>
                  <a:lnTo>
                    <a:pt x="1" y="12694"/>
                  </a:lnTo>
                  <a:lnTo>
                    <a:pt x="48" y="12881"/>
                  </a:lnTo>
                  <a:lnTo>
                    <a:pt x="141" y="13021"/>
                  </a:lnTo>
                  <a:lnTo>
                    <a:pt x="281" y="13161"/>
                  </a:lnTo>
                  <a:lnTo>
                    <a:pt x="421" y="13301"/>
                  </a:lnTo>
                  <a:lnTo>
                    <a:pt x="561" y="13348"/>
                  </a:lnTo>
                  <a:lnTo>
                    <a:pt x="748" y="13441"/>
                  </a:lnTo>
                  <a:lnTo>
                    <a:pt x="934" y="13441"/>
                  </a:lnTo>
                  <a:lnTo>
                    <a:pt x="1074" y="13394"/>
                  </a:lnTo>
                  <a:lnTo>
                    <a:pt x="1214" y="13348"/>
                  </a:lnTo>
                  <a:lnTo>
                    <a:pt x="1354" y="13254"/>
                  </a:lnTo>
                  <a:lnTo>
                    <a:pt x="1401" y="13114"/>
                  </a:lnTo>
                  <a:lnTo>
                    <a:pt x="1494" y="12741"/>
                  </a:lnTo>
                  <a:lnTo>
                    <a:pt x="1494" y="12368"/>
                  </a:lnTo>
                  <a:lnTo>
                    <a:pt x="1541" y="1027"/>
                  </a:lnTo>
                  <a:lnTo>
                    <a:pt x="1494" y="654"/>
                  </a:lnTo>
                  <a:lnTo>
                    <a:pt x="1401" y="327"/>
                  </a:lnTo>
                  <a:lnTo>
                    <a:pt x="1354" y="187"/>
                  </a:lnTo>
                  <a:lnTo>
                    <a:pt x="1261" y="94"/>
                  </a:lnTo>
                  <a:lnTo>
                    <a:pt x="112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8" name="Google Shape;11008;p79"/>
            <p:cNvSpPr/>
            <p:nvPr/>
          </p:nvSpPr>
          <p:spPr>
            <a:xfrm>
              <a:off x="1089525" y="3966900"/>
              <a:ext cx="32700" cy="336025"/>
            </a:xfrm>
            <a:custGeom>
              <a:rect b="b" l="l" r="r" t="t"/>
              <a:pathLst>
                <a:path extrusionOk="0" h="13441" w="1308">
                  <a:moveTo>
                    <a:pt x="188" y="1"/>
                  </a:moveTo>
                  <a:lnTo>
                    <a:pt x="48" y="47"/>
                  </a:lnTo>
                  <a:lnTo>
                    <a:pt x="281" y="187"/>
                  </a:lnTo>
                  <a:lnTo>
                    <a:pt x="468" y="421"/>
                  </a:lnTo>
                  <a:lnTo>
                    <a:pt x="561" y="654"/>
                  </a:lnTo>
                  <a:lnTo>
                    <a:pt x="608" y="934"/>
                  </a:lnTo>
                  <a:lnTo>
                    <a:pt x="608" y="12508"/>
                  </a:lnTo>
                  <a:lnTo>
                    <a:pt x="561" y="12788"/>
                  </a:lnTo>
                  <a:lnTo>
                    <a:pt x="468" y="13021"/>
                  </a:lnTo>
                  <a:lnTo>
                    <a:pt x="281" y="13254"/>
                  </a:lnTo>
                  <a:lnTo>
                    <a:pt x="1" y="13394"/>
                  </a:lnTo>
                  <a:lnTo>
                    <a:pt x="188" y="13441"/>
                  </a:lnTo>
                  <a:lnTo>
                    <a:pt x="561" y="13441"/>
                  </a:lnTo>
                  <a:lnTo>
                    <a:pt x="701" y="13348"/>
                  </a:lnTo>
                  <a:lnTo>
                    <a:pt x="888" y="13301"/>
                  </a:lnTo>
                  <a:lnTo>
                    <a:pt x="1028" y="13161"/>
                  </a:lnTo>
                  <a:lnTo>
                    <a:pt x="1121" y="13021"/>
                  </a:lnTo>
                  <a:lnTo>
                    <a:pt x="1214" y="12881"/>
                  </a:lnTo>
                  <a:lnTo>
                    <a:pt x="1261" y="12694"/>
                  </a:lnTo>
                  <a:lnTo>
                    <a:pt x="1308" y="12508"/>
                  </a:lnTo>
                  <a:lnTo>
                    <a:pt x="1308" y="934"/>
                  </a:lnTo>
                  <a:lnTo>
                    <a:pt x="1261" y="747"/>
                  </a:lnTo>
                  <a:lnTo>
                    <a:pt x="1214" y="561"/>
                  </a:lnTo>
                  <a:lnTo>
                    <a:pt x="1121" y="421"/>
                  </a:lnTo>
                  <a:lnTo>
                    <a:pt x="1028" y="281"/>
                  </a:lnTo>
                  <a:lnTo>
                    <a:pt x="888" y="141"/>
                  </a:lnTo>
                  <a:lnTo>
                    <a:pt x="748" y="94"/>
                  </a:lnTo>
                  <a:lnTo>
                    <a:pt x="56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9" name="Google Shape;11009;p79"/>
            <p:cNvSpPr/>
            <p:nvPr/>
          </p:nvSpPr>
          <p:spPr>
            <a:xfrm>
              <a:off x="1054525" y="4018225"/>
              <a:ext cx="79375" cy="233375"/>
            </a:xfrm>
            <a:custGeom>
              <a:rect b="b" l="l" r="r" t="t"/>
              <a:pathLst>
                <a:path extrusionOk="0" h="9335" w="3175">
                  <a:moveTo>
                    <a:pt x="654" y="1"/>
                  </a:moveTo>
                  <a:lnTo>
                    <a:pt x="421" y="48"/>
                  </a:lnTo>
                  <a:lnTo>
                    <a:pt x="188" y="188"/>
                  </a:lnTo>
                  <a:lnTo>
                    <a:pt x="48" y="421"/>
                  </a:lnTo>
                  <a:lnTo>
                    <a:pt x="1" y="654"/>
                  </a:lnTo>
                  <a:lnTo>
                    <a:pt x="1" y="8681"/>
                  </a:lnTo>
                  <a:lnTo>
                    <a:pt x="48" y="8915"/>
                  </a:lnTo>
                  <a:lnTo>
                    <a:pt x="188" y="9101"/>
                  </a:lnTo>
                  <a:lnTo>
                    <a:pt x="421" y="9241"/>
                  </a:lnTo>
                  <a:lnTo>
                    <a:pt x="654" y="9335"/>
                  </a:lnTo>
                  <a:lnTo>
                    <a:pt x="2894" y="9335"/>
                  </a:lnTo>
                  <a:lnTo>
                    <a:pt x="2988" y="9288"/>
                  </a:lnTo>
                  <a:lnTo>
                    <a:pt x="3081" y="9241"/>
                  </a:lnTo>
                  <a:lnTo>
                    <a:pt x="3128" y="9195"/>
                  </a:lnTo>
                  <a:lnTo>
                    <a:pt x="3128" y="9101"/>
                  </a:lnTo>
                  <a:lnTo>
                    <a:pt x="3128" y="8868"/>
                  </a:lnTo>
                  <a:lnTo>
                    <a:pt x="3128" y="8588"/>
                  </a:lnTo>
                  <a:lnTo>
                    <a:pt x="3174" y="748"/>
                  </a:lnTo>
                  <a:lnTo>
                    <a:pt x="3174" y="468"/>
                  </a:lnTo>
                  <a:lnTo>
                    <a:pt x="3174" y="234"/>
                  </a:lnTo>
                  <a:lnTo>
                    <a:pt x="3128" y="141"/>
                  </a:lnTo>
                  <a:lnTo>
                    <a:pt x="3081" y="94"/>
                  </a:lnTo>
                  <a:lnTo>
                    <a:pt x="2988" y="48"/>
                  </a:lnTo>
                  <a:lnTo>
                    <a:pt x="289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0" name="Google Shape;11010;p79"/>
            <p:cNvSpPr/>
            <p:nvPr/>
          </p:nvSpPr>
          <p:spPr>
            <a:xfrm>
              <a:off x="1109375" y="4018225"/>
              <a:ext cx="33850" cy="233375"/>
            </a:xfrm>
            <a:custGeom>
              <a:rect b="b" l="l" r="r" t="t"/>
              <a:pathLst>
                <a:path extrusionOk="0" h="9335" w="1354">
                  <a:moveTo>
                    <a:pt x="0" y="1"/>
                  </a:moveTo>
                  <a:lnTo>
                    <a:pt x="280" y="94"/>
                  </a:lnTo>
                  <a:lnTo>
                    <a:pt x="467" y="234"/>
                  </a:lnTo>
                  <a:lnTo>
                    <a:pt x="607" y="421"/>
                  </a:lnTo>
                  <a:lnTo>
                    <a:pt x="654" y="654"/>
                  </a:lnTo>
                  <a:lnTo>
                    <a:pt x="654" y="8681"/>
                  </a:lnTo>
                  <a:lnTo>
                    <a:pt x="607" y="8915"/>
                  </a:lnTo>
                  <a:lnTo>
                    <a:pt x="467" y="9101"/>
                  </a:lnTo>
                  <a:lnTo>
                    <a:pt x="280" y="9241"/>
                  </a:lnTo>
                  <a:lnTo>
                    <a:pt x="0" y="9335"/>
                  </a:lnTo>
                  <a:lnTo>
                    <a:pt x="700" y="9335"/>
                  </a:lnTo>
                  <a:lnTo>
                    <a:pt x="934" y="9241"/>
                  </a:lnTo>
                  <a:lnTo>
                    <a:pt x="1120" y="9101"/>
                  </a:lnTo>
                  <a:lnTo>
                    <a:pt x="1260" y="8915"/>
                  </a:lnTo>
                  <a:lnTo>
                    <a:pt x="1307" y="8681"/>
                  </a:lnTo>
                  <a:lnTo>
                    <a:pt x="1354" y="654"/>
                  </a:lnTo>
                  <a:lnTo>
                    <a:pt x="1260" y="421"/>
                  </a:lnTo>
                  <a:lnTo>
                    <a:pt x="1167" y="188"/>
                  </a:lnTo>
                  <a:lnTo>
                    <a:pt x="934" y="48"/>
                  </a:lnTo>
                  <a:lnTo>
                    <a:pt x="70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11" name="Google Shape;11011;p79"/>
          <p:cNvGrpSpPr/>
          <p:nvPr/>
        </p:nvGrpSpPr>
        <p:grpSpPr>
          <a:xfrm>
            <a:off x="1752650" y="4001900"/>
            <a:ext cx="336025" cy="266025"/>
            <a:chOff x="1683400" y="4001900"/>
            <a:chExt cx="336025" cy="266025"/>
          </a:xfrm>
        </p:grpSpPr>
        <p:sp>
          <p:nvSpPr>
            <p:cNvPr id="11012" name="Google Shape;11012;p79"/>
            <p:cNvSpPr/>
            <p:nvPr/>
          </p:nvSpPr>
          <p:spPr>
            <a:xfrm>
              <a:off x="1802400" y="4055575"/>
              <a:ext cx="100350" cy="51350"/>
            </a:xfrm>
            <a:custGeom>
              <a:rect b="b" l="l" r="r" t="t"/>
              <a:pathLst>
                <a:path extrusionOk="0" h="2054" w="4014">
                  <a:moveTo>
                    <a:pt x="0" y="0"/>
                  </a:moveTo>
                  <a:lnTo>
                    <a:pt x="0" y="2054"/>
                  </a:lnTo>
                  <a:lnTo>
                    <a:pt x="4014" y="2054"/>
                  </a:lnTo>
                  <a:lnTo>
                    <a:pt x="3687" y="934"/>
                  </a:lnTo>
                  <a:lnTo>
                    <a:pt x="401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3" name="Google Shape;11013;p79"/>
            <p:cNvSpPr/>
            <p:nvPr/>
          </p:nvSpPr>
          <p:spPr>
            <a:xfrm>
              <a:off x="1886400" y="4055575"/>
              <a:ext cx="16350" cy="51350"/>
            </a:xfrm>
            <a:custGeom>
              <a:rect b="b" l="l" r="r" t="t"/>
              <a:pathLst>
                <a:path extrusionOk="0" h="2054" w="654">
                  <a:moveTo>
                    <a:pt x="0" y="0"/>
                  </a:moveTo>
                  <a:lnTo>
                    <a:pt x="0" y="2054"/>
                  </a:lnTo>
                  <a:lnTo>
                    <a:pt x="654" y="2054"/>
                  </a:lnTo>
                  <a:lnTo>
                    <a:pt x="6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4" name="Google Shape;11014;p79"/>
            <p:cNvSpPr/>
            <p:nvPr/>
          </p:nvSpPr>
          <p:spPr>
            <a:xfrm>
              <a:off x="1698550" y="4088250"/>
              <a:ext cx="309200" cy="152850"/>
            </a:xfrm>
            <a:custGeom>
              <a:rect b="b" l="l" r="r" t="t"/>
              <a:pathLst>
                <a:path extrusionOk="0" h="6114" w="12368">
                  <a:moveTo>
                    <a:pt x="1261" y="0"/>
                  </a:moveTo>
                  <a:lnTo>
                    <a:pt x="1027" y="47"/>
                  </a:lnTo>
                  <a:lnTo>
                    <a:pt x="841" y="140"/>
                  </a:lnTo>
                  <a:lnTo>
                    <a:pt x="701" y="327"/>
                  </a:lnTo>
                  <a:lnTo>
                    <a:pt x="607" y="560"/>
                  </a:lnTo>
                  <a:lnTo>
                    <a:pt x="1" y="6114"/>
                  </a:lnTo>
                  <a:lnTo>
                    <a:pt x="12368" y="6114"/>
                  </a:lnTo>
                  <a:lnTo>
                    <a:pt x="12228" y="5134"/>
                  </a:lnTo>
                  <a:lnTo>
                    <a:pt x="11854" y="3033"/>
                  </a:lnTo>
                  <a:lnTo>
                    <a:pt x="11668" y="1913"/>
                  </a:lnTo>
                  <a:lnTo>
                    <a:pt x="11434" y="933"/>
                  </a:lnTo>
                  <a:lnTo>
                    <a:pt x="11248" y="233"/>
                  </a:lnTo>
                  <a:lnTo>
                    <a:pt x="11154" y="47"/>
                  </a:lnTo>
                  <a:lnTo>
                    <a:pt x="1110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5" name="Google Shape;11015;p79"/>
            <p:cNvSpPr/>
            <p:nvPr/>
          </p:nvSpPr>
          <p:spPr>
            <a:xfrm>
              <a:off x="1740550" y="4001900"/>
              <a:ext cx="224050" cy="50200"/>
            </a:xfrm>
            <a:custGeom>
              <a:rect b="b" l="l" r="r" t="t"/>
              <a:pathLst>
                <a:path extrusionOk="0" h="2008" w="8962">
                  <a:moveTo>
                    <a:pt x="4481" y="1"/>
                  </a:moveTo>
                  <a:lnTo>
                    <a:pt x="3641" y="47"/>
                  </a:lnTo>
                  <a:lnTo>
                    <a:pt x="2848" y="141"/>
                  </a:lnTo>
                  <a:lnTo>
                    <a:pt x="2101" y="281"/>
                  </a:lnTo>
                  <a:lnTo>
                    <a:pt x="1448" y="514"/>
                  </a:lnTo>
                  <a:lnTo>
                    <a:pt x="887" y="701"/>
                  </a:lnTo>
                  <a:lnTo>
                    <a:pt x="467" y="981"/>
                  </a:lnTo>
                  <a:lnTo>
                    <a:pt x="187" y="1214"/>
                  </a:lnTo>
                  <a:lnTo>
                    <a:pt x="94" y="1307"/>
                  </a:lnTo>
                  <a:lnTo>
                    <a:pt x="1" y="1447"/>
                  </a:lnTo>
                  <a:lnTo>
                    <a:pt x="4248" y="2007"/>
                  </a:lnTo>
                  <a:lnTo>
                    <a:pt x="8961" y="1447"/>
                  </a:lnTo>
                  <a:lnTo>
                    <a:pt x="8914" y="1354"/>
                  </a:lnTo>
                  <a:lnTo>
                    <a:pt x="8774" y="1214"/>
                  </a:lnTo>
                  <a:lnTo>
                    <a:pt x="8448" y="981"/>
                  </a:lnTo>
                  <a:lnTo>
                    <a:pt x="7981" y="794"/>
                  </a:lnTo>
                  <a:lnTo>
                    <a:pt x="7374" y="561"/>
                  </a:lnTo>
                  <a:lnTo>
                    <a:pt x="6768" y="327"/>
                  </a:lnTo>
                  <a:lnTo>
                    <a:pt x="6068" y="187"/>
                  </a:lnTo>
                  <a:lnTo>
                    <a:pt x="5321" y="47"/>
                  </a:lnTo>
                  <a:lnTo>
                    <a:pt x="448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6" name="Google Shape;11016;p79"/>
            <p:cNvSpPr/>
            <p:nvPr/>
          </p:nvSpPr>
          <p:spPr>
            <a:xfrm>
              <a:off x="1958725" y="4088250"/>
              <a:ext cx="49025" cy="152850"/>
            </a:xfrm>
            <a:custGeom>
              <a:rect b="b" l="l" r="r" t="t"/>
              <a:pathLst>
                <a:path extrusionOk="0" h="6114" w="1961">
                  <a:moveTo>
                    <a:pt x="1" y="0"/>
                  </a:moveTo>
                  <a:lnTo>
                    <a:pt x="234" y="47"/>
                  </a:lnTo>
                  <a:lnTo>
                    <a:pt x="467" y="140"/>
                  </a:lnTo>
                  <a:lnTo>
                    <a:pt x="607" y="327"/>
                  </a:lnTo>
                  <a:lnTo>
                    <a:pt x="654" y="560"/>
                  </a:lnTo>
                  <a:lnTo>
                    <a:pt x="1261" y="6114"/>
                  </a:lnTo>
                  <a:lnTo>
                    <a:pt x="1961" y="6114"/>
                  </a:lnTo>
                  <a:lnTo>
                    <a:pt x="1354" y="560"/>
                  </a:lnTo>
                  <a:lnTo>
                    <a:pt x="1261" y="327"/>
                  </a:lnTo>
                  <a:lnTo>
                    <a:pt x="1121" y="140"/>
                  </a:lnTo>
                  <a:lnTo>
                    <a:pt x="934" y="47"/>
                  </a:lnTo>
                  <a:lnTo>
                    <a:pt x="70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7" name="Google Shape;11017;p79"/>
            <p:cNvSpPr/>
            <p:nvPr/>
          </p:nvSpPr>
          <p:spPr>
            <a:xfrm>
              <a:off x="1838550" y="4001900"/>
              <a:ext cx="126050" cy="50200"/>
            </a:xfrm>
            <a:custGeom>
              <a:rect b="b" l="l" r="r" t="t"/>
              <a:pathLst>
                <a:path extrusionOk="0" h="2008" w="5042">
                  <a:moveTo>
                    <a:pt x="234" y="1"/>
                  </a:moveTo>
                  <a:lnTo>
                    <a:pt x="1028" y="47"/>
                  </a:lnTo>
                  <a:lnTo>
                    <a:pt x="1774" y="187"/>
                  </a:lnTo>
                  <a:lnTo>
                    <a:pt x="2474" y="327"/>
                  </a:lnTo>
                  <a:lnTo>
                    <a:pt x="3034" y="561"/>
                  </a:lnTo>
                  <a:lnTo>
                    <a:pt x="3548" y="747"/>
                  </a:lnTo>
                  <a:lnTo>
                    <a:pt x="3968" y="981"/>
                  </a:lnTo>
                  <a:lnTo>
                    <a:pt x="4248" y="1214"/>
                  </a:lnTo>
                  <a:lnTo>
                    <a:pt x="4388" y="1447"/>
                  </a:lnTo>
                  <a:lnTo>
                    <a:pt x="1" y="1961"/>
                  </a:lnTo>
                  <a:lnTo>
                    <a:pt x="328" y="2007"/>
                  </a:lnTo>
                  <a:lnTo>
                    <a:pt x="5041" y="1447"/>
                  </a:lnTo>
                  <a:lnTo>
                    <a:pt x="4994" y="1307"/>
                  </a:lnTo>
                  <a:lnTo>
                    <a:pt x="4901" y="1214"/>
                  </a:lnTo>
                  <a:lnTo>
                    <a:pt x="4574" y="981"/>
                  </a:lnTo>
                  <a:lnTo>
                    <a:pt x="4154" y="701"/>
                  </a:lnTo>
                  <a:lnTo>
                    <a:pt x="3594" y="514"/>
                  </a:lnTo>
                  <a:lnTo>
                    <a:pt x="2988" y="281"/>
                  </a:lnTo>
                  <a:lnTo>
                    <a:pt x="2241" y="141"/>
                  </a:lnTo>
                  <a:lnTo>
                    <a:pt x="1448" y="47"/>
                  </a:lnTo>
                  <a:lnTo>
                    <a:pt x="56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8" name="Google Shape;11018;p79"/>
            <p:cNvSpPr/>
            <p:nvPr/>
          </p:nvSpPr>
          <p:spPr>
            <a:xfrm>
              <a:off x="1683400" y="4230575"/>
              <a:ext cx="322025" cy="37350"/>
            </a:xfrm>
            <a:custGeom>
              <a:rect b="b" l="l" r="r" t="t"/>
              <a:pathLst>
                <a:path extrusionOk="0" h="1494" w="12881">
                  <a:moveTo>
                    <a:pt x="140" y="1"/>
                  </a:moveTo>
                  <a:lnTo>
                    <a:pt x="93" y="47"/>
                  </a:lnTo>
                  <a:lnTo>
                    <a:pt x="47" y="141"/>
                  </a:lnTo>
                  <a:lnTo>
                    <a:pt x="0" y="234"/>
                  </a:lnTo>
                  <a:lnTo>
                    <a:pt x="0" y="1261"/>
                  </a:lnTo>
                  <a:lnTo>
                    <a:pt x="47" y="1354"/>
                  </a:lnTo>
                  <a:lnTo>
                    <a:pt x="93" y="1447"/>
                  </a:lnTo>
                  <a:lnTo>
                    <a:pt x="140" y="1494"/>
                  </a:lnTo>
                  <a:lnTo>
                    <a:pt x="12881" y="1494"/>
                  </a:lnTo>
                  <a:lnTo>
                    <a:pt x="1288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9" name="Google Shape;11019;p79"/>
            <p:cNvSpPr/>
            <p:nvPr/>
          </p:nvSpPr>
          <p:spPr>
            <a:xfrm>
              <a:off x="1703225" y="4038075"/>
              <a:ext cx="287025" cy="26850"/>
            </a:xfrm>
            <a:custGeom>
              <a:rect b="b" l="l" r="r" t="t"/>
              <a:pathLst>
                <a:path extrusionOk="0" h="1074" w="11481">
                  <a:moveTo>
                    <a:pt x="140" y="0"/>
                  </a:moveTo>
                  <a:lnTo>
                    <a:pt x="47" y="47"/>
                  </a:lnTo>
                  <a:lnTo>
                    <a:pt x="0" y="140"/>
                  </a:lnTo>
                  <a:lnTo>
                    <a:pt x="0" y="234"/>
                  </a:lnTo>
                  <a:lnTo>
                    <a:pt x="0" y="887"/>
                  </a:lnTo>
                  <a:lnTo>
                    <a:pt x="0" y="934"/>
                  </a:lnTo>
                  <a:lnTo>
                    <a:pt x="47" y="1027"/>
                  </a:lnTo>
                  <a:lnTo>
                    <a:pt x="140" y="1074"/>
                  </a:lnTo>
                  <a:lnTo>
                    <a:pt x="11481" y="1074"/>
                  </a:lnTo>
                  <a:lnTo>
                    <a:pt x="1143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0" name="Google Shape;11020;p79"/>
            <p:cNvSpPr/>
            <p:nvPr/>
          </p:nvSpPr>
          <p:spPr>
            <a:xfrm>
              <a:off x="1773225" y="4133750"/>
              <a:ext cx="145875" cy="61850"/>
            </a:xfrm>
            <a:custGeom>
              <a:rect b="b" l="l" r="r" t="t"/>
              <a:pathLst>
                <a:path extrusionOk="0" h="2474" w="5835">
                  <a:moveTo>
                    <a:pt x="141" y="0"/>
                  </a:moveTo>
                  <a:lnTo>
                    <a:pt x="94" y="47"/>
                  </a:lnTo>
                  <a:lnTo>
                    <a:pt x="47" y="93"/>
                  </a:lnTo>
                  <a:lnTo>
                    <a:pt x="1" y="187"/>
                  </a:lnTo>
                  <a:lnTo>
                    <a:pt x="1" y="2240"/>
                  </a:lnTo>
                  <a:lnTo>
                    <a:pt x="47" y="2334"/>
                  </a:lnTo>
                  <a:lnTo>
                    <a:pt x="94" y="2427"/>
                  </a:lnTo>
                  <a:lnTo>
                    <a:pt x="141" y="2474"/>
                  </a:lnTo>
                  <a:lnTo>
                    <a:pt x="5834" y="2474"/>
                  </a:lnTo>
                  <a:lnTo>
                    <a:pt x="57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1" name="Google Shape;11021;p79"/>
            <p:cNvSpPr/>
            <p:nvPr/>
          </p:nvSpPr>
          <p:spPr>
            <a:xfrm>
              <a:off x="1982075" y="4038075"/>
              <a:ext cx="21025" cy="26850"/>
            </a:xfrm>
            <a:custGeom>
              <a:rect b="b" l="l" r="r" t="t"/>
              <a:pathLst>
                <a:path extrusionOk="0" h="1074" w="841">
                  <a:moveTo>
                    <a:pt x="0" y="0"/>
                  </a:moveTo>
                  <a:lnTo>
                    <a:pt x="93" y="47"/>
                  </a:lnTo>
                  <a:lnTo>
                    <a:pt x="140" y="140"/>
                  </a:lnTo>
                  <a:lnTo>
                    <a:pt x="140" y="234"/>
                  </a:lnTo>
                  <a:lnTo>
                    <a:pt x="140" y="887"/>
                  </a:lnTo>
                  <a:lnTo>
                    <a:pt x="140" y="934"/>
                  </a:lnTo>
                  <a:lnTo>
                    <a:pt x="93" y="1027"/>
                  </a:lnTo>
                  <a:lnTo>
                    <a:pt x="0" y="1074"/>
                  </a:lnTo>
                  <a:lnTo>
                    <a:pt x="700" y="1074"/>
                  </a:lnTo>
                  <a:lnTo>
                    <a:pt x="747" y="1027"/>
                  </a:lnTo>
                  <a:lnTo>
                    <a:pt x="794" y="934"/>
                  </a:lnTo>
                  <a:lnTo>
                    <a:pt x="840" y="887"/>
                  </a:lnTo>
                  <a:lnTo>
                    <a:pt x="840" y="234"/>
                  </a:lnTo>
                  <a:lnTo>
                    <a:pt x="794" y="140"/>
                  </a:lnTo>
                  <a:lnTo>
                    <a:pt x="747" y="47"/>
                  </a:lnTo>
                  <a:lnTo>
                    <a:pt x="70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2" name="Google Shape;11022;p79"/>
            <p:cNvSpPr/>
            <p:nvPr/>
          </p:nvSpPr>
          <p:spPr>
            <a:xfrm>
              <a:off x="1999575" y="4230575"/>
              <a:ext cx="19850" cy="37350"/>
            </a:xfrm>
            <a:custGeom>
              <a:rect b="b" l="l" r="r" t="t"/>
              <a:pathLst>
                <a:path extrusionOk="0" h="1494" w="794">
                  <a:moveTo>
                    <a:pt x="0" y="1"/>
                  </a:moveTo>
                  <a:lnTo>
                    <a:pt x="47" y="47"/>
                  </a:lnTo>
                  <a:lnTo>
                    <a:pt x="94" y="141"/>
                  </a:lnTo>
                  <a:lnTo>
                    <a:pt x="140" y="234"/>
                  </a:lnTo>
                  <a:lnTo>
                    <a:pt x="140" y="1261"/>
                  </a:lnTo>
                  <a:lnTo>
                    <a:pt x="94" y="1354"/>
                  </a:lnTo>
                  <a:lnTo>
                    <a:pt x="47" y="1447"/>
                  </a:lnTo>
                  <a:lnTo>
                    <a:pt x="0" y="1494"/>
                  </a:lnTo>
                  <a:lnTo>
                    <a:pt x="700" y="1494"/>
                  </a:lnTo>
                  <a:lnTo>
                    <a:pt x="747" y="1447"/>
                  </a:lnTo>
                  <a:lnTo>
                    <a:pt x="794" y="1354"/>
                  </a:lnTo>
                  <a:lnTo>
                    <a:pt x="794" y="1261"/>
                  </a:lnTo>
                  <a:lnTo>
                    <a:pt x="794" y="234"/>
                  </a:lnTo>
                  <a:lnTo>
                    <a:pt x="794" y="141"/>
                  </a:lnTo>
                  <a:lnTo>
                    <a:pt x="747" y="47"/>
                  </a:lnTo>
                  <a:lnTo>
                    <a:pt x="70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3" name="Google Shape;11023;p79"/>
            <p:cNvSpPr/>
            <p:nvPr/>
          </p:nvSpPr>
          <p:spPr>
            <a:xfrm>
              <a:off x="1912075" y="4133750"/>
              <a:ext cx="21025" cy="61850"/>
            </a:xfrm>
            <a:custGeom>
              <a:rect b="b" l="l" r="r" t="t"/>
              <a:pathLst>
                <a:path extrusionOk="0" h="2474" w="841">
                  <a:moveTo>
                    <a:pt x="0" y="0"/>
                  </a:moveTo>
                  <a:lnTo>
                    <a:pt x="93" y="47"/>
                  </a:lnTo>
                  <a:lnTo>
                    <a:pt x="140" y="93"/>
                  </a:lnTo>
                  <a:lnTo>
                    <a:pt x="140" y="187"/>
                  </a:lnTo>
                  <a:lnTo>
                    <a:pt x="140" y="2240"/>
                  </a:lnTo>
                  <a:lnTo>
                    <a:pt x="140" y="2334"/>
                  </a:lnTo>
                  <a:lnTo>
                    <a:pt x="93" y="2427"/>
                  </a:lnTo>
                  <a:lnTo>
                    <a:pt x="0" y="2474"/>
                  </a:lnTo>
                  <a:lnTo>
                    <a:pt x="700" y="2474"/>
                  </a:lnTo>
                  <a:lnTo>
                    <a:pt x="747" y="2427"/>
                  </a:lnTo>
                  <a:lnTo>
                    <a:pt x="793" y="2334"/>
                  </a:lnTo>
                  <a:lnTo>
                    <a:pt x="840" y="2240"/>
                  </a:lnTo>
                  <a:lnTo>
                    <a:pt x="840" y="187"/>
                  </a:lnTo>
                  <a:lnTo>
                    <a:pt x="793" y="93"/>
                  </a:lnTo>
                  <a:lnTo>
                    <a:pt x="747" y="47"/>
                  </a:lnTo>
                  <a:lnTo>
                    <a:pt x="70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24" name="Google Shape;11024;p79"/>
          <p:cNvGrpSpPr/>
          <p:nvPr/>
        </p:nvGrpSpPr>
        <p:grpSpPr>
          <a:xfrm>
            <a:off x="2533175" y="3966900"/>
            <a:ext cx="296350" cy="336025"/>
            <a:chOff x="2463925" y="3966900"/>
            <a:chExt cx="296350" cy="336025"/>
          </a:xfrm>
        </p:grpSpPr>
        <p:sp>
          <p:nvSpPr>
            <p:cNvPr id="11025" name="Google Shape;11025;p79"/>
            <p:cNvSpPr/>
            <p:nvPr/>
          </p:nvSpPr>
          <p:spPr>
            <a:xfrm>
              <a:off x="2544425" y="4271400"/>
              <a:ext cx="130700" cy="31525"/>
            </a:xfrm>
            <a:custGeom>
              <a:rect b="b" l="l" r="r" t="t"/>
              <a:pathLst>
                <a:path extrusionOk="0" h="1261" w="5228">
                  <a:moveTo>
                    <a:pt x="0" y="1"/>
                  </a:moveTo>
                  <a:lnTo>
                    <a:pt x="0" y="1028"/>
                  </a:lnTo>
                  <a:lnTo>
                    <a:pt x="0" y="1121"/>
                  </a:lnTo>
                  <a:lnTo>
                    <a:pt x="47" y="1214"/>
                  </a:lnTo>
                  <a:lnTo>
                    <a:pt x="140" y="1261"/>
                  </a:lnTo>
                  <a:lnTo>
                    <a:pt x="5180" y="1261"/>
                  </a:lnTo>
                  <a:lnTo>
                    <a:pt x="5227" y="1214"/>
                  </a:lnTo>
                  <a:lnTo>
                    <a:pt x="5227" y="1074"/>
                  </a:lnTo>
                  <a:lnTo>
                    <a:pt x="5134" y="608"/>
                  </a:lnTo>
                  <a:lnTo>
                    <a:pt x="499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6" name="Google Shape;11026;p79"/>
            <p:cNvSpPr/>
            <p:nvPr/>
          </p:nvSpPr>
          <p:spPr>
            <a:xfrm>
              <a:off x="2658750" y="4271400"/>
              <a:ext cx="21025" cy="31525"/>
            </a:xfrm>
            <a:custGeom>
              <a:rect b="b" l="l" r="r" t="t"/>
              <a:pathLst>
                <a:path extrusionOk="0" h="1261" w="841">
                  <a:moveTo>
                    <a:pt x="141" y="1"/>
                  </a:moveTo>
                  <a:lnTo>
                    <a:pt x="141" y="1028"/>
                  </a:lnTo>
                  <a:lnTo>
                    <a:pt x="141" y="1121"/>
                  </a:lnTo>
                  <a:lnTo>
                    <a:pt x="94" y="1214"/>
                  </a:lnTo>
                  <a:lnTo>
                    <a:pt x="1" y="1261"/>
                  </a:lnTo>
                  <a:lnTo>
                    <a:pt x="701" y="1261"/>
                  </a:lnTo>
                  <a:lnTo>
                    <a:pt x="747" y="1214"/>
                  </a:lnTo>
                  <a:lnTo>
                    <a:pt x="794" y="1121"/>
                  </a:lnTo>
                  <a:lnTo>
                    <a:pt x="841" y="1028"/>
                  </a:lnTo>
                  <a:lnTo>
                    <a:pt x="84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7" name="Google Shape;11027;p79"/>
            <p:cNvSpPr/>
            <p:nvPr/>
          </p:nvSpPr>
          <p:spPr>
            <a:xfrm>
              <a:off x="2519925" y="4052075"/>
              <a:ext cx="170350" cy="228700"/>
            </a:xfrm>
            <a:custGeom>
              <a:rect b="b" l="l" r="r" t="t"/>
              <a:pathLst>
                <a:path extrusionOk="0" h="9148" w="6814">
                  <a:moveTo>
                    <a:pt x="280" y="0"/>
                  </a:moveTo>
                  <a:lnTo>
                    <a:pt x="0" y="3640"/>
                  </a:lnTo>
                  <a:lnTo>
                    <a:pt x="280" y="6861"/>
                  </a:lnTo>
                  <a:lnTo>
                    <a:pt x="747" y="7421"/>
                  </a:lnTo>
                  <a:lnTo>
                    <a:pt x="374" y="8027"/>
                  </a:lnTo>
                  <a:lnTo>
                    <a:pt x="467" y="8867"/>
                  </a:lnTo>
                  <a:lnTo>
                    <a:pt x="514" y="8961"/>
                  </a:lnTo>
                  <a:lnTo>
                    <a:pt x="560" y="9054"/>
                  </a:lnTo>
                  <a:lnTo>
                    <a:pt x="654" y="9101"/>
                  </a:lnTo>
                  <a:lnTo>
                    <a:pt x="794" y="9147"/>
                  </a:lnTo>
                  <a:lnTo>
                    <a:pt x="6580" y="9147"/>
                  </a:lnTo>
                  <a:lnTo>
                    <a:pt x="6580" y="9054"/>
                  </a:lnTo>
                  <a:lnTo>
                    <a:pt x="6627" y="8727"/>
                  </a:lnTo>
                  <a:lnTo>
                    <a:pt x="6674" y="7701"/>
                  </a:lnTo>
                  <a:lnTo>
                    <a:pt x="6767" y="4574"/>
                  </a:lnTo>
                  <a:lnTo>
                    <a:pt x="68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8" name="Google Shape;11028;p79"/>
            <p:cNvSpPr/>
            <p:nvPr/>
          </p:nvSpPr>
          <p:spPr>
            <a:xfrm>
              <a:off x="2666925" y="4052075"/>
              <a:ext cx="46700" cy="228700"/>
            </a:xfrm>
            <a:custGeom>
              <a:rect b="b" l="l" r="r" t="t"/>
              <a:pathLst>
                <a:path extrusionOk="0" h="9148" w="1868">
                  <a:moveTo>
                    <a:pt x="1167" y="0"/>
                  </a:moveTo>
                  <a:lnTo>
                    <a:pt x="514" y="6861"/>
                  </a:lnTo>
                  <a:lnTo>
                    <a:pt x="747" y="7514"/>
                  </a:lnTo>
                  <a:lnTo>
                    <a:pt x="420" y="8027"/>
                  </a:lnTo>
                  <a:lnTo>
                    <a:pt x="327" y="8867"/>
                  </a:lnTo>
                  <a:lnTo>
                    <a:pt x="280" y="8961"/>
                  </a:lnTo>
                  <a:lnTo>
                    <a:pt x="234" y="9054"/>
                  </a:lnTo>
                  <a:lnTo>
                    <a:pt x="140" y="9101"/>
                  </a:lnTo>
                  <a:lnTo>
                    <a:pt x="0" y="9147"/>
                  </a:lnTo>
                  <a:lnTo>
                    <a:pt x="700" y="9147"/>
                  </a:lnTo>
                  <a:lnTo>
                    <a:pt x="794" y="9101"/>
                  </a:lnTo>
                  <a:lnTo>
                    <a:pt x="887" y="9054"/>
                  </a:lnTo>
                  <a:lnTo>
                    <a:pt x="980" y="8961"/>
                  </a:lnTo>
                  <a:lnTo>
                    <a:pt x="1027" y="8867"/>
                  </a:lnTo>
                  <a:lnTo>
                    <a:pt x="1074" y="8027"/>
                  </a:lnTo>
                  <a:lnTo>
                    <a:pt x="934" y="7561"/>
                  </a:lnTo>
                  <a:lnTo>
                    <a:pt x="1214" y="6861"/>
                  </a:lnTo>
                  <a:lnTo>
                    <a:pt x="18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9" name="Google Shape;11029;p79"/>
            <p:cNvSpPr/>
            <p:nvPr/>
          </p:nvSpPr>
          <p:spPr>
            <a:xfrm>
              <a:off x="2517575" y="4096400"/>
              <a:ext cx="189050" cy="47875"/>
            </a:xfrm>
            <a:custGeom>
              <a:rect b="b" l="l" r="r" t="t"/>
              <a:pathLst>
                <a:path extrusionOk="0" h="1915" w="7562">
                  <a:moveTo>
                    <a:pt x="2801" y="1"/>
                  </a:moveTo>
                  <a:lnTo>
                    <a:pt x="2708" y="47"/>
                  </a:lnTo>
                  <a:lnTo>
                    <a:pt x="2521" y="281"/>
                  </a:lnTo>
                  <a:lnTo>
                    <a:pt x="2288" y="514"/>
                  </a:lnTo>
                  <a:lnTo>
                    <a:pt x="2054" y="701"/>
                  </a:lnTo>
                  <a:lnTo>
                    <a:pt x="1774" y="887"/>
                  </a:lnTo>
                  <a:lnTo>
                    <a:pt x="1494" y="981"/>
                  </a:lnTo>
                  <a:lnTo>
                    <a:pt x="1168" y="1121"/>
                  </a:lnTo>
                  <a:lnTo>
                    <a:pt x="841" y="1167"/>
                  </a:lnTo>
                  <a:lnTo>
                    <a:pt x="514" y="1167"/>
                  </a:lnTo>
                  <a:lnTo>
                    <a:pt x="1" y="1121"/>
                  </a:lnTo>
                  <a:lnTo>
                    <a:pt x="94" y="1867"/>
                  </a:lnTo>
                  <a:lnTo>
                    <a:pt x="514" y="1914"/>
                  </a:lnTo>
                  <a:lnTo>
                    <a:pt x="841" y="1914"/>
                  </a:lnTo>
                  <a:lnTo>
                    <a:pt x="1168" y="1821"/>
                  </a:lnTo>
                  <a:lnTo>
                    <a:pt x="1494" y="1727"/>
                  </a:lnTo>
                  <a:lnTo>
                    <a:pt x="1774" y="1587"/>
                  </a:lnTo>
                  <a:lnTo>
                    <a:pt x="2054" y="1447"/>
                  </a:lnTo>
                  <a:lnTo>
                    <a:pt x="2288" y="1214"/>
                  </a:lnTo>
                  <a:lnTo>
                    <a:pt x="2521" y="1027"/>
                  </a:lnTo>
                  <a:lnTo>
                    <a:pt x="2708" y="747"/>
                  </a:lnTo>
                  <a:lnTo>
                    <a:pt x="2801" y="701"/>
                  </a:lnTo>
                  <a:lnTo>
                    <a:pt x="2848" y="701"/>
                  </a:lnTo>
                  <a:lnTo>
                    <a:pt x="3314" y="841"/>
                  </a:lnTo>
                  <a:lnTo>
                    <a:pt x="3781" y="887"/>
                  </a:lnTo>
                  <a:lnTo>
                    <a:pt x="4248" y="841"/>
                  </a:lnTo>
                  <a:lnTo>
                    <a:pt x="4714" y="701"/>
                  </a:lnTo>
                  <a:lnTo>
                    <a:pt x="4761" y="701"/>
                  </a:lnTo>
                  <a:lnTo>
                    <a:pt x="4808" y="747"/>
                  </a:lnTo>
                  <a:lnTo>
                    <a:pt x="5041" y="1027"/>
                  </a:lnTo>
                  <a:lnTo>
                    <a:pt x="5228" y="1214"/>
                  </a:lnTo>
                  <a:lnTo>
                    <a:pt x="5508" y="1447"/>
                  </a:lnTo>
                  <a:lnTo>
                    <a:pt x="5788" y="1587"/>
                  </a:lnTo>
                  <a:lnTo>
                    <a:pt x="6068" y="1727"/>
                  </a:lnTo>
                  <a:lnTo>
                    <a:pt x="6348" y="1821"/>
                  </a:lnTo>
                  <a:lnTo>
                    <a:pt x="6674" y="1914"/>
                  </a:lnTo>
                  <a:lnTo>
                    <a:pt x="7048" y="1914"/>
                  </a:lnTo>
                  <a:lnTo>
                    <a:pt x="7468" y="1867"/>
                  </a:lnTo>
                  <a:lnTo>
                    <a:pt x="7561" y="1121"/>
                  </a:lnTo>
                  <a:lnTo>
                    <a:pt x="7048" y="1167"/>
                  </a:lnTo>
                  <a:lnTo>
                    <a:pt x="6674" y="1167"/>
                  </a:lnTo>
                  <a:lnTo>
                    <a:pt x="6348" y="1121"/>
                  </a:lnTo>
                  <a:lnTo>
                    <a:pt x="6068" y="981"/>
                  </a:lnTo>
                  <a:lnTo>
                    <a:pt x="5788" y="887"/>
                  </a:lnTo>
                  <a:lnTo>
                    <a:pt x="5508" y="701"/>
                  </a:lnTo>
                  <a:lnTo>
                    <a:pt x="5228" y="514"/>
                  </a:lnTo>
                  <a:lnTo>
                    <a:pt x="5041" y="281"/>
                  </a:lnTo>
                  <a:lnTo>
                    <a:pt x="4808" y="47"/>
                  </a:lnTo>
                  <a:lnTo>
                    <a:pt x="4761" y="1"/>
                  </a:lnTo>
                  <a:lnTo>
                    <a:pt x="4714" y="1"/>
                  </a:lnTo>
                  <a:lnTo>
                    <a:pt x="4248" y="94"/>
                  </a:lnTo>
                  <a:lnTo>
                    <a:pt x="3781" y="141"/>
                  </a:lnTo>
                  <a:lnTo>
                    <a:pt x="3314" y="94"/>
                  </a:lnTo>
                  <a:lnTo>
                    <a:pt x="284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0" name="Google Shape;11030;p79"/>
            <p:cNvSpPr/>
            <p:nvPr/>
          </p:nvSpPr>
          <p:spPr>
            <a:xfrm>
              <a:off x="2526925" y="4223575"/>
              <a:ext cx="170350" cy="29200"/>
            </a:xfrm>
            <a:custGeom>
              <a:rect b="b" l="l" r="r" t="t"/>
              <a:pathLst>
                <a:path extrusionOk="0" h="1168" w="6814">
                  <a:moveTo>
                    <a:pt x="0" y="1"/>
                  </a:moveTo>
                  <a:lnTo>
                    <a:pt x="94" y="1167"/>
                  </a:lnTo>
                  <a:lnTo>
                    <a:pt x="6674" y="1167"/>
                  </a:lnTo>
                  <a:lnTo>
                    <a:pt x="6440" y="607"/>
                  </a:lnTo>
                  <a:lnTo>
                    <a:pt x="68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1" name="Google Shape;11031;p79"/>
            <p:cNvSpPr/>
            <p:nvPr/>
          </p:nvSpPr>
          <p:spPr>
            <a:xfrm>
              <a:off x="2463925" y="3966900"/>
              <a:ext cx="285850" cy="158700"/>
            </a:xfrm>
            <a:custGeom>
              <a:rect b="b" l="l" r="r" t="t"/>
              <a:pathLst>
                <a:path extrusionOk="0" h="6348" w="11434">
                  <a:moveTo>
                    <a:pt x="5600" y="1"/>
                  </a:moveTo>
                  <a:lnTo>
                    <a:pt x="5274" y="94"/>
                  </a:lnTo>
                  <a:lnTo>
                    <a:pt x="4947" y="187"/>
                  </a:lnTo>
                  <a:lnTo>
                    <a:pt x="4667" y="327"/>
                  </a:lnTo>
                  <a:lnTo>
                    <a:pt x="4387" y="467"/>
                  </a:lnTo>
                  <a:lnTo>
                    <a:pt x="4154" y="701"/>
                  </a:lnTo>
                  <a:lnTo>
                    <a:pt x="3920" y="887"/>
                  </a:lnTo>
                  <a:lnTo>
                    <a:pt x="3734" y="1167"/>
                  </a:lnTo>
                  <a:lnTo>
                    <a:pt x="3687" y="1214"/>
                  </a:lnTo>
                  <a:lnTo>
                    <a:pt x="3594" y="1214"/>
                  </a:lnTo>
                  <a:lnTo>
                    <a:pt x="3080" y="1074"/>
                  </a:lnTo>
                  <a:lnTo>
                    <a:pt x="2567" y="1027"/>
                  </a:lnTo>
                  <a:lnTo>
                    <a:pt x="2054" y="1121"/>
                  </a:lnTo>
                  <a:lnTo>
                    <a:pt x="1587" y="1261"/>
                  </a:lnTo>
                  <a:lnTo>
                    <a:pt x="1120" y="1541"/>
                  </a:lnTo>
                  <a:lnTo>
                    <a:pt x="747" y="1867"/>
                  </a:lnTo>
                  <a:lnTo>
                    <a:pt x="420" y="2241"/>
                  </a:lnTo>
                  <a:lnTo>
                    <a:pt x="187" y="2707"/>
                  </a:lnTo>
                  <a:lnTo>
                    <a:pt x="47" y="3174"/>
                  </a:lnTo>
                  <a:lnTo>
                    <a:pt x="0" y="3734"/>
                  </a:lnTo>
                  <a:lnTo>
                    <a:pt x="47" y="4247"/>
                  </a:lnTo>
                  <a:lnTo>
                    <a:pt x="233" y="4761"/>
                  </a:lnTo>
                  <a:lnTo>
                    <a:pt x="467" y="5181"/>
                  </a:lnTo>
                  <a:lnTo>
                    <a:pt x="794" y="5601"/>
                  </a:lnTo>
                  <a:lnTo>
                    <a:pt x="1167" y="5927"/>
                  </a:lnTo>
                  <a:lnTo>
                    <a:pt x="1634" y="6161"/>
                  </a:lnTo>
                  <a:lnTo>
                    <a:pt x="2147" y="6301"/>
                  </a:lnTo>
                  <a:lnTo>
                    <a:pt x="2660" y="6347"/>
                  </a:lnTo>
                  <a:lnTo>
                    <a:pt x="2987" y="6347"/>
                  </a:lnTo>
                  <a:lnTo>
                    <a:pt x="3314" y="6301"/>
                  </a:lnTo>
                  <a:lnTo>
                    <a:pt x="3640" y="6161"/>
                  </a:lnTo>
                  <a:lnTo>
                    <a:pt x="3920" y="6067"/>
                  </a:lnTo>
                  <a:lnTo>
                    <a:pt x="4200" y="5881"/>
                  </a:lnTo>
                  <a:lnTo>
                    <a:pt x="4434" y="5694"/>
                  </a:lnTo>
                  <a:lnTo>
                    <a:pt x="4667" y="5461"/>
                  </a:lnTo>
                  <a:lnTo>
                    <a:pt x="4854" y="5227"/>
                  </a:lnTo>
                  <a:lnTo>
                    <a:pt x="4947" y="5181"/>
                  </a:lnTo>
                  <a:lnTo>
                    <a:pt x="4994" y="5181"/>
                  </a:lnTo>
                  <a:lnTo>
                    <a:pt x="5460" y="5274"/>
                  </a:lnTo>
                  <a:lnTo>
                    <a:pt x="5927" y="5321"/>
                  </a:lnTo>
                  <a:lnTo>
                    <a:pt x="6394" y="5274"/>
                  </a:lnTo>
                  <a:lnTo>
                    <a:pt x="6860" y="5181"/>
                  </a:lnTo>
                  <a:lnTo>
                    <a:pt x="6907" y="5181"/>
                  </a:lnTo>
                  <a:lnTo>
                    <a:pt x="6954" y="5227"/>
                  </a:lnTo>
                  <a:lnTo>
                    <a:pt x="7187" y="5461"/>
                  </a:lnTo>
                  <a:lnTo>
                    <a:pt x="7374" y="5694"/>
                  </a:lnTo>
                  <a:lnTo>
                    <a:pt x="7654" y="5881"/>
                  </a:lnTo>
                  <a:lnTo>
                    <a:pt x="7887" y="6067"/>
                  </a:lnTo>
                  <a:lnTo>
                    <a:pt x="8214" y="6161"/>
                  </a:lnTo>
                  <a:lnTo>
                    <a:pt x="8494" y="6301"/>
                  </a:lnTo>
                  <a:lnTo>
                    <a:pt x="8820" y="6347"/>
                  </a:lnTo>
                  <a:lnTo>
                    <a:pt x="9427" y="6347"/>
                  </a:lnTo>
                  <a:lnTo>
                    <a:pt x="9707" y="6254"/>
                  </a:lnTo>
                  <a:lnTo>
                    <a:pt x="9940" y="6161"/>
                  </a:lnTo>
                  <a:lnTo>
                    <a:pt x="10127" y="6021"/>
                  </a:lnTo>
                  <a:lnTo>
                    <a:pt x="10361" y="5834"/>
                  </a:lnTo>
                  <a:lnTo>
                    <a:pt x="10501" y="5601"/>
                  </a:lnTo>
                  <a:lnTo>
                    <a:pt x="10827" y="5181"/>
                  </a:lnTo>
                  <a:lnTo>
                    <a:pt x="11107" y="4714"/>
                  </a:lnTo>
                  <a:lnTo>
                    <a:pt x="11294" y="4294"/>
                  </a:lnTo>
                  <a:lnTo>
                    <a:pt x="11387" y="3921"/>
                  </a:lnTo>
                  <a:lnTo>
                    <a:pt x="11434" y="3687"/>
                  </a:lnTo>
                  <a:lnTo>
                    <a:pt x="11387" y="3454"/>
                  </a:lnTo>
                  <a:lnTo>
                    <a:pt x="11294" y="3081"/>
                  </a:lnTo>
                  <a:lnTo>
                    <a:pt x="11154" y="2661"/>
                  </a:lnTo>
                  <a:lnTo>
                    <a:pt x="10874" y="2194"/>
                  </a:lnTo>
                  <a:lnTo>
                    <a:pt x="10594" y="1774"/>
                  </a:lnTo>
                  <a:lnTo>
                    <a:pt x="10407" y="1587"/>
                  </a:lnTo>
                  <a:lnTo>
                    <a:pt x="10221" y="1401"/>
                  </a:lnTo>
                  <a:lnTo>
                    <a:pt x="9987" y="1261"/>
                  </a:lnTo>
                  <a:lnTo>
                    <a:pt x="9754" y="1121"/>
                  </a:lnTo>
                  <a:lnTo>
                    <a:pt x="9520" y="1074"/>
                  </a:lnTo>
                  <a:lnTo>
                    <a:pt x="9287" y="1027"/>
                  </a:lnTo>
                  <a:lnTo>
                    <a:pt x="8727" y="1074"/>
                  </a:lnTo>
                  <a:lnTo>
                    <a:pt x="8260" y="1214"/>
                  </a:lnTo>
                  <a:lnTo>
                    <a:pt x="8167" y="1214"/>
                  </a:lnTo>
                  <a:lnTo>
                    <a:pt x="8120" y="1167"/>
                  </a:lnTo>
                  <a:lnTo>
                    <a:pt x="7934" y="887"/>
                  </a:lnTo>
                  <a:lnTo>
                    <a:pt x="7700" y="701"/>
                  </a:lnTo>
                  <a:lnTo>
                    <a:pt x="7467" y="467"/>
                  </a:lnTo>
                  <a:lnTo>
                    <a:pt x="7187" y="327"/>
                  </a:lnTo>
                  <a:lnTo>
                    <a:pt x="6907" y="187"/>
                  </a:lnTo>
                  <a:lnTo>
                    <a:pt x="6580" y="94"/>
                  </a:lnTo>
                  <a:lnTo>
                    <a:pt x="625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2" name="Google Shape;11032;p79"/>
            <p:cNvSpPr/>
            <p:nvPr/>
          </p:nvSpPr>
          <p:spPr>
            <a:xfrm>
              <a:off x="2684425" y="3992575"/>
              <a:ext cx="75850" cy="133025"/>
            </a:xfrm>
            <a:custGeom>
              <a:rect b="b" l="l" r="r" t="t"/>
              <a:pathLst>
                <a:path extrusionOk="0" h="5321" w="3034">
                  <a:moveTo>
                    <a:pt x="467" y="0"/>
                  </a:moveTo>
                  <a:lnTo>
                    <a:pt x="0" y="47"/>
                  </a:lnTo>
                  <a:lnTo>
                    <a:pt x="514" y="140"/>
                  </a:lnTo>
                  <a:lnTo>
                    <a:pt x="934" y="327"/>
                  </a:lnTo>
                  <a:lnTo>
                    <a:pt x="1354" y="607"/>
                  </a:lnTo>
                  <a:lnTo>
                    <a:pt x="1681" y="934"/>
                  </a:lnTo>
                  <a:lnTo>
                    <a:pt x="1961" y="1307"/>
                  </a:lnTo>
                  <a:lnTo>
                    <a:pt x="2147" y="1727"/>
                  </a:lnTo>
                  <a:lnTo>
                    <a:pt x="2287" y="2194"/>
                  </a:lnTo>
                  <a:lnTo>
                    <a:pt x="2334" y="2707"/>
                  </a:lnTo>
                  <a:lnTo>
                    <a:pt x="2287" y="3174"/>
                  </a:lnTo>
                  <a:lnTo>
                    <a:pt x="2147" y="3640"/>
                  </a:lnTo>
                  <a:lnTo>
                    <a:pt x="1961" y="4060"/>
                  </a:lnTo>
                  <a:lnTo>
                    <a:pt x="1681" y="4434"/>
                  </a:lnTo>
                  <a:lnTo>
                    <a:pt x="1307" y="4760"/>
                  </a:lnTo>
                  <a:lnTo>
                    <a:pt x="934" y="5040"/>
                  </a:lnTo>
                  <a:lnTo>
                    <a:pt x="467" y="5227"/>
                  </a:lnTo>
                  <a:lnTo>
                    <a:pt x="0" y="5320"/>
                  </a:lnTo>
                  <a:lnTo>
                    <a:pt x="374" y="5320"/>
                  </a:lnTo>
                  <a:lnTo>
                    <a:pt x="887" y="5274"/>
                  </a:lnTo>
                  <a:lnTo>
                    <a:pt x="1401" y="5134"/>
                  </a:lnTo>
                  <a:lnTo>
                    <a:pt x="1821" y="4900"/>
                  </a:lnTo>
                  <a:lnTo>
                    <a:pt x="2241" y="4574"/>
                  </a:lnTo>
                  <a:lnTo>
                    <a:pt x="2567" y="4154"/>
                  </a:lnTo>
                  <a:lnTo>
                    <a:pt x="2801" y="3734"/>
                  </a:lnTo>
                  <a:lnTo>
                    <a:pt x="2941" y="3220"/>
                  </a:lnTo>
                  <a:lnTo>
                    <a:pt x="3034" y="2707"/>
                  </a:lnTo>
                  <a:lnTo>
                    <a:pt x="2987" y="2147"/>
                  </a:lnTo>
                  <a:lnTo>
                    <a:pt x="2801" y="1680"/>
                  </a:lnTo>
                  <a:lnTo>
                    <a:pt x="2567" y="1214"/>
                  </a:lnTo>
                  <a:lnTo>
                    <a:pt x="2287" y="840"/>
                  </a:lnTo>
                  <a:lnTo>
                    <a:pt x="1914" y="514"/>
                  </a:lnTo>
                  <a:lnTo>
                    <a:pt x="1447" y="234"/>
                  </a:lnTo>
                  <a:lnTo>
                    <a:pt x="980" y="94"/>
                  </a:lnTo>
                  <a:lnTo>
                    <a:pt x="46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3" name="Google Shape;11033;p79"/>
            <p:cNvSpPr/>
            <p:nvPr/>
          </p:nvSpPr>
          <p:spPr>
            <a:xfrm>
              <a:off x="2677425" y="4223575"/>
              <a:ext cx="19850" cy="29200"/>
            </a:xfrm>
            <a:custGeom>
              <a:rect b="b" l="l" r="r" t="t"/>
              <a:pathLst>
                <a:path extrusionOk="0" h="1168" w="794">
                  <a:moveTo>
                    <a:pt x="94" y="1"/>
                  </a:moveTo>
                  <a:lnTo>
                    <a:pt x="0" y="1167"/>
                  </a:lnTo>
                  <a:lnTo>
                    <a:pt x="654" y="1167"/>
                  </a:lnTo>
                  <a:lnTo>
                    <a:pt x="79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34" name="Google Shape;11034;p79"/>
          <p:cNvGrpSpPr/>
          <p:nvPr/>
        </p:nvGrpSpPr>
        <p:grpSpPr>
          <a:xfrm>
            <a:off x="3269350" y="3976225"/>
            <a:ext cx="336050" cy="317375"/>
            <a:chOff x="3200100" y="3976225"/>
            <a:chExt cx="336050" cy="317375"/>
          </a:xfrm>
        </p:grpSpPr>
        <p:sp>
          <p:nvSpPr>
            <p:cNvPr id="11035" name="Google Shape;11035;p79"/>
            <p:cNvSpPr/>
            <p:nvPr/>
          </p:nvSpPr>
          <p:spPr>
            <a:xfrm>
              <a:off x="3383275" y="3976225"/>
              <a:ext cx="150525" cy="137700"/>
            </a:xfrm>
            <a:custGeom>
              <a:rect b="b" l="l" r="r" t="t"/>
              <a:pathLst>
                <a:path extrusionOk="0" h="5508" w="6021">
                  <a:moveTo>
                    <a:pt x="4154" y="1"/>
                  </a:moveTo>
                  <a:lnTo>
                    <a:pt x="4014" y="48"/>
                  </a:lnTo>
                  <a:lnTo>
                    <a:pt x="3921" y="94"/>
                  </a:lnTo>
                  <a:lnTo>
                    <a:pt x="1" y="4014"/>
                  </a:lnTo>
                  <a:lnTo>
                    <a:pt x="1074" y="5508"/>
                  </a:lnTo>
                  <a:lnTo>
                    <a:pt x="3688" y="3314"/>
                  </a:lnTo>
                  <a:lnTo>
                    <a:pt x="3781" y="3221"/>
                  </a:lnTo>
                  <a:lnTo>
                    <a:pt x="3874" y="3174"/>
                  </a:lnTo>
                  <a:lnTo>
                    <a:pt x="4528" y="3314"/>
                  </a:lnTo>
                  <a:lnTo>
                    <a:pt x="4621" y="3314"/>
                  </a:lnTo>
                  <a:lnTo>
                    <a:pt x="4714" y="3268"/>
                  </a:lnTo>
                  <a:lnTo>
                    <a:pt x="5788" y="2148"/>
                  </a:lnTo>
                  <a:lnTo>
                    <a:pt x="5974" y="1961"/>
                  </a:lnTo>
                  <a:lnTo>
                    <a:pt x="6021" y="1868"/>
                  </a:lnTo>
                  <a:lnTo>
                    <a:pt x="6021" y="1728"/>
                  </a:lnTo>
                  <a:lnTo>
                    <a:pt x="4388" y="94"/>
                  </a:lnTo>
                  <a:lnTo>
                    <a:pt x="4248" y="48"/>
                  </a:lnTo>
                  <a:lnTo>
                    <a:pt x="415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6" name="Google Shape;11036;p79"/>
            <p:cNvSpPr/>
            <p:nvPr/>
          </p:nvSpPr>
          <p:spPr>
            <a:xfrm>
              <a:off x="3404275" y="4007725"/>
              <a:ext cx="131875" cy="116700"/>
            </a:xfrm>
            <a:custGeom>
              <a:rect b="b" l="l" r="r" t="t"/>
              <a:pathLst>
                <a:path extrusionOk="0" h="4668" w="5275">
                  <a:moveTo>
                    <a:pt x="4668" y="1"/>
                  </a:moveTo>
                  <a:lnTo>
                    <a:pt x="4761" y="94"/>
                  </a:lnTo>
                  <a:lnTo>
                    <a:pt x="4761" y="234"/>
                  </a:lnTo>
                  <a:lnTo>
                    <a:pt x="4761" y="374"/>
                  </a:lnTo>
                  <a:lnTo>
                    <a:pt x="4668" y="468"/>
                  </a:lnTo>
                  <a:lnTo>
                    <a:pt x="3408" y="1728"/>
                  </a:lnTo>
                  <a:lnTo>
                    <a:pt x="3314" y="1774"/>
                  </a:lnTo>
                  <a:lnTo>
                    <a:pt x="2614" y="1588"/>
                  </a:lnTo>
                  <a:lnTo>
                    <a:pt x="2521" y="1634"/>
                  </a:lnTo>
                  <a:lnTo>
                    <a:pt x="281" y="3828"/>
                  </a:lnTo>
                  <a:lnTo>
                    <a:pt x="1" y="4668"/>
                  </a:lnTo>
                  <a:lnTo>
                    <a:pt x="747" y="4341"/>
                  </a:lnTo>
                  <a:lnTo>
                    <a:pt x="2988" y="2101"/>
                  </a:lnTo>
                  <a:lnTo>
                    <a:pt x="3081" y="2054"/>
                  </a:lnTo>
                  <a:lnTo>
                    <a:pt x="3828" y="2241"/>
                  </a:lnTo>
                  <a:lnTo>
                    <a:pt x="3921" y="2194"/>
                  </a:lnTo>
                  <a:lnTo>
                    <a:pt x="5181" y="934"/>
                  </a:lnTo>
                  <a:lnTo>
                    <a:pt x="5228" y="841"/>
                  </a:lnTo>
                  <a:lnTo>
                    <a:pt x="5274" y="701"/>
                  </a:lnTo>
                  <a:lnTo>
                    <a:pt x="5228" y="608"/>
                  </a:lnTo>
                  <a:lnTo>
                    <a:pt x="5181" y="468"/>
                  </a:lnTo>
                  <a:lnTo>
                    <a:pt x="466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7" name="Google Shape;11037;p79"/>
            <p:cNvSpPr/>
            <p:nvPr/>
          </p:nvSpPr>
          <p:spPr>
            <a:xfrm>
              <a:off x="3342450" y="4076575"/>
              <a:ext cx="80525" cy="88700"/>
            </a:xfrm>
            <a:custGeom>
              <a:rect b="b" l="l" r="r" t="t"/>
              <a:pathLst>
                <a:path extrusionOk="0" h="3548" w="3221">
                  <a:moveTo>
                    <a:pt x="1634" y="0"/>
                  </a:moveTo>
                  <a:lnTo>
                    <a:pt x="794" y="840"/>
                  </a:lnTo>
                  <a:lnTo>
                    <a:pt x="0" y="2147"/>
                  </a:lnTo>
                  <a:lnTo>
                    <a:pt x="1260" y="3547"/>
                  </a:lnTo>
                  <a:lnTo>
                    <a:pt x="2054" y="2427"/>
                  </a:lnTo>
                  <a:lnTo>
                    <a:pt x="3220" y="1587"/>
                  </a:lnTo>
                  <a:lnTo>
                    <a:pt x="163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8" name="Google Shape;11038;p79"/>
            <p:cNvSpPr/>
            <p:nvPr/>
          </p:nvSpPr>
          <p:spPr>
            <a:xfrm>
              <a:off x="3361125" y="4103400"/>
              <a:ext cx="61850" cy="61875"/>
            </a:xfrm>
            <a:custGeom>
              <a:rect b="b" l="l" r="r" t="t"/>
              <a:pathLst>
                <a:path extrusionOk="0" h="2475" w="2474">
                  <a:moveTo>
                    <a:pt x="2007" y="1"/>
                  </a:moveTo>
                  <a:lnTo>
                    <a:pt x="0" y="2007"/>
                  </a:lnTo>
                  <a:lnTo>
                    <a:pt x="513" y="2474"/>
                  </a:lnTo>
                  <a:lnTo>
                    <a:pt x="2473" y="514"/>
                  </a:lnTo>
                  <a:lnTo>
                    <a:pt x="200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9" name="Google Shape;11039;p79"/>
            <p:cNvSpPr/>
            <p:nvPr/>
          </p:nvSpPr>
          <p:spPr>
            <a:xfrm>
              <a:off x="3200100" y="4140750"/>
              <a:ext cx="222875" cy="143525"/>
            </a:xfrm>
            <a:custGeom>
              <a:rect b="b" l="l" r="r" t="t"/>
              <a:pathLst>
                <a:path extrusionOk="0" h="5741" w="8915">
                  <a:moveTo>
                    <a:pt x="8214" y="0"/>
                  </a:moveTo>
                  <a:lnTo>
                    <a:pt x="4948" y="2614"/>
                  </a:lnTo>
                  <a:lnTo>
                    <a:pt x="608" y="4154"/>
                  </a:lnTo>
                  <a:lnTo>
                    <a:pt x="48" y="4714"/>
                  </a:lnTo>
                  <a:lnTo>
                    <a:pt x="1" y="4760"/>
                  </a:lnTo>
                  <a:lnTo>
                    <a:pt x="1" y="4854"/>
                  </a:lnTo>
                  <a:lnTo>
                    <a:pt x="1" y="4947"/>
                  </a:lnTo>
                  <a:lnTo>
                    <a:pt x="48" y="5040"/>
                  </a:lnTo>
                  <a:lnTo>
                    <a:pt x="234" y="5227"/>
                  </a:lnTo>
                  <a:lnTo>
                    <a:pt x="468" y="5414"/>
                  </a:lnTo>
                  <a:lnTo>
                    <a:pt x="748" y="5554"/>
                  </a:lnTo>
                  <a:lnTo>
                    <a:pt x="1028" y="5647"/>
                  </a:lnTo>
                  <a:lnTo>
                    <a:pt x="1308" y="5740"/>
                  </a:lnTo>
                  <a:lnTo>
                    <a:pt x="1961" y="5740"/>
                  </a:lnTo>
                  <a:lnTo>
                    <a:pt x="2614" y="5647"/>
                  </a:lnTo>
                  <a:lnTo>
                    <a:pt x="3221" y="5507"/>
                  </a:lnTo>
                  <a:lnTo>
                    <a:pt x="3734" y="5320"/>
                  </a:lnTo>
                  <a:lnTo>
                    <a:pt x="4154" y="5134"/>
                  </a:lnTo>
                  <a:lnTo>
                    <a:pt x="4434" y="4947"/>
                  </a:lnTo>
                  <a:lnTo>
                    <a:pt x="8821" y="933"/>
                  </a:lnTo>
                  <a:lnTo>
                    <a:pt x="8868" y="840"/>
                  </a:lnTo>
                  <a:lnTo>
                    <a:pt x="8914" y="747"/>
                  </a:lnTo>
                  <a:lnTo>
                    <a:pt x="8868" y="700"/>
                  </a:lnTo>
                  <a:lnTo>
                    <a:pt x="8821" y="607"/>
                  </a:lnTo>
                  <a:lnTo>
                    <a:pt x="82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0" name="Google Shape;11040;p79"/>
            <p:cNvSpPr/>
            <p:nvPr/>
          </p:nvSpPr>
          <p:spPr>
            <a:xfrm>
              <a:off x="3200100" y="4144250"/>
              <a:ext cx="222875" cy="149350"/>
            </a:xfrm>
            <a:custGeom>
              <a:rect b="b" l="l" r="r" t="t"/>
              <a:pathLst>
                <a:path extrusionOk="0" h="5974" w="8915">
                  <a:moveTo>
                    <a:pt x="8354" y="0"/>
                  </a:moveTo>
                  <a:lnTo>
                    <a:pt x="8401" y="47"/>
                  </a:lnTo>
                  <a:lnTo>
                    <a:pt x="8401" y="47"/>
                  </a:lnTo>
                  <a:lnTo>
                    <a:pt x="8354" y="0"/>
                  </a:lnTo>
                  <a:close/>
                  <a:moveTo>
                    <a:pt x="8401" y="47"/>
                  </a:moveTo>
                  <a:lnTo>
                    <a:pt x="8401" y="140"/>
                  </a:lnTo>
                  <a:lnTo>
                    <a:pt x="8401" y="233"/>
                  </a:lnTo>
                  <a:lnTo>
                    <a:pt x="8354" y="280"/>
                  </a:lnTo>
                  <a:lnTo>
                    <a:pt x="4061" y="4574"/>
                  </a:lnTo>
                  <a:lnTo>
                    <a:pt x="3594" y="4947"/>
                  </a:lnTo>
                  <a:lnTo>
                    <a:pt x="3128" y="5227"/>
                  </a:lnTo>
                  <a:lnTo>
                    <a:pt x="2614" y="5414"/>
                  </a:lnTo>
                  <a:lnTo>
                    <a:pt x="2054" y="5460"/>
                  </a:lnTo>
                  <a:lnTo>
                    <a:pt x="1494" y="5460"/>
                  </a:lnTo>
                  <a:lnTo>
                    <a:pt x="981" y="5320"/>
                  </a:lnTo>
                  <a:lnTo>
                    <a:pt x="468" y="5134"/>
                  </a:lnTo>
                  <a:lnTo>
                    <a:pt x="1" y="4807"/>
                  </a:lnTo>
                  <a:lnTo>
                    <a:pt x="1" y="4807"/>
                  </a:lnTo>
                  <a:lnTo>
                    <a:pt x="48" y="4900"/>
                  </a:lnTo>
                  <a:lnTo>
                    <a:pt x="234" y="5087"/>
                  </a:lnTo>
                  <a:lnTo>
                    <a:pt x="468" y="5274"/>
                  </a:lnTo>
                  <a:lnTo>
                    <a:pt x="701" y="5460"/>
                  </a:lnTo>
                  <a:lnTo>
                    <a:pt x="981" y="5600"/>
                  </a:lnTo>
                  <a:lnTo>
                    <a:pt x="1261" y="5740"/>
                  </a:lnTo>
                  <a:lnTo>
                    <a:pt x="1541" y="5834"/>
                  </a:lnTo>
                  <a:lnTo>
                    <a:pt x="1821" y="5880"/>
                  </a:lnTo>
                  <a:lnTo>
                    <a:pt x="2381" y="5974"/>
                  </a:lnTo>
                  <a:lnTo>
                    <a:pt x="2988" y="5880"/>
                  </a:lnTo>
                  <a:lnTo>
                    <a:pt x="3268" y="5834"/>
                  </a:lnTo>
                  <a:lnTo>
                    <a:pt x="3548" y="5740"/>
                  </a:lnTo>
                  <a:lnTo>
                    <a:pt x="3781" y="5600"/>
                  </a:lnTo>
                  <a:lnTo>
                    <a:pt x="4061" y="5460"/>
                  </a:lnTo>
                  <a:lnTo>
                    <a:pt x="4294" y="5274"/>
                  </a:lnTo>
                  <a:lnTo>
                    <a:pt x="4528" y="5087"/>
                  </a:lnTo>
                  <a:lnTo>
                    <a:pt x="8821" y="793"/>
                  </a:lnTo>
                  <a:lnTo>
                    <a:pt x="8868" y="700"/>
                  </a:lnTo>
                  <a:lnTo>
                    <a:pt x="8914" y="607"/>
                  </a:lnTo>
                  <a:lnTo>
                    <a:pt x="8868" y="560"/>
                  </a:lnTo>
                  <a:lnTo>
                    <a:pt x="8821" y="467"/>
                  </a:lnTo>
                  <a:lnTo>
                    <a:pt x="8401" y="47"/>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1" name="Google Shape;11041;p79"/>
            <p:cNvSpPr/>
            <p:nvPr/>
          </p:nvSpPr>
          <p:spPr>
            <a:xfrm>
              <a:off x="3215275" y="4097575"/>
              <a:ext cx="178525" cy="162200"/>
            </a:xfrm>
            <a:custGeom>
              <a:rect b="b" l="l" r="r" t="t"/>
              <a:pathLst>
                <a:path extrusionOk="0" h="6488" w="7141">
                  <a:moveTo>
                    <a:pt x="5881" y="0"/>
                  </a:moveTo>
                  <a:lnTo>
                    <a:pt x="1" y="5881"/>
                  </a:lnTo>
                  <a:lnTo>
                    <a:pt x="187" y="6021"/>
                  </a:lnTo>
                  <a:lnTo>
                    <a:pt x="327" y="6161"/>
                  </a:lnTo>
                  <a:lnTo>
                    <a:pt x="514" y="6301"/>
                  </a:lnTo>
                  <a:lnTo>
                    <a:pt x="887" y="6441"/>
                  </a:lnTo>
                  <a:lnTo>
                    <a:pt x="1307" y="6487"/>
                  </a:lnTo>
                  <a:lnTo>
                    <a:pt x="1681" y="6441"/>
                  </a:lnTo>
                  <a:lnTo>
                    <a:pt x="2101" y="6347"/>
                  </a:lnTo>
                  <a:lnTo>
                    <a:pt x="2474" y="6114"/>
                  </a:lnTo>
                  <a:lnTo>
                    <a:pt x="2847" y="5881"/>
                  </a:lnTo>
                  <a:lnTo>
                    <a:pt x="3221" y="5554"/>
                  </a:lnTo>
                  <a:lnTo>
                    <a:pt x="7141" y="1214"/>
                  </a:lnTo>
                  <a:lnTo>
                    <a:pt x="588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2" name="Google Shape;11042;p79"/>
            <p:cNvSpPr/>
            <p:nvPr/>
          </p:nvSpPr>
          <p:spPr>
            <a:xfrm>
              <a:off x="3215275" y="4127900"/>
              <a:ext cx="190200" cy="136525"/>
            </a:xfrm>
            <a:custGeom>
              <a:rect b="b" l="l" r="r" t="t"/>
              <a:pathLst>
                <a:path extrusionOk="0" h="5461" w="7608">
                  <a:moveTo>
                    <a:pt x="7141" y="1"/>
                  </a:moveTo>
                  <a:lnTo>
                    <a:pt x="2801" y="4341"/>
                  </a:lnTo>
                  <a:lnTo>
                    <a:pt x="2521" y="4574"/>
                  </a:lnTo>
                  <a:lnTo>
                    <a:pt x="2194" y="4761"/>
                  </a:lnTo>
                  <a:lnTo>
                    <a:pt x="1821" y="4901"/>
                  </a:lnTo>
                  <a:lnTo>
                    <a:pt x="1447" y="4948"/>
                  </a:lnTo>
                  <a:lnTo>
                    <a:pt x="1074" y="4994"/>
                  </a:lnTo>
                  <a:lnTo>
                    <a:pt x="747" y="4901"/>
                  </a:lnTo>
                  <a:lnTo>
                    <a:pt x="374" y="4808"/>
                  </a:lnTo>
                  <a:lnTo>
                    <a:pt x="47" y="4621"/>
                  </a:lnTo>
                  <a:lnTo>
                    <a:pt x="1" y="4668"/>
                  </a:lnTo>
                  <a:lnTo>
                    <a:pt x="187" y="4808"/>
                  </a:lnTo>
                  <a:lnTo>
                    <a:pt x="514" y="5088"/>
                  </a:lnTo>
                  <a:lnTo>
                    <a:pt x="887" y="5321"/>
                  </a:lnTo>
                  <a:lnTo>
                    <a:pt x="1307" y="5414"/>
                  </a:lnTo>
                  <a:lnTo>
                    <a:pt x="1727" y="5461"/>
                  </a:lnTo>
                  <a:lnTo>
                    <a:pt x="2147" y="5414"/>
                  </a:lnTo>
                  <a:lnTo>
                    <a:pt x="2567" y="5321"/>
                  </a:lnTo>
                  <a:lnTo>
                    <a:pt x="2941" y="5088"/>
                  </a:lnTo>
                  <a:lnTo>
                    <a:pt x="3267" y="4808"/>
                  </a:lnTo>
                  <a:lnTo>
                    <a:pt x="7607" y="514"/>
                  </a:lnTo>
                  <a:lnTo>
                    <a:pt x="714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43" name="Google Shape;11043;p79"/>
          <p:cNvGrpSpPr/>
          <p:nvPr/>
        </p:nvGrpSpPr>
        <p:grpSpPr>
          <a:xfrm>
            <a:off x="4096550" y="3968075"/>
            <a:ext cx="199525" cy="333700"/>
            <a:chOff x="4027300" y="3968075"/>
            <a:chExt cx="199525" cy="333700"/>
          </a:xfrm>
        </p:grpSpPr>
        <p:sp>
          <p:nvSpPr>
            <p:cNvPr id="11044" name="Google Shape;11044;p79"/>
            <p:cNvSpPr/>
            <p:nvPr/>
          </p:nvSpPr>
          <p:spPr>
            <a:xfrm>
              <a:off x="4042475" y="3968075"/>
              <a:ext cx="169200" cy="44350"/>
            </a:xfrm>
            <a:custGeom>
              <a:rect b="b" l="l" r="r" t="t"/>
              <a:pathLst>
                <a:path extrusionOk="0" h="1774" w="6768">
                  <a:moveTo>
                    <a:pt x="654" y="0"/>
                  </a:moveTo>
                  <a:lnTo>
                    <a:pt x="420" y="47"/>
                  </a:lnTo>
                  <a:lnTo>
                    <a:pt x="187" y="187"/>
                  </a:lnTo>
                  <a:lnTo>
                    <a:pt x="94" y="374"/>
                  </a:lnTo>
                  <a:lnTo>
                    <a:pt x="0" y="607"/>
                  </a:lnTo>
                  <a:lnTo>
                    <a:pt x="0" y="1774"/>
                  </a:lnTo>
                  <a:lnTo>
                    <a:pt x="840" y="1774"/>
                  </a:lnTo>
                  <a:lnTo>
                    <a:pt x="840" y="840"/>
                  </a:lnTo>
                  <a:lnTo>
                    <a:pt x="840" y="794"/>
                  </a:lnTo>
                  <a:lnTo>
                    <a:pt x="5974" y="794"/>
                  </a:lnTo>
                  <a:lnTo>
                    <a:pt x="5974" y="840"/>
                  </a:lnTo>
                  <a:lnTo>
                    <a:pt x="5974" y="1774"/>
                  </a:lnTo>
                  <a:lnTo>
                    <a:pt x="6767" y="1774"/>
                  </a:lnTo>
                  <a:lnTo>
                    <a:pt x="6767" y="607"/>
                  </a:lnTo>
                  <a:lnTo>
                    <a:pt x="6721" y="374"/>
                  </a:lnTo>
                  <a:lnTo>
                    <a:pt x="6581" y="187"/>
                  </a:lnTo>
                  <a:lnTo>
                    <a:pt x="6394" y="47"/>
                  </a:lnTo>
                  <a:lnTo>
                    <a:pt x="616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5" name="Google Shape;11045;p79"/>
            <p:cNvSpPr/>
            <p:nvPr/>
          </p:nvSpPr>
          <p:spPr>
            <a:xfrm>
              <a:off x="4042475" y="4053250"/>
              <a:ext cx="170350" cy="196025"/>
            </a:xfrm>
            <a:custGeom>
              <a:rect b="b" l="l" r="r" t="t"/>
              <a:pathLst>
                <a:path extrusionOk="0" h="7841" w="6814">
                  <a:moveTo>
                    <a:pt x="0" y="0"/>
                  </a:moveTo>
                  <a:lnTo>
                    <a:pt x="0" y="7840"/>
                  </a:lnTo>
                  <a:lnTo>
                    <a:pt x="6814" y="7840"/>
                  </a:lnTo>
                  <a:lnTo>
                    <a:pt x="6487" y="3593"/>
                  </a:lnTo>
                  <a:lnTo>
                    <a:pt x="681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6" name="Google Shape;11046;p79"/>
            <p:cNvSpPr/>
            <p:nvPr/>
          </p:nvSpPr>
          <p:spPr>
            <a:xfrm>
              <a:off x="4196475" y="4053250"/>
              <a:ext cx="16350" cy="196025"/>
            </a:xfrm>
            <a:custGeom>
              <a:rect b="b" l="l" r="r" t="t"/>
              <a:pathLst>
                <a:path extrusionOk="0" h="7841" w="654">
                  <a:moveTo>
                    <a:pt x="1" y="0"/>
                  </a:moveTo>
                  <a:lnTo>
                    <a:pt x="1" y="7840"/>
                  </a:lnTo>
                  <a:lnTo>
                    <a:pt x="654" y="7840"/>
                  </a:lnTo>
                  <a:lnTo>
                    <a:pt x="654"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7" name="Google Shape;11047;p79"/>
            <p:cNvSpPr/>
            <p:nvPr/>
          </p:nvSpPr>
          <p:spPr>
            <a:xfrm>
              <a:off x="4031975" y="4012400"/>
              <a:ext cx="176200" cy="50200"/>
            </a:xfrm>
            <a:custGeom>
              <a:rect b="b" l="l" r="r" t="t"/>
              <a:pathLst>
                <a:path extrusionOk="0" h="2008" w="7048">
                  <a:moveTo>
                    <a:pt x="327" y="1"/>
                  </a:moveTo>
                  <a:lnTo>
                    <a:pt x="187" y="47"/>
                  </a:lnTo>
                  <a:lnTo>
                    <a:pt x="94" y="94"/>
                  </a:lnTo>
                  <a:lnTo>
                    <a:pt x="47" y="187"/>
                  </a:lnTo>
                  <a:lnTo>
                    <a:pt x="0" y="327"/>
                  </a:lnTo>
                  <a:lnTo>
                    <a:pt x="0" y="1681"/>
                  </a:lnTo>
                  <a:lnTo>
                    <a:pt x="47" y="1821"/>
                  </a:lnTo>
                  <a:lnTo>
                    <a:pt x="94" y="1914"/>
                  </a:lnTo>
                  <a:lnTo>
                    <a:pt x="187" y="2007"/>
                  </a:lnTo>
                  <a:lnTo>
                    <a:pt x="7047" y="2007"/>
                  </a:lnTo>
                  <a:lnTo>
                    <a:pt x="704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8" name="Google Shape;11048;p79"/>
            <p:cNvSpPr/>
            <p:nvPr/>
          </p:nvSpPr>
          <p:spPr>
            <a:xfrm>
              <a:off x="4027300" y="4237575"/>
              <a:ext cx="185525" cy="64200"/>
            </a:xfrm>
            <a:custGeom>
              <a:rect b="b" l="l" r="r" t="t"/>
              <a:pathLst>
                <a:path extrusionOk="0" h="2568" w="7421">
                  <a:moveTo>
                    <a:pt x="327" y="1"/>
                  </a:moveTo>
                  <a:lnTo>
                    <a:pt x="234" y="47"/>
                  </a:lnTo>
                  <a:lnTo>
                    <a:pt x="94" y="94"/>
                  </a:lnTo>
                  <a:lnTo>
                    <a:pt x="47" y="187"/>
                  </a:lnTo>
                  <a:lnTo>
                    <a:pt x="1" y="327"/>
                  </a:lnTo>
                  <a:lnTo>
                    <a:pt x="1" y="2241"/>
                  </a:lnTo>
                  <a:lnTo>
                    <a:pt x="47" y="2381"/>
                  </a:lnTo>
                  <a:lnTo>
                    <a:pt x="94" y="2474"/>
                  </a:lnTo>
                  <a:lnTo>
                    <a:pt x="234" y="2567"/>
                  </a:lnTo>
                  <a:lnTo>
                    <a:pt x="1634" y="2567"/>
                  </a:lnTo>
                  <a:lnTo>
                    <a:pt x="3781" y="2334"/>
                  </a:lnTo>
                  <a:lnTo>
                    <a:pt x="6394" y="2567"/>
                  </a:lnTo>
                  <a:lnTo>
                    <a:pt x="7421" y="2567"/>
                  </a:lnTo>
                  <a:lnTo>
                    <a:pt x="742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9" name="Google Shape;11049;p79"/>
            <p:cNvSpPr/>
            <p:nvPr/>
          </p:nvSpPr>
          <p:spPr>
            <a:xfrm>
              <a:off x="4202300" y="4237575"/>
              <a:ext cx="24525" cy="64200"/>
            </a:xfrm>
            <a:custGeom>
              <a:rect b="b" l="l" r="r" t="t"/>
              <a:pathLst>
                <a:path extrusionOk="0" h="2568" w="981">
                  <a:moveTo>
                    <a:pt x="1" y="1"/>
                  </a:moveTo>
                  <a:lnTo>
                    <a:pt x="141" y="47"/>
                  </a:lnTo>
                  <a:lnTo>
                    <a:pt x="234" y="94"/>
                  </a:lnTo>
                  <a:lnTo>
                    <a:pt x="281" y="187"/>
                  </a:lnTo>
                  <a:lnTo>
                    <a:pt x="328" y="327"/>
                  </a:lnTo>
                  <a:lnTo>
                    <a:pt x="328" y="2241"/>
                  </a:lnTo>
                  <a:lnTo>
                    <a:pt x="281" y="2381"/>
                  </a:lnTo>
                  <a:lnTo>
                    <a:pt x="234" y="2474"/>
                  </a:lnTo>
                  <a:lnTo>
                    <a:pt x="141" y="2567"/>
                  </a:lnTo>
                  <a:lnTo>
                    <a:pt x="794" y="2567"/>
                  </a:lnTo>
                  <a:lnTo>
                    <a:pt x="888" y="2474"/>
                  </a:lnTo>
                  <a:lnTo>
                    <a:pt x="981" y="2381"/>
                  </a:lnTo>
                  <a:lnTo>
                    <a:pt x="981" y="2241"/>
                  </a:lnTo>
                  <a:lnTo>
                    <a:pt x="981" y="327"/>
                  </a:lnTo>
                  <a:lnTo>
                    <a:pt x="981" y="187"/>
                  </a:lnTo>
                  <a:lnTo>
                    <a:pt x="888" y="94"/>
                  </a:lnTo>
                  <a:lnTo>
                    <a:pt x="794" y="47"/>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0" name="Google Shape;11050;p79"/>
            <p:cNvSpPr/>
            <p:nvPr/>
          </p:nvSpPr>
          <p:spPr>
            <a:xfrm>
              <a:off x="4073975" y="4084750"/>
              <a:ext cx="17525" cy="30350"/>
            </a:xfrm>
            <a:custGeom>
              <a:rect b="b" l="l" r="r" t="t"/>
              <a:pathLst>
                <a:path extrusionOk="0" h="1214" w="701">
                  <a:moveTo>
                    <a:pt x="94" y="0"/>
                  </a:moveTo>
                  <a:lnTo>
                    <a:pt x="47" y="47"/>
                  </a:lnTo>
                  <a:lnTo>
                    <a:pt x="0" y="140"/>
                  </a:lnTo>
                  <a:lnTo>
                    <a:pt x="0" y="187"/>
                  </a:lnTo>
                  <a:lnTo>
                    <a:pt x="0" y="980"/>
                  </a:lnTo>
                  <a:lnTo>
                    <a:pt x="0" y="1073"/>
                  </a:lnTo>
                  <a:lnTo>
                    <a:pt x="47" y="1120"/>
                  </a:lnTo>
                  <a:lnTo>
                    <a:pt x="94" y="1167"/>
                  </a:lnTo>
                  <a:lnTo>
                    <a:pt x="187" y="1213"/>
                  </a:lnTo>
                  <a:lnTo>
                    <a:pt x="467" y="1213"/>
                  </a:lnTo>
                  <a:lnTo>
                    <a:pt x="560" y="1167"/>
                  </a:lnTo>
                  <a:lnTo>
                    <a:pt x="654" y="1120"/>
                  </a:lnTo>
                  <a:lnTo>
                    <a:pt x="700" y="1073"/>
                  </a:lnTo>
                  <a:lnTo>
                    <a:pt x="700" y="980"/>
                  </a:lnTo>
                  <a:lnTo>
                    <a:pt x="700" y="187"/>
                  </a:lnTo>
                  <a:lnTo>
                    <a:pt x="700" y="140"/>
                  </a:lnTo>
                  <a:lnTo>
                    <a:pt x="654" y="47"/>
                  </a:lnTo>
                  <a:lnTo>
                    <a:pt x="5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1" name="Google Shape;11051;p79"/>
            <p:cNvSpPr/>
            <p:nvPr/>
          </p:nvSpPr>
          <p:spPr>
            <a:xfrm>
              <a:off x="4118300" y="4084750"/>
              <a:ext cx="18700" cy="30350"/>
            </a:xfrm>
            <a:custGeom>
              <a:rect b="b" l="l" r="r" t="t"/>
              <a:pathLst>
                <a:path extrusionOk="0" h="1214" w="748">
                  <a:moveTo>
                    <a:pt x="141" y="0"/>
                  </a:moveTo>
                  <a:lnTo>
                    <a:pt x="94" y="47"/>
                  </a:lnTo>
                  <a:lnTo>
                    <a:pt x="47" y="140"/>
                  </a:lnTo>
                  <a:lnTo>
                    <a:pt x="1" y="187"/>
                  </a:lnTo>
                  <a:lnTo>
                    <a:pt x="1" y="980"/>
                  </a:lnTo>
                  <a:lnTo>
                    <a:pt x="47" y="1073"/>
                  </a:lnTo>
                  <a:lnTo>
                    <a:pt x="94" y="1120"/>
                  </a:lnTo>
                  <a:lnTo>
                    <a:pt x="141" y="1167"/>
                  </a:lnTo>
                  <a:lnTo>
                    <a:pt x="234" y="1213"/>
                  </a:lnTo>
                  <a:lnTo>
                    <a:pt x="514" y="1213"/>
                  </a:lnTo>
                  <a:lnTo>
                    <a:pt x="607" y="1167"/>
                  </a:lnTo>
                  <a:lnTo>
                    <a:pt x="654" y="1120"/>
                  </a:lnTo>
                  <a:lnTo>
                    <a:pt x="701" y="1073"/>
                  </a:lnTo>
                  <a:lnTo>
                    <a:pt x="747" y="980"/>
                  </a:lnTo>
                  <a:lnTo>
                    <a:pt x="747" y="187"/>
                  </a:lnTo>
                  <a:lnTo>
                    <a:pt x="701" y="140"/>
                  </a:lnTo>
                  <a:lnTo>
                    <a:pt x="654"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2" name="Google Shape;11052;p79"/>
            <p:cNvSpPr/>
            <p:nvPr/>
          </p:nvSpPr>
          <p:spPr>
            <a:xfrm>
              <a:off x="4163800" y="4084750"/>
              <a:ext cx="17525" cy="30350"/>
            </a:xfrm>
            <a:custGeom>
              <a:rect b="b" l="l" r="r" t="t"/>
              <a:pathLst>
                <a:path extrusionOk="0" h="1214" w="701">
                  <a:moveTo>
                    <a:pt x="141" y="0"/>
                  </a:moveTo>
                  <a:lnTo>
                    <a:pt x="48" y="47"/>
                  </a:lnTo>
                  <a:lnTo>
                    <a:pt x="1" y="140"/>
                  </a:lnTo>
                  <a:lnTo>
                    <a:pt x="1" y="187"/>
                  </a:lnTo>
                  <a:lnTo>
                    <a:pt x="1" y="980"/>
                  </a:lnTo>
                  <a:lnTo>
                    <a:pt x="1" y="1073"/>
                  </a:lnTo>
                  <a:lnTo>
                    <a:pt x="48" y="1120"/>
                  </a:lnTo>
                  <a:lnTo>
                    <a:pt x="141" y="1167"/>
                  </a:lnTo>
                  <a:lnTo>
                    <a:pt x="188" y="1213"/>
                  </a:lnTo>
                  <a:lnTo>
                    <a:pt x="514" y="1213"/>
                  </a:lnTo>
                  <a:lnTo>
                    <a:pt x="561" y="1167"/>
                  </a:lnTo>
                  <a:lnTo>
                    <a:pt x="654" y="1120"/>
                  </a:lnTo>
                  <a:lnTo>
                    <a:pt x="701" y="1073"/>
                  </a:lnTo>
                  <a:lnTo>
                    <a:pt x="701" y="980"/>
                  </a:lnTo>
                  <a:lnTo>
                    <a:pt x="701" y="187"/>
                  </a:lnTo>
                  <a:lnTo>
                    <a:pt x="701" y="140"/>
                  </a:lnTo>
                  <a:lnTo>
                    <a:pt x="654" y="47"/>
                  </a:lnTo>
                  <a:lnTo>
                    <a:pt x="56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3" name="Google Shape;11053;p79"/>
            <p:cNvSpPr/>
            <p:nvPr/>
          </p:nvSpPr>
          <p:spPr>
            <a:xfrm>
              <a:off x="4073975" y="4134900"/>
              <a:ext cx="17525" cy="30375"/>
            </a:xfrm>
            <a:custGeom>
              <a:rect b="b" l="l" r="r" t="t"/>
              <a:pathLst>
                <a:path extrusionOk="0" h="1215" w="701">
                  <a:moveTo>
                    <a:pt x="187" y="1"/>
                  </a:moveTo>
                  <a:lnTo>
                    <a:pt x="94" y="47"/>
                  </a:lnTo>
                  <a:lnTo>
                    <a:pt x="47" y="94"/>
                  </a:lnTo>
                  <a:lnTo>
                    <a:pt x="0" y="141"/>
                  </a:lnTo>
                  <a:lnTo>
                    <a:pt x="0" y="234"/>
                  </a:lnTo>
                  <a:lnTo>
                    <a:pt x="0" y="1027"/>
                  </a:lnTo>
                  <a:lnTo>
                    <a:pt x="0" y="1074"/>
                  </a:lnTo>
                  <a:lnTo>
                    <a:pt x="47" y="1167"/>
                  </a:lnTo>
                  <a:lnTo>
                    <a:pt x="94" y="1214"/>
                  </a:lnTo>
                  <a:lnTo>
                    <a:pt x="560" y="1214"/>
                  </a:lnTo>
                  <a:lnTo>
                    <a:pt x="654" y="1167"/>
                  </a:lnTo>
                  <a:lnTo>
                    <a:pt x="700" y="1074"/>
                  </a:lnTo>
                  <a:lnTo>
                    <a:pt x="700" y="1027"/>
                  </a:lnTo>
                  <a:lnTo>
                    <a:pt x="700" y="234"/>
                  </a:lnTo>
                  <a:lnTo>
                    <a:pt x="700" y="141"/>
                  </a:lnTo>
                  <a:lnTo>
                    <a:pt x="654" y="94"/>
                  </a:lnTo>
                  <a:lnTo>
                    <a:pt x="560" y="47"/>
                  </a:lnTo>
                  <a:lnTo>
                    <a:pt x="467"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4" name="Google Shape;11054;p79"/>
            <p:cNvSpPr/>
            <p:nvPr/>
          </p:nvSpPr>
          <p:spPr>
            <a:xfrm>
              <a:off x="4118300" y="4134900"/>
              <a:ext cx="18700" cy="30375"/>
            </a:xfrm>
            <a:custGeom>
              <a:rect b="b" l="l" r="r" t="t"/>
              <a:pathLst>
                <a:path extrusionOk="0" h="1215" w="748">
                  <a:moveTo>
                    <a:pt x="234" y="1"/>
                  </a:moveTo>
                  <a:lnTo>
                    <a:pt x="141" y="47"/>
                  </a:lnTo>
                  <a:lnTo>
                    <a:pt x="94" y="94"/>
                  </a:lnTo>
                  <a:lnTo>
                    <a:pt x="47" y="141"/>
                  </a:lnTo>
                  <a:lnTo>
                    <a:pt x="1" y="234"/>
                  </a:lnTo>
                  <a:lnTo>
                    <a:pt x="1" y="1027"/>
                  </a:lnTo>
                  <a:lnTo>
                    <a:pt x="47" y="1074"/>
                  </a:lnTo>
                  <a:lnTo>
                    <a:pt x="94" y="1167"/>
                  </a:lnTo>
                  <a:lnTo>
                    <a:pt x="141" y="1214"/>
                  </a:lnTo>
                  <a:lnTo>
                    <a:pt x="607" y="1214"/>
                  </a:lnTo>
                  <a:lnTo>
                    <a:pt x="654" y="1167"/>
                  </a:lnTo>
                  <a:lnTo>
                    <a:pt x="701" y="1074"/>
                  </a:lnTo>
                  <a:lnTo>
                    <a:pt x="747" y="1027"/>
                  </a:lnTo>
                  <a:lnTo>
                    <a:pt x="747" y="234"/>
                  </a:lnTo>
                  <a:lnTo>
                    <a:pt x="701" y="141"/>
                  </a:lnTo>
                  <a:lnTo>
                    <a:pt x="654" y="94"/>
                  </a:lnTo>
                  <a:lnTo>
                    <a:pt x="607" y="47"/>
                  </a:lnTo>
                  <a:lnTo>
                    <a:pt x="51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5" name="Google Shape;11055;p79"/>
            <p:cNvSpPr/>
            <p:nvPr/>
          </p:nvSpPr>
          <p:spPr>
            <a:xfrm>
              <a:off x="4163800" y="4134900"/>
              <a:ext cx="17525" cy="30375"/>
            </a:xfrm>
            <a:custGeom>
              <a:rect b="b" l="l" r="r" t="t"/>
              <a:pathLst>
                <a:path extrusionOk="0" h="1215" w="701">
                  <a:moveTo>
                    <a:pt x="188" y="1"/>
                  </a:moveTo>
                  <a:lnTo>
                    <a:pt x="141" y="47"/>
                  </a:lnTo>
                  <a:lnTo>
                    <a:pt x="48" y="94"/>
                  </a:lnTo>
                  <a:lnTo>
                    <a:pt x="1" y="141"/>
                  </a:lnTo>
                  <a:lnTo>
                    <a:pt x="1" y="234"/>
                  </a:lnTo>
                  <a:lnTo>
                    <a:pt x="1" y="1027"/>
                  </a:lnTo>
                  <a:lnTo>
                    <a:pt x="1" y="1074"/>
                  </a:lnTo>
                  <a:lnTo>
                    <a:pt x="48" y="1167"/>
                  </a:lnTo>
                  <a:lnTo>
                    <a:pt x="141" y="1214"/>
                  </a:lnTo>
                  <a:lnTo>
                    <a:pt x="561" y="1214"/>
                  </a:lnTo>
                  <a:lnTo>
                    <a:pt x="654" y="1167"/>
                  </a:lnTo>
                  <a:lnTo>
                    <a:pt x="701" y="1074"/>
                  </a:lnTo>
                  <a:lnTo>
                    <a:pt x="701" y="1027"/>
                  </a:lnTo>
                  <a:lnTo>
                    <a:pt x="701" y="234"/>
                  </a:lnTo>
                  <a:lnTo>
                    <a:pt x="701" y="141"/>
                  </a:lnTo>
                  <a:lnTo>
                    <a:pt x="654" y="94"/>
                  </a:lnTo>
                  <a:lnTo>
                    <a:pt x="561" y="47"/>
                  </a:lnTo>
                  <a:lnTo>
                    <a:pt x="51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6" name="Google Shape;11056;p79"/>
            <p:cNvSpPr/>
            <p:nvPr/>
          </p:nvSpPr>
          <p:spPr>
            <a:xfrm>
              <a:off x="4073975" y="4186250"/>
              <a:ext cx="17525" cy="30350"/>
            </a:xfrm>
            <a:custGeom>
              <a:rect b="b" l="l" r="r" t="t"/>
              <a:pathLst>
                <a:path extrusionOk="0" h="1214" w="701">
                  <a:moveTo>
                    <a:pt x="94" y="0"/>
                  </a:moveTo>
                  <a:lnTo>
                    <a:pt x="47" y="47"/>
                  </a:lnTo>
                  <a:lnTo>
                    <a:pt x="0" y="94"/>
                  </a:lnTo>
                  <a:lnTo>
                    <a:pt x="0" y="187"/>
                  </a:lnTo>
                  <a:lnTo>
                    <a:pt x="0" y="980"/>
                  </a:lnTo>
                  <a:lnTo>
                    <a:pt x="0" y="1074"/>
                  </a:lnTo>
                  <a:lnTo>
                    <a:pt x="47" y="1120"/>
                  </a:lnTo>
                  <a:lnTo>
                    <a:pt x="94" y="1167"/>
                  </a:lnTo>
                  <a:lnTo>
                    <a:pt x="187" y="1214"/>
                  </a:lnTo>
                  <a:lnTo>
                    <a:pt x="467" y="1214"/>
                  </a:lnTo>
                  <a:lnTo>
                    <a:pt x="560" y="1167"/>
                  </a:lnTo>
                  <a:lnTo>
                    <a:pt x="654" y="1120"/>
                  </a:lnTo>
                  <a:lnTo>
                    <a:pt x="700" y="1074"/>
                  </a:lnTo>
                  <a:lnTo>
                    <a:pt x="700" y="980"/>
                  </a:lnTo>
                  <a:lnTo>
                    <a:pt x="700" y="187"/>
                  </a:lnTo>
                  <a:lnTo>
                    <a:pt x="700" y="94"/>
                  </a:lnTo>
                  <a:lnTo>
                    <a:pt x="654" y="47"/>
                  </a:lnTo>
                  <a:lnTo>
                    <a:pt x="560"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7" name="Google Shape;11057;p79"/>
            <p:cNvSpPr/>
            <p:nvPr/>
          </p:nvSpPr>
          <p:spPr>
            <a:xfrm>
              <a:off x="4118300" y="4186250"/>
              <a:ext cx="18700" cy="30350"/>
            </a:xfrm>
            <a:custGeom>
              <a:rect b="b" l="l" r="r" t="t"/>
              <a:pathLst>
                <a:path extrusionOk="0" h="1214" w="748">
                  <a:moveTo>
                    <a:pt x="141" y="0"/>
                  </a:moveTo>
                  <a:lnTo>
                    <a:pt x="94" y="47"/>
                  </a:lnTo>
                  <a:lnTo>
                    <a:pt x="47" y="94"/>
                  </a:lnTo>
                  <a:lnTo>
                    <a:pt x="1" y="187"/>
                  </a:lnTo>
                  <a:lnTo>
                    <a:pt x="1" y="980"/>
                  </a:lnTo>
                  <a:lnTo>
                    <a:pt x="47" y="1074"/>
                  </a:lnTo>
                  <a:lnTo>
                    <a:pt x="94" y="1120"/>
                  </a:lnTo>
                  <a:lnTo>
                    <a:pt x="141" y="1167"/>
                  </a:lnTo>
                  <a:lnTo>
                    <a:pt x="234" y="1214"/>
                  </a:lnTo>
                  <a:lnTo>
                    <a:pt x="514" y="1214"/>
                  </a:lnTo>
                  <a:lnTo>
                    <a:pt x="607" y="1167"/>
                  </a:lnTo>
                  <a:lnTo>
                    <a:pt x="654" y="1120"/>
                  </a:lnTo>
                  <a:lnTo>
                    <a:pt x="701" y="1074"/>
                  </a:lnTo>
                  <a:lnTo>
                    <a:pt x="747" y="980"/>
                  </a:lnTo>
                  <a:lnTo>
                    <a:pt x="747" y="187"/>
                  </a:lnTo>
                  <a:lnTo>
                    <a:pt x="701" y="94"/>
                  </a:lnTo>
                  <a:lnTo>
                    <a:pt x="654" y="47"/>
                  </a:lnTo>
                  <a:lnTo>
                    <a:pt x="60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8" name="Google Shape;11058;p79"/>
            <p:cNvSpPr/>
            <p:nvPr/>
          </p:nvSpPr>
          <p:spPr>
            <a:xfrm>
              <a:off x="4163800" y="4186250"/>
              <a:ext cx="17525" cy="30350"/>
            </a:xfrm>
            <a:custGeom>
              <a:rect b="b" l="l" r="r" t="t"/>
              <a:pathLst>
                <a:path extrusionOk="0" h="1214" w="701">
                  <a:moveTo>
                    <a:pt x="141" y="0"/>
                  </a:moveTo>
                  <a:lnTo>
                    <a:pt x="48" y="47"/>
                  </a:lnTo>
                  <a:lnTo>
                    <a:pt x="1" y="94"/>
                  </a:lnTo>
                  <a:lnTo>
                    <a:pt x="1" y="187"/>
                  </a:lnTo>
                  <a:lnTo>
                    <a:pt x="1" y="980"/>
                  </a:lnTo>
                  <a:lnTo>
                    <a:pt x="1" y="1074"/>
                  </a:lnTo>
                  <a:lnTo>
                    <a:pt x="48" y="1120"/>
                  </a:lnTo>
                  <a:lnTo>
                    <a:pt x="141" y="1167"/>
                  </a:lnTo>
                  <a:lnTo>
                    <a:pt x="188" y="1214"/>
                  </a:lnTo>
                  <a:lnTo>
                    <a:pt x="514" y="1214"/>
                  </a:lnTo>
                  <a:lnTo>
                    <a:pt x="561" y="1167"/>
                  </a:lnTo>
                  <a:lnTo>
                    <a:pt x="654" y="1120"/>
                  </a:lnTo>
                  <a:lnTo>
                    <a:pt x="701" y="1074"/>
                  </a:lnTo>
                  <a:lnTo>
                    <a:pt x="701" y="980"/>
                  </a:lnTo>
                  <a:lnTo>
                    <a:pt x="701" y="187"/>
                  </a:lnTo>
                  <a:lnTo>
                    <a:pt x="701" y="94"/>
                  </a:lnTo>
                  <a:lnTo>
                    <a:pt x="654" y="47"/>
                  </a:lnTo>
                  <a:lnTo>
                    <a:pt x="56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9" name="Google Shape;11059;p79"/>
            <p:cNvSpPr/>
            <p:nvPr/>
          </p:nvSpPr>
          <p:spPr>
            <a:xfrm>
              <a:off x="4068150" y="4265575"/>
              <a:ext cx="119025" cy="36200"/>
            </a:xfrm>
            <a:custGeom>
              <a:rect b="b" l="l" r="r" t="t"/>
              <a:pathLst>
                <a:path extrusionOk="0" h="1448" w="4761">
                  <a:moveTo>
                    <a:pt x="327" y="1"/>
                  </a:moveTo>
                  <a:lnTo>
                    <a:pt x="187" y="47"/>
                  </a:lnTo>
                  <a:lnTo>
                    <a:pt x="93" y="94"/>
                  </a:lnTo>
                  <a:lnTo>
                    <a:pt x="47" y="234"/>
                  </a:lnTo>
                  <a:lnTo>
                    <a:pt x="0" y="327"/>
                  </a:lnTo>
                  <a:lnTo>
                    <a:pt x="0" y="1447"/>
                  </a:lnTo>
                  <a:lnTo>
                    <a:pt x="4760" y="1447"/>
                  </a:lnTo>
                  <a:lnTo>
                    <a:pt x="4527" y="747"/>
                  </a:lnTo>
                  <a:lnTo>
                    <a:pt x="4340" y="234"/>
                  </a:lnTo>
                  <a:lnTo>
                    <a:pt x="4247" y="94"/>
                  </a:lnTo>
                  <a:lnTo>
                    <a:pt x="420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0" name="Google Shape;11060;p79"/>
            <p:cNvSpPr/>
            <p:nvPr/>
          </p:nvSpPr>
          <p:spPr>
            <a:xfrm>
              <a:off x="4197650" y="4012400"/>
              <a:ext cx="25675" cy="50200"/>
            </a:xfrm>
            <a:custGeom>
              <a:rect b="b" l="l" r="r" t="t"/>
              <a:pathLst>
                <a:path extrusionOk="0" h="2008" w="1027">
                  <a:moveTo>
                    <a:pt x="0" y="1"/>
                  </a:moveTo>
                  <a:lnTo>
                    <a:pt x="140" y="47"/>
                  </a:lnTo>
                  <a:lnTo>
                    <a:pt x="234" y="94"/>
                  </a:lnTo>
                  <a:lnTo>
                    <a:pt x="280" y="187"/>
                  </a:lnTo>
                  <a:lnTo>
                    <a:pt x="327" y="327"/>
                  </a:lnTo>
                  <a:lnTo>
                    <a:pt x="327" y="1681"/>
                  </a:lnTo>
                  <a:lnTo>
                    <a:pt x="280" y="1821"/>
                  </a:lnTo>
                  <a:lnTo>
                    <a:pt x="234" y="1914"/>
                  </a:lnTo>
                  <a:lnTo>
                    <a:pt x="140" y="2007"/>
                  </a:lnTo>
                  <a:lnTo>
                    <a:pt x="794" y="2007"/>
                  </a:lnTo>
                  <a:lnTo>
                    <a:pt x="934" y="1914"/>
                  </a:lnTo>
                  <a:lnTo>
                    <a:pt x="980" y="1821"/>
                  </a:lnTo>
                  <a:lnTo>
                    <a:pt x="1027" y="1681"/>
                  </a:lnTo>
                  <a:lnTo>
                    <a:pt x="1027" y="327"/>
                  </a:lnTo>
                  <a:lnTo>
                    <a:pt x="980" y="187"/>
                  </a:lnTo>
                  <a:lnTo>
                    <a:pt x="934" y="94"/>
                  </a:lnTo>
                  <a:lnTo>
                    <a:pt x="794" y="47"/>
                  </a:lnTo>
                  <a:lnTo>
                    <a:pt x="70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1" name="Google Shape;11061;p79"/>
            <p:cNvSpPr/>
            <p:nvPr/>
          </p:nvSpPr>
          <p:spPr>
            <a:xfrm>
              <a:off x="4161475" y="4265575"/>
              <a:ext cx="25700" cy="36200"/>
            </a:xfrm>
            <a:custGeom>
              <a:rect b="b" l="l" r="r" t="t"/>
              <a:pathLst>
                <a:path extrusionOk="0" h="1448" w="1028">
                  <a:moveTo>
                    <a:pt x="1" y="1"/>
                  </a:moveTo>
                  <a:lnTo>
                    <a:pt x="141" y="47"/>
                  </a:lnTo>
                  <a:lnTo>
                    <a:pt x="234" y="94"/>
                  </a:lnTo>
                  <a:lnTo>
                    <a:pt x="327" y="234"/>
                  </a:lnTo>
                  <a:lnTo>
                    <a:pt x="327" y="327"/>
                  </a:lnTo>
                  <a:lnTo>
                    <a:pt x="327" y="1447"/>
                  </a:lnTo>
                  <a:lnTo>
                    <a:pt x="1027" y="1447"/>
                  </a:lnTo>
                  <a:lnTo>
                    <a:pt x="1027" y="327"/>
                  </a:lnTo>
                  <a:lnTo>
                    <a:pt x="981" y="234"/>
                  </a:lnTo>
                  <a:lnTo>
                    <a:pt x="934" y="94"/>
                  </a:lnTo>
                  <a:lnTo>
                    <a:pt x="794" y="47"/>
                  </a:lnTo>
                  <a:lnTo>
                    <a:pt x="70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62" name="Google Shape;11062;p79"/>
          <p:cNvGrpSpPr/>
          <p:nvPr/>
        </p:nvGrpSpPr>
        <p:grpSpPr>
          <a:xfrm>
            <a:off x="4790750" y="3966900"/>
            <a:ext cx="336025" cy="336025"/>
            <a:chOff x="4721500" y="3966900"/>
            <a:chExt cx="336025" cy="336025"/>
          </a:xfrm>
        </p:grpSpPr>
        <p:sp>
          <p:nvSpPr>
            <p:cNvPr id="11063" name="Google Shape;11063;p79"/>
            <p:cNvSpPr/>
            <p:nvPr/>
          </p:nvSpPr>
          <p:spPr>
            <a:xfrm>
              <a:off x="4995675" y="4265575"/>
              <a:ext cx="61850" cy="32700"/>
            </a:xfrm>
            <a:custGeom>
              <a:rect b="b" l="l" r="r" t="t"/>
              <a:pathLst>
                <a:path extrusionOk="0" h="1308" w="2474">
                  <a:moveTo>
                    <a:pt x="1727" y="1"/>
                  </a:moveTo>
                  <a:lnTo>
                    <a:pt x="140" y="234"/>
                  </a:lnTo>
                  <a:lnTo>
                    <a:pt x="94" y="234"/>
                  </a:lnTo>
                  <a:lnTo>
                    <a:pt x="47" y="281"/>
                  </a:lnTo>
                  <a:lnTo>
                    <a:pt x="0" y="374"/>
                  </a:lnTo>
                  <a:lnTo>
                    <a:pt x="0" y="467"/>
                  </a:lnTo>
                  <a:lnTo>
                    <a:pt x="0" y="514"/>
                  </a:lnTo>
                  <a:lnTo>
                    <a:pt x="47" y="561"/>
                  </a:lnTo>
                  <a:lnTo>
                    <a:pt x="140" y="607"/>
                  </a:lnTo>
                  <a:lnTo>
                    <a:pt x="234" y="607"/>
                  </a:lnTo>
                  <a:lnTo>
                    <a:pt x="1820" y="421"/>
                  </a:lnTo>
                  <a:lnTo>
                    <a:pt x="1914" y="421"/>
                  </a:lnTo>
                  <a:lnTo>
                    <a:pt x="2007" y="467"/>
                  </a:lnTo>
                  <a:lnTo>
                    <a:pt x="2054" y="561"/>
                  </a:lnTo>
                  <a:lnTo>
                    <a:pt x="2054" y="654"/>
                  </a:lnTo>
                  <a:lnTo>
                    <a:pt x="2054" y="747"/>
                  </a:lnTo>
                  <a:lnTo>
                    <a:pt x="2007" y="841"/>
                  </a:lnTo>
                  <a:lnTo>
                    <a:pt x="1914" y="887"/>
                  </a:lnTo>
                  <a:lnTo>
                    <a:pt x="1820" y="887"/>
                  </a:lnTo>
                  <a:lnTo>
                    <a:pt x="234" y="654"/>
                  </a:lnTo>
                  <a:lnTo>
                    <a:pt x="140" y="701"/>
                  </a:lnTo>
                  <a:lnTo>
                    <a:pt x="47" y="701"/>
                  </a:lnTo>
                  <a:lnTo>
                    <a:pt x="0" y="794"/>
                  </a:lnTo>
                  <a:lnTo>
                    <a:pt x="0" y="841"/>
                  </a:lnTo>
                  <a:lnTo>
                    <a:pt x="0" y="934"/>
                  </a:lnTo>
                  <a:lnTo>
                    <a:pt x="47" y="981"/>
                  </a:lnTo>
                  <a:lnTo>
                    <a:pt x="94" y="1027"/>
                  </a:lnTo>
                  <a:lnTo>
                    <a:pt x="140" y="1074"/>
                  </a:lnTo>
                  <a:lnTo>
                    <a:pt x="1727" y="1261"/>
                  </a:lnTo>
                  <a:lnTo>
                    <a:pt x="1820" y="1307"/>
                  </a:lnTo>
                  <a:lnTo>
                    <a:pt x="2054" y="1261"/>
                  </a:lnTo>
                  <a:lnTo>
                    <a:pt x="2240" y="1121"/>
                  </a:lnTo>
                  <a:lnTo>
                    <a:pt x="2334" y="1027"/>
                  </a:lnTo>
                  <a:lnTo>
                    <a:pt x="2427" y="934"/>
                  </a:lnTo>
                  <a:lnTo>
                    <a:pt x="2474" y="794"/>
                  </a:lnTo>
                  <a:lnTo>
                    <a:pt x="2474" y="654"/>
                  </a:lnTo>
                  <a:lnTo>
                    <a:pt x="2474" y="514"/>
                  </a:lnTo>
                  <a:lnTo>
                    <a:pt x="2427" y="374"/>
                  </a:lnTo>
                  <a:lnTo>
                    <a:pt x="2334" y="281"/>
                  </a:lnTo>
                  <a:lnTo>
                    <a:pt x="2240" y="187"/>
                  </a:lnTo>
                  <a:lnTo>
                    <a:pt x="2147" y="94"/>
                  </a:lnTo>
                  <a:lnTo>
                    <a:pt x="2007" y="47"/>
                  </a:lnTo>
                  <a:lnTo>
                    <a:pt x="186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4" name="Google Shape;11064;p79"/>
            <p:cNvSpPr/>
            <p:nvPr/>
          </p:nvSpPr>
          <p:spPr>
            <a:xfrm>
              <a:off x="4805500" y="4242250"/>
              <a:ext cx="194875" cy="60675"/>
            </a:xfrm>
            <a:custGeom>
              <a:rect b="b" l="l" r="r" t="t"/>
              <a:pathLst>
                <a:path extrusionOk="0" h="2427" w="7795">
                  <a:moveTo>
                    <a:pt x="0" y="0"/>
                  </a:moveTo>
                  <a:lnTo>
                    <a:pt x="0" y="2007"/>
                  </a:lnTo>
                  <a:lnTo>
                    <a:pt x="47" y="2147"/>
                  </a:lnTo>
                  <a:lnTo>
                    <a:pt x="140" y="2287"/>
                  </a:lnTo>
                  <a:lnTo>
                    <a:pt x="280" y="2380"/>
                  </a:lnTo>
                  <a:lnTo>
                    <a:pt x="420" y="2427"/>
                  </a:lnTo>
                  <a:lnTo>
                    <a:pt x="7234" y="2427"/>
                  </a:lnTo>
                  <a:lnTo>
                    <a:pt x="7281" y="2380"/>
                  </a:lnTo>
                  <a:lnTo>
                    <a:pt x="7327" y="2334"/>
                  </a:lnTo>
                  <a:lnTo>
                    <a:pt x="7421" y="2054"/>
                  </a:lnTo>
                  <a:lnTo>
                    <a:pt x="7607" y="1214"/>
                  </a:lnTo>
                  <a:lnTo>
                    <a:pt x="77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5" name="Google Shape;11065;p79"/>
            <p:cNvSpPr/>
            <p:nvPr/>
          </p:nvSpPr>
          <p:spPr>
            <a:xfrm>
              <a:off x="4973500" y="4242250"/>
              <a:ext cx="26875" cy="60675"/>
            </a:xfrm>
            <a:custGeom>
              <a:rect b="b" l="l" r="r" t="t"/>
              <a:pathLst>
                <a:path extrusionOk="0" h="2427" w="1075">
                  <a:moveTo>
                    <a:pt x="421" y="0"/>
                  </a:moveTo>
                  <a:lnTo>
                    <a:pt x="421" y="2007"/>
                  </a:lnTo>
                  <a:lnTo>
                    <a:pt x="374" y="2147"/>
                  </a:lnTo>
                  <a:lnTo>
                    <a:pt x="281" y="2287"/>
                  </a:lnTo>
                  <a:lnTo>
                    <a:pt x="141" y="2380"/>
                  </a:lnTo>
                  <a:lnTo>
                    <a:pt x="1" y="2427"/>
                  </a:lnTo>
                  <a:lnTo>
                    <a:pt x="654" y="2427"/>
                  </a:lnTo>
                  <a:lnTo>
                    <a:pt x="841" y="2380"/>
                  </a:lnTo>
                  <a:lnTo>
                    <a:pt x="981" y="2287"/>
                  </a:lnTo>
                  <a:lnTo>
                    <a:pt x="1027" y="2147"/>
                  </a:lnTo>
                  <a:lnTo>
                    <a:pt x="1074" y="2007"/>
                  </a:lnTo>
                  <a:lnTo>
                    <a:pt x="107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6" name="Google Shape;11066;p79"/>
            <p:cNvSpPr/>
            <p:nvPr/>
          </p:nvSpPr>
          <p:spPr>
            <a:xfrm>
              <a:off x="4721500" y="3966900"/>
              <a:ext cx="295200" cy="288200"/>
            </a:xfrm>
            <a:custGeom>
              <a:rect b="b" l="l" r="r" t="t"/>
              <a:pathLst>
                <a:path extrusionOk="0" h="11528" w="11808">
                  <a:moveTo>
                    <a:pt x="7327" y="1"/>
                  </a:moveTo>
                  <a:lnTo>
                    <a:pt x="6674" y="47"/>
                  </a:lnTo>
                  <a:lnTo>
                    <a:pt x="6021" y="187"/>
                  </a:lnTo>
                  <a:lnTo>
                    <a:pt x="5461" y="421"/>
                  </a:lnTo>
                  <a:lnTo>
                    <a:pt x="4900" y="747"/>
                  </a:lnTo>
                  <a:lnTo>
                    <a:pt x="4387" y="1121"/>
                  </a:lnTo>
                  <a:lnTo>
                    <a:pt x="3967" y="1541"/>
                  </a:lnTo>
                  <a:lnTo>
                    <a:pt x="3547" y="2054"/>
                  </a:lnTo>
                  <a:lnTo>
                    <a:pt x="3267" y="2614"/>
                  </a:lnTo>
                  <a:lnTo>
                    <a:pt x="3174" y="2801"/>
                  </a:lnTo>
                  <a:lnTo>
                    <a:pt x="3174" y="3034"/>
                  </a:lnTo>
                  <a:lnTo>
                    <a:pt x="3174" y="3267"/>
                  </a:lnTo>
                  <a:lnTo>
                    <a:pt x="3220" y="3501"/>
                  </a:lnTo>
                  <a:lnTo>
                    <a:pt x="3314" y="4014"/>
                  </a:lnTo>
                  <a:lnTo>
                    <a:pt x="3360" y="4247"/>
                  </a:lnTo>
                  <a:lnTo>
                    <a:pt x="3407" y="4527"/>
                  </a:lnTo>
                  <a:lnTo>
                    <a:pt x="2847" y="5367"/>
                  </a:lnTo>
                  <a:lnTo>
                    <a:pt x="2847" y="6814"/>
                  </a:lnTo>
                  <a:lnTo>
                    <a:pt x="2800" y="6861"/>
                  </a:lnTo>
                  <a:lnTo>
                    <a:pt x="2754" y="6861"/>
                  </a:lnTo>
                  <a:lnTo>
                    <a:pt x="2474" y="6487"/>
                  </a:lnTo>
                  <a:lnTo>
                    <a:pt x="2287" y="6301"/>
                  </a:lnTo>
                  <a:lnTo>
                    <a:pt x="2054" y="6114"/>
                  </a:lnTo>
                  <a:lnTo>
                    <a:pt x="1820" y="6021"/>
                  </a:lnTo>
                  <a:lnTo>
                    <a:pt x="1540" y="5974"/>
                  </a:lnTo>
                  <a:lnTo>
                    <a:pt x="1307" y="5927"/>
                  </a:lnTo>
                  <a:lnTo>
                    <a:pt x="1027" y="5974"/>
                  </a:lnTo>
                  <a:lnTo>
                    <a:pt x="794" y="6067"/>
                  </a:lnTo>
                  <a:lnTo>
                    <a:pt x="514" y="6207"/>
                  </a:lnTo>
                  <a:lnTo>
                    <a:pt x="280" y="6441"/>
                  </a:lnTo>
                  <a:lnTo>
                    <a:pt x="140" y="6721"/>
                  </a:lnTo>
                  <a:lnTo>
                    <a:pt x="47" y="7001"/>
                  </a:lnTo>
                  <a:lnTo>
                    <a:pt x="0" y="7327"/>
                  </a:lnTo>
                  <a:lnTo>
                    <a:pt x="0" y="7561"/>
                  </a:lnTo>
                  <a:lnTo>
                    <a:pt x="47" y="7747"/>
                  </a:lnTo>
                  <a:lnTo>
                    <a:pt x="140" y="7981"/>
                  </a:lnTo>
                  <a:lnTo>
                    <a:pt x="280" y="8168"/>
                  </a:lnTo>
                  <a:lnTo>
                    <a:pt x="2707" y="11341"/>
                  </a:lnTo>
                  <a:lnTo>
                    <a:pt x="2847" y="11481"/>
                  </a:lnTo>
                  <a:lnTo>
                    <a:pt x="3034" y="11528"/>
                  </a:lnTo>
                  <a:lnTo>
                    <a:pt x="11387" y="11528"/>
                  </a:lnTo>
                  <a:lnTo>
                    <a:pt x="11574" y="11481"/>
                  </a:lnTo>
                  <a:lnTo>
                    <a:pt x="11714" y="11388"/>
                  </a:lnTo>
                  <a:lnTo>
                    <a:pt x="11761" y="11294"/>
                  </a:lnTo>
                  <a:lnTo>
                    <a:pt x="11807" y="11108"/>
                  </a:lnTo>
                  <a:lnTo>
                    <a:pt x="11807" y="5367"/>
                  </a:lnTo>
                  <a:lnTo>
                    <a:pt x="11387" y="4481"/>
                  </a:lnTo>
                  <a:lnTo>
                    <a:pt x="11434" y="3967"/>
                  </a:lnTo>
                  <a:lnTo>
                    <a:pt x="11481" y="3501"/>
                  </a:lnTo>
                  <a:lnTo>
                    <a:pt x="11527" y="3034"/>
                  </a:lnTo>
                  <a:lnTo>
                    <a:pt x="11481" y="2801"/>
                  </a:lnTo>
                  <a:lnTo>
                    <a:pt x="11387" y="2614"/>
                  </a:lnTo>
                  <a:lnTo>
                    <a:pt x="11107" y="2054"/>
                  </a:lnTo>
                  <a:lnTo>
                    <a:pt x="10687" y="1541"/>
                  </a:lnTo>
                  <a:lnTo>
                    <a:pt x="10267" y="1121"/>
                  </a:lnTo>
                  <a:lnTo>
                    <a:pt x="9754" y="747"/>
                  </a:lnTo>
                  <a:lnTo>
                    <a:pt x="9194" y="421"/>
                  </a:lnTo>
                  <a:lnTo>
                    <a:pt x="8634" y="187"/>
                  </a:lnTo>
                  <a:lnTo>
                    <a:pt x="7981" y="47"/>
                  </a:lnTo>
                  <a:lnTo>
                    <a:pt x="7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7" name="Google Shape;11067;p79"/>
            <p:cNvSpPr/>
            <p:nvPr/>
          </p:nvSpPr>
          <p:spPr>
            <a:xfrm>
              <a:off x="4896500" y="3966900"/>
              <a:ext cx="120200" cy="288200"/>
            </a:xfrm>
            <a:custGeom>
              <a:rect b="b" l="l" r="r" t="t"/>
              <a:pathLst>
                <a:path extrusionOk="0" h="11528" w="4808">
                  <a:moveTo>
                    <a:pt x="1" y="1"/>
                  </a:moveTo>
                  <a:lnTo>
                    <a:pt x="607" y="94"/>
                  </a:lnTo>
                  <a:lnTo>
                    <a:pt x="1167" y="281"/>
                  </a:lnTo>
                  <a:lnTo>
                    <a:pt x="1727" y="514"/>
                  </a:lnTo>
                  <a:lnTo>
                    <a:pt x="2241" y="794"/>
                  </a:lnTo>
                  <a:lnTo>
                    <a:pt x="2661" y="1167"/>
                  </a:lnTo>
                  <a:lnTo>
                    <a:pt x="3081" y="1587"/>
                  </a:lnTo>
                  <a:lnTo>
                    <a:pt x="3407" y="2054"/>
                  </a:lnTo>
                  <a:lnTo>
                    <a:pt x="3734" y="2614"/>
                  </a:lnTo>
                  <a:lnTo>
                    <a:pt x="3921" y="3034"/>
                  </a:lnTo>
                  <a:lnTo>
                    <a:pt x="4107" y="3501"/>
                  </a:lnTo>
                  <a:lnTo>
                    <a:pt x="4247" y="3967"/>
                  </a:lnTo>
                  <a:lnTo>
                    <a:pt x="4294" y="4247"/>
                  </a:lnTo>
                  <a:lnTo>
                    <a:pt x="4341" y="4481"/>
                  </a:lnTo>
                  <a:lnTo>
                    <a:pt x="4154" y="5367"/>
                  </a:lnTo>
                  <a:lnTo>
                    <a:pt x="4154" y="11108"/>
                  </a:lnTo>
                  <a:lnTo>
                    <a:pt x="4107" y="11294"/>
                  </a:lnTo>
                  <a:lnTo>
                    <a:pt x="4014" y="11388"/>
                  </a:lnTo>
                  <a:lnTo>
                    <a:pt x="3874" y="11481"/>
                  </a:lnTo>
                  <a:lnTo>
                    <a:pt x="3734" y="11528"/>
                  </a:lnTo>
                  <a:lnTo>
                    <a:pt x="4387" y="11528"/>
                  </a:lnTo>
                  <a:lnTo>
                    <a:pt x="4574" y="11481"/>
                  </a:lnTo>
                  <a:lnTo>
                    <a:pt x="4714" y="11388"/>
                  </a:lnTo>
                  <a:lnTo>
                    <a:pt x="4761" y="11294"/>
                  </a:lnTo>
                  <a:lnTo>
                    <a:pt x="4807" y="11108"/>
                  </a:lnTo>
                  <a:lnTo>
                    <a:pt x="4807" y="5367"/>
                  </a:lnTo>
                  <a:lnTo>
                    <a:pt x="4574" y="4527"/>
                  </a:lnTo>
                  <a:lnTo>
                    <a:pt x="4574" y="3501"/>
                  </a:lnTo>
                  <a:lnTo>
                    <a:pt x="4527" y="3034"/>
                  </a:lnTo>
                  <a:lnTo>
                    <a:pt x="4481" y="2801"/>
                  </a:lnTo>
                  <a:lnTo>
                    <a:pt x="4387" y="2614"/>
                  </a:lnTo>
                  <a:lnTo>
                    <a:pt x="4107" y="2054"/>
                  </a:lnTo>
                  <a:lnTo>
                    <a:pt x="3687" y="1541"/>
                  </a:lnTo>
                  <a:lnTo>
                    <a:pt x="3267" y="1121"/>
                  </a:lnTo>
                  <a:lnTo>
                    <a:pt x="2754" y="747"/>
                  </a:lnTo>
                  <a:lnTo>
                    <a:pt x="2194" y="421"/>
                  </a:lnTo>
                  <a:lnTo>
                    <a:pt x="1634" y="187"/>
                  </a:lnTo>
                  <a:lnTo>
                    <a:pt x="981" y="47"/>
                  </a:lnTo>
                  <a:lnTo>
                    <a:pt x="3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8" name="Google Shape;11068;p79"/>
            <p:cNvSpPr/>
            <p:nvPr/>
          </p:nvSpPr>
          <p:spPr>
            <a:xfrm>
              <a:off x="4792675" y="4032225"/>
              <a:ext cx="224025" cy="68875"/>
            </a:xfrm>
            <a:custGeom>
              <a:rect b="b" l="l" r="r" t="t"/>
              <a:pathLst>
                <a:path extrusionOk="0" h="2755" w="8961">
                  <a:moveTo>
                    <a:pt x="420" y="1"/>
                  </a:moveTo>
                  <a:lnTo>
                    <a:pt x="233" y="421"/>
                  </a:lnTo>
                  <a:lnTo>
                    <a:pt x="93" y="888"/>
                  </a:lnTo>
                  <a:lnTo>
                    <a:pt x="0" y="1401"/>
                  </a:lnTo>
                  <a:lnTo>
                    <a:pt x="0" y="1868"/>
                  </a:lnTo>
                  <a:lnTo>
                    <a:pt x="0" y="2754"/>
                  </a:lnTo>
                  <a:lnTo>
                    <a:pt x="8960" y="2754"/>
                  </a:lnTo>
                  <a:lnTo>
                    <a:pt x="8540" y="1868"/>
                  </a:lnTo>
                  <a:lnTo>
                    <a:pt x="8587" y="1354"/>
                  </a:lnTo>
                  <a:lnTo>
                    <a:pt x="8634" y="888"/>
                  </a:lnTo>
                  <a:lnTo>
                    <a:pt x="8680" y="421"/>
                  </a:lnTo>
                  <a:lnTo>
                    <a:pt x="8634" y="188"/>
                  </a:lnTo>
                  <a:lnTo>
                    <a:pt x="854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9" name="Google Shape;11069;p79"/>
            <p:cNvSpPr/>
            <p:nvPr/>
          </p:nvSpPr>
          <p:spPr>
            <a:xfrm>
              <a:off x="4989850" y="4032225"/>
              <a:ext cx="26850" cy="68875"/>
            </a:xfrm>
            <a:custGeom>
              <a:rect b="b" l="l" r="r" t="t"/>
              <a:pathLst>
                <a:path extrusionOk="0" h="2755" w="1074">
                  <a:moveTo>
                    <a:pt x="0" y="1"/>
                  </a:moveTo>
                  <a:lnTo>
                    <a:pt x="140" y="421"/>
                  </a:lnTo>
                  <a:lnTo>
                    <a:pt x="280" y="888"/>
                  </a:lnTo>
                  <a:lnTo>
                    <a:pt x="373" y="1401"/>
                  </a:lnTo>
                  <a:lnTo>
                    <a:pt x="420" y="1868"/>
                  </a:lnTo>
                  <a:lnTo>
                    <a:pt x="420" y="2754"/>
                  </a:lnTo>
                  <a:lnTo>
                    <a:pt x="1073" y="2754"/>
                  </a:lnTo>
                  <a:lnTo>
                    <a:pt x="1073" y="1868"/>
                  </a:lnTo>
                  <a:lnTo>
                    <a:pt x="1073" y="1401"/>
                  </a:lnTo>
                  <a:lnTo>
                    <a:pt x="980" y="888"/>
                  </a:lnTo>
                  <a:lnTo>
                    <a:pt x="840" y="421"/>
                  </a:lnTo>
                  <a:lnTo>
                    <a:pt x="65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0" name="Google Shape;11070;p79"/>
          <p:cNvGrpSpPr/>
          <p:nvPr/>
        </p:nvGrpSpPr>
        <p:grpSpPr>
          <a:xfrm>
            <a:off x="5579450" y="3966900"/>
            <a:ext cx="250850" cy="336025"/>
            <a:chOff x="5510200" y="3966900"/>
            <a:chExt cx="250850" cy="336025"/>
          </a:xfrm>
        </p:grpSpPr>
        <p:sp>
          <p:nvSpPr>
            <p:cNvPr id="11071" name="Google Shape;11071;p79"/>
            <p:cNvSpPr/>
            <p:nvPr/>
          </p:nvSpPr>
          <p:spPr>
            <a:xfrm>
              <a:off x="5636200" y="3982075"/>
              <a:ext cx="80525" cy="54850"/>
            </a:xfrm>
            <a:custGeom>
              <a:rect b="b" l="l" r="r" t="t"/>
              <a:pathLst>
                <a:path extrusionOk="0" h="2194" w="3221">
                  <a:moveTo>
                    <a:pt x="0" y="0"/>
                  </a:moveTo>
                  <a:lnTo>
                    <a:pt x="0" y="2194"/>
                  </a:lnTo>
                  <a:lnTo>
                    <a:pt x="3174" y="2194"/>
                  </a:lnTo>
                  <a:lnTo>
                    <a:pt x="3174" y="2147"/>
                  </a:lnTo>
                  <a:lnTo>
                    <a:pt x="3127" y="2054"/>
                  </a:lnTo>
                  <a:lnTo>
                    <a:pt x="2894" y="1727"/>
                  </a:lnTo>
                  <a:lnTo>
                    <a:pt x="2567" y="1260"/>
                  </a:lnTo>
                  <a:lnTo>
                    <a:pt x="2520" y="1167"/>
                  </a:lnTo>
                  <a:lnTo>
                    <a:pt x="2474" y="1027"/>
                  </a:lnTo>
                  <a:lnTo>
                    <a:pt x="2987" y="234"/>
                  </a:lnTo>
                  <a:lnTo>
                    <a:pt x="3174" y="94"/>
                  </a:lnTo>
                  <a:lnTo>
                    <a:pt x="3220" y="47"/>
                  </a:lnTo>
                  <a:lnTo>
                    <a:pt x="317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2" name="Google Shape;11072;p79"/>
            <p:cNvSpPr/>
            <p:nvPr/>
          </p:nvSpPr>
          <p:spPr>
            <a:xfrm>
              <a:off x="5685200" y="3982075"/>
              <a:ext cx="33850" cy="54850"/>
            </a:xfrm>
            <a:custGeom>
              <a:rect b="b" l="l" r="r" t="t"/>
              <a:pathLst>
                <a:path extrusionOk="0" h="2194" w="1354">
                  <a:moveTo>
                    <a:pt x="607" y="0"/>
                  </a:moveTo>
                  <a:lnTo>
                    <a:pt x="654" y="47"/>
                  </a:lnTo>
                  <a:lnTo>
                    <a:pt x="654" y="140"/>
                  </a:lnTo>
                  <a:lnTo>
                    <a:pt x="654" y="187"/>
                  </a:lnTo>
                  <a:lnTo>
                    <a:pt x="0" y="1027"/>
                  </a:lnTo>
                  <a:lnTo>
                    <a:pt x="0" y="1074"/>
                  </a:lnTo>
                  <a:lnTo>
                    <a:pt x="0" y="1167"/>
                  </a:lnTo>
                  <a:lnTo>
                    <a:pt x="654" y="2007"/>
                  </a:lnTo>
                  <a:lnTo>
                    <a:pt x="654" y="2054"/>
                  </a:lnTo>
                  <a:lnTo>
                    <a:pt x="654" y="2147"/>
                  </a:lnTo>
                  <a:lnTo>
                    <a:pt x="607" y="2147"/>
                  </a:lnTo>
                  <a:lnTo>
                    <a:pt x="560" y="2194"/>
                  </a:lnTo>
                  <a:lnTo>
                    <a:pt x="1214" y="2194"/>
                  </a:lnTo>
                  <a:lnTo>
                    <a:pt x="1307" y="2147"/>
                  </a:lnTo>
                  <a:lnTo>
                    <a:pt x="1354" y="2147"/>
                  </a:lnTo>
                  <a:lnTo>
                    <a:pt x="1354" y="2054"/>
                  </a:lnTo>
                  <a:lnTo>
                    <a:pt x="1307" y="2007"/>
                  </a:lnTo>
                  <a:lnTo>
                    <a:pt x="700" y="1167"/>
                  </a:lnTo>
                  <a:lnTo>
                    <a:pt x="654" y="1074"/>
                  </a:lnTo>
                  <a:lnTo>
                    <a:pt x="700" y="1027"/>
                  </a:lnTo>
                  <a:lnTo>
                    <a:pt x="1307" y="187"/>
                  </a:lnTo>
                  <a:lnTo>
                    <a:pt x="1354" y="140"/>
                  </a:lnTo>
                  <a:lnTo>
                    <a:pt x="1354" y="47"/>
                  </a:lnTo>
                  <a:lnTo>
                    <a:pt x="13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3" name="Google Shape;11073;p79"/>
            <p:cNvSpPr/>
            <p:nvPr/>
          </p:nvSpPr>
          <p:spPr>
            <a:xfrm>
              <a:off x="5630350" y="3966900"/>
              <a:ext cx="10525" cy="296375"/>
            </a:xfrm>
            <a:custGeom>
              <a:rect b="b" l="l" r="r" t="t"/>
              <a:pathLst>
                <a:path extrusionOk="0" h="11855" w="421">
                  <a:moveTo>
                    <a:pt x="141" y="1"/>
                  </a:moveTo>
                  <a:lnTo>
                    <a:pt x="94" y="47"/>
                  </a:lnTo>
                  <a:lnTo>
                    <a:pt x="48" y="141"/>
                  </a:lnTo>
                  <a:lnTo>
                    <a:pt x="1" y="187"/>
                  </a:lnTo>
                  <a:lnTo>
                    <a:pt x="1" y="11668"/>
                  </a:lnTo>
                  <a:lnTo>
                    <a:pt x="48" y="11761"/>
                  </a:lnTo>
                  <a:lnTo>
                    <a:pt x="94" y="11808"/>
                  </a:lnTo>
                  <a:lnTo>
                    <a:pt x="141" y="11854"/>
                  </a:lnTo>
                  <a:lnTo>
                    <a:pt x="281" y="11854"/>
                  </a:lnTo>
                  <a:lnTo>
                    <a:pt x="374" y="11808"/>
                  </a:lnTo>
                  <a:lnTo>
                    <a:pt x="421" y="11761"/>
                  </a:lnTo>
                  <a:lnTo>
                    <a:pt x="421" y="11668"/>
                  </a:lnTo>
                  <a:lnTo>
                    <a:pt x="421" y="187"/>
                  </a:lnTo>
                  <a:lnTo>
                    <a:pt x="421" y="141"/>
                  </a:lnTo>
                  <a:lnTo>
                    <a:pt x="374" y="47"/>
                  </a:lnTo>
                  <a:lnTo>
                    <a:pt x="2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4" name="Google Shape;11074;p79"/>
            <p:cNvSpPr/>
            <p:nvPr/>
          </p:nvSpPr>
          <p:spPr>
            <a:xfrm>
              <a:off x="5510200" y="4140750"/>
              <a:ext cx="45525" cy="35025"/>
            </a:xfrm>
            <a:custGeom>
              <a:rect b="b" l="l" r="r" t="t"/>
              <a:pathLst>
                <a:path extrusionOk="0" h="1401" w="1821">
                  <a:moveTo>
                    <a:pt x="280" y="0"/>
                  </a:moveTo>
                  <a:lnTo>
                    <a:pt x="187" y="47"/>
                  </a:lnTo>
                  <a:lnTo>
                    <a:pt x="140" y="93"/>
                  </a:lnTo>
                  <a:lnTo>
                    <a:pt x="93" y="187"/>
                  </a:lnTo>
                  <a:lnTo>
                    <a:pt x="0" y="1167"/>
                  </a:lnTo>
                  <a:lnTo>
                    <a:pt x="0" y="1260"/>
                  </a:lnTo>
                  <a:lnTo>
                    <a:pt x="47" y="1307"/>
                  </a:lnTo>
                  <a:lnTo>
                    <a:pt x="140" y="1354"/>
                  </a:lnTo>
                  <a:lnTo>
                    <a:pt x="233" y="1400"/>
                  </a:lnTo>
                  <a:lnTo>
                    <a:pt x="887" y="1307"/>
                  </a:lnTo>
                  <a:lnTo>
                    <a:pt x="1773" y="933"/>
                  </a:lnTo>
                  <a:lnTo>
                    <a:pt x="1820" y="747"/>
                  </a:lnTo>
                  <a:lnTo>
                    <a:pt x="1027" y="280"/>
                  </a:lnTo>
                  <a:lnTo>
                    <a:pt x="373" y="47"/>
                  </a:ln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5" name="Google Shape;11075;p79"/>
            <p:cNvSpPr/>
            <p:nvPr/>
          </p:nvSpPr>
          <p:spPr>
            <a:xfrm>
              <a:off x="5532350" y="4147750"/>
              <a:ext cx="24525" cy="25675"/>
            </a:xfrm>
            <a:custGeom>
              <a:rect b="b" l="l" r="r" t="t"/>
              <a:pathLst>
                <a:path extrusionOk="0" h="1027" w="981">
                  <a:moveTo>
                    <a:pt x="141" y="0"/>
                  </a:moveTo>
                  <a:lnTo>
                    <a:pt x="1" y="1027"/>
                  </a:lnTo>
                  <a:lnTo>
                    <a:pt x="1" y="1027"/>
                  </a:lnTo>
                  <a:lnTo>
                    <a:pt x="887" y="887"/>
                  </a:lnTo>
                  <a:lnTo>
                    <a:pt x="981" y="373"/>
                  </a:lnTo>
                  <a:lnTo>
                    <a:pt x="1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6" name="Google Shape;11076;p79"/>
            <p:cNvSpPr/>
            <p:nvPr/>
          </p:nvSpPr>
          <p:spPr>
            <a:xfrm>
              <a:off x="5610525" y="4062575"/>
              <a:ext cx="44350" cy="51350"/>
            </a:xfrm>
            <a:custGeom>
              <a:rect b="b" l="l" r="r" t="t"/>
              <a:pathLst>
                <a:path extrusionOk="0" h="2054" w="1774">
                  <a:moveTo>
                    <a:pt x="794" y="0"/>
                  </a:moveTo>
                  <a:lnTo>
                    <a:pt x="607" y="47"/>
                  </a:lnTo>
                  <a:lnTo>
                    <a:pt x="421" y="140"/>
                  </a:lnTo>
                  <a:lnTo>
                    <a:pt x="281" y="280"/>
                  </a:lnTo>
                  <a:lnTo>
                    <a:pt x="141" y="420"/>
                  </a:lnTo>
                  <a:lnTo>
                    <a:pt x="47" y="607"/>
                  </a:lnTo>
                  <a:lnTo>
                    <a:pt x="1" y="794"/>
                  </a:lnTo>
                  <a:lnTo>
                    <a:pt x="1" y="1027"/>
                  </a:lnTo>
                  <a:lnTo>
                    <a:pt x="1" y="1214"/>
                  </a:lnTo>
                  <a:lnTo>
                    <a:pt x="47" y="1400"/>
                  </a:lnTo>
                  <a:lnTo>
                    <a:pt x="141" y="1587"/>
                  </a:lnTo>
                  <a:lnTo>
                    <a:pt x="281" y="1727"/>
                  </a:lnTo>
                  <a:lnTo>
                    <a:pt x="421" y="1867"/>
                  </a:lnTo>
                  <a:lnTo>
                    <a:pt x="607" y="1960"/>
                  </a:lnTo>
                  <a:lnTo>
                    <a:pt x="794" y="2007"/>
                  </a:lnTo>
                  <a:lnTo>
                    <a:pt x="1027" y="2054"/>
                  </a:lnTo>
                  <a:lnTo>
                    <a:pt x="1214" y="2007"/>
                  </a:lnTo>
                  <a:lnTo>
                    <a:pt x="1354" y="1914"/>
                  </a:lnTo>
                  <a:lnTo>
                    <a:pt x="1494" y="1820"/>
                  </a:lnTo>
                  <a:lnTo>
                    <a:pt x="1634" y="1634"/>
                  </a:lnTo>
                  <a:lnTo>
                    <a:pt x="1774" y="1307"/>
                  </a:lnTo>
                  <a:lnTo>
                    <a:pt x="1774" y="1027"/>
                  </a:lnTo>
                  <a:lnTo>
                    <a:pt x="1774" y="747"/>
                  </a:lnTo>
                  <a:lnTo>
                    <a:pt x="1634" y="374"/>
                  </a:lnTo>
                  <a:lnTo>
                    <a:pt x="1494" y="234"/>
                  </a:lnTo>
                  <a:lnTo>
                    <a:pt x="1354" y="94"/>
                  </a:lnTo>
                  <a:lnTo>
                    <a:pt x="121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7" name="Google Shape;11077;p79"/>
            <p:cNvSpPr/>
            <p:nvPr/>
          </p:nvSpPr>
          <p:spPr>
            <a:xfrm>
              <a:off x="5519525" y="4222400"/>
              <a:ext cx="227525" cy="80525"/>
            </a:xfrm>
            <a:custGeom>
              <a:rect b="b" l="l" r="r" t="t"/>
              <a:pathLst>
                <a:path extrusionOk="0" h="3221" w="9101">
                  <a:moveTo>
                    <a:pt x="607" y="1"/>
                  </a:moveTo>
                  <a:lnTo>
                    <a:pt x="374" y="48"/>
                  </a:lnTo>
                  <a:lnTo>
                    <a:pt x="187" y="188"/>
                  </a:lnTo>
                  <a:lnTo>
                    <a:pt x="47" y="374"/>
                  </a:lnTo>
                  <a:lnTo>
                    <a:pt x="0" y="608"/>
                  </a:lnTo>
                  <a:lnTo>
                    <a:pt x="0" y="2988"/>
                  </a:lnTo>
                  <a:lnTo>
                    <a:pt x="0" y="3081"/>
                  </a:lnTo>
                  <a:lnTo>
                    <a:pt x="47" y="3174"/>
                  </a:lnTo>
                  <a:lnTo>
                    <a:pt x="140" y="3221"/>
                  </a:lnTo>
                  <a:lnTo>
                    <a:pt x="9101" y="3221"/>
                  </a:lnTo>
                  <a:lnTo>
                    <a:pt x="9101" y="3128"/>
                  </a:lnTo>
                  <a:lnTo>
                    <a:pt x="9101" y="2848"/>
                  </a:lnTo>
                  <a:lnTo>
                    <a:pt x="9054" y="2054"/>
                  </a:lnTo>
                  <a:lnTo>
                    <a:pt x="8914" y="841"/>
                  </a:lnTo>
                  <a:lnTo>
                    <a:pt x="8914" y="281"/>
                  </a:lnTo>
                  <a:lnTo>
                    <a:pt x="8914" y="188"/>
                  </a:lnTo>
                  <a:lnTo>
                    <a:pt x="8867" y="94"/>
                  </a:lnTo>
                  <a:lnTo>
                    <a:pt x="877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8" name="Google Shape;11078;p79"/>
            <p:cNvSpPr/>
            <p:nvPr/>
          </p:nvSpPr>
          <p:spPr>
            <a:xfrm>
              <a:off x="5544025" y="4139575"/>
              <a:ext cx="179700" cy="54850"/>
            </a:xfrm>
            <a:custGeom>
              <a:rect b="b" l="l" r="r" t="t"/>
              <a:pathLst>
                <a:path extrusionOk="0" h="2194" w="7188">
                  <a:moveTo>
                    <a:pt x="747" y="0"/>
                  </a:moveTo>
                  <a:lnTo>
                    <a:pt x="607" y="47"/>
                  </a:lnTo>
                  <a:lnTo>
                    <a:pt x="420" y="140"/>
                  </a:lnTo>
                  <a:lnTo>
                    <a:pt x="280" y="234"/>
                  </a:lnTo>
                  <a:lnTo>
                    <a:pt x="187" y="374"/>
                  </a:lnTo>
                  <a:lnTo>
                    <a:pt x="94" y="560"/>
                  </a:lnTo>
                  <a:lnTo>
                    <a:pt x="0" y="747"/>
                  </a:lnTo>
                  <a:lnTo>
                    <a:pt x="0" y="980"/>
                  </a:lnTo>
                  <a:lnTo>
                    <a:pt x="0" y="1167"/>
                  </a:lnTo>
                  <a:lnTo>
                    <a:pt x="47" y="1354"/>
                  </a:lnTo>
                  <a:lnTo>
                    <a:pt x="140" y="1541"/>
                  </a:lnTo>
                  <a:lnTo>
                    <a:pt x="280" y="1681"/>
                  </a:lnTo>
                  <a:lnTo>
                    <a:pt x="420" y="1821"/>
                  </a:lnTo>
                  <a:lnTo>
                    <a:pt x="607" y="1914"/>
                  </a:lnTo>
                  <a:lnTo>
                    <a:pt x="794" y="1961"/>
                  </a:lnTo>
                  <a:lnTo>
                    <a:pt x="1494" y="2054"/>
                  </a:lnTo>
                  <a:lnTo>
                    <a:pt x="2241" y="2147"/>
                  </a:lnTo>
                  <a:lnTo>
                    <a:pt x="2941" y="2194"/>
                  </a:lnTo>
                  <a:lnTo>
                    <a:pt x="4387" y="2194"/>
                  </a:lnTo>
                  <a:lnTo>
                    <a:pt x="5087" y="2147"/>
                  </a:lnTo>
                  <a:lnTo>
                    <a:pt x="5834" y="2054"/>
                  </a:lnTo>
                  <a:lnTo>
                    <a:pt x="6534" y="1961"/>
                  </a:lnTo>
                  <a:lnTo>
                    <a:pt x="6721" y="1914"/>
                  </a:lnTo>
                  <a:lnTo>
                    <a:pt x="6861" y="1821"/>
                  </a:lnTo>
                  <a:lnTo>
                    <a:pt x="7001" y="1681"/>
                  </a:lnTo>
                  <a:lnTo>
                    <a:pt x="7094" y="1494"/>
                  </a:lnTo>
                  <a:lnTo>
                    <a:pt x="7141" y="1307"/>
                  </a:lnTo>
                  <a:lnTo>
                    <a:pt x="7187" y="1121"/>
                  </a:lnTo>
                  <a:lnTo>
                    <a:pt x="7187" y="887"/>
                  </a:lnTo>
                  <a:lnTo>
                    <a:pt x="7141" y="700"/>
                  </a:lnTo>
                  <a:lnTo>
                    <a:pt x="7094" y="840"/>
                  </a:lnTo>
                  <a:lnTo>
                    <a:pt x="6954" y="467"/>
                  </a:lnTo>
                  <a:lnTo>
                    <a:pt x="6767" y="187"/>
                  </a:lnTo>
                  <a:lnTo>
                    <a:pt x="6674" y="94"/>
                  </a:lnTo>
                  <a:lnTo>
                    <a:pt x="6534" y="0"/>
                  </a:lnTo>
                  <a:lnTo>
                    <a:pt x="6207" y="0"/>
                  </a:lnTo>
                  <a:lnTo>
                    <a:pt x="4947" y="140"/>
                  </a:lnTo>
                  <a:lnTo>
                    <a:pt x="3687" y="234"/>
                  </a:lnTo>
                  <a:lnTo>
                    <a:pt x="2381" y="140"/>
                  </a:lnTo>
                  <a:lnTo>
                    <a:pt x="11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9" name="Google Shape;11079;p79"/>
            <p:cNvSpPr/>
            <p:nvPr/>
          </p:nvSpPr>
          <p:spPr>
            <a:xfrm>
              <a:off x="5714375" y="4141900"/>
              <a:ext cx="42025" cy="33875"/>
            </a:xfrm>
            <a:custGeom>
              <a:rect b="b" l="l" r="r" t="t"/>
              <a:pathLst>
                <a:path extrusionOk="0" h="1355" w="1681">
                  <a:moveTo>
                    <a:pt x="1493" y="1"/>
                  </a:moveTo>
                  <a:lnTo>
                    <a:pt x="0" y="607"/>
                  </a:lnTo>
                  <a:lnTo>
                    <a:pt x="93" y="1121"/>
                  </a:lnTo>
                  <a:lnTo>
                    <a:pt x="1633" y="1354"/>
                  </a:lnTo>
                  <a:lnTo>
                    <a:pt x="1680" y="1308"/>
                  </a:lnTo>
                  <a:lnTo>
                    <a:pt x="1633" y="1261"/>
                  </a:lnTo>
                  <a:lnTo>
                    <a:pt x="1540" y="1168"/>
                  </a:lnTo>
                  <a:lnTo>
                    <a:pt x="1493" y="1074"/>
                  </a:lnTo>
                  <a:lnTo>
                    <a:pt x="1493" y="374"/>
                  </a:lnTo>
                  <a:lnTo>
                    <a:pt x="1540" y="94"/>
                  </a:lnTo>
                  <a:lnTo>
                    <a:pt x="15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0" name="Google Shape;11080;p79"/>
            <p:cNvSpPr/>
            <p:nvPr/>
          </p:nvSpPr>
          <p:spPr>
            <a:xfrm>
              <a:off x="5719025" y="4222400"/>
              <a:ext cx="32700" cy="80525"/>
            </a:xfrm>
            <a:custGeom>
              <a:rect b="b" l="l" r="r" t="t"/>
              <a:pathLst>
                <a:path extrusionOk="0" h="3221" w="1308">
                  <a:moveTo>
                    <a:pt x="1" y="1"/>
                  </a:moveTo>
                  <a:lnTo>
                    <a:pt x="281" y="48"/>
                  </a:lnTo>
                  <a:lnTo>
                    <a:pt x="467" y="188"/>
                  </a:lnTo>
                  <a:lnTo>
                    <a:pt x="607" y="374"/>
                  </a:lnTo>
                  <a:lnTo>
                    <a:pt x="654" y="608"/>
                  </a:lnTo>
                  <a:lnTo>
                    <a:pt x="654" y="2988"/>
                  </a:lnTo>
                  <a:lnTo>
                    <a:pt x="654" y="3081"/>
                  </a:lnTo>
                  <a:lnTo>
                    <a:pt x="607" y="3174"/>
                  </a:lnTo>
                  <a:lnTo>
                    <a:pt x="514" y="3221"/>
                  </a:lnTo>
                  <a:lnTo>
                    <a:pt x="1214" y="3221"/>
                  </a:lnTo>
                  <a:lnTo>
                    <a:pt x="1261" y="3174"/>
                  </a:lnTo>
                  <a:lnTo>
                    <a:pt x="1307" y="3081"/>
                  </a:lnTo>
                  <a:lnTo>
                    <a:pt x="1307" y="2988"/>
                  </a:lnTo>
                  <a:lnTo>
                    <a:pt x="1307" y="608"/>
                  </a:lnTo>
                  <a:lnTo>
                    <a:pt x="1261" y="374"/>
                  </a:lnTo>
                  <a:lnTo>
                    <a:pt x="1121" y="188"/>
                  </a:lnTo>
                  <a:lnTo>
                    <a:pt x="934" y="48"/>
                  </a:lnTo>
                  <a:lnTo>
                    <a:pt x="70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1" name="Google Shape;11081;p79"/>
            <p:cNvSpPr/>
            <p:nvPr/>
          </p:nvSpPr>
          <p:spPr>
            <a:xfrm>
              <a:off x="5626850" y="4062575"/>
              <a:ext cx="35025" cy="51350"/>
            </a:xfrm>
            <a:custGeom>
              <a:rect b="b" l="l" r="r" t="t"/>
              <a:pathLst>
                <a:path extrusionOk="0" h="2054" w="1401">
                  <a:moveTo>
                    <a:pt x="188" y="0"/>
                  </a:moveTo>
                  <a:lnTo>
                    <a:pt x="1" y="47"/>
                  </a:lnTo>
                  <a:lnTo>
                    <a:pt x="281" y="187"/>
                  </a:lnTo>
                  <a:lnTo>
                    <a:pt x="514" y="420"/>
                  </a:lnTo>
                  <a:lnTo>
                    <a:pt x="654" y="700"/>
                  </a:lnTo>
                  <a:lnTo>
                    <a:pt x="701" y="1027"/>
                  </a:lnTo>
                  <a:lnTo>
                    <a:pt x="654" y="1354"/>
                  </a:lnTo>
                  <a:lnTo>
                    <a:pt x="514" y="1634"/>
                  </a:lnTo>
                  <a:lnTo>
                    <a:pt x="281" y="1820"/>
                  </a:lnTo>
                  <a:lnTo>
                    <a:pt x="1" y="1960"/>
                  </a:lnTo>
                  <a:lnTo>
                    <a:pt x="188" y="2007"/>
                  </a:lnTo>
                  <a:lnTo>
                    <a:pt x="374" y="2054"/>
                  </a:lnTo>
                  <a:lnTo>
                    <a:pt x="561" y="2007"/>
                  </a:lnTo>
                  <a:lnTo>
                    <a:pt x="748" y="1960"/>
                  </a:lnTo>
                  <a:lnTo>
                    <a:pt x="934" y="1867"/>
                  </a:lnTo>
                  <a:lnTo>
                    <a:pt x="1074" y="1727"/>
                  </a:lnTo>
                  <a:lnTo>
                    <a:pt x="1214" y="1587"/>
                  </a:lnTo>
                  <a:lnTo>
                    <a:pt x="1308" y="1400"/>
                  </a:lnTo>
                  <a:lnTo>
                    <a:pt x="1354" y="1214"/>
                  </a:lnTo>
                  <a:lnTo>
                    <a:pt x="1401" y="1027"/>
                  </a:lnTo>
                  <a:lnTo>
                    <a:pt x="1354" y="794"/>
                  </a:lnTo>
                  <a:lnTo>
                    <a:pt x="1308" y="607"/>
                  </a:lnTo>
                  <a:lnTo>
                    <a:pt x="1214" y="420"/>
                  </a:lnTo>
                  <a:lnTo>
                    <a:pt x="1074" y="280"/>
                  </a:lnTo>
                  <a:lnTo>
                    <a:pt x="934" y="140"/>
                  </a:lnTo>
                  <a:lnTo>
                    <a:pt x="748" y="47"/>
                  </a:lnTo>
                  <a:lnTo>
                    <a:pt x="561"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2" name="Google Shape;11082;p79"/>
            <p:cNvSpPr/>
            <p:nvPr/>
          </p:nvSpPr>
          <p:spPr>
            <a:xfrm>
              <a:off x="5742375" y="4140750"/>
              <a:ext cx="18675" cy="35025"/>
            </a:xfrm>
            <a:custGeom>
              <a:rect b="b" l="l" r="r" t="t"/>
              <a:pathLst>
                <a:path extrusionOk="0" h="1401" w="747">
                  <a:moveTo>
                    <a:pt x="467" y="0"/>
                  </a:moveTo>
                  <a:lnTo>
                    <a:pt x="373" y="47"/>
                  </a:lnTo>
                  <a:lnTo>
                    <a:pt x="0" y="187"/>
                  </a:lnTo>
                  <a:lnTo>
                    <a:pt x="93" y="1167"/>
                  </a:lnTo>
                  <a:lnTo>
                    <a:pt x="93" y="1214"/>
                  </a:lnTo>
                  <a:lnTo>
                    <a:pt x="47" y="1307"/>
                  </a:lnTo>
                  <a:lnTo>
                    <a:pt x="513" y="1400"/>
                  </a:lnTo>
                  <a:lnTo>
                    <a:pt x="607" y="1354"/>
                  </a:lnTo>
                  <a:lnTo>
                    <a:pt x="700" y="1307"/>
                  </a:lnTo>
                  <a:lnTo>
                    <a:pt x="747" y="1260"/>
                  </a:lnTo>
                  <a:lnTo>
                    <a:pt x="747" y="1167"/>
                  </a:lnTo>
                  <a:lnTo>
                    <a:pt x="653" y="187"/>
                  </a:lnTo>
                  <a:lnTo>
                    <a:pt x="607" y="93"/>
                  </a:lnTo>
                  <a:lnTo>
                    <a:pt x="560" y="47"/>
                  </a:lnTo>
                  <a:lnTo>
                    <a:pt x="46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3" name="Google Shape;11083;p79"/>
            <p:cNvSpPr/>
            <p:nvPr/>
          </p:nvSpPr>
          <p:spPr>
            <a:xfrm>
              <a:off x="5693375" y="4139575"/>
              <a:ext cx="35025" cy="51350"/>
            </a:xfrm>
            <a:custGeom>
              <a:rect b="b" l="l" r="r" t="t"/>
              <a:pathLst>
                <a:path extrusionOk="0" h="2054" w="1401">
                  <a:moveTo>
                    <a:pt x="233" y="0"/>
                  </a:moveTo>
                  <a:lnTo>
                    <a:pt x="0" y="47"/>
                  </a:lnTo>
                  <a:lnTo>
                    <a:pt x="233" y="140"/>
                  </a:lnTo>
                  <a:lnTo>
                    <a:pt x="420" y="327"/>
                  </a:lnTo>
                  <a:lnTo>
                    <a:pt x="607" y="514"/>
                  </a:lnTo>
                  <a:lnTo>
                    <a:pt x="700" y="794"/>
                  </a:lnTo>
                  <a:lnTo>
                    <a:pt x="700" y="840"/>
                  </a:lnTo>
                  <a:lnTo>
                    <a:pt x="700" y="1027"/>
                  </a:lnTo>
                  <a:lnTo>
                    <a:pt x="700" y="1214"/>
                  </a:lnTo>
                  <a:lnTo>
                    <a:pt x="653" y="1354"/>
                  </a:lnTo>
                  <a:lnTo>
                    <a:pt x="607" y="1541"/>
                  </a:lnTo>
                  <a:lnTo>
                    <a:pt x="513" y="1681"/>
                  </a:lnTo>
                  <a:lnTo>
                    <a:pt x="420" y="1821"/>
                  </a:lnTo>
                  <a:lnTo>
                    <a:pt x="280" y="1961"/>
                  </a:lnTo>
                  <a:lnTo>
                    <a:pt x="140" y="2054"/>
                  </a:lnTo>
                  <a:lnTo>
                    <a:pt x="560" y="1961"/>
                  </a:lnTo>
                  <a:lnTo>
                    <a:pt x="747" y="1914"/>
                  </a:lnTo>
                  <a:lnTo>
                    <a:pt x="933" y="1821"/>
                  </a:lnTo>
                  <a:lnTo>
                    <a:pt x="1073" y="1681"/>
                  </a:lnTo>
                  <a:lnTo>
                    <a:pt x="1213" y="1541"/>
                  </a:lnTo>
                  <a:lnTo>
                    <a:pt x="1307" y="1354"/>
                  </a:lnTo>
                  <a:lnTo>
                    <a:pt x="1353" y="1167"/>
                  </a:lnTo>
                  <a:lnTo>
                    <a:pt x="1400" y="980"/>
                  </a:lnTo>
                  <a:lnTo>
                    <a:pt x="1353" y="747"/>
                  </a:lnTo>
                  <a:lnTo>
                    <a:pt x="1307" y="560"/>
                  </a:lnTo>
                  <a:lnTo>
                    <a:pt x="1213" y="374"/>
                  </a:lnTo>
                  <a:lnTo>
                    <a:pt x="1073" y="234"/>
                  </a:lnTo>
                  <a:lnTo>
                    <a:pt x="933" y="140"/>
                  </a:lnTo>
                  <a:lnTo>
                    <a:pt x="747" y="47"/>
                  </a:lnTo>
                  <a:lnTo>
                    <a:pt x="6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84" name="Google Shape;11084;p79"/>
          <p:cNvGrpSpPr/>
          <p:nvPr/>
        </p:nvGrpSpPr>
        <p:grpSpPr>
          <a:xfrm>
            <a:off x="6292300" y="3978575"/>
            <a:ext cx="336025" cy="312700"/>
            <a:chOff x="6223050" y="3978575"/>
            <a:chExt cx="336025" cy="312700"/>
          </a:xfrm>
        </p:grpSpPr>
        <p:sp>
          <p:nvSpPr>
            <p:cNvPr id="11085" name="Google Shape;11085;p79"/>
            <p:cNvSpPr/>
            <p:nvPr/>
          </p:nvSpPr>
          <p:spPr>
            <a:xfrm>
              <a:off x="6465725" y="4004225"/>
              <a:ext cx="89850" cy="101550"/>
            </a:xfrm>
            <a:custGeom>
              <a:rect b="b" l="l" r="r" t="t"/>
              <a:pathLst>
                <a:path extrusionOk="0" h="4062" w="3594">
                  <a:moveTo>
                    <a:pt x="94" y="1"/>
                  </a:moveTo>
                  <a:lnTo>
                    <a:pt x="47" y="48"/>
                  </a:lnTo>
                  <a:lnTo>
                    <a:pt x="0" y="48"/>
                  </a:lnTo>
                  <a:lnTo>
                    <a:pt x="0" y="141"/>
                  </a:lnTo>
                  <a:lnTo>
                    <a:pt x="94" y="4014"/>
                  </a:lnTo>
                  <a:lnTo>
                    <a:pt x="94" y="4061"/>
                  </a:lnTo>
                  <a:lnTo>
                    <a:pt x="140" y="4061"/>
                  </a:lnTo>
                  <a:lnTo>
                    <a:pt x="280" y="3968"/>
                  </a:lnTo>
                  <a:lnTo>
                    <a:pt x="3267" y="2054"/>
                  </a:lnTo>
                  <a:lnTo>
                    <a:pt x="3501" y="1961"/>
                  </a:lnTo>
                  <a:lnTo>
                    <a:pt x="3594" y="1961"/>
                  </a:lnTo>
                  <a:lnTo>
                    <a:pt x="3594" y="1914"/>
                  </a:lnTo>
                  <a:lnTo>
                    <a:pt x="14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6" name="Google Shape;11086;p79"/>
            <p:cNvSpPr/>
            <p:nvPr/>
          </p:nvSpPr>
          <p:spPr>
            <a:xfrm>
              <a:off x="6468050" y="4045075"/>
              <a:ext cx="88700" cy="63025"/>
            </a:xfrm>
            <a:custGeom>
              <a:rect b="b" l="l" r="r" t="t"/>
              <a:pathLst>
                <a:path extrusionOk="0" h="2521" w="3548">
                  <a:moveTo>
                    <a:pt x="2988" y="0"/>
                  </a:moveTo>
                  <a:lnTo>
                    <a:pt x="3034" y="47"/>
                  </a:lnTo>
                  <a:lnTo>
                    <a:pt x="3034" y="94"/>
                  </a:lnTo>
                  <a:lnTo>
                    <a:pt x="3034" y="140"/>
                  </a:lnTo>
                  <a:lnTo>
                    <a:pt x="2988" y="187"/>
                  </a:lnTo>
                  <a:lnTo>
                    <a:pt x="1" y="2007"/>
                  </a:lnTo>
                  <a:lnTo>
                    <a:pt x="1" y="2380"/>
                  </a:lnTo>
                  <a:lnTo>
                    <a:pt x="1" y="2427"/>
                  </a:lnTo>
                  <a:lnTo>
                    <a:pt x="47" y="2474"/>
                  </a:lnTo>
                  <a:lnTo>
                    <a:pt x="94" y="2520"/>
                  </a:lnTo>
                  <a:lnTo>
                    <a:pt x="141" y="2474"/>
                  </a:lnTo>
                  <a:lnTo>
                    <a:pt x="3501" y="467"/>
                  </a:lnTo>
                  <a:lnTo>
                    <a:pt x="3548" y="420"/>
                  </a:lnTo>
                  <a:lnTo>
                    <a:pt x="3548" y="374"/>
                  </a:lnTo>
                  <a:lnTo>
                    <a:pt x="3548" y="327"/>
                  </a:lnTo>
                  <a:lnTo>
                    <a:pt x="3501" y="280"/>
                  </a:lnTo>
                  <a:lnTo>
                    <a:pt x="298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7" name="Google Shape;11087;p79"/>
            <p:cNvSpPr/>
            <p:nvPr/>
          </p:nvSpPr>
          <p:spPr>
            <a:xfrm>
              <a:off x="6240550" y="4039250"/>
              <a:ext cx="302200" cy="149350"/>
            </a:xfrm>
            <a:custGeom>
              <a:rect b="b" l="l" r="r" t="t"/>
              <a:pathLst>
                <a:path extrusionOk="0" h="5974" w="12088">
                  <a:moveTo>
                    <a:pt x="6907" y="0"/>
                  </a:moveTo>
                  <a:lnTo>
                    <a:pt x="6487" y="47"/>
                  </a:lnTo>
                  <a:lnTo>
                    <a:pt x="6114" y="187"/>
                  </a:lnTo>
                  <a:lnTo>
                    <a:pt x="5787" y="373"/>
                  </a:lnTo>
                  <a:lnTo>
                    <a:pt x="5507" y="653"/>
                  </a:lnTo>
                  <a:lnTo>
                    <a:pt x="5414" y="700"/>
                  </a:lnTo>
                  <a:lnTo>
                    <a:pt x="5367" y="653"/>
                  </a:lnTo>
                  <a:lnTo>
                    <a:pt x="5041" y="467"/>
                  </a:lnTo>
                  <a:lnTo>
                    <a:pt x="4714" y="327"/>
                  </a:lnTo>
                  <a:lnTo>
                    <a:pt x="4341" y="233"/>
                  </a:lnTo>
                  <a:lnTo>
                    <a:pt x="3967" y="187"/>
                  </a:lnTo>
                  <a:lnTo>
                    <a:pt x="3547" y="233"/>
                  </a:lnTo>
                  <a:lnTo>
                    <a:pt x="3127" y="373"/>
                  </a:lnTo>
                  <a:lnTo>
                    <a:pt x="2754" y="560"/>
                  </a:lnTo>
                  <a:lnTo>
                    <a:pt x="2427" y="793"/>
                  </a:lnTo>
                  <a:lnTo>
                    <a:pt x="2147" y="1073"/>
                  </a:lnTo>
                  <a:lnTo>
                    <a:pt x="1914" y="1447"/>
                  </a:lnTo>
                  <a:lnTo>
                    <a:pt x="1774" y="1820"/>
                  </a:lnTo>
                  <a:lnTo>
                    <a:pt x="1680" y="2240"/>
                  </a:lnTo>
                  <a:lnTo>
                    <a:pt x="1634" y="2333"/>
                  </a:lnTo>
                  <a:lnTo>
                    <a:pt x="1587" y="2333"/>
                  </a:lnTo>
                  <a:lnTo>
                    <a:pt x="1260" y="2427"/>
                  </a:lnTo>
                  <a:lnTo>
                    <a:pt x="934" y="2567"/>
                  </a:lnTo>
                  <a:lnTo>
                    <a:pt x="654" y="2753"/>
                  </a:lnTo>
                  <a:lnTo>
                    <a:pt x="420" y="2987"/>
                  </a:lnTo>
                  <a:lnTo>
                    <a:pt x="234" y="3220"/>
                  </a:lnTo>
                  <a:lnTo>
                    <a:pt x="94" y="3547"/>
                  </a:lnTo>
                  <a:lnTo>
                    <a:pt x="0" y="3873"/>
                  </a:lnTo>
                  <a:lnTo>
                    <a:pt x="0" y="4200"/>
                  </a:lnTo>
                  <a:lnTo>
                    <a:pt x="47" y="4573"/>
                  </a:lnTo>
                  <a:lnTo>
                    <a:pt x="140" y="4900"/>
                  </a:lnTo>
                  <a:lnTo>
                    <a:pt x="327" y="5180"/>
                  </a:lnTo>
                  <a:lnTo>
                    <a:pt x="514" y="5414"/>
                  </a:lnTo>
                  <a:lnTo>
                    <a:pt x="794" y="5647"/>
                  </a:lnTo>
                  <a:lnTo>
                    <a:pt x="1074" y="5787"/>
                  </a:lnTo>
                  <a:lnTo>
                    <a:pt x="1400" y="5927"/>
                  </a:lnTo>
                  <a:lnTo>
                    <a:pt x="1727" y="5974"/>
                  </a:lnTo>
                  <a:lnTo>
                    <a:pt x="2007" y="5927"/>
                  </a:lnTo>
                  <a:lnTo>
                    <a:pt x="2287" y="5880"/>
                  </a:lnTo>
                  <a:lnTo>
                    <a:pt x="2567" y="5787"/>
                  </a:lnTo>
                  <a:lnTo>
                    <a:pt x="2847" y="5647"/>
                  </a:lnTo>
                  <a:lnTo>
                    <a:pt x="3034" y="5460"/>
                  </a:lnTo>
                  <a:lnTo>
                    <a:pt x="3221" y="5274"/>
                  </a:lnTo>
                  <a:lnTo>
                    <a:pt x="3407" y="5040"/>
                  </a:lnTo>
                  <a:lnTo>
                    <a:pt x="3501" y="4760"/>
                  </a:lnTo>
                  <a:lnTo>
                    <a:pt x="3967" y="4807"/>
                  </a:lnTo>
                  <a:lnTo>
                    <a:pt x="4621" y="4853"/>
                  </a:lnTo>
                  <a:lnTo>
                    <a:pt x="5181" y="4900"/>
                  </a:lnTo>
                  <a:lnTo>
                    <a:pt x="5367" y="4900"/>
                  </a:lnTo>
                  <a:lnTo>
                    <a:pt x="5601" y="4807"/>
                  </a:lnTo>
                  <a:lnTo>
                    <a:pt x="5741" y="4667"/>
                  </a:lnTo>
                  <a:lnTo>
                    <a:pt x="5927" y="4387"/>
                  </a:lnTo>
                  <a:lnTo>
                    <a:pt x="6021" y="4433"/>
                  </a:lnTo>
                  <a:lnTo>
                    <a:pt x="6114" y="4387"/>
                  </a:lnTo>
                  <a:lnTo>
                    <a:pt x="6394" y="4153"/>
                  </a:lnTo>
                  <a:lnTo>
                    <a:pt x="6674" y="3967"/>
                  </a:lnTo>
                  <a:lnTo>
                    <a:pt x="6767" y="3873"/>
                  </a:lnTo>
                  <a:lnTo>
                    <a:pt x="6907" y="3873"/>
                  </a:lnTo>
                  <a:lnTo>
                    <a:pt x="7001" y="4153"/>
                  </a:lnTo>
                  <a:lnTo>
                    <a:pt x="7141" y="4340"/>
                  </a:lnTo>
                  <a:lnTo>
                    <a:pt x="7281" y="4573"/>
                  </a:lnTo>
                  <a:lnTo>
                    <a:pt x="7514" y="4713"/>
                  </a:lnTo>
                  <a:lnTo>
                    <a:pt x="7747" y="4807"/>
                  </a:lnTo>
                  <a:lnTo>
                    <a:pt x="7981" y="4900"/>
                  </a:lnTo>
                  <a:lnTo>
                    <a:pt x="8261" y="4947"/>
                  </a:lnTo>
                  <a:lnTo>
                    <a:pt x="8587" y="4993"/>
                  </a:lnTo>
                  <a:lnTo>
                    <a:pt x="8727" y="4993"/>
                  </a:lnTo>
                  <a:lnTo>
                    <a:pt x="8867" y="5180"/>
                  </a:lnTo>
                  <a:lnTo>
                    <a:pt x="9007" y="5320"/>
                  </a:lnTo>
                  <a:lnTo>
                    <a:pt x="9194" y="5507"/>
                  </a:lnTo>
                  <a:lnTo>
                    <a:pt x="9381" y="5600"/>
                  </a:lnTo>
                  <a:lnTo>
                    <a:pt x="9614" y="5694"/>
                  </a:lnTo>
                  <a:lnTo>
                    <a:pt x="9847" y="5787"/>
                  </a:lnTo>
                  <a:lnTo>
                    <a:pt x="10081" y="5834"/>
                  </a:lnTo>
                  <a:lnTo>
                    <a:pt x="10314" y="5834"/>
                  </a:lnTo>
                  <a:lnTo>
                    <a:pt x="10687" y="5787"/>
                  </a:lnTo>
                  <a:lnTo>
                    <a:pt x="11014" y="5694"/>
                  </a:lnTo>
                  <a:lnTo>
                    <a:pt x="11294" y="5507"/>
                  </a:lnTo>
                  <a:lnTo>
                    <a:pt x="11528" y="5320"/>
                  </a:lnTo>
                  <a:lnTo>
                    <a:pt x="11761" y="5040"/>
                  </a:lnTo>
                  <a:lnTo>
                    <a:pt x="11948" y="4760"/>
                  </a:lnTo>
                  <a:lnTo>
                    <a:pt x="12041" y="4387"/>
                  </a:lnTo>
                  <a:lnTo>
                    <a:pt x="12088" y="4060"/>
                  </a:lnTo>
                  <a:lnTo>
                    <a:pt x="12041" y="3687"/>
                  </a:lnTo>
                  <a:lnTo>
                    <a:pt x="11901" y="3360"/>
                  </a:lnTo>
                  <a:lnTo>
                    <a:pt x="11668" y="3033"/>
                  </a:lnTo>
                  <a:lnTo>
                    <a:pt x="11434" y="2800"/>
                  </a:lnTo>
                  <a:lnTo>
                    <a:pt x="11154" y="2567"/>
                  </a:lnTo>
                  <a:lnTo>
                    <a:pt x="10827" y="2427"/>
                  </a:lnTo>
                  <a:lnTo>
                    <a:pt x="10547" y="2287"/>
                  </a:lnTo>
                  <a:lnTo>
                    <a:pt x="10267" y="2240"/>
                  </a:lnTo>
                  <a:lnTo>
                    <a:pt x="10081" y="2240"/>
                  </a:lnTo>
                  <a:lnTo>
                    <a:pt x="9801" y="1913"/>
                  </a:lnTo>
                  <a:lnTo>
                    <a:pt x="9474" y="1680"/>
                  </a:lnTo>
                  <a:lnTo>
                    <a:pt x="9147" y="1540"/>
                  </a:lnTo>
                  <a:lnTo>
                    <a:pt x="8727" y="1447"/>
                  </a:lnTo>
                  <a:lnTo>
                    <a:pt x="8587" y="1400"/>
                  </a:lnTo>
                  <a:lnTo>
                    <a:pt x="8494" y="1307"/>
                  </a:lnTo>
                  <a:lnTo>
                    <a:pt x="8401" y="1027"/>
                  </a:lnTo>
                  <a:lnTo>
                    <a:pt x="8261" y="793"/>
                  </a:lnTo>
                  <a:lnTo>
                    <a:pt x="8121" y="560"/>
                  </a:lnTo>
                  <a:lnTo>
                    <a:pt x="7934" y="373"/>
                  </a:lnTo>
                  <a:lnTo>
                    <a:pt x="7701" y="187"/>
                  </a:lnTo>
                  <a:lnTo>
                    <a:pt x="7467" y="93"/>
                  </a:lnTo>
                  <a:lnTo>
                    <a:pt x="718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8" name="Google Shape;11088;p79"/>
            <p:cNvSpPr/>
            <p:nvPr/>
          </p:nvSpPr>
          <p:spPr>
            <a:xfrm>
              <a:off x="6403900" y="4039250"/>
              <a:ext cx="138850" cy="145850"/>
            </a:xfrm>
            <a:custGeom>
              <a:rect b="b" l="l" r="r" t="t"/>
              <a:pathLst>
                <a:path extrusionOk="0" h="5834" w="5554">
                  <a:moveTo>
                    <a:pt x="373" y="0"/>
                  </a:moveTo>
                  <a:lnTo>
                    <a:pt x="0" y="47"/>
                  </a:lnTo>
                  <a:lnTo>
                    <a:pt x="280" y="93"/>
                  </a:lnTo>
                  <a:lnTo>
                    <a:pt x="513" y="187"/>
                  </a:lnTo>
                  <a:lnTo>
                    <a:pt x="700" y="327"/>
                  </a:lnTo>
                  <a:lnTo>
                    <a:pt x="887" y="467"/>
                  </a:lnTo>
                  <a:lnTo>
                    <a:pt x="1073" y="653"/>
                  </a:lnTo>
                  <a:lnTo>
                    <a:pt x="1213" y="840"/>
                  </a:lnTo>
                  <a:lnTo>
                    <a:pt x="1307" y="1027"/>
                  </a:lnTo>
                  <a:lnTo>
                    <a:pt x="1400" y="1260"/>
                  </a:lnTo>
                  <a:lnTo>
                    <a:pt x="1447" y="1353"/>
                  </a:lnTo>
                  <a:lnTo>
                    <a:pt x="1540" y="1353"/>
                  </a:lnTo>
                  <a:lnTo>
                    <a:pt x="1913" y="1447"/>
                  </a:lnTo>
                  <a:lnTo>
                    <a:pt x="2287" y="1633"/>
                  </a:lnTo>
                  <a:lnTo>
                    <a:pt x="2613" y="1867"/>
                  </a:lnTo>
                  <a:lnTo>
                    <a:pt x="2893" y="2147"/>
                  </a:lnTo>
                  <a:lnTo>
                    <a:pt x="2940" y="2193"/>
                  </a:lnTo>
                  <a:lnTo>
                    <a:pt x="2987" y="2240"/>
                  </a:lnTo>
                  <a:lnTo>
                    <a:pt x="3407" y="2240"/>
                  </a:lnTo>
                  <a:lnTo>
                    <a:pt x="3780" y="2380"/>
                  </a:lnTo>
                  <a:lnTo>
                    <a:pt x="4060" y="2520"/>
                  </a:lnTo>
                  <a:lnTo>
                    <a:pt x="4340" y="2753"/>
                  </a:lnTo>
                  <a:lnTo>
                    <a:pt x="4573" y="3033"/>
                  </a:lnTo>
                  <a:lnTo>
                    <a:pt x="4714" y="3360"/>
                  </a:lnTo>
                  <a:lnTo>
                    <a:pt x="4807" y="3687"/>
                  </a:lnTo>
                  <a:lnTo>
                    <a:pt x="4854" y="4060"/>
                  </a:lnTo>
                  <a:lnTo>
                    <a:pt x="4807" y="4387"/>
                  </a:lnTo>
                  <a:lnTo>
                    <a:pt x="4760" y="4667"/>
                  </a:lnTo>
                  <a:lnTo>
                    <a:pt x="4620" y="4947"/>
                  </a:lnTo>
                  <a:lnTo>
                    <a:pt x="4433" y="5180"/>
                  </a:lnTo>
                  <a:lnTo>
                    <a:pt x="4200" y="5414"/>
                  </a:lnTo>
                  <a:lnTo>
                    <a:pt x="3967" y="5600"/>
                  </a:lnTo>
                  <a:lnTo>
                    <a:pt x="3687" y="5740"/>
                  </a:lnTo>
                  <a:lnTo>
                    <a:pt x="3407" y="5787"/>
                  </a:lnTo>
                  <a:lnTo>
                    <a:pt x="3780" y="5834"/>
                  </a:lnTo>
                  <a:lnTo>
                    <a:pt x="4153" y="5787"/>
                  </a:lnTo>
                  <a:lnTo>
                    <a:pt x="4480" y="5694"/>
                  </a:lnTo>
                  <a:lnTo>
                    <a:pt x="4760" y="5507"/>
                  </a:lnTo>
                  <a:lnTo>
                    <a:pt x="4994" y="5320"/>
                  </a:lnTo>
                  <a:lnTo>
                    <a:pt x="5227" y="5040"/>
                  </a:lnTo>
                  <a:lnTo>
                    <a:pt x="5414" y="4760"/>
                  </a:lnTo>
                  <a:lnTo>
                    <a:pt x="5507" y="4387"/>
                  </a:lnTo>
                  <a:lnTo>
                    <a:pt x="5554" y="4060"/>
                  </a:lnTo>
                  <a:lnTo>
                    <a:pt x="5507" y="3687"/>
                  </a:lnTo>
                  <a:lnTo>
                    <a:pt x="5414" y="3360"/>
                  </a:lnTo>
                  <a:lnTo>
                    <a:pt x="5227" y="3033"/>
                  </a:lnTo>
                  <a:lnTo>
                    <a:pt x="4994" y="2753"/>
                  </a:lnTo>
                  <a:lnTo>
                    <a:pt x="4760" y="2520"/>
                  </a:lnTo>
                  <a:lnTo>
                    <a:pt x="4433" y="2380"/>
                  </a:lnTo>
                  <a:lnTo>
                    <a:pt x="4107" y="2240"/>
                  </a:lnTo>
                  <a:lnTo>
                    <a:pt x="3640" y="2240"/>
                  </a:lnTo>
                  <a:lnTo>
                    <a:pt x="3593" y="2193"/>
                  </a:lnTo>
                  <a:lnTo>
                    <a:pt x="3547" y="2147"/>
                  </a:lnTo>
                  <a:lnTo>
                    <a:pt x="3313" y="1867"/>
                  </a:lnTo>
                  <a:lnTo>
                    <a:pt x="2987" y="1633"/>
                  </a:lnTo>
                  <a:lnTo>
                    <a:pt x="2613" y="1447"/>
                  </a:lnTo>
                  <a:lnTo>
                    <a:pt x="2193" y="1353"/>
                  </a:lnTo>
                  <a:lnTo>
                    <a:pt x="2147" y="1353"/>
                  </a:lnTo>
                  <a:lnTo>
                    <a:pt x="2100" y="1260"/>
                  </a:lnTo>
                  <a:lnTo>
                    <a:pt x="2007" y="1027"/>
                  </a:lnTo>
                  <a:lnTo>
                    <a:pt x="1820" y="747"/>
                  </a:lnTo>
                  <a:lnTo>
                    <a:pt x="1680" y="560"/>
                  </a:lnTo>
                  <a:lnTo>
                    <a:pt x="1447" y="373"/>
                  </a:lnTo>
                  <a:lnTo>
                    <a:pt x="1213" y="187"/>
                  </a:lnTo>
                  <a:lnTo>
                    <a:pt x="933" y="93"/>
                  </a:lnTo>
                  <a:lnTo>
                    <a:pt x="653"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9" name="Google Shape;11089;p79"/>
            <p:cNvSpPr/>
            <p:nvPr/>
          </p:nvSpPr>
          <p:spPr>
            <a:xfrm>
              <a:off x="6223050" y="4150075"/>
              <a:ext cx="336025" cy="141200"/>
            </a:xfrm>
            <a:custGeom>
              <a:rect b="b" l="l" r="r" t="t"/>
              <a:pathLst>
                <a:path extrusionOk="0" h="5648" w="13441">
                  <a:moveTo>
                    <a:pt x="6487" y="0"/>
                  </a:moveTo>
                  <a:lnTo>
                    <a:pt x="5741" y="47"/>
                  </a:lnTo>
                  <a:lnTo>
                    <a:pt x="3407" y="280"/>
                  </a:lnTo>
                  <a:lnTo>
                    <a:pt x="0" y="654"/>
                  </a:lnTo>
                  <a:lnTo>
                    <a:pt x="0" y="1541"/>
                  </a:lnTo>
                  <a:lnTo>
                    <a:pt x="47" y="1961"/>
                  </a:lnTo>
                  <a:lnTo>
                    <a:pt x="94" y="2381"/>
                  </a:lnTo>
                  <a:lnTo>
                    <a:pt x="187" y="2754"/>
                  </a:lnTo>
                  <a:lnTo>
                    <a:pt x="327" y="3127"/>
                  </a:lnTo>
                  <a:lnTo>
                    <a:pt x="514" y="3501"/>
                  </a:lnTo>
                  <a:lnTo>
                    <a:pt x="700" y="3827"/>
                  </a:lnTo>
                  <a:lnTo>
                    <a:pt x="934" y="4154"/>
                  </a:lnTo>
                  <a:lnTo>
                    <a:pt x="1214" y="4434"/>
                  </a:lnTo>
                  <a:lnTo>
                    <a:pt x="1494" y="4714"/>
                  </a:lnTo>
                  <a:lnTo>
                    <a:pt x="1820" y="4947"/>
                  </a:lnTo>
                  <a:lnTo>
                    <a:pt x="2147" y="5134"/>
                  </a:lnTo>
                  <a:lnTo>
                    <a:pt x="2521" y="5321"/>
                  </a:lnTo>
                  <a:lnTo>
                    <a:pt x="2894" y="5461"/>
                  </a:lnTo>
                  <a:lnTo>
                    <a:pt x="3267" y="5554"/>
                  </a:lnTo>
                  <a:lnTo>
                    <a:pt x="3687" y="5601"/>
                  </a:lnTo>
                  <a:lnTo>
                    <a:pt x="4107" y="5647"/>
                  </a:lnTo>
                  <a:lnTo>
                    <a:pt x="9334" y="5647"/>
                  </a:lnTo>
                  <a:lnTo>
                    <a:pt x="9754" y="5601"/>
                  </a:lnTo>
                  <a:lnTo>
                    <a:pt x="10174" y="5554"/>
                  </a:lnTo>
                  <a:lnTo>
                    <a:pt x="10594" y="5461"/>
                  </a:lnTo>
                  <a:lnTo>
                    <a:pt x="10967" y="5321"/>
                  </a:lnTo>
                  <a:lnTo>
                    <a:pt x="11294" y="5134"/>
                  </a:lnTo>
                  <a:lnTo>
                    <a:pt x="11667" y="4947"/>
                  </a:lnTo>
                  <a:lnTo>
                    <a:pt x="11948" y="4714"/>
                  </a:lnTo>
                  <a:lnTo>
                    <a:pt x="12274" y="4434"/>
                  </a:lnTo>
                  <a:lnTo>
                    <a:pt x="12508" y="4154"/>
                  </a:lnTo>
                  <a:lnTo>
                    <a:pt x="12741" y="3827"/>
                  </a:lnTo>
                  <a:lnTo>
                    <a:pt x="12974" y="3501"/>
                  </a:lnTo>
                  <a:lnTo>
                    <a:pt x="13114" y="3127"/>
                  </a:lnTo>
                  <a:lnTo>
                    <a:pt x="13254" y="2754"/>
                  </a:lnTo>
                  <a:lnTo>
                    <a:pt x="13348" y="2381"/>
                  </a:lnTo>
                  <a:lnTo>
                    <a:pt x="13441" y="1961"/>
                  </a:lnTo>
                  <a:lnTo>
                    <a:pt x="13441" y="1541"/>
                  </a:lnTo>
                  <a:lnTo>
                    <a:pt x="13441" y="654"/>
                  </a:lnTo>
                  <a:lnTo>
                    <a:pt x="6767" y="47"/>
                  </a:lnTo>
                  <a:lnTo>
                    <a:pt x="6721" y="47"/>
                  </a:lnTo>
                  <a:lnTo>
                    <a:pt x="64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0" name="Google Shape;11090;p79"/>
            <p:cNvSpPr/>
            <p:nvPr/>
          </p:nvSpPr>
          <p:spPr>
            <a:xfrm>
              <a:off x="6274375" y="4094075"/>
              <a:ext cx="61875" cy="38525"/>
            </a:xfrm>
            <a:custGeom>
              <a:rect b="b" l="l" r="r" t="t"/>
              <a:pathLst>
                <a:path extrusionOk="0" h="1541" w="2475">
                  <a:moveTo>
                    <a:pt x="2008" y="0"/>
                  </a:moveTo>
                  <a:lnTo>
                    <a:pt x="1681" y="47"/>
                  </a:lnTo>
                  <a:lnTo>
                    <a:pt x="1448" y="140"/>
                  </a:lnTo>
                  <a:lnTo>
                    <a:pt x="1214" y="280"/>
                  </a:lnTo>
                  <a:lnTo>
                    <a:pt x="1028" y="467"/>
                  </a:lnTo>
                  <a:lnTo>
                    <a:pt x="888" y="747"/>
                  </a:lnTo>
                  <a:lnTo>
                    <a:pt x="701" y="747"/>
                  </a:lnTo>
                  <a:lnTo>
                    <a:pt x="514" y="840"/>
                  </a:lnTo>
                  <a:lnTo>
                    <a:pt x="327" y="934"/>
                  </a:lnTo>
                  <a:lnTo>
                    <a:pt x="141" y="1074"/>
                  </a:lnTo>
                  <a:lnTo>
                    <a:pt x="47" y="1214"/>
                  </a:lnTo>
                  <a:lnTo>
                    <a:pt x="1" y="1307"/>
                  </a:lnTo>
                  <a:lnTo>
                    <a:pt x="1" y="1354"/>
                  </a:lnTo>
                  <a:lnTo>
                    <a:pt x="47" y="1447"/>
                  </a:lnTo>
                  <a:lnTo>
                    <a:pt x="94" y="1494"/>
                  </a:lnTo>
                  <a:lnTo>
                    <a:pt x="187" y="1540"/>
                  </a:lnTo>
                  <a:lnTo>
                    <a:pt x="281" y="1494"/>
                  </a:lnTo>
                  <a:lnTo>
                    <a:pt x="374" y="1447"/>
                  </a:lnTo>
                  <a:lnTo>
                    <a:pt x="561" y="1260"/>
                  </a:lnTo>
                  <a:lnTo>
                    <a:pt x="794" y="1120"/>
                  </a:lnTo>
                  <a:lnTo>
                    <a:pt x="934" y="1120"/>
                  </a:lnTo>
                  <a:lnTo>
                    <a:pt x="1121" y="1074"/>
                  </a:lnTo>
                  <a:lnTo>
                    <a:pt x="1214" y="934"/>
                  </a:lnTo>
                  <a:lnTo>
                    <a:pt x="1308" y="747"/>
                  </a:lnTo>
                  <a:lnTo>
                    <a:pt x="1448" y="607"/>
                  </a:lnTo>
                  <a:lnTo>
                    <a:pt x="1588" y="514"/>
                  </a:lnTo>
                  <a:lnTo>
                    <a:pt x="1774" y="420"/>
                  </a:lnTo>
                  <a:lnTo>
                    <a:pt x="2194" y="420"/>
                  </a:lnTo>
                  <a:lnTo>
                    <a:pt x="2288" y="467"/>
                  </a:lnTo>
                  <a:lnTo>
                    <a:pt x="2334" y="420"/>
                  </a:lnTo>
                  <a:lnTo>
                    <a:pt x="2428" y="374"/>
                  </a:lnTo>
                  <a:lnTo>
                    <a:pt x="2428" y="280"/>
                  </a:lnTo>
                  <a:lnTo>
                    <a:pt x="2474" y="234"/>
                  </a:lnTo>
                  <a:lnTo>
                    <a:pt x="2428" y="140"/>
                  </a:lnTo>
                  <a:lnTo>
                    <a:pt x="2381" y="94"/>
                  </a:lnTo>
                  <a:lnTo>
                    <a:pt x="2334" y="47"/>
                  </a:lnTo>
                  <a:lnTo>
                    <a:pt x="200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1" name="Google Shape;11091;p79"/>
            <p:cNvSpPr/>
            <p:nvPr/>
          </p:nvSpPr>
          <p:spPr>
            <a:xfrm>
              <a:off x="6440050" y="4152400"/>
              <a:ext cx="119025" cy="138875"/>
            </a:xfrm>
            <a:custGeom>
              <a:rect b="b" l="l" r="r" t="t"/>
              <a:pathLst>
                <a:path extrusionOk="0" h="5555" w="4761">
                  <a:moveTo>
                    <a:pt x="4481" y="1"/>
                  </a:moveTo>
                  <a:lnTo>
                    <a:pt x="4434" y="141"/>
                  </a:lnTo>
                  <a:lnTo>
                    <a:pt x="4294" y="327"/>
                  </a:lnTo>
                  <a:lnTo>
                    <a:pt x="4108" y="561"/>
                  </a:lnTo>
                  <a:lnTo>
                    <a:pt x="4108" y="1448"/>
                  </a:lnTo>
                  <a:lnTo>
                    <a:pt x="4061" y="1868"/>
                  </a:lnTo>
                  <a:lnTo>
                    <a:pt x="4014" y="2288"/>
                  </a:lnTo>
                  <a:lnTo>
                    <a:pt x="3921" y="2661"/>
                  </a:lnTo>
                  <a:lnTo>
                    <a:pt x="3781" y="3034"/>
                  </a:lnTo>
                  <a:lnTo>
                    <a:pt x="3594" y="3408"/>
                  </a:lnTo>
                  <a:lnTo>
                    <a:pt x="3408" y="3734"/>
                  </a:lnTo>
                  <a:lnTo>
                    <a:pt x="3174" y="4061"/>
                  </a:lnTo>
                  <a:lnTo>
                    <a:pt x="2894" y="4341"/>
                  </a:lnTo>
                  <a:lnTo>
                    <a:pt x="2614" y="4621"/>
                  </a:lnTo>
                  <a:lnTo>
                    <a:pt x="2287" y="4854"/>
                  </a:lnTo>
                  <a:lnTo>
                    <a:pt x="1961" y="5041"/>
                  </a:lnTo>
                  <a:lnTo>
                    <a:pt x="1587" y="5228"/>
                  </a:lnTo>
                  <a:lnTo>
                    <a:pt x="1214" y="5368"/>
                  </a:lnTo>
                  <a:lnTo>
                    <a:pt x="841" y="5461"/>
                  </a:lnTo>
                  <a:lnTo>
                    <a:pt x="421" y="5508"/>
                  </a:lnTo>
                  <a:lnTo>
                    <a:pt x="1" y="5554"/>
                  </a:lnTo>
                  <a:lnTo>
                    <a:pt x="654" y="5554"/>
                  </a:lnTo>
                  <a:lnTo>
                    <a:pt x="1074" y="5508"/>
                  </a:lnTo>
                  <a:lnTo>
                    <a:pt x="1494" y="5461"/>
                  </a:lnTo>
                  <a:lnTo>
                    <a:pt x="1914" y="5368"/>
                  </a:lnTo>
                  <a:lnTo>
                    <a:pt x="2287" y="5228"/>
                  </a:lnTo>
                  <a:lnTo>
                    <a:pt x="2614" y="5041"/>
                  </a:lnTo>
                  <a:lnTo>
                    <a:pt x="2987" y="4854"/>
                  </a:lnTo>
                  <a:lnTo>
                    <a:pt x="3268" y="4621"/>
                  </a:lnTo>
                  <a:lnTo>
                    <a:pt x="3594" y="4341"/>
                  </a:lnTo>
                  <a:lnTo>
                    <a:pt x="3828" y="4061"/>
                  </a:lnTo>
                  <a:lnTo>
                    <a:pt x="4061" y="3734"/>
                  </a:lnTo>
                  <a:lnTo>
                    <a:pt x="4294" y="3408"/>
                  </a:lnTo>
                  <a:lnTo>
                    <a:pt x="4434" y="3034"/>
                  </a:lnTo>
                  <a:lnTo>
                    <a:pt x="4574" y="2661"/>
                  </a:lnTo>
                  <a:lnTo>
                    <a:pt x="4668" y="2288"/>
                  </a:lnTo>
                  <a:lnTo>
                    <a:pt x="4761" y="1868"/>
                  </a:lnTo>
                  <a:lnTo>
                    <a:pt x="4761" y="1448"/>
                  </a:lnTo>
                  <a:lnTo>
                    <a:pt x="4761" y="561"/>
                  </a:lnTo>
                  <a:lnTo>
                    <a:pt x="448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2" name="Google Shape;11092;p79"/>
            <p:cNvSpPr/>
            <p:nvPr/>
          </p:nvSpPr>
          <p:spPr>
            <a:xfrm>
              <a:off x="6223050" y="4126750"/>
              <a:ext cx="336025" cy="39675"/>
            </a:xfrm>
            <a:custGeom>
              <a:rect b="b" l="l" r="r" t="t"/>
              <a:pathLst>
                <a:path extrusionOk="0" h="1587" w="13441">
                  <a:moveTo>
                    <a:pt x="420" y="0"/>
                  </a:moveTo>
                  <a:lnTo>
                    <a:pt x="280" y="47"/>
                  </a:lnTo>
                  <a:lnTo>
                    <a:pt x="140" y="140"/>
                  </a:lnTo>
                  <a:lnTo>
                    <a:pt x="47" y="280"/>
                  </a:lnTo>
                  <a:lnTo>
                    <a:pt x="0" y="420"/>
                  </a:lnTo>
                  <a:lnTo>
                    <a:pt x="0" y="1587"/>
                  </a:lnTo>
                  <a:lnTo>
                    <a:pt x="13441" y="1587"/>
                  </a:lnTo>
                  <a:lnTo>
                    <a:pt x="13348" y="793"/>
                  </a:lnTo>
                  <a:lnTo>
                    <a:pt x="13208" y="233"/>
                  </a:lnTo>
                  <a:lnTo>
                    <a:pt x="13114" y="93"/>
                  </a:lnTo>
                  <a:lnTo>
                    <a:pt x="13068"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3" name="Google Shape;11093;p79"/>
            <p:cNvSpPr/>
            <p:nvPr/>
          </p:nvSpPr>
          <p:spPr>
            <a:xfrm>
              <a:off x="6317550" y="3978575"/>
              <a:ext cx="96875" cy="100350"/>
            </a:xfrm>
            <a:custGeom>
              <a:rect b="b" l="l" r="r" t="t"/>
              <a:pathLst>
                <a:path extrusionOk="0" h="4014" w="3875">
                  <a:moveTo>
                    <a:pt x="3827" y="0"/>
                  </a:moveTo>
                  <a:lnTo>
                    <a:pt x="94" y="1120"/>
                  </a:lnTo>
                  <a:lnTo>
                    <a:pt x="47" y="1120"/>
                  </a:lnTo>
                  <a:lnTo>
                    <a:pt x="1" y="1167"/>
                  </a:lnTo>
                  <a:lnTo>
                    <a:pt x="1" y="1260"/>
                  </a:lnTo>
                  <a:lnTo>
                    <a:pt x="47" y="1307"/>
                  </a:lnTo>
                  <a:lnTo>
                    <a:pt x="2847" y="4014"/>
                  </a:lnTo>
                  <a:lnTo>
                    <a:pt x="2894" y="4014"/>
                  </a:lnTo>
                  <a:lnTo>
                    <a:pt x="2894" y="3967"/>
                  </a:lnTo>
                  <a:lnTo>
                    <a:pt x="2894" y="3780"/>
                  </a:lnTo>
                  <a:lnTo>
                    <a:pt x="3781" y="327"/>
                  </a:lnTo>
                  <a:lnTo>
                    <a:pt x="3874" y="140"/>
                  </a:lnTo>
                  <a:lnTo>
                    <a:pt x="3874" y="47"/>
                  </a:lnTo>
                  <a:lnTo>
                    <a:pt x="382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4" name="Google Shape;11094;p79"/>
            <p:cNvSpPr/>
            <p:nvPr/>
          </p:nvSpPr>
          <p:spPr>
            <a:xfrm>
              <a:off x="6532225" y="4126750"/>
              <a:ext cx="26850" cy="39675"/>
            </a:xfrm>
            <a:custGeom>
              <a:rect b="b" l="l" r="r" t="t"/>
              <a:pathLst>
                <a:path extrusionOk="0" h="1587" w="1074">
                  <a:moveTo>
                    <a:pt x="1" y="0"/>
                  </a:moveTo>
                  <a:lnTo>
                    <a:pt x="141" y="47"/>
                  </a:lnTo>
                  <a:lnTo>
                    <a:pt x="281" y="140"/>
                  </a:lnTo>
                  <a:lnTo>
                    <a:pt x="374" y="280"/>
                  </a:lnTo>
                  <a:lnTo>
                    <a:pt x="421" y="420"/>
                  </a:lnTo>
                  <a:lnTo>
                    <a:pt x="421" y="1587"/>
                  </a:lnTo>
                  <a:lnTo>
                    <a:pt x="1074" y="1587"/>
                  </a:lnTo>
                  <a:lnTo>
                    <a:pt x="1074" y="420"/>
                  </a:lnTo>
                  <a:lnTo>
                    <a:pt x="1074" y="280"/>
                  </a:lnTo>
                  <a:lnTo>
                    <a:pt x="981" y="140"/>
                  </a:lnTo>
                  <a:lnTo>
                    <a:pt x="841" y="47"/>
                  </a:lnTo>
                  <a:lnTo>
                    <a:pt x="701"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5" name="Google Shape;11095;p79"/>
            <p:cNvSpPr/>
            <p:nvPr/>
          </p:nvSpPr>
          <p:spPr>
            <a:xfrm>
              <a:off x="6381725" y="3978575"/>
              <a:ext cx="35025" cy="100350"/>
            </a:xfrm>
            <a:custGeom>
              <a:rect b="b" l="l" r="r" t="t"/>
              <a:pathLst>
                <a:path extrusionOk="0" h="4014" w="1401">
                  <a:moveTo>
                    <a:pt x="1260" y="0"/>
                  </a:moveTo>
                  <a:lnTo>
                    <a:pt x="700" y="187"/>
                  </a:lnTo>
                  <a:lnTo>
                    <a:pt x="747" y="187"/>
                  </a:lnTo>
                  <a:lnTo>
                    <a:pt x="794" y="234"/>
                  </a:lnTo>
                  <a:lnTo>
                    <a:pt x="840" y="280"/>
                  </a:lnTo>
                  <a:lnTo>
                    <a:pt x="840" y="327"/>
                  </a:lnTo>
                  <a:lnTo>
                    <a:pt x="0" y="3734"/>
                  </a:lnTo>
                  <a:lnTo>
                    <a:pt x="280" y="4014"/>
                  </a:lnTo>
                  <a:lnTo>
                    <a:pt x="467" y="4014"/>
                  </a:lnTo>
                  <a:lnTo>
                    <a:pt x="467" y="3967"/>
                  </a:lnTo>
                  <a:lnTo>
                    <a:pt x="1400" y="140"/>
                  </a:lnTo>
                  <a:lnTo>
                    <a:pt x="1400" y="94"/>
                  </a:lnTo>
                  <a:lnTo>
                    <a:pt x="1400" y="47"/>
                  </a:lnTo>
                  <a:lnTo>
                    <a:pt x="135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6" name="Google Shape;11096;p79"/>
            <p:cNvSpPr/>
            <p:nvPr/>
          </p:nvSpPr>
          <p:spPr>
            <a:xfrm>
              <a:off x="6358375" y="4059075"/>
              <a:ext cx="71200" cy="38525"/>
            </a:xfrm>
            <a:custGeom>
              <a:rect b="b" l="l" r="r" t="t"/>
              <a:pathLst>
                <a:path extrusionOk="0" h="1541" w="2848">
                  <a:moveTo>
                    <a:pt x="2148" y="0"/>
                  </a:moveTo>
                  <a:lnTo>
                    <a:pt x="1868" y="47"/>
                  </a:lnTo>
                  <a:lnTo>
                    <a:pt x="1634" y="140"/>
                  </a:lnTo>
                  <a:lnTo>
                    <a:pt x="1401" y="280"/>
                  </a:lnTo>
                  <a:lnTo>
                    <a:pt x="1214" y="467"/>
                  </a:lnTo>
                  <a:lnTo>
                    <a:pt x="841" y="467"/>
                  </a:lnTo>
                  <a:lnTo>
                    <a:pt x="701" y="514"/>
                  </a:lnTo>
                  <a:lnTo>
                    <a:pt x="514" y="607"/>
                  </a:lnTo>
                  <a:lnTo>
                    <a:pt x="374" y="700"/>
                  </a:lnTo>
                  <a:lnTo>
                    <a:pt x="234" y="840"/>
                  </a:lnTo>
                  <a:lnTo>
                    <a:pt x="141" y="980"/>
                  </a:lnTo>
                  <a:lnTo>
                    <a:pt x="48" y="1120"/>
                  </a:lnTo>
                  <a:lnTo>
                    <a:pt x="1" y="1307"/>
                  </a:lnTo>
                  <a:lnTo>
                    <a:pt x="1" y="1400"/>
                  </a:lnTo>
                  <a:lnTo>
                    <a:pt x="1" y="1447"/>
                  </a:lnTo>
                  <a:lnTo>
                    <a:pt x="94" y="1494"/>
                  </a:lnTo>
                  <a:lnTo>
                    <a:pt x="141" y="1540"/>
                  </a:lnTo>
                  <a:lnTo>
                    <a:pt x="188" y="1540"/>
                  </a:lnTo>
                  <a:lnTo>
                    <a:pt x="328" y="1494"/>
                  </a:lnTo>
                  <a:lnTo>
                    <a:pt x="374" y="1400"/>
                  </a:lnTo>
                  <a:lnTo>
                    <a:pt x="468" y="1167"/>
                  </a:lnTo>
                  <a:lnTo>
                    <a:pt x="608" y="1027"/>
                  </a:lnTo>
                  <a:lnTo>
                    <a:pt x="841" y="887"/>
                  </a:lnTo>
                  <a:lnTo>
                    <a:pt x="1354" y="887"/>
                  </a:lnTo>
                  <a:lnTo>
                    <a:pt x="1494" y="747"/>
                  </a:lnTo>
                  <a:lnTo>
                    <a:pt x="1634" y="607"/>
                  </a:lnTo>
                  <a:lnTo>
                    <a:pt x="1774" y="514"/>
                  </a:lnTo>
                  <a:lnTo>
                    <a:pt x="1961" y="420"/>
                  </a:lnTo>
                  <a:lnTo>
                    <a:pt x="2381" y="420"/>
                  </a:lnTo>
                  <a:lnTo>
                    <a:pt x="2568" y="514"/>
                  </a:lnTo>
                  <a:lnTo>
                    <a:pt x="2661" y="560"/>
                  </a:lnTo>
                  <a:lnTo>
                    <a:pt x="2708" y="514"/>
                  </a:lnTo>
                  <a:lnTo>
                    <a:pt x="2801" y="514"/>
                  </a:lnTo>
                  <a:lnTo>
                    <a:pt x="2848" y="420"/>
                  </a:lnTo>
                  <a:lnTo>
                    <a:pt x="2848" y="374"/>
                  </a:lnTo>
                  <a:lnTo>
                    <a:pt x="2848" y="280"/>
                  </a:lnTo>
                  <a:lnTo>
                    <a:pt x="2848" y="234"/>
                  </a:lnTo>
                  <a:lnTo>
                    <a:pt x="2754" y="187"/>
                  </a:lnTo>
                  <a:lnTo>
                    <a:pt x="2474" y="47"/>
                  </a:lnTo>
                  <a:lnTo>
                    <a:pt x="214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97" name="Google Shape;11097;p79"/>
          <p:cNvGrpSpPr/>
          <p:nvPr/>
        </p:nvGrpSpPr>
        <p:grpSpPr>
          <a:xfrm>
            <a:off x="7055325" y="4018225"/>
            <a:ext cx="336025" cy="233375"/>
            <a:chOff x="6986075" y="4018225"/>
            <a:chExt cx="336025" cy="233375"/>
          </a:xfrm>
        </p:grpSpPr>
        <p:sp>
          <p:nvSpPr>
            <p:cNvPr id="11098" name="Google Shape;11098;p79"/>
            <p:cNvSpPr/>
            <p:nvPr/>
          </p:nvSpPr>
          <p:spPr>
            <a:xfrm>
              <a:off x="6986075" y="4036900"/>
              <a:ext cx="330200" cy="175025"/>
            </a:xfrm>
            <a:custGeom>
              <a:rect b="b" l="l" r="r" t="t"/>
              <a:pathLst>
                <a:path extrusionOk="0" h="7001" w="13208">
                  <a:moveTo>
                    <a:pt x="6441" y="1"/>
                  </a:moveTo>
                  <a:lnTo>
                    <a:pt x="6161" y="94"/>
                  </a:lnTo>
                  <a:lnTo>
                    <a:pt x="5694" y="327"/>
                  </a:lnTo>
                  <a:lnTo>
                    <a:pt x="5181" y="607"/>
                  </a:lnTo>
                  <a:lnTo>
                    <a:pt x="4947" y="747"/>
                  </a:lnTo>
                  <a:lnTo>
                    <a:pt x="4714" y="841"/>
                  </a:lnTo>
                  <a:lnTo>
                    <a:pt x="4434" y="934"/>
                  </a:lnTo>
                  <a:lnTo>
                    <a:pt x="4201" y="981"/>
                  </a:lnTo>
                  <a:lnTo>
                    <a:pt x="3641" y="1027"/>
                  </a:lnTo>
                  <a:lnTo>
                    <a:pt x="3081" y="1121"/>
                  </a:lnTo>
                  <a:lnTo>
                    <a:pt x="2847" y="1214"/>
                  </a:lnTo>
                  <a:lnTo>
                    <a:pt x="2614" y="1354"/>
                  </a:lnTo>
                  <a:lnTo>
                    <a:pt x="2427" y="1494"/>
                  </a:lnTo>
                  <a:lnTo>
                    <a:pt x="2241" y="1727"/>
                  </a:lnTo>
                  <a:lnTo>
                    <a:pt x="2007" y="2194"/>
                  </a:lnTo>
                  <a:lnTo>
                    <a:pt x="1774" y="2707"/>
                  </a:lnTo>
                  <a:lnTo>
                    <a:pt x="1634" y="2987"/>
                  </a:lnTo>
                  <a:lnTo>
                    <a:pt x="1494" y="3174"/>
                  </a:lnTo>
                  <a:lnTo>
                    <a:pt x="1354" y="3407"/>
                  </a:lnTo>
                  <a:lnTo>
                    <a:pt x="1121" y="3594"/>
                  </a:lnTo>
                  <a:lnTo>
                    <a:pt x="701" y="3967"/>
                  </a:lnTo>
                  <a:lnTo>
                    <a:pt x="327" y="4341"/>
                  </a:lnTo>
                  <a:lnTo>
                    <a:pt x="187" y="4574"/>
                  </a:lnTo>
                  <a:lnTo>
                    <a:pt x="47" y="4807"/>
                  </a:lnTo>
                  <a:lnTo>
                    <a:pt x="0" y="5041"/>
                  </a:lnTo>
                  <a:lnTo>
                    <a:pt x="0" y="5228"/>
                  </a:lnTo>
                  <a:lnTo>
                    <a:pt x="0" y="5648"/>
                  </a:lnTo>
                  <a:lnTo>
                    <a:pt x="94" y="6441"/>
                  </a:lnTo>
                  <a:lnTo>
                    <a:pt x="140" y="6581"/>
                  </a:lnTo>
                  <a:lnTo>
                    <a:pt x="187" y="6721"/>
                  </a:lnTo>
                  <a:lnTo>
                    <a:pt x="280" y="6814"/>
                  </a:lnTo>
                  <a:lnTo>
                    <a:pt x="420" y="6861"/>
                  </a:lnTo>
                  <a:lnTo>
                    <a:pt x="607" y="6954"/>
                  </a:lnTo>
                  <a:lnTo>
                    <a:pt x="794" y="7001"/>
                  </a:lnTo>
                  <a:lnTo>
                    <a:pt x="12601" y="7001"/>
                  </a:lnTo>
                  <a:lnTo>
                    <a:pt x="12788" y="6954"/>
                  </a:lnTo>
                  <a:lnTo>
                    <a:pt x="13021" y="6861"/>
                  </a:lnTo>
                  <a:lnTo>
                    <a:pt x="13114" y="6814"/>
                  </a:lnTo>
                  <a:lnTo>
                    <a:pt x="13114" y="6674"/>
                  </a:lnTo>
                  <a:lnTo>
                    <a:pt x="13161" y="6394"/>
                  </a:lnTo>
                  <a:lnTo>
                    <a:pt x="13208" y="5648"/>
                  </a:lnTo>
                  <a:lnTo>
                    <a:pt x="13208" y="5274"/>
                  </a:lnTo>
                  <a:lnTo>
                    <a:pt x="13114" y="4901"/>
                  </a:lnTo>
                  <a:lnTo>
                    <a:pt x="12974" y="4667"/>
                  </a:lnTo>
                  <a:lnTo>
                    <a:pt x="12834" y="4434"/>
                  </a:lnTo>
                  <a:lnTo>
                    <a:pt x="12508" y="4061"/>
                  </a:lnTo>
                  <a:lnTo>
                    <a:pt x="12134" y="3734"/>
                  </a:lnTo>
                  <a:lnTo>
                    <a:pt x="11808" y="3361"/>
                  </a:lnTo>
                  <a:lnTo>
                    <a:pt x="11668" y="3127"/>
                  </a:lnTo>
                  <a:lnTo>
                    <a:pt x="11528" y="2847"/>
                  </a:lnTo>
                  <a:lnTo>
                    <a:pt x="11294" y="2334"/>
                  </a:lnTo>
                  <a:lnTo>
                    <a:pt x="11061" y="1821"/>
                  </a:lnTo>
                  <a:lnTo>
                    <a:pt x="10921" y="1587"/>
                  </a:lnTo>
                  <a:lnTo>
                    <a:pt x="10734" y="1447"/>
                  </a:lnTo>
                  <a:lnTo>
                    <a:pt x="10501" y="1307"/>
                  </a:lnTo>
                  <a:lnTo>
                    <a:pt x="10221" y="1214"/>
                  </a:lnTo>
                  <a:lnTo>
                    <a:pt x="9707" y="1121"/>
                  </a:lnTo>
                  <a:lnTo>
                    <a:pt x="9101" y="1027"/>
                  </a:lnTo>
                  <a:lnTo>
                    <a:pt x="8867" y="981"/>
                  </a:lnTo>
                  <a:lnTo>
                    <a:pt x="8587" y="934"/>
                  </a:lnTo>
                  <a:lnTo>
                    <a:pt x="8354" y="841"/>
                  </a:lnTo>
                  <a:lnTo>
                    <a:pt x="8121" y="701"/>
                  </a:lnTo>
                  <a:lnTo>
                    <a:pt x="7654" y="374"/>
                  </a:lnTo>
                  <a:lnTo>
                    <a:pt x="7421" y="234"/>
                  </a:lnTo>
                  <a:lnTo>
                    <a:pt x="7187" y="94"/>
                  </a:lnTo>
                  <a:lnTo>
                    <a:pt x="6954"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9" name="Google Shape;11099;p79"/>
            <p:cNvSpPr/>
            <p:nvPr/>
          </p:nvSpPr>
          <p:spPr>
            <a:xfrm>
              <a:off x="7144750" y="4036900"/>
              <a:ext cx="177350" cy="175025"/>
            </a:xfrm>
            <a:custGeom>
              <a:rect b="b" l="l" r="r" t="t"/>
              <a:pathLst>
                <a:path extrusionOk="0" h="7001" w="7094">
                  <a:moveTo>
                    <a:pt x="374" y="1"/>
                  </a:moveTo>
                  <a:lnTo>
                    <a:pt x="0" y="47"/>
                  </a:lnTo>
                  <a:lnTo>
                    <a:pt x="420" y="187"/>
                  </a:lnTo>
                  <a:lnTo>
                    <a:pt x="840" y="421"/>
                  </a:lnTo>
                  <a:lnTo>
                    <a:pt x="1260" y="654"/>
                  </a:lnTo>
                  <a:lnTo>
                    <a:pt x="1680" y="841"/>
                  </a:lnTo>
                  <a:lnTo>
                    <a:pt x="1914" y="934"/>
                  </a:lnTo>
                  <a:lnTo>
                    <a:pt x="2194" y="981"/>
                  </a:lnTo>
                  <a:lnTo>
                    <a:pt x="2754" y="1027"/>
                  </a:lnTo>
                  <a:lnTo>
                    <a:pt x="3314" y="1121"/>
                  </a:lnTo>
                  <a:lnTo>
                    <a:pt x="3547" y="1214"/>
                  </a:lnTo>
                  <a:lnTo>
                    <a:pt x="3781" y="1354"/>
                  </a:lnTo>
                  <a:lnTo>
                    <a:pt x="3967" y="1494"/>
                  </a:lnTo>
                  <a:lnTo>
                    <a:pt x="4107" y="1727"/>
                  </a:lnTo>
                  <a:lnTo>
                    <a:pt x="4387" y="2194"/>
                  </a:lnTo>
                  <a:lnTo>
                    <a:pt x="4621" y="2707"/>
                  </a:lnTo>
                  <a:lnTo>
                    <a:pt x="4714" y="2987"/>
                  </a:lnTo>
                  <a:lnTo>
                    <a:pt x="4901" y="3174"/>
                  </a:lnTo>
                  <a:lnTo>
                    <a:pt x="5041" y="3407"/>
                  </a:lnTo>
                  <a:lnTo>
                    <a:pt x="5227" y="3594"/>
                  </a:lnTo>
                  <a:lnTo>
                    <a:pt x="5647" y="3967"/>
                  </a:lnTo>
                  <a:lnTo>
                    <a:pt x="6067" y="4341"/>
                  </a:lnTo>
                  <a:lnTo>
                    <a:pt x="6207" y="4574"/>
                  </a:lnTo>
                  <a:lnTo>
                    <a:pt x="6301" y="4807"/>
                  </a:lnTo>
                  <a:lnTo>
                    <a:pt x="6347" y="5041"/>
                  </a:lnTo>
                  <a:lnTo>
                    <a:pt x="6394" y="5228"/>
                  </a:lnTo>
                  <a:lnTo>
                    <a:pt x="6394" y="5648"/>
                  </a:lnTo>
                  <a:lnTo>
                    <a:pt x="6254" y="6441"/>
                  </a:lnTo>
                  <a:lnTo>
                    <a:pt x="6254" y="6581"/>
                  </a:lnTo>
                  <a:lnTo>
                    <a:pt x="6161" y="6721"/>
                  </a:lnTo>
                  <a:lnTo>
                    <a:pt x="6067" y="6814"/>
                  </a:lnTo>
                  <a:lnTo>
                    <a:pt x="5974" y="6861"/>
                  </a:lnTo>
                  <a:lnTo>
                    <a:pt x="5787" y="6954"/>
                  </a:lnTo>
                  <a:lnTo>
                    <a:pt x="5647" y="7001"/>
                  </a:lnTo>
                  <a:lnTo>
                    <a:pt x="6254" y="7001"/>
                  </a:lnTo>
                  <a:lnTo>
                    <a:pt x="6441" y="6954"/>
                  </a:lnTo>
                  <a:lnTo>
                    <a:pt x="6674" y="6861"/>
                  </a:lnTo>
                  <a:lnTo>
                    <a:pt x="6767" y="6814"/>
                  </a:lnTo>
                  <a:lnTo>
                    <a:pt x="6861" y="6721"/>
                  </a:lnTo>
                  <a:lnTo>
                    <a:pt x="6907" y="6581"/>
                  </a:lnTo>
                  <a:lnTo>
                    <a:pt x="6954" y="6441"/>
                  </a:lnTo>
                  <a:lnTo>
                    <a:pt x="7047" y="5648"/>
                  </a:lnTo>
                  <a:lnTo>
                    <a:pt x="7094" y="5228"/>
                  </a:lnTo>
                  <a:lnTo>
                    <a:pt x="7047" y="5041"/>
                  </a:lnTo>
                  <a:lnTo>
                    <a:pt x="7001" y="4807"/>
                  </a:lnTo>
                  <a:lnTo>
                    <a:pt x="6907" y="4574"/>
                  </a:lnTo>
                  <a:lnTo>
                    <a:pt x="6721" y="4341"/>
                  </a:lnTo>
                  <a:lnTo>
                    <a:pt x="6347" y="3967"/>
                  </a:lnTo>
                  <a:lnTo>
                    <a:pt x="5927" y="3594"/>
                  </a:lnTo>
                  <a:lnTo>
                    <a:pt x="5741" y="3407"/>
                  </a:lnTo>
                  <a:lnTo>
                    <a:pt x="5554" y="3174"/>
                  </a:lnTo>
                  <a:lnTo>
                    <a:pt x="5414" y="2987"/>
                  </a:lnTo>
                  <a:lnTo>
                    <a:pt x="5274" y="2707"/>
                  </a:lnTo>
                  <a:lnTo>
                    <a:pt x="5041" y="2194"/>
                  </a:lnTo>
                  <a:lnTo>
                    <a:pt x="4807" y="1727"/>
                  </a:lnTo>
                  <a:lnTo>
                    <a:pt x="4667" y="1494"/>
                  </a:lnTo>
                  <a:lnTo>
                    <a:pt x="4434" y="1354"/>
                  </a:lnTo>
                  <a:lnTo>
                    <a:pt x="4247" y="1214"/>
                  </a:lnTo>
                  <a:lnTo>
                    <a:pt x="3967" y="1121"/>
                  </a:lnTo>
                  <a:lnTo>
                    <a:pt x="3454" y="1027"/>
                  </a:lnTo>
                  <a:lnTo>
                    <a:pt x="2894" y="981"/>
                  </a:lnTo>
                  <a:lnTo>
                    <a:pt x="2614" y="934"/>
                  </a:lnTo>
                  <a:lnTo>
                    <a:pt x="2334" y="841"/>
                  </a:lnTo>
                  <a:lnTo>
                    <a:pt x="2100" y="747"/>
                  </a:lnTo>
                  <a:lnTo>
                    <a:pt x="1867" y="607"/>
                  </a:lnTo>
                  <a:lnTo>
                    <a:pt x="1354" y="327"/>
                  </a:lnTo>
                  <a:lnTo>
                    <a:pt x="887" y="94"/>
                  </a:lnTo>
                  <a:lnTo>
                    <a:pt x="60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0" name="Google Shape;11100;p79"/>
            <p:cNvSpPr/>
            <p:nvPr/>
          </p:nvSpPr>
          <p:spPr>
            <a:xfrm>
              <a:off x="6997750" y="4087075"/>
              <a:ext cx="106175" cy="106200"/>
            </a:xfrm>
            <a:custGeom>
              <a:rect b="b" l="l" r="r" t="t"/>
              <a:pathLst>
                <a:path extrusionOk="0" h="4248" w="4247">
                  <a:moveTo>
                    <a:pt x="2100" y="0"/>
                  </a:moveTo>
                  <a:lnTo>
                    <a:pt x="1680" y="47"/>
                  </a:lnTo>
                  <a:lnTo>
                    <a:pt x="1307" y="140"/>
                  </a:lnTo>
                  <a:lnTo>
                    <a:pt x="934" y="327"/>
                  </a:lnTo>
                  <a:lnTo>
                    <a:pt x="607" y="607"/>
                  </a:lnTo>
                  <a:lnTo>
                    <a:pt x="374" y="934"/>
                  </a:lnTo>
                  <a:lnTo>
                    <a:pt x="140" y="1260"/>
                  </a:lnTo>
                  <a:lnTo>
                    <a:pt x="47" y="1680"/>
                  </a:lnTo>
                  <a:lnTo>
                    <a:pt x="0" y="2100"/>
                  </a:lnTo>
                  <a:lnTo>
                    <a:pt x="0" y="2380"/>
                  </a:lnTo>
                  <a:lnTo>
                    <a:pt x="94" y="2660"/>
                  </a:lnTo>
                  <a:lnTo>
                    <a:pt x="140" y="2940"/>
                  </a:lnTo>
                  <a:lnTo>
                    <a:pt x="280" y="3174"/>
                  </a:lnTo>
                  <a:lnTo>
                    <a:pt x="374" y="3267"/>
                  </a:lnTo>
                  <a:lnTo>
                    <a:pt x="514" y="3361"/>
                  </a:lnTo>
                  <a:lnTo>
                    <a:pt x="607" y="3407"/>
                  </a:lnTo>
                  <a:lnTo>
                    <a:pt x="747" y="3501"/>
                  </a:lnTo>
                  <a:lnTo>
                    <a:pt x="1027" y="3781"/>
                  </a:lnTo>
                  <a:lnTo>
                    <a:pt x="1354" y="4014"/>
                  </a:lnTo>
                  <a:lnTo>
                    <a:pt x="1727" y="4154"/>
                  </a:lnTo>
                  <a:lnTo>
                    <a:pt x="1914" y="4201"/>
                  </a:lnTo>
                  <a:lnTo>
                    <a:pt x="2100" y="4247"/>
                  </a:lnTo>
                  <a:lnTo>
                    <a:pt x="2567" y="4201"/>
                  </a:lnTo>
                  <a:lnTo>
                    <a:pt x="2940" y="4061"/>
                  </a:lnTo>
                  <a:lnTo>
                    <a:pt x="3314" y="3874"/>
                  </a:lnTo>
                  <a:lnTo>
                    <a:pt x="3594" y="3594"/>
                  </a:lnTo>
                  <a:lnTo>
                    <a:pt x="3874" y="3314"/>
                  </a:lnTo>
                  <a:lnTo>
                    <a:pt x="4060" y="2940"/>
                  </a:lnTo>
                  <a:lnTo>
                    <a:pt x="4200" y="2520"/>
                  </a:lnTo>
                  <a:lnTo>
                    <a:pt x="4247" y="2100"/>
                  </a:lnTo>
                  <a:lnTo>
                    <a:pt x="4200" y="1820"/>
                  </a:lnTo>
                  <a:lnTo>
                    <a:pt x="4154" y="1587"/>
                  </a:lnTo>
                  <a:lnTo>
                    <a:pt x="4014" y="1354"/>
                  </a:lnTo>
                  <a:lnTo>
                    <a:pt x="3874" y="1167"/>
                  </a:lnTo>
                  <a:lnTo>
                    <a:pt x="3547" y="794"/>
                  </a:lnTo>
                  <a:lnTo>
                    <a:pt x="3127" y="514"/>
                  </a:lnTo>
                  <a:lnTo>
                    <a:pt x="3080" y="420"/>
                  </a:lnTo>
                  <a:lnTo>
                    <a:pt x="3080" y="327"/>
                  </a:lnTo>
                  <a:lnTo>
                    <a:pt x="3034" y="234"/>
                  </a:lnTo>
                  <a:lnTo>
                    <a:pt x="2987" y="187"/>
                  </a:lnTo>
                  <a:lnTo>
                    <a:pt x="2567" y="47"/>
                  </a:lnTo>
                  <a:lnTo>
                    <a:pt x="210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1" name="Google Shape;11101;p79"/>
            <p:cNvSpPr/>
            <p:nvPr/>
          </p:nvSpPr>
          <p:spPr>
            <a:xfrm>
              <a:off x="7170425" y="4018225"/>
              <a:ext cx="144675" cy="134200"/>
            </a:xfrm>
            <a:custGeom>
              <a:rect b="b" l="l" r="r" t="t"/>
              <a:pathLst>
                <a:path extrusionOk="0" h="5368" w="5787">
                  <a:moveTo>
                    <a:pt x="1727" y="1"/>
                  </a:moveTo>
                  <a:lnTo>
                    <a:pt x="1680" y="94"/>
                  </a:lnTo>
                  <a:lnTo>
                    <a:pt x="0" y="2428"/>
                  </a:lnTo>
                  <a:lnTo>
                    <a:pt x="4154" y="5368"/>
                  </a:lnTo>
                  <a:lnTo>
                    <a:pt x="4994" y="4061"/>
                  </a:lnTo>
                  <a:lnTo>
                    <a:pt x="5554" y="3174"/>
                  </a:lnTo>
                  <a:lnTo>
                    <a:pt x="5740" y="2848"/>
                  </a:lnTo>
                  <a:lnTo>
                    <a:pt x="5787" y="2708"/>
                  </a:lnTo>
                  <a:lnTo>
                    <a:pt x="4294" y="1681"/>
                  </a:lnTo>
                  <a:lnTo>
                    <a:pt x="4154" y="1634"/>
                  </a:lnTo>
                  <a:lnTo>
                    <a:pt x="4060" y="1681"/>
                  </a:lnTo>
                  <a:lnTo>
                    <a:pt x="3780" y="1821"/>
                  </a:lnTo>
                  <a:lnTo>
                    <a:pt x="3360" y="1821"/>
                  </a:lnTo>
                  <a:lnTo>
                    <a:pt x="3174" y="1774"/>
                  </a:lnTo>
                  <a:lnTo>
                    <a:pt x="2940" y="1634"/>
                  </a:lnTo>
                  <a:lnTo>
                    <a:pt x="2707" y="1354"/>
                  </a:lnTo>
                  <a:lnTo>
                    <a:pt x="2660" y="1214"/>
                  </a:lnTo>
                  <a:lnTo>
                    <a:pt x="2614" y="1074"/>
                  </a:lnTo>
                  <a:lnTo>
                    <a:pt x="2614" y="888"/>
                  </a:lnTo>
                  <a:lnTo>
                    <a:pt x="2660" y="701"/>
                  </a:lnTo>
                  <a:lnTo>
                    <a:pt x="2614" y="561"/>
                  </a:lnTo>
                  <a:lnTo>
                    <a:pt x="2567" y="468"/>
                  </a:lnTo>
                  <a:lnTo>
                    <a:pt x="1960" y="48"/>
                  </a:lnTo>
                  <a:lnTo>
                    <a:pt x="191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2" name="Google Shape;11102;p79"/>
            <p:cNvSpPr/>
            <p:nvPr/>
          </p:nvSpPr>
          <p:spPr>
            <a:xfrm>
              <a:off x="7004750" y="4091750"/>
              <a:ext cx="99175" cy="101525"/>
            </a:xfrm>
            <a:custGeom>
              <a:rect b="b" l="l" r="r" t="t"/>
              <a:pathLst>
                <a:path extrusionOk="0" h="4061" w="3967">
                  <a:moveTo>
                    <a:pt x="2707" y="0"/>
                  </a:moveTo>
                  <a:lnTo>
                    <a:pt x="2287" y="233"/>
                  </a:lnTo>
                  <a:lnTo>
                    <a:pt x="1820" y="513"/>
                  </a:lnTo>
                  <a:lnTo>
                    <a:pt x="1447" y="887"/>
                  </a:lnTo>
                  <a:lnTo>
                    <a:pt x="1074" y="1213"/>
                  </a:lnTo>
                  <a:lnTo>
                    <a:pt x="747" y="1633"/>
                  </a:lnTo>
                  <a:lnTo>
                    <a:pt x="467" y="2053"/>
                  </a:lnTo>
                  <a:lnTo>
                    <a:pt x="234" y="2520"/>
                  </a:lnTo>
                  <a:lnTo>
                    <a:pt x="0" y="2987"/>
                  </a:lnTo>
                  <a:lnTo>
                    <a:pt x="140" y="3220"/>
                  </a:lnTo>
                  <a:lnTo>
                    <a:pt x="327" y="3407"/>
                  </a:lnTo>
                  <a:lnTo>
                    <a:pt x="560" y="3594"/>
                  </a:lnTo>
                  <a:lnTo>
                    <a:pt x="747" y="3734"/>
                  </a:lnTo>
                  <a:lnTo>
                    <a:pt x="1027" y="3874"/>
                  </a:lnTo>
                  <a:lnTo>
                    <a:pt x="1260" y="3967"/>
                  </a:lnTo>
                  <a:lnTo>
                    <a:pt x="1540" y="4014"/>
                  </a:lnTo>
                  <a:lnTo>
                    <a:pt x="1820" y="4060"/>
                  </a:lnTo>
                  <a:lnTo>
                    <a:pt x="2287" y="4014"/>
                  </a:lnTo>
                  <a:lnTo>
                    <a:pt x="2660" y="3874"/>
                  </a:lnTo>
                  <a:lnTo>
                    <a:pt x="3034" y="3687"/>
                  </a:lnTo>
                  <a:lnTo>
                    <a:pt x="3314" y="3407"/>
                  </a:lnTo>
                  <a:lnTo>
                    <a:pt x="3594" y="3127"/>
                  </a:lnTo>
                  <a:lnTo>
                    <a:pt x="3780" y="2753"/>
                  </a:lnTo>
                  <a:lnTo>
                    <a:pt x="3920" y="2333"/>
                  </a:lnTo>
                  <a:lnTo>
                    <a:pt x="3967" y="1913"/>
                  </a:lnTo>
                  <a:lnTo>
                    <a:pt x="3920" y="1587"/>
                  </a:lnTo>
                  <a:lnTo>
                    <a:pt x="3874" y="1307"/>
                  </a:lnTo>
                  <a:lnTo>
                    <a:pt x="3780" y="1027"/>
                  </a:lnTo>
                  <a:lnTo>
                    <a:pt x="3594" y="747"/>
                  </a:lnTo>
                  <a:lnTo>
                    <a:pt x="3454" y="513"/>
                  </a:lnTo>
                  <a:lnTo>
                    <a:pt x="3220" y="327"/>
                  </a:lnTo>
                  <a:lnTo>
                    <a:pt x="2987" y="140"/>
                  </a:lnTo>
                  <a:lnTo>
                    <a:pt x="27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3" name="Google Shape;11103;p79"/>
            <p:cNvSpPr/>
            <p:nvPr/>
          </p:nvSpPr>
          <p:spPr>
            <a:xfrm>
              <a:off x="7260250" y="4076575"/>
              <a:ext cx="57200" cy="75850"/>
            </a:xfrm>
            <a:custGeom>
              <a:rect b="b" l="l" r="r" t="t"/>
              <a:pathLst>
                <a:path extrusionOk="0" h="3034" w="2288">
                  <a:moveTo>
                    <a:pt x="1634" y="0"/>
                  </a:moveTo>
                  <a:lnTo>
                    <a:pt x="1681" y="94"/>
                  </a:lnTo>
                  <a:lnTo>
                    <a:pt x="1727" y="140"/>
                  </a:lnTo>
                  <a:lnTo>
                    <a:pt x="1727" y="234"/>
                  </a:lnTo>
                  <a:lnTo>
                    <a:pt x="1681" y="327"/>
                  </a:lnTo>
                  <a:lnTo>
                    <a:pt x="1" y="2660"/>
                  </a:lnTo>
                  <a:lnTo>
                    <a:pt x="561" y="3034"/>
                  </a:lnTo>
                  <a:lnTo>
                    <a:pt x="2241" y="700"/>
                  </a:lnTo>
                  <a:lnTo>
                    <a:pt x="2241" y="607"/>
                  </a:lnTo>
                  <a:lnTo>
                    <a:pt x="2287" y="514"/>
                  </a:lnTo>
                  <a:lnTo>
                    <a:pt x="2241" y="467"/>
                  </a:lnTo>
                  <a:lnTo>
                    <a:pt x="2194" y="374"/>
                  </a:lnTo>
                  <a:lnTo>
                    <a:pt x="163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4" name="Google Shape;11104;p79"/>
            <p:cNvSpPr/>
            <p:nvPr/>
          </p:nvSpPr>
          <p:spPr>
            <a:xfrm>
              <a:off x="7014075" y="4077750"/>
              <a:ext cx="273025" cy="173850"/>
            </a:xfrm>
            <a:custGeom>
              <a:rect b="b" l="l" r="r" t="t"/>
              <a:pathLst>
                <a:path extrusionOk="0" h="6954" w="10921">
                  <a:moveTo>
                    <a:pt x="5367" y="0"/>
                  </a:moveTo>
                  <a:lnTo>
                    <a:pt x="4854" y="47"/>
                  </a:lnTo>
                  <a:lnTo>
                    <a:pt x="4294" y="140"/>
                  </a:lnTo>
                  <a:lnTo>
                    <a:pt x="3781" y="280"/>
                  </a:lnTo>
                  <a:lnTo>
                    <a:pt x="3267" y="467"/>
                  </a:lnTo>
                  <a:lnTo>
                    <a:pt x="2801" y="653"/>
                  </a:lnTo>
                  <a:lnTo>
                    <a:pt x="2381" y="933"/>
                  </a:lnTo>
                  <a:lnTo>
                    <a:pt x="1961" y="1260"/>
                  </a:lnTo>
                  <a:lnTo>
                    <a:pt x="1541" y="1587"/>
                  </a:lnTo>
                  <a:lnTo>
                    <a:pt x="1214" y="2007"/>
                  </a:lnTo>
                  <a:lnTo>
                    <a:pt x="887" y="2380"/>
                  </a:lnTo>
                  <a:lnTo>
                    <a:pt x="654" y="2847"/>
                  </a:lnTo>
                  <a:lnTo>
                    <a:pt x="421" y="3313"/>
                  </a:lnTo>
                  <a:lnTo>
                    <a:pt x="234" y="3827"/>
                  </a:lnTo>
                  <a:lnTo>
                    <a:pt x="94" y="4340"/>
                  </a:lnTo>
                  <a:lnTo>
                    <a:pt x="1" y="4854"/>
                  </a:lnTo>
                  <a:lnTo>
                    <a:pt x="1" y="5414"/>
                  </a:lnTo>
                  <a:lnTo>
                    <a:pt x="1" y="6300"/>
                  </a:lnTo>
                  <a:lnTo>
                    <a:pt x="47" y="6580"/>
                  </a:lnTo>
                  <a:lnTo>
                    <a:pt x="187" y="6767"/>
                  </a:lnTo>
                  <a:lnTo>
                    <a:pt x="374" y="6907"/>
                  </a:lnTo>
                  <a:lnTo>
                    <a:pt x="607" y="6954"/>
                  </a:lnTo>
                  <a:lnTo>
                    <a:pt x="10641" y="6954"/>
                  </a:lnTo>
                  <a:lnTo>
                    <a:pt x="10734" y="6907"/>
                  </a:lnTo>
                  <a:lnTo>
                    <a:pt x="10828" y="6860"/>
                  </a:lnTo>
                  <a:lnTo>
                    <a:pt x="10874" y="6767"/>
                  </a:lnTo>
                  <a:lnTo>
                    <a:pt x="10921" y="6534"/>
                  </a:lnTo>
                  <a:lnTo>
                    <a:pt x="10921" y="6300"/>
                  </a:lnTo>
                  <a:lnTo>
                    <a:pt x="10921" y="5414"/>
                  </a:lnTo>
                  <a:lnTo>
                    <a:pt x="10921" y="4854"/>
                  </a:lnTo>
                  <a:lnTo>
                    <a:pt x="10828" y="4294"/>
                  </a:lnTo>
                  <a:lnTo>
                    <a:pt x="10688" y="3780"/>
                  </a:lnTo>
                  <a:lnTo>
                    <a:pt x="10548" y="3313"/>
                  </a:lnTo>
                  <a:lnTo>
                    <a:pt x="10314" y="2847"/>
                  </a:lnTo>
                  <a:lnTo>
                    <a:pt x="10081" y="2380"/>
                  </a:lnTo>
                  <a:lnTo>
                    <a:pt x="9801" y="1960"/>
                  </a:lnTo>
                  <a:lnTo>
                    <a:pt x="9474" y="1587"/>
                  </a:lnTo>
                  <a:lnTo>
                    <a:pt x="9101" y="1260"/>
                  </a:lnTo>
                  <a:lnTo>
                    <a:pt x="8727" y="933"/>
                  </a:lnTo>
                  <a:lnTo>
                    <a:pt x="8307" y="653"/>
                  </a:lnTo>
                  <a:lnTo>
                    <a:pt x="7841" y="420"/>
                  </a:lnTo>
                  <a:lnTo>
                    <a:pt x="7374" y="280"/>
                  </a:lnTo>
                  <a:lnTo>
                    <a:pt x="6861" y="140"/>
                  </a:lnTo>
                  <a:lnTo>
                    <a:pt x="6347" y="47"/>
                  </a:lnTo>
                  <a:lnTo>
                    <a:pt x="578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05" name="Google Shape;11105;p79"/>
          <p:cNvGrpSpPr/>
          <p:nvPr/>
        </p:nvGrpSpPr>
        <p:grpSpPr>
          <a:xfrm>
            <a:off x="7807850" y="4004225"/>
            <a:ext cx="336025" cy="261375"/>
            <a:chOff x="7738600" y="4004225"/>
            <a:chExt cx="336025" cy="261375"/>
          </a:xfrm>
        </p:grpSpPr>
        <p:sp>
          <p:nvSpPr>
            <p:cNvPr id="11106" name="Google Shape;11106;p79"/>
            <p:cNvSpPr/>
            <p:nvPr/>
          </p:nvSpPr>
          <p:spPr>
            <a:xfrm>
              <a:off x="7777100" y="4238750"/>
              <a:ext cx="106200" cy="26850"/>
            </a:xfrm>
            <a:custGeom>
              <a:rect b="b" l="l" r="r" t="t"/>
              <a:pathLst>
                <a:path extrusionOk="0" h="1074" w="4248">
                  <a:moveTo>
                    <a:pt x="1" y="0"/>
                  </a:moveTo>
                  <a:lnTo>
                    <a:pt x="1" y="747"/>
                  </a:lnTo>
                  <a:lnTo>
                    <a:pt x="1" y="887"/>
                  </a:lnTo>
                  <a:lnTo>
                    <a:pt x="94" y="980"/>
                  </a:lnTo>
                  <a:lnTo>
                    <a:pt x="187" y="1074"/>
                  </a:lnTo>
                  <a:lnTo>
                    <a:pt x="3967" y="1074"/>
                  </a:lnTo>
                  <a:lnTo>
                    <a:pt x="4014" y="1027"/>
                  </a:lnTo>
                  <a:lnTo>
                    <a:pt x="3967" y="980"/>
                  </a:lnTo>
                  <a:lnTo>
                    <a:pt x="3921" y="840"/>
                  </a:lnTo>
                  <a:lnTo>
                    <a:pt x="3874" y="700"/>
                  </a:lnTo>
                  <a:lnTo>
                    <a:pt x="424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7" name="Google Shape;11107;p79"/>
            <p:cNvSpPr/>
            <p:nvPr/>
          </p:nvSpPr>
          <p:spPr>
            <a:xfrm>
              <a:off x="7754925" y="4004225"/>
              <a:ext cx="150550" cy="38525"/>
            </a:xfrm>
            <a:custGeom>
              <a:rect b="b" l="l" r="r" t="t"/>
              <a:pathLst>
                <a:path extrusionOk="0" h="1541" w="6022">
                  <a:moveTo>
                    <a:pt x="188" y="1"/>
                  </a:moveTo>
                  <a:lnTo>
                    <a:pt x="94" y="94"/>
                  </a:lnTo>
                  <a:lnTo>
                    <a:pt x="1" y="188"/>
                  </a:lnTo>
                  <a:lnTo>
                    <a:pt x="1" y="328"/>
                  </a:lnTo>
                  <a:lnTo>
                    <a:pt x="1" y="1541"/>
                  </a:lnTo>
                  <a:lnTo>
                    <a:pt x="6021" y="1541"/>
                  </a:lnTo>
                  <a:lnTo>
                    <a:pt x="5554" y="608"/>
                  </a:lnTo>
                  <a:lnTo>
                    <a:pt x="5601" y="421"/>
                  </a:lnTo>
                  <a:lnTo>
                    <a:pt x="5694" y="234"/>
                  </a:lnTo>
                  <a:lnTo>
                    <a:pt x="5741" y="48"/>
                  </a:lnTo>
                  <a:lnTo>
                    <a:pt x="574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8" name="Google Shape;11108;p79"/>
            <p:cNvSpPr/>
            <p:nvPr/>
          </p:nvSpPr>
          <p:spPr>
            <a:xfrm>
              <a:off x="7862275" y="4238750"/>
              <a:ext cx="21025" cy="26850"/>
            </a:xfrm>
            <a:custGeom>
              <a:rect b="b" l="l" r="r" t="t"/>
              <a:pathLst>
                <a:path extrusionOk="0" h="1074" w="841">
                  <a:moveTo>
                    <a:pt x="187" y="0"/>
                  </a:moveTo>
                  <a:lnTo>
                    <a:pt x="187" y="747"/>
                  </a:lnTo>
                  <a:lnTo>
                    <a:pt x="140" y="887"/>
                  </a:lnTo>
                  <a:lnTo>
                    <a:pt x="94" y="980"/>
                  </a:lnTo>
                  <a:lnTo>
                    <a:pt x="0" y="1074"/>
                  </a:lnTo>
                  <a:lnTo>
                    <a:pt x="654" y="1074"/>
                  </a:lnTo>
                  <a:lnTo>
                    <a:pt x="747" y="980"/>
                  </a:lnTo>
                  <a:lnTo>
                    <a:pt x="840" y="887"/>
                  </a:lnTo>
                  <a:lnTo>
                    <a:pt x="840" y="747"/>
                  </a:lnTo>
                  <a:lnTo>
                    <a:pt x="840"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9" name="Google Shape;11109;p79"/>
            <p:cNvSpPr/>
            <p:nvPr/>
          </p:nvSpPr>
          <p:spPr>
            <a:xfrm>
              <a:off x="7884450" y="4004225"/>
              <a:ext cx="21025" cy="38525"/>
            </a:xfrm>
            <a:custGeom>
              <a:rect b="b" l="l" r="r" t="t"/>
              <a:pathLst>
                <a:path extrusionOk="0" h="1541" w="841">
                  <a:moveTo>
                    <a:pt x="0" y="1"/>
                  </a:moveTo>
                  <a:lnTo>
                    <a:pt x="93" y="94"/>
                  </a:lnTo>
                  <a:lnTo>
                    <a:pt x="140" y="188"/>
                  </a:lnTo>
                  <a:lnTo>
                    <a:pt x="187" y="328"/>
                  </a:lnTo>
                  <a:lnTo>
                    <a:pt x="187" y="1541"/>
                  </a:lnTo>
                  <a:lnTo>
                    <a:pt x="840" y="1541"/>
                  </a:lnTo>
                  <a:lnTo>
                    <a:pt x="840" y="328"/>
                  </a:lnTo>
                  <a:lnTo>
                    <a:pt x="840" y="188"/>
                  </a:lnTo>
                  <a:lnTo>
                    <a:pt x="747" y="94"/>
                  </a:lnTo>
                  <a:lnTo>
                    <a:pt x="653"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0" name="Google Shape;11110;p79"/>
            <p:cNvSpPr/>
            <p:nvPr/>
          </p:nvSpPr>
          <p:spPr>
            <a:xfrm>
              <a:off x="7752600" y="4046250"/>
              <a:ext cx="155200" cy="199525"/>
            </a:xfrm>
            <a:custGeom>
              <a:rect b="b" l="l" r="r" t="t"/>
              <a:pathLst>
                <a:path extrusionOk="0" h="7981" w="6208">
                  <a:moveTo>
                    <a:pt x="1" y="0"/>
                  </a:moveTo>
                  <a:lnTo>
                    <a:pt x="514" y="7747"/>
                  </a:lnTo>
                  <a:lnTo>
                    <a:pt x="561" y="7840"/>
                  </a:lnTo>
                  <a:lnTo>
                    <a:pt x="607" y="7887"/>
                  </a:lnTo>
                  <a:lnTo>
                    <a:pt x="654" y="7934"/>
                  </a:lnTo>
                  <a:lnTo>
                    <a:pt x="747" y="7980"/>
                  </a:lnTo>
                  <a:lnTo>
                    <a:pt x="5461" y="7980"/>
                  </a:lnTo>
                  <a:lnTo>
                    <a:pt x="5507" y="7934"/>
                  </a:lnTo>
                  <a:lnTo>
                    <a:pt x="5414" y="7887"/>
                  </a:lnTo>
                  <a:lnTo>
                    <a:pt x="5367" y="7794"/>
                  </a:lnTo>
                  <a:lnTo>
                    <a:pt x="5321" y="7700"/>
                  </a:lnTo>
                  <a:lnTo>
                    <a:pt x="620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1" name="Google Shape;11111;p79"/>
            <p:cNvSpPr/>
            <p:nvPr/>
          </p:nvSpPr>
          <p:spPr>
            <a:xfrm>
              <a:off x="7872775" y="4046250"/>
              <a:ext cx="35025" cy="199525"/>
            </a:xfrm>
            <a:custGeom>
              <a:rect b="b" l="l" r="r" t="t"/>
              <a:pathLst>
                <a:path extrusionOk="0" h="7981" w="1401">
                  <a:moveTo>
                    <a:pt x="700" y="0"/>
                  </a:moveTo>
                  <a:lnTo>
                    <a:pt x="187" y="7747"/>
                  </a:lnTo>
                  <a:lnTo>
                    <a:pt x="187" y="7840"/>
                  </a:lnTo>
                  <a:lnTo>
                    <a:pt x="140" y="7887"/>
                  </a:lnTo>
                  <a:lnTo>
                    <a:pt x="94" y="7934"/>
                  </a:lnTo>
                  <a:lnTo>
                    <a:pt x="0" y="7980"/>
                  </a:lnTo>
                  <a:lnTo>
                    <a:pt x="654" y="7980"/>
                  </a:lnTo>
                  <a:lnTo>
                    <a:pt x="747" y="7934"/>
                  </a:lnTo>
                  <a:lnTo>
                    <a:pt x="794" y="7887"/>
                  </a:lnTo>
                  <a:lnTo>
                    <a:pt x="840" y="7840"/>
                  </a:lnTo>
                  <a:lnTo>
                    <a:pt x="887" y="7747"/>
                  </a:lnTo>
                  <a:lnTo>
                    <a:pt x="140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2" name="Google Shape;11112;p79"/>
            <p:cNvSpPr/>
            <p:nvPr/>
          </p:nvSpPr>
          <p:spPr>
            <a:xfrm>
              <a:off x="7738600" y="4026400"/>
              <a:ext cx="178525" cy="33875"/>
            </a:xfrm>
            <a:custGeom>
              <a:rect b="b" l="l" r="r" t="t"/>
              <a:pathLst>
                <a:path extrusionOk="0" h="1355" w="7141">
                  <a:moveTo>
                    <a:pt x="234" y="1"/>
                  </a:moveTo>
                  <a:lnTo>
                    <a:pt x="94" y="94"/>
                  </a:lnTo>
                  <a:lnTo>
                    <a:pt x="47" y="187"/>
                  </a:lnTo>
                  <a:lnTo>
                    <a:pt x="1" y="281"/>
                  </a:lnTo>
                  <a:lnTo>
                    <a:pt x="1" y="1027"/>
                  </a:lnTo>
                  <a:lnTo>
                    <a:pt x="47" y="1167"/>
                  </a:lnTo>
                  <a:lnTo>
                    <a:pt x="94" y="1261"/>
                  </a:lnTo>
                  <a:lnTo>
                    <a:pt x="234" y="1307"/>
                  </a:lnTo>
                  <a:lnTo>
                    <a:pt x="327" y="1354"/>
                  </a:lnTo>
                  <a:lnTo>
                    <a:pt x="7001" y="1354"/>
                  </a:lnTo>
                  <a:lnTo>
                    <a:pt x="7047" y="1307"/>
                  </a:lnTo>
                  <a:lnTo>
                    <a:pt x="7094" y="1121"/>
                  </a:lnTo>
                  <a:lnTo>
                    <a:pt x="7141" y="654"/>
                  </a:lnTo>
                  <a:lnTo>
                    <a:pt x="7094" y="187"/>
                  </a:lnTo>
                  <a:lnTo>
                    <a:pt x="7047" y="47"/>
                  </a:lnTo>
                  <a:lnTo>
                    <a:pt x="700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3" name="Google Shape;11113;p79"/>
            <p:cNvSpPr/>
            <p:nvPr/>
          </p:nvSpPr>
          <p:spPr>
            <a:xfrm>
              <a:off x="7749100" y="4105750"/>
              <a:ext cx="162200" cy="80525"/>
            </a:xfrm>
            <a:custGeom>
              <a:rect b="b" l="l" r="r" t="t"/>
              <a:pathLst>
                <a:path extrusionOk="0" h="3221" w="6488">
                  <a:moveTo>
                    <a:pt x="141" y="0"/>
                  </a:moveTo>
                  <a:lnTo>
                    <a:pt x="47" y="47"/>
                  </a:lnTo>
                  <a:lnTo>
                    <a:pt x="1" y="93"/>
                  </a:lnTo>
                  <a:lnTo>
                    <a:pt x="234" y="3080"/>
                  </a:lnTo>
                  <a:lnTo>
                    <a:pt x="234" y="3174"/>
                  </a:lnTo>
                  <a:lnTo>
                    <a:pt x="327" y="3220"/>
                  </a:lnTo>
                  <a:lnTo>
                    <a:pt x="6161" y="3220"/>
                  </a:lnTo>
                  <a:lnTo>
                    <a:pt x="6254" y="3174"/>
                  </a:lnTo>
                  <a:lnTo>
                    <a:pt x="6301" y="3080"/>
                  </a:lnTo>
                  <a:lnTo>
                    <a:pt x="6487" y="93"/>
                  </a:lnTo>
                  <a:lnTo>
                    <a:pt x="6441" y="47"/>
                  </a:lnTo>
                  <a:lnTo>
                    <a:pt x="639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4" name="Google Shape;11114;p79"/>
            <p:cNvSpPr/>
            <p:nvPr/>
          </p:nvSpPr>
          <p:spPr>
            <a:xfrm>
              <a:off x="7885600" y="4105750"/>
              <a:ext cx="25700" cy="80525"/>
            </a:xfrm>
            <a:custGeom>
              <a:rect b="b" l="l" r="r" t="t"/>
              <a:pathLst>
                <a:path extrusionOk="0" h="3221" w="1028">
                  <a:moveTo>
                    <a:pt x="187" y="0"/>
                  </a:moveTo>
                  <a:lnTo>
                    <a:pt x="281" y="47"/>
                  </a:lnTo>
                  <a:lnTo>
                    <a:pt x="281" y="93"/>
                  </a:lnTo>
                  <a:lnTo>
                    <a:pt x="94" y="3080"/>
                  </a:lnTo>
                  <a:lnTo>
                    <a:pt x="47" y="3174"/>
                  </a:lnTo>
                  <a:lnTo>
                    <a:pt x="1" y="3220"/>
                  </a:lnTo>
                  <a:lnTo>
                    <a:pt x="701" y="3220"/>
                  </a:lnTo>
                  <a:lnTo>
                    <a:pt x="794" y="3174"/>
                  </a:lnTo>
                  <a:lnTo>
                    <a:pt x="841" y="3080"/>
                  </a:lnTo>
                  <a:lnTo>
                    <a:pt x="1027" y="93"/>
                  </a:lnTo>
                  <a:lnTo>
                    <a:pt x="981" y="47"/>
                  </a:lnTo>
                  <a:lnTo>
                    <a:pt x="934" y="0"/>
                  </a:lnTo>
                  <a:close/>
                </a:path>
              </a:pathLst>
            </a:custGeom>
            <a:solidFill>
              <a:srgbClr val="E664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5" name="Google Shape;11115;p79"/>
            <p:cNvSpPr/>
            <p:nvPr/>
          </p:nvSpPr>
          <p:spPr>
            <a:xfrm>
              <a:off x="7872775" y="4063750"/>
              <a:ext cx="193700" cy="201850"/>
            </a:xfrm>
            <a:custGeom>
              <a:rect b="b" l="l" r="r" t="t"/>
              <a:pathLst>
                <a:path extrusionOk="0" h="8074" w="7748">
                  <a:moveTo>
                    <a:pt x="4061" y="2800"/>
                  </a:moveTo>
                  <a:lnTo>
                    <a:pt x="4294" y="2847"/>
                  </a:lnTo>
                  <a:lnTo>
                    <a:pt x="4527" y="2893"/>
                  </a:lnTo>
                  <a:lnTo>
                    <a:pt x="4714" y="3033"/>
                  </a:lnTo>
                  <a:lnTo>
                    <a:pt x="4901" y="3173"/>
                  </a:lnTo>
                  <a:lnTo>
                    <a:pt x="5087" y="3360"/>
                  </a:lnTo>
                  <a:lnTo>
                    <a:pt x="5181" y="3547"/>
                  </a:lnTo>
                  <a:lnTo>
                    <a:pt x="5227" y="3780"/>
                  </a:lnTo>
                  <a:lnTo>
                    <a:pt x="5274" y="4060"/>
                  </a:lnTo>
                  <a:lnTo>
                    <a:pt x="5227" y="4294"/>
                  </a:lnTo>
                  <a:lnTo>
                    <a:pt x="5181" y="4527"/>
                  </a:lnTo>
                  <a:lnTo>
                    <a:pt x="5087" y="4714"/>
                  </a:lnTo>
                  <a:lnTo>
                    <a:pt x="4901" y="4900"/>
                  </a:lnTo>
                  <a:lnTo>
                    <a:pt x="4714" y="5040"/>
                  </a:lnTo>
                  <a:lnTo>
                    <a:pt x="4527" y="5180"/>
                  </a:lnTo>
                  <a:lnTo>
                    <a:pt x="4294" y="5227"/>
                  </a:lnTo>
                  <a:lnTo>
                    <a:pt x="4061" y="5274"/>
                  </a:lnTo>
                  <a:lnTo>
                    <a:pt x="3827" y="5227"/>
                  </a:lnTo>
                  <a:lnTo>
                    <a:pt x="3594" y="5180"/>
                  </a:lnTo>
                  <a:lnTo>
                    <a:pt x="3361" y="5040"/>
                  </a:lnTo>
                  <a:lnTo>
                    <a:pt x="3174" y="4900"/>
                  </a:lnTo>
                  <a:lnTo>
                    <a:pt x="3034" y="4714"/>
                  </a:lnTo>
                  <a:lnTo>
                    <a:pt x="2941" y="4527"/>
                  </a:lnTo>
                  <a:lnTo>
                    <a:pt x="2847" y="4294"/>
                  </a:lnTo>
                  <a:lnTo>
                    <a:pt x="2847" y="4060"/>
                  </a:lnTo>
                  <a:lnTo>
                    <a:pt x="2847" y="3780"/>
                  </a:lnTo>
                  <a:lnTo>
                    <a:pt x="2941" y="3547"/>
                  </a:lnTo>
                  <a:lnTo>
                    <a:pt x="3034" y="3360"/>
                  </a:lnTo>
                  <a:lnTo>
                    <a:pt x="3174" y="3173"/>
                  </a:lnTo>
                  <a:lnTo>
                    <a:pt x="3361" y="3033"/>
                  </a:lnTo>
                  <a:lnTo>
                    <a:pt x="3594" y="2893"/>
                  </a:lnTo>
                  <a:lnTo>
                    <a:pt x="3827" y="2847"/>
                  </a:lnTo>
                  <a:lnTo>
                    <a:pt x="4061" y="2800"/>
                  </a:lnTo>
                  <a:close/>
                  <a:moveTo>
                    <a:pt x="4061" y="0"/>
                  </a:moveTo>
                  <a:lnTo>
                    <a:pt x="3641" y="47"/>
                  </a:lnTo>
                  <a:lnTo>
                    <a:pt x="3221" y="93"/>
                  </a:lnTo>
                  <a:lnTo>
                    <a:pt x="2847" y="187"/>
                  </a:lnTo>
                  <a:lnTo>
                    <a:pt x="2474" y="327"/>
                  </a:lnTo>
                  <a:lnTo>
                    <a:pt x="2147" y="513"/>
                  </a:lnTo>
                  <a:lnTo>
                    <a:pt x="1774" y="700"/>
                  </a:lnTo>
                  <a:lnTo>
                    <a:pt x="1494" y="933"/>
                  </a:lnTo>
                  <a:lnTo>
                    <a:pt x="1214" y="1167"/>
                  </a:lnTo>
                  <a:lnTo>
                    <a:pt x="934" y="1493"/>
                  </a:lnTo>
                  <a:lnTo>
                    <a:pt x="700" y="1773"/>
                  </a:lnTo>
                  <a:lnTo>
                    <a:pt x="514" y="2100"/>
                  </a:lnTo>
                  <a:lnTo>
                    <a:pt x="327" y="2473"/>
                  </a:lnTo>
                  <a:lnTo>
                    <a:pt x="187" y="2847"/>
                  </a:lnTo>
                  <a:lnTo>
                    <a:pt x="94" y="3220"/>
                  </a:lnTo>
                  <a:lnTo>
                    <a:pt x="47" y="3640"/>
                  </a:lnTo>
                  <a:lnTo>
                    <a:pt x="0" y="4060"/>
                  </a:lnTo>
                  <a:lnTo>
                    <a:pt x="47" y="4434"/>
                  </a:lnTo>
                  <a:lnTo>
                    <a:pt x="94" y="4854"/>
                  </a:lnTo>
                  <a:lnTo>
                    <a:pt x="187" y="5227"/>
                  </a:lnTo>
                  <a:lnTo>
                    <a:pt x="327" y="5600"/>
                  </a:lnTo>
                  <a:lnTo>
                    <a:pt x="514" y="5974"/>
                  </a:lnTo>
                  <a:lnTo>
                    <a:pt x="700" y="6300"/>
                  </a:lnTo>
                  <a:lnTo>
                    <a:pt x="934" y="6627"/>
                  </a:lnTo>
                  <a:lnTo>
                    <a:pt x="1214" y="6907"/>
                  </a:lnTo>
                  <a:lnTo>
                    <a:pt x="1494" y="7140"/>
                  </a:lnTo>
                  <a:lnTo>
                    <a:pt x="1774" y="7374"/>
                  </a:lnTo>
                  <a:lnTo>
                    <a:pt x="2147" y="7607"/>
                  </a:lnTo>
                  <a:lnTo>
                    <a:pt x="2474" y="7747"/>
                  </a:lnTo>
                  <a:lnTo>
                    <a:pt x="2847" y="7887"/>
                  </a:lnTo>
                  <a:lnTo>
                    <a:pt x="3221" y="7980"/>
                  </a:lnTo>
                  <a:lnTo>
                    <a:pt x="3641" y="8074"/>
                  </a:lnTo>
                  <a:lnTo>
                    <a:pt x="4481" y="8074"/>
                  </a:lnTo>
                  <a:lnTo>
                    <a:pt x="4854" y="7980"/>
                  </a:lnTo>
                  <a:lnTo>
                    <a:pt x="5227" y="7887"/>
                  </a:lnTo>
                  <a:lnTo>
                    <a:pt x="5554" y="7747"/>
                  </a:lnTo>
                  <a:lnTo>
                    <a:pt x="5881" y="7607"/>
                  </a:lnTo>
                  <a:lnTo>
                    <a:pt x="6207" y="7374"/>
                  </a:lnTo>
                  <a:lnTo>
                    <a:pt x="6487" y="7140"/>
                  </a:lnTo>
                  <a:lnTo>
                    <a:pt x="6721" y="6907"/>
                  </a:lnTo>
                  <a:lnTo>
                    <a:pt x="6954" y="6627"/>
                  </a:lnTo>
                  <a:lnTo>
                    <a:pt x="7187" y="6300"/>
                  </a:lnTo>
                  <a:lnTo>
                    <a:pt x="7327" y="5974"/>
                  </a:lnTo>
                  <a:lnTo>
                    <a:pt x="7514" y="5600"/>
                  </a:lnTo>
                  <a:lnTo>
                    <a:pt x="7607" y="5227"/>
                  </a:lnTo>
                  <a:lnTo>
                    <a:pt x="7701" y="4854"/>
                  </a:lnTo>
                  <a:lnTo>
                    <a:pt x="7747" y="4434"/>
                  </a:lnTo>
                  <a:lnTo>
                    <a:pt x="7747" y="4060"/>
                  </a:lnTo>
                  <a:lnTo>
                    <a:pt x="7747" y="3640"/>
                  </a:lnTo>
                  <a:lnTo>
                    <a:pt x="7701" y="3220"/>
                  </a:lnTo>
                  <a:lnTo>
                    <a:pt x="7607" y="2847"/>
                  </a:lnTo>
                  <a:lnTo>
                    <a:pt x="7514" y="2473"/>
                  </a:lnTo>
                  <a:lnTo>
                    <a:pt x="7327" y="2100"/>
                  </a:lnTo>
                  <a:lnTo>
                    <a:pt x="7187" y="1773"/>
                  </a:lnTo>
                  <a:lnTo>
                    <a:pt x="6954" y="1493"/>
                  </a:lnTo>
                  <a:lnTo>
                    <a:pt x="6721" y="1167"/>
                  </a:lnTo>
                  <a:lnTo>
                    <a:pt x="6487" y="933"/>
                  </a:lnTo>
                  <a:lnTo>
                    <a:pt x="6207" y="700"/>
                  </a:lnTo>
                  <a:lnTo>
                    <a:pt x="5881" y="513"/>
                  </a:lnTo>
                  <a:lnTo>
                    <a:pt x="5554" y="327"/>
                  </a:lnTo>
                  <a:lnTo>
                    <a:pt x="5227" y="187"/>
                  </a:lnTo>
                  <a:lnTo>
                    <a:pt x="4854" y="93"/>
                  </a:lnTo>
                  <a:lnTo>
                    <a:pt x="4481" y="47"/>
                  </a:lnTo>
                  <a:lnTo>
                    <a:pt x="40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6" name="Google Shape;11116;p79"/>
            <p:cNvSpPr/>
            <p:nvPr/>
          </p:nvSpPr>
          <p:spPr>
            <a:xfrm>
              <a:off x="7966100" y="4063750"/>
              <a:ext cx="108525" cy="201850"/>
            </a:xfrm>
            <a:custGeom>
              <a:rect b="b" l="l" r="r" t="t"/>
              <a:pathLst>
                <a:path extrusionOk="0" h="8074" w="4341">
                  <a:moveTo>
                    <a:pt x="1" y="0"/>
                  </a:moveTo>
                  <a:lnTo>
                    <a:pt x="374" y="47"/>
                  </a:lnTo>
                  <a:lnTo>
                    <a:pt x="748" y="140"/>
                  </a:lnTo>
                  <a:lnTo>
                    <a:pt x="1074" y="280"/>
                  </a:lnTo>
                  <a:lnTo>
                    <a:pt x="1448" y="420"/>
                  </a:lnTo>
                  <a:lnTo>
                    <a:pt x="1774" y="607"/>
                  </a:lnTo>
                  <a:lnTo>
                    <a:pt x="2054" y="793"/>
                  </a:lnTo>
                  <a:lnTo>
                    <a:pt x="2334" y="1027"/>
                  </a:lnTo>
                  <a:lnTo>
                    <a:pt x="2614" y="1307"/>
                  </a:lnTo>
                  <a:lnTo>
                    <a:pt x="2848" y="1587"/>
                  </a:lnTo>
                  <a:lnTo>
                    <a:pt x="3034" y="1867"/>
                  </a:lnTo>
                  <a:lnTo>
                    <a:pt x="3221" y="2193"/>
                  </a:lnTo>
                  <a:lnTo>
                    <a:pt x="3408" y="2520"/>
                  </a:lnTo>
                  <a:lnTo>
                    <a:pt x="3501" y="2893"/>
                  </a:lnTo>
                  <a:lnTo>
                    <a:pt x="3594" y="3267"/>
                  </a:lnTo>
                  <a:lnTo>
                    <a:pt x="3641" y="3640"/>
                  </a:lnTo>
                  <a:lnTo>
                    <a:pt x="3688" y="4060"/>
                  </a:lnTo>
                  <a:lnTo>
                    <a:pt x="3641" y="4434"/>
                  </a:lnTo>
                  <a:lnTo>
                    <a:pt x="3594" y="4807"/>
                  </a:lnTo>
                  <a:lnTo>
                    <a:pt x="3501" y="5180"/>
                  </a:lnTo>
                  <a:lnTo>
                    <a:pt x="3408" y="5554"/>
                  </a:lnTo>
                  <a:lnTo>
                    <a:pt x="3221" y="5880"/>
                  </a:lnTo>
                  <a:lnTo>
                    <a:pt x="3034" y="6207"/>
                  </a:lnTo>
                  <a:lnTo>
                    <a:pt x="2848" y="6487"/>
                  </a:lnTo>
                  <a:lnTo>
                    <a:pt x="2614" y="6767"/>
                  </a:lnTo>
                  <a:lnTo>
                    <a:pt x="2334" y="7047"/>
                  </a:lnTo>
                  <a:lnTo>
                    <a:pt x="2054" y="7280"/>
                  </a:lnTo>
                  <a:lnTo>
                    <a:pt x="1774" y="7467"/>
                  </a:lnTo>
                  <a:lnTo>
                    <a:pt x="1448" y="7654"/>
                  </a:lnTo>
                  <a:lnTo>
                    <a:pt x="1074" y="7794"/>
                  </a:lnTo>
                  <a:lnTo>
                    <a:pt x="748" y="7934"/>
                  </a:lnTo>
                  <a:lnTo>
                    <a:pt x="374" y="8027"/>
                  </a:lnTo>
                  <a:lnTo>
                    <a:pt x="1" y="8074"/>
                  </a:lnTo>
                  <a:lnTo>
                    <a:pt x="748" y="8074"/>
                  </a:lnTo>
                  <a:lnTo>
                    <a:pt x="1121" y="7980"/>
                  </a:lnTo>
                  <a:lnTo>
                    <a:pt x="1541" y="7887"/>
                  </a:lnTo>
                  <a:lnTo>
                    <a:pt x="1868" y="7747"/>
                  </a:lnTo>
                  <a:lnTo>
                    <a:pt x="2241" y="7607"/>
                  </a:lnTo>
                  <a:lnTo>
                    <a:pt x="2568" y="7374"/>
                  </a:lnTo>
                  <a:lnTo>
                    <a:pt x="2894" y="7140"/>
                  </a:lnTo>
                  <a:lnTo>
                    <a:pt x="3174" y="6907"/>
                  </a:lnTo>
                  <a:lnTo>
                    <a:pt x="3454" y="6627"/>
                  </a:lnTo>
                  <a:lnTo>
                    <a:pt x="3688" y="6300"/>
                  </a:lnTo>
                  <a:lnTo>
                    <a:pt x="3874" y="5974"/>
                  </a:lnTo>
                  <a:lnTo>
                    <a:pt x="4061" y="5600"/>
                  </a:lnTo>
                  <a:lnTo>
                    <a:pt x="4154" y="5227"/>
                  </a:lnTo>
                  <a:lnTo>
                    <a:pt x="4294" y="4854"/>
                  </a:lnTo>
                  <a:lnTo>
                    <a:pt x="4341" y="4434"/>
                  </a:lnTo>
                  <a:lnTo>
                    <a:pt x="4341" y="4060"/>
                  </a:lnTo>
                  <a:lnTo>
                    <a:pt x="4341" y="3640"/>
                  </a:lnTo>
                  <a:lnTo>
                    <a:pt x="4294" y="3220"/>
                  </a:lnTo>
                  <a:lnTo>
                    <a:pt x="4154" y="2847"/>
                  </a:lnTo>
                  <a:lnTo>
                    <a:pt x="4061" y="2473"/>
                  </a:lnTo>
                  <a:lnTo>
                    <a:pt x="3874" y="2100"/>
                  </a:lnTo>
                  <a:lnTo>
                    <a:pt x="3688" y="1773"/>
                  </a:lnTo>
                  <a:lnTo>
                    <a:pt x="3454" y="1493"/>
                  </a:lnTo>
                  <a:lnTo>
                    <a:pt x="3174" y="1167"/>
                  </a:lnTo>
                  <a:lnTo>
                    <a:pt x="2894" y="933"/>
                  </a:lnTo>
                  <a:lnTo>
                    <a:pt x="2568" y="700"/>
                  </a:lnTo>
                  <a:lnTo>
                    <a:pt x="2241" y="513"/>
                  </a:lnTo>
                  <a:lnTo>
                    <a:pt x="1868" y="327"/>
                  </a:lnTo>
                  <a:lnTo>
                    <a:pt x="1541" y="187"/>
                  </a:lnTo>
                  <a:lnTo>
                    <a:pt x="1121" y="93"/>
                  </a:lnTo>
                  <a:lnTo>
                    <a:pt x="748" y="47"/>
                  </a:lnTo>
                  <a:lnTo>
                    <a:pt x="32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7" name="Google Shape;11117;p79"/>
            <p:cNvSpPr/>
            <p:nvPr/>
          </p:nvSpPr>
          <p:spPr>
            <a:xfrm>
              <a:off x="7901950" y="4095250"/>
              <a:ext cx="137675" cy="138850"/>
            </a:xfrm>
            <a:custGeom>
              <a:rect b="b" l="l" r="r" t="t"/>
              <a:pathLst>
                <a:path extrusionOk="0" h="5554" w="5507">
                  <a:moveTo>
                    <a:pt x="2894" y="1540"/>
                  </a:moveTo>
                  <a:lnTo>
                    <a:pt x="3127" y="1587"/>
                  </a:lnTo>
                  <a:lnTo>
                    <a:pt x="3360" y="1633"/>
                  </a:lnTo>
                  <a:lnTo>
                    <a:pt x="3547" y="1773"/>
                  </a:lnTo>
                  <a:lnTo>
                    <a:pt x="3734" y="1913"/>
                  </a:lnTo>
                  <a:lnTo>
                    <a:pt x="3920" y="2100"/>
                  </a:lnTo>
                  <a:lnTo>
                    <a:pt x="4014" y="2287"/>
                  </a:lnTo>
                  <a:lnTo>
                    <a:pt x="4060" y="2520"/>
                  </a:lnTo>
                  <a:lnTo>
                    <a:pt x="4107" y="2800"/>
                  </a:lnTo>
                  <a:lnTo>
                    <a:pt x="4060" y="3034"/>
                  </a:lnTo>
                  <a:lnTo>
                    <a:pt x="4014" y="3267"/>
                  </a:lnTo>
                  <a:lnTo>
                    <a:pt x="3920" y="3454"/>
                  </a:lnTo>
                  <a:lnTo>
                    <a:pt x="3734" y="3640"/>
                  </a:lnTo>
                  <a:lnTo>
                    <a:pt x="3547" y="3780"/>
                  </a:lnTo>
                  <a:lnTo>
                    <a:pt x="3360" y="3920"/>
                  </a:lnTo>
                  <a:lnTo>
                    <a:pt x="3127" y="3967"/>
                  </a:lnTo>
                  <a:lnTo>
                    <a:pt x="2894" y="4014"/>
                  </a:lnTo>
                  <a:lnTo>
                    <a:pt x="2660" y="3967"/>
                  </a:lnTo>
                  <a:lnTo>
                    <a:pt x="2427" y="3920"/>
                  </a:lnTo>
                  <a:lnTo>
                    <a:pt x="2194" y="3780"/>
                  </a:lnTo>
                  <a:lnTo>
                    <a:pt x="2007" y="3640"/>
                  </a:lnTo>
                  <a:lnTo>
                    <a:pt x="1867" y="3454"/>
                  </a:lnTo>
                  <a:lnTo>
                    <a:pt x="1774" y="3267"/>
                  </a:lnTo>
                  <a:lnTo>
                    <a:pt x="1680" y="3034"/>
                  </a:lnTo>
                  <a:lnTo>
                    <a:pt x="1680" y="2800"/>
                  </a:lnTo>
                  <a:lnTo>
                    <a:pt x="1680" y="2520"/>
                  </a:lnTo>
                  <a:lnTo>
                    <a:pt x="1774" y="2287"/>
                  </a:lnTo>
                  <a:lnTo>
                    <a:pt x="1867" y="2100"/>
                  </a:lnTo>
                  <a:lnTo>
                    <a:pt x="2007" y="1913"/>
                  </a:lnTo>
                  <a:lnTo>
                    <a:pt x="2194" y="1773"/>
                  </a:lnTo>
                  <a:lnTo>
                    <a:pt x="2427" y="1633"/>
                  </a:lnTo>
                  <a:lnTo>
                    <a:pt x="2660" y="1587"/>
                  </a:lnTo>
                  <a:lnTo>
                    <a:pt x="2894" y="1540"/>
                  </a:lnTo>
                  <a:close/>
                  <a:moveTo>
                    <a:pt x="2194" y="0"/>
                  </a:moveTo>
                  <a:lnTo>
                    <a:pt x="2007" y="47"/>
                  </a:lnTo>
                  <a:lnTo>
                    <a:pt x="1820" y="140"/>
                  </a:lnTo>
                  <a:lnTo>
                    <a:pt x="1633" y="280"/>
                  </a:lnTo>
                  <a:lnTo>
                    <a:pt x="1307" y="607"/>
                  </a:lnTo>
                  <a:lnTo>
                    <a:pt x="887" y="793"/>
                  </a:lnTo>
                  <a:lnTo>
                    <a:pt x="700" y="933"/>
                  </a:lnTo>
                  <a:lnTo>
                    <a:pt x="560" y="1073"/>
                  </a:lnTo>
                  <a:lnTo>
                    <a:pt x="467" y="1260"/>
                  </a:lnTo>
                  <a:lnTo>
                    <a:pt x="420" y="1493"/>
                  </a:lnTo>
                  <a:lnTo>
                    <a:pt x="327" y="1960"/>
                  </a:lnTo>
                  <a:lnTo>
                    <a:pt x="140" y="2333"/>
                  </a:lnTo>
                  <a:lnTo>
                    <a:pt x="47" y="2567"/>
                  </a:lnTo>
                  <a:lnTo>
                    <a:pt x="0" y="2800"/>
                  </a:lnTo>
                  <a:lnTo>
                    <a:pt x="47" y="2987"/>
                  </a:lnTo>
                  <a:lnTo>
                    <a:pt x="140" y="3220"/>
                  </a:lnTo>
                  <a:lnTo>
                    <a:pt x="327" y="3594"/>
                  </a:lnTo>
                  <a:lnTo>
                    <a:pt x="420" y="4060"/>
                  </a:lnTo>
                  <a:lnTo>
                    <a:pt x="467" y="4294"/>
                  </a:lnTo>
                  <a:lnTo>
                    <a:pt x="560" y="4480"/>
                  </a:lnTo>
                  <a:lnTo>
                    <a:pt x="700" y="4620"/>
                  </a:lnTo>
                  <a:lnTo>
                    <a:pt x="887" y="4760"/>
                  </a:lnTo>
                  <a:lnTo>
                    <a:pt x="1307" y="4947"/>
                  </a:lnTo>
                  <a:lnTo>
                    <a:pt x="1633" y="5274"/>
                  </a:lnTo>
                  <a:lnTo>
                    <a:pt x="1820" y="5414"/>
                  </a:lnTo>
                  <a:lnTo>
                    <a:pt x="2007" y="5507"/>
                  </a:lnTo>
                  <a:lnTo>
                    <a:pt x="2194" y="5554"/>
                  </a:lnTo>
                  <a:lnTo>
                    <a:pt x="2427" y="5554"/>
                  </a:lnTo>
                  <a:lnTo>
                    <a:pt x="2894" y="5507"/>
                  </a:lnTo>
                  <a:lnTo>
                    <a:pt x="3360" y="5554"/>
                  </a:lnTo>
                  <a:lnTo>
                    <a:pt x="3547" y="5554"/>
                  </a:lnTo>
                  <a:lnTo>
                    <a:pt x="3780" y="5507"/>
                  </a:lnTo>
                  <a:lnTo>
                    <a:pt x="3874" y="5460"/>
                  </a:lnTo>
                  <a:lnTo>
                    <a:pt x="3967" y="5414"/>
                  </a:lnTo>
                  <a:lnTo>
                    <a:pt x="4060" y="5227"/>
                  </a:lnTo>
                  <a:lnTo>
                    <a:pt x="4200" y="5040"/>
                  </a:lnTo>
                  <a:lnTo>
                    <a:pt x="4340" y="4854"/>
                  </a:lnTo>
                  <a:lnTo>
                    <a:pt x="4714" y="4620"/>
                  </a:lnTo>
                  <a:lnTo>
                    <a:pt x="4854" y="4527"/>
                  </a:lnTo>
                  <a:lnTo>
                    <a:pt x="4994" y="4340"/>
                  </a:lnTo>
                  <a:lnTo>
                    <a:pt x="5087" y="4200"/>
                  </a:lnTo>
                  <a:lnTo>
                    <a:pt x="5180" y="4014"/>
                  </a:lnTo>
                  <a:lnTo>
                    <a:pt x="5274" y="3640"/>
                  </a:lnTo>
                  <a:lnTo>
                    <a:pt x="5414" y="3220"/>
                  </a:lnTo>
                  <a:lnTo>
                    <a:pt x="5507" y="2987"/>
                  </a:lnTo>
                  <a:lnTo>
                    <a:pt x="5507" y="2800"/>
                  </a:lnTo>
                  <a:lnTo>
                    <a:pt x="5507" y="2567"/>
                  </a:lnTo>
                  <a:lnTo>
                    <a:pt x="5460" y="2380"/>
                  </a:lnTo>
                  <a:lnTo>
                    <a:pt x="5320" y="2007"/>
                  </a:lnTo>
                  <a:lnTo>
                    <a:pt x="5180" y="1633"/>
                  </a:lnTo>
                  <a:lnTo>
                    <a:pt x="4994" y="1307"/>
                  </a:lnTo>
                  <a:lnTo>
                    <a:pt x="4714" y="980"/>
                  </a:lnTo>
                  <a:lnTo>
                    <a:pt x="4387" y="700"/>
                  </a:lnTo>
                  <a:lnTo>
                    <a:pt x="4200" y="560"/>
                  </a:lnTo>
                  <a:lnTo>
                    <a:pt x="4107" y="327"/>
                  </a:lnTo>
                  <a:lnTo>
                    <a:pt x="3967" y="140"/>
                  </a:lnTo>
                  <a:lnTo>
                    <a:pt x="3874" y="93"/>
                  </a:lnTo>
                  <a:lnTo>
                    <a:pt x="3780" y="47"/>
                  </a:lnTo>
                  <a:lnTo>
                    <a:pt x="3547" y="0"/>
                  </a:lnTo>
                  <a:lnTo>
                    <a:pt x="3360" y="47"/>
                  </a:lnTo>
                  <a:lnTo>
                    <a:pt x="2894" y="93"/>
                  </a:lnTo>
                  <a:lnTo>
                    <a:pt x="2427" y="47"/>
                  </a:lnTo>
                  <a:lnTo>
                    <a:pt x="219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8" name="Google Shape;11118;p79"/>
            <p:cNvSpPr/>
            <p:nvPr/>
          </p:nvSpPr>
          <p:spPr>
            <a:xfrm>
              <a:off x="7980100" y="4095250"/>
              <a:ext cx="66525" cy="138850"/>
            </a:xfrm>
            <a:custGeom>
              <a:rect b="b" l="l" r="r" t="t"/>
              <a:pathLst>
                <a:path extrusionOk="0" h="5554" w="2661">
                  <a:moveTo>
                    <a:pt x="328" y="0"/>
                  </a:moveTo>
                  <a:lnTo>
                    <a:pt x="1" y="47"/>
                  </a:lnTo>
                  <a:lnTo>
                    <a:pt x="188" y="140"/>
                  </a:lnTo>
                  <a:lnTo>
                    <a:pt x="374" y="280"/>
                  </a:lnTo>
                  <a:lnTo>
                    <a:pt x="654" y="607"/>
                  </a:lnTo>
                  <a:lnTo>
                    <a:pt x="1074" y="793"/>
                  </a:lnTo>
                  <a:lnTo>
                    <a:pt x="1261" y="933"/>
                  </a:lnTo>
                  <a:lnTo>
                    <a:pt x="1401" y="1073"/>
                  </a:lnTo>
                  <a:lnTo>
                    <a:pt x="1494" y="1260"/>
                  </a:lnTo>
                  <a:lnTo>
                    <a:pt x="1541" y="1493"/>
                  </a:lnTo>
                  <a:lnTo>
                    <a:pt x="1634" y="1960"/>
                  </a:lnTo>
                  <a:lnTo>
                    <a:pt x="1821" y="2333"/>
                  </a:lnTo>
                  <a:lnTo>
                    <a:pt x="1914" y="2567"/>
                  </a:lnTo>
                  <a:lnTo>
                    <a:pt x="1961" y="2800"/>
                  </a:lnTo>
                  <a:lnTo>
                    <a:pt x="1914" y="2987"/>
                  </a:lnTo>
                  <a:lnTo>
                    <a:pt x="1821" y="3220"/>
                  </a:lnTo>
                  <a:lnTo>
                    <a:pt x="1634" y="3594"/>
                  </a:lnTo>
                  <a:lnTo>
                    <a:pt x="1541" y="4060"/>
                  </a:lnTo>
                  <a:lnTo>
                    <a:pt x="1494" y="4294"/>
                  </a:lnTo>
                  <a:lnTo>
                    <a:pt x="1401" y="4480"/>
                  </a:lnTo>
                  <a:lnTo>
                    <a:pt x="1261" y="4620"/>
                  </a:lnTo>
                  <a:lnTo>
                    <a:pt x="1074" y="4760"/>
                  </a:lnTo>
                  <a:lnTo>
                    <a:pt x="654" y="4947"/>
                  </a:lnTo>
                  <a:lnTo>
                    <a:pt x="374" y="5274"/>
                  </a:lnTo>
                  <a:lnTo>
                    <a:pt x="188" y="5414"/>
                  </a:lnTo>
                  <a:lnTo>
                    <a:pt x="1" y="5507"/>
                  </a:lnTo>
                  <a:lnTo>
                    <a:pt x="328" y="5554"/>
                  </a:lnTo>
                  <a:lnTo>
                    <a:pt x="514" y="5554"/>
                  </a:lnTo>
                  <a:lnTo>
                    <a:pt x="654" y="5507"/>
                  </a:lnTo>
                  <a:lnTo>
                    <a:pt x="841" y="5414"/>
                  </a:lnTo>
                  <a:lnTo>
                    <a:pt x="1028" y="5274"/>
                  </a:lnTo>
                  <a:lnTo>
                    <a:pt x="1354" y="4947"/>
                  </a:lnTo>
                  <a:lnTo>
                    <a:pt x="1728" y="4760"/>
                  </a:lnTo>
                  <a:lnTo>
                    <a:pt x="1914" y="4620"/>
                  </a:lnTo>
                  <a:lnTo>
                    <a:pt x="2101" y="4480"/>
                  </a:lnTo>
                  <a:lnTo>
                    <a:pt x="2194" y="4294"/>
                  </a:lnTo>
                  <a:lnTo>
                    <a:pt x="2241" y="4060"/>
                  </a:lnTo>
                  <a:lnTo>
                    <a:pt x="2334" y="3594"/>
                  </a:lnTo>
                  <a:lnTo>
                    <a:pt x="2521" y="3220"/>
                  </a:lnTo>
                  <a:lnTo>
                    <a:pt x="2614" y="2987"/>
                  </a:lnTo>
                  <a:lnTo>
                    <a:pt x="2661" y="2800"/>
                  </a:lnTo>
                  <a:lnTo>
                    <a:pt x="2614" y="2567"/>
                  </a:lnTo>
                  <a:lnTo>
                    <a:pt x="2521" y="2333"/>
                  </a:lnTo>
                  <a:lnTo>
                    <a:pt x="2334" y="1960"/>
                  </a:lnTo>
                  <a:lnTo>
                    <a:pt x="2241" y="1493"/>
                  </a:lnTo>
                  <a:lnTo>
                    <a:pt x="2194" y="1260"/>
                  </a:lnTo>
                  <a:lnTo>
                    <a:pt x="2101" y="1073"/>
                  </a:lnTo>
                  <a:lnTo>
                    <a:pt x="1914" y="933"/>
                  </a:lnTo>
                  <a:lnTo>
                    <a:pt x="1728" y="793"/>
                  </a:lnTo>
                  <a:lnTo>
                    <a:pt x="1354" y="607"/>
                  </a:lnTo>
                  <a:lnTo>
                    <a:pt x="1028" y="280"/>
                  </a:lnTo>
                  <a:lnTo>
                    <a:pt x="841" y="140"/>
                  </a:lnTo>
                  <a:lnTo>
                    <a:pt x="654" y="47"/>
                  </a:lnTo>
                  <a:lnTo>
                    <a:pt x="51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9" name="Google Shape;11119;p79"/>
            <p:cNvSpPr/>
            <p:nvPr/>
          </p:nvSpPr>
          <p:spPr>
            <a:xfrm>
              <a:off x="7896100" y="4026400"/>
              <a:ext cx="25700" cy="33875"/>
            </a:xfrm>
            <a:custGeom>
              <a:rect b="b" l="l" r="r" t="t"/>
              <a:pathLst>
                <a:path extrusionOk="0" h="1355" w="1028">
                  <a:moveTo>
                    <a:pt x="141" y="1"/>
                  </a:moveTo>
                  <a:lnTo>
                    <a:pt x="234" y="94"/>
                  </a:lnTo>
                  <a:lnTo>
                    <a:pt x="327" y="187"/>
                  </a:lnTo>
                  <a:lnTo>
                    <a:pt x="327" y="281"/>
                  </a:lnTo>
                  <a:lnTo>
                    <a:pt x="327" y="1027"/>
                  </a:lnTo>
                  <a:lnTo>
                    <a:pt x="327" y="1167"/>
                  </a:lnTo>
                  <a:lnTo>
                    <a:pt x="234" y="1261"/>
                  </a:lnTo>
                  <a:lnTo>
                    <a:pt x="141" y="1307"/>
                  </a:lnTo>
                  <a:lnTo>
                    <a:pt x="1" y="1354"/>
                  </a:lnTo>
                  <a:lnTo>
                    <a:pt x="701" y="1354"/>
                  </a:lnTo>
                  <a:lnTo>
                    <a:pt x="841" y="1307"/>
                  </a:lnTo>
                  <a:lnTo>
                    <a:pt x="934" y="1261"/>
                  </a:lnTo>
                  <a:lnTo>
                    <a:pt x="981" y="1167"/>
                  </a:lnTo>
                  <a:lnTo>
                    <a:pt x="1027" y="1027"/>
                  </a:lnTo>
                  <a:lnTo>
                    <a:pt x="1027" y="281"/>
                  </a:lnTo>
                  <a:lnTo>
                    <a:pt x="981" y="187"/>
                  </a:lnTo>
                  <a:lnTo>
                    <a:pt x="934" y="94"/>
                  </a:lnTo>
                  <a:lnTo>
                    <a:pt x="84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1123" name="Shape 11123"/>
        <p:cNvGrpSpPr/>
        <p:nvPr/>
      </p:nvGrpSpPr>
      <p:grpSpPr>
        <a:xfrm>
          <a:off x="0" y="0"/>
          <a:ext cx="0" cy="0"/>
          <a:chOff x="0" y="0"/>
          <a:chExt cx="0" cy="0"/>
        </a:xfrm>
      </p:grpSpPr>
      <p:sp>
        <p:nvSpPr>
          <p:cNvPr id="11124" name="Google Shape;11124;p80"/>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ALTERNATIVE RESOURCES</a:t>
            </a:r>
            <a:endParaRPr/>
          </a:p>
        </p:txBody>
      </p:sp>
      <p:sp>
        <p:nvSpPr>
          <p:cNvPr id="11125" name="Google Shape;11125;p80"/>
          <p:cNvSpPr txBox="1"/>
          <p:nvPr>
            <p:ph idx="4294967295" type="subTitle"/>
          </p:nvPr>
        </p:nvSpPr>
        <p:spPr>
          <a:xfrm>
            <a:off x="720150" y="1024500"/>
            <a:ext cx="7704000" cy="918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Here’s an assortment of alternatives resources within the same style of this template</a:t>
            </a:r>
            <a:endParaRPr/>
          </a:p>
          <a:p>
            <a:pPr indent="-226060" lvl="0" marL="274320" rtl="0" algn="l">
              <a:spcBef>
                <a:spcPts val="1000"/>
              </a:spcBef>
              <a:spcAft>
                <a:spcPts val="0"/>
              </a:spcAft>
              <a:buClr>
                <a:schemeClr val="accent3"/>
              </a:buClr>
              <a:buSzPts val="1400"/>
              <a:buChar char="●"/>
            </a:pPr>
            <a:r>
              <a:rPr lang="en" u="sng">
                <a:hlinkClick r:id="rId3"/>
              </a:rPr>
              <a:t>Flat indian menu template</a:t>
            </a:r>
            <a:endParaRPr u="sng"/>
          </a:p>
          <a:p>
            <a:pPr indent="-226060" lvl="0" marL="274320" rtl="0" algn="l">
              <a:spcBef>
                <a:spcPts val="0"/>
              </a:spcBef>
              <a:spcAft>
                <a:spcPts val="0"/>
              </a:spcAft>
              <a:buClr>
                <a:schemeClr val="accent3"/>
              </a:buClr>
              <a:buSzPts val="1400"/>
              <a:buChar char="●"/>
            </a:pPr>
            <a:r>
              <a:rPr lang="en" u="sng">
                <a:hlinkClick r:id="rId4"/>
              </a:rPr>
              <a:t>Flat design indian menu template</a:t>
            </a:r>
            <a:endParaRPr u="sng"/>
          </a:p>
        </p:txBody>
      </p:sp>
      <p:grpSp>
        <p:nvGrpSpPr>
          <p:cNvPr id="11126" name="Google Shape;11126;p80"/>
          <p:cNvGrpSpPr/>
          <p:nvPr/>
        </p:nvGrpSpPr>
        <p:grpSpPr>
          <a:xfrm>
            <a:off x="954775" y="2374779"/>
            <a:ext cx="1595275" cy="1679775"/>
            <a:chOff x="898650" y="2755775"/>
            <a:chExt cx="1595275" cy="1679775"/>
          </a:xfrm>
        </p:grpSpPr>
        <p:sp>
          <p:nvSpPr>
            <p:cNvPr id="11127" name="Google Shape;11127;p80"/>
            <p:cNvSpPr/>
            <p:nvPr/>
          </p:nvSpPr>
          <p:spPr>
            <a:xfrm>
              <a:off x="898650" y="2840250"/>
              <a:ext cx="1595275" cy="1595300"/>
            </a:xfrm>
            <a:custGeom>
              <a:rect b="b" l="l" r="r" t="t"/>
              <a:pathLst>
                <a:path extrusionOk="0" h="63812" w="63811">
                  <a:moveTo>
                    <a:pt x="31916" y="0"/>
                  </a:moveTo>
                  <a:lnTo>
                    <a:pt x="31088" y="22"/>
                  </a:lnTo>
                  <a:lnTo>
                    <a:pt x="30259" y="44"/>
                  </a:lnTo>
                  <a:lnTo>
                    <a:pt x="29453" y="109"/>
                  </a:lnTo>
                  <a:lnTo>
                    <a:pt x="28646" y="175"/>
                  </a:lnTo>
                  <a:lnTo>
                    <a:pt x="27840" y="262"/>
                  </a:lnTo>
                  <a:lnTo>
                    <a:pt x="27055" y="371"/>
                  </a:lnTo>
                  <a:lnTo>
                    <a:pt x="26270" y="502"/>
                  </a:lnTo>
                  <a:lnTo>
                    <a:pt x="25485" y="654"/>
                  </a:lnTo>
                  <a:lnTo>
                    <a:pt x="24700" y="829"/>
                  </a:lnTo>
                  <a:lnTo>
                    <a:pt x="23937" y="1003"/>
                  </a:lnTo>
                  <a:lnTo>
                    <a:pt x="23174" y="1221"/>
                  </a:lnTo>
                  <a:lnTo>
                    <a:pt x="22433" y="1439"/>
                  </a:lnTo>
                  <a:lnTo>
                    <a:pt x="21670" y="1679"/>
                  </a:lnTo>
                  <a:lnTo>
                    <a:pt x="20951" y="1941"/>
                  </a:lnTo>
                  <a:lnTo>
                    <a:pt x="20209" y="2224"/>
                  </a:lnTo>
                  <a:lnTo>
                    <a:pt x="19490" y="2507"/>
                  </a:lnTo>
                  <a:lnTo>
                    <a:pt x="18792" y="2834"/>
                  </a:lnTo>
                  <a:lnTo>
                    <a:pt x="18073" y="3161"/>
                  </a:lnTo>
                  <a:lnTo>
                    <a:pt x="17397" y="3488"/>
                  </a:lnTo>
                  <a:lnTo>
                    <a:pt x="16699" y="3859"/>
                  </a:lnTo>
                  <a:lnTo>
                    <a:pt x="16024" y="4230"/>
                  </a:lnTo>
                  <a:lnTo>
                    <a:pt x="15370" y="4622"/>
                  </a:lnTo>
                  <a:lnTo>
                    <a:pt x="14716" y="5036"/>
                  </a:lnTo>
                  <a:lnTo>
                    <a:pt x="14083" y="5451"/>
                  </a:lnTo>
                  <a:lnTo>
                    <a:pt x="13451" y="5887"/>
                  </a:lnTo>
                  <a:lnTo>
                    <a:pt x="12819" y="6344"/>
                  </a:lnTo>
                  <a:lnTo>
                    <a:pt x="12208" y="6802"/>
                  </a:lnTo>
                  <a:lnTo>
                    <a:pt x="11620" y="7304"/>
                  </a:lnTo>
                  <a:lnTo>
                    <a:pt x="11031" y="7783"/>
                  </a:lnTo>
                  <a:lnTo>
                    <a:pt x="10464" y="8306"/>
                  </a:lnTo>
                  <a:lnTo>
                    <a:pt x="9898" y="8808"/>
                  </a:lnTo>
                  <a:lnTo>
                    <a:pt x="9353" y="9353"/>
                  </a:lnTo>
                  <a:lnTo>
                    <a:pt x="8829" y="9898"/>
                  </a:lnTo>
                  <a:lnTo>
                    <a:pt x="8306" y="10465"/>
                  </a:lnTo>
                  <a:lnTo>
                    <a:pt x="7783" y="11032"/>
                  </a:lnTo>
                  <a:lnTo>
                    <a:pt x="7303" y="11620"/>
                  </a:lnTo>
                  <a:lnTo>
                    <a:pt x="6824" y="12209"/>
                  </a:lnTo>
                  <a:lnTo>
                    <a:pt x="6344" y="12819"/>
                  </a:lnTo>
                  <a:lnTo>
                    <a:pt x="5886" y="13451"/>
                  </a:lnTo>
                  <a:lnTo>
                    <a:pt x="5450" y="14084"/>
                  </a:lnTo>
                  <a:lnTo>
                    <a:pt x="5036" y="14716"/>
                  </a:lnTo>
                  <a:lnTo>
                    <a:pt x="4622" y="15370"/>
                  </a:lnTo>
                  <a:lnTo>
                    <a:pt x="4229" y="16024"/>
                  </a:lnTo>
                  <a:lnTo>
                    <a:pt x="3859" y="16700"/>
                  </a:lnTo>
                  <a:lnTo>
                    <a:pt x="3510" y="17376"/>
                  </a:lnTo>
                  <a:lnTo>
                    <a:pt x="3161" y="18073"/>
                  </a:lnTo>
                  <a:lnTo>
                    <a:pt x="2834" y="18771"/>
                  </a:lnTo>
                  <a:lnTo>
                    <a:pt x="2507" y="19490"/>
                  </a:lnTo>
                  <a:lnTo>
                    <a:pt x="2224" y="20210"/>
                  </a:lnTo>
                  <a:lnTo>
                    <a:pt x="1940" y="20929"/>
                  </a:lnTo>
                  <a:lnTo>
                    <a:pt x="1679" y="21670"/>
                  </a:lnTo>
                  <a:lnTo>
                    <a:pt x="1439" y="22412"/>
                  </a:lnTo>
                  <a:lnTo>
                    <a:pt x="1221" y="23175"/>
                  </a:lnTo>
                  <a:lnTo>
                    <a:pt x="1025" y="23938"/>
                  </a:lnTo>
                  <a:lnTo>
                    <a:pt x="828" y="24701"/>
                  </a:lnTo>
                  <a:lnTo>
                    <a:pt x="654" y="25486"/>
                  </a:lnTo>
                  <a:lnTo>
                    <a:pt x="501" y="26270"/>
                  </a:lnTo>
                  <a:lnTo>
                    <a:pt x="371" y="27055"/>
                  </a:lnTo>
                  <a:lnTo>
                    <a:pt x="262" y="27840"/>
                  </a:lnTo>
                  <a:lnTo>
                    <a:pt x="174" y="28647"/>
                  </a:lnTo>
                  <a:lnTo>
                    <a:pt x="109" y="29453"/>
                  </a:lnTo>
                  <a:lnTo>
                    <a:pt x="44" y="30260"/>
                  </a:lnTo>
                  <a:lnTo>
                    <a:pt x="22" y="31088"/>
                  </a:lnTo>
                  <a:lnTo>
                    <a:pt x="0" y="31917"/>
                  </a:lnTo>
                  <a:lnTo>
                    <a:pt x="22" y="32723"/>
                  </a:lnTo>
                  <a:lnTo>
                    <a:pt x="44" y="33552"/>
                  </a:lnTo>
                  <a:lnTo>
                    <a:pt x="109" y="34358"/>
                  </a:lnTo>
                  <a:lnTo>
                    <a:pt x="174" y="35165"/>
                  </a:lnTo>
                  <a:lnTo>
                    <a:pt x="262" y="35972"/>
                  </a:lnTo>
                  <a:lnTo>
                    <a:pt x="371" y="36757"/>
                  </a:lnTo>
                  <a:lnTo>
                    <a:pt x="501" y="37563"/>
                  </a:lnTo>
                  <a:lnTo>
                    <a:pt x="654" y="38326"/>
                  </a:lnTo>
                  <a:lnTo>
                    <a:pt x="828" y="39111"/>
                  </a:lnTo>
                  <a:lnTo>
                    <a:pt x="1025" y="39874"/>
                  </a:lnTo>
                  <a:lnTo>
                    <a:pt x="1221" y="40637"/>
                  </a:lnTo>
                  <a:lnTo>
                    <a:pt x="1439" y="41400"/>
                  </a:lnTo>
                  <a:lnTo>
                    <a:pt x="1679" y="42141"/>
                  </a:lnTo>
                  <a:lnTo>
                    <a:pt x="1940" y="42883"/>
                  </a:lnTo>
                  <a:lnTo>
                    <a:pt x="2224" y="43602"/>
                  </a:lnTo>
                  <a:lnTo>
                    <a:pt x="2507" y="44321"/>
                  </a:lnTo>
                  <a:lnTo>
                    <a:pt x="2834" y="45041"/>
                  </a:lnTo>
                  <a:lnTo>
                    <a:pt x="3161" y="45739"/>
                  </a:lnTo>
                  <a:lnTo>
                    <a:pt x="3510" y="46436"/>
                  </a:lnTo>
                  <a:lnTo>
                    <a:pt x="3859" y="47112"/>
                  </a:lnTo>
                  <a:lnTo>
                    <a:pt x="4229" y="47788"/>
                  </a:lnTo>
                  <a:lnTo>
                    <a:pt x="4622" y="48442"/>
                  </a:lnTo>
                  <a:lnTo>
                    <a:pt x="5036" y="49096"/>
                  </a:lnTo>
                  <a:lnTo>
                    <a:pt x="5450" y="49750"/>
                  </a:lnTo>
                  <a:lnTo>
                    <a:pt x="5886" y="50382"/>
                  </a:lnTo>
                  <a:lnTo>
                    <a:pt x="6344" y="50993"/>
                  </a:lnTo>
                  <a:lnTo>
                    <a:pt x="6824" y="51603"/>
                  </a:lnTo>
                  <a:lnTo>
                    <a:pt x="7303" y="52192"/>
                  </a:lnTo>
                  <a:lnTo>
                    <a:pt x="7783" y="52780"/>
                  </a:lnTo>
                  <a:lnTo>
                    <a:pt x="8306" y="53347"/>
                  </a:lnTo>
                  <a:lnTo>
                    <a:pt x="8829" y="53914"/>
                  </a:lnTo>
                  <a:lnTo>
                    <a:pt x="9353" y="54459"/>
                  </a:lnTo>
                  <a:lnTo>
                    <a:pt x="9898" y="55004"/>
                  </a:lnTo>
                  <a:lnTo>
                    <a:pt x="10464" y="55527"/>
                  </a:lnTo>
                  <a:lnTo>
                    <a:pt x="11031" y="56029"/>
                  </a:lnTo>
                  <a:lnTo>
                    <a:pt x="11620" y="56530"/>
                  </a:lnTo>
                  <a:lnTo>
                    <a:pt x="12208" y="57010"/>
                  </a:lnTo>
                  <a:lnTo>
                    <a:pt x="12819" y="57467"/>
                  </a:lnTo>
                  <a:lnTo>
                    <a:pt x="13451" y="57925"/>
                  </a:lnTo>
                  <a:lnTo>
                    <a:pt x="14083" y="58361"/>
                  </a:lnTo>
                  <a:lnTo>
                    <a:pt x="14716" y="58775"/>
                  </a:lnTo>
                  <a:lnTo>
                    <a:pt x="15370" y="59190"/>
                  </a:lnTo>
                  <a:lnTo>
                    <a:pt x="16024" y="59582"/>
                  </a:lnTo>
                  <a:lnTo>
                    <a:pt x="16699" y="59953"/>
                  </a:lnTo>
                  <a:lnTo>
                    <a:pt x="17397" y="60323"/>
                  </a:lnTo>
                  <a:lnTo>
                    <a:pt x="18073" y="60672"/>
                  </a:lnTo>
                  <a:lnTo>
                    <a:pt x="18792" y="60999"/>
                  </a:lnTo>
                  <a:lnTo>
                    <a:pt x="19490" y="61304"/>
                  </a:lnTo>
                  <a:lnTo>
                    <a:pt x="20209" y="61588"/>
                  </a:lnTo>
                  <a:lnTo>
                    <a:pt x="20951" y="61871"/>
                  </a:lnTo>
                  <a:lnTo>
                    <a:pt x="21670" y="62133"/>
                  </a:lnTo>
                  <a:lnTo>
                    <a:pt x="22433" y="62373"/>
                  </a:lnTo>
                  <a:lnTo>
                    <a:pt x="23174" y="62591"/>
                  </a:lnTo>
                  <a:lnTo>
                    <a:pt x="23937" y="62809"/>
                  </a:lnTo>
                  <a:lnTo>
                    <a:pt x="24700" y="62983"/>
                  </a:lnTo>
                  <a:lnTo>
                    <a:pt x="25485" y="63157"/>
                  </a:lnTo>
                  <a:lnTo>
                    <a:pt x="26270" y="63310"/>
                  </a:lnTo>
                  <a:lnTo>
                    <a:pt x="27055" y="63441"/>
                  </a:lnTo>
                  <a:lnTo>
                    <a:pt x="27840" y="63550"/>
                  </a:lnTo>
                  <a:lnTo>
                    <a:pt x="28646" y="63637"/>
                  </a:lnTo>
                  <a:lnTo>
                    <a:pt x="29453" y="63724"/>
                  </a:lnTo>
                  <a:lnTo>
                    <a:pt x="30259" y="63768"/>
                  </a:lnTo>
                  <a:lnTo>
                    <a:pt x="31088" y="63790"/>
                  </a:lnTo>
                  <a:lnTo>
                    <a:pt x="31916" y="63811"/>
                  </a:lnTo>
                  <a:lnTo>
                    <a:pt x="32723" y="63790"/>
                  </a:lnTo>
                  <a:lnTo>
                    <a:pt x="33551" y="63768"/>
                  </a:lnTo>
                  <a:lnTo>
                    <a:pt x="34358" y="63724"/>
                  </a:lnTo>
                  <a:lnTo>
                    <a:pt x="35165" y="63637"/>
                  </a:lnTo>
                  <a:lnTo>
                    <a:pt x="35971" y="63550"/>
                  </a:lnTo>
                  <a:lnTo>
                    <a:pt x="36778" y="63441"/>
                  </a:lnTo>
                  <a:lnTo>
                    <a:pt x="37563" y="63310"/>
                  </a:lnTo>
                  <a:lnTo>
                    <a:pt x="38348" y="63157"/>
                  </a:lnTo>
                  <a:lnTo>
                    <a:pt x="39111" y="62983"/>
                  </a:lnTo>
                  <a:lnTo>
                    <a:pt x="39874" y="62809"/>
                  </a:lnTo>
                  <a:lnTo>
                    <a:pt x="40637" y="62591"/>
                  </a:lnTo>
                  <a:lnTo>
                    <a:pt x="41400" y="62373"/>
                  </a:lnTo>
                  <a:lnTo>
                    <a:pt x="42141" y="62133"/>
                  </a:lnTo>
                  <a:lnTo>
                    <a:pt x="42882" y="61871"/>
                  </a:lnTo>
                  <a:lnTo>
                    <a:pt x="43602" y="61588"/>
                  </a:lnTo>
                  <a:lnTo>
                    <a:pt x="44321" y="61304"/>
                  </a:lnTo>
                  <a:lnTo>
                    <a:pt x="45040" y="60999"/>
                  </a:lnTo>
                  <a:lnTo>
                    <a:pt x="45738" y="60672"/>
                  </a:lnTo>
                  <a:lnTo>
                    <a:pt x="46436" y="60323"/>
                  </a:lnTo>
                  <a:lnTo>
                    <a:pt x="47112" y="59953"/>
                  </a:lnTo>
                  <a:lnTo>
                    <a:pt x="47787" y="59582"/>
                  </a:lnTo>
                  <a:lnTo>
                    <a:pt x="48441" y="59190"/>
                  </a:lnTo>
                  <a:lnTo>
                    <a:pt x="49095" y="58775"/>
                  </a:lnTo>
                  <a:lnTo>
                    <a:pt x="49749" y="58361"/>
                  </a:lnTo>
                  <a:lnTo>
                    <a:pt x="50382" y="57925"/>
                  </a:lnTo>
                  <a:lnTo>
                    <a:pt x="50992" y="57467"/>
                  </a:lnTo>
                  <a:lnTo>
                    <a:pt x="51602" y="57010"/>
                  </a:lnTo>
                  <a:lnTo>
                    <a:pt x="52191" y="56530"/>
                  </a:lnTo>
                  <a:lnTo>
                    <a:pt x="52780" y="56029"/>
                  </a:lnTo>
                  <a:lnTo>
                    <a:pt x="53368" y="55527"/>
                  </a:lnTo>
                  <a:lnTo>
                    <a:pt x="53913" y="55004"/>
                  </a:lnTo>
                  <a:lnTo>
                    <a:pt x="54458" y="54459"/>
                  </a:lnTo>
                  <a:lnTo>
                    <a:pt x="55003" y="53914"/>
                  </a:lnTo>
                  <a:lnTo>
                    <a:pt x="55527" y="53347"/>
                  </a:lnTo>
                  <a:lnTo>
                    <a:pt x="56028" y="52780"/>
                  </a:lnTo>
                  <a:lnTo>
                    <a:pt x="56529" y="52192"/>
                  </a:lnTo>
                  <a:lnTo>
                    <a:pt x="57009" y="51603"/>
                  </a:lnTo>
                  <a:lnTo>
                    <a:pt x="57467" y="50993"/>
                  </a:lnTo>
                  <a:lnTo>
                    <a:pt x="57925" y="50382"/>
                  </a:lnTo>
                  <a:lnTo>
                    <a:pt x="58361" y="49750"/>
                  </a:lnTo>
                  <a:lnTo>
                    <a:pt x="58775" y="49096"/>
                  </a:lnTo>
                  <a:lnTo>
                    <a:pt x="59189" y="48442"/>
                  </a:lnTo>
                  <a:lnTo>
                    <a:pt x="59582" y="47788"/>
                  </a:lnTo>
                  <a:lnTo>
                    <a:pt x="59952" y="47112"/>
                  </a:lnTo>
                  <a:lnTo>
                    <a:pt x="60323" y="46436"/>
                  </a:lnTo>
                  <a:lnTo>
                    <a:pt x="60672" y="45739"/>
                  </a:lnTo>
                  <a:lnTo>
                    <a:pt x="60999" y="45041"/>
                  </a:lnTo>
                  <a:lnTo>
                    <a:pt x="61304" y="44321"/>
                  </a:lnTo>
                  <a:lnTo>
                    <a:pt x="61587" y="43602"/>
                  </a:lnTo>
                  <a:lnTo>
                    <a:pt x="61871" y="42883"/>
                  </a:lnTo>
                  <a:lnTo>
                    <a:pt x="62132" y="42141"/>
                  </a:lnTo>
                  <a:lnTo>
                    <a:pt x="62372" y="41400"/>
                  </a:lnTo>
                  <a:lnTo>
                    <a:pt x="62590" y="40637"/>
                  </a:lnTo>
                  <a:lnTo>
                    <a:pt x="62808" y="39874"/>
                  </a:lnTo>
                  <a:lnTo>
                    <a:pt x="62982" y="39111"/>
                  </a:lnTo>
                  <a:lnTo>
                    <a:pt x="63157" y="38326"/>
                  </a:lnTo>
                  <a:lnTo>
                    <a:pt x="63309" y="37563"/>
                  </a:lnTo>
                  <a:lnTo>
                    <a:pt x="63440" y="36757"/>
                  </a:lnTo>
                  <a:lnTo>
                    <a:pt x="63549" y="35972"/>
                  </a:lnTo>
                  <a:lnTo>
                    <a:pt x="63637" y="35165"/>
                  </a:lnTo>
                  <a:lnTo>
                    <a:pt x="63724" y="34358"/>
                  </a:lnTo>
                  <a:lnTo>
                    <a:pt x="63767" y="33552"/>
                  </a:lnTo>
                  <a:lnTo>
                    <a:pt x="63789" y="32723"/>
                  </a:lnTo>
                  <a:lnTo>
                    <a:pt x="63811" y="31917"/>
                  </a:lnTo>
                  <a:lnTo>
                    <a:pt x="63789" y="31088"/>
                  </a:lnTo>
                  <a:lnTo>
                    <a:pt x="63767" y="30260"/>
                  </a:lnTo>
                  <a:lnTo>
                    <a:pt x="63724" y="29453"/>
                  </a:lnTo>
                  <a:lnTo>
                    <a:pt x="63637" y="28647"/>
                  </a:lnTo>
                  <a:lnTo>
                    <a:pt x="63549" y="27840"/>
                  </a:lnTo>
                  <a:lnTo>
                    <a:pt x="63440" y="27055"/>
                  </a:lnTo>
                  <a:lnTo>
                    <a:pt x="63309" y="26270"/>
                  </a:lnTo>
                  <a:lnTo>
                    <a:pt x="63157" y="25486"/>
                  </a:lnTo>
                  <a:lnTo>
                    <a:pt x="62982" y="24701"/>
                  </a:lnTo>
                  <a:lnTo>
                    <a:pt x="62808" y="23938"/>
                  </a:lnTo>
                  <a:lnTo>
                    <a:pt x="62590" y="23175"/>
                  </a:lnTo>
                  <a:lnTo>
                    <a:pt x="62372" y="22412"/>
                  </a:lnTo>
                  <a:lnTo>
                    <a:pt x="62132" y="21670"/>
                  </a:lnTo>
                  <a:lnTo>
                    <a:pt x="61871" y="20929"/>
                  </a:lnTo>
                  <a:lnTo>
                    <a:pt x="61587" y="20210"/>
                  </a:lnTo>
                  <a:lnTo>
                    <a:pt x="61304" y="19490"/>
                  </a:lnTo>
                  <a:lnTo>
                    <a:pt x="60999" y="18771"/>
                  </a:lnTo>
                  <a:lnTo>
                    <a:pt x="60672" y="18073"/>
                  </a:lnTo>
                  <a:lnTo>
                    <a:pt x="60323" y="17376"/>
                  </a:lnTo>
                  <a:lnTo>
                    <a:pt x="59952" y="16700"/>
                  </a:lnTo>
                  <a:lnTo>
                    <a:pt x="59582" y="16024"/>
                  </a:lnTo>
                  <a:lnTo>
                    <a:pt x="59189" y="15370"/>
                  </a:lnTo>
                  <a:lnTo>
                    <a:pt x="58775" y="14716"/>
                  </a:lnTo>
                  <a:lnTo>
                    <a:pt x="58361" y="14084"/>
                  </a:lnTo>
                  <a:lnTo>
                    <a:pt x="57925" y="13451"/>
                  </a:lnTo>
                  <a:lnTo>
                    <a:pt x="57467" y="12819"/>
                  </a:lnTo>
                  <a:lnTo>
                    <a:pt x="57009" y="12209"/>
                  </a:lnTo>
                  <a:lnTo>
                    <a:pt x="56529" y="11620"/>
                  </a:lnTo>
                  <a:lnTo>
                    <a:pt x="56028" y="11032"/>
                  </a:lnTo>
                  <a:lnTo>
                    <a:pt x="55527" y="10465"/>
                  </a:lnTo>
                  <a:lnTo>
                    <a:pt x="55003" y="9898"/>
                  </a:lnTo>
                  <a:lnTo>
                    <a:pt x="54458" y="9353"/>
                  </a:lnTo>
                  <a:lnTo>
                    <a:pt x="53913" y="8808"/>
                  </a:lnTo>
                  <a:lnTo>
                    <a:pt x="53368" y="8306"/>
                  </a:lnTo>
                  <a:lnTo>
                    <a:pt x="52780" y="7783"/>
                  </a:lnTo>
                  <a:lnTo>
                    <a:pt x="52191" y="7304"/>
                  </a:lnTo>
                  <a:lnTo>
                    <a:pt x="51602" y="6802"/>
                  </a:lnTo>
                  <a:lnTo>
                    <a:pt x="50992" y="6344"/>
                  </a:lnTo>
                  <a:lnTo>
                    <a:pt x="50382" y="5887"/>
                  </a:lnTo>
                  <a:lnTo>
                    <a:pt x="49749" y="5451"/>
                  </a:lnTo>
                  <a:lnTo>
                    <a:pt x="49095" y="5036"/>
                  </a:lnTo>
                  <a:lnTo>
                    <a:pt x="48441" y="4622"/>
                  </a:lnTo>
                  <a:lnTo>
                    <a:pt x="47787" y="4230"/>
                  </a:lnTo>
                  <a:lnTo>
                    <a:pt x="47112" y="3859"/>
                  </a:lnTo>
                  <a:lnTo>
                    <a:pt x="46436" y="3488"/>
                  </a:lnTo>
                  <a:lnTo>
                    <a:pt x="45738" y="3161"/>
                  </a:lnTo>
                  <a:lnTo>
                    <a:pt x="45040" y="2834"/>
                  </a:lnTo>
                  <a:lnTo>
                    <a:pt x="44321" y="2507"/>
                  </a:lnTo>
                  <a:lnTo>
                    <a:pt x="43602" y="2224"/>
                  </a:lnTo>
                  <a:lnTo>
                    <a:pt x="42882" y="1941"/>
                  </a:lnTo>
                  <a:lnTo>
                    <a:pt x="42141" y="1679"/>
                  </a:lnTo>
                  <a:lnTo>
                    <a:pt x="41400" y="1439"/>
                  </a:lnTo>
                  <a:lnTo>
                    <a:pt x="40637" y="1221"/>
                  </a:lnTo>
                  <a:lnTo>
                    <a:pt x="39874" y="1003"/>
                  </a:lnTo>
                  <a:lnTo>
                    <a:pt x="39111" y="829"/>
                  </a:lnTo>
                  <a:lnTo>
                    <a:pt x="38348" y="654"/>
                  </a:lnTo>
                  <a:lnTo>
                    <a:pt x="37563" y="502"/>
                  </a:lnTo>
                  <a:lnTo>
                    <a:pt x="36778" y="371"/>
                  </a:lnTo>
                  <a:lnTo>
                    <a:pt x="35971" y="262"/>
                  </a:lnTo>
                  <a:lnTo>
                    <a:pt x="35165" y="175"/>
                  </a:lnTo>
                  <a:lnTo>
                    <a:pt x="34358" y="109"/>
                  </a:lnTo>
                  <a:lnTo>
                    <a:pt x="33551" y="44"/>
                  </a:lnTo>
                  <a:lnTo>
                    <a:pt x="32723" y="22"/>
                  </a:lnTo>
                  <a:lnTo>
                    <a:pt x="3191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8" name="Google Shape;11128;p80"/>
            <p:cNvSpPr/>
            <p:nvPr/>
          </p:nvSpPr>
          <p:spPr>
            <a:xfrm>
              <a:off x="898650" y="2840250"/>
              <a:ext cx="1595275" cy="1595300"/>
            </a:xfrm>
            <a:custGeom>
              <a:rect b="b" l="l" r="r" t="t"/>
              <a:pathLst>
                <a:path extrusionOk="0" fill="none" h="63812" w="63811">
                  <a:moveTo>
                    <a:pt x="63811" y="31917"/>
                  </a:moveTo>
                  <a:lnTo>
                    <a:pt x="63811" y="31917"/>
                  </a:lnTo>
                  <a:lnTo>
                    <a:pt x="63789" y="32723"/>
                  </a:lnTo>
                  <a:lnTo>
                    <a:pt x="63767" y="33552"/>
                  </a:lnTo>
                  <a:lnTo>
                    <a:pt x="63724" y="34358"/>
                  </a:lnTo>
                  <a:lnTo>
                    <a:pt x="63637" y="35165"/>
                  </a:lnTo>
                  <a:lnTo>
                    <a:pt x="63549" y="35972"/>
                  </a:lnTo>
                  <a:lnTo>
                    <a:pt x="63440" y="36757"/>
                  </a:lnTo>
                  <a:lnTo>
                    <a:pt x="63309" y="37563"/>
                  </a:lnTo>
                  <a:lnTo>
                    <a:pt x="63157" y="38326"/>
                  </a:lnTo>
                  <a:lnTo>
                    <a:pt x="62982" y="39111"/>
                  </a:lnTo>
                  <a:lnTo>
                    <a:pt x="62808" y="39874"/>
                  </a:lnTo>
                  <a:lnTo>
                    <a:pt x="62590" y="40637"/>
                  </a:lnTo>
                  <a:lnTo>
                    <a:pt x="62372" y="41400"/>
                  </a:lnTo>
                  <a:lnTo>
                    <a:pt x="62132" y="42141"/>
                  </a:lnTo>
                  <a:lnTo>
                    <a:pt x="61871" y="42883"/>
                  </a:lnTo>
                  <a:lnTo>
                    <a:pt x="61587" y="43602"/>
                  </a:lnTo>
                  <a:lnTo>
                    <a:pt x="61304" y="44321"/>
                  </a:lnTo>
                  <a:lnTo>
                    <a:pt x="60999" y="45041"/>
                  </a:lnTo>
                  <a:lnTo>
                    <a:pt x="60672" y="45739"/>
                  </a:lnTo>
                  <a:lnTo>
                    <a:pt x="60323" y="46436"/>
                  </a:lnTo>
                  <a:lnTo>
                    <a:pt x="59952" y="47112"/>
                  </a:lnTo>
                  <a:lnTo>
                    <a:pt x="59582" y="47788"/>
                  </a:lnTo>
                  <a:lnTo>
                    <a:pt x="59189" y="48442"/>
                  </a:lnTo>
                  <a:lnTo>
                    <a:pt x="58775" y="49096"/>
                  </a:lnTo>
                  <a:lnTo>
                    <a:pt x="58361" y="49750"/>
                  </a:lnTo>
                  <a:lnTo>
                    <a:pt x="57925" y="50382"/>
                  </a:lnTo>
                  <a:lnTo>
                    <a:pt x="57467" y="50993"/>
                  </a:lnTo>
                  <a:lnTo>
                    <a:pt x="57009" y="51603"/>
                  </a:lnTo>
                  <a:lnTo>
                    <a:pt x="56529" y="52192"/>
                  </a:lnTo>
                  <a:lnTo>
                    <a:pt x="56028" y="52780"/>
                  </a:lnTo>
                  <a:lnTo>
                    <a:pt x="55527" y="53347"/>
                  </a:lnTo>
                  <a:lnTo>
                    <a:pt x="55003" y="53914"/>
                  </a:lnTo>
                  <a:lnTo>
                    <a:pt x="54458" y="54459"/>
                  </a:lnTo>
                  <a:lnTo>
                    <a:pt x="53913" y="55004"/>
                  </a:lnTo>
                  <a:lnTo>
                    <a:pt x="53368" y="55527"/>
                  </a:lnTo>
                  <a:lnTo>
                    <a:pt x="52780" y="56029"/>
                  </a:lnTo>
                  <a:lnTo>
                    <a:pt x="52191" y="56530"/>
                  </a:lnTo>
                  <a:lnTo>
                    <a:pt x="51602" y="57010"/>
                  </a:lnTo>
                  <a:lnTo>
                    <a:pt x="50992" y="57467"/>
                  </a:lnTo>
                  <a:lnTo>
                    <a:pt x="50382" y="57925"/>
                  </a:lnTo>
                  <a:lnTo>
                    <a:pt x="49749" y="58361"/>
                  </a:lnTo>
                  <a:lnTo>
                    <a:pt x="49095" y="58775"/>
                  </a:lnTo>
                  <a:lnTo>
                    <a:pt x="48441" y="59190"/>
                  </a:lnTo>
                  <a:lnTo>
                    <a:pt x="47787" y="59582"/>
                  </a:lnTo>
                  <a:lnTo>
                    <a:pt x="47112" y="59953"/>
                  </a:lnTo>
                  <a:lnTo>
                    <a:pt x="46436" y="60323"/>
                  </a:lnTo>
                  <a:lnTo>
                    <a:pt x="45738" y="60672"/>
                  </a:lnTo>
                  <a:lnTo>
                    <a:pt x="45040" y="60999"/>
                  </a:lnTo>
                  <a:lnTo>
                    <a:pt x="44321" y="61304"/>
                  </a:lnTo>
                  <a:lnTo>
                    <a:pt x="43602" y="61588"/>
                  </a:lnTo>
                  <a:lnTo>
                    <a:pt x="42882" y="61871"/>
                  </a:lnTo>
                  <a:lnTo>
                    <a:pt x="42141" y="62133"/>
                  </a:lnTo>
                  <a:lnTo>
                    <a:pt x="41400" y="62373"/>
                  </a:lnTo>
                  <a:lnTo>
                    <a:pt x="40637" y="62591"/>
                  </a:lnTo>
                  <a:lnTo>
                    <a:pt x="39874" y="62809"/>
                  </a:lnTo>
                  <a:lnTo>
                    <a:pt x="39111" y="62983"/>
                  </a:lnTo>
                  <a:lnTo>
                    <a:pt x="38348" y="63157"/>
                  </a:lnTo>
                  <a:lnTo>
                    <a:pt x="37563" y="63310"/>
                  </a:lnTo>
                  <a:lnTo>
                    <a:pt x="36778" y="63441"/>
                  </a:lnTo>
                  <a:lnTo>
                    <a:pt x="35971" y="63550"/>
                  </a:lnTo>
                  <a:lnTo>
                    <a:pt x="35165" y="63637"/>
                  </a:lnTo>
                  <a:lnTo>
                    <a:pt x="34358" y="63724"/>
                  </a:lnTo>
                  <a:lnTo>
                    <a:pt x="33551" y="63768"/>
                  </a:lnTo>
                  <a:lnTo>
                    <a:pt x="32723" y="63790"/>
                  </a:lnTo>
                  <a:lnTo>
                    <a:pt x="31916" y="63811"/>
                  </a:lnTo>
                  <a:lnTo>
                    <a:pt x="31916" y="63811"/>
                  </a:lnTo>
                  <a:lnTo>
                    <a:pt x="31088" y="63790"/>
                  </a:lnTo>
                  <a:lnTo>
                    <a:pt x="30259" y="63768"/>
                  </a:lnTo>
                  <a:lnTo>
                    <a:pt x="29453" y="63724"/>
                  </a:lnTo>
                  <a:lnTo>
                    <a:pt x="28646" y="63637"/>
                  </a:lnTo>
                  <a:lnTo>
                    <a:pt x="27840" y="63550"/>
                  </a:lnTo>
                  <a:lnTo>
                    <a:pt x="27055" y="63441"/>
                  </a:lnTo>
                  <a:lnTo>
                    <a:pt x="26270" y="63310"/>
                  </a:lnTo>
                  <a:lnTo>
                    <a:pt x="25485" y="63157"/>
                  </a:lnTo>
                  <a:lnTo>
                    <a:pt x="24700" y="62983"/>
                  </a:lnTo>
                  <a:lnTo>
                    <a:pt x="23937" y="62809"/>
                  </a:lnTo>
                  <a:lnTo>
                    <a:pt x="23174" y="62591"/>
                  </a:lnTo>
                  <a:lnTo>
                    <a:pt x="22433" y="62373"/>
                  </a:lnTo>
                  <a:lnTo>
                    <a:pt x="21670" y="62133"/>
                  </a:lnTo>
                  <a:lnTo>
                    <a:pt x="20951" y="61871"/>
                  </a:lnTo>
                  <a:lnTo>
                    <a:pt x="20209" y="61588"/>
                  </a:lnTo>
                  <a:lnTo>
                    <a:pt x="19490" y="61304"/>
                  </a:lnTo>
                  <a:lnTo>
                    <a:pt x="18792" y="60999"/>
                  </a:lnTo>
                  <a:lnTo>
                    <a:pt x="18073" y="60672"/>
                  </a:lnTo>
                  <a:lnTo>
                    <a:pt x="17397" y="60323"/>
                  </a:lnTo>
                  <a:lnTo>
                    <a:pt x="16699" y="59953"/>
                  </a:lnTo>
                  <a:lnTo>
                    <a:pt x="16024" y="59582"/>
                  </a:lnTo>
                  <a:lnTo>
                    <a:pt x="15370" y="59190"/>
                  </a:lnTo>
                  <a:lnTo>
                    <a:pt x="14716" y="58775"/>
                  </a:lnTo>
                  <a:lnTo>
                    <a:pt x="14083" y="58361"/>
                  </a:lnTo>
                  <a:lnTo>
                    <a:pt x="13451" y="57925"/>
                  </a:lnTo>
                  <a:lnTo>
                    <a:pt x="12819" y="57467"/>
                  </a:lnTo>
                  <a:lnTo>
                    <a:pt x="12208" y="57010"/>
                  </a:lnTo>
                  <a:lnTo>
                    <a:pt x="11620" y="56530"/>
                  </a:lnTo>
                  <a:lnTo>
                    <a:pt x="11031" y="56029"/>
                  </a:lnTo>
                  <a:lnTo>
                    <a:pt x="10464" y="55527"/>
                  </a:lnTo>
                  <a:lnTo>
                    <a:pt x="9898" y="55004"/>
                  </a:lnTo>
                  <a:lnTo>
                    <a:pt x="9353" y="54459"/>
                  </a:lnTo>
                  <a:lnTo>
                    <a:pt x="8829" y="53914"/>
                  </a:lnTo>
                  <a:lnTo>
                    <a:pt x="8306" y="53347"/>
                  </a:lnTo>
                  <a:lnTo>
                    <a:pt x="7783" y="52780"/>
                  </a:lnTo>
                  <a:lnTo>
                    <a:pt x="7303" y="52192"/>
                  </a:lnTo>
                  <a:lnTo>
                    <a:pt x="6824" y="51603"/>
                  </a:lnTo>
                  <a:lnTo>
                    <a:pt x="6344" y="50993"/>
                  </a:lnTo>
                  <a:lnTo>
                    <a:pt x="5886" y="50382"/>
                  </a:lnTo>
                  <a:lnTo>
                    <a:pt x="5450" y="49750"/>
                  </a:lnTo>
                  <a:lnTo>
                    <a:pt x="5036" y="49096"/>
                  </a:lnTo>
                  <a:lnTo>
                    <a:pt x="4622" y="48442"/>
                  </a:lnTo>
                  <a:lnTo>
                    <a:pt x="4229" y="47788"/>
                  </a:lnTo>
                  <a:lnTo>
                    <a:pt x="3859" y="47112"/>
                  </a:lnTo>
                  <a:lnTo>
                    <a:pt x="3510" y="46436"/>
                  </a:lnTo>
                  <a:lnTo>
                    <a:pt x="3161" y="45739"/>
                  </a:lnTo>
                  <a:lnTo>
                    <a:pt x="2834" y="45041"/>
                  </a:lnTo>
                  <a:lnTo>
                    <a:pt x="2507" y="44321"/>
                  </a:lnTo>
                  <a:lnTo>
                    <a:pt x="2224" y="43602"/>
                  </a:lnTo>
                  <a:lnTo>
                    <a:pt x="1940" y="42883"/>
                  </a:lnTo>
                  <a:lnTo>
                    <a:pt x="1679" y="42141"/>
                  </a:lnTo>
                  <a:lnTo>
                    <a:pt x="1439" y="41400"/>
                  </a:lnTo>
                  <a:lnTo>
                    <a:pt x="1221" y="40637"/>
                  </a:lnTo>
                  <a:lnTo>
                    <a:pt x="1025" y="39874"/>
                  </a:lnTo>
                  <a:lnTo>
                    <a:pt x="828" y="39111"/>
                  </a:lnTo>
                  <a:lnTo>
                    <a:pt x="654" y="38326"/>
                  </a:lnTo>
                  <a:lnTo>
                    <a:pt x="501" y="37563"/>
                  </a:lnTo>
                  <a:lnTo>
                    <a:pt x="371" y="36757"/>
                  </a:lnTo>
                  <a:lnTo>
                    <a:pt x="262" y="35972"/>
                  </a:lnTo>
                  <a:lnTo>
                    <a:pt x="174" y="35165"/>
                  </a:lnTo>
                  <a:lnTo>
                    <a:pt x="109" y="34358"/>
                  </a:lnTo>
                  <a:lnTo>
                    <a:pt x="44" y="33552"/>
                  </a:lnTo>
                  <a:lnTo>
                    <a:pt x="22" y="32723"/>
                  </a:lnTo>
                  <a:lnTo>
                    <a:pt x="0" y="31917"/>
                  </a:lnTo>
                  <a:lnTo>
                    <a:pt x="0" y="31917"/>
                  </a:lnTo>
                  <a:lnTo>
                    <a:pt x="22" y="31088"/>
                  </a:lnTo>
                  <a:lnTo>
                    <a:pt x="44" y="30260"/>
                  </a:lnTo>
                  <a:lnTo>
                    <a:pt x="109" y="29453"/>
                  </a:lnTo>
                  <a:lnTo>
                    <a:pt x="174" y="28647"/>
                  </a:lnTo>
                  <a:lnTo>
                    <a:pt x="262" y="27840"/>
                  </a:lnTo>
                  <a:lnTo>
                    <a:pt x="371" y="27055"/>
                  </a:lnTo>
                  <a:lnTo>
                    <a:pt x="501" y="26270"/>
                  </a:lnTo>
                  <a:lnTo>
                    <a:pt x="654" y="25486"/>
                  </a:lnTo>
                  <a:lnTo>
                    <a:pt x="828" y="24701"/>
                  </a:lnTo>
                  <a:lnTo>
                    <a:pt x="1025" y="23938"/>
                  </a:lnTo>
                  <a:lnTo>
                    <a:pt x="1221" y="23175"/>
                  </a:lnTo>
                  <a:lnTo>
                    <a:pt x="1439" y="22412"/>
                  </a:lnTo>
                  <a:lnTo>
                    <a:pt x="1679" y="21670"/>
                  </a:lnTo>
                  <a:lnTo>
                    <a:pt x="1940" y="20929"/>
                  </a:lnTo>
                  <a:lnTo>
                    <a:pt x="2224" y="20210"/>
                  </a:lnTo>
                  <a:lnTo>
                    <a:pt x="2507" y="19490"/>
                  </a:lnTo>
                  <a:lnTo>
                    <a:pt x="2834" y="18771"/>
                  </a:lnTo>
                  <a:lnTo>
                    <a:pt x="3161" y="18073"/>
                  </a:lnTo>
                  <a:lnTo>
                    <a:pt x="3510" y="17376"/>
                  </a:lnTo>
                  <a:lnTo>
                    <a:pt x="3859" y="16700"/>
                  </a:lnTo>
                  <a:lnTo>
                    <a:pt x="4229" y="16024"/>
                  </a:lnTo>
                  <a:lnTo>
                    <a:pt x="4622" y="15370"/>
                  </a:lnTo>
                  <a:lnTo>
                    <a:pt x="5036" y="14716"/>
                  </a:lnTo>
                  <a:lnTo>
                    <a:pt x="5450" y="14084"/>
                  </a:lnTo>
                  <a:lnTo>
                    <a:pt x="5886" y="13451"/>
                  </a:lnTo>
                  <a:lnTo>
                    <a:pt x="6344" y="12819"/>
                  </a:lnTo>
                  <a:lnTo>
                    <a:pt x="6824" y="12209"/>
                  </a:lnTo>
                  <a:lnTo>
                    <a:pt x="7303" y="11620"/>
                  </a:lnTo>
                  <a:lnTo>
                    <a:pt x="7783" y="11032"/>
                  </a:lnTo>
                  <a:lnTo>
                    <a:pt x="8306" y="10465"/>
                  </a:lnTo>
                  <a:lnTo>
                    <a:pt x="8829" y="9898"/>
                  </a:lnTo>
                  <a:lnTo>
                    <a:pt x="9353" y="9353"/>
                  </a:lnTo>
                  <a:lnTo>
                    <a:pt x="9898" y="8808"/>
                  </a:lnTo>
                  <a:lnTo>
                    <a:pt x="10464" y="8306"/>
                  </a:lnTo>
                  <a:lnTo>
                    <a:pt x="11031" y="7783"/>
                  </a:lnTo>
                  <a:lnTo>
                    <a:pt x="11620" y="7304"/>
                  </a:lnTo>
                  <a:lnTo>
                    <a:pt x="12208" y="6802"/>
                  </a:lnTo>
                  <a:lnTo>
                    <a:pt x="12819" y="6344"/>
                  </a:lnTo>
                  <a:lnTo>
                    <a:pt x="13451" y="5887"/>
                  </a:lnTo>
                  <a:lnTo>
                    <a:pt x="14083" y="5451"/>
                  </a:lnTo>
                  <a:lnTo>
                    <a:pt x="14716" y="5036"/>
                  </a:lnTo>
                  <a:lnTo>
                    <a:pt x="15370" y="4622"/>
                  </a:lnTo>
                  <a:lnTo>
                    <a:pt x="16024" y="4230"/>
                  </a:lnTo>
                  <a:lnTo>
                    <a:pt x="16699" y="3859"/>
                  </a:lnTo>
                  <a:lnTo>
                    <a:pt x="17397" y="3488"/>
                  </a:lnTo>
                  <a:lnTo>
                    <a:pt x="18073" y="3161"/>
                  </a:lnTo>
                  <a:lnTo>
                    <a:pt x="18792" y="2834"/>
                  </a:lnTo>
                  <a:lnTo>
                    <a:pt x="19490" y="2507"/>
                  </a:lnTo>
                  <a:lnTo>
                    <a:pt x="20209" y="2224"/>
                  </a:lnTo>
                  <a:lnTo>
                    <a:pt x="20951" y="1941"/>
                  </a:lnTo>
                  <a:lnTo>
                    <a:pt x="21670" y="1679"/>
                  </a:lnTo>
                  <a:lnTo>
                    <a:pt x="22433" y="1439"/>
                  </a:lnTo>
                  <a:lnTo>
                    <a:pt x="23174" y="1221"/>
                  </a:lnTo>
                  <a:lnTo>
                    <a:pt x="23937" y="1003"/>
                  </a:lnTo>
                  <a:lnTo>
                    <a:pt x="24700" y="829"/>
                  </a:lnTo>
                  <a:lnTo>
                    <a:pt x="25485" y="654"/>
                  </a:lnTo>
                  <a:lnTo>
                    <a:pt x="26270" y="502"/>
                  </a:lnTo>
                  <a:lnTo>
                    <a:pt x="27055" y="371"/>
                  </a:lnTo>
                  <a:lnTo>
                    <a:pt x="27840" y="262"/>
                  </a:lnTo>
                  <a:lnTo>
                    <a:pt x="28646" y="175"/>
                  </a:lnTo>
                  <a:lnTo>
                    <a:pt x="29453" y="109"/>
                  </a:lnTo>
                  <a:lnTo>
                    <a:pt x="30259" y="44"/>
                  </a:lnTo>
                  <a:lnTo>
                    <a:pt x="31088" y="22"/>
                  </a:lnTo>
                  <a:lnTo>
                    <a:pt x="31916" y="0"/>
                  </a:lnTo>
                  <a:lnTo>
                    <a:pt x="31916" y="0"/>
                  </a:lnTo>
                  <a:lnTo>
                    <a:pt x="32723" y="22"/>
                  </a:lnTo>
                  <a:lnTo>
                    <a:pt x="33551" y="44"/>
                  </a:lnTo>
                  <a:lnTo>
                    <a:pt x="34358" y="109"/>
                  </a:lnTo>
                  <a:lnTo>
                    <a:pt x="35165" y="175"/>
                  </a:lnTo>
                  <a:lnTo>
                    <a:pt x="35971" y="262"/>
                  </a:lnTo>
                  <a:lnTo>
                    <a:pt x="36778" y="371"/>
                  </a:lnTo>
                  <a:lnTo>
                    <a:pt x="37563" y="502"/>
                  </a:lnTo>
                  <a:lnTo>
                    <a:pt x="38348" y="654"/>
                  </a:lnTo>
                  <a:lnTo>
                    <a:pt x="39111" y="829"/>
                  </a:lnTo>
                  <a:lnTo>
                    <a:pt x="39874" y="1003"/>
                  </a:lnTo>
                  <a:lnTo>
                    <a:pt x="40637" y="1221"/>
                  </a:lnTo>
                  <a:lnTo>
                    <a:pt x="41400" y="1439"/>
                  </a:lnTo>
                  <a:lnTo>
                    <a:pt x="42141" y="1679"/>
                  </a:lnTo>
                  <a:lnTo>
                    <a:pt x="42882" y="1941"/>
                  </a:lnTo>
                  <a:lnTo>
                    <a:pt x="43602" y="2224"/>
                  </a:lnTo>
                  <a:lnTo>
                    <a:pt x="44321" y="2507"/>
                  </a:lnTo>
                  <a:lnTo>
                    <a:pt x="45040" y="2834"/>
                  </a:lnTo>
                  <a:lnTo>
                    <a:pt x="45738" y="3161"/>
                  </a:lnTo>
                  <a:lnTo>
                    <a:pt x="46436" y="3488"/>
                  </a:lnTo>
                  <a:lnTo>
                    <a:pt x="47112" y="3859"/>
                  </a:lnTo>
                  <a:lnTo>
                    <a:pt x="47787" y="4230"/>
                  </a:lnTo>
                  <a:lnTo>
                    <a:pt x="48441" y="4622"/>
                  </a:lnTo>
                  <a:lnTo>
                    <a:pt x="49095" y="5036"/>
                  </a:lnTo>
                  <a:lnTo>
                    <a:pt x="49749" y="5451"/>
                  </a:lnTo>
                  <a:lnTo>
                    <a:pt x="50382" y="5887"/>
                  </a:lnTo>
                  <a:lnTo>
                    <a:pt x="50992" y="6344"/>
                  </a:lnTo>
                  <a:lnTo>
                    <a:pt x="51602" y="6802"/>
                  </a:lnTo>
                  <a:lnTo>
                    <a:pt x="52191" y="7304"/>
                  </a:lnTo>
                  <a:lnTo>
                    <a:pt x="52780" y="7783"/>
                  </a:lnTo>
                  <a:lnTo>
                    <a:pt x="53368" y="8306"/>
                  </a:lnTo>
                  <a:lnTo>
                    <a:pt x="53913" y="8808"/>
                  </a:lnTo>
                  <a:lnTo>
                    <a:pt x="54458" y="9353"/>
                  </a:lnTo>
                  <a:lnTo>
                    <a:pt x="55003" y="9898"/>
                  </a:lnTo>
                  <a:lnTo>
                    <a:pt x="55527" y="10465"/>
                  </a:lnTo>
                  <a:lnTo>
                    <a:pt x="56028" y="11032"/>
                  </a:lnTo>
                  <a:lnTo>
                    <a:pt x="56529" y="11620"/>
                  </a:lnTo>
                  <a:lnTo>
                    <a:pt x="57009" y="12209"/>
                  </a:lnTo>
                  <a:lnTo>
                    <a:pt x="57467" y="12819"/>
                  </a:lnTo>
                  <a:lnTo>
                    <a:pt x="57925" y="13451"/>
                  </a:lnTo>
                  <a:lnTo>
                    <a:pt x="58361" y="14084"/>
                  </a:lnTo>
                  <a:lnTo>
                    <a:pt x="58775" y="14716"/>
                  </a:lnTo>
                  <a:lnTo>
                    <a:pt x="59189" y="15370"/>
                  </a:lnTo>
                  <a:lnTo>
                    <a:pt x="59582" y="16024"/>
                  </a:lnTo>
                  <a:lnTo>
                    <a:pt x="59952" y="16700"/>
                  </a:lnTo>
                  <a:lnTo>
                    <a:pt x="60323" y="17376"/>
                  </a:lnTo>
                  <a:lnTo>
                    <a:pt x="60672" y="18073"/>
                  </a:lnTo>
                  <a:lnTo>
                    <a:pt x="60999" y="18771"/>
                  </a:lnTo>
                  <a:lnTo>
                    <a:pt x="61304" y="19490"/>
                  </a:lnTo>
                  <a:lnTo>
                    <a:pt x="61587" y="20210"/>
                  </a:lnTo>
                  <a:lnTo>
                    <a:pt x="61871" y="20929"/>
                  </a:lnTo>
                  <a:lnTo>
                    <a:pt x="62132" y="21670"/>
                  </a:lnTo>
                  <a:lnTo>
                    <a:pt x="62372" y="22412"/>
                  </a:lnTo>
                  <a:lnTo>
                    <a:pt x="62590" y="23175"/>
                  </a:lnTo>
                  <a:lnTo>
                    <a:pt x="62808" y="23938"/>
                  </a:lnTo>
                  <a:lnTo>
                    <a:pt x="62982" y="24701"/>
                  </a:lnTo>
                  <a:lnTo>
                    <a:pt x="63157" y="25486"/>
                  </a:lnTo>
                  <a:lnTo>
                    <a:pt x="63309" y="26270"/>
                  </a:lnTo>
                  <a:lnTo>
                    <a:pt x="63440" y="27055"/>
                  </a:lnTo>
                  <a:lnTo>
                    <a:pt x="63549" y="27840"/>
                  </a:lnTo>
                  <a:lnTo>
                    <a:pt x="63637" y="28647"/>
                  </a:lnTo>
                  <a:lnTo>
                    <a:pt x="63724" y="29453"/>
                  </a:lnTo>
                  <a:lnTo>
                    <a:pt x="63767" y="30260"/>
                  </a:lnTo>
                  <a:lnTo>
                    <a:pt x="63789" y="31088"/>
                  </a:lnTo>
                  <a:lnTo>
                    <a:pt x="63811" y="31917"/>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9" name="Google Shape;11129;p80"/>
            <p:cNvSpPr/>
            <p:nvPr/>
          </p:nvSpPr>
          <p:spPr>
            <a:xfrm>
              <a:off x="898650" y="2755775"/>
              <a:ext cx="1595275" cy="1594750"/>
            </a:xfrm>
            <a:custGeom>
              <a:rect b="b" l="l" r="r" t="t"/>
              <a:pathLst>
                <a:path extrusionOk="0" h="63790" w="63811">
                  <a:moveTo>
                    <a:pt x="31088" y="0"/>
                  </a:moveTo>
                  <a:lnTo>
                    <a:pt x="30259" y="44"/>
                  </a:lnTo>
                  <a:lnTo>
                    <a:pt x="29453" y="87"/>
                  </a:lnTo>
                  <a:lnTo>
                    <a:pt x="28646" y="153"/>
                  </a:lnTo>
                  <a:lnTo>
                    <a:pt x="27840" y="240"/>
                  </a:lnTo>
                  <a:lnTo>
                    <a:pt x="27055" y="371"/>
                  </a:lnTo>
                  <a:lnTo>
                    <a:pt x="26270" y="502"/>
                  </a:lnTo>
                  <a:lnTo>
                    <a:pt x="25485" y="632"/>
                  </a:lnTo>
                  <a:lnTo>
                    <a:pt x="24700" y="807"/>
                  </a:lnTo>
                  <a:lnTo>
                    <a:pt x="23937" y="1003"/>
                  </a:lnTo>
                  <a:lnTo>
                    <a:pt x="23174" y="1199"/>
                  </a:lnTo>
                  <a:lnTo>
                    <a:pt x="22433" y="1417"/>
                  </a:lnTo>
                  <a:lnTo>
                    <a:pt x="21670" y="1679"/>
                  </a:lnTo>
                  <a:lnTo>
                    <a:pt x="20951" y="1919"/>
                  </a:lnTo>
                  <a:lnTo>
                    <a:pt x="20209" y="2202"/>
                  </a:lnTo>
                  <a:lnTo>
                    <a:pt x="19490" y="2507"/>
                  </a:lnTo>
                  <a:lnTo>
                    <a:pt x="18792" y="2812"/>
                  </a:lnTo>
                  <a:lnTo>
                    <a:pt x="18073" y="3139"/>
                  </a:lnTo>
                  <a:lnTo>
                    <a:pt x="17397" y="3488"/>
                  </a:lnTo>
                  <a:lnTo>
                    <a:pt x="16699" y="3837"/>
                  </a:lnTo>
                  <a:lnTo>
                    <a:pt x="16024" y="4230"/>
                  </a:lnTo>
                  <a:lnTo>
                    <a:pt x="15370" y="4622"/>
                  </a:lnTo>
                  <a:lnTo>
                    <a:pt x="14716" y="5014"/>
                  </a:lnTo>
                  <a:lnTo>
                    <a:pt x="14083" y="5450"/>
                  </a:lnTo>
                  <a:lnTo>
                    <a:pt x="13451" y="5886"/>
                  </a:lnTo>
                  <a:lnTo>
                    <a:pt x="12819" y="6322"/>
                  </a:lnTo>
                  <a:lnTo>
                    <a:pt x="12208" y="6802"/>
                  </a:lnTo>
                  <a:lnTo>
                    <a:pt x="11620" y="7282"/>
                  </a:lnTo>
                  <a:lnTo>
                    <a:pt x="11031" y="7783"/>
                  </a:lnTo>
                  <a:lnTo>
                    <a:pt x="10464" y="8285"/>
                  </a:lnTo>
                  <a:lnTo>
                    <a:pt x="9898" y="8808"/>
                  </a:lnTo>
                  <a:lnTo>
                    <a:pt x="9353" y="9331"/>
                  </a:lnTo>
                  <a:lnTo>
                    <a:pt x="8829" y="9876"/>
                  </a:lnTo>
                  <a:lnTo>
                    <a:pt x="8306" y="10443"/>
                  </a:lnTo>
                  <a:lnTo>
                    <a:pt x="7783" y="11010"/>
                  </a:lnTo>
                  <a:lnTo>
                    <a:pt x="7303" y="11598"/>
                  </a:lnTo>
                  <a:lnTo>
                    <a:pt x="6824" y="12209"/>
                  </a:lnTo>
                  <a:lnTo>
                    <a:pt x="6344" y="12797"/>
                  </a:lnTo>
                  <a:lnTo>
                    <a:pt x="5886" y="13430"/>
                  </a:lnTo>
                  <a:lnTo>
                    <a:pt x="5450" y="14062"/>
                  </a:lnTo>
                  <a:lnTo>
                    <a:pt x="5036" y="14694"/>
                  </a:lnTo>
                  <a:lnTo>
                    <a:pt x="4622" y="15348"/>
                  </a:lnTo>
                  <a:lnTo>
                    <a:pt x="4229" y="16024"/>
                  </a:lnTo>
                  <a:lnTo>
                    <a:pt x="3859" y="16678"/>
                  </a:lnTo>
                  <a:lnTo>
                    <a:pt x="3510" y="17375"/>
                  </a:lnTo>
                  <a:lnTo>
                    <a:pt x="3161" y="18073"/>
                  </a:lnTo>
                  <a:lnTo>
                    <a:pt x="2834" y="18771"/>
                  </a:lnTo>
                  <a:lnTo>
                    <a:pt x="2507" y="19468"/>
                  </a:lnTo>
                  <a:lnTo>
                    <a:pt x="2224" y="20188"/>
                  </a:lnTo>
                  <a:lnTo>
                    <a:pt x="1940" y="20929"/>
                  </a:lnTo>
                  <a:lnTo>
                    <a:pt x="1679" y="21670"/>
                  </a:lnTo>
                  <a:lnTo>
                    <a:pt x="1439" y="22411"/>
                  </a:lnTo>
                  <a:lnTo>
                    <a:pt x="1221" y="23153"/>
                  </a:lnTo>
                  <a:lnTo>
                    <a:pt x="1025" y="23916"/>
                  </a:lnTo>
                  <a:lnTo>
                    <a:pt x="828" y="24679"/>
                  </a:lnTo>
                  <a:lnTo>
                    <a:pt x="654" y="25464"/>
                  </a:lnTo>
                  <a:lnTo>
                    <a:pt x="501" y="26248"/>
                  </a:lnTo>
                  <a:lnTo>
                    <a:pt x="371" y="27033"/>
                  </a:lnTo>
                  <a:lnTo>
                    <a:pt x="262" y="27840"/>
                  </a:lnTo>
                  <a:lnTo>
                    <a:pt x="174" y="28625"/>
                  </a:lnTo>
                  <a:lnTo>
                    <a:pt x="109" y="29431"/>
                  </a:lnTo>
                  <a:lnTo>
                    <a:pt x="44" y="30260"/>
                  </a:lnTo>
                  <a:lnTo>
                    <a:pt x="22" y="31066"/>
                  </a:lnTo>
                  <a:lnTo>
                    <a:pt x="0" y="31895"/>
                  </a:lnTo>
                  <a:lnTo>
                    <a:pt x="22" y="32723"/>
                  </a:lnTo>
                  <a:lnTo>
                    <a:pt x="44" y="33530"/>
                  </a:lnTo>
                  <a:lnTo>
                    <a:pt x="109" y="34337"/>
                  </a:lnTo>
                  <a:lnTo>
                    <a:pt x="174" y="35165"/>
                  </a:lnTo>
                  <a:lnTo>
                    <a:pt x="262" y="35950"/>
                  </a:lnTo>
                  <a:lnTo>
                    <a:pt x="371" y="36756"/>
                  </a:lnTo>
                  <a:lnTo>
                    <a:pt x="501" y="37541"/>
                  </a:lnTo>
                  <a:lnTo>
                    <a:pt x="654" y="38326"/>
                  </a:lnTo>
                  <a:lnTo>
                    <a:pt x="828" y="39089"/>
                  </a:lnTo>
                  <a:lnTo>
                    <a:pt x="1025" y="39874"/>
                  </a:lnTo>
                  <a:lnTo>
                    <a:pt x="1221" y="40615"/>
                  </a:lnTo>
                  <a:lnTo>
                    <a:pt x="1439" y="41378"/>
                  </a:lnTo>
                  <a:lnTo>
                    <a:pt x="1679" y="42119"/>
                  </a:lnTo>
                  <a:lnTo>
                    <a:pt x="1940" y="42861"/>
                  </a:lnTo>
                  <a:lnTo>
                    <a:pt x="2224" y="43580"/>
                  </a:lnTo>
                  <a:lnTo>
                    <a:pt x="2507" y="44300"/>
                  </a:lnTo>
                  <a:lnTo>
                    <a:pt x="2834" y="45019"/>
                  </a:lnTo>
                  <a:lnTo>
                    <a:pt x="3161" y="45717"/>
                  </a:lnTo>
                  <a:lnTo>
                    <a:pt x="3510" y="46414"/>
                  </a:lnTo>
                  <a:lnTo>
                    <a:pt x="3859" y="47090"/>
                  </a:lnTo>
                  <a:lnTo>
                    <a:pt x="4229" y="47766"/>
                  </a:lnTo>
                  <a:lnTo>
                    <a:pt x="4622" y="48442"/>
                  </a:lnTo>
                  <a:lnTo>
                    <a:pt x="5036" y="49096"/>
                  </a:lnTo>
                  <a:lnTo>
                    <a:pt x="5450" y="49728"/>
                  </a:lnTo>
                  <a:lnTo>
                    <a:pt x="5886" y="50360"/>
                  </a:lnTo>
                  <a:lnTo>
                    <a:pt x="6344" y="50971"/>
                  </a:lnTo>
                  <a:lnTo>
                    <a:pt x="6824" y="51581"/>
                  </a:lnTo>
                  <a:lnTo>
                    <a:pt x="7303" y="52191"/>
                  </a:lnTo>
                  <a:lnTo>
                    <a:pt x="7783" y="52758"/>
                  </a:lnTo>
                  <a:lnTo>
                    <a:pt x="8306" y="53347"/>
                  </a:lnTo>
                  <a:lnTo>
                    <a:pt x="8829" y="53892"/>
                  </a:lnTo>
                  <a:lnTo>
                    <a:pt x="9353" y="54459"/>
                  </a:lnTo>
                  <a:lnTo>
                    <a:pt x="9898" y="54982"/>
                  </a:lnTo>
                  <a:lnTo>
                    <a:pt x="10464" y="55505"/>
                  </a:lnTo>
                  <a:lnTo>
                    <a:pt x="11031" y="56007"/>
                  </a:lnTo>
                  <a:lnTo>
                    <a:pt x="11620" y="56508"/>
                  </a:lnTo>
                  <a:lnTo>
                    <a:pt x="12208" y="56988"/>
                  </a:lnTo>
                  <a:lnTo>
                    <a:pt x="12819" y="57445"/>
                  </a:lnTo>
                  <a:lnTo>
                    <a:pt x="13451" y="57903"/>
                  </a:lnTo>
                  <a:lnTo>
                    <a:pt x="14083" y="58339"/>
                  </a:lnTo>
                  <a:lnTo>
                    <a:pt x="14716" y="58775"/>
                  </a:lnTo>
                  <a:lnTo>
                    <a:pt x="15370" y="59168"/>
                  </a:lnTo>
                  <a:lnTo>
                    <a:pt x="16024" y="59560"/>
                  </a:lnTo>
                  <a:lnTo>
                    <a:pt x="16699" y="59953"/>
                  </a:lnTo>
                  <a:lnTo>
                    <a:pt x="17397" y="60301"/>
                  </a:lnTo>
                  <a:lnTo>
                    <a:pt x="18073" y="60650"/>
                  </a:lnTo>
                  <a:lnTo>
                    <a:pt x="18792" y="60977"/>
                  </a:lnTo>
                  <a:lnTo>
                    <a:pt x="19490" y="61282"/>
                  </a:lnTo>
                  <a:lnTo>
                    <a:pt x="20209" y="61588"/>
                  </a:lnTo>
                  <a:lnTo>
                    <a:pt x="20951" y="61849"/>
                  </a:lnTo>
                  <a:lnTo>
                    <a:pt x="21670" y="62111"/>
                  </a:lnTo>
                  <a:lnTo>
                    <a:pt x="22433" y="62351"/>
                  </a:lnTo>
                  <a:lnTo>
                    <a:pt x="23174" y="62590"/>
                  </a:lnTo>
                  <a:lnTo>
                    <a:pt x="23937" y="62787"/>
                  </a:lnTo>
                  <a:lnTo>
                    <a:pt x="24700" y="62983"/>
                  </a:lnTo>
                  <a:lnTo>
                    <a:pt x="25485" y="63136"/>
                  </a:lnTo>
                  <a:lnTo>
                    <a:pt x="26270" y="63288"/>
                  </a:lnTo>
                  <a:lnTo>
                    <a:pt x="27055" y="63419"/>
                  </a:lnTo>
                  <a:lnTo>
                    <a:pt x="27840" y="63528"/>
                  </a:lnTo>
                  <a:lnTo>
                    <a:pt x="28646" y="63637"/>
                  </a:lnTo>
                  <a:lnTo>
                    <a:pt x="29453" y="63702"/>
                  </a:lnTo>
                  <a:lnTo>
                    <a:pt x="30259" y="63746"/>
                  </a:lnTo>
                  <a:lnTo>
                    <a:pt x="31088" y="63790"/>
                  </a:lnTo>
                  <a:lnTo>
                    <a:pt x="32723" y="63790"/>
                  </a:lnTo>
                  <a:lnTo>
                    <a:pt x="33551" y="63746"/>
                  </a:lnTo>
                  <a:lnTo>
                    <a:pt x="34358" y="63702"/>
                  </a:lnTo>
                  <a:lnTo>
                    <a:pt x="35165" y="63637"/>
                  </a:lnTo>
                  <a:lnTo>
                    <a:pt x="35971" y="63528"/>
                  </a:lnTo>
                  <a:lnTo>
                    <a:pt x="36778" y="63419"/>
                  </a:lnTo>
                  <a:lnTo>
                    <a:pt x="37563" y="63288"/>
                  </a:lnTo>
                  <a:lnTo>
                    <a:pt x="38348" y="63136"/>
                  </a:lnTo>
                  <a:lnTo>
                    <a:pt x="39111" y="62983"/>
                  </a:lnTo>
                  <a:lnTo>
                    <a:pt x="39874" y="62787"/>
                  </a:lnTo>
                  <a:lnTo>
                    <a:pt x="40637" y="62590"/>
                  </a:lnTo>
                  <a:lnTo>
                    <a:pt x="41400" y="62351"/>
                  </a:lnTo>
                  <a:lnTo>
                    <a:pt x="42141" y="62111"/>
                  </a:lnTo>
                  <a:lnTo>
                    <a:pt x="42882" y="61849"/>
                  </a:lnTo>
                  <a:lnTo>
                    <a:pt x="43602" y="61588"/>
                  </a:lnTo>
                  <a:lnTo>
                    <a:pt x="44321" y="61282"/>
                  </a:lnTo>
                  <a:lnTo>
                    <a:pt x="45040" y="60977"/>
                  </a:lnTo>
                  <a:lnTo>
                    <a:pt x="45738" y="60650"/>
                  </a:lnTo>
                  <a:lnTo>
                    <a:pt x="46436" y="60301"/>
                  </a:lnTo>
                  <a:lnTo>
                    <a:pt x="47112" y="59953"/>
                  </a:lnTo>
                  <a:lnTo>
                    <a:pt x="47787" y="59560"/>
                  </a:lnTo>
                  <a:lnTo>
                    <a:pt x="48441" y="59168"/>
                  </a:lnTo>
                  <a:lnTo>
                    <a:pt x="49095" y="58775"/>
                  </a:lnTo>
                  <a:lnTo>
                    <a:pt x="49749" y="58339"/>
                  </a:lnTo>
                  <a:lnTo>
                    <a:pt x="50382" y="57903"/>
                  </a:lnTo>
                  <a:lnTo>
                    <a:pt x="50992" y="57445"/>
                  </a:lnTo>
                  <a:lnTo>
                    <a:pt x="51602" y="56988"/>
                  </a:lnTo>
                  <a:lnTo>
                    <a:pt x="52191" y="56508"/>
                  </a:lnTo>
                  <a:lnTo>
                    <a:pt x="52780" y="56007"/>
                  </a:lnTo>
                  <a:lnTo>
                    <a:pt x="53368" y="55505"/>
                  </a:lnTo>
                  <a:lnTo>
                    <a:pt x="53913" y="54982"/>
                  </a:lnTo>
                  <a:lnTo>
                    <a:pt x="54458" y="54459"/>
                  </a:lnTo>
                  <a:lnTo>
                    <a:pt x="55003" y="53892"/>
                  </a:lnTo>
                  <a:lnTo>
                    <a:pt x="55527" y="53347"/>
                  </a:lnTo>
                  <a:lnTo>
                    <a:pt x="56028" y="52758"/>
                  </a:lnTo>
                  <a:lnTo>
                    <a:pt x="56529" y="52191"/>
                  </a:lnTo>
                  <a:lnTo>
                    <a:pt x="57009" y="51581"/>
                  </a:lnTo>
                  <a:lnTo>
                    <a:pt x="57467" y="50971"/>
                  </a:lnTo>
                  <a:lnTo>
                    <a:pt x="57925" y="50360"/>
                  </a:lnTo>
                  <a:lnTo>
                    <a:pt x="58361" y="49728"/>
                  </a:lnTo>
                  <a:lnTo>
                    <a:pt x="58775" y="49096"/>
                  </a:lnTo>
                  <a:lnTo>
                    <a:pt x="59189" y="48442"/>
                  </a:lnTo>
                  <a:lnTo>
                    <a:pt x="59582" y="47766"/>
                  </a:lnTo>
                  <a:lnTo>
                    <a:pt x="59952" y="47090"/>
                  </a:lnTo>
                  <a:lnTo>
                    <a:pt x="60323" y="46414"/>
                  </a:lnTo>
                  <a:lnTo>
                    <a:pt x="60672" y="45717"/>
                  </a:lnTo>
                  <a:lnTo>
                    <a:pt x="60999" y="45019"/>
                  </a:lnTo>
                  <a:lnTo>
                    <a:pt x="61304" y="44300"/>
                  </a:lnTo>
                  <a:lnTo>
                    <a:pt x="61587" y="43580"/>
                  </a:lnTo>
                  <a:lnTo>
                    <a:pt x="61871" y="42861"/>
                  </a:lnTo>
                  <a:lnTo>
                    <a:pt x="62132" y="42119"/>
                  </a:lnTo>
                  <a:lnTo>
                    <a:pt x="62372" y="41378"/>
                  </a:lnTo>
                  <a:lnTo>
                    <a:pt x="62590" y="40615"/>
                  </a:lnTo>
                  <a:lnTo>
                    <a:pt x="62808" y="39874"/>
                  </a:lnTo>
                  <a:lnTo>
                    <a:pt x="62982" y="39089"/>
                  </a:lnTo>
                  <a:lnTo>
                    <a:pt x="63157" y="38326"/>
                  </a:lnTo>
                  <a:lnTo>
                    <a:pt x="63309" y="37541"/>
                  </a:lnTo>
                  <a:lnTo>
                    <a:pt x="63440" y="36756"/>
                  </a:lnTo>
                  <a:lnTo>
                    <a:pt x="63549" y="35950"/>
                  </a:lnTo>
                  <a:lnTo>
                    <a:pt x="63637" y="35165"/>
                  </a:lnTo>
                  <a:lnTo>
                    <a:pt x="63724" y="34337"/>
                  </a:lnTo>
                  <a:lnTo>
                    <a:pt x="63767" y="33530"/>
                  </a:lnTo>
                  <a:lnTo>
                    <a:pt x="63789" y="32723"/>
                  </a:lnTo>
                  <a:lnTo>
                    <a:pt x="63811" y="31895"/>
                  </a:lnTo>
                  <a:lnTo>
                    <a:pt x="63789" y="31066"/>
                  </a:lnTo>
                  <a:lnTo>
                    <a:pt x="63767" y="30260"/>
                  </a:lnTo>
                  <a:lnTo>
                    <a:pt x="63724" y="29431"/>
                  </a:lnTo>
                  <a:lnTo>
                    <a:pt x="63637" y="28625"/>
                  </a:lnTo>
                  <a:lnTo>
                    <a:pt x="63549" y="27840"/>
                  </a:lnTo>
                  <a:lnTo>
                    <a:pt x="63440" y="27033"/>
                  </a:lnTo>
                  <a:lnTo>
                    <a:pt x="63309" y="26248"/>
                  </a:lnTo>
                  <a:lnTo>
                    <a:pt x="63157" y="25464"/>
                  </a:lnTo>
                  <a:lnTo>
                    <a:pt x="62982" y="24679"/>
                  </a:lnTo>
                  <a:lnTo>
                    <a:pt x="62808" y="23916"/>
                  </a:lnTo>
                  <a:lnTo>
                    <a:pt x="62590" y="23153"/>
                  </a:lnTo>
                  <a:lnTo>
                    <a:pt x="62372" y="22411"/>
                  </a:lnTo>
                  <a:lnTo>
                    <a:pt x="62132" y="21670"/>
                  </a:lnTo>
                  <a:lnTo>
                    <a:pt x="61871" y="20929"/>
                  </a:lnTo>
                  <a:lnTo>
                    <a:pt x="61587" y="20188"/>
                  </a:lnTo>
                  <a:lnTo>
                    <a:pt x="61304" y="19468"/>
                  </a:lnTo>
                  <a:lnTo>
                    <a:pt x="60999" y="18771"/>
                  </a:lnTo>
                  <a:lnTo>
                    <a:pt x="60672" y="18073"/>
                  </a:lnTo>
                  <a:lnTo>
                    <a:pt x="60323" y="17375"/>
                  </a:lnTo>
                  <a:lnTo>
                    <a:pt x="59952" y="16678"/>
                  </a:lnTo>
                  <a:lnTo>
                    <a:pt x="59582" y="16024"/>
                  </a:lnTo>
                  <a:lnTo>
                    <a:pt x="59189" y="15348"/>
                  </a:lnTo>
                  <a:lnTo>
                    <a:pt x="58775" y="14694"/>
                  </a:lnTo>
                  <a:lnTo>
                    <a:pt x="58361" y="14062"/>
                  </a:lnTo>
                  <a:lnTo>
                    <a:pt x="57925" y="13430"/>
                  </a:lnTo>
                  <a:lnTo>
                    <a:pt x="57467" y="12797"/>
                  </a:lnTo>
                  <a:lnTo>
                    <a:pt x="57009" y="12209"/>
                  </a:lnTo>
                  <a:lnTo>
                    <a:pt x="56529" y="11598"/>
                  </a:lnTo>
                  <a:lnTo>
                    <a:pt x="56028" y="11010"/>
                  </a:lnTo>
                  <a:lnTo>
                    <a:pt x="55527" y="10443"/>
                  </a:lnTo>
                  <a:lnTo>
                    <a:pt x="55003" y="9876"/>
                  </a:lnTo>
                  <a:lnTo>
                    <a:pt x="54458" y="9331"/>
                  </a:lnTo>
                  <a:lnTo>
                    <a:pt x="53913" y="8808"/>
                  </a:lnTo>
                  <a:lnTo>
                    <a:pt x="53368" y="8285"/>
                  </a:lnTo>
                  <a:lnTo>
                    <a:pt x="52780" y="7783"/>
                  </a:lnTo>
                  <a:lnTo>
                    <a:pt x="52191" y="7282"/>
                  </a:lnTo>
                  <a:lnTo>
                    <a:pt x="51602" y="6802"/>
                  </a:lnTo>
                  <a:lnTo>
                    <a:pt x="50992" y="6322"/>
                  </a:lnTo>
                  <a:lnTo>
                    <a:pt x="50382" y="5886"/>
                  </a:lnTo>
                  <a:lnTo>
                    <a:pt x="49749" y="5450"/>
                  </a:lnTo>
                  <a:lnTo>
                    <a:pt x="49095" y="5014"/>
                  </a:lnTo>
                  <a:lnTo>
                    <a:pt x="48441" y="4622"/>
                  </a:lnTo>
                  <a:lnTo>
                    <a:pt x="47787" y="4230"/>
                  </a:lnTo>
                  <a:lnTo>
                    <a:pt x="47112" y="3837"/>
                  </a:lnTo>
                  <a:lnTo>
                    <a:pt x="46436" y="3488"/>
                  </a:lnTo>
                  <a:lnTo>
                    <a:pt x="45738" y="3139"/>
                  </a:lnTo>
                  <a:lnTo>
                    <a:pt x="45040" y="2812"/>
                  </a:lnTo>
                  <a:lnTo>
                    <a:pt x="44321" y="2507"/>
                  </a:lnTo>
                  <a:lnTo>
                    <a:pt x="43602" y="2202"/>
                  </a:lnTo>
                  <a:lnTo>
                    <a:pt x="42882" y="1919"/>
                  </a:lnTo>
                  <a:lnTo>
                    <a:pt x="42141" y="1679"/>
                  </a:lnTo>
                  <a:lnTo>
                    <a:pt x="41400" y="1417"/>
                  </a:lnTo>
                  <a:lnTo>
                    <a:pt x="40637" y="1199"/>
                  </a:lnTo>
                  <a:lnTo>
                    <a:pt x="39874" y="1003"/>
                  </a:lnTo>
                  <a:lnTo>
                    <a:pt x="39111" y="807"/>
                  </a:lnTo>
                  <a:lnTo>
                    <a:pt x="38348" y="632"/>
                  </a:lnTo>
                  <a:lnTo>
                    <a:pt x="37563" y="502"/>
                  </a:lnTo>
                  <a:lnTo>
                    <a:pt x="36778" y="371"/>
                  </a:lnTo>
                  <a:lnTo>
                    <a:pt x="35971" y="240"/>
                  </a:lnTo>
                  <a:lnTo>
                    <a:pt x="35165" y="153"/>
                  </a:lnTo>
                  <a:lnTo>
                    <a:pt x="34358" y="87"/>
                  </a:lnTo>
                  <a:lnTo>
                    <a:pt x="33551" y="44"/>
                  </a:lnTo>
                  <a:lnTo>
                    <a:pt x="3272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0" name="Google Shape;11130;p80"/>
            <p:cNvSpPr/>
            <p:nvPr/>
          </p:nvSpPr>
          <p:spPr>
            <a:xfrm>
              <a:off x="898650" y="2755775"/>
              <a:ext cx="1595275" cy="1594750"/>
            </a:xfrm>
            <a:custGeom>
              <a:rect b="b" l="l" r="r" t="t"/>
              <a:pathLst>
                <a:path extrusionOk="0" fill="none" h="63790" w="63811">
                  <a:moveTo>
                    <a:pt x="63811" y="31895"/>
                  </a:moveTo>
                  <a:lnTo>
                    <a:pt x="63811" y="31895"/>
                  </a:lnTo>
                  <a:lnTo>
                    <a:pt x="63789" y="32723"/>
                  </a:lnTo>
                  <a:lnTo>
                    <a:pt x="63767" y="33530"/>
                  </a:lnTo>
                  <a:lnTo>
                    <a:pt x="63724" y="34337"/>
                  </a:lnTo>
                  <a:lnTo>
                    <a:pt x="63637" y="35165"/>
                  </a:lnTo>
                  <a:lnTo>
                    <a:pt x="63549" y="35950"/>
                  </a:lnTo>
                  <a:lnTo>
                    <a:pt x="63440" y="36756"/>
                  </a:lnTo>
                  <a:lnTo>
                    <a:pt x="63309" y="37541"/>
                  </a:lnTo>
                  <a:lnTo>
                    <a:pt x="63157" y="38326"/>
                  </a:lnTo>
                  <a:lnTo>
                    <a:pt x="62982" y="39089"/>
                  </a:lnTo>
                  <a:lnTo>
                    <a:pt x="62808" y="39874"/>
                  </a:lnTo>
                  <a:lnTo>
                    <a:pt x="62590" y="40615"/>
                  </a:lnTo>
                  <a:lnTo>
                    <a:pt x="62372" y="41378"/>
                  </a:lnTo>
                  <a:lnTo>
                    <a:pt x="62132" y="42119"/>
                  </a:lnTo>
                  <a:lnTo>
                    <a:pt x="61871" y="42861"/>
                  </a:lnTo>
                  <a:lnTo>
                    <a:pt x="61587" y="43580"/>
                  </a:lnTo>
                  <a:lnTo>
                    <a:pt x="61304" y="44300"/>
                  </a:lnTo>
                  <a:lnTo>
                    <a:pt x="60999" y="45019"/>
                  </a:lnTo>
                  <a:lnTo>
                    <a:pt x="60672" y="45717"/>
                  </a:lnTo>
                  <a:lnTo>
                    <a:pt x="60323" y="46414"/>
                  </a:lnTo>
                  <a:lnTo>
                    <a:pt x="59952" y="47090"/>
                  </a:lnTo>
                  <a:lnTo>
                    <a:pt x="59582" y="47766"/>
                  </a:lnTo>
                  <a:lnTo>
                    <a:pt x="59189" y="48442"/>
                  </a:lnTo>
                  <a:lnTo>
                    <a:pt x="58775" y="49096"/>
                  </a:lnTo>
                  <a:lnTo>
                    <a:pt x="58361" y="49728"/>
                  </a:lnTo>
                  <a:lnTo>
                    <a:pt x="57925" y="50360"/>
                  </a:lnTo>
                  <a:lnTo>
                    <a:pt x="57467" y="50971"/>
                  </a:lnTo>
                  <a:lnTo>
                    <a:pt x="57009" y="51581"/>
                  </a:lnTo>
                  <a:lnTo>
                    <a:pt x="56529" y="52191"/>
                  </a:lnTo>
                  <a:lnTo>
                    <a:pt x="56028" y="52758"/>
                  </a:lnTo>
                  <a:lnTo>
                    <a:pt x="55527" y="53347"/>
                  </a:lnTo>
                  <a:lnTo>
                    <a:pt x="55003" y="53892"/>
                  </a:lnTo>
                  <a:lnTo>
                    <a:pt x="54458" y="54459"/>
                  </a:lnTo>
                  <a:lnTo>
                    <a:pt x="53913" y="54982"/>
                  </a:lnTo>
                  <a:lnTo>
                    <a:pt x="53368" y="55505"/>
                  </a:lnTo>
                  <a:lnTo>
                    <a:pt x="52780" y="56007"/>
                  </a:lnTo>
                  <a:lnTo>
                    <a:pt x="52191" y="56508"/>
                  </a:lnTo>
                  <a:lnTo>
                    <a:pt x="51602" y="56988"/>
                  </a:lnTo>
                  <a:lnTo>
                    <a:pt x="50992" y="57445"/>
                  </a:lnTo>
                  <a:lnTo>
                    <a:pt x="50382" y="57903"/>
                  </a:lnTo>
                  <a:lnTo>
                    <a:pt x="49749" y="58339"/>
                  </a:lnTo>
                  <a:lnTo>
                    <a:pt x="49095" y="58775"/>
                  </a:lnTo>
                  <a:lnTo>
                    <a:pt x="48441" y="59168"/>
                  </a:lnTo>
                  <a:lnTo>
                    <a:pt x="47787" y="59560"/>
                  </a:lnTo>
                  <a:lnTo>
                    <a:pt x="47112" y="59953"/>
                  </a:lnTo>
                  <a:lnTo>
                    <a:pt x="46436" y="60301"/>
                  </a:lnTo>
                  <a:lnTo>
                    <a:pt x="45738" y="60650"/>
                  </a:lnTo>
                  <a:lnTo>
                    <a:pt x="45040" y="60977"/>
                  </a:lnTo>
                  <a:lnTo>
                    <a:pt x="44321" y="61282"/>
                  </a:lnTo>
                  <a:lnTo>
                    <a:pt x="43602" y="61588"/>
                  </a:lnTo>
                  <a:lnTo>
                    <a:pt x="42882" y="61849"/>
                  </a:lnTo>
                  <a:lnTo>
                    <a:pt x="42141" y="62111"/>
                  </a:lnTo>
                  <a:lnTo>
                    <a:pt x="41400" y="62351"/>
                  </a:lnTo>
                  <a:lnTo>
                    <a:pt x="40637" y="62590"/>
                  </a:lnTo>
                  <a:lnTo>
                    <a:pt x="39874" y="62787"/>
                  </a:lnTo>
                  <a:lnTo>
                    <a:pt x="39111" y="62983"/>
                  </a:lnTo>
                  <a:lnTo>
                    <a:pt x="38348" y="63136"/>
                  </a:lnTo>
                  <a:lnTo>
                    <a:pt x="37563" y="63288"/>
                  </a:lnTo>
                  <a:lnTo>
                    <a:pt x="36778" y="63419"/>
                  </a:lnTo>
                  <a:lnTo>
                    <a:pt x="35971" y="63528"/>
                  </a:lnTo>
                  <a:lnTo>
                    <a:pt x="35165" y="63637"/>
                  </a:lnTo>
                  <a:lnTo>
                    <a:pt x="34358" y="63702"/>
                  </a:lnTo>
                  <a:lnTo>
                    <a:pt x="33551" y="63746"/>
                  </a:lnTo>
                  <a:lnTo>
                    <a:pt x="32723" y="63790"/>
                  </a:lnTo>
                  <a:lnTo>
                    <a:pt x="31916" y="63790"/>
                  </a:lnTo>
                  <a:lnTo>
                    <a:pt x="31916" y="63790"/>
                  </a:lnTo>
                  <a:lnTo>
                    <a:pt x="31088" y="63790"/>
                  </a:lnTo>
                  <a:lnTo>
                    <a:pt x="30259" y="63746"/>
                  </a:lnTo>
                  <a:lnTo>
                    <a:pt x="29453" y="63702"/>
                  </a:lnTo>
                  <a:lnTo>
                    <a:pt x="28646" y="63637"/>
                  </a:lnTo>
                  <a:lnTo>
                    <a:pt x="27840" y="63528"/>
                  </a:lnTo>
                  <a:lnTo>
                    <a:pt x="27055" y="63419"/>
                  </a:lnTo>
                  <a:lnTo>
                    <a:pt x="26270" y="63288"/>
                  </a:lnTo>
                  <a:lnTo>
                    <a:pt x="25485" y="63136"/>
                  </a:lnTo>
                  <a:lnTo>
                    <a:pt x="24700" y="62983"/>
                  </a:lnTo>
                  <a:lnTo>
                    <a:pt x="23937" y="62787"/>
                  </a:lnTo>
                  <a:lnTo>
                    <a:pt x="23174" y="62590"/>
                  </a:lnTo>
                  <a:lnTo>
                    <a:pt x="22433" y="62351"/>
                  </a:lnTo>
                  <a:lnTo>
                    <a:pt x="21670" y="62111"/>
                  </a:lnTo>
                  <a:lnTo>
                    <a:pt x="20951" y="61849"/>
                  </a:lnTo>
                  <a:lnTo>
                    <a:pt x="20209" y="61588"/>
                  </a:lnTo>
                  <a:lnTo>
                    <a:pt x="19490" y="61282"/>
                  </a:lnTo>
                  <a:lnTo>
                    <a:pt x="18792" y="60977"/>
                  </a:lnTo>
                  <a:lnTo>
                    <a:pt x="18073" y="60650"/>
                  </a:lnTo>
                  <a:lnTo>
                    <a:pt x="17397" y="60301"/>
                  </a:lnTo>
                  <a:lnTo>
                    <a:pt x="16699" y="59953"/>
                  </a:lnTo>
                  <a:lnTo>
                    <a:pt x="16024" y="59560"/>
                  </a:lnTo>
                  <a:lnTo>
                    <a:pt x="15370" y="59168"/>
                  </a:lnTo>
                  <a:lnTo>
                    <a:pt x="14716" y="58775"/>
                  </a:lnTo>
                  <a:lnTo>
                    <a:pt x="14083" y="58339"/>
                  </a:lnTo>
                  <a:lnTo>
                    <a:pt x="13451" y="57903"/>
                  </a:lnTo>
                  <a:lnTo>
                    <a:pt x="12819" y="57445"/>
                  </a:lnTo>
                  <a:lnTo>
                    <a:pt x="12208" y="56988"/>
                  </a:lnTo>
                  <a:lnTo>
                    <a:pt x="11620" y="56508"/>
                  </a:lnTo>
                  <a:lnTo>
                    <a:pt x="11031" y="56007"/>
                  </a:lnTo>
                  <a:lnTo>
                    <a:pt x="10464" y="55505"/>
                  </a:lnTo>
                  <a:lnTo>
                    <a:pt x="9898" y="54982"/>
                  </a:lnTo>
                  <a:lnTo>
                    <a:pt x="9353" y="54459"/>
                  </a:lnTo>
                  <a:lnTo>
                    <a:pt x="8829" y="53892"/>
                  </a:lnTo>
                  <a:lnTo>
                    <a:pt x="8306" y="53347"/>
                  </a:lnTo>
                  <a:lnTo>
                    <a:pt x="7783" y="52758"/>
                  </a:lnTo>
                  <a:lnTo>
                    <a:pt x="7303" y="52191"/>
                  </a:lnTo>
                  <a:lnTo>
                    <a:pt x="6824" y="51581"/>
                  </a:lnTo>
                  <a:lnTo>
                    <a:pt x="6344" y="50971"/>
                  </a:lnTo>
                  <a:lnTo>
                    <a:pt x="5886" y="50360"/>
                  </a:lnTo>
                  <a:lnTo>
                    <a:pt x="5450" y="49728"/>
                  </a:lnTo>
                  <a:lnTo>
                    <a:pt x="5036" y="49096"/>
                  </a:lnTo>
                  <a:lnTo>
                    <a:pt x="4622" y="48442"/>
                  </a:lnTo>
                  <a:lnTo>
                    <a:pt x="4229" y="47766"/>
                  </a:lnTo>
                  <a:lnTo>
                    <a:pt x="3859" y="47090"/>
                  </a:lnTo>
                  <a:lnTo>
                    <a:pt x="3510" y="46414"/>
                  </a:lnTo>
                  <a:lnTo>
                    <a:pt x="3161" y="45717"/>
                  </a:lnTo>
                  <a:lnTo>
                    <a:pt x="2834" y="45019"/>
                  </a:lnTo>
                  <a:lnTo>
                    <a:pt x="2507" y="44300"/>
                  </a:lnTo>
                  <a:lnTo>
                    <a:pt x="2224" y="43580"/>
                  </a:lnTo>
                  <a:lnTo>
                    <a:pt x="1940" y="42861"/>
                  </a:lnTo>
                  <a:lnTo>
                    <a:pt x="1679" y="42119"/>
                  </a:lnTo>
                  <a:lnTo>
                    <a:pt x="1439" y="41378"/>
                  </a:lnTo>
                  <a:lnTo>
                    <a:pt x="1221" y="40615"/>
                  </a:lnTo>
                  <a:lnTo>
                    <a:pt x="1025" y="39874"/>
                  </a:lnTo>
                  <a:lnTo>
                    <a:pt x="828" y="39089"/>
                  </a:lnTo>
                  <a:lnTo>
                    <a:pt x="654" y="38326"/>
                  </a:lnTo>
                  <a:lnTo>
                    <a:pt x="501" y="37541"/>
                  </a:lnTo>
                  <a:lnTo>
                    <a:pt x="371" y="36756"/>
                  </a:lnTo>
                  <a:lnTo>
                    <a:pt x="262" y="35950"/>
                  </a:lnTo>
                  <a:lnTo>
                    <a:pt x="174" y="35165"/>
                  </a:lnTo>
                  <a:lnTo>
                    <a:pt x="109" y="34337"/>
                  </a:lnTo>
                  <a:lnTo>
                    <a:pt x="44" y="33530"/>
                  </a:lnTo>
                  <a:lnTo>
                    <a:pt x="22" y="32723"/>
                  </a:lnTo>
                  <a:lnTo>
                    <a:pt x="0" y="31895"/>
                  </a:lnTo>
                  <a:lnTo>
                    <a:pt x="0" y="31895"/>
                  </a:lnTo>
                  <a:lnTo>
                    <a:pt x="22" y="31066"/>
                  </a:lnTo>
                  <a:lnTo>
                    <a:pt x="44" y="30260"/>
                  </a:lnTo>
                  <a:lnTo>
                    <a:pt x="109" y="29431"/>
                  </a:lnTo>
                  <a:lnTo>
                    <a:pt x="174" y="28625"/>
                  </a:lnTo>
                  <a:lnTo>
                    <a:pt x="262" y="27840"/>
                  </a:lnTo>
                  <a:lnTo>
                    <a:pt x="371" y="27033"/>
                  </a:lnTo>
                  <a:lnTo>
                    <a:pt x="501" y="26248"/>
                  </a:lnTo>
                  <a:lnTo>
                    <a:pt x="654" y="25464"/>
                  </a:lnTo>
                  <a:lnTo>
                    <a:pt x="828" y="24679"/>
                  </a:lnTo>
                  <a:lnTo>
                    <a:pt x="1025" y="23916"/>
                  </a:lnTo>
                  <a:lnTo>
                    <a:pt x="1221" y="23153"/>
                  </a:lnTo>
                  <a:lnTo>
                    <a:pt x="1439" y="22411"/>
                  </a:lnTo>
                  <a:lnTo>
                    <a:pt x="1679" y="21670"/>
                  </a:lnTo>
                  <a:lnTo>
                    <a:pt x="1940" y="20929"/>
                  </a:lnTo>
                  <a:lnTo>
                    <a:pt x="2224" y="20188"/>
                  </a:lnTo>
                  <a:lnTo>
                    <a:pt x="2507" y="19468"/>
                  </a:lnTo>
                  <a:lnTo>
                    <a:pt x="2834" y="18771"/>
                  </a:lnTo>
                  <a:lnTo>
                    <a:pt x="3161" y="18073"/>
                  </a:lnTo>
                  <a:lnTo>
                    <a:pt x="3510" y="17375"/>
                  </a:lnTo>
                  <a:lnTo>
                    <a:pt x="3859" y="16678"/>
                  </a:lnTo>
                  <a:lnTo>
                    <a:pt x="4229" y="16024"/>
                  </a:lnTo>
                  <a:lnTo>
                    <a:pt x="4622" y="15348"/>
                  </a:lnTo>
                  <a:lnTo>
                    <a:pt x="5036" y="14694"/>
                  </a:lnTo>
                  <a:lnTo>
                    <a:pt x="5450" y="14062"/>
                  </a:lnTo>
                  <a:lnTo>
                    <a:pt x="5886" y="13430"/>
                  </a:lnTo>
                  <a:lnTo>
                    <a:pt x="6344" y="12797"/>
                  </a:lnTo>
                  <a:lnTo>
                    <a:pt x="6824" y="12209"/>
                  </a:lnTo>
                  <a:lnTo>
                    <a:pt x="7303" y="11598"/>
                  </a:lnTo>
                  <a:lnTo>
                    <a:pt x="7783" y="11010"/>
                  </a:lnTo>
                  <a:lnTo>
                    <a:pt x="8306" y="10443"/>
                  </a:lnTo>
                  <a:lnTo>
                    <a:pt x="8829" y="9876"/>
                  </a:lnTo>
                  <a:lnTo>
                    <a:pt x="9353" y="9331"/>
                  </a:lnTo>
                  <a:lnTo>
                    <a:pt x="9898" y="8808"/>
                  </a:lnTo>
                  <a:lnTo>
                    <a:pt x="10464" y="8285"/>
                  </a:lnTo>
                  <a:lnTo>
                    <a:pt x="11031" y="7783"/>
                  </a:lnTo>
                  <a:lnTo>
                    <a:pt x="11620" y="7282"/>
                  </a:lnTo>
                  <a:lnTo>
                    <a:pt x="12208" y="6802"/>
                  </a:lnTo>
                  <a:lnTo>
                    <a:pt x="12819" y="6322"/>
                  </a:lnTo>
                  <a:lnTo>
                    <a:pt x="13451" y="5886"/>
                  </a:lnTo>
                  <a:lnTo>
                    <a:pt x="14083" y="5450"/>
                  </a:lnTo>
                  <a:lnTo>
                    <a:pt x="14716" y="5014"/>
                  </a:lnTo>
                  <a:lnTo>
                    <a:pt x="15370" y="4622"/>
                  </a:lnTo>
                  <a:lnTo>
                    <a:pt x="16024" y="4230"/>
                  </a:lnTo>
                  <a:lnTo>
                    <a:pt x="16699" y="3837"/>
                  </a:lnTo>
                  <a:lnTo>
                    <a:pt x="17397" y="3488"/>
                  </a:lnTo>
                  <a:lnTo>
                    <a:pt x="18073" y="3139"/>
                  </a:lnTo>
                  <a:lnTo>
                    <a:pt x="18792" y="2812"/>
                  </a:lnTo>
                  <a:lnTo>
                    <a:pt x="19490" y="2507"/>
                  </a:lnTo>
                  <a:lnTo>
                    <a:pt x="20209" y="2202"/>
                  </a:lnTo>
                  <a:lnTo>
                    <a:pt x="20951" y="1919"/>
                  </a:lnTo>
                  <a:lnTo>
                    <a:pt x="21670" y="1679"/>
                  </a:lnTo>
                  <a:lnTo>
                    <a:pt x="22433" y="1417"/>
                  </a:lnTo>
                  <a:lnTo>
                    <a:pt x="23174" y="1199"/>
                  </a:lnTo>
                  <a:lnTo>
                    <a:pt x="23937" y="1003"/>
                  </a:lnTo>
                  <a:lnTo>
                    <a:pt x="24700" y="807"/>
                  </a:lnTo>
                  <a:lnTo>
                    <a:pt x="25485" y="632"/>
                  </a:lnTo>
                  <a:lnTo>
                    <a:pt x="26270" y="502"/>
                  </a:lnTo>
                  <a:lnTo>
                    <a:pt x="27055" y="371"/>
                  </a:lnTo>
                  <a:lnTo>
                    <a:pt x="27840" y="240"/>
                  </a:lnTo>
                  <a:lnTo>
                    <a:pt x="28646" y="153"/>
                  </a:lnTo>
                  <a:lnTo>
                    <a:pt x="29453" y="87"/>
                  </a:lnTo>
                  <a:lnTo>
                    <a:pt x="30259" y="44"/>
                  </a:lnTo>
                  <a:lnTo>
                    <a:pt x="31088" y="0"/>
                  </a:lnTo>
                  <a:lnTo>
                    <a:pt x="31916" y="0"/>
                  </a:lnTo>
                  <a:lnTo>
                    <a:pt x="31916" y="0"/>
                  </a:lnTo>
                  <a:lnTo>
                    <a:pt x="32723" y="0"/>
                  </a:lnTo>
                  <a:lnTo>
                    <a:pt x="33551" y="44"/>
                  </a:lnTo>
                  <a:lnTo>
                    <a:pt x="34358" y="87"/>
                  </a:lnTo>
                  <a:lnTo>
                    <a:pt x="35165" y="153"/>
                  </a:lnTo>
                  <a:lnTo>
                    <a:pt x="35971" y="240"/>
                  </a:lnTo>
                  <a:lnTo>
                    <a:pt x="36778" y="371"/>
                  </a:lnTo>
                  <a:lnTo>
                    <a:pt x="37563" y="502"/>
                  </a:lnTo>
                  <a:lnTo>
                    <a:pt x="38348" y="632"/>
                  </a:lnTo>
                  <a:lnTo>
                    <a:pt x="39111" y="807"/>
                  </a:lnTo>
                  <a:lnTo>
                    <a:pt x="39874" y="1003"/>
                  </a:lnTo>
                  <a:lnTo>
                    <a:pt x="40637" y="1199"/>
                  </a:lnTo>
                  <a:lnTo>
                    <a:pt x="41400" y="1417"/>
                  </a:lnTo>
                  <a:lnTo>
                    <a:pt x="42141" y="1679"/>
                  </a:lnTo>
                  <a:lnTo>
                    <a:pt x="42882" y="1919"/>
                  </a:lnTo>
                  <a:lnTo>
                    <a:pt x="43602" y="2202"/>
                  </a:lnTo>
                  <a:lnTo>
                    <a:pt x="44321" y="2507"/>
                  </a:lnTo>
                  <a:lnTo>
                    <a:pt x="45040" y="2812"/>
                  </a:lnTo>
                  <a:lnTo>
                    <a:pt x="45738" y="3139"/>
                  </a:lnTo>
                  <a:lnTo>
                    <a:pt x="46436" y="3488"/>
                  </a:lnTo>
                  <a:lnTo>
                    <a:pt x="47112" y="3837"/>
                  </a:lnTo>
                  <a:lnTo>
                    <a:pt x="47787" y="4230"/>
                  </a:lnTo>
                  <a:lnTo>
                    <a:pt x="48441" y="4622"/>
                  </a:lnTo>
                  <a:lnTo>
                    <a:pt x="49095" y="5014"/>
                  </a:lnTo>
                  <a:lnTo>
                    <a:pt x="49749" y="5450"/>
                  </a:lnTo>
                  <a:lnTo>
                    <a:pt x="50382" y="5886"/>
                  </a:lnTo>
                  <a:lnTo>
                    <a:pt x="50992" y="6322"/>
                  </a:lnTo>
                  <a:lnTo>
                    <a:pt x="51602" y="6802"/>
                  </a:lnTo>
                  <a:lnTo>
                    <a:pt x="52191" y="7282"/>
                  </a:lnTo>
                  <a:lnTo>
                    <a:pt x="52780" y="7783"/>
                  </a:lnTo>
                  <a:lnTo>
                    <a:pt x="53368" y="8285"/>
                  </a:lnTo>
                  <a:lnTo>
                    <a:pt x="53913" y="8808"/>
                  </a:lnTo>
                  <a:lnTo>
                    <a:pt x="54458" y="9331"/>
                  </a:lnTo>
                  <a:lnTo>
                    <a:pt x="55003" y="9876"/>
                  </a:lnTo>
                  <a:lnTo>
                    <a:pt x="55527" y="10443"/>
                  </a:lnTo>
                  <a:lnTo>
                    <a:pt x="56028" y="11010"/>
                  </a:lnTo>
                  <a:lnTo>
                    <a:pt x="56529" y="11598"/>
                  </a:lnTo>
                  <a:lnTo>
                    <a:pt x="57009" y="12209"/>
                  </a:lnTo>
                  <a:lnTo>
                    <a:pt x="57467" y="12797"/>
                  </a:lnTo>
                  <a:lnTo>
                    <a:pt x="57925" y="13430"/>
                  </a:lnTo>
                  <a:lnTo>
                    <a:pt x="58361" y="14062"/>
                  </a:lnTo>
                  <a:lnTo>
                    <a:pt x="58775" y="14694"/>
                  </a:lnTo>
                  <a:lnTo>
                    <a:pt x="59189" y="15348"/>
                  </a:lnTo>
                  <a:lnTo>
                    <a:pt x="59582" y="16024"/>
                  </a:lnTo>
                  <a:lnTo>
                    <a:pt x="59952" y="16678"/>
                  </a:lnTo>
                  <a:lnTo>
                    <a:pt x="60323" y="17375"/>
                  </a:lnTo>
                  <a:lnTo>
                    <a:pt x="60672" y="18073"/>
                  </a:lnTo>
                  <a:lnTo>
                    <a:pt x="60999" y="18771"/>
                  </a:lnTo>
                  <a:lnTo>
                    <a:pt x="61304" y="19468"/>
                  </a:lnTo>
                  <a:lnTo>
                    <a:pt x="61587" y="20188"/>
                  </a:lnTo>
                  <a:lnTo>
                    <a:pt x="61871" y="20929"/>
                  </a:lnTo>
                  <a:lnTo>
                    <a:pt x="62132" y="21670"/>
                  </a:lnTo>
                  <a:lnTo>
                    <a:pt x="62372" y="22411"/>
                  </a:lnTo>
                  <a:lnTo>
                    <a:pt x="62590" y="23153"/>
                  </a:lnTo>
                  <a:lnTo>
                    <a:pt x="62808" y="23916"/>
                  </a:lnTo>
                  <a:lnTo>
                    <a:pt x="62982" y="24679"/>
                  </a:lnTo>
                  <a:lnTo>
                    <a:pt x="63157" y="25464"/>
                  </a:lnTo>
                  <a:lnTo>
                    <a:pt x="63309" y="26248"/>
                  </a:lnTo>
                  <a:lnTo>
                    <a:pt x="63440" y="27033"/>
                  </a:lnTo>
                  <a:lnTo>
                    <a:pt x="63549" y="27840"/>
                  </a:lnTo>
                  <a:lnTo>
                    <a:pt x="63637" y="28625"/>
                  </a:lnTo>
                  <a:lnTo>
                    <a:pt x="63724" y="29431"/>
                  </a:lnTo>
                  <a:lnTo>
                    <a:pt x="63767" y="30260"/>
                  </a:lnTo>
                  <a:lnTo>
                    <a:pt x="63789" y="31066"/>
                  </a:lnTo>
                  <a:lnTo>
                    <a:pt x="63811" y="3189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1" name="Google Shape;11131;p80"/>
            <p:cNvSpPr/>
            <p:nvPr/>
          </p:nvSpPr>
          <p:spPr>
            <a:xfrm>
              <a:off x="962950" y="2820075"/>
              <a:ext cx="1466675" cy="1466150"/>
            </a:xfrm>
            <a:custGeom>
              <a:rect b="b" l="l" r="r" t="t"/>
              <a:pathLst>
                <a:path extrusionOk="0" h="58646" w="58667">
                  <a:moveTo>
                    <a:pt x="28603" y="1"/>
                  </a:moveTo>
                  <a:lnTo>
                    <a:pt x="27884" y="22"/>
                  </a:lnTo>
                  <a:lnTo>
                    <a:pt x="27142" y="66"/>
                  </a:lnTo>
                  <a:lnTo>
                    <a:pt x="26423" y="131"/>
                  </a:lnTo>
                  <a:lnTo>
                    <a:pt x="25704" y="219"/>
                  </a:lnTo>
                  <a:lnTo>
                    <a:pt x="24984" y="306"/>
                  </a:lnTo>
                  <a:lnTo>
                    <a:pt x="24287" y="415"/>
                  </a:lnTo>
                  <a:lnTo>
                    <a:pt x="23567" y="546"/>
                  </a:lnTo>
                  <a:lnTo>
                    <a:pt x="22870" y="698"/>
                  </a:lnTo>
                  <a:lnTo>
                    <a:pt x="22172" y="873"/>
                  </a:lnTo>
                  <a:lnTo>
                    <a:pt x="21474" y="1047"/>
                  </a:lnTo>
                  <a:lnTo>
                    <a:pt x="20798" y="1243"/>
                  </a:lnTo>
                  <a:lnTo>
                    <a:pt x="20123" y="1461"/>
                  </a:lnTo>
                  <a:lnTo>
                    <a:pt x="19447" y="1701"/>
                  </a:lnTo>
                  <a:lnTo>
                    <a:pt x="18771" y="1941"/>
                  </a:lnTo>
                  <a:lnTo>
                    <a:pt x="18117" y="2203"/>
                  </a:lnTo>
                  <a:lnTo>
                    <a:pt x="17463" y="2486"/>
                  </a:lnTo>
                  <a:lnTo>
                    <a:pt x="16809" y="2791"/>
                  </a:lnTo>
                  <a:lnTo>
                    <a:pt x="16155" y="3096"/>
                  </a:lnTo>
                  <a:lnTo>
                    <a:pt x="15523" y="3423"/>
                  </a:lnTo>
                  <a:lnTo>
                    <a:pt x="14912" y="3772"/>
                  </a:lnTo>
                  <a:lnTo>
                    <a:pt x="14280" y="4143"/>
                  </a:lnTo>
                  <a:lnTo>
                    <a:pt x="13670" y="4513"/>
                  </a:lnTo>
                  <a:lnTo>
                    <a:pt x="13081" y="4906"/>
                  </a:lnTo>
                  <a:lnTo>
                    <a:pt x="12492" y="5320"/>
                  </a:lnTo>
                  <a:lnTo>
                    <a:pt x="11904" y="5734"/>
                  </a:lnTo>
                  <a:lnTo>
                    <a:pt x="11315" y="6170"/>
                  </a:lnTo>
                  <a:lnTo>
                    <a:pt x="10748" y="6628"/>
                  </a:lnTo>
                  <a:lnTo>
                    <a:pt x="10203" y="7086"/>
                  </a:lnTo>
                  <a:lnTo>
                    <a:pt x="9658" y="7566"/>
                  </a:lnTo>
                  <a:lnTo>
                    <a:pt x="9113" y="8067"/>
                  </a:lnTo>
                  <a:lnTo>
                    <a:pt x="8590" y="8590"/>
                  </a:lnTo>
                  <a:lnTo>
                    <a:pt x="8089" y="9113"/>
                  </a:lnTo>
                  <a:lnTo>
                    <a:pt x="7587" y="9637"/>
                  </a:lnTo>
                  <a:lnTo>
                    <a:pt x="7108" y="10182"/>
                  </a:lnTo>
                  <a:lnTo>
                    <a:pt x="6650" y="10749"/>
                  </a:lnTo>
                  <a:lnTo>
                    <a:pt x="6192" y="11315"/>
                  </a:lnTo>
                  <a:lnTo>
                    <a:pt x="5756" y="11882"/>
                  </a:lnTo>
                  <a:lnTo>
                    <a:pt x="5320" y="12471"/>
                  </a:lnTo>
                  <a:lnTo>
                    <a:pt x="4927" y="13059"/>
                  </a:lnTo>
                  <a:lnTo>
                    <a:pt x="4535" y="13648"/>
                  </a:lnTo>
                  <a:lnTo>
                    <a:pt x="4143" y="14258"/>
                  </a:lnTo>
                  <a:lnTo>
                    <a:pt x="3794" y="14891"/>
                  </a:lnTo>
                  <a:lnTo>
                    <a:pt x="3445" y="15523"/>
                  </a:lnTo>
                  <a:lnTo>
                    <a:pt x="3118" y="16155"/>
                  </a:lnTo>
                  <a:lnTo>
                    <a:pt x="2813" y="16787"/>
                  </a:lnTo>
                  <a:lnTo>
                    <a:pt x="2508" y="17441"/>
                  </a:lnTo>
                  <a:lnTo>
                    <a:pt x="2224" y="18095"/>
                  </a:lnTo>
                  <a:lnTo>
                    <a:pt x="1963" y="18749"/>
                  </a:lnTo>
                  <a:lnTo>
                    <a:pt x="1723" y="19425"/>
                  </a:lnTo>
                  <a:lnTo>
                    <a:pt x="1483" y="20101"/>
                  </a:lnTo>
                  <a:lnTo>
                    <a:pt x="1265" y="20777"/>
                  </a:lnTo>
                  <a:lnTo>
                    <a:pt x="1069" y="21453"/>
                  </a:lnTo>
                  <a:lnTo>
                    <a:pt x="894" y="22150"/>
                  </a:lnTo>
                  <a:lnTo>
                    <a:pt x="720" y="22848"/>
                  </a:lnTo>
                  <a:lnTo>
                    <a:pt x="567" y="23546"/>
                  </a:lnTo>
                  <a:lnTo>
                    <a:pt x="437" y="24265"/>
                  </a:lnTo>
                  <a:lnTo>
                    <a:pt x="328" y="24963"/>
                  </a:lnTo>
                  <a:lnTo>
                    <a:pt x="219" y="25682"/>
                  </a:lnTo>
                  <a:lnTo>
                    <a:pt x="153" y="26402"/>
                  </a:lnTo>
                  <a:lnTo>
                    <a:pt x="88" y="27121"/>
                  </a:lnTo>
                  <a:lnTo>
                    <a:pt x="44" y="27862"/>
                  </a:lnTo>
                  <a:lnTo>
                    <a:pt x="22" y="28582"/>
                  </a:lnTo>
                  <a:lnTo>
                    <a:pt x="0" y="29323"/>
                  </a:lnTo>
                  <a:lnTo>
                    <a:pt x="22" y="30064"/>
                  </a:lnTo>
                  <a:lnTo>
                    <a:pt x="44" y="30784"/>
                  </a:lnTo>
                  <a:lnTo>
                    <a:pt x="88" y="31503"/>
                  </a:lnTo>
                  <a:lnTo>
                    <a:pt x="153" y="32244"/>
                  </a:lnTo>
                  <a:lnTo>
                    <a:pt x="219" y="32964"/>
                  </a:lnTo>
                  <a:lnTo>
                    <a:pt x="328" y="33661"/>
                  </a:lnTo>
                  <a:lnTo>
                    <a:pt x="437" y="34381"/>
                  </a:lnTo>
                  <a:lnTo>
                    <a:pt x="567" y="35078"/>
                  </a:lnTo>
                  <a:lnTo>
                    <a:pt x="720" y="35798"/>
                  </a:lnTo>
                  <a:lnTo>
                    <a:pt x="894" y="36495"/>
                  </a:lnTo>
                  <a:lnTo>
                    <a:pt x="1069" y="37171"/>
                  </a:lnTo>
                  <a:lnTo>
                    <a:pt x="1265" y="37869"/>
                  </a:lnTo>
                  <a:lnTo>
                    <a:pt x="1483" y="38545"/>
                  </a:lnTo>
                  <a:lnTo>
                    <a:pt x="1723" y="39220"/>
                  </a:lnTo>
                  <a:lnTo>
                    <a:pt x="1963" y="39896"/>
                  </a:lnTo>
                  <a:lnTo>
                    <a:pt x="2224" y="40550"/>
                  </a:lnTo>
                  <a:lnTo>
                    <a:pt x="2508" y="41204"/>
                  </a:lnTo>
                  <a:lnTo>
                    <a:pt x="2813" y="41858"/>
                  </a:lnTo>
                  <a:lnTo>
                    <a:pt x="3118" y="42491"/>
                  </a:lnTo>
                  <a:lnTo>
                    <a:pt x="3445" y="43123"/>
                  </a:lnTo>
                  <a:lnTo>
                    <a:pt x="3794" y="43755"/>
                  </a:lnTo>
                  <a:lnTo>
                    <a:pt x="4143" y="44365"/>
                  </a:lnTo>
                  <a:lnTo>
                    <a:pt x="4535" y="44976"/>
                  </a:lnTo>
                  <a:lnTo>
                    <a:pt x="4927" y="45586"/>
                  </a:lnTo>
                  <a:lnTo>
                    <a:pt x="5320" y="46175"/>
                  </a:lnTo>
                  <a:lnTo>
                    <a:pt x="5756" y="46764"/>
                  </a:lnTo>
                  <a:lnTo>
                    <a:pt x="6192" y="47330"/>
                  </a:lnTo>
                  <a:lnTo>
                    <a:pt x="6650" y="47897"/>
                  </a:lnTo>
                  <a:lnTo>
                    <a:pt x="7108" y="48464"/>
                  </a:lnTo>
                  <a:lnTo>
                    <a:pt x="7587" y="49009"/>
                  </a:lnTo>
                  <a:lnTo>
                    <a:pt x="8089" y="49532"/>
                  </a:lnTo>
                  <a:lnTo>
                    <a:pt x="8590" y="50055"/>
                  </a:lnTo>
                  <a:lnTo>
                    <a:pt x="9113" y="50579"/>
                  </a:lnTo>
                  <a:lnTo>
                    <a:pt x="9658" y="51080"/>
                  </a:lnTo>
                  <a:lnTo>
                    <a:pt x="10203" y="51560"/>
                  </a:lnTo>
                  <a:lnTo>
                    <a:pt x="10748" y="52018"/>
                  </a:lnTo>
                  <a:lnTo>
                    <a:pt x="11315" y="52475"/>
                  </a:lnTo>
                  <a:lnTo>
                    <a:pt x="11904" y="52911"/>
                  </a:lnTo>
                  <a:lnTo>
                    <a:pt x="12492" y="53326"/>
                  </a:lnTo>
                  <a:lnTo>
                    <a:pt x="13081" y="53740"/>
                  </a:lnTo>
                  <a:lnTo>
                    <a:pt x="13670" y="54132"/>
                  </a:lnTo>
                  <a:lnTo>
                    <a:pt x="14280" y="54503"/>
                  </a:lnTo>
                  <a:lnTo>
                    <a:pt x="14912" y="54873"/>
                  </a:lnTo>
                  <a:lnTo>
                    <a:pt x="15523" y="55222"/>
                  </a:lnTo>
                  <a:lnTo>
                    <a:pt x="16155" y="55549"/>
                  </a:lnTo>
                  <a:lnTo>
                    <a:pt x="16809" y="55855"/>
                  </a:lnTo>
                  <a:lnTo>
                    <a:pt x="17463" y="56160"/>
                  </a:lnTo>
                  <a:lnTo>
                    <a:pt x="18117" y="56443"/>
                  </a:lnTo>
                  <a:lnTo>
                    <a:pt x="18771" y="56705"/>
                  </a:lnTo>
                  <a:lnTo>
                    <a:pt x="19447" y="56945"/>
                  </a:lnTo>
                  <a:lnTo>
                    <a:pt x="20123" y="57184"/>
                  </a:lnTo>
                  <a:lnTo>
                    <a:pt x="20798" y="57402"/>
                  </a:lnTo>
                  <a:lnTo>
                    <a:pt x="21474" y="57599"/>
                  </a:lnTo>
                  <a:lnTo>
                    <a:pt x="22172" y="57773"/>
                  </a:lnTo>
                  <a:lnTo>
                    <a:pt x="22870" y="57947"/>
                  </a:lnTo>
                  <a:lnTo>
                    <a:pt x="23567" y="58078"/>
                  </a:lnTo>
                  <a:lnTo>
                    <a:pt x="24287" y="58209"/>
                  </a:lnTo>
                  <a:lnTo>
                    <a:pt x="24984" y="58340"/>
                  </a:lnTo>
                  <a:lnTo>
                    <a:pt x="25704" y="58427"/>
                  </a:lnTo>
                  <a:lnTo>
                    <a:pt x="26423" y="58514"/>
                  </a:lnTo>
                  <a:lnTo>
                    <a:pt x="27142" y="58580"/>
                  </a:lnTo>
                  <a:lnTo>
                    <a:pt x="27884" y="58623"/>
                  </a:lnTo>
                  <a:lnTo>
                    <a:pt x="28603" y="58645"/>
                  </a:lnTo>
                  <a:lnTo>
                    <a:pt x="30064" y="58645"/>
                  </a:lnTo>
                  <a:lnTo>
                    <a:pt x="30805" y="58623"/>
                  </a:lnTo>
                  <a:lnTo>
                    <a:pt x="31524" y="58580"/>
                  </a:lnTo>
                  <a:lnTo>
                    <a:pt x="32244" y="58514"/>
                  </a:lnTo>
                  <a:lnTo>
                    <a:pt x="32963" y="58427"/>
                  </a:lnTo>
                  <a:lnTo>
                    <a:pt x="33683" y="58340"/>
                  </a:lnTo>
                  <a:lnTo>
                    <a:pt x="34402" y="58209"/>
                  </a:lnTo>
                  <a:lnTo>
                    <a:pt x="35100" y="58078"/>
                  </a:lnTo>
                  <a:lnTo>
                    <a:pt x="35797" y="57947"/>
                  </a:lnTo>
                  <a:lnTo>
                    <a:pt x="36495" y="57773"/>
                  </a:lnTo>
                  <a:lnTo>
                    <a:pt x="37193" y="57599"/>
                  </a:lnTo>
                  <a:lnTo>
                    <a:pt x="37890" y="57402"/>
                  </a:lnTo>
                  <a:lnTo>
                    <a:pt x="38566" y="57184"/>
                  </a:lnTo>
                  <a:lnTo>
                    <a:pt x="39242" y="56945"/>
                  </a:lnTo>
                  <a:lnTo>
                    <a:pt x="39896" y="56705"/>
                  </a:lnTo>
                  <a:lnTo>
                    <a:pt x="40572" y="56443"/>
                  </a:lnTo>
                  <a:lnTo>
                    <a:pt x="41226" y="56160"/>
                  </a:lnTo>
                  <a:lnTo>
                    <a:pt x="41880" y="55855"/>
                  </a:lnTo>
                  <a:lnTo>
                    <a:pt x="42512" y="55549"/>
                  </a:lnTo>
                  <a:lnTo>
                    <a:pt x="43144" y="55222"/>
                  </a:lnTo>
                  <a:lnTo>
                    <a:pt x="43776" y="54873"/>
                  </a:lnTo>
                  <a:lnTo>
                    <a:pt x="44387" y="54503"/>
                  </a:lnTo>
                  <a:lnTo>
                    <a:pt x="44997" y="54132"/>
                  </a:lnTo>
                  <a:lnTo>
                    <a:pt x="45608" y="53740"/>
                  </a:lnTo>
                  <a:lnTo>
                    <a:pt x="46196" y="53326"/>
                  </a:lnTo>
                  <a:lnTo>
                    <a:pt x="46785" y="52911"/>
                  </a:lnTo>
                  <a:lnTo>
                    <a:pt x="47352" y="52475"/>
                  </a:lnTo>
                  <a:lnTo>
                    <a:pt x="47919" y="52018"/>
                  </a:lnTo>
                  <a:lnTo>
                    <a:pt x="48464" y="51560"/>
                  </a:lnTo>
                  <a:lnTo>
                    <a:pt x="49009" y="51080"/>
                  </a:lnTo>
                  <a:lnTo>
                    <a:pt x="49554" y="50579"/>
                  </a:lnTo>
                  <a:lnTo>
                    <a:pt x="50077" y="50055"/>
                  </a:lnTo>
                  <a:lnTo>
                    <a:pt x="50578" y="49532"/>
                  </a:lnTo>
                  <a:lnTo>
                    <a:pt x="51080" y="49009"/>
                  </a:lnTo>
                  <a:lnTo>
                    <a:pt x="51559" y="48464"/>
                  </a:lnTo>
                  <a:lnTo>
                    <a:pt x="52039" y="47897"/>
                  </a:lnTo>
                  <a:lnTo>
                    <a:pt x="52497" y="47330"/>
                  </a:lnTo>
                  <a:lnTo>
                    <a:pt x="52933" y="46764"/>
                  </a:lnTo>
                  <a:lnTo>
                    <a:pt x="53347" y="46175"/>
                  </a:lnTo>
                  <a:lnTo>
                    <a:pt x="53761" y="45586"/>
                  </a:lnTo>
                  <a:lnTo>
                    <a:pt x="54154" y="44976"/>
                  </a:lnTo>
                  <a:lnTo>
                    <a:pt x="54524" y="44365"/>
                  </a:lnTo>
                  <a:lnTo>
                    <a:pt x="54895" y="43755"/>
                  </a:lnTo>
                  <a:lnTo>
                    <a:pt x="55222" y="43123"/>
                  </a:lnTo>
                  <a:lnTo>
                    <a:pt x="55549" y="42491"/>
                  </a:lnTo>
                  <a:lnTo>
                    <a:pt x="55876" y="41858"/>
                  </a:lnTo>
                  <a:lnTo>
                    <a:pt x="56159" y="41204"/>
                  </a:lnTo>
                  <a:lnTo>
                    <a:pt x="56443" y="40550"/>
                  </a:lnTo>
                  <a:lnTo>
                    <a:pt x="56704" y="39896"/>
                  </a:lnTo>
                  <a:lnTo>
                    <a:pt x="56966" y="39220"/>
                  </a:lnTo>
                  <a:lnTo>
                    <a:pt x="57184" y="38545"/>
                  </a:lnTo>
                  <a:lnTo>
                    <a:pt x="57402" y="37869"/>
                  </a:lnTo>
                  <a:lnTo>
                    <a:pt x="57598" y="37171"/>
                  </a:lnTo>
                  <a:lnTo>
                    <a:pt x="57794" y="36495"/>
                  </a:lnTo>
                  <a:lnTo>
                    <a:pt x="57947" y="35798"/>
                  </a:lnTo>
                  <a:lnTo>
                    <a:pt x="58100" y="35078"/>
                  </a:lnTo>
                  <a:lnTo>
                    <a:pt x="58230" y="34381"/>
                  </a:lnTo>
                  <a:lnTo>
                    <a:pt x="58339" y="33661"/>
                  </a:lnTo>
                  <a:lnTo>
                    <a:pt x="58448" y="32964"/>
                  </a:lnTo>
                  <a:lnTo>
                    <a:pt x="58536" y="32244"/>
                  </a:lnTo>
                  <a:lnTo>
                    <a:pt x="58579" y="31503"/>
                  </a:lnTo>
                  <a:lnTo>
                    <a:pt x="58623" y="30784"/>
                  </a:lnTo>
                  <a:lnTo>
                    <a:pt x="58666" y="30064"/>
                  </a:lnTo>
                  <a:lnTo>
                    <a:pt x="58666" y="29323"/>
                  </a:lnTo>
                  <a:lnTo>
                    <a:pt x="58666" y="28582"/>
                  </a:lnTo>
                  <a:lnTo>
                    <a:pt x="58623" y="27862"/>
                  </a:lnTo>
                  <a:lnTo>
                    <a:pt x="58579" y="27121"/>
                  </a:lnTo>
                  <a:lnTo>
                    <a:pt x="58536" y="26402"/>
                  </a:lnTo>
                  <a:lnTo>
                    <a:pt x="58448" y="25682"/>
                  </a:lnTo>
                  <a:lnTo>
                    <a:pt x="58339" y="24963"/>
                  </a:lnTo>
                  <a:lnTo>
                    <a:pt x="58230" y="24265"/>
                  </a:lnTo>
                  <a:lnTo>
                    <a:pt x="58100" y="23546"/>
                  </a:lnTo>
                  <a:lnTo>
                    <a:pt x="57947" y="22848"/>
                  </a:lnTo>
                  <a:lnTo>
                    <a:pt x="57794" y="22150"/>
                  </a:lnTo>
                  <a:lnTo>
                    <a:pt x="57598" y="21453"/>
                  </a:lnTo>
                  <a:lnTo>
                    <a:pt x="57402" y="20777"/>
                  </a:lnTo>
                  <a:lnTo>
                    <a:pt x="57184" y="20101"/>
                  </a:lnTo>
                  <a:lnTo>
                    <a:pt x="56966" y="19425"/>
                  </a:lnTo>
                  <a:lnTo>
                    <a:pt x="56704" y="18749"/>
                  </a:lnTo>
                  <a:lnTo>
                    <a:pt x="56443" y="18095"/>
                  </a:lnTo>
                  <a:lnTo>
                    <a:pt x="56159" y="17441"/>
                  </a:lnTo>
                  <a:lnTo>
                    <a:pt x="55876" y="16787"/>
                  </a:lnTo>
                  <a:lnTo>
                    <a:pt x="55549" y="16155"/>
                  </a:lnTo>
                  <a:lnTo>
                    <a:pt x="55222" y="15523"/>
                  </a:lnTo>
                  <a:lnTo>
                    <a:pt x="54895" y="14891"/>
                  </a:lnTo>
                  <a:lnTo>
                    <a:pt x="54524" y="14258"/>
                  </a:lnTo>
                  <a:lnTo>
                    <a:pt x="54154" y="13648"/>
                  </a:lnTo>
                  <a:lnTo>
                    <a:pt x="53761" y="13059"/>
                  </a:lnTo>
                  <a:lnTo>
                    <a:pt x="53347" y="12471"/>
                  </a:lnTo>
                  <a:lnTo>
                    <a:pt x="52933" y="11882"/>
                  </a:lnTo>
                  <a:lnTo>
                    <a:pt x="52497" y="11315"/>
                  </a:lnTo>
                  <a:lnTo>
                    <a:pt x="52039" y="10749"/>
                  </a:lnTo>
                  <a:lnTo>
                    <a:pt x="51559" y="10182"/>
                  </a:lnTo>
                  <a:lnTo>
                    <a:pt x="51080" y="9637"/>
                  </a:lnTo>
                  <a:lnTo>
                    <a:pt x="50578" y="9113"/>
                  </a:lnTo>
                  <a:lnTo>
                    <a:pt x="50077" y="8590"/>
                  </a:lnTo>
                  <a:lnTo>
                    <a:pt x="49554" y="8067"/>
                  </a:lnTo>
                  <a:lnTo>
                    <a:pt x="49009" y="7566"/>
                  </a:lnTo>
                  <a:lnTo>
                    <a:pt x="48464" y="7086"/>
                  </a:lnTo>
                  <a:lnTo>
                    <a:pt x="47919" y="6628"/>
                  </a:lnTo>
                  <a:lnTo>
                    <a:pt x="47352" y="6170"/>
                  </a:lnTo>
                  <a:lnTo>
                    <a:pt x="46785" y="5734"/>
                  </a:lnTo>
                  <a:lnTo>
                    <a:pt x="46196" y="5320"/>
                  </a:lnTo>
                  <a:lnTo>
                    <a:pt x="45608" y="4906"/>
                  </a:lnTo>
                  <a:lnTo>
                    <a:pt x="44997" y="4513"/>
                  </a:lnTo>
                  <a:lnTo>
                    <a:pt x="44387" y="4143"/>
                  </a:lnTo>
                  <a:lnTo>
                    <a:pt x="43776" y="3772"/>
                  </a:lnTo>
                  <a:lnTo>
                    <a:pt x="43144" y="3423"/>
                  </a:lnTo>
                  <a:lnTo>
                    <a:pt x="42512" y="3096"/>
                  </a:lnTo>
                  <a:lnTo>
                    <a:pt x="41880" y="2791"/>
                  </a:lnTo>
                  <a:lnTo>
                    <a:pt x="41226" y="2486"/>
                  </a:lnTo>
                  <a:lnTo>
                    <a:pt x="40572" y="2203"/>
                  </a:lnTo>
                  <a:lnTo>
                    <a:pt x="39896" y="1941"/>
                  </a:lnTo>
                  <a:lnTo>
                    <a:pt x="39242" y="1701"/>
                  </a:lnTo>
                  <a:lnTo>
                    <a:pt x="38566" y="1461"/>
                  </a:lnTo>
                  <a:lnTo>
                    <a:pt x="37890" y="1243"/>
                  </a:lnTo>
                  <a:lnTo>
                    <a:pt x="37193" y="1047"/>
                  </a:lnTo>
                  <a:lnTo>
                    <a:pt x="36495" y="873"/>
                  </a:lnTo>
                  <a:lnTo>
                    <a:pt x="35797" y="698"/>
                  </a:lnTo>
                  <a:lnTo>
                    <a:pt x="35100" y="546"/>
                  </a:lnTo>
                  <a:lnTo>
                    <a:pt x="34402" y="415"/>
                  </a:lnTo>
                  <a:lnTo>
                    <a:pt x="33683" y="306"/>
                  </a:lnTo>
                  <a:lnTo>
                    <a:pt x="32963" y="219"/>
                  </a:lnTo>
                  <a:lnTo>
                    <a:pt x="32244" y="131"/>
                  </a:lnTo>
                  <a:lnTo>
                    <a:pt x="31524" y="66"/>
                  </a:lnTo>
                  <a:lnTo>
                    <a:pt x="30805" y="22"/>
                  </a:lnTo>
                  <a:lnTo>
                    <a:pt x="3006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2" name="Google Shape;11132;p80"/>
            <p:cNvSpPr/>
            <p:nvPr/>
          </p:nvSpPr>
          <p:spPr>
            <a:xfrm>
              <a:off x="962950" y="2820075"/>
              <a:ext cx="1466675" cy="1466150"/>
            </a:xfrm>
            <a:custGeom>
              <a:rect b="b" l="l" r="r" t="t"/>
              <a:pathLst>
                <a:path extrusionOk="0" fill="none" h="58646" w="58667">
                  <a:moveTo>
                    <a:pt x="29344" y="58645"/>
                  </a:moveTo>
                  <a:lnTo>
                    <a:pt x="29344" y="58645"/>
                  </a:lnTo>
                  <a:lnTo>
                    <a:pt x="28603" y="58645"/>
                  </a:lnTo>
                  <a:lnTo>
                    <a:pt x="27884" y="58623"/>
                  </a:lnTo>
                  <a:lnTo>
                    <a:pt x="27142" y="58580"/>
                  </a:lnTo>
                  <a:lnTo>
                    <a:pt x="26423" y="58514"/>
                  </a:lnTo>
                  <a:lnTo>
                    <a:pt x="25704" y="58427"/>
                  </a:lnTo>
                  <a:lnTo>
                    <a:pt x="24984" y="58340"/>
                  </a:lnTo>
                  <a:lnTo>
                    <a:pt x="24287" y="58209"/>
                  </a:lnTo>
                  <a:lnTo>
                    <a:pt x="23567" y="58078"/>
                  </a:lnTo>
                  <a:lnTo>
                    <a:pt x="22870" y="57947"/>
                  </a:lnTo>
                  <a:lnTo>
                    <a:pt x="22172" y="57773"/>
                  </a:lnTo>
                  <a:lnTo>
                    <a:pt x="21474" y="57599"/>
                  </a:lnTo>
                  <a:lnTo>
                    <a:pt x="20798" y="57402"/>
                  </a:lnTo>
                  <a:lnTo>
                    <a:pt x="20123" y="57184"/>
                  </a:lnTo>
                  <a:lnTo>
                    <a:pt x="19447" y="56945"/>
                  </a:lnTo>
                  <a:lnTo>
                    <a:pt x="18771" y="56705"/>
                  </a:lnTo>
                  <a:lnTo>
                    <a:pt x="18117" y="56443"/>
                  </a:lnTo>
                  <a:lnTo>
                    <a:pt x="17463" y="56160"/>
                  </a:lnTo>
                  <a:lnTo>
                    <a:pt x="16809" y="55855"/>
                  </a:lnTo>
                  <a:lnTo>
                    <a:pt x="16155" y="55549"/>
                  </a:lnTo>
                  <a:lnTo>
                    <a:pt x="15523" y="55222"/>
                  </a:lnTo>
                  <a:lnTo>
                    <a:pt x="14912" y="54873"/>
                  </a:lnTo>
                  <a:lnTo>
                    <a:pt x="14280" y="54503"/>
                  </a:lnTo>
                  <a:lnTo>
                    <a:pt x="13670" y="54132"/>
                  </a:lnTo>
                  <a:lnTo>
                    <a:pt x="13081" y="53740"/>
                  </a:lnTo>
                  <a:lnTo>
                    <a:pt x="12492" y="53326"/>
                  </a:lnTo>
                  <a:lnTo>
                    <a:pt x="11904" y="52911"/>
                  </a:lnTo>
                  <a:lnTo>
                    <a:pt x="11315" y="52475"/>
                  </a:lnTo>
                  <a:lnTo>
                    <a:pt x="10748" y="52018"/>
                  </a:lnTo>
                  <a:lnTo>
                    <a:pt x="10203" y="51560"/>
                  </a:lnTo>
                  <a:lnTo>
                    <a:pt x="9658" y="51080"/>
                  </a:lnTo>
                  <a:lnTo>
                    <a:pt x="9113" y="50579"/>
                  </a:lnTo>
                  <a:lnTo>
                    <a:pt x="8590" y="50055"/>
                  </a:lnTo>
                  <a:lnTo>
                    <a:pt x="8590" y="50055"/>
                  </a:lnTo>
                  <a:lnTo>
                    <a:pt x="8089" y="49532"/>
                  </a:lnTo>
                  <a:lnTo>
                    <a:pt x="7587" y="49009"/>
                  </a:lnTo>
                  <a:lnTo>
                    <a:pt x="7108" y="48464"/>
                  </a:lnTo>
                  <a:lnTo>
                    <a:pt x="6650" y="47897"/>
                  </a:lnTo>
                  <a:lnTo>
                    <a:pt x="6192" y="47330"/>
                  </a:lnTo>
                  <a:lnTo>
                    <a:pt x="5756" y="46764"/>
                  </a:lnTo>
                  <a:lnTo>
                    <a:pt x="5320" y="46175"/>
                  </a:lnTo>
                  <a:lnTo>
                    <a:pt x="4927" y="45586"/>
                  </a:lnTo>
                  <a:lnTo>
                    <a:pt x="4535" y="44976"/>
                  </a:lnTo>
                  <a:lnTo>
                    <a:pt x="4143" y="44365"/>
                  </a:lnTo>
                  <a:lnTo>
                    <a:pt x="3794" y="43755"/>
                  </a:lnTo>
                  <a:lnTo>
                    <a:pt x="3445" y="43123"/>
                  </a:lnTo>
                  <a:lnTo>
                    <a:pt x="3118" y="42491"/>
                  </a:lnTo>
                  <a:lnTo>
                    <a:pt x="2813" y="41858"/>
                  </a:lnTo>
                  <a:lnTo>
                    <a:pt x="2508" y="41204"/>
                  </a:lnTo>
                  <a:lnTo>
                    <a:pt x="2224" y="40550"/>
                  </a:lnTo>
                  <a:lnTo>
                    <a:pt x="1963" y="39896"/>
                  </a:lnTo>
                  <a:lnTo>
                    <a:pt x="1723" y="39220"/>
                  </a:lnTo>
                  <a:lnTo>
                    <a:pt x="1483" y="38545"/>
                  </a:lnTo>
                  <a:lnTo>
                    <a:pt x="1265" y="37869"/>
                  </a:lnTo>
                  <a:lnTo>
                    <a:pt x="1069" y="37171"/>
                  </a:lnTo>
                  <a:lnTo>
                    <a:pt x="894" y="36495"/>
                  </a:lnTo>
                  <a:lnTo>
                    <a:pt x="720" y="35798"/>
                  </a:lnTo>
                  <a:lnTo>
                    <a:pt x="567" y="35078"/>
                  </a:lnTo>
                  <a:lnTo>
                    <a:pt x="437" y="34381"/>
                  </a:lnTo>
                  <a:lnTo>
                    <a:pt x="328" y="33661"/>
                  </a:lnTo>
                  <a:lnTo>
                    <a:pt x="219" y="32964"/>
                  </a:lnTo>
                  <a:lnTo>
                    <a:pt x="153" y="32244"/>
                  </a:lnTo>
                  <a:lnTo>
                    <a:pt x="88" y="31503"/>
                  </a:lnTo>
                  <a:lnTo>
                    <a:pt x="44" y="30784"/>
                  </a:lnTo>
                  <a:lnTo>
                    <a:pt x="22" y="30064"/>
                  </a:lnTo>
                  <a:lnTo>
                    <a:pt x="0" y="29323"/>
                  </a:lnTo>
                  <a:lnTo>
                    <a:pt x="0" y="29323"/>
                  </a:lnTo>
                  <a:lnTo>
                    <a:pt x="22" y="28582"/>
                  </a:lnTo>
                  <a:lnTo>
                    <a:pt x="44" y="27862"/>
                  </a:lnTo>
                  <a:lnTo>
                    <a:pt x="88" y="27121"/>
                  </a:lnTo>
                  <a:lnTo>
                    <a:pt x="153" y="26402"/>
                  </a:lnTo>
                  <a:lnTo>
                    <a:pt x="219" y="25682"/>
                  </a:lnTo>
                  <a:lnTo>
                    <a:pt x="328" y="24963"/>
                  </a:lnTo>
                  <a:lnTo>
                    <a:pt x="437" y="24265"/>
                  </a:lnTo>
                  <a:lnTo>
                    <a:pt x="567" y="23546"/>
                  </a:lnTo>
                  <a:lnTo>
                    <a:pt x="720" y="22848"/>
                  </a:lnTo>
                  <a:lnTo>
                    <a:pt x="894" y="22150"/>
                  </a:lnTo>
                  <a:lnTo>
                    <a:pt x="1069" y="21453"/>
                  </a:lnTo>
                  <a:lnTo>
                    <a:pt x="1265" y="20777"/>
                  </a:lnTo>
                  <a:lnTo>
                    <a:pt x="1483" y="20101"/>
                  </a:lnTo>
                  <a:lnTo>
                    <a:pt x="1723" y="19425"/>
                  </a:lnTo>
                  <a:lnTo>
                    <a:pt x="1963" y="18749"/>
                  </a:lnTo>
                  <a:lnTo>
                    <a:pt x="2224" y="18095"/>
                  </a:lnTo>
                  <a:lnTo>
                    <a:pt x="2508" y="17441"/>
                  </a:lnTo>
                  <a:lnTo>
                    <a:pt x="2813" y="16787"/>
                  </a:lnTo>
                  <a:lnTo>
                    <a:pt x="3118" y="16155"/>
                  </a:lnTo>
                  <a:lnTo>
                    <a:pt x="3445" y="15523"/>
                  </a:lnTo>
                  <a:lnTo>
                    <a:pt x="3794" y="14891"/>
                  </a:lnTo>
                  <a:lnTo>
                    <a:pt x="4143" y="14258"/>
                  </a:lnTo>
                  <a:lnTo>
                    <a:pt x="4535" y="13648"/>
                  </a:lnTo>
                  <a:lnTo>
                    <a:pt x="4927" y="13059"/>
                  </a:lnTo>
                  <a:lnTo>
                    <a:pt x="5320" y="12471"/>
                  </a:lnTo>
                  <a:lnTo>
                    <a:pt x="5756" y="11882"/>
                  </a:lnTo>
                  <a:lnTo>
                    <a:pt x="6192" y="11315"/>
                  </a:lnTo>
                  <a:lnTo>
                    <a:pt x="6650" y="10749"/>
                  </a:lnTo>
                  <a:lnTo>
                    <a:pt x="7108" y="10182"/>
                  </a:lnTo>
                  <a:lnTo>
                    <a:pt x="7587" y="9637"/>
                  </a:lnTo>
                  <a:lnTo>
                    <a:pt x="8089" y="9113"/>
                  </a:lnTo>
                  <a:lnTo>
                    <a:pt x="8590" y="8590"/>
                  </a:lnTo>
                  <a:lnTo>
                    <a:pt x="8590" y="8590"/>
                  </a:lnTo>
                  <a:lnTo>
                    <a:pt x="9113" y="8067"/>
                  </a:lnTo>
                  <a:lnTo>
                    <a:pt x="9658" y="7566"/>
                  </a:lnTo>
                  <a:lnTo>
                    <a:pt x="10203" y="7086"/>
                  </a:lnTo>
                  <a:lnTo>
                    <a:pt x="10748" y="6628"/>
                  </a:lnTo>
                  <a:lnTo>
                    <a:pt x="11315" y="6170"/>
                  </a:lnTo>
                  <a:lnTo>
                    <a:pt x="11904" y="5734"/>
                  </a:lnTo>
                  <a:lnTo>
                    <a:pt x="12492" y="5320"/>
                  </a:lnTo>
                  <a:lnTo>
                    <a:pt x="13081" y="4906"/>
                  </a:lnTo>
                  <a:lnTo>
                    <a:pt x="13670" y="4513"/>
                  </a:lnTo>
                  <a:lnTo>
                    <a:pt x="14280" y="4143"/>
                  </a:lnTo>
                  <a:lnTo>
                    <a:pt x="14912" y="3772"/>
                  </a:lnTo>
                  <a:lnTo>
                    <a:pt x="15523" y="3423"/>
                  </a:lnTo>
                  <a:lnTo>
                    <a:pt x="16155" y="3096"/>
                  </a:lnTo>
                  <a:lnTo>
                    <a:pt x="16809" y="2791"/>
                  </a:lnTo>
                  <a:lnTo>
                    <a:pt x="17463" y="2486"/>
                  </a:lnTo>
                  <a:lnTo>
                    <a:pt x="18117" y="2203"/>
                  </a:lnTo>
                  <a:lnTo>
                    <a:pt x="18771" y="1941"/>
                  </a:lnTo>
                  <a:lnTo>
                    <a:pt x="19447" y="1701"/>
                  </a:lnTo>
                  <a:lnTo>
                    <a:pt x="20123" y="1461"/>
                  </a:lnTo>
                  <a:lnTo>
                    <a:pt x="20798" y="1243"/>
                  </a:lnTo>
                  <a:lnTo>
                    <a:pt x="21474" y="1047"/>
                  </a:lnTo>
                  <a:lnTo>
                    <a:pt x="22172" y="873"/>
                  </a:lnTo>
                  <a:lnTo>
                    <a:pt x="22870" y="698"/>
                  </a:lnTo>
                  <a:lnTo>
                    <a:pt x="23567" y="546"/>
                  </a:lnTo>
                  <a:lnTo>
                    <a:pt x="24287" y="415"/>
                  </a:lnTo>
                  <a:lnTo>
                    <a:pt x="24984" y="306"/>
                  </a:lnTo>
                  <a:lnTo>
                    <a:pt x="25704" y="219"/>
                  </a:lnTo>
                  <a:lnTo>
                    <a:pt x="26423" y="131"/>
                  </a:lnTo>
                  <a:lnTo>
                    <a:pt x="27142" y="66"/>
                  </a:lnTo>
                  <a:lnTo>
                    <a:pt x="27884" y="22"/>
                  </a:lnTo>
                  <a:lnTo>
                    <a:pt x="28603" y="1"/>
                  </a:lnTo>
                  <a:lnTo>
                    <a:pt x="29344" y="1"/>
                  </a:lnTo>
                  <a:lnTo>
                    <a:pt x="29344" y="1"/>
                  </a:lnTo>
                  <a:lnTo>
                    <a:pt x="30064" y="1"/>
                  </a:lnTo>
                  <a:lnTo>
                    <a:pt x="30805" y="22"/>
                  </a:lnTo>
                  <a:lnTo>
                    <a:pt x="31524" y="66"/>
                  </a:lnTo>
                  <a:lnTo>
                    <a:pt x="32244" y="131"/>
                  </a:lnTo>
                  <a:lnTo>
                    <a:pt x="32963" y="219"/>
                  </a:lnTo>
                  <a:lnTo>
                    <a:pt x="33683" y="306"/>
                  </a:lnTo>
                  <a:lnTo>
                    <a:pt x="34402" y="415"/>
                  </a:lnTo>
                  <a:lnTo>
                    <a:pt x="35100" y="546"/>
                  </a:lnTo>
                  <a:lnTo>
                    <a:pt x="35797" y="698"/>
                  </a:lnTo>
                  <a:lnTo>
                    <a:pt x="36495" y="873"/>
                  </a:lnTo>
                  <a:lnTo>
                    <a:pt x="37193" y="1047"/>
                  </a:lnTo>
                  <a:lnTo>
                    <a:pt x="37890" y="1243"/>
                  </a:lnTo>
                  <a:lnTo>
                    <a:pt x="38566" y="1461"/>
                  </a:lnTo>
                  <a:lnTo>
                    <a:pt x="39242" y="1701"/>
                  </a:lnTo>
                  <a:lnTo>
                    <a:pt x="39896" y="1941"/>
                  </a:lnTo>
                  <a:lnTo>
                    <a:pt x="40572" y="2203"/>
                  </a:lnTo>
                  <a:lnTo>
                    <a:pt x="41226" y="2486"/>
                  </a:lnTo>
                  <a:lnTo>
                    <a:pt x="41880" y="2791"/>
                  </a:lnTo>
                  <a:lnTo>
                    <a:pt x="42512" y="3096"/>
                  </a:lnTo>
                  <a:lnTo>
                    <a:pt x="43144" y="3423"/>
                  </a:lnTo>
                  <a:lnTo>
                    <a:pt x="43776" y="3772"/>
                  </a:lnTo>
                  <a:lnTo>
                    <a:pt x="44387" y="4143"/>
                  </a:lnTo>
                  <a:lnTo>
                    <a:pt x="44997" y="4513"/>
                  </a:lnTo>
                  <a:lnTo>
                    <a:pt x="45608" y="4906"/>
                  </a:lnTo>
                  <a:lnTo>
                    <a:pt x="46196" y="5320"/>
                  </a:lnTo>
                  <a:lnTo>
                    <a:pt x="46785" y="5734"/>
                  </a:lnTo>
                  <a:lnTo>
                    <a:pt x="47352" y="6170"/>
                  </a:lnTo>
                  <a:lnTo>
                    <a:pt x="47919" y="6628"/>
                  </a:lnTo>
                  <a:lnTo>
                    <a:pt x="48464" y="7086"/>
                  </a:lnTo>
                  <a:lnTo>
                    <a:pt x="49009" y="7566"/>
                  </a:lnTo>
                  <a:lnTo>
                    <a:pt x="49554" y="8067"/>
                  </a:lnTo>
                  <a:lnTo>
                    <a:pt x="50077" y="8590"/>
                  </a:lnTo>
                  <a:lnTo>
                    <a:pt x="50077" y="8590"/>
                  </a:lnTo>
                  <a:lnTo>
                    <a:pt x="50578" y="9113"/>
                  </a:lnTo>
                  <a:lnTo>
                    <a:pt x="51080" y="9637"/>
                  </a:lnTo>
                  <a:lnTo>
                    <a:pt x="51559" y="10182"/>
                  </a:lnTo>
                  <a:lnTo>
                    <a:pt x="52039" y="10749"/>
                  </a:lnTo>
                  <a:lnTo>
                    <a:pt x="52497" y="11315"/>
                  </a:lnTo>
                  <a:lnTo>
                    <a:pt x="52933" y="11882"/>
                  </a:lnTo>
                  <a:lnTo>
                    <a:pt x="53347" y="12471"/>
                  </a:lnTo>
                  <a:lnTo>
                    <a:pt x="53761" y="13059"/>
                  </a:lnTo>
                  <a:lnTo>
                    <a:pt x="54154" y="13648"/>
                  </a:lnTo>
                  <a:lnTo>
                    <a:pt x="54524" y="14258"/>
                  </a:lnTo>
                  <a:lnTo>
                    <a:pt x="54895" y="14891"/>
                  </a:lnTo>
                  <a:lnTo>
                    <a:pt x="55222" y="15523"/>
                  </a:lnTo>
                  <a:lnTo>
                    <a:pt x="55549" y="16155"/>
                  </a:lnTo>
                  <a:lnTo>
                    <a:pt x="55876" y="16787"/>
                  </a:lnTo>
                  <a:lnTo>
                    <a:pt x="56159" y="17441"/>
                  </a:lnTo>
                  <a:lnTo>
                    <a:pt x="56443" y="18095"/>
                  </a:lnTo>
                  <a:lnTo>
                    <a:pt x="56704" y="18749"/>
                  </a:lnTo>
                  <a:lnTo>
                    <a:pt x="56966" y="19425"/>
                  </a:lnTo>
                  <a:lnTo>
                    <a:pt x="57184" y="20101"/>
                  </a:lnTo>
                  <a:lnTo>
                    <a:pt x="57402" y="20777"/>
                  </a:lnTo>
                  <a:lnTo>
                    <a:pt x="57598" y="21453"/>
                  </a:lnTo>
                  <a:lnTo>
                    <a:pt x="57794" y="22150"/>
                  </a:lnTo>
                  <a:lnTo>
                    <a:pt x="57947" y="22848"/>
                  </a:lnTo>
                  <a:lnTo>
                    <a:pt x="58100" y="23546"/>
                  </a:lnTo>
                  <a:lnTo>
                    <a:pt x="58230" y="24265"/>
                  </a:lnTo>
                  <a:lnTo>
                    <a:pt x="58339" y="24963"/>
                  </a:lnTo>
                  <a:lnTo>
                    <a:pt x="58448" y="25682"/>
                  </a:lnTo>
                  <a:lnTo>
                    <a:pt x="58536" y="26402"/>
                  </a:lnTo>
                  <a:lnTo>
                    <a:pt x="58579" y="27121"/>
                  </a:lnTo>
                  <a:lnTo>
                    <a:pt x="58623" y="27862"/>
                  </a:lnTo>
                  <a:lnTo>
                    <a:pt x="58666" y="28582"/>
                  </a:lnTo>
                  <a:lnTo>
                    <a:pt x="58666" y="29323"/>
                  </a:lnTo>
                  <a:lnTo>
                    <a:pt x="58666" y="29323"/>
                  </a:lnTo>
                  <a:lnTo>
                    <a:pt x="58666" y="30064"/>
                  </a:lnTo>
                  <a:lnTo>
                    <a:pt x="58623" y="30784"/>
                  </a:lnTo>
                  <a:lnTo>
                    <a:pt x="58579" y="31503"/>
                  </a:lnTo>
                  <a:lnTo>
                    <a:pt x="58536" y="32244"/>
                  </a:lnTo>
                  <a:lnTo>
                    <a:pt x="58448" y="32964"/>
                  </a:lnTo>
                  <a:lnTo>
                    <a:pt x="58339" y="33661"/>
                  </a:lnTo>
                  <a:lnTo>
                    <a:pt x="58230" y="34381"/>
                  </a:lnTo>
                  <a:lnTo>
                    <a:pt x="58100" y="35078"/>
                  </a:lnTo>
                  <a:lnTo>
                    <a:pt x="57947" y="35798"/>
                  </a:lnTo>
                  <a:lnTo>
                    <a:pt x="57794" y="36495"/>
                  </a:lnTo>
                  <a:lnTo>
                    <a:pt x="57598" y="37171"/>
                  </a:lnTo>
                  <a:lnTo>
                    <a:pt x="57402" y="37869"/>
                  </a:lnTo>
                  <a:lnTo>
                    <a:pt x="57184" y="38545"/>
                  </a:lnTo>
                  <a:lnTo>
                    <a:pt x="56966" y="39220"/>
                  </a:lnTo>
                  <a:lnTo>
                    <a:pt x="56704" y="39896"/>
                  </a:lnTo>
                  <a:lnTo>
                    <a:pt x="56443" y="40550"/>
                  </a:lnTo>
                  <a:lnTo>
                    <a:pt x="56159" y="41204"/>
                  </a:lnTo>
                  <a:lnTo>
                    <a:pt x="55876" y="41858"/>
                  </a:lnTo>
                  <a:lnTo>
                    <a:pt x="55549" y="42491"/>
                  </a:lnTo>
                  <a:lnTo>
                    <a:pt x="55222" y="43123"/>
                  </a:lnTo>
                  <a:lnTo>
                    <a:pt x="54895" y="43755"/>
                  </a:lnTo>
                  <a:lnTo>
                    <a:pt x="54524" y="44365"/>
                  </a:lnTo>
                  <a:lnTo>
                    <a:pt x="54154" y="44976"/>
                  </a:lnTo>
                  <a:lnTo>
                    <a:pt x="53761" y="45586"/>
                  </a:lnTo>
                  <a:lnTo>
                    <a:pt x="53347" y="46175"/>
                  </a:lnTo>
                  <a:lnTo>
                    <a:pt x="52933" y="46764"/>
                  </a:lnTo>
                  <a:lnTo>
                    <a:pt x="52497" y="47330"/>
                  </a:lnTo>
                  <a:lnTo>
                    <a:pt x="52039" y="47897"/>
                  </a:lnTo>
                  <a:lnTo>
                    <a:pt x="51559" y="48464"/>
                  </a:lnTo>
                  <a:lnTo>
                    <a:pt x="51080" y="49009"/>
                  </a:lnTo>
                  <a:lnTo>
                    <a:pt x="50578" y="49532"/>
                  </a:lnTo>
                  <a:lnTo>
                    <a:pt x="50077" y="50055"/>
                  </a:lnTo>
                  <a:lnTo>
                    <a:pt x="50077" y="50055"/>
                  </a:lnTo>
                  <a:lnTo>
                    <a:pt x="49554" y="50579"/>
                  </a:lnTo>
                  <a:lnTo>
                    <a:pt x="49009" y="51080"/>
                  </a:lnTo>
                  <a:lnTo>
                    <a:pt x="48464" y="51560"/>
                  </a:lnTo>
                  <a:lnTo>
                    <a:pt x="47919" y="52018"/>
                  </a:lnTo>
                  <a:lnTo>
                    <a:pt x="47352" y="52475"/>
                  </a:lnTo>
                  <a:lnTo>
                    <a:pt x="46785" y="52911"/>
                  </a:lnTo>
                  <a:lnTo>
                    <a:pt x="46196" y="53326"/>
                  </a:lnTo>
                  <a:lnTo>
                    <a:pt x="45608" y="53740"/>
                  </a:lnTo>
                  <a:lnTo>
                    <a:pt x="44997" y="54132"/>
                  </a:lnTo>
                  <a:lnTo>
                    <a:pt x="44387" y="54503"/>
                  </a:lnTo>
                  <a:lnTo>
                    <a:pt x="43776" y="54873"/>
                  </a:lnTo>
                  <a:lnTo>
                    <a:pt x="43144" y="55222"/>
                  </a:lnTo>
                  <a:lnTo>
                    <a:pt x="42512" y="55549"/>
                  </a:lnTo>
                  <a:lnTo>
                    <a:pt x="41880" y="55855"/>
                  </a:lnTo>
                  <a:lnTo>
                    <a:pt x="41226" y="56160"/>
                  </a:lnTo>
                  <a:lnTo>
                    <a:pt x="40572" y="56443"/>
                  </a:lnTo>
                  <a:lnTo>
                    <a:pt x="39896" y="56705"/>
                  </a:lnTo>
                  <a:lnTo>
                    <a:pt x="39242" y="56945"/>
                  </a:lnTo>
                  <a:lnTo>
                    <a:pt x="38566" y="57184"/>
                  </a:lnTo>
                  <a:lnTo>
                    <a:pt x="37890" y="57402"/>
                  </a:lnTo>
                  <a:lnTo>
                    <a:pt x="37193" y="57599"/>
                  </a:lnTo>
                  <a:lnTo>
                    <a:pt x="36495" y="57773"/>
                  </a:lnTo>
                  <a:lnTo>
                    <a:pt x="35797" y="57947"/>
                  </a:lnTo>
                  <a:lnTo>
                    <a:pt x="35100" y="58078"/>
                  </a:lnTo>
                  <a:lnTo>
                    <a:pt x="34402" y="58209"/>
                  </a:lnTo>
                  <a:lnTo>
                    <a:pt x="33683" y="58340"/>
                  </a:lnTo>
                  <a:lnTo>
                    <a:pt x="32963" y="58427"/>
                  </a:lnTo>
                  <a:lnTo>
                    <a:pt x="32244" y="58514"/>
                  </a:lnTo>
                  <a:lnTo>
                    <a:pt x="31524" y="58580"/>
                  </a:lnTo>
                  <a:lnTo>
                    <a:pt x="30805" y="58623"/>
                  </a:lnTo>
                  <a:lnTo>
                    <a:pt x="30064" y="58645"/>
                  </a:lnTo>
                  <a:lnTo>
                    <a:pt x="29344" y="5864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3" name="Google Shape;11133;p80"/>
            <p:cNvSpPr/>
            <p:nvPr/>
          </p:nvSpPr>
          <p:spPr>
            <a:xfrm>
              <a:off x="1023450" y="2880575"/>
              <a:ext cx="1345675" cy="1345150"/>
            </a:xfrm>
            <a:custGeom>
              <a:rect b="b" l="l" r="r" t="t"/>
              <a:pathLst>
                <a:path extrusionOk="0" h="53806" w="53827">
                  <a:moveTo>
                    <a:pt x="26249" y="1"/>
                  </a:moveTo>
                  <a:lnTo>
                    <a:pt x="25573" y="22"/>
                  </a:lnTo>
                  <a:lnTo>
                    <a:pt x="24919" y="66"/>
                  </a:lnTo>
                  <a:lnTo>
                    <a:pt x="24243" y="131"/>
                  </a:lnTo>
                  <a:lnTo>
                    <a:pt x="23589" y="197"/>
                  </a:lnTo>
                  <a:lnTo>
                    <a:pt x="22935" y="284"/>
                  </a:lnTo>
                  <a:lnTo>
                    <a:pt x="22281" y="393"/>
                  </a:lnTo>
                  <a:lnTo>
                    <a:pt x="21627" y="502"/>
                  </a:lnTo>
                  <a:lnTo>
                    <a:pt x="20973" y="655"/>
                  </a:lnTo>
                  <a:lnTo>
                    <a:pt x="20341" y="807"/>
                  </a:lnTo>
                  <a:lnTo>
                    <a:pt x="19708" y="960"/>
                  </a:lnTo>
                  <a:lnTo>
                    <a:pt x="19076" y="1156"/>
                  </a:lnTo>
                  <a:lnTo>
                    <a:pt x="18444" y="1352"/>
                  </a:lnTo>
                  <a:lnTo>
                    <a:pt x="17833" y="1548"/>
                  </a:lnTo>
                  <a:lnTo>
                    <a:pt x="17223" y="1788"/>
                  </a:lnTo>
                  <a:lnTo>
                    <a:pt x="16613" y="2028"/>
                  </a:lnTo>
                  <a:lnTo>
                    <a:pt x="16024" y="2290"/>
                  </a:lnTo>
                  <a:lnTo>
                    <a:pt x="15414" y="2551"/>
                  </a:lnTo>
                  <a:lnTo>
                    <a:pt x="14825" y="2835"/>
                  </a:lnTo>
                  <a:lnTo>
                    <a:pt x="14258" y="3140"/>
                  </a:lnTo>
                  <a:lnTo>
                    <a:pt x="13669" y="3467"/>
                  </a:lnTo>
                  <a:lnTo>
                    <a:pt x="13103" y="3794"/>
                  </a:lnTo>
                  <a:lnTo>
                    <a:pt x="12558" y="4143"/>
                  </a:lnTo>
                  <a:lnTo>
                    <a:pt x="11991" y="4492"/>
                  </a:lnTo>
                  <a:lnTo>
                    <a:pt x="11446" y="4862"/>
                  </a:lnTo>
                  <a:lnTo>
                    <a:pt x="10923" y="5255"/>
                  </a:lnTo>
                  <a:lnTo>
                    <a:pt x="10399" y="5669"/>
                  </a:lnTo>
                  <a:lnTo>
                    <a:pt x="9876" y="6083"/>
                  </a:lnTo>
                  <a:lnTo>
                    <a:pt x="9353" y="6497"/>
                  </a:lnTo>
                  <a:lnTo>
                    <a:pt x="8873" y="6955"/>
                  </a:lnTo>
                  <a:lnTo>
                    <a:pt x="8372" y="7413"/>
                  </a:lnTo>
                  <a:lnTo>
                    <a:pt x="7892" y="7871"/>
                  </a:lnTo>
                  <a:lnTo>
                    <a:pt x="7413" y="8350"/>
                  </a:lnTo>
                  <a:lnTo>
                    <a:pt x="6955" y="8852"/>
                  </a:lnTo>
                  <a:lnTo>
                    <a:pt x="6519" y="9353"/>
                  </a:lnTo>
                  <a:lnTo>
                    <a:pt x="6083" y="9855"/>
                  </a:lnTo>
                  <a:lnTo>
                    <a:pt x="5669" y="10378"/>
                  </a:lnTo>
                  <a:lnTo>
                    <a:pt x="5276" y="10901"/>
                  </a:lnTo>
                  <a:lnTo>
                    <a:pt x="4884" y="11446"/>
                  </a:lnTo>
                  <a:lnTo>
                    <a:pt x="4513" y="11991"/>
                  </a:lnTo>
                  <a:lnTo>
                    <a:pt x="4164" y="12536"/>
                  </a:lnTo>
                  <a:lnTo>
                    <a:pt x="3816" y="13081"/>
                  </a:lnTo>
                  <a:lnTo>
                    <a:pt x="3489" y="13648"/>
                  </a:lnTo>
                  <a:lnTo>
                    <a:pt x="3161" y="14237"/>
                  </a:lnTo>
                  <a:lnTo>
                    <a:pt x="2856" y="14803"/>
                  </a:lnTo>
                  <a:lnTo>
                    <a:pt x="2573" y="15392"/>
                  </a:lnTo>
                  <a:lnTo>
                    <a:pt x="2311" y="16002"/>
                  </a:lnTo>
                  <a:lnTo>
                    <a:pt x="2050" y="16591"/>
                  </a:lnTo>
                  <a:lnTo>
                    <a:pt x="1810" y="17201"/>
                  </a:lnTo>
                  <a:lnTo>
                    <a:pt x="1570" y="17812"/>
                  </a:lnTo>
                  <a:lnTo>
                    <a:pt x="1352" y="18444"/>
                  </a:lnTo>
                  <a:lnTo>
                    <a:pt x="1156" y="19055"/>
                  </a:lnTo>
                  <a:lnTo>
                    <a:pt x="981" y="19687"/>
                  </a:lnTo>
                  <a:lnTo>
                    <a:pt x="807" y="20319"/>
                  </a:lnTo>
                  <a:lnTo>
                    <a:pt x="654" y="20973"/>
                  </a:lnTo>
                  <a:lnTo>
                    <a:pt x="524" y="21605"/>
                  </a:lnTo>
                  <a:lnTo>
                    <a:pt x="415" y="22259"/>
                  </a:lnTo>
                  <a:lnTo>
                    <a:pt x="306" y="22913"/>
                  </a:lnTo>
                  <a:lnTo>
                    <a:pt x="218" y="23567"/>
                  </a:lnTo>
                  <a:lnTo>
                    <a:pt x="131" y="24221"/>
                  </a:lnTo>
                  <a:lnTo>
                    <a:pt x="88" y="24897"/>
                  </a:lnTo>
                  <a:lnTo>
                    <a:pt x="44" y="25551"/>
                  </a:lnTo>
                  <a:lnTo>
                    <a:pt x="22" y="26227"/>
                  </a:lnTo>
                  <a:lnTo>
                    <a:pt x="0" y="26903"/>
                  </a:lnTo>
                  <a:lnTo>
                    <a:pt x="22" y="27579"/>
                  </a:lnTo>
                  <a:lnTo>
                    <a:pt x="44" y="28233"/>
                  </a:lnTo>
                  <a:lnTo>
                    <a:pt x="88" y="28909"/>
                  </a:lnTo>
                  <a:lnTo>
                    <a:pt x="131" y="29563"/>
                  </a:lnTo>
                  <a:lnTo>
                    <a:pt x="218" y="30238"/>
                  </a:lnTo>
                  <a:lnTo>
                    <a:pt x="306" y="30892"/>
                  </a:lnTo>
                  <a:lnTo>
                    <a:pt x="415" y="31546"/>
                  </a:lnTo>
                  <a:lnTo>
                    <a:pt x="524" y="32200"/>
                  </a:lnTo>
                  <a:lnTo>
                    <a:pt x="654" y="32833"/>
                  </a:lnTo>
                  <a:lnTo>
                    <a:pt x="807" y="33465"/>
                  </a:lnTo>
                  <a:lnTo>
                    <a:pt x="981" y="34119"/>
                  </a:lnTo>
                  <a:lnTo>
                    <a:pt x="1156" y="34729"/>
                  </a:lnTo>
                  <a:lnTo>
                    <a:pt x="1352" y="35362"/>
                  </a:lnTo>
                  <a:lnTo>
                    <a:pt x="1570" y="35994"/>
                  </a:lnTo>
                  <a:lnTo>
                    <a:pt x="1810" y="36604"/>
                  </a:lnTo>
                  <a:lnTo>
                    <a:pt x="2050" y="37193"/>
                  </a:lnTo>
                  <a:lnTo>
                    <a:pt x="2311" y="37803"/>
                  </a:lnTo>
                  <a:lnTo>
                    <a:pt x="2573" y="38392"/>
                  </a:lnTo>
                  <a:lnTo>
                    <a:pt x="2856" y="38981"/>
                  </a:lnTo>
                  <a:lnTo>
                    <a:pt x="3161" y="39569"/>
                  </a:lnTo>
                  <a:lnTo>
                    <a:pt x="3489" y="40136"/>
                  </a:lnTo>
                  <a:lnTo>
                    <a:pt x="3816" y="40703"/>
                  </a:lnTo>
                  <a:lnTo>
                    <a:pt x="4164" y="41270"/>
                  </a:lnTo>
                  <a:lnTo>
                    <a:pt x="4513" y="41815"/>
                  </a:lnTo>
                  <a:lnTo>
                    <a:pt x="4884" y="42360"/>
                  </a:lnTo>
                  <a:lnTo>
                    <a:pt x="5276" y="42905"/>
                  </a:lnTo>
                  <a:lnTo>
                    <a:pt x="5669" y="43428"/>
                  </a:lnTo>
                  <a:lnTo>
                    <a:pt x="6083" y="43951"/>
                  </a:lnTo>
                  <a:lnTo>
                    <a:pt x="6519" y="44453"/>
                  </a:lnTo>
                  <a:lnTo>
                    <a:pt x="6955" y="44954"/>
                  </a:lnTo>
                  <a:lnTo>
                    <a:pt x="7413" y="45455"/>
                  </a:lnTo>
                  <a:lnTo>
                    <a:pt x="7892" y="45935"/>
                  </a:lnTo>
                  <a:lnTo>
                    <a:pt x="8372" y="46393"/>
                  </a:lnTo>
                  <a:lnTo>
                    <a:pt x="8873" y="46851"/>
                  </a:lnTo>
                  <a:lnTo>
                    <a:pt x="9353" y="47287"/>
                  </a:lnTo>
                  <a:lnTo>
                    <a:pt x="9876" y="47723"/>
                  </a:lnTo>
                  <a:lnTo>
                    <a:pt x="10399" y="48137"/>
                  </a:lnTo>
                  <a:lnTo>
                    <a:pt x="10923" y="48551"/>
                  </a:lnTo>
                  <a:lnTo>
                    <a:pt x="11446" y="48922"/>
                  </a:lnTo>
                  <a:lnTo>
                    <a:pt x="11991" y="49292"/>
                  </a:lnTo>
                  <a:lnTo>
                    <a:pt x="12558" y="49663"/>
                  </a:lnTo>
                  <a:lnTo>
                    <a:pt x="13103" y="50012"/>
                  </a:lnTo>
                  <a:lnTo>
                    <a:pt x="13669" y="50339"/>
                  </a:lnTo>
                  <a:lnTo>
                    <a:pt x="14258" y="50644"/>
                  </a:lnTo>
                  <a:lnTo>
                    <a:pt x="14825" y="50949"/>
                  </a:lnTo>
                  <a:lnTo>
                    <a:pt x="15414" y="51254"/>
                  </a:lnTo>
                  <a:lnTo>
                    <a:pt x="16024" y="51516"/>
                  </a:lnTo>
                  <a:lnTo>
                    <a:pt x="16613" y="51778"/>
                  </a:lnTo>
                  <a:lnTo>
                    <a:pt x="17223" y="52017"/>
                  </a:lnTo>
                  <a:lnTo>
                    <a:pt x="17833" y="52235"/>
                  </a:lnTo>
                  <a:lnTo>
                    <a:pt x="18444" y="52453"/>
                  </a:lnTo>
                  <a:lnTo>
                    <a:pt x="19076" y="52650"/>
                  </a:lnTo>
                  <a:lnTo>
                    <a:pt x="19708" y="52846"/>
                  </a:lnTo>
                  <a:lnTo>
                    <a:pt x="20341" y="52998"/>
                  </a:lnTo>
                  <a:lnTo>
                    <a:pt x="20973" y="53151"/>
                  </a:lnTo>
                  <a:lnTo>
                    <a:pt x="21627" y="53282"/>
                  </a:lnTo>
                  <a:lnTo>
                    <a:pt x="22281" y="53413"/>
                  </a:lnTo>
                  <a:lnTo>
                    <a:pt x="22935" y="53522"/>
                  </a:lnTo>
                  <a:lnTo>
                    <a:pt x="23589" y="53609"/>
                  </a:lnTo>
                  <a:lnTo>
                    <a:pt x="24243" y="53674"/>
                  </a:lnTo>
                  <a:lnTo>
                    <a:pt x="24919" y="53740"/>
                  </a:lnTo>
                  <a:lnTo>
                    <a:pt x="25573" y="53783"/>
                  </a:lnTo>
                  <a:lnTo>
                    <a:pt x="26249" y="53805"/>
                  </a:lnTo>
                  <a:lnTo>
                    <a:pt x="27600" y="53805"/>
                  </a:lnTo>
                  <a:lnTo>
                    <a:pt x="28254" y="53783"/>
                  </a:lnTo>
                  <a:lnTo>
                    <a:pt x="28930" y="53740"/>
                  </a:lnTo>
                  <a:lnTo>
                    <a:pt x="29584" y="53674"/>
                  </a:lnTo>
                  <a:lnTo>
                    <a:pt x="30260" y="53609"/>
                  </a:lnTo>
                  <a:lnTo>
                    <a:pt x="30914" y="53522"/>
                  </a:lnTo>
                  <a:lnTo>
                    <a:pt x="31568" y="53413"/>
                  </a:lnTo>
                  <a:lnTo>
                    <a:pt x="32200" y="53282"/>
                  </a:lnTo>
                  <a:lnTo>
                    <a:pt x="32854" y="53151"/>
                  </a:lnTo>
                  <a:lnTo>
                    <a:pt x="33486" y="52998"/>
                  </a:lnTo>
                  <a:lnTo>
                    <a:pt x="34119" y="52846"/>
                  </a:lnTo>
                  <a:lnTo>
                    <a:pt x="34751" y="52650"/>
                  </a:lnTo>
                  <a:lnTo>
                    <a:pt x="35383" y="52453"/>
                  </a:lnTo>
                  <a:lnTo>
                    <a:pt x="35993" y="52235"/>
                  </a:lnTo>
                  <a:lnTo>
                    <a:pt x="36604" y="52017"/>
                  </a:lnTo>
                  <a:lnTo>
                    <a:pt x="37214" y="51778"/>
                  </a:lnTo>
                  <a:lnTo>
                    <a:pt x="37825" y="51516"/>
                  </a:lnTo>
                  <a:lnTo>
                    <a:pt x="38413" y="51254"/>
                  </a:lnTo>
                  <a:lnTo>
                    <a:pt x="39002" y="50949"/>
                  </a:lnTo>
                  <a:lnTo>
                    <a:pt x="39591" y="50644"/>
                  </a:lnTo>
                  <a:lnTo>
                    <a:pt x="40157" y="50339"/>
                  </a:lnTo>
                  <a:lnTo>
                    <a:pt x="40724" y="50012"/>
                  </a:lnTo>
                  <a:lnTo>
                    <a:pt x="41291" y="49663"/>
                  </a:lnTo>
                  <a:lnTo>
                    <a:pt x="41836" y="49292"/>
                  </a:lnTo>
                  <a:lnTo>
                    <a:pt x="42381" y="48922"/>
                  </a:lnTo>
                  <a:lnTo>
                    <a:pt x="42926" y="48551"/>
                  </a:lnTo>
                  <a:lnTo>
                    <a:pt x="43449" y="48137"/>
                  </a:lnTo>
                  <a:lnTo>
                    <a:pt x="43973" y="47723"/>
                  </a:lnTo>
                  <a:lnTo>
                    <a:pt x="44474" y="47287"/>
                  </a:lnTo>
                  <a:lnTo>
                    <a:pt x="44975" y="46851"/>
                  </a:lnTo>
                  <a:lnTo>
                    <a:pt x="45455" y="46393"/>
                  </a:lnTo>
                  <a:lnTo>
                    <a:pt x="45935" y="45935"/>
                  </a:lnTo>
                  <a:lnTo>
                    <a:pt x="46414" y="45455"/>
                  </a:lnTo>
                  <a:lnTo>
                    <a:pt x="46872" y="44954"/>
                  </a:lnTo>
                  <a:lnTo>
                    <a:pt x="47308" y="44453"/>
                  </a:lnTo>
                  <a:lnTo>
                    <a:pt x="47744" y="43951"/>
                  </a:lnTo>
                  <a:lnTo>
                    <a:pt x="48158" y="43428"/>
                  </a:lnTo>
                  <a:lnTo>
                    <a:pt x="48551" y="42905"/>
                  </a:lnTo>
                  <a:lnTo>
                    <a:pt x="48943" y="42360"/>
                  </a:lnTo>
                  <a:lnTo>
                    <a:pt x="49314" y="41815"/>
                  </a:lnTo>
                  <a:lnTo>
                    <a:pt x="49684" y="41270"/>
                  </a:lnTo>
                  <a:lnTo>
                    <a:pt x="50033" y="40703"/>
                  </a:lnTo>
                  <a:lnTo>
                    <a:pt x="50360" y="40136"/>
                  </a:lnTo>
                  <a:lnTo>
                    <a:pt x="50665" y="39569"/>
                  </a:lnTo>
                  <a:lnTo>
                    <a:pt x="50971" y="38981"/>
                  </a:lnTo>
                  <a:lnTo>
                    <a:pt x="51254" y="38392"/>
                  </a:lnTo>
                  <a:lnTo>
                    <a:pt x="51537" y="37803"/>
                  </a:lnTo>
                  <a:lnTo>
                    <a:pt x="51799" y="37193"/>
                  </a:lnTo>
                  <a:lnTo>
                    <a:pt x="52039" y="36604"/>
                  </a:lnTo>
                  <a:lnTo>
                    <a:pt x="52257" y="35994"/>
                  </a:lnTo>
                  <a:lnTo>
                    <a:pt x="52475" y="35362"/>
                  </a:lnTo>
                  <a:lnTo>
                    <a:pt x="52671" y="34729"/>
                  </a:lnTo>
                  <a:lnTo>
                    <a:pt x="52845" y="34119"/>
                  </a:lnTo>
                  <a:lnTo>
                    <a:pt x="53020" y="33465"/>
                  </a:lnTo>
                  <a:lnTo>
                    <a:pt x="53173" y="32833"/>
                  </a:lnTo>
                  <a:lnTo>
                    <a:pt x="53303" y="32200"/>
                  </a:lnTo>
                  <a:lnTo>
                    <a:pt x="53434" y="31546"/>
                  </a:lnTo>
                  <a:lnTo>
                    <a:pt x="53543" y="30892"/>
                  </a:lnTo>
                  <a:lnTo>
                    <a:pt x="53630" y="30238"/>
                  </a:lnTo>
                  <a:lnTo>
                    <a:pt x="53696" y="29563"/>
                  </a:lnTo>
                  <a:lnTo>
                    <a:pt x="53761" y="28909"/>
                  </a:lnTo>
                  <a:lnTo>
                    <a:pt x="53783" y="28233"/>
                  </a:lnTo>
                  <a:lnTo>
                    <a:pt x="53827" y="27579"/>
                  </a:lnTo>
                  <a:lnTo>
                    <a:pt x="53827" y="26903"/>
                  </a:lnTo>
                  <a:lnTo>
                    <a:pt x="53827" y="26227"/>
                  </a:lnTo>
                  <a:lnTo>
                    <a:pt x="53783" y="25551"/>
                  </a:lnTo>
                  <a:lnTo>
                    <a:pt x="53761" y="24897"/>
                  </a:lnTo>
                  <a:lnTo>
                    <a:pt x="53696" y="24221"/>
                  </a:lnTo>
                  <a:lnTo>
                    <a:pt x="53630" y="23567"/>
                  </a:lnTo>
                  <a:lnTo>
                    <a:pt x="53543" y="22913"/>
                  </a:lnTo>
                  <a:lnTo>
                    <a:pt x="53434" y="22259"/>
                  </a:lnTo>
                  <a:lnTo>
                    <a:pt x="53303" y="21605"/>
                  </a:lnTo>
                  <a:lnTo>
                    <a:pt x="53173" y="20973"/>
                  </a:lnTo>
                  <a:lnTo>
                    <a:pt x="53020" y="20319"/>
                  </a:lnTo>
                  <a:lnTo>
                    <a:pt x="52845" y="19687"/>
                  </a:lnTo>
                  <a:lnTo>
                    <a:pt x="52671" y="19055"/>
                  </a:lnTo>
                  <a:lnTo>
                    <a:pt x="52475" y="18444"/>
                  </a:lnTo>
                  <a:lnTo>
                    <a:pt x="52257" y="17812"/>
                  </a:lnTo>
                  <a:lnTo>
                    <a:pt x="52039" y="17201"/>
                  </a:lnTo>
                  <a:lnTo>
                    <a:pt x="51799" y="16591"/>
                  </a:lnTo>
                  <a:lnTo>
                    <a:pt x="51537" y="16002"/>
                  </a:lnTo>
                  <a:lnTo>
                    <a:pt x="51254" y="15392"/>
                  </a:lnTo>
                  <a:lnTo>
                    <a:pt x="50971" y="14803"/>
                  </a:lnTo>
                  <a:lnTo>
                    <a:pt x="50665" y="14237"/>
                  </a:lnTo>
                  <a:lnTo>
                    <a:pt x="50360" y="13648"/>
                  </a:lnTo>
                  <a:lnTo>
                    <a:pt x="50033" y="13081"/>
                  </a:lnTo>
                  <a:lnTo>
                    <a:pt x="49684" y="12536"/>
                  </a:lnTo>
                  <a:lnTo>
                    <a:pt x="49314" y="11991"/>
                  </a:lnTo>
                  <a:lnTo>
                    <a:pt x="48943" y="11446"/>
                  </a:lnTo>
                  <a:lnTo>
                    <a:pt x="48551" y="10901"/>
                  </a:lnTo>
                  <a:lnTo>
                    <a:pt x="48158" y="10378"/>
                  </a:lnTo>
                  <a:lnTo>
                    <a:pt x="47744" y="9855"/>
                  </a:lnTo>
                  <a:lnTo>
                    <a:pt x="47308" y="9353"/>
                  </a:lnTo>
                  <a:lnTo>
                    <a:pt x="46872" y="8852"/>
                  </a:lnTo>
                  <a:lnTo>
                    <a:pt x="46414" y="8350"/>
                  </a:lnTo>
                  <a:lnTo>
                    <a:pt x="45935" y="7871"/>
                  </a:lnTo>
                  <a:lnTo>
                    <a:pt x="45455" y="7413"/>
                  </a:lnTo>
                  <a:lnTo>
                    <a:pt x="44975" y="6955"/>
                  </a:lnTo>
                  <a:lnTo>
                    <a:pt x="44474" y="6497"/>
                  </a:lnTo>
                  <a:lnTo>
                    <a:pt x="43973" y="6083"/>
                  </a:lnTo>
                  <a:lnTo>
                    <a:pt x="43449" y="5669"/>
                  </a:lnTo>
                  <a:lnTo>
                    <a:pt x="42926" y="5255"/>
                  </a:lnTo>
                  <a:lnTo>
                    <a:pt x="42381" y="4862"/>
                  </a:lnTo>
                  <a:lnTo>
                    <a:pt x="41836" y="4492"/>
                  </a:lnTo>
                  <a:lnTo>
                    <a:pt x="41291" y="4143"/>
                  </a:lnTo>
                  <a:lnTo>
                    <a:pt x="40724" y="3794"/>
                  </a:lnTo>
                  <a:lnTo>
                    <a:pt x="40157" y="3467"/>
                  </a:lnTo>
                  <a:lnTo>
                    <a:pt x="39591" y="3140"/>
                  </a:lnTo>
                  <a:lnTo>
                    <a:pt x="39002" y="2835"/>
                  </a:lnTo>
                  <a:lnTo>
                    <a:pt x="38413" y="2551"/>
                  </a:lnTo>
                  <a:lnTo>
                    <a:pt x="37825" y="2290"/>
                  </a:lnTo>
                  <a:lnTo>
                    <a:pt x="37214" y="2028"/>
                  </a:lnTo>
                  <a:lnTo>
                    <a:pt x="36604" y="1788"/>
                  </a:lnTo>
                  <a:lnTo>
                    <a:pt x="35993" y="1548"/>
                  </a:lnTo>
                  <a:lnTo>
                    <a:pt x="35383" y="1352"/>
                  </a:lnTo>
                  <a:lnTo>
                    <a:pt x="34751" y="1156"/>
                  </a:lnTo>
                  <a:lnTo>
                    <a:pt x="34119" y="960"/>
                  </a:lnTo>
                  <a:lnTo>
                    <a:pt x="33486" y="807"/>
                  </a:lnTo>
                  <a:lnTo>
                    <a:pt x="32854" y="655"/>
                  </a:lnTo>
                  <a:lnTo>
                    <a:pt x="32200" y="502"/>
                  </a:lnTo>
                  <a:lnTo>
                    <a:pt x="31568" y="393"/>
                  </a:lnTo>
                  <a:lnTo>
                    <a:pt x="30914" y="284"/>
                  </a:lnTo>
                  <a:lnTo>
                    <a:pt x="30260" y="197"/>
                  </a:lnTo>
                  <a:lnTo>
                    <a:pt x="29584" y="131"/>
                  </a:lnTo>
                  <a:lnTo>
                    <a:pt x="28930" y="66"/>
                  </a:lnTo>
                  <a:lnTo>
                    <a:pt x="28254" y="22"/>
                  </a:lnTo>
                  <a:lnTo>
                    <a:pt x="2760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4" name="Google Shape;11134;p80"/>
            <p:cNvSpPr/>
            <p:nvPr/>
          </p:nvSpPr>
          <p:spPr>
            <a:xfrm>
              <a:off x="1023450" y="2880575"/>
              <a:ext cx="1345675" cy="1345150"/>
            </a:xfrm>
            <a:custGeom>
              <a:rect b="b" l="l" r="r" t="t"/>
              <a:pathLst>
                <a:path extrusionOk="0" fill="none" h="53806" w="53827">
                  <a:moveTo>
                    <a:pt x="26924" y="53805"/>
                  </a:moveTo>
                  <a:lnTo>
                    <a:pt x="26924" y="53805"/>
                  </a:lnTo>
                  <a:lnTo>
                    <a:pt x="26249" y="53805"/>
                  </a:lnTo>
                  <a:lnTo>
                    <a:pt x="25573" y="53783"/>
                  </a:lnTo>
                  <a:lnTo>
                    <a:pt x="24919" y="53740"/>
                  </a:lnTo>
                  <a:lnTo>
                    <a:pt x="24243" y="53674"/>
                  </a:lnTo>
                  <a:lnTo>
                    <a:pt x="23589" y="53609"/>
                  </a:lnTo>
                  <a:lnTo>
                    <a:pt x="22935" y="53522"/>
                  </a:lnTo>
                  <a:lnTo>
                    <a:pt x="22281" y="53413"/>
                  </a:lnTo>
                  <a:lnTo>
                    <a:pt x="21627" y="53282"/>
                  </a:lnTo>
                  <a:lnTo>
                    <a:pt x="20973" y="53151"/>
                  </a:lnTo>
                  <a:lnTo>
                    <a:pt x="20341" y="52998"/>
                  </a:lnTo>
                  <a:lnTo>
                    <a:pt x="19708" y="52846"/>
                  </a:lnTo>
                  <a:lnTo>
                    <a:pt x="19076" y="52650"/>
                  </a:lnTo>
                  <a:lnTo>
                    <a:pt x="18444" y="52453"/>
                  </a:lnTo>
                  <a:lnTo>
                    <a:pt x="17833" y="52235"/>
                  </a:lnTo>
                  <a:lnTo>
                    <a:pt x="17223" y="52017"/>
                  </a:lnTo>
                  <a:lnTo>
                    <a:pt x="16613" y="51778"/>
                  </a:lnTo>
                  <a:lnTo>
                    <a:pt x="16024" y="51516"/>
                  </a:lnTo>
                  <a:lnTo>
                    <a:pt x="15414" y="51254"/>
                  </a:lnTo>
                  <a:lnTo>
                    <a:pt x="14825" y="50949"/>
                  </a:lnTo>
                  <a:lnTo>
                    <a:pt x="14258" y="50644"/>
                  </a:lnTo>
                  <a:lnTo>
                    <a:pt x="13669" y="50339"/>
                  </a:lnTo>
                  <a:lnTo>
                    <a:pt x="13103" y="50012"/>
                  </a:lnTo>
                  <a:lnTo>
                    <a:pt x="12558" y="49663"/>
                  </a:lnTo>
                  <a:lnTo>
                    <a:pt x="11991" y="49292"/>
                  </a:lnTo>
                  <a:lnTo>
                    <a:pt x="11446" y="48922"/>
                  </a:lnTo>
                  <a:lnTo>
                    <a:pt x="10923" y="48551"/>
                  </a:lnTo>
                  <a:lnTo>
                    <a:pt x="10399" y="48137"/>
                  </a:lnTo>
                  <a:lnTo>
                    <a:pt x="9876" y="47723"/>
                  </a:lnTo>
                  <a:lnTo>
                    <a:pt x="9353" y="47287"/>
                  </a:lnTo>
                  <a:lnTo>
                    <a:pt x="8873" y="46851"/>
                  </a:lnTo>
                  <a:lnTo>
                    <a:pt x="8372" y="46393"/>
                  </a:lnTo>
                  <a:lnTo>
                    <a:pt x="7892" y="45935"/>
                  </a:lnTo>
                  <a:lnTo>
                    <a:pt x="7892" y="45935"/>
                  </a:lnTo>
                  <a:lnTo>
                    <a:pt x="7413" y="45455"/>
                  </a:lnTo>
                  <a:lnTo>
                    <a:pt x="6955" y="44954"/>
                  </a:lnTo>
                  <a:lnTo>
                    <a:pt x="6519" y="44453"/>
                  </a:lnTo>
                  <a:lnTo>
                    <a:pt x="6083" y="43951"/>
                  </a:lnTo>
                  <a:lnTo>
                    <a:pt x="5669" y="43428"/>
                  </a:lnTo>
                  <a:lnTo>
                    <a:pt x="5276" y="42905"/>
                  </a:lnTo>
                  <a:lnTo>
                    <a:pt x="4884" y="42360"/>
                  </a:lnTo>
                  <a:lnTo>
                    <a:pt x="4513" y="41815"/>
                  </a:lnTo>
                  <a:lnTo>
                    <a:pt x="4164" y="41270"/>
                  </a:lnTo>
                  <a:lnTo>
                    <a:pt x="3816" y="40703"/>
                  </a:lnTo>
                  <a:lnTo>
                    <a:pt x="3489" y="40136"/>
                  </a:lnTo>
                  <a:lnTo>
                    <a:pt x="3161" y="39569"/>
                  </a:lnTo>
                  <a:lnTo>
                    <a:pt x="2856" y="38981"/>
                  </a:lnTo>
                  <a:lnTo>
                    <a:pt x="2573" y="38392"/>
                  </a:lnTo>
                  <a:lnTo>
                    <a:pt x="2311" y="37803"/>
                  </a:lnTo>
                  <a:lnTo>
                    <a:pt x="2050" y="37193"/>
                  </a:lnTo>
                  <a:lnTo>
                    <a:pt x="1810" y="36604"/>
                  </a:lnTo>
                  <a:lnTo>
                    <a:pt x="1570" y="35994"/>
                  </a:lnTo>
                  <a:lnTo>
                    <a:pt x="1352" y="35362"/>
                  </a:lnTo>
                  <a:lnTo>
                    <a:pt x="1156" y="34729"/>
                  </a:lnTo>
                  <a:lnTo>
                    <a:pt x="981" y="34119"/>
                  </a:lnTo>
                  <a:lnTo>
                    <a:pt x="807" y="33465"/>
                  </a:lnTo>
                  <a:lnTo>
                    <a:pt x="654" y="32833"/>
                  </a:lnTo>
                  <a:lnTo>
                    <a:pt x="524" y="32200"/>
                  </a:lnTo>
                  <a:lnTo>
                    <a:pt x="415" y="31546"/>
                  </a:lnTo>
                  <a:lnTo>
                    <a:pt x="306" y="30892"/>
                  </a:lnTo>
                  <a:lnTo>
                    <a:pt x="218" y="30238"/>
                  </a:lnTo>
                  <a:lnTo>
                    <a:pt x="131" y="29563"/>
                  </a:lnTo>
                  <a:lnTo>
                    <a:pt x="88" y="28909"/>
                  </a:lnTo>
                  <a:lnTo>
                    <a:pt x="44" y="28233"/>
                  </a:lnTo>
                  <a:lnTo>
                    <a:pt x="22" y="27579"/>
                  </a:lnTo>
                  <a:lnTo>
                    <a:pt x="0" y="26903"/>
                  </a:lnTo>
                  <a:lnTo>
                    <a:pt x="0" y="26903"/>
                  </a:lnTo>
                  <a:lnTo>
                    <a:pt x="22" y="26227"/>
                  </a:lnTo>
                  <a:lnTo>
                    <a:pt x="44" y="25551"/>
                  </a:lnTo>
                  <a:lnTo>
                    <a:pt x="88" y="24897"/>
                  </a:lnTo>
                  <a:lnTo>
                    <a:pt x="131" y="24221"/>
                  </a:lnTo>
                  <a:lnTo>
                    <a:pt x="218" y="23567"/>
                  </a:lnTo>
                  <a:lnTo>
                    <a:pt x="306" y="22913"/>
                  </a:lnTo>
                  <a:lnTo>
                    <a:pt x="415" y="22259"/>
                  </a:lnTo>
                  <a:lnTo>
                    <a:pt x="524" y="21605"/>
                  </a:lnTo>
                  <a:lnTo>
                    <a:pt x="654" y="20973"/>
                  </a:lnTo>
                  <a:lnTo>
                    <a:pt x="807" y="20319"/>
                  </a:lnTo>
                  <a:lnTo>
                    <a:pt x="981" y="19687"/>
                  </a:lnTo>
                  <a:lnTo>
                    <a:pt x="1156" y="19055"/>
                  </a:lnTo>
                  <a:lnTo>
                    <a:pt x="1352" y="18444"/>
                  </a:lnTo>
                  <a:lnTo>
                    <a:pt x="1570" y="17812"/>
                  </a:lnTo>
                  <a:lnTo>
                    <a:pt x="1810" y="17201"/>
                  </a:lnTo>
                  <a:lnTo>
                    <a:pt x="2050" y="16591"/>
                  </a:lnTo>
                  <a:lnTo>
                    <a:pt x="2311" y="16002"/>
                  </a:lnTo>
                  <a:lnTo>
                    <a:pt x="2573" y="15392"/>
                  </a:lnTo>
                  <a:lnTo>
                    <a:pt x="2856" y="14803"/>
                  </a:lnTo>
                  <a:lnTo>
                    <a:pt x="3161" y="14237"/>
                  </a:lnTo>
                  <a:lnTo>
                    <a:pt x="3489" y="13648"/>
                  </a:lnTo>
                  <a:lnTo>
                    <a:pt x="3816" y="13081"/>
                  </a:lnTo>
                  <a:lnTo>
                    <a:pt x="4164" y="12536"/>
                  </a:lnTo>
                  <a:lnTo>
                    <a:pt x="4513" y="11991"/>
                  </a:lnTo>
                  <a:lnTo>
                    <a:pt x="4884" y="11446"/>
                  </a:lnTo>
                  <a:lnTo>
                    <a:pt x="5276" y="10901"/>
                  </a:lnTo>
                  <a:lnTo>
                    <a:pt x="5669" y="10378"/>
                  </a:lnTo>
                  <a:lnTo>
                    <a:pt x="6083" y="9855"/>
                  </a:lnTo>
                  <a:lnTo>
                    <a:pt x="6519" y="9353"/>
                  </a:lnTo>
                  <a:lnTo>
                    <a:pt x="6955" y="8852"/>
                  </a:lnTo>
                  <a:lnTo>
                    <a:pt x="7413" y="8350"/>
                  </a:lnTo>
                  <a:lnTo>
                    <a:pt x="7892" y="7871"/>
                  </a:lnTo>
                  <a:lnTo>
                    <a:pt x="7892" y="7871"/>
                  </a:lnTo>
                  <a:lnTo>
                    <a:pt x="8372" y="7413"/>
                  </a:lnTo>
                  <a:lnTo>
                    <a:pt x="8873" y="6955"/>
                  </a:lnTo>
                  <a:lnTo>
                    <a:pt x="9353" y="6497"/>
                  </a:lnTo>
                  <a:lnTo>
                    <a:pt x="9876" y="6083"/>
                  </a:lnTo>
                  <a:lnTo>
                    <a:pt x="10399" y="5669"/>
                  </a:lnTo>
                  <a:lnTo>
                    <a:pt x="10923" y="5255"/>
                  </a:lnTo>
                  <a:lnTo>
                    <a:pt x="11446" y="4862"/>
                  </a:lnTo>
                  <a:lnTo>
                    <a:pt x="11991" y="4492"/>
                  </a:lnTo>
                  <a:lnTo>
                    <a:pt x="12558" y="4143"/>
                  </a:lnTo>
                  <a:lnTo>
                    <a:pt x="13103" y="3794"/>
                  </a:lnTo>
                  <a:lnTo>
                    <a:pt x="13669" y="3467"/>
                  </a:lnTo>
                  <a:lnTo>
                    <a:pt x="14258" y="3140"/>
                  </a:lnTo>
                  <a:lnTo>
                    <a:pt x="14825" y="2835"/>
                  </a:lnTo>
                  <a:lnTo>
                    <a:pt x="15414" y="2551"/>
                  </a:lnTo>
                  <a:lnTo>
                    <a:pt x="16024" y="2290"/>
                  </a:lnTo>
                  <a:lnTo>
                    <a:pt x="16613" y="2028"/>
                  </a:lnTo>
                  <a:lnTo>
                    <a:pt x="17223" y="1788"/>
                  </a:lnTo>
                  <a:lnTo>
                    <a:pt x="17833" y="1548"/>
                  </a:lnTo>
                  <a:lnTo>
                    <a:pt x="18444" y="1352"/>
                  </a:lnTo>
                  <a:lnTo>
                    <a:pt x="19076" y="1156"/>
                  </a:lnTo>
                  <a:lnTo>
                    <a:pt x="19708" y="960"/>
                  </a:lnTo>
                  <a:lnTo>
                    <a:pt x="20341" y="807"/>
                  </a:lnTo>
                  <a:lnTo>
                    <a:pt x="20973" y="655"/>
                  </a:lnTo>
                  <a:lnTo>
                    <a:pt x="21627" y="502"/>
                  </a:lnTo>
                  <a:lnTo>
                    <a:pt x="22281" y="393"/>
                  </a:lnTo>
                  <a:lnTo>
                    <a:pt x="22935" y="284"/>
                  </a:lnTo>
                  <a:lnTo>
                    <a:pt x="23589" y="197"/>
                  </a:lnTo>
                  <a:lnTo>
                    <a:pt x="24243" y="131"/>
                  </a:lnTo>
                  <a:lnTo>
                    <a:pt x="24919" y="66"/>
                  </a:lnTo>
                  <a:lnTo>
                    <a:pt x="25573" y="22"/>
                  </a:lnTo>
                  <a:lnTo>
                    <a:pt x="26249" y="1"/>
                  </a:lnTo>
                  <a:lnTo>
                    <a:pt x="26924" y="1"/>
                  </a:lnTo>
                  <a:lnTo>
                    <a:pt x="26924" y="1"/>
                  </a:lnTo>
                  <a:lnTo>
                    <a:pt x="27600" y="1"/>
                  </a:lnTo>
                  <a:lnTo>
                    <a:pt x="28254" y="22"/>
                  </a:lnTo>
                  <a:lnTo>
                    <a:pt x="28930" y="66"/>
                  </a:lnTo>
                  <a:lnTo>
                    <a:pt x="29584" y="131"/>
                  </a:lnTo>
                  <a:lnTo>
                    <a:pt x="30260" y="197"/>
                  </a:lnTo>
                  <a:lnTo>
                    <a:pt x="30914" y="284"/>
                  </a:lnTo>
                  <a:lnTo>
                    <a:pt x="31568" y="393"/>
                  </a:lnTo>
                  <a:lnTo>
                    <a:pt x="32200" y="502"/>
                  </a:lnTo>
                  <a:lnTo>
                    <a:pt x="32854" y="655"/>
                  </a:lnTo>
                  <a:lnTo>
                    <a:pt x="33486" y="807"/>
                  </a:lnTo>
                  <a:lnTo>
                    <a:pt x="34119" y="960"/>
                  </a:lnTo>
                  <a:lnTo>
                    <a:pt x="34751" y="1156"/>
                  </a:lnTo>
                  <a:lnTo>
                    <a:pt x="35383" y="1352"/>
                  </a:lnTo>
                  <a:lnTo>
                    <a:pt x="35993" y="1548"/>
                  </a:lnTo>
                  <a:lnTo>
                    <a:pt x="36604" y="1788"/>
                  </a:lnTo>
                  <a:lnTo>
                    <a:pt x="37214" y="2028"/>
                  </a:lnTo>
                  <a:lnTo>
                    <a:pt x="37825" y="2290"/>
                  </a:lnTo>
                  <a:lnTo>
                    <a:pt x="38413" y="2551"/>
                  </a:lnTo>
                  <a:lnTo>
                    <a:pt x="39002" y="2835"/>
                  </a:lnTo>
                  <a:lnTo>
                    <a:pt x="39591" y="3140"/>
                  </a:lnTo>
                  <a:lnTo>
                    <a:pt x="40157" y="3467"/>
                  </a:lnTo>
                  <a:lnTo>
                    <a:pt x="40724" y="3794"/>
                  </a:lnTo>
                  <a:lnTo>
                    <a:pt x="41291" y="4143"/>
                  </a:lnTo>
                  <a:lnTo>
                    <a:pt x="41836" y="4492"/>
                  </a:lnTo>
                  <a:lnTo>
                    <a:pt x="42381" y="4862"/>
                  </a:lnTo>
                  <a:lnTo>
                    <a:pt x="42926" y="5255"/>
                  </a:lnTo>
                  <a:lnTo>
                    <a:pt x="43449" y="5669"/>
                  </a:lnTo>
                  <a:lnTo>
                    <a:pt x="43973" y="6083"/>
                  </a:lnTo>
                  <a:lnTo>
                    <a:pt x="44474" y="6497"/>
                  </a:lnTo>
                  <a:lnTo>
                    <a:pt x="44975" y="6955"/>
                  </a:lnTo>
                  <a:lnTo>
                    <a:pt x="45455" y="7413"/>
                  </a:lnTo>
                  <a:lnTo>
                    <a:pt x="45935" y="7871"/>
                  </a:lnTo>
                  <a:lnTo>
                    <a:pt x="45935" y="7871"/>
                  </a:lnTo>
                  <a:lnTo>
                    <a:pt x="46414" y="8350"/>
                  </a:lnTo>
                  <a:lnTo>
                    <a:pt x="46872" y="8852"/>
                  </a:lnTo>
                  <a:lnTo>
                    <a:pt x="47308" y="9353"/>
                  </a:lnTo>
                  <a:lnTo>
                    <a:pt x="47744" y="9855"/>
                  </a:lnTo>
                  <a:lnTo>
                    <a:pt x="48158" y="10378"/>
                  </a:lnTo>
                  <a:lnTo>
                    <a:pt x="48551" y="10901"/>
                  </a:lnTo>
                  <a:lnTo>
                    <a:pt x="48943" y="11446"/>
                  </a:lnTo>
                  <a:lnTo>
                    <a:pt x="49314" y="11991"/>
                  </a:lnTo>
                  <a:lnTo>
                    <a:pt x="49684" y="12536"/>
                  </a:lnTo>
                  <a:lnTo>
                    <a:pt x="50033" y="13081"/>
                  </a:lnTo>
                  <a:lnTo>
                    <a:pt x="50360" y="13648"/>
                  </a:lnTo>
                  <a:lnTo>
                    <a:pt x="50665" y="14237"/>
                  </a:lnTo>
                  <a:lnTo>
                    <a:pt x="50971" y="14803"/>
                  </a:lnTo>
                  <a:lnTo>
                    <a:pt x="51254" y="15392"/>
                  </a:lnTo>
                  <a:lnTo>
                    <a:pt x="51537" y="16002"/>
                  </a:lnTo>
                  <a:lnTo>
                    <a:pt x="51799" y="16591"/>
                  </a:lnTo>
                  <a:lnTo>
                    <a:pt x="52039" y="17201"/>
                  </a:lnTo>
                  <a:lnTo>
                    <a:pt x="52257" y="17812"/>
                  </a:lnTo>
                  <a:lnTo>
                    <a:pt x="52475" y="18444"/>
                  </a:lnTo>
                  <a:lnTo>
                    <a:pt x="52671" y="19055"/>
                  </a:lnTo>
                  <a:lnTo>
                    <a:pt x="52845" y="19687"/>
                  </a:lnTo>
                  <a:lnTo>
                    <a:pt x="53020" y="20319"/>
                  </a:lnTo>
                  <a:lnTo>
                    <a:pt x="53173" y="20973"/>
                  </a:lnTo>
                  <a:lnTo>
                    <a:pt x="53303" y="21605"/>
                  </a:lnTo>
                  <a:lnTo>
                    <a:pt x="53434" y="22259"/>
                  </a:lnTo>
                  <a:lnTo>
                    <a:pt x="53543" y="22913"/>
                  </a:lnTo>
                  <a:lnTo>
                    <a:pt x="53630" y="23567"/>
                  </a:lnTo>
                  <a:lnTo>
                    <a:pt x="53696" y="24221"/>
                  </a:lnTo>
                  <a:lnTo>
                    <a:pt x="53761" y="24897"/>
                  </a:lnTo>
                  <a:lnTo>
                    <a:pt x="53783" y="25551"/>
                  </a:lnTo>
                  <a:lnTo>
                    <a:pt x="53827" y="26227"/>
                  </a:lnTo>
                  <a:lnTo>
                    <a:pt x="53827" y="26903"/>
                  </a:lnTo>
                  <a:lnTo>
                    <a:pt x="53827" y="26903"/>
                  </a:lnTo>
                  <a:lnTo>
                    <a:pt x="53827" y="27579"/>
                  </a:lnTo>
                  <a:lnTo>
                    <a:pt x="53783" y="28233"/>
                  </a:lnTo>
                  <a:lnTo>
                    <a:pt x="53761" y="28909"/>
                  </a:lnTo>
                  <a:lnTo>
                    <a:pt x="53696" y="29563"/>
                  </a:lnTo>
                  <a:lnTo>
                    <a:pt x="53630" y="30238"/>
                  </a:lnTo>
                  <a:lnTo>
                    <a:pt x="53543" y="30892"/>
                  </a:lnTo>
                  <a:lnTo>
                    <a:pt x="53434" y="31546"/>
                  </a:lnTo>
                  <a:lnTo>
                    <a:pt x="53303" y="32200"/>
                  </a:lnTo>
                  <a:lnTo>
                    <a:pt x="53173" y="32833"/>
                  </a:lnTo>
                  <a:lnTo>
                    <a:pt x="53020" y="33465"/>
                  </a:lnTo>
                  <a:lnTo>
                    <a:pt x="52845" y="34119"/>
                  </a:lnTo>
                  <a:lnTo>
                    <a:pt x="52671" y="34729"/>
                  </a:lnTo>
                  <a:lnTo>
                    <a:pt x="52475" y="35362"/>
                  </a:lnTo>
                  <a:lnTo>
                    <a:pt x="52257" y="35994"/>
                  </a:lnTo>
                  <a:lnTo>
                    <a:pt x="52039" y="36604"/>
                  </a:lnTo>
                  <a:lnTo>
                    <a:pt x="51799" y="37193"/>
                  </a:lnTo>
                  <a:lnTo>
                    <a:pt x="51537" y="37803"/>
                  </a:lnTo>
                  <a:lnTo>
                    <a:pt x="51254" y="38392"/>
                  </a:lnTo>
                  <a:lnTo>
                    <a:pt x="50971" y="38981"/>
                  </a:lnTo>
                  <a:lnTo>
                    <a:pt x="50665" y="39569"/>
                  </a:lnTo>
                  <a:lnTo>
                    <a:pt x="50360" y="40136"/>
                  </a:lnTo>
                  <a:lnTo>
                    <a:pt x="50033" y="40703"/>
                  </a:lnTo>
                  <a:lnTo>
                    <a:pt x="49684" y="41270"/>
                  </a:lnTo>
                  <a:lnTo>
                    <a:pt x="49314" y="41815"/>
                  </a:lnTo>
                  <a:lnTo>
                    <a:pt x="48943" y="42360"/>
                  </a:lnTo>
                  <a:lnTo>
                    <a:pt x="48551" y="42905"/>
                  </a:lnTo>
                  <a:lnTo>
                    <a:pt x="48158" y="43428"/>
                  </a:lnTo>
                  <a:lnTo>
                    <a:pt x="47744" y="43951"/>
                  </a:lnTo>
                  <a:lnTo>
                    <a:pt x="47308" y="44453"/>
                  </a:lnTo>
                  <a:lnTo>
                    <a:pt x="46872" y="44954"/>
                  </a:lnTo>
                  <a:lnTo>
                    <a:pt x="46414" y="45455"/>
                  </a:lnTo>
                  <a:lnTo>
                    <a:pt x="45935" y="45935"/>
                  </a:lnTo>
                  <a:lnTo>
                    <a:pt x="45935" y="45935"/>
                  </a:lnTo>
                  <a:lnTo>
                    <a:pt x="45455" y="46393"/>
                  </a:lnTo>
                  <a:lnTo>
                    <a:pt x="44975" y="46851"/>
                  </a:lnTo>
                  <a:lnTo>
                    <a:pt x="44474" y="47287"/>
                  </a:lnTo>
                  <a:lnTo>
                    <a:pt x="43973" y="47723"/>
                  </a:lnTo>
                  <a:lnTo>
                    <a:pt x="43449" y="48137"/>
                  </a:lnTo>
                  <a:lnTo>
                    <a:pt x="42926" y="48551"/>
                  </a:lnTo>
                  <a:lnTo>
                    <a:pt x="42381" y="48922"/>
                  </a:lnTo>
                  <a:lnTo>
                    <a:pt x="41836" y="49292"/>
                  </a:lnTo>
                  <a:lnTo>
                    <a:pt x="41291" y="49663"/>
                  </a:lnTo>
                  <a:lnTo>
                    <a:pt x="40724" y="50012"/>
                  </a:lnTo>
                  <a:lnTo>
                    <a:pt x="40157" y="50339"/>
                  </a:lnTo>
                  <a:lnTo>
                    <a:pt x="39591" y="50644"/>
                  </a:lnTo>
                  <a:lnTo>
                    <a:pt x="39002" y="50949"/>
                  </a:lnTo>
                  <a:lnTo>
                    <a:pt x="38413" y="51254"/>
                  </a:lnTo>
                  <a:lnTo>
                    <a:pt x="37825" y="51516"/>
                  </a:lnTo>
                  <a:lnTo>
                    <a:pt x="37214" y="51778"/>
                  </a:lnTo>
                  <a:lnTo>
                    <a:pt x="36604" y="52017"/>
                  </a:lnTo>
                  <a:lnTo>
                    <a:pt x="35993" y="52235"/>
                  </a:lnTo>
                  <a:lnTo>
                    <a:pt x="35383" y="52453"/>
                  </a:lnTo>
                  <a:lnTo>
                    <a:pt x="34751" y="52650"/>
                  </a:lnTo>
                  <a:lnTo>
                    <a:pt x="34119" y="52846"/>
                  </a:lnTo>
                  <a:lnTo>
                    <a:pt x="33486" y="52998"/>
                  </a:lnTo>
                  <a:lnTo>
                    <a:pt x="32854" y="53151"/>
                  </a:lnTo>
                  <a:lnTo>
                    <a:pt x="32200" y="53282"/>
                  </a:lnTo>
                  <a:lnTo>
                    <a:pt x="31568" y="53413"/>
                  </a:lnTo>
                  <a:lnTo>
                    <a:pt x="30914" y="53522"/>
                  </a:lnTo>
                  <a:lnTo>
                    <a:pt x="30260" y="53609"/>
                  </a:lnTo>
                  <a:lnTo>
                    <a:pt x="29584" y="53674"/>
                  </a:lnTo>
                  <a:lnTo>
                    <a:pt x="28930" y="53740"/>
                  </a:lnTo>
                  <a:lnTo>
                    <a:pt x="28254" y="53783"/>
                  </a:lnTo>
                  <a:lnTo>
                    <a:pt x="27600" y="53805"/>
                  </a:lnTo>
                  <a:lnTo>
                    <a:pt x="26924" y="5380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5" name="Google Shape;11135;p80"/>
            <p:cNvSpPr/>
            <p:nvPr/>
          </p:nvSpPr>
          <p:spPr>
            <a:xfrm>
              <a:off x="1065950" y="2936725"/>
              <a:ext cx="1282475" cy="1225775"/>
            </a:xfrm>
            <a:custGeom>
              <a:rect b="b" l="l" r="r" t="t"/>
              <a:pathLst>
                <a:path extrusionOk="0" h="49031" w="51299">
                  <a:moveTo>
                    <a:pt x="25290" y="0"/>
                  </a:moveTo>
                  <a:lnTo>
                    <a:pt x="24222" y="44"/>
                  </a:lnTo>
                  <a:lnTo>
                    <a:pt x="23131" y="109"/>
                  </a:lnTo>
                  <a:lnTo>
                    <a:pt x="22020" y="218"/>
                  </a:lnTo>
                  <a:lnTo>
                    <a:pt x="20886" y="371"/>
                  </a:lnTo>
                  <a:lnTo>
                    <a:pt x="19731" y="589"/>
                  </a:lnTo>
                  <a:lnTo>
                    <a:pt x="18553" y="828"/>
                  </a:lnTo>
                  <a:lnTo>
                    <a:pt x="17376" y="1112"/>
                  </a:lnTo>
                  <a:lnTo>
                    <a:pt x="16199" y="1461"/>
                  </a:lnTo>
                  <a:lnTo>
                    <a:pt x="15022" y="1875"/>
                  </a:lnTo>
                  <a:lnTo>
                    <a:pt x="14433" y="2093"/>
                  </a:lnTo>
                  <a:lnTo>
                    <a:pt x="13844" y="2311"/>
                  </a:lnTo>
                  <a:lnTo>
                    <a:pt x="13278" y="2573"/>
                  </a:lnTo>
                  <a:lnTo>
                    <a:pt x="12689" y="2812"/>
                  </a:lnTo>
                  <a:lnTo>
                    <a:pt x="12122" y="3096"/>
                  </a:lnTo>
                  <a:lnTo>
                    <a:pt x="11555" y="3379"/>
                  </a:lnTo>
                  <a:lnTo>
                    <a:pt x="10988" y="3684"/>
                  </a:lnTo>
                  <a:lnTo>
                    <a:pt x="10422" y="4011"/>
                  </a:lnTo>
                  <a:lnTo>
                    <a:pt x="10225" y="4099"/>
                  </a:lnTo>
                  <a:lnTo>
                    <a:pt x="9724" y="4360"/>
                  </a:lnTo>
                  <a:lnTo>
                    <a:pt x="9397" y="4556"/>
                  </a:lnTo>
                  <a:lnTo>
                    <a:pt x="9005" y="4796"/>
                  </a:lnTo>
                  <a:lnTo>
                    <a:pt x="8590" y="5101"/>
                  </a:lnTo>
                  <a:lnTo>
                    <a:pt x="8154" y="5428"/>
                  </a:lnTo>
                  <a:lnTo>
                    <a:pt x="7697" y="5821"/>
                  </a:lnTo>
                  <a:lnTo>
                    <a:pt x="7261" y="6279"/>
                  </a:lnTo>
                  <a:lnTo>
                    <a:pt x="6824" y="6780"/>
                  </a:lnTo>
                  <a:lnTo>
                    <a:pt x="6628" y="7042"/>
                  </a:lnTo>
                  <a:lnTo>
                    <a:pt x="6432" y="7325"/>
                  </a:lnTo>
                  <a:lnTo>
                    <a:pt x="6236" y="7630"/>
                  </a:lnTo>
                  <a:lnTo>
                    <a:pt x="6061" y="7936"/>
                  </a:lnTo>
                  <a:lnTo>
                    <a:pt x="5909" y="8263"/>
                  </a:lnTo>
                  <a:lnTo>
                    <a:pt x="5756" y="8590"/>
                  </a:lnTo>
                  <a:lnTo>
                    <a:pt x="5604" y="8938"/>
                  </a:lnTo>
                  <a:lnTo>
                    <a:pt x="5495" y="9309"/>
                  </a:lnTo>
                  <a:lnTo>
                    <a:pt x="5386" y="9701"/>
                  </a:lnTo>
                  <a:lnTo>
                    <a:pt x="5320" y="10094"/>
                  </a:lnTo>
                  <a:lnTo>
                    <a:pt x="5211" y="10552"/>
                  </a:lnTo>
                  <a:lnTo>
                    <a:pt x="5124" y="10988"/>
                  </a:lnTo>
                  <a:lnTo>
                    <a:pt x="4993" y="11380"/>
                  </a:lnTo>
                  <a:lnTo>
                    <a:pt x="4862" y="11773"/>
                  </a:lnTo>
                  <a:lnTo>
                    <a:pt x="4710" y="12143"/>
                  </a:lnTo>
                  <a:lnTo>
                    <a:pt x="4557" y="12514"/>
                  </a:lnTo>
                  <a:lnTo>
                    <a:pt x="4383" y="12841"/>
                  </a:lnTo>
                  <a:lnTo>
                    <a:pt x="4208" y="13190"/>
                  </a:lnTo>
                  <a:lnTo>
                    <a:pt x="3947" y="13604"/>
                  </a:lnTo>
                  <a:lnTo>
                    <a:pt x="3685" y="14018"/>
                  </a:lnTo>
                  <a:lnTo>
                    <a:pt x="3140" y="14825"/>
                  </a:lnTo>
                  <a:lnTo>
                    <a:pt x="2552" y="15653"/>
                  </a:lnTo>
                  <a:lnTo>
                    <a:pt x="1985" y="16503"/>
                  </a:lnTo>
                  <a:lnTo>
                    <a:pt x="1745" y="16896"/>
                  </a:lnTo>
                  <a:lnTo>
                    <a:pt x="1527" y="17288"/>
                  </a:lnTo>
                  <a:lnTo>
                    <a:pt x="1309" y="17702"/>
                  </a:lnTo>
                  <a:lnTo>
                    <a:pt x="1091" y="18138"/>
                  </a:lnTo>
                  <a:lnTo>
                    <a:pt x="895" y="18596"/>
                  </a:lnTo>
                  <a:lnTo>
                    <a:pt x="698" y="19076"/>
                  </a:lnTo>
                  <a:lnTo>
                    <a:pt x="502" y="19599"/>
                  </a:lnTo>
                  <a:lnTo>
                    <a:pt x="350" y="20166"/>
                  </a:lnTo>
                  <a:lnTo>
                    <a:pt x="175" y="20820"/>
                  </a:lnTo>
                  <a:lnTo>
                    <a:pt x="66" y="21452"/>
                  </a:lnTo>
                  <a:lnTo>
                    <a:pt x="1" y="22084"/>
                  </a:lnTo>
                  <a:lnTo>
                    <a:pt x="1" y="22695"/>
                  </a:lnTo>
                  <a:lnTo>
                    <a:pt x="1" y="23283"/>
                  </a:lnTo>
                  <a:lnTo>
                    <a:pt x="66" y="23872"/>
                  </a:lnTo>
                  <a:lnTo>
                    <a:pt x="153" y="24439"/>
                  </a:lnTo>
                  <a:lnTo>
                    <a:pt x="262" y="25006"/>
                  </a:lnTo>
                  <a:lnTo>
                    <a:pt x="415" y="25616"/>
                  </a:lnTo>
                  <a:lnTo>
                    <a:pt x="611" y="26227"/>
                  </a:lnTo>
                  <a:lnTo>
                    <a:pt x="807" y="26815"/>
                  </a:lnTo>
                  <a:lnTo>
                    <a:pt x="1004" y="27404"/>
                  </a:lnTo>
                  <a:lnTo>
                    <a:pt x="1440" y="28516"/>
                  </a:lnTo>
                  <a:lnTo>
                    <a:pt x="1876" y="29584"/>
                  </a:lnTo>
                  <a:lnTo>
                    <a:pt x="2072" y="30151"/>
                  </a:lnTo>
                  <a:lnTo>
                    <a:pt x="2268" y="30696"/>
                  </a:lnTo>
                  <a:lnTo>
                    <a:pt x="2421" y="31241"/>
                  </a:lnTo>
                  <a:lnTo>
                    <a:pt x="2530" y="31764"/>
                  </a:lnTo>
                  <a:lnTo>
                    <a:pt x="2639" y="32374"/>
                  </a:lnTo>
                  <a:lnTo>
                    <a:pt x="2704" y="33007"/>
                  </a:lnTo>
                  <a:lnTo>
                    <a:pt x="2879" y="34315"/>
                  </a:lnTo>
                  <a:lnTo>
                    <a:pt x="2944" y="34990"/>
                  </a:lnTo>
                  <a:lnTo>
                    <a:pt x="3053" y="35688"/>
                  </a:lnTo>
                  <a:lnTo>
                    <a:pt x="3184" y="36364"/>
                  </a:lnTo>
                  <a:lnTo>
                    <a:pt x="3315" y="37040"/>
                  </a:lnTo>
                  <a:lnTo>
                    <a:pt x="3511" y="37694"/>
                  </a:lnTo>
                  <a:lnTo>
                    <a:pt x="3729" y="38348"/>
                  </a:lnTo>
                  <a:lnTo>
                    <a:pt x="3860" y="38653"/>
                  </a:lnTo>
                  <a:lnTo>
                    <a:pt x="4012" y="38980"/>
                  </a:lnTo>
                  <a:lnTo>
                    <a:pt x="4165" y="39285"/>
                  </a:lnTo>
                  <a:lnTo>
                    <a:pt x="4339" y="39569"/>
                  </a:lnTo>
                  <a:lnTo>
                    <a:pt x="4535" y="39874"/>
                  </a:lnTo>
                  <a:lnTo>
                    <a:pt x="4753" y="40135"/>
                  </a:lnTo>
                  <a:lnTo>
                    <a:pt x="4971" y="40419"/>
                  </a:lnTo>
                  <a:lnTo>
                    <a:pt x="5211" y="40680"/>
                  </a:lnTo>
                  <a:lnTo>
                    <a:pt x="5473" y="40920"/>
                  </a:lnTo>
                  <a:lnTo>
                    <a:pt x="5756" y="41160"/>
                  </a:lnTo>
                  <a:lnTo>
                    <a:pt x="6061" y="41400"/>
                  </a:lnTo>
                  <a:lnTo>
                    <a:pt x="6388" y="41618"/>
                  </a:lnTo>
                  <a:lnTo>
                    <a:pt x="7086" y="42054"/>
                  </a:lnTo>
                  <a:lnTo>
                    <a:pt x="7827" y="42577"/>
                  </a:lnTo>
                  <a:lnTo>
                    <a:pt x="8612" y="43144"/>
                  </a:lnTo>
                  <a:lnTo>
                    <a:pt x="9397" y="43754"/>
                  </a:lnTo>
                  <a:lnTo>
                    <a:pt x="11076" y="45041"/>
                  </a:lnTo>
                  <a:lnTo>
                    <a:pt x="11926" y="45673"/>
                  </a:lnTo>
                  <a:lnTo>
                    <a:pt x="12798" y="46283"/>
                  </a:lnTo>
                  <a:lnTo>
                    <a:pt x="13670" y="46872"/>
                  </a:lnTo>
                  <a:lnTo>
                    <a:pt x="14520" y="47417"/>
                  </a:lnTo>
                  <a:lnTo>
                    <a:pt x="14956" y="47679"/>
                  </a:lnTo>
                  <a:lnTo>
                    <a:pt x="15392" y="47918"/>
                  </a:lnTo>
                  <a:lnTo>
                    <a:pt x="15806" y="48136"/>
                  </a:lnTo>
                  <a:lnTo>
                    <a:pt x="16242" y="48333"/>
                  </a:lnTo>
                  <a:lnTo>
                    <a:pt x="16657" y="48507"/>
                  </a:lnTo>
                  <a:lnTo>
                    <a:pt x="17071" y="48660"/>
                  </a:lnTo>
                  <a:lnTo>
                    <a:pt x="17485" y="48790"/>
                  </a:lnTo>
                  <a:lnTo>
                    <a:pt x="17877" y="48899"/>
                  </a:lnTo>
                  <a:lnTo>
                    <a:pt x="18270" y="48965"/>
                  </a:lnTo>
                  <a:lnTo>
                    <a:pt x="18662" y="49008"/>
                  </a:lnTo>
                  <a:lnTo>
                    <a:pt x="19055" y="49030"/>
                  </a:lnTo>
                  <a:lnTo>
                    <a:pt x="19425" y="49008"/>
                  </a:lnTo>
                  <a:lnTo>
                    <a:pt x="20123" y="48943"/>
                  </a:lnTo>
                  <a:lnTo>
                    <a:pt x="20777" y="48856"/>
                  </a:lnTo>
                  <a:lnTo>
                    <a:pt x="22020" y="48681"/>
                  </a:lnTo>
                  <a:lnTo>
                    <a:pt x="23197" y="48485"/>
                  </a:lnTo>
                  <a:lnTo>
                    <a:pt x="24418" y="48311"/>
                  </a:lnTo>
                  <a:lnTo>
                    <a:pt x="25072" y="48245"/>
                  </a:lnTo>
                  <a:lnTo>
                    <a:pt x="25769" y="48158"/>
                  </a:lnTo>
                  <a:lnTo>
                    <a:pt x="26532" y="48115"/>
                  </a:lnTo>
                  <a:lnTo>
                    <a:pt x="27339" y="48071"/>
                  </a:lnTo>
                  <a:lnTo>
                    <a:pt x="28233" y="48027"/>
                  </a:lnTo>
                  <a:lnTo>
                    <a:pt x="30304" y="48027"/>
                  </a:lnTo>
                  <a:lnTo>
                    <a:pt x="31503" y="48049"/>
                  </a:lnTo>
                  <a:lnTo>
                    <a:pt x="32113" y="48071"/>
                  </a:lnTo>
                  <a:lnTo>
                    <a:pt x="32702" y="48049"/>
                  </a:lnTo>
                  <a:lnTo>
                    <a:pt x="33291" y="48049"/>
                  </a:lnTo>
                  <a:lnTo>
                    <a:pt x="33857" y="48006"/>
                  </a:lnTo>
                  <a:lnTo>
                    <a:pt x="34381" y="47962"/>
                  </a:lnTo>
                  <a:lnTo>
                    <a:pt x="34926" y="47897"/>
                  </a:lnTo>
                  <a:lnTo>
                    <a:pt x="35427" y="47831"/>
                  </a:lnTo>
                  <a:lnTo>
                    <a:pt x="35907" y="47744"/>
                  </a:lnTo>
                  <a:lnTo>
                    <a:pt x="36386" y="47657"/>
                  </a:lnTo>
                  <a:lnTo>
                    <a:pt x="36844" y="47526"/>
                  </a:lnTo>
                  <a:lnTo>
                    <a:pt x="37280" y="47417"/>
                  </a:lnTo>
                  <a:lnTo>
                    <a:pt x="37694" y="47286"/>
                  </a:lnTo>
                  <a:lnTo>
                    <a:pt x="38109" y="47134"/>
                  </a:lnTo>
                  <a:lnTo>
                    <a:pt x="38501" y="46981"/>
                  </a:lnTo>
                  <a:lnTo>
                    <a:pt x="38872" y="46807"/>
                  </a:lnTo>
                  <a:lnTo>
                    <a:pt x="39242" y="46632"/>
                  </a:lnTo>
                  <a:lnTo>
                    <a:pt x="39591" y="46458"/>
                  </a:lnTo>
                  <a:lnTo>
                    <a:pt x="39918" y="46262"/>
                  </a:lnTo>
                  <a:lnTo>
                    <a:pt x="40223" y="46065"/>
                  </a:lnTo>
                  <a:lnTo>
                    <a:pt x="40529" y="45847"/>
                  </a:lnTo>
                  <a:lnTo>
                    <a:pt x="40812" y="45629"/>
                  </a:lnTo>
                  <a:lnTo>
                    <a:pt x="41095" y="45411"/>
                  </a:lnTo>
                  <a:lnTo>
                    <a:pt x="41357" y="45171"/>
                  </a:lnTo>
                  <a:lnTo>
                    <a:pt x="41619" y="44932"/>
                  </a:lnTo>
                  <a:lnTo>
                    <a:pt x="41858" y="44670"/>
                  </a:lnTo>
                  <a:lnTo>
                    <a:pt x="42076" y="44430"/>
                  </a:lnTo>
                  <a:lnTo>
                    <a:pt x="42491" y="43885"/>
                  </a:lnTo>
                  <a:lnTo>
                    <a:pt x="42861" y="43340"/>
                  </a:lnTo>
                  <a:lnTo>
                    <a:pt x="43188" y="42773"/>
                  </a:lnTo>
                  <a:lnTo>
                    <a:pt x="44322" y="40593"/>
                  </a:lnTo>
                  <a:lnTo>
                    <a:pt x="44889" y="39590"/>
                  </a:lnTo>
                  <a:lnTo>
                    <a:pt x="45477" y="38609"/>
                  </a:lnTo>
                  <a:lnTo>
                    <a:pt x="45761" y="38130"/>
                  </a:lnTo>
                  <a:lnTo>
                    <a:pt x="46088" y="37650"/>
                  </a:lnTo>
                  <a:lnTo>
                    <a:pt x="46415" y="37192"/>
                  </a:lnTo>
                  <a:lnTo>
                    <a:pt x="46785" y="36713"/>
                  </a:lnTo>
                  <a:lnTo>
                    <a:pt x="47156" y="36255"/>
                  </a:lnTo>
                  <a:lnTo>
                    <a:pt x="47548" y="35797"/>
                  </a:lnTo>
                  <a:lnTo>
                    <a:pt x="47984" y="35339"/>
                  </a:lnTo>
                  <a:lnTo>
                    <a:pt x="48442" y="34860"/>
                  </a:lnTo>
                  <a:lnTo>
                    <a:pt x="48682" y="34620"/>
                  </a:lnTo>
                  <a:lnTo>
                    <a:pt x="48922" y="34358"/>
                  </a:lnTo>
                  <a:lnTo>
                    <a:pt x="49140" y="34053"/>
                  </a:lnTo>
                  <a:lnTo>
                    <a:pt x="49358" y="33748"/>
                  </a:lnTo>
                  <a:lnTo>
                    <a:pt x="49554" y="33399"/>
                  </a:lnTo>
                  <a:lnTo>
                    <a:pt x="49750" y="33028"/>
                  </a:lnTo>
                  <a:lnTo>
                    <a:pt x="49946" y="32658"/>
                  </a:lnTo>
                  <a:lnTo>
                    <a:pt x="50121" y="32265"/>
                  </a:lnTo>
                  <a:lnTo>
                    <a:pt x="50295" y="31851"/>
                  </a:lnTo>
                  <a:lnTo>
                    <a:pt x="50448" y="31415"/>
                  </a:lnTo>
                  <a:lnTo>
                    <a:pt x="50600" y="30979"/>
                  </a:lnTo>
                  <a:lnTo>
                    <a:pt x="50731" y="30521"/>
                  </a:lnTo>
                  <a:lnTo>
                    <a:pt x="50840" y="30063"/>
                  </a:lnTo>
                  <a:lnTo>
                    <a:pt x="50949" y="29584"/>
                  </a:lnTo>
                  <a:lnTo>
                    <a:pt x="51058" y="29104"/>
                  </a:lnTo>
                  <a:lnTo>
                    <a:pt x="51124" y="28603"/>
                  </a:lnTo>
                  <a:lnTo>
                    <a:pt x="51189" y="28123"/>
                  </a:lnTo>
                  <a:lnTo>
                    <a:pt x="51255" y="27622"/>
                  </a:lnTo>
                  <a:lnTo>
                    <a:pt x="51276" y="27120"/>
                  </a:lnTo>
                  <a:lnTo>
                    <a:pt x="51298" y="26619"/>
                  </a:lnTo>
                  <a:lnTo>
                    <a:pt x="51298" y="26118"/>
                  </a:lnTo>
                  <a:lnTo>
                    <a:pt x="51298" y="25616"/>
                  </a:lnTo>
                  <a:lnTo>
                    <a:pt x="51255" y="25115"/>
                  </a:lnTo>
                  <a:lnTo>
                    <a:pt x="51211" y="24635"/>
                  </a:lnTo>
                  <a:lnTo>
                    <a:pt x="51124" y="24155"/>
                  </a:lnTo>
                  <a:lnTo>
                    <a:pt x="51036" y="23676"/>
                  </a:lnTo>
                  <a:lnTo>
                    <a:pt x="50927" y="23196"/>
                  </a:lnTo>
                  <a:lnTo>
                    <a:pt x="50797" y="22738"/>
                  </a:lnTo>
                  <a:lnTo>
                    <a:pt x="50666" y="22281"/>
                  </a:lnTo>
                  <a:lnTo>
                    <a:pt x="50491" y="21845"/>
                  </a:lnTo>
                  <a:lnTo>
                    <a:pt x="50295" y="21430"/>
                  </a:lnTo>
                  <a:lnTo>
                    <a:pt x="50077" y="21016"/>
                  </a:lnTo>
                  <a:lnTo>
                    <a:pt x="49641" y="20253"/>
                  </a:lnTo>
                  <a:lnTo>
                    <a:pt x="49271" y="19577"/>
                  </a:lnTo>
                  <a:lnTo>
                    <a:pt x="48965" y="18945"/>
                  </a:lnTo>
                  <a:lnTo>
                    <a:pt x="48682" y="18378"/>
                  </a:lnTo>
                  <a:lnTo>
                    <a:pt x="48442" y="17833"/>
                  </a:lnTo>
                  <a:lnTo>
                    <a:pt x="48224" y="17354"/>
                  </a:lnTo>
                  <a:lnTo>
                    <a:pt x="47832" y="16394"/>
                  </a:lnTo>
                  <a:lnTo>
                    <a:pt x="47134" y="14454"/>
                  </a:lnTo>
                  <a:lnTo>
                    <a:pt x="46676" y="13277"/>
                  </a:lnTo>
                  <a:lnTo>
                    <a:pt x="46110" y="11882"/>
                  </a:lnTo>
                  <a:lnTo>
                    <a:pt x="45455" y="10443"/>
                  </a:lnTo>
                  <a:lnTo>
                    <a:pt x="45172" y="9767"/>
                  </a:lnTo>
                  <a:lnTo>
                    <a:pt x="44867" y="9135"/>
                  </a:lnTo>
                  <a:lnTo>
                    <a:pt x="44562" y="8546"/>
                  </a:lnTo>
                  <a:lnTo>
                    <a:pt x="44235" y="8001"/>
                  </a:lnTo>
                  <a:lnTo>
                    <a:pt x="43908" y="7478"/>
                  </a:lnTo>
                  <a:lnTo>
                    <a:pt x="43537" y="7020"/>
                  </a:lnTo>
                  <a:lnTo>
                    <a:pt x="43341" y="6802"/>
                  </a:lnTo>
                  <a:lnTo>
                    <a:pt x="43145" y="6584"/>
                  </a:lnTo>
                  <a:lnTo>
                    <a:pt x="42948" y="6388"/>
                  </a:lnTo>
                  <a:lnTo>
                    <a:pt x="42730" y="6213"/>
                  </a:lnTo>
                  <a:lnTo>
                    <a:pt x="42491" y="6039"/>
                  </a:lnTo>
                  <a:lnTo>
                    <a:pt x="42251" y="5864"/>
                  </a:lnTo>
                  <a:lnTo>
                    <a:pt x="42011" y="5712"/>
                  </a:lnTo>
                  <a:lnTo>
                    <a:pt x="41749" y="5559"/>
                  </a:lnTo>
                  <a:lnTo>
                    <a:pt x="41466" y="5428"/>
                  </a:lnTo>
                  <a:lnTo>
                    <a:pt x="41183" y="5319"/>
                  </a:lnTo>
                  <a:lnTo>
                    <a:pt x="40856" y="5210"/>
                  </a:lnTo>
                  <a:lnTo>
                    <a:pt x="40550" y="5101"/>
                  </a:lnTo>
                  <a:lnTo>
                    <a:pt x="40202" y="5014"/>
                  </a:lnTo>
                  <a:lnTo>
                    <a:pt x="39853" y="4927"/>
                  </a:lnTo>
                  <a:lnTo>
                    <a:pt x="39460" y="4862"/>
                  </a:lnTo>
                  <a:lnTo>
                    <a:pt x="39068" y="4796"/>
                  </a:lnTo>
                  <a:lnTo>
                    <a:pt x="38675" y="4753"/>
                  </a:lnTo>
                  <a:lnTo>
                    <a:pt x="38283" y="4665"/>
                  </a:lnTo>
                  <a:lnTo>
                    <a:pt x="37912" y="4578"/>
                  </a:lnTo>
                  <a:lnTo>
                    <a:pt x="37564" y="4469"/>
                  </a:lnTo>
                  <a:lnTo>
                    <a:pt x="37215" y="4338"/>
                  </a:lnTo>
                  <a:lnTo>
                    <a:pt x="36888" y="4208"/>
                  </a:lnTo>
                  <a:lnTo>
                    <a:pt x="36561" y="4055"/>
                  </a:lnTo>
                  <a:lnTo>
                    <a:pt x="36256" y="3902"/>
                  </a:lnTo>
                  <a:lnTo>
                    <a:pt x="35645" y="3575"/>
                  </a:lnTo>
                  <a:lnTo>
                    <a:pt x="35057" y="3205"/>
                  </a:lnTo>
                  <a:lnTo>
                    <a:pt x="33901" y="2442"/>
                  </a:lnTo>
                  <a:lnTo>
                    <a:pt x="33312" y="2049"/>
                  </a:lnTo>
                  <a:lnTo>
                    <a:pt x="32702" y="1679"/>
                  </a:lnTo>
                  <a:lnTo>
                    <a:pt x="32092" y="1308"/>
                  </a:lnTo>
                  <a:lnTo>
                    <a:pt x="31416" y="981"/>
                  </a:lnTo>
                  <a:lnTo>
                    <a:pt x="31067" y="828"/>
                  </a:lnTo>
                  <a:lnTo>
                    <a:pt x="30718" y="698"/>
                  </a:lnTo>
                  <a:lnTo>
                    <a:pt x="30348" y="567"/>
                  </a:lnTo>
                  <a:lnTo>
                    <a:pt x="29955" y="436"/>
                  </a:lnTo>
                  <a:lnTo>
                    <a:pt x="29563" y="349"/>
                  </a:lnTo>
                  <a:lnTo>
                    <a:pt x="29149" y="262"/>
                  </a:lnTo>
                  <a:lnTo>
                    <a:pt x="28712" y="174"/>
                  </a:lnTo>
                  <a:lnTo>
                    <a:pt x="28255" y="131"/>
                  </a:lnTo>
                  <a:lnTo>
                    <a:pt x="27317" y="44"/>
                  </a:lnTo>
                  <a:lnTo>
                    <a:pt x="26314" y="22"/>
                  </a:lnTo>
                  <a:lnTo>
                    <a:pt x="2529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6" name="Google Shape;11136;p80"/>
            <p:cNvSpPr/>
            <p:nvPr/>
          </p:nvSpPr>
          <p:spPr>
            <a:xfrm>
              <a:off x="1065950" y="2936725"/>
              <a:ext cx="1282475" cy="1225775"/>
            </a:xfrm>
            <a:custGeom>
              <a:rect b="b" l="l" r="r" t="t"/>
              <a:pathLst>
                <a:path extrusionOk="0" fill="none" h="49031" w="51299">
                  <a:moveTo>
                    <a:pt x="48442" y="34860"/>
                  </a:moveTo>
                  <a:lnTo>
                    <a:pt x="48442" y="34860"/>
                  </a:lnTo>
                  <a:lnTo>
                    <a:pt x="47984" y="35339"/>
                  </a:lnTo>
                  <a:lnTo>
                    <a:pt x="47548" y="35797"/>
                  </a:lnTo>
                  <a:lnTo>
                    <a:pt x="47156" y="36255"/>
                  </a:lnTo>
                  <a:lnTo>
                    <a:pt x="46785" y="36713"/>
                  </a:lnTo>
                  <a:lnTo>
                    <a:pt x="46415" y="37192"/>
                  </a:lnTo>
                  <a:lnTo>
                    <a:pt x="46088" y="37650"/>
                  </a:lnTo>
                  <a:lnTo>
                    <a:pt x="45761" y="38130"/>
                  </a:lnTo>
                  <a:lnTo>
                    <a:pt x="45477" y="38609"/>
                  </a:lnTo>
                  <a:lnTo>
                    <a:pt x="44889" y="39590"/>
                  </a:lnTo>
                  <a:lnTo>
                    <a:pt x="44322" y="40593"/>
                  </a:lnTo>
                  <a:lnTo>
                    <a:pt x="43188" y="42773"/>
                  </a:lnTo>
                  <a:lnTo>
                    <a:pt x="43188" y="42773"/>
                  </a:lnTo>
                  <a:lnTo>
                    <a:pt x="42861" y="43340"/>
                  </a:lnTo>
                  <a:lnTo>
                    <a:pt x="42491" y="43885"/>
                  </a:lnTo>
                  <a:lnTo>
                    <a:pt x="42076" y="44430"/>
                  </a:lnTo>
                  <a:lnTo>
                    <a:pt x="41858" y="44670"/>
                  </a:lnTo>
                  <a:lnTo>
                    <a:pt x="41619" y="44932"/>
                  </a:lnTo>
                  <a:lnTo>
                    <a:pt x="41357" y="45171"/>
                  </a:lnTo>
                  <a:lnTo>
                    <a:pt x="41095" y="45411"/>
                  </a:lnTo>
                  <a:lnTo>
                    <a:pt x="40812" y="45629"/>
                  </a:lnTo>
                  <a:lnTo>
                    <a:pt x="40529" y="45847"/>
                  </a:lnTo>
                  <a:lnTo>
                    <a:pt x="40223" y="46065"/>
                  </a:lnTo>
                  <a:lnTo>
                    <a:pt x="39918" y="46262"/>
                  </a:lnTo>
                  <a:lnTo>
                    <a:pt x="39591" y="46458"/>
                  </a:lnTo>
                  <a:lnTo>
                    <a:pt x="39242" y="46632"/>
                  </a:lnTo>
                  <a:lnTo>
                    <a:pt x="38872" y="46807"/>
                  </a:lnTo>
                  <a:lnTo>
                    <a:pt x="38501" y="46981"/>
                  </a:lnTo>
                  <a:lnTo>
                    <a:pt x="38109" y="47134"/>
                  </a:lnTo>
                  <a:lnTo>
                    <a:pt x="37694" y="47286"/>
                  </a:lnTo>
                  <a:lnTo>
                    <a:pt x="37280" y="47417"/>
                  </a:lnTo>
                  <a:lnTo>
                    <a:pt x="36844" y="47526"/>
                  </a:lnTo>
                  <a:lnTo>
                    <a:pt x="36386" y="47657"/>
                  </a:lnTo>
                  <a:lnTo>
                    <a:pt x="35907" y="47744"/>
                  </a:lnTo>
                  <a:lnTo>
                    <a:pt x="35427" y="47831"/>
                  </a:lnTo>
                  <a:lnTo>
                    <a:pt x="34926" y="47897"/>
                  </a:lnTo>
                  <a:lnTo>
                    <a:pt x="34381" y="47962"/>
                  </a:lnTo>
                  <a:lnTo>
                    <a:pt x="33857" y="48006"/>
                  </a:lnTo>
                  <a:lnTo>
                    <a:pt x="33291" y="48049"/>
                  </a:lnTo>
                  <a:lnTo>
                    <a:pt x="32702" y="48049"/>
                  </a:lnTo>
                  <a:lnTo>
                    <a:pt x="32113" y="48071"/>
                  </a:lnTo>
                  <a:lnTo>
                    <a:pt x="31503" y="48049"/>
                  </a:lnTo>
                  <a:lnTo>
                    <a:pt x="31503" y="48049"/>
                  </a:lnTo>
                  <a:lnTo>
                    <a:pt x="30304" y="48027"/>
                  </a:lnTo>
                  <a:lnTo>
                    <a:pt x="29214" y="48027"/>
                  </a:lnTo>
                  <a:lnTo>
                    <a:pt x="28233" y="48027"/>
                  </a:lnTo>
                  <a:lnTo>
                    <a:pt x="27339" y="48071"/>
                  </a:lnTo>
                  <a:lnTo>
                    <a:pt x="26532" y="48115"/>
                  </a:lnTo>
                  <a:lnTo>
                    <a:pt x="25769" y="48158"/>
                  </a:lnTo>
                  <a:lnTo>
                    <a:pt x="25072" y="48245"/>
                  </a:lnTo>
                  <a:lnTo>
                    <a:pt x="24418" y="48311"/>
                  </a:lnTo>
                  <a:lnTo>
                    <a:pt x="23197" y="48485"/>
                  </a:lnTo>
                  <a:lnTo>
                    <a:pt x="22020" y="48681"/>
                  </a:lnTo>
                  <a:lnTo>
                    <a:pt x="20777" y="48856"/>
                  </a:lnTo>
                  <a:lnTo>
                    <a:pt x="20123" y="48943"/>
                  </a:lnTo>
                  <a:lnTo>
                    <a:pt x="19425" y="49008"/>
                  </a:lnTo>
                  <a:lnTo>
                    <a:pt x="19425" y="49008"/>
                  </a:lnTo>
                  <a:lnTo>
                    <a:pt x="19055" y="49030"/>
                  </a:lnTo>
                  <a:lnTo>
                    <a:pt x="18662" y="49008"/>
                  </a:lnTo>
                  <a:lnTo>
                    <a:pt x="18270" y="48965"/>
                  </a:lnTo>
                  <a:lnTo>
                    <a:pt x="17877" y="48899"/>
                  </a:lnTo>
                  <a:lnTo>
                    <a:pt x="17485" y="48790"/>
                  </a:lnTo>
                  <a:lnTo>
                    <a:pt x="17071" y="48660"/>
                  </a:lnTo>
                  <a:lnTo>
                    <a:pt x="16657" y="48507"/>
                  </a:lnTo>
                  <a:lnTo>
                    <a:pt x="16242" y="48333"/>
                  </a:lnTo>
                  <a:lnTo>
                    <a:pt x="15806" y="48136"/>
                  </a:lnTo>
                  <a:lnTo>
                    <a:pt x="15392" y="47918"/>
                  </a:lnTo>
                  <a:lnTo>
                    <a:pt x="14956" y="47679"/>
                  </a:lnTo>
                  <a:lnTo>
                    <a:pt x="14520" y="47417"/>
                  </a:lnTo>
                  <a:lnTo>
                    <a:pt x="13670" y="46872"/>
                  </a:lnTo>
                  <a:lnTo>
                    <a:pt x="12798" y="46283"/>
                  </a:lnTo>
                  <a:lnTo>
                    <a:pt x="11926" y="45673"/>
                  </a:lnTo>
                  <a:lnTo>
                    <a:pt x="11076" y="45041"/>
                  </a:lnTo>
                  <a:lnTo>
                    <a:pt x="9397" y="43754"/>
                  </a:lnTo>
                  <a:lnTo>
                    <a:pt x="8612" y="43144"/>
                  </a:lnTo>
                  <a:lnTo>
                    <a:pt x="7827" y="42577"/>
                  </a:lnTo>
                  <a:lnTo>
                    <a:pt x="7086" y="42054"/>
                  </a:lnTo>
                  <a:lnTo>
                    <a:pt x="6388" y="41618"/>
                  </a:lnTo>
                  <a:lnTo>
                    <a:pt x="6388" y="41618"/>
                  </a:lnTo>
                  <a:lnTo>
                    <a:pt x="6061" y="41400"/>
                  </a:lnTo>
                  <a:lnTo>
                    <a:pt x="5756" y="41160"/>
                  </a:lnTo>
                  <a:lnTo>
                    <a:pt x="5473" y="40920"/>
                  </a:lnTo>
                  <a:lnTo>
                    <a:pt x="5211" y="40680"/>
                  </a:lnTo>
                  <a:lnTo>
                    <a:pt x="4971" y="40419"/>
                  </a:lnTo>
                  <a:lnTo>
                    <a:pt x="4753" y="40135"/>
                  </a:lnTo>
                  <a:lnTo>
                    <a:pt x="4535" y="39874"/>
                  </a:lnTo>
                  <a:lnTo>
                    <a:pt x="4339" y="39569"/>
                  </a:lnTo>
                  <a:lnTo>
                    <a:pt x="4165" y="39285"/>
                  </a:lnTo>
                  <a:lnTo>
                    <a:pt x="4012" y="38980"/>
                  </a:lnTo>
                  <a:lnTo>
                    <a:pt x="3860" y="38653"/>
                  </a:lnTo>
                  <a:lnTo>
                    <a:pt x="3729" y="38348"/>
                  </a:lnTo>
                  <a:lnTo>
                    <a:pt x="3511" y="37694"/>
                  </a:lnTo>
                  <a:lnTo>
                    <a:pt x="3315" y="37040"/>
                  </a:lnTo>
                  <a:lnTo>
                    <a:pt x="3184" y="36364"/>
                  </a:lnTo>
                  <a:lnTo>
                    <a:pt x="3053" y="35688"/>
                  </a:lnTo>
                  <a:lnTo>
                    <a:pt x="2944" y="34990"/>
                  </a:lnTo>
                  <a:lnTo>
                    <a:pt x="2879" y="34315"/>
                  </a:lnTo>
                  <a:lnTo>
                    <a:pt x="2704" y="33007"/>
                  </a:lnTo>
                  <a:lnTo>
                    <a:pt x="2639" y="32374"/>
                  </a:lnTo>
                  <a:lnTo>
                    <a:pt x="2530" y="31764"/>
                  </a:lnTo>
                  <a:lnTo>
                    <a:pt x="2530" y="31764"/>
                  </a:lnTo>
                  <a:lnTo>
                    <a:pt x="2421" y="31241"/>
                  </a:lnTo>
                  <a:lnTo>
                    <a:pt x="2268" y="30696"/>
                  </a:lnTo>
                  <a:lnTo>
                    <a:pt x="2072" y="30151"/>
                  </a:lnTo>
                  <a:lnTo>
                    <a:pt x="1876" y="29584"/>
                  </a:lnTo>
                  <a:lnTo>
                    <a:pt x="1876" y="29584"/>
                  </a:lnTo>
                  <a:lnTo>
                    <a:pt x="1440" y="28516"/>
                  </a:lnTo>
                  <a:lnTo>
                    <a:pt x="1004" y="27404"/>
                  </a:lnTo>
                  <a:lnTo>
                    <a:pt x="807" y="26815"/>
                  </a:lnTo>
                  <a:lnTo>
                    <a:pt x="611" y="26227"/>
                  </a:lnTo>
                  <a:lnTo>
                    <a:pt x="415" y="25616"/>
                  </a:lnTo>
                  <a:lnTo>
                    <a:pt x="262" y="25006"/>
                  </a:lnTo>
                  <a:lnTo>
                    <a:pt x="262" y="25006"/>
                  </a:lnTo>
                  <a:lnTo>
                    <a:pt x="262" y="25006"/>
                  </a:lnTo>
                  <a:lnTo>
                    <a:pt x="153" y="24439"/>
                  </a:lnTo>
                  <a:lnTo>
                    <a:pt x="66" y="23872"/>
                  </a:lnTo>
                  <a:lnTo>
                    <a:pt x="1" y="23283"/>
                  </a:lnTo>
                  <a:lnTo>
                    <a:pt x="1" y="22695"/>
                  </a:lnTo>
                  <a:lnTo>
                    <a:pt x="1" y="22084"/>
                  </a:lnTo>
                  <a:lnTo>
                    <a:pt x="66" y="21452"/>
                  </a:lnTo>
                  <a:lnTo>
                    <a:pt x="175" y="20820"/>
                  </a:lnTo>
                  <a:lnTo>
                    <a:pt x="350" y="20166"/>
                  </a:lnTo>
                  <a:lnTo>
                    <a:pt x="350" y="20166"/>
                  </a:lnTo>
                  <a:lnTo>
                    <a:pt x="502" y="19599"/>
                  </a:lnTo>
                  <a:lnTo>
                    <a:pt x="698" y="19076"/>
                  </a:lnTo>
                  <a:lnTo>
                    <a:pt x="895" y="18596"/>
                  </a:lnTo>
                  <a:lnTo>
                    <a:pt x="1091" y="18138"/>
                  </a:lnTo>
                  <a:lnTo>
                    <a:pt x="1309" y="17702"/>
                  </a:lnTo>
                  <a:lnTo>
                    <a:pt x="1527" y="17288"/>
                  </a:lnTo>
                  <a:lnTo>
                    <a:pt x="1745" y="16896"/>
                  </a:lnTo>
                  <a:lnTo>
                    <a:pt x="1985" y="16503"/>
                  </a:lnTo>
                  <a:lnTo>
                    <a:pt x="1985" y="16503"/>
                  </a:lnTo>
                  <a:lnTo>
                    <a:pt x="2552" y="15653"/>
                  </a:lnTo>
                  <a:lnTo>
                    <a:pt x="3140" y="14825"/>
                  </a:lnTo>
                  <a:lnTo>
                    <a:pt x="3685" y="14018"/>
                  </a:lnTo>
                  <a:lnTo>
                    <a:pt x="3947" y="13604"/>
                  </a:lnTo>
                  <a:lnTo>
                    <a:pt x="4208" y="13190"/>
                  </a:lnTo>
                  <a:lnTo>
                    <a:pt x="4208" y="13190"/>
                  </a:lnTo>
                  <a:lnTo>
                    <a:pt x="4383" y="12841"/>
                  </a:lnTo>
                  <a:lnTo>
                    <a:pt x="4557" y="12514"/>
                  </a:lnTo>
                  <a:lnTo>
                    <a:pt x="4710" y="12143"/>
                  </a:lnTo>
                  <a:lnTo>
                    <a:pt x="4862" y="11773"/>
                  </a:lnTo>
                  <a:lnTo>
                    <a:pt x="4993" y="11380"/>
                  </a:lnTo>
                  <a:lnTo>
                    <a:pt x="5124" y="10988"/>
                  </a:lnTo>
                  <a:lnTo>
                    <a:pt x="5211" y="10552"/>
                  </a:lnTo>
                  <a:lnTo>
                    <a:pt x="5320" y="10094"/>
                  </a:lnTo>
                  <a:lnTo>
                    <a:pt x="5320" y="10094"/>
                  </a:lnTo>
                  <a:lnTo>
                    <a:pt x="5386" y="9701"/>
                  </a:lnTo>
                  <a:lnTo>
                    <a:pt x="5495" y="9309"/>
                  </a:lnTo>
                  <a:lnTo>
                    <a:pt x="5604" y="8938"/>
                  </a:lnTo>
                  <a:lnTo>
                    <a:pt x="5756" y="8590"/>
                  </a:lnTo>
                  <a:lnTo>
                    <a:pt x="5909" y="8263"/>
                  </a:lnTo>
                  <a:lnTo>
                    <a:pt x="6061" y="7936"/>
                  </a:lnTo>
                  <a:lnTo>
                    <a:pt x="6236" y="7630"/>
                  </a:lnTo>
                  <a:lnTo>
                    <a:pt x="6432" y="7325"/>
                  </a:lnTo>
                  <a:lnTo>
                    <a:pt x="6628" y="7042"/>
                  </a:lnTo>
                  <a:lnTo>
                    <a:pt x="6824" y="6780"/>
                  </a:lnTo>
                  <a:lnTo>
                    <a:pt x="7261" y="6279"/>
                  </a:lnTo>
                  <a:lnTo>
                    <a:pt x="7697" y="5821"/>
                  </a:lnTo>
                  <a:lnTo>
                    <a:pt x="8154" y="5428"/>
                  </a:lnTo>
                  <a:lnTo>
                    <a:pt x="8590" y="5101"/>
                  </a:lnTo>
                  <a:lnTo>
                    <a:pt x="9005" y="4796"/>
                  </a:lnTo>
                  <a:lnTo>
                    <a:pt x="9397" y="4556"/>
                  </a:lnTo>
                  <a:lnTo>
                    <a:pt x="9724" y="4360"/>
                  </a:lnTo>
                  <a:lnTo>
                    <a:pt x="10225" y="4099"/>
                  </a:lnTo>
                  <a:lnTo>
                    <a:pt x="10422" y="4011"/>
                  </a:lnTo>
                  <a:lnTo>
                    <a:pt x="10422" y="4011"/>
                  </a:lnTo>
                  <a:lnTo>
                    <a:pt x="10988" y="3684"/>
                  </a:lnTo>
                  <a:lnTo>
                    <a:pt x="11555" y="3379"/>
                  </a:lnTo>
                  <a:lnTo>
                    <a:pt x="12122" y="3096"/>
                  </a:lnTo>
                  <a:lnTo>
                    <a:pt x="12689" y="2812"/>
                  </a:lnTo>
                  <a:lnTo>
                    <a:pt x="13278" y="2573"/>
                  </a:lnTo>
                  <a:lnTo>
                    <a:pt x="13844" y="2311"/>
                  </a:lnTo>
                  <a:lnTo>
                    <a:pt x="14433" y="2093"/>
                  </a:lnTo>
                  <a:lnTo>
                    <a:pt x="15022" y="1875"/>
                  </a:lnTo>
                  <a:lnTo>
                    <a:pt x="16199" y="1461"/>
                  </a:lnTo>
                  <a:lnTo>
                    <a:pt x="17376" y="1112"/>
                  </a:lnTo>
                  <a:lnTo>
                    <a:pt x="18553" y="828"/>
                  </a:lnTo>
                  <a:lnTo>
                    <a:pt x="19731" y="589"/>
                  </a:lnTo>
                  <a:lnTo>
                    <a:pt x="20886" y="371"/>
                  </a:lnTo>
                  <a:lnTo>
                    <a:pt x="22020" y="218"/>
                  </a:lnTo>
                  <a:lnTo>
                    <a:pt x="23131" y="109"/>
                  </a:lnTo>
                  <a:lnTo>
                    <a:pt x="24222" y="44"/>
                  </a:lnTo>
                  <a:lnTo>
                    <a:pt x="25290" y="0"/>
                  </a:lnTo>
                  <a:lnTo>
                    <a:pt x="26314" y="22"/>
                  </a:lnTo>
                  <a:lnTo>
                    <a:pt x="27317" y="44"/>
                  </a:lnTo>
                  <a:lnTo>
                    <a:pt x="28255" y="131"/>
                  </a:lnTo>
                  <a:lnTo>
                    <a:pt x="28255" y="131"/>
                  </a:lnTo>
                  <a:lnTo>
                    <a:pt x="28712" y="174"/>
                  </a:lnTo>
                  <a:lnTo>
                    <a:pt x="29149" y="262"/>
                  </a:lnTo>
                  <a:lnTo>
                    <a:pt x="29563" y="349"/>
                  </a:lnTo>
                  <a:lnTo>
                    <a:pt x="29955" y="436"/>
                  </a:lnTo>
                  <a:lnTo>
                    <a:pt x="30348" y="567"/>
                  </a:lnTo>
                  <a:lnTo>
                    <a:pt x="30718" y="698"/>
                  </a:lnTo>
                  <a:lnTo>
                    <a:pt x="31067" y="828"/>
                  </a:lnTo>
                  <a:lnTo>
                    <a:pt x="31416" y="981"/>
                  </a:lnTo>
                  <a:lnTo>
                    <a:pt x="32092" y="1308"/>
                  </a:lnTo>
                  <a:lnTo>
                    <a:pt x="32702" y="1679"/>
                  </a:lnTo>
                  <a:lnTo>
                    <a:pt x="33312" y="2049"/>
                  </a:lnTo>
                  <a:lnTo>
                    <a:pt x="33901" y="2442"/>
                  </a:lnTo>
                  <a:lnTo>
                    <a:pt x="35057" y="3205"/>
                  </a:lnTo>
                  <a:lnTo>
                    <a:pt x="35645" y="3575"/>
                  </a:lnTo>
                  <a:lnTo>
                    <a:pt x="36256" y="3902"/>
                  </a:lnTo>
                  <a:lnTo>
                    <a:pt x="36561" y="4055"/>
                  </a:lnTo>
                  <a:lnTo>
                    <a:pt x="36888" y="4208"/>
                  </a:lnTo>
                  <a:lnTo>
                    <a:pt x="37215" y="4338"/>
                  </a:lnTo>
                  <a:lnTo>
                    <a:pt x="37564" y="4469"/>
                  </a:lnTo>
                  <a:lnTo>
                    <a:pt x="37912" y="4578"/>
                  </a:lnTo>
                  <a:lnTo>
                    <a:pt x="38283" y="4665"/>
                  </a:lnTo>
                  <a:lnTo>
                    <a:pt x="38675" y="4753"/>
                  </a:lnTo>
                  <a:lnTo>
                    <a:pt x="39068" y="4796"/>
                  </a:lnTo>
                  <a:lnTo>
                    <a:pt x="39068" y="4796"/>
                  </a:lnTo>
                  <a:lnTo>
                    <a:pt x="39460" y="4862"/>
                  </a:lnTo>
                  <a:lnTo>
                    <a:pt x="39853" y="4927"/>
                  </a:lnTo>
                  <a:lnTo>
                    <a:pt x="40202" y="5014"/>
                  </a:lnTo>
                  <a:lnTo>
                    <a:pt x="40550" y="5101"/>
                  </a:lnTo>
                  <a:lnTo>
                    <a:pt x="40856" y="5210"/>
                  </a:lnTo>
                  <a:lnTo>
                    <a:pt x="41183" y="5319"/>
                  </a:lnTo>
                  <a:lnTo>
                    <a:pt x="41466" y="5428"/>
                  </a:lnTo>
                  <a:lnTo>
                    <a:pt x="41749" y="5559"/>
                  </a:lnTo>
                  <a:lnTo>
                    <a:pt x="42011" y="5712"/>
                  </a:lnTo>
                  <a:lnTo>
                    <a:pt x="42251" y="5864"/>
                  </a:lnTo>
                  <a:lnTo>
                    <a:pt x="42491" y="6039"/>
                  </a:lnTo>
                  <a:lnTo>
                    <a:pt x="42730" y="6213"/>
                  </a:lnTo>
                  <a:lnTo>
                    <a:pt x="42948" y="6388"/>
                  </a:lnTo>
                  <a:lnTo>
                    <a:pt x="43145" y="6584"/>
                  </a:lnTo>
                  <a:lnTo>
                    <a:pt x="43341" y="6802"/>
                  </a:lnTo>
                  <a:lnTo>
                    <a:pt x="43537" y="7020"/>
                  </a:lnTo>
                  <a:lnTo>
                    <a:pt x="43908" y="7478"/>
                  </a:lnTo>
                  <a:lnTo>
                    <a:pt x="44235" y="8001"/>
                  </a:lnTo>
                  <a:lnTo>
                    <a:pt x="44562" y="8546"/>
                  </a:lnTo>
                  <a:lnTo>
                    <a:pt x="44867" y="9135"/>
                  </a:lnTo>
                  <a:lnTo>
                    <a:pt x="45172" y="9767"/>
                  </a:lnTo>
                  <a:lnTo>
                    <a:pt x="45455" y="10443"/>
                  </a:lnTo>
                  <a:lnTo>
                    <a:pt x="46110" y="11882"/>
                  </a:lnTo>
                  <a:lnTo>
                    <a:pt x="46110" y="11882"/>
                  </a:lnTo>
                  <a:lnTo>
                    <a:pt x="46676" y="13277"/>
                  </a:lnTo>
                  <a:lnTo>
                    <a:pt x="47134" y="14454"/>
                  </a:lnTo>
                  <a:lnTo>
                    <a:pt x="47832" y="16394"/>
                  </a:lnTo>
                  <a:lnTo>
                    <a:pt x="48224" y="17354"/>
                  </a:lnTo>
                  <a:lnTo>
                    <a:pt x="48442" y="17833"/>
                  </a:lnTo>
                  <a:lnTo>
                    <a:pt x="48682" y="18378"/>
                  </a:lnTo>
                  <a:lnTo>
                    <a:pt x="48965" y="18945"/>
                  </a:lnTo>
                  <a:lnTo>
                    <a:pt x="49271" y="19577"/>
                  </a:lnTo>
                  <a:lnTo>
                    <a:pt x="49641" y="20253"/>
                  </a:lnTo>
                  <a:lnTo>
                    <a:pt x="50077" y="21016"/>
                  </a:lnTo>
                  <a:lnTo>
                    <a:pt x="50077" y="21016"/>
                  </a:lnTo>
                  <a:lnTo>
                    <a:pt x="50295" y="21430"/>
                  </a:lnTo>
                  <a:lnTo>
                    <a:pt x="50491" y="21845"/>
                  </a:lnTo>
                  <a:lnTo>
                    <a:pt x="50666" y="22281"/>
                  </a:lnTo>
                  <a:lnTo>
                    <a:pt x="50797" y="22738"/>
                  </a:lnTo>
                  <a:lnTo>
                    <a:pt x="50927" y="23196"/>
                  </a:lnTo>
                  <a:lnTo>
                    <a:pt x="51036" y="23676"/>
                  </a:lnTo>
                  <a:lnTo>
                    <a:pt x="51124" y="24155"/>
                  </a:lnTo>
                  <a:lnTo>
                    <a:pt x="51211" y="24635"/>
                  </a:lnTo>
                  <a:lnTo>
                    <a:pt x="51255" y="25115"/>
                  </a:lnTo>
                  <a:lnTo>
                    <a:pt x="51298" y="25616"/>
                  </a:lnTo>
                  <a:lnTo>
                    <a:pt x="51298" y="26118"/>
                  </a:lnTo>
                  <a:lnTo>
                    <a:pt x="51298" y="26619"/>
                  </a:lnTo>
                  <a:lnTo>
                    <a:pt x="51276" y="27120"/>
                  </a:lnTo>
                  <a:lnTo>
                    <a:pt x="51255" y="27622"/>
                  </a:lnTo>
                  <a:lnTo>
                    <a:pt x="51189" y="28123"/>
                  </a:lnTo>
                  <a:lnTo>
                    <a:pt x="51124" y="28603"/>
                  </a:lnTo>
                  <a:lnTo>
                    <a:pt x="51058" y="29104"/>
                  </a:lnTo>
                  <a:lnTo>
                    <a:pt x="50949" y="29584"/>
                  </a:lnTo>
                  <a:lnTo>
                    <a:pt x="50840" y="30063"/>
                  </a:lnTo>
                  <a:lnTo>
                    <a:pt x="50731" y="30521"/>
                  </a:lnTo>
                  <a:lnTo>
                    <a:pt x="50600" y="30979"/>
                  </a:lnTo>
                  <a:lnTo>
                    <a:pt x="50448" y="31415"/>
                  </a:lnTo>
                  <a:lnTo>
                    <a:pt x="50295" y="31851"/>
                  </a:lnTo>
                  <a:lnTo>
                    <a:pt x="50121" y="32265"/>
                  </a:lnTo>
                  <a:lnTo>
                    <a:pt x="49946" y="32658"/>
                  </a:lnTo>
                  <a:lnTo>
                    <a:pt x="49750" y="33028"/>
                  </a:lnTo>
                  <a:lnTo>
                    <a:pt x="49554" y="33399"/>
                  </a:lnTo>
                  <a:lnTo>
                    <a:pt x="49358" y="33748"/>
                  </a:lnTo>
                  <a:lnTo>
                    <a:pt x="49140" y="34053"/>
                  </a:lnTo>
                  <a:lnTo>
                    <a:pt x="48922" y="34358"/>
                  </a:lnTo>
                  <a:lnTo>
                    <a:pt x="48682" y="34620"/>
                  </a:lnTo>
                  <a:lnTo>
                    <a:pt x="48442" y="3486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7" name="Google Shape;11137;p80"/>
            <p:cNvSpPr/>
            <p:nvPr/>
          </p:nvSpPr>
          <p:spPr>
            <a:xfrm>
              <a:off x="1339550" y="3060425"/>
              <a:ext cx="40375" cy="65425"/>
            </a:xfrm>
            <a:custGeom>
              <a:rect b="b" l="l" r="r" t="t"/>
              <a:pathLst>
                <a:path extrusionOk="0" h="2617" w="1615">
                  <a:moveTo>
                    <a:pt x="1091" y="1"/>
                  </a:moveTo>
                  <a:lnTo>
                    <a:pt x="1004" y="23"/>
                  </a:lnTo>
                  <a:lnTo>
                    <a:pt x="916" y="44"/>
                  </a:lnTo>
                  <a:lnTo>
                    <a:pt x="829" y="88"/>
                  </a:lnTo>
                  <a:lnTo>
                    <a:pt x="764" y="153"/>
                  </a:lnTo>
                  <a:lnTo>
                    <a:pt x="698" y="219"/>
                  </a:lnTo>
                  <a:lnTo>
                    <a:pt x="655" y="328"/>
                  </a:lnTo>
                  <a:lnTo>
                    <a:pt x="44" y="2028"/>
                  </a:lnTo>
                  <a:lnTo>
                    <a:pt x="1" y="2137"/>
                  </a:lnTo>
                  <a:lnTo>
                    <a:pt x="1" y="2246"/>
                  </a:lnTo>
                  <a:lnTo>
                    <a:pt x="23" y="2334"/>
                  </a:lnTo>
                  <a:lnTo>
                    <a:pt x="66" y="2399"/>
                  </a:lnTo>
                  <a:lnTo>
                    <a:pt x="110" y="2464"/>
                  </a:lnTo>
                  <a:lnTo>
                    <a:pt x="175" y="2530"/>
                  </a:lnTo>
                  <a:lnTo>
                    <a:pt x="262" y="2573"/>
                  </a:lnTo>
                  <a:lnTo>
                    <a:pt x="350" y="2595"/>
                  </a:lnTo>
                  <a:lnTo>
                    <a:pt x="437" y="2617"/>
                  </a:lnTo>
                  <a:lnTo>
                    <a:pt x="524" y="2617"/>
                  </a:lnTo>
                  <a:lnTo>
                    <a:pt x="611" y="2595"/>
                  </a:lnTo>
                  <a:lnTo>
                    <a:pt x="698" y="2573"/>
                  </a:lnTo>
                  <a:lnTo>
                    <a:pt x="786" y="2530"/>
                  </a:lnTo>
                  <a:lnTo>
                    <a:pt x="851" y="2464"/>
                  </a:lnTo>
                  <a:lnTo>
                    <a:pt x="916" y="2399"/>
                  </a:lnTo>
                  <a:lnTo>
                    <a:pt x="960" y="2290"/>
                  </a:lnTo>
                  <a:lnTo>
                    <a:pt x="1570" y="589"/>
                  </a:lnTo>
                  <a:lnTo>
                    <a:pt x="1614" y="480"/>
                  </a:lnTo>
                  <a:lnTo>
                    <a:pt x="1614" y="371"/>
                  </a:lnTo>
                  <a:lnTo>
                    <a:pt x="1592" y="284"/>
                  </a:lnTo>
                  <a:lnTo>
                    <a:pt x="1549" y="219"/>
                  </a:lnTo>
                  <a:lnTo>
                    <a:pt x="1505" y="153"/>
                  </a:lnTo>
                  <a:lnTo>
                    <a:pt x="1440" y="88"/>
                  </a:lnTo>
                  <a:lnTo>
                    <a:pt x="1352" y="44"/>
                  </a:lnTo>
                  <a:lnTo>
                    <a:pt x="1265" y="23"/>
                  </a:lnTo>
                  <a:lnTo>
                    <a:pt x="117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8" name="Google Shape;11138;p80"/>
            <p:cNvSpPr/>
            <p:nvPr/>
          </p:nvSpPr>
          <p:spPr>
            <a:xfrm>
              <a:off x="1372800" y="3187425"/>
              <a:ext cx="41450" cy="65975"/>
            </a:xfrm>
            <a:custGeom>
              <a:rect b="b" l="l" r="r" t="t"/>
              <a:pathLst>
                <a:path extrusionOk="0" h="2639" w="1658">
                  <a:moveTo>
                    <a:pt x="459" y="0"/>
                  </a:moveTo>
                  <a:lnTo>
                    <a:pt x="350" y="22"/>
                  </a:lnTo>
                  <a:lnTo>
                    <a:pt x="262" y="66"/>
                  </a:lnTo>
                  <a:lnTo>
                    <a:pt x="197" y="109"/>
                  </a:lnTo>
                  <a:lnTo>
                    <a:pt x="131" y="175"/>
                  </a:lnTo>
                  <a:lnTo>
                    <a:pt x="66" y="262"/>
                  </a:lnTo>
                  <a:lnTo>
                    <a:pt x="22" y="349"/>
                  </a:lnTo>
                  <a:lnTo>
                    <a:pt x="1" y="436"/>
                  </a:lnTo>
                  <a:lnTo>
                    <a:pt x="1" y="524"/>
                  </a:lnTo>
                  <a:lnTo>
                    <a:pt x="22" y="611"/>
                  </a:lnTo>
                  <a:lnTo>
                    <a:pt x="720" y="2290"/>
                  </a:lnTo>
                  <a:lnTo>
                    <a:pt x="764" y="2377"/>
                  </a:lnTo>
                  <a:lnTo>
                    <a:pt x="807" y="2464"/>
                  </a:lnTo>
                  <a:lnTo>
                    <a:pt x="873" y="2529"/>
                  </a:lnTo>
                  <a:lnTo>
                    <a:pt x="938" y="2573"/>
                  </a:lnTo>
                  <a:lnTo>
                    <a:pt x="1025" y="2617"/>
                  </a:lnTo>
                  <a:lnTo>
                    <a:pt x="1113" y="2638"/>
                  </a:lnTo>
                  <a:lnTo>
                    <a:pt x="1309" y="2638"/>
                  </a:lnTo>
                  <a:lnTo>
                    <a:pt x="1396" y="2595"/>
                  </a:lnTo>
                  <a:lnTo>
                    <a:pt x="1461" y="2551"/>
                  </a:lnTo>
                  <a:lnTo>
                    <a:pt x="1549" y="2486"/>
                  </a:lnTo>
                  <a:lnTo>
                    <a:pt x="1592" y="2399"/>
                  </a:lnTo>
                  <a:lnTo>
                    <a:pt x="1636" y="2311"/>
                  </a:lnTo>
                  <a:lnTo>
                    <a:pt x="1658" y="2224"/>
                  </a:lnTo>
                  <a:lnTo>
                    <a:pt x="1658" y="2137"/>
                  </a:lnTo>
                  <a:lnTo>
                    <a:pt x="1636" y="2050"/>
                  </a:lnTo>
                  <a:lnTo>
                    <a:pt x="938" y="371"/>
                  </a:lnTo>
                  <a:lnTo>
                    <a:pt x="895" y="284"/>
                  </a:lnTo>
                  <a:lnTo>
                    <a:pt x="851" y="197"/>
                  </a:lnTo>
                  <a:lnTo>
                    <a:pt x="786" y="131"/>
                  </a:lnTo>
                  <a:lnTo>
                    <a:pt x="720" y="66"/>
                  </a:lnTo>
                  <a:lnTo>
                    <a:pt x="633" y="44"/>
                  </a:lnTo>
                  <a:lnTo>
                    <a:pt x="546" y="22"/>
                  </a:lnTo>
                  <a:lnTo>
                    <a:pt x="459" y="0"/>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9" name="Google Shape;11139;p80"/>
            <p:cNvSpPr/>
            <p:nvPr/>
          </p:nvSpPr>
          <p:spPr>
            <a:xfrm>
              <a:off x="1459475" y="3149825"/>
              <a:ext cx="57250" cy="55075"/>
            </a:xfrm>
            <a:custGeom>
              <a:rect b="b" l="l" r="r" t="t"/>
              <a:pathLst>
                <a:path extrusionOk="0" h="2203" w="2290">
                  <a:moveTo>
                    <a:pt x="480" y="0"/>
                  </a:moveTo>
                  <a:lnTo>
                    <a:pt x="392" y="22"/>
                  </a:lnTo>
                  <a:lnTo>
                    <a:pt x="305" y="44"/>
                  </a:lnTo>
                  <a:lnTo>
                    <a:pt x="218" y="87"/>
                  </a:lnTo>
                  <a:lnTo>
                    <a:pt x="153" y="153"/>
                  </a:lnTo>
                  <a:lnTo>
                    <a:pt x="87" y="218"/>
                  </a:lnTo>
                  <a:lnTo>
                    <a:pt x="44" y="284"/>
                  </a:lnTo>
                  <a:lnTo>
                    <a:pt x="22" y="371"/>
                  </a:lnTo>
                  <a:lnTo>
                    <a:pt x="0" y="458"/>
                  </a:lnTo>
                  <a:lnTo>
                    <a:pt x="0" y="545"/>
                  </a:lnTo>
                  <a:lnTo>
                    <a:pt x="22" y="632"/>
                  </a:lnTo>
                  <a:lnTo>
                    <a:pt x="87" y="720"/>
                  </a:lnTo>
                  <a:lnTo>
                    <a:pt x="153" y="807"/>
                  </a:lnTo>
                  <a:lnTo>
                    <a:pt x="1461" y="2071"/>
                  </a:lnTo>
                  <a:lnTo>
                    <a:pt x="1548" y="2137"/>
                  </a:lnTo>
                  <a:lnTo>
                    <a:pt x="1635" y="2180"/>
                  </a:lnTo>
                  <a:lnTo>
                    <a:pt x="1744" y="2202"/>
                  </a:lnTo>
                  <a:lnTo>
                    <a:pt x="1831" y="2202"/>
                  </a:lnTo>
                  <a:lnTo>
                    <a:pt x="1918" y="2180"/>
                  </a:lnTo>
                  <a:lnTo>
                    <a:pt x="2006" y="2137"/>
                  </a:lnTo>
                  <a:lnTo>
                    <a:pt x="2071" y="2093"/>
                  </a:lnTo>
                  <a:lnTo>
                    <a:pt x="2136" y="2049"/>
                  </a:lnTo>
                  <a:lnTo>
                    <a:pt x="2202" y="1962"/>
                  </a:lnTo>
                  <a:lnTo>
                    <a:pt x="2245" y="1897"/>
                  </a:lnTo>
                  <a:lnTo>
                    <a:pt x="2267" y="1810"/>
                  </a:lnTo>
                  <a:lnTo>
                    <a:pt x="2289" y="1722"/>
                  </a:lnTo>
                  <a:lnTo>
                    <a:pt x="2289" y="1635"/>
                  </a:lnTo>
                  <a:lnTo>
                    <a:pt x="2267" y="1548"/>
                  </a:lnTo>
                  <a:lnTo>
                    <a:pt x="2224" y="1461"/>
                  </a:lnTo>
                  <a:lnTo>
                    <a:pt x="2136" y="1374"/>
                  </a:lnTo>
                  <a:lnTo>
                    <a:pt x="828" y="131"/>
                  </a:lnTo>
                  <a:lnTo>
                    <a:pt x="741" y="66"/>
                  </a:lnTo>
                  <a:lnTo>
                    <a:pt x="654" y="22"/>
                  </a:lnTo>
                  <a:lnTo>
                    <a:pt x="56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0" name="Google Shape;11140;p80"/>
            <p:cNvSpPr/>
            <p:nvPr/>
          </p:nvSpPr>
          <p:spPr>
            <a:xfrm>
              <a:off x="1477450" y="3045725"/>
              <a:ext cx="57250" cy="55075"/>
            </a:xfrm>
            <a:custGeom>
              <a:rect b="b" l="l" r="r" t="t"/>
              <a:pathLst>
                <a:path extrusionOk="0" h="2203" w="2290">
                  <a:moveTo>
                    <a:pt x="480" y="0"/>
                  </a:moveTo>
                  <a:lnTo>
                    <a:pt x="393" y="22"/>
                  </a:lnTo>
                  <a:lnTo>
                    <a:pt x="306" y="44"/>
                  </a:lnTo>
                  <a:lnTo>
                    <a:pt x="218" y="87"/>
                  </a:lnTo>
                  <a:lnTo>
                    <a:pt x="153" y="153"/>
                  </a:lnTo>
                  <a:lnTo>
                    <a:pt x="88" y="218"/>
                  </a:lnTo>
                  <a:lnTo>
                    <a:pt x="44" y="284"/>
                  </a:lnTo>
                  <a:lnTo>
                    <a:pt x="22" y="371"/>
                  </a:lnTo>
                  <a:lnTo>
                    <a:pt x="0" y="458"/>
                  </a:lnTo>
                  <a:lnTo>
                    <a:pt x="0" y="545"/>
                  </a:lnTo>
                  <a:lnTo>
                    <a:pt x="22" y="632"/>
                  </a:lnTo>
                  <a:lnTo>
                    <a:pt x="88" y="720"/>
                  </a:lnTo>
                  <a:lnTo>
                    <a:pt x="153" y="807"/>
                  </a:lnTo>
                  <a:lnTo>
                    <a:pt x="1461" y="2071"/>
                  </a:lnTo>
                  <a:lnTo>
                    <a:pt x="1548" y="2137"/>
                  </a:lnTo>
                  <a:lnTo>
                    <a:pt x="1635" y="2180"/>
                  </a:lnTo>
                  <a:lnTo>
                    <a:pt x="1745" y="2202"/>
                  </a:lnTo>
                  <a:lnTo>
                    <a:pt x="1832" y="2202"/>
                  </a:lnTo>
                  <a:lnTo>
                    <a:pt x="1919" y="2180"/>
                  </a:lnTo>
                  <a:lnTo>
                    <a:pt x="2006" y="2137"/>
                  </a:lnTo>
                  <a:lnTo>
                    <a:pt x="2072" y="2093"/>
                  </a:lnTo>
                  <a:lnTo>
                    <a:pt x="2137" y="2050"/>
                  </a:lnTo>
                  <a:lnTo>
                    <a:pt x="2202" y="1984"/>
                  </a:lnTo>
                  <a:lnTo>
                    <a:pt x="2246" y="1897"/>
                  </a:lnTo>
                  <a:lnTo>
                    <a:pt x="2268" y="1810"/>
                  </a:lnTo>
                  <a:lnTo>
                    <a:pt x="2290" y="1723"/>
                  </a:lnTo>
                  <a:lnTo>
                    <a:pt x="2290" y="1635"/>
                  </a:lnTo>
                  <a:lnTo>
                    <a:pt x="2268" y="1548"/>
                  </a:lnTo>
                  <a:lnTo>
                    <a:pt x="2224" y="1461"/>
                  </a:lnTo>
                  <a:lnTo>
                    <a:pt x="2137" y="1374"/>
                  </a:lnTo>
                  <a:lnTo>
                    <a:pt x="829" y="131"/>
                  </a:lnTo>
                  <a:lnTo>
                    <a:pt x="742" y="66"/>
                  </a:lnTo>
                  <a:lnTo>
                    <a:pt x="654" y="22"/>
                  </a:lnTo>
                  <a:lnTo>
                    <a:pt x="56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1" name="Google Shape;11141;p80"/>
            <p:cNvSpPr/>
            <p:nvPr/>
          </p:nvSpPr>
          <p:spPr>
            <a:xfrm>
              <a:off x="1235450" y="3169450"/>
              <a:ext cx="40375" cy="65425"/>
            </a:xfrm>
            <a:custGeom>
              <a:rect b="b" l="l" r="r" t="t"/>
              <a:pathLst>
                <a:path extrusionOk="0" h="2617" w="1615">
                  <a:moveTo>
                    <a:pt x="1091" y="0"/>
                  </a:moveTo>
                  <a:lnTo>
                    <a:pt x="1004" y="22"/>
                  </a:lnTo>
                  <a:lnTo>
                    <a:pt x="917" y="44"/>
                  </a:lnTo>
                  <a:lnTo>
                    <a:pt x="829" y="87"/>
                  </a:lnTo>
                  <a:lnTo>
                    <a:pt x="764" y="153"/>
                  </a:lnTo>
                  <a:lnTo>
                    <a:pt x="699" y="240"/>
                  </a:lnTo>
                  <a:lnTo>
                    <a:pt x="655" y="327"/>
                  </a:lnTo>
                  <a:lnTo>
                    <a:pt x="44" y="2049"/>
                  </a:lnTo>
                  <a:lnTo>
                    <a:pt x="1" y="2158"/>
                  </a:lnTo>
                  <a:lnTo>
                    <a:pt x="1" y="2246"/>
                  </a:lnTo>
                  <a:lnTo>
                    <a:pt x="23" y="2333"/>
                  </a:lnTo>
                  <a:lnTo>
                    <a:pt x="66" y="2420"/>
                  </a:lnTo>
                  <a:lnTo>
                    <a:pt x="110" y="2485"/>
                  </a:lnTo>
                  <a:lnTo>
                    <a:pt x="175" y="2529"/>
                  </a:lnTo>
                  <a:lnTo>
                    <a:pt x="262" y="2573"/>
                  </a:lnTo>
                  <a:lnTo>
                    <a:pt x="350" y="2616"/>
                  </a:lnTo>
                  <a:lnTo>
                    <a:pt x="611" y="2616"/>
                  </a:lnTo>
                  <a:lnTo>
                    <a:pt x="699" y="2594"/>
                  </a:lnTo>
                  <a:lnTo>
                    <a:pt x="786" y="2551"/>
                  </a:lnTo>
                  <a:lnTo>
                    <a:pt x="851" y="2485"/>
                  </a:lnTo>
                  <a:lnTo>
                    <a:pt x="917" y="2398"/>
                  </a:lnTo>
                  <a:lnTo>
                    <a:pt x="960" y="2311"/>
                  </a:lnTo>
                  <a:lnTo>
                    <a:pt x="1571" y="589"/>
                  </a:lnTo>
                  <a:lnTo>
                    <a:pt x="1614" y="480"/>
                  </a:lnTo>
                  <a:lnTo>
                    <a:pt x="1614" y="392"/>
                  </a:lnTo>
                  <a:lnTo>
                    <a:pt x="1592" y="305"/>
                  </a:lnTo>
                  <a:lnTo>
                    <a:pt x="1549" y="218"/>
                  </a:lnTo>
                  <a:lnTo>
                    <a:pt x="1505" y="153"/>
                  </a:lnTo>
                  <a:lnTo>
                    <a:pt x="1440" y="109"/>
                  </a:lnTo>
                  <a:lnTo>
                    <a:pt x="1353" y="65"/>
                  </a:lnTo>
                  <a:lnTo>
                    <a:pt x="1265" y="22"/>
                  </a:lnTo>
                  <a:lnTo>
                    <a:pt x="1178" y="22"/>
                  </a:lnTo>
                  <a:lnTo>
                    <a:pt x="1091" y="0"/>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2" name="Google Shape;11142;p80"/>
            <p:cNvSpPr/>
            <p:nvPr/>
          </p:nvSpPr>
          <p:spPr>
            <a:xfrm>
              <a:off x="1226200" y="3307325"/>
              <a:ext cx="41450" cy="65975"/>
            </a:xfrm>
            <a:custGeom>
              <a:rect b="b" l="l" r="r" t="t"/>
              <a:pathLst>
                <a:path extrusionOk="0" h="2639" w="1658">
                  <a:moveTo>
                    <a:pt x="349" y="1"/>
                  </a:moveTo>
                  <a:lnTo>
                    <a:pt x="262" y="44"/>
                  </a:lnTo>
                  <a:lnTo>
                    <a:pt x="196" y="88"/>
                  </a:lnTo>
                  <a:lnTo>
                    <a:pt x="131" y="153"/>
                  </a:lnTo>
                  <a:lnTo>
                    <a:pt x="66" y="240"/>
                  </a:lnTo>
                  <a:lnTo>
                    <a:pt x="22" y="328"/>
                  </a:lnTo>
                  <a:lnTo>
                    <a:pt x="0" y="415"/>
                  </a:lnTo>
                  <a:lnTo>
                    <a:pt x="0" y="502"/>
                  </a:lnTo>
                  <a:lnTo>
                    <a:pt x="22" y="611"/>
                  </a:lnTo>
                  <a:lnTo>
                    <a:pt x="720" y="2290"/>
                  </a:lnTo>
                  <a:lnTo>
                    <a:pt x="763" y="2377"/>
                  </a:lnTo>
                  <a:lnTo>
                    <a:pt x="807" y="2442"/>
                  </a:lnTo>
                  <a:lnTo>
                    <a:pt x="872" y="2508"/>
                  </a:lnTo>
                  <a:lnTo>
                    <a:pt x="938" y="2573"/>
                  </a:lnTo>
                  <a:lnTo>
                    <a:pt x="1025" y="2595"/>
                  </a:lnTo>
                  <a:lnTo>
                    <a:pt x="1112" y="2617"/>
                  </a:lnTo>
                  <a:lnTo>
                    <a:pt x="1199" y="2639"/>
                  </a:lnTo>
                  <a:lnTo>
                    <a:pt x="1308" y="2617"/>
                  </a:lnTo>
                  <a:lnTo>
                    <a:pt x="1396" y="2573"/>
                  </a:lnTo>
                  <a:lnTo>
                    <a:pt x="1461" y="2530"/>
                  </a:lnTo>
                  <a:lnTo>
                    <a:pt x="1526" y="2464"/>
                  </a:lnTo>
                  <a:lnTo>
                    <a:pt x="1592" y="2377"/>
                  </a:lnTo>
                  <a:lnTo>
                    <a:pt x="1635" y="2312"/>
                  </a:lnTo>
                  <a:lnTo>
                    <a:pt x="1657" y="2203"/>
                  </a:lnTo>
                  <a:lnTo>
                    <a:pt x="1657" y="2115"/>
                  </a:lnTo>
                  <a:lnTo>
                    <a:pt x="1635" y="2028"/>
                  </a:lnTo>
                  <a:lnTo>
                    <a:pt x="938" y="349"/>
                  </a:lnTo>
                  <a:lnTo>
                    <a:pt x="894" y="262"/>
                  </a:lnTo>
                  <a:lnTo>
                    <a:pt x="851" y="175"/>
                  </a:lnTo>
                  <a:lnTo>
                    <a:pt x="785" y="110"/>
                  </a:lnTo>
                  <a:lnTo>
                    <a:pt x="720" y="66"/>
                  </a:lnTo>
                  <a:lnTo>
                    <a:pt x="632" y="22"/>
                  </a:lnTo>
                  <a:lnTo>
                    <a:pt x="54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3" name="Google Shape;11143;p80"/>
            <p:cNvSpPr/>
            <p:nvPr/>
          </p:nvSpPr>
          <p:spPr>
            <a:xfrm>
              <a:off x="1305775" y="3268075"/>
              <a:ext cx="57250" cy="55075"/>
            </a:xfrm>
            <a:custGeom>
              <a:rect b="b" l="l" r="r" t="t"/>
              <a:pathLst>
                <a:path extrusionOk="0" h="2203" w="2290">
                  <a:moveTo>
                    <a:pt x="458" y="1"/>
                  </a:moveTo>
                  <a:lnTo>
                    <a:pt x="371" y="23"/>
                  </a:lnTo>
                  <a:lnTo>
                    <a:pt x="284" y="45"/>
                  </a:lnTo>
                  <a:lnTo>
                    <a:pt x="218" y="88"/>
                  </a:lnTo>
                  <a:lnTo>
                    <a:pt x="153" y="154"/>
                  </a:lnTo>
                  <a:lnTo>
                    <a:pt x="87" y="219"/>
                  </a:lnTo>
                  <a:lnTo>
                    <a:pt x="44" y="306"/>
                  </a:lnTo>
                  <a:lnTo>
                    <a:pt x="0" y="372"/>
                  </a:lnTo>
                  <a:lnTo>
                    <a:pt x="0" y="459"/>
                  </a:lnTo>
                  <a:lnTo>
                    <a:pt x="0" y="546"/>
                  </a:lnTo>
                  <a:lnTo>
                    <a:pt x="22" y="633"/>
                  </a:lnTo>
                  <a:lnTo>
                    <a:pt x="66" y="720"/>
                  </a:lnTo>
                  <a:lnTo>
                    <a:pt x="131" y="808"/>
                  </a:lnTo>
                  <a:lnTo>
                    <a:pt x="1461" y="2072"/>
                  </a:lnTo>
                  <a:lnTo>
                    <a:pt x="1548" y="2137"/>
                  </a:lnTo>
                  <a:lnTo>
                    <a:pt x="1635" y="2181"/>
                  </a:lnTo>
                  <a:lnTo>
                    <a:pt x="1722" y="2203"/>
                  </a:lnTo>
                  <a:lnTo>
                    <a:pt x="1810" y="2203"/>
                  </a:lnTo>
                  <a:lnTo>
                    <a:pt x="1897" y="2181"/>
                  </a:lnTo>
                  <a:lnTo>
                    <a:pt x="1984" y="2137"/>
                  </a:lnTo>
                  <a:lnTo>
                    <a:pt x="2071" y="2094"/>
                  </a:lnTo>
                  <a:lnTo>
                    <a:pt x="2137" y="2050"/>
                  </a:lnTo>
                  <a:lnTo>
                    <a:pt x="2180" y="1985"/>
                  </a:lnTo>
                  <a:lnTo>
                    <a:pt x="2246" y="1898"/>
                  </a:lnTo>
                  <a:lnTo>
                    <a:pt x="2267" y="1810"/>
                  </a:lnTo>
                  <a:lnTo>
                    <a:pt x="2289" y="1723"/>
                  </a:lnTo>
                  <a:lnTo>
                    <a:pt x="2267" y="1636"/>
                  </a:lnTo>
                  <a:lnTo>
                    <a:pt x="2246" y="1549"/>
                  </a:lnTo>
                  <a:lnTo>
                    <a:pt x="2202" y="1462"/>
                  </a:lnTo>
                  <a:lnTo>
                    <a:pt x="2137" y="1374"/>
                  </a:lnTo>
                  <a:lnTo>
                    <a:pt x="829" y="132"/>
                  </a:lnTo>
                  <a:lnTo>
                    <a:pt x="741" y="66"/>
                  </a:lnTo>
                  <a:lnTo>
                    <a:pt x="654" y="23"/>
                  </a:lnTo>
                  <a:lnTo>
                    <a:pt x="545" y="1"/>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4" name="Google Shape;11144;p80"/>
            <p:cNvSpPr/>
            <p:nvPr/>
          </p:nvSpPr>
          <p:spPr>
            <a:xfrm>
              <a:off x="1568475" y="2991750"/>
              <a:ext cx="64875" cy="43650"/>
            </a:xfrm>
            <a:custGeom>
              <a:rect b="b" l="l" r="r" t="t"/>
              <a:pathLst>
                <a:path extrusionOk="0" h="1746" w="2595">
                  <a:moveTo>
                    <a:pt x="436" y="1"/>
                  </a:moveTo>
                  <a:lnTo>
                    <a:pt x="349" y="23"/>
                  </a:lnTo>
                  <a:lnTo>
                    <a:pt x="262" y="66"/>
                  </a:lnTo>
                  <a:lnTo>
                    <a:pt x="196" y="132"/>
                  </a:lnTo>
                  <a:lnTo>
                    <a:pt x="131" y="197"/>
                  </a:lnTo>
                  <a:lnTo>
                    <a:pt x="87" y="263"/>
                  </a:lnTo>
                  <a:lnTo>
                    <a:pt x="44" y="350"/>
                  </a:lnTo>
                  <a:lnTo>
                    <a:pt x="22" y="437"/>
                  </a:lnTo>
                  <a:lnTo>
                    <a:pt x="0" y="524"/>
                  </a:lnTo>
                  <a:lnTo>
                    <a:pt x="22" y="590"/>
                  </a:lnTo>
                  <a:lnTo>
                    <a:pt x="44" y="677"/>
                  </a:lnTo>
                  <a:lnTo>
                    <a:pt x="87" y="764"/>
                  </a:lnTo>
                  <a:lnTo>
                    <a:pt x="153" y="829"/>
                  </a:lnTo>
                  <a:lnTo>
                    <a:pt x="240" y="873"/>
                  </a:lnTo>
                  <a:lnTo>
                    <a:pt x="1875" y="1701"/>
                  </a:lnTo>
                  <a:lnTo>
                    <a:pt x="1984" y="1745"/>
                  </a:lnTo>
                  <a:lnTo>
                    <a:pt x="2180" y="1745"/>
                  </a:lnTo>
                  <a:lnTo>
                    <a:pt x="2267" y="1723"/>
                  </a:lnTo>
                  <a:lnTo>
                    <a:pt x="2333" y="1680"/>
                  </a:lnTo>
                  <a:lnTo>
                    <a:pt x="2420" y="1636"/>
                  </a:lnTo>
                  <a:lnTo>
                    <a:pt x="2485" y="1571"/>
                  </a:lnTo>
                  <a:lnTo>
                    <a:pt x="2529" y="1483"/>
                  </a:lnTo>
                  <a:lnTo>
                    <a:pt x="2573" y="1418"/>
                  </a:lnTo>
                  <a:lnTo>
                    <a:pt x="2594" y="1331"/>
                  </a:lnTo>
                  <a:lnTo>
                    <a:pt x="2594" y="1244"/>
                  </a:lnTo>
                  <a:lnTo>
                    <a:pt x="2594" y="1156"/>
                  </a:lnTo>
                  <a:lnTo>
                    <a:pt x="2573" y="1069"/>
                  </a:lnTo>
                  <a:lnTo>
                    <a:pt x="2529" y="1004"/>
                  </a:lnTo>
                  <a:lnTo>
                    <a:pt x="2442" y="917"/>
                  </a:lnTo>
                  <a:lnTo>
                    <a:pt x="2355" y="873"/>
                  </a:lnTo>
                  <a:lnTo>
                    <a:pt x="741" y="66"/>
                  </a:lnTo>
                  <a:lnTo>
                    <a:pt x="632" y="23"/>
                  </a:lnTo>
                  <a:lnTo>
                    <a:pt x="52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5" name="Google Shape;11145;p80"/>
            <p:cNvSpPr/>
            <p:nvPr/>
          </p:nvSpPr>
          <p:spPr>
            <a:xfrm>
              <a:off x="1676375" y="3040825"/>
              <a:ext cx="41450" cy="64875"/>
            </a:xfrm>
            <a:custGeom>
              <a:rect b="b" l="l" r="r" t="t"/>
              <a:pathLst>
                <a:path extrusionOk="0" h="2595" w="1658">
                  <a:moveTo>
                    <a:pt x="437" y="0"/>
                  </a:moveTo>
                  <a:lnTo>
                    <a:pt x="350" y="22"/>
                  </a:lnTo>
                  <a:lnTo>
                    <a:pt x="262" y="44"/>
                  </a:lnTo>
                  <a:lnTo>
                    <a:pt x="175" y="87"/>
                  </a:lnTo>
                  <a:lnTo>
                    <a:pt x="110" y="131"/>
                  </a:lnTo>
                  <a:lnTo>
                    <a:pt x="66" y="218"/>
                  </a:lnTo>
                  <a:lnTo>
                    <a:pt x="23" y="283"/>
                  </a:lnTo>
                  <a:lnTo>
                    <a:pt x="1" y="371"/>
                  </a:lnTo>
                  <a:lnTo>
                    <a:pt x="23" y="458"/>
                  </a:lnTo>
                  <a:lnTo>
                    <a:pt x="44" y="567"/>
                  </a:lnTo>
                  <a:lnTo>
                    <a:pt x="698" y="2267"/>
                  </a:lnTo>
                  <a:lnTo>
                    <a:pt x="742" y="2376"/>
                  </a:lnTo>
                  <a:lnTo>
                    <a:pt x="807" y="2442"/>
                  </a:lnTo>
                  <a:lnTo>
                    <a:pt x="873" y="2507"/>
                  </a:lnTo>
                  <a:lnTo>
                    <a:pt x="960" y="2551"/>
                  </a:lnTo>
                  <a:lnTo>
                    <a:pt x="1047" y="2573"/>
                  </a:lnTo>
                  <a:lnTo>
                    <a:pt x="1134" y="2594"/>
                  </a:lnTo>
                  <a:lnTo>
                    <a:pt x="1243" y="2594"/>
                  </a:lnTo>
                  <a:lnTo>
                    <a:pt x="1331" y="2573"/>
                  </a:lnTo>
                  <a:lnTo>
                    <a:pt x="1396" y="2551"/>
                  </a:lnTo>
                  <a:lnTo>
                    <a:pt x="1483" y="2507"/>
                  </a:lnTo>
                  <a:lnTo>
                    <a:pt x="1549" y="2442"/>
                  </a:lnTo>
                  <a:lnTo>
                    <a:pt x="1592" y="2376"/>
                  </a:lnTo>
                  <a:lnTo>
                    <a:pt x="1636" y="2311"/>
                  </a:lnTo>
                  <a:lnTo>
                    <a:pt x="1658" y="2224"/>
                  </a:lnTo>
                  <a:lnTo>
                    <a:pt x="1658" y="2115"/>
                  </a:lnTo>
                  <a:lnTo>
                    <a:pt x="1614" y="2006"/>
                  </a:lnTo>
                  <a:lnTo>
                    <a:pt x="960" y="327"/>
                  </a:lnTo>
                  <a:lnTo>
                    <a:pt x="916" y="218"/>
                  </a:lnTo>
                  <a:lnTo>
                    <a:pt x="851" y="131"/>
                  </a:lnTo>
                  <a:lnTo>
                    <a:pt x="786" y="87"/>
                  </a:lnTo>
                  <a:lnTo>
                    <a:pt x="698" y="44"/>
                  </a:lnTo>
                  <a:lnTo>
                    <a:pt x="61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6" name="Google Shape;11146;p80"/>
            <p:cNvSpPr/>
            <p:nvPr/>
          </p:nvSpPr>
          <p:spPr>
            <a:xfrm>
              <a:off x="1594625" y="3104575"/>
              <a:ext cx="26725" cy="68150"/>
            </a:xfrm>
            <a:custGeom>
              <a:rect b="b" l="l" r="r" t="t"/>
              <a:pathLst>
                <a:path extrusionOk="0" h="2726" w="1069">
                  <a:moveTo>
                    <a:pt x="524" y="1"/>
                  </a:moveTo>
                  <a:lnTo>
                    <a:pt x="437" y="23"/>
                  </a:lnTo>
                  <a:lnTo>
                    <a:pt x="349" y="66"/>
                  </a:lnTo>
                  <a:lnTo>
                    <a:pt x="262" y="110"/>
                  </a:lnTo>
                  <a:lnTo>
                    <a:pt x="197" y="175"/>
                  </a:lnTo>
                  <a:lnTo>
                    <a:pt x="153" y="241"/>
                  </a:lnTo>
                  <a:lnTo>
                    <a:pt x="110" y="350"/>
                  </a:lnTo>
                  <a:lnTo>
                    <a:pt x="110" y="459"/>
                  </a:lnTo>
                  <a:lnTo>
                    <a:pt x="1" y="2268"/>
                  </a:lnTo>
                  <a:lnTo>
                    <a:pt x="22" y="2377"/>
                  </a:lnTo>
                  <a:lnTo>
                    <a:pt x="44" y="2464"/>
                  </a:lnTo>
                  <a:lnTo>
                    <a:pt x="88" y="2551"/>
                  </a:lnTo>
                  <a:lnTo>
                    <a:pt x="153" y="2617"/>
                  </a:lnTo>
                  <a:lnTo>
                    <a:pt x="219" y="2660"/>
                  </a:lnTo>
                  <a:lnTo>
                    <a:pt x="284" y="2704"/>
                  </a:lnTo>
                  <a:lnTo>
                    <a:pt x="371" y="2726"/>
                  </a:lnTo>
                  <a:lnTo>
                    <a:pt x="546" y="2726"/>
                  </a:lnTo>
                  <a:lnTo>
                    <a:pt x="655" y="2704"/>
                  </a:lnTo>
                  <a:lnTo>
                    <a:pt x="720" y="2660"/>
                  </a:lnTo>
                  <a:lnTo>
                    <a:pt x="807" y="2617"/>
                  </a:lnTo>
                  <a:lnTo>
                    <a:pt x="873" y="2551"/>
                  </a:lnTo>
                  <a:lnTo>
                    <a:pt x="916" y="2464"/>
                  </a:lnTo>
                  <a:lnTo>
                    <a:pt x="960" y="2377"/>
                  </a:lnTo>
                  <a:lnTo>
                    <a:pt x="960" y="2268"/>
                  </a:lnTo>
                  <a:lnTo>
                    <a:pt x="1069" y="459"/>
                  </a:lnTo>
                  <a:lnTo>
                    <a:pt x="1047" y="350"/>
                  </a:lnTo>
                  <a:lnTo>
                    <a:pt x="1025" y="241"/>
                  </a:lnTo>
                  <a:lnTo>
                    <a:pt x="982" y="175"/>
                  </a:lnTo>
                  <a:lnTo>
                    <a:pt x="938" y="110"/>
                  </a:lnTo>
                  <a:lnTo>
                    <a:pt x="851" y="66"/>
                  </a:lnTo>
                  <a:lnTo>
                    <a:pt x="785" y="23"/>
                  </a:lnTo>
                  <a:lnTo>
                    <a:pt x="69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7" name="Google Shape;11147;p80"/>
            <p:cNvSpPr/>
            <p:nvPr/>
          </p:nvSpPr>
          <p:spPr>
            <a:xfrm>
              <a:off x="1741775" y="2994475"/>
              <a:ext cx="64900" cy="43650"/>
            </a:xfrm>
            <a:custGeom>
              <a:rect b="b" l="l" r="r" t="t"/>
              <a:pathLst>
                <a:path extrusionOk="0" h="1746" w="2596">
                  <a:moveTo>
                    <a:pt x="415" y="1"/>
                  </a:moveTo>
                  <a:lnTo>
                    <a:pt x="328" y="23"/>
                  </a:lnTo>
                  <a:lnTo>
                    <a:pt x="262" y="66"/>
                  </a:lnTo>
                  <a:lnTo>
                    <a:pt x="175" y="132"/>
                  </a:lnTo>
                  <a:lnTo>
                    <a:pt x="110" y="197"/>
                  </a:lnTo>
                  <a:lnTo>
                    <a:pt x="66" y="263"/>
                  </a:lnTo>
                  <a:lnTo>
                    <a:pt x="23" y="350"/>
                  </a:lnTo>
                  <a:lnTo>
                    <a:pt x="1" y="437"/>
                  </a:lnTo>
                  <a:lnTo>
                    <a:pt x="1" y="524"/>
                  </a:lnTo>
                  <a:lnTo>
                    <a:pt x="1" y="590"/>
                  </a:lnTo>
                  <a:lnTo>
                    <a:pt x="23" y="677"/>
                  </a:lnTo>
                  <a:lnTo>
                    <a:pt x="88" y="764"/>
                  </a:lnTo>
                  <a:lnTo>
                    <a:pt x="153" y="829"/>
                  </a:lnTo>
                  <a:lnTo>
                    <a:pt x="241" y="895"/>
                  </a:lnTo>
                  <a:lnTo>
                    <a:pt x="1854" y="1701"/>
                  </a:lnTo>
                  <a:lnTo>
                    <a:pt x="1963" y="1745"/>
                  </a:lnTo>
                  <a:lnTo>
                    <a:pt x="2159" y="1745"/>
                  </a:lnTo>
                  <a:lnTo>
                    <a:pt x="2246" y="1723"/>
                  </a:lnTo>
                  <a:lnTo>
                    <a:pt x="2334" y="1680"/>
                  </a:lnTo>
                  <a:lnTo>
                    <a:pt x="2399" y="1636"/>
                  </a:lnTo>
                  <a:lnTo>
                    <a:pt x="2464" y="1571"/>
                  </a:lnTo>
                  <a:lnTo>
                    <a:pt x="2530" y="1483"/>
                  </a:lnTo>
                  <a:lnTo>
                    <a:pt x="2552" y="1418"/>
                  </a:lnTo>
                  <a:lnTo>
                    <a:pt x="2573" y="1331"/>
                  </a:lnTo>
                  <a:lnTo>
                    <a:pt x="2595" y="1244"/>
                  </a:lnTo>
                  <a:lnTo>
                    <a:pt x="2573" y="1156"/>
                  </a:lnTo>
                  <a:lnTo>
                    <a:pt x="2552" y="1069"/>
                  </a:lnTo>
                  <a:lnTo>
                    <a:pt x="2508" y="1004"/>
                  </a:lnTo>
                  <a:lnTo>
                    <a:pt x="2443" y="938"/>
                  </a:lnTo>
                  <a:lnTo>
                    <a:pt x="2355" y="873"/>
                  </a:lnTo>
                  <a:lnTo>
                    <a:pt x="720" y="66"/>
                  </a:lnTo>
                  <a:lnTo>
                    <a:pt x="611" y="23"/>
                  </a:lnTo>
                  <a:lnTo>
                    <a:pt x="52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8" name="Google Shape;11148;p80"/>
            <p:cNvSpPr/>
            <p:nvPr/>
          </p:nvSpPr>
          <p:spPr>
            <a:xfrm>
              <a:off x="1897650" y="3039725"/>
              <a:ext cx="41450" cy="64875"/>
            </a:xfrm>
            <a:custGeom>
              <a:rect b="b" l="l" r="r" t="t"/>
              <a:pathLst>
                <a:path extrusionOk="0" h="2595" w="1658">
                  <a:moveTo>
                    <a:pt x="328" y="0"/>
                  </a:moveTo>
                  <a:lnTo>
                    <a:pt x="262" y="44"/>
                  </a:lnTo>
                  <a:lnTo>
                    <a:pt x="175" y="88"/>
                  </a:lnTo>
                  <a:lnTo>
                    <a:pt x="110" y="131"/>
                  </a:lnTo>
                  <a:lnTo>
                    <a:pt x="66" y="197"/>
                  </a:lnTo>
                  <a:lnTo>
                    <a:pt x="23" y="284"/>
                  </a:lnTo>
                  <a:lnTo>
                    <a:pt x="1" y="371"/>
                  </a:lnTo>
                  <a:lnTo>
                    <a:pt x="23" y="458"/>
                  </a:lnTo>
                  <a:lnTo>
                    <a:pt x="44" y="567"/>
                  </a:lnTo>
                  <a:lnTo>
                    <a:pt x="698" y="2268"/>
                  </a:lnTo>
                  <a:lnTo>
                    <a:pt x="742" y="2355"/>
                  </a:lnTo>
                  <a:lnTo>
                    <a:pt x="807" y="2442"/>
                  </a:lnTo>
                  <a:lnTo>
                    <a:pt x="873" y="2508"/>
                  </a:lnTo>
                  <a:lnTo>
                    <a:pt x="960" y="2551"/>
                  </a:lnTo>
                  <a:lnTo>
                    <a:pt x="1047" y="2573"/>
                  </a:lnTo>
                  <a:lnTo>
                    <a:pt x="1134" y="2595"/>
                  </a:lnTo>
                  <a:lnTo>
                    <a:pt x="1222" y="2595"/>
                  </a:lnTo>
                  <a:lnTo>
                    <a:pt x="1331" y="2573"/>
                  </a:lnTo>
                  <a:lnTo>
                    <a:pt x="1396" y="2529"/>
                  </a:lnTo>
                  <a:lnTo>
                    <a:pt x="1483" y="2486"/>
                  </a:lnTo>
                  <a:lnTo>
                    <a:pt x="1549" y="2442"/>
                  </a:lnTo>
                  <a:lnTo>
                    <a:pt x="1592" y="2377"/>
                  </a:lnTo>
                  <a:lnTo>
                    <a:pt x="1636" y="2290"/>
                  </a:lnTo>
                  <a:lnTo>
                    <a:pt x="1658" y="2202"/>
                  </a:lnTo>
                  <a:lnTo>
                    <a:pt x="1636" y="2115"/>
                  </a:lnTo>
                  <a:lnTo>
                    <a:pt x="1614" y="2006"/>
                  </a:lnTo>
                  <a:lnTo>
                    <a:pt x="960" y="306"/>
                  </a:lnTo>
                  <a:lnTo>
                    <a:pt x="916" y="218"/>
                  </a:lnTo>
                  <a:lnTo>
                    <a:pt x="851" y="131"/>
                  </a:lnTo>
                  <a:lnTo>
                    <a:pt x="786" y="66"/>
                  </a:lnTo>
                  <a:lnTo>
                    <a:pt x="698" y="22"/>
                  </a:lnTo>
                  <a:lnTo>
                    <a:pt x="61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9" name="Google Shape;11149;p80"/>
            <p:cNvSpPr/>
            <p:nvPr/>
          </p:nvSpPr>
          <p:spPr>
            <a:xfrm>
              <a:off x="1760850" y="3083325"/>
              <a:ext cx="26200" cy="68700"/>
            </a:xfrm>
            <a:custGeom>
              <a:rect b="b" l="l" r="r" t="t"/>
              <a:pathLst>
                <a:path extrusionOk="0" h="2748" w="1048">
                  <a:moveTo>
                    <a:pt x="589" y="0"/>
                  </a:moveTo>
                  <a:lnTo>
                    <a:pt x="502" y="22"/>
                  </a:lnTo>
                  <a:lnTo>
                    <a:pt x="415" y="44"/>
                  </a:lnTo>
                  <a:lnTo>
                    <a:pt x="350" y="66"/>
                  </a:lnTo>
                  <a:lnTo>
                    <a:pt x="262" y="110"/>
                  </a:lnTo>
                  <a:lnTo>
                    <a:pt x="197" y="175"/>
                  </a:lnTo>
                  <a:lnTo>
                    <a:pt x="153" y="262"/>
                  </a:lnTo>
                  <a:lnTo>
                    <a:pt x="110" y="349"/>
                  </a:lnTo>
                  <a:lnTo>
                    <a:pt x="88" y="458"/>
                  </a:lnTo>
                  <a:lnTo>
                    <a:pt x="1" y="2290"/>
                  </a:lnTo>
                  <a:lnTo>
                    <a:pt x="1" y="2399"/>
                  </a:lnTo>
                  <a:lnTo>
                    <a:pt x="44" y="2486"/>
                  </a:lnTo>
                  <a:lnTo>
                    <a:pt x="88" y="2573"/>
                  </a:lnTo>
                  <a:lnTo>
                    <a:pt x="132" y="2638"/>
                  </a:lnTo>
                  <a:lnTo>
                    <a:pt x="197" y="2682"/>
                  </a:lnTo>
                  <a:lnTo>
                    <a:pt x="284" y="2726"/>
                  </a:lnTo>
                  <a:lnTo>
                    <a:pt x="371" y="2726"/>
                  </a:lnTo>
                  <a:lnTo>
                    <a:pt x="459" y="2747"/>
                  </a:lnTo>
                  <a:lnTo>
                    <a:pt x="546" y="2726"/>
                  </a:lnTo>
                  <a:lnTo>
                    <a:pt x="633" y="2704"/>
                  </a:lnTo>
                  <a:lnTo>
                    <a:pt x="720" y="2682"/>
                  </a:lnTo>
                  <a:lnTo>
                    <a:pt x="786" y="2638"/>
                  </a:lnTo>
                  <a:lnTo>
                    <a:pt x="851" y="2573"/>
                  </a:lnTo>
                  <a:lnTo>
                    <a:pt x="916" y="2486"/>
                  </a:lnTo>
                  <a:lnTo>
                    <a:pt x="938" y="2399"/>
                  </a:lnTo>
                  <a:lnTo>
                    <a:pt x="960" y="2290"/>
                  </a:lnTo>
                  <a:lnTo>
                    <a:pt x="1047" y="458"/>
                  </a:lnTo>
                  <a:lnTo>
                    <a:pt x="1047" y="349"/>
                  </a:lnTo>
                  <a:lnTo>
                    <a:pt x="1025" y="262"/>
                  </a:lnTo>
                  <a:lnTo>
                    <a:pt x="982" y="175"/>
                  </a:lnTo>
                  <a:lnTo>
                    <a:pt x="916" y="110"/>
                  </a:lnTo>
                  <a:lnTo>
                    <a:pt x="851" y="66"/>
                  </a:lnTo>
                  <a:lnTo>
                    <a:pt x="764" y="22"/>
                  </a:lnTo>
                  <a:lnTo>
                    <a:pt x="698" y="22"/>
                  </a:lnTo>
                  <a:lnTo>
                    <a:pt x="58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0" name="Google Shape;11150;p80"/>
            <p:cNvSpPr/>
            <p:nvPr/>
          </p:nvSpPr>
          <p:spPr>
            <a:xfrm>
              <a:off x="2042625" y="3973900"/>
              <a:ext cx="43100" cy="64325"/>
            </a:xfrm>
            <a:custGeom>
              <a:rect b="b" l="l" r="r" t="t"/>
              <a:pathLst>
                <a:path extrusionOk="0" h="2573" w="1724">
                  <a:moveTo>
                    <a:pt x="1244" y="0"/>
                  </a:moveTo>
                  <a:lnTo>
                    <a:pt x="1156" y="22"/>
                  </a:lnTo>
                  <a:lnTo>
                    <a:pt x="1069" y="44"/>
                  </a:lnTo>
                  <a:lnTo>
                    <a:pt x="982" y="87"/>
                  </a:lnTo>
                  <a:lnTo>
                    <a:pt x="895" y="131"/>
                  </a:lnTo>
                  <a:lnTo>
                    <a:pt x="829" y="218"/>
                  </a:lnTo>
                  <a:lnTo>
                    <a:pt x="786" y="305"/>
                  </a:lnTo>
                  <a:lnTo>
                    <a:pt x="44" y="1962"/>
                  </a:lnTo>
                  <a:lnTo>
                    <a:pt x="1" y="2071"/>
                  </a:lnTo>
                  <a:lnTo>
                    <a:pt x="1" y="2180"/>
                  </a:lnTo>
                  <a:lnTo>
                    <a:pt x="23" y="2267"/>
                  </a:lnTo>
                  <a:lnTo>
                    <a:pt x="44" y="2333"/>
                  </a:lnTo>
                  <a:lnTo>
                    <a:pt x="88" y="2398"/>
                  </a:lnTo>
                  <a:lnTo>
                    <a:pt x="153" y="2464"/>
                  </a:lnTo>
                  <a:lnTo>
                    <a:pt x="241" y="2507"/>
                  </a:lnTo>
                  <a:lnTo>
                    <a:pt x="306" y="2551"/>
                  </a:lnTo>
                  <a:lnTo>
                    <a:pt x="393" y="2573"/>
                  </a:lnTo>
                  <a:lnTo>
                    <a:pt x="589" y="2573"/>
                  </a:lnTo>
                  <a:lnTo>
                    <a:pt x="677" y="2551"/>
                  </a:lnTo>
                  <a:lnTo>
                    <a:pt x="764" y="2507"/>
                  </a:lnTo>
                  <a:lnTo>
                    <a:pt x="829" y="2442"/>
                  </a:lnTo>
                  <a:lnTo>
                    <a:pt x="895" y="2376"/>
                  </a:lnTo>
                  <a:lnTo>
                    <a:pt x="960" y="2289"/>
                  </a:lnTo>
                  <a:lnTo>
                    <a:pt x="1680" y="611"/>
                  </a:lnTo>
                  <a:lnTo>
                    <a:pt x="1723" y="502"/>
                  </a:lnTo>
                  <a:lnTo>
                    <a:pt x="1723" y="414"/>
                  </a:lnTo>
                  <a:lnTo>
                    <a:pt x="1723" y="327"/>
                  </a:lnTo>
                  <a:lnTo>
                    <a:pt x="1680" y="240"/>
                  </a:lnTo>
                  <a:lnTo>
                    <a:pt x="1636" y="175"/>
                  </a:lnTo>
                  <a:lnTo>
                    <a:pt x="1571" y="131"/>
                  </a:lnTo>
                  <a:lnTo>
                    <a:pt x="1505" y="66"/>
                  </a:lnTo>
                  <a:lnTo>
                    <a:pt x="1418" y="44"/>
                  </a:lnTo>
                  <a:lnTo>
                    <a:pt x="1331" y="22"/>
                  </a:lnTo>
                  <a:lnTo>
                    <a:pt x="124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1" name="Google Shape;11151;p80"/>
            <p:cNvSpPr/>
            <p:nvPr/>
          </p:nvSpPr>
          <p:spPr>
            <a:xfrm>
              <a:off x="1773400" y="4021850"/>
              <a:ext cx="43075" cy="64350"/>
            </a:xfrm>
            <a:custGeom>
              <a:rect b="b" l="l" r="r" t="t"/>
              <a:pathLst>
                <a:path extrusionOk="0" h="2574" w="1723">
                  <a:moveTo>
                    <a:pt x="1134" y="1"/>
                  </a:moveTo>
                  <a:lnTo>
                    <a:pt x="1047" y="22"/>
                  </a:lnTo>
                  <a:lnTo>
                    <a:pt x="981" y="66"/>
                  </a:lnTo>
                  <a:lnTo>
                    <a:pt x="894" y="131"/>
                  </a:lnTo>
                  <a:lnTo>
                    <a:pt x="829" y="197"/>
                  </a:lnTo>
                  <a:lnTo>
                    <a:pt x="763" y="284"/>
                  </a:lnTo>
                  <a:lnTo>
                    <a:pt x="44" y="1963"/>
                  </a:lnTo>
                  <a:lnTo>
                    <a:pt x="0" y="2050"/>
                  </a:lnTo>
                  <a:lnTo>
                    <a:pt x="0" y="2159"/>
                  </a:lnTo>
                  <a:lnTo>
                    <a:pt x="0" y="2246"/>
                  </a:lnTo>
                  <a:lnTo>
                    <a:pt x="44" y="2333"/>
                  </a:lnTo>
                  <a:lnTo>
                    <a:pt x="87" y="2399"/>
                  </a:lnTo>
                  <a:lnTo>
                    <a:pt x="153" y="2442"/>
                  </a:lnTo>
                  <a:lnTo>
                    <a:pt x="218" y="2508"/>
                  </a:lnTo>
                  <a:lnTo>
                    <a:pt x="305" y="2530"/>
                  </a:lnTo>
                  <a:lnTo>
                    <a:pt x="393" y="2551"/>
                  </a:lnTo>
                  <a:lnTo>
                    <a:pt x="480" y="2573"/>
                  </a:lnTo>
                  <a:lnTo>
                    <a:pt x="589" y="2551"/>
                  </a:lnTo>
                  <a:lnTo>
                    <a:pt x="676" y="2530"/>
                  </a:lnTo>
                  <a:lnTo>
                    <a:pt x="741" y="2486"/>
                  </a:lnTo>
                  <a:lnTo>
                    <a:pt x="829" y="2442"/>
                  </a:lnTo>
                  <a:lnTo>
                    <a:pt x="894" y="2355"/>
                  </a:lnTo>
                  <a:lnTo>
                    <a:pt x="938" y="2268"/>
                  </a:lnTo>
                  <a:lnTo>
                    <a:pt x="1679" y="611"/>
                  </a:lnTo>
                  <a:lnTo>
                    <a:pt x="1723" y="502"/>
                  </a:lnTo>
                  <a:lnTo>
                    <a:pt x="1723" y="393"/>
                  </a:lnTo>
                  <a:lnTo>
                    <a:pt x="1701" y="306"/>
                  </a:lnTo>
                  <a:lnTo>
                    <a:pt x="1679" y="240"/>
                  </a:lnTo>
                  <a:lnTo>
                    <a:pt x="1635" y="175"/>
                  </a:lnTo>
                  <a:lnTo>
                    <a:pt x="1570" y="110"/>
                  </a:lnTo>
                  <a:lnTo>
                    <a:pt x="1505" y="66"/>
                  </a:lnTo>
                  <a:lnTo>
                    <a:pt x="1417" y="22"/>
                  </a:lnTo>
                  <a:lnTo>
                    <a:pt x="133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2" name="Google Shape;11152;p80"/>
            <p:cNvSpPr/>
            <p:nvPr/>
          </p:nvSpPr>
          <p:spPr>
            <a:xfrm>
              <a:off x="1746150" y="3907950"/>
              <a:ext cx="43075" cy="64325"/>
            </a:xfrm>
            <a:custGeom>
              <a:rect b="b" l="l" r="r" t="t"/>
              <a:pathLst>
                <a:path extrusionOk="0" h="2573" w="1723">
                  <a:moveTo>
                    <a:pt x="1134" y="0"/>
                  </a:moveTo>
                  <a:lnTo>
                    <a:pt x="1047" y="22"/>
                  </a:lnTo>
                  <a:lnTo>
                    <a:pt x="959" y="66"/>
                  </a:lnTo>
                  <a:lnTo>
                    <a:pt x="894" y="131"/>
                  </a:lnTo>
                  <a:lnTo>
                    <a:pt x="829" y="196"/>
                  </a:lnTo>
                  <a:lnTo>
                    <a:pt x="763" y="284"/>
                  </a:lnTo>
                  <a:lnTo>
                    <a:pt x="44" y="1962"/>
                  </a:lnTo>
                  <a:lnTo>
                    <a:pt x="0" y="2050"/>
                  </a:lnTo>
                  <a:lnTo>
                    <a:pt x="0" y="2159"/>
                  </a:lnTo>
                  <a:lnTo>
                    <a:pt x="0" y="2246"/>
                  </a:lnTo>
                  <a:lnTo>
                    <a:pt x="44" y="2333"/>
                  </a:lnTo>
                  <a:lnTo>
                    <a:pt x="87" y="2398"/>
                  </a:lnTo>
                  <a:lnTo>
                    <a:pt x="153" y="2442"/>
                  </a:lnTo>
                  <a:lnTo>
                    <a:pt x="218" y="2507"/>
                  </a:lnTo>
                  <a:lnTo>
                    <a:pt x="305" y="2529"/>
                  </a:lnTo>
                  <a:lnTo>
                    <a:pt x="393" y="2551"/>
                  </a:lnTo>
                  <a:lnTo>
                    <a:pt x="480" y="2573"/>
                  </a:lnTo>
                  <a:lnTo>
                    <a:pt x="567" y="2551"/>
                  </a:lnTo>
                  <a:lnTo>
                    <a:pt x="654" y="2529"/>
                  </a:lnTo>
                  <a:lnTo>
                    <a:pt x="741" y="2486"/>
                  </a:lnTo>
                  <a:lnTo>
                    <a:pt x="829" y="2442"/>
                  </a:lnTo>
                  <a:lnTo>
                    <a:pt x="894" y="2355"/>
                  </a:lnTo>
                  <a:lnTo>
                    <a:pt x="938" y="2268"/>
                  </a:lnTo>
                  <a:lnTo>
                    <a:pt x="1679" y="611"/>
                  </a:lnTo>
                  <a:lnTo>
                    <a:pt x="1722" y="502"/>
                  </a:lnTo>
                  <a:lnTo>
                    <a:pt x="1722" y="393"/>
                  </a:lnTo>
                  <a:lnTo>
                    <a:pt x="1701" y="305"/>
                  </a:lnTo>
                  <a:lnTo>
                    <a:pt x="1679" y="240"/>
                  </a:lnTo>
                  <a:lnTo>
                    <a:pt x="1635" y="175"/>
                  </a:lnTo>
                  <a:lnTo>
                    <a:pt x="1570" y="109"/>
                  </a:lnTo>
                  <a:lnTo>
                    <a:pt x="1483" y="66"/>
                  </a:lnTo>
                  <a:lnTo>
                    <a:pt x="1417" y="22"/>
                  </a:lnTo>
                  <a:lnTo>
                    <a:pt x="133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3" name="Google Shape;11153;p80"/>
            <p:cNvSpPr/>
            <p:nvPr/>
          </p:nvSpPr>
          <p:spPr>
            <a:xfrm>
              <a:off x="1606075" y="4016950"/>
              <a:ext cx="64875" cy="43625"/>
            </a:xfrm>
            <a:custGeom>
              <a:rect b="b" l="l" r="r" t="t"/>
              <a:pathLst>
                <a:path extrusionOk="0" h="1745" w="2595">
                  <a:moveTo>
                    <a:pt x="436" y="0"/>
                  </a:moveTo>
                  <a:lnTo>
                    <a:pt x="327" y="22"/>
                  </a:lnTo>
                  <a:lnTo>
                    <a:pt x="262" y="66"/>
                  </a:lnTo>
                  <a:lnTo>
                    <a:pt x="175" y="109"/>
                  </a:lnTo>
                  <a:lnTo>
                    <a:pt x="109" y="175"/>
                  </a:lnTo>
                  <a:lnTo>
                    <a:pt x="66" y="262"/>
                  </a:lnTo>
                  <a:lnTo>
                    <a:pt x="22" y="327"/>
                  </a:lnTo>
                  <a:lnTo>
                    <a:pt x="0" y="415"/>
                  </a:lnTo>
                  <a:lnTo>
                    <a:pt x="0" y="502"/>
                  </a:lnTo>
                  <a:lnTo>
                    <a:pt x="0" y="589"/>
                  </a:lnTo>
                  <a:lnTo>
                    <a:pt x="22" y="676"/>
                  </a:lnTo>
                  <a:lnTo>
                    <a:pt x="88" y="742"/>
                  </a:lnTo>
                  <a:lnTo>
                    <a:pt x="153" y="807"/>
                  </a:lnTo>
                  <a:lnTo>
                    <a:pt x="240" y="872"/>
                  </a:lnTo>
                  <a:lnTo>
                    <a:pt x="1875" y="1679"/>
                  </a:lnTo>
                  <a:lnTo>
                    <a:pt x="1962" y="1723"/>
                  </a:lnTo>
                  <a:lnTo>
                    <a:pt x="2072" y="1744"/>
                  </a:lnTo>
                  <a:lnTo>
                    <a:pt x="2159" y="1744"/>
                  </a:lnTo>
                  <a:lnTo>
                    <a:pt x="2246" y="1723"/>
                  </a:lnTo>
                  <a:lnTo>
                    <a:pt x="2333" y="1679"/>
                  </a:lnTo>
                  <a:lnTo>
                    <a:pt x="2399" y="1614"/>
                  </a:lnTo>
                  <a:lnTo>
                    <a:pt x="2464" y="1548"/>
                  </a:lnTo>
                  <a:lnTo>
                    <a:pt x="2529" y="1483"/>
                  </a:lnTo>
                  <a:lnTo>
                    <a:pt x="2551" y="1396"/>
                  </a:lnTo>
                  <a:lnTo>
                    <a:pt x="2573" y="1308"/>
                  </a:lnTo>
                  <a:lnTo>
                    <a:pt x="2595" y="1221"/>
                  </a:lnTo>
                  <a:lnTo>
                    <a:pt x="2573" y="1134"/>
                  </a:lnTo>
                  <a:lnTo>
                    <a:pt x="2551" y="1069"/>
                  </a:lnTo>
                  <a:lnTo>
                    <a:pt x="2508" y="981"/>
                  </a:lnTo>
                  <a:lnTo>
                    <a:pt x="2442" y="916"/>
                  </a:lnTo>
                  <a:lnTo>
                    <a:pt x="2355" y="851"/>
                  </a:lnTo>
                  <a:lnTo>
                    <a:pt x="720" y="44"/>
                  </a:lnTo>
                  <a:lnTo>
                    <a:pt x="61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4" name="Google Shape;11154;p80"/>
            <p:cNvSpPr/>
            <p:nvPr/>
          </p:nvSpPr>
          <p:spPr>
            <a:xfrm>
              <a:off x="1569550" y="3840350"/>
              <a:ext cx="26750" cy="68700"/>
            </a:xfrm>
            <a:custGeom>
              <a:rect b="b" l="l" r="r" t="t"/>
              <a:pathLst>
                <a:path extrusionOk="0" h="2748" w="1070">
                  <a:moveTo>
                    <a:pt x="524" y="1"/>
                  </a:moveTo>
                  <a:lnTo>
                    <a:pt x="415" y="23"/>
                  </a:lnTo>
                  <a:lnTo>
                    <a:pt x="350" y="66"/>
                  </a:lnTo>
                  <a:lnTo>
                    <a:pt x="262" y="110"/>
                  </a:lnTo>
                  <a:lnTo>
                    <a:pt x="197" y="175"/>
                  </a:lnTo>
                  <a:lnTo>
                    <a:pt x="153" y="263"/>
                  </a:lnTo>
                  <a:lnTo>
                    <a:pt x="110" y="350"/>
                  </a:lnTo>
                  <a:lnTo>
                    <a:pt x="110" y="459"/>
                  </a:lnTo>
                  <a:lnTo>
                    <a:pt x="1" y="2290"/>
                  </a:lnTo>
                  <a:lnTo>
                    <a:pt x="23" y="2399"/>
                  </a:lnTo>
                  <a:lnTo>
                    <a:pt x="44" y="2486"/>
                  </a:lnTo>
                  <a:lnTo>
                    <a:pt x="88" y="2552"/>
                  </a:lnTo>
                  <a:lnTo>
                    <a:pt x="132" y="2617"/>
                  </a:lnTo>
                  <a:lnTo>
                    <a:pt x="219" y="2682"/>
                  </a:lnTo>
                  <a:lnTo>
                    <a:pt x="284" y="2704"/>
                  </a:lnTo>
                  <a:lnTo>
                    <a:pt x="371" y="2726"/>
                  </a:lnTo>
                  <a:lnTo>
                    <a:pt x="459" y="2748"/>
                  </a:lnTo>
                  <a:lnTo>
                    <a:pt x="546" y="2726"/>
                  </a:lnTo>
                  <a:lnTo>
                    <a:pt x="633" y="2704"/>
                  </a:lnTo>
                  <a:lnTo>
                    <a:pt x="720" y="2682"/>
                  </a:lnTo>
                  <a:lnTo>
                    <a:pt x="807" y="2617"/>
                  </a:lnTo>
                  <a:lnTo>
                    <a:pt x="873" y="2552"/>
                  </a:lnTo>
                  <a:lnTo>
                    <a:pt x="916" y="2486"/>
                  </a:lnTo>
                  <a:lnTo>
                    <a:pt x="960" y="2377"/>
                  </a:lnTo>
                  <a:lnTo>
                    <a:pt x="960" y="2290"/>
                  </a:lnTo>
                  <a:lnTo>
                    <a:pt x="1069" y="459"/>
                  </a:lnTo>
                  <a:lnTo>
                    <a:pt x="1047" y="350"/>
                  </a:lnTo>
                  <a:lnTo>
                    <a:pt x="1025" y="263"/>
                  </a:lnTo>
                  <a:lnTo>
                    <a:pt x="982" y="175"/>
                  </a:lnTo>
                  <a:lnTo>
                    <a:pt x="916" y="110"/>
                  </a:lnTo>
                  <a:lnTo>
                    <a:pt x="851" y="66"/>
                  </a:lnTo>
                  <a:lnTo>
                    <a:pt x="786" y="23"/>
                  </a:lnTo>
                  <a:lnTo>
                    <a:pt x="69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5" name="Google Shape;11155;p80"/>
            <p:cNvSpPr/>
            <p:nvPr/>
          </p:nvSpPr>
          <p:spPr>
            <a:xfrm>
              <a:off x="2047000" y="3795125"/>
              <a:ext cx="41450" cy="65975"/>
            </a:xfrm>
            <a:custGeom>
              <a:rect b="b" l="l" r="r" t="t"/>
              <a:pathLst>
                <a:path extrusionOk="0" h="2639" w="1658">
                  <a:moveTo>
                    <a:pt x="458" y="0"/>
                  </a:moveTo>
                  <a:lnTo>
                    <a:pt x="349" y="22"/>
                  </a:lnTo>
                  <a:lnTo>
                    <a:pt x="262" y="44"/>
                  </a:lnTo>
                  <a:lnTo>
                    <a:pt x="196" y="109"/>
                  </a:lnTo>
                  <a:lnTo>
                    <a:pt x="131" y="175"/>
                  </a:lnTo>
                  <a:lnTo>
                    <a:pt x="66" y="240"/>
                  </a:lnTo>
                  <a:lnTo>
                    <a:pt x="22" y="327"/>
                  </a:lnTo>
                  <a:lnTo>
                    <a:pt x="0" y="415"/>
                  </a:lnTo>
                  <a:lnTo>
                    <a:pt x="0" y="524"/>
                  </a:lnTo>
                  <a:lnTo>
                    <a:pt x="22" y="611"/>
                  </a:lnTo>
                  <a:lnTo>
                    <a:pt x="720" y="2290"/>
                  </a:lnTo>
                  <a:lnTo>
                    <a:pt x="763" y="2377"/>
                  </a:lnTo>
                  <a:lnTo>
                    <a:pt x="807" y="2442"/>
                  </a:lnTo>
                  <a:lnTo>
                    <a:pt x="872" y="2508"/>
                  </a:lnTo>
                  <a:lnTo>
                    <a:pt x="938" y="2573"/>
                  </a:lnTo>
                  <a:lnTo>
                    <a:pt x="1025" y="2617"/>
                  </a:lnTo>
                  <a:lnTo>
                    <a:pt x="1112" y="2638"/>
                  </a:lnTo>
                  <a:lnTo>
                    <a:pt x="1199" y="2638"/>
                  </a:lnTo>
                  <a:lnTo>
                    <a:pt x="1308" y="2617"/>
                  </a:lnTo>
                  <a:lnTo>
                    <a:pt x="1396" y="2595"/>
                  </a:lnTo>
                  <a:lnTo>
                    <a:pt x="1461" y="2529"/>
                  </a:lnTo>
                  <a:lnTo>
                    <a:pt x="1548" y="2464"/>
                  </a:lnTo>
                  <a:lnTo>
                    <a:pt x="1592" y="2399"/>
                  </a:lnTo>
                  <a:lnTo>
                    <a:pt x="1635" y="2311"/>
                  </a:lnTo>
                  <a:lnTo>
                    <a:pt x="1657" y="2224"/>
                  </a:lnTo>
                  <a:lnTo>
                    <a:pt x="1657" y="2115"/>
                  </a:lnTo>
                  <a:lnTo>
                    <a:pt x="1635" y="2028"/>
                  </a:lnTo>
                  <a:lnTo>
                    <a:pt x="938" y="349"/>
                  </a:lnTo>
                  <a:lnTo>
                    <a:pt x="894" y="262"/>
                  </a:lnTo>
                  <a:lnTo>
                    <a:pt x="850" y="197"/>
                  </a:lnTo>
                  <a:lnTo>
                    <a:pt x="785" y="131"/>
                  </a:lnTo>
                  <a:lnTo>
                    <a:pt x="720" y="66"/>
                  </a:lnTo>
                  <a:lnTo>
                    <a:pt x="632" y="22"/>
                  </a:lnTo>
                  <a:lnTo>
                    <a:pt x="54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6" name="Google Shape;11156;p80"/>
            <p:cNvSpPr/>
            <p:nvPr/>
          </p:nvSpPr>
          <p:spPr>
            <a:xfrm>
              <a:off x="2047000" y="3795125"/>
              <a:ext cx="41450" cy="65975"/>
            </a:xfrm>
            <a:custGeom>
              <a:rect b="b" l="l" r="r" t="t"/>
              <a:pathLst>
                <a:path extrusionOk="0" fill="none" h="2639" w="1658">
                  <a:moveTo>
                    <a:pt x="1635" y="2028"/>
                  </a:moveTo>
                  <a:lnTo>
                    <a:pt x="1635" y="2028"/>
                  </a:lnTo>
                  <a:lnTo>
                    <a:pt x="938" y="349"/>
                  </a:lnTo>
                  <a:lnTo>
                    <a:pt x="938" y="349"/>
                  </a:lnTo>
                  <a:lnTo>
                    <a:pt x="894" y="262"/>
                  </a:lnTo>
                  <a:lnTo>
                    <a:pt x="850" y="197"/>
                  </a:lnTo>
                  <a:lnTo>
                    <a:pt x="785" y="131"/>
                  </a:lnTo>
                  <a:lnTo>
                    <a:pt x="720" y="66"/>
                  </a:lnTo>
                  <a:lnTo>
                    <a:pt x="632" y="22"/>
                  </a:lnTo>
                  <a:lnTo>
                    <a:pt x="545" y="0"/>
                  </a:lnTo>
                  <a:lnTo>
                    <a:pt x="458" y="0"/>
                  </a:lnTo>
                  <a:lnTo>
                    <a:pt x="349" y="22"/>
                  </a:lnTo>
                  <a:lnTo>
                    <a:pt x="349" y="22"/>
                  </a:lnTo>
                  <a:lnTo>
                    <a:pt x="262" y="44"/>
                  </a:lnTo>
                  <a:lnTo>
                    <a:pt x="196" y="109"/>
                  </a:lnTo>
                  <a:lnTo>
                    <a:pt x="131" y="175"/>
                  </a:lnTo>
                  <a:lnTo>
                    <a:pt x="66" y="240"/>
                  </a:lnTo>
                  <a:lnTo>
                    <a:pt x="22" y="327"/>
                  </a:lnTo>
                  <a:lnTo>
                    <a:pt x="0" y="415"/>
                  </a:lnTo>
                  <a:lnTo>
                    <a:pt x="0" y="524"/>
                  </a:lnTo>
                  <a:lnTo>
                    <a:pt x="22" y="611"/>
                  </a:lnTo>
                  <a:lnTo>
                    <a:pt x="22" y="611"/>
                  </a:lnTo>
                  <a:lnTo>
                    <a:pt x="720" y="2290"/>
                  </a:lnTo>
                  <a:lnTo>
                    <a:pt x="720" y="2290"/>
                  </a:lnTo>
                  <a:lnTo>
                    <a:pt x="763" y="2377"/>
                  </a:lnTo>
                  <a:lnTo>
                    <a:pt x="807" y="2442"/>
                  </a:lnTo>
                  <a:lnTo>
                    <a:pt x="872" y="2508"/>
                  </a:lnTo>
                  <a:lnTo>
                    <a:pt x="938" y="2573"/>
                  </a:lnTo>
                  <a:lnTo>
                    <a:pt x="1025" y="2617"/>
                  </a:lnTo>
                  <a:lnTo>
                    <a:pt x="1112" y="2638"/>
                  </a:lnTo>
                  <a:lnTo>
                    <a:pt x="1199" y="2638"/>
                  </a:lnTo>
                  <a:lnTo>
                    <a:pt x="1308" y="2617"/>
                  </a:lnTo>
                  <a:lnTo>
                    <a:pt x="1308" y="2617"/>
                  </a:lnTo>
                  <a:lnTo>
                    <a:pt x="1396" y="2595"/>
                  </a:lnTo>
                  <a:lnTo>
                    <a:pt x="1461" y="2529"/>
                  </a:lnTo>
                  <a:lnTo>
                    <a:pt x="1548" y="2464"/>
                  </a:lnTo>
                  <a:lnTo>
                    <a:pt x="1592" y="2399"/>
                  </a:lnTo>
                  <a:lnTo>
                    <a:pt x="1635" y="2311"/>
                  </a:lnTo>
                  <a:lnTo>
                    <a:pt x="1657" y="2224"/>
                  </a:lnTo>
                  <a:lnTo>
                    <a:pt x="1657" y="2115"/>
                  </a:lnTo>
                  <a:lnTo>
                    <a:pt x="1635" y="2028"/>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7" name="Google Shape;11157;p80"/>
            <p:cNvSpPr/>
            <p:nvPr/>
          </p:nvSpPr>
          <p:spPr>
            <a:xfrm>
              <a:off x="1949425" y="3819650"/>
              <a:ext cx="41450" cy="65975"/>
            </a:xfrm>
            <a:custGeom>
              <a:rect b="b" l="l" r="r" t="t"/>
              <a:pathLst>
                <a:path extrusionOk="0" h="2639" w="1658">
                  <a:moveTo>
                    <a:pt x="459" y="0"/>
                  </a:moveTo>
                  <a:lnTo>
                    <a:pt x="350" y="22"/>
                  </a:lnTo>
                  <a:lnTo>
                    <a:pt x="263" y="66"/>
                  </a:lnTo>
                  <a:lnTo>
                    <a:pt x="197" y="109"/>
                  </a:lnTo>
                  <a:lnTo>
                    <a:pt x="132" y="175"/>
                  </a:lnTo>
                  <a:lnTo>
                    <a:pt x="66" y="240"/>
                  </a:lnTo>
                  <a:lnTo>
                    <a:pt x="23" y="327"/>
                  </a:lnTo>
                  <a:lnTo>
                    <a:pt x="1" y="436"/>
                  </a:lnTo>
                  <a:lnTo>
                    <a:pt x="1" y="524"/>
                  </a:lnTo>
                  <a:lnTo>
                    <a:pt x="23" y="611"/>
                  </a:lnTo>
                  <a:lnTo>
                    <a:pt x="720" y="2290"/>
                  </a:lnTo>
                  <a:lnTo>
                    <a:pt x="764" y="2377"/>
                  </a:lnTo>
                  <a:lnTo>
                    <a:pt x="808" y="2464"/>
                  </a:lnTo>
                  <a:lnTo>
                    <a:pt x="873" y="2529"/>
                  </a:lnTo>
                  <a:lnTo>
                    <a:pt x="938" y="2573"/>
                  </a:lnTo>
                  <a:lnTo>
                    <a:pt x="1026" y="2617"/>
                  </a:lnTo>
                  <a:lnTo>
                    <a:pt x="1113" y="2638"/>
                  </a:lnTo>
                  <a:lnTo>
                    <a:pt x="1200" y="2638"/>
                  </a:lnTo>
                  <a:lnTo>
                    <a:pt x="1309" y="2617"/>
                  </a:lnTo>
                  <a:lnTo>
                    <a:pt x="1396" y="2595"/>
                  </a:lnTo>
                  <a:lnTo>
                    <a:pt x="1462" y="2551"/>
                  </a:lnTo>
                  <a:lnTo>
                    <a:pt x="1549" y="2486"/>
                  </a:lnTo>
                  <a:lnTo>
                    <a:pt x="1592" y="2399"/>
                  </a:lnTo>
                  <a:lnTo>
                    <a:pt x="1636" y="2311"/>
                  </a:lnTo>
                  <a:lnTo>
                    <a:pt x="1658" y="2224"/>
                  </a:lnTo>
                  <a:lnTo>
                    <a:pt x="1658" y="2137"/>
                  </a:lnTo>
                  <a:lnTo>
                    <a:pt x="1636" y="2028"/>
                  </a:lnTo>
                  <a:lnTo>
                    <a:pt x="938" y="349"/>
                  </a:lnTo>
                  <a:lnTo>
                    <a:pt x="895" y="262"/>
                  </a:lnTo>
                  <a:lnTo>
                    <a:pt x="851" y="197"/>
                  </a:lnTo>
                  <a:lnTo>
                    <a:pt x="786" y="131"/>
                  </a:lnTo>
                  <a:lnTo>
                    <a:pt x="720" y="66"/>
                  </a:lnTo>
                  <a:lnTo>
                    <a:pt x="633" y="44"/>
                  </a:lnTo>
                  <a:lnTo>
                    <a:pt x="546" y="22"/>
                  </a:lnTo>
                  <a:lnTo>
                    <a:pt x="45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8" name="Google Shape;11158;p80"/>
            <p:cNvSpPr/>
            <p:nvPr/>
          </p:nvSpPr>
          <p:spPr>
            <a:xfrm>
              <a:off x="1928725" y="4005500"/>
              <a:ext cx="41450" cy="65975"/>
            </a:xfrm>
            <a:custGeom>
              <a:rect b="b" l="l" r="r" t="t"/>
              <a:pathLst>
                <a:path extrusionOk="0" h="2639" w="1658">
                  <a:moveTo>
                    <a:pt x="349" y="1"/>
                  </a:moveTo>
                  <a:lnTo>
                    <a:pt x="262" y="44"/>
                  </a:lnTo>
                  <a:lnTo>
                    <a:pt x="197" y="88"/>
                  </a:lnTo>
                  <a:lnTo>
                    <a:pt x="109" y="153"/>
                  </a:lnTo>
                  <a:lnTo>
                    <a:pt x="66" y="240"/>
                  </a:lnTo>
                  <a:lnTo>
                    <a:pt x="22" y="328"/>
                  </a:lnTo>
                  <a:lnTo>
                    <a:pt x="0" y="415"/>
                  </a:lnTo>
                  <a:lnTo>
                    <a:pt x="0" y="502"/>
                  </a:lnTo>
                  <a:lnTo>
                    <a:pt x="22" y="611"/>
                  </a:lnTo>
                  <a:lnTo>
                    <a:pt x="720" y="2290"/>
                  </a:lnTo>
                  <a:lnTo>
                    <a:pt x="742" y="2377"/>
                  </a:lnTo>
                  <a:lnTo>
                    <a:pt x="807" y="2442"/>
                  </a:lnTo>
                  <a:lnTo>
                    <a:pt x="873" y="2508"/>
                  </a:lnTo>
                  <a:lnTo>
                    <a:pt x="938" y="2573"/>
                  </a:lnTo>
                  <a:lnTo>
                    <a:pt x="1025" y="2595"/>
                  </a:lnTo>
                  <a:lnTo>
                    <a:pt x="1112" y="2617"/>
                  </a:lnTo>
                  <a:lnTo>
                    <a:pt x="1200" y="2638"/>
                  </a:lnTo>
                  <a:lnTo>
                    <a:pt x="1309" y="2617"/>
                  </a:lnTo>
                  <a:lnTo>
                    <a:pt x="1374" y="2573"/>
                  </a:lnTo>
                  <a:lnTo>
                    <a:pt x="1461" y="2529"/>
                  </a:lnTo>
                  <a:lnTo>
                    <a:pt x="1527" y="2464"/>
                  </a:lnTo>
                  <a:lnTo>
                    <a:pt x="1592" y="2377"/>
                  </a:lnTo>
                  <a:lnTo>
                    <a:pt x="1636" y="2311"/>
                  </a:lnTo>
                  <a:lnTo>
                    <a:pt x="1657" y="2202"/>
                  </a:lnTo>
                  <a:lnTo>
                    <a:pt x="1657" y="2115"/>
                  </a:lnTo>
                  <a:lnTo>
                    <a:pt x="1636" y="2028"/>
                  </a:lnTo>
                  <a:lnTo>
                    <a:pt x="938" y="349"/>
                  </a:lnTo>
                  <a:lnTo>
                    <a:pt x="894" y="262"/>
                  </a:lnTo>
                  <a:lnTo>
                    <a:pt x="851" y="175"/>
                  </a:lnTo>
                  <a:lnTo>
                    <a:pt x="785" y="110"/>
                  </a:lnTo>
                  <a:lnTo>
                    <a:pt x="698" y="66"/>
                  </a:lnTo>
                  <a:lnTo>
                    <a:pt x="633" y="22"/>
                  </a:lnTo>
                  <a:lnTo>
                    <a:pt x="546"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9" name="Google Shape;11159;p80"/>
            <p:cNvSpPr/>
            <p:nvPr/>
          </p:nvSpPr>
          <p:spPr>
            <a:xfrm>
              <a:off x="2142375" y="3783675"/>
              <a:ext cx="40350" cy="65425"/>
            </a:xfrm>
            <a:custGeom>
              <a:rect b="b" l="l" r="r" t="t"/>
              <a:pathLst>
                <a:path extrusionOk="0" h="2617" w="1614">
                  <a:moveTo>
                    <a:pt x="1003" y="1"/>
                  </a:moveTo>
                  <a:lnTo>
                    <a:pt x="916" y="44"/>
                  </a:lnTo>
                  <a:lnTo>
                    <a:pt x="829" y="88"/>
                  </a:lnTo>
                  <a:lnTo>
                    <a:pt x="763" y="131"/>
                  </a:lnTo>
                  <a:lnTo>
                    <a:pt x="698" y="219"/>
                  </a:lnTo>
                  <a:lnTo>
                    <a:pt x="654" y="328"/>
                  </a:lnTo>
                  <a:lnTo>
                    <a:pt x="44" y="2028"/>
                  </a:lnTo>
                  <a:lnTo>
                    <a:pt x="22" y="2137"/>
                  </a:lnTo>
                  <a:lnTo>
                    <a:pt x="0" y="2224"/>
                  </a:lnTo>
                  <a:lnTo>
                    <a:pt x="22" y="2312"/>
                  </a:lnTo>
                  <a:lnTo>
                    <a:pt x="66" y="2399"/>
                  </a:lnTo>
                  <a:lnTo>
                    <a:pt x="109" y="2464"/>
                  </a:lnTo>
                  <a:lnTo>
                    <a:pt x="175" y="2508"/>
                  </a:lnTo>
                  <a:lnTo>
                    <a:pt x="262" y="2551"/>
                  </a:lnTo>
                  <a:lnTo>
                    <a:pt x="349" y="2595"/>
                  </a:lnTo>
                  <a:lnTo>
                    <a:pt x="436" y="2617"/>
                  </a:lnTo>
                  <a:lnTo>
                    <a:pt x="524" y="2617"/>
                  </a:lnTo>
                  <a:lnTo>
                    <a:pt x="611" y="2595"/>
                  </a:lnTo>
                  <a:lnTo>
                    <a:pt x="698" y="2573"/>
                  </a:lnTo>
                  <a:lnTo>
                    <a:pt x="785" y="2530"/>
                  </a:lnTo>
                  <a:lnTo>
                    <a:pt x="851" y="2464"/>
                  </a:lnTo>
                  <a:lnTo>
                    <a:pt x="916" y="2377"/>
                  </a:lnTo>
                  <a:lnTo>
                    <a:pt x="960" y="2290"/>
                  </a:lnTo>
                  <a:lnTo>
                    <a:pt x="1592" y="567"/>
                  </a:lnTo>
                  <a:lnTo>
                    <a:pt x="1614" y="480"/>
                  </a:lnTo>
                  <a:lnTo>
                    <a:pt x="1614" y="371"/>
                  </a:lnTo>
                  <a:lnTo>
                    <a:pt x="1592" y="284"/>
                  </a:lnTo>
                  <a:lnTo>
                    <a:pt x="1548" y="219"/>
                  </a:lnTo>
                  <a:lnTo>
                    <a:pt x="1505" y="131"/>
                  </a:lnTo>
                  <a:lnTo>
                    <a:pt x="1439" y="88"/>
                  </a:lnTo>
                  <a:lnTo>
                    <a:pt x="1352" y="44"/>
                  </a:lnTo>
                  <a:lnTo>
                    <a:pt x="1287" y="22"/>
                  </a:lnTo>
                  <a:lnTo>
                    <a:pt x="117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0" name="Google Shape;11160;p80"/>
            <p:cNvSpPr/>
            <p:nvPr/>
          </p:nvSpPr>
          <p:spPr>
            <a:xfrm>
              <a:off x="2142375" y="3783675"/>
              <a:ext cx="40350" cy="65425"/>
            </a:xfrm>
            <a:custGeom>
              <a:rect b="b" l="l" r="r" t="t"/>
              <a:pathLst>
                <a:path extrusionOk="0" fill="none" h="2617" w="1614">
                  <a:moveTo>
                    <a:pt x="960" y="2290"/>
                  </a:moveTo>
                  <a:lnTo>
                    <a:pt x="960" y="2290"/>
                  </a:lnTo>
                  <a:lnTo>
                    <a:pt x="1592" y="567"/>
                  </a:lnTo>
                  <a:lnTo>
                    <a:pt x="1592" y="567"/>
                  </a:lnTo>
                  <a:lnTo>
                    <a:pt x="1614" y="480"/>
                  </a:lnTo>
                  <a:lnTo>
                    <a:pt x="1614" y="371"/>
                  </a:lnTo>
                  <a:lnTo>
                    <a:pt x="1592" y="284"/>
                  </a:lnTo>
                  <a:lnTo>
                    <a:pt x="1548" y="219"/>
                  </a:lnTo>
                  <a:lnTo>
                    <a:pt x="1505" y="131"/>
                  </a:lnTo>
                  <a:lnTo>
                    <a:pt x="1439" y="88"/>
                  </a:lnTo>
                  <a:lnTo>
                    <a:pt x="1352" y="44"/>
                  </a:lnTo>
                  <a:lnTo>
                    <a:pt x="1287" y="22"/>
                  </a:lnTo>
                  <a:lnTo>
                    <a:pt x="1178" y="1"/>
                  </a:lnTo>
                  <a:lnTo>
                    <a:pt x="1090" y="1"/>
                  </a:lnTo>
                  <a:lnTo>
                    <a:pt x="1003" y="1"/>
                  </a:lnTo>
                  <a:lnTo>
                    <a:pt x="916" y="44"/>
                  </a:lnTo>
                  <a:lnTo>
                    <a:pt x="829" y="88"/>
                  </a:lnTo>
                  <a:lnTo>
                    <a:pt x="763" y="131"/>
                  </a:lnTo>
                  <a:lnTo>
                    <a:pt x="698" y="219"/>
                  </a:lnTo>
                  <a:lnTo>
                    <a:pt x="654" y="328"/>
                  </a:lnTo>
                  <a:lnTo>
                    <a:pt x="654" y="328"/>
                  </a:lnTo>
                  <a:lnTo>
                    <a:pt x="44" y="2028"/>
                  </a:lnTo>
                  <a:lnTo>
                    <a:pt x="44" y="2028"/>
                  </a:lnTo>
                  <a:lnTo>
                    <a:pt x="22" y="2137"/>
                  </a:lnTo>
                  <a:lnTo>
                    <a:pt x="0" y="2224"/>
                  </a:lnTo>
                  <a:lnTo>
                    <a:pt x="22" y="2312"/>
                  </a:lnTo>
                  <a:lnTo>
                    <a:pt x="66" y="2399"/>
                  </a:lnTo>
                  <a:lnTo>
                    <a:pt x="109" y="2464"/>
                  </a:lnTo>
                  <a:lnTo>
                    <a:pt x="175" y="2508"/>
                  </a:lnTo>
                  <a:lnTo>
                    <a:pt x="262" y="2551"/>
                  </a:lnTo>
                  <a:lnTo>
                    <a:pt x="349" y="2595"/>
                  </a:lnTo>
                  <a:lnTo>
                    <a:pt x="436" y="2617"/>
                  </a:lnTo>
                  <a:lnTo>
                    <a:pt x="524" y="2617"/>
                  </a:lnTo>
                  <a:lnTo>
                    <a:pt x="611" y="2595"/>
                  </a:lnTo>
                  <a:lnTo>
                    <a:pt x="698" y="2573"/>
                  </a:lnTo>
                  <a:lnTo>
                    <a:pt x="785" y="2530"/>
                  </a:lnTo>
                  <a:lnTo>
                    <a:pt x="851" y="2464"/>
                  </a:lnTo>
                  <a:lnTo>
                    <a:pt x="916" y="2377"/>
                  </a:lnTo>
                  <a:lnTo>
                    <a:pt x="960" y="229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1" name="Google Shape;11161;p80"/>
            <p:cNvSpPr/>
            <p:nvPr/>
          </p:nvSpPr>
          <p:spPr>
            <a:xfrm>
              <a:off x="2172350" y="3657775"/>
              <a:ext cx="42000" cy="65975"/>
            </a:xfrm>
            <a:custGeom>
              <a:rect b="b" l="l" r="r" t="t"/>
              <a:pathLst>
                <a:path extrusionOk="0" fill="none" h="2639" w="1680">
                  <a:moveTo>
                    <a:pt x="1657" y="2050"/>
                  </a:moveTo>
                  <a:lnTo>
                    <a:pt x="1657" y="2050"/>
                  </a:lnTo>
                  <a:lnTo>
                    <a:pt x="960" y="371"/>
                  </a:lnTo>
                  <a:lnTo>
                    <a:pt x="960" y="371"/>
                  </a:lnTo>
                  <a:lnTo>
                    <a:pt x="916" y="284"/>
                  </a:lnTo>
                  <a:lnTo>
                    <a:pt x="851" y="197"/>
                  </a:lnTo>
                  <a:lnTo>
                    <a:pt x="785" y="131"/>
                  </a:lnTo>
                  <a:lnTo>
                    <a:pt x="720" y="88"/>
                  </a:lnTo>
                  <a:lnTo>
                    <a:pt x="633" y="44"/>
                  </a:lnTo>
                  <a:lnTo>
                    <a:pt x="545" y="22"/>
                  </a:lnTo>
                  <a:lnTo>
                    <a:pt x="458" y="1"/>
                  </a:lnTo>
                  <a:lnTo>
                    <a:pt x="371" y="22"/>
                  </a:lnTo>
                  <a:lnTo>
                    <a:pt x="371" y="22"/>
                  </a:lnTo>
                  <a:lnTo>
                    <a:pt x="284" y="66"/>
                  </a:lnTo>
                  <a:lnTo>
                    <a:pt x="197" y="110"/>
                  </a:lnTo>
                  <a:lnTo>
                    <a:pt x="131" y="175"/>
                  </a:lnTo>
                  <a:lnTo>
                    <a:pt x="66" y="262"/>
                  </a:lnTo>
                  <a:lnTo>
                    <a:pt x="22" y="349"/>
                  </a:lnTo>
                  <a:lnTo>
                    <a:pt x="0" y="437"/>
                  </a:lnTo>
                  <a:lnTo>
                    <a:pt x="0" y="524"/>
                  </a:lnTo>
                  <a:lnTo>
                    <a:pt x="22" y="611"/>
                  </a:lnTo>
                  <a:lnTo>
                    <a:pt x="22" y="611"/>
                  </a:lnTo>
                  <a:lnTo>
                    <a:pt x="720" y="2290"/>
                  </a:lnTo>
                  <a:lnTo>
                    <a:pt x="720" y="2290"/>
                  </a:lnTo>
                  <a:lnTo>
                    <a:pt x="763" y="2377"/>
                  </a:lnTo>
                  <a:lnTo>
                    <a:pt x="829" y="2464"/>
                  </a:lnTo>
                  <a:lnTo>
                    <a:pt x="872" y="2530"/>
                  </a:lnTo>
                  <a:lnTo>
                    <a:pt x="960" y="2573"/>
                  </a:lnTo>
                  <a:lnTo>
                    <a:pt x="1025" y="2617"/>
                  </a:lnTo>
                  <a:lnTo>
                    <a:pt x="1112" y="2639"/>
                  </a:lnTo>
                  <a:lnTo>
                    <a:pt x="1221" y="2639"/>
                  </a:lnTo>
                  <a:lnTo>
                    <a:pt x="1308" y="2639"/>
                  </a:lnTo>
                  <a:lnTo>
                    <a:pt x="1308" y="2639"/>
                  </a:lnTo>
                  <a:lnTo>
                    <a:pt x="1396" y="2595"/>
                  </a:lnTo>
                  <a:lnTo>
                    <a:pt x="1483" y="2551"/>
                  </a:lnTo>
                  <a:lnTo>
                    <a:pt x="1548" y="2486"/>
                  </a:lnTo>
                  <a:lnTo>
                    <a:pt x="1592" y="2399"/>
                  </a:lnTo>
                  <a:lnTo>
                    <a:pt x="1636" y="2312"/>
                  </a:lnTo>
                  <a:lnTo>
                    <a:pt x="1679" y="2224"/>
                  </a:lnTo>
                  <a:lnTo>
                    <a:pt x="1679" y="2137"/>
                  </a:lnTo>
                  <a:lnTo>
                    <a:pt x="1657" y="205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2" name="Google Shape;11162;p80"/>
            <p:cNvSpPr/>
            <p:nvPr/>
          </p:nvSpPr>
          <p:spPr>
            <a:xfrm>
              <a:off x="2064425" y="3715550"/>
              <a:ext cx="57250" cy="54525"/>
            </a:xfrm>
            <a:custGeom>
              <a:rect b="b" l="l" r="r" t="t"/>
              <a:pathLst>
                <a:path extrusionOk="0" fill="none" h="2181" w="2290">
                  <a:moveTo>
                    <a:pt x="2137" y="1374"/>
                  </a:moveTo>
                  <a:lnTo>
                    <a:pt x="2137" y="1374"/>
                  </a:lnTo>
                  <a:lnTo>
                    <a:pt x="808" y="131"/>
                  </a:lnTo>
                  <a:lnTo>
                    <a:pt x="808" y="131"/>
                  </a:lnTo>
                  <a:lnTo>
                    <a:pt x="742" y="66"/>
                  </a:lnTo>
                  <a:lnTo>
                    <a:pt x="633" y="22"/>
                  </a:lnTo>
                  <a:lnTo>
                    <a:pt x="546" y="1"/>
                  </a:lnTo>
                  <a:lnTo>
                    <a:pt x="459" y="1"/>
                  </a:lnTo>
                  <a:lnTo>
                    <a:pt x="372" y="1"/>
                  </a:lnTo>
                  <a:lnTo>
                    <a:pt x="284" y="44"/>
                  </a:lnTo>
                  <a:lnTo>
                    <a:pt x="219" y="88"/>
                  </a:lnTo>
                  <a:lnTo>
                    <a:pt x="153" y="153"/>
                  </a:lnTo>
                  <a:lnTo>
                    <a:pt x="88" y="219"/>
                  </a:lnTo>
                  <a:lnTo>
                    <a:pt x="44" y="284"/>
                  </a:lnTo>
                  <a:lnTo>
                    <a:pt x="1" y="371"/>
                  </a:lnTo>
                  <a:lnTo>
                    <a:pt x="1" y="458"/>
                  </a:lnTo>
                  <a:lnTo>
                    <a:pt x="1" y="546"/>
                  </a:lnTo>
                  <a:lnTo>
                    <a:pt x="23" y="633"/>
                  </a:lnTo>
                  <a:lnTo>
                    <a:pt x="66" y="720"/>
                  </a:lnTo>
                  <a:lnTo>
                    <a:pt x="132" y="807"/>
                  </a:lnTo>
                  <a:lnTo>
                    <a:pt x="132" y="807"/>
                  </a:lnTo>
                  <a:lnTo>
                    <a:pt x="1462" y="2050"/>
                  </a:lnTo>
                  <a:lnTo>
                    <a:pt x="1462" y="2050"/>
                  </a:lnTo>
                  <a:lnTo>
                    <a:pt x="1549" y="2115"/>
                  </a:lnTo>
                  <a:lnTo>
                    <a:pt x="1636" y="2159"/>
                  </a:lnTo>
                  <a:lnTo>
                    <a:pt x="1723" y="2181"/>
                  </a:lnTo>
                  <a:lnTo>
                    <a:pt x="1810" y="2181"/>
                  </a:lnTo>
                  <a:lnTo>
                    <a:pt x="1898" y="2181"/>
                  </a:lnTo>
                  <a:lnTo>
                    <a:pt x="1985" y="2137"/>
                  </a:lnTo>
                  <a:lnTo>
                    <a:pt x="2072" y="2093"/>
                  </a:lnTo>
                  <a:lnTo>
                    <a:pt x="2137" y="2028"/>
                  </a:lnTo>
                  <a:lnTo>
                    <a:pt x="2181" y="1963"/>
                  </a:lnTo>
                  <a:lnTo>
                    <a:pt x="2246" y="1897"/>
                  </a:lnTo>
                  <a:lnTo>
                    <a:pt x="2268" y="1810"/>
                  </a:lnTo>
                  <a:lnTo>
                    <a:pt x="2290" y="1723"/>
                  </a:lnTo>
                  <a:lnTo>
                    <a:pt x="2268" y="1636"/>
                  </a:lnTo>
                  <a:lnTo>
                    <a:pt x="2246" y="1548"/>
                  </a:lnTo>
                  <a:lnTo>
                    <a:pt x="2203" y="1461"/>
                  </a:lnTo>
                  <a:lnTo>
                    <a:pt x="2137" y="1374"/>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3" name="Google Shape;11163;p80"/>
            <p:cNvSpPr/>
            <p:nvPr/>
          </p:nvSpPr>
          <p:spPr>
            <a:xfrm>
              <a:off x="1176050" y="3645250"/>
              <a:ext cx="40350" cy="65425"/>
            </a:xfrm>
            <a:custGeom>
              <a:rect b="b" l="l" r="r" t="t"/>
              <a:pathLst>
                <a:path extrusionOk="0" h="2617" w="1614">
                  <a:moveTo>
                    <a:pt x="1112" y="0"/>
                  </a:moveTo>
                  <a:lnTo>
                    <a:pt x="1025" y="22"/>
                  </a:lnTo>
                  <a:lnTo>
                    <a:pt x="938" y="44"/>
                  </a:lnTo>
                  <a:lnTo>
                    <a:pt x="851" y="87"/>
                  </a:lnTo>
                  <a:lnTo>
                    <a:pt x="785" y="153"/>
                  </a:lnTo>
                  <a:lnTo>
                    <a:pt x="720" y="240"/>
                  </a:lnTo>
                  <a:lnTo>
                    <a:pt x="655" y="327"/>
                  </a:lnTo>
                  <a:lnTo>
                    <a:pt x="22" y="2028"/>
                  </a:lnTo>
                  <a:lnTo>
                    <a:pt x="1" y="2137"/>
                  </a:lnTo>
                  <a:lnTo>
                    <a:pt x="1" y="2224"/>
                  </a:lnTo>
                  <a:lnTo>
                    <a:pt x="1" y="2311"/>
                  </a:lnTo>
                  <a:lnTo>
                    <a:pt x="44" y="2398"/>
                  </a:lnTo>
                  <a:lnTo>
                    <a:pt x="110" y="2464"/>
                  </a:lnTo>
                  <a:lnTo>
                    <a:pt x="175" y="2529"/>
                  </a:lnTo>
                  <a:lnTo>
                    <a:pt x="240" y="2573"/>
                  </a:lnTo>
                  <a:lnTo>
                    <a:pt x="328" y="2595"/>
                  </a:lnTo>
                  <a:lnTo>
                    <a:pt x="415" y="2616"/>
                  </a:lnTo>
                  <a:lnTo>
                    <a:pt x="502" y="2616"/>
                  </a:lnTo>
                  <a:lnTo>
                    <a:pt x="589" y="2595"/>
                  </a:lnTo>
                  <a:lnTo>
                    <a:pt x="676" y="2573"/>
                  </a:lnTo>
                  <a:lnTo>
                    <a:pt x="764" y="2529"/>
                  </a:lnTo>
                  <a:lnTo>
                    <a:pt x="829" y="2464"/>
                  </a:lnTo>
                  <a:lnTo>
                    <a:pt x="894" y="2376"/>
                  </a:lnTo>
                  <a:lnTo>
                    <a:pt x="960" y="2289"/>
                  </a:lnTo>
                  <a:lnTo>
                    <a:pt x="1592" y="589"/>
                  </a:lnTo>
                  <a:lnTo>
                    <a:pt x="1614" y="480"/>
                  </a:lnTo>
                  <a:lnTo>
                    <a:pt x="1614" y="393"/>
                  </a:lnTo>
                  <a:lnTo>
                    <a:pt x="1614" y="305"/>
                  </a:lnTo>
                  <a:lnTo>
                    <a:pt x="1570" y="218"/>
                  </a:lnTo>
                  <a:lnTo>
                    <a:pt x="1505" y="153"/>
                  </a:lnTo>
                  <a:lnTo>
                    <a:pt x="1439" y="109"/>
                  </a:lnTo>
                  <a:lnTo>
                    <a:pt x="1374" y="66"/>
                  </a:lnTo>
                  <a:lnTo>
                    <a:pt x="1287" y="22"/>
                  </a:lnTo>
                  <a:lnTo>
                    <a:pt x="1200" y="22"/>
                  </a:lnTo>
                  <a:lnTo>
                    <a:pt x="11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4" name="Google Shape;11164;p80"/>
            <p:cNvSpPr/>
            <p:nvPr/>
          </p:nvSpPr>
          <p:spPr>
            <a:xfrm>
              <a:off x="1245275" y="3572750"/>
              <a:ext cx="64875" cy="44175"/>
            </a:xfrm>
            <a:custGeom>
              <a:rect b="b" l="l" r="r" t="t"/>
              <a:pathLst>
                <a:path extrusionOk="0" h="1767" w="2595">
                  <a:moveTo>
                    <a:pt x="2071" y="1"/>
                  </a:moveTo>
                  <a:lnTo>
                    <a:pt x="1962" y="22"/>
                  </a:lnTo>
                  <a:lnTo>
                    <a:pt x="1853" y="66"/>
                  </a:lnTo>
                  <a:lnTo>
                    <a:pt x="240" y="873"/>
                  </a:lnTo>
                  <a:lnTo>
                    <a:pt x="153" y="938"/>
                  </a:lnTo>
                  <a:lnTo>
                    <a:pt x="88" y="1004"/>
                  </a:lnTo>
                  <a:lnTo>
                    <a:pt x="44" y="1091"/>
                  </a:lnTo>
                  <a:lnTo>
                    <a:pt x="0" y="1178"/>
                  </a:lnTo>
                  <a:lnTo>
                    <a:pt x="0" y="1265"/>
                  </a:lnTo>
                  <a:lnTo>
                    <a:pt x="0" y="1331"/>
                  </a:lnTo>
                  <a:lnTo>
                    <a:pt x="44" y="1418"/>
                  </a:lnTo>
                  <a:lnTo>
                    <a:pt x="66" y="1505"/>
                  </a:lnTo>
                  <a:lnTo>
                    <a:pt x="131" y="1570"/>
                  </a:lnTo>
                  <a:lnTo>
                    <a:pt x="197" y="1636"/>
                  </a:lnTo>
                  <a:lnTo>
                    <a:pt x="262" y="1701"/>
                  </a:lnTo>
                  <a:lnTo>
                    <a:pt x="349" y="1745"/>
                  </a:lnTo>
                  <a:lnTo>
                    <a:pt x="436" y="1767"/>
                  </a:lnTo>
                  <a:lnTo>
                    <a:pt x="524" y="1767"/>
                  </a:lnTo>
                  <a:lnTo>
                    <a:pt x="633" y="1745"/>
                  </a:lnTo>
                  <a:lnTo>
                    <a:pt x="720" y="1701"/>
                  </a:lnTo>
                  <a:lnTo>
                    <a:pt x="2355" y="895"/>
                  </a:lnTo>
                  <a:lnTo>
                    <a:pt x="2442" y="829"/>
                  </a:lnTo>
                  <a:lnTo>
                    <a:pt x="2507" y="764"/>
                  </a:lnTo>
                  <a:lnTo>
                    <a:pt x="2551" y="677"/>
                  </a:lnTo>
                  <a:lnTo>
                    <a:pt x="2573" y="589"/>
                  </a:lnTo>
                  <a:lnTo>
                    <a:pt x="2595" y="502"/>
                  </a:lnTo>
                  <a:lnTo>
                    <a:pt x="2573" y="437"/>
                  </a:lnTo>
                  <a:lnTo>
                    <a:pt x="2551" y="349"/>
                  </a:lnTo>
                  <a:lnTo>
                    <a:pt x="2507" y="262"/>
                  </a:lnTo>
                  <a:lnTo>
                    <a:pt x="2464" y="197"/>
                  </a:lnTo>
                  <a:lnTo>
                    <a:pt x="2398" y="131"/>
                  </a:lnTo>
                  <a:lnTo>
                    <a:pt x="2333" y="66"/>
                  </a:lnTo>
                  <a:lnTo>
                    <a:pt x="2246" y="22"/>
                  </a:lnTo>
                  <a:lnTo>
                    <a:pt x="2159" y="1"/>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5" name="Google Shape;11165;p80"/>
            <p:cNvSpPr/>
            <p:nvPr/>
          </p:nvSpPr>
          <p:spPr>
            <a:xfrm>
              <a:off x="1300850" y="3656700"/>
              <a:ext cx="68175" cy="26725"/>
            </a:xfrm>
            <a:custGeom>
              <a:rect b="b" l="l" r="r" t="t"/>
              <a:pathLst>
                <a:path extrusionOk="0" h="1069" w="2727">
                  <a:moveTo>
                    <a:pt x="2268" y="0"/>
                  </a:moveTo>
                  <a:lnTo>
                    <a:pt x="459" y="109"/>
                  </a:lnTo>
                  <a:lnTo>
                    <a:pt x="350" y="109"/>
                  </a:lnTo>
                  <a:lnTo>
                    <a:pt x="263" y="153"/>
                  </a:lnTo>
                  <a:lnTo>
                    <a:pt x="175" y="196"/>
                  </a:lnTo>
                  <a:lnTo>
                    <a:pt x="110" y="262"/>
                  </a:lnTo>
                  <a:lnTo>
                    <a:pt x="66" y="349"/>
                  </a:lnTo>
                  <a:lnTo>
                    <a:pt x="23" y="436"/>
                  </a:lnTo>
                  <a:lnTo>
                    <a:pt x="1" y="523"/>
                  </a:lnTo>
                  <a:lnTo>
                    <a:pt x="1" y="610"/>
                  </a:lnTo>
                  <a:lnTo>
                    <a:pt x="1" y="698"/>
                  </a:lnTo>
                  <a:lnTo>
                    <a:pt x="23" y="785"/>
                  </a:lnTo>
                  <a:lnTo>
                    <a:pt x="66" y="850"/>
                  </a:lnTo>
                  <a:lnTo>
                    <a:pt x="110" y="937"/>
                  </a:lnTo>
                  <a:lnTo>
                    <a:pt x="175" y="981"/>
                  </a:lnTo>
                  <a:lnTo>
                    <a:pt x="263" y="1025"/>
                  </a:lnTo>
                  <a:lnTo>
                    <a:pt x="350" y="1046"/>
                  </a:lnTo>
                  <a:lnTo>
                    <a:pt x="459" y="1068"/>
                  </a:lnTo>
                  <a:lnTo>
                    <a:pt x="2268" y="959"/>
                  </a:lnTo>
                  <a:lnTo>
                    <a:pt x="2377" y="937"/>
                  </a:lnTo>
                  <a:lnTo>
                    <a:pt x="2486" y="916"/>
                  </a:lnTo>
                  <a:lnTo>
                    <a:pt x="2552" y="850"/>
                  </a:lnTo>
                  <a:lnTo>
                    <a:pt x="2617" y="785"/>
                  </a:lnTo>
                  <a:lnTo>
                    <a:pt x="2661" y="719"/>
                  </a:lnTo>
                  <a:lnTo>
                    <a:pt x="2704" y="632"/>
                  </a:lnTo>
                  <a:lnTo>
                    <a:pt x="2726" y="545"/>
                  </a:lnTo>
                  <a:lnTo>
                    <a:pt x="2726" y="458"/>
                  </a:lnTo>
                  <a:lnTo>
                    <a:pt x="2726" y="371"/>
                  </a:lnTo>
                  <a:lnTo>
                    <a:pt x="2704" y="283"/>
                  </a:lnTo>
                  <a:lnTo>
                    <a:pt x="2682" y="196"/>
                  </a:lnTo>
                  <a:lnTo>
                    <a:pt x="2617" y="131"/>
                  </a:lnTo>
                  <a:lnTo>
                    <a:pt x="2552" y="87"/>
                  </a:lnTo>
                  <a:lnTo>
                    <a:pt x="2486" y="44"/>
                  </a:lnTo>
                  <a:lnTo>
                    <a:pt x="237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6" name="Google Shape;11166;p80"/>
            <p:cNvSpPr/>
            <p:nvPr/>
          </p:nvSpPr>
          <p:spPr>
            <a:xfrm>
              <a:off x="1233275" y="3766775"/>
              <a:ext cx="68150" cy="26750"/>
            </a:xfrm>
            <a:custGeom>
              <a:rect b="b" l="l" r="r" t="t"/>
              <a:pathLst>
                <a:path extrusionOk="0" h="1070" w="2726">
                  <a:moveTo>
                    <a:pt x="2268" y="1"/>
                  </a:moveTo>
                  <a:lnTo>
                    <a:pt x="459" y="110"/>
                  </a:lnTo>
                  <a:lnTo>
                    <a:pt x="349" y="110"/>
                  </a:lnTo>
                  <a:lnTo>
                    <a:pt x="262" y="153"/>
                  </a:lnTo>
                  <a:lnTo>
                    <a:pt x="175" y="197"/>
                  </a:lnTo>
                  <a:lnTo>
                    <a:pt x="110" y="262"/>
                  </a:lnTo>
                  <a:lnTo>
                    <a:pt x="66" y="350"/>
                  </a:lnTo>
                  <a:lnTo>
                    <a:pt x="22" y="437"/>
                  </a:lnTo>
                  <a:lnTo>
                    <a:pt x="1" y="524"/>
                  </a:lnTo>
                  <a:lnTo>
                    <a:pt x="1" y="611"/>
                  </a:lnTo>
                  <a:lnTo>
                    <a:pt x="1" y="698"/>
                  </a:lnTo>
                  <a:lnTo>
                    <a:pt x="22" y="786"/>
                  </a:lnTo>
                  <a:lnTo>
                    <a:pt x="66" y="851"/>
                  </a:lnTo>
                  <a:lnTo>
                    <a:pt x="110" y="938"/>
                  </a:lnTo>
                  <a:lnTo>
                    <a:pt x="175" y="982"/>
                  </a:lnTo>
                  <a:lnTo>
                    <a:pt x="262" y="1025"/>
                  </a:lnTo>
                  <a:lnTo>
                    <a:pt x="349" y="1047"/>
                  </a:lnTo>
                  <a:lnTo>
                    <a:pt x="459" y="1069"/>
                  </a:lnTo>
                  <a:lnTo>
                    <a:pt x="2268" y="960"/>
                  </a:lnTo>
                  <a:lnTo>
                    <a:pt x="2377" y="938"/>
                  </a:lnTo>
                  <a:lnTo>
                    <a:pt x="2486" y="916"/>
                  </a:lnTo>
                  <a:lnTo>
                    <a:pt x="2551" y="851"/>
                  </a:lnTo>
                  <a:lnTo>
                    <a:pt x="2617" y="786"/>
                  </a:lnTo>
                  <a:lnTo>
                    <a:pt x="2660" y="720"/>
                  </a:lnTo>
                  <a:lnTo>
                    <a:pt x="2704" y="633"/>
                  </a:lnTo>
                  <a:lnTo>
                    <a:pt x="2726" y="546"/>
                  </a:lnTo>
                  <a:lnTo>
                    <a:pt x="2726" y="459"/>
                  </a:lnTo>
                  <a:lnTo>
                    <a:pt x="2726" y="371"/>
                  </a:lnTo>
                  <a:lnTo>
                    <a:pt x="2704" y="284"/>
                  </a:lnTo>
                  <a:lnTo>
                    <a:pt x="2682" y="197"/>
                  </a:lnTo>
                  <a:lnTo>
                    <a:pt x="2617" y="132"/>
                  </a:lnTo>
                  <a:lnTo>
                    <a:pt x="2551" y="88"/>
                  </a:lnTo>
                  <a:lnTo>
                    <a:pt x="2486" y="44"/>
                  </a:lnTo>
                  <a:lnTo>
                    <a:pt x="237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7" name="Google Shape;11167;p80"/>
            <p:cNvSpPr/>
            <p:nvPr/>
          </p:nvSpPr>
          <p:spPr>
            <a:xfrm>
              <a:off x="1132450" y="3486650"/>
              <a:ext cx="40900" cy="64875"/>
            </a:xfrm>
            <a:custGeom>
              <a:rect b="b" l="l" r="r" t="t"/>
              <a:pathLst>
                <a:path extrusionOk="0" h="2595" w="1636">
                  <a:moveTo>
                    <a:pt x="1025" y="0"/>
                  </a:moveTo>
                  <a:lnTo>
                    <a:pt x="938" y="44"/>
                  </a:lnTo>
                  <a:lnTo>
                    <a:pt x="873" y="87"/>
                  </a:lnTo>
                  <a:lnTo>
                    <a:pt x="785" y="131"/>
                  </a:lnTo>
                  <a:lnTo>
                    <a:pt x="720" y="218"/>
                  </a:lnTo>
                  <a:lnTo>
                    <a:pt x="676" y="327"/>
                  </a:lnTo>
                  <a:lnTo>
                    <a:pt x="44" y="2028"/>
                  </a:lnTo>
                  <a:lnTo>
                    <a:pt x="1" y="2115"/>
                  </a:lnTo>
                  <a:lnTo>
                    <a:pt x="1" y="2224"/>
                  </a:lnTo>
                  <a:lnTo>
                    <a:pt x="22" y="2311"/>
                  </a:lnTo>
                  <a:lnTo>
                    <a:pt x="66" y="2376"/>
                  </a:lnTo>
                  <a:lnTo>
                    <a:pt x="110" y="2442"/>
                  </a:lnTo>
                  <a:lnTo>
                    <a:pt x="175" y="2507"/>
                  </a:lnTo>
                  <a:lnTo>
                    <a:pt x="262" y="2551"/>
                  </a:lnTo>
                  <a:lnTo>
                    <a:pt x="328" y="2573"/>
                  </a:lnTo>
                  <a:lnTo>
                    <a:pt x="437" y="2594"/>
                  </a:lnTo>
                  <a:lnTo>
                    <a:pt x="611" y="2594"/>
                  </a:lnTo>
                  <a:lnTo>
                    <a:pt x="698" y="2551"/>
                  </a:lnTo>
                  <a:lnTo>
                    <a:pt x="785" y="2507"/>
                  </a:lnTo>
                  <a:lnTo>
                    <a:pt x="851" y="2442"/>
                  </a:lnTo>
                  <a:lnTo>
                    <a:pt x="916" y="2376"/>
                  </a:lnTo>
                  <a:lnTo>
                    <a:pt x="960" y="2267"/>
                  </a:lnTo>
                  <a:lnTo>
                    <a:pt x="1592" y="567"/>
                  </a:lnTo>
                  <a:lnTo>
                    <a:pt x="1636" y="458"/>
                  </a:lnTo>
                  <a:lnTo>
                    <a:pt x="1636" y="371"/>
                  </a:lnTo>
                  <a:lnTo>
                    <a:pt x="1614" y="284"/>
                  </a:lnTo>
                  <a:lnTo>
                    <a:pt x="1570" y="218"/>
                  </a:lnTo>
                  <a:lnTo>
                    <a:pt x="1527" y="153"/>
                  </a:lnTo>
                  <a:lnTo>
                    <a:pt x="1461" y="87"/>
                  </a:lnTo>
                  <a:lnTo>
                    <a:pt x="1396" y="44"/>
                  </a:lnTo>
                  <a:lnTo>
                    <a:pt x="1309" y="22"/>
                  </a:lnTo>
                  <a:lnTo>
                    <a:pt x="1221" y="0"/>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8" name="Google Shape;11168;p80"/>
            <p:cNvSpPr/>
            <p:nvPr/>
          </p:nvSpPr>
          <p:spPr>
            <a:xfrm>
              <a:off x="1148800" y="3386350"/>
              <a:ext cx="64875" cy="44175"/>
            </a:xfrm>
            <a:custGeom>
              <a:rect b="b" l="l" r="r" t="t"/>
              <a:pathLst>
                <a:path extrusionOk="0" h="1767" w="2595">
                  <a:moveTo>
                    <a:pt x="2072" y="1"/>
                  </a:moveTo>
                  <a:lnTo>
                    <a:pt x="1963" y="23"/>
                  </a:lnTo>
                  <a:lnTo>
                    <a:pt x="1875" y="66"/>
                  </a:lnTo>
                  <a:lnTo>
                    <a:pt x="240" y="895"/>
                  </a:lnTo>
                  <a:lnTo>
                    <a:pt x="153" y="960"/>
                  </a:lnTo>
                  <a:lnTo>
                    <a:pt x="88" y="1025"/>
                  </a:lnTo>
                  <a:lnTo>
                    <a:pt x="44" y="1091"/>
                  </a:lnTo>
                  <a:lnTo>
                    <a:pt x="1" y="1178"/>
                  </a:lnTo>
                  <a:lnTo>
                    <a:pt x="1" y="1265"/>
                  </a:lnTo>
                  <a:lnTo>
                    <a:pt x="1" y="1352"/>
                  </a:lnTo>
                  <a:lnTo>
                    <a:pt x="44" y="1440"/>
                  </a:lnTo>
                  <a:lnTo>
                    <a:pt x="66" y="1527"/>
                  </a:lnTo>
                  <a:lnTo>
                    <a:pt x="131" y="1592"/>
                  </a:lnTo>
                  <a:lnTo>
                    <a:pt x="197" y="1658"/>
                  </a:lnTo>
                  <a:lnTo>
                    <a:pt x="262" y="1701"/>
                  </a:lnTo>
                  <a:lnTo>
                    <a:pt x="349" y="1745"/>
                  </a:lnTo>
                  <a:lnTo>
                    <a:pt x="437" y="1767"/>
                  </a:lnTo>
                  <a:lnTo>
                    <a:pt x="633" y="1767"/>
                  </a:lnTo>
                  <a:lnTo>
                    <a:pt x="720" y="1723"/>
                  </a:lnTo>
                  <a:lnTo>
                    <a:pt x="2355" y="895"/>
                  </a:lnTo>
                  <a:lnTo>
                    <a:pt x="2442" y="829"/>
                  </a:lnTo>
                  <a:lnTo>
                    <a:pt x="2508" y="764"/>
                  </a:lnTo>
                  <a:lnTo>
                    <a:pt x="2551" y="698"/>
                  </a:lnTo>
                  <a:lnTo>
                    <a:pt x="2573" y="611"/>
                  </a:lnTo>
                  <a:lnTo>
                    <a:pt x="2595" y="524"/>
                  </a:lnTo>
                  <a:lnTo>
                    <a:pt x="2573" y="437"/>
                  </a:lnTo>
                  <a:lnTo>
                    <a:pt x="2551" y="350"/>
                  </a:lnTo>
                  <a:lnTo>
                    <a:pt x="2529" y="262"/>
                  </a:lnTo>
                  <a:lnTo>
                    <a:pt x="2464" y="197"/>
                  </a:lnTo>
                  <a:lnTo>
                    <a:pt x="2399" y="132"/>
                  </a:lnTo>
                  <a:lnTo>
                    <a:pt x="2333" y="88"/>
                  </a:lnTo>
                  <a:lnTo>
                    <a:pt x="2246" y="44"/>
                  </a:lnTo>
                  <a:lnTo>
                    <a:pt x="2159" y="23"/>
                  </a:lnTo>
                  <a:lnTo>
                    <a:pt x="207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9" name="Google Shape;11169;p80"/>
            <p:cNvSpPr/>
            <p:nvPr/>
          </p:nvSpPr>
          <p:spPr>
            <a:xfrm>
              <a:off x="1263800" y="3451750"/>
              <a:ext cx="68150" cy="26750"/>
            </a:xfrm>
            <a:custGeom>
              <a:rect b="b" l="l" r="r" t="t"/>
              <a:pathLst>
                <a:path extrusionOk="0" h="1070" w="2726">
                  <a:moveTo>
                    <a:pt x="2268" y="1"/>
                  </a:moveTo>
                  <a:lnTo>
                    <a:pt x="458" y="110"/>
                  </a:lnTo>
                  <a:lnTo>
                    <a:pt x="349" y="110"/>
                  </a:lnTo>
                  <a:lnTo>
                    <a:pt x="262" y="153"/>
                  </a:lnTo>
                  <a:lnTo>
                    <a:pt x="175" y="197"/>
                  </a:lnTo>
                  <a:lnTo>
                    <a:pt x="110" y="262"/>
                  </a:lnTo>
                  <a:lnTo>
                    <a:pt x="66" y="350"/>
                  </a:lnTo>
                  <a:lnTo>
                    <a:pt x="22" y="437"/>
                  </a:lnTo>
                  <a:lnTo>
                    <a:pt x="1" y="524"/>
                  </a:lnTo>
                  <a:lnTo>
                    <a:pt x="1" y="611"/>
                  </a:lnTo>
                  <a:lnTo>
                    <a:pt x="1" y="699"/>
                  </a:lnTo>
                  <a:lnTo>
                    <a:pt x="22" y="786"/>
                  </a:lnTo>
                  <a:lnTo>
                    <a:pt x="66" y="851"/>
                  </a:lnTo>
                  <a:lnTo>
                    <a:pt x="110" y="938"/>
                  </a:lnTo>
                  <a:lnTo>
                    <a:pt x="175" y="982"/>
                  </a:lnTo>
                  <a:lnTo>
                    <a:pt x="262" y="1026"/>
                  </a:lnTo>
                  <a:lnTo>
                    <a:pt x="349" y="1047"/>
                  </a:lnTo>
                  <a:lnTo>
                    <a:pt x="458" y="1069"/>
                  </a:lnTo>
                  <a:lnTo>
                    <a:pt x="2268" y="960"/>
                  </a:lnTo>
                  <a:lnTo>
                    <a:pt x="2377" y="938"/>
                  </a:lnTo>
                  <a:lnTo>
                    <a:pt x="2464" y="917"/>
                  </a:lnTo>
                  <a:lnTo>
                    <a:pt x="2551" y="851"/>
                  </a:lnTo>
                  <a:lnTo>
                    <a:pt x="2617" y="786"/>
                  </a:lnTo>
                  <a:lnTo>
                    <a:pt x="2660" y="720"/>
                  </a:lnTo>
                  <a:lnTo>
                    <a:pt x="2704" y="633"/>
                  </a:lnTo>
                  <a:lnTo>
                    <a:pt x="2726" y="546"/>
                  </a:lnTo>
                  <a:lnTo>
                    <a:pt x="2726" y="459"/>
                  </a:lnTo>
                  <a:lnTo>
                    <a:pt x="2726" y="372"/>
                  </a:lnTo>
                  <a:lnTo>
                    <a:pt x="2704" y="284"/>
                  </a:lnTo>
                  <a:lnTo>
                    <a:pt x="2660" y="197"/>
                  </a:lnTo>
                  <a:lnTo>
                    <a:pt x="2617" y="132"/>
                  </a:lnTo>
                  <a:lnTo>
                    <a:pt x="2551" y="88"/>
                  </a:lnTo>
                  <a:lnTo>
                    <a:pt x="2486" y="44"/>
                  </a:lnTo>
                  <a:lnTo>
                    <a:pt x="2377" y="1"/>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0" name="Google Shape;11170;p80"/>
            <p:cNvSpPr/>
            <p:nvPr/>
          </p:nvSpPr>
          <p:spPr>
            <a:xfrm>
              <a:off x="1268150" y="3912850"/>
              <a:ext cx="67625" cy="34900"/>
            </a:xfrm>
            <a:custGeom>
              <a:rect b="b" l="l" r="r" t="t"/>
              <a:pathLst>
                <a:path extrusionOk="0" h="1396" w="2705">
                  <a:moveTo>
                    <a:pt x="481" y="0"/>
                  </a:moveTo>
                  <a:lnTo>
                    <a:pt x="393" y="22"/>
                  </a:lnTo>
                  <a:lnTo>
                    <a:pt x="306" y="44"/>
                  </a:lnTo>
                  <a:lnTo>
                    <a:pt x="219" y="88"/>
                  </a:lnTo>
                  <a:lnTo>
                    <a:pt x="154" y="131"/>
                  </a:lnTo>
                  <a:lnTo>
                    <a:pt x="88" y="218"/>
                  </a:lnTo>
                  <a:lnTo>
                    <a:pt x="45" y="284"/>
                  </a:lnTo>
                  <a:lnTo>
                    <a:pt x="23" y="371"/>
                  </a:lnTo>
                  <a:lnTo>
                    <a:pt x="1" y="458"/>
                  </a:lnTo>
                  <a:lnTo>
                    <a:pt x="1" y="545"/>
                  </a:lnTo>
                  <a:lnTo>
                    <a:pt x="23" y="633"/>
                  </a:lnTo>
                  <a:lnTo>
                    <a:pt x="45" y="720"/>
                  </a:lnTo>
                  <a:lnTo>
                    <a:pt x="88" y="785"/>
                  </a:lnTo>
                  <a:lnTo>
                    <a:pt x="154" y="851"/>
                  </a:lnTo>
                  <a:lnTo>
                    <a:pt x="241" y="916"/>
                  </a:lnTo>
                  <a:lnTo>
                    <a:pt x="350" y="938"/>
                  </a:lnTo>
                  <a:lnTo>
                    <a:pt x="2116" y="1374"/>
                  </a:lnTo>
                  <a:lnTo>
                    <a:pt x="2225" y="1396"/>
                  </a:lnTo>
                  <a:lnTo>
                    <a:pt x="2312" y="1396"/>
                  </a:lnTo>
                  <a:lnTo>
                    <a:pt x="2399" y="1374"/>
                  </a:lnTo>
                  <a:lnTo>
                    <a:pt x="2486" y="1330"/>
                  </a:lnTo>
                  <a:lnTo>
                    <a:pt x="2552" y="1265"/>
                  </a:lnTo>
                  <a:lnTo>
                    <a:pt x="2617" y="1199"/>
                  </a:lnTo>
                  <a:lnTo>
                    <a:pt x="2661" y="1112"/>
                  </a:lnTo>
                  <a:lnTo>
                    <a:pt x="2682" y="1025"/>
                  </a:lnTo>
                  <a:lnTo>
                    <a:pt x="2704" y="938"/>
                  </a:lnTo>
                  <a:lnTo>
                    <a:pt x="2704" y="851"/>
                  </a:lnTo>
                  <a:lnTo>
                    <a:pt x="2682" y="763"/>
                  </a:lnTo>
                  <a:lnTo>
                    <a:pt x="2661" y="676"/>
                  </a:lnTo>
                  <a:lnTo>
                    <a:pt x="2617" y="611"/>
                  </a:lnTo>
                  <a:lnTo>
                    <a:pt x="2552" y="545"/>
                  </a:lnTo>
                  <a:lnTo>
                    <a:pt x="2464" y="502"/>
                  </a:lnTo>
                  <a:lnTo>
                    <a:pt x="2355" y="458"/>
                  </a:lnTo>
                  <a:lnTo>
                    <a:pt x="590" y="22"/>
                  </a:lnTo>
                  <a:lnTo>
                    <a:pt x="48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1" name="Google Shape;11171;p80"/>
            <p:cNvSpPr/>
            <p:nvPr/>
          </p:nvSpPr>
          <p:spPr>
            <a:xfrm>
              <a:off x="1380975" y="3881225"/>
              <a:ext cx="63800" cy="45825"/>
            </a:xfrm>
            <a:custGeom>
              <a:rect b="b" l="l" r="r" t="t"/>
              <a:pathLst>
                <a:path extrusionOk="0" h="1833" w="2552">
                  <a:moveTo>
                    <a:pt x="2028" y="1"/>
                  </a:moveTo>
                  <a:lnTo>
                    <a:pt x="1919" y="23"/>
                  </a:lnTo>
                  <a:lnTo>
                    <a:pt x="1832" y="66"/>
                  </a:lnTo>
                  <a:lnTo>
                    <a:pt x="219" y="938"/>
                  </a:lnTo>
                  <a:lnTo>
                    <a:pt x="132" y="1004"/>
                  </a:lnTo>
                  <a:lnTo>
                    <a:pt x="66" y="1069"/>
                  </a:lnTo>
                  <a:lnTo>
                    <a:pt x="23" y="1156"/>
                  </a:lnTo>
                  <a:lnTo>
                    <a:pt x="1" y="1222"/>
                  </a:lnTo>
                  <a:lnTo>
                    <a:pt x="1" y="1309"/>
                  </a:lnTo>
                  <a:lnTo>
                    <a:pt x="1" y="1396"/>
                  </a:lnTo>
                  <a:lnTo>
                    <a:pt x="23" y="1483"/>
                  </a:lnTo>
                  <a:lnTo>
                    <a:pt x="66" y="1571"/>
                  </a:lnTo>
                  <a:lnTo>
                    <a:pt x="110" y="1636"/>
                  </a:lnTo>
                  <a:lnTo>
                    <a:pt x="175" y="1701"/>
                  </a:lnTo>
                  <a:lnTo>
                    <a:pt x="241" y="1767"/>
                  </a:lnTo>
                  <a:lnTo>
                    <a:pt x="328" y="1810"/>
                  </a:lnTo>
                  <a:lnTo>
                    <a:pt x="415" y="1832"/>
                  </a:lnTo>
                  <a:lnTo>
                    <a:pt x="502" y="1832"/>
                  </a:lnTo>
                  <a:lnTo>
                    <a:pt x="611" y="1810"/>
                  </a:lnTo>
                  <a:lnTo>
                    <a:pt x="720" y="1767"/>
                  </a:lnTo>
                  <a:lnTo>
                    <a:pt x="2312" y="895"/>
                  </a:lnTo>
                  <a:lnTo>
                    <a:pt x="2399" y="829"/>
                  </a:lnTo>
                  <a:lnTo>
                    <a:pt x="2464" y="764"/>
                  </a:lnTo>
                  <a:lnTo>
                    <a:pt x="2508" y="677"/>
                  </a:lnTo>
                  <a:lnTo>
                    <a:pt x="2530" y="611"/>
                  </a:lnTo>
                  <a:lnTo>
                    <a:pt x="2551" y="524"/>
                  </a:lnTo>
                  <a:lnTo>
                    <a:pt x="2530" y="437"/>
                  </a:lnTo>
                  <a:lnTo>
                    <a:pt x="2508" y="350"/>
                  </a:lnTo>
                  <a:lnTo>
                    <a:pt x="2464" y="263"/>
                  </a:lnTo>
                  <a:lnTo>
                    <a:pt x="2421" y="197"/>
                  </a:lnTo>
                  <a:lnTo>
                    <a:pt x="2355" y="132"/>
                  </a:lnTo>
                  <a:lnTo>
                    <a:pt x="2290" y="66"/>
                  </a:lnTo>
                  <a:lnTo>
                    <a:pt x="2203" y="45"/>
                  </a:lnTo>
                  <a:lnTo>
                    <a:pt x="2115" y="23"/>
                  </a:lnTo>
                  <a:lnTo>
                    <a:pt x="202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2" name="Google Shape;11172;p80"/>
            <p:cNvSpPr/>
            <p:nvPr/>
          </p:nvSpPr>
          <p:spPr>
            <a:xfrm>
              <a:off x="1790825" y="3805475"/>
              <a:ext cx="64350" cy="45275"/>
            </a:xfrm>
            <a:custGeom>
              <a:rect b="b" l="l" r="r" t="t"/>
              <a:pathLst>
                <a:path extrusionOk="0" h="1811" w="2574">
                  <a:moveTo>
                    <a:pt x="2050" y="1"/>
                  </a:moveTo>
                  <a:lnTo>
                    <a:pt x="1941" y="22"/>
                  </a:lnTo>
                  <a:lnTo>
                    <a:pt x="1854" y="66"/>
                  </a:lnTo>
                  <a:lnTo>
                    <a:pt x="241" y="916"/>
                  </a:lnTo>
                  <a:lnTo>
                    <a:pt x="154" y="982"/>
                  </a:lnTo>
                  <a:lnTo>
                    <a:pt x="88" y="1047"/>
                  </a:lnTo>
                  <a:lnTo>
                    <a:pt x="44" y="1134"/>
                  </a:lnTo>
                  <a:lnTo>
                    <a:pt x="23" y="1222"/>
                  </a:lnTo>
                  <a:lnTo>
                    <a:pt x="1" y="1309"/>
                  </a:lnTo>
                  <a:lnTo>
                    <a:pt x="23" y="1396"/>
                  </a:lnTo>
                  <a:lnTo>
                    <a:pt x="44" y="1483"/>
                  </a:lnTo>
                  <a:lnTo>
                    <a:pt x="88" y="1570"/>
                  </a:lnTo>
                  <a:lnTo>
                    <a:pt x="132" y="1636"/>
                  </a:lnTo>
                  <a:lnTo>
                    <a:pt x="197" y="1701"/>
                  </a:lnTo>
                  <a:lnTo>
                    <a:pt x="263" y="1745"/>
                  </a:lnTo>
                  <a:lnTo>
                    <a:pt x="350" y="1788"/>
                  </a:lnTo>
                  <a:lnTo>
                    <a:pt x="437" y="1810"/>
                  </a:lnTo>
                  <a:lnTo>
                    <a:pt x="524" y="1810"/>
                  </a:lnTo>
                  <a:lnTo>
                    <a:pt x="633" y="1788"/>
                  </a:lnTo>
                  <a:lnTo>
                    <a:pt x="742" y="1745"/>
                  </a:lnTo>
                  <a:lnTo>
                    <a:pt x="2334" y="894"/>
                  </a:lnTo>
                  <a:lnTo>
                    <a:pt x="2421" y="829"/>
                  </a:lnTo>
                  <a:lnTo>
                    <a:pt x="2486" y="764"/>
                  </a:lnTo>
                  <a:lnTo>
                    <a:pt x="2530" y="676"/>
                  </a:lnTo>
                  <a:lnTo>
                    <a:pt x="2552" y="589"/>
                  </a:lnTo>
                  <a:lnTo>
                    <a:pt x="2573" y="502"/>
                  </a:lnTo>
                  <a:lnTo>
                    <a:pt x="2552" y="415"/>
                  </a:lnTo>
                  <a:lnTo>
                    <a:pt x="2530" y="328"/>
                  </a:lnTo>
                  <a:lnTo>
                    <a:pt x="2486" y="262"/>
                  </a:lnTo>
                  <a:lnTo>
                    <a:pt x="2443" y="175"/>
                  </a:lnTo>
                  <a:lnTo>
                    <a:pt x="2377" y="110"/>
                  </a:lnTo>
                  <a:lnTo>
                    <a:pt x="2312" y="66"/>
                  </a:lnTo>
                  <a:lnTo>
                    <a:pt x="2225" y="22"/>
                  </a:lnTo>
                  <a:lnTo>
                    <a:pt x="213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3" name="Google Shape;11173;p80"/>
            <p:cNvSpPr/>
            <p:nvPr/>
          </p:nvSpPr>
          <p:spPr>
            <a:xfrm>
              <a:off x="1361350" y="3766775"/>
              <a:ext cx="51800" cy="59450"/>
            </a:xfrm>
            <a:custGeom>
              <a:rect b="b" l="l" r="r" t="t"/>
              <a:pathLst>
                <a:path extrusionOk="0" h="2378" w="2072">
                  <a:moveTo>
                    <a:pt x="1483" y="1"/>
                  </a:moveTo>
                  <a:lnTo>
                    <a:pt x="1396" y="44"/>
                  </a:lnTo>
                  <a:lnTo>
                    <a:pt x="1309" y="88"/>
                  </a:lnTo>
                  <a:lnTo>
                    <a:pt x="1244" y="153"/>
                  </a:lnTo>
                  <a:lnTo>
                    <a:pt x="1178" y="219"/>
                  </a:lnTo>
                  <a:lnTo>
                    <a:pt x="66" y="1658"/>
                  </a:lnTo>
                  <a:lnTo>
                    <a:pt x="23" y="1745"/>
                  </a:lnTo>
                  <a:lnTo>
                    <a:pt x="1" y="1832"/>
                  </a:lnTo>
                  <a:lnTo>
                    <a:pt x="1" y="1941"/>
                  </a:lnTo>
                  <a:lnTo>
                    <a:pt x="23" y="2028"/>
                  </a:lnTo>
                  <a:lnTo>
                    <a:pt x="66" y="2115"/>
                  </a:lnTo>
                  <a:lnTo>
                    <a:pt x="110" y="2203"/>
                  </a:lnTo>
                  <a:lnTo>
                    <a:pt x="175" y="2268"/>
                  </a:lnTo>
                  <a:lnTo>
                    <a:pt x="241" y="2312"/>
                  </a:lnTo>
                  <a:lnTo>
                    <a:pt x="350" y="2355"/>
                  </a:lnTo>
                  <a:lnTo>
                    <a:pt x="437" y="2377"/>
                  </a:lnTo>
                  <a:lnTo>
                    <a:pt x="611" y="2377"/>
                  </a:lnTo>
                  <a:lnTo>
                    <a:pt x="698" y="2333"/>
                  </a:lnTo>
                  <a:lnTo>
                    <a:pt x="764" y="2290"/>
                  </a:lnTo>
                  <a:lnTo>
                    <a:pt x="829" y="2224"/>
                  </a:lnTo>
                  <a:lnTo>
                    <a:pt x="895" y="2159"/>
                  </a:lnTo>
                  <a:lnTo>
                    <a:pt x="2007" y="720"/>
                  </a:lnTo>
                  <a:lnTo>
                    <a:pt x="2050" y="633"/>
                  </a:lnTo>
                  <a:lnTo>
                    <a:pt x="2072" y="546"/>
                  </a:lnTo>
                  <a:lnTo>
                    <a:pt x="2072" y="437"/>
                  </a:lnTo>
                  <a:lnTo>
                    <a:pt x="2072" y="350"/>
                  </a:lnTo>
                  <a:lnTo>
                    <a:pt x="2028" y="262"/>
                  </a:lnTo>
                  <a:lnTo>
                    <a:pt x="1985" y="175"/>
                  </a:lnTo>
                  <a:lnTo>
                    <a:pt x="1919" y="110"/>
                  </a:lnTo>
                  <a:lnTo>
                    <a:pt x="1832" y="44"/>
                  </a:lnTo>
                  <a:lnTo>
                    <a:pt x="1745" y="23"/>
                  </a:lnTo>
                  <a:lnTo>
                    <a:pt x="165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4" name="Google Shape;11174;p80"/>
            <p:cNvSpPr/>
            <p:nvPr/>
          </p:nvSpPr>
          <p:spPr>
            <a:xfrm>
              <a:off x="1400600" y="3979875"/>
              <a:ext cx="67600" cy="34925"/>
            </a:xfrm>
            <a:custGeom>
              <a:rect b="b" l="l" r="r" t="t"/>
              <a:pathLst>
                <a:path extrusionOk="0" h="1397" w="2704">
                  <a:moveTo>
                    <a:pt x="393" y="1"/>
                  </a:moveTo>
                  <a:lnTo>
                    <a:pt x="306" y="23"/>
                  </a:lnTo>
                  <a:lnTo>
                    <a:pt x="219" y="66"/>
                  </a:lnTo>
                  <a:lnTo>
                    <a:pt x="153" y="132"/>
                  </a:lnTo>
                  <a:lnTo>
                    <a:pt x="88" y="197"/>
                  </a:lnTo>
                  <a:lnTo>
                    <a:pt x="44" y="284"/>
                  </a:lnTo>
                  <a:lnTo>
                    <a:pt x="22" y="372"/>
                  </a:lnTo>
                  <a:lnTo>
                    <a:pt x="1" y="459"/>
                  </a:lnTo>
                  <a:lnTo>
                    <a:pt x="1" y="546"/>
                  </a:lnTo>
                  <a:lnTo>
                    <a:pt x="22" y="633"/>
                  </a:lnTo>
                  <a:lnTo>
                    <a:pt x="44" y="720"/>
                  </a:lnTo>
                  <a:lnTo>
                    <a:pt x="88" y="786"/>
                  </a:lnTo>
                  <a:lnTo>
                    <a:pt x="153" y="851"/>
                  </a:lnTo>
                  <a:lnTo>
                    <a:pt x="240" y="895"/>
                  </a:lnTo>
                  <a:lnTo>
                    <a:pt x="349" y="938"/>
                  </a:lnTo>
                  <a:lnTo>
                    <a:pt x="2115" y="1374"/>
                  </a:lnTo>
                  <a:lnTo>
                    <a:pt x="2202" y="1396"/>
                  </a:lnTo>
                  <a:lnTo>
                    <a:pt x="2311" y="1396"/>
                  </a:lnTo>
                  <a:lnTo>
                    <a:pt x="2399" y="1353"/>
                  </a:lnTo>
                  <a:lnTo>
                    <a:pt x="2486" y="1309"/>
                  </a:lnTo>
                  <a:lnTo>
                    <a:pt x="2551" y="1265"/>
                  </a:lnTo>
                  <a:lnTo>
                    <a:pt x="2617" y="1178"/>
                  </a:lnTo>
                  <a:lnTo>
                    <a:pt x="2660" y="1113"/>
                  </a:lnTo>
                  <a:lnTo>
                    <a:pt x="2682" y="1026"/>
                  </a:lnTo>
                  <a:lnTo>
                    <a:pt x="2704" y="938"/>
                  </a:lnTo>
                  <a:lnTo>
                    <a:pt x="2704" y="851"/>
                  </a:lnTo>
                  <a:lnTo>
                    <a:pt x="2682" y="764"/>
                  </a:lnTo>
                  <a:lnTo>
                    <a:pt x="2660" y="677"/>
                  </a:lnTo>
                  <a:lnTo>
                    <a:pt x="2617" y="611"/>
                  </a:lnTo>
                  <a:lnTo>
                    <a:pt x="2551" y="546"/>
                  </a:lnTo>
                  <a:lnTo>
                    <a:pt x="2464" y="481"/>
                  </a:lnTo>
                  <a:lnTo>
                    <a:pt x="2355" y="459"/>
                  </a:lnTo>
                  <a:lnTo>
                    <a:pt x="589" y="23"/>
                  </a:lnTo>
                  <a:lnTo>
                    <a:pt x="48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5" name="Google Shape;11175;p80"/>
            <p:cNvSpPr/>
            <p:nvPr/>
          </p:nvSpPr>
          <p:spPr>
            <a:xfrm>
              <a:off x="1487800" y="3751525"/>
              <a:ext cx="51800" cy="59975"/>
            </a:xfrm>
            <a:custGeom>
              <a:rect b="b" l="l" r="r" t="t"/>
              <a:pathLst>
                <a:path extrusionOk="0" h="2399" w="2072">
                  <a:moveTo>
                    <a:pt x="1549" y="0"/>
                  </a:moveTo>
                  <a:lnTo>
                    <a:pt x="1461" y="22"/>
                  </a:lnTo>
                  <a:lnTo>
                    <a:pt x="1396" y="44"/>
                  </a:lnTo>
                  <a:lnTo>
                    <a:pt x="1309" y="88"/>
                  </a:lnTo>
                  <a:lnTo>
                    <a:pt x="1243" y="153"/>
                  </a:lnTo>
                  <a:lnTo>
                    <a:pt x="1178" y="240"/>
                  </a:lnTo>
                  <a:lnTo>
                    <a:pt x="66" y="1679"/>
                  </a:lnTo>
                  <a:lnTo>
                    <a:pt x="22" y="1744"/>
                  </a:lnTo>
                  <a:lnTo>
                    <a:pt x="1" y="1832"/>
                  </a:lnTo>
                  <a:lnTo>
                    <a:pt x="1" y="1941"/>
                  </a:lnTo>
                  <a:lnTo>
                    <a:pt x="22" y="2028"/>
                  </a:lnTo>
                  <a:lnTo>
                    <a:pt x="44" y="2115"/>
                  </a:lnTo>
                  <a:lnTo>
                    <a:pt x="110" y="2202"/>
                  </a:lnTo>
                  <a:lnTo>
                    <a:pt x="175" y="2268"/>
                  </a:lnTo>
                  <a:lnTo>
                    <a:pt x="240" y="2333"/>
                  </a:lnTo>
                  <a:lnTo>
                    <a:pt x="328" y="2377"/>
                  </a:lnTo>
                  <a:lnTo>
                    <a:pt x="415" y="2398"/>
                  </a:lnTo>
                  <a:lnTo>
                    <a:pt x="524" y="2398"/>
                  </a:lnTo>
                  <a:lnTo>
                    <a:pt x="611" y="2377"/>
                  </a:lnTo>
                  <a:lnTo>
                    <a:pt x="676" y="2333"/>
                  </a:lnTo>
                  <a:lnTo>
                    <a:pt x="764" y="2289"/>
                  </a:lnTo>
                  <a:lnTo>
                    <a:pt x="829" y="2224"/>
                  </a:lnTo>
                  <a:lnTo>
                    <a:pt x="894" y="2159"/>
                  </a:lnTo>
                  <a:lnTo>
                    <a:pt x="2006" y="720"/>
                  </a:lnTo>
                  <a:lnTo>
                    <a:pt x="2050" y="633"/>
                  </a:lnTo>
                  <a:lnTo>
                    <a:pt x="2072" y="545"/>
                  </a:lnTo>
                  <a:lnTo>
                    <a:pt x="2072" y="436"/>
                  </a:lnTo>
                  <a:lnTo>
                    <a:pt x="2050" y="349"/>
                  </a:lnTo>
                  <a:lnTo>
                    <a:pt x="2028" y="262"/>
                  </a:lnTo>
                  <a:lnTo>
                    <a:pt x="1963" y="175"/>
                  </a:lnTo>
                  <a:lnTo>
                    <a:pt x="1897" y="109"/>
                  </a:lnTo>
                  <a:lnTo>
                    <a:pt x="1832" y="66"/>
                  </a:lnTo>
                  <a:lnTo>
                    <a:pt x="1745" y="22"/>
                  </a:lnTo>
                  <a:lnTo>
                    <a:pt x="165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6" name="Google Shape;11176;p80"/>
            <p:cNvSpPr/>
            <p:nvPr/>
          </p:nvSpPr>
          <p:spPr>
            <a:xfrm>
              <a:off x="1442025" y="3649050"/>
              <a:ext cx="51800" cy="59975"/>
            </a:xfrm>
            <a:custGeom>
              <a:rect b="b" l="l" r="r" t="t"/>
              <a:pathLst>
                <a:path extrusionOk="0" h="2399" w="2072">
                  <a:moveTo>
                    <a:pt x="1570" y="1"/>
                  </a:moveTo>
                  <a:lnTo>
                    <a:pt x="1483" y="23"/>
                  </a:lnTo>
                  <a:lnTo>
                    <a:pt x="1396" y="44"/>
                  </a:lnTo>
                  <a:lnTo>
                    <a:pt x="1330" y="88"/>
                  </a:lnTo>
                  <a:lnTo>
                    <a:pt x="1178" y="241"/>
                  </a:lnTo>
                  <a:lnTo>
                    <a:pt x="66" y="1679"/>
                  </a:lnTo>
                  <a:lnTo>
                    <a:pt x="22" y="1745"/>
                  </a:lnTo>
                  <a:lnTo>
                    <a:pt x="0" y="1832"/>
                  </a:lnTo>
                  <a:lnTo>
                    <a:pt x="0" y="1941"/>
                  </a:lnTo>
                  <a:lnTo>
                    <a:pt x="22" y="2028"/>
                  </a:lnTo>
                  <a:lnTo>
                    <a:pt x="66" y="2115"/>
                  </a:lnTo>
                  <a:lnTo>
                    <a:pt x="109" y="2203"/>
                  </a:lnTo>
                  <a:lnTo>
                    <a:pt x="175" y="2268"/>
                  </a:lnTo>
                  <a:lnTo>
                    <a:pt x="240" y="2333"/>
                  </a:lnTo>
                  <a:lnTo>
                    <a:pt x="349" y="2377"/>
                  </a:lnTo>
                  <a:lnTo>
                    <a:pt x="436" y="2399"/>
                  </a:lnTo>
                  <a:lnTo>
                    <a:pt x="524" y="2399"/>
                  </a:lnTo>
                  <a:lnTo>
                    <a:pt x="611" y="2377"/>
                  </a:lnTo>
                  <a:lnTo>
                    <a:pt x="698" y="2333"/>
                  </a:lnTo>
                  <a:lnTo>
                    <a:pt x="763" y="2290"/>
                  </a:lnTo>
                  <a:lnTo>
                    <a:pt x="894" y="2159"/>
                  </a:lnTo>
                  <a:lnTo>
                    <a:pt x="2006" y="720"/>
                  </a:lnTo>
                  <a:lnTo>
                    <a:pt x="2050" y="633"/>
                  </a:lnTo>
                  <a:lnTo>
                    <a:pt x="2071" y="546"/>
                  </a:lnTo>
                  <a:lnTo>
                    <a:pt x="2071" y="437"/>
                  </a:lnTo>
                  <a:lnTo>
                    <a:pt x="2071" y="350"/>
                  </a:lnTo>
                  <a:lnTo>
                    <a:pt x="2028" y="262"/>
                  </a:lnTo>
                  <a:lnTo>
                    <a:pt x="1984" y="175"/>
                  </a:lnTo>
                  <a:lnTo>
                    <a:pt x="1919" y="110"/>
                  </a:lnTo>
                  <a:lnTo>
                    <a:pt x="1832" y="66"/>
                  </a:lnTo>
                  <a:lnTo>
                    <a:pt x="1744" y="23"/>
                  </a:lnTo>
                  <a:lnTo>
                    <a:pt x="165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7" name="Google Shape;11177;p80"/>
            <p:cNvSpPr/>
            <p:nvPr/>
          </p:nvSpPr>
          <p:spPr>
            <a:xfrm>
              <a:off x="1530850" y="3564025"/>
              <a:ext cx="40900" cy="65425"/>
            </a:xfrm>
            <a:custGeom>
              <a:rect b="b" l="l" r="r" t="t"/>
              <a:pathLst>
                <a:path extrusionOk="0" h="2617" w="1636">
                  <a:moveTo>
                    <a:pt x="1135" y="1"/>
                  </a:moveTo>
                  <a:lnTo>
                    <a:pt x="1026" y="23"/>
                  </a:lnTo>
                  <a:lnTo>
                    <a:pt x="938" y="44"/>
                  </a:lnTo>
                  <a:lnTo>
                    <a:pt x="873" y="88"/>
                  </a:lnTo>
                  <a:lnTo>
                    <a:pt x="786" y="153"/>
                  </a:lnTo>
                  <a:lnTo>
                    <a:pt x="720" y="219"/>
                  </a:lnTo>
                  <a:lnTo>
                    <a:pt x="677" y="328"/>
                  </a:lnTo>
                  <a:lnTo>
                    <a:pt x="45" y="2028"/>
                  </a:lnTo>
                  <a:lnTo>
                    <a:pt x="23" y="2137"/>
                  </a:lnTo>
                  <a:lnTo>
                    <a:pt x="1" y="2225"/>
                  </a:lnTo>
                  <a:lnTo>
                    <a:pt x="23" y="2312"/>
                  </a:lnTo>
                  <a:lnTo>
                    <a:pt x="66" y="2399"/>
                  </a:lnTo>
                  <a:lnTo>
                    <a:pt x="110" y="2464"/>
                  </a:lnTo>
                  <a:lnTo>
                    <a:pt x="175" y="2508"/>
                  </a:lnTo>
                  <a:lnTo>
                    <a:pt x="263" y="2552"/>
                  </a:lnTo>
                  <a:lnTo>
                    <a:pt x="350" y="2595"/>
                  </a:lnTo>
                  <a:lnTo>
                    <a:pt x="437" y="2595"/>
                  </a:lnTo>
                  <a:lnTo>
                    <a:pt x="524" y="2617"/>
                  </a:lnTo>
                  <a:lnTo>
                    <a:pt x="611" y="2595"/>
                  </a:lnTo>
                  <a:lnTo>
                    <a:pt x="699" y="2573"/>
                  </a:lnTo>
                  <a:lnTo>
                    <a:pt x="786" y="2530"/>
                  </a:lnTo>
                  <a:lnTo>
                    <a:pt x="851" y="2464"/>
                  </a:lnTo>
                  <a:lnTo>
                    <a:pt x="917" y="2377"/>
                  </a:lnTo>
                  <a:lnTo>
                    <a:pt x="960" y="2290"/>
                  </a:lnTo>
                  <a:lnTo>
                    <a:pt x="1614" y="589"/>
                  </a:lnTo>
                  <a:lnTo>
                    <a:pt x="1636" y="480"/>
                  </a:lnTo>
                  <a:lnTo>
                    <a:pt x="1636" y="371"/>
                  </a:lnTo>
                  <a:lnTo>
                    <a:pt x="1614" y="284"/>
                  </a:lnTo>
                  <a:lnTo>
                    <a:pt x="1592" y="219"/>
                  </a:lnTo>
                  <a:lnTo>
                    <a:pt x="1527" y="153"/>
                  </a:lnTo>
                  <a:lnTo>
                    <a:pt x="1462" y="88"/>
                  </a:lnTo>
                  <a:lnTo>
                    <a:pt x="1396" y="44"/>
                  </a:lnTo>
                  <a:lnTo>
                    <a:pt x="1309" y="23"/>
                  </a:lnTo>
                  <a:lnTo>
                    <a:pt x="12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8" name="Google Shape;11178;p80"/>
            <p:cNvSpPr/>
            <p:nvPr/>
          </p:nvSpPr>
          <p:spPr>
            <a:xfrm>
              <a:off x="1705800" y="3535700"/>
              <a:ext cx="64350" cy="44175"/>
            </a:xfrm>
            <a:custGeom>
              <a:rect b="b" l="l" r="r" t="t"/>
              <a:pathLst>
                <a:path extrusionOk="0" h="1767" w="2574">
                  <a:moveTo>
                    <a:pt x="2050" y="0"/>
                  </a:moveTo>
                  <a:lnTo>
                    <a:pt x="1963" y="22"/>
                  </a:lnTo>
                  <a:lnTo>
                    <a:pt x="1854" y="44"/>
                  </a:lnTo>
                  <a:lnTo>
                    <a:pt x="241" y="872"/>
                  </a:lnTo>
                  <a:lnTo>
                    <a:pt x="154" y="938"/>
                  </a:lnTo>
                  <a:lnTo>
                    <a:pt x="66" y="1003"/>
                  </a:lnTo>
                  <a:lnTo>
                    <a:pt x="23" y="1090"/>
                  </a:lnTo>
                  <a:lnTo>
                    <a:pt x="1" y="1156"/>
                  </a:lnTo>
                  <a:lnTo>
                    <a:pt x="1" y="1243"/>
                  </a:lnTo>
                  <a:lnTo>
                    <a:pt x="1" y="1330"/>
                  </a:lnTo>
                  <a:lnTo>
                    <a:pt x="23" y="1417"/>
                  </a:lnTo>
                  <a:lnTo>
                    <a:pt x="66" y="1504"/>
                  </a:lnTo>
                  <a:lnTo>
                    <a:pt x="110" y="1570"/>
                  </a:lnTo>
                  <a:lnTo>
                    <a:pt x="175" y="1635"/>
                  </a:lnTo>
                  <a:lnTo>
                    <a:pt x="263" y="1701"/>
                  </a:lnTo>
                  <a:lnTo>
                    <a:pt x="328" y="1744"/>
                  </a:lnTo>
                  <a:lnTo>
                    <a:pt x="415" y="1766"/>
                  </a:lnTo>
                  <a:lnTo>
                    <a:pt x="524" y="1766"/>
                  </a:lnTo>
                  <a:lnTo>
                    <a:pt x="611" y="1744"/>
                  </a:lnTo>
                  <a:lnTo>
                    <a:pt x="720" y="1701"/>
                  </a:lnTo>
                  <a:lnTo>
                    <a:pt x="2334" y="872"/>
                  </a:lnTo>
                  <a:lnTo>
                    <a:pt x="2421" y="829"/>
                  </a:lnTo>
                  <a:lnTo>
                    <a:pt x="2508" y="763"/>
                  </a:lnTo>
                  <a:lnTo>
                    <a:pt x="2552" y="676"/>
                  </a:lnTo>
                  <a:lnTo>
                    <a:pt x="2573" y="589"/>
                  </a:lnTo>
                  <a:lnTo>
                    <a:pt x="2573" y="502"/>
                  </a:lnTo>
                  <a:lnTo>
                    <a:pt x="2573" y="414"/>
                  </a:lnTo>
                  <a:lnTo>
                    <a:pt x="2552" y="349"/>
                  </a:lnTo>
                  <a:lnTo>
                    <a:pt x="2508" y="262"/>
                  </a:lnTo>
                  <a:lnTo>
                    <a:pt x="2464" y="175"/>
                  </a:lnTo>
                  <a:lnTo>
                    <a:pt x="2399" y="109"/>
                  </a:lnTo>
                  <a:lnTo>
                    <a:pt x="2312" y="66"/>
                  </a:lnTo>
                  <a:lnTo>
                    <a:pt x="2246" y="22"/>
                  </a:lnTo>
                  <a:lnTo>
                    <a:pt x="215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9" name="Google Shape;11179;p80"/>
            <p:cNvSpPr/>
            <p:nvPr/>
          </p:nvSpPr>
          <p:spPr>
            <a:xfrm>
              <a:off x="1884025" y="3425050"/>
              <a:ext cx="68700" cy="26200"/>
            </a:xfrm>
            <a:custGeom>
              <a:rect b="b" l="l" r="r" t="t"/>
              <a:pathLst>
                <a:path extrusionOk="0" h="1048" w="2748">
                  <a:moveTo>
                    <a:pt x="2290" y="1"/>
                  </a:moveTo>
                  <a:lnTo>
                    <a:pt x="459" y="88"/>
                  </a:lnTo>
                  <a:lnTo>
                    <a:pt x="350" y="110"/>
                  </a:lnTo>
                  <a:lnTo>
                    <a:pt x="262" y="153"/>
                  </a:lnTo>
                  <a:lnTo>
                    <a:pt x="175" y="197"/>
                  </a:lnTo>
                  <a:lnTo>
                    <a:pt x="110" y="262"/>
                  </a:lnTo>
                  <a:lnTo>
                    <a:pt x="66" y="328"/>
                  </a:lnTo>
                  <a:lnTo>
                    <a:pt x="44" y="415"/>
                  </a:lnTo>
                  <a:lnTo>
                    <a:pt x="23" y="502"/>
                  </a:lnTo>
                  <a:lnTo>
                    <a:pt x="1" y="589"/>
                  </a:lnTo>
                  <a:lnTo>
                    <a:pt x="1" y="676"/>
                  </a:lnTo>
                  <a:lnTo>
                    <a:pt x="23" y="764"/>
                  </a:lnTo>
                  <a:lnTo>
                    <a:pt x="66" y="851"/>
                  </a:lnTo>
                  <a:lnTo>
                    <a:pt x="110" y="916"/>
                  </a:lnTo>
                  <a:lnTo>
                    <a:pt x="175" y="982"/>
                  </a:lnTo>
                  <a:lnTo>
                    <a:pt x="262" y="1025"/>
                  </a:lnTo>
                  <a:lnTo>
                    <a:pt x="350" y="1047"/>
                  </a:lnTo>
                  <a:lnTo>
                    <a:pt x="459" y="1047"/>
                  </a:lnTo>
                  <a:lnTo>
                    <a:pt x="2290" y="960"/>
                  </a:lnTo>
                  <a:lnTo>
                    <a:pt x="2399" y="938"/>
                  </a:lnTo>
                  <a:lnTo>
                    <a:pt x="2486" y="894"/>
                  </a:lnTo>
                  <a:lnTo>
                    <a:pt x="2573" y="851"/>
                  </a:lnTo>
                  <a:lnTo>
                    <a:pt x="2617" y="785"/>
                  </a:lnTo>
                  <a:lnTo>
                    <a:pt x="2682" y="698"/>
                  </a:lnTo>
                  <a:lnTo>
                    <a:pt x="2704" y="633"/>
                  </a:lnTo>
                  <a:lnTo>
                    <a:pt x="2726" y="546"/>
                  </a:lnTo>
                  <a:lnTo>
                    <a:pt x="2748" y="458"/>
                  </a:lnTo>
                  <a:lnTo>
                    <a:pt x="2726" y="349"/>
                  </a:lnTo>
                  <a:lnTo>
                    <a:pt x="2704" y="284"/>
                  </a:lnTo>
                  <a:lnTo>
                    <a:pt x="2682" y="197"/>
                  </a:lnTo>
                  <a:lnTo>
                    <a:pt x="2639" y="131"/>
                  </a:lnTo>
                  <a:lnTo>
                    <a:pt x="2573" y="66"/>
                  </a:lnTo>
                  <a:lnTo>
                    <a:pt x="2486" y="22"/>
                  </a:lnTo>
                  <a:lnTo>
                    <a:pt x="2399" y="1"/>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0" name="Google Shape;11180;p80"/>
            <p:cNvSpPr/>
            <p:nvPr/>
          </p:nvSpPr>
          <p:spPr>
            <a:xfrm>
              <a:off x="1884025" y="3425050"/>
              <a:ext cx="68700" cy="26200"/>
            </a:xfrm>
            <a:custGeom>
              <a:rect b="b" l="l" r="r" t="t"/>
              <a:pathLst>
                <a:path extrusionOk="0" fill="none" h="1048" w="2748">
                  <a:moveTo>
                    <a:pt x="459" y="1047"/>
                  </a:moveTo>
                  <a:lnTo>
                    <a:pt x="459" y="1047"/>
                  </a:lnTo>
                  <a:lnTo>
                    <a:pt x="2290" y="960"/>
                  </a:lnTo>
                  <a:lnTo>
                    <a:pt x="2290" y="960"/>
                  </a:lnTo>
                  <a:lnTo>
                    <a:pt x="2399" y="938"/>
                  </a:lnTo>
                  <a:lnTo>
                    <a:pt x="2486" y="894"/>
                  </a:lnTo>
                  <a:lnTo>
                    <a:pt x="2573" y="851"/>
                  </a:lnTo>
                  <a:lnTo>
                    <a:pt x="2617" y="785"/>
                  </a:lnTo>
                  <a:lnTo>
                    <a:pt x="2682" y="698"/>
                  </a:lnTo>
                  <a:lnTo>
                    <a:pt x="2704" y="633"/>
                  </a:lnTo>
                  <a:lnTo>
                    <a:pt x="2726" y="546"/>
                  </a:lnTo>
                  <a:lnTo>
                    <a:pt x="2748" y="458"/>
                  </a:lnTo>
                  <a:lnTo>
                    <a:pt x="2726" y="349"/>
                  </a:lnTo>
                  <a:lnTo>
                    <a:pt x="2704" y="284"/>
                  </a:lnTo>
                  <a:lnTo>
                    <a:pt x="2682" y="197"/>
                  </a:lnTo>
                  <a:lnTo>
                    <a:pt x="2639" y="131"/>
                  </a:lnTo>
                  <a:lnTo>
                    <a:pt x="2573" y="66"/>
                  </a:lnTo>
                  <a:lnTo>
                    <a:pt x="2486" y="22"/>
                  </a:lnTo>
                  <a:lnTo>
                    <a:pt x="2399" y="1"/>
                  </a:lnTo>
                  <a:lnTo>
                    <a:pt x="2290" y="1"/>
                  </a:lnTo>
                  <a:lnTo>
                    <a:pt x="2290" y="1"/>
                  </a:lnTo>
                  <a:lnTo>
                    <a:pt x="459" y="88"/>
                  </a:lnTo>
                  <a:lnTo>
                    <a:pt x="459" y="88"/>
                  </a:lnTo>
                  <a:lnTo>
                    <a:pt x="350" y="110"/>
                  </a:lnTo>
                  <a:lnTo>
                    <a:pt x="262" y="153"/>
                  </a:lnTo>
                  <a:lnTo>
                    <a:pt x="175" y="197"/>
                  </a:lnTo>
                  <a:lnTo>
                    <a:pt x="110" y="262"/>
                  </a:lnTo>
                  <a:lnTo>
                    <a:pt x="66" y="328"/>
                  </a:lnTo>
                  <a:lnTo>
                    <a:pt x="44" y="415"/>
                  </a:lnTo>
                  <a:lnTo>
                    <a:pt x="23" y="502"/>
                  </a:lnTo>
                  <a:lnTo>
                    <a:pt x="1" y="589"/>
                  </a:lnTo>
                  <a:lnTo>
                    <a:pt x="1" y="676"/>
                  </a:lnTo>
                  <a:lnTo>
                    <a:pt x="23" y="764"/>
                  </a:lnTo>
                  <a:lnTo>
                    <a:pt x="66" y="851"/>
                  </a:lnTo>
                  <a:lnTo>
                    <a:pt x="110" y="916"/>
                  </a:lnTo>
                  <a:lnTo>
                    <a:pt x="175" y="982"/>
                  </a:lnTo>
                  <a:lnTo>
                    <a:pt x="262" y="1025"/>
                  </a:lnTo>
                  <a:lnTo>
                    <a:pt x="350" y="1047"/>
                  </a:lnTo>
                  <a:lnTo>
                    <a:pt x="459" y="1047"/>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1" name="Google Shape;11181;p80"/>
            <p:cNvSpPr/>
            <p:nvPr/>
          </p:nvSpPr>
          <p:spPr>
            <a:xfrm>
              <a:off x="1619150" y="3638150"/>
              <a:ext cx="68150" cy="26200"/>
            </a:xfrm>
            <a:custGeom>
              <a:rect b="b" l="l" r="r" t="t"/>
              <a:pathLst>
                <a:path extrusionOk="0" h="1048" w="2726">
                  <a:moveTo>
                    <a:pt x="2268" y="1"/>
                  </a:moveTo>
                  <a:lnTo>
                    <a:pt x="458" y="88"/>
                  </a:lnTo>
                  <a:lnTo>
                    <a:pt x="349" y="110"/>
                  </a:lnTo>
                  <a:lnTo>
                    <a:pt x="262" y="153"/>
                  </a:lnTo>
                  <a:lnTo>
                    <a:pt x="175" y="197"/>
                  </a:lnTo>
                  <a:lnTo>
                    <a:pt x="110" y="262"/>
                  </a:lnTo>
                  <a:lnTo>
                    <a:pt x="66" y="328"/>
                  </a:lnTo>
                  <a:lnTo>
                    <a:pt x="22" y="415"/>
                  </a:lnTo>
                  <a:lnTo>
                    <a:pt x="1" y="502"/>
                  </a:lnTo>
                  <a:lnTo>
                    <a:pt x="1" y="589"/>
                  </a:lnTo>
                  <a:lnTo>
                    <a:pt x="1" y="677"/>
                  </a:lnTo>
                  <a:lnTo>
                    <a:pt x="22" y="764"/>
                  </a:lnTo>
                  <a:lnTo>
                    <a:pt x="66" y="851"/>
                  </a:lnTo>
                  <a:lnTo>
                    <a:pt x="110" y="916"/>
                  </a:lnTo>
                  <a:lnTo>
                    <a:pt x="175" y="982"/>
                  </a:lnTo>
                  <a:lnTo>
                    <a:pt x="262" y="1025"/>
                  </a:lnTo>
                  <a:lnTo>
                    <a:pt x="349" y="1047"/>
                  </a:lnTo>
                  <a:lnTo>
                    <a:pt x="458" y="1047"/>
                  </a:lnTo>
                  <a:lnTo>
                    <a:pt x="2268" y="960"/>
                  </a:lnTo>
                  <a:lnTo>
                    <a:pt x="2377" y="938"/>
                  </a:lnTo>
                  <a:lnTo>
                    <a:pt x="2486" y="895"/>
                  </a:lnTo>
                  <a:lnTo>
                    <a:pt x="2551" y="851"/>
                  </a:lnTo>
                  <a:lnTo>
                    <a:pt x="2617" y="786"/>
                  </a:lnTo>
                  <a:lnTo>
                    <a:pt x="2660" y="698"/>
                  </a:lnTo>
                  <a:lnTo>
                    <a:pt x="2704" y="633"/>
                  </a:lnTo>
                  <a:lnTo>
                    <a:pt x="2726" y="546"/>
                  </a:lnTo>
                  <a:lnTo>
                    <a:pt x="2726" y="437"/>
                  </a:lnTo>
                  <a:lnTo>
                    <a:pt x="2726" y="350"/>
                  </a:lnTo>
                  <a:lnTo>
                    <a:pt x="2704" y="262"/>
                  </a:lnTo>
                  <a:lnTo>
                    <a:pt x="2682" y="197"/>
                  </a:lnTo>
                  <a:lnTo>
                    <a:pt x="2617" y="132"/>
                  </a:lnTo>
                  <a:lnTo>
                    <a:pt x="2551" y="66"/>
                  </a:lnTo>
                  <a:lnTo>
                    <a:pt x="2486" y="23"/>
                  </a:lnTo>
                  <a:lnTo>
                    <a:pt x="237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2" name="Google Shape;11182;p80"/>
            <p:cNvSpPr/>
            <p:nvPr/>
          </p:nvSpPr>
          <p:spPr>
            <a:xfrm>
              <a:off x="1570650" y="3452850"/>
              <a:ext cx="60525" cy="50175"/>
            </a:xfrm>
            <a:custGeom>
              <a:rect b="b" l="l" r="r" t="t"/>
              <a:pathLst>
                <a:path extrusionOk="0" h="2007" w="2421">
                  <a:moveTo>
                    <a:pt x="436" y="0"/>
                  </a:moveTo>
                  <a:lnTo>
                    <a:pt x="349" y="22"/>
                  </a:lnTo>
                  <a:lnTo>
                    <a:pt x="262" y="44"/>
                  </a:lnTo>
                  <a:lnTo>
                    <a:pt x="197" y="88"/>
                  </a:lnTo>
                  <a:lnTo>
                    <a:pt x="131" y="153"/>
                  </a:lnTo>
                  <a:lnTo>
                    <a:pt x="88" y="240"/>
                  </a:lnTo>
                  <a:lnTo>
                    <a:pt x="44" y="306"/>
                  </a:lnTo>
                  <a:lnTo>
                    <a:pt x="22" y="393"/>
                  </a:lnTo>
                  <a:lnTo>
                    <a:pt x="0" y="480"/>
                  </a:lnTo>
                  <a:lnTo>
                    <a:pt x="22" y="589"/>
                  </a:lnTo>
                  <a:lnTo>
                    <a:pt x="44" y="676"/>
                  </a:lnTo>
                  <a:lnTo>
                    <a:pt x="66" y="764"/>
                  </a:lnTo>
                  <a:lnTo>
                    <a:pt x="131" y="829"/>
                  </a:lnTo>
                  <a:lnTo>
                    <a:pt x="218" y="916"/>
                  </a:lnTo>
                  <a:lnTo>
                    <a:pt x="1723" y="1919"/>
                  </a:lnTo>
                  <a:lnTo>
                    <a:pt x="1832" y="1984"/>
                  </a:lnTo>
                  <a:lnTo>
                    <a:pt x="1919" y="2006"/>
                  </a:lnTo>
                  <a:lnTo>
                    <a:pt x="2006" y="2006"/>
                  </a:lnTo>
                  <a:lnTo>
                    <a:pt x="2093" y="1984"/>
                  </a:lnTo>
                  <a:lnTo>
                    <a:pt x="2159" y="1963"/>
                  </a:lnTo>
                  <a:lnTo>
                    <a:pt x="2246" y="1897"/>
                  </a:lnTo>
                  <a:lnTo>
                    <a:pt x="2311" y="1854"/>
                  </a:lnTo>
                  <a:lnTo>
                    <a:pt x="2355" y="1766"/>
                  </a:lnTo>
                  <a:lnTo>
                    <a:pt x="2398" y="1679"/>
                  </a:lnTo>
                  <a:lnTo>
                    <a:pt x="2420" y="1592"/>
                  </a:lnTo>
                  <a:lnTo>
                    <a:pt x="2420" y="1505"/>
                  </a:lnTo>
                  <a:lnTo>
                    <a:pt x="2420" y="1418"/>
                  </a:lnTo>
                  <a:lnTo>
                    <a:pt x="2398" y="1330"/>
                  </a:lnTo>
                  <a:lnTo>
                    <a:pt x="2355" y="1243"/>
                  </a:lnTo>
                  <a:lnTo>
                    <a:pt x="2289" y="1178"/>
                  </a:lnTo>
                  <a:lnTo>
                    <a:pt x="2202" y="1091"/>
                  </a:lnTo>
                  <a:lnTo>
                    <a:pt x="698" y="88"/>
                  </a:lnTo>
                  <a:lnTo>
                    <a:pt x="611" y="22"/>
                  </a:lnTo>
                  <a:lnTo>
                    <a:pt x="524" y="0"/>
                  </a:lnTo>
                  <a:close/>
                </a:path>
              </a:pathLst>
            </a:custGeom>
            <a:solidFill>
              <a:srgbClr val="CCB7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3" name="Google Shape;11183;p80"/>
            <p:cNvSpPr/>
            <p:nvPr/>
          </p:nvSpPr>
          <p:spPr>
            <a:xfrm>
              <a:off x="1653500" y="3365650"/>
              <a:ext cx="40350" cy="65425"/>
            </a:xfrm>
            <a:custGeom>
              <a:rect b="b" l="l" r="r" t="t"/>
              <a:pathLst>
                <a:path extrusionOk="0" h="2617" w="1614">
                  <a:moveTo>
                    <a:pt x="1112" y="0"/>
                  </a:moveTo>
                  <a:lnTo>
                    <a:pt x="1025" y="22"/>
                  </a:lnTo>
                  <a:lnTo>
                    <a:pt x="938" y="44"/>
                  </a:lnTo>
                  <a:lnTo>
                    <a:pt x="850" y="88"/>
                  </a:lnTo>
                  <a:lnTo>
                    <a:pt x="785" y="153"/>
                  </a:lnTo>
                  <a:lnTo>
                    <a:pt x="720" y="240"/>
                  </a:lnTo>
                  <a:lnTo>
                    <a:pt x="676" y="327"/>
                  </a:lnTo>
                  <a:lnTo>
                    <a:pt x="22" y="2028"/>
                  </a:lnTo>
                  <a:lnTo>
                    <a:pt x="0" y="2137"/>
                  </a:lnTo>
                  <a:lnTo>
                    <a:pt x="0" y="2224"/>
                  </a:lnTo>
                  <a:lnTo>
                    <a:pt x="22" y="2311"/>
                  </a:lnTo>
                  <a:lnTo>
                    <a:pt x="44" y="2398"/>
                  </a:lnTo>
                  <a:lnTo>
                    <a:pt x="109" y="2464"/>
                  </a:lnTo>
                  <a:lnTo>
                    <a:pt x="175" y="2507"/>
                  </a:lnTo>
                  <a:lnTo>
                    <a:pt x="240" y="2551"/>
                  </a:lnTo>
                  <a:lnTo>
                    <a:pt x="327" y="2595"/>
                  </a:lnTo>
                  <a:lnTo>
                    <a:pt x="414" y="2616"/>
                  </a:lnTo>
                  <a:lnTo>
                    <a:pt x="502" y="2616"/>
                  </a:lnTo>
                  <a:lnTo>
                    <a:pt x="589" y="2595"/>
                  </a:lnTo>
                  <a:lnTo>
                    <a:pt x="676" y="2573"/>
                  </a:lnTo>
                  <a:lnTo>
                    <a:pt x="763" y="2529"/>
                  </a:lnTo>
                  <a:lnTo>
                    <a:pt x="829" y="2464"/>
                  </a:lnTo>
                  <a:lnTo>
                    <a:pt x="894" y="2377"/>
                  </a:lnTo>
                  <a:lnTo>
                    <a:pt x="959" y="2289"/>
                  </a:lnTo>
                  <a:lnTo>
                    <a:pt x="1592" y="589"/>
                  </a:lnTo>
                  <a:lnTo>
                    <a:pt x="1613" y="480"/>
                  </a:lnTo>
                  <a:lnTo>
                    <a:pt x="1613" y="393"/>
                  </a:lnTo>
                  <a:lnTo>
                    <a:pt x="1613" y="306"/>
                  </a:lnTo>
                  <a:lnTo>
                    <a:pt x="1570" y="218"/>
                  </a:lnTo>
                  <a:lnTo>
                    <a:pt x="1526" y="153"/>
                  </a:lnTo>
                  <a:lnTo>
                    <a:pt x="1461" y="109"/>
                  </a:lnTo>
                  <a:lnTo>
                    <a:pt x="1374" y="66"/>
                  </a:lnTo>
                  <a:lnTo>
                    <a:pt x="1286" y="22"/>
                  </a:lnTo>
                  <a:lnTo>
                    <a:pt x="119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4" name="Google Shape;11184;p80"/>
            <p:cNvSpPr/>
            <p:nvPr/>
          </p:nvSpPr>
          <p:spPr>
            <a:xfrm>
              <a:off x="1799550" y="3335675"/>
              <a:ext cx="60525" cy="50700"/>
            </a:xfrm>
            <a:custGeom>
              <a:rect b="b" l="l" r="r" t="t"/>
              <a:pathLst>
                <a:path extrusionOk="0" h="2028" w="2421">
                  <a:moveTo>
                    <a:pt x="1876" y="0"/>
                  </a:moveTo>
                  <a:lnTo>
                    <a:pt x="1788" y="22"/>
                  </a:lnTo>
                  <a:lnTo>
                    <a:pt x="1701" y="66"/>
                  </a:lnTo>
                  <a:lnTo>
                    <a:pt x="241" y="1134"/>
                  </a:lnTo>
                  <a:lnTo>
                    <a:pt x="153" y="1199"/>
                  </a:lnTo>
                  <a:lnTo>
                    <a:pt x="110" y="1265"/>
                  </a:lnTo>
                  <a:lnTo>
                    <a:pt x="44" y="1352"/>
                  </a:lnTo>
                  <a:lnTo>
                    <a:pt x="23" y="1439"/>
                  </a:lnTo>
                  <a:lnTo>
                    <a:pt x="1" y="1526"/>
                  </a:lnTo>
                  <a:lnTo>
                    <a:pt x="1" y="1614"/>
                  </a:lnTo>
                  <a:lnTo>
                    <a:pt x="23" y="1701"/>
                  </a:lnTo>
                  <a:lnTo>
                    <a:pt x="66" y="1788"/>
                  </a:lnTo>
                  <a:lnTo>
                    <a:pt x="110" y="1875"/>
                  </a:lnTo>
                  <a:lnTo>
                    <a:pt x="197" y="1941"/>
                  </a:lnTo>
                  <a:lnTo>
                    <a:pt x="262" y="1984"/>
                  </a:lnTo>
                  <a:lnTo>
                    <a:pt x="350" y="2028"/>
                  </a:lnTo>
                  <a:lnTo>
                    <a:pt x="546" y="2028"/>
                  </a:lnTo>
                  <a:lnTo>
                    <a:pt x="633" y="2006"/>
                  </a:lnTo>
                  <a:lnTo>
                    <a:pt x="720" y="1962"/>
                  </a:lnTo>
                  <a:lnTo>
                    <a:pt x="2181" y="894"/>
                  </a:lnTo>
                  <a:lnTo>
                    <a:pt x="2268" y="829"/>
                  </a:lnTo>
                  <a:lnTo>
                    <a:pt x="2312" y="763"/>
                  </a:lnTo>
                  <a:lnTo>
                    <a:pt x="2377" y="676"/>
                  </a:lnTo>
                  <a:lnTo>
                    <a:pt x="2399" y="611"/>
                  </a:lnTo>
                  <a:lnTo>
                    <a:pt x="2421" y="524"/>
                  </a:lnTo>
                  <a:lnTo>
                    <a:pt x="2421" y="415"/>
                  </a:lnTo>
                  <a:lnTo>
                    <a:pt x="2399" y="327"/>
                  </a:lnTo>
                  <a:lnTo>
                    <a:pt x="2355" y="240"/>
                  </a:lnTo>
                  <a:lnTo>
                    <a:pt x="2312" y="175"/>
                  </a:lnTo>
                  <a:lnTo>
                    <a:pt x="2224" y="109"/>
                  </a:lnTo>
                  <a:lnTo>
                    <a:pt x="2159" y="66"/>
                  </a:lnTo>
                  <a:lnTo>
                    <a:pt x="2072" y="22"/>
                  </a:lnTo>
                  <a:lnTo>
                    <a:pt x="196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5" name="Google Shape;11185;p80"/>
            <p:cNvSpPr/>
            <p:nvPr/>
          </p:nvSpPr>
          <p:spPr>
            <a:xfrm>
              <a:off x="1615350" y="3765150"/>
              <a:ext cx="64325" cy="45250"/>
            </a:xfrm>
            <a:custGeom>
              <a:rect b="b" l="l" r="r" t="t"/>
              <a:pathLst>
                <a:path extrusionOk="0" h="1810" w="2573">
                  <a:moveTo>
                    <a:pt x="1940" y="0"/>
                  </a:moveTo>
                  <a:lnTo>
                    <a:pt x="1853" y="44"/>
                  </a:lnTo>
                  <a:lnTo>
                    <a:pt x="240" y="916"/>
                  </a:lnTo>
                  <a:lnTo>
                    <a:pt x="153" y="981"/>
                  </a:lnTo>
                  <a:lnTo>
                    <a:pt x="87" y="1047"/>
                  </a:lnTo>
                  <a:lnTo>
                    <a:pt x="44" y="1134"/>
                  </a:lnTo>
                  <a:lnTo>
                    <a:pt x="22" y="1221"/>
                  </a:lnTo>
                  <a:lnTo>
                    <a:pt x="0" y="1308"/>
                  </a:lnTo>
                  <a:lnTo>
                    <a:pt x="22" y="1396"/>
                  </a:lnTo>
                  <a:lnTo>
                    <a:pt x="44" y="1483"/>
                  </a:lnTo>
                  <a:lnTo>
                    <a:pt x="87" y="1548"/>
                  </a:lnTo>
                  <a:lnTo>
                    <a:pt x="131" y="1635"/>
                  </a:lnTo>
                  <a:lnTo>
                    <a:pt x="196" y="1701"/>
                  </a:lnTo>
                  <a:lnTo>
                    <a:pt x="262" y="1744"/>
                  </a:lnTo>
                  <a:lnTo>
                    <a:pt x="349" y="1788"/>
                  </a:lnTo>
                  <a:lnTo>
                    <a:pt x="436" y="1810"/>
                  </a:lnTo>
                  <a:lnTo>
                    <a:pt x="523" y="1810"/>
                  </a:lnTo>
                  <a:lnTo>
                    <a:pt x="632" y="1788"/>
                  </a:lnTo>
                  <a:lnTo>
                    <a:pt x="741" y="1744"/>
                  </a:lnTo>
                  <a:lnTo>
                    <a:pt x="2333" y="872"/>
                  </a:lnTo>
                  <a:lnTo>
                    <a:pt x="2420" y="829"/>
                  </a:lnTo>
                  <a:lnTo>
                    <a:pt x="2485" y="742"/>
                  </a:lnTo>
                  <a:lnTo>
                    <a:pt x="2529" y="676"/>
                  </a:lnTo>
                  <a:lnTo>
                    <a:pt x="2551" y="589"/>
                  </a:lnTo>
                  <a:lnTo>
                    <a:pt x="2573" y="502"/>
                  </a:lnTo>
                  <a:lnTo>
                    <a:pt x="2551" y="415"/>
                  </a:lnTo>
                  <a:lnTo>
                    <a:pt x="2529" y="327"/>
                  </a:lnTo>
                  <a:lnTo>
                    <a:pt x="2485" y="240"/>
                  </a:lnTo>
                  <a:lnTo>
                    <a:pt x="2442" y="175"/>
                  </a:lnTo>
                  <a:lnTo>
                    <a:pt x="2376" y="109"/>
                  </a:lnTo>
                  <a:lnTo>
                    <a:pt x="2311" y="66"/>
                  </a:lnTo>
                  <a:lnTo>
                    <a:pt x="2224" y="22"/>
                  </a:lnTo>
                  <a:lnTo>
                    <a:pt x="213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6" name="Google Shape;11186;p80"/>
            <p:cNvSpPr/>
            <p:nvPr/>
          </p:nvSpPr>
          <p:spPr>
            <a:xfrm>
              <a:off x="1870400" y="3917200"/>
              <a:ext cx="63800" cy="45275"/>
            </a:xfrm>
            <a:custGeom>
              <a:rect b="b" l="l" r="r" t="t"/>
              <a:pathLst>
                <a:path extrusionOk="0" h="1811" w="2552">
                  <a:moveTo>
                    <a:pt x="2050" y="1"/>
                  </a:moveTo>
                  <a:lnTo>
                    <a:pt x="1941" y="23"/>
                  </a:lnTo>
                  <a:lnTo>
                    <a:pt x="1832" y="66"/>
                  </a:lnTo>
                  <a:lnTo>
                    <a:pt x="241" y="938"/>
                  </a:lnTo>
                  <a:lnTo>
                    <a:pt x="153" y="982"/>
                  </a:lnTo>
                  <a:lnTo>
                    <a:pt x="88" y="1069"/>
                  </a:lnTo>
                  <a:lnTo>
                    <a:pt x="44" y="1134"/>
                  </a:lnTo>
                  <a:lnTo>
                    <a:pt x="23" y="1222"/>
                  </a:lnTo>
                  <a:lnTo>
                    <a:pt x="1" y="1309"/>
                  </a:lnTo>
                  <a:lnTo>
                    <a:pt x="23" y="1396"/>
                  </a:lnTo>
                  <a:lnTo>
                    <a:pt x="44" y="1483"/>
                  </a:lnTo>
                  <a:lnTo>
                    <a:pt x="88" y="1570"/>
                  </a:lnTo>
                  <a:lnTo>
                    <a:pt x="132" y="1636"/>
                  </a:lnTo>
                  <a:lnTo>
                    <a:pt x="197" y="1701"/>
                  </a:lnTo>
                  <a:lnTo>
                    <a:pt x="262" y="1745"/>
                  </a:lnTo>
                  <a:lnTo>
                    <a:pt x="350" y="1789"/>
                  </a:lnTo>
                  <a:lnTo>
                    <a:pt x="437" y="1810"/>
                  </a:lnTo>
                  <a:lnTo>
                    <a:pt x="524" y="1810"/>
                  </a:lnTo>
                  <a:lnTo>
                    <a:pt x="633" y="1789"/>
                  </a:lnTo>
                  <a:lnTo>
                    <a:pt x="720" y="1767"/>
                  </a:lnTo>
                  <a:lnTo>
                    <a:pt x="2333" y="895"/>
                  </a:lnTo>
                  <a:lnTo>
                    <a:pt x="2421" y="829"/>
                  </a:lnTo>
                  <a:lnTo>
                    <a:pt x="2486" y="764"/>
                  </a:lnTo>
                  <a:lnTo>
                    <a:pt x="2530" y="677"/>
                  </a:lnTo>
                  <a:lnTo>
                    <a:pt x="2552" y="589"/>
                  </a:lnTo>
                  <a:lnTo>
                    <a:pt x="2552" y="502"/>
                  </a:lnTo>
                  <a:lnTo>
                    <a:pt x="2552" y="415"/>
                  </a:lnTo>
                  <a:lnTo>
                    <a:pt x="2530" y="328"/>
                  </a:lnTo>
                  <a:lnTo>
                    <a:pt x="2486" y="262"/>
                  </a:lnTo>
                  <a:lnTo>
                    <a:pt x="2442" y="175"/>
                  </a:lnTo>
                  <a:lnTo>
                    <a:pt x="2377" y="110"/>
                  </a:lnTo>
                  <a:lnTo>
                    <a:pt x="2312" y="66"/>
                  </a:lnTo>
                  <a:lnTo>
                    <a:pt x="2224" y="23"/>
                  </a:lnTo>
                  <a:lnTo>
                    <a:pt x="213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7" name="Google Shape;11187;p80"/>
            <p:cNvSpPr/>
            <p:nvPr/>
          </p:nvSpPr>
          <p:spPr>
            <a:xfrm>
              <a:off x="1845875" y="3527525"/>
              <a:ext cx="51800" cy="59975"/>
            </a:xfrm>
            <a:custGeom>
              <a:rect b="b" l="l" r="r" t="t"/>
              <a:pathLst>
                <a:path extrusionOk="0" fill="none" h="2399" w="2072">
                  <a:moveTo>
                    <a:pt x="895" y="2180"/>
                  </a:moveTo>
                  <a:lnTo>
                    <a:pt x="895" y="2180"/>
                  </a:lnTo>
                  <a:lnTo>
                    <a:pt x="2006" y="720"/>
                  </a:lnTo>
                  <a:lnTo>
                    <a:pt x="2006" y="720"/>
                  </a:lnTo>
                  <a:lnTo>
                    <a:pt x="2050" y="654"/>
                  </a:lnTo>
                  <a:lnTo>
                    <a:pt x="2072" y="567"/>
                  </a:lnTo>
                  <a:lnTo>
                    <a:pt x="2072" y="458"/>
                  </a:lnTo>
                  <a:lnTo>
                    <a:pt x="2050" y="371"/>
                  </a:lnTo>
                  <a:lnTo>
                    <a:pt x="2006" y="284"/>
                  </a:lnTo>
                  <a:lnTo>
                    <a:pt x="1963" y="196"/>
                  </a:lnTo>
                  <a:lnTo>
                    <a:pt x="1897" y="131"/>
                  </a:lnTo>
                  <a:lnTo>
                    <a:pt x="1832" y="66"/>
                  </a:lnTo>
                  <a:lnTo>
                    <a:pt x="1832" y="66"/>
                  </a:lnTo>
                  <a:lnTo>
                    <a:pt x="1745" y="22"/>
                  </a:lnTo>
                  <a:lnTo>
                    <a:pt x="1658" y="0"/>
                  </a:lnTo>
                  <a:lnTo>
                    <a:pt x="1549" y="0"/>
                  </a:lnTo>
                  <a:lnTo>
                    <a:pt x="1461" y="22"/>
                  </a:lnTo>
                  <a:lnTo>
                    <a:pt x="1396" y="66"/>
                  </a:lnTo>
                  <a:lnTo>
                    <a:pt x="1309" y="109"/>
                  </a:lnTo>
                  <a:lnTo>
                    <a:pt x="1178" y="240"/>
                  </a:lnTo>
                  <a:lnTo>
                    <a:pt x="1178" y="240"/>
                  </a:lnTo>
                  <a:lnTo>
                    <a:pt x="66" y="1679"/>
                  </a:lnTo>
                  <a:lnTo>
                    <a:pt x="66" y="1679"/>
                  </a:lnTo>
                  <a:lnTo>
                    <a:pt x="23" y="1766"/>
                  </a:lnTo>
                  <a:lnTo>
                    <a:pt x="1" y="1853"/>
                  </a:lnTo>
                  <a:lnTo>
                    <a:pt x="1" y="1962"/>
                  </a:lnTo>
                  <a:lnTo>
                    <a:pt x="23" y="2049"/>
                  </a:lnTo>
                  <a:lnTo>
                    <a:pt x="44" y="2137"/>
                  </a:lnTo>
                  <a:lnTo>
                    <a:pt x="110" y="2224"/>
                  </a:lnTo>
                  <a:lnTo>
                    <a:pt x="175" y="2289"/>
                  </a:lnTo>
                  <a:lnTo>
                    <a:pt x="241" y="2333"/>
                  </a:lnTo>
                  <a:lnTo>
                    <a:pt x="241" y="2333"/>
                  </a:lnTo>
                  <a:lnTo>
                    <a:pt x="328" y="2377"/>
                  </a:lnTo>
                  <a:lnTo>
                    <a:pt x="415" y="2398"/>
                  </a:lnTo>
                  <a:lnTo>
                    <a:pt x="502" y="2398"/>
                  </a:lnTo>
                  <a:lnTo>
                    <a:pt x="589" y="2377"/>
                  </a:lnTo>
                  <a:lnTo>
                    <a:pt x="677" y="2355"/>
                  </a:lnTo>
                  <a:lnTo>
                    <a:pt x="764" y="2311"/>
                  </a:lnTo>
                  <a:lnTo>
                    <a:pt x="829" y="2246"/>
                  </a:lnTo>
                  <a:lnTo>
                    <a:pt x="895" y="218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8" name="Google Shape;11188;p80"/>
            <p:cNvSpPr/>
            <p:nvPr/>
          </p:nvSpPr>
          <p:spPr>
            <a:xfrm>
              <a:off x="1957600" y="3595100"/>
              <a:ext cx="52350" cy="59975"/>
            </a:xfrm>
            <a:custGeom>
              <a:rect b="b" l="l" r="r" t="t"/>
              <a:pathLst>
                <a:path extrusionOk="0" fill="none" h="2399" w="2094">
                  <a:moveTo>
                    <a:pt x="917" y="2159"/>
                  </a:moveTo>
                  <a:lnTo>
                    <a:pt x="917" y="2159"/>
                  </a:lnTo>
                  <a:lnTo>
                    <a:pt x="2007" y="720"/>
                  </a:lnTo>
                  <a:lnTo>
                    <a:pt x="2007" y="720"/>
                  </a:lnTo>
                  <a:lnTo>
                    <a:pt x="2072" y="633"/>
                  </a:lnTo>
                  <a:lnTo>
                    <a:pt x="2094" y="546"/>
                  </a:lnTo>
                  <a:lnTo>
                    <a:pt x="2094" y="458"/>
                  </a:lnTo>
                  <a:lnTo>
                    <a:pt x="2072" y="349"/>
                  </a:lnTo>
                  <a:lnTo>
                    <a:pt x="2028" y="262"/>
                  </a:lnTo>
                  <a:lnTo>
                    <a:pt x="1985" y="175"/>
                  </a:lnTo>
                  <a:lnTo>
                    <a:pt x="1919" y="110"/>
                  </a:lnTo>
                  <a:lnTo>
                    <a:pt x="1854" y="66"/>
                  </a:lnTo>
                  <a:lnTo>
                    <a:pt x="1854" y="66"/>
                  </a:lnTo>
                  <a:lnTo>
                    <a:pt x="1745" y="22"/>
                  </a:lnTo>
                  <a:lnTo>
                    <a:pt x="1658" y="1"/>
                  </a:lnTo>
                  <a:lnTo>
                    <a:pt x="1571" y="1"/>
                  </a:lnTo>
                  <a:lnTo>
                    <a:pt x="1483" y="22"/>
                  </a:lnTo>
                  <a:lnTo>
                    <a:pt x="1396" y="44"/>
                  </a:lnTo>
                  <a:lnTo>
                    <a:pt x="1331" y="110"/>
                  </a:lnTo>
                  <a:lnTo>
                    <a:pt x="1244" y="153"/>
                  </a:lnTo>
                  <a:lnTo>
                    <a:pt x="1178" y="240"/>
                  </a:lnTo>
                  <a:lnTo>
                    <a:pt x="1178" y="240"/>
                  </a:lnTo>
                  <a:lnTo>
                    <a:pt x="88" y="1679"/>
                  </a:lnTo>
                  <a:lnTo>
                    <a:pt x="88" y="1679"/>
                  </a:lnTo>
                  <a:lnTo>
                    <a:pt x="23" y="1745"/>
                  </a:lnTo>
                  <a:lnTo>
                    <a:pt x="1" y="1854"/>
                  </a:lnTo>
                  <a:lnTo>
                    <a:pt x="1" y="1941"/>
                  </a:lnTo>
                  <a:lnTo>
                    <a:pt x="23" y="2028"/>
                  </a:lnTo>
                  <a:lnTo>
                    <a:pt x="66" y="2115"/>
                  </a:lnTo>
                  <a:lnTo>
                    <a:pt x="110" y="2202"/>
                  </a:lnTo>
                  <a:lnTo>
                    <a:pt x="175" y="2268"/>
                  </a:lnTo>
                  <a:lnTo>
                    <a:pt x="241" y="2333"/>
                  </a:lnTo>
                  <a:lnTo>
                    <a:pt x="241" y="2333"/>
                  </a:lnTo>
                  <a:lnTo>
                    <a:pt x="350" y="2377"/>
                  </a:lnTo>
                  <a:lnTo>
                    <a:pt x="437" y="2399"/>
                  </a:lnTo>
                  <a:lnTo>
                    <a:pt x="524" y="2399"/>
                  </a:lnTo>
                  <a:lnTo>
                    <a:pt x="611" y="2377"/>
                  </a:lnTo>
                  <a:lnTo>
                    <a:pt x="699" y="2333"/>
                  </a:lnTo>
                  <a:lnTo>
                    <a:pt x="764" y="2290"/>
                  </a:lnTo>
                  <a:lnTo>
                    <a:pt x="917" y="2159"/>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9" name="Google Shape;11189;p80"/>
            <p:cNvSpPr/>
            <p:nvPr/>
          </p:nvSpPr>
          <p:spPr>
            <a:xfrm>
              <a:off x="1105750" y="3059900"/>
              <a:ext cx="731425" cy="649125"/>
            </a:xfrm>
            <a:custGeom>
              <a:rect b="b" l="l" r="r" t="t"/>
              <a:pathLst>
                <a:path extrusionOk="0" h="25965" w="29257">
                  <a:moveTo>
                    <a:pt x="16787" y="8415"/>
                  </a:moveTo>
                  <a:lnTo>
                    <a:pt x="16961" y="8873"/>
                  </a:lnTo>
                  <a:lnTo>
                    <a:pt x="17201" y="9396"/>
                  </a:lnTo>
                  <a:lnTo>
                    <a:pt x="17485" y="9876"/>
                  </a:lnTo>
                  <a:lnTo>
                    <a:pt x="17790" y="10312"/>
                  </a:lnTo>
                  <a:lnTo>
                    <a:pt x="18160" y="10726"/>
                  </a:lnTo>
                  <a:lnTo>
                    <a:pt x="17615" y="10770"/>
                  </a:lnTo>
                  <a:lnTo>
                    <a:pt x="17070" y="10835"/>
                  </a:lnTo>
                  <a:lnTo>
                    <a:pt x="16525" y="10966"/>
                  </a:lnTo>
                  <a:lnTo>
                    <a:pt x="16002" y="11140"/>
                  </a:lnTo>
                  <a:lnTo>
                    <a:pt x="16155" y="10835"/>
                  </a:lnTo>
                  <a:lnTo>
                    <a:pt x="16307" y="10508"/>
                  </a:lnTo>
                  <a:lnTo>
                    <a:pt x="16438" y="10181"/>
                  </a:lnTo>
                  <a:lnTo>
                    <a:pt x="16547" y="9832"/>
                  </a:lnTo>
                  <a:lnTo>
                    <a:pt x="16634" y="9483"/>
                  </a:lnTo>
                  <a:lnTo>
                    <a:pt x="16700" y="9135"/>
                  </a:lnTo>
                  <a:lnTo>
                    <a:pt x="16765" y="8786"/>
                  </a:lnTo>
                  <a:lnTo>
                    <a:pt x="16787" y="8415"/>
                  </a:lnTo>
                  <a:close/>
                  <a:moveTo>
                    <a:pt x="12667" y="14018"/>
                  </a:moveTo>
                  <a:lnTo>
                    <a:pt x="12536" y="14301"/>
                  </a:lnTo>
                  <a:lnTo>
                    <a:pt x="12405" y="14563"/>
                  </a:lnTo>
                  <a:lnTo>
                    <a:pt x="12296" y="14846"/>
                  </a:lnTo>
                  <a:lnTo>
                    <a:pt x="12187" y="15152"/>
                  </a:lnTo>
                  <a:lnTo>
                    <a:pt x="12100" y="15435"/>
                  </a:lnTo>
                  <a:lnTo>
                    <a:pt x="12013" y="15740"/>
                  </a:lnTo>
                  <a:lnTo>
                    <a:pt x="11969" y="16046"/>
                  </a:lnTo>
                  <a:lnTo>
                    <a:pt x="11925" y="16329"/>
                  </a:lnTo>
                  <a:lnTo>
                    <a:pt x="11751" y="16067"/>
                  </a:lnTo>
                  <a:lnTo>
                    <a:pt x="11555" y="15784"/>
                  </a:lnTo>
                  <a:lnTo>
                    <a:pt x="11359" y="15544"/>
                  </a:lnTo>
                  <a:lnTo>
                    <a:pt x="11162" y="15282"/>
                  </a:lnTo>
                  <a:lnTo>
                    <a:pt x="10944" y="15064"/>
                  </a:lnTo>
                  <a:lnTo>
                    <a:pt x="10704" y="14846"/>
                  </a:lnTo>
                  <a:lnTo>
                    <a:pt x="10465" y="14628"/>
                  </a:lnTo>
                  <a:lnTo>
                    <a:pt x="10225" y="14432"/>
                  </a:lnTo>
                  <a:lnTo>
                    <a:pt x="10835" y="14432"/>
                  </a:lnTo>
                  <a:lnTo>
                    <a:pt x="11141" y="14389"/>
                  </a:lnTo>
                  <a:lnTo>
                    <a:pt x="11446" y="14345"/>
                  </a:lnTo>
                  <a:lnTo>
                    <a:pt x="11751" y="14301"/>
                  </a:lnTo>
                  <a:lnTo>
                    <a:pt x="12056" y="14214"/>
                  </a:lnTo>
                  <a:lnTo>
                    <a:pt x="12361" y="14127"/>
                  </a:lnTo>
                  <a:lnTo>
                    <a:pt x="12667" y="14018"/>
                  </a:lnTo>
                  <a:close/>
                  <a:moveTo>
                    <a:pt x="22542" y="0"/>
                  </a:moveTo>
                  <a:lnTo>
                    <a:pt x="22237" y="22"/>
                  </a:lnTo>
                  <a:lnTo>
                    <a:pt x="21932" y="65"/>
                  </a:lnTo>
                  <a:lnTo>
                    <a:pt x="21605" y="131"/>
                  </a:lnTo>
                  <a:lnTo>
                    <a:pt x="21300" y="196"/>
                  </a:lnTo>
                  <a:lnTo>
                    <a:pt x="20994" y="283"/>
                  </a:lnTo>
                  <a:lnTo>
                    <a:pt x="20689" y="392"/>
                  </a:lnTo>
                  <a:lnTo>
                    <a:pt x="20384" y="501"/>
                  </a:lnTo>
                  <a:lnTo>
                    <a:pt x="19948" y="698"/>
                  </a:lnTo>
                  <a:lnTo>
                    <a:pt x="19556" y="916"/>
                  </a:lnTo>
                  <a:lnTo>
                    <a:pt x="19163" y="1177"/>
                  </a:lnTo>
                  <a:lnTo>
                    <a:pt x="18814" y="1439"/>
                  </a:lnTo>
                  <a:lnTo>
                    <a:pt x="18466" y="1744"/>
                  </a:lnTo>
                  <a:lnTo>
                    <a:pt x="18160" y="2049"/>
                  </a:lnTo>
                  <a:lnTo>
                    <a:pt x="17877" y="2398"/>
                  </a:lnTo>
                  <a:lnTo>
                    <a:pt x="17615" y="2747"/>
                  </a:lnTo>
                  <a:lnTo>
                    <a:pt x="17376" y="3118"/>
                  </a:lnTo>
                  <a:lnTo>
                    <a:pt x="17158" y="3488"/>
                  </a:lnTo>
                  <a:lnTo>
                    <a:pt x="16983" y="3902"/>
                  </a:lnTo>
                  <a:lnTo>
                    <a:pt x="16809" y="4295"/>
                  </a:lnTo>
                  <a:lnTo>
                    <a:pt x="16678" y="4731"/>
                  </a:lnTo>
                  <a:lnTo>
                    <a:pt x="16591" y="5145"/>
                  </a:lnTo>
                  <a:lnTo>
                    <a:pt x="16503" y="5581"/>
                  </a:lnTo>
                  <a:lnTo>
                    <a:pt x="16482" y="6017"/>
                  </a:lnTo>
                  <a:lnTo>
                    <a:pt x="16307" y="5559"/>
                  </a:lnTo>
                  <a:lnTo>
                    <a:pt x="16155" y="5254"/>
                  </a:lnTo>
                  <a:lnTo>
                    <a:pt x="16024" y="4971"/>
                  </a:lnTo>
                  <a:lnTo>
                    <a:pt x="15849" y="4687"/>
                  </a:lnTo>
                  <a:lnTo>
                    <a:pt x="15675" y="4426"/>
                  </a:lnTo>
                  <a:lnTo>
                    <a:pt x="15501" y="4164"/>
                  </a:lnTo>
                  <a:lnTo>
                    <a:pt x="15304" y="3924"/>
                  </a:lnTo>
                  <a:lnTo>
                    <a:pt x="15086" y="3684"/>
                  </a:lnTo>
                  <a:lnTo>
                    <a:pt x="14868" y="3466"/>
                  </a:lnTo>
                  <a:lnTo>
                    <a:pt x="14650" y="3248"/>
                  </a:lnTo>
                  <a:lnTo>
                    <a:pt x="14411" y="3052"/>
                  </a:lnTo>
                  <a:lnTo>
                    <a:pt x="14149" y="2856"/>
                  </a:lnTo>
                  <a:lnTo>
                    <a:pt x="13909" y="2682"/>
                  </a:lnTo>
                  <a:lnTo>
                    <a:pt x="13648" y="2529"/>
                  </a:lnTo>
                  <a:lnTo>
                    <a:pt x="13364" y="2376"/>
                  </a:lnTo>
                  <a:lnTo>
                    <a:pt x="13103" y="2246"/>
                  </a:lnTo>
                  <a:lnTo>
                    <a:pt x="12819" y="2115"/>
                  </a:lnTo>
                  <a:lnTo>
                    <a:pt x="12536" y="2006"/>
                  </a:lnTo>
                  <a:lnTo>
                    <a:pt x="12231" y="1919"/>
                  </a:lnTo>
                  <a:lnTo>
                    <a:pt x="11947" y="1831"/>
                  </a:lnTo>
                  <a:lnTo>
                    <a:pt x="11642" y="1766"/>
                  </a:lnTo>
                  <a:lnTo>
                    <a:pt x="11337" y="1722"/>
                  </a:lnTo>
                  <a:lnTo>
                    <a:pt x="11032" y="1679"/>
                  </a:lnTo>
                  <a:lnTo>
                    <a:pt x="10726" y="1657"/>
                  </a:lnTo>
                  <a:lnTo>
                    <a:pt x="10399" y="1635"/>
                  </a:lnTo>
                  <a:lnTo>
                    <a:pt x="10094" y="1657"/>
                  </a:lnTo>
                  <a:lnTo>
                    <a:pt x="9789" y="1679"/>
                  </a:lnTo>
                  <a:lnTo>
                    <a:pt x="9462" y="1701"/>
                  </a:lnTo>
                  <a:lnTo>
                    <a:pt x="9157" y="1766"/>
                  </a:lnTo>
                  <a:lnTo>
                    <a:pt x="8851" y="1831"/>
                  </a:lnTo>
                  <a:lnTo>
                    <a:pt x="8524" y="1919"/>
                  </a:lnTo>
                  <a:lnTo>
                    <a:pt x="8219" y="2028"/>
                  </a:lnTo>
                  <a:lnTo>
                    <a:pt x="7914" y="2137"/>
                  </a:lnTo>
                  <a:lnTo>
                    <a:pt x="7631" y="2289"/>
                  </a:lnTo>
                  <a:lnTo>
                    <a:pt x="7325" y="2420"/>
                  </a:lnTo>
                  <a:lnTo>
                    <a:pt x="7042" y="2594"/>
                  </a:lnTo>
                  <a:lnTo>
                    <a:pt x="6780" y="2769"/>
                  </a:lnTo>
                  <a:lnTo>
                    <a:pt x="6519" y="2943"/>
                  </a:lnTo>
                  <a:lnTo>
                    <a:pt x="6279" y="3139"/>
                  </a:lnTo>
                  <a:lnTo>
                    <a:pt x="6039" y="3357"/>
                  </a:lnTo>
                  <a:lnTo>
                    <a:pt x="5821" y="3575"/>
                  </a:lnTo>
                  <a:lnTo>
                    <a:pt x="5603" y="3793"/>
                  </a:lnTo>
                  <a:lnTo>
                    <a:pt x="5407" y="4033"/>
                  </a:lnTo>
                  <a:lnTo>
                    <a:pt x="5232" y="4295"/>
                  </a:lnTo>
                  <a:lnTo>
                    <a:pt x="5058" y="4535"/>
                  </a:lnTo>
                  <a:lnTo>
                    <a:pt x="4884" y="4796"/>
                  </a:lnTo>
                  <a:lnTo>
                    <a:pt x="4731" y="5080"/>
                  </a:lnTo>
                  <a:lnTo>
                    <a:pt x="4600" y="5341"/>
                  </a:lnTo>
                  <a:lnTo>
                    <a:pt x="4491" y="5625"/>
                  </a:lnTo>
                  <a:lnTo>
                    <a:pt x="4382" y="5908"/>
                  </a:lnTo>
                  <a:lnTo>
                    <a:pt x="4273" y="6213"/>
                  </a:lnTo>
                  <a:lnTo>
                    <a:pt x="4186" y="6497"/>
                  </a:lnTo>
                  <a:lnTo>
                    <a:pt x="4121" y="6802"/>
                  </a:lnTo>
                  <a:lnTo>
                    <a:pt x="4077" y="7107"/>
                  </a:lnTo>
                  <a:lnTo>
                    <a:pt x="4033" y="7412"/>
                  </a:lnTo>
                  <a:lnTo>
                    <a:pt x="4012" y="7718"/>
                  </a:lnTo>
                  <a:lnTo>
                    <a:pt x="4012" y="8045"/>
                  </a:lnTo>
                  <a:lnTo>
                    <a:pt x="4012" y="8350"/>
                  </a:lnTo>
                  <a:lnTo>
                    <a:pt x="4033" y="8655"/>
                  </a:lnTo>
                  <a:lnTo>
                    <a:pt x="4077" y="8982"/>
                  </a:lnTo>
                  <a:lnTo>
                    <a:pt x="4121" y="9287"/>
                  </a:lnTo>
                  <a:lnTo>
                    <a:pt x="4208" y="9592"/>
                  </a:lnTo>
                  <a:lnTo>
                    <a:pt x="4295" y="9919"/>
                  </a:lnTo>
                  <a:lnTo>
                    <a:pt x="4382" y="10225"/>
                  </a:lnTo>
                  <a:lnTo>
                    <a:pt x="4513" y="10530"/>
                  </a:lnTo>
                  <a:lnTo>
                    <a:pt x="4687" y="10922"/>
                  </a:lnTo>
                  <a:lnTo>
                    <a:pt x="4905" y="11293"/>
                  </a:lnTo>
                  <a:lnTo>
                    <a:pt x="5123" y="11664"/>
                  </a:lnTo>
                  <a:lnTo>
                    <a:pt x="5385" y="12012"/>
                  </a:lnTo>
                  <a:lnTo>
                    <a:pt x="5647" y="12318"/>
                  </a:lnTo>
                  <a:lnTo>
                    <a:pt x="5952" y="12623"/>
                  </a:lnTo>
                  <a:lnTo>
                    <a:pt x="6257" y="12906"/>
                  </a:lnTo>
                  <a:lnTo>
                    <a:pt x="6584" y="13168"/>
                  </a:lnTo>
                  <a:lnTo>
                    <a:pt x="6235" y="13168"/>
                  </a:lnTo>
                  <a:lnTo>
                    <a:pt x="5908" y="13190"/>
                  </a:lnTo>
                  <a:lnTo>
                    <a:pt x="5581" y="13211"/>
                  </a:lnTo>
                  <a:lnTo>
                    <a:pt x="5232" y="13277"/>
                  </a:lnTo>
                  <a:lnTo>
                    <a:pt x="4905" y="13342"/>
                  </a:lnTo>
                  <a:lnTo>
                    <a:pt x="4578" y="13429"/>
                  </a:lnTo>
                  <a:lnTo>
                    <a:pt x="4230" y="13538"/>
                  </a:lnTo>
                  <a:lnTo>
                    <a:pt x="3903" y="13669"/>
                  </a:lnTo>
                  <a:lnTo>
                    <a:pt x="3619" y="13800"/>
                  </a:lnTo>
                  <a:lnTo>
                    <a:pt x="3314" y="13953"/>
                  </a:lnTo>
                  <a:lnTo>
                    <a:pt x="3031" y="14105"/>
                  </a:lnTo>
                  <a:lnTo>
                    <a:pt x="2769" y="14280"/>
                  </a:lnTo>
                  <a:lnTo>
                    <a:pt x="2507" y="14476"/>
                  </a:lnTo>
                  <a:lnTo>
                    <a:pt x="2268" y="14672"/>
                  </a:lnTo>
                  <a:lnTo>
                    <a:pt x="2028" y="14868"/>
                  </a:lnTo>
                  <a:lnTo>
                    <a:pt x="1810" y="15086"/>
                  </a:lnTo>
                  <a:lnTo>
                    <a:pt x="1592" y="15326"/>
                  </a:lnTo>
                  <a:lnTo>
                    <a:pt x="1396" y="15566"/>
                  </a:lnTo>
                  <a:lnTo>
                    <a:pt x="1221" y="15806"/>
                  </a:lnTo>
                  <a:lnTo>
                    <a:pt x="1047" y="16067"/>
                  </a:lnTo>
                  <a:lnTo>
                    <a:pt x="872" y="16329"/>
                  </a:lnTo>
                  <a:lnTo>
                    <a:pt x="720" y="16591"/>
                  </a:lnTo>
                  <a:lnTo>
                    <a:pt x="589" y="16874"/>
                  </a:lnTo>
                  <a:lnTo>
                    <a:pt x="480" y="17136"/>
                  </a:lnTo>
                  <a:lnTo>
                    <a:pt x="371" y="17441"/>
                  </a:lnTo>
                  <a:lnTo>
                    <a:pt x="262" y="17724"/>
                  </a:lnTo>
                  <a:lnTo>
                    <a:pt x="175" y="18029"/>
                  </a:lnTo>
                  <a:lnTo>
                    <a:pt x="109" y="18313"/>
                  </a:lnTo>
                  <a:lnTo>
                    <a:pt x="66" y="18618"/>
                  </a:lnTo>
                  <a:lnTo>
                    <a:pt x="22" y="18923"/>
                  </a:lnTo>
                  <a:lnTo>
                    <a:pt x="0" y="19250"/>
                  </a:lnTo>
                  <a:lnTo>
                    <a:pt x="0" y="19555"/>
                  </a:lnTo>
                  <a:lnTo>
                    <a:pt x="0" y="19861"/>
                  </a:lnTo>
                  <a:lnTo>
                    <a:pt x="22" y="20188"/>
                  </a:lnTo>
                  <a:lnTo>
                    <a:pt x="66" y="20493"/>
                  </a:lnTo>
                  <a:lnTo>
                    <a:pt x="109" y="20798"/>
                  </a:lnTo>
                  <a:lnTo>
                    <a:pt x="197" y="21125"/>
                  </a:lnTo>
                  <a:lnTo>
                    <a:pt x="262" y="21430"/>
                  </a:lnTo>
                  <a:lnTo>
                    <a:pt x="371" y="21736"/>
                  </a:lnTo>
                  <a:lnTo>
                    <a:pt x="502" y="22041"/>
                  </a:lnTo>
                  <a:lnTo>
                    <a:pt x="633" y="22346"/>
                  </a:lnTo>
                  <a:lnTo>
                    <a:pt x="785" y="22629"/>
                  </a:lnTo>
                  <a:lnTo>
                    <a:pt x="938" y="22913"/>
                  </a:lnTo>
                  <a:lnTo>
                    <a:pt x="1112" y="23174"/>
                  </a:lnTo>
                  <a:lnTo>
                    <a:pt x="1308" y="23436"/>
                  </a:lnTo>
                  <a:lnTo>
                    <a:pt x="1505" y="23676"/>
                  </a:lnTo>
                  <a:lnTo>
                    <a:pt x="1701" y="23916"/>
                  </a:lnTo>
                  <a:lnTo>
                    <a:pt x="1919" y="24134"/>
                  </a:lnTo>
                  <a:lnTo>
                    <a:pt x="2159" y="24352"/>
                  </a:lnTo>
                  <a:lnTo>
                    <a:pt x="2398" y="24548"/>
                  </a:lnTo>
                  <a:lnTo>
                    <a:pt x="2638" y="24744"/>
                  </a:lnTo>
                  <a:lnTo>
                    <a:pt x="2900" y="24918"/>
                  </a:lnTo>
                  <a:lnTo>
                    <a:pt x="3161" y="25071"/>
                  </a:lnTo>
                  <a:lnTo>
                    <a:pt x="3423" y="25224"/>
                  </a:lnTo>
                  <a:lnTo>
                    <a:pt x="3706" y="25354"/>
                  </a:lnTo>
                  <a:lnTo>
                    <a:pt x="3990" y="25485"/>
                  </a:lnTo>
                  <a:lnTo>
                    <a:pt x="4273" y="25594"/>
                  </a:lnTo>
                  <a:lnTo>
                    <a:pt x="4557" y="25681"/>
                  </a:lnTo>
                  <a:lnTo>
                    <a:pt x="4862" y="25769"/>
                  </a:lnTo>
                  <a:lnTo>
                    <a:pt x="5145" y="25834"/>
                  </a:lnTo>
                  <a:lnTo>
                    <a:pt x="5450" y="25899"/>
                  </a:lnTo>
                  <a:lnTo>
                    <a:pt x="5778" y="25921"/>
                  </a:lnTo>
                  <a:lnTo>
                    <a:pt x="6083" y="25943"/>
                  </a:lnTo>
                  <a:lnTo>
                    <a:pt x="6388" y="25965"/>
                  </a:lnTo>
                  <a:lnTo>
                    <a:pt x="6693" y="25943"/>
                  </a:lnTo>
                  <a:lnTo>
                    <a:pt x="7020" y="25921"/>
                  </a:lnTo>
                  <a:lnTo>
                    <a:pt x="7325" y="25899"/>
                  </a:lnTo>
                  <a:lnTo>
                    <a:pt x="7631" y="25834"/>
                  </a:lnTo>
                  <a:lnTo>
                    <a:pt x="7958" y="25769"/>
                  </a:lnTo>
                  <a:lnTo>
                    <a:pt x="8263" y="25681"/>
                  </a:lnTo>
                  <a:lnTo>
                    <a:pt x="8568" y="25572"/>
                  </a:lnTo>
                  <a:lnTo>
                    <a:pt x="8873" y="25463"/>
                  </a:lnTo>
                  <a:lnTo>
                    <a:pt x="9266" y="25267"/>
                  </a:lnTo>
                  <a:lnTo>
                    <a:pt x="9658" y="25071"/>
                  </a:lnTo>
                  <a:lnTo>
                    <a:pt x="10029" y="24831"/>
                  </a:lnTo>
                  <a:lnTo>
                    <a:pt x="10356" y="24591"/>
                  </a:lnTo>
                  <a:lnTo>
                    <a:pt x="10683" y="24308"/>
                  </a:lnTo>
                  <a:lnTo>
                    <a:pt x="10988" y="24025"/>
                  </a:lnTo>
                  <a:lnTo>
                    <a:pt x="11271" y="23719"/>
                  </a:lnTo>
                  <a:lnTo>
                    <a:pt x="11511" y="23392"/>
                  </a:lnTo>
                  <a:lnTo>
                    <a:pt x="11751" y="23044"/>
                  </a:lnTo>
                  <a:lnTo>
                    <a:pt x="11969" y="22695"/>
                  </a:lnTo>
                  <a:lnTo>
                    <a:pt x="12165" y="22324"/>
                  </a:lnTo>
                  <a:lnTo>
                    <a:pt x="12318" y="21954"/>
                  </a:lnTo>
                  <a:lnTo>
                    <a:pt x="12470" y="21561"/>
                  </a:lnTo>
                  <a:lnTo>
                    <a:pt x="12579" y="21169"/>
                  </a:lnTo>
                  <a:lnTo>
                    <a:pt x="12667" y="20754"/>
                  </a:lnTo>
                  <a:lnTo>
                    <a:pt x="12732" y="20340"/>
                  </a:lnTo>
                  <a:lnTo>
                    <a:pt x="12885" y="20602"/>
                  </a:lnTo>
                  <a:lnTo>
                    <a:pt x="13059" y="20842"/>
                  </a:lnTo>
                  <a:lnTo>
                    <a:pt x="13233" y="21082"/>
                  </a:lnTo>
                  <a:lnTo>
                    <a:pt x="13408" y="21300"/>
                  </a:lnTo>
                  <a:lnTo>
                    <a:pt x="13604" y="21518"/>
                  </a:lnTo>
                  <a:lnTo>
                    <a:pt x="13822" y="21714"/>
                  </a:lnTo>
                  <a:lnTo>
                    <a:pt x="14236" y="22106"/>
                  </a:lnTo>
                  <a:lnTo>
                    <a:pt x="14694" y="22433"/>
                  </a:lnTo>
                  <a:lnTo>
                    <a:pt x="15174" y="22738"/>
                  </a:lnTo>
                  <a:lnTo>
                    <a:pt x="15697" y="22978"/>
                  </a:lnTo>
                  <a:lnTo>
                    <a:pt x="16220" y="23196"/>
                  </a:lnTo>
                  <a:lnTo>
                    <a:pt x="16765" y="23349"/>
                  </a:lnTo>
                  <a:lnTo>
                    <a:pt x="17310" y="23458"/>
                  </a:lnTo>
                  <a:lnTo>
                    <a:pt x="17877" y="23523"/>
                  </a:lnTo>
                  <a:lnTo>
                    <a:pt x="18466" y="23523"/>
                  </a:lnTo>
                  <a:lnTo>
                    <a:pt x="18749" y="23501"/>
                  </a:lnTo>
                  <a:lnTo>
                    <a:pt x="19032" y="23480"/>
                  </a:lnTo>
                  <a:lnTo>
                    <a:pt x="19316" y="23436"/>
                  </a:lnTo>
                  <a:lnTo>
                    <a:pt x="19599" y="23392"/>
                  </a:lnTo>
                  <a:lnTo>
                    <a:pt x="19904" y="23327"/>
                  </a:lnTo>
                  <a:lnTo>
                    <a:pt x="20188" y="23240"/>
                  </a:lnTo>
                  <a:lnTo>
                    <a:pt x="20471" y="23131"/>
                  </a:lnTo>
                  <a:lnTo>
                    <a:pt x="20755" y="23022"/>
                  </a:lnTo>
                  <a:lnTo>
                    <a:pt x="21038" y="22891"/>
                  </a:lnTo>
                  <a:lnTo>
                    <a:pt x="21343" y="22738"/>
                  </a:lnTo>
                  <a:lnTo>
                    <a:pt x="21605" y="22586"/>
                  </a:lnTo>
                  <a:lnTo>
                    <a:pt x="21888" y="22411"/>
                  </a:lnTo>
                  <a:lnTo>
                    <a:pt x="22150" y="22215"/>
                  </a:lnTo>
                  <a:lnTo>
                    <a:pt x="22390" y="22019"/>
                  </a:lnTo>
                  <a:lnTo>
                    <a:pt x="22630" y="21823"/>
                  </a:lnTo>
                  <a:lnTo>
                    <a:pt x="22848" y="21605"/>
                  </a:lnTo>
                  <a:lnTo>
                    <a:pt x="23066" y="21365"/>
                  </a:lnTo>
                  <a:lnTo>
                    <a:pt x="23262" y="21125"/>
                  </a:lnTo>
                  <a:lnTo>
                    <a:pt x="23436" y="20885"/>
                  </a:lnTo>
                  <a:lnTo>
                    <a:pt x="23611" y="20624"/>
                  </a:lnTo>
                  <a:lnTo>
                    <a:pt x="23785" y="20362"/>
                  </a:lnTo>
                  <a:lnTo>
                    <a:pt x="23938" y="20100"/>
                  </a:lnTo>
                  <a:lnTo>
                    <a:pt x="24068" y="19817"/>
                  </a:lnTo>
                  <a:lnTo>
                    <a:pt x="24177" y="19555"/>
                  </a:lnTo>
                  <a:lnTo>
                    <a:pt x="24286" y="19250"/>
                  </a:lnTo>
                  <a:lnTo>
                    <a:pt x="24395" y="18967"/>
                  </a:lnTo>
                  <a:lnTo>
                    <a:pt x="24461" y="18662"/>
                  </a:lnTo>
                  <a:lnTo>
                    <a:pt x="24548" y="18378"/>
                  </a:lnTo>
                  <a:lnTo>
                    <a:pt x="24592" y="18073"/>
                  </a:lnTo>
                  <a:lnTo>
                    <a:pt x="24635" y="17768"/>
                  </a:lnTo>
                  <a:lnTo>
                    <a:pt x="24657" y="17441"/>
                  </a:lnTo>
                  <a:lnTo>
                    <a:pt x="24657" y="17136"/>
                  </a:lnTo>
                  <a:lnTo>
                    <a:pt x="24657" y="16830"/>
                  </a:lnTo>
                  <a:lnTo>
                    <a:pt x="24635" y="16503"/>
                  </a:lnTo>
                  <a:lnTo>
                    <a:pt x="24592" y="16198"/>
                  </a:lnTo>
                  <a:lnTo>
                    <a:pt x="24548" y="15893"/>
                  </a:lnTo>
                  <a:lnTo>
                    <a:pt x="24461" y="15566"/>
                  </a:lnTo>
                  <a:lnTo>
                    <a:pt x="24374" y="15261"/>
                  </a:lnTo>
                  <a:lnTo>
                    <a:pt x="24286" y="14955"/>
                  </a:lnTo>
                  <a:lnTo>
                    <a:pt x="24156" y="14650"/>
                  </a:lnTo>
                  <a:lnTo>
                    <a:pt x="23916" y="14127"/>
                  </a:lnTo>
                  <a:lnTo>
                    <a:pt x="23632" y="13647"/>
                  </a:lnTo>
                  <a:lnTo>
                    <a:pt x="23327" y="13211"/>
                  </a:lnTo>
                  <a:lnTo>
                    <a:pt x="22978" y="12797"/>
                  </a:lnTo>
                  <a:lnTo>
                    <a:pt x="23262" y="12775"/>
                  </a:lnTo>
                  <a:lnTo>
                    <a:pt x="23567" y="12754"/>
                  </a:lnTo>
                  <a:lnTo>
                    <a:pt x="23872" y="12710"/>
                  </a:lnTo>
                  <a:lnTo>
                    <a:pt x="24156" y="12666"/>
                  </a:lnTo>
                  <a:lnTo>
                    <a:pt x="24461" y="12601"/>
                  </a:lnTo>
                  <a:lnTo>
                    <a:pt x="24744" y="12514"/>
                  </a:lnTo>
                  <a:lnTo>
                    <a:pt x="25049" y="12405"/>
                  </a:lnTo>
                  <a:lnTo>
                    <a:pt x="25333" y="12296"/>
                  </a:lnTo>
                  <a:lnTo>
                    <a:pt x="25638" y="12165"/>
                  </a:lnTo>
                  <a:lnTo>
                    <a:pt x="25921" y="12012"/>
                  </a:lnTo>
                  <a:lnTo>
                    <a:pt x="26205" y="11860"/>
                  </a:lnTo>
                  <a:lnTo>
                    <a:pt x="26466" y="11685"/>
                  </a:lnTo>
                  <a:lnTo>
                    <a:pt x="26728" y="11489"/>
                  </a:lnTo>
                  <a:lnTo>
                    <a:pt x="26990" y="11293"/>
                  </a:lnTo>
                  <a:lnTo>
                    <a:pt x="27208" y="11097"/>
                  </a:lnTo>
                  <a:lnTo>
                    <a:pt x="27447" y="10879"/>
                  </a:lnTo>
                  <a:lnTo>
                    <a:pt x="27644" y="10639"/>
                  </a:lnTo>
                  <a:lnTo>
                    <a:pt x="27840" y="10399"/>
                  </a:lnTo>
                  <a:lnTo>
                    <a:pt x="28036" y="10159"/>
                  </a:lnTo>
                  <a:lnTo>
                    <a:pt x="28211" y="9898"/>
                  </a:lnTo>
                  <a:lnTo>
                    <a:pt x="28363" y="9636"/>
                  </a:lnTo>
                  <a:lnTo>
                    <a:pt x="28516" y="9374"/>
                  </a:lnTo>
                  <a:lnTo>
                    <a:pt x="28647" y="9091"/>
                  </a:lnTo>
                  <a:lnTo>
                    <a:pt x="28777" y="8808"/>
                  </a:lnTo>
                  <a:lnTo>
                    <a:pt x="28886" y="8524"/>
                  </a:lnTo>
                  <a:lnTo>
                    <a:pt x="28974" y="8241"/>
                  </a:lnTo>
                  <a:lnTo>
                    <a:pt x="29061" y="7936"/>
                  </a:lnTo>
                  <a:lnTo>
                    <a:pt x="29126" y="7630"/>
                  </a:lnTo>
                  <a:lnTo>
                    <a:pt x="29192" y="7325"/>
                  </a:lnTo>
                  <a:lnTo>
                    <a:pt x="29213" y="7020"/>
                  </a:lnTo>
                  <a:lnTo>
                    <a:pt x="29257" y="6715"/>
                  </a:lnTo>
                  <a:lnTo>
                    <a:pt x="29257" y="6410"/>
                  </a:lnTo>
                  <a:lnTo>
                    <a:pt x="29257" y="6104"/>
                  </a:lnTo>
                  <a:lnTo>
                    <a:pt x="29235" y="5777"/>
                  </a:lnTo>
                  <a:lnTo>
                    <a:pt x="29192" y="5472"/>
                  </a:lnTo>
                  <a:lnTo>
                    <a:pt x="29126" y="5167"/>
                  </a:lnTo>
                  <a:lnTo>
                    <a:pt x="29061" y="4840"/>
                  </a:lnTo>
                  <a:lnTo>
                    <a:pt x="28974" y="4535"/>
                  </a:lnTo>
                  <a:lnTo>
                    <a:pt x="28865" y="4229"/>
                  </a:lnTo>
                  <a:lnTo>
                    <a:pt x="28756" y="3924"/>
                  </a:lnTo>
                  <a:lnTo>
                    <a:pt x="28625" y="3619"/>
                  </a:lnTo>
                  <a:lnTo>
                    <a:pt x="28472" y="3336"/>
                  </a:lnTo>
                  <a:lnTo>
                    <a:pt x="28298" y="3052"/>
                  </a:lnTo>
                  <a:lnTo>
                    <a:pt x="28123" y="2791"/>
                  </a:lnTo>
                  <a:lnTo>
                    <a:pt x="27949" y="2529"/>
                  </a:lnTo>
                  <a:lnTo>
                    <a:pt x="27753" y="2289"/>
                  </a:lnTo>
                  <a:lnTo>
                    <a:pt x="27535" y="2049"/>
                  </a:lnTo>
                  <a:lnTo>
                    <a:pt x="27317" y="1810"/>
                  </a:lnTo>
                  <a:lnTo>
                    <a:pt x="27099" y="1613"/>
                  </a:lnTo>
                  <a:lnTo>
                    <a:pt x="26859" y="1417"/>
                  </a:lnTo>
                  <a:lnTo>
                    <a:pt x="26619" y="1221"/>
                  </a:lnTo>
                  <a:lnTo>
                    <a:pt x="26357" y="1047"/>
                  </a:lnTo>
                  <a:lnTo>
                    <a:pt x="26096" y="894"/>
                  </a:lnTo>
                  <a:lnTo>
                    <a:pt x="25834" y="741"/>
                  </a:lnTo>
                  <a:lnTo>
                    <a:pt x="25551" y="610"/>
                  </a:lnTo>
                  <a:lnTo>
                    <a:pt x="25267" y="480"/>
                  </a:lnTo>
                  <a:lnTo>
                    <a:pt x="24984" y="371"/>
                  </a:lnTo>
                  <a:lnTo>
                    <a:pt x="24679" y="283"/>
                  </a:lnTo>
                  <a:lnTo>
                    <a:pt x="24395" y="196"/>
                  </a:lnTo>
                  <a:lnTo>
                    <a:pt x="24090" y="131"/>
                  </a:lnTo>
                  <a:lnTo>
                    <a:pt x="23785" y="65"/>
                  </a:lnTo>
                  <a:lnTo>
                    <a:pt x="23480" y="22"/>
                  </a:lnTo>
                  <a:lnTo>
                    <a:pt x="2317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0" name="Google Shape;11190;p80"/>
            <p:cNvSpPr/>
            <p:nvPr/>
          </p:nvSpPr>
          <p:spPr>
            <a:xfrm>
              <a:off x="1099200" y="3366200"/>
              <a:ext cx="319950" cy="319950"/>
            </a:xfrm>
            <a:custGeom>
              <a:rect b="b" l="l" r="r" t="t"/>
              <a:pathLst>
                <a:path extrusionOk="0" h="12798" w="12798">
                  <a:moveTo>
                    <a:pt x="6410" y="0"/>
                  </a:moveTo>
                  <a:lnTo>
                    <a:pt x="6083" y="22"/>
                  </a:lnTo>
                  <a:lnTo>
                    <a:pt x="5778" y="44"/>
                  </a:lnTo>
                  <a:lnTo>
                    <a:pt x="5473" y="66"/>
                  </a:lnTo>
                  <a:lnTo>
                    <a:pt x="5146" y="131"/>
                  </a:lnTo>
                  <a:lnTo>
                    <a:pt x="4840" y="196"/>
                  </a:lnTo>
                  <a:lnTo>
                    <a:pt x="4535" y="284"/>
                  </a:lnTo>
                  <a:lnTo>
                    <a:pt x="4208" y="393"/>
                  </a:lnTo>
                  <a:lnTo>
                    <a:pt x="3903" y="502"/>
                  </a:lnTo>
                  <a:lnTo>
                    <a:pt x="3620" y="632"/>
                  </a:lnTo>
                  <a:lnTo>
                    <a:pt x="3314" y="785"/>
                  </a:lnTo>
                  <a:lnTo>
                    <a:pt x="3053" y="959"/>
                  </a:lnTo>
                  <a:lnTo>
                    <a:pt x="2769" y="1134"/>
                  </a:lnTo>
                  <a:lnTo>
                    <a:pt x="2508" y="1308"/>
                  </a:lnTo>
                  <a:lnTo>
                    <a:pt x="2268" y="1504"/>
                  </a:lnTo>
                  <a:lnTo>
                    <a:pt x="2028" y="1722"/>
                  </a:lnTo>
                  <a:lnTo>
                    <a:pt x="1810" y="1940"/>
                  </a:lnTo>
                  <a:lnTo>
                    <a:pt x="1614" y="2158"/>
                  </a:lnTo>
                  <a:lnTo>
                    <a:pt x="1396" y="2398"/>
                  </a:lnTo>
                  <a:lnTo>
                    <a:pt x="1222" y="2638"/>
                  </a:lnTo>
                  <a:lnTo>
                    <a:pt x="1047" y="2900"/>
                  </a:lnTo>
                  <a:lnTo>
                    <a:pt x="873" y="3161"/>
                  </a:lnTo>
                  <a:lnTo>
                    <a:pt x="742" y="3423"/>
                  </a:lnTo>
                  <a:lnTo>
                    <a:pt x="589" y="3706"/>
                  </a:lnTo>
                  <a:lnTo>
                    <a:pt x="480" y="3990"/>
                  </a:lnTo>
                  <a:lnTo>
                    <a:pt x="371" y="4273"/>
                  </a:lnTo>
                  <a:lnTo>
                    <a:pt x="262" y="4578"/>
                  </a:lnTo>
                  <a:lnTo>
                    <a:pt x="197" y="4862"/>
                  </a:lnTo>
                  <a:lnTo>
                    <a:pt x="110" y="5167"/>
                  </a:lnTo>
                  <a:lnTo>
                    <a:pt x="66" y="5472"/>
                  </a:lnTo>
                  <a:lnTo>
                    <a:pt x="22" y="5777"/>
                  </a:lnTo>
                  <a:lnTo>
                    <a:pt x="1" y="6083"/>
                  </a:lnTo>
                  <a:lnTo>
                    <a:pt x="1" y="6388"/>
                  </a:lnTo>
                  <a:lnTo>
                    <a:pt x="1" y="6715"/>
                  </a:lnTo>
                  <a:lnTo>
                    <a:pt x="22" y="7020"/>
                  </a:lnTo>
                  <a:lnTo>
                    <a:pt x="66" y="7347"/>
                  </a:lnTo>
                  <a:lnTo>
                    <a:pt x="110" y="7652"/>
                  </a:lnTo>
                  <a:lnTo>
                    <a:pt x="197" y="7957"/>
                  </a:lnTo>
                  <a:lnTo>
                    <a:pt x="284" y="8263"/>
                  </a:lnTo>
                  <a:lnTo>
                    <a:pt x="371" y="8590"/>
                  </a:lnTo>
                  <a:lnTo>
                    <a:pt x="502" y="8895"/>
                  </a:lnTo>
                  <a:lnTo>
                    <a:pt x="633" y="9178"/>
                  </a:lnTo>
                  <a:lnTo>
                    <a:pt x="786" y="9484"/>
                  </a:lnTo>
                  <a:lnTo>
                    <a:pt x="938" y="9745"/>
                  </a:lnTo>
                  <a:lnTo>
                    <a:pt x="1113" y="10029"/>
                  </a:lnTo>
                  <a:lnTo>
                    <a:pt x="1309" y="10290"/>
                  </a:lnTo>
                  <a:lnTo>
                    <a:pt x="1505" y="10530"/>
                  </a:lnTo>
                  <a:lnTo>
                    <a:pt x="1701" y="10770"/>
                  </a:lnTo>
                  <a:lnTo>
                    <a:pt x="1919" y="10988"/>
                  </a:lnTo>
                  <a:lnTo>
                    <a:pt x="2159" y="11206"/>
                  </a:lnTo>
                  <a:lnTo>
                    <a:pt x="2399" y="11402"/>
                  </a:lnTo>
                  <a:lnTo>
                    <a:pt x="2639" y="11576"/>
                  </a:lnTo>
                  <a:lnTo>
                    <a:pt x="2900" y="11751"/>
                  </a:lnTo>
                  <a:lnTo>
                    <a:pt x="3162" y="11925"/>
                  </a:lnTo>
                  <a:lnTo>
                    <a:pt x="3423" y="12078"/>
                  </a:lnTo>
                  <a:lnTo>
                    <a:pt x="3707" y="12209"/>
                  </a:lnTo>
                  <a:lnTo>
                    <a:pt x="3990" y="12318"/>
                  </a:lnTo>
                  <a:lnTo>
                    <a:pt x="4274" y="12448"/>
                  </a:lnTo>
                  <a:lnTo>
                    <a:pt x="4557" y="12536"/>
                  </a:lnTo>
                  <a:lnTo>
                    <a:pt x="4862" y="12623"/>
                  </a:lnTo>
                  <a:lnTo>
                    <a:pt x="5167" y="12688"/>
                  </a:lnTo>
                  <a:lnTo>
                    <a:pt x="5473" y="12732"/>
                  </a:lnTo>
                  <a:lnTo>
                    <a:pt x="5778" y="12775"/>
                  </a:lnTo>
                  <a:lnTo>
                    <a:pt x="6083" y="12797"/>
                  </a:lnTo>
                  <a:lnTo>
                    <a:pt x="6694" y="12797"/>
                  </a:lnTo>
                  <a:lnTo>
                    <a:pt x="7021" y="12775"/>
                  </a:lnTo>
                  <a:lnTo>
                    <a:pt x="7326" y="12732"/>
                  </a:lnTo>
                  <a:lnTo>
                    <a:pt x="7631" y="12688"/>
                  </a:lnTo>
                  <a:lnTo>
                    <a:pt x="7958" y="12623"/>
                  </a:lnTo>
                  <a:lnTo>
                    <a:pt x="8263" y="12536"/>
                  </a:lnTo>
                  <a:lnTo>
                    <a:pt x="8568" y="12427"/>
                  </a:lnTo>
                  <a:lnTo>
                    <a:pt x="8874" y="12296"/>
                  </a:lnTo>
                  <a:lnTo>
                    <a:pt x="9179" y="12165"/>
                  </a:lnTo>
                  <a:lnTo>
                    <a:pt x="9462" y="12012"/>
                  </a:lnTo>
                  <a:lnTo>
                    <a:pt x="9746" y="11860"/>
                  </a:lnTo>
                  <a:lnTo>
                    <a:pt x="10007" y="11685"/>
                  </a:lnTo>
                  <a:lnTo>
                    <a:pt x="10269" y="11489"/>
                  </a:lnTo>
                  <a:lnTo>
                    <a:pt x="10509" y="11293"/>
                  </a:lnTo>
                  <a:lnTo>
                    <a:pt x="10748" y="11097"/>
                  </a:lnTo>
                  <a:lnTo>
                    <a:pt x="10966" y="10879"/>
                  </a:lnTo>
                  <a:lnTo>
                    <a:pt x="11184" y="10639"/>
                  </a:lnTo>
                  <a:lnTo>
                    <a:pt x="11381" y="10399"/>
                  </a:lnTo>
                  <a:lnTo>
                    <a:pt x="11577" y="10159"/>
                  </a:lnTo>
                  <a:lnTo>
                    <a:pt x="11751" y="9920"/>
                  </a:lnTo>
                  <a:lnTo>
                    <a:pt x="11904" y="9658"/>
                  </a:lnTo>
                  <a:lnTo>
                    <a:pt x="12057" y="9375"/>
                  </a:lnTo>
                  <a:lnTo>
                    <a:pt x="12187" y="9113"/>
                  </a:lnTo>
                  <a:lnTo>
                    <a:pt x="12318" y="8830"/>
                  </a:lnTo>
                  <a:lnTo>
                    <a:pt x="12427" y="8524"/>
                  </a:lnTo>
                  <a:lnTo>
                    <a:pt x="12514" y="8241"/>
                  </a:lnTo>
                  <a:lnTo>
                    <a:pt x="12602" y="7936"/>
                  </a:lnTo>
                  <a:lnTo>
                    <a:pt x="12667" y="7652"/>
                  </a:lnTo>
                  <a:lnTo>
                    <a:pt x="12732" y="7347"/>
                  </a:lnTo>
                  <a:lnTo>
                    <a:pt x="12754" y="7042"/>
                  </a:lnTo>
                  <a:lnTo>
                    <a:pt x="12776" y="6715"/>
                  </a:lnTo>
                  <a:lnTo>
                    <a:pt x="12798" y="6410"/>
                  </a:lnTo>
                  <a:lnTo>
                    <a:pt x="12776" y="6104"/>
                  </a:lnTo>
                  <a:lnTo>
                    <a:pt x="12754" y="5799"/>
                  </a:lnTo>
                  <a:lnTo>
                    <a:pt x="12732" y="5472"/>
                  </a:lnTo>
                  <a:lnTo>
                    <a:pt x="12667" y="5167"/>
                  </a:lnTo>
                  <a:lnTo>
                    <a:pt x="12602" y="4840"/>
                  </a:lnTo>
                  <a:lnTo>
                    <a:pt x="12514" y="4535"/>
                  </a:lnTo>
                  <a:lnTo>
                    <a:pt x="12405" y="4230"/>
                  </a:lnTo>
                  <a:lnTo>
                    <a:pt x="12296" y="3924"/>
                  </a:lnTo>
                  <a:lnTo>
                    <a:pt x="12166" y="3619"/>
                  </a:lnTo>
                  <a:lnTo>
                    <a:pt x="12013" y="3336"/>
                  </a:lnTo>
                  <a:lnTo>
                    <a:pt x="11839" y="3052"/>
                  </a:lnTo>
                  <a:lnTo>
                    <a:pt x="11664" y="2791"/>
                  </a:lnTo>
                  <a:lnTo>
                    <a:pt x="11490" y="2529"/>
                  </a:lnTo>
                  <a:lnTo>
                    <a:pt x="11294" y="2289"/>
                  </a:lnTo>
                  <a:lnTo>
                    <a:pt x="11075" y="2049"/>
                  </a:lnTo>
                  <a:lnTo>
                    <a:pt x="10857" y="1831"/>
                  </a:lnTo>
                  <a:lnTo>
                    <a:pt x="10639" y="1613"/>
                  </a:lnTo>
                  <a:lnTo>
                    <a:pt x="10400" y="1417"/>
                  </a:lnTo>
                  <a:lnTo>
                    <a:pt x="10160" y="1221"/>
                  </a:lnTo>
                  <a:lnTo>
                    <a:pt x="9898" y="1047"/>
                  </a:lnTo>
                  <a:lnTo>
                    <a:pt x="9637" y="894"/>
                  </a:lnTo>
                  <a:lnTo>
                    <a:pt x="9375" y="741"/>
                  </a:lnTo>
                  <a:lnTo>
                    <a:pt x="9092" y="611"/>
                  </a:lnTo>
                  <a:lnTo>
                    <a:pt x="8808" y="480"/>
                  </a:lnTo>
                  <a:lnTo>
                    <a:pt x="8525" y="371"/>
                  </a:lnTo>
                  <a:lnTo>
                    <a:pt x="8220" y="284"/>
                  </a:lnTo>
                  <a:lnTo>
                    <a:pt x="7936" y="196"/>
                  </a:lnTo>
                  <a:lnTo>
                    <a:pt x="7631" y="131"/>
                  </a:lnTo>
                  <a:lnTo>
                    <a:pt x="7326" y="87"/>
                  </a:lnTo>
                  <a:lnTo>
                    <a:pt x="7021" y="44"/>
                  </a:lnTo>
                  <a:lnTo>
                    <a:pt x="6715" y="22"/>
                  </a:lnTo>
                  <a:lnTo>
                    <a:pt x="641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1" name="Google Shape;11191;p80"/>
            <p:cNvSpPr/>
            <p:nvPr/>
          </p:nvSpPr>
          <p:spPr>
            <a:xfrm>
              <a:off x="1106300" y="3373275"/>
              <a:ext cx="305775" cy="305775"/>
            </a:xfrm>
            <a:custGeom>
              <a:rect b="b" l="l" r="r" t="t"/>
              <a:pathLst>
                <a:path extrusionOk="0" h="12231" w="12231">
                  <a:moveTo>
                    <a:pt x="6126" y="1"/>
                  </a:moveTo>
                  <a:lnTo>
                    <a:pt x="5821" y="22"/>
                  </a:lnTo>
                  <a:lnTo>
                    <a:pt x="5516" y="44"/>
                  </a:lnTo>
                  <a:lnTo>
                    <a:pt x="5210" y="66"/>
                  </a:lnTo>
                  <a:lnTo>
                    <a:pt x="4927" y="131"/>
                  </a:lnTo>
                  <a:lnTo>
                    <a:pt x="4622" y="197"/>
                  </a:lnTo>
                  <a:lnTo>
                    <a:pt x="4317" y="284"/>
                  </a:lnTo>
                  <a:lnTo>
                    <a:pt x="4033" y="371"/>
                  </a:lnTo>
                  <a:lnTo>
                    <a:pt x="3728" y="480"/>
                  </a:lnTo>
                  <a:lnTo>
                    <a:pt x="3445" y="611"/>
                  </a:lnTo>
                  <a:lnTo>
                    <a:pt x="3183" y="764"/>
                  </a:lnTo>
                  <a:lnTo>
                    <a:pt x="2900" y="916"/>
                  </a:lnTo>
                  <a:lnTo>
                    <a:pt x="2660" y="1091"/>
                  </a:lnTo>
                  <a:lnTo>
                    <a:pt x="2398" y="1265"/>
                  </a:lnTo>
                  <a:lnTo>
                    <a:pt x="2180" y="1439"/>
                  </a:lnTo>
                  <a:lnTo>
                    <a:pt x="1940" y="1636"/>
                  </a:lnTo>
                  <a:lnTo>
                    <a:pt x="1722" y="1854"/>
                  </a:lnTo>
                  <a:lnTo>
                    <a:pt x="1526" y="2072"/>
                  </a:lnTo>
                  <a:lnTo>
                    <a:pt x="1330" y="2290"/>
                  </a:lnTo>
                  <a:lnTo>
                    <a:pt x="1156" y="2529"/>
                  </a:lnTo>
                  <a:lnTo>
                    <a:pt x="1003" y="2769"/>
                  </a:lnTo>
                  <a:lnTo>
                    <a:pt x="850" y="3031"/>
                  </a:lnTo>
                  <a:lnTo>
                    <a:pt x="698" y="3292"/>
                  </a:lnTo>
                  <a:lnTo>
                    <a:pt x="567" y="3554"/>
                  </a:lnTo>
                  <a:lnTo>
                    <a:pt x="458" y="3816"/>
                  </a:lnTo>
                  <a:lnTo>
                    <a:pt x="349" y="4099"/>
                  </a:lnTo>
                  <a:lnTo>
                    <a:pt x="262" y="4361"/>
                  </a:lnTo>
                  <a:lnTo>
                    <a:pt x="175" y="4644"/>
                  </a:lnTo>
                  <a:lnTo>
                    <a:pt x="109" y="4928"/>
                  </a:lnTo>
                  <a:lnTo>
                    <a:pt x="66" y="5233"/>
                  </a:lnTo>
                  <a:lnTo>
                    <a:pt x="22" y="5516"/>
                  </a:lnTo>
                  <a:lnTo>
                    <a:pt x="0" y="5821"/>
                  </a:lnTo>
                  <a:lnTo>
                    <a:pt x="0" y="6105"/>
                  </a:lnTo>
                  <a:lnTo>
                    <a:pt x="0" y="6410"/>
                  </a:lnTo>
                  <a:lnTo>
                    <a:pt x="22" y="6715"/>
                  </a:lnTo>
                  <a:lnTo>
                    <a:pt x="66" y="7020"/>
                  </a:lnTo>
                  <a:lnTo>
                    <a:pt x="109" y="7304"/>
                  </a:lnTo>
                  <a:lnTo>
                    <a:pt x="175" y="7609"/>
                  </a:lnTo>
                  <a:lnTo>
                    <a:pt x="262" y="7914"/>
                  </a:lnTo>
                  <a:lnTo>
                    <a:pt x="371" y="8198"/>
                  </a:lnTo>
                  <a:lnTo>
                    <a:pt x="480" y="8503"/>
                  </a:lnTo>
                  <a:lnTo>
                    <a:pt x="611" y="8786"/>
                  </a:lnTo>
                  <a:lnTo>
                    <a:pt x="741" y="9048"/>
                  </a:lnTo>
                  <a:lnTo>
                    <a:pt x="894" y="9331"/>
                  </a:lnTo>
                  <a:lnTo>
                    <a:pt x="1068" y="9571"/>
                  </a:lnTo>
                  <a:lnTo>
                    <a:pt x="1243" y="9833"/>
                  </a:lnTo>
                  <a:lnTo>
                    <a:pt x="1439" y="10073"/>
                  </a:lnTo>
                  <a:lnTo>
                    <a:pt x="1635" y="10291"/>
                  </a:lnTo>
                  <a:lnTo>
                    <a:pt x="1853" y="10509"/>
                  </a:lnTo>
                  <a:lnTo>
                    <a:pt x="2071" y="10705"/>
                  </a:lnTo>
                  <a:lnTo>
                    <a:pt x="2289" y="10901"/>
                  </a:lnTo>
                  <a:lnTo>
                    <a:pt x="2529" y="11075"/>
                  </a:lnTo>
                  <a:lnTo>
                    <a:pt x="2769" y="11228"/>
                  </a:lnTo>
                  <a:lnTo>
                    <a:pt x="3009" y="11402"/>
                  </a:lnTo>
                  <a:lnTo>
                    <a:pt x="3270" y="11533"/>
                  </a:lnTo>
                  <a:lnTo>
                    <a:pt x="3532" y="11664"/>
                  </a:lnTo>
                  <a:lnTo>
                    <a:pt x="3815" y="11773"/>
                  </a:lnTo>
                  <a:lnTo>
                    <a:pt x="4077" y="11882"/>
                  </a:lnTo>
                  <a:lnTo>
                    <a:pt x="4360" y="11969"/>
                  </a:lnTo>
                  <a:lnTo>
                    <a:pt x="4644" y="12056"/>
                  </a:lnTo>
                  <a:lnTo>
                    <a:pt x="4927" y="12122"/>
                  </a:lnTo>
                  <a:lnTo>
                    <a:pt x="5210" y="12165"/>
                  </a:lnTo>
                  <a:lnTo>
                    <a:pt x="5516" y="12209"/>
                  </a:lnTo>
                  <a:lnTo>
                    <a:pt x="5799" y="12231"/>
                  </a:lnTo>
                  <a:lnTo>
                    <a:pt x="6410" y="12231"/>
                  </a:lnTo>
                  <a:lnTo>
                    <a:pt x="6693" y="12209"/>
                  </a:lnTo>
                  <a:lnTo>
                    <a:pt x="6998" y="12165"/>
                  </a:lnTo>
                  <a:lnTo>
                    <a:pt x="7303" y="12122"/>
                  </a:lnTo>
                  <a:lnTo>
                    <a:pt x="7609" y="12056"/>
                  </a:lnTo>
                  <a:lnTo>
                    <a:pt x="7892" y="11969"/>
                  </a:lnTo>
                  <a:lnTo>
                    <a:pt x="8197" y="11882"/>
                  </a:lnTo>
                  <a:lnTo>
                    <a:pt x="8481" y="11751"/>
                  </a:lnTo>
                  <a:lnTo>
                    <a:pt x="8764" y="11620"/>
                  </a:lnTo>
                  <a:lnTo>
                    <a:pt x="9047" y="11490"/>
                  </a:lnTo>
                  <a:lnTo>
                    <a:pt x="9309" y="11337"/>
                  </a:lnTo>
                  <a:lnTo>
                    <a:pt x="9571" y="11163"/>
                  </a:lnTo>
                  <a:lnTo>
                    <a:pt x="9810" y="10988"/>
                  </a:lnTo>
                  <a:lnTo>
                    <a:pt x="10050" y="10792"/>
                  </a:lnTo>
                  <a:lnTo>
                    <a:pt x="10268" y="10596"/>
                  </a:lnTo>
                  <a:lnTo>
                    <a:pt x="10486" y="10400"/>
                  </a:lnTo>
                  <a:lnTo>
                    <a:pt x="10682" y="10182"/>
                  </a:lnTo>
                  <a:lnTo>
                    <a:pt x="10879" y="9942"/>
                  </a:lnTo>
                  <a:lnTo>
                    <a:pt x="11053" y="9702"/>
                  </a:lnTo>
                  <a:lnTo>
                    <a:pt x="11228" y="9462"/>
                  </a:lnTo>
                  <a:lnTo>
                    <a:pt x="11380" y="9222"/>
                  </a:lnTo>
                  <a:lnTo>
                    <a:pt x="11533" y="8961"/>
                  </a:lnTo>
                  <a:lnTo>
                    <a:pt x="11664" y="8699"/>
                  </a:lnTo>
                  <a:lnTo>
                    <a:pt x="11773" y="8438"/>
                  </a:lnTo>
                  <a:lnTo>
                    <a:pt x="11882" y="8154"/>
                  </a:lnTo>
                  <a:lnTo>
                    <a:pt x="11969" y="7871"/>
                  </a:lnTo>
                  <a:lnTo>
                    <a:pt x="12034" y="7587"/>
                  </a:lnTo>
                  <a:lnTo>
                    <a:pt x="12100" y="7304"/>
                  </a:lnTo>
                  <a:lnTo>
                    <a:pt x="12165" y="7020"/>
                  </a:lnTo>
                  <a:lnTo>
                    <a:pt x="12187" y="6715"/>
                  </a:lnTo>
                  <a:lnTo>
                    <a:pt x="12209" y="6432"/>
                  </a:lnTo>
                  <a:lnTo>
                    <a:pt x="12230" y="6127"/>
                  </a:lnTo>
                  <a:lnTo>
                    <a:pt x="12209" y="5843"/>
                  </a:lnTo>
                  <a:lnTo>
                    <a:pt x="12187" y="5538"/>
                  </a:lnTo>
                  <a:lnTo>
                    <a:pt x="12165" y="5233"/>
                  </a:lnTo>
                  <a:lnTo>
                    <a:pt x="12100" y="4928"/>
                  </a:lnTo>
                  <a:lnTo>
                    <a:pt x="12034" y="4644"/>
                  </a:lnTo>
                  <a:lnTo>
                    <a:pt x="11947" y="4339"/>
                  </a:lnTo>
                  <a:lnTo>
                    <a:pt x="11860" y="4056"/>
                  </a:lnTo>
                  <a:lnTo>
                    <a:pt x="11751" y="3750"/>
                  </a:lnTo>
                  <a:lnTo>
                    <a:pt x="11620" y="3467"/>
                  </a:lnTo>
                  <a:lnTo>
                    <a:pt x="11467" y="3183"/>
                  </a:lnTo>
                  <a:lnTo>
                    <a:pt x="11315" y="2922"/>
                  </a:lnTo>
                  <a:lnTo>
                    <a:pt x="11140" y="2660"/>
                  </a:lnTo>
                  <a:lnTo>
                    <a:pt x="10966" y="2420"/>
                  </a:lnTo>
                  <a:lnTo>
                    <a:pt x="10791" y="2181"/>
                  </a:lnTo>
                  <a:lnTo>
                    <a:pt x="10595" y="1963"/>
                  </a:lnTo>
                  <a:lnTo>
                    <a:pt x="10377" y="1745"/>
                  </a:lnTo>
                  <a:lnTo>
                    <a:pt x="10159" y="1548"/>
                  </a:lnTo>
                  <a:lnTo>
                    <a:pt x="9941" y="1352"/>
                  </a:lnTo>
                  <a:lnTo>
                    <a:pt x="9701" y="1178"/>
                  </a:lnTo>
                  <a:lnTo>
                    <a:pt x="9462" y="1003"/>
                  </a:lnTo>
                  <a:lnTo>
                    <a:pt x="9200" y="851"/>
                  </a:lnTo>
                  <a:lnTo>
                    <a:pt x="8938" y="720"/>
                  </a:lnTo>
                  <a:lnTo>
                    <a:pt x="8677" y="589"/>
                  </a:lnTo>
                  <a:lnTo>
                    <a:pt x="8415" y="458"/>
                  </a:lnTo>
                  <a:lnTo>
                    <a:pt x="8132" y="349"/>
                  </a:lnTo>
                  <a:lnTo>
                    <a:pt x="7870" y="262"/>
                  </a:lnTo>
                  <a:lnTo>
                    <a:pt x="7587" y="197"/>
                  </a:lnTo>
                  <a:lnTo>
                    <a:pt x="7303" y="131"/>
                  </a:lnTo>
                  <a:lnTo>
                    <a:pt x="6998" y="66"/>
                  </a:lnTo>
                  <a:lnTo>
                    <a:pt x="6715" y="44"/>
                  </a:lnTo>
                  <a:lnTo>
                    <a:pt x="6410" y="22"/>
                  </a:lnTo>
                  <a:lnTo>
                    <a:pt x="612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2" name="Google Shape;11192;p80"/>
            <p:cNvSpPr/>
            <p:nvPr/>
          </p:nvSpPr>
          <p:spPr>
            <a:xfrm>
              <a:off x="1123175" y="3390175"/>
              <a:ext cx="272000" cy="272525"/>
            </a:xfrm>
            <a:custGeom>
              <a:rect b="b" l="l" r="r" t="t"/>
              <a:pathLst>
                <a:path extrusionOk="0" h="10901" w="10880">
                  <a:moveTo>
                    <a:pt x="5364" y="0"/>
                  </a:moveTo>
                  <a:lnTo>
                    <a:pt x="4863" y="22"/>
                  </a:lnTo>
                  <a:lnTo>
                    <a:pt x="4339" y="109"/>
                  </a:lnTo>
                  <a:lnTo>
                    <a:pt x="3838" y="240"/>
                  </a:lnTo>
                  <a:lnTo>
                    <a:pt x="3576" y="327"/>
                  </a:lnTo>
                  <a:lnTo>
                    <a:pt x="3315" y="436"/>
                  </a:lnTo>
                  <a:lnTo>
                    <a:pt x="3293" y="436"/>
                  </a:lnTo>
                  <a:lnTo>
                    <a:pt x="3053" y="545"/>
                  </a:lnTo>
                  <a:lnTo>
                    <a:pt x="2813" y="676"/>
                  </a:lnTo>
                  <a:lnTo>
                    <a:pt x="2377" y="938"/>
                  </a:lnTo>
                  <a:lnTo>
                    <a:pt x="1963" y="1265"/>
                  </a:lnTo>
                  <a:lnTo>
                    <a:pt x="1571" y="1614"/>
                  </a:lnTo>
                  <a:lnTo>
                    <a:pt x="1222" y="1984"/>
                  </a:lnTo>
                  <a:lnTo>
                    <a:pt x="938" y="2398"/>
                  </a:lnTo>
                  <a:lnTo>
                    <a:pt x="655" y="2835"/>
                  </a:lnTo>
                  <a:lnTo>
                    <a:pt x="437" y="3271"/>
                  </a:lnTo>
                  <a:lnTo>
                    <a:pt x="263" y="3772"/>
                  </a:lnTo>
                  <a:lnTo>
                    <a:pt x="132" y="4252"/>
                  </a:lnTo>
                  <a:lnTo>
                    <a:pt x="45" y="4775"/>
                  </a:lnTo>
                  <a:lnTo>
                    <a:pt x="1" y="5298"/>
                  </a:lnTo>
                  <a:lnTo>
                    <a:pt x="1" y="5821"/>
                  </a:lnTo>
                  <a:lnTo>
                    <a:pt x="23" y="6083"/>
                  </a:lnTo>
                  <a:lnTo>
                    <a:pt x="66" y="6344"/>
                  </a:lnTo>
                  <a:lnTo>
                    <a:pt x="110" y="6606"/>
                  </a:lnTo>
                  <a:lnTo>
                    <a:pt x="175" y="6868"/>
                  </a:lnTo>
                  <a:lnTo>
                    <a:pt x="263" y="7129"/>
                  </a:lnTo>
                  <a:lnTo>
                    <a:pt x="350" y="7391"/>
                  </a:lnTo>
                  <a:lnTo>
                    <a:pt x="415" y="7565"/>
                  </a:lnTo>
                  <a:lnTo>
                    <a:pt x="524" y="7805"/>
                  </a:lnTo>
                  <a:lnTo>
                    <a:pt x="655" y="8045"/>
                  </a:lnTo>
                  <a:lnTo>
                    <a:pt x="786" y="8285"/>
                  </a:lnTo>
                  <a:lnTo>
                    <a:pt x="938" y="8503"/>
                  </a:lnTo>
                  <a:lnTo>
                    <a:pt x="1244" y="8917"/>
                  </a:lnTo>
                  <a:lnTo>
                    <a:pt x="1592" y="9309"/>
                  </a:lnTo>
                  <a:lnTo>
                    <a:pt x="1963" y="9636"/>
                  </a:lnTo>
                  <a:lnTo>
                    <a:pt x="2377" y="9942"/>
                  </a:lnTo>
                  <a:lnTo>
                    <a:pt x="2813" y="10225"/>
                  </a:lnTo>
                  <a:lnTo>
                    <a:pt x="3271" y="10443"/>
                  </a:lnTo>
                  <a:lnTo>
                    <a:pt x="3533" y="10552"/>
                  </a:lnTo>
                  <a:lnTo>
                    <a:pt x="3772" y="10639"/>
                  </a:lnTo>
                  <a:lnTo>
                    <a:pt x="4034" y="10705"/>
                  </a:lnTo>
                  <a:lnTo>
                    <a:pt x="4296" y="10770"/>
                  </a:lnTo>
                  <a:lnTo>
                    <a:pt x="4557" y="10814"/>
                  </a:lnTo>
                  <a:lnTo>
                    <a:pt x="4819" y="10857"/>
                  </a:lnTo>
                  <a:lnTo>
                    <a:pt x="5102" y="10879"/>
                  </a:lnTo>
                  <a:lnTo>
                    <a:pt x="5364" y="10901"/>
                  </a:lnTo>
                  <a:lnTo>
                    <a:pt x="5647" y="10879"/>
                  </a:lnTo>
                  <a:lnTo>
                    <a:pt x="5909" y="10879"/>
                  </a:lnTo>
                  <a:lnTo>
                    <a:pt x="6192" y="10835"/>
                  </a:lnTo>
                  <a:lnTo>
                    <a:pt x="6476" y="10792"/>
                  </a:lnTo>
                  <a:lnTo>
                    <a:pt x="6737" y="10726"/>
                  </a:lnTo>
                  <a:lnTo>
                    <a:pt x="7021" y="10661"/>
                  </a:lnTo>
                  <a:lnTo>
                    <a:pt x="7282" y="10574"/>
                  </a:lnTo>
                  <a:lnTo>
                    <a:pt x="7544" y="10465"/>
                  </a:lnTo>
                  <a:lnTo>
                    <a:pt x="7827" y="10334"/>
                  </a:lnTo>
                  <a:lnTo>
                    <a:pt x="8067" y="10203"/>
                  </a:lnTo>
                  <a:lnTo>
                    <a:pt x="8307" y="10072"/>
                  </a:lnTo>
                  <a:lnTo>
                    <a:pt x="8547" y="9920"/>
                  </a:lnTo>
                  <a:lnTo>
                    <a:pt x="8765" y="9745"/>
                  </a:lnTo>
                  <a:lnTo>
                    <a:pt x="8983" y="9571"/>
                  </a:lnTo>
                  <a:lnTo>
                    <a:pt x="9201" y="9397"/>
                  </a:lnTo>
                  <a:lnTo>
                    <a:pt x="9375" y="9200"/>
                  </a:lnTo>
                  <a:lnTo>
                    <a:pt x="9571" y="9004"/>
                  </a:lnTo>
                  <a:lnTo>
                    <a:pt x="9746" y="8786"/>
                  </a:lnTo>
                  <a:lnTo>
                    <a:pt x="9898" y="8568"/>
                  </a:lnTo>
                  <a:lnTo>
                    <a:pt x="10051" y="8328"/>
                  </a:lnTo>
                  <a:lnTo>
                    <a:pt x="10182" y="8110"/>
                  </a:lnTo>
                  <a:lnTo>
                    <a:pt x="10313" y="7871"/>
                  </a:lnTo>
                  <a:lnTo>
                    <a:pt x="10422" y="7631"/>
                  </a:lnTo>
                  <a:lnTo>
                    <a:pt x="10531" y="7369"/>
                  </a:lnTo>
                  <a:lnTo>
                    <a:pt x="10683" y="6889"/>
                  </a:lnTo>
                  <a:lnTo>
                    <a:pt x="10792" y="6388"/>
                  </a:lnTo>
                  <a:lnTo>
                    <a:pt x="10858" y="5887"/>
                  </a:lnTo>
                  <a:lnTo>
                    <a:pt x="10880" y="5385"/>
                  </a:lnTo>
                  <a:lnTo>
                    <a:pt x="10858" y="4862"/>
                  </a:lnTo>
                  <a:lnTo>
                    <a:pt x="10771" y="4361"/>
                  </a:lnTo>
                  <a:lnTo>
                    <a:pt x="10640" y="3837"/>
                  </a:lnTo>
                  <a:lnTo>
                    <a:pt x="10553" y="3598"/>
                  </a:lnTo>
                  <a:lnTo>
                    <a:pt x="10444" y="3336"/>
                  </a:lnTo>
                  <a:lnTo>
                    <a:pt x="10378" y="3140"/>
                  </a:lnTo>
                  <a:lnTo>
                    <a:pt x="10247" y="2900"/>
                  </a:lnTo>
                  <a:lnTo>
                    <a:pt x="10116" y="2660"/>
                  </a:lnTo>
                  <a:lnTo>
                    <a:pt x="9964" y="2442"/>
                  </a:lnTo>
                  <a:lnTo>
                    <a:pt x="9811" y="2224"/>
                  </a:lnTo>
                  <a:lnTo>
                    <a:pt x="9659" y="2006"/>
                  </a:lnTo>
                  <a:lnTo>
                    <a:pt x="9484" y="1810"/>
                  </a:lnTo>
                  <a:lnTo>
                    <a:pt x="9114" y="1439"/>
                  </a:lnTo>
                  <a:lnTo>
                    <a:pt x="8699" y="1090"/>
                  </a:lnTo>
                  <a:lnTo>
                    <a:pt x="8285" y="807"/>
                  </a:lnTo>
                  <a:lnTo>
                    <a:pt x="7827" y="567"/>
                  </a:lnTo>
                  <a:lnTo>
                    <a:pt x="7348" y="349"/>
                  </a:lnTo>
                  <a:lnTo>
                    <a:pt x="6868" y="197"/>
                  </a:lnTo>
                  <a:lnTo>
                    <a:pt x="6367" y="88"/>
                  </a:lnTo>
                  <a:lnTo>
                    <a:pt x="5865" y="22"/>
                  </a:lnTo>
                  <a:lnTo>
                    <a:pt x="536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3" name="Google Shape;11193;p80"/>
            <p:cNvSpPr/>
            <p:nvPr/>
          </p:nvSpPr>
          <p:spPr>
            <a:xfrm>
              <a:off x="1133550" y="3401075"/>
              <a:ext cx="250725" cy="250725"/>
            </a:xfrm>
            <a:custGeom>
              <a:rect b="b" l="l" r="r" t="t"/>
              <a:pathLst>
                <a:path extrusionOk="0" h="10029" w="10029">
                  <a:moveTo>
                    <a:pt x="4927" y="0"/>
                  </a:moveTo>
                  <a:lnTo>
                    <a:pt x="4448" y="22"/>
                  </a:lnTo>
                  <a:lnTo>
                    <a:pt x="3990" y="109"/>
                  </a:lnTo>
                  <a:lnTo>
                    <a:pt x="3532" y="218"/>
                  </a:lnTo>
                  <a:lnTo>
                    <a:pt x="3074" y="393"/>
                  </a:lnTo>
                  <a:lnTo>
                    <a:pt x="3052" y="393"/>
                  </a:lnTo>
                  <a:lnTo>
                    <a:pt x="2616" y="611"/>
                  </a:lnTo>
                  <a:lnTo>
                    <a:pt x="2224" y="851"/>
                  </a:lnTo>
                  <a:lnTo>
                    <a:pt x="1831" y="1134"/>
                  </a:lnTo>
                  <a:lnTo>
                    <a:pt x="1483" y="1461"/>
                  </a:lnTo>
                  <a:lnTo>
                    <a:pt x="1177" y="1788"/>
                  </a:lnTo>
                  <a:lnTo>
                    <a:pt x="872" y="2180"/>
                  </a:lnTo>
                  <a:lnTo>
                    <a:pt x="632" y="2573"/>
                  </a:lnTo>
                  <a:lnTo>
                    <a:pt x="414" y="3009"/>
                  </a:lnTo>
                  <a:lnTo>
                    <a:pt x="240" y="3467"/>
                  </a:lnTo>
                  <a:lnTo>
                    <a:pt x="131" y="3946"/>
                  </a:lnTo>
                  <a:lnTo>
                    <a:pt x="44" y="4426"/>
                  </a:lnTo>
                  <a:lnTo>
                    <a:pt x="0" y="4906"/>
                  </a:lnTo>
                  <a:lnTo>
                    <a:pt x="22" y="5385"/>
                  </a:lnTo>
                  <a:lnTo>
                    <a:pt x="87" y="5865"/>
                  </a:lnTo>
                  <a:lnTo>
                    <a:pt x="175" y="6323"/>
                  </a:lnTo>
                  <a:lnTo>
                    <a:pt x="327" y="6802"/>
                  </a:lnTo>
                  <a:lnTo>
                    <a:pt x="349" y="6802"/>
                  </a:lnTo>
                  <a:lnTo>
                    <a:pt x="393" y="6955"/>
                  </a:lnTo>
                  <a:lnTo>
                    <a:pt x="611" y="7391"/>
                  </a:lnTo>
                  <a:lnTo>
                    <a:pt x="850" y="7805"/>
                  </a:lnTo>
                  <a:lnTo>
                    <a:pt x="1134" y="8176"/>
                  </a:lnTo>
                  <a:lnTo>
                    <a:pt x="1461" y="8546"/>
                  </a:lnTo>
                  <a:lnTo>
                    <a:pt x="1810" y="8852"/>
                  </a:lnTo>
                  <a:lnTo>
                    <a:pt x="2180" y="9135"/>
                  </a:lnTo>
                  <a:lnTo>
                    <a:pt x="2594" y="9397"/>
                  </a:lnTo>
                  <a:lnTo>
                    <a:pt x="3030" y="9615"/>
                  </a:lnTo>
                  <a:lnTo>
                    <a:pt x="3510" y="9789"/>
                  </a:lnTo>
                  <a:lnTo>
                    <a:pt x="4011" y="9920"/>
                  </a:lnTo>
                  <a:lnTo>
                    <a:pt x="4491" y="10007"/>
                  </a:lnTo>
                  <a:lnTo>
                    <a:pt x="4993" y="10029"/>
                  </a:lnTo>
                  <a:lnTo>
                    <a:pt x="5494" y="10007"/>
                  </a:lnTo>
                  <a:lnTo>
                    <a:pt x="5995" y="9942"/>
                  </a:lnTo>
                  <a:lnTo>
                    <a:pt x="6475" y="9811"/>
                  </a:lnTo>
                  <a:lnTo>
                    <a:pt x="6976" y="9636"/>
                  </a:lnTo>
                  <a:lnTo>
                    <a:pt x="7434" y="9418"/>
                  </a:lnTo>
                  <a:lnTo>
                    <a:pt x="7870" y="9135"/>
                  </a:lnTo>
                  <a:lnTo>
                    <a:pt x="8263" y="8830"/>
                  </a:lnTo>
                  <a:lnTo>
                    <a:pt x="8633" y="8503"/>
                  </a:lnTo>
                  <a:lnTo>
                    <a:pt x="8960" y="8110"/>
                  </a:lnTo>
                  <a:lnTo>
                    <a:pt x="9244" y="7696"/>
                  </a:lnTo>
                  <a:lnTo>
                    <a:pt x="9505" y="7260"/>
                  </a:lnTo>
                  <a:lnTo>
                    <a:pt x="9701" y="6780"/>
                  </a:lnTo>
                  <a:lnTo>
                    <a:pt x="9854" y="6323"/>
                  </a:lnTo>
                  <a:lnTo>
                    <a:pt x="9963" y="5865"/>
                  </a:lnTo>
                  <a:lnTo>
                    <a:pt x="10029" y="5385"/>
                  </a:lnTo>
                  <a:lnTo>
                    <a:pt x="10029" y="4927"/>
                  </a:lnTo>
                  <a:lnTo>
                    <a:pt x="10007" y="4448"/>
                  </a:lnTo>
                  <a:lnTo>
                    <a:pt x="9920" y="3968"/>
                  </a:lnTo>
                  <a:lnTo>
                    <a:pt x="9810" y="3510"/>
                  </a:lnTo>
                  <a:lnTo>
                    <a:pt x="9636" y="3074"/>
                  </a:lnTo>
                  <a:lnTo>
                    <a:pt x="9571" y="2900"/>
                  </a:lnTo>
                  <a:lnTo>
                    <a:pt x="9331" y="2464"/>
                  </a:lnTo>
                  <a:lnTo>
                    <a:pt x="9069" y="2050"/>
                  </a:lnTo>
                  <a:lnTo>
                    <a:pt x="8764" y="1679"/>
                  </a:lnTo>
                  <a:lnTo>
                    <a:pt x="8437" y="1330"/>
                  </a:lnTo>
                  <a:lnTo>
                    <a:pt x="8066" y="1025"/>
                  </a:lnTo>
                  <a:lnTo>
                    <a:pt x="7674" y="742"/>
                  </a:lnTo>
                  <a:lnTo>
                    <a:pt x="7238" y="524"/>
                  </a:lnTo>
                  <a:lnTo>
                    <a:pt x="6780" y="327"/>
                  </a:lnTo>
                  <a:lnTo>
                    <a:pt x="6322" y="175"/>
                  </a:lnTo>
                  <a:lnTo>
                    <a:pt x="5865" y="66"/>
                  </a:lnTo>
                  <a:lnTo>
                    <a:pt x="538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4" name="Google Shape;11194;p80"/>
            <p:cNvSpPr/>
            <p:nvPr/>
          </p:nvSpPr>
          <p:spPr>
            <a:xfrm>
              <a:off x="1216925" y="3444675"/>
              <a:ext cx="30550" cy="45800"/>
            </a:xfrm>
            <a:custGeom>
              <a:rect b="b" l="l" r="r" t="t"/>
              <a:pathLst>
                <a:path extrusionOk="0" h="1832" w="1222">
                  <a:moveTo>
                    <a:pt x="567" y="0"/>
                  </a:moveTo>
                  <a:lnTo>
                    <a:pt x="437" y="22"/>
                  </a:lnTo>
                  <a:lnTo>
                    <a:pt x="328" y="44"/>
                  </a:lnTo>
                  <a:lnTo>
                    <a:pt x="219" y="109"/>
                  </a:lnTo>
                  <a:lnTo>
                    <a:pt x="131" y="197"/>
                  </a:lnTo>
                  <a:lnTo>
                    <a:pt x="66" y="284"/>
                  </a:lnTo>
                  <a:lnTo>
                    <a:pt x="22" y="415"/>
                  </a:lnTo>
                  <a:lnTo>
                    <a:pt x="1" y="524"/>
                  </a:lnTo>
                  <a:lnTo>
                    <a:pt x="1" y="676"/>
                  </a:lnTo>
                  <a:lnTo>
                    <a:pt x="22" y="807"/>
                  </a:lnTo>
                  <a:lnTo>
                    <a:pt x="66" y="938"/>
                  </a:lnTo>
                  <a:lnTo>
                    <a:pt x="153" y="1091"/>
                  </a:lnTo>
                  <a:lnTo>
                    <a:pt x="284" y="1243"/>
                  </a:lnTo>
                  <a:lnTo>
                    <a:pt x="458" y="1396"/>
                  </a:lnTo>
                  <a:lnTo>
                    <a:pt x="633" y="1527"/>
                  </a:lnTo>
                  <a:lnTo>
                    <a:pt x="938" y="1745"/>
                  </a:lnTo>
                  <a:lnTo>
                    <a:pt x="1091" y="1832"/>
                  </a:lnTo>
                  <a:lnTo>
                    <a:pt x="1113" y="1679"/>
                  </a:lnTo>
                  <a:lnTo>
                    <a:pt x="1178" y="1287"/>
                  </a:lnTo>
                  <a:lnTo>
                    <a:pt x="1200" y="1069"/>
                  </a:lnTo>
                  <a:lnTo>
                    <a:pt x="1222" y="851"/>
                  </a:lnTo>
                  <a:lnTo>
                    <a:pt x="1200" y="633"/>
                  </a:lnTo>
                  <a:lnTo>
                    <a:pt x="1156" y="480"/>
                  </a:lnTo>
                  <a:lnTo>
                    <a:pt x="1091" y="349"/>
                  </a:lnTo>
                  <a:lnTo>
                    <a:pt x="1003" y="240"/>
                  </a:lnTo>
                  <a:lnTo>
                    <a:pt x="916" y="153"/>
                  </a:lnTo>
                  <a:lnTo>
                    <a:pt x="807" y="88"/>
                  </a:lnTo>
                  <a:lnTo>
                    <a:pt x="676" y="22"/>
                  </a:lnTo>
                  <a:lnTo>
                    <a:pt x="56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5" name="Google Shape;11195;p80"/>
            <p:cNvSpPr/>
            <p:nvPr/>
          </p:nvSpPr>
          <p:spPr>
            <a:xfrm>
              <a:off x="1270875" y="3562400"/>
              <a:ext cx="30550" cy="45250"/>
            </a:xfrm>
            <a:custGeom>
              <a:rect b="b" l="l" r="r" t="t"/>
              <a:pathLst>
                <a:path extrusionOk="0" h="1810" w="1222">
                  <a:moveTo>
                    <a:pt x="132" y="0"/>
                  </a:moveTo>
                  <a:lnTo>
                    <a:pt x="88" y="153"/>
                  </a:lnTo>
                  <a:lnTo>
                    <a:pt x="23" y="524"/>
                  </a:lnTo>
                  <a:lnTo>
                    <a:pt x="1" y="763"/>
                  </a:lnTo>
                  <a:lnTo>
                    <a:pt x="1" y="982"/>
                  </a:lnTo>
                  <a:lnTo>
                    <a:pt x="1" y="1178"/>
                  </a:lnTo>
                  <a:lnTo>
                    <a:pt x="45" y="1352"/>
                  </a:lnTo>
                  <a:lnTo>
                    <a:pt x="110" y="1483"/>
                  </a:lnTo>
                  <a:lnTo>
                    <a:pt x="197" y="1592"/>
                  </a:lnTo>
                  <a:lnTo>
                    <a:pt x="306" y="1679"/>
                  </a:lnTo>
                  <a:lnTo>
                    <a:pt x="415" y="1745"/>
                  </a:lnTo>
                  <a:lnTo>
                    <a:pt x="524" y="1788"/>
                  </a:lnTo>
                  <a:lnTo>
                    <a:pt x="655" y="1810"/>
                  </a:lnTo>
                  <a:lnTo>
                    <a:pt x="764" y="1810"/>
                  </a:lnTo>
                  <a:lnTo>
                    <a:pt x="873" y="1766"/>
                  </a:lnTo>
                  <a:lnTo>
                    <a:pt x="982" y="1723"/>
                  </a:lnTo>
                  <a:lnTo>
                    <a:pt x="1069" y="1636"/>
                  </a:lnTo>
                  <a:lnTo>
                    <a:pt x="1135" y="1527"/>
                  </a:lnTo>
                  <a:lnTo>
                    <a:pt x="1200" y="1418"/>
                  </a:lnTo>
                  <a:lnTo>
                    <a:pt x="1222" y="1287"/>
                  </a:lnTo>
                  <a:lnTo>
                    <a:pt x="1222" y="1156"/>
                  </a:lnTo>
                  <a:lnTo>
                    <a:pt x="1200" y="1025"/>
                  </a:lnTo>
                  <a:lnTo>
                    <a:pt x="1156" y="873"/>
                  </a:lnTo>
                  <a:lnTo>
                    <a:pt x="1069" y="742"/>
                  </a:lnTo>
                  <a:lnTo>
                    <a:pt x="938" y="589"/>
                  </a:lnTo>
                  <a:lnTo>
                    <a:pt x="764" y="436"/>
                  </a:lnTo>
                  <a:lnTo>
                    <a:pt x="590" y="306"/>
                  </a:lnTo>
                  <a:lnTo>
                    <a:pt x="263" y="88"/>
                  </a:lnTo>
                  <a:lnTo>
                    <a:pt x="13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6" name="Google Shape;11196;p80"/>
            <p:cNvSpPr/>
            <p:nvPr/>
          </p:nvSpPr>
          <p:spPr>
            <a:xfrm>
              <a:off x="1177700" y="3537875"/>
              <a:ext cx="45250" cy="30550"/>
            </a:xfrm>
            <a:custGeom>
              <a:rect b="b" l="l" r="r" t="t"/>
              <a:pathLst>
                <a:path extrusionOk="0" h="1222" w="1810">
                  <a:moveTo>
                    <a:pt x="828" y="0"/>
                  </a:moveTo>
                  <a:lnTo>
                    <a:pt x="632" y="22"/>
                  </a:lnTo>
                  <a:lnTo>
                    <a:pt x="458" y="66"/>
                  </a:lnTo>
                  <a:lnTo>
                    <a:pt x="349" y="131"/>
                  </a:lnTo>
                  <a:lnTo>
                    <a:pt x="218" y="218"/>
                  </a:lnTo>
                  <a:lnTo>
                    <a:pt x="131" y="306"/>
                  </a:lnTo>
                  <a:lnTo>
                    <a:pt x="65" y="415"/>
                  </a:lnTo>
                  <a:lnTo>
                    <a:pt x="22" y="545"/>
                  </a:lnTo>
                  <a:lnTo>
                    <a:pt x="0" y="654"/>
                  </a:lnTo>
                  <a:lnTo>
                    <a:pt x="0" y="785"/>
                  </a:lnTo>
                  <a:lnTo>
                    <a:pt x="44" y="894"/>
                  </a:lnTo>
                  <a:lnTo>
                    <a:pt x="87" y="1003"/>
                  </a:lnTo>
                  <a:lnTo>
                    <a:pt x="174" y="1090"/>
                  </a:lnTo>
                  <a:lnTo>
                    <a:pt x="283" y="1156"/>
                  </a:lnTo>
                  <a:lnTo>
                    <a:pt x="392" y="1199"/>
                  </a:lnTo>
                  <a:lnTo>
                    <a:pt x="523" y="1221"/>
                  </a:lnTo>
                  <a:lnTo>
                    <a:pt x="785" y="1221"/>
                  </a:lnTo>
                  <a:lnTo>
                    <a:pt x="937" y="1156"/>
                  </a:lnTo>
                  <a:lnTo>
                    <a:pt x="1068" y="1069"/>
                  </a:lnTo>
                  <a:lnTo>
                    <a:pt x="1221" y="938"/>
                  </a:lnTo>
                  <a:lnTo>
                    <a:pt x="1373" y="763"/>
                  </a:lnTo>
                  <a:lnTo>
                    <a:pt x="1504" y="589"/>
                  </a:lnTo>
                  <a:lnTo>
                    <a:pt x="1722" y="284"/>
                  </a:lnTo>
                  <a:lnTo>
                    <a:pt x="1809" y="131"/>
                  </a:lnTo>
                  <a:lnTo>
                    <a:pt x="1657" y="109"/>
                  </a:lnTo>
                  <a:lnTo>
                    <a:pt x="1286" y="44"/>
                  </a:lnTo>
                  <a:lnTo>
                    <a:pt x="1068" y="22"/>
                  </a:lnTo>
                  <a:lnTo>
                    <a:pt x="82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7" name="Google Shape;11197;p80"/>
            <p:cNvSpPr/>
            <p:nvPr/>
          </p:nvSpPr>
          <p:spPr>
            <a:xfrm>
              <a:off x="1294875" y="3483925"/>
              <a:ext cx="45800" cy="30525"/>
            </a:xfrm>
            <a:custGeom>
              <a:rect b="b" l="l" r="r" t="t"/>
              <a:pathLst>
                <a:path extrusionOk="0" h="1221" w="1832">
                  <a:moveTo>
                    <a:pt x="1156" y="0"/>
                  </a:moveTo>
                  <a:lnTo>
                    <a:pt x="1025" y="22"/>
                  </a:lnTo>
                  <a:lnTo>
                    <a:pt x="894" y="66"/>
                  </a:lnTo>
                  <a:lnTo>
                    <a:pt x="741" y="153"/>
                  </a:lnTo>
                  <a:lnTo>
                    <a:pt x="589" y="284"/>
                  </a:lnTo>
                  <a:lnTo>
                    <a:pt x="436" y="458"/>
                  </a:lnTo>
                  <a:lnTo>
                    <a:pt x="305" y="632"/>
                  </a:lnTo>
                  <a:lnTo>
                    <a:pt x="87" y="959"/>
                  </a:lnTo>
                  <a:lnTo>
                    <a:pt x="0" y="1090"/>
                  </a:lnTo>
                  <a:lnTo>
                    <a:pt x="153" y="1134"/>
                  </a:lnTo>
                  <a:lnTo>
                    <a:pt x="545" y="1199"/>
                  </a:lnTo>
                  <a:lnTo>
                    <a:pt x="763" y="1221"/>
                  </a:lnTo>
                  <a:lnTo>
                    <a:pt x="1199" y="1221"/>
                  </a:lnTo>
                  <a:lnTo>
                    <a:pt x="1352" y="1177"/>
                  </a:lnTo>
                  <a:lnTo>
                    <a:pt x="1483" y="1112"/>
                  </a:lnTo>
                  <a:lnTo>
                    <a:pt x="1592" y="1025"/>
                  </a:lnTo>
                  <a:lnTo>
                    <a:pt x="1679" y="916"/>
                  </a:lnTo>
                  <a:lnTo>
                    <a:pt x="1766" y="807"/>
                  </a:lnTo>
                  <a:lnTo>
                    <a:pt x="1810" y="698"/>
                  </a:lnTo>
                  <a:lnTo>
                    <a:pt x="1831" y="589"/>
                  </a:lnTo>
                  <a:lnTo>
                    <a:pt x="1810" y="458"/>
                  </a:lnTo>
                  <a:lnTo>
                    <a:pt x="1788" y="349"/>
                  </a:lnTo>
                  <a:lnTo>
                    <a:pt x="1722" y="240"/>
                  </a:lnTo>
                  <a:lnTo>
                    <a:pt x="1635" y="153"/>
                  </a:lnTo>
                  <a:lnTo>
                    <a:pt x="1548" y="87"/>
                  </a:lnTo>
                  <a:lnTo>
                    <a:pt x="1417" y="44"/>
                  </a:lnTo>
                  <a:lnTo>
                    <a:pt x="130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8" name="Google Shape;11198;p80"/>
            <p:cNvSpPr/>
            <p:nvPr/>
          </p:nvSpPr>
          <p:spPr>
            <a:xfrm>
              <a:off x="1199500" y="3078425"/>
              <a:ext cx="319950" cy="319950"/>
            </a:xfrm>
            <a:custGeom>
              <a:rect b="b" l="l" r="r" t="t"/>
              <a:pathLst>
                <a:path extrusionOk="0" h="12798" w="12798">
                  <a:moveTo>
                    <a:pt x="6082" y="0"/>
                  </a:moveTo>
                  <a:lnTo>
                    <a:pt x="5777" y="22"/>
                  </a:lnTo>
                  <a:lnTo>
                    <a:pt x="5472" y="66"/>
                  </a:lnTo>
                  <a:lnTo>
                    <a:pt x="5145" y="131"/>
                  </a:lnTo>
                  <a:lnTo>
                    <a:pt x="4840" y="196"/>
                  </a:lnTo>
                  <a:lnTo>
                    <a:pt x="4535" y="284"/>
                  </a:lnTo>
                  <a:lnTo>
                    <a:pt x="4208" y="371"/>
                  </a:lnTo>
                  <a:lnTo>
                    <a:pt x="3902" y="502"/>
                  </a:lnTo>
                  <a:lnTo>
                    <a:pt x="3619" y="633"/>
                  </a:lnTo>
                  <a:lnTo>
                    <a:pt x="3314" y="785"/>
                  </a:lnTo>
                  <a:lnTo>
                    <a:pt x="3052" y="938"/>
                  </a:lnTo>
                  <a:lnTo>
                    <a:pt x="2769" y="1112"/>
                  </a:lnTo>
                  <a:lnTo>
                    <a:pt x="2529" y="1308"/>
                  </a:lnTo>
                  <a:lnTo>
                    <a:pt x="2267" y="1505"/>
                  </a:lnTo>
                  <a:lnTo>
                    <a:pt x="2028" y="1701"/>
                  </a:lnTo>
                  <a:lnTo>
                    <a:pt x="1810" y="1941"/>
                  </a:lnTo>
                  <a:lnTo>
                    <a:pt x="1613" y="2159"/>
                  </a:lnTo>
                  <a:lnTo>
                    <a:pt x="1395" y="2398"/>
                  </a:lnTo>
                  <a:lnTo>
                    <a:pt x="1221" y="2638"/>
                  </a:lnTo>
                  <a:lnTo>
                    <a:pt x="1046" y="2900"/>
                  </a:lnTo>
                  <a:lnTo>
                    <a:pt x="872" y="3161"/>
                  </a:lnTo>
                  <a:lnTo>
                    <a:pt x="741" y="3423"/>
                  </a:lnTo>
                  <a:lnTo>
                    <a:pt x="589" y="3706"/>
                  </a:lnTo>
                  <a:lnTo>
                    <a:pt x="480" y="3990"/>
                  </a:lnTo>
                  <a:lnTo>
                    <a:pt x="371" y="4273"/>
                  </a:lnTo>
                  <a:lnTo>
                    <a:pt x="262" y="4557"/>
                  </a:lnTo>
                  <a:lnTo>
                    <a:pt x="196" y="4862"/>
                  </a:lnTo>
                  <a:lnTo>
                    <a:pt x="109" y="5167"/>
                  </a:lnTo>
                  <a:lnTo>
                    <a:pt x="65" y="5472"/>
                  </a:lnTo>
                  <a:lnTo>
                    <a:pt x="22" y="5778"/>
                  </a:lnTo>
                  <a:lnTo>
                    <a:pt x="0" y="6083"/>
                  </a:lnTo>
                  <a:lnTo>
                    <a:pt x="0" y="6388"/>
                  </a:lnTo>
                  <a:lnTo>
                    <a:pt x="0" y="6693"/>
                  </a:lnTo>
                  <a:lnTo>
                    <a:pt x="22" y="7020"/>
                  </a:lnTo>
                  <a:lnTo>
                    <a:pt x="65" y="7325"/>
                  </a:lnTo>
                  <a:lnTo>
                    <a:pt x="109" y="7652"/>
                  </a:lnTo>
                  <a:lnTo>
                    <a:pt x="196" y="7958"/>
                  </a:lnTo>
                  <a:lnTo>
                    <a:pt x="283" y="8263"/>
                  </a:lnTo>
                  <a:lnTo>
                    <a:pt x="371" y="8568"/>
                  </a:lnTo>
                  <a:lnTo>
                    <a:pt x="501" y="8873"/>
                  </a:lnTo>
                  <a:lnTo>
                    <a:pt x="632" y="9178"/>
                  </a:lnTo>
                  <a:lnTo>
                    <a:pt x="785" y="9462"/>
                  </a:lnTo>
                  <a:lnTo>
                    <a:pt x="937" y="9745"/>
                  </a:lnTo>
                  <a:lnTo>
                    <a:pt x="1112" y="10007"/>
                  </a:lnTo>
                  <a:lnTo>
                    <a:pt x="1308" y="10269"/>
                  </a:lnTo>
                  <a:lnTo>
                    <a:pt x="1504" y="10530"/>
                  </a:lnTo>
                  <a:lnTo>
                    <a:pt x="1700" y="10748"/>
                  </a:lnTo>
                  <a:lnTo>
                    <a:pt x="1919" y="10988"/>
                  </a:lnTo>
                  <a:lnTo>
                    <a:pt x="2158" y="11184"/>
                  </a:lnTo>
                  <a:lnTo>
                    <a:pt x="2398" y="11380"/>
                  </a:lnTo>
                  <a:lnTo>
                    <a:pt x="2638" y="11577"/>
                  </a:lnTo>
                  <a:lnTo>
                    <a:pt x="2900" y="11751"/>
                  </a:lnTo>
                  <a:lnTo>
                    <a:pt x="3161" y="11904"/>
                  </a:lnTo>
                  <a:lnTo>
                    <a:pt x="3423" y="12056"/>
                  </a:lnTo>
                  <a:lnTo>
                    <a:pt x="3706" y="12209"/>
                  </a:lnTo>
                  <a:lnTo>
                    <a:pt x="3990" y="12318"/>
                  </a:lnTo>
                  <a:lnTo>
                    <a:pt x="4273" y="12427"/>
                  </a:lnTo>
                  <a:lnTo>
                    <a:pt x="4556" y="12536"/>
                  </a:lnTo>
                  <a:lnTo>
                    <a:pt x="4862" y="12601"/>
                  </a:lnTo>
                  <a:lnTo>
                    <a:pt x="5167" y="12667"/>
                  </a:lnTo>
                  <a:lnTo>
                    <a:pt x="5472" y="12732"/>
                  </a:lnTo>
                  <a:lnTo>
                    <a:pt x="5777" y="12776"/>
                  </a:lnTo>
                  <a:lnTo>
                    <a:pt x="6082" y="12797"/>
                  </a:lnTo>
                  <a:lnTo>
                    <a:pt x="6693" y="12797"/>
                  </a:lnTo>
                  <a:lnTo>
                    <a:pt x="7020" y="12776"/>
                  </a:lnTo>
                  <a:lnTo>
                    <a:pt x="7325" y="12732"/>
                  </a:lnTo>
                  <a:lnTo>
                    <a:pt x="7630" y="12667"/>
                  </a:lnTo>
                  <a:lnTo>
                    <a:pt x="7957" y="12601"/>
                  </a:lnTo>
                  <a:lnTo>
                    <a:pt x="8263" y="12514"/>
                  </a:lnTo>
                  <a:lnTo>
                    <a:pt x="8568" y="12427"/>
                  </a:lnTo>
                  <a:lnTo>
                    <a:pt x="8873" y="12296"/>
                  </a:lnTo>
                  <a:lnTo>
                    <a:pt x="9178" y="12165"/>
                  </a:lnTo>
                  <a:lnTo>
                    <a:pt x="9462" y="12013"/>
                  </a:lnTo>
                  <a:lnTo>
                    <a:pt x="9745" y="11860"/>
                  </a:lnTo>
                  <a:lnTo>
                    <a:pt x="10007" y="11686"/>
                  </a:lnTo>
                  <a:lnTo>
                    <a:pt x="10268" y="11489"/>
                  </a:lnTo>
                  <a:lnTo>
                    <a:pt x="10508" y="11293"/>
                  </a:lnTo>
                  <a:lnTo>
                    <a:pt x="10748" y="11097"/>
                  </a:lnTo>
                  <a:lnTo>
                    <a:pt x="10966" y="10879"/>
                  </a:lnTo>
                  <a:lnTo>
                    <a:pt x="11184" y="10639"/>
                  </a:lnTo>
                  <a:lnTo>
                    <a:pt x="11380" y="10399"/>
                  </a:lnTo>
                  <a:lnTo>
                    <a:pt x="11576" y="10159"/>
                  </a:lnTo>
                  <a:lnTo>
                    <a:pt x="11751" y="9898"/>
                  </a:lnTo>
                  <a:lnTo>
                    <a:pt x="11903" y="9636"/>
                  </a:lnTo>
                  <a:lnTo>
                    <a:pt x="12056" y="9375"/>
                  </a:lnTo>
                  <a:lnTo>
                    <a:pt x="12187" y="9091"/>
                  </a:lnTo>
                  <a:lnTo>
                    <a:pt x="12317" y="8808"/>
                  </a:lnTo>
                  <a:lnTo>
                    <a:pt x="12426" y="8524"/>
                  </a:lnTo>
                  <a:lnTo>
                    <a:pt x="12514" y="8241"/>
                  </a:lnTo>
                  <a:lnTo>
                    <a:pt x="12601" y="7936"/>
                  </a:lnTo>
                  <a:lnTo>
                    <a:pt x="12666" y="7631"/>
                  </a:lnTo>
                  <a:lnTo>
                    <a:pt x="12732" y="7325"/>
                  </a:lnTo>
                  <a:lnTo>
                    <a:pt x="12753" y="7020"/>
                  </a:lnTo>
                  <a:lnTo>
                    <a:pt x="12775" y="6715"/>
                  </a:lnTo>
                  <a:lnTo>
                    <a:pt x="12797" y="6410"/>
                  </a:lnTo>
                  <a:lnTo>
                    <a:pt x="12775" y="6105"/>
                  </a:lnTo>
                  <a:lnTo>
                    <a:pt x="12753" y="5778"/>
                  </a:lnTo>
                  <a:lnTo>
                    <a:pt x="12732" y="5472"/>
                  </a:lnTo>
                  <a:lnTo>
                    <a:pt x="12666" y="5145"/>
                  </a:lnTo>
                  <a:lnTo>
                    <a:pt x="12601" y="4840"/>
                  </a:lnTo>
                  <a:lnTo>
                    <a:pt x="12514" y="4535"/>
                  </a:lnTo>
                  <a:lnTo>
                    <a:pt x="12405" y="4230"/>
                  </a:lnTo>
                  <a:lnTo>
                    <a:pt x="12296" y="3924"/>
                  </a:lnTo>
                  <a:lnTo>
                    <a:pt x="12165" y="3619"/>
                  </a:lnTo>
                  <a:lnTo>
                    <a:pt x="12012" y="3336"/>
                  </a:lnTo>
                  <a:lnTo>
                    <a:pt x="11838" y="3052"/>
                  </a:lnTo>
                  <a:lnTo>
                    <a:pt x="11663" y="2791"/>
                  </a:lnTo>
                  <a:lnTo>
                    <a:pt x="11489" y="2529"/>
                  </a:lnTo>
                  <a:lnTo>
                    <a:pt x="11293" y="2268"/>
                  </a:lnTo>
                  <a:lnTo>
                    <a:pt x="11075" y="2050"/>
                  </a:lnTo>
                  <a:lnTo>
                    <a:pt x="10857" y="1810"/>
                  </a:lnTo>
                  <a:lnTo>
                    <a:pt x="10639" y="1614"/>
                  </a:lnTo>
                  <a:lnTo>
                    <a:pt x="10399" y="1417"/>
                  </a:lnTo>
                  <a:lnTo>
                    <a:pt x="10159" y="1221"/>
                  </a:lnTo>
                  <a:lnTo>
                    <a:pt x="9898" y="1047"/>
                  </a:lnTo>
                  <a:lnTo>
                    <a:pt x="9636" y="894"/>
                  </a:lnTo>
                  <a:lnTo>
                    <a:pt x="9374" y="742"/>
                  </a:lnTo>
                  <a:lnTo>
                    <a:pt x="9091" y="589"/>
                  </a:lnTo>
                  <a:lnTo>
                    <a:pt x="8808" y="480"/>
                  </a:lnTo>
                  <a:lnTo>
                    <a:pt x="8524" y="371"/>
                  </a:lnTo>
                  <a:lnTo>
                    <a:pt x="8219" y="262"/>
                  </a:lnTo>
                  <a:lnTo>
                    <a:pt x="7936" y="196"/>
                  </a:lnTo>
                  <a:lnTo>
                    <a:pt x="7630" y="131"/>
                  </a:lnTo>
                  <a:lnTo>
                    <a:pt x="7325" y="66"/>
                  </a:lnTo>
                  <a:lnTo>
                    <a:pt x="7020" y="22"/>
                  </a:lnTo>
                  <a:lnTo>
                    <a:pt x="671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9" name="Google Shape;11199;p80"/>
            <p:cNvSpPr/>
            <p:nvPr/>
          </p:nvSpPr>
          <p:spPr>
            <a:xfrm>
              <a:off x="1206575" y="3085500"/>
              <a:ext cx="305775" cy="305775"/>
            </a:xfrm>
            <a:custGeom>
              <a:rect b="b" l="l" r="r" t="t"/>
              <a:pathLst>
                <a:path extrusionOk="0" h="12231" w="12231">
                  <a:moveTo>
                    <a:pt x="5821" y="1"/>
                  </a:moveTo>
                  <a:lnTo>
                    <a:pt x="5516" y="23"/>
                  </a:lnTo>
                  <a:lnTo>
                    <a:pt x="5233" y="66"/>
                  </a:lnTo>
                  <a:lnTo>
                    <a:pt x="4927" y="110"/>
                  </a:lnTo>
                  <a:lnTo>
                    <a:pt x="4622" y="175"/>
                  </a:lnTo>
                  <a:lnTo>
                    <a:pt x="4317" y="262"/>
                  </a:lnTo>
                  <a:lnTo>
                    <a:pt x="4034" y="371"/>
                  </a:lnTo>
                  <a:lnTo>
                    <a:pt x="3750" y="480"/>
                  </a:lnTo>
                  <a:lnTo>
                    <a:pt x="3445" y="611"/>
                  </a:lnTo>
                  <a:lnTo>
                    <a:pt x="3183" y="742"/>
                  </a:lnTo>
                  <a:lnTo>
                    <a:pt x="2900" y="916"/>
                  </a:lnTo>
                  <a:lnTo>
                    <a:pt x="2660" y="1069"/>
                  </a:lnTo>
                  <a:lnTo>
                    <a:pt x="2399" y="1243"/>
                  </a:lnTo>
                  <a:lnTo>
                    <a:pt x="2181" y="1440"/>
                  </a:lnTo>
                  <a:lnTo>
                    <a:pt x="1941" y="1636"/>
                  </a:lnTo>
                  <a:lnTo>
                    <a:pt x="1723" y="1854"/>
                  </a:lnTo>
                  <a:lnTo>
                    <a:pt x="1527" y="2072"/>
                  </a:lnTo>
                  <a:lnTo>
                    <a:pt x="1330" y="2290"/>
                  </a:lnTo>
                  <a:lnTo>
                    <a:pt x="1156" y="2530"/>
                  </a:lnTo>
                  <a:lnTo>
                    <a:pt x="1003" y="2769"/>
                  </a:lnTo>
                  <a:lnTo>
                    <a:pt x="851" y="3009"/>
                  </a:lnTo>
                  <a:lnTo>
                    <a:pt x="698" y="3271"/>
                  </a:lnTo>
                  <a:lnTo>
                    <a:pt x="567" y="3532"/>
                  </a:lnTo>
                  <a:lnTo>
                    <a:pt x="458" y="3816"/>
                  </a:lnTo>
                  <a:lnTo>
                    <a:pt x="349" y="4077"/>
                  </a:lnTo>
                  <a:lnTo>
                    <a:pt x="262" y="4361"/>
                  </a:lnTo>
                  <a:lnTo>
                    <a:pt x="175" y="4644"/>
                  </a:lnTo>
                  <a:lnTo>
                    <a:pt x="109" y="4928"/>
                  </a:lnTo>
                  <a:lnTo>
                    <a:pt x="66" y="5211"/>
                  </a:lnTo>
                  <a:lnTo>
                    <a:pt x="22" y="5516"/>
                  </a:lnTo>
                  <a:lnTo>
                    <a:pt x="0" y="5800"/>
                  </a:lnTo>
                  <a:lnTo>
                    <a:pt x="0" y="6105"/>
                  </a:lnTo>
                  <a:lnTo>
                    <a:pt x="0" y="6410"/>
                  </a:lnTo>
                  <a:lnTo>
                    <a:pt x="22" y="6694"/>
                  </a:lnTo>
                  <a:lnTo>
                    <a:pt x="66" y="6999"/>
                  </a:lnTo>
                  <a:lnTo>
                    <a:pt x="109" y="7304"/>
                  </a:lnTo>
                  <a:lnTo>
                    <a:pt x="175" y="7609"/>
                  </a:lnTo>
                  <a:lnTo>
                    <a:pt x="262" y="7893"/>
                  </a:lnTo>
                  <a:lnTo>
                    <a:pt x="371" y="8198"/>
                  </a:lnTo>
                  <a:lnTo>
                    <a:pt x="480" y="8481"/>
                  </a:lnTo>
                  <a:lnTo>
                    <a:pt x="611" y="8765"/>
                  </a:lnTo>
                  <a:lnTo>
                    <a:pt x="742" y="9048"/>
                  </a:lnTo>
                  <a:lnTo>
                    <a:pt x="916" y="9310"/>
                  </a:lnTo>
                  <a:lnTo>
                    <a:pt x="1069" y="9571"/>
                  </a:lnTo>
                  <a:lnTo>
                    <a:pt x="1243" y="9811"/>
                  </a:lnTo>
                  <a:lnTo>
                    <a:pt x="1439" y="10051"/>
                  </a:lnTo>
                  <a:lnTo>
                    <a:pt x="1636" y="10291"/>
                  </a:lnTo>
                  <a:lnTo>
                    <a:pt x="1854" y="10487"/>
                  </a:lnTo>
                  <a:lnTo>
                    <a:pt x="2072" y="10705"/>
                  </a:lnTo>
                  <a:lnTo>
                    <a:pt x="2290" y="10879"/>
                  </a:lnTo>
                  <a:lnTo>
                    <a:pt x="2529" y="11076"/>
                  </a:lnTo>
                  <a:lnTo>
                    <a:pt x="2769" y="11228"/>
                  </a:lnTo>
                  <a:lnTo>
                    <a:pt x="3009" y="11381"/>
                  </a:lnTo>
                  <a:lnTo>
                    <a:pt x="3271" y="11533"/>
                  </a:lnTo>
                  <a:lnTo>
                    <a:pt x="3532" y="11664"/>
                  </a:lnTo>
                  <a:lnTo>
                    <a:pt x="3816" y="11773"/>
                  </a:lnTo>
                  <a:lnTo>
                    <a:pt x="4077" y="11882"/>
                  </a:lnTo>
                  <a:lnTo>
                    <a:pt x="4361" y="11969"/>
                  </a:lnTo>
                  <a:lnTo>
                    <a:pt x="4644" y="12057"/>
                  </a:lnTo>
                  <a:lnTo>
                    <a:pt x="4927" y="12122"/>
                  </a:lnTo>
                  <a:lnTo>
                    <a:pt x="5211" y="12166"/>
                  </a:lnTo>
                  <a:lnTo>
                    <a:pt x="5516" y="12209"/>
                  </a:lnTo>
                  <a:lnTo>
                    <a:pt x="5799" y="12231"/>
                  </a:lnTo>
                  <a:lnTo>
                    <a:pt x="6410" y="12231"/>
                  </a:lnTo>
                  <a:lnTo>
                    <a:pt x="6693" y="12209"/>
                  </a:lnTo>
                  <a:lnTo>
                    <a:pt x="6999" y="12166"/>
                  </a:lnTo>
                  <a:lnTo>
                    <a:pt x="7304" y="12122"/>
                  </a:lnTo>
                  <a:lnTo>
                    <a:pt x="7609" y="12057"/>
                  </a:lnTo>
                  <a:lnTo>
                    <a:pt x="7892" y="11969"/>
                  </a:lnTo>
                  <a:lnTo>
                    <a:pt x="8198" y="11860"/>
                  </a:lnTo>
                  <a:lnTo>
                    <a:pt x="8481" y="11751"/>
                  </a:lnTo>
                  <a:lnTo>
                    <a:pt x="8764" y="11621"/>
                  </a:lnTo>
                  <a:lnTo>
                    <a:pt x="9048" y="11490"/>
                  </a:lnTo>
                  <a:lnTo>
                    <a:pt x="9309" y="11315"/>
                  </a:lnTo>
                  <a:lnTo>
                    <a:pt x="9571" y="11163"/>
                  </a:lnTo>
                  <a:lnTo>
                    <a:pt x="9811" y="10988"/>
                  </a:lnTo>
                  <a:lnTo>
                    <a:pt x="10051" y="10792"/>
                  </a:lnTo>
                  <a:lnTo>
                    <a:pt x="10269" y="10596"/>
                  </a:lnTo>
                  <a:lnTo>
                    <a:pt x="10487" y="10378"/>
                  </a:lnTo>
                  <a:lnTo>
                    <a:pt x="10683" y="10160"/>
                  </a:lnTo>
                  <a:lnTo>
                    <a:pt x="10879" y="9942"/>
                  </a:lnTo>
                  <a:lnTo>
                    <a:pt x="11053" y="9702"/>
                  </a:lnTo>
                  <a:lnTo>
                    <a:pt x="11228" y="9462"/>
                  </a:lnTo>
                  <a:lnTo>
                    <a:pt x="11380" y="9222"/>
                  </a:lnTo>
                  <a:lnTo>
                    <a:pt x="11533" y="8961"/>
                  </a:lnTo>
                  <a:lnTo>
                    <a:pt x="11664" y="8699"/>
                  </a:lnTo>
                  <a:lnTo>
                    <a:pt x="11773" y="8416"/>
                  </a:lnTo>
                  <a:lnTo>
                    <a:pt x="11882" y="8154"/>
                  </a:lnTo>
                  <a:lnTo>
                    <a:pt x="11969" y="7871"/>
                  </a:lnTo>
                  <a:lnTo>
                    <a:pt x="12034" y="7587"/>
                  </a:lnTo>
                  <a:lnTo>
                    <a:pt x="12100" y="7304"/>
                  </a:lnTo>
                  <a:lnTo>
                    <a:pt x="12165" y="7021"/>
                  </a:lnTo>
                  <a:lnTo>
                    <a:pt x="12187" y="6715"/>
                  </a:lnTo>
                  <a:lnTo>
                    <a:pt x="12209" y="6432"/>
                  </a:lnTo>
                  <a:lnTo>
                    <a:pt x="12231" y="6127"/>
                  </a:lnTo>
                  <a:lnTo>
                    <a:pt x="12209" y="5822"/>
                  </a:lnTo>
                  <a:lnTo>
                    <a:pt x="12187" y="5538"/>
                  </a:lnTo>
                  <a:lnTo>
                    <a:pt x="12165" y="5233"/>
                  </a:lnTo>
                  <a:lnTo>
                    <a:pt x="12100" y="4928"/>
                  </a:lnTo>
                  <a:lnTo>
                    <a:pt x="12034" y="4622"/>
                  </a:lnTo>
                  <a:lnTo>
                    <a:pt x="11947" y="4339"/>
                  </a:lnTo>
                  <a:lnTo>
                    <a:pt x="11860" y="4034"/>
                  </a:lnTo>
                  <a:lnTo>
                    <a:pt x="11751" y="3750"/>
                  </a:lnTo>
                  <a:lnTo>
                    <a:pt x="11620" y="3467"/>
                  </a:lnTo>
                  <a:lnTo>
                    <a:pt x="11468" y="3184"/>
                  </a:lnTo>
                  <a:lnTo>
                    <a:pt x="11315" y="2922"/>
                  </a:lnTo>
                  <a:lnTo>
                    <a:pt x="11162" y="2660"/>
                  </a:lnTo>
                  <a:lnTo>
                    <a:pt x="10966" y="2421"/>
                  </a:lnTo>
                  <a:lnTo>
                    <a:pt x="10792" y="2181"/>
                  </a:lnTo>
                  <a:lnTo>
                    <a:pt x="10596" y="1963"/>
                  </a:lnTo>
                  <a:lnTo>
                    <a:pt x="10378" y="1745"/>
                  </a:lnTo>
                  <a:lnTo>
                    <a:pt x="10160" y="1527"/>
                  </a:lnTo>
                  <a:lnTo>
                    <a:pt x="9942" y="1352"/>
                  </a:lnTo>
                  <a:lnTo>
                    <a:pt x="9702" y="1156"/>
                  </a:lnTo>
                  <a:lnTo>
                    <a:pt x="9462" y="1004"/>
                  </a:lnTo>
                  <a:lnTo>
                    <a:pt x="9200" y="851"/>
                  </a:lnTo>
                  <a:lnTo>
                    <a:pt x="8939" y="698"/>
                  </a:lnTo>
                  <a:lnTo>
                    <a:pt x="8677" y="568"/>
                  </a:lnTo>
                  <a:lnTo>
                    <a:pt x="8416" y="459"/>
                  </a:lnTo>
                  <a:lnTo>
                    <a:pt x="8154" y="350"/>
                  </a:lnTo>
                  <a:lnTo>
                    <a:pt x="7871" y="262"/>
                  </a:lnTo>
                  <a:lnTo>
                    <a:pt x="7587" y="175"/>
                  </a:lnTo>
                  <a:lnTo>
                    <a:pt x="7304" y="110"/>
                  </a:lnTo>
                  <a:lnTo>
                    <a:pt x="6999" y="66"/>
                  </a:lnTo>
                  <a:lnTo>
                    <a:pt x="6715" y="23"/>
                  </a:lnTo>
                  <a:lnTo>
                    <a:pt x="641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0" name="Google Shape;11200;p80"/>
            <p:cNvSpPr/>
            <p:nvPr/>
          </p:nvSpPr>
          <p:spPr>
            <a:xfrm>
              <a:off x="1223475" y="3102400"/>
              <a:ext cx="271975" cy="272000"/>
            </a:xfrm>
            <a:custGeom>
              <a:rect b="b" l="l" r="r" t="t"/>
              <a:pathLst>
                <a:path extrusionOk="0" h="10880" w="10879">
                  <a:moveTo>
                    <a:pt x="5363" y="1"/>
                  </a:moveTo>
                  <a:lnTo>
                    <a:pt x="4862" y="22"/>
                  </a:lnTo>
                  <a:lnTo>
                    <a:pt x="4339" y="110"/>
                  </a:lnTo>
                  <a:lnTo>
                    <a:pt x="3837" y="240"/>
                  </a:lnTo>
                  <a:lnTo>
                    <a:pt x="3576" y="328"/>
                  </a:lnTo>
                  <a:lnTo>
                    <a:pt x="3314" y="415"/>
                  </a:lnTo>
                  <a:lnTo>
                    <a:pt x="3292" y="437"/>
                  </a:lnTo>
                  <a:lnTo>
                    <a:pt x="3052" y="546"/>
                  </a:lnTo>
                  <a:lnTo>
                    <a:pt x="2813" y="655"/>
                  </a:lnTo>
                  <a:lnTo>
                    <a:pt x="2377" y="938"/>
                  </a:lnTo>
                  <a:lnTo>
                    <a:pt x="1962" y="1243"/>
                  </a:lnTo>
                  <a:lnTo>
                    <a:pt x="1570" y="1592"/>
                  </a:lnTo>
                  <a:lnTo>
                    <a:pt x="1221" y="1984"/>
                  </a:lnTo>
                  <a:lnTo>
                    <a:pt x="938" y="2377"/>
                  </a:lnTo>
                  <a:lnTo>
                    <a:pt x="654" y="2813"/>
                  </a:lnTo>
                  <a:lnTo>
                    <a:pt x="436" y="3271"/>
                  </a:lnTo>
                  <a:lnTo>
                    <a:pt x="262" y="3750"/>
                  </a:lnTo>
                  <a:lnTo>
                    <a:pt x="131" y="4252"/>
                  </a:lnTo>
                  <a:lnTo>
                    <a:pt x="44" y="4775"/>
                  </a:lnTo>
                  <a:lnTo>
                    <a:pt x="0" y="5276"/>
                  </a:lnTo>
                  <a:lnTo>
                    <a:pt x="0" y="5821"/>
                  </a:lnTo>
                  <a:lnTo>
                    <a:pt x="22" y="6083"/>
                  </a:lnTo>
                  <a:lnTo>
                    <a:pt x="66" y="6345"/>
                  </a:lnTo>
                  <a:lnTo>
                    <a:pt x="109" y="6606"/>
                  </a:lnTo>
                  <a:lnTo>
                    <a:pt x="175" y="6868"/>
                  </a:lnTo>
                  <a:lnTo>
                    <a:pt x="262" y="7129"/>
                  </a:lnTo>
                  <a:lnTo>
                    <a:pt x="349" y="7391"/>
                  </a:lnTo>
                  <a:lnTo>
                    <a:pt x="414" y="7544"/>
                  </a:lnTo>
                  <a:lnTo>
                    <a:pt x="523" y="7805"/>
                  </a:lnTo>
                  <a:lnTo>
                    <a:pt x="654" y="8045"/>
                  </a:lnTo>
                  <a:lnTo>
                    <a:pt x="785" y="8263"/>
                  </a:lnTo>
                  <a:lnTo>
                    <a:pt x="938" y="8503"/>
                  </a:lnTo>
                  <a:lnTo>
                    <a:pt x="1243" y="8917"/>
                  </a:lnTo>
                  <a:lnTo>
                    <a:pt x="1592" y="9288"/>
                  </a:lnTo>
                  <a:lnTo>
                    <a:pt x="1962" y="9637"/>
                  </a:lnTo>
                  <a:lnTo>
                    <a:pt x="2377" y="9942"/>
                  </a:lnTo>
                  <a:lnTo>
                    <a:pt x="2813" y="10203"/>
                  </a:lnTo>
                  <a:lnTo>
                    <a:pt x="3270" y="10443"/>
                  </a:lnTo>
                  <a:lnTo>
                    <a:pt x="3532" y="10530"/>
                  </a:lnTo>
                  <a:lnTo>
                    <a:pt x="3772" y="10618"/>
                  </a:lnTo>
                  <a:lnTo>
                    <a:pt x="4033" y="10705"/>
                  </a:lnTo>
                  <a:lnTo>
                    <a:pt x="4295" y="10770"/>
                  </a:lnTo>
                  <a:lnTo>
                    <a:pt x="4557" y="10814"/>
                  </a:lnTo>
                  <a:lnTo>
                    <a:pt x="4818" y="10857"/>
                  </a:lnTo>
                  <a:lnTo>
                    <a:pt x="5102" y="10879"/>
                  </a:lnTo>
                  <a:lnTo>
                    <a:pt x="5647" y="10879"/>
                  </a:lnTo>
                  <a:lnTo>
                    <a:pt x="5908" y="10857"/>
                  </a:lnTo>
                  <a:lnTo>
                    <a:pt x="6192" y="10836"/>
                  </a:lnTo>
                  <a:lnTo>
                    <a:pt x="6475" y="10792"/>
                  </a:lnTo>
                  <a:lnTo>
                    <a:pt x="6737" y="10727"/>
                  </a:lnTo>
                  <a:lnTo>
                    <a:pt x="7020" y="10661"/>
                  </a:lnTo>
                  <a:lnTo>
                    <a:pt x="7282" y="10552"/>
                  </a:lnTo>
                  <a:lnTo>
                    <a:pt x="7543" y="10465"/>
                  </a:lnTo>
                  <a:lnTo>
                    <a:pt x="7827" y="10334"/>
                  </a:lnTo>
                  <a:lnTo>
                    <a:pt x="8067" y="10203"/>
                  </a:lnTo>
                  <a:lnTo>
                    <a:pt x="8306" y="10073"/>
                  </a:lnTo>
                  <a:lnTo>
                    <a:pt x="8546" y="9898"/>
                  </a:lnTo>
                  <a:lnTo>
                    <a:pt x="8764" y="9746"/>
                  </a:lnTo>
                  <a:lnTo>
                    <a:pt x="8982" y="9571"/>
                  </a:lnTo>
                  <a:lnTo>
                    <a:pt x="9200" y="9375"/>
                  </a:lnTo>
                  <a:lnTo>
                    <a:pt x="9375" y="9179"/>
                  </a:lnTo>
                  <a:lnTo>
                    <a:pt x="9571" y="8982"/>
                  </a:lnTo>
                  <a:lnTo>
                    <a:pt x="9745" y="8786"/>
                  </a:lnTo>
                  <a:lnTo>
                    <a:pt x="9898" y="8568"/>
                  </a:lnTo>
                  <a:lnTo>
                    <a:pt x="10050" y="8328"/>
                  </a:lnTo>
                  <a:lnTo>
                    <a:pt x="10181" y="8089"/>
                  </a:lnTo>
                  <a:lnTo>
                    <a:pt x="10312" y="7871"/>
                  </a:lnTo>
                  <a:lnTo>
                    <a:pt x="10421" y="7609"/>
                  </a:lnTo>
                  <a:lnTo>
                    <a:pt x="10530" y="7369"/>
                  </a:lnTo>
                  <a:lnTo>
                    <a:pt x="10683" y="6890"/>
                  </a:lnTo>
                  <a:lnTo>
                    <a:pt x="10792" y="6388"/>
                  </a:lnTo>
                  <a:lnTo>
                    <a:pt x="10857" y="5887"/>
                  </a:lnTo>
                  <a:lnTo>
                    <a:pt x="10879" y="5385"/>
                  </a:lnTo>
                  <a:lnTo>
                    <a:pt x="10857" y="4862"/>
                  </a:lnTo>
                  <a:lnTo>
                    <a:pt x="10770" y="4339"/>
                  </a:lnTo>
                  <a:lnTo>
                    <a:pt x="10639" y="3837"/>
                  </a:lnTo>
                  <a:lnTo>
                    <a:pt x="10552" y="3576"/>
                  </a:lnTo>
                  <a:lnTo>
                    <a:pt x="10443" y="3336"/>
                  </a:lnTo>
                  <a:lnTo>
                    <a:pt x="10377" y="3140"/>
                  </a:lnTo>
                  <a:lnTo>
                    <a:pt x="10247" y="2900"/>
                  </a:lnTo>
                  <a:lnTo>
                    <a:pt x="10116" y="2660"/>
                  </a:lnTo>
                  <a:lnTo>
                    <a:pt x="9963" y="2420"/>
                  </a:lnTo>
                  <a:lnTo>
                    <a:pt x="9811" y="2202"/>
                  </a:lnTo>
                  <a:lnTo>
                    <a:pt x="9658" y="2006"/>
                  </a:lnTo>
                  <a:lnTo>
                    <a:pt x="9484" y="1810"/>
                  </a:lnTo>
                  <a:lnTo>
                    <a:pt x="9113" y="1418"/>
                  </a:lnTo>
                  <a:lnTo>
                    <a:pt x="8699" y="1091"/>
                  </a:lnTo>
                  <a:lnTo>
                    <a:pt x="8285" y="807"/>
                  </a:lnTo>
                  <a:lnTo>
                    <a:pt x="7827" y="546"/>
                  </a:lnTo>
                  <a:lnTo>
                    <a:pt x="7347" y="349"/>
                  </a:lnTo>
                  <a:lnTo>
                    <a:pt x="6868" y="197"/>
                  </a:lnTo>
                  <a:lnTo>
                    <a:pt x="6388" y="88"/>
                  </a:lnTo>
                  <a:lnTo>
                    <a:pt x="5865" y="22"/>
                  </a:lnTo>
                  <a:lnTo>
                    <a:pt x="536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1" name="Google Shape;11201;p80"/>
            <p:cNvSpPr/>
            <p:nvPr/>
          </p:nvSpPr>
          <p:spPr>
            <a:xfrm>
              <a:off x="1233825" y="3112750"/>
              <a:ext cx="250725" cy="251275"/>
            </a:xfrm>
            <a:custGeom>
              <a:rect b="b" l="l" r="r" t="t"/>
              <a:pathLst>
                <a:path extrusionOk="0" h="10051" w="10029">
                  <a:moveTo>
                    <a:pt x="4927" y="1"/>
                  </a:moveTo>
                  <a:lnTo>
                    <a:pt x="4448" y="44"/>
                  </a:lnTo>
                  <a:lnTo>
                    <a:pt x="3990" y="110"/>
                  </a:lnTo>
                  <a:lnTo>
                    <a:pt x="3532" y="241"/>
                  </a:lnTo>
                  <a:lnTo>
                    <a:pt x="3074" y="393"/>
                  </a:lnTo>
                  <a:lnTo>
                    <a:pt x="3053" y="415"/>
                  </a:lnTo>
                  <a:lnTo>
                    <a:pt x="2617" y="611"/>
                  </a:lnTo>
                  <a:lnTo>
                    <a:pt x="2224" y="873"/>
                  </a:lnTo>
                  <a:lnTo>
                    <a:pt x="1832" y="1156"/>
                  </a:lnTo>
                  <a:lnTo>
                    <a:pt x="1483" y="1461"/>
                  </a:lnTo>
                  <a:lnTo>
                    <a:pt x="1178" y="1810"/>
                  </a:lnTo>
                  <a:lnTo>
                    <a:pt x="894" y="2203"/>
                  </a:lnTo>
                  <a:lnTo>
                    <a:pt x="633" y="2595"/>
                  </a:lnTo>
                  <a:lnTo>
                    <a:pt x="415" y="3031"/>
                  </a:lnTo>
                  <a:lnTo>
                    <a:pt x="240" y="3489"/>
                  </a:lnTo>
                  <a:lnTo>
                    <a:pt x="131" y="3969"/>
                  </a:lnTo>
                  <a:lnTo>
                    <a:pt x="44" y="4426"/>
                  </a:lnTo>
                  <a:lnTo>
                    <a:pt x="0" y="4906"/>
                  </a:lnTo>
                  <a:lnTo>
                    <a:pt x="22" y="5386"/>
                  </a:lnTo>
                  <a:lnTo>
                    <a:pt x="88" y="5865"/>
                  </a:lnTo>
                  <a:lnTo>
                    <a:pt x="175" y="6345"/>
                  </a:lnTo>
                  <a:lnTo>
                    <a:pt x="327" y="6803"/>
                  </a:lnTo>
                  <a:lnTo>
                    <a:pt x="349" y="6824"/>
                  </a:lnTo>
                  <a:lnTo>
                    <a:pt x="393" y="6977"/>
                  </a:lnTo>
                  <a:lnTo>
                    <a:pt x="611" y="7413"/>
                  </a:lnTo>
                  <a:lnTo>
                    <a:pt x="851" y="7827"/>
                  </a:lnTo>
                  <a:lnTo>
                    <a:pt x="1134" y="8198"/>
                  </a:lnTo>
                  <a:lnTo>
                    <a:pt x="1461" y="8547"/>
                  </a:lnTo>
                  <a:lnTo>
                    <a:pt x="1810" y="8874"/>
                  </a:lnTo>
                  <a:lnTo>
                    <a:pt x="2181" y="9157"/>
                  </a:lnTo>
                  <a:lnTo>
                    <a:pt x="2595" y="9419"/>
                  </a:lnTo>
                  <a:lnTo>
                    <a:pt x="3031" y="9637"/>
                  </a:lnTo>
                  <a:lnTo>
                    <a:pt x="3510" y="9811"/>
                  </a:lnTo>
                  <a:lnTo>
                    <a:pt x="4012" y="9942"/>
                  </a:lnTo>
                  <a:lnTo>
                    <a:pt x="4491" y="10007"/>
                  </a:lnTo>
                  <a:lnTo>
                    <a:pt x="4993" y="10051"/>
                  </a:lnTo>
                  <a:lnTo>
                    <a:pt x="5494" y="10029"/>
                  </a:lnTo>
                  <a:lnTo>
                    <a:pt x="5996" y="9942"/>
                  </a:lnTo>
                  <a:lnTo>
                    <a:pt x="6497" y="9833"/>
                  </a:lnTo>
                  <a:lnTo>
                    <a:pt x="6977" y="9659"/>
                  </a:lnTo>
                  <a:lnTo>
                    <a:pt x="6977" y="9637"/>
                  </a:lnTo>
                  <a:lnTo>
                    <a:pt x="7435" y="9419"/>
                  </a:lnTo>
                  <a:lnTo>
                    <a:pt x="7871" y="9157"/>
                  </a:lnTo>
                  <a:lnTo>
                    <a:pt x="8263" y="8852"/>
                  </a:lnTo>
                  <a:lnTo>
                    <a:pt x="8634" y="8503"/>
                  </a:lnTo>
                  <a:lnTo>
                    <a:pt x="8961" y="8132"/>
                  </a:lnTo>
                  <a:lnTo>
                    <a:pt x="9244" y="7718"/>
                  </a:lnTo>
                  <a:lnTo>
                    <a:pt x="9506" y="7282"/>
                  </a:lnTo>
                  <a:lnTo>
                    <a:pt x="9702" y="6803"/>
                  </a:lnTo>
                  <a:lnTo>
                    <a:pt x="9854" y="6345"/>
                  </a:lnTo>
                  <a:lnTo>
                    <a:pt x="9963" y="5887"/>
                  </a:lnTo>
                  <a:lnTo>
                    <a:pt x="10029" y="5407"/>
                  </a:lnTo>
                  <a:lnTo>
                    <a:pt x="10029" y="4928"/>
                  </a:lnTo>
                  <a:lnTo>
                    <a:pt x="10007" y="4470"/>
                  </a:lnTo>
                  <a:lnTo>
                    <a:pt x="9920" y="3990"/>
                  </a:lnTo>
                  <a:lnTo>
                    <a:pt x="9811" y="3532"/>
                  </a:lnTo>
                  <a:lnTo>
                    <a:pt x="9636" y="3075"/>
                  </a:lnTo>
                  <a:lnTo>
                    <a:pt x="9571" y="2900"/>
                  </a:lnTo>
                  <a:lnTo>
                    <a:pt x="9331" y="2486"/>
                  </a:lnTo>
                  <a:lnTo>
                    <a:pt x="9070" y="2072"/>
                  </a:lnTo>
                  <a:lnTo>
                    <a:pt x="8764" y="1701"/>
                  </a:lnTo>
                  <a:lnTo>
                    <a:pt x="8437" y="1352"/>
                  </a:lnTo>
                  <a:lnTo>
                    <a:pt x="8067" y="1047"/>
                  </a:lnTo>
                  <a:lnTo>
                    <a:pt x="7674" y="764"/>
                  </a:lnTo>
                  <a:lnTo>
                    <a:pt x="7238" y="524"/>
                  </a:lnTo>
                  <a:lnTo>
                    <a:pt x="6781" y="328"/>
                  </a:lnTo>
                  <a:lnTo>
                    <a:pt x="6323" y="197"/>
                  </a:lnTo>
                  <a:lnTo>
                    <a:pt x="5865" y="88"/>
                  </a:lnTo>
                  <a:lnTo>
                    <a:pt x="5385" y="23"/>
                  </a:lnTo>
                  <a:lnTo>
                    <a:pt x="49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2" name="Google Shape;11202;p80"/>
            <p:cNvSpPr/>
            <p:nvPr/>
          </p:nvSpPr>
          <p:spPr>
            <a:xfrm>
              <a:off x="1317225" y="3156900"/>
              <a:ext cx="30525" cy="45800"/>
            </a:xfrm>
            <a:custGeom>
              <a:rect b="b" l="l" r="r" t="t"/>
              <a:pathLst>
                <a:path extrusionOk="0" h="1832" w="1221">
                  <a:moveTo>
                    <a:pt x="458" y="1"/>
                  </a:moveTo>
                  <a:lnTo>
                    <a:pt x="327" y="44"/>
                  </a:lnTo>
                  <a:lnTo>
                    <a:pt x="218" y="110"/>
                  </a:lnTo>
                  <a:lnTo>
                    <a:pt x="131" y="175"/>
                  </a:lnTo>
                  <a:lnTo>
                    <a:pt x="65" y="284"/>
                  </a:lnTo>
                  <a:lnTo>
                    <a:pt x="22" y="393"/>
                  </a:lnTo>
                  <a:lnTo>
                    <a:pt x="0" y="524"/>
                  </a:lnTo>
                  <a:lnTo>
                    <a:pt x="0" y="655"/>
                  </a:lnTo>
                  <a:lnTo>
                    <a:pt x="22" y="807"/>
                  </a:lnTo>
                  <a:lnTo>
                    <a:pt x="65" y="938"/>
                  </a:lnTo>
                  <a:lnTo>
                    <a:pt x="153" y="1091"/>
                  </a:lnTo>
                  <a:lnTo>
                    <a:pt x="283" y="1221"/>
                  </a:lnTo>
                  <a:lnTo>
                    <a:pt x="458" y="1374"/>
                  </a:lnTo>
                  <a:lnTo>
                    <a:pt x="632" y="1527"/>
                  </a:lnTo>
                  <a:lnTo>
                    <a:pt x="937" y="1745"/>
                  </a:lnTo>
                  <a:lnTo>
                    <a:pt x="1090" y="1832"/>
                  </a:lnTo>
                  <a:lnTo>
                    <a:pt x="1112" y="1657"/>
                  </a:lnTo>
                  <a:lnTo>
                    <a:pt x="1177" y="1287"/>
                  </a:lnTo>
                  <a:lnTo>
                    <a:pt x="1199" y="1069"/>
                  </a:lnTo>
                  <a:lnTo>
                    <a:pt x="1221" y="829"/>
                  </a:lnTo>
                  <a:lnTo>
                    <a:pt x="1199" y="633"/>
                  </a:lnTo>
                  <a:lnTo>
                    <a:pt x="1155" y="480"/>
                  </a:lnTo>
                  <a:lnTo>
                    <a:pt x="1090" y="349"/>
                  </a:lnTo>
                  <a:lnTo>
                    <a:pt x="1003" y="240"/>
                  </a:lnTo>
                  <a:lnTo>
                    <a:pt x="916" y="131"/>
                  </a:lnTo>
                  <a:lnTo>
                    <a:pt x="807" y="66"/>
                  </a:lnTo>
                  <a:lnTo>
                    <a:pt x="698" y="22"/>
                  </a:lnTo>
                  <a:lnTo>
                    <a:pt x="56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3" name="Google Shape;11203;p80"/>
            <p:cNvSpPr/>
            <p:nvPr/>
          </p:nvSpPr>
          <p:spPr>
            <a:xfrm>
              <a:off x="1371175" y="3274075"/>
              <a:ext cx="30550" cy="45825"/>
            </a:xfrm>
            <a:custGeom>
              <a:rect b="b" l="l" r="r" t="t"/>
              <a:pathLst>
                <a:path extrusionOk="0" h="1833" w="1222">
                  <a:moveTo>
                    <a:pt x="131" y="1"/>
                  </a:moveTo>
                  <a:lnTo>
                    <a:pt x="87" y="175"/>
                  </a:lnTo>
                  <a:lnTo>
                    <a:pt x="22" y="546"/>
                  </a:lnTo>
                  <a:lnTo>
                    <a:pt x="0" y="764"/>
                  </a:lnTo>
                  <a:lnTo>
                    <a:pt x="0" y="982"/>
                  </a:lnTo>
                  <a:lnTo>
                    <a:pt x="0" y="1200"/>
                  </a:lnTo>
                  <a:lnTo>
                    <a:pt x="44" y="1352"/>
                  </a:lnTo>
                  <a:lnTo>
                    <a:pt x="109" y="1483"/>
                  </a:lnTo>
                  <a:lnTo>
                    <a:pt x="196" y="1592"/>
                  </a:lnTo>
                  <a:lnTo>
                    <a:pt x="305" y="1701"/>
                  </a:lnTo>
                  <a:lnTo>
                    <a:pt x="415" y="1767"/>
                  </a:lnTo>
                  <a:lnTo>
                    <a:pt x="524" y="1810"/>
                  </a:lnTo>
                  <a:lnTo>
                    <a:pt x="654" y="1832"/>
                  </a:lnTo>
                  <a:lnTo>
                    <a:pt x="763" y="1832"/>
                  </a:lnTo>
                  <a:lnTo>
                    <a:pt x="872" y="1788"/>
                  </a:lnTo>
                  <a:lnTo>
                    <a:pt x="981" y="1723"/>
                  </a:lnTo>
                  <a:lnTo>
                    <a:pt x="1069" y="1658"/>
                  </a:lnTo>
                  <a:lnTo>
                    <a:pt x="1134" y="1549"/>
                  </a:lnTo>
                  <a:lnTo>
                    <a:pt x="1199" y="1440"/>
                  </a:lnTo>
                  <a:lnTo>
                    <a:pt x="1221" y="1309"/>
                  </a:lnTo>
                  <a:lnTo>
                    <a:pt x="1221" y="1178"/>
                  </a:lnTo>
                  <a:lnTo>
                    <a:pt x="1199" y="1025"/>
                  </a:lnTo>
                  <a:lnTo>
                    <a:pt x="1156" y="895"/>
                  </a:lnTo>
                  <a:lnTo>
                    <a:pt x="1069" y="742"/>
                  </a:lnTo>
                  <a:lnTo>
                    <a:pt x="938" y="589"/>
                  </a:lnTo>
                  <a:lnTo>
                    <a:pt x="763" y="459"/>
                  </a:lnTo>
                  <a:lnTo>
                    <a:pt x="589" y="306"/>
                  </a:lnTo>
                  <a:lnTo>
                    <a:pt x="262" y="88"/>
                  </a:lnTo>
                  <a:lnTo>
                    <a:pt x="13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4" name="Google Shape;11204;p80"/>
            <p:cNvSpPr/>
            <p:nvPr/>
          </p:nvSpPr>
          <p:spPr>
            <a:xfrm>
              <a:off x="1277975" y="3250100"/>
              <a:ext cx="45250" cy="30550"/>
            </a:xfrm>
            <a:custGeom>
              <a:rect b="b" l="l" r="r" t="t"/>
              <a:pathLst>
                <a:path extrusionOk="0" h="1222" w="1810">
                  <a:moveTo>
                    <a:pt x="829" y="1"/>
                  </a:moveTo>
                  <a:lnTo>
                    <a:pt x="633" y="22"/>
                  </a:lnTo>
                  <a:lnTo>
                    <a:pt x="480" y="44"/>
                  </a:lnTo>
                  <a:lnTo>
                    <a:pt x="349" y="131"/>
                  </a:lnTo>
                  <a:lnTo>
                    <a:pt x="218" y="197"/>
                  </a:lnTo>
                  <a:lnTo>
                    <a:pt x="131" y="306"/>
                  </a:lnTo>
                  <a:lnTo>
                    <a:pt x="66" y="415"/>
                  </a:lnTo>
                  <a:lnTo>
                    <a:pt x="22" y="524"/>
                  </a:lnTo>
                  <a:lnTo>
                    <a:pt x="0" y="655"/>
                  </a:lnTo>
                  <a:lnTo>
                    <a:pt x="0" y="764"/>
                  </a:lnTo>
                  <a:lnTo>
                    <a:pt x="44" y="894"/>
                  </a:lnTo>
                  <a:lnTo>
                    <a:pt x="88" y="982"/>
                  </a:lnTo>
                  <a:lnTo>
                    <a:pt x="175" y="1069"/>
                  </a:lnTo>
                  <a:lnTo>
                    <a:pt x="284" y="1156"/>
                  </a:lnTo>
                  <a:lnTo>
                    <a:pt x="393" y="1200"/>
                  </a:lnTo>
                  <a:lnTo>
                    <a:pt x="524" y="1221"/>
                  </a:lnTo>
                  <a:lnTo>
                    <a:pt x="654" y="1221"/>
                  </a:lnTo>
                  <a:lnTo>
                    <a:pt x="785" y="1200"/>
                  </a:lnTo>
                  <a:lnTo>
                    <a:pt x="938" y="1156"/>
                  </a:lnTo>
                  <a:lnTo>
                    <a:pt x="1069" y="1069"/>
                  </a:lnTo>
                  <a:lnTo>
                    <a:pt x="1221" y="938"/>
                  </a:lnTo>
                  <a:lnTo>
                    <a:pt x="1374" y="764"/>
                  </a:lnTo>
                  <a:lnTo>
                    <a:pt x="1505" y="589"/>
                  </a:lnTo>
                  <a:lnTo>
                    <a:pt x="1744" y="284"/>
                  </a:lnTo>
                  <a:lnTo>
                    <a:pt x="1810" y="131"/>
                  </a:lnTo>
                  <a:lnTo>
                    <a:pt x="1657" y="110"/>
                  </a:lnTo>
                  <a:lnTo>
                    <a:pt x="1287" y="44"/>
                  </a:lnTo>
                  <a:lnTo>
                    <a:pt x="106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5" name="Google Shape;11205;p80"/>
            <p:cNvSpPr/>
            <p:nvPr/>
          </p:nvSpPr>
          <p:spPr>
            <a:xfrm>
              <a:off x="1395150" y="3196150"/>
              <a:ext cx="45800" cy="30550"/>
            </a:xfrm>
            <a:custGeom>
              <a:rect b="b" l="l" r="r" t="t"/>
              <a:pathLst>
                <a:path extrusionOk="0" h="1222" w="1832">
                  <a:moveTo>
                    <a:pt x="1156" y="0"/>
                  </a:moveTo>
                  <a:lnTo>
                    <a:pt x="1025" y="22"/>
                  </a:lnTo>
                  <a:lnTo>
                    <a:pt x="894" y="66"/>
                  </a:lnTo>
                  <a:lnTo>
                    <a:pt x="742" y="153"/>
                  </a:lnTo>
                  <a:lnTo>
                    <a:pt x="589" y="284"/>
                  </a:lnTo>
                  <a:lnTo>
                    <a:pt x="437" y="458"/>
                  </a:lnTo>
                  <a:lnTo>
                    <a:pt x="306" y="633"/>
                  </a:lnTo>
                  <a:lnTo>
                    <a:pt x="88" y="938"/>
                  </a:lnTo>
                  <a:lnTo>
                    <a:pt x="1" y="1090"/>
                  </a:lnTo>
                  <a:lnTo>
                    <a:pt x="153" y="1112"/>
                  </a:lnTo>
                  <a:lnTo>
                    <a:pt x="546" y="1178"/>
                  </a:lnTo>
                  <a:lnTo>
                    <a:pt x="764" y="1199"/>
                  </a:lnTo>
                  <a:lnTo>
                    <a:pt x="982" y="1221"/>
                  </a:lnTo>
                  <a:lnTo>
                    <a:pt x="1200" y="1199"/>
                  </a:lnTo>
                  <a:lnTo>
                    <a:pt x="1352" y="1178"/>
                  </a:lnTo>
                  <a:lnTo>
                    <a:pt x="1483" y="1090"/>
                  </a:lnTo>
                  <a:lnTo>
                    <a:pt x="1592" y="1025"/>
                  </a:lnTo>
                  <a:lnTo>
                    <a:pt x="1679" y="916"/>
                  </a:lnTo>
                  <a:lnTo>
                    <a:pt x="1766" y="807"/>
                  </a:lnTo>
                  <a:lnTo>
                    <a:pt x="1810" y="698"/>
                  </a:lnTo>
                  <a:lnTo>
                    <a:pt x="1832" y="567"/>
                  </a:lnTo>
                  <a:lnTo>
                    <a:pt x="1810" y="458"/>
                  </a:lnTo>
                  <a:lnTo>
                    <a:pt x="1788" y="327"/>
                  </a:lnTo>
                  <a:lnTo>
                    <a:pt x="1723" y="240"/>
                  </a:lnTo>
                  <a:lnTo>
                    <a:pt x="1636" y="153"/>
                  </a:lnTo>
                  <a:lnTo>
                    <a:pt x="1548" y="66"/>
                  </a:lnTo>
                  <a:lnTo>
                    <a:pt x="1418" y="22"/>
                  </a:lnTo>
                  <a:lnTo>
                    <a:pt x="130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6" name="Google Shape;11206;p80"/>
            <p:cNvSpPr/>
            <p:nvPr/>
          </p:nvSpPr>
          <p:spPr>
            <a:xfrm>
              <a:off x="1395700" y="3305700"/>
              <a:ext cx="319950" cy="319950"/>
            </a:xfrm>
            <a:custGeom>
              <a:rect b="b" l="l" r="r" t="t"/>
              <a:pathLst>
                <a:path extrusionOk="0" h="12798" w="12798">
                  <a:moveTo>
                    <a:pt x="6105" y="0"/>
                  </a:moveTo>
                  <a:lnTo>
                    <a:pt x="5778" y="22"/>
                  </a:lnTo>
                  <a:lnTo>
                    <a:pt x="5472" y="66"/>
                  </a:lnTo>
                  <a:lnTo>
                    <a:pt x="5167" y="109"/>
                  </a:lnTo>
                  <a:lnTo>
                    <a:pt x="4840" y="196"/>
                  </a:lnTo>
                  <a:lnTo>
                    <a:pt x="4535" y="284"/>
                  </a:lnTo>
                  <a:lnTo>
                    <a:pt x="4230" y="371"/>
                  </a:lnTo>
                  <a:lnTo>
                    <a:pt x="3924" y="502"/>
                  </a:lnTo>
                  <a:lnTo>
                    <a:pt x="3619" y="632"/>
                  </a:lnTo>
                  <a:lnTo>
                    <a:pt x="3336" y="785"/>
                  </a:lnTo>
                  <a:lnTo>
                    <a:pt x="3052" y="938"/>
                  </a:lnTo>
                  <a:lnTo>
                    <a:pt x="2791" y="1112"/>
                  </a:lnTo>
                  <a:lnTo>
                    <a:pt x="2529" y="1308"/>
                  </a:lnTo>
                  <a:lnTo>
                    <a:pt x="2289" y="1505"/>
                  </a:lnTo>
                  <a:lnTo>
                    <a:pt x="2050" y="1701"/>
                  </a:lnTo>
                  <a:lnTo>
                    <a:pt x="1832" y="1919"/>
                  </a:lnTo>
                  <a:lnTo>
                    <a:pt x="1614" y="2159"/>
                  </a:lnTo>
                  <a:lnTo>
                    <a:pt x="1417" y="2398"/>
                  </a:lnTo>
                  <a:lnTo>
                    <a:pt x="1221" y="2638"/>
                  </a:lnTo>
                  <a:lnTo>
                    <a:pt x="1047" y="2900"/>
                  </a:lnTo>
                  <a:lnTo>
                    <a:pt x="894" y="3161"/>
                  </a:lnTo>
                  <a:lnTo>
                    <a:pt x="742" y="3423"/>
                  </a:lnTo>
                  <a:lnTo>
                    <a:pt x="611" y="3706"/>
                  </a:lnTo>
                  <a:lnTo>
                    <a:pt x="480" y="3990"/>
                  </a:lnTo>
                  <a:lnTo>
                    <a:pt x="371" y="4273"/>
                  </a:lnTo>
                  <a:lnTo>
                    <a:pt x="284" y="4557"/>
                  </a:lnTo>
                  <a:lnTo>
                    <a:pt x="197" y="4862"/>
                  </a:lnTo>
                  <a:lnTo>
                    <a:pt x="131" y="5167"/>
                  </a:lnTo>
                  <a:lnTo>
                    <a:pt x="88" y="5450"/>
                  </a:lnTo>
                  <a:lnTo>
                    <a:pt x="44" y="5777"/>
                  </a:lnTo>
                  <a:lnTo>
                    <a:pt x="22" y="6083"/>
                  </a:lnTo>
                  <a:lnTo>
                    <a:pt x="0" y="6388"/>
                  </a:lnTo>
                  <a:lnTo>
                    <a:pt x="22" y="6693"/>
                  </a:lnTo>
                  <a:lnTo>
                    <a:pt x="44" y="7020"/>
                  </a:lnTo>
                  <a:lnTo>
                    <a:pt x="66" y="7325"/>
                  </a:lnTo>
                  <a:lnTo>
                    <a:pt x="131" y="7631"/>
                  </a:lnTo>
                  <a:lnTo>
                    <a:pt x="197" y="7958"/>
                  </a:lnTo>
                  <a:lnTo>
                    <a:pt x="284" y="8263"/>
                  </a:lnTo>
                  <a:lnTo>
                    <a:pt x="393" y="8568"/>
                  </a:lnTo>
                  <a:lnTo>
                    <a:pt x="502" y="8873"/>
                  </a:lnTo>
                  <a:lnTo>
                    <a:pt x="654" y="9178"/>
                  </a:lnTo>
                  <a:lnTo>
                    <a:pt x="785" y="9462"/>
                  </a:lnTo>
                  <a:lnTo>
                    <a:pt x="960" y="9745"/>
                  </a:lnTo>
                  <a:lnTo>
                    <a:pt x="1134" y="10007"/>
                  </a:lnTo>
                  <a:lnTo>
                    <a:pt x="1308" y="10268"/>
                  </a:lnTo>
                  <a:lnTo>
                    <a:pt x="1505" y="10508"/>
                  </a:lnTo>
                  <a:lnTo>
                    <a:pt x="1723" y="10748"/>
                  </a:lnTo>
                  <a:lnTo>
                    <a:pt x="1941" y="10966"/>
                  </a:lnTo>
                  <a:lnTo>
                    <a:pt x="2159" y="11184"/>
                  </a:lnTo>
                  <a:lnTo>
                    <a:pt x="2398" y="11380"/>
                  </a:lnTo>
                  <a:lnTo>
                    <a:pt x="2660" y="11577"/>
                  </a:lnTo>
                  <a:lnTo>
                    <a:pt x="2900" y="11751"/>
                  </a:lnTo>
                  <a:lnTo>
                    <a:pt x="3161" y="11904"/>
                  </a:lnTo>
                  <a:lnTo>
                    <a:pt x="3445" y="12056"/>
                  </a:lnTo>
                  <a:lnTo>
                    <a:pt x="3706" y="12187"/>
                  </a:lnTo>
                  <a:lnTo>
                    <a:pt x="3990" y="12318"/>
                  </a:lnTo>
                  <a:lnTo>
                    <a:pt x="4273" y="12427"/>
                  </a:lnTo>
                  <a:lnTo>
                    <a:pt x="4578" y="12514"/>
                  </a:lnTo>
                  <a:lnTo>
                    <a:pt x="4862" y="12601"/>
                  </a:lnTo>
                  <a:lnTo>
                    <a:pt x="5167" y="12667"/>
                  </a:lnTo>
                  <a:lnTo>
                    <a:pt x="5472" y="12732"/>
                  </a:lnTo>
                  <a:lnTo>
                    <a:pt x="5778" y="12754"/>
                  </a:lnTo>
                  <a:lnTo>
                    <a:pt x="6083" y="12776"/>
                  </a:lnTo>
                  <a:lnTo>
                    <a:pt x="6410" y="12797"/>
                  </a:lnTo>
                  <a:lnTo>
                    <a:pt x="6715" y="12797"/>
                  </a:lnTo>
                  <a:lnTo>
                    <a:pt x="7020" y="12776"/>
                  </a:lnTo>
                  <a:lnTo>
                    <a:pt x="7347" y="12732"/>
                  </a:lnTo>
                  <a:lnTo>
                    <a:pt x="7652" y="12667"/>
                  </a:lnTo>
                  <a:lnTo>
                    <a:pt x="7958" y="12601"/>
                  </a:lnTo>
                  <a:lnTo>
                    <a:pt x="8285" y="12514"/>
                  </a:lnTo>
                  <a:lnTo>
                    <a:pt x="8590" y="12405"/>
                  </a:lnTo>
                  <a:lnTo>
                    <a:pt x="8895" y="12296"/>
                  </a:lnTo>
                  <a:lnTo>
                    <a:pt x="9178" y="12165"/>
                  </a:lnTo>
                  <a:lnTo>
                    <a:pt x="9484" y="12013"/>
                  </a:lnTo>
                  <a:lnTo>
                    <a:pt x="9767" y="11838"/>
                  </a:lnTo>
                  <a:lnTo>
                    <a:pt x="10029" y="11664"/>
                  </a:lnTo>
                  <a:lnTo>
                    <a:pt x="10290" y="11489"/>
                  </a:lnTo>
                  <a:lnTo>
                    <a:pt x="10530" y="11293"/>
                  </a:lnTo>
                  <a:lnTo>
                    <a:pt x="10770" y="11075"/>
                  </a:lnTo>
                  <a:lnTo>
                    <a:pt x="10988" y="10857"/>
                  </a:lnTo>
                  <a:lnTo>
                    <a:pt x="11206" y="10639"/>
                  </a:lnTo>
                  <a:lnTo>
                    <a:pt x="11402" y="10399"/>
                  </a:lnTo>
                  <a:lnTo>
                    <a:pt x="11577" y="10159"/>
                  </a:lnTo>
                  <a:lnTo>
                    <a:pt x="11751" y="9898"/>
                  </a:lnTo>
                  <a:lnTo>
                    <a:pt x="11925" y="9636"/>
                  </a:lnTo>
                  <a:lnTo>
                    <a:pt x="12078" y="9375"/>
                  </a:lnTo>
                  <a:lnTo>
                    <a:pt x="12209" y="9091"/>
                  </a:lnTo>
                  <a:lnTo>
                    <a:pt x="12318" y="8808"/>
                  </a:lnTo>
                  <a:lnTo>
                    <a:pt x="12427" y="8524"/>
                  </a:lnTo>
                  <a:lnTo>
                    <a:pt x="12536" y="8241"/>
                  </a:lnTo>
                  <a:lnTo>
                    <a:pt x="12623" y="7936"/>
                  </a:lnTo>
                  <a:lnTo>
                    <a:pt x="12688" y="7631"/>
                  </a:lnTo>
                  <a:lnTo>
                    <a:pt x="12732" y="7325"/>
                  </a:lnTo>
                  <a:lnTo>
                    <a:pt x="12776" y="7020"/>
                  </a:lnTo>
                  <a:lnTo>
                    <a:pt x="12797" y="6715"/>
                  </a:lnTo>
                  <a:lnTo>
                    <a:pt x="12797" y="6410"/>
                  </a:lnTo>
                  <a:lnTo>
                    <a:pt x="12797" y="6083"/>
                  </a:lnTo>
                  <a:lnTo>
                    <a:pt x="12776" y="5777"/>
                  </a:lnTo>
                  <a:lnTo>
                    <a:pt x="12732" y="5472"/>
                  </a:lnTo>
                  <a:lnTo>
                    <a:pt x="12688" y="5145"/>
                  </a:lnTo>
                  <a:lnTo>
                    <a:pt x="12601" y="4840"/>
                  </a:lnTo>
                  <a:lnTo>
                    <a:pt x="12536" y="4535"/>
                  </a:lnTo>
                  <a:lnTo>
                    <a:pt x="12427" y="4230"/>
                  </a:lnTo>
                  <a:lnTo>
                    <a:pt x="12296" y="3924"/>
                  </a:lnTo>
                  <a:lnTo>
                    <a:pt x="12165" y="3619"/>
                  </a:lnTo>
                  <a:lnTo>
                    <a:pt x="12013" y="3314"/>
                  </a:lnTo>
                  <a:lnTo>
                    <a:pt x="11860" y="3052"/>
                  </a:lnTo>
                  <a:lnTo>
                    <a:pt x="11686" y="2769"/>
                  </a:lnTo>
                  <a:lnTo>
                    <a:pt x="11489" y="2529"/>
                  </a:lnTo>
                  <a:lnTo>
                    <a:pt x="11293" y="2268"/>
                  </a:lnTo>
                  <a:lnTo>
                    <a:pt x="11097" y="2050"/>
                  </a:lnTo>
                  <a:lnTo>
                    <a:pt x="10879" y="1810"/>
                  </a:lnTo>
                  <a:lnTo>
                    <a:pt x="10639" y="1614"/>
                  </a:lnTo>
                  <a:lnTo>
                    <a:pt x="10399" y="1396"/>
                  </a:lnTo>
                  <a:lnTo>
                    <a:pt x="10159" y="1221"/>
                  </a:lnTo>
                  <a:lnTo>
                    <a:pt x="9898" y="1047"/>
                  </a:lnTo>
                  <a:lnTo>
                    <a:pt x="9636" y="872"/>
                  </a:lnTo>
                  <a:lnTo>
                    <a:pt x="9375" y="741"/>
                  </a:lnTo>
                  <a:lnTo>
                    <a:pt x="9091" y="589"/>
                  </a:lnTo>
                  <a:lnTo>
                    <a:pt x="8808" y="480"/>
                  </a:lnTo>
                  <a:lnTo>
                    <a:pt x="8524" y="371"/>
                  </a:lnTo>
                  <a:lnTo>
                    <a:pt x="8241" y="262"/>
                  </a:lnTo>
                  <a:lnTo>
                    <a:pt x="7936" y="196"/>
                  </a:lnTo>
                  <a:lnTo>
                    <a:pt x="7652" y="109"/>
                  </a:lnTo>
                  <a:lnTo>
                    <a:pt x="7347" y="66"/>
                  </a:lnTo>
                  <a:lnTo>
                    <a:pt x="7042" y="22"/>
                  </a:lnTo>
                  <a:lnTo>
                    <a:pt x="671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7" name="Google Shape;11207;p80"/>
            <p:cNvSpPr/>
            <p:nvPr/>
          </p:nvSpPr>
          <p:spPr>
            <a:xfrm>
              <a:off x="1402775" y="3312775"/>
              <a:ext cx="305775" cy="305775"/>
            </a:xfrm>
            <a:custGeom>
              <a:rect b="b" l="l" r="r" t="t"/>
              <a:pathLst>
                <a:path extrusionOk="0" h="12231" w="12231">
                  <a:moveTo>
                    <a:pt x="5822" y="1"/>
                  </a:moveTo>
                  <a:lnTo>
                    <a:pt x="5538" y="22"/>
                  </a:lnTo>
                  <a:lnTo>
                    <a:pt x="5233" y="66"/>
                  </a:lnTo>
                  <a:lnTo>
                    <a:pt x="4928" y="110"/>
                  </a:lnTo>
                  <a:lnTo>
                    <a:pt x="4644" y="175"/>
                  </a:lnTo>
                  <a:lnTo>
                    <a:pt x="4339" y="262"/>
                  </a:lnTo>
                  <a:lnTo>
                    <a:pt x="4034" y="371"/>
                  </a:lnTo>
                  <a:lnTo>
                    <a:pt x="3750" y="480"/>
                  </a:lnTo>
                  <a:lnTo>
                    <a:pt x="3467" y="611"/>
                  </a:lnTo>
                  <a:lnTo>
                    <a:pt x="3184" y="742"/>
                  </a:lnTo>
                  <a:lnTo>
                    <a:pt x="2922" y="895"/>
                  </a:lnTo>
                  <a:lnTo>
                    <a:pt x="2660" y="1069"/>
                  </a:lnTo>
                  <a:lnTo>
                    <a:pt x="2421" y="1243"/>
                  </a:lnTo>
                  <a:lnTo>
                    <a:pt x="2181" y="1440"/>
                  </a:lnTo>
                  <a:lnTo>
                    <a:pt x="1963" y="1636"/>
                  </a:lnTo>
                  <a:lnTo>
                    <a:pt x="1745" y="1854"/>
                  </a:lnTo>
                  <a:lnTo>
                    <a:pt x="1549" y="2050"/>
                  </a:lnTo>
                  <a:lnTo>
                    <a:pt x="1352" y="2290"/>
                  </a:lnTo>
                  <a:lnTo>
                    <a:pt x="1178" y="2530"/>
                  </a:lnTo>
                  <a:lnTo>
                    <a:pt x="1004" y="2769"/>
                  </a:lnTo>
                  <a:lnTo>
                    <a:pt x="851" y="3009"/>
                  </a:lnTo>
                  <a:lnTo>
                    <a:pt x="720" y="3271"/>
                  </a:lnTo>
                  <a:lnTo>
                    <a:pt x="589" y="3532"/>
                  </a:lnTo>
                  <a:lnTo>
                    <a:pt x="459" y="3794"/>
                  </a:lnTo>
                  <a:lnTo>
                    <a:pt x="350" y="4077"/>
                  </a:lnTo>
                  <a:lnTo>
                    <a:pt x="262" y="4361"/>
                  </a:lnTo>
                  <a:lnTo>
                    <a:pt x="197" y="4644"/>
                  </a:lnTo>
                  <a:lnTo>
                    <a:pt x="132" y="4928"/>
                  </a:lnTo>
                  <a:lnTo>
                    <a:pt x="66" y="5211"/>
                  </a:lnTo>
                  <a:lnTo>
                    <a:pt x="44" y="5516"/>
                  </a:lnTo>
                  <a:lnTo>
                    <a:pt x="23" y="5800"/>
                  </a:lnTo>
                  <a:lnTo>
                    <a:pt x="1" y="6105"/>
                  </a:lnTo>
                  <a:lnTo>
                    <a:pt x="23" y="6410"/>
                  </a:lnTo>
                  <a:lnTo>
                    <a:pt x="44" y="6694"/>
                  </a:lnTo>
                  <a:lnTo>
                    <a:pt x="66" y="6999"/>
                  </a:lnTo>
                  <a:lnTo>
                    <a:pt x="132" y="7304"/>
                  </a:lnTo>
                  <a:lnTo>
                    <a:pt x="197" y="7587"/>
                  </a:lnTo>
                  <a:lnTo>
                    <a:pt x="284" y="7893"/>
                  </a:lnTo>
                  <a:lnTo>
                    <a:pt x="371" y="8198"/>
                  </a:lnTo>
                  <a:lnTo>
                    <a:pt x="480" y="8481"/>
                  </a:lnTo>
                  <a:lnTo>
                    <a:pt x="611" y="8765"/>
                  </a:lnTo>
                  <a:lnTo>
                    <a:pt x="764" y="9048"/>
                  </a:lnTo>
                  <a:lnTo>
                    <a:pt x="916" y="9310"/>
                  </a:lnTo>
                  <a:lnTo>
                    <a:pt x="1091" y="9571"/>
                  </a:lnTo>
                  <a:lnTo>
                    <a:pt x="1265" y="9811"/>
                  </a:lnTo>
                  <a:lnTo>
                    <a:pt x="1440" y="10051"/>
                  </a:lnTo>
                  <a:lnTo>
                    <a:pt x="1658" y="10269"/>
                  </a:lnTo>
                  <a:lnTo>
                    <a:pt x="1854" y="10487"/>
                  </a:lnTo>
                  <a:lnTo>
                    <a:pt x="2072" y="10683"/>
                  </a:lnTo>
                  <a:lnTo>
                    <a:pt x="2312" y="10879"/>
                  </a:lnTo>
                  <a:lnTo>
                    <a:pt x="2530" y="11054"/>
                  </a:lnTo>
                  <a:lnTo>
                    <a:pt x="2769" y="11228"/>
                  </a:lnTo>
                  <a:lnTo>
                    <a:pt x="3031" y="11381"/>
                  </a:lnTo>
                  <a:lnTo>
                    <a:pt x="3293" y="11533"/>
                  </a:lnTo>
                  <a:lnTo>
                    <a:pt x="3554" y="11664"/>
                  </a:lnTo>
                  <a:lnTo>
                    <a:pt x="3816" y="11773"/>
                  </a:lnTo>
                  <a:lnTo>
                    <a:pt x="4099" y="11882"/>
                  </a:lnTo>
                  <a:lnTo>
                    <a:pt x="4361" y="11969"/>
                  </a:lnTo>
                  <a:lnTo>
                    <a:pt x="4644" y="12057"/>
                  </a:lnTo>
                  <a:lnTo>
                    <a:pt x="4950" y="12100"/>
                  </a:lnTo>
                  <a:lnTo>
                    <a:pt x="5233" y="12166"/>
                  </a:lnTo>
                  <a:lnTo>
                    <a:pt x="5516" y="12187"/>
                  </a:lnTo>
                  <a:lnTo>
                    <a:pt x="5822" y="12209"/>
                  </a:lnTo>
                  <a:lnTo>
                    <a:pt x="6127" y="12231"/>
                  </a:lnTo>
                  <a:lnTo>
                    <a:pt x="6410" y="12231"/>
                  </a:lnTo>
                  <a:lnTo>
                    <a:pt x="6715" y="12209"/>
                  </a:lnTo>
                  <a:lnTo>
                    <a:pt x="7021" y="12166"/>
                  </a:lnTo>
                  <a:lnTo>
                    <a:pt x="7304" y="12100"/>
                  </a:lnTo>
                  <a:lnTo>
                    <a:pt x="7609" y="12035"/>
                  </a:lnTo>
                  <a:lnTo>
                    <a:pt x="7914" y="11969"/>
                  </a:lnTo>
                  <a:lnTo>
                    <a:pt x="8198" y="11860"/>
                  </a:lnTo>
                  <a:lnTo>
                    <a:pt x="8503" y="11751"/>
                  </a:lnTo>
                  <a:lnTo>
                    <a:pt x="8786" y="11621"/>
                  </a:lnTo>
                  <a:lnTo>
                    <a:pt x="9070" y="11468"/>
                  </a:lnTo>
                  <a:lnTo>
                    <a:pt x="9331" y="11315"/>
                  </a:lnTo>
                  <a:lnTo>
                    <a:pt x="9593" y="11163"/>
                  </a:lnTo>
                  <a:lnTo>
                    <a:pt x="9833" y="10967"/>
                  </a:lnTo>
                  <a:lnTo>
                    <a:pt x="10073" y="10792"/>
                  </a:lnTo>
                  <a:lnTo>
                    <a:pt x="10291" y="10596"/>
                  </a:lnTo>
                  <a:lnTo>
                    <a:pt x="10509" y="10378"/>
                  </a:lnTo>
                  <a:lnTo>
                    <a:pt x="10705" y="10160"/>
                  </a:lnTo>
                  <a:lnTo>
                    <a:pt x="10901" y="9942"/>
                  </a:lnTo>
                  <a:lnTo>
                    <a:pt x="11076" y="9702"/>
                  </a:lnTo>
                  <a:lnTo>
                    <a:pt x="11250" y="9462"/>
                  </a:lnTo>
                  <a:lnTo>
                    <a:pt x="11403" y="9201"/>
                  </a:lnTo>
                  <a:lnTo>
                    <a:pt x="11533" y="8961"/>
                  </a:lnTo>
                  <a:lnTo>
                    <a:pt x="11664" y="8699"/>
                  </a:lnTo>
                  <a:lnTo>
                    <a:pt x="11773" y="8416"/>
                  </a:lnTo>
                  <a:lnTo>
                    <a:pt x="11882" y="8154"/>
                  </a:lnTo>
                  <a:lnTo>
                    <a:pt x="11969" y="7871"/>
                  </a:lnTo>
                  <a:lnTo>
                    <a:pt x="12057" y="7587"/>
                  </a:lnTo>
                  <a:lnTo>
                    <a:pt x="12122" y="7304"/>
                  </a:lnTo>
                  <a:lnTo>
                    <a:pt x="12166" y="6999"/>
                  </a:lnTo>
                  <a:lnTo>
                    <a:pt x="12209" y="6715"/>
                  </a:lnTo>
                  <a:lnTo>
                    <a:pt x="12231" y="6410"/>
                  </a:lnTo>
                  <a:lnTo>
                    <a:pt x="12231" y="6127"/>
                  </a:lnTo>
                  <a:lnTo>
                    <a:pt x="12231" y="5821"/>
                  </a:lnTo>
                  <a:lnTo>
                    <a:pt x="12209" y="5516"/>
                  </a:lnTo>
                  <a:lnTo>
                    <a:pt x="12166" y="5233"/>
                  </a:lnTo>
                  <a:lnTo>
                    <a:pt x="12122" y="4928"/>
                  </a:lnTo>
                  <a:lnTo>
                    <a:pt x="12057" y="4622"/>
                  </a:lnTo>
                  <a:lnTo>
                    <a:pt x="11969" y="4339"/>
                  </a:lnTo>
                  <a:lnTo>
                    <a:pt x="11860" y="4034"/>
                  </a:lnTo>
                  <a:lnTo>
                    <a:pt x="11751" y="3750"/>
                  </a:lnTo>
                  <a:lnTo>
                    <a:pt x="11621" y="3445"/>
                  </a:lnTo>
                  <a:lnTo>
                    <a:pt x="11490" y="3184"/>
                  </a:lnTo>
                  <a:lnTo>
                    <a:pt x="11337" y="2900"/>
                  </a:lnTo>
                  <a:lnTo>
                    <a:pt x="11163" y="2660"/>
                  </a:lnTo>
                  <a:lnTo>
                    <a:pt x="10988" y="2399"/>
                  </a:lnTo>
                  <a:lnTo>
                    <a:pt x="10792" y="2181"/>
                  </a:lnTo>
                  <a:lnTo>
                    <a:pt x="10596" y="1941"/>
                  </a:lnTo>
                  <a:lnTo>
                    <a:pt x="10400" y="1745"/>
                  </a:lnTo>
                  <a:lnTo>
                    <a:pt x="10182" y="1527"/>
                  </a:lnTo>
                  <a:lnTo>
                    <a:pt x="9942" y="1352"/>
                  </a:lnTo>
                  <a:lnTo>
                    <a:pt x="9702" y="1156"/>
                  </a:lnTo>
                  <a:lnTo>
                    <a:pt x="9462" y="1004"/>
                  </a:lnTo>
                  <a:lnTo>
                    <a:pt x="9222" y="851"/>
                  </a:lnTo>
                  <a:lnTo>
                    <a:pt x="8961" y="698"/>
                  </a:lnTo>
                  <a:lnTo>
                    <a:pt x="8699" y="567"/>
                  </a:lnTo>
                  <a:lnTo>
                    <a:pt x="8438" y="458"/>
                  </a:lnTo>
                  <a:lnTo>
                    <a:pt x="8154" y="349"/>
                  </a:lnTo>
                  <a:lnTo>
                    <a:pt x="7871" y="262"/>
                  </a:lnTo>
                  <a:lnTo>
                    <a:pt x="7587" y="175"/>
                  </a:lnTo>
                  <a:lnTo>
                    <a:pt x="7304" y="110"/>
                  </a:lnTo>
                  <a:lnTo>
                    <a:pt x="7021" y="66"/>
                  </a:lnTo>
                  <a:lnTo>
                    <a:pt x="6715" y="22"/>
                  </a:lnTo>
                  <a:lnTo>
                    <a:pt x="64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8" name="Google Shape;11208;p80"/>
            <p:cNvSpPr/>
            <p:nvPr/>
          </p:nvSpPr>
          <p:spPr>
            <a:xfrm>
              <a:off x="1419675" y="3329675"/>
              <a:ext cx="272000" cy="272000"/>
            </a:xfrm>
            <a:custGeom>
              <a:rect b="b" l="l" r="r" t="t"/>
              <a:pathLst>
                <a:path extrusionOk="0" h="10880" w="10880">
                  <a:moveTo>
                    <a:pt x="5385" y="0"/>
                  </a:moveTo>
                  <a:lnTo>
                    <a:pt x="4862" y="22"/>
                  </a:lnTo>
                  <a:lnTo>
                    <a:pt x="4339" y="109"/>
                  </a:lnTo>
                  <a:lnTo>
                    <a:pt x="3837" y="240"/>
                  </a:lnTo>
                  <a:lnTo>
                    <a:pt x="3576" y="328"/>
                  </a:lnTo>
                  <a:lnTo>
                    <a:pt x="3336" y="415"/>
                  </a:lnTo>
                  <a:lnTo>
                    <a:pt x="3314" y="437"/>
                  </a:lnTo>
                  <a:lnTo>
                    <a:pt x="3074" y="546"/>
                  </a:lnTo>
                  <a:lnTo>
                    <a:pt x="2835" y="655"/>
                  </a:lnTo>
                  <a:lnTo>
                    <a:pt x="2377" y="938"/>
                  </a:lnTo>
                  <a:lnTo>
                    <a:pt x="1963" y="1243"/>
                  </a:lnTo>
                  <a:lnTo>
                    <a:pt x="1592" y="1592"/>
                  </a:lnTo>
                  <a:lnTo>
                    <a:pt x="1243" y="1984"/>
                  </a:lnTo>
                  <a:lnTo>
                    <a:pt x="938" y="2377"/>
                  </a:lnTo>
                  <a:lnTo>
                    <a:pt x="676" y="2813"/>
                  </a:lnTo>
                  <a:lnTo>
                    <a:pt x="458" y="3271"/>
                  </a:lnTo>
                  <a:lnTo>
                    <a:pt x="262" y="3750"/>
                  </a:lnTo>
                  <a:lnTo>
                    <a:pt x="131" y="4252"/>
                  </a:lnTo>
                  <a:lnTo>
                    <a:pt x="44" y="4753"/>
                  </a:lnTo>
                  <a:lnTo>
                    <a:pt x="1" y="5276"/>
                  </a:lnTo>
                  <a:lnTo>
                    <a:pt x="22" y="5800"/>
                  </a:lnTo>
                  <a:lnTo>
                    <a:pt x="44" y="6061"/>
                  </a:lnTo>
                  <a:lnTo>
                    <a:pt x="88" y="6345"/>
                  </a:lnTo>
                  <a:lnTo>
                    <a:pt x="131" y="6606"/>
                  </a:lnTo>
                  <a:lnTo>
                    <a:pt x="197" y="6868"/>
                  </a:lnTo>
                  <a:lnTo>
                    <a:pt x="262" y="7129"/>
                  </a:lnTo>
                  <a:lnTo>
                    <a:pt x="371" y="7369"/>
                  </a:lnTo>
                  <a:lnTo>
                    <a:pt x="437" y="7544"/>
                  </a:lnTo>
                  <a:lnTo>
                    <a:pt x="546" y="7805"/>
                  </a:lnTo>
                  <a:lnTo>
                    <a:pt x="655" y="8045"/>
                  </a:lnTo>
                  <a:lnTo>
                    <a:pt x="807" y="8263"/>
                  </a:lnTo>
                  <a:lnTo>
                    <a:pt x="938" y="8481"/>
                  </a:lnTo>
                  <a:lnTo>
                    <a:pt x="1265" y="8917"/>
                  </a:lnTo>
                  <a:lnTo>
                    <a:pt x="1614" y="9288"/>
                  </a:lnTo>
                  <a:lnTo>
                    <a:pt x="1984" y="9636"/>
                  </a:lnTo>
                  <a:lnTo>
                    <a:pt x="2399" y="9942"/>
                  </a:lnTo>
                  <a:lnTo>
                    <a:pt x="2835" y="10203"/>
                  </a:lnTo>
                  <a:lnTo>
                    <a:pt x="3292" y="10421"/>
                  </a:lnTo>
                  <a:lnTo>
                    <a:pt x="3532" y="10530"/>
                  </a:lnTo>
                  <a:lnTo>
                    <a:pt x="3794" y="10618"/>
                  </a:lnTo>
                  <a:lnTo>
                    <a:pt x="4056" y="10705"/>
                  </a:lnTo>
                  <a:lnTo>
                    <a:pt x="4317" y="10748"/>
                  </a:lnTo>
                  <a:lnTo>
                    <a:pt x="4579" y="10814"/>
                  </a:lnTo>
                  <a:lnTo>
                    <a:pt x="4840" y="10836"/>
                  </a:lnTo>
                  <a:lnTo>
                    <a:pt x="5102" y="10879"/>
                  </a:lnTo>
                  <a:lnTo>
                    <a:pt x="5647" y="10879"/>
                  </a:lnTo>
                  <a:lnTo>
                    <a:pt x="5930" y="10857"/>
                  </a:lnTo>
                  <a:lnTo>
                    <a:pt x="6192" y="10836"/>
                  </a:lnTo>
                  <a:lnTo>
                    <a:pt x="6475" y="10792"/>
                  </a:lnTo>
                  <a:lnTo>
                    <a:pt x="6759" y="10727"/>
                  </a:lnTo>
                  <a:lnTo>
                    <a:pt x="7020" y="10639"/>
                  </a:lnTo>
                  <a:lnTo>
                    <a:pt x="7282" y="10552"/>
                  </a:lnTo>
                  <a:lnTo>
                    <a:pt x="7565" y="10465"/>
                  </a:lnTo>
                  <a:lnTo>
                    <a:pt x="7565" y="10443"/>
                  </a:lnTo>
                  <a:lnTo>
                    <a:pt x="7827" y="10334"/>
                  </a:lnTo>
                  <a:lnTo>
                    <a:pt x="8089" y="10203"/>
                  </a:lnTo>
                  <a:lnTo>
                    <a:pt x="8328" y="10051"/>
                  </a:lnTo>
                  <a:lnTo>
                    <a:pt x="8568" y="9898"/>
                  </a:lnTo>
                  <a:lnTo>
                    <a:pt x="8786" y="9745"/>
                  </a:lnTo>
                  <a:lnTo>
                    <a:pt x="9004" y="9571"/>
                  </a:lnTo>
                  <a:lnTo>
                    <a:pt x="9200" y="9375"/>
                  </a:lnTo>
                  <a:lnTo>
                    <a:pt x="9397" y="9179"/>
                  </a:lnTo>
                  <a:lnTo>
                    <a:pt x="9571" y="8982"/>
                  </a:lnTo>
                  <a:lnTo>
                    <a:pt x="9746" y="8764"/>
                  </a:lnTo>
                  <a:lnTo>
                    <a:pt x="9898" y="8546"/>
                  </a:lnTo>
                  <a:lnTo>
                    <a:pt x="10051" y="8328"/>
                  </a:lnTo>
                  <a:lnTo>
                    <a:pt x="10203" y="8089"/>
                  </a:lnTo>
                  <a:lnTo>
                    <a:pt x="10312" y="7849"/>
                  </a:lnTo>
                  <a:lnTo>
                    <a:pt x="10443" y="7609"/>
                  </a:lnTo>
                  <a:lnTo>
                    <a:pt x="10530" y="7369"/>
                  </a:lnTo>
                  <a:lnTo>
                    <a:pt x="10683" y="6890"/>
                  </a:lnTo>
                  <a:lnTo>
                    <a:pt x="10814" y="6388"/>
                  </a:lnTo>
                  <a:lnTo>
                    <a:pt x="10879" y="5887"/>
                  </a:lnTo>
                  <a:lnTo>
                    <a:pt x="10879" y="5364"/>
                  </a:lnTo>
                  <a:lnTo>
                    <a:pt x="10857" y="4862"/>
                  </a:lnTo>
                  <a:lnTo>
                    <a:pt x="10770" y="4339"/>
                  </a:lnTo>
                  <a:lnTo>
                    <a:pt x="10639" y="3837"/>
                  </a:lnTo>
                  <a:lnTo>
                    <a:pt x="10552" y="3576"/>
                  </a:lnTo>
                  <a:lnTo>
                    <a:pt x="10465" y="3336"/>
                  </a:lnTo>
                  <a:lnTo>
                    <a:pt x="10378" y="3140"/>
                  </a:lnTo>
                  <a:lnTo>
                    <a:pt x="10269" y="2900"/>
                  </a:lnTo>
                  <a:lnTo>
                    <a:pt x="10116" y="2660"/>
                  </a:lnTo>
                  <a:lnTo>
                    <a:pt x="9985" y="2420"/>
                  </a:lnTo>
                  <a:lnTo>
                    <a:pt x="9833" y="2202"/>
                  </a:lnTo>
                  <a:lnTo>
                    <a:pt x="9658" y="2006"/>
                  </a:lnTo>
                  <a:lnTo>
                    <a:pt x="9484" y="1788"/>
                  </a:lnTo>
                  <a:lnTo>
                    <a:pt x="9113" y="1418"/>
                  </a:lnTo>
                  <a:lnTo>
                    <a:pt x="8721" y="1091"/>
                  </a:lnTo>
                  <a:lnTo>
                    <a:pt x="8285" y="807"/>
                  </a:lnTo>
                  <a:lnTo>
                    <a:pt x="7827" y="546"/>
                  </a:lnTo>
                  <a:lnTo>
                    <a:pt x="7369" y="349"/>
                  </a:lnTo>
                  <a:lnTo>
                    <a:pt x="6890" y="197"/>
                  </a:lnTo>
                  <a:lnTo>
                    <a:pt x="6388" y="66"/>
                  </a:lnTo>
                  <a:lnTo>
                    <a:pt x="588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9" name="Google Shape;11209;p80"/>
            <p:cNvSpPr/>
            <p:nvPr/>
          </p:nvSpPr>
          <p:spPr>
            <a:xfrm>
              <a:off x="1430575" y="3340025"/>
              <a:ext cx="250725" cy="250750"/>
            </a:xfrm>
            <a:custGeom>
              <a:rect b="b" l="l" r="r" t="t"/>
              <a:pathLst>
                <a:path extrusionOk="0" h="10030" w="10029">
                  <a:moveTo>
                    <a:pt x="4906" y="1"/>
                  </a:moveTo>
                  <a:lnTo>
                    <a:pt x="4448" y="44"/>
                  </a:lnTo>
                  <a:lnTo>
                    <a:pt x="3968" y="110"/>
                  </a:lnTo>
                  <a:lnTo>
                    <a:pt x="3510" y="241"/>
                  </a:lnTo>
                  <a:lnTo>
                    <a:pt x="3074" y="393"/>
                  </a:lnTo>
                  <a:lnTo>
                    <a:pt x="3053" y="415"/>
                  </a:lnTo>
                  <a:lnTo>
                    <a:pt x="2617" y="611"/>
                  </a:lnTo>
                  <a:lnTo>
                    <a:pt x="2202" y="873"/>
                  </a:lnTo>
                  <a:lnTo>
                    <a:pt x="1832" y="1156"/>
                  </a:lnTo>
                  <a:lnTo>
                    <a:pt x="1483" y="1461"/>
                  </a:lnTo>
                  <a:lnTo>
                    <a:pt x="1156" y="1810"/>
                  </a:lnTo>
                  <a:lnTo>
                    <a:pt x="873" y="2181"/>
                  </a:lnTo>
                  <a:lnTo>
                    <a:pt x="633" y="2595"/>
                  </a:lnTo>
                  <a:lnTo>
                    <a:pt x="415" y="3031"/>
                  </a:lnTo>
                  <a:lnTo>
                    <a:pt x="240" y="3489"/>
                  </a:lnTo>
                  <a:lnTo>
                    <a:pt x="110" y="3947"/>
                  </a:lnTo>
                  <a:lnTo>
                    <a:pt x="22" y="4426"/>
                  </a:lnTo>
                  <a:lnTo>
                    <a:pt x="1" y="4906"/>
                  </a:lnTo>
                  <a:lnTo>
                    <a:pt x="1" y="5386"/>
                  </a:lnTo>
                  <a:lnTo>
                    <a:pt x="66" y="5865"/>
                  </a:lnTo>
                  <a:lnTo>
                    <a:pt x="175" y="6345"/>
                  </a:lnTo>
                  <a:lnTo>
                    <a:pt x="328" y="6803"/>
                  </a:lnTo>
                  <a:lnTo>
                    <a:pt x="328" y="6824"/>
                  </a:lnTo>
                  <a:lnTo>
                    <a:pt x="393" y="6977"/>
                  </a:lnTo>
                  <a:lnTo>
                    <a:pt x="589" y="7413"/>
                  </a:lnTo>
                  <a:lnTo>
                    <a:pt x="851" y="7805"/>
                  </a:lnTo>
                  <a:lnTo>
                    <a:pt x="1134" y="8198"/>
                  </a:lnTo>
                  <a:lnTo>
                    <a:pt x="1439" y="8547"/>
                  </a:lnTo>
                  <a:lnTo>
                    <a:pt x="1788" y="8874"/>
                  </a:lnTo>
                  <a:lnTo>
                    <a:pt x="2181" y="9157"/>
                  </a:lnTo>
                  <a:lnTo>
                    <a:pt x="2573" y="9419"/>
                  </a:lnTo>
                  <a:lnTo>
                    <a:pt x="3009" y="9615"/>
                  </a:lnTo>
                  <a:lnTo>
                    <a:pt x="3510" y="9811"/>
                  </a:lnTo>
                  <a:lnTo>
                    <a:pt x="3990" y="9942"/>
                  </a:lnTo>
                  <a:lnTo>
                    <a:pt x="4492" y="10007"/>
                  </a:lnTo>
                  <a:lnTo>
                    <a:pt x="4993" y="10029"/>
                  </a:lnTo>
                  <a:lnTo>
                    <a:pt x="5494" y="10007"/>
                  </a:lnTo>
                  <a:lnTo>
                    <a:pt x="5996" y="9942"/>
                  </a:lnTo>
                  <a:lnTo>
                    <a:pt x="6475" y="9811"/>
                  </a:lnTo>
                  <a:lnTo>
                    <a:pt x="6955" y="9637"/>
                  </a:lnTo>
                  <a:lnTo>
                    <a:pt x="7435" y="9419"/>
                  </a:lnTo>
                  <a:lnTo>
                    <a:pt x="7849" y="9157"/>
                  </a:lnTo>
                  <a:lnTo>
                    <a:pt x="8263" y="8852"/>
                  </a:lnTo>
                  <a:lnTo>
                    <a:pt x="8634" y="8503"/>
                  </a:lnTo>
                  <a:lnTo>
                    <a:pt x="8961" y="8132"/>
                  </a:lnTo>
                  <a:lnTo>
                    <a:pt x="9244" y="7718"/>
                  </a:lnTo>
                  <a:lnTo>
                    <a:pt x="9484" y="7260"/>
                  </a:lnTo>
                  <a:lnTo>
                    <a:pt x="9702" y="6803"/>
                  </a:lnTo>
                  <a:lnTo>
                    <a:pt x="9855" y="6345"/>
                  </a:lnTo>
                  <a:lnTo>
                    <a:pt x="9942" y="5865"/>
                  </a:lnTo>
                  <a:lnTo>
                    <a:pt x="10007" y="5407"/>
                  </a:lnTo>
                  <a:lnTo>
                    <a:pt x="10029" y="4928"/>
                  </a:lnTo>
                  <a:lnTo>
                    <a:pt x="9985" y="4448"/>
                  </a:lnTo>
                  <a:lnTo>
                    <a:pt x="9920" y="3990"/>
                  </a:lnTo>
                  <a:lnTo>
                    <a:pt x="9789" y="3532"/>
                  </a:lnTo>
                  <a:lnTo>
                    <a:pt x="9637" y="3075"/>
                  </a:lnTo>
                  <a:lnTo>
                    <a:pt x="9549" y="2900"/>
                  </a:lnTo>
                  <a:lnTo>
                    <a:pt x="9331" y="2464"/>
                  </a:lnTo>
                  <a:lnTo>
                    <a:pt x="9070" y="2072"/>
                  </a:lnTo>
                  <a:lnTo>
                    <a:pt x="8764" y="1679"/>
                  </a:lnTo>
                  <a:lnTo>
                    <a:pt x="8416" y="1352"/>
                  </a:lnTo>
                  <a:lnTo>
                    <a:pt x="8045" y="1025"/>
                  </a:lnTo>
                  <a:lnTo>
                    <a:pt x="7653" y="764"/>
                  </a:lnTo>
                  <a:lnTo>
                    <a:pt x="7217" y="524"/>
                  </a:lnTo>
                  <a:lnTo>
                    <a:pt x="6781" y="328"/>
                  </a:lnTo>
                  <a:lnTo>
                    <a:pt x="6323" y="175"/>
                  </a:lnTo>
                  <a:lnTo>
                    <a:pt x="5843" y="88"/>
                  </a:lnTo>
                  <a:lnTo>
                    <a:pt x="5385" y="23"/>
                  </a:lnTo>
                  <a:lnTo>
                    <a:pt x="490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0" name="Google Shape;11210;p80"/>
            <p:cNvSpPr/>
            <p:nvPr/>
          </p:nvSpPr>
          <p:spPr>
            <a:xfrm>
              <a:off x="1513425" y="3384175"/>
              <a:ext cx="30550" cy="45275"/>
            </a:xfrm>
            <a:custGeom>
              <a:rect b="b" l="l" r="r" t="t"/>
              <a:pathLst>
                <a:path extrusionOk="0" h="1811" w="1222">
                  <a:moveTo>
                    <a:pt x="458" y="1"/>
                  </a:moveTo>
                  <a:lnTo>
                    <a:pt x="349" y="44"/>
                  </a:lnTo>
                  <a:lnTo>
                    <a:pt x="240" y="88"/>
                  </a:lnTo>
                  <a:lnTo>
                    <a:pt x="153" y="175"/>
                  </a:lnTo>
                  <a:lnTo>
                    <a:pt x="87" y="284"/>
                  </a:lnTo>
                  <a:lnTo>
                    <a:pt x="22" y="393"/>
                  </a:lnTo>
                  <a:lnTo>
                    <a:pt x="0" y="524"/>
                  </a:lnTo>
                  <a:lnTo>
                    <a:pt x="0" y="655"/>
                  </a:lnTo>
                  <a:lnTo>
                    <a:pt x="22" y="785"/>
                  </a:lnTo>
                  <a:lnTo>
                    <a:pt x="66" y="938"/>
                  </a:lnTo>
                  <a:lnTo>
                    <a:pt x="153" y="1069"/>
                  </a:lnTo>
                  <a:lnTo>
                    <a:pt x="284" y="1221"/>
                  </a:lnTo>
                  <a:lnTo>
                    <a:pt x="458" y="1374"/>
                  </a:lnTo>
                  <a:lnTo>
                    <a:pt x="633" y="1505"/>
                  </a:lnTo>
                  <a:lnTo>
                    <a:pt x="960" y="1723"/>
                  </a:lnTo>
                  <a:lnTo>
                    <a:pt x="1090" y="1810"/>
                  </a:lnTo>
                  <a:lnTo>
                    <a:pt x="1134" y="1657"/>
                  </a:lnTo>
                  <a:lnTo>
                    <a:pt x="1199" y="1287"/>
                  </a:lnTo>
                  <a:lnTo>
                    <a:pt x="1221" y="1069"/>
                  </a:lnTo>
                  <a:lnTo>
                    <a:pt x="1221" y="829"/>
                  </a:lnTo>
                  <a:lnTo>
                    <a:pt x="1221" y="633"/>
                  </a:lnTo>
                  <a:lnTo>
                    <a:pt x="1178" y="458"/>
                  </a:lnTo>
                  <a:lnTo>
                    <a:pt x="1112" y="349"/>
                  </a:lnTo>
                  <a:lnTo>
                    <a:pt x="1025" y="219"/>
                  </a:lnTo>
                  <a:lnTo>
                    <a:pt x="916" y="131"/>
                  </a:lnTo>
                  <a:lnTo>
                    <a:pt x="807" y="66"/>
                  </a:lnTo>
                  <a:lnTo>
                    <a:pt x="698" y="22"/>
                  </a:lnTo>
                  <a:lnTo>
                    <a:pt x="58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1" name="Google Shape;11211;p80"/>
            <p:cNvSpPr/>
            <p:nvPr/>
          </p:nvSpPr>
          <p:spPr>
            <a:xfrm>
              <a:off x="1567375" y="3501350"/>
              <a:ext cx="31100" cy="45825"/>
            </a:xfrm>
            <a:custGeom>
              <a:rect b="b" l="l" r="r" t="t"/>
              <a:pathLst>
                <a:path extrusionOk="0" h="1833" w="1244">
                  <a:moveTo>
                    <a:pt x="153" y="1"/>
                  </a:moveTo>
                  <a:lnTo>
                    <a:pt x="110" y="153"/>
                  </a:lnTo>
                  <a:lnTo>
                    <a:pt x="44" y="546"/>
                  </a:lnTo>
                  <a:lnTo>
                    <a:pt x="22" y="764"/>
                  </a:lnTo>
                  <a:lnTo>
                    <a:pt x="1" y="982"/>
                  </a:lnTo>
                  <a:lnTo>
                    <a:pt x="22" y="1200"/>
                  </a:lnTo>
                  <a:lnTo>
                    <a:pt x="66" y="1352"/>
                  </a:lnTo>
                  <a:lnTo>
                    <a:pt x="131" y="1483"/>
                  </a:lnTo>
                  <a:lnTo>
                    <a:pt x="219" y="1592"/>
                  </a:lnTo>
                  <a:lnTo>
                    <a:pt x="306" y="1679"/>
                  </a:lnTo>
                  <a:lnTo>
                    <a:pt x="415" y="1767"/>
                  </a:lnTo>
                  <a:lnTo>
                    <a:pt x="546" y="1810"/>
                  </a:lnTo>
                  <a:lnTo>
                    <a:pt x="655" y="1832"/>
                  </a:lnTo>
                  <a:lnTo>
                    <a:pt x="785" y="1832"/>
                  </a:lnTo>
                  <a:lnTo>
                    <a:pt x="894" y="1788"/>
                  </a:lnTo>
                  <a:lnTo>
                    <a:pt x="1003" y="1723"/>
                  </a:lnTo>
                  <a:lnTo>
                    <a:pt x="1091" y="1636"/>
                  </a:lnTo>
                  <a:lnTo>
                    <a:pt x="1156" y="1549"/>
                  </a:lnTo>
                  <a:lnTo>
                    <a:pt x="1200" y="1440"/>
                  </a:lnTo>
                  <a:lnTo>
                    <a:pt x="1221" y="1309"/>
                  </a:lnTo>
                  <a:lnTo>
                    <a:pt x="1243" y="1178"/>
                  </a:lnTo>
                  <a:lnTo>
                    <a:pt x="1221" y="1025"/>
                  </a:lnTo>
                  <a:lnTo>
                    <a:pt x="1178" y="895"/>
                  </a:lnTo>
                  <a:lnTo>
                    <a:pt x="1069" y="742"/>
                  </a:lnTo>
                  <a:lnTo>
                    <a:pt x="938" y="589"/>
                  </a:lnTo>
                  <a:lnTo>
                    <a:pt x="785" y="459"/>
                  </a:lnTo>
                  <a:lnTo>
                    <a:pt x="589" y="306"/>
                  </a:lnTo>
                  <a:lnTo>
                    <a:pt x="284" y="88"/>
                  </a:lnTo>
                  <a:lnTo>
                    <a:pt x="15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2" name="Google Shape;11212;p80"/>
            <p:cNvSpPr/>
            <p:nvPr/>
          </p:nvSpPr>
          <p:spPr>
            <a:xfrm>
              <a:off x="1474175" y="3477375"/>
              <a:ext cx="45800" cy="30550"/>
            </a:xfrm>
            <a:custGeom>
              <a:rect b="b" l="l" r="r" t="t"/>
              <a:pathLst>
                <a:path extrusionOk="0" h="1222" w="1832">
                  <a:moveTo>
                    <a:pt x="655" y="1"/>
                  </a:moveTo>
                  <a:lnTo>
                    <a:pt x="480" y="44"/>
                  </a:lnTo>
                  <a:lnTo>
                    <a:pt x="349" y="110"/>
                  </a:lnTo>
                  <a:lnTo>
                    <a:pt x="240" y="197"/>
                  </a:lnTo>
                  <a:lnTo>
                    <a:pt x="153" y="306"/>
                  </a:lnTo>
                  <a:lnTo>
                    <a:pt x="88" y="415"/>
                  </a:lnTo>
                  <a:lnTo>
                    <a:pt x="22" y="524"/>
                  </a:lnTo>
                  <a:lnTo>
                    <a:pt x="1" y="655"/>
                  </a:lnTo>
                  <a:lnTo>
                    <a:pt x="22" y="764"/>
                  </a:lnTo>
                  <a:lnTo>
                    <a:pt x="44" y="873"/>
                  </a:lnTo>
                  <a:lnTo>
                    <a:pt x="110" y="982"/>
                  </a:lnTo>
                  <a:lnTo>
                    <a:pt x="197" y="1069"/>
                  </a:lnTo>
                  <a:lnTo>
                    <a:pt x="284" y="1134"/>
                  </a:lnTo>
                  <a:lnTo>
                    <a:pt x="415" y="1200"/>
                  </a:lnTo>
                  <a:lnTo>
                    <a:pt x="524" y="1221"/>
                  </a:lnTo>
                  <a:lnTo>
                    <a:pt x="676" y="1221"/>
                  </a:lnTo>
                  <a:lnTo>
                    <a:pt x="807" y="1200"/>
                  </a:lnTo>
                  <a:lnTo>
                    <a:pt x="938" y="1156"/>
                  </a:lnTo>
                  <a:lnTo>
                    <a:pt x="1091" y="1069"/>
                  </a:lnTo>
                  <a:lnTo>
                    <a:pt x="1243" y="938"/>
                  </a:lnTo>
                  <a:lnTo>
                    <a:pt x="1396" y="764"/>
                  </a:lnTo>
                  <a:lnTo>
                    <a:pt x="1527" y="589"/>
                  </a:lnTo>
                  <a:lnTo>
                    <a:pt x="1745" y="262"/>
                  </a:lnTo>
                  <a:lnTo>
                    <a:pt x="1832" y="131"/>
                  </a:lnTo>
                  <a:lnTo>
                    <a:pt x="1679" y="88"/>
                  </a:lnTo>
                  <a:lnTo>
                    <a:pt x="1287" y="22"/>
                  </a:lnTo>
                  <a:lnTo>
                    <a:pt x="106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3" name="Google Shape;11213;p80"/>
            <p:cNvSpPr/>
            <p:nvPr/>
          </p:nvSpPr>
          <p:spPr>
            <a:xfrm>
              <a:off x="1591900" y="3423425"/>
              <a:ext cx="45275" cy="30550"/>
            </a:xfrm>
            <a:custGeom>
              <a:rect b="b" l="l" r="r" t="t"/>
              <a:pathLst>
                <a:path extrusionOk="0" h="1222" w="1811">
                  <a:moveTo>
                    <a:pt x="1156" y="0"/>
                  </a:moveTo>
                  <a:lnTo>
                    <a:pt x="1025" y="22"/>
                  </a:lnTo>
                  <a:lnTo>
                    <a:pt x="873" y="66"/>
                  </a:lnTo>
                  <a:lnTo>
                    <a:pt x="742" y="153"/>
                  </a:lnTo>
                  <a:lnTo>
                    <a:pt x="589" y="284"/>
                  </a:lnTo>
                  <a:lnTo>
                    <a:pt x="437" y="458"/>
                  </a:lnTo>
                  <a:lnTo>
                    <a:pt x="306" y="632"/>
                  </a:lnTo>
                  <a:lnTo>
                    <a:pt x="88" y="938"/>
                  </a:lnTo>
                  <a:lnTo>
                    <a:pt x="1" y="1090"/>
                  </a:lnTo>
                  <a:lnTo>
                    <a:pt x="153" y="1112"/>
                  </a:lnTo>
                  <a:lnTo>
                    <a:pt x="524" y="1177"/>
                  </a:lnTo>
                  <a:lnTo>
                    <a:pt x="764" y="1199"/>
                  </a:lnTo>
                  <a:lnTo>
                    <a:pt x="982" y="1221"/>
                  </a:lnTo>
                  <a:lnTo>
                    <a:pt x="1178" y="1199"/>
                  </a:lnTo>
                  <a:lnTo>
                    <a:pt x="1352" y="1156"/>
                  </a:lnTo>
                  <a:lnTo>
                    <a:pt x="1483" y="1090"/>
                  </a:lnTo>
                  <a:lnTo>
                    <a:pt x="1592" y="1003"/>
                  </a:lnTo>
                  <a:lnTo>
                    <a:pt x="1679" y="916"/>
                  </a:lnTo>
                  <a:lnTo>
                    <a:pt x="1745" y="807"/>
                  </a:lnTo>
                  <a:lnTo>
                    <a:pt x="1788" y="698"/>
                  </a:lnTo>
                  <a:lnTo>
                    <a:pt x="1810" y="567"/>
                  </a:lnTo>
                  <a:lnTo>
                    <a:pt x="1810" y="458"/>
                  </a:lnTo>
                  <a:lnTo>
                    <a:pt x="1766" y="327"/>
                  </a:lnTo>
                  <a:lnTo>
                    <a:pt x="1723" y="218"/>
                  </a:lnTo>
                  <a:lnTo>
                    <a:pt x="1636" y="131"/>
                  </a:lnTo>
                  <a:lnTo>
                    <a:pt x="1527" y="66"/>
                  </a:lnTo>
                  <a:lnTo>
                    <a:pt x="1418" y="22"/>
                  </a:lnTo>
                  <a:lnTo>
                    <a:pt x="128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4" name="Google Shape;11214;p80"/>
            <p:cNvSpPr/>
            <p:nvPr/>
          </p:nvSpPr>
          <p:spPr>
            <a:xfrm>
              <a:off x="1510700" y="3037550"/>
              <a:ext cx="319950" cy="319950"/>
            </a:xfrm>
            <a:custGeom>
              <a:rect b="b" l="l" r="r" t="t"/>
              <a:pathLst>
                <a:path extrusionOk="0" h="12798" w="12798">
                  <a:moveTo>
                    <a:pt x="6083" y="0"/>
                  </a:moveTo>
                  <a:lnTo>
                    <a:pt x="5777" y="22"/>
                  </a:lnTo>
                  <a:lnTo>
                    <a:pt x="5472" y="66"/>
                  </a:lnTo>
                  <a:lnTo>
                    <a:pt x="5145" y="109"/>
                  </a:lnTo>
                  <a:lnTo>
                    <a:pt x="4840" y="175"/>
                  </a:lnTo>
                  <a:lnTo>
                    <a:pt x="4535" y="262"/>
                  </a:lnTo>
                  <a:lnTo>
                    <a:pt x="4230" y="371"/>
                  </a:lnTo>
                  <a:lnTo>
                    <a:pt x="3924" y="502"/>
                  </a:lnTo>
                  <a:lnTo>
                    <a:pt x="3619" y="632"/>
                  </a:lnTo>
                  <a:lnTo>
                    <a:pt x="3336" y="785"/>
                  </a:lnTo>
                  <a:lnTo>
                    <a:pt x="3052" y="938"/>
                  </a:lnTo>
                  <a:lnTo>
                    <a:pt x="2791" y="1112"/>
                  </a:lnTo>
                  <a:lnTo>
                    <a:pt x="2529" y="1308"/>
                  </a:lnTo>
                  <a:lnTo>
                    <a:pt x="2268" y="1504"/>
                  </a:lnTo>
                  <a:lnTo>
                    <a:pt x="2050" y="1701"/>
                  </a:lnTo>
                  <a:lnTo>
                    <a:pt x="1810" y="1919"/>
                  </a:lnTo>
                  <a:lnTo>
                    <a:pt x="1614" y="2159"/>
                  </a:lnTo>
                  <a:lnTo>
                    <a:pt x="1417" y="2398"/>
                  </a:lnTo>
                  <a:lnTo>
                    <a:pt x="1221" y="2638"/>
                  </a:lnTo>
                  <a:lnTo>
                    <a:pt x="1047" y="2878"/>
                  </a:lnTo>
                  <a:lnTo>
                    <a:pt x="894" y="3140"/>
                  </a:lnTo>
                  <a:lnTo>
                    <a:pt x="742" y="3423"/>
                  </a:lnTo>
                  <a:lnTo>
                    <a:pt x="611" y="3685"/>
                  </a:lnTo>
                  <a:lnTo>
                    <a:pt x="480" y="3968"/>
                  </a:lnTo>
                  <a:lnTo>
                    <a:pt x="371" y="4273"/>
                  </a:lnTo>
                  <a:lnTo>
                    <a:pt x="284" y="4557"/>
                  </a:lnTo>
                  <a:lnTo>
                    <a:pt x="196" y="4862"/>
                  </a:lnTo>
                  <a:lnTo>
                    <a:pt x="131" y="5145"/>
                  </a:lnTo>
                  <a:lnTo>
                    <a:pt x="66" y="5450"/>
                  </a:lnTo>
                  <a:lnTo>
                    <a:pt x="44" y="5756"/>
                  </a:lnTo>
                  <a:lnTo>
                    <a:pt x="0" y="6083"/>
                  </a:lnTo>
                  <a:lnTo>
                    <a:pt x="0" y="6388"/>
                  </a:lnTo>
                  <a:lnTo>
                    <a:pt x="0" y="6693"/>
                  </a:lnTo>
                  <a:lnTo>
                    <a:pt x="22" y="6998"/>
                  </a:lnTo>
                  <a:lnTo>
                    <a:pt x="66" y="7325"/>
                  </a:lnTo>
                  <a:lnTo>
                    <a:pt x="131" y="7631"/>
                  </a:lnTo>
                  <a:lnTo>
                    <a:pt x="196" y="7958"/>
                  </a:lnTo>
                  <a:lnTo>
                    <a:pt x="284" y="8263"/>
                  </a:lnTo>
                  <a:lnTo>
                    <a:pt x="393" y="8568"/>
                  </a:lnTo>
                  <a:lnTo>
                    <a:pt x="502" y="8873"/>
                  </a:lnTo>
                  <a:lnTo>
                    <a:pt x="633" y="9178"/>
                  </a:lnTo>
                  <a:lnTo>
                    <a:pt x="785" y="9462"/>
                  </a:lnTo>
                  <a:lnTo>
                    <a:pt x="960" y="9745"/>
                  </a:lnTo>
                  <a:lnTo>
                    <a:pt x="1134" y="10007"/>
                  </a:lnTo>
                  <a:lnTo>
                    <a:pt x="1308" y="10268"/>
                  </a:lnTo>
                  <a:lnTo>
                    <a:pt x="1505" y="10508"/>
                  </a:lnTo>
                  <a:lnTo>
                    <a:pt x="1723" y="10748"/>
                  </a:lnTo>
                  <a:lnTo>
                    <a:pt x="1941" y="10966"/>
                  </a:lnTo>
                  <a:lnTo>
                    <a:pt x="2159" y="11184"/>
                  </a:lnTo>
                  <a:lnTo>
                    <a:pt x="2398" y="11380"/>
                  </a:lnTo>
                  <a:lnTo>
                    <a:pt x="2638" y="11576"/>
                  </a:lnTo>
                  <a:lnTo>
                    <a:pt x="2900" y="11751"/>
                  </a:lnTo>
                  <a:lnTo>
                    <a:pt x="3161" y="11904"/>
                  </a:lnTo>
                  <a:lnTo>
                    <a:pt x="3423" y="12056"/>
                  </a:lnTo>
                  <a:lnTo>
                    <a:pt x="3706" y="12187"/>
                  </a:lnTo>
                  <a:lnTo>
                    <a:pt x="3990" y="12318"/>
                  </a:lnTo>
                  <a:lnTo>
                    <a:pt x="4273" y="12427"/>
                  </a:lnTo>
                  <a:lnTo>
                    <a:pt x="4557" y="12514"/>
                  </a:lnTo>
                  <a:lnTo>
                    <a:pt x="4862" y="12601"/>
                  </a:lnTo>
                  <a:lnTo>
                    <a:pt x="5167" y="12667"/>
                  </a:lnTo>
                  <a:lnTo>
                    <a:pt x="5472" y="12710"/>
                  </a:lnTo>
                  <a:lnTo>
                    <a:pt x="5777" y="12754"/>
                  </a:lnTo>
                  <a:lnTo>
                    <a:pt x="6083" y="12776"/>
                  </a:lnTo>
                  <a:lnTo>
                    <a:pt x="6388" y="12797"/>
                  </a:lnTo>
                  <a:lnTo>
                    <a:pt x="6715" y="12776"/>
                  </a:lnTo>
                  <a:lnTo>
                    <a:pt x="7020" y="12754"/>
                  </a:lnTo>
                  <a:lnTo>
                    <a:pt x="7325" y="12732"/>
                  </a:lnTo>
                  <a:lnTo>
                    <a:pt x="7652" y="12667"/>
                  </a:lnTo>
                  <a:lnTo>
                    <a:pt x="7958" y="12601"/>
                  </a:lnTo>
                  <a:lnTo>
                    <a:pt x="8263" y="12514"/>
                  </a:lnTo>
                  <a:lnTo>
                    <a:pt x="8568" y="12405"/>
                  </a:lnTo>
                  <a:lnTo>
                    <a:pt x="8873" y="12296"/>
                  </a:lnTo>
                  <a:lnTo>
                    <a:pt x="9178" y="12165"/>
                  </a:lnTo>
                  <a:lnTo>
                    <a:pt x="9462" y="12013"/>
                  </a:lnTo>
                  <a:lnTo>
                    <a:pt x="9745" y="11838"/>
                  </a:lnTo>
                  <a:lnTo>
                    <a:pt x="10029" y="11664"/>
                  </a:lnTo>
                  <a:lnTo>
                    <a:pt x="10268" y="11489"/>
                  </a:lnTo>
                  <a:lnTo>
                    <a:pt x="10530" y="11293"/>
                  </a:lnTo>
                  <a:lnTo>
                    <a:pt x="10748" y="11075"/>
                  </a:lnTo>
                  <a:lnTo>
                    <a:pt x="10988" y="10857"/>
                  </a:lnTo>
                  <a:lnTo>
                    <a:pt x="11184" y="10639"/>
                  </a:lnTo>
                  <a:lnTo>
                    <a:pt x="11402" y="10399"/>
                  </a:lnTo>
                  <a:lnTo>
                    <a:pt x="11577" y="10159"/>
                  </a:lnTo>
                  <a:lnTo>
                    <a:pt x="11751" y="9898"/>
                  </a:lnTo>
                  <a:lnTo>
                    <a:pt x="11925" y="9636"/>
                  </a:lnTo>
                  <a:lnTo>
                    <a:pt x="12056" y="9375"/>
                  </a:lnTo>
                  <a:lnTo>
                    <a:pt x="12209" y="9091"/>
                  </a:lnTo>
                  <a:lnTo>
                    <a:pt x="12318" y="8808"/>
                  </a:lnTo>
                  <a:lnTo>
                    <a:pt x="12427" y="8524"/>
                  </a:lnTo>
                  <a:lnTo>
                    <a:pt x="12536" y="8219"/>
                  </a:lnTo>
                  <a:lnTo>
                    <a:pt x="12601" y="7936"/>
                  </a:lnTo>
                  <a:lnTo>
                    <a:pt x="12667" y="7631"/>
                  </a:lnTo>
                  <a:lnTo>
                    <a:pt x="12732" y="7325"/>
                  </a:lnTo>
                  <a:lnTo>
                    <a:pt x="12776" y="7020"/>
                  </a:lnTo>
                  <a:lnTo>
                    <a:pt x="12797" y="6715"/>
                  </a:lnTo>
                  <a:lnTo>
                    <a:pt x="12797" y="6410"/>
                  </a:lnTo>
                  <a:lnTo>
                    <a:pt x="12797" y="6083"/>
                  </a:lnTo>
                  <a:lnTo>
                    <a:pt x="12776" y="5777"/>
                  </a:lnTo>
                  <a:lnTo>
                    <a:pt x="12732" y="5450"/>
                  </a:lnTo>
                  <a:lnTo>
                    <a:pt x="12667" y="5145"/>
                  </a:lnTo>
                  <a:lnTo>
                    <a:pt x="12601" y="4840"/>
                  </a:lnTo>
                  <a:lnTo>
                    <a:pt x="12514" y="4535"/>
                  </a:lnTo>
                  <a:lnTo>
                    <a:pt x="12427" y="4208"/>
                  </a:lnTo>
                  <a:lnTo>
                    <a:pt x="12296" y="3903"/>
                  </a:lnTo>
                  <a:lnTo>
                    <a:pt x="12165" y="3619"/>
                  </a:lnTo>
                  <a:lnTo>
                    <a:pt x="12013" y="3314"/>
                  </a:lnTo>
                  <a:lnTo>
                    <a:pt x="11860" y="3052"/>
                  </a:lnTo>
                  <a:lnTo>
                    <a:pt x="11686" y="2769"/>
                  </a:lnTo>
                  <a:lnTo>
                    <a:pt x="11489" y="2507"/>
                  </a:lnTo>
                  <a:lnTo>
                    <a:pt x="11293" y="2268"/>
                  </a:lnTo>
                  <a:lnTo>
                    <a:pt x="11075" y="2028"/>
                  </a:lnTo>
                  <a:lnTo>
                    <a:pt x="10857" y="1810"/>
                  </a:lnTo>
                  <a:lnTo>
                    <a:pt x="10639" y="1592"/>
                  </a:lnTo>
                  <a:lnTo>
                    <a:pt x="10399" y="1395"/>
                  </a:lnTo>
                  <a:lnTo>
                    <a:pt x="10159" y="1221"/>
                  </a:lnTo>
                  <a:lnTo>
                    <a:pt x="9898" y="1047"/>
                  </a:lnTo>
                  <a:lnTo>
                    <a:pt x="9636" y="872"/>
                  </a:lnTo>
                  <a:lnTo>
                    <a:pt x="9375" y="720"/>
                  </a:lnTo>
                  <a:lnTo>
                    <a:pt x="9091" y="589"/>
                  </a:lnTo>
                  <a:lnTo>
                    <a:pt x="8808" y="480"/>
                  </a:lnTo>
                  <a:lnTo>
                    <a:pt x="8524" y="349"/>
                  </a:lnTo>
                  <a:lnTo>
                    <a:pt x="8241" y="262"/>
                  </a:lnTo>
                  <a:lnTo>
                    <a:pt x="7936" y="175"/>
                  </a:lnTo>
                  <a:lnTo>
                    <a:pt x="7631" y="109"/>
                  </a:lnTo>
                  <a:lnTo>
                    <a:pt x="7325" y="66"/>
                  </a:lnTo>
                  <a:lnTo>
                    <a:pt x="7020" y="22"/>
                  </a:lnTo>
                  <a:lnTo>
                    <a:pt x="671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5" name="Google Shape;11215;p80"/>
            <p:cNvSpPr/>
            <p:nvPr/>
          </p:nvSpPr>
          <p:spPr>
            <a:xfrm>
              <a:off x="1517775" y="3044625"/>
              <a:ext cx="305775" cy="305775"/>
            </a:xfrm>
            <a:custGeom>
              <a:rect b="b" l="l" r="r" t="t"/>
              <a:pathLst>
                <a:path extrusionOk="0" h="12231" w="12231">
                  <a:moveTo>
                    <a:pt x="5822" y="1"/>
                  </a:moveTo>
                  <a:lnTo>
                    <a:pt x="5516" y="22"/>
                  </a:lnTo>
                  <a:lnTo>
                    <a:pt x="5233" y="66"/>
                  </a:lnTo>
                  <a:lnTo>
                    <a:pt x="4928" y="110"/>
                  </a:lnTo>
                  <a:lnTo>
                    <a:pt x="4622" y="175"/>
                  </a:lnTo>
                  <a:lnTo>
                    <a:pt x="4339" y="262"/>
                  </a:lnTo>
                  <a:lnTo>
                    <a:pt x="4034" y="349"/>
                  </a:lnTo>
                  <a:lnTo>
                    <a:pt x="3750" y="480"/>
                  </a:lnTo>
                  <a:lnTo>
                    <a:pt x="3467" y="611"/>
                  </a:lnTo>
                  <a:lnTo>
                    <a:pt x="3184" y="742"/>
                  </a:lnTo>
                  <a:lnTo>
                    <a:pt x="2922" y="894"/>
                  </a:lnTo>
                  <a:lnTo>
                    <a:pt x="2660" y="1069"/>
                  </a:lnTo>
                  <a:lnTo>
                    <a:pt x="2421" y="1243"/>
                  </a:lnTo>
                  <a:lnTo>
                    <a:pt x="2181" y="1439"/>
                  </a:lnTo>
                  <a:lnTo>
                    <a:pt x="1963" y="1636"/>
                  </a:lnTo>
                  <a:lnTo>
                    <a:pt x="1745" y="1832"/>
                  </a:lnTo>
                  <a:lnTo>
                    <a:pt x="1527" y="2050"/>
                  </a:lnTo>
                  <a:lnTo>
                    <a:pt x="1352" y="2290"/>
                  </a:lnTo>
                  <a:lnTo>
                    <a:pt x="1178" y="2530"/>
                  </a:lnTo>
                  <a:lnTo>
                    <a:pt x="1004" y="2769"/>
                  </a:lnTo>
                  <a:lnTo>
                    <a:pt x="851" y="3009"/>
                  </a:lnTo>
                  <a:lnTo>
                    <a:pt x="698" y="3271"/>
                  </a:lnTo>
                  <a:lnTo>
                    <a:pt x="568" y="3532"/>
                  </a:lnTo>
                  <a:lnTo>
                    <a:pt x="459" y="3794"/>
                  </a:lnTo>
                  <a:lnTo>
                    <a:pt x="350" y="4077"/>
                  </a:lnTo>
                  <a:lnTo>
                    <a:pt x="262" y="4361"/>
                  </a:lnTo>
                  <a:lnTo>
                    <a:pt x="175" y="4644"/>
                  </a:lnTo>
                  <a:lnTo>
                    <a:pt x="110" y="4928"/>
                  </a:lnTo>
                  <a:lnTo>
                    <a:pt x="66" y="5211"/>
                  </a:lnTo>
                  <a:lnTo>
                    <a:pt x="44" y="5516"/>
                  </a:lnTo>
                  <a:lnTo>
                    <a:pt x="1" y="5800"/>
                  </a:lnTo>
                  <a:lnTo>
                    <a:pt x="1" y="6105"/>
                  </a:lnTo>
                  <a:lnTo>
                    <a:pt x="1" y="6388"/>
                  </a:lnTo>
                  <a:lnTo>
                    <a:pt x="22" y="6694"/>
                  </a:lnTo>
                  <a:lnTo>
                    <a:pt x="66" y="6999"/>
                  </a:lnTo>
                  <a:lnTo>
                    <a:pt x="132" y="7304"/>
                  </a:lnTo>
                  <a:lnTo>
                    <a:pt x="197" y="7587"/>
                  </a:lnTo>
                  <a:lnTo>
                    <a:pt x="262" y="7893"/>
                  </a:lnTo>
                  <a:lnTo>
                    <a:pt x="371" y="8176"/>
                  </a:lnTo>
                  <a:lnTo>
                    <a:pt x="480" y="8481"/>
                  </a:lnTo>
                  <a:lnTo>
                    <a:pt x="611" y="8765"/>
                  </a:lnTo>
                  <a:lnTo>
                    <a:pt x="764" y="9048"/>
                  </a:lnTo>
                  <a:lnTo>
                    <a:pt x="916" y="9310"/>
                  </a:lnTo>
                  <a:lnTo>
                    <a:pt x="1069" y="9571"/>
                  </a:lnTo>
                  <a:lnTo>
                    <a:pt x="1265" y="9811"/>
                  </a:lnTo>
                  <a:lnTo>
                    <a:pt x="1440" y="10051"/>
                  </a:lnTo>
                  <a:lnTo>
                    <a:pt x="1636" y="10269"/>
                  </a:lnTo>
                  <a:lnTo>
                    <a:pt x="1854" y="10487"/>
                  </a:lnTo>
                  <a:lnTo>
                    <a:pt x="2072" y="10683"/>
                  </a:lnTo>
                  <a:lnTo>
                    <a:pt x="2290" y="10879"/>
                  </a:lnTo>
                  <a:lnTo>
                    <a:pt x="2530" y="11054"/>
                  </a:lnTo>
                  <a:lnTo>
                    <a:pt x="2769" y="11228"/>
                  </a:lnTo>
                  <a:lnTo>
                    <a:pt x="3031" y="11381"/>
                  </a:lnTo>
                  <a:lnTo>
                    <a:pt x="3271" y="11511"/>
                  </a:lnTo>
                  <a:lnTo>
                    <a:pt x="3532" y="11642"/>
                  </a:lnTo>
                  <a:lnTo>
                    <a:pt x="3816" y="11773"/>
                  </a:lnTo>
                  <a:lnTo>
                    <a:pt x="4077" y="11882"/>
                  </a:lnTo>
                  <a:lnTo>
                    <a:pt x="4361" y="11969"/>
                  </a:lnTo>
                  <a:lnTo>
                    <a:pt x="4644" y="12035"/>
                  </a:lnTo>
                  <a:lnTo>
                    <a:pt x="4928" y="12100"/>
                  </a:lnTo>
                  <a:lnTo>
                    <a:pt x="5233" y="12166"/>
                  </a:lnTo>
                  <a:lnTo>
                    <a:pt x="5516" y="12187"/>
                  </a:lnTo>
                  <a:lnTo>
                    <a:pt x="5822" y="12209"/>
                  </a:lnTo>
                  <a:lnTo>
                    <a:pt x="6105" y="12231"/>
                  </a:lnTo>
                  <a:lnTo>
                    <a:pt x="6410" y="12209"/>
                  </a:lnTo>
                  <a:lnTo>
                    <a:pt x="6715" y="12187"/>
                  </a:lnTo>
                  <a:lnTo>
                    <a:pt x="6999" y="12166"/>
                  </a:lnTo>
                  <a:lnTo>
                    <a:pt x="7304" y="12100"/>
                  </a:lnTo>
                  <a:lnTo>
                    <a:pt x="7609" y="12035"/>
                  </a:lnTo>
                  <a:lnTo>
                    <a:pt x="7893" y="11948"/>
                  </a:lnTo>
                  <a:lnTo>
                    <a:pt x="8198" y="11860"/>
                  </a:lnTo>
                  <a:lnTo>
                    <a:pt x="8481" y="11751"/>
                  </a:lnTo>
                  <a:lnTo>
                    <a:pt x="8786" y="11621"/>
                  </a:lnTo>
                  <a:lnTo>
                    <a:pt x="9048" y="11468"/>
                  </a:lnTo>
                  <a:lnTo>
                    <a:pt x="9310" y="11315"/>
                  </a:lnTo>
                  <a:lnTo>
                    <a:pt x="9571" y="11141"/>
                  </a:lnTo>
                  <a:lnTo>
                    <a:pt x="9833" y="10966"/>
                  </a:lnTo>
                  <a:lnTo>
                    <a:pt x="10051" y="10792"/>
                  </a:lnTo>
                  <a:lnTo>
                    <a:pt x="10291" y="10596"/>
                  </a:lnTo>
                  <a:lnTo>
                    <a:pt x="10487" y="10378"/>
                  </a:lnTo>
                  <a:lnTo>
                    <a:pt x="10705" y="10160"/>
                  </a:lnTo>
                  <a:lnTo>
                    <a:pt x="10879" y="9942"/>
                  </a:lnTo>
                  <a:lnTo>
                    <a:pt x="11076" y="9702"/>
                  </a:lnTo>
                  <a:lnTo>
                    <a:pt x="11228" y="9462"/>
                  </a:lnTo>
                  <a:lnTo>
                    <a:pt x="11381" y="9201"/>
                  </a:lnTo>
                  <a:lnTo>
                    <a:pt x="11533" y="8939"/>
                  </a:lnTo>
                  <a:lnTo>
                    <a:pt x="11664" y="8677"/>
                  </a:lnTo>
                  <a:lnTo>
                    <a:pt x="11773" y="8416"/>
                  </a:lnTo>
                  <a:lnTo>
                    <a:pt x="11882" y="8132"/>
                  </a:lnTo>
                  <a:lnTo>
                    <a:pt x="11969" y="7871"/>
                  </a:lnTo>
                  <a:lnTo>
                    <a:pt x="12057" y="7587"/>
                  </a:lnTo>
                  <a:lnTo>
                    <a:pt x="12122" y="7304"/>
                  </a:lnTo>
                  <a:lnTo>
                    <a:pt x="12166" y="6999"/>
                  </a:lnTo>
                  <a:lnTo>
                    <a:pt x="12209" y="6715"/>
                  </a:lnTo>
                  <a:lnTo>
                    <a:pt x="12231" y="6410"/>
                  </a:lnTo>
                  <a:lnTo>
                    <a:pt x="12231" y="6127"/>
                  </a:lnTo>
                  <a:lnTo>
                    <a:pt x="12231" y="5821"/>
                  </a:lnTo>
                  <a:lnTo>
                    <a:pt x="12209" y="5516"/>
                  </a:lnTo>
                  <a:lnTo>
                    <a:pt x="12166" y="5211"/>
                  </a:lnTo>
                  <a:lnTo>
                    <a:pt x="12122" y="4928"/>
                  </a:lnTo>
                  <a:lnTo>
                    <a:pt x="12057" y="4622"/>
                  </a:lnTo>
                  <a:lnTo>
                    <a:pt x="11969" y="4317"/>
                  </a:lnTo>
                  <a:lnTo>
                    <a:pt x="11860" y="4034"/>
                  </a:lnTo>
                  <a:lnTo>
                    <a:pt x="11751" y="3729"/>
                  </a:lnTo>
                  <a:lnTo>
                    <a:pt x="11621" y="3445"/>
                  </a:lnTo>
                  <a:lnTo>
                    <a:pt x="11468" y="3184"/>
                  </a:lnTo>
                  <a:lnTo>
                    <a:pt x="11315" y="2900"/>
                  </a:lnTo>
                  <a:lnTo>
                    <a:pt x="11163" y="2660"/>
                  </a:lnTo>
                  <a:lnTo>
                    <a:pt x="10988" y="2399"/>
                  </a:lnTo>
                  <a:lnTo>
                    <a:pt x="10792" y="2159"/>
                  </a:lnTo>
                  <a:lnTo>
                    <a:pt x="10596" y="1941"/>
                  </a:lnTo>
                  <a:lnTo>
                    <a:pt x="10378" y="1723"/>
                  </a:lnTo>
                  <a:lnTo>
                    <a:pt x="10160" y="1527"/>
                  </a:lnTo>
                  <a:lnTo>
                    <a:pt x="9942" y="1330"/>
                  </a:lnTo>
                  <a:lnTo>
                    <a:pt x="9702" y="1156"/>
                  </a:lnTo>
                  <a:lnTo>
                    <a:pt x="9462" y="982"/>
                  </a:lnTo>
                  <a:lnTo>
                    <a:pt x="9201" y="829"/>
                  </a:lnTo>
                  <a:lnTo>
                    <a:pt x="8961" y="698"/>
                  </a:lnTo>
                  <a:lnTo>
                    <a:pt x="8699" y="567"/>
                  </a:lnTo>
                  <a:lnTo>
                    <a:pt x="8416" y="458"/>
                  </a:lnTo>
                  <a:lnTo>
                    <a:pt x="8154" y="349"/>
                  </a:lnTo>
                  <a:lnTo>
                    <a:pt x="7871" y="262"/>
                  </a:lnTo>
                  <a:lnTo>
                    <a:pt x="7587" y="175"/>
                  </a:lnTo>
                  <a:lnTo>
                    <a:pt x="7304" y="110"/>
                  </a:lnTo>
                  <a:lnTo>
                    <a:pt x="6999" y="66"/>
                  </a:lnTo>
                  <a:lnTo>
                    <a:pt x="6715" y="22"/>
                  </a:lnTo>
                  <a:lnTo>
                    <a:pt x="641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6" name="Google Shape;11216;p80"/>
            <p:cNvSpPr/>
            <p:nvPr/>
          </p:nvSpPr>
          <p:spPr>
            <a:xfrm>
              <a:off x="1534675" y="3060975"/>
              <a:ext cx="272000" cy="272550"/>
            </a:xfrm>
            <a:custGeom>
              <a:rect b="b" l="l" r="r" t="t"/>
              <a:pathLst>
                <a:path extrusionOk="0" h="10902" w="10880">
                  <a:moveTo>
                    <a:pt x="5364" y="1"/>
                  </a:moveTo>
                  <a:lnTo>
                    <a:pt x="4862" y="44"/>
                  </a:lnTo>
                  <a:lnTo>
                    <a:pt x="4339" y="110"/>
                  </a:lnTo>
                  <a:lnTo>
                    <a:pt x="3837" y="262"/>
                  </a:lnTo>
                  <a:lnTo>
                    <a:pt x="3576" y="328"/>
                  </a:lnTo>
                  <a:lnTo>
                    <a:pt x="3336" y="437"/>
                  </a:lnTo>
                  <a:lnTo>
                    <a:pt x="3314" y="437"/>
                  </a:lnTo>
                  <a:lnTo>
                    <a:pt x="3053" y="567"/>
                  </a:lnTo>
                  <a:lnTo>
                    <a:pt x="2813" y="676"/>
                  </a:lnTo>
                  <a:lnTo>
                    <a:pt x="2377" y="960"/>
                  </a:lnTo>
                  <a:lnTo>
                    <a:pt x="1963" y="1265"/>
                  </a:lnTo>
                  <a:lnTo>
                    <a:pt x="1570" y="1614"/>
                  </a:lnTo>
                  <a:lnTo>
                    <a:pt x="1243" y="1985"/>
                  </a:lnTo>
                  <a:lnTo>
                    <a:pt x="938" y="2399"/>
                  </a:lnTo>
                  <a:lnTo>
                    <a:pt x="676" y="2835"/>
                  </a:lnTo>
                  <a:lnTo>
                    <a:pt x="458" y="3293"/>
                  </a:lnTo>
                  <a:lnTo>
                    <a:pt x="262" y="3772"/>
                  </a:lnTo>
                  <a:lnTo>
                    <a:pt x="131" y="4274"/>
                  </a:lnTo>
                  <a:lnTo>
                    <a:pt x="44" y="4775"/>
                  </a:lnTo>
                  <a:lnTo>
                    <a:pt x="1" y="5298"/>
                  </a:lnTo>
                  <a:lnTo>
                    <a:pt x="1" y="5821"/>
                  </a:lnTo>
                  <a:lnTo>
                    <a:pt x="44" y="6083"/>
                  </a:lnTo>
                  <a:lnTo>
                    <a:pt x="66" y="6345"/>
                  </a:lnTo>
                  <a:lnTo>
                    <a:pt x="131" y="6606"/>
                  </a:lnTo>
                  <a:lnTo>
                    <a:pt x="197" y="6868"/>
                  </a:lnTo>
                  <a:lnTo>
                    <a:pt x="262" y="7130"/>
                  </a:lnTo>
                  <a:lnTo>
                    <a:pt x="349" y="7391"/>
                  </a:lnTo>
                  <a:lnTo>
                    <a:pt x="415" y="7566"/>
                  </a:lnTo>
                  <a:lnTo>
                    <a:pt x="546" y="7805"/>
                  </a:lnTo>
                  <a:lnTo>
                    <a:pt x="655" y="8045"/>
                  </a:lnTo>
                  <a:lnTo>
                    <a:pt x="785" y="8285"/>
                  </a:lnTo>
                  <a:lnTo>
                    <a:pt x="938" y="8503"/>
                  </a:lnTo>
                  <a:lnTo>
                    <a:pt x="1243" y="8917"/>
                  </a:lnTo>
                  <a:lnTo>
                    <a:pt x="1592" y="9310"/>
                  </a:lnTo>
                  <a:lnTo>
                    <a:pt x="1984" y="9658"/>
                  </a:lnTo>
                  <a:lnTo>
                    <a:pt x="2377" y="9964"/>
                  </a:lnTo>
                  <a:lnTo>
                    <a:pt x="2813" y="10225"/>
                  </a:lnTo>
                  <a:lnTo>
                    <a:pt x="3271" y="10443"/>
                  </a:lnTo>
                  <a:lnTo>
                    <a:pt x="3532" y="10552"/>
                  </a:lnTo>
                  <a:lnTo>
                    <a:pt x="3772" y="10639"/>
                  </a:lnTo>
                  <a:lnTo>
                    <a:pt x="4034" y="10705"/>
                  </a:lnTo>
                  <a:lnTo>
                    <a:pt x="4295" y="10770"/>
                  </a:lnTo>
                  <a:lnTo>
                    <a:pt x="4557" y="10836"/>
                  </a:lnTo>
                  <a:lnTo>
                    <a:pt x="4840" y="10857"/>
                  </a:lnTo>
                  <a:lnTo>
                    <a:pt x="5102" y="10879"/>
                  </a:lnTo>
                  <a:lnTo>
                    <a:pt x="5385" y="10901"/>
                  </a:lnTo>
                  <a:lnTo>
                    <a:pt x="5647" y="10901"/>
                  </a:lnTo>
                  <a:lnTo>
                    <a:pt x="5930" y="10879"/>
                  </a:lnTo>
                  <a:lnTo>
                    <a:pt x="6192" y="10857"/>
                  </a:lnTo>
                  <a:lnTo>
                    <a:pt x="6475" y="10792"/>
                  </a:lnTo>
                  <a:lnTo>
                    <a:pt x="6737" y="10748"/>
                  </a:lnTo>
                  <a:lnTo>
                    <a:pt x="7020" y="10661"/>
                  </a:lnTo>
                  <a:lnTo>
                    <a:pt x="7282" y="10574"/>
                  </a:lnTo>
                  <a:lnTo>
                    <a:pt x="7544" y="10465"/>
                  </a:lnTo>
                  <a:lnTo>
                    <a:pt x="7565" y="10465"/>
                  </a:lnTo>
                  <a:lnTo>
                    <a:pt x="7827" y="10356"/>
                  </a:lnTo>
                  <a:lnTo>
                    <a:pt x="8067" y="10225"/>
                  </a:lnTo>
                  <a:lnTo>
                    <a:pt x="8328" y="10073"/>
                  </a:lnTo>
                  <a:lnTo>
                    <a:pt x="8546" y="9920"/>
                  </a:lnTo>
                  <a:lnTo>
                    <a:pt x="8786" y="9767"/>
                  </a:lnTo>
                  <a:lnTo>
                    <a:pt x="8982" y="9593"/>
                  </a:lnTo>
                  <a:lnTo>
                    <a:pt x="9200" y="9397"/>
                  </a:lnTo>
                  <a:lnTo>
                    <a:pt x="9397" y="9201"/>
                  </a:lnTo>
                  <a:lnTo>
                    <a:pt x="9571" y="9004"/>
                  </a:lnTo>
                  <a:lnTo>
                    <a:pt x="9745" y="8786"/>
                  </a:lnTo>
                  <a:lnTo>
                    <a:pt x="9898" y="8568"/>
                  </a:lnTo>
                  <a:lnTo>
                    <a:pt x="10051" y="8350"/>
                  </a:lnTo>
                  <a:lnTo>
                    <a:pt x="10181" y="8111"/>
                  </a:lnTo>
                  <a:lnTo>
                    <a:pt x="10312" y="7871"/>
                  </a:lnTo>
                  <a:lnTo>
                    <a:pt x="10421" y="7631"/>
                  </a:lnTo>
                  <a:lnTo>
                    <a:pt x="10530" y="7391"/>
                  </a:lnTo>
                  <a:lnTo>
                    <a:pt x="10683" y="6890"/>
                  </a:lnTo>
                  <a:lnTo>
                    <a:pt x="10792" y="6410"/>
                  </a:lnTo>
                  <a:lnTo>
                    <a:pt x="10857" y="5909"/>
                  </a:lnTo>
                  <a:lnTo>
                    <a:pt x="10879" y="5385"/>
                  </a:lnTo>
                  <a:lnTo>
                    <a:pt x="10857" y="4884"/>
                  </a:lnTo>
                  <a:lnTo>
                    <a:pt x="10770" y="4361"/>
                  </a:lnTo>
                  <a:lnTo>
                    <a:pt x="10639" y="3859"/>
                  </a:lnTo>
                  <a:lnTo>
                    <a:pt x="10552" y="3598"/>
                  </a:lnTo>
                  <a:lnTo>
                    <a:pt x="10465" y="3336"/>
                  </a:lnTo>
                  <a:lnTo>
                    <a:pt x="10378" y="3162"/>
                  </a:lnTo>
                  <a:lnTo>
                    <a:pt x="10247" y="2922"/>
                  </a:lnTo>
                  <a:lnTo>
                    <a:pt x="10116" y="2682"/>
                  </a:lnTo>
                  <a:lnTo>
                    <a:pt x="9985" y="2442"/>
                  </a:lnTo>
                  <a:lnTo>
                    <a:pt x="9833" y="2224"/>
                  </a:lnTo>
                  <a:lnTo>
                    <a:pt x="9658" y="2006"/>
                  </a:lnTo>
                  <a:lnTo>
                    <a:pt x="9484" y="1810"/>
                  </a:lnTo>
                  <a:lnTo>
                    <a:pt x="9113" y="1440"/>
                  </a:lnTo>
                  <a:lnTo>
                    <a:pt x="8721" y="1113"/>
                  </a:lnTo>
                  <a:lnTo>
                    <a:pt x="8285" y="807"/>
                  </a:lnTo>
                  <a:lnTo>
                    <a:pt x="7827" y="567"/>
                  </a:lnTo>
                  <a:lnTo>
                    <a:pt x="7347" y="371"/>
                  </a:lnTo>
                  <a:lnTo>
                    <a:pt x="6868" y="197"/>
                  </a:lnTo>
                  <a:lnTo>
                    <a:pt x="6388" y="88"/>
                  </a:lnTo>
                  <a:lnTo>
                    <a:pt x="5887" y="22"/>
                  </a:lnTo>
                  <a:lnTo>
                    <a:pt x="536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7" name="Google Shape;11217;p80"/>
            <p:cNvSpPr/>
            <p:nvPr/>
          </p:nvSpPr>
          <p:spPr>
            <a:xfrm>
              <a:off x="1545025" y="3071875"/>
              <a:ext cx="251275" cy="250750"/>
            </a:xfrm>
            <a:custGeom>
              <a:rect b="b" l="l" r="r" t="t"/>
              <a:pathLst>
                <a:path extrusionOk="0" h="10030" w="10051">
                  <a:moveTo>
                    <a:pt x="4928" y="1"/>
                  </a:moveTo>
                  <a:lnTo>
                    <a:pt x="4448" y="44"/>
                  </a:lnTo>
                  <a:lnTo>
                    <a:pt x="3990" y="110"/>
                  </a:lnTo>
                  <a:lnTo>
                    <a:pt x="3532" y="240"/>
                  </a:lnTo>
                  <a:lnTo>
                    <a:pt x="3075" y="393"/>
                  </a:lnTo>
                  <a:lnTo>
                    <a:pt x="3053" y="393"/>
                  </a:lnTo>
                  <a:lnTo>
                    <a:pt x="2639" y="611"/>
                  </a:lnTo>
                  <a:lnTo>
                    <a:pt x="2224" y="851"/>
                  </a:lnTo>
                  <a:lnTo>
                    <a:pt x="1832" y="1134"/>
                  </a:lnTo>
                  <a:lnTo>
                    <a:pt x="1483" y="1461"/>
                  </a:lnTo>
                  <a:lnTo>
                    <a:pt x="1178" y="1810"/>
                  </a:lnTo>
                  <a:lnTo>
                    <a:pt x="895" y="2181"/>
                  </a:lnTo>
                  <a:lnTo>
                    <a:pt x="633" y="2595"/>
                  </a:lnTo>
                  <a:lnTo>
                    <a:pt x="437" y="3031"/>
                  </a:lnTo>
                  <a:lnTo>
                    <a:pt x="262" y="3489"/>
                  </a:lnTo>
                  <a:lnTo>
                    <a:pt x="132" y="3947"/>
                  </a:lnTo>
                  <a:lnTo>
                    <a:pt x="44" y="4426"/>
                  </a:lnTo>
                  <a:lnTo>
                    <a:pt x="1" y="4906"/>
                  </a:lnTo>
                  <a:lnTo>
                    <a:pt x="23" y="5385"/>
                  </a:lnTo>
                  <a:lnTo>
                    <a:pt x="88" y="5865"/>
                  </a:lnTo>
                  <a:lnTo>
                    <a:pt x="197" y="6345"/>
                  </a:lnTo>
                  <a:lnTo>
                    <a:pt x="350" y="6803"/>
                  </a:lnTo>
                  <a:lnTo>
                    <a:pt x="350" y="6824"/>
                  </a:lnTo>
                  <a:lnTo>
                    <a:pt x="415" y="6955"/>
                  </a:lnTo>
                  <a:lnTo>
                    <a:pt x="611" y="7391"/>
                  </a:lnTo>
                  <a:lnTo>
                    <a:pt x="851" y="7805"/>
                  </a:lnTo>
                  <a:lnTo>
                    <a:pt x="1134" y="8198"/>
                  </a:lnTo>
                  <a:lnTo>
                    <a:pt x="1461" y="8547"/>
                  </a:lnTo>
                  <a:lnTo>
                    <a:pt x="1810" y="8874"/>
                  </a:lnTo>
                  <a:lnTo>
                    <a:pt x="2181" y="9157"/>
                  </a:lnTo>
                  <a:lnTo>
                    <a:pt x="2595" y="9397"/>
                  </a:lnTo>
                  <a:lnTo>
                    <a:pt x="3031" y="9615"/>
                  </a:lnTo>
                  <a:lnTo>
                    <a:pt x="3511" y="9789"/>
                  </a:lnTo>
                  <a:lnTo>
                    <a:pt x="4012" y="9920"/>
                  </a:lnTo>
                  <a:lnTo>
                    <a:pt x="4514" y="10007"/>
                  </a:lnTo>
                  <a:lnTo>
                    <a:pt x="5015" y="10029"/>
                  </a:lnTo>
                  <a:lnTo>
                    <a:pt x="5495" y="10007"/>
                  </a:lnTo>
                  <a:lnTo>
                    <a:pt x="5996" y="9942"/>
                  </a:lnTo>
                  <a:lnTo>
                    <a:pt x="6497" y="9811"/>
                  </a:lnTo>
                  <a:lnTo>
                    <a:pt x="6977" y="9637"/>
                  </a:lnTo>
                  <a:lnTo>
                    <a:pt x="7435" y="9419"/>
                  </a:lnTo>
                  <a:lnTo>
                    <a:pt x="7871" y="9157"/>
                  </a:lnTo>
                  <a:lnTo>
                    <a:pt x="8263" y="8852"/>
                  </a:lnTo>
                  <a:lnTo>
                    <a:pt x="8634" y="8503"/>
                  </a:lnTo>
                  <a:lnTo>
                    <a:pt x="8961" y="8132"/>
                  </a:lnTo>
                  <a:lnTo>
                    <a:pt x="9266" y="7718"/>
                  </a:lnTo>
                  <a:lnTo>
                    <a:pt x="9506" y="7260"/>
                  </a:lnTo>
                  <a:lnTo>
                    <a:pt x="9724" y="6803"/>
                  </a:lnTo>
                  <a:lnTo>
                    <a:pt x="9855" y="6345"/>
                  </a:lnTo>
                  <a:lnTo>
                    <a:pt x="9964" y="5865"/>
                  </a:lnTo>
                  <a:lnTo>
                    <a:pt x="10029" y="5407"/>
                  </a:lnTo>
                  <a:lnTo>
                    <a:pt x="10051" y="4928"/>
                  </a:lnTo>
                  <a:lnTo>
                    <a:pt x="10007" y="4448"/>
                  </a:lnTo>
                  <a:lnTo>
                    <a:pt x="9942" y="3990"/>
                  </a:lnTo>
                  <a:lnTo>
                    <a:pt x="9811" y="3532"/>
                  </a:lnTo>
                  <a:lnTo>
                    <a:pt x="9658" y="3075"/>
                  </a:lnTo>
                  <a:lnTo>
                    <a:pt x="9571" y="2900"/>
                  </a:lnTo>
                  <a:lnTo>
                    <a:pt x="9353" y="2464"/>
                  </a:lnTo>
                  <a:lnTo>
                    <a:pt x="9070" y="2072"/>
                  </a:lnTo>
                  <a:lnTo>
                    <a:pt x="8765" y="1679"/>
                  </a:lnTo>
                  <a:lnTo>
                    <a:pt x="8438" y="1352"/>
                  </a:lnTo>
                  <a:lnTo>
                    <a:pt x="8067" y="1025"/>
                  </a:lnTo>
                  <a:lnTo>
                    <a:pt x="7675" y="764"/>
                  </a:lnTo>
                  <a:lnTo>
                    <a:pt x="7239" y="524"/>
                  </a:lnTo>
                  <a:lnTo>
                    <a:pt x="6781" y="328"/>
                  </a:lnTo>
                  <a:lnTo>
                    <a:pt x="6323" y="175"/>
                  </a:lnTo>
                  <a:lnTo>
                    <a:pt x="5865" y="66"/>
                  </a:lnTo>
                  <a:lnTo>
                    <a:pt x="5407" y="22"/>
                  </a:lnTo>
                  <a:lnTo>
                    <a:pt x="492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8" name="Google Shape;11218;p80"/>
            <p:cNvSpPr/>
            <p:nvPr/>
          </p:nvSpPr>
          <p:spPr>
            <a:xfrm>
              <a:off x="1628425" y="3116025"/>
              <a:ext cx="30550" cy="45275"/>
            </a:xfrm>
            <a:custGeom>
              <a:rect b="b" l="l" r="r" t="t"/>
              <a:pathLst>
                <a:path extrusionOk="0" h="1811" w="1222">
                  <a:moveTo>
                    <a:pt x="458" y="1"/>
                  </a:moveTo>
                  <a:lnTo>
                    <a:pt x="327" y="22"/>
                  </a:lnTo>
                  <a:lnTo>
                    <a:pt x="240" y="88"/>
                  </a:lnTo>
                  <a:lnTo>
                    <a:pt x="153" y="175"/>
                  </a:lnTo>
                  <a:lnTo>
                    <a:pt x="66" y="284"/>
                  </a:lnTo>
                  <a:lnTo>
                    <a:pt x="22" y="393"/>
                  </a:lnTo>
                  <a:lnTo>
                    <a:pt x="0" y="524"/>
                  </a:lnTo>
                  <a:lnTo>
                    <a:pt x="0" y="655"/>
                  </a:lnTo>
                  <a:lnTo>
                    <a:pt x="22" y="785"/>
                  </a:lnTo>
                  <a:lnTo>
                    <a:pt x="66" y="938"/>
                  </a:lnTo>
                  <a:lnTo>
                    <a:pt x="153" y="1069"/>
                  </a:lnTo>
                  <a:lnTo>
                    <a:pt x="284" y="1221"/>
                  </a:lnTo>
                  <a:lnTo>
                    <a:pt x="458" y="1374"/>
                  </a:lnTo>
                  <a:lnTo>
                    <a:pt x="632" y="1505"/>
                  </a:lnTo>
                  <a:lnTo>
                    <a:pt x="938" y="1723"/>
                  </a:lnTo>
                  <a:lnTo>
                    <a:pt x="1090" y="1810"/>
                  </a:lnTo>
                  <a:lnTo>
                    <a:pt x="1112" y="1657"/>
                  </a:lnTo>
                  <a:lnTo>
                    <a:pt x="1178" y="1287"/>
                  </a:lnTo>
                  <a:lnTo>
                    <a:pt x="1221" y="1047"/>
                  </a:lnTo>
                  <a:lnTo>
                    <a:pt x="1221" y="829"/>
                  </a:lnTo>
                  <a:lnTo>
                    <a:pt x="1199" y="633"/>
                  </a:lnTo>
                  <a:lnTo>
                    <a:pt x="1178" y="458"/>
                  </a:lnTo>
                  <a:lnTo>
                    <a:pt x="1090" y="328"/>
                  </a:lnTo>
                  <a:lnTo>
                    <a:pt x="1025" y="219"/>
                  </a:lnTo>
                  <a:lnTo>
                    <a:pt x="916" y="131"/>
                  </a:lnTo>
                  <a:lnTo>
                    <a:pt x="807" y="66"/>
                  </a:lnTo>
                  <a:lnTo>
                    <a:pt x="698" y="22"/>
                  </a:lnTo>
                  <a:lnTo>
                    <a:pt x="56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9" name="Google Shape;11219;p80"/>
            <p:cNvSpPr/>
            <p:nvPr/>
          </p:nvSpPr>
          <p:spPr>
            <a:xfrm>
              <a:off x="1682375" y="3233200"/>
              <a:ext cx="30550" cy="45800"/>
            </a:xfrm>
            <a:custGeom>
              <a:rect b="b" l="l" r="r" t="t"/>
              <a:pathLst>
                <a:path extrusionOk="0" h="1832" w="1222">
                  <a:moveTo>
                    <a:pt x="131" y="1"/>
                  </a:moveTo>
                  <a:lnTo>
                    <a:pt x="110" y="153"/>
                  </a:lnTo>
                  <a:lnTo>
                    <a:pt x="44" y="546"/>
                  </a:lnTo>
                  <a:lnTo>
                    <a:pt x="22" y="764"/>
                  </a:lnTo>
                  <a:lnTo>
                    <a:pt x="1" y="982"/>
                  </a:lnTo>
                  <a:lnTo>
                    <a:pt x="22" y="1178"/>
                  </a:lnTo>
                  <a:lnTo>
                    <a:pt x="66" y="1352"/>
                  </a:lnTo>
                  <a:lnTo>
                    <a:pt x="131" y="1483"/>
                  </a:lnTo>
                  <a:lnTo>
                    <a:pt x="219" y="1592"/>
                  </a:lnTo>
                  <a:lnTo>
                    <a:pt x="306" y="1679"/>
                  </a:lnTo>
                  <a:lnTo>
                    <a:pt x="415" y="1745"/>
                  </a:lnTo>
                  <a:lnTo>
                    <a:pt x="524" y="1810"/>
                  </a:lnTo>
                  <a:lnTo>
                    <a:pt x="655" y="1832"/>
                  </a:lnTo>
                  <a:lnTo>
                    <a:pt x="764" y="1810"/>
                  </a:lnTo>
                  <a:lnTo>
                    <a:pt x="894" y="1788"/>
                  </a:lnTo>
                  <a:lnTo>
                    <a:pt x="1003" y="1723"/>
                  </a:lnTo>
                  <a:lnTo>
                    <a:pt x="1091" y="1636"/>
                  </a:lnTo>
                  <a:lnTo>
                    <a:pt x="1156" y="1549"/>
                  </a:lnTo>
                  <a:lnTo>
                    <a:pt x="1200" y="1418"/>
                  </a:lnTo>
                  <a:lnTo>
                    <a:pt x="1221" y="1309"/>
                  </a:lnTo>
                  <a:lnTo>
                    <a:pt x="1221" y="1156"/>
                  </a:lnTo>
                  <a:lnTo>
                    <a:pt x="1200" y="1025"/>
                  </a:lnTo>
                  <a:lnTo>
                    <a:pt x="1156" y="895"/>
                  </a:lnTo>
                  <a:lnTo>
                    <a:pt x="1069" y="742"/>
                  </a:lnTo>
                  <a:lnTo>
                    <a:pt x="938" y="589"/>
                  </a:lnTo>
                  <a:lnTo>
                    <a:pt x="764" y="437"/>
                  </a:lnTo>
                  <a:lnTo>
                    <a:pt x="589" y="306"/>
                  </a:lnTo>
                  <a:lnTo>
                    <a:pt x="284" y="88"/>
                  </a:lnTo>
                  <a:lnTo>
                    <a:pt x="13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0" name="Google Shape;11220;p80"/>
            <p:cNvSpPr/>
            <p:nvPr/>
          </p:nvSpPr>
          <p:spPr>
            <a:xfrm>
              <a:off x="1589175" y="3209225"/>
              <a:ext cx="45800" cy="30550"/>
            </a:xfrm>
            <a:custGeom>
              <a:rect b="b" l="l" r="r" t="t"/>
              <a:pathLst>
                <a:path extrusionOk="0" h="1222" w="1832">
                  <a:moveTo>
                    <a:pt x="633" y="0"/>
                  </a:moveTo>
                  <a:lnTo>
                    <a:pt x="480" y="44"/>
                  </a:lnTo>
                  <a:lnTo>
                    <a:pt x="349" y="110"/>
                  </a:lnTo>
                  <a:lnTo>
                    <a:pt x="240" y="197"/>
                  </a:lnTo>
                  <a:lnTo>
                    <a:pt x="131" y="306"/>
                  </a:lnTo>
                  <a:lnTo>
                    <a:pt x="66" y="415"/>
                  </a:lnTo>
                  <a:lnTo>
                    <a:pt x="22" y="524"/>
                  </a:lnTo>
                  <a:lnTo>
                    <a:pt x="1" y="633"/>
                  </a:lnTo>
                  <a:lnTo>
                    <a:pt x="1" y="764"/>
                  </a:lnTo>
                  <a:lnTo>
                    <a:pt x="44" y="873"/>
                  </a:lnTo>
                  <a:lnTo>
                    <a:pt x="110" y="982"/>
                  </a:lnTo>
                  <a:lnTo>
                    <a:pt x="175" y="1069"/>
                  </a:lnTo>
                  <a:lnTo>
                    <a:pt x="284" y="1134"/>
                  </a:lnTo>
                  <a:lnTo>
                    <a:pt x="393" y="1178"/>
                  </a:lnTo>
                  <a:lnTo>
                    <a:pt x="524" y="1221"/>
                  </a:lnTo>
                  <a:lnTo>
                    <a:pt x="655" y="1221"/>
                  </a:lnTo>
                  <a:lnTo>
                    <a:pt x="807" y="1200"/>
                  </a:lnTo>
                  <a:lnTo>
                    <a:pt x="938" y="1156"/>
                  </a:lnTo>
                  <a:lnTo>
                    <a:pt x="1091" y="1069"/>
                  </a:lnTo>
                  <a:lnTo>
                    <a:pt x="1243" y="916"/>
                  </a:lnTo>
                  <a:lnTo>
                    <a:pt x="1374" y="764"/>
                  </a:lnTo>
                  <a:lnTo>
                    <a:pt x="1527" y="589"/>
                  </a:lnTo>
                  <a:lnTo>
                    <a:pt x="1745" y="262"/>
                  </a:lnTo>
                  <a:lnTo>
                    <a:pt x="1832" y="131"/>
                  </a:lnTo>
                  <a:lnTo>
                    <a:pt x="1657" y="88"/>
                  </a:lnTo>
                  <a:lnTo>
                    <a:pt x="1287" y="22"/>
                  </a:lnTo>
                  <a:lnTo>
                    <a:pt x="106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1" name="Google Shape;11221;p80"/>
            <p:cNvSpPr/>
            <p:nvPr/>
          </p:nvSpPr>
          <p:spPr>
            <a:xfrm>
              <a:off x="1706350" y="3155275"/>
              <a:ext cx="45825" cy="30550"/>
            </a:xfrm>
            <a:custGeom>
              <a:rect b="b" l="l" r="r" t="t"/>
              <a:pathLst>
                <a:path extrusionOk="0" h="1222" w="1833">
                  <a:moveTo>
                    <a:pt x="1025" y="0"/>
                  </a:moveTo>
                  <a:lnTo>
                    <a:pt x="895" y="66"/>
                  </a:lnTo>
                  <a:lnTo>
                    <a:pt x="742" y="153"/>
                  </a:lnTo>
                  <a:lnTo>
                    <a:pt x="589" y="284"/>
                  </a:lnTo>
                  <a:lnTo>
                    <a:pt x="459" y="436"/>
                  </a:lnTo>
                  <a:lnTo>
                    <a:pt x="306" y="632"/>
                  </a:lnTo>
                  <a:lnTo>
                    <a:pt x="88" y="938"/>
                  </a:lnTo>
                  <a:lnTo>
                    <a:pt x="1" y="1068"/>
                  </a:lnTo>
                  <a:lnTo>
                    <a:pt x="175" y="1112"/>
                  </a:lnTo>
                  <a:lnTo>
                    <a:pt x="546" y="1177"/>
                  </a:lnTo>
                  <a:lnTo>
                    <a:pt x="764" y="1199"/>
                  </a:lnTo>
                  <a:lnTo>
                    <a:pt x="1004" y="1221"/>
                  </a:lnTo>
                  <a:lnTo>
                    <a:pt x="1200" y="1199"/>
                  </a:lnTo>
                  <a:lnTo>
                    <a:pt x="1352" y="1156"/>
                  </a:lnTo>
                  <a:lnTo>
                    <a:pt x="1483" y="1090"/>
                  </a:lnTo>
                  <a:lnTo>
                    <a:pt x="1592" y="1003"/>
                  </a:lnTo>
                  <a:lnTo>
                    <a:pt x="1701" y="916"/>
                  </a:lnTo>
                  <a:lnTo>
                    <a:pt x="1767" y="807"/>
                  </a:lnTo>
                  <a:lnTo>
                    <a:pt x="1810" y="676"/>
                  </a:lnTo>
                  <a:lnTo>
                    <a:pt x="1832" y="567"/>
                  </a:lnTo>
                  <a:lnTo>
                    <a:pt x="1832" y="436"/>
                  </a:lnTo>
                  <a:lnTo>
                    <a:pt x="1788" y="327"/>
                  </a:lnTo>
                  <a:lnTo>
                    <a:pt x="1723" y="218"/>
                  </a:lnTo>
                  <a:lnTo>
                    <a:pt x="1658" y="131"/>
                  </a:lnTo>
                  <a:lnTo>
                    <a:pt x="1549" y="66"/>
                  </a:lnTo>
                  <a:lnTo>
                    <a:pt x="1440" y="22"/>
                  </a:lnTo>
                  <a:lnTo>
                    <a:pt x="130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2" name="Google Shape;11222;p80"/>
            <p:cNvSpPr/>
            <p:nvPr/>
          </p:nvSpPr>
          <p:spPr>
            <a:xfrm>
              <a:off x="1776125" y="3124750"/>
              <a:ext cx="408250" cy="442025"/>
            </a:xfrm>
            <a:custGeom>
              <a:rect b="b" l="l" r="r" t="t"/>
              <a:pathLst>
                <a:path extrusionOk="0" h="17681" w="16330">
                  <a:moveTo>
                    <a:pt x="6737" y="12013"/>
                  </a:moveTo>
                  <a:lnTo>
                    <a:pt x="6824" y="12034"/>
                  </a:lnTo>
                  <a:lnTo>
                    <a:pt x="6889" y="12100"/>
                  </a:lnTo>
                  <a:lnTo>
                    <a:pt x="6955" y="12143"/>
                  </a:lnTo>
                  <a:lnTo>
                    <a:pt x="6998" y="12231"/>
                  </a:lnTo>
                  <a:lnTo>
                    <a:pt x="7042" y="12296"/>
                  </a:lnTo>
                  <a:lnTo>
                    <a:pt x="7064" y="12383"/>
                  </a:lnTo>
                  <a:lnTo>
                    <a:pt x="7064" y="12470"/>
                  </a:lnTo>
                  <a:lnTo>
                    <a:pt x="7042" y="12558"/>
                  </a:lnTo>
                  <a:lnTo>
                    <a:pt x="7020" y="12645"/>
                  </a:lnTo>
                  <a:lnTo>
                    <a:pt x="6998" y="12732"/>
                  </a:lnTo>
                  <a:lnTo>
                    <a:pt x="6933" y="12797"/>
                  </a:lnTo>
                  <a:lnTo>
                    <a:pt x="6868" y="12863"/>
                  </a:lnTo>
                  <a:lnTo>
                    <a:pt x="6802" y="12906"/>
                  </a:lnTo>
                  <a:lnTo>
                    <a:pt x="6693" y="12950"/>
                  </a:lnTo>
                  <a:lnTo>
                    <a:pt x="6606" y="12972"/>
                  </a:lnTo>
                  <a:lnTo>
                    <a:pt x="4775" y="13059"/>
                  </a:lnTo>
                  <a:lnTo>
                    <a:pt x="4644" y="13059"/>
                  </a:lnTo>
                  <a:lnTo>
                    <a:pt x="4557" y="13015"/>
                  </a:lnTo>
                  <a:lnTo>
                    <a:pt x="4491" y="12972"/>
                  </a:lnTo>
                  <a:lnTo>
                    <a:pt x="4426" y="12928"/>
                  </a:lnTo>
                  <a:lnTo>
                    <a:pt x="4382" y="12841"/>
                  </a:lnTo>
                  <a:lnTo>
                    <a:pt x="4339" y="12776"/>
                  </a:lnTo>
                  <a:lnTo>
                    <a:pt x="4317" y="12688"/>
                  </a:lnTo>
                  <a:lnTo>
                    <a:pt x="4317" y="12601"/>
                  </a:lnTo>
                  <a:lnTo>
                    <a:pt x="4339" y="12514"/>
                  </a:lnTo>
                  <a:lnTo>
                    <a:pt x="4360" y="12427"/>
                  </a:lnTo>
                  <a:lnTo>
                    <a:pt x="4382" y="12340"/>
                  </a:lnTo>
                  <a:lnTo>
                    <a:pt x="4448" y="12274"/>
                  </a:lnTo>
                  <a:lnTo>
                    <a:pt x="4513" y="12209"/>
                  </a:lnTo>
                  <a:lnTo>
                    <a:pt x="4578" y="12143"/>
                  </a:lnTo>
                  <a:lnTo>
                    <a:pt x="4666" y="12122"/>
                  </a:lnTo>
                  <a:lnTo>
                    <a:pt x="4775" y="12100"/>
                  </a:lnTo>
                  <a:lnTo>
                    <a:pt x="6606" y="12013"/>
                  </a:lnTo>
                  <a:close/>
                  <a:moveTo>
                    <a:pt x="12710" y="0"/>
                  </a:moveTo>
                  <a:lnTo>
                    <a:pt x="12340" y="22"/>
                  </a:lnTo>
                  <a:lnTo>
                    <a:pt x="11969" y="44"/>
                  </a:lnTo>
                  <a:lnTo>
                    <a:pt x="11576" y="109"/>
                  </a:lnTo>
                  <a:lnTo>
                    <a:pt x="11162" y="197"/>
                  </a:lnTo>
                  <a:lnTo>
                    <a:pt x="10748" y="284"/>
                  </a:lnTo>
                  <a:lnTo>
                    <a:pt x="10312" y="415"/>
                  </a:lnTo>
                  <a:lnTo>
                    <a:pt x="10138" y="480"/>
                  </a:lnTo>
                  <a:lnTo>
                    <a:pt x="9920" y="589"/>
                  </a:lnTo>
                  <a:lnTo>
                    <a:pt x="9723" y="720"/>
                  </a:lnTo>
                  <a:lnTo>
                    <a:pt x="9505" y="872"/>
                  </a:lnTo>
                  <a:lnTo>
                    <a:pt x="9178" y="1134"/>
                  </a:lnTo>
                  <a:lnTo>
                    <a:pt x="8851" y="1461"/>
                  </a:lnTo>
                  <a:lnTo>
                    <a:pt x="8503" y="1832"/>
                  </a:lnTo>
                  <a:lnTo>
                    <a:pt x="8154" y="2246"/>
                  </a:lnTo>
                  <a:lnTo>
                    <a:pt x="7761" y="2704"/>
                  </a:lnTo>
                  <a:lnTo>
                    <a:pt x="7391" y="3205"/>
                  </a:lnTo>
                  <a:lnTo>
                    <a:pt x="6715" y="4164"/>
                  </a:lnTo>
                  <a:lnTo>
                    <a:pt x="6039" y="5167"/>
                  </a:lnTo>
                  <a:lnTo>
                    <a:pt x="5320" y="6344"/>
                  </a:lnTo>
                  <a:lnTo>
                    <a:pt x="4600" y="7522"/>
                  </a:lnTo>
                  <a:lnTo>
                    <a:pt x="3903" y="8743"/>
                  </a:lnTo>
                  <a:lnTo>
                    <a:pt x="3205" y="10007"/>
                  </a:lnTo>
                  <a:lnTo>
                    <a:pt x="2595" y="11141"/>
                  </a:lnTo>
                  <a:lnTo>
                    <a:pt x="2028" y="12209"/>
                  </a:lnTo>
                  <a:lnTo>
                    <a:pt x="1352" y="13539"/>
                  </a:lnTo>
                  <a:lnTo>
                    <a:pt x="349" y="15523"/>
                  </a:lnTo>
                  <a:lnTo>
                    <a:pt x="0" y="16286"/>
                  </a:lnTo>
                  <a:lnTo>
                    <a:pt x="22" y="16613"/>
                  </a:lnTo>
                  <a:lnTo>
                    <a:pt x="109" y="16874"/>
                  </a:lnTo>
                  <a:lnTo>
                    <a:pt x="218" y="17092"/>
                  </a:lnTo>
                  <a:lnTo>
                    <a:pt x="349" y="17267"/>
                  </a:lnTo>
                  <a:lnTo>
                    <a:pt x="480" y="17397"/>
                  </a:lnTo>
                  <a:lnTo>
                    <a:pt x="611" y="17485"/>
                  </a:lnTo>
                  <a:lnTo>
                    <a:pt x="742" y="17550"/>
                  </a:lnTo>
                  <a:lnTo>
                    <a:pt x="894" y="17615"/>
                  </a:lnTo>
                  <a:lnTo>
                    <a:pt x="1156" y="17659"/>
                  </a:lnTo>
                  <a:lnTo>
                    <a:pt x="1396" y="17681"/>
                  </a:lnTo>
                  <a:lnTo>
                    <a:pt x="1614" y="17659"/>
                  </a:lnTo>
                  <a:lnTo>
                    <a:pt x="1810" y="17572"/>
                  </a:lnTo>
                  <a:lnTo>
                    <a:pt x="2333" y="17332"/>
                  </a:lnTo>
                  <a:lnTo>
                    <a:pt x="2922" y="16787"/>
                  </a:lnTo>
                  <a:lnTo>
                    <a:pt x="4033" y="15806"/>
                  </a:lnTo>
                  <a:lnTo>
                    <a:pt x="4971" y="15021"/>
                  </a:lnTo>
                  <a:lnTo>
                    <a:pt x="5952" y="14171"/>
                  </a:lnTo>
                  <a:lnTo>
                    <a:pt x="7064" y="13255"/>
                  </a:lnTo>
                  <a:lnTo>
                    <a:pt x="8154" y="12383"/>
                  </a:lnTo>
                  <a:lnTo>
                    <a:pt x="9244" y="11533"/>
                  </a:lnTo>
                  <a:lnTo>
                    <a:pt x="10334" y="10705"/>
                  </a:lnTo>
                  <a:lnTo>
                    <a:pt x="11337" y="10007"/>
                  </a:lnTo>
                  <a:lnTo>
                    <a:pt x="12296" y="9375"/>
                  </a:lnTo>
                  <a:lnTo>
                    <a:pt x="12841" y="9048"/>
                  </a:lnTo>
                  <a:lnTo>
                    <a:pt x="13364" y="8743"/>
                  </a:lnTo>
                  <a:lnTo>
                    <a:pt x="13953" y="8437"/>
                  </a:lnTo>
                  <a:lnTo>
                    <a:pt x="14498" y="8176"/>
                  </a:lnTo>
                  <a:lnTo>
                    <a:pt x="14563" y="8088"/>
                  </a:lnTo>
                  <a:lnTo>
                    <a:pt x="14999" y="7478"/>
                  </a:lnTo>
                  <a:lnTo>
                    <a:pt x="15130" y="7260"/>
                  </a:lnTo>
                  <a:lnTo>
                    <a:pt x="15370" y="6911"/>
                  </a:lnTo>
                  <a:lnTo>
                    <a:pt x="15566" y="6541"/>
                  </a:lnTo>
                  <a:lnTo>
                    <a:pt x="15653" y="6366"/>
                  </a:lnTo>
                  <a:lnTo>
                    <a:pt x="15784" y="6126"/>
                  </a:lnTo>
                  <a:lnTo>
                    <a:pt x="15849" y="5974"/>
                  </a:lnTo>
                  <a:lnTo>
                    <a:pt x="15871" y="5887"/>
                  </a:lnTo>
                  <a:lnTo>
                    <a:pt x="15958" y="5669"/>
                  </a:lnTo>
                  <a:lnTo>
                    <a:pt x="16067" y="5385"/>
                  </a:lnTo>
                  <a:lnTo>
                    <a:pt x="16155" y="5124"/>
                  </a:lnTo>
                  <a:lnTo>
                    <a:pt x="16176" y="5015"/>
                  </a:lnTo>
                  <a:lnTo>
                    <a:pt x="16220" y="4840"/>
                  </a:lnTo>
                  <a:lnTo>
                    <a:pt x="16242" y="4666"/>
                  </a:lnTo>
                  <a:lnTo>
                    <a:pt x="16264" y="4622"/>
                  </a:lnTo>
                  <a:lnTo>
                    <a:pt x="16285" y="4470"/>
                  </a:lnTo>
                  <a:lnTo>
                    <a:pt x="16307" y="4186"/>
                  </a:lnTo>
                  <a:lnTo>
                    <a:pt x="16329" y="3903"/>
                  </a:lnTo>
                  <a:lnTo>
                    <a:pt x="16307" y="3641"/>
                  </a:lnTo>
                  <a:lnTo>
                    <a:pt x="16285" y="3379"/>
                  </a:lnTo>
                  <a:lnTo>
                    <a:pt x="16198" y="2987"/>
                  </a:lnTo>
                  <a:lnTo>
                    <a:pt x="16111" y="2595"/>
                  </a:lnTo>
                  <a:lnTo>
                    <a:pt x="16002" y="2246"/>
                  </a:lnTo>
                  <a:lnTo>
                    <a:pt x="15871" y="1941"/>
                  </a:lnTo>
                  <a:lnTo>
                    <a:pt x="15719" y="1635"/>
                  </a:lnTo>
                  <a:lnTo>
                    <a:pt x="15566" y="1374"/>
                  </a:lnTo>
                  <a:lnTo>
                    <a:pt x="15370" y="1112"/>
                  </a:lnTo>
                  <a:lnTo>
                    <a:pt x="15174" y="894"/>
                  </a:lnTo>
                  <a:lnTo>
                    <a:pt x="14956" y="698"/>
                  </a:lnTo>
                  <a:lnTo>
                    <a:pt x="14738" y="545"/>
                  </a:lnTo>
                  <a:lnTo>
                    <a:pt x="14498" y="393"/>
                  </a:lnTo>
                  <a:lnTo>
                    <a:pt x="14236" y="262"/>
                  </a:lnTo>
                  <a:lnTo>
                    <a:pt x="13953" y="175"/>
                  </a:lnTo>
                  <a:lnTo>
                    <a:pt x="13648" y="88"/>
                  </a:lnTo>
                  <a:lnTo>
                    <a:pt x="13342" y="44"/>
                  </a:lnTo>
                  <a:lnTo>
                    <a:pt x="1303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3" name="Google Shape;11223;p80"/>
            <p:cNvSpPr/>
            <p:nvPr/>
          </p:nvSpPr>
          <p:spPr>
            <a:xfrm>
              <a:off x="1884025" y="3425050"/>
              <a:ext cx="68700" cy="26200"/>
            </a:xfrm>
            <a:custGeom>
              <a:rect b="b" l="l" r="r" t="t"/>
              <a:pathLst>
                <a:path extrusionOk="0" fill="none" h="1048" w="2748">
                  <a:moveTo>
                    <a:pt x="437" y="1047"/>
                  </a:moveTo>
                  <a:lnTo>
                    <a:pt x="437" y="1047"/>
                  </a:lnTo>
                  <a:lnTo>
                    <a:pt x="328" y="1047"/>
                  </a:lnTo>
                  <a:lnTo>
                    <a:pt x="241" y="1003"/>
                  </a:lnTo>
                  <a:lnTo>
                    <a:pt x="175" y="960"/>
                  </a:lnTo>
                  <a:lnTo>
                    <a:pt x="110" y="916"/>
                  </a:lnTo>
                  <a:lnTo>
                    <a:pt x="66" y="829"/>
                  </a:lnTo>
                  <a:lnTo>
                    <a:pt x="23" y="764"/>
                  </a:lnTo>
                  <a:lnTo>
                    <a:pt x="1" y="676"/>
                  </a:lnTo>
                  <a:lnTo>
                    <a:pt x="1" y="589"/>
                  </a:lnTo>
                  <a:lnTo>
                    <a:pt x="23" y="502"/>
                  </a:lnTo>
                  <a:lnTo>
                    <a:pt x="44" y="415"/>
                  </a:lnTo>
                  <a:lnTo>
                    <a:pt x="66" y="328"/>
                  </a:lnTo>
                  <a:lnTo>
                    <a:pt x="132" y="262"/>
                  </a:lnTo>
                  <a:lnTo>
                    <a:pt x="197" y="197"/>
                  </a:lnTo>
                  <a:lnTo>
                    <a:pt x="262" y="131"/>
                  </a:lnTo>
                  <a:lnTo>
                    <a:pt x="350" y="110"/>
                  </a:lnTo>
                  <a:lnTo>
                    <a:pt x="459" y="88"/>
                  </a:lnTo>
                  <a:lnTo>
                    <a:pt x="459" y="88"/>
                  </a:lnTo>
                  <a:lnTo>
                    <a:pt x="2290" y="1"/>
                  </a:lnTo>
                  <a:lnTo>
                    <a:pt x="2290" y="1"/>
                  </a:lnTo>
                  <a:lnTo>
                    <a:pt x="2312" y="1"/>
                  </a:lnTo>
                  <a:lnTo>
                    <a:pt x="2312" y="1"/>
                  </a:lnTo>
                  <a:lnTo>
                    <a:pt x="2421" y="1"/>
                  </a:lnTo>
                  <a:lnTo>
                    <a:pt x="2508" y="22"/>
                  </a:lnTo>
                  <a:lnTo>
                    <a:pt x="2573" y="88"/>
                  </a:lnTo>
                  <a:lnTo>
                    <a:pt x="2639" y="131"/>
                  </a:lnTo>
                  <a:lnTo>
                    <a:pt x="2682" y="219"/>
                  </a:lnTo>
                  <a:lnTo>
                    <a:pt x="2726" y="284"/>
                  </a:lnTo>
                  <a:lnTo>
                    <a:pt x="2748" y="371"/>
                  </a:lnTo>
                  <a:lnTo>
                    <a:pt x="2748" y="458"/>
                  </a:lnTo>
                  <a:lnTo>
                    <a:pt x="2726" y="546"/>
                  </a:lnTo>
                  <a:lnTo>
                    <a:pt x="2704" y="633"/>
                  </a:lnTo>
                  <a:lnTo>
                    <a:pt x="2682" y="720"/>
                  </a:lnTo>
                  <a:lnTo>
                    <a:pt x="2617" y="785"/>
                  </a:lnTo>
                  <a:lnTo>
                    <a:pt x="2552" y="851"/>
                  </a:lnTo>
                  <a:lnTo>
                    <a:pt x="2486" y="894"/>
                  </a:lnTo>
                  <a:lnTo>
                    <a:pt x="2377" y="938"/>
                  </a:lnTo>
                  <a:lnTo>
                    <a:pt x="2290" y="960"/>
                  </a:lnTo>
                  <a:lnTo>
                    <a:pt x="2290" y="960"/>
                  </a:lnTo>
                  <a:lnTo>
                    <a:pt x="459" y="1047"/>
                  </a:lnTo>
                  <a:lnTo>
                    <a:pt x="459" y="1047"/>
                  </a:lnTo>
                  <a:lnTo>
                    <a:pt x="437" y="1047"/>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4" name="Google Shape;11224;p80"/>
            <p:cNvSpPr/>
            <p:nvPr/>
          </p:nvSpPr>
          <p:spPr>
            <a:xfrm>
              <a:off x="1776125" y="3124750"/>
              <a:ext cx="408250" cy="442025"/>
            </a:xfrm>
            <a:custGeom>
              <a:rect b="b" l="l" r="r" t="t"/>
              <a:pathLst>
                <a:path extrusionOk="0" fill="none" h="17681" w="16330">
                  <a:moveTo>
                    <a:pt x="12710" y="0"/>
                  </a:moveTo>
                  <a:lnTo>
                    <a:pt x="12710" y="0"/>
                  </a:lnTo>
                  <a:lnTo>
                    <a:pt x="12340" y="22"/>
                  </a:lnTo>
                  <a:lnTo>
                    <a:pt x="11969" y="44"/>
                  </a:lnTo>
                  <a:lnTo>
                    <a:pt x="11969" y="44"/>
                  </a:lnTo>
                  <a:lnTo>
                    <a:pt x="11576" y="109"/>
                  </a:lnTo>
                  <a:lnTo>
                    <a:pt x="11162" y="197"/>
                  </a:lnTo>
                  <a:lnTo>
                    <a:pt x="10748" y="284"/>
                  </a:lnTo>
                  <a:lnTo>
                    <a:pt x="10312" y="415"/>
                  </a:lnTo>
                  <a:lnTo>
                    <a:pt x="10312" y="415"/>
                  </a:lnTo>
                  <a:lnTo>
                    <a:pt x="10138" y="480"/>
                  </a:lnTo>
                  <a:lnTo>
                    <a:pt x="9920" y="589"/>
                  </a:lnTo>
                  <a:lnTo>
                    <a:pt x="9723" y="720"/>
                  </a:lnTo>
                  <a:lnTo>
                    <a:pt x="9505" y="872"/>
                  </a:lnTo>
                  <a:lnTo>
                    <a:pt x="9505" y="872"/>
                  </a:lnTo>
                  <a:lnTo>
                    <a:pt x="9178" y="1134"/>
                  </a:lnTo>
                  <a:lnTo>
                    <a:pt x="8851" y="1461"/>
                  </a:lnTo>
                  <a:lnTo>
                    <a:pt x="8503" y="1832"/>
                  </a:lnTo>
                  <a:lnTo>
                    <a:pt x="8154" y="2246"/>
                  </a:lnTo>
                  <a:lnTo>
                    <a:pt x="8154" y="2246"/>
                  </a:lnTo>
                  <a:lnTo>
                    <a:pt x="7761" y="2704"/>
                  </a:lnTo>
                  <a:lnTo>
                    <a:pt x="7391" y="3205"/>
                  </a:lnTo>
                  <a:lnTo>
                    <a:pt x="7391" y="3205"/>
                  </a:lnTo>
                  <a:lnTo>
                    <a:pt x="6715" y="4164"/>
                  </a:lnTo>
                  <a:lnTo>
                    <a:pt x="6039" y="5167"/>
                  </a:lnTo>
                  <a:lnTo>
                    <a:pt x="6039" y="5167"/>
                  </a:lnTo>
                  <a:lnTo>
                    <a:pt x="5320" y="6344"/>
                  </a:lnTo>
                  <a:lnTo>
                    <a:pt x="5320" y="6344"/>
                  </a:lnTo>
                  <a:lnTo>
                    <a:pt x="4600" y="7522"/>
                  </a:lnTo>
                  <a:lnTo>
                    <a:pt x="3903" y="8743"/>
                  </a:lnTo>
                  <a:lnTo>
                    <a:pt x="3903" y="8743"/>
                  </a:lnTo>
                  <a:lnTo>
                    <a:pt x="3205" y="10007"/>
                  </a:lnTo>
                  <a:lnTo>
                    <a:pt x="3205" y="10007"/>
                  </a:lnTo>
                  <a:lnTo>
                    <a:pt x="2595" y="11141"/>
                  </a:lnTo>
                  <a:lnTo>
                    <a:pt x="2028" y="12209"/>
                  </a:lnTo>
                  <a:lnTo>
                    <a:pt x="2028" y="12209"/>
                  </a:lnTo>
                  <a:lnTo>
                    <a:pt x="1352" y="13539"/>
                  </a:lnTo>
                  <a:lnTo>
                    <a:pt x="1352" y="13539"/>
                  </a:lnTo>
                  <a:lnTo>
                    <a:pt x="349" y="15523"/>
                  </a:lnTo>
                  <a:lnTo>
                    <a:pt x="0" y="16286"/>
                  </a:lnTo>
                  <a:lnTo>
                    <a:pt x="0" y="16286"/>
                  </a:lnTo>
                  <a:lnTo>
                    <a:pt x="22" y="16613"/>
                  </a:lnTo>
                  <a:lnTo>
                    <a:pt x="109" y="16874"/>
                  </a:lnTo>
                  <a:lnTo>
                    <a:pt x="218" y="17092"/>
                  </a:lnTo>
                  <a:lnTo>
                    <a:pt x="349" y="17267"/>
                  </a:lnTo>
                  <a:lnTo>
                    <a:pt x="349" y="17267"/>
                  </a:lnTo>
                  <a:lnTo>
                    <a:pt x="480" y="17397"/>
                  </a:lnTo>
                  <a:lnTo>
                    <a:pt x="611" y="17485"/>
                  </a:lnTo>
                  <a:lnTo>
                    <a:pt x="742" y="17550"/>
                  </a:lnTo>
                  <a:lnTo>
                    <a:pt x="894" y="17615"/>
                  </a:lnTo>
                  <a:lnTo>
                    <a:pt x="1156" y="17659"/>
                  </a:lnTo>
                  <a:lnTo>
                    <a:pt x="1396" y="17681"/>
                  </a:lnTo>
                  <a:lnTo>
                    <a:pt x="1396" y="17681"/>
                  </a:lnTo>
                  <a:lnTo>
                    <a:pt x="1614" y="17659"/>
                  </a:lnTo>
                  <a:lnTo>
                    <a:pt x="1614" y="17659"/>
                  </a:lnTo>
                  <a:lnTo>
                    <a:pt x="1810" y="17572"/>
                  </a:lnTo>
                  <a:lnTo>
                    <a:pt x="1810" y="17572"/>
                  </a:lnTo>
                  <a:lnTo>
                    <a:pt x="2333" y="17332"/>
                  </a:lnTo>
                  <a:lnTo>
                    <a:pt x="2333" y="17332"/>
                  </a:lnTo>
                  <a:lnTo>
                    <a:pt x="2922" y="16787"/>
                  </a:lnTo>
                  <a:lnTo>
                    <a:pt x="2922" y="16787"/>
                  </a:lnTo>
                  <a:lnTo>
                    <a:pt x="4033" y="15806"/>
                  </a:lnTo>
                  <a:lnTo>
                    <a:pt x="4033" y="15806"/>
                  </a:lnTo>
                  <a:lnTo>
                    <a:pt x="4971" y="15021"/>
                  </a:lnTo>
                  <a:lnTo>
                    <a:pt x="5952" y="14171"/>
                  </a:lnTo>
                  <a:lnTo>
                    <a:pt x="5952" y="14171"/>
                  </a:lnTo>
                  <a:lnTo>
                    <a:pt x="7064" y="13255"/>
                  </a:lnTo>
                  <a:lnTo>
                    <a:pt x="7064" y="13255"/>
                  </a:lnTo>
                  <a:lnTo>
                    <a:pt x="8154" y="12383"/>
                  </a:lnTo>
                  <a:lnTo>
                    <a:pt x="9244" y="11533"/>
                  </a:lnTo>
                  <a:lnTo>
                    <a:pt x="9244" y="11533"/>
                  </a:lnTo>
                  <a:lnTo>
                    <a:pt x="10334" y="10705"/>
                  </a:lnTo>
                  <a:lnTo>
                    <a:pt x="10334" y="10705"/>
                  </a:lnTo>
                  <a:lnTo>
                    <a:pt x="11337" y="10007"/>
                  </a:lnTo>
                  <a:lnTo>
                    <a:pt x="12296" y="9375"/>
                  </a:lnTo>
                  <a:lnTo>
                    <a:pt x="12296" y="9375"/>
                  </a:lnTo>
                  <a:lnTo>
                    <a:pt x="12841" y="9048"/>
                  </a:lnTo>
                  <a:lnTo>
                    <a:pt x="13364" y="8743"/>
                  </a:lnTo>
                  <a:lnTo>
                    <a:pt x="13364" y="8743"/>
                  </a:lnTo>
                  <a:lnTo>
                    <a:pt x="13953" y="8437"/>
                  </a:lnTo>
                  <a:lnTo>
                    <a:pt x="14498" y="8176"/>
                  </a:lnTo>
                  <a:lnTo>
                    <a:pt x="14498" y="8176"/>
                  </a:lnTo>
                  <a:lnTo>
                    <a:pt x="14563" y="8088"/>
                  </a:lnTo>
                  <a:lnTo>
                    <a:pt x="14563" y="8088"/>
                  </a:lnTo>
                  <a:lnTo>
                    <a:pt x="14999" y="7478"/>
                  </a:lnTo>
                  <a:lnTo>
                    <a:pt x="14999" y="7478"/>
                  </a:lnTo>
                  <a:lnTo>
                    <a:pt x="15130" y="7260"/>
                  </a:lnTo>
                  <a:lnTo>
                    <a:pt x="15130" y="7260"/>
                  </a:lnTo>
                  <a:lnTo>
                    <a:pt x="15370" y="6911"/>
                  </a:lnTo>
                  <a:lnTo>
                    <a:pt x="15566" y="6541"/>
                  </a:lnTo>
                  <a:lnTo>
                    <a:pt x="15566" y="6541"/>
                  </a:lnTo>
                  <a:lnTo>
                    <a:pt x="15653" y="6366"/>
                  </a:lnTo>
                  <a:lnTo>
                    <a:pt x="15653" y="6366"/>
                  </a:lnTo>
                  <a:lnTo>
                    <a:pt x="15784" y="6126"/>
                  </a:lnTo>
                  <a:lnTo>
                    <a:pt x="15784" y="6126"/>
                  </a:lnTo>
                  <a:lnTo>
                    <a:pt x="15849" y="5974"/>
                  </a:lnTo>
                  <a:lnTo>
                    <a:pt x="15849" y="5974"/>
                  </a:lnTo>
                  <a:lnTo>
                    <a:pt x="15871" y="5887"/>
                  </a:lnTo>
                  <a:lnTo>
                    <a:pt x="15871" y="5887"/>
                  </a:lnTo>
                  <a:lnTo>
                    <a:pt x="15958" y="5669"/>
                  </a:lnTo>
                  <a:lnTo>
                    <a:pt x="15958" y="5669"/>
                  </a:lnTo>
                  <a:lnTo>
                    <a:pt x="16067" y="5385"/>
                  </a:lnTo>
                  <a:lnTo>
                    <a:pt x="16155" y="5124"/>
                  </a:lnTo>
                  <a:lnTo>
                    <a:pt x="16155" y="5124"/>
                  </a:lnTo>
                  <a:lnTo>
                    <a:pt x="16176" y="5015"/>
                  </a:lnTo>
                  <a:lnTo>
                    <a:pt x="16176" y="5015"/>
                  </a:lnTo>
                  <a:lnTo>
                    <a:pt x="16220" y="4840"/>
                  </a:lnTo>
                  <a:lnTo>
                    <a:pt x="16220" y="4840"/>
                  </a:lnTo>
                  <a:lnTo>
                    <a:pt x="16242" y="4666"/>
                  </a:lnTo>
                  <a:lnTo>
                    <a:pt x="16242" y="4666"/>
                  </a:lnTo>
                  <a:lnTo>
                    <a:pt x="16264" y="4622"/>
                  </a:lnTo>
                  <a:lnTo>
                    <a:pt x="16264" y="4622"/>
                  </a:lnTo>
                  <a:lnTo>
                    <a:pt x="16285" y="4470"/>
                  </a:lnTo>
                  <a:lnTo>
                    <a:pt x="16285" y="4470"/>
                  </a:lnTo>
                  <a:lnTo>
                    <a:pt x="16307" y="4186"/>
                  </a:lnTo>
                  <a:lnTo>
                    <a:pt x="16329" y="3903"/>
                  </a:lnTo>
                  <a:lnTo>
                    <a:pt x="16307" y="3641"/>
                  </a:lnTo>
                  <a:lnTo>
                    <a:pt x="16285" y="3379"/>
                  </a:lnTo>
                  <a:lnTo>
                    <a:pt x="16285" y="3379"/>
                  </a:lnTo>
                  <a:lnTo>
                    <a:pt x="16198" y="2987"/>
                  </a:lnTo>
                  <a:lnTo>
                    <a:pt x="16111" y="2595"/>
                  </a:lnTo>
                  <a:lnTo>
                    <a:pt x="16002" y="2246"/>
                  </a:lnTo>
                  <a:lnTo>
                    <a:pt x="15871" y="1941"/>
                  </a:lnTo>
                  <a:lnTo>
                    <a:pt x="15719" y="1635"/>
                  </a:lnTo>
                  <a:lnTo>
                    <a:pt x="15566" y="1374"/>
                  </a:lnTo>
                  <a:lnTo>
                    <a:pt x="15370" y="1112"/>
                  </a:lnTo>
                  <a:lnTo>
                    <a:pt x="15174" y="894"/>
                  </a:lnTo>
                  <a:lnTo>
                    <a:pt x="14956" y="698"/>
                  </a:lnTo>
                  <a:lnTo>
                    <a:pt x="14738" y="545"/>
                  </a:lnTo>
                  <a:lnTo>
                    <a:pt x="14498" y="393"/>
                  </a:lnTo>
                  <a:lnTo>
                    <a:pt x="14236" y="262"/>
                  </a:lnTo>
                  <a:lnTo>
                    <a:pt x="13953" y="175"/>
                  </a:lnTo>
                  <a:lnTo>
                    <a:pt x="13648" y="88"/>
                  </a:lnTo>
                  <a:lnTo>
                    <a:pt x="13342" y="44"/>
                  </a:lnTo>
                  <a:lnTo>
                    <a:pt x="13037" y="0"/>
                  </a:lnTo>
                  <a:lnTo>
                    <a:pt x="13037" y="0"/>
                  </a:lnTo>
                  <a:lnTo>
                    <a:pt x="12819" y="0"/>
                  </a:lnTo>
                  <a:lnTo>
                    <a:pt x="12819" y="0"/>
                  </a:lnTo>
                  <a:lnTo>
                    <a:pt x="12710"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5" name="Google Shape;11225;p80"/>
            <p:cNvSpPr/>
            <p:nvPr/>
          </p:nvSpPr>
          <p:spPr>
            <a:xfrm>
              <a:off x="1884025" y="3425050"/>
              <a:ext cx="68700" cy="26200"/>
            </a:xfrm>
            <a:custGeom>
              <a:rect b="b" l="l" r="r" t="t"/>
              <a:pathLst>
                <a:path extrusionOk="0" fill="none" h="1048" w="2748">
                  <a:moveTo>
                    <a:pt x="2312" y="1"/>
                  </a:moveTo>
                  <a:lnTo>
                    <a:pt x="2312" y="1"/>
                  </a:lnTo>
                  <a:lnTo>
                    <a:pt x="2290" y="1"/>
                  </a:lnTo>
                  <a:lnTo>
                    <a:pt x="2290" y="1"/>
                  </a:lnTo>
                  <a:lnTo>
                    <a:pt x="459" y="88"/>
                  </a:lnTo>
                  <a:lnTo>
                    <a:pt x="459" y="88"/>
                  </a:lnTo>
                  <a:lnTo>
                    <a:pt x="350" y="110"/>
                  </a:lnTo>
                  <a:lnTo>
                    <a:pt x="262" y="131"/>
                  </a:lnTo>
                  <a:lnTo>
                    <a:pt x="197" y="197"/>
                  </a:lnTo>
                  <a:lnTo>
                    <a:pt x="132" y="262"/>
                  </a:lnTo>
                  <a:lnTo>
                    <a:pt x="66" y="328"/>
                  </a:lnTo>
                  <a:lnTo>
                    <a:pt x="44" y="415"/>
                  </a:lnTo>
                  <a:lnTo>
                    <a:pt x="23" y="502"/>
                  </a:lnTo>
                  <a:lnTo>
                    <a:pt x="1" y="589"/>
                  </a:lnTo>
                  <a:lnTo>
                    <a:pt x="1" y="676"/>
                  </a:lnTo>
                  <a:lnTo>
                    <a:pt x="23" y="764"/>
                  </a:lnTo>
                  <a:lnTo>
                    <a:pt x="66" y="829"/>
                  </a:lnTo>
                  <a:lnTo>
                    <a:pt x="110" y="916"/>
                  </a:lnTo>
                  <a:lnTo>
                    <a:pt x="175" y="960"/>
                  </a:lnTo>
                  <a:lnTo>
                    <a:pt x="241" y="1003"/>
                  </a:lnTo>
                  <a:lnTo>
                    <a:pt x="328" y="1047"/>
                  </a:lnTo>
                  <a:lnTo>
                    <a:pt x="437" y="1047"/>
                  </a:lnTo>
                  <a:lnTo>
                    <a:pt x="437" y="1047"/>
                  </a:lnTo>
                  <a:lnTo>
                    <a:pt x="459" y="1047"/>
                  </a:lnTo>
                  <a:lnTo>
                    <a:pt x="459" y="1047"/>
                  </a:lnTo>
                  <a:lnTo>
                    <a:pt x="2290" y="960"/>
                  </a:lnTo>
                  <a:lnTo>
                    <a:pt x="2290" y="960"/>
                  </a:lnTo>
                  <a:lnTo>
                    <a:pt x="2377" y="938"/>
                  </a:lnTo>
                  <a:lnTo>
                    <a:pt x="2486" y="894"/>
                  </a:lnTo>
                  <a:lnTo>
                    <a:pt x="2552" y="851"/>
                  </a:lnTo>
                  <a:lnTo>
                    <a:pt x="2617" y="785"/>
                  </a:lnTo>
                  <a:lnTo>
                    <a:pt x="2682" y="720"/>
                  </a:lnTo>
                  <a:lnTo>
                    <a:pt x="2704" y="633"/>
                  </a:lnTo>
                  <a:lnTo>
                    <a:pt x="2726" y="546"/>
                  </a:lnTo>
                  <a:lnTo>
                    <a:pt x="2748" y="458"/>
                  </a:lnTo>
                  <a:lnTo>
                    <a:pt x="2748" y="371"/>
                  </a:lnTo>
                  <a:lnTo>
                    <a:pt x="2726" y="284"/>
                  </a:lnTo>
                  <a:lnTo>
                    <a:pt x="2682" y="219"/>
                  </a:lnTo>
                  <a:lnTo>
                    <a:pt x="2639" y="131"/>
                  </a:lnTo>
                  <a:lnTo>
                    <a:pt x="2573" y="88"/>
                  </a:lnTo>
                  <a:lnTo>
                    <a:pt x="2508" y="22"/>
                  </a:lnTo>
                  <a:lnTo>
                    <a:pt x="2421" y="1"/>
                  </a:lnTo>
                  <a:lnTo>
                    <a:pt x="2312"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6" name="Google Shape;11226;p80"/>
            <p:cNvSpPr/>
            <p:nvPr/>
          </p:nvSpPr>
          <p:spPr>
            <a:xfrm>
              <a:off x="1758675" y="3109475"/>
              <a:ext cx="408250" cy="442050"/>
            </a:xfrm>
            <a:custGeom>
              <a:rect b="b" l="l" r="r" t="t"/>
              <a:pathLst>
                <a:path extrusionOk="0" h="17682" w="16330">
                  <a:moveTo>
                    <a:pt x="12820" y="1"/>
                  </a:moveTo>
                  <a:lnTo>
                    <a:pt x="12405" y="23"/>
                  </a:lnTo>
                  <a:lnTo>
                    <a:pt x="11969" y="66"/>
                  </a:lnTo>
                  <a:lnTo>
                    <a:pt x="11577" y="110"/>
                  </a:lnTo>
                  <a:lnTo>
                    <a:pt x="11184" y="197"/>
                  </a:lnTo>
                  <a:lnTo>
                    <a:pt x="10770" y="284"/>
                  </a:lnTo>
                  <a:lnTo>
                    <a:pt x="10334" y="415"/>
                  </a:lnTo>
                  <a:lnTo>
                    <a:pt x="10138" y="481"/>
                  </a:lnTo>
                  <a:lnTo>
                    <a:pt x="9942" y="590"/>
                  </a:lnTo>
                  <a:lnTo>
                    <a:pt x="9724" y="720"/>
                  </a:lnTo>
                  <a:lnTo>
                    <a:pt x="9528" y="873"/>
                  </a:lnTo>
                  <a:lnTo>
                    <a:pt x="9201" y="1156"/>
                  </a:lnTo>
                  <a:lnTo>
                    <a:pt x="8852" y="1462"/>
                  </a:lnTo>
                  <a:lnTo>
                    <a:pt x="8525" y="1832"/>
                  </a:lnTo>
                  <a:lnTo>
                    <a:pt x="8154" y="2246"/>
                  </a:lnTo>
                  <a:lnTo>
                    <a:pt x="7784" y="2726"/>
                  </a:lnTo>
                  <a:lnTo>
                    <a:pt x="7413" y="3227"/>
                  </a:lnTo>
                  <a:lnTo>
                    <a:pt x="6737" y="4165"/>
                  </a:lnTo>
                  <a:lnTo>
                    <a:pt x="6061" y="5190"/>
                  </a:lnTo>
                  <a:lnTo>
                    <a:pt x="5342" y="6345"/>
                  </a:lnTo>
                  <a:lnTo>
                    <a:pt x="4622" y="7544"/>
                  </a:lnTo>
                  <a:lnTo>
                    <a:pt x="3925" y="8743"/>
                  </a:lnTo>
                  <a:lnTo>
                    <a:pt x="3227" y="10008"/>
                  </a:lnTo>
                  <a:lnTo>
                    <a:pt x="2617" y="11141"/>
                  </a:lnTo>
                  <a:lnTo>
                    <a:pt x="2050" y="12231"/>
                  </a:lnTo>
                  <a:lnTo>
                    <a:pt x="1352" y="13561"/>
                  </a:lnTo>
                  <a:lnTo>
                    <a:pt x="371" y="15545"/>
                  </a:lnTo>
                  <a:lnTo>
                    <a:pt x="1" y="16308"/>
                  </a:lnTo>
                  <a:lnTo>
                    <a:pt x="44" y="16613"/>
                  </a:lnTo>
                  <a:lnTo>
                    <a:pt x="110" y="16897"/>
                  </a:lnTo>
                  <a:lnTo>
                    <a:pt x="219" y="17115"/>
                  </a:lnTo>
                  <a:lnTo>
                    <a:pt x="349" y="17289"/>
                  </a:lnTo>
                  <a:lnTo>
                    <a:pt x="458" y="17376"/>
                  </a:lnTo>
                  <a:lnTo>
                    <a:pt x="546" y="17442"/>
                  </a:lnTo>
                  <a:lnTo>
                    <a:pt x="764" y="17572"/>
                  </a:lnTo>
                  <a:lnTo>
                    <a:pt x="982" y="17638"/>
                  </a:lnTo>
                  <a:lnTo>
                    <a:pt x="1178" y="17681"/>
                  </a:lnTo>
                  <a:lnTo>
                    <a:pt x="1636" y="17681"/>
                  </a:lnTo>
                  <a:lnTo>
                    <a:pt x="1810" y="17594"/>
                  </a:lnTo>
                  <a:lnTo>
                    <a:pt x="2551" y="17224"/>
                  </a:lnTo>
                  <a:lnTo>
                    <a:pt x="2617" y="17202"/>
                  </a:lnTo>
                  <a:lnTo>
                    <a:pt x="3249" y="16875"/>
                  </a:lnTo>
                  <a:lnTo>
                    <a:pt x="3423" y="16788"/>
                  </a:lnTo>
                  <a:lnTo>
                    <a:pt x="3947" y="16504"/>
                  </a:lnTo>
                  <a:lnTo>
                    <a:pt x="4339" y="16308"/>
                  </a:lnTo>
                  <a:lnTo>
                    <a:pt x="4688" y="16090"/>
                  </a:lnTo>
                  <a:lnTo>
                    <a:pt x="5015" y="15916"/>
                  </a:lnTo>
                  <a:lnTo>
                    <a:pt x="5778" y="15458"/>
                  </a:lnTo>
                  <a:lnTo>
                    <a:pt x="6148" y="15240"/>
                  </a:lnTo>
                  <a:lnTo>
                    <a:pt x="6824" y="14804"/>
                  </a:lnTo>
                  <a:lnTo>
                    <a:pt x="7522" y="14346"/>
                  </a:lnTo>
                  <a:lnTo>
                    <a:pt x="8023" y="14019"/>
                  </a:lnTo>
                  <a:lnTo>
                    <a:pt x="8612" y="13605"/>
                  </a:lnTo>
                  <a:lnTo>
                    <a:pt x="8983" y="13321"/>
                  </a:lnTo>
                  <a:lnTo>
                    <a:pt x="9157" y="13190"/>
                  </a:lnTo>
                  <a:lnTo>
                    <a:pt x="9571" y="12885"/>
                  </a:lnTo>
                  <a:lnTo>
                    <a:pt x="9767" y="12733"/>
                  </a:lnTo>
                  <a:lnTo>
                    <a:pt x="10073" y="12493"/>
                  </a:lnTo>
                  <a:lnTo>
                    <a:pt x="10356" y="12275"/>
                  </a:lnTo>
                  <a:lnTo>
                    <a:pt x="10639" y="12035"/>
                  </a:lnTo>
                  <a:lnTo>
                    <a:pt x="11490" y="11337"/>
                  </a:lnTo>
                  <a:lnTo>
                    <a:pt x="11729" y="11119"/>
                  </a:lnTo>
                  <a:lnTo>
                    <a:pt x="11991" y="10880"/>
                  </a:lnTo>
                  <a:lnTo>
                    <a:pt x="12231" y="10662"/>
                  </a:lnTo>
                  <a:lnTo>
                    <a:pt x="12798" y="10117"/>
                  </a:lnTo>
                  <a:lnTo>
                    <a:pt x="13343" y="9550"/>
                  </a:lnTo>
                  <a:lnTo>
                    <a:pt x="13604" y="9266"/>
                  </a:lnTo>
                  <a:lnTo>
                    <a:pt x="13822" y="9027"/>
                  </a:lnTo>
                  <a:lnTo>
                    <a:pt x="14019" y="8787"/>
                  </a:lnTo>
                  <a:lnTo>
                    <a:pt x="14193" y="8590"/>
                  </a:lnTo>
                  <a:lnTo>
                    <a:pt x="14498" y="8198"/>
                  </a:lnTo>
                  <a:lnTo>
                    <a:pt x="14585" y="8089"/>
                  </a:lnTo>
                  <a:lnTo>
                    <a:pt x="15021" y="7500"/>
                  </a:lnTo>
                  <a:lnTo>
                    <a:pt x="15152" y="7282"/>
                  </a:lnTo>
                  <a:lnTo>
                    <a:pt x="15392" y="6912"/>
                  </a:lnTo>
                  <a:lnTo>
                    <a:pt x="15588" y="6541"/>
                  </a:lnTo>
                  <a:lnTo>
                    <a:pt x="15675" y="6389"/>
                  </a:lnTo>
                  <a:lnTo>
                    <a:pt x="15784" y="6127"/>
                  </a:lnTo>
                  <a:lnTo>
                    <a:pt x="15872" y="5974"/>
                  </a:lnTo>
                  <a:lnTo>
                    <a:pt x="15893" y="5909"/>
                  </a:lnTo>
                  <a:lnTo>
                    <a:pt x="15981" y="5669"/>
                  </a:lnTo>
                  <a:lnTo>
                    <a:pt x="16090" y="5408"/>
                  </a:lnTo>
                  <a:lnTo>
                    <a:pt x="16155" y="5124"/>
                  </a:lnTo>
                  <a:lnTo>
                    <a:pt x="16199" y="5037"/>
                  </a:lnTo>
                  <a:lnTo>
                    <a:pt x="16242" y="4841"/>
                  </a:lnTo>
                  <a:lnTo>
                    <a:pt x="16264" y="4688"/>
                  </a:lnTo>
                  <a:lnTo>
                    <a:pt x="16264" y="4645"/>
                  </a:lnTo>
                  <a:lnTo>
                    <a:pt x="16308" y="4470"/>
                  </a:lnTo>
                  <a:lnTo>
                    <a:pt x="16329" y="4187"/>
                  </a:lnTo>
                  <a:lnTo>
                    <a:pt x="16329" y="3925"/>
                  </a:lnTo>
                  <a:lnTo>
                    <a:pt x="16329" y="3642"/>
                  </a:lnTo>
                  <a:lnTo>
                    <a:pt x="16286" y="3380"/>
                  </a:lnTo>
                  <a:lnTo>
                    <a:pt x="16220" y="2988"/>
                  </a:lnTo>
                  <a:lnTo>
                    <a:pt x="16111" y="2617"/>
                  </a:lnTo>
                  <a:lnTo>
                    <a:pt x="16002" y="2268"/>
                  </a:lnTo>
                  <a:lnTo>
                    <a:pt x="15872" y="1941"/>
                  </a:lnTo>
                  <a:lnTo>
                    <a:pt x="15741" y="1636"/>
                  </a:lnTo>
                  <a:lnTo>
                    <a:pt x="15566" y="1374"/>
                  </a:lnTo>
                  <a:lnTo>
                    <a:pt x="15392" y="1135"/>
                  </a:lnTo>
                  <a:lnTo>
                    <a:pt x="15196" y="917"/>
                  </a:lnTo>
                  <a:lnTo>
                    <a:pt x="14978" y="720"/>
                  </a:lnTo>
                  <a:lnTo>
                    <a:pt x="14760" y="546"/>
                  </a:lnTo>
                  <a:lnTo>
                    <a:pt x="14498" y="393"/>
                  </a:lnTo>
                  <a:lnTo>
                    <a:pt x="14237" y="284"/>
                  </a:lnTo>
                  <a:lnTo>
                    <a:pt x="13975" y="175"/>
                  </a:lnTo>
                  <a:lnTo>
                    <a:pt x="13670" y="110"/>
                  </a:lnTo>
                  <a:lnTo>
                    <a:pt x="13365" y="45"/>
                  </a:lnTo>
                  <a:lnTo>
                    <a:pt x="13038" y="23"/>
                  </a:lnTo>
                  <a:lnTo>
                    <a:pt x="1282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7" name="Google Shape;11227;p80"/>
            <p:cNvSpPr/>
            <p:nvPr/>
          </p:nvSpPr>
          <p:spPr>
            <a:xfrm>
              <a:off x="1767400" y="3110025"/>
              <a:ext cx="399525" cy="441500"/>
            </a:xfrm>
            <a:custGeom>
              <a:rect b="b" l="l" r="r" t="t"/>
              <a:pathLst>
                <a:path extrusionOk="0" h="17660" w="15981">
                  <a:moveTo>
                    <a:pt x="12689" y="1"/>
                  </a:moveTo>
                  <a:lnTo>
                    <a:pt x="12798" y="88"/>
                  </a:lnTo>
                  <a:lnTo>
                    <a:pt x="13037" y="328"/>
                  </a:lnTo>
                  <a:lnTo>
                    <a:pt x="13212" y="524"/>
                  </a:lnTo>
                  <a:lnTo>
                    <a:pt x="13386" y="742"/>
                  </a:lnTo>
                  <a:lnTo>
                    <a:pt x="13582" y="1004"/>
                  </a:lnTo>
                  <a:lnTo>
                    <a:pt x="13779" y="1287"/>
                  </a:lnTo>
                  <a:lnTo>
                    <a:pt x="13953" y="1614"/>
                  </a:lnTo>
                  <a:lnTo>
                    <a:pt x="14127" y="1963"/>
                  </a:lnTo>
                  <a:lnTo>
                    <a:pt x="14280" y="2355"/>
                  </a:lnTo>
                  <a:lnTo>
                    <a:pt x="14389" y="2748"/>
                  </a:lnTo>
                  <a:lnTo>
                    <a:pt x="14454" y="3184"/>
                  </a:lnTo>
                  <a:lnTo>
                    <a:pt x="14476" y="3423"/>
                  </a:lnTo>
                  <a:lnTo>
                    <a:pt x="14476" y="3641"/>
                  </a:lnTo>
                  <a:lnTo>
                    <a:pt x="14476" y="3881"/>
                  </a:lnTo>
                  <a:lnTo>
                    <a:pt x="14454" y="4143"/>
                  </a:lnTo>
                  <a:lnTo>
                    <a:pt x="14411" y="4383"/>
                  </a:lnTo>
                  <a:lnTo>
                    <a:pt x="14367" y="4644"/>
                  </a:lnTo>
                  <a:lnTo>
                    <a:pt x="14302" y="4819"/>
                  </a:lnTo>
                  <a:lnTo>
                    <a:pt x="14215" y="5037"/>
                  </a:lnTo>
                  <a:lnTo>
                    <a:pt x="14106" y="5277"/>
                  </a:lnTo>
                  <a:lnTo>
                    <a:pt x="13975" y="5516"/>
                  </a:lnTo>
                  <a:lnTo>
                    <a:pt x="13604" y="6061"/>
                  </a:lnTo>
                  <a:lnTo>
                    <a:pt x="13168" y="6650"/>
                  </a:lnTo>
                  <a:lnTo>
                    <a:pt x="12819" y="7064"/>
                  </a:lnTo>
                  <a:lnTo>
                    <a:pt x="12471" y="7478"/>
                  </a:lnTo>
                  <a:lnTo>
                    <a:pt x="11707" y="8307"/>
                  </a:lnTo>
                  <a:lnTo>
                    <a:pt x="10901" y="9157"/>
                  </a:lnTo>
                  <a:lnTo>
                    <a:pt x="10181" y="9855"/>
                  </a:lnTo>
                  <a:lnTo>
                    <a:pt x="9462" y="10552"/>
                  </a:lnTo>
                  <a:lnTo>
                    <a:pt x="8743" y="11228"/>
                  </a:lnTo>
                  <a:lnTo>
                    <a:pt x="8023" y="11860"/>
                  </a:lnTo>
                  <a:lnTo>
                    <a:pt x="7282" y="12514"/>
                  </a:lnTo>
                  <a:lnTo>
                    <a:pt x="6541" y="13147"/>
                  </a:lnTo>
                  <a:lnTo>
                    <a:pt x="5821" y="13735"/>
                  </a:lnTo>
                  <a:lnTo>
                    <a:pt x="5015" y="14368"/>
                  </a:lnTo>
                  <a:lnTo>
                    <a:pt x="4230" y="14956"/>
                  </a:lnTo>
                  <a:lnTo>
                    <a:pt x="3489" y="15479"/>
                  </a:lnTo>
                  <a:lnTo>
                    <a:pt x="2791" y="15959"/>
                  </a:lnTo>
                  <a:lnTo>
                    <a:pt x="2115" y="16373"/>
                  </a:lnTo>
                  <a:lnTo>
                    <a:pt x="1745" y="16591"/>
                  </a:lnTo>
                  <a:lnTo>
                    <a:pt x="1374" y="16787"/>
                  </a:lnTo>
                  <a:lnTo>
                    <a:pt x="981" y="16962"/>
                  </a:lnTo>
                  <a:lnTo>
                    <a:pt x="611" y="17114"/>
                  </a:lnTo>
                  <a:lnTo>
                    <a:pt x="284" y="17223"/>
                  </a:lnTo>
                  <a:lnTo>
                    <a:pt x="0" y="17267"/>
                  </a:lnTo>
                  <a:lnTo>
                    <a:pt x="109" y="17354"/>
                  </a:lnTo>
                  <a:lnTo>
                    <a:pt x="197" y="17420"/>
                  </a:lnTo>
                  <a:lnTo>
                    <a:pt x="415" y="17550"/>
                  </a:lnTo>
                  <a:lnTo>
                    <a:pt x="633" y="17616"/>
                  </a:lnTo>
                  <a:lnTo>
                    <a:pt x="829" y="17659"/>
                  </a:lnTo>
                  <a:lnTo>
                    <a:pt x="1287" y="17659"/>
                  </a:lnTo>
                  <a:lnTo>
                    <a:pt x="1461" y="17572"/>
                  </a:lnTo>
                  <a:lnTo>
                    <a:pt x="2202" y="17202"/>
                  </a:lnTo>
                  <a:lnTo>
                    <a:pt x="2268" y="17180"/>
                  </a:lnTo>
                  <a:lnTo>
                    <a:pt x="2900" y="16853"/>
                  </a:lnTo>
                  <a:lnTo>
                    <a:pt x="3074" y="16766"/>
                  </a:lnTo>
                  <a:lnTo>
                    <a:pt x="3598" y="16482"/>
                  </a:lnTo>
                  <a:lnTo>
                    <a:pt x="3990" y="16286"/>
                  </a:lnTo>
                  <a:lnTo>
                    <a:pt x="4339" y="16068"/>
                  </a:lnTo>
                  <a:lnTo>
                    <a:pt x="4666" y="15894"/>
                  </a:lnTo>
                  <a:lnTo>
                    <a:pt x="5429" y="15436"/>
                  </a:lnTo>
                  <a:lnTo>
                    <a:pt x="5799" y="15218"/>
                  </a:lnTo>
                  <a:lnTo>
                    <a:pt x="6475" y="14782"/>
                  </a:lnTo>
                  <a:lnTo>
                    <a:pt x="7173" y="14324"/>
                  </a:lnTo>
                  <a:lnTo>
                    <a:pt x="7674" y="13997"/>
                  </a:lnTo>
                  <a:lnTo>
                    <a:pt x="8263" y="13583"/>
                  </a:lnTo>
                  <a:lnTo>
                    <a:pt x="8634" y="13299"/>
                  </a:lnTo>
                  <a:lnTo>
                    <a:pt x="8808" y="13168"/>
                  </a:lnTo>
                  <a:lnTo>
                    <a:pt x="9222" y="12863"/>
                  </a:lnTo>
                  <a:lnTo>
                    <a:pt x="9418" y="12711"/>
                  </a:lnTo>
                  <a:lnTo>
                    <a:pt x="9724" y="12471"/>
                  </a:lnTo>
                  <a:lnTo>
                    <a:pt x="10007" y="12253"/>
                  </a:lnTo>
                  <a:lnTo>
                    <a:pt x="10290" y="12013"/>
                  </a:lnTo>
                  <a:lnTo>
                    <a:pt x="11141" y="11315"/>
                  </a:lnTo>
                  <a:lnTo>
                    <a:pt x="11380" y="11097"/>
                  </a:lnTo>
                  <a:lnTo>
                    <a:pt x="11642" y="10858"/>
                  </a:lnTo>
                  <a:lnTo>
                    <a:pt x="11882" y="10640"/>
                  </a:lnTo>
                  <a:lnTo>
                    <a:pt x="12449" y="10095"/>
                  </a:lnTo>
                  <a:lnTo>
                    <a:pt x="12994" y="9528"/>
                  </a:lnTo>
                  <a:lnTo>
                    <a:pt x="13255" y="9244"/>
                  </a:lnTo>
                  <a:lnTo>
                    <a:pt x="13473" y="9005"/>
                  </a:lnTo>
                  <a:lnTo>
                    <a:pt x="13670" y="8765"/>
                  </a:lnTo>
                  <a:lnTo>
                    <a:pt x="13844" y="8568"/>
                  </a:lnTo>
                  <a:lnTo>
                    <a:pt x="14149" y="8176"/>
                  </a:lnTo>
                  <a:lnTo>
                    <a:pt x="14236" y="8067"/>
                  </a:lnTo>
                  <a:lnTo>
                    <a:pt x="14672" y="7478"/>
                  </a:lnTo>
                  <a:lnTo>
                    <a:pt x="14803" y="7260"/>
                  </a:lnTo>
                  <a:lnTo>
                    <a:pt x="15043" y="6890"/>
                  </a:lnTo>
                  <a:lnTo>
                    <a:pt x="15239" y="6519"/>
                  </a:lnTo>
                  <a:lnTo>
                    <a:pt x="15326" y="6367"/>
                  </a:lnTo>
                  <a:lnTo>
                    <a:pt x="15435" y="6105"/>
                  </a:lnTo>
                  <a:lnTo>
                    <a:pt x="15523" y="5952"/>
                  </a:lnTo>
                  <a:lnTo>
                    <a:pt x="15544" y="5887"/>
                  </a:lnTo>
                  <a:lnTo>
                    <a:pt x="15632" y="5647"/>
                  </a:lnTo>
                  <a:lnTo>
                    <a:pt x="15741" y="5386"/>
                  </a:lnTo>
                  <a:lnTo>
                    <a:pt x="15806" y="5102"/>
                  </a:lnTo>
                  <a:lnTo>
                    <a:pt x="15850" y="5015"/>
                  </a:lnTo>
                  <a:lnTo>
                    <a:pt x="15893" y="4819"/>
                  </a:lnTo>
                  <a:lnTo>
                    <a:pt x="15915" y="4666"/>
                  </a:lnTo>
                  <a:lnTo>
                    <a:pt x="15915" y="4623"/>
                  </a:lnTo>
                  <a:lnTo>
                    <a:pt x="15959" y="4448"/>
                  </a:lnTo>
                  <a:lnTo>
                    <a:pt x="15980" y="4165"/>
                  </a:lnTo>
                  <a:lnTo>
                    <a:pt x="15980" y="3903"/>
                  </a:lnTo>
                  <a:lnTo>
                    <a:pt x="15980" y="3620"/>
                  </a:lnTo>
                  <a:lnTo>
                    <a:pt x="15937" y="3358"/>
                  </a:lnTo>
                  <a:lnTo>
                    <a:pt x="15871" y="2966"/>
                  </a:lnTo>
                  <a:lnTo>
                    <a:pt x="15762" y="2595"/>
                  </a:lnTo>
                  <a:lnTo>
                    <a:pt x="15653" y="2246"/>
                  </a:lnTo>
                  <a:lnTo>
                    <a:pt x="15523" y="1919"/>
                  </a:lnTo>
                  <a:lnTo>
                    <a:pt x="15392" y="1614"/>
                  </a:lnTo>
                  <a:lnTo>
                    <a:pt x="15217" y="1352"/>
                  </a:lnTo>
                  <a:lnTo>
                    <a:pt x="15043" y="1113"/>
                  </a:lnTo>
                  <a:lnTo>
                    <a:pt x="14847" y="895"/>
                  </a:lnTo>
                  <a:lnTo>
                    <a:pt x="14629" y="698"/>
                  </a:lnTo>
                  <a:lnTo>
                    <a:pt x="14411" y="524"/>
                  </a:lnTo>
                  <a:lnTo>
                    <a:pt x="14149" y="371"/>
                  </a:lnTo>
                  <a:lnTo>
                    <a:pt x="13888" y="262"/>
                  </a:lnTo>
                  <a:lnTo>
                    <a:pt x="13626" y="153"/>
                  </a:lnTo>
                  <a:lnTo>
                    <a:pt x="13321" y="88"/>
                  </a:lnTo>
                  <a:lnTo>
                    <a:pt x="13016" y="23"/>
                  </a:lnTo>
                  <a:lnTo>
                    <a:pt x="1268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8" name="Google Shape;11228;p80"/>
            <p:cNvSpPr/>
            <p:nvPr/>
          </p:nvSpPr>
          <p:spPr>
            <a:xfrm>
              <a:off x="1996850" y="3119850"/>
              <a:ext cx="44725" cy="256725"/>
            </a:xfrm>
            <a:custGeom>
              <a:rect b="b" l="l" r="r" t="t"/>
              <a:pathLst>
                <a:path extrusionOk="0" h="10269" w="1789">
                  <a:moveTo>
                    <a:pt x="807" y="0"/>
                  </a:moveTo>
                  <a:lnTo>
                    <a:pt x="611" y="66"/>
                  </a:lnTo>
                  <a:lnTo>
                    <a:pt x="415" y="175"/>
                  </a:lnTo>
                  <a:lnTo>
                    <a:pt x="197" y="305"/>
                  </a:lnTo>
                  <a:lnTo>
                    <a:pt x="1" y="458"/>
                  </a:lnTo>
                  <a:lnTo>
                    <a:pt x="1003" y="9462"/>
                  </a:lnTo>
                  <a:lnTo>
                    <a:pt x="1091" y="10268"/>
                  </a:lnTo>
                  <a:lnTo>
                    <a:pt x="1788" y="9484"/>
                  </a:lnTo>
                  <a:lnTo>
                    <a:pt x="1701" y="8764"/>
                  </a:lnTo>
                  <a:lnTo>
                    <a:pt x="80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9" name="Google Shape;11229;p80"/>
            <p:cNvSpPr/>
            <p:nvPr/>
          </p:nvSpPr>
          <p:spPr>
            <a:xfrm>
              <a:off x="2057900" y="3109475"/>
              <a:ext cx="41975" cy="217500"/>
            </a:xfrm>
            <a:custGeom>
              <a:rect b="b" l="l" r="r" t="t"/>
              <a:pathLst>
                <a:path extrusionOk="0" h="8700" w="1679">
                  <a:moveTo>
                    <a:pt x="851" y="1"/>
                  </a:moveTo>
                  <a:lnTo>
                    <a:pt x="436" y="23"/>
                  </a:lnTo>
                  <a:lnTo>
                    <a:pt x="0" y="66"/>
                  </a:lnTo>
                  <a:lnTo>
                    <a:pt x="851" y="7500"/>
                  </a:lnTo>
                  <a:lnTo>
                    <a:pt x="981" y="8699"/>
                  </a:lnTo>
                  <a:lnTo>
                    <a:pt x="1679" y="7915"/>
                  </a:lnTo>
                  <a:lnTo>
                    <a:pt x="1548" y="6672"/>
                  </a:lnTo>
                  <a:lnTo>
                    <a:pt x="85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0" name="Google Shape;11230;p80"/>
            <p:cNvSpPr/>
            <p:nvPr/>
          </p:nvSpPr>
          <p:spPr>
            <a:xfrm>
              <a:off x="1943975" y="3165625"/>
              <a:ext cx="42000" cy="246925"/>
            </a:xfrm>
            <a:custGeom>
              <a:rect b="b" l="l" r="r" t="t"/>
              <a:pathLst>
                <a:path extrusionOk="0" h="9877" w="1680">
                  <a:moveTo>
                    <a:pt x="742" y="0"/>
                  </a:moveTo>
                  <a:lnTo>
                    <a:pt x="372" y="480"/>
                  </a:lnTo>
                  <a:lnTo>
                    <a:pt x="1" y="981"/>
                  </a:lnTo>
                  <a:lnTo>
                    <a:pt x="960" y="9636"/>
                  </a:lnTo>
                  <a:lnTo>
                    <a:pt x="982" y="9876"/>
                  </a:lnTo>
                  <a:lnTo>
                    <a:pt x="1680" y="9091"/>
                  </a:lnTo>
                  <a:lnTo>
                    <a:pt x="1680" y="9004"/>
                  </a:lnTo>
                  <a:lnTo>
                    <a:pt x="74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1" name="Google Shape;11231;p80"/>
            <p:cNvSpPr/>
            <p:nvPr/>
          </p:nvSpPr>
          <p:spPr>
            <a:xfrm>
              <a:off x="1892200" y="3239200"/>
              <a:ext cx="39825" cy="233300"/>
            </a:xfrm>
            <a:custGeom>
              <a:rect b="b" l="l" r="r" t="t"/>
              <a:pathLst>
                <a:path extrusionOk="0" h="9332" w="1593">
                  <a:moveTo>
                    <a:pt x="720" y="1"/>
                  </a:moveTo>
                  <a:lnTo>
                    <a:pt x="1" y="1156"/>
                  </a:lnTo>
                  <a:lnTo>
                    <a:pt x="829" y="8546"/>
                  </a:lnTo>
                  <a:lnTo>
                    <a:pt x="916" y="9331"/>
                  </a:lnTo>
                  <a:lnTo>
                    <a:pt x="1592" y="8546"/>
                  </a:lnTo>
                  <a:lnTo>
                    <a:pt x="1549" y="7980"/>
                  </a:lnTo>
                  <a:lnTo>
                    <a:pt x="72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2" name="Google Shape;11232;p80"/>
            <p:cNvSpPr/>
            <p:nvPr/>
          </p:nvSpPr>
          <p:spPr>
            <a:xfrm>
              <a:off x="1839350" y="3328050"/>
              <a:ext cx="36000" cy="194050"/>
            </a:xfrm>
            <a:custGeom>
              <a:rect b="b" l="l" r="r" t="t"/>
              <a:pathLst>
                <a:path extrusionOk="0" h="7762" w="1440">
                  <a:moveTo>
                    <a:pt x="698" y="0"/>
                  </a:moveTo>
                  <a:lnTo>
                    <a:pt x="0" y="1265"/>
                  </a:lnTo>
                  <a:lnTo>
                    <a:pt x="611" y="6758"/>
                  </a:lnTo>
                  <a:lnTo>
                    <a:pt x="720" y="7761"/>
                  </a:lnTo>
                  <a:lnTo>
                    <a:pt x="1112" y="7565"/>
                  </a:lnTo>
                  <a:lnTo>
                    <a:pt x="1439" y="7173"/>
                  </a:lnTo>
                  <a:lnTo>
                    <a:pt x="1352" y="6235"/>
                  </a:lnTo>
                  <a:lnTo>
                    <a:pt x="69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3" name="Google Shape;11233;p80"/>
            <p:cNvSpPr/>
            <p:nvPr/>
          </p:nvSpPr>
          <p:spPr>
            <a:xfrm>
              <a:off x="1792475" y="3415250"/>
              <a:ext cx="30000" cy="134100"/>
            </a:xfrm>
            <a:custGeom>
              <a:rect b="b" l="l" r="r" t="t"/>
              <a:pathLst>
                <a:path extrusionOk="0" h="5364" w="1200">
                  <a:moveTo>
                    <a:pt x="698" y="0"/>
                  </a:moveTo>
                  <a:lnTo>
                    <a:pt x="0" y="1330"/>
                  </a:lnTo>
                  <a:lnTo>
                    <a:pt x="371" y="4578"/>
                  </a:lnTo>
                  <a:lnTo>
                    <a:pt x="458" y="5363"/>
                  </a:lnTo>
                  <a:lnTo>
                    <a:pt x="1199" y="4993"/>
                  </a:lnTo>
                  <a:lnTo>
                    <a:pt x="1112" y="4164"/>
                  </a:lnTo>
                  <a:lnTo>
                    <a:pt x="69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4" name="Google Shape;11234;p80"/>
            <p:cNvSpPr/>
            <p:nvPr/>
          </p:nvSpPr>
          <p:spPr>
            <a:xfrm>
              <a:off x="1800650" y="3416325"/>
              <a:ext cx="502525" cy="246925"/>
            </a:xfrm>
            <a:custGeom>
              <a:rect b="b" l="l" r="r" t="t"/>
              <a:pathLst>
                <a:path extrusionOk="0" h="9877" w="20101">
                  <a:moveTo>
                    <a:pt x="19686" y="1"/>
                  </a:moveTo>
                  <a:lnTo>
                    <a:pt x="19665" y="306"/>
                  </a:lnTo>
                  <a:lnTo>
                    <a:pt x="19621" y="698"/>
                  </a:lnTo>
                  <a:lnTo>
                    <a:pt x="19534" y="1091"/>
                  </a:lnTo>
                  <a:lnTo>
                    <a:pt x="19512" y="1178"/>
                  </a:lnTo>
                  <a:lnTo>
                    <a:pt x="19425" y="1483"/>
                  </a:lnTo>
                  <a:lnTo>
                    <a:pt x="19316" y="1767"/>
                  </a:lnTo>
                  <a:lnTo>
                    <a:pt x="19163" y="2094"/>
                  </a:lnTo>
                  <a:lnTo>
                    <a:pt x="19076" y="2246"/>
                  </a:lnTo>
                  <a:lnTo>
                    <a:pt x="19054" y="2290"/>
                  </a:lnTo>
                  <a:lnTo>
                    <a:pt x="19011" y="2355"/>
                  </a:lnTo>
                  <a:lnTo>
                    <a:pt x="18967" y="2421"/>
                  </a:lnTo>
                  <a:lnTo>
                    <a:pt x="18945" y="2464"/>
                  </a:lnTo>
                  <a:lnTo>
                    <a:pt x="18858" y="2573"/>
                  </a:lnTo>
                  <a:lnTo>
                    <a:pt x="18814" y="2639"/>
                  </a:lnTo>
                  <a:lnTo>
                    <a:pt x="18793" y="2661"/>
                  </a:lnTo>
                  <a:lnTo>
                    <a:pt x="18727" y="2748"/>
                  </a:lnTo>
                  <a:lnTo>
                    <a:pt x="18684" y="2813"/>
                  </a:lnTo>
                  <a:lnTo>
                    <a:pt x="18422" y="3118"/>
                  </a:lnTo>
                  <a:lnTo>
                    <a:pt x="18248" y="3293"/>
                  </a:lnTo>
                  <a:lnTo>
                    <a:pt x="18204" y="3336"/>
                  </a:lnTo>
                  <a:lnTo>
                    <a:pt x="18139" y="3402"/>
                  </a:lnTo>
                  <a:lnTo>
                    <a:pt x="18073" y="3467"/>
                  </a:lnTo>
                  <a:lnTo>
                    <a:pt x="17942" y="3598"/>
                  </a:lnTo>
                  <a:lnTo>
                    <a:pt x="17877" y="3663"/>
                  </a:lnTo>
                  <a:lnTo>
                    <a:pt x="17790" y="3729"/>
                  </a:lnTo>
                  <a:lnTo>
                    <a:pt x="17746" y="3772"/>
                  </a:lnTo>
                  <a:lnTo>
                    <a:pt x="17572" y="3925"/>
                  </a:lnTo>
                  <a:lnTo>
                    <a:pt x="17070" y="4296"/>
                  </a:lnTo>
                  <a:lnTo>
                    <a:pt x="17027" y="4339"/>
                  </a:lnTo>
                  <a:lnTo>
                    <a:pt x="16874" y="4448"/>
                  </a:lnTo>
                  <a:lnTo>
                    <a:pt x="16852" y="4448"/>
                  </a:lnTo>
                  <a:lnTo>
                    <a:pt x="16242" y="4862"/>
                  </a:lnTo>
                  <a:lnTo>
                    <a:pt x="16133" y="4906"/>
                  </a:lnTo>
                  <a:lnTo>
                    <a:pt x="16111" y="4928"/>
                  </a:lnTo>
                  <a:lnTo>
                    <a:pt x="16024" y="4993"/>
                  </a:lnTo>
                  <a:lnTo>
                    <a:pt x="15849" y="5080"/>
                  </a:lnTo>
                  <a:lnTo>
                    <a:pt x="15697" y="5168"/>
                  </a:lnTo>
                  <a:lnTo>
                    <a:pt x="15544" y="5255"/>
                  </a:lnTo>
                  <a:lnTo>
                    <a:pt x="15457" y="5298"/>
                  </a:lnTo>
                  <a:lnTo>
                    <a:pt x="15195" y="5451"/>
                  </a:lnTo>
                  <a:lnTo>
                    <a:pt x="15108" y="5495"/>
                  </a:lnTo>
                  <a:lnTo>
                    <a:pt x="15065" y="5516"/>
                  </a:lnTo>
                  <a:lnTo>
                    <a:pt x="14934" y="5582"/>
                  </a:lnTo>
                  <a:lnTo>
                    <a:pt x="14912" y="5582"/>
                  </a:lnTo>
                  <a:lnTo>
                    <a:pt x="14650" y="5713"/>
                  </a:lnTo>
                  <a:lnTo>
                    <a:pt x="14541" y="5756"/>
                  </a:lnTo>
                  <a:lnTo>
                    <a:pt x="13996" y="6018"/>
                  </a:lnTo>
                  <a:lnTo>
                    <a:pt x="13124" y="6388"/>
                  </a:lnTo>
                  <a:lnTo>
                    <a:pt x="12994" y="6432"/>
                  </a:lnTo>
                  <a:lnTo>
                    <a:pt x="14018" y="6127"/>
                  </a:lnTo>
                  <a:lnTo>
                    <a:pt x="14629" y="5974"/>
                  </a:lnTo>
                  <a:lnTo>
                    <a:pt x="15217" y="5843"/>
                  </a:lnTo>
                  <a:lnTo>
                    <a:pt x="16024" y="5691"/>
                  </a:lnTo>
                  <a:lnTo>
                    <a:pt x="16373" y="5647"/>
                  </a:lnTo>
                  <a:lnTo>
                    <a:pt x="16722" y="5625"/>
                  </a:lnTo>
                  <a:lnTo>
                    <a:pt x="17267" y="5255"/>
                  </a:lnTo>
                  <a:lnTo>
                    <a:pt x="17485" y="5102"/>
                  </a:lnTo>
                  <a:lnTo>
                    <a:pt x="17833" y="4841"/>
                  </a:lnTo>
                  <a:lnTo>
                    <a:pt x="18160" y="4579"/>
                  </a:lnTo>
                  <a:lnTo>
                    <a:pt x="18291" y="4470"/>
                  </a:lnTo>
                  <a:lnTo>
                    <a:pt x="18509" y="4274"/>
                  </a:lnTo>
                  <a:lnTo>
                    <a:pt x="18618" y="4143"/>
                  </a:lnTo>
                  <a:lnTo>
                    <a:pt x="18684" y="4099"/>
                  </a:lnTo>
                  <a:lnTo>
                    <a:pt x="18836" y="3925"/>
                  </a:lnTo>
                  <a:lnTo>
                    <a:pt x="19032" y="3707"/>
                  </a:lnTo>
                  <a:lnTo>
                    <a:pt x="19207" y="3467"/>
                  </a:lnTo>
                  <a:lnTo>
                    <a:pt x="19272" y="3380"/>
                  </a:lnTo>
                  <a:lnTo>
                    <a:pt x="19381" y="3227"/>
                  </a:lnTo>
                  <a:lnTo>
                    <a:pt x="19468" y="3097"/>
                  </a:lnTo>
                  <a:lnTo>
                    <a:pt x="19490" y="3053"/>
                  </a:lnTo>
                  <a:lnTo>
                    <a:pt x="19577" y="2900"/>
                  </a:lnTo>
                  <a:lnTo>
                    <a:pt x="19708" y="2661"/>
                  </a:lnTo>
                  <a:lnTo>
                    <a:pt x="19817" y="2421"/>
                  </a:lnTo>
                  <a:lnTo>
                    <a:pt x="19904" y="2159"/>
                  </a:lnTo>
                  <a:lnTo>
                    <a:pt x="19970" y="1898"/>
                  </a:lnTo>
                  <a:lnTo>
                    <a:pt x="20057" y="1331"/>
                  </a:lnTo>
                  <a:lnTo>
                    <a:pt x="20101" y="807"/>
                  </a:lnTo>
                  <a:lnTo>
                    <a:pt x="19686" y="1"/>
                  </a:lnTo>
                  <a:close/>
                  <a:moveTo>
                    <a:pt x="10312" y="7348"/>
                  </a:moveTo>
                  <a:lnTo>
                    <a:pt x="10072" y="7435"/>
                  </a:lnTo>
                  <a:lnTo>
                    <a:pt x="9898" y="7479"/>
                  </a:lnTo>
                  <a:lnTo>
                    <a:pt x="9832" y="7500"/>
                  </a:lnTo>
                  <a:lnTo>
                    <a:pt x="9680" y="7544"/>
                  </a:lnTo>
                  <a:lnTo>
                    <a:pt x="9353" y="7631"/>
                  </a:lnTo>
                  <a:lnTo>
                    <a:pt x="9244" y="7653"/>
                  </a:lnTo>
                  <a:lnTo>
                    <a:pt x="9135" y="7697"/>
                  </a:lnTo>
                  <a:lnTo>
                    <a:pt x="9004" y="7718"/>
                  </a:lnTo>
                  <a:lnTo>
                    <a:pt x="8677" y="7806"/>
                  </a:lnTo>
                  <a:lnTo>
                    <a:pt x="8328" y="7893"/>
                  </a:lnTo>
                  <a:lnTo>
                    <a:pt x="8263" y="7915"/>
                  </a:lnTo>
                  <a:lnTo>
                    <a:pt x="7979" y="8263"/>
                  </a:lnTo>
                  <a:lnTo>
                    <a:pt x="9157" y="7806"/>
                  </a:lnTo>
                  <a:lnTo>
                    <a:pt x="10312" y="7348"/>
                  </a:lnTo>
                  <a:close/>
                  <a:moveTo>
                    <a:pt x="6802" y="8242"/>
                  </a:moveTo>
                  <a:lnTo>
                    <a:pt x="5778" y="8438"/>
                  </a:lnTo>
                  <a:lnTo>
                    <a:pt x="5538" y="8481"/>
                  </a:lnTo>
                  <a:lnTo>
                    <a:pt x="5363" y="8525"/>
                  </a:lnTo>
                  <a:lnTo>
                    <a:pt x="4491" y="8656"/>
                  </a:lnTo>
                  <a:lnTo>
                    <a:pt x="4295" y="8699"/>
                  </a:lnTo>
                  <a:lnTo>
                    <a:pt x="4121" y="8721"/>
                  </a:lnTo>
                  <a:lnTo>
                    <a:pt x="4077" y="8721"/>
                  </a:lnTo>
                  <a:lnTo>
                    <a:pt x="3990" y="8743"/>
                  </a:lnTo>
                  <a:lnTo>
                    <a:pt x="3706" y="8765"/>
                  </a:lnTo>
                  <a:lnTo>
                    <a:pt x="3554" y="8787"/>
                  </a:lnTo>
                  <a:lnTo>
                    <a:pt x="3270" y="8830"/>
                  </a:lnTo>
                  <a:lnTo>
                    <a:pt x="3161" y="8852"/>
                  </a:lnTo>
                  <a:lnTo>
                    <a:pt x="2682" y="8896"/>
                  </a:lnTo>
                  <a:lnTo>
                    <a:pt x="2660" y="8896"/>
                  </a:lnTo>
                  <a:lnTo>
                    <a:pt x="2616" y="8917"/>
                  </a:lnTo>
                  <a:lnTo>
                    <a:pt x="2486" y="8917"/>
                  </a:lnTo>
                  <a:lnTo>
                    <a:pt x="2159" y="8961"/>
                  </a:lnTo>
                  <a:lnTo>
                    <a:pt x="1788" y="8983"/>
                  </a:lnTo>
                  <a:lnTo>
                    <a:pt x="1723" y="9005"/>
                  </a:lnTo>
                  <a:lnTo>
                    <a:pt x="894" y="9070"/>
                  </a:lnTo>
                  <a:lnTo>
                    <a:pt x="698" y="9070"/>
                  </a:lnTo>
                  <a:lnTo>
                    <a:pt x="633" y="9048"/>
                  </a:lnTo>
                  <a:lnTo>
                    <a:pt x="458" y="9005"/>
                  </a:lnTo>
                  <a:lnTo>
                    <a:pt x="240" y="8896"/>
                  </a:lnTo>
                  <a:lnTo>
                    <a:pt x="109" y="8808"/>
                  </a:lnTo>
                  <a:lnTo>
                    <a:pt x="0" y="8721"/>
                  </a:lnTo>
                  <a:lnTo>
                    <a:pt x="22" y="8896"/>
                  </a:lnTo>
                  <a:lnTo>
                    <a:pt x="66" y="9048"/>
                  </a:lnTo>
                  <a:lnTo>
                    <a:pt x="131" y="9179"/>
                  </a:lnTo>
                  <a:lnTo>
                    <a:pt x="197" y="9288"/>
                  </a:lnTo>
                  <a:lnTo>
                    <a:pt x="349" y="9462"/>
                  </a:lnTo>
                  <a:lnTo>
                    <a:pt x="524" y="9615"/>
                  </a:lnTo>
                  <a:lnTo>
                    <a:pt x="698" y="9724"/>
                  </a:lnTo>
                  <a:lnTo>
                    <a:pt x="851" y="9789"/>
                  </a:lnTo>
                  <a:lnTo>
                    <a:pt x="981" y="9855"/>
                  </a:lnTo>
                  <a:lnTo>
                    <a:pt x="1112" y="9877"/>
                  </a:lnTo>
                  <a:lnTo>
                    <a:pt x="1308" y="9877"/>
                  </a:lnTo>
                  <a:lnTo>
                    <a:pt x="2137" y="9811"/>
                  </a:lnTo>
                  <a:lnTo>
                    <a:pt x="2224" y="9811"/>
                  </a:lnTo>
                  <a:lnTo>
                    <a:pt x="2900" y="9724"/>
                  </a:lnTo>
                  <a:lnTo>
                    <a:pt x="3096" y="9702"/>
                  </a:lnTo>
                  <a:lnTo>
                    <a:pt x="3706" y="9637"/>
                  </a:lnTo>
                  <a:lnTo>
                    <a:pt x="3881" y="9615"/>
                  </a:lnTo>
                  <a:lnTo>
                    <a:pt x="4142" y="9593"/>
                  </a:lnTo>
                  <a:lnTo>
                    <a:pt x="4535" y="9528"/>
                  </a:lnTo>
                  <a:lnTo>
                    <a:pt x="4905" y="9462"/>
                  </a:lnTo>
                  <a:lnTo>
                    <a:pt x="5254" y="9419"/>
                  </a:lnTo>
                  <a:lnTo>
                    <a:pt x="6301" y="8961"/>
                  </a:lnTo>
                  <a:lnTo>
                    <a:pt x="6323" y="8896"/>
                  </a:lnTo>
                  <a:lnTo>
                    <a:pt x="6366" y="8830"/>
                  </a:lnTo>
                  <a:lnTo>
                    <a:pt x="6802" y="8242"/>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5" name="Google Shape;11235;p80"/>
            <p:cNvSpPr/>
            <p:nvPr/>
          </p:nvSpPr>
          <p:spPr>
            <a:xfrm>
              <a:off x="1800650" y="3622350"/>
              <a:ext cx="170075" cy="40900"/>
            </a:xfrm>
            <a:custGeom>
              <a:rect b="b" l="l" r="r" t="t"/>
              <a:pathLst>
                <a:path extrusionOk="0" fill="none" h="1636" w="6803">
                  <a:moveTo>
                    <a:pt x="6802" y="1"/>
                  </a:moveTo>
                  <a:lnTo>
                    <a:pt x="6802" y="1"/>
                  </a:lnTo>
                  <a:lnTo>
                    <a:pt x="5778" y="197"/>
                  </a:lnTo>
                  <a:lnTo>
                    <a:pt x="5778" y="197"/>
                  </a:lnTo>
                  <a:lnTo>
                    <a:pt x="5538" y="240"/>
                  </a:lnTo>
                  <a:lnTo>
                    <a:pt x="5538" y="240"/>
                  </a:lnTo>
                  <a:lnTo>
                    <a:pt x="5363" y="284"/>
                  </a:lnTo>
                  <a:lnTo>
                    <a:pt x="5363" y="284"/>
                  </a:lnTo>
                  <a:lnTo>
                    <a:pt x="4491" y="415"/>
                  </a:lnTo>
                  <a:lnTo>
                    <a:pt x="4491" y="415"/>
                  </a:lnTo>
                  <a:lnTo>
                    <a:pt x="4295" y="458"/>
                  </a:lnTo>
                  <a:lnTo>
                    <a:pt x="4295" y="458"/>
                  </a:lnTo>
                  <a:lnTo>
                    <a:pt x="4121" y="480"/>
                  </a:lnTo>
                  <a:lnTo>
                    <a:pt x="4121" y="480"/>
                  </a:lnTo>
                  <a:lnTo>
                    <a:pt x="4077" y="480"/>
                  </a:lnTo>
                  <a:lnTo>
                    <a:pt x="4077" y="480"/>
                  </a:lnTo>
                  <a:lnTo>
                    <a:pt x="3990" y="502"/>
                  </a:lnTo>
                  <a:lnTo>
                    <a:pt x="3990" y="502"/>
                  </a:lnTo>
                  <a:lnTo>
                    <a:pt x="3706" y="524"/>
                  </a:lnTo>
                  <a:lnTo>
                    <a:pt x="3706" y="524"/>
                  </a:lnTo>
                  <a:lnTo>
                    <a:pt x="3554" y="546"/>
                  </a:lnTo>
                  <a:lnTo>
                    <a:pt x="3554" y="546"/>
                  </a:lnTo>
                  <a:lnTo>
                    <a:pt x="3270" y="589"/>
                  </a:lnTo>
                  <a:lnTo>
                    <a:pt x="3270" y="589"/>
                  </a:lnTo>
                  <a:lnTo>
                    <a:pt x="3161" y="611"/>
                  </a:lnTo>
                  <a:lnTo>
                    <a:pt x="3161" y="611"/>
                  </a:lnTo>
                  <a:lnTo>
                    <a:pt x="2682" y="655"/>
                  </a:lnTo>
                  <a:lnTo>
                    <a:pt x="2682" y="655"/>
                  </a:lnTo>
                  <a:lnTo>
                    <a:pt x="2660" y="655"/>
                  </a:lnTo>
                  <a:lnTo>
                    <a:pt x="2660" y="655"/>
                  </a:lnTo>
                  <a:lnTo>
                    <a:pt x="2616" y="676"/>
                  </a:lnTo>
                  <a:lnTo>
                    <a:pt x="2616" y="676"/>
                  </a:lnTo>
                  <a:lnTo>
                    <a:pt x="2486" y="676"/>
                  </a:lnTo>
                  <a:lnTo>
                    <a:pt x="2486" y="676"/>
                  </a:lnTo>
                  <a:lnTo>
                    <a:pt x="2159" y="720"/>
                  </a:lnTo>
                  <a:lnTo>
                    <a:pt x="2159" y="720"/>
                  </a:lnTo>
                  <a:lnTo>
                    <a:pt x="1788" y="742"/>
                  </a:lnTo>
                  <a:lnTo>
                    <a:pt x="1788" y="742"/>
                  </a:lnTo>
                  <a:lnTo>
                    <a:pt x="1723" y="764"/>
                  </a:lnTo>
                  <a:lnTo>
                    <a:pt x="1723" y="764"/>
                  </a:lnTo>
                  <a:lnTo>
                    <a:pt x="1723" y="764"/>
                  </a:lnTo>
                  <a:lnTo>
                    <a:pt x="894" y="829"/>
                  </a:lnTo>
                  <a:lnTo>
                    <a:pt x="894" y="829"/>
                  </a:lnTo>
                  <a:lnTo>
                    <a:pt x="742" y="829"/>
                  </a:lnTo>
                  <a:lnTo>
                    <a:pt x="742" y="829"/>
                  </a:lnTo>
                  <a:lnTo>
                    <a:pt x="698" y="829"/>
                  </a:lnTo>
                  <a:lnTo>
                    <a:pt x="698" y="829"/>
                  </a:lnTo>
                  <a:lnTo>
                    <a:pt x="633" y="807"/>
                  </a:lnTo>
                  <a:lnTo>
                    <a:pt x="458" y="764"/>
                  </a:lnTo>
                  <a:lnTo>
                    <a:pt x="240" y="655"/>
                  </a:lnTo>
                  <a:lnTo>
                    <a:pt x="109" y="567"/>
                  </a:lnTo>
                  <a:lnTo>
                    <a:pt x="0" y="480"/>
                  </a:lnTo>
                  <a:lnTo>
                    <a:pt x="0" y="480"/>
                  </a:lnTo>
                  <a:lnTo>
                    <a:pt x="22" y="655"/>
                  </a:lnTo>
                  <a:lnTo>
                    <a:pt x="66" y="807"/>
                  </a:lnTo>
                  <a:lnTo>
                    <a:pt x="66" y="807"/>
                  </a:lnTo>
                  <a:lnTo>
                    <a:pt x="131" y="938"/>
                  </a:lnTo>
                  <a:lnTo>
                    <a:pt x="197" y="1047"/>
                  </a:lnTo>
                  <a:lnTo>
                    <a:pt x="349" y="1221"/>
                  </a:lnTo>
                  <a:lnTo>
                    <a:pt x="524" y="1374"/>
                  </a:lnTo>
                  <a:lnTo>
                    <a:pt x="698" y="1483"/>
                  </a:lnTo>
                  <a:lnTo>
                    <a:pt x="851" y="1548"/>
                  </a:lnTo>
                  <a:lnTo>
                    <a:pt x="981" y="1614"/>
                  </a:lnTo>
                  <a:lnTo>
                    <a:pt x="1112" y="1636"/>
                  </a:lnTo>
                  <a:lnTo>
                    <a:pt x="1112" y="1636"/>
                  </a:lnTo>
                  <a:lnTo>
                    <a:pt x="1308" y="1636"/>
                  </a:lnTo>
                  <a:lnTo>
                    <a:pt x="1308" y="1636"/>
                  </a:lnTo>
                  <a:lnTo>
                    <a:pt x="2137" y="1570"/>
                  </a:lnTo>
                  <a:lnTo>
                    <a:pt x="2137" y="1570"/>
                  </a:lnTo>
                  <a:lnTo>
                    <a:pt x="2224" y="1570"/>
                  </a:lnTo>
                  <a:lnTo>
                    <a:pt x="2224" y="1570"/>
                  </a:lnTo>
                  <a:lnTo>
                    <a:pt x="2900" y="1483"/>
                  </a:lnTo>
                  <a:lnTo>
                    <a:pt x="2900" y="1483"/>
                  </a:lnTo>
                  <a:lnTo>
                    <a:pt x="3096" y="1461"/>
                  </a:lnTo>
                  <a:lnTo>
                    <a:pt x="3096" y="1461"/>
                  </a:lnTo>
                  <a:lnTo>
                    <a:pt x="3706" y="1396"/>
                  </a:lnTo>
                  <a:lnTo>
                    <a:pt x="3881" y="1374"/>
                  </a:lnTo>
                  <a:lnTo>
                    <a:pt x="4142" y="1352"/>
                  </a:lnTo>
                  <a:lnTo>
                    <a:pt x="4142" y="1352"/>
                  </a:lnTo>
                  <a:lnTo>
                    <a:pt x="4535" y="1287"/>
                  </a:lnTo>
                  <a:lnTo>
                    <a:pt x="4535" y="1287"/>
                  </a:lnTo>
                  <a:lnTo>
                    <a:pt x="4905" y="1221"/>
                  </a:lnTo>
                  <a:lnTo>
                    <a:pt x="4905" y="1221"/>
                  </a:lnTo>
                  <a:lnTo>
                    <a:pt x="5254" y="1178"/>
                  </a:lnTo>
                  <a:lnTo>
                    <a:pt x="5254" y="1178"/>
                  </a:lnTo>
                  <a:lnTo>
                    <a:pt x="6301" y="720"/>
                  </a:lnTo>
                  <a:lnTo>
                    <a:pt x="6301" y="720"/>
                  </a:lnTo>
                  <a:lnTo>
                    <a:pt x="6323" y="655"/>
                  </a:lnTo>
                  <a:lnTo>
                    <a:pt x="6366" y="589"/>
                  </a:lnTo>
                  <a:lnTo>
                    <a:pt x="6366" y="589"/>
                  </a:lnTo>
                  <a:lnTo>
                    <a:pt x="6802"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6" name="Google Shape;11236;p80"/>
            <p:cNvSpPr/>
            <p:nvPr/>
          </p:nvSpPr>
          <p:spPr>
            <a:xfrm>
              <a:off x="2000125" y="3600000"/>
              <a:ext cx="58350" cy="22925"/>
            </a:xfrm>
            <a:custGeom>
              <a:rect b="b" l="l" r="r" t="t"/>
              <a:pathLst>
                <a:path extrusionOk="0" fill="none" h="917" w="2334">
                  <a:moveTo>
                    <a:pt x="2333" y="1"/>
                  </a:moveTo>
                  <a:lnTo>
                    <a:pt x="2333" y="1"/>
                  </a:lnTo>
                  <a:lnTo>
                    <a:pt x="2093" y="88"/>
                  </a:lnTo>
                  <a:lnTo>
                    <a:pt x="2093" y="88"/>
                  </a:lnTo>
                  <a:lnTo>
                    <a:pt x="1919" y="132"/>
                  </a:lnTo>
                  <a:lnTo>
                    <a:pt x="1919" y="132"/>
                  </a:lnTo>
                  <a:lnTo>
                    <a:pt x="1853" y="153"/>
                  </a:lnTo>
                  <a:lnTo>
                    <a:pt x="1853" y="153"/>
                  </a:lnTo>
                  <a:lnTo>
                    <a:pt x="1701" y="197"/>
                  </a:lnTo>
                  <a:lnTo>
                    <a:pt x="1701" y="197"/>
                  </a:lnTo>
                  <a:lnTo>
                    <a:pt x="1374" y="284"/>
                  </a:lnTo>
                  <a:lnTo>
                    <a:pt x="1374" y="284"/>
                  </a:lnTo>
                  <a:lnTo>
                    <a:pt x="1374" y="284"/>
                  </a:lnTo>
                  <a:lnTo>
                    <a:pt x="1265" y="306"/>
                  </a:lnTo>
                  <a:lnTo>
                    <a:pt x="1265" y="306"/>
                  </a:lnTo>
                  <a:lnTo>
                    <a:pt x="1156" y="350"/>
                  </a:lnTo>
                  <a:lnTo>
                    <a:pt x="1156" y="350"/>
                  </a:lnTo>
                  <a:lnTo>
                    <a:pt x="1156" y="350"/>
                  </a:lnTo>
                  <a:lnTo>
                    <a:pt x="1025" y="371"/>
                  </a:lnTo>
                  <a:lnTo>
                    <a:pt x="1025" y="371"/>
                  </a:lnTo>
                  <a:lnTo>
                    <a:pt x="698" y="459"/>
                  </a:lnTo>
                  <a:lnTo>
                    <a:pt x="698" y="459"/>
                  </a:lnTo>
                  <a:lnTo>
                    <a:pt x="349" y="546"/>
                  </a:lnTo>
                  <a:lnTo>
                    <a:pt x="349" y="546"/>
                  </a:lnTo>
                  <a:lnTo>
                    <a:pt x="284" y="568"/>
                  </a:lnTo>
                  <a:lnTo>
                    <a:pt x="284" y="568"/>
                  </a:lnTo>
                  <a:lnTo>
                    <a:pt x="0" y="916"/>
                  </a:lnTo>
                  <a:lnTo>
                    <a:pt x="0" y="916"/>
                  </a:lnTo>
                  <a:lnTo>
                    <a:pt x="1178" y="459"/>
                  </a:lnTo>
                  <a:lnTo>
                    <a:pt x="2333"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7" name="Google Shape;11237;p80"/>
            <p:cNvSpPr/>
            <p:nvPr/>
          </p:nvSpPr>
          <p:spPr>
            <a:xfrm>
              <a:off x="2125475" y="3416325"/>
              <a:ext cx="177700" cy="160825"/>
            </a:xfrm>
            <a:custGeom>
              <a:rect b="b" l="l" r="r" t="t"/>
              <a:pathLst>
                <a:path extrusionOk="0" fill="none" h="6433" w="7108">
                  <a:moveTo>
                    <a:pt x="6693" y="1"/>
                  </a:moveTo>
                  <a:lnTo>
                    <a:pt x="6693" y="1"/>
                  </a:lnTo>
                  <a:lnTo>
                    <a:pt x="6672" y="306"/>
                  </a:lnTo>
                  <a:lnTo>
                    <a:pt x="6672" y="306"/>
                  </a:lnTo>
                  <a:lnTo>
                    <a:pt x="6672" y="306"/>
                  </a:lnTo>
                  <a:lnTo>
                    <a:pt x="6672" y="306"/>
                  </a:lnTo>
                  <a:lnTo>
                    <a:pt x="6672" y="306"/>
                  </a:lnTo>
                  <a:lnTo>
                    <a:pt x="6672" y="306"/>
                  </a:lnTo>
                  <a:lnTo>
                    <a:pt x="6628" y="698"/>
                  </a:lnTo>
                  <a:lnTo>
                    <a:pt x="6541" y="1091"/>
                  </a:lnTo>
                  <a:lnTo>
                    <a:pt x="6541" y="1091"/>
                  </a:lnTo>
                  <a:lnTo>
                    <a:pt x="6519" y="1178"/>
                  </a:lnTo>
                  <a:lnTo>
                    <a:pt x="6519" y="1178"/>
                  </a:lnTo>
                  <a:lnTo>
                    <a:pt x="6432" y="1483"/>
                  </a:lnTo>
                  <a:lnTo>
                    <a:pt x="6323" y="1767"/>
                  </a:lnTo>
                  <a:lnTo>
                    <a:pt x="6323" y="1767"/>
                  </a:lnTo>
                  <a:lnTo>
                    <a:pt x="6170" y="2094"/>
                  </a:lnTo>
                  <a:lnTo>
                    <a:pt x="6170" y="2094"/>
                  </a:lnTo>
                  <a:lnTo>
                    <a:pt x="6083" y="2246"/>
                  </a:lnTo>
                  <a:lnTo>
                    <a:pt x="6083" y="2246"/>
                  </a:lnTo>
                  <a:lnTo>
                    <a:pt x="6061" y="2290"/>
                  </a:lnTo>
                  <a:lnTo>
                    <a:pt x="6061" y="2290"/>
                  </a:lnTo>
                  <a:lnTo>
                    <a:pt x="6061" y="2290"/>
                  </a:lnTo>
                  <a:lnTo>
                    <a:pt x="6061" y="2290"/>
                  </a:lnTo>
                  <a:lnTo>
                    <a:pt x="6061" y="2290"/>
                  </a:lnTo>
                  <a:lnTo>
                    <a:pt x="6018" y="2355"/>
                  </a:lnTo>
                  <a:lnTo>
                    <a:pt x="6018" y="2355"/>
                  </a:lnTo>
                  <a:lnTo>
                    <a:pt x="5974" y="2421"/>
                  </a:lnTo>
                  <a:lnTo>
                    <a:pt x="5974" y="2421"/>
                  </a:lnTo>
                  <a:lnTo>
                    <a:pt x="5952" y="2464"/>
                  </a:lnTo>
                  <a:lnTo>
                    <a:pt x="5952" y="2464"/>
                  </a:lnTo>
                  <a:lnTo>
                    <a:pt x="5865" y="2573"/>
                  </a:lnTo>
                  <a:lnTo>
                    <a:pt x="5865" y="2573"/>
                  </a:lnTo>
                  <a:lnTo>
                    <a:pt x="5865" y="2573"/>
                  </a:lnTo>
                  <a:lnTo>
                    <a:pt x="5865" y="2573"/>
                  </a:lnTo>
                  <a:lnTo>
                    <a:pt x="5821" y="2639"/>
                  </a:lnTo>
                  <a:lnTo>
                    <a:pt x="5821" y="2639"/>
                  </a:lnTo>
                  <a:lnTo>
                    <a:pt x="5800" y="2661"/>
                  </a:lnTo>
                  <a:lnTo>
                    <a:pt x="5800" y="2661"/>
                  </a:lnTo>
                  <a:lnTo>
                    <a:pt x="5734" y="2748"/>
                  </a:lnTo>
                  <a:lnTo>
                    <a:pt x="5734" y="2748"/>
                  </a:lnTo>
                  <a:lnTo>
                    <a:pt x="5691" y="2813"/>
                  </a:lnTo>
                  <a:lnTo>
                    <a:pt x="5691" y="2813"/>
                  </a:lnTo>
                  <a:lnTo>
                    <a:pt x="5429" y="3118"/>
                  </a:lnTo>
                  <a:lnTo>
                    <a:pt x="5429" y="3118"/>
                  </a:lnTo>
                  <a:lnTo>
                    <a:pt x="5255" y="3293"/>
                  </a:lnTo>
                  <a:lnTo>
                    <a:pt x="5255" y="3293"/>
                  </a:lnTo>
                  <a:lnTo>
                    <a:pt x="5211" y="3336"/>
                  </a:lnTo>
                  <a:lnTo>
                    <a:pt x="5211" y="3336"/>
                  </a:lnTo>
                  <a:lnTo>
                    <a:pt x="5211" y="3336"/>
                  </a:lnTo>
                  <a:lnTo>
                    <a:pt x="5211" y="3336"/>
                  </a:lnTo>
                  <a:lnTo>
                    <a:pt x="5211" y="3336"/>
                  </a:lnTo>
                  <a:lnTo>
                    <a:pt x="5211" y="3336"/>
                  </a:lnTo>
                  <a:lnTo>
                    <a:pt x="5146" y="3402"/>
                  </a:lnTo>
                  <a:lnTo>
                    <a:pt x="5146" y="3402"/>
                  </a:lnTo>
                  <a:lnTo>
                    <a:pt x="5080" y="3467"/>
                  </a:lnTo>
                  <a:lnTo>
                    <a:pt x="5080" y="3467"/>
                  </a:lnTo>
                  <a:lnTo>
                    <a:pt x="5080" y="3467"/>
                  </a:lnTo>
                  <a:lnTo>
                    <a:pt x="5080" y="3467"/>
                  </a:lnTo>
                  <a:lnTo>
                    <a:pt x="4949" y="3598"/>
                  </a:lnTo>
                  <a:lnTo>
                    <a:pt x="4949" y="3598"/>
                  </a:lnTo>
                  <a:lnTo>
                    <a:pt x="4884" y="3663"/>
                  </a:lnTo>
                  <a:lnTo>
                    <a:pt x="4884" y="3663"/>
                  </a:lnTo>
                  <a:lnTo>
                    <a:pt x="4797" y="3729"/>
                  </a:lnTo>
                  <a:lnTo>
                    <a:pt x="4797" y="3729"/>
                  </a:lnTo>
                  <a:lnTo>
                    <a:pt x="4753" y="3772"/>
                  </a:lnTo>
                  <a:lnTo>
                    <a:pt x="4753" y="3772"/>
                  </a:lnTo>
                  <a:lnTo>
                    <a:pt x="4579" y="3925"/>
                  </a:lnTo>
                  <a:lnTo>
                    <a:pt x="4579" y="3925"/>
                  </a:lnTo>
                  <a:lnTo>
                    <a:pt x="4077" y="4296"/>
                  </a:lnTo>
                  <a:lnTo>
                    <a:pt x="4077" y="4296"/>
                  </a:lnTo>
                  <a:lnTo>
                    <a:pt x="4034" y="4339"/>
                  </a:lnTo>
                  <a:lnTo>
                    <a:pt x="4034" y="4339"/>
                  </a:lnTo>
                  <a:lnTo>
                    <a:pt x="3881" y="4448"/>
                  </a:lnTo>
                  <a:lnTo>
                    <a:pt x="3881" y="4448"/>
                  </a:lnTo>
                  <a:lnTo>
                    <a:pt x="3859" y="4448"/>
                  </a:lnTo>
                  <a:lnTo>
                    <a:pt x="3859" y="4448"/>
                  </a:lnTo>
                  <a:lnTo>
                    <a:pt x="3249" y="4862"/>
                  </a:lnTo>
                  <a:lnTo>
                    <a:pt x="3249" y="4862"/>
                  </a:lnTo>
                  <a:lnTo>
                    <a:pt x="3140" y="4906"/>
                  </a:lnTo>
                  <a:lnTo>
                    <a:pt x="3140" y="4906"/>
                  </a:lnTo>
                  <a:lnTo>
                    <a:pt x="3118" y="4928"/>
                  </a:lnTo>
                  <a:lnTo>
                    <a:pt x="3118" y="4928"/>
                  </a:lnTo>
                  <a:lnTo>
                    <a:pt x="3031" y="4993"/>
                  </a:lnTo>
                  <a:lnTo>
                    <a:pt x="3031" y="4993"/>
                  </a:lnTo>
                  <a:lnTo>
                    <a:pt x="2856" y="5080"/>
                  </a:lnTo>
                  <a:lnTo>
                    <a:pt x="2856" y="5080"/>
                  </a:lnTo>
                  <a:lnTo>
                    <a:pt x="2704" y="5168"/>
                  </a:lnTo>
                  <a:lnTo>
                    <a:pt x="2704" y="5168"/>
                  </a:lnTo>
                  <a:lnTo>
                    <a:pt x="2551" y="5255"/>
                  </a:lnTo>
                  <a:lnTo>
                    <a:pt x="2551" y="5255"/>
                  </a:lnTo>
                  <a:lnTo>
                    <a:pt x="2464" y="5298"/>
                  </a:lnTo>
                  <a:lnTo>
                    <a:pt x="2464" y="5298"/>
                  </a:lnTo>
                  <a:lnTo>
                    <a:pt x="2202" y="5451"/>
                  </a:lnTo>
                  <a:lnTo>
                    <a:pt x="2202" y="5451"/>
                  </a:lnTo>
                  <a:lnTo>
                    <a:pt x="2115" y="5495"/>
                  </a:lnTo>
                  <a:lnTo>
                    <a:pt x="2115" y="5495"/>
                  </a:lnTo>
                  <a:lnTo>
                    <a:pt x="2072" y="5516"/>
                  </a:lnTo>
                  <a:lnTo>
                    <a:pt x="2072" y="5516"/>
                  </a:lnTo>
                  <a:lnTo>
                    <a:pt x="1941" y="5582"/>
                  </a:lnTo>
                  <a:lnTo>
                    <a:pt x="1941" y="5582"/>
                  </a:lnTo>
                  <a:lnTo>
                    <a:pt x="1919" y="5582"/>
                  </a:lnTo>
                  <a:lnTo>
                    <a:pt x="1919" y="5582"/>
                  </a:lnTo>
                  <a:lnTo>
                    <a:pt x="1657" y="5713"/>
                  </a:lnTo>
                  <a:lnTo>
                    <a:pt x="1657" y="5713"/>
                  </a:lnTo>
                  <a:lnTo>
                    <a:pt x="1548" y="5756"/>
                  </a:lnTo>
                  <a:lnTo>
                    <a:pt x="1548" y="5756"/>
                  </a:lnTo>
                  <a:lnTo>
                    <a:pt x="1003" y="6018"/>
                  </a:lnTo>
                  <a:lnTo>
                    <a:pt x="1003" y="6018"/>
                  </a:lnTo>
                  <a:lnTo>
                    <a:pt x="131" y="6388"/>
                  </a:lnTo>
                  <a:lnTo>
                    <a:pt x="131" y="6388"/>
                  </a:lnTo>
                  <a:lnTo>
                    <a:pt x="1" y="6432"/>
                  </a:lnTo>
                  <a:lnTo>
                    <a:pt x="1" y="6432"/>
                  </a:lnTo>
                  <a:lnTo>
                    <a:pt x="1025" y="6127"/>
                  </a:lnTo>
                  <a:lnTo>
                    <a:pt x="1025" y="6127"/>
                  </a:lnTo>
                  <a:lnTo>
                    <a:pt x="1636" y="5974"/>
                  </a:lnTo>
                  <a:lnTo>
                    <a:pt x="2224" y="5843"/>
                  </a:lnTo>
                  <a:lnTo>
                    <a:pt x="2224" y="5843"/>
                  </a:lnTo>
                  <a:lnTo>
                    <a:pt x="3031" y="5691"/>
                  </a:lnTo>
                  <a:lnTo>
                    <a:pt x="3380" y="5647"/>
                  </a:lnTo>
                  <a:lnTo>
                    <a:pt x="3729" y="5625"/>
                  </a:lnTo>
                  <a:lnTo>
                    <a:pt x="3729" y="5625"/>
                  </a:lnTo>
                  <a:lnTo>
                    <a:pt x="4274" y="5255"/>
                  </a:lnTo>
                  <a:lnTo>
                    <a:pt x="4274" y="5255"/>
                  </a:lnTo>
                  <a:lnTo>
                    <a:pt x="4492" y="5102"/>
                  </a:lnTo>
                  <a:lnTo>
                    <a:pt x="4492" y="5102"/>
                  </a:lnTo>
                  <a:lnTo>
                    <a:pt x="4840" y="4841"/>
                  </a:lnTo>
                  <a:lnTo>
                    <a:pt x="5167" y="4579"/>
                  </a:lnTo>
                  <a:lnTo>
                    <a:pt x="5167" y="4579"/>
                  </a:lnTo>
                  <a:lnTo>
                    <a:pt x="5298" y="4470"/>
                  </a:lnTo>
                  <a:lnTo>
                    <a:pt x="5298" y="4470"/>
                  </a:lnTo>
                  <a:lnTo>
                    <a:pt x="5516" y="4274"/>
                  </a:lnTo>
                  <a:lnTo>
                    <a:pt x="5516" y="4274"/>
                  </a:lnTo>
                  <a:lnTo>
                    <a:pt x="5625" y="4143"/>
                  </a:lnTo>
                  <a:lnTo>
                    <a:pt x="5625" y="4143"/>
                  </a:lnTo>
                  <a:lnTo>
                    <a:pt x="5691" y="4099"/>
                  </a:lnTo>
                  <a:lnTo>
                    <a:pt x="5691" y="4099"/>
                  </a:lnTo>
                  <a:lnTo>
                    <a:pt x="5843" y="3925"/>
                  </a:lnTo>
                  <a:lnTo>
                    <a:pt x="5843" y="3925"/>
                  </a:lnTo>
                  <a:lnTo>
                    <a:pt x="6039" y="3707"/>
                  </a:lnTo>
                  <a:lnTo>
                    <a:pt x="6214" y="3467"/>
                  </a:lnTo>
                  <a:lnTo>
                    <a:pt x="6214" y="3467"/>
                  </a:lnTo>
                  <a:lnTo>
                    <a:pt x="6279" y="3380"/>
                  </a:lnTo>
                  <a:lnTo>
                    <a:pt x="6279" y="3380"/>
                  </a:lnTo>
                  <a:lnTo>
                    <a:pt x="6388" y="3227"/>
                  </a:lnTo>
                  <a:lnTo>
                    <a:pt x="6388" y="3227"/>
                  </a:lnTo>
                  <a:lnTo>
                    <a:pt x="6475" y="3097"/>
                  </a:lnTo>
                  <a:lnTo>
                    <a:pt x="6475" y="3097"/>
                  </a:lnTo>
                  <a:lnTo>
                    <a:pt x="6497" y="3053"/>
                  </a:lnTo>
                  <a:lnTo>
                    <a:pt x="6497" y="3053"/>
                  </a:lnTo>
                  <a:lnTo>
                    <a:pt x="6584" y="2900"/>
                  </a:lnTo>
                  <a:lnTo>
                    <a:pt x="6584" y="2900"/>
                  </a:lnTo>
                  <a:lnTo>
                    <a:pt x="6715" y="2661"/>
                  </a:lnTo>
                  <a:lnTo>
                    <a:pt x="6824" y="2421"/>
                  </a:lnTo>
                  <a:lnTo>
                    <a:pt x="6911" y="2159"/>
                  </a:lnTo>
                  <a:lnTo>
                    <a:pt x="6977" y="1898"/>
                  </a:lnTo>
                  <a:lnTo>
                    <a:pt x="6977" y="1898"/>
                  </a:lnTo>
                  <a:lnTo>
                    <a:pt x="7064" y="1331"/>
                  </a:lnTo>
                  <a:lnTo>
                    <a:pt x="7108" y="807"/>
                  </a:lnTo>
                  <a:lnTo>
                    <a:pt x="7108" y="807"/>
                  </a:lnTo>
                  <a:lnTo>
                    <a:pt x="6693"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8" name="Google Shape;11238;p80"/>
            <p:cNvSpPr/>
            <p:nvPr/>
          </p:nvSpPr>
          <p:spPr>
            <a:xfrm>
              <a:off x="1789750" y="3320400"/>
              <a:ext cx="503075" cy="322675"/>
            </a:xfrm>
            <a:custGeom>
              <a:rect b="b" l="l" r="r" t="t"/>
              <a:pathLst>
                <a:path extrusionOk="0" h="12907" w="20123">
                  <a:moveTo>
                    <a:pt x="15304" y="1"/>
                  </a:moveTo>
                  <a:lnTo>
                    <a:pt x="15086" y="23"/>
                  </a:lnTo>
                  <a:lnTo>
                    <a:pt x="14847" y="66"/>
                  </a:lnTo>
                  <a:lnTo>
                    <a:pt x="14585" y="132"/>
                  </a:lnTo>
                  <a:lnTo>
                    <a:pt x="14193" y="262"/>
                  </a:lnTo>
                  <a:lnTo>
                    <a:pt x="13757" y="437"/>
                  </a:lnTo>
                  <a:lnTo>
                    <a:pt x="13299" y="655"/>
                  </a:lnTo>
                  <a:lnTo>
                    <a:pt x="12819" y="917"/>
                  </a:lnTo>
                  <a:lnTo>
                    <a:pt x="12296" y="1222"/>
                  </a:lnTo>
                  <a:lnTo>
                    <a:pt x="11751" y="1549"/>
                  </a:lnTo>
                  <a:lnTo>
                    <a:pt x="10792" y="2181"/>
                  </a:lnTo>
                  <a:lnTo>
                    <a:pt x="9789" y="2879"/>
                  </a:lnTo>
                  <a:lnTo>
                    <a:pt x="8699" y="3707"/>
                  </a:lnTo>
                  <a:lnTo>
                    <a:pt x="7609" y="4557"/>
                  </a:lnTo>
                  <a:lnTo>
                    <a:pt x="6519" y="5429"/>
                  </a:lnTo>
                  <a:lnTo>
                    <a:pt x="5407" y="6345"/>
                  </a:lnTo>
                  <a:lnTo>
                    <a:pt x="4426" y="7195"/>
                  </a:lnTo>
                  <a:lnTo>
                    <a:pt x="3488" y="7980"/>
                  </a:lnTo>
                  <a:lnTo>
                    <a:pt x="2377" y="8961"/>
                  </a:lnTo>
                  <a:lnTo>
                    <a:pt x="742" y="10465"/>
                  </a:lnTo>
                  <a:lnTo>
                    <a:pt x="109" y="11032"/>
                  </a:lnTo>
                  <a:lnTo>
                    <a:pt x="22" y="11359"/>
                  </a:lnTo>
                  <a:lnTo>
                    <a:pt x="0" y="11621"/>
                  </a:lnTo>
                  <a:lnTo>
                    <a:pt x="22" y="11861"/>
                  </a:lnTo>
                  <a:lnTo>
                    <a:pt x="87" y="12079"/>
                  </a:lnTo>
                  <a:lnTo>
                    <a:pt x="131" y="12209"/>
                  </a:lnTo>
                  <a:lnTo>
                    <a:pt x="197" y="12297"/>
                  </a:lnTo>
                  <a:lnTo>
                    <a:pt x="349" y="12493"/>
                  </a:lnTo>
                  <a:lnTo>
                    <a:pt x="524" y="12624"/>
                  </a:lnTo>
                  <a:lnTo>
                    <a:pt x="698" y="12733"/>
                  </a:lnTo>
                  <a:lnTo>
                    <a:pt x="872" y="12820"/>
                  </a:lnTo>
                  <a:lnTo>
                    <a:pt x="1003" y="12863"/>
                  </a:lnTo>
                  <a:lnTo>
                    <a:pt x="1134" y="12907"/>
                  </a:lnTo>
                  <a:lnTo>
                    <a:pt x="1330" y="12907"/>
                  </a:lnTo>
                  <a:lnTo>
                    <a:pt x="2159" y="12842"/>
                  </a:lnTo>
                  <a:lnTo>
                    <a:pt x="2224" y="12820"/>
                  </a:lnTo>
                  <a:lnTo>
                    <a:pt x="2922" y="12754"/>
                  </a:lnTo>
                  <a:lnTo>
                    <a:pt x="3118" y="12733"/>
                  </a:lnTo>
                  <a:lnTo>
                    <a:pt x="3706" y="12667"/>
                  </a:lnTo>
                  <a:lnTo>
                    <a:pt x="4142" y="12602"/>
                  </a:lnTo>
                  <a:lnTo>
                    <a:pt x="4557" y="12558"/>
                  </a:lnTo>
                  <a:lnTo>
                    <a:pt x="4927" y="12493"/>
                  </a:lnTo>
                  <a:lnTo>
                    <a:pt x="5799" y="12362"/>
                  </a:lnTo>
                  <a:lnTo>
                    <a:pt x="6214" y="12275"/>
                  </a:lnTo>
                  <a:lnTo>
                    <a:pt x="7020" y="12122"/>
                  </a:lnTo>
                  <a:lnTo>
                    <a:pt x="7827" y="11948"/>
                  </a:lnTo>
                  <a:lnTo>
                    <a:pt x="8415" y="11817"/>
                  </a:lnTo>
                  <a:lnTo>
                    <a:pt x="9113" y="11643"/>
                  </a:lnTo>
                  <a:lnTo>
                    <a:pt x="9571" y="11534"/>
                  </a:lnTo>
                  <a:lnTo>
                    <a:pt x="9789" y="11468"/>
                  </a:lnTo>
                  <a:lnTo>
                    <a:pt x="10268" y="11337"/>
                  </a:lnTo>
                  <a:lnTo>
                    <a:pt x="10508" y="11272"/>
                  </a:lnTo>
                  <a:lnTo>
                    <a:pt x="10879" y="11163"/>
                  </a:lnTo>
                  <a:lnTo>
                    <a:pt x="11228" y="11054"/>
                  </a:lnTo>
                  <a:lnTo>
                    <a:pt x="11577" y="10945"/>
                  </a:lnTo>
                  <a:lnTo>
                    <a:pt x="12623" y="10574"/>
                  </a:lnTo>
                  <a:lnTo>
                    <a:pt x="12928" y="10465"/>
                  </a:lnTo>
                  <a:lnTo>
                    <a:pt x="13255" y="10334"/>
                  </a:lnTo>
                  <a:lnTo>
                    <a:pt x="13560" y="10225"/>
                  </a:lnTo>
                  <a:lnTo>
                    <a:pt x="14280" y="9920"/>
                  </a:lnTo>
                  <a:lnTo>
                    <a:pt x="14977" y="9593"/>
                  </a:lnTo>
                  <a:lnTo>
                    <a:pt x="15348" y="9419"/>
                  </a:lnTo>
                  <a:lnTo>
                    <a:pt x="15631" y="9288"/>
                  </a:lnTo>
                  <a:lnTo>
                    <a:pt x="15893" y="9135"/>
                  </a:lnTo>
                  <a:lnTo>
                    <a:pt x="16133" y="9005"/>
                  </a:lnTo>
                  <a:lnTo>
                    <a:pt x="16547" y="8765"/>
                  </a:lnTo>
                  <a:lnTo>
                    <a:pt x="16678" y="8699"/>
                  </a:lnTo>
                  <a:lnTo>
                    <a:pt x="17288" y="8285"/>
                  </a:lnTo>
                  <a:lnTo>
                    <a:pt x="17506" y="8133"/>
                  </a:lnTo>
                  <a:lnTo>
                    <a:pt x="17855" y="7871"/>
                  </a:lnTo>
                  <a:lnTo>
                    <a:pt x="18182" y="7609"/>
                  </a:lnTo>
                  <a:lnTo>
                    <a:pt x="18313" y="7479"/>
                  </a:lnTo>
                  <a:lnTo>
                    <a:pt x="18509" y="7304"/>
                  </a:lnTo>
                  <a:lnTo>
                    <a:pt x="18640" y="7173"/>
                  </a:lnTo>
                  <a:lnTo>
                    <a:pt x="18684" y="7130"/>
                  </a:lnTo>
                  <a:lnTo>
                    <a:pt x="18858" y="6955"/>
                  </a:lnTo>
                  <a:lnTo>
                    <a:pt x="19054" y="6716"/>
                  </a:lnTo>
                  <a:lnTo>
                    <a:pt x="19229" y="6498"/>
                  </a:lnTo>
                  <a:lnTo>
                    <a:pt x="19294" y="6410"/>
                  </a:lnTo>
                  <a:lnTo>
                    <a:pt x="19403" y="6258"/>
                  </a:lnTo>
                  <a:lnTo>
                    <a:pt x="19490" y="6127"/>
                  </a:lnTo>
                  <a:lnTo>
                    <a:pt x="19512" y="6083"/>
                  </a:lnTo>
                  <a:lnTo>
                    <a:pt x="19599" y="5931"/>
                  </a:lnTo>
                  <a:lnTo>
                    <a:pt x="19730" y="5691"/>
                  </a:lnTo>
                  <a:lnTo>
                    <a:pt x="19817" y="5429"/>
                  </a:lnTo>
                  <a:lnTo>
                    <a:pt x="19904" y="5189"/>
                  </a:lnTo>
                  <a:lnTo>
                    <a:pt x="19970" y="4928"/>
                  </a:lnTo>
                  <a:lnTo>
                    <a:pt x="20057" y="4514"/>
                  </a:lnTo>
                  <a:lnTo>
                    <a:pt x="20101" y="4143"/>
                  </a:lnTo>
                  <a:lnTo>
                    <a:pt x="20122" y="3772"/>
                  </a:lnTo>
                  <a:lnTo>
                    <a:pt x="20122" y="3424"/>
                  </a:lnTo>
                  <a:lnTo>
                    <a:pt x="20101" y="3097"/>
                  </a:lnTo>
                  <a:lnTo>
                    <a:pt x="20035" y="2791"/>
                  </a:lnTo>
                  <a:lnTo>
                    <a:pt x="19970" y="2486"/>
                  </a:lnTo>
                  <a:lnTo>
                    <a:pt x="19861" y="2225"/>
                  </a:lnTo>
                  <a:lnTo>
                    <a:pt x="19730" y="1963"/>
                  </a:lnTo>
                  <a:lnTo>
                    <a:pt x="19577" y="1723"/>
                  </a:lnTo>
                  <a:lnTo>
                    <a:pt x="19403" y="1483"/>
                  </a:lnTo>
                  <a:lnTo>
                    <a:pt x="19207" y="1287"/>
                  </a:lnTo>
                  <a:lnTo>
                    <a:pt x="18989" y="1091"/>
                  </a:lnTo>
                  <a:lnTo>
                    <a:pt x="18727" y="917"/>
                  </a:lnTo>
                  <a:lnTo>
                    <a:pt x="18466" y="742"/>
                  </a:lnTo>
                  <a:lnTo>
                    <a:pt x="18182" y="611"/>
                  </a:lnTo>
                  <a:lnTo>
                    <a:pt x="17986" y="524"/>
                  </a:lnTo>
                  <a:lnTo>
                    <a:pt x="17594" y="371"/>
                  </a:lnTo>
                  <a:lnTo>
                    <a:pt x="17179" y="262"/>
                  </a:lnTo>
                  <a:lnTo>
                    <a:pt x="16787" y="175"/>
                  </a:lnTo>
                  <a:lnTo>
                    <a:pt x="16373" y="88"/>
                  </a:lnTo>
                  <a:lnTo>
                    <a:pt x="15958" y="44"/>
                  </a:lnTo>
                  <a:lnTo>
                    <a:pt x="1550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9" name="Google Shape;11239;p80"/>
            <p:cNvSpPr/>
            <p:nvPr/>
          </p:nvSpPr>
          <p:spPr>
            <a:xfrm>
              <a:off x="1789750" y="3320400"/>
              <a:ext cx="503075" cy="322675"/>
            </a:xfrm>
            <a:custGeom>
              <a:rect b="b" l="l" r="r" t="t"/>
              <a:pathLst>
                <a:path extrusionOk="0" fill="none" h="12907" w="20123">
                  <a:moveTo>
                    <a:pt x="19599" y="5931"/>
                  </a:moveTo>
                  <a:lnTo>
                    <a:pt x="19599" y="5931"/>
                  </a:lnTo>
                  <a:lnTo>
                    <a:pt x="19512" y="6083"/>
                  </a:lnTo>
                  <a:lnTo>
                    <a:pt x="19512" y="6083"/>
                  </a:lnTo>
                  <a:lnTo>
                    <a:pt x="19490" y="6127"/>
                  </a:lnTo>
                  <a:lnTo>
                    <a:pt x="19490" y="6127"/>
                  </a:lnTo>
                  <a:lnTo>
                    <a:pt x="19403" y="6258"/>
                  </a:lnTo>
                  <a:lnTo>
                    <a:pt x="19403" y="6258"/>
                  </a:lnTo>
                  <a:lnTo>
                    <a:pt x="19294" y="6410"/>
                  </a:lnTo>
                  <a:lnTo>
                    <a:pt x="19294" y="6410"/>
                  </a:lnTo>
                  <a:lnTo>
                    <a:pt x="19229" y="6498"/>
                  </a:lnTo>
                  <a:lnTo>
                    <a:pt x="19229" y="6498"/>
                  </a:lnTo>
                  <a:lnTo>
                    <a:pt x="19054" y="6716"/>
                  </a:lnTo>
                  <a:lnTo>
                    <a:pt x="18858" y="6955"/>
                  </a:lnTo>
                  <a:lnTo>
                    <a:pt x="18858" y="6955"/>
                  </a:lnTo>
                  <a:lnTo>
                    <a:pt x="18684" y="7130"/>
                  </a:lnTo>
                  <a:lnTo>
                    <a:pt x="18684" y="7130"/>
                  </a:lnTo>
                  <a:lnTo>
                    <a:pt x="18640" y="7173"/>
                  </a:lnTo>
                  <a:lnTo>
                    <a:pt x="18640" y="7173"/>
                  </a:lnTo>
                  <a:lnTo>
                    <a:pt x="18509" y="7304"/>
                  </a:lnTo>
                  <a:lnTo>
                    <a:pt x="18509" y="7304"/>
                  </a:lnTo>
                  <a:lnTo>
                    <a:pt x="18313" y="7479"/>
                  </a:lnTo>
                  <a:lnTo>
                    <a:pt x="18313" y="7479"/>
                  </a:lnTo>
                  <a:lnTo>
                    <a:pt x="18182" y="7609"/>
                  </a:lnTo>
                  <a:lnTo>
                    <a:pt x="18182" y="7609"/>
                  </a:lnTo>
                  <a:lnTo>
                    <a:pt x="17855" y="7871"/>
                  </a:lnTo>
                  <a:lnTo>
                    <a:pt x="17506" y="8133"/>
                  </a:lnTo>
                  <a:lnTo>
                    <a:pt x="17506" y="8133"/>
                  </a:lnTo>
                  <a:lnTo>
                    <a:pt x="17288" y="8285"/>
                  </a:lnTo>
                  <a:lnTo>
                    <a:pt x="17288" y="8285"/>
                  </a:lnTo>
                  <a:lnTo>
                    <a:pt x="16678" y="8699"/>
                  </a:lnTo>
                  <a:lnTo>
                    <a:pt x="16678" y="8699"/>
                  </a:lnTo>
                  <a:lnTo>
                    <a:pt x="16547" y="8765"/>
                  </a:lnTo>
                  <a:lnTo>
                    <a:pt x="16547" y="8765"/>
                  </a:lnTo>
                  <a:lnTo>
                    <a:pt x="16133" y="9005"/>
                  </a:lnTo>
                  <a:lnTo>
                    <a:pt x="16133" y="9005"/>
                  </a:lnTo>
                  <a:lnTo>
                    <a:pt x="15893" y="9135"/>
                  </a:lnTo>
                  <a:lnTo>
                    <a:pt x="15893" y="9135"/>
                  </a:lnTo>
                  <a:lnTo>
                    <a:pt x="15631" y="9288"/>
                  </a:lnTo>
                  <a:lnTo>
                    <a:pt x="15631" y="9288"/>
                  </a:lnTo>
                  <a:lnTo>
                    <a:pt x="15348" y="9419"/>
                  </a:lnTo>
                  <a:lnTo>
                    <a:pt x="15348" y="9419"/>
                  </a:lnTo>
                  <a:lnTo>
                    <a:pt x="14977" y="9593"/>
                  </a:lnTo>
                  <a:lnTo>
                    <a:pt x="14977" y="9593"/>
                  </a:lnTo>
                  <a:lnTo>
                    <a:pt x="14280" y="9920"/>
                  </a:lnTo>
                  <a:lnTo>
                    <a:pt x="13560" y="10225"/>
                  </a:lnTo>
                  <a:lnTo>
                    <a:pt x="13560" y="10225"/>
                  </a:lnTo>
                  <a:lnTo>
                    <a:pt x="13255" y="10334"/>
                  </a:lnTo>
                  <a:lnTo>
                    <a:pt x="13255" y="10334"/>
                  </a:lnTo>
                  <a:lnTo>
                    <a:pt x="13255" y="10334"/>
                  </a:lnTo>
                  <a:lnTo>
                    <a:pt x="12928" y="10465"/>
                  </a:lnTo>
                  <a:lnTo>
                    <a:pt x="12928" y="10465"/>
                  </a:lnTo>
                  <a:lnTo>
                    <a:pt x="12928" y="10465"/>
                  </a:lnTo>
                  <a:lnTo>
                    <a:pt x="12623" y="10574"/>
                  </a:lnTo>
                  <a:lnTo>
                    <a:pt x="12623" y="10574"/>
                  </a:lnTo>
                  <a:lnTo>
                    <a:pt x="11577" y="10945"/>
                  </a:lnTo>
                  <a:lnTo>
                    <a:pt x="11577" y="10945"/>
                  </a:lnTo>
                  <a:lnTo>
                    <a:pt x="11228" y="11054"/>
                  </a:lnTo>
                  <a:lnTo>
                    <a:pt x="11228" y="11054"/>
                  </a:lnTo>
                  <a:lnTo>
                    <a:pt x="10879" y="11163"/>
                  </a:lnTo>
                  <a:lnTo>
                    <a:pt x="10879" y="11163"/>
                  </a:lnTo>
                  <a:lnTo>
                    <a:pt x="10508" y="11272"/>
                  </a:lnTo>
                  <a:lnTo>
                    <a:pt x="10508" y="11272"/>
                  </a:lnTo>
                  <a:lnTo>
                    <a:pt x="10268" y="11337"/>
                  </a:lnTo>
                  <a:lnTo>
                    <a:pt x="10268" y="11337"/>
                  </a:lnTo>
                  <a:lnTo>
                    <a:pt x="9789" y="11468"/>
                  </a:lnTo>
                  <a:lnTo>
                    <a:pt x="9789" y="11468"/>
                  </a:lnTo>
                  <a:lnTo>
                    <a:pt x="9571" y="11534"/>
                  </a:lnTo>
                  <a:lnTo>
                    <a:pt x="9571" y="11534"/>
                  </a:lnTo>
                  <a:lnTo>
                    <a:pt x="9571" y="11534"/>
                  </a:lnTo>
                  <a:lnTo>
                    <a:pt x="9113" y="11643"/>
                  </a:lnTo>
                  <a:lnTo>
                    <a:pt x="9113" y="11643"/>
                  </a:lnTo>
                  <a:lnTo>
                    <a:pt x="8415" y="11817"/>
                  </a:lnTo>
                  <a:lnTo>
                    <a:pt x="8415" y="11817"/>
                  </a:lnTo>
                  <a:lnTo>
                    <a:pt x="7827" y="11948"/>
                  </a:lnTo>
                  <a:lnTo>
                    <a:pt x="7827" y="11948"/>
                  </a:lnTo>
                  <a:lnTo>
                    <a:pt x="7020" y="12122"/>
                  </a:lnTo>
                  <a:lnTo>
                    <a:pt x="6214" y="12275"/>
                  </a:lnTo>
                  <a:lnTo>
                    <a:pt x="6214" y="12275"/>
                  </a:lnTo>
                  <a:lnTo>
                    <a:pt x="5799" y="12362"/>
                  </a:lnTo>
                  <a:lnTo>
                    <a:pt x="5799" y="12362"/>
                  </a:lnTo>
                  <a:lnTo>
                    <a:pt x="4927" y="12493"/>
                  </a:lnTo>
                  <a:lnTo>
                    <a:pt x="4927" y="12493"/>
                  </a:lnTo>
                  <a:lnTo>
                    <a:pt x="4557" y="12558"/>
                  </a:lnTo>
                  <a:lnTo>
                    <a:pt x="4557" y="12558"/>
                  </a:lnTo>
                  <a:lnTo>
                    <a:pt x="4142" y="12602"/>
                  </a:lnTo>
                  <a:lnTo>
                    <a:pt x="4142" y="12602"/>
                  </a:lnTo>
                  <a:lnTo>
                    <a:pt x="3706" y="12667"/>
                  </a:lnTo>
                  <a:lnTo>
                    <a:pt x="3706" y="12667"/>
                  </a:lnTo>
                  <a:lnTo>
                    <a:pt x="3118" y="12733"/>
                  </a:lnTo>
                  <a:lnTo>
                    <a:pt x="3118" y="12733"/>
                  </a:lnTo>
                  <a:lnTo>
                    <a:pt x="2922" y="12754"/>
                  </a:lnTo>
                  <a:lnTo>
                    <a:pt x="2922" y="12754"/>
                  </a:lnTo>
                  <a:lnTo>
                    <a:pt x="2224" y="12820"/>
                  </a:lnTo>
                  <a:lnTo>
                    <a:pt x="2224" y="12820"/>
                  </a:lnTo>
                  <a:lnTo>
                    <a:pt x="2159" y="12842"/>
                  </a:lnTo>
                  <a:lnTo>
                    <a:pt x="2159" y="12842"/>
                  </a:lnTo>
                  <a:lnTo>
                    <a:pt x="1330" y="12907"/>
                  </a:lnTo>
                  <a:lnTo>
                    <a:pt x="1330" y="12907"/>
                  </a:lnTo>
                  <a:lnTo>
                    <a:pt x="1134" y="12907"/>
                  </a:lnTo>
                  <a:lnTo>
                    <a:pt x="1134" y="12907"/>
                  </a:lnTo>
                  <a:lnTo>
                    <a:pt x="1003" y="12863"/>
                  </a:lnTo>
                  <a:lnTo>
                    <a:pt x="872" y="12820"/>
                  </a:lnTo>
                  <a:lnTo>
                    <a:pt x="698" y="12733"/>
                  </a:lnTo>
                  <a:lnTo>
                    <a:pt x="524" y="12624"/>
                  </a:lnTo>
                  <a:lnTo>
                    <a:pt x="349" y="12493"/>
                  </a:lnTo>
                  <a:lnTo>
                    <a:pt x="197" y="12297"/>
                  </a:lnTo>
                  <a:lnTo>
                    <a:pt x="131" y="12209"/>
                  </a:lnTo>
                  <a:lnTo>
                    <a:pt x="87" y="12079"/>
                  </a:lnTo>
                  <a:lnTo>
                    <a:pt x="87" y="12079"/>
                  </a:lnTo>
                  <a:lnTo>
                    <a:pt x="22" y="11861"/>
                  </a:lnTo>
                  <a:lnTo>
                    <a:pt x="0" y="11621"/>
                  </a:lnTo>
                  <a:lnTo>
                    <a:pt x="22" y="11359"/>
                  </a:lnTo>
                  <a:lnTo>
                    <a:pt x="109" y="11032"/>
                  </a:lnTo>
                  <a:lnTo>
                    <a:pt x="109" y="11032"/>
                  </a:lnTo>
                  <a:lnTo>
                    <a:pt x="742" y="10465"/>
                  </a:lnTo>
                  <a:lnTo>
                    <a:pt x="2377" y="8961"/>
                  </a:lnTo>
                  <a:lnTo>
                    <a:pt x="2377" y="8961"/>
                  </a:lnTo>
                  <a:lnTo>
                    <a:pt x="3488" y="7980"/>
                  </a:lnTo>
                  <a:lnTo>
                    <a:pt x="3488" y="7980"/>
                  </a:lnTo>
                  <a:lnTo>
                    <a:pt x="4426" y="7195"/>
                  </a:lnTo>
                  <a:lnTo>
                    <a:pt x="5407" y="6345"/>
                  </a:lnTo>
                  <a:lnTo>
                    <a:pt x="5407" y="6345"/>
                  </a:lnTo>
                  <a:lnTo>
                    <a:pt x="6519" y="5429"/>
                  </a:lnTo>
                  <a:lnTo>
                    <a:pt x="6519" y="5429"/>
                  </a:lnTo>
                  <a:lnTo>
                    <a:pt x="7609" y="4557"/>
                  </a:lnTo>
                  <a:lnTo>
                    <a:pt x="8699" y="3707"/>
                  </a:lnTo>
                  <a:lnTo>
                    <a:pt x="8699" y="3707"/>
                  </a:lnTo>
                  <a:lnTo>
                    <a:pt x="9789" y="2879"/>
                  </a:lnTo>
                  <a:lnTo>
                    <a:pt x="9789" y="2879"/>
                  </a:lnTo>
                  <a:lnTo>
                    <a:pt x="10792" y="2181"/>
                  </a:lnTo>
                  <a:lnTo>
                    <a:pt x="11751" y="1549"/>
                  </a:lnTo>
                  <a:lnTo>
                    <a:pt x="11751" y="1549"/>
                  </a:lnTo>
                  <a:lnTo>
                    <a:pt x="12296" y="1222"/>
                  </a:lnTo>
                  <a:lnTo>
                    <a:pt x="12819" y="917"/>
                  </a:lnTo>
                  <a:lnTo>
                    <a:pt x="12819" y="917"/>
                  </a:lnTo>
                  <a:lnTo>
                    <a:pt x="13299" y="655"/>
                  </a:lnTo>
                  <a:lnTo>
                    <a:pt x="13757" y="437"/>
                  </a:lnTo>
                  <a:lnTo>
                    <a:pt x="14193" y="262"/>
                  </a:lnTo>
                  <a:lnTo>
                    <a:pt x="14585" y="132"/>
                  </a:lnTo>
                  <a:lnTo>
                    <a:pt x="14585" y="132"/>
                  </a:lnTo>
                  <a:lnTo>
                    <a:pt x="14847" y="66"/>
                  </a:lnTo>
                  <a:lnTo>
                    <a:pt x="15086" y="23"/>
                  </a:lnTo>
                  <a:lnTo>
                    <a:pt x="15304" y="1"/>
                  </a:lnTo>
                  <a:lnTo>
                    <a:pt x="15501" y="1"/>
                  </a:lnTo>
                  <a:lnTo>
                    <a:pt x="15501" y="1"/>
                  </a:lnTo>
                  <a:lnTo>
                    <a:pt x="15958" y="44"/>
                  </a:lnTo>
                  <a:lnTo>
                    <a:pt x="16373" y="88"/>
                  </a:lnTo>
                  <a:lnTo>
                    <a:pt x="16787" y="175"/>
                  </a:lnTo>
                  <a:lnTo>
                    <a:pt x="17179" y="262"/>
                  </a:lnTo>
                  <a:lnTo>
                    <a:pt x="17179" y="262"/>
                  </a:lnTo>
                  <a:lnTo>
                    <a:pt x="17594" y="371"/>
                  </a:lnTo>
                  <a:lnTo>
                    <a:pt x="17986" y="524"/>
                  </a:lnTo>
                  <a:lnTo>
                    <a:pt x="17986" y="524"/>
                  </a:lnTo>
                  <a:lnTo>
                    <a:pt x="18182" y="611"/>
                  </a:lnTo>
                  <a:lnTo>
                    <a:pt x="18182" y="611"/>
                  </a:lnTo>
                  <a:lnTo>
                    <a:pt x="18466" y="742"/>
                  </a:lnTo>
                  <a:lnTo>
                    <a:pt x="18727" y="917"/>
                  </a:lnTo>
                  <a:lnTo>
                    <a:pt x="18989" y="1091"/>
                  </a:lnTo>
                  <a:lnTo>
                    <a:pt x="19207" y="1287"/>
                  </a:lnTo>
                  <a:lnTo>
                    <a:pt x="19403" y="1483"/>
                  </a:lnTo>
                  <a:lnTo>
                    <a:pt x="19577" y="1723"/>
                  </a:lnTo>
                  <a:lnTo>
                    <a:pt x="19730" y="1963"/>
                  </a:lnTo>
                  <a:lnTo>
                    <a:pt x="19861" y="2225"/>
                  </a:lnTo>
                  <a:lnTo>
                    <a:pt x="19970" y="2486"/>
                  </a:lnTo>
                  <a:lnTo>
                    <a:pt x="20035" y="2791"/>
                  </a:lnTo>
                  <a:lnTo>
                    <a:pt x="20101" y="3097"/>
                  </a:lnTo>
                  <a:lnTo>
                    <a:pt x="20122" y="3424"/>
                  </a:lnTo>
                  <a:lnTo>
                    <a:pt x="20122" y="3772"/>
                  </a:lnTo>
                  <a:lnTo>
                    <a:pt x="20101" y="4143"/>
                  </a:lnTo>
                  <a:lnTo>
                    <a:pt x="20057" y="4514"/>
                  </a:lnTo>
                  <a:lnTo>
                    <a:pt x="19970" y="4928"/>
                  </a:lnTo>
                  <a:lnTo>
                    <a:pt x="19970" y="4928"/>
                  </a:lnTo>
                  <a:lnTo>
                    <a:pt x="19904" y="5189"/>
                  </a:lnTo>
                  <a:lnTo>
                    <a:pt x="19817" y="5429"/>
                  </a:lnTo>
                  <a:lnTo>
                    <a:pt x="19730" y="5691"/>
                  </a:lnTo>
                  <a:lnTo>
                    <a:pt x="19599" y="593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0" name="Google Shape;11240;p80"/>
            <p:cNvSpPr/>
            <p:nvPr/>
          </p:nvSpPr>
          <p:spPr>
            <a:xfrm>
              <a:off x="1791925" y="3335675"/>
              <a:ext cx="500900" cy="307400"/>
            </a:xfrm>
            <a:custGeom>
              <a:rect b="b" l="l" r="r" t="t"/>
              <a:pathLst>
                <a:path extrusionOk="0" h="12296" w="20036">
                  <a:moveTo>
                    <a:pt x="18095" y="0"/>
                  </a:moveTo>
                  <a:lnTo>
                    <a:pt x="18161" y="109"/>
                  </a:lnTo>
                  <a:lnTo>
                    <a:pt x="18291" y="436"/>
                  </a:lnTo>
                  <a:lnTo>
                    <a:pt x="18379" y="676"/>
                  </a:lnTo>
                  <a:lnTo>
                    <a:pt x="18466" y="938"/>
                  </a:lnTo>
                  <a:lnTo>
                    <a:pt x="18553" y="1243"/>
                  </a:lnTo>
                  <a:lnTo>
                    <a:pt x="18640" y="1592"/>
                  </a:lnTo>
                  <a:lnTo>
                    <a:pt x="18684" y="1962"/>
                  </a:lnTo>
                  <a:lnTo>
                    <a:pt x="18706" y="2355"/>
                  </a:lnTo>
                  <a:lnTo>
                    <a:pt x="18706" y="2747"/>
                  </a:lnTo>
                  <a:lnTo>
                    <a:pt x="18662" y="3183"/>
                  </a:lnTo>
                  <a:lnTo>
                    <a:pt x="18575" y="3619"/>
                  </a:lnTo>
                  <a:lnTo>
                    <a:pt x="18509" y="3837"/>
                  </a:lnTo>
                  <a:lnTo>
                    <a:pt x="18422" y="4055"/>
                  </a:lnTo>
                  <a:lnTo>
                    <a:pt x="18335" y="4273"/>
                  </a:lnTo>
                  <a:lnTo>
                    <a:pt x="18226" y="4491"/>
                  </a:lnTo>
                  <a:lnTo>
                    <a:pt x="18117" y="4709"/>
                  </a:lnTo>
                  <a:lnTo>
                    <a:pt x="17964" y="4927"/>
                  </a:lnTo>
                  <a:lnTo>
                    <a:pt x="17834" y="5080"/>
                  </a:lnTo>
                  <a:lnTo>
                    <a:pt x="17681" y="5254"/>
                  </a:lnTo>
                  <a:lnTo>
                    <a:pt x="17485" y="5429"/>
                  </a:lnTo>
                  <a:lnTo>
                    <a:pt x="17267" y="5603"/>
                  </a:lnTo>
                  <a:lnTo>
                    <a:pt x="16744" y="5974"/>
                  </a:lnTo>
                  <a:lnTo>
                    <a:pt x="16111" y="6366"/>
                  </a:lnTo>
                  <a:lnTo>
                    <a:pt x="15653" y="6628"/>
                  </a:lnTo>
                  <a:lnTo>
                    <a:pt x="15152" y="6889"/>
                  </a:lnTo>
                  <a:lnTo>
                    <a:pt x="14171" y="7391"/>
                  </a:lnTo>
                  <a:lnTo>
                    <a:pt x="13081" y="7870"/>
                  </a:lnTo>
                  <a:lnTo>
                    <a:pt x="12165" y="8285"/>
                  </a:lnTo>
                  <a:lnTo>
                    <a:pt x="11250" y="8655"/>
                  </a:lnTo>
                  <a:lnTo>
                    <a:pt x="10334" y="9026"/>
                  </a:lnTo>
                  <a:lnTo>
                    <a:pt x="9440" y="9353"/>
                  </a:lnTo>
                  <a:lnTo>
                    <a:pt x="8503" y="9680"/>
                  </a:lnTo>
                  <a:lnTo>
                    <a:pt x="7565" y="10007"/>
                  </a:lnTo>
                  <a:lnTo>
                    <a:pt x="6693" y="10290"/>
                  </a:lnTo>
                  <a:lnTo>
                    <a:pt x="5712" y="10574"/>
                  </a:lnTo>
                  <a:lnTo>
                    <a:pt x="4753" y="10857"/>
                  </a:lnTo>
                  <a:lnTo>
                    <a:pt x="3903" y="11075"/>
                  </a:lnTo>
                  <a:lnTo>
                    <a:pt x="3881" y="11075"/>
                  </a:lnTo>
                  <a:lnTo>
                    <a:pt x="3053" y="11250"/>
                  </a:lnTo>
                  <a:lnTo>
                    <a:pt x="2290" y="11402"/>
                  </a:lnTo>
                  <a:lnTo>
                    <a:pt x="1854" y="11468"/>
                  </a:lnTo>
                  <a:lnTo>
                    <a:pt x="1439" y="11511"/>
                  </a:lnTo>
                  <a:lnTo>
                    <a:pt x="1003" y="11555"/>
                  </a:lnTo>
                  <a:lnTo>
                    <a:pt x="611" y="11555"/>
                  </a:lnTo>
                  <a:lnTo>
                    <a:pt x="284" y="11533"/>
                  </a:lnTo>
                  <a:lnTo>
                    <a:pt x="0" y="11468"/>
                  </a:lnTo>
                  <a:lnTo>
                    <a:pt x="44" y="11598"/>
                  </a:lnTo>
                  <a:lnTo>
                    <a:pt x="110" y="11686"/>
                  </a:lnTo>
                  <a:lnTo>
                    <a:pt x="262" y="11882"/>
                  </a:lnTo>
                  <a:lnTo>
                    <a:pt x="437" y="12013"/>
                  </a:lnTo>
                  <a:lnTo>
                    <a:pt x="611" y="12122"/>
                  </a:lnTo>
                  <a:lnTo>
                    <a:pt x="785" y="12209"/>
                  </a:lnTo>
                  <a:lnTo>
                    <a:pt x="916" y="12252"/>
                  </a:lnTo>
                  <a:lnTo>
                    <a:pt x="1047" y="12296"/>
                  </a:lnTo>
                  <a:lnTo>
                    <a:pt x="1243" y="12296"/>
                  </a:lnTo>
                  <a:lnTo>
                    <a:pt x="2072" y="12231"/>
                  </a:lnTo>
                  <a:lnTo>
                    <a:pt x="2137" y="12209"/>
                  </a:lnTo>
                  <a:lnTo>
                    <a:pt x="2835" y="12143"/>
                  </a:lnTo>
                  <a:lnTo>
                    <a:pt x="3031" y="12122"/>
                  </a:lnTo>
                  <a:lnTo>
                    <a:pt x="3619" y="12056"/>
                  </a:lnTo>
                  <a:lnTo>
                    <a:pt x="4055" y="11991"/>
                  </a:lnTo>
                  <a:lnTo>
                    <a:pt x="4470" y="11947"/>
                  </a:lnTo>
                  <a:lnTo>
                    <a:pt x="4840" y="11882"/>
                  </a:lnTo>
                  <a:lnTo>
                    <a:pt x="5712" y="11751"/>
                  </a:lnTo>
                  <a:lnTo>
                    <a:pt x="6127" y="11664"/>
                  </a:lnTo>
                  <a:lnTo>
                    <a:pt x="6933" y="11511"/>
                  </a:lnTo>
                  <a:lnTo>
                    <a:pt x="7740" y="11337"/>
                  </a:lnTo>
                  <a:lnTo>
                    <a:pt x="8328" y="11206"/>
                  </a:lnTo>
                  <a:lnTo>
                    <a:pt x="9026" y="11032"/>
                  </a:lnTo>
                  <a:lnTo>
                    <a:pt x="9484" y="10923"/>
                  </a:lnTo>
                  <a:lnTo>
                    <a:pt x="9702" y="10857"/>
                  </a:lnTo>
                  <a:lnTo>
                    <a:pt x="10181" y="10726"/>
                  </a:lnTo>
                  <a:lnTo>
                    <a:pt x="10421" y="10639"/>
                  </a:lnTo>
                  <a:lnTo>
                    <a:pt x="10792" y="10552"/>
                  </a:lnTo>
                  <a:lnTo>
                    <a:pt x="11141" y="10443"/>
                  </a:lnTo>
                  <a:lnTo>
                    <a:pt x="11490" y="10334"/>
                  </a:lnTo>
                  <a:lnTo>
                    <a:pt x="12536" y="9963"/>
                  </a:lnTo>
                  <a:lnTo>
                    <a:pt x="12841" y="9854"/>
                  </a:lnTo>
                  <a:lnTo>
                    <a:pt x="13168" y="9723"/>
                  </a:lnTo>
                  <a:lnTo>
                    <a:pt x="13473" y="9614"/>
                  </a:lnTo>
                  <a:lnTo>
                    <a:pt x="14193" y="9309"/>
                  </a:lnTo>
                  <a:lnTo>
                    <a:pt x="14890" y="8982"/>
                  </a:lnTo>
                  <a:lnTo>
                    <a:pt x="15261" y="8808"/>
                  </a:lnTo>
                  <a:lnTo>
                    <a:pt x="15544" y="8677"/>
                  </a:lnTo>
                  <a:lnTo>
                    <a:pt x="15806" y="8524"/>
                  </a:lnTo>
                  <a:lnTo>
                    <a:pt x="16046" y="8394"/>
                  </a:lnTo>
                  <a:lnTo>
                    <a:pt x="16460" y="8154"/>
                  </a:lnTo>
                  <a:lnTo>
                    <a:pt x="16591" y="8088"/>
                  </a:lnTo>
                  <a:lnTo>
                    <a:pt x="17201" y="7674"/>
                  </a:lnTo>
                  <a:lnTo>
                    <a:pt x="17419" y="7522"/>
                  </a:lnTo>
                  <a:lnTo>
                    <a:pt x="17768" y="7260"/>
                  </a:lnTo>
                  <a:lnTo>
                    <a:pt x="18095" y="6998"/>
                  </a:lnTo>
                  <a:lnTo>
                    <a:pt x="18226" y="6889"/>
                  </a:lnTo>
                  <a:lnTo>
                    <a:pt x="18422" y="6693"/>
                  </a:lnTo>
                  <a:lnTo>
                    <a:pt x="18553" y="6562"/>
                  </a:lnTo>
                  <a:lnTo>
                    <a:pt x="18597" y="6519"/>
                  </a:lnTo>
                  <a:lnTo>
                    <a:pt x="18771" y="6344"/>
                  </a:lnTo>
                  <a:lnTo>
                    <a:pt x="18967" y="6105"/>
                  </a:lnTo>
                  <a:lnTo>
                    <a:pt x="19142" y="5887"/>
                  </a:lnTo>
                  <a:lnTo>
                    <a:pt x="19207" y="5799"/>
                  </a:lnTo>
                  <a:lnTo>
                    <a:pt x="19316" y="5647"/>
                  </a:lnTo>
                  <a:lnTo>
                    <a:pt x="19403" y="5516"/>
                  </a:lnTo>
                  <a:lnTo>
                    <a:pt x="19425" y="5472"/>
                  </a:lnTo>
                  <a:lnTo>
                    <a:pt x="19512" y="5320"/>
                  </a:lnTo>
                  <a:lnTo>
                    <a:pt x="19643" y="5080"/>
                  </a:lnTo>
                  <a:lnTo>
                    <a:pt x="19730" y="4818"/>
                  </a:lnTo>
                  <a:lnTo>
                    <a:pt x="19817" y="4578"/>
                  </a:lnTo>
                  <a:lnTo>
                    <a:pt x="19883" y="4317"/>
                  </a:lnTo>
                  <a:lnTo>
                    <a:pt x="19970" y="3903"/>
                  </a:lnTo>
                  <a:lnTo>
                    <a:pt x="20014" y="3532"/>
                  </a:lnTo>
                  <a:lnTo>
                    <a:pt x="20035" y="3161"/>
                  </a:lnTo>
                  <a:lnTo>
                    <a:pt x="20035" y="2813"/>
                  </a:lnTo>
                  <a:lnTo>
                    <a:pt x="20014" y="2486"/>
                  </a:lnTo>
                  <a:lnTo>
                    <a:pt x="19948" y="2180"/>
                  </a:lnTo>
                  <a:lnTo>
                    <a:pt x="19883" y="1875"/>
                  </a:lnTo>
                  <a:lnTo>
                    <a:pt x="19774" y="1614"/>
                  </a:lnTo>
                  <a:lnTo>
                    <a:pt x="19643" y="1352"/>
                  </a:lnTo>
                  <a:lnTo>
                    <a:pt x="19490" y="1112"/>
                  </a:lnTo>
                  <a:lnTo>
                    <a:pt x="19316" y="872"/>
                  </a:lnTo>
                  <a:lnTo>
                    <a:pt x="19120" y="676"/>
                  </a:lnTo>
                  <a:lnTo>
                    <a:pt x="18902" y="480"/>
                  </a:lnTo>
                  <a:lnTo>
                    <a:pt x="18640" y="306"/>
                  </a:lnTo>
                  <a:lnTo>
                    <a:pt x="18379" y="131"/>
                  </a:lnTo>
                  <a:lnTo>
                    <a:pt x="1809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1" name="Google Shape;11241;p80"/>
            <p:cNvSpPr/>
            <p:nvPr/>
          </p:nvSpPr>
          <p:spPr>
            <a:xfrm>
              <a:off x="1791925" y="3335675"/>
              <a:ext cx="500900" cy="307400"/>
            </a:xfrm>
            <a:custGeom>
              <a:rect b="b" l="l" r="r" t="t"/>
              <a:pathLst>
                <a:path extrusionOk="0" fill="none" h="12296" w="20036">
                  <a:moveTo>
                    <a:pt x="19883" y="4317"/>
                  </a:moveTo>
                  <a:lnTo>
                    <a:pt x="19883" y="4317"/>
                  </a:lnTo>
                  <a:lnTo>
                    <a:pt x="19817" y="4578"/>
                  </a:lnTo>
                  <a:lnTo>
                    <a:pt x="19730" y="4818"/>
                  </a:lnTo>
                  <a:lnTo>
                    <a:pt x="19643" y="5080"/>
                  </a:lnTo>
                  <a:lnTo>
                    <a:pt x="19512" y="5320"/>
                  </a:lnTo>
                  <a:lnTo>
                    <a:pt x="19512" y="5320"/>
                  </a:lnTo>
                  <a:lnTo>
                    <a:pt x="19425" y="5472"/>
                  </a:lnTo>
                  <a:lnTo>
                    <a:pt x="19425" y="5472"/>
                  </a:lnTo>
                  <a:lnTo>
                    <a:pt x="19403" y="5516"/>
                  </a:lnTo>
                  <a:lnTo>
                    <a:pt x="19403" y="5516"/>
                  </a:lnTo>
                  <a:lnTo>
                    <a:pt x="19316" y="5647"/>
                  </a:lnTo>
                  <a:lnTo>
                    <a:pt x="19316" y="5647"/>
                  </a:lnTo>
                  <a:lnTo>
                    <a:pt x="19207" y="5799"/>
                  </a:lnTo>
                  <a:lnTo>
                    <a:pt x="19207" y="5799"/>
                  </a:lnTo>
                  <a:lnTo>
                    <a:pt x="19142" y="5887"/>
                  </a:lnTo>
                  <a:lnTo>
                    <a:pt x="19142" y="5887"/>
                  </a:lnTo>
                  <a:lnTo>
                    <a:pt x="18967" y="6105"/>
                  </a:lnTo>
                  <a:lnTo>
                    <a:pt x="18771" y="6344"/>
                  </a:lnTo>
                  <a:lnTo>
                    <a:pt x="18771" y="6344"/>
                  </a:lnTo>
                  <a:lnTo>
                    <a:pt x="18597" y="6519"/>
                  </a:lnTo>
                  <a:lnTo>
                    <a:pt x="18597" y="6519"/>
                  </a:lnTo>
                  <a:lnTo>
                    <a:pt x="18553" y="6562"/>
                  </a:lnTo>
                  <a:lnTo>
                    <a:pt x="18553" y="6562"/>
                  </a:lnTo>
                  <a:lnTo>
                    <a:pt x="18422" y="6693"/>
                  </a:lnTo>
                  <a:lnTo>
                    <a:pt x="18422" y="6693"/>
                  </a:lnTo>
                  <a:lnTo>
                    <a:pt x="18226" y="6889"/>
                  </a:lnTo>
                  <a:lnTo>
                    <a:pt x="18226" y="6889"/>
                  </a:lnTo>
                  <a:lnTo>
                    <a:pt x="18095" y="6998"/>
                  </a:lnTo>
                  <a:lnTo>
                    <a:pt x="18095" y="6998"/>
                  </a:lnTo>
                  <a:lnTo>
                    <a:pt x="17768" y="7260"/>
                  </a:lnTo>
                  <a:lnTo>
                    <a:pt x="17419" y="7522"/>
                  </a:lnTo>
                  <a:lnTo>
                    <a:pt x="17419" y="7522"/>
                  </a:lnTo>
                  <a:lnTo>
                    <a:pt x="17201" y="7674"/>
                  </a:lnTo>
                  <a:lnTo>
                    <a:pt x="17201" y="7674"/>
                  </a:lnTo>
                  <a:lnTo>
                    <a:pt x="16591" y="8088"/>
                  </a:lnTo>
                  <a:lnTo>
                    <a:pt x="16591" y="8088"/>
                  </a:lnTo>
                  <a:lnTo>
                    <a:pt x="16460" y="8154"/>
                  </a:lnTo>
                  <a:lnTo>
                    <a:pt x="16460" y="8154"/>
                  </a:lnTo>
                  <a:lnTo>
                    <a:pt x="16046" y="8394"/>
                  </a:lnTo>
                  <a:lnTo>
                    <a:pt x="16046" y="8394"/>
                  </a:lnTo>
                  <a:lnTo>
                    <a:pt x="15806" y="8524"/>
                  </a:lnTo>
                  <a:lnTo>
                    <a:pt x="15806" y="8524"/>
                  </a:lnTo>
                  <a:lnTo>
                    <a:pt x="15544" y="8677"/>
                  </a:lnTo>
                  <a:lnTo>
                    <a:pt x="15544" y="8677"/>
                  </a:lnTo>
                  <a:lnTo>
                    <a:pt x="15261" y="8808"/>
                  </a:lnTo>
                  <a:lnTo>
                    <a:pt x="15261" y="8808"/>
                  </a:lnTo>
                  <a:lnTo>
                    <a:pt x="14890" y="8982"/>
                  </a:lnTo>
                  <a:lnTo>
                    <a:pt x="14890" y="8982"/>
                  </a:lnTo>
                  <a:lnTo>
                    <a:pt x="14193" y="9309"/>
                  </a:lnTo>
                  <a:lnTo>
                    <a:pt x="13473" y="9614"/>
                  </a:lnTo>
                  <a:lnTo>
                    <a:pt x="13473" y="9614"/>
                  </a:lnTo>
                  <a:lnTo>
                    <a:pt x="13168" y="9723"/>
                  </a:lnTo>
                  <a:lnTo>
                    <a:pt x="13168" y="9723"/>
                  </a:lnTo>
                  <a:lnTo>
                    <a:pt x="13168" y="9723"/>
                  </a:lnTo>
                  <a:lnTo>
                    <a:pt x="12841" y="9854"/>
                  </a:lnTo>
                  <a:lnTo>
                    <a:pt x="12841" y="9854"/>
                  </a:lnTo>
                  <a:lnTo>
                    <a:pt x="12841" y="9854"/>
                  </a:lnTo>
                  <a:lnTo>
                    <a:pt x="12536" y="9963"/>
                  </a:lnTo>
                  <a:lnTo>
                    <a:pt x="12536" y="9963"/>
                  </a:lnTo>
                  <a:lnTo>
                    <a:pt x="11490" y="10334"/>
                  </a:lnTo>
                  <a:lnTo>
                    <a:pt x="11490" y="10334"/>
                  </a:lnTo>
                  <a:lnTo>
                    <a:pt x="11141" y="10443"/>
                  </a:lnTo>
                  <a:lnTo>
                    <a:pt x="11141" y="10443"/>
                  </a:lnTo>
                  <a:lnTo>
                    <a:pt x="10792" y="10552"/>
                  </a:lnTo>
                  <a:lnTo>
                    <a:pt x="10792" y="10552"/>
                  </a:lnTo>
                  <a:lnTo>
                    <a:pt x="10421" y="10639"/>
                  </a:lnTo>
                  <a:lnTo>
                    <a:pt x="10421" y="10639"/>
                  </a:lnTo>
                  <a:lnTo>
                    <a:pt x="10181" y="10726"/>
                  </a:lnTo>
                  <a:lnTo>
                    <a:pt x="10181" y="10726"/>
                  </a:lnTo>
                  <a:lnTo>
                    <a:pt x="9702" y="10857"/>
                  </a:lnTo>
                  <a:lnTo>
                    <a:pt x="9702" y="10857"/>
                  </a:lnTo>
                  <a:lnTo>
                    <a:pt x="9484" y="10923"/>
                  </a:lnTo>
                  <a:lnTo>
                    <a:pt x="9484" y="10923"/>
                  </a:lnTo>
                  <a:lnTo>
                    <a:pt x="9484" y="10923"/>
                  </a:lnTo>
                  <a:lnTo>
                    <a:pt x="9026" y="11032"/>
                  </a:lnTo>
                  <a:lnTo>
                    <a:pt x="9026" y="11032"/>
                  </a:lnTo>
                  <a:lnTo>
                    <a:pt x="8328" y="11206"/>
                  </a:lnTo>
                  <a:lnTo>
                    <a:pt x="8328" y="11206"/>
                  </a:lnTo>
                  <a:lnTo>
                    <a:pt x="7740" y="11337"/>
                  </a:lnTo>
                  <a:lnTo>
                    <a:pt x="7740" y="11337"/>
                  </a:lnTo>
                  <a:lnTo>
                    <a:pt x="6933" y="11511"/>
                  </a:lnTo>
                  <a:lnTo>
                    <a:pt x="6127" y="11664"/>
                  </a:lnTo>
                  <a:lnTo>
                    <a:pt x="6127" y="11664"/>
                  </a:lnTo>
                  <a:lnTo>
                    <a:pt x="5712" y="11751"/>
                  </a:lnTo>
                  <a:lnTo>
                    <a:pt x="5712" y="11751"/>
                  </a:lnTo>
                  <a:lnTo>
                    <a:pt x="4840" y="11882"/>
                  </a:lnTo>
                  <a:lnTo>
                    <a:pt x="4840" y="11882"/>
                  </a:lnTo>
                  <a:lnTo>
                    <a:pt x="4470" y="11947"/>
                  </a:lnTo>
                  <a:lnTo>
                    <a:pt x="4470" y="11947"/>
                  </a:lnTo>
                  <a:lnTo>
                    <a:pt x="4055" y="11991"/>
                  </a:lnTo>
                  <a:lnTo>
                    <a:pt x="4055" y="11991"/>
                  </a:lnTo>
                  <a:lnTo>
                    <a:pt x="3619" y="12056"/>
                  </a:lnTo>
                  <a:lnTo>
                    <a:pt x="3619" y="12056"/>
                  </a:lnTo>
                  <a:lnTo>
                    <a:pt x="3031" y="12122"/>
                  </a:lnTo>
                  <a:lnTo>
                    <a:pt x="3031" y="12122"/>
                  </a:lnTo>
                  <a:lnTo>
                    <a:pt x="2835" y="12143"/>
                  </a:lnTo>
                  <a:lnTo>
                    <a:pt x="2835" y="12143"/>
                  </a:lnTo>
                  <a:lnTo>
                    <a:pt x="2137" y="12209"/>
                  </a:lnTo>
                  <a:lnTo>
                    <a:pt x="2137" y="12209"/>
                  </a:lnTo>
                  <a:lnTo>
                    <a:pt x="2072" y="12231"/>
                  </a:lnTo>
                  <a:lnTo>
                    <a:pt x="2072" y="12231"/>
                  </a:lnTo>
                  <a:lnTo>
                    <a:pt x="2072" y="12231"/>
                  </a:lnTo>
                  <a:lnTo>
                    <a:pt x="1243" y="12296"/>
                  </a:lnTo>
                  <a:lnTo>
                    <a:pt x="1243" y="12296"/>
                  </a:lnTo>
                  <a:lnTo>
                    <a:pt x="1047" y="12296"/>
                  </a:lnTo>
                  <a:lnTo>
                    <a:pt x="1047" y="12296"/>
                  </a:lnTo>
                  <a:lnTo>
                    <a:pt x="916" y="12252"/>
                  </a:lnTo>
                  <a:lnTo>
                    <a:pt x="785" y="12209"/>
                  </a:lnTo>
                  <a:lnTo>
                    <a:pt x="611" y="12122"/>
                  </a:lnTo>
                  <a:lnTo>
                    <a:pt x="437" y="12013"/>
                  </a:lnTo>
                  <a:lnTo>
                    <a:pt x="262" y="11882"/>
                  </a:lnTo>
                  <a:lnTo>
                    <a:pt x="110" y="11686"/>
                  </a:lnTo>
                  <a:lnTo>
                    <a:pt x="44" y="11598"/>
                  </a:lnTo>
                  <a:lnTo>
                    <a:pt x="0" y="11468"/>
                  </a:lnTo>
                  <a:lnTo>
                    <a:pt x="0" y="11468"/>
                  </a:lnTo>
                  <a:lnTo>
                    <a:pt x="284" y="11533"/>
                  </a:lnTo>
                  <a:lnTo>
                    <a:pt x="611" y="11555"/>
                  </a:lnTo>
                  <a:lnTo>
                    <a:pt x="1003" y="11555"/>
                  </a:lnTo>
                  <a:lnTo>
                    <a:pt x="1439" y="11511"/>
                  </a:lnTo>
                  <a:lnTo>
                    <a:pt x="1439" y="11511"/>
                  </a:lnTo>
                  <a:lnTo>
                    <a:pt x="1854" y="11468"/>
                  </a:lnTo>
                  <a:lnTo>
                    <a:pt x="2290" y="11402"/>
                  </a:lnTo>
                  <a:lnTo>
                    <a:pt x="2290" y="11402"/>
                  </a:lnTo>
                  <a:lnTo>
                    <a:pt x="3053" y="11250"/>
                  </a:lnTo>
                  <a:lnTo>
                    <a:pt x="3881" y="11075"/>
                  </a:lnTo>
                  <a:lnTo>
                    <a:pt x="3903" y="11075"/>
                  </a:lnTo>
                  <a:lnTo>
                    <a:pt x="3903" y="11075"/>
                  </a:lnTo>
                  <a:lnTo>
                    <a:pt x="4753" y="10857"/>
                  </a:lnTo>
                  <a:lnTo>
                    <a:pt x="4753" y="10857"/>
                  </a:lnTo>
                  <a:lnTo>
                    <a:pt x="4753" y="10857"/>
                  </a:lnTo>
                  <a:lnTo>
                    <a:pt x="5712" y="10574"/>
                  </a:lnTo>
                  <a:lnTo>
                    <a:pt x="6693" y="10290"/>
                  </a:lnTo>
                  <a:lnTo>
                    <a:pt x="6693" y="10290"/>
                  </a:lnTo>
                  <a:lnTo>
                    <a:pt x="7565" y="10007"/>
                  </a:lnTo>
                  <a:lnTo>
                    <a:pt x="7565" y="10007"/>
                  </a:lnTo>
                  <a:lnTo>
                    <a:pt x="8503" y="9680"/>
                  </a:lnTo>
                  <a:lnTo>
                    <a:pt x="9440" y="9353"/>
                  </a:lnTo>
                  <a:lnTo>
                    <a:pt x="9440" y="9353"/>
                  </a:lnTo>
                  <a:lnTo>
                    <a:pt x="10334" y="9026"/>
                  </a:lnTo>
                  <a:lnTo>
                    <a:pt x="10334" y="9026"/>
                  </a:lnTo>
                  <a:lnTo>
                    <a:pt x="11250" y="8655"/>
                  </a:lnTo>
                  <a:lnTo>
                    <a:pt x="12165" y="8285"/>
                  </a:lnTo>
                  <a:lnTo>
                    <a:pt x="12165" y="8285"/>
                  </a:lnTo>
                  <a:lnTo>
                    <a:pt x="13081" y="7870"/>
                  </a:lnTo>
                  <a:lnTo>
                    <a:pt x="13081" y="7870"/>
                  </a:lnTo>
                  <a:lnTo>
                    <a:pt x="14171" y="7391"/>
                  </a:lnTo>
                  <a:lnTo>
                    <a:pt x="15152" y="6889"/>
                  </a:lnTo>
                  <a:lnTo>
                    <a:pt x="15152" y="6889"/>
                  </a:lnTo>
                  <a:lnTo>
                    <a:pt x="15152" y="6889"/>
                  </a:lnTo>
                  <a:lnTo>
                    <a:pt x="15653" y="6628"/>
                  </a:lnTo>
                  <a:lnTo>
                    <a:pt x="16111" y="6366"/>
                  </a:lnTo>
                  <a:lnTo>
                    <a:pt x="16111" y="6366"/>
                  </a:lnTo>
                  <a:lnTo>
                    <a:pt x="16744" y="5974"/>
                  </a:lnTo>
                  <a:lnTo>
                    <a:pt x="17267" y="5603"/>
                  </a:lnTo>
                  <a:lnTo>
                    <a:pt x="17485" y="5429"/>
                  </a:lnTo>
                  <a:lnTo>
                    <a:pt x="17681" y="5254"/>
                  </a:lnTo>
                  <a:lnTo>
                    <a:pt x="17834" y="5080"/>
                  </a:lnTo>
                  <a:lnTo>
                    <a:pt x="17964" y="4927"/>
                  </a:lnTo>
                  <a:lnTo>
                    <a:pt x="17964" y="4927"/>
                  </a:lnTo>
                  <a:lnTo>
                    <a:pt x="18117" y="4709"/>
                  </a:lnTo>
                  <a:lnTo>
                    <a:pt x="18226" y="4491"/>
                  </a:lnTo>
                  <a:lnTo>
                    <a:pt x="18335" y="4273"/>
                  </a:lnTo>
                  <a:lnTo>
                    <a:pt x="18422" y="4055"/>
                  </a:lnTo>
                  <a:lnTo>
                    <a:pt x="18509" y="3837"/>
                  </a:lnTo>
                  <a:lnTo>
                    <a:pt x="18575" y="3619"/>
                  </a:lnTo>
                  <a:lnTo>
                    <a:pt x="18662" y="3183"/>
                  </a:lnTo>
                  <a:lnTo>
                    <a:pt x="18706" y="2747"/>
                  </a:lnTo>
                  <a:lnTo>
                    <a:pt x="18706" y="2355"/>
                  </a:lnTo>
                  <a:lnTo>
                    <a:pt x="18684" y="1962"/>
                  </a:lnTo>
                  <a:lnTo>
                    <a:pt x="18640" y="1592"/>
                  </a:lnTo>
                  <a:lnTo>
                    <a:pt x="18553" y="1243"/>
                  </a:lnTo>
                  <a:lnTo>
                    <a:pt x="18466" y="938"/>
                  </a:lnTo>
                  <a:lnTo>
                    <a:pt x="18379" y="676"/>
                  </a:lnTo>
                  <a:lnTo>
                    <a:pt x="18291" y="436"/>
                  </a:lnTo>
                  <a:lnTo>
                    <a:pt x="18161" y="109"/>
                  </a:lnTo>
                  <a:lnTo>
                    <a:pt x="18095" y="0"/>
                  </a:lnTo>
                  <a:lnTo>
                    <a:pt x="18095" y="0"/>
                  </a:lnTo>
                  <a:lnTo>
                    <a:pt x="18379" y="131"/>
                  </a:lnTo>
                  <a:lnTo>
                    <a:pt x="18640" y="306"/>
                  </a:lnTo>
                  <a:lnTo>
                    <a:pt x="18902" y="480"/>
                  </a:lnTo>
                  <a:lnTo>
                    <a:pt x="19120" y="676"/>
                  </a:lnTo>
                  <a:lnTo>
                    <a:pt x="19316" y="872"/>
                  </a:lnTo>
                  <a:lnTo>
                    <a:pt x="19490" y="1112"/>
                  </a:lnTo>
                  <a:lnTo>
                    <a:pt x="19643" y="1352"/>
                  </a:lnTo>
                  <a:lnTo>
                    <a:pt x="19774" y="1614"/>
                  </a:lnTo>
                  <a:lnTo>
                    <a:pt x="19883" y="1875"/>
                  </a:lnTo>
                  <a:lnTo>
                    <a:pt x="19948" y="2180"/>
                  </a:lnTo>
                  <a:lnTo>
                    <a:pt x="20014" y="2486"/>
                  </a:lnTo>
                  <a:lnTo>
                    <a:pt x="20035" y="2813"/>
                  </a:lnTo>
                  <a:lnTo>
                    <a:pt x="20035" y="3161"/>
                  </a:lnTo>
                  <a:lnTo>
                    <a:pt x="20014" y="3532"/>
                  </a:lnTo>
                  <a:lnTo>
                    <a:pt x="19970" y="3903"/>
                  </a:lnTo>
                  <a:lnTo>
                    <a:pt x="19883" y="4317"/>
                  </a:lnTo>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2" name="Google Shape;11242;p80"/>
            <p:cNvSpPr/>
            <p:nvPr/>
          </p:nvSpPr>
          <p:spPr>
            <a:xfrm>
              <a:off x="2090600" y="3320400"/>
              <a:ext cx="86675" cy="241475"/>
            </a:xfrm>
            <a:custGeom>
              <a:rect b="b" l="l" r="r" t="t"/>
              <a:pathLst>
                <a:path extrusionOk="0" h="9659" w="3467">
                  <a:moveTo>
                    <a:pt x="3270" y="1"/>
                  </a:moveTo>
                  <a:lnTo>
                    <a:pt x="3052" y="23"/>
                  </a:lnTo>
                  <a:lnTo>
                    <a:pt x="2813" y="66"/>
                  </a:lnTo>
                  <a:lnTo>
                    <a:pt x="2551" y="132"/>
                  </a:lnTo>
                  <a:lnTo>
                    <a:pt x="218" y="8896"/>
                  </a:lnTo>
                  <a:lnTo>
                    <a:pt x="0" y="9659"/>
                  </a:lnTo>
                  <a:lnTo>
                    <a:pt x="938" y="9179"/>
                  </a:lnTo>
                  <a:lnTo>
                    <a:pt x="1134" y="8481"/>
                  </a:lnTo>
                  <a:lnTo>
                    <a:pt x="346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3" name="Google Shape;11243;p80"/>
            <p:cNvSpPr/>
            <p:nvPr/>
          </p:nvSpPr>
          <p:spPr>
            <a:xfrm>
              <a:off x="2163075" y="3326950"/>
              <a:ext cx="76325" cy="210400"/>
            </a:xfrm>
            <a:custGeom>
              <a:rect b="b" l="l" r="r" t="t"/>
              <a:pathLst>
                <a:path extrusionOk="0" h="8416" w="3053">
                  <a:moveTo>
                    <a:pt x="2246" y="0"/>
                  </a:moveTo>
                  <a:lnTo>
                    <a:pt x="306" y="7238"/>
                  </a:lnTo>
                  <a:lnTo>
                    <a:pt x="1" y="8416"/>
                  </a:lnTo>
                  <a:lnTo>
                    <a:pt x="938" y="7914"/>
                  </a:lnTo>
                  <a:lnTo>
                    <a:pt x="1265" y="6715"/>
                  </a:lnTo>
                  <a:lnTo>
                    <a:pt x="3053" y="262"/>
                  </a:lnTo>
                  <a:lnTo>
                    <a:pt x="2661" y="109"/>
                  </a:lnTo>
                  <a:lnTo>
                    <a:pt x="224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4" name="Google Shape;11244;p80"/>
            <p:cNvSpPr/>
            <p:nvPr/>
          </p:nvSpPr>
          <p:spPr>
            <a:xfrm>
              <a:off x="2026275" y="3343300"/>
              <a:ext cx="83975" cy="232200"/>
            </a:xfrm>
            <a:custGeom>
              <a:rect b="b" l="l" r="r" t="t"/>
              <a:pathLst>
                <a:path extrusionOk="0" h="9288" w="3359">
                  <a:moveTo>
                    <a:pt x="3358" y="1"/>
                  </a:moveTo>
                  <a:lnTo>
                    <a:pt x="2835" y="306"/>
                  </a:lnTo>
                  <a:lnTo>
                    <a:pt x="2290" y="633"/>
                  </a:lnTo>
                  <a:lnTo>
                    <a:pt x="66" y="9048"/>
                  </a:lnTo>
                  <a:lnTo>
                    <a:pt x="1" y="9288"/>
                  </a:lnTo>
                  <a:lnTo>
                    <a:pt x="1" y="9288"/>
                  </a:lnTo>
                  <a:lnTo>
                    <a:pt x="916" y="8808"/>
                  </a:lnTo>
                  <a:lnTo>
                    <a:pt x="960" y="8721"/>
                  </a:lnTo>
                  <a:lnTo>
                    <a:pt x="335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5" name="Google Shape;11245;p80"/>
            <p:cNvSpPr/>
            <p:nvPr/>
          </p:nvSpPr>
          <p:spPr>
            <a:xfrm>
              <a:off x="1954350" y="3392350"/>
              <a:ext cx="80125" cy="219125"/>
            </a:xfrm>
            <a:custGeom>
              <a:rect b="b" l="l" r="r" t="t"/>
              <a:pathLst>
                <a:path extrusionOk="0" h="8765" w="3205">
                  <a:moveTo>
                    <a:pt x="3205" y="1"/>
                  </a:moveTo>
                  <a:lnTo>
                    <a:pt x="2115" y="829"/>
                  </a:lnTo>
                  <a:lnTo>
                    <a:pt x="196" y="8023"/>
                  </a:lnTo>
                  <a:lnTo>
                    <a:pt x="0" y="8765"/>
                  </a:lnTo>
                  <a:lnTo>
                    <a:pt x="916" y="8285"/>
                  </a:lnTo>
                  <a:lnTo>
                    <a:pt x="1068" y="7740"/>
                  </a:lnTo>
                  <a:lnTo>
                    <a:pt x="320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6" name="Google Shape;11246;p80"/>
            <p:cNvSpPr/>
            <p:nvPr/>
          </p:nvSpPr>
          <p:spPr>
            <a:xfrm>
              <a:off x="1882400" y="3456125"/>
              <a:ext cx="70325" cy="180975"/>
            </a:xfrm>
            <a:custGeom>
              <a:rect b="b" l="l" r="r" t="t"/>
              <a:pathLst>
                <a:path extrusionOk="0" h="7239" w="2813">
                  <a:moveTo>
                    <a:pt x="2813" y="0"/>
                  </a:moveTo>
                  <a:lnTo>
                    <a:pt x="1701" y="916"/>
                  </a:lnTo>
                  <a:lnTo>
                    <a:pt x="262" y="6257"/>
                  </a:lnTo>
                  <a:lnTo>
                    <a:pt x="0" y="7238"/>
                  </a:lnTo>
                  <a:lnTo>
                    <a:pt x="436" y="7173"/>
                  </a:lnTo>
                  <a:lnTo>
                    <a:pt x="894" y="6955"/>
                  </a:lnTo>
                  <a:lnTo>
                    <a:pt x="1134" y="6039"/>
                  </a:lnTo>
                  <a:lnTo>
                    <a:pt x="281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7" name="Google Shape;11247;p80"/>
            <p:cNvSpPr/>
            <p:nvPr/>
          </p:nvSpPr>
          <p:spPr>
            <a:xfrm>
              <a:off x="1823000" y="3519875"/>
              <a:ext cx="53975" cy="123200"/>
            </a:xfrm>
            <a:custGeom>
              <a:rect b="b" l="l" r="r" t="t"/>
              <a:pathLst>
                <a:path extrusionOk="0" h="4928" w="2159">
                  <a:moveTo>
                    <a:pt x="2158" y="1"/>
                  </a:moveTo>
                  <a:lnTo>
                    <a:pt x="1047" y="982"/>
                  </a:lnTo>
                  <a:lnTo>
                    <a:pt x="196" y="4143"/>
                  </a:lnTo>
                  <a:lnTo>
                    <a:pt x="0" y="4928"/>
                  </a:lnTo>
                  <a:lnTo>
                    <a:pt x="829" y="4863"/>
                  </a:lnTo>
                  <a:lnTo>
                    <a:pt x="1047" y="4034"/>
                  </a:lnTo>
                  <a:lnTo>
                    <a:pt x="215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8" name="Google Shape;11248;p80"/>
            <p:cNvSpPr/>
            <p:nvPr/>
          </p:nvSpPr>
          <p:spPr>
            <a:xfrm>
              <a:off x="1795200" y="3556400"/>
              <a:ext cx="545050" cy="236575"/>
            </a:xfrm>
            <a:custGeom>
              <a:rect b="b" l="l" r="r" t="t"/>
              <a:pathLst>
                <a:path extrusionOk="0" h="9463" w="21802">
                  <a:moveTo>
                    <a:pt x="15566" y="4056"/>
                  </a:moveTo>
                  <a:lnTo>
                    <a:pt x="15653" y="4077"/>
                  </a:lnTo>
                  <a:lnTo>
                    <a:pt x="15719" y="4099"/>
                  </a:lnTo>
                  <a:lnTo>
                    <a:pt x="15849" y="4165"/>
                  </a:lnTo>
                  <a:lnTo>
                    <a:pt x="15958" y="4274"/>
                  </a:lnTo>
                  <a:lnTo>
                    <a:pt x="16046" y="4426"/>
                  </a:lnTo>
                  <a:lnTo>
                    <a:pt x="16743" y="6105"/>
                  </a:lnTo>
                  <a:lnTo>
                    <a:pt x="16765" y="6192"/>
                  </a:lnTo>
                  <a:lnTo>
                    <a:pt x="16765" y="6279"/>
                  </a:lnTo>
                  <a:lnTo>
                    <a:pt x="16722" y="6367"/>
                  </a:lnTo>
                  <a:lnTo>
                    <a:pt x="16678" y="6454"/>
                  </a:lnTo>
                  <a:lnTo>
                    <a:pt x="16634" y="6541"/>
                  </a:lnTo>
                  <a:lnTo>
                    <a:pt x="16569" y="6606"/>
                  </a:lnTo>
                  <a:lnTo>
                    <a:pt x="16482" y="6650"/>
                  </a:lnTo>
                  <a:lnTo>
                    <a:pt x="16394" y="6694"/>
                  </a:lnTo>
                  <a:lnTo>
                    <a:pt x="16198" y="6694"/>
                  </a:lnTo>
                  <a:lnTo>
                    <a:pt x="16133" y="6672"/>
                  </a:lnTo>
                  <a:lnTo>
                    <a:pt x="16002" y="6606"/>
                  </a:lnTo>
                  <a:lnTo>
                    <a:pt x="15893" y="6497"/>
                  </a:lnTo>
                  <a:lnTo>
                    <a:pt x="15806" y="6345"/>
                  </a:lnTo>
                  <a:lnTo>
                    <a:pt x="15108" y="4666"/>
                  </a:lnTo>
                  <a:lnTo>
                    <a:pt x="15086" y="4579"/>
                  </a:lnTo>
                  <a:lnTo>
                    <a:pt x="15086" y="4492"/>
                  </a:lnTo>
                  <a:lnTo>
                    <a:pt x="15108" y="4404"/>
                  </a:lnTo>
                  <a:lnTo>
                    <a:pt x="15152" y="4317"/>
                  </a:lnTo>
                  <a:lnTo>
                    <a:pt x="15217" y="4230"/>
                  </a:lnTo>
                  <a:lnTo>
                    <a:pt x="15283" y="4165"/>
                  </a:lnTo>
                  <a:lnTo>
                    <a:pt x="15370" y="4121"/>
                  </a:lnTo>
                  <a:lnTo>
                    <a:pt x="15457" y="4077"/>
                  </a:lnTo>
                  <a:lnTo>
                    <a:pt x="15566" y="4056"/>
                  </a:lnTo>
                  <a:close/>
                  <a:moveTo>
                    <a:pt x="11359" y="6367"/>
                  </a:moveTo>
                  <a:lnTo>
                    <a:pt x="11424" y="6388"/>
                  </a:lnTo>
                  <a:lnTo>
                    <a:pt x="11511" y="6432"/>
                  </a:lnTo>
                  <a:lnTo>
                    <a:pt x="11577" y="6497"/>
                  </a:lnTo>
                  <a:lnTo>
                    <a:pt x="12906" y="7740"/>
                  </a:lnTo>
                  <a:lnTo>
                    <a:pt x="12972" y="7805"/>
                  </a:lnTo>
                  <a:lnTo>
                    <a:pt x="12994" y="7871"/>
                  </a:lnTo>
                  <a:lnTo>
                    <a:pt x="13037" y="7936"/>
                  </a:lnTo>
                  <a:lnTo>
                    <a:pt x="13037" y="8002"/>
                  </a:lnTo>
                  <a:lnTo>
                    <a:pt x="13037" y="8154"/>
                  </a:lnTo>
                  <a:lnTo>
                    <a:pt x="12994" y="8285"/>
                  </a:lnTo>
                  <a:lnTo>
                    <a:pt x="12906" y="8394"/>
                  </a:lnTo>
                  <a:lnTo>
                    <a:pt x="12819" y="8481"/>
                  </a:lnTo>
                  <a:lnTo>
                    <a:pt x="12688" y="8547"/>
                  </a:lnTo>
                  <a:lnTo>
                    <a:pt x="12536" y="8568"/>
                  </a:lnTo>
                  <a:lnTo>
                    <a:pt x="12470" y="8547"/>
                  </a:lnTo>
                  <a:lnTo>
                    <a:pt x="12383" y="8525"/>
                  </a:lnTo>
                  <a:lnTo>
                    <a:pt x="12296" y="8481"/>
                  </a:lnTo>
                  <a:lnTo>
                    <a:pt x="12231" y="8416"/>
                  </a:lnTo>
                  <a:lnTo>
                    <a:pt x="10901" y="7173"/>
                  </a:lnTo>
                  <a:lnTo>
                    <a:pt x="10857" y="7108"/>
                  </a:lnTo>
                  <a:lnTo>
                    <a:pt x="10813" y="7042"/>
                  </a:lnTo>
                  <a:lnTo>
                    <a:pt x="10792" y="6977"/>
                  </a:lnTo>
                  <a:lnTo>
                    <a:pt x="10770" y="6912"/>
                  </a:lnTo>
                  <a:lnTo>
                    <a:pt x="10770" y="6759"/>
                  </a:lnTo>
                  <a:lnTo>
                    <a:pt x="10813" y="6650"/>
                  </a:lnTo>
                  <a:lnTo>
                    <a:pt x="10901" y="6519"/>
                  </a:lnTo>
                  <a:lnTo>
                    <a:pt x="11010" y="6432"/>
                  </a:lnTo>
                  <a:lnTo>
                    <a:pt x="11141" y="6388"/>
                  </a:lnTo>
                  <a:lnTo>
                    <a:pt x="11271" y="6367"/>
                  </a:lnTo>
                  <a:close/>
                  <a:moveTo>
                    <a:pt x="17310" y="1"/>
                  </a:moveTo>
                  <a:lnTo>
                    <a:pt x="16940" y="22"/>
                  </a:lnTo>
                  <a:lnTo>
                    <a:pt x="16874" y="66"/>
                  </a:lnTo>
                  <a:lnTo>
                    <a:pt x="16743" y="131"/>
                  </a:lnTo>
                  <a:lnTo>
                    <a:pt x="16329" y="371"/>
                  </a:lnTo>
                  <a:lnTo>
                    <a:pt x="16089" y="502"/>
                  </a:lnTo>
                  <a:lnTo>
                    <a:pt x="15828" y="655"/>
                  </a:lnTo>
                  <a:lnTo>
                    <a:pt x="15544" y="785"/>
                  </a:lnTo>
                  <a:lnTo>
                    <a:pt x="15174" y="982"/>
                  </a:lnTo>
                  <a:lnTo>
                    <a:pt x="14476" y="1287"/>
                  </a:lnTo>
                  <a:lnTo>
                    <a:pt x="13757" y="1592"/>
                  </a:lnTo>
                  <a:lnTo>
                    <a:pt x="13451" y="1701"/>
                  </a:lnTo>
                  <a:lnTo>
                    <a:pt x="13451" y="1723"/>
                  </a:lnTo>
                  <a:lnTo>
                    <a:pt x="13124" y="1832"/>
                  </a:lnTo>
                  <a:lnTo>
                    <a:pt x="12819" y="1941"/>
                  </a:lnTo>
                  <a:lnTo>
                    <a:pt x="11773" y="2312"/>
                  </a:lnTo>
                  <a:lnTo>
                    <a:pt x="11424" y="2421"/>
                  </a:lnTo>
                  <a:lnTo>
                    <a:pt x="11075" y="2530"/>
                  </a:lnTo>
                  <a:lnTo>
                    <a:pt x="10704" y="2639"/>
                  </a:lnTo>
                  <a:lnTo>
                    <a:pt x="10465" y="2704"/>
                  </a:lnTo>
                  <a:lnTo>
                    <a:pt x="9985" y="2835"/>
                  </a:lnTo>
                  <a:lnTo>
                    <a:pt x="9767" y="2900"/>
                  </a:lnTo>
                  <a:lnTo>
                    <a:pt x="9309" y="3009"/>
                  </a:lnTo>
                  <a:lnTo>
                    <a:pt x="8612" y="3184"/>
                  </a:lnTo>
                  <a:lnTo>
                    <a:pt x="8023" y="3314"/>
                  </a:lnTo>
                  <a:lnTo>
                    <a:pt x="7631" y="3402"/>
                  </a:lnTo>
                  <a:lnTo>
                    <a:pt x="7413" y="3707"/>
                  </a:lnTo>
                  <a:lnTo>
                    <a:pt x="7304" y="3794"/>
                  </a:lnTo>
                  <a:lnTo>
                    <a:pt x="7216" y="3881"/>
                  </a:lnTo>
                  <a:lnTo>
                    <a:pt x="7107" y="3925"/>
                  </a:lnTo>
                  <a:lnTo>
                    <a:pt x="6977" y="3947"/>
                  </a:lnTo>
                  <a:lnTo>
                    <a:pt x="6868" y="3925"/>
                  </a:lnTo>
                  <a:lnTo>
                    <a:pt x="6737" y="3881"/>
                  </a:lnTo>
                  <a:lnTo>
                    <a:pt x="6671" y="3838"/>
                  </a:lnTo>
                  <a:lnTo>
                    <a:pt x="6628" y="3772"/>
                  </a:lnTo>
                  <a:lnTo>
                    <a:pt x="6541" y="3620"/>
                  </a:lnTo>
                  <a:lnTo>
                    <a:pt x="6410" y="3641"/>
                  </a:lnTo>
                  <a:lnTo>
                    <a:pt x="5996" y="3729"/>
                  </a:lnTo>
                  <a:lnTo>
                    <a:pt x="5472" y="3816"/>
                  </a:lnTo>
                  <a:lnTo>
                    <a:pt x="4448" y="4274"/>
                  </a:lnTo>
                  <a:lnTo>
                    <a:pt x="3096" y="4884"/>
                  </a:lnTo>
                  <a:lnTo>
                    <a:pt x="1090" y="5821"/>
                  </a:lnTo>
                  <a:lnTo>
                    <a:pt x="327" y="6192"/>
                  </a:lnTo>
                  <a:lnTo>
                    <a:pt x="153" y="6476"/>
                  </a:lnTo>
                  <a:lnTo>
                    <a:pt x="44" y="6737"/>
                  </a:lnTo>
                  <a:lnTo>
                    <a:pt x="0" y="6955"/>
                  </a:lnTo>
                  <a:lnTo>
                    <a:pt x="0" y="7195"/>
                  </a:lnTo>
                  <a:lnTo>
                    <a:pt x="0" y="7304"/>
                  </a:lnTo>
                  <a:lnTo>
                    <a:pt x="44" y="7435"/>
                  </a:lnTo>
                  <a:lnTo>
                    <a:pt x="131" y="7653"/>
                  </a:lnTo>
                  <a:lnTo>
                    <a:pt x="262" y="7849"/>
                  </a:lnTo>
                  <a:lnTo>
                    <a:pt x="393" y="8002"/>
                  </a:lnTo>
                  <a:lnTo>
                    <a:pt x="524" y="8111"/>
                  </a:lnTo>
                  <a:lnTo>
                    <a:pt x="633" y="8220"/>
                  </a:lnTo>
                  <a:lnTo>
                    <a:pt x="742" y="8285"/>
                  </a:lnTo>
                  <a:lnTo>
                    <a:pt x="938" y="8329"/>
                  </a:lnTo>
                  <a:lnTo>
                    <a:pt x="1744" y="8503"/>
                  </a:lnTo>
                  <a:lnTo>
                    <a:pt x="1832" y="8525"/>
                  </a:lnTo>
                  <a:lnTo>
                    <a:pt x="2507" y="8677"/>
                  </a:lnTo>
                  <a:lnTo>
                    <a:pt x="2704" y="8699"/>
                  </a:lnTo>
                  <a:lnTo>
                    <a:pt x="3292" y="8808"/>
                  </a:lnTo>
                  <a:lnTo>
                    <a:pt x="3488" y="8830"/>
                  </a:lnTo>
                  <a:lnTo>
                    <a:pt x="3728" y="8874"/>
                  </a:lnTo>
                  <a:lnTo>
                    <a:pt x="4121" y="8939"/>
                  </a:lnTo>
                  <a:lnTo>
                    <a:pt x="4491" y="9004"/>
                  </a:lnTo>
                  <a:lnTo>
                    <a:pt x="5385" y="9113"/>
                  </a:lnTo>
                  <a:lnTo>
                    <a:pt x="5799" y="9179"/>
                  </a:lnTo>
                  <a:lnTo>
                    <a:pt x="6606" y="9266"/>
                  </a:lnTo>
                  <a:lnTo>
                    <a:pt x="7434" y="9331"/>
                  </a:lnTo>
                  <a:lnTo>
                    <a:pt x="8023" y="9375"/>
                  </a:lnTo>
                  <a:lnTo>
                    <a:pt x="8742" y="9419"/>
                  </a:lnTo>
                  <a:lnTo>
                    <a:pt x="9222" y="9440"/>
                  </a:lnTo>
                  <a:lnTo>
                    <a:pt x="9440" y="9440"/>
                  </a:lnTo>
                  <a:lnTo>
                    <a:pt x="9941" y="9462"/>
                  </a:lnTo>
                  <a:lnTo>
                    <a:pt x="11315" y="9462"/>
                  </a:lnTo>
                  <a:lnTo>
                    <a:pt x="12405" y="9419"/>
                  </a:lnTo>
                  <a:lnTo>
                    <a:pt x="12754" y="9397"/>
                  </a:lnTo>
                  <a:lnTo>
                    <a:pt x="13081" y="9375"/>
                  </a:lnTo>
                  <a:lnTo>
                    <a:pt x="13103" y="9375"/>
                  </a:lnTo>
                  <a:lnTo>
                    <a:pt x="13430" y="9353"/>
                  </a:lnTo>
                  <a:lnTo>
                    <a:pt x="14040" y="9288"/>
                  </a:lnTo>
                  <a:lnTo>
                    <a:pt x="14650" y="9222"/>
                  </a:lnTo>
                  <a:lnTo>
                    <a:pt x="14738" y="9157"/>
                  </a:lnTo>
                  <a:lnTo>
                    <a:pt x="14825" y="9113"/>
                  </a:lnTo>
                  <a:lnTo>
                    <a:pt x="14912" y="9092"/>
                  </a:lnTo>
                  <a:lnTo>
                    <a:pt x="15130" y="9092"/>
                  </a:lnTo>
                  <a:lnTo>
                    <a:pt x="15261" y="9135"/>
                  </a:lnTo>
                  <a:lnTo>
                    <a:pt x="15370" y="9113"/>
                  </a:lnTo>
                  <a:lnTo>
                    <a:pt x="15675" y="9070"/>
                  </a:lnTo>
                  <a:lnTo>
                    <a:pt x="15980" y="9004"/>
                  </a:lnTo>
                  <a:lnTo>
                    <a:pt x="16242" y="8961"/>
                  </a:lnTo>
                  <a:lnTo>
                    <a:pt x="16700" y="8852"/>
                  </a:lnTo>
                  <a:lnTo>
                    <a:pt x="16852" y="8808"/>
                  </a:lnTo>
                  <a:lnTo>
                    <a:pt x="17550" y="8612"/>
                  </a:lnTo>
                  <a:lnTo>
                    <a:pt x="17812" y="8525"/>
                  </a:lnTo>
                  <a:lnTo>
                    <a:pt x="18204" y="8372"/>
                  </a:lnTo>
                  <a:lnTo>
                    <a:pt x="18596" y="8220"/>
                  </a:lnTo>
                  <a:lnTo>
                    <a:pt x="18771" y="8132"/>
                  </a:lnTo>
                  <a:lnTo>
                    <a:pt x="19011" y="8023"/>
                  </a:lnTo>
                  <a:lnTo>
                    <a:pt x="19163" y="7936"/>
                  </a:lnTo>
                  <a:lnTo>
                    <a:pt x="19229" y="7893"/>
                  </a:lnTo>
                  <a:lnTo>
                    <a:pt x="19447" y="7784"/>
                  </a:lnTo>
                  <a:lnTo>
                    <a:pt x="19708" y="7631"/>
                  </a:lnTo>
                  <a:lnTo>
                    <a:pt x="19926" y="7457"/>
                  </a:lnTo>
                  <a:lnTo>
                    <a:pt x="20013" y="7391"/>
                  </a:lnTo>
                  <a:lnTo>
                    <a:pt x="20166" y="7282"/>
                  </a:lnTo>
                  <a:lnTo>
                    <a:pt x="20297" y="7173"/>
                  </a:lnTo>
                  <a:lnTo>
                    <a:pt x="20319" y="7151"/>
                  </a:lnTo>
                  <a:lnTo>
                    <a:pt x="20449" y="7021"/>
                  </a:lnTo>
                  <a:lnTo>
                    <a:pt x="20646" y="6824"/>
                  </a:lnTo>
                  <a:lnTo>
                    <a:pt x="20820" y="6628"/>
                  </a:lnTo>
                  <a:lnTo>
                    <a:pt x="20973" y="6410"/>
                  </a:lnTo>
                  <a:lnTo>
                    <a:pt x="21103" y="6170"/>
                  </a:lnTo>
                  <a:lnTo>
                    <a:pt x="21300" y="5821"/>
                  </a:lnTo>
                  <a:lnTo>
                    <a:pt x="21452" y="5473"/>
                  </a:lnTo>
                  <a:lnTo>
                    <a:pt x="21583" y="5124"/>
                  </a:lnTo>
                  <a:lnTo>
                    <a:pt x="21692" y="4797"/>
                  </a:lnTo>
                  <a:lnTo>
                    <a:pt x="21757" y="4470"/>
                  </a:lnTo>
                  <a:lnTo>
                    <a:pt x="21801" y="4143"/>
                  </a:lnTo>
                  <a:lnTo>
                    <a:pt x="21801" y="3838"/>
                  </a:lnTo>
                  <a:lnTo>
                    <a:pt x="21779" y="3554"/>
                  </a:lnTo>
                  <a:lnTo>
                    <a:pt x="21736" y="3271"/>
                  </a:lnTo>
                  <a:lnTo>
                    <a:pt x="21670" y="2987"/>
                  </a:lnTo>
                  <a:lnTo>
                    <a:pt x="21561" y="2726"/>
                  </a:lnTo>
                  <a:lnTo>
                    <a:pt x="21430" y="2464"/>
                  </a:lnTo>
                  <a:lnTo>
                    <a:pt x="21278" y="2224"/>
                  </a:lnTo>
                  <a:lnTo>
                    <a:pt x="21103" y="1985"/>
                  </a:lnTo>
                  <a:lnTo>
                    <a:pt x="20885" y="1745"/>
                  </a:lnTo>
                  <a:lnTo>
                    <a:pt x="20646" y="1527"/>
                  </a:lnTo>
                  <a:lnTo>
                    <a:pt x="20493" y="1374"/>
                  </a:lnTo>
                  <a:lnTo>
                    <a:pt x="20166" y="1134"/>
                  </a:lnTo>
                  <a:lnTo>
                    <a:pt x="19795" y="894"/>
                  </a:lnTo>
                  <a:lnTo>
                    <a:pt x="19447" y="698"/>
                  </a:lnTo>
                  <a:lnTo>
                    <a:pt x="19098" y="502"/>
                  </a:lnTo>
                  <a:lnTo>
                    <a:pt x="18705" y="328"/>
                  </a:lnTo>
                  <a:lnTo>
                    <a:pt x="18291" y="153"/>
                  </a:lnTo>
                  <a:lnTo>
                    <a:pt x="18095" y="88"/>
                  </a:lnTo>
                  <a:lnTo>
                    <a:pt x="17877" y="44"/>
                  </a:lnTo>
                  <a:lnTo>
                    <a:pt x="17615" y="22"/>
                  </a:lnTo>
                  <a:lnTo>
                    <a:pt x="1735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9" name="Google Shape;11249;p80"/>
            <p:cNvSpPr/>
            <p:nvPr/>
          </p:nvSpPr>
          <p:spPr>
            <a:xfrm>
              <a:off x="2064425" y="3715550"/>
              <a:ext cx="56725" cy="55075"/>
            </a:xfrm>
            <a:custGeom>
              <a:rect b="b" l="l" r="r" t="t"/>
              <a:pathLst>
                <a:path extrusionOk="0" fill="none" h="2203" w="2269">
                  <a:moveTo>
                    <a:pt x="1767" y="2202"/>
                  </a:moveTo>
                  <a:lnTo>
                    <a:pt x="1767" y="2202"/>
                  </a:lnTo>
                  <a:lnTo>
                    <a:pt x="1701" y="2181"/>
                  </a:lnTo>
                  <a:lnTo>
                    <a:pt x="1614" y="2159"/>
                  </a:lnTo>
                  <a:lnTo>
                    <a:pt x="1527" y="2115"/>
                  </a:lnTo>
                  <a:lnTo>
                    <a:pt x="1462" y="2050"/>
                  </a:lnTo>
                  <a:lnTo>
                    <a:pt x="1462" y="2050"/>
                  </a:lnTo>
                  <a:lnTo>
                    <a:pt x="132" y="807"/>
                  </a:lnTo>
                  <a:lnTo>
                    <a:pt x="132" y="807"/>
                  </a:lnTo>
                  <a:lnTo>
                    <a:pt x="88" y="742"/>
                  </a:lnTo>
                  <a:lnTo>
                    <a:pt x="44" y="676"/>
                  </a:lnTo>
                  <a:lnTo>
                    <a:pt x="23" y="611"/>
                  </a:lnTo>
                  <a:lnTo>
                    <a:pt x="1" y="546"/>
                  </a:lnTo>
                  <a:lnTo>
                    <a:pt x="1" y="393"/>
                  </a:lnTo>
                  <a:lnTo>
                    <a:pt x="44" y="284"/>
                  </a:lnTo>
                  <a:lnTo>
                    <a:pt x="132" y="153"/>
                  </a:lnTo>
                  <a:lnTo>
                    <a:pt x="241" y="66"/>
                  </a:lnTo>
                  <a:lnTo>
                    <a:pt x="372" y="22"/>
                  </a:lnTo>
                  <a:lnTo>
                    <a:pt x="502" y="1"/>
                  </a:lnTo>
                  <a:lnTo>
                    <a:pt x="502" y="1"/>
                  </a:lnTo>
                  <a:lnTo>
                    <a:pt x="590" y="1"/>
                  </a:lnTo>
                  <a:lnTo>
                    <a:pt x="655" y="22"/>
                  </a:lnTo>
                  <a:lnTo>
                    <a:pt x="742" y="66"/>
                  </a:lnTo>
                  <a:lnTo>
                    <a:pt x="808" y="131"/>
                  </a:lnTo>
                  <a:lnTo>
                    <a:pt x="808" y="131"/>
                  </a:lnTo>
                  <a:lnTo>
                    <a:pt x="2137" y="1374"/>
                  </a:lnTo>
                  <a:lnTo>
                    <a:pt x="2137" y="1374"/>
                  </a:lnTo>
                  <a:lnTo>
                    <a:pt x="2203" y="1439"/>
                  </a:lnTo>
                  <a:lnTo>
                    <a:pt x="2225" y="1505"/>
                  </a:lnTo>
                  <a:lnTo>
                    <a:pt x="2268" y="1570"/>
                  </a:lnTo>
                  <a:lnTo>
                    <a:pt x="2268" y="1636"/>
                  </a:lnTo>
                  <a:lnTo>
                    <a:pt x="2268" y="1788"/>
                  </a:lnTo>
                  <a:lnTo>
                    <a:pt x="2225" y="1919"/>
                  </a:lnTo>
                  <a:lnTo>
                    <a:pt x="2137" y="2028"/>
                  </a:lnTo>
                  <a:lnTo>
                    <a:pt x="2050" y="2115"/>
                  </a:lnTo>
                  <a:lnTo>
                    <a:pt x="1919" y="2181"/>
                  </a:lnTo>
                  <a:lnTo>
                    <a:pt x="1767" y="2202"/>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0" name="Google Shape;11250;p80"/>
            <p:cNvSpPr/>
            <p:nvPr/>
          </p:nvSpPr>
          <p:spPr>
            <a:xfrm>
              <a:off x="2172350" y="3657775"/>
              <a:ext cx="42000" cy="65975"/>
            </a:xfrm>
            <a:custGeom>
              <a:rect b="b" l="l" r="r" t="t"/>
              <a:pathLst>
                <a:path extrusionOk="0" fill="none" h="2639" w="1680">
                  <a:moveTo>
                    <a:pt x="1178" y="2639"/>
                  </a:moveTo>
                  <a:lnTo>
                    <a:pt x="1178" y="2639"/>
                  </a:lnTo>
                  <a:lnTo>
                    <a:pt x="1112" y="2639"/>
                  </a:lnTo>
                  <a:lnTo>
                    <a:pt x="1047" y="2617"/>
                  </a:lnTo>
                  <a:lnTo>
                    <a:pt x="916" y="2551"/>
                  </a:lnTo>
                  <a:lnTo>
                    <a:pt x="807" y="2442"/>
                  </a:lnTo>
                  <a:lnTo>
                    <a:pt x="720" y="2290"/>
                  </a:lnTo>
                  <a:lnTo>
                    <a:pt x="720" y="2290"/>
                  </a:lnTo>
                  <a:lnTo>
                    <a:pt x="22" y="611"/>
                  </a:lnTo>
                  <a:lnTo>
                    <a:pt x="22" y="611"/>
                  </a:lnTo>
                  <a:lnTo>
                    <a:pt x="0" y="524"/>
                  </a:lnTo>
                  <a:lnTo>
                    <a:pt x="0" y="437"/>
                  </a:lnTo>
                  <a:lnTo>
                    <a:pt x="22" y="349"/>
                  </a:lnTo>
                  <a:lnTo>
                    <a:pt x="66" y="262"/>
                  </a:lnTo>
                  <a:lnTo>
                    <a:pt x="131" y="175"/>
                  </a:lnTo>
                  <a:lnTo>
                    <a:pt x="197" y="110"/>
                  </a:lnTo>
                  <a:lnTo>
                    <a:pt x="284" y="66"/>
                  </a:lnTo>
                  <a:lnTo>
                    <a:pt x="371" y="22"/>
                  </a:lnTo>
                  <a:lnTo>
                    <a:pt x="371" y="22"/>
                  </a:lnTo>
                  <a:lnTo>
                    <a:pt x="480" y="1"/>
                  </a:lnTo>
                  <a:lnTo>
                    <a:pt x="480" y="1"/>
                  </a:lnTo>
                  <a:lnTo>
                    <a:pt x="567" y="22"/>
                  </a:lnTo>
                  <a:lnTo>
                    <a:pt x="633" y="44"/>
                  </a:lnTo>
                  <a:lnTo>
                    <a:pt x="763" y="110"/>
                  </a:lnTo>
                  <a:lnTo>
                    <a:pt x="872" y="219"/>
                  </a:lnTo>
                  <a:lnTo>
                    <a:pt x="960" y="371"/>
                  </a:lnTo>
                  <a:lnTo>
                    <a:pt x="960" y="371"/>
                  </a:lnTo>
                  <a:lnTo>
                    <a:pt x="1657" y="2050"/>
                  </a:lnTo>
                  <a:lnTo>
                    <a:pt x="1657" y="2050"/>
                  </a:lnTo>
                  <a:lnTo>
                    <a:pt x="1679" y="2137"/>
                  </a:lnTo>
                  <a:lnTo>
                    <a:pt x="1679" y="2224"/>
                  </a:lnTo>
                  <a:lnTo>
                    <a:pt x="1636" y="2312"/>
                  </a:lnTo>
                  <a:lnTo>
                    <a:pt x="1592" y="2399"/>
                  </a:lnTo>
                  <a:lnTo>
                    <a:pt x="1548" y="2486"/>
                  </a:lnTo>
                  <a:lnTo>
                    <a:pt x="1483" y="2551"/>
                  </a:lnTo>
                  <a:lnTo>
                    <a:pt x="1396" y="2595"/>
                  </a:lnTo>
                  <a:lnTo>
                    <a:pt x="1308" y="2639"/>
                  </a:lnTo>
                  <a:lnTo>
                    <a:pt x="1308" y="2639"/>
                  </a:lnTo>
                  <a:lnTo>
                    <a:pt x="1178" y="2639"/>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1" name="Google Shape;11251;p80"/>
            <p:cNvSpPr/>
            <p:nvPr/>
          </p:nvSpPr>
          <p:spPr>
            <a:xfrm>
              <a:off x="1795200" y="3556400"/>
              <a:ext cx="545050" cy="236575"/>
            </a:xfrm>
            <a:custGeom>
              <a:rect b="b" l="l" r="r" t="t"/>
              <a:pathLst>
                <a:path extrusionOk="0" fill="none" h="9463" w="21802">
                  <a:moveTo>
                    <a:pt x="17310" y="1"/>
                  </a:moveTo>
                  <a:lnTo>
                    <a:pt x="17310" y="1"/>
                  </a:lnTo>
                  <a:lnTo>
                    <a:pt x="16940" y="22"/>
                  </a:lnTo>
                  <a:lnTo>
                    <a:pt x="16940" y="22"/>
                  </a:lnTo>
                  <a:lnTo>
                    <a:pt x="16874" y="66"/>
                  </a:lnTo>
                  <a:lnTo>
                    <a:pt x="16874" y="66"/>
                  </a:lnTo>
                  <a:lnTo>
                    <a:pt x="16743" y="131"/>
                  </a:lnTo>
                  <a:lnTo>
                    <a:pt x="16743" y="131"/>
                  </a:lnTo>
                  <a:lnTo>
                    <a:pt x="16329" y="371"/>
                  </a:lnTo>
                  <a:lnTo>
                    <a:pt x="16329" y="371"/>
                  </a:lnTo>
                  <a:lnTo>
                    <a:pt x="16089" y="502"/>
                  </a:lnTo>
                  <a:lnTo>
                    <a:pt x="16089" y="502"/>
                  </a:lnTo>
                  <a:lnTo>
                    <a:pt x="15828" y="655"/>
                  </a:lnTo>
                  <a:lnTo>
                    <a:pt x="15828" y="655"/>
                  </a:lnTo>
                  <a:lnTo>
                    <a:pt x="15544" y="785"/>
                  </a:lnTo>
                  <a:lnTo>
                    <a:pt x="15544" y="785"/>
                  </a:lnTo>
                  <a:lnTo>
                    <a:pt x="15174" y="982"/>
                  </a:lnTo>
                  <a:lnTo>
                    <a:pt x="15174" y="982"/>
                  </a:lnTo>
                  <a:lnTo>
                    <a:pt x="14476" y="1287"/>
                  </a:lnTo>
                  <a:lnTo>
                    <a:pt x="13757" y="1592"/>
                  </a:lnTo>
                  <a:lnTo>
                    <a:pt x="13757" y="1592"/>
                  </a:lnTo>
                  <a:lnTo>
                    <a:pt x="13451" y="1701"/>
                  </a:lnTo>
                  <a:lnTo>
                    <a:pt x="13451" y="1723"/>
                  </a:lnTo>
                  <a:lnTo>
                    <a:pt x="13451" y="1723"/>
                  </a:lnTo>
                  <a:lnTo>
                    <a:pt x="13124" y="1832"/>
                  </a:lnTo>
                  <a:lnTo>
                    <a:pt x="13124" y="1832"/>
                  </a:lnTo>
                  <a:lnTo>
                    <a:pt x="13124" y="1832"/>
                  </a:lnTo>
                  <a:lnTo>
                    <a:pt x="12819" y="1941"/>
                  </a:lnTo>
                  <a:lnTo>
                    <a:pt x="12819" y="1941"/>
                  </a:lnTo>
                  <a:lnTo>
                    <a:pt x="11773" y="2312"/>
                  </a:lnTo>
                  <a:lnTo>
                    <a:pt x="11773" y="2312"/>
                  </a:lnTo>
                  <a:lnTo>
                    <a:pt x="11424" y="2421"/>
                  </a:lnTo>
                  <a:lnTo>
                    <a:pt x="11424" y="2421"/>
                  </a:lnTo>
                  <a:lnTo>
                    <a:pt x="11075" y="2530"/>
                  </a:lnTo>
                  <a:lnTo>
                    <a:pt x="11075" y="2530"/>
                  </a:lnTo>
                  <a:lnTo>
                    <a:pt x="10704" y="2639"/>
                  </a:lnTo>
                  <a:lnTo>
                    <a:pt x="10704" y="2639"/>
                  </a:lnTo>
                  <a:lnTo>
                    <a:pt x="10465" y="2704"/>
                  </a:lnTo>
                  <a:lnTo>
                    <a:pt x="10465" y="2704"/>
                  </a:lnTo>
                  <a:lnTo>
                    <a:pt x="9985" y="2835"/>
                  </a:lnTo>
                  <a:lnTo>
                    <a:pt x="9985" y="2835"/>
                  </a:lnTo>
                  <a:lnTo>
                    <a:pt x="9767" y="2900"/>
                  </a:lnTo>
                  <a:lnTo>
                    <a:pt x="9767" y="2900"/>
                  </a:lnTo>
                  <a:lnTo>
                    <a:pt x="9767" y="2900"/>
                  </a:lnTo>
                  <a:lnTo>
                    <a:pt x="9309" y="3009"/>
                  </a:lnTo>
                  <a:lnTo>
                    <a:pt x="9309" y="3009"/>
                  </a:lnTo>
                  <a:lnTo>
                    <a:pt x="8612" y="3184"/>
                  </a:lnTo>
                  <a:lnTo>
                    <a:pt x="8612" y="3184"/>
                  </a:lnTo>
                  <a:lnTo>
                    <a:pt x="8023" y="3314"/>
                  </a:lnTo>
                  <a:lnTo>
                    <a:pt x="8023" y="3314"/>
                  </a:lnTo>
                  <a:lnTo>
                    <a:pt x="7631" y="3402"/>
                  </a:lnTo>
                  <a:lnTo>
                    <a:pt x="7631" y="3402"/>
                  </a:lnTo>
                  <a:lnTo>
                    <a:pt x="7413" y="3707"/>
                  </a:lnTo>
                  <a:lnTo>
                    <a:pt x="7413" y="3707"/>
                  </a:lnTo>
                  <a:lnTo>
                    <a:pt x="7304" y="3794"/>
                  </a:lnTo>
                  <a:lnTo>
                    <a:pt x="7216" y="3881"/>
                  </a:lnTo>
                  <a:lnTo>
                    <a:pt x="7107" y="3925"/>
                  </a:lnTo>
                  <a:lnTo>
                    <a:pt x="6977" y="3947"/>
                  </a:lnTo>
                  <a:lnTo>
                    <a:pt x="6977" y="3947"/>
                  </a:lnTo>
                  <a:lnTo>
                    <a:pt x="6868" y="3925"/>
                  </a:lnTo>
                  <a:lnTo>
                    <a:pt x="6737" y="3881"/>
                  </a:lnTo>
                  <a:lnTo>
                    <a:pt x="6737" y="3881"/>
                  </a:lnTo>
                  <a:lnTo>
                    <a:pt x="6671" y="3838"/>
                  </a:lnTo>
                  <a:lnTo>
                    <a:pt x="6628" y="3772"/>
                  </a:lnTo>
                  <a:lnTo>
                    <a:pt x="6541" y="3620"/>
                  </a:lnTo>
                  <a:lnTo>
                    <a:pt x="6541" y="3620"/>
                  </a:lnTo>
                  <a:lnTo>
                    <a:pt x="6410" y="3641"/>
                  </a:lnTo>
                  <a:lnTo>
                    <a:pt x="6410" y="3641"/>
                  </a:lnTo>
                  <a:lnTo>
                    <a:pt x="5996" y="3729"/>
                  </a:lnTo>
                  <a:lnTo>
                    <a:pt x="5996" y="3729"/>
                  </a:lnTo>
                  <a:lnTo>
                    <a:pt x="5472" y="3816"/>
                  </a:lnTo>
                  <a:lnTo>
                    <a:pt x="5472" y="3816"/>
                  </a:lnTo>
                  <a:lnTo>
                    <a:pt x="4448" y="4274"/>
                  </a:lnTo>
                  <a:lnTo>
                    <a:pt x="4448" y="4274"/>
                  </a:lnTo>
                  <a:lnTo>
                    <a:pt x="3096" y="4884"/>
                  </a:lnTo>
                  <a:lnTo>
                    <a:pt x="3096" y="4884"/>
                  </a:lnTo>
                  <a:lnTo>
                    <a:pt x="1090" y="5821"/>
                  </a:lnTo>
                  <a:lnTo>
                    <a:pt x="327" y="6192"/>
                  </a:lnTo>
                  <a:lnTo>
                    <a:pt x="327" y="6192"/>
                  </a:lnTo>
                  <a:lnTo>
                    <a:pt x="153" y="6476"/>
                  </a:lnTo>
                  <a:lnTo>
                    <a:pt x="44" y="6737"/>
                  </a:lnTo>
                  <a:lnTo>
                    <a:pt x="0" y="6955"/>
                  </a:lnTo>
                  <a:lnTo>
                    <a:pt x="0" y="7195"/>
                  </a:lnTo>
                  <a:lnTo>
                    <a:pt x="0" y="7195"/>
                  </a:lnTo>
                  <a:lnTo>
                    <a:pt x="0" y="7304"/>
                  </a:lnTo>
                  <a:lnTo>
                    <a:pt x="44" y="7435"/>
                  </a:lnTo>
                  <a:lnTo>
                    <a:pt x="131" y="7653"/>
                  </a:lnTo>
                  <a:lnTo>
                    <a:pt x="262" y="7849"/>
                  </a:lnTo>
                  <a:lnTo>
                    <a:pt x="393" y="8002"/>
                  </a:lnTo>
                  <a:lnTo>
                    <a:pt x="524" y="8111"/>
                  </a:lnTo>
                  <a:lnTo>
                    <a:pt x="633" y="8220"/>
                  </a:lnTo>
                  <a:lnTo>
                    <a:pt x="742" y="8285"/>
                  </a:lnTo>
                  <a:lnTo>
                    <a:pt x="742" y="8285"/>
                  </a:lnTo>
                  <a:lnTo>
                    <a:pt x="938" y="8329"/>
                  </a:lnTo>
                  <a:lnTo>
                    <a:pt x="938" y="8329"/>
                  </a:lnTo>
                  <a:lnTo>
                    <a:pt x="1744" y="8503"/>
                  </a:lnTo>
                  <a:lnTo>
                    <a:pt x="1744" y="8503"/>
                  </a:lnTo>
                  <a:lnTo>
                    <a:pt x="1832" y="8525"/>
                  </a:lnTo>
                  <a:lnTo>
                    <a:pt x="1832" y="8525"/>
                  </a:lnTo>
                  <a:lnTo>
                    <a:pt x="2507" y="8677"/>
                  </a:lnTo>
                  <a:lnTo>
                    <a:pt x="2507" y="8677"/>
                  </a:lnTo>
                  <a:lnTo>
                    <a:pt x="2704" y="8699"/>
                  </a:lnTo>
                  <a:lnTo>
                    <a:pt x="2704" y="8699"/>
                  </a:lnTo>
                  <a:lnTo>
                    <a:pt x="3292" y="8808"/>
                  </a:lnTo>
                  <a:lnTo>
                    <a:pt x="3488" y="8830"/>
                  </a:lnTo>
                  <a:lnTo>
                    <a:pt x="3728" y="8874"/>
                  </a:lnTo>
                  <a:lnTo>
                    <a:pt x="3728" y="8874"/>
                  </a:lnTo>
                  <a:lnTo>
                    <a:pt x="4121" y="8939"/>
                  </a:lnTo>
                  <a:lnTo>
                    <a:pt x="4121" y="8939"/>
                  </a:lnTo>
                  <a:lnTo>
                    <a:pt x="4491" y="9004"/>
                  </a:lnTo>
                  <a:lnTo>
                    <a:pt x="4491" y="9004"/>
                  </a:lnTo>
                  <a:lnTo>
                    <a:pt x="5385" y="9113"/>
                  </a:lnTo>
                  <a:lnTo>
                    <a:pt x="5385" y="9113"/>
                  </a:lnTo>
                  <a:lnTo>
                    <a:pt x="5799" y="9179"/>
                  </a:lnTo>
                  <a:lnTo>
                    <a:pt x="5799" y="9179"/>
                  </a:lnTo>
                  <a:lnTo>
                    <a:pt x="6606" y="9266"/>
                  </a:lnTo>
                  <a:lnTo>
                    <a:pt x="7434" y="9331"/>
                  </a:lnTo>
                  <a:lnTo>
                    <a:pt x="7434" y="9331"/>
                  </a:lnTo>
                  <a:lnTo>
                    <a:pt x="8023" y="9375"/>
                  </a:lnTo>
                  <a:lnTo>
                    <a:pt x="8023" y="9375"/>
                  </a:lnTo>
                  <a:lnTo>
                    <a:pt x="8742" y="9419"/>
                  </a:lnTo>
                  <a:lnTo>
                    <a:pt x="8742" y="9419"/>
                  </a:lnTo>
                  <a:lnTo>
                    <a:pt x="9222" y="9440"/>
                  </a:lnTo>
                  <a:lnTo>
                    <a:pt x="9222" y="9440"/>
                  </a:lnTo>
                  <a:lnTo>
                    <a:pt x="9222" y="9440"/>
                  </a:lnTo>
                  <a:lnTo>
                    <a:pt x="9440" y="9440"/>
                  </a:lnTo>
                  <a:lnTo>
                    <a:pt x="9440" y="9440"/>
                  </a:lnTo>
                  <a:lnTo>
                    <a:pt x="9941" y="9462"/>
                  </a:lnTo>
                  <a:lnTo>
                    <a:pt x="9941" y="9462"/>
                  </a:lnTo>
                  <a:lnTo>
                    <a:pt x="10203" y="9462"/>
                  </a:lnTo>
                  <a:lnTo>
                    <a:pt x="10203" y="9462"/>
                  </a:lnTo>
                  <a:lnTo>
                    <a:pt x="10552" y="9462"/>
                  </a:lnTo>
                  <a:lnTo>
                    <a:pt x="10552" y="9462"/>
                  </a:lnTo>
                  <a:lnTo>
                    <a:pt x="10574" y="9462"/>
                  </a:lnTo>
                  <a:lnTo>
                    <a:pt x="10574" y="9462"/>
                  </a:lnTo>
                  <a:lnTo>
                    <a:pt x="10792" y="9462"/>
                  </a:lnTo>
                  <a:lnTo>
                    <a:pt x="10792" y="9462"/>
                  </a:lnTo>
                  <a:lnTo>
                    <a:pt x="10944" y="9462"/>
                  </a:lnTo>
                  <a:lnTo>
                    <a:pt x="10944" y="9462"/>
                  </a:lnTo>
                  <a:lnTo>
                    <a:pt x="11315" y="9462"/>
                  </a:lnTo>
                  <a:lnTo>
                    <a:pt x="11315" y="9462"/>
                  </a:lnTo>
                  <a:lnTo>
                    <a:pt x="12405" y="9419"/>
                  </a:lnTo>
                  <a:lnTo>
                    <a:pt x="12405" y="9419"/>
                  </a:lnTo>
                  <a:lnTo>
                    <a:pt x="12754" y="9397"/>
                  </a:lnTo>
                  <a:lnTo>
                    <a:pt x="12754" y="9397"/>
                  </a:lnTo>
                  <a:lnTo>
                    <a:pt x="12754" y="9397"/>
                  </a:lnTo>
                  <a:lnTo>
                    <a:pt x="13081" y="9375"/>
                  </a:lnTo>
                  <a:lnTo>
                    <a:pt x="13103" y="9375"/>
                  </a:lnTo>
                  <a:lnTo>
                    <a:pt x="13103" y="9375"/>
                  </a:lnTo>
                  <a:lnTo>
                    <a:pt x="13430" y="9353"/>
                  </a:lnTo>
                  <a:lnTo>
                    <a:pt x="13430" y="9353"/>
                  </a:lnTo>
                  <a:lnTo>
                    <a:pt x="14040" y="9288"/>
                  </a:lnTo>
                  <a:lnTo>
                    <a:pt x="14650" y="9222"/>
                  </a:lnTo>
                  <a:lnTo>
                    <a:pt x="14650" y="9222"/>
                  </a:lnTo>
                  <a:lnTo>
                    <a:pt x="14738" y="9157"/>
                  </a:lnTo>
                  <a:lnTo>
                    <a:pt x="14825" y="9113"/>
                  </a:lnTo>
                  <a:lnTo>
                    <a:pt x="14912" y="9092"/>
                  </a:lnTo>
                  <a:lnTo>
                    <a:pt x="15021" y="9092"/>
                  </a:lnTo>
                  <a:lnTo>
                    <a:pt x="15021" y="9092"/>
                  </a:lnTo>
                  <a:lnTo>
                    <a:pt x="15130" y="9092"/>
                  </a:lnTo>
                  <a:lnTo>
                    <a:pt x="15261" y="9135"/>
                  </a:lnTo>
                  <a:lnTo>
                    <a:pt x="15261" y="9135"/>
                  </a:lnTo>
                  <a:lnTo>
                    <a:pt x="15370" y="9113"/>
                  </a:lnTo>
                  <a:lnTo>
                    <a:pt x="15370" y="9113"/>
                  </a:lnTo>
                  <a:lnTo>
                    <a:pt x="15675" y="9070"/>
                  </a:lnTo>
                  <a:lnTo>
                    <a:pt x="15675" y="9070"/>
                  </a:lnTo>
                  <a:lnTo>
                    <a:pt x="15980" y="9004"/>
                  </a:lnTo>
                  <a:lnTo>
                    <a:pt x="15980" y="9004"/>
                  </a:lnTo>
                  <a:lnTo>
                    <a:pt x="16242" y="8961"/>
                  </a:lnTo>
                  <a:lnTo>
                    <a:pt x="16242" y="8961"/>
                  </a:lnTo>
                  <a:lnTo>
                    <a:pt x="16700" y="8852"/>
                  </a:lnTo>
                  <a:lnTo>
                    <a:pt x="16700" y="8852"/>
                  </a:lnTo>
                  <a:lnTo>
                    <a:pt x="16852" y="8808"/>
                  </a:lnTo>
                  <a:lnTo>
                    <a:pt x="16852" y="8808"/>
                  </a:lnTo>
                  <a:lnTo>
                    <a:pt x="17550" y="8612"/>
                  </a:lnTo>
                  <a:lnTo>
                    <a:pt x="17550" y="8612"/>
                  </a:lnTo>
                  <a:lnTo>
                    <a:pt x="17812" y="8525"/>
                  </a:lnTo>
                  <a:lnTo>
                    <a:pt x="17812" y="8525"/>
                  </a:lnTo>
                  <a:lnTo>
                    <a:pt x="18204" y="8372"/>
                  </a:lnTo>
                  <a:lnTo>
                    <a:pt x="18596" y="8220"/>
                  </a:lnTo>
                  <a:lnTo>
                    <a:pt x="18596" y="8220"/>
                  </a:lnTo>
                  <a:lnTo>
                    <a:pt x="18771" y="8132"/>
                  </a:lnTo>
                  <a:lnTo>
                    <a:pt x="18771" y="8132"/>
                  </a:lnTo>
                  <a:lnTo>
                    <a:pt x="19011" y="8023"/>
                  </a:lnTo>
                  <a:lnTo>
                    <a:pt x="19011" y="8023"/>
                  </a:lnTo>
                  <a:lnTo>
                    <a:pt x="19163" y="7936"/>
                  </a:lnTo>
                  <a:lnTo>
                    <a:pt x="19163" y="7936"/>
                  </a:lnTo>
                  <a:lnTo>
                    <a:pt x="19229" y="7893"/>
                  </a:lnTo>
                  <a:lnTo>
                    <a:pt x="19229" y="7893"/>
                  </a:lnTo>
                  <a:lnTo>
                    <a:pt x="19447" y="7784"/>
                  </a:lnTo>
                  <a:lnTo>
                    <a:pt x="19447" y="7784"/>
                  </a:lnTo>
                  <a:lnTo>
                    <a:pt x="19708" y="7631"/>
                  </a:lnTo>
                  <a:lnTo>
                    <a:pt x="19926" y="7457"/>
                  </a:lnTo>
                  <a:lnTo>
                    <a:pt x="19926" y="7457"/>
                  </a:lnTo>
                  <a:lnTo>
                    <a:pt x="20013" y="7391"/>
                  </a:lnTo>
                  <a:lnTo>
                    <a:pt x="20013" y="7391"/>
                  </a:lnTo>
                  <a:lnTo>
                    <a:pt x="20166" y="7282"/>
                  </a:lnTo>
                  <a:lnTo>
                    <a:pt x="20166" y="7282"/>
                  </a:lnTo>
                  <a:lnTo>
                    <a:pt x="20297" y="7173"/>
                  </a:lnTo>
                  <a:lnTo>
                    <a:pt x="20297" y="7173"/>
                  </a:lnTo>
                  <a:lnTo>
                    <a:pt x="20319" y="7151"/>
                  </a:lnTo>
                  <a:lnTo>
                    <a:pt x="20319" y="7151"/>
                  </a:lnTo>
                  <a:lnTo>
                    <a:pt x="20449" y="7021"/>
                  </a:lnTo>
                  <a:lnTo>
                    <a:pt x="20449" y="7021"/>
                  </a:lnTo>
                  <a:lnTo>
                    <a:pt x="20646" y="6824"/>
                  </a:lnTo>
                  <a:lnTo>
                    <a:pt x="20820" y="6628"/>
                  </a:lnTo>
                  <a:lnTo>
                    <a:pt x="20973" y="6410"/>
                  </a:lnTo>
                  <a:lnTo>
                    <a:pt x="21103" y="6170"/>
                  </a:lnTo>
                  <a:lnTo>
                    <a:pt x="21103" y="6170"/>
                  </a:lnTo>
                  <a:lnTo>
                    <a:pt x="21300" y="5821"/>
                  </a:lnTo>
                  <a:lnTo>
                    <a:pt x="21452" y="5473"/>
                  </a:lnTo>
                  <a:lnTo>
                    <a:pt x="21583" y="5124"/>
                  </a:lnTo>
                  <a:lnTo>
                    <a:pt x="21692" y="4797"/>
                  </a:lnTo>
                  <a:lnTo>
                    <a:pt x="21757" y="4470"/>
                  </a:lnTo>
                  <a:lnTo>
                    <a:pt x="21801" y="4143"/>
                  </a:lnTo>
                  <a:lnTo>
                    <a:pt x="21801" y="3838"/>
                  </a:lnTo>
                  <a:lnTo>
                    <a:pt x="21779" y="3554"/>
                  </a:lnTo>
                  <a:lnTo>
                    <a:pt x="21736" y="3271"/>
                  </a:lnTo>
                  <a:lnTo>
                    <a:pt x="21670" y="2987"/>
                  </a:lnTo>
                  <a:lnTo>
                    <a:pt x="21561" y="2726"/>
                  </a:lnTo>
                  <a:lnTo>
                    <a:pt x="21430" y="2464"/>
                  </a:lnTo>
                  <a:lnTo>
                    <a:pt x="21278" y="2224"/>
                  </a:lnTo>
                  <a:lnTo>
                    <a:pt x="21103" y="1985"/>
                  </a:lnTo>
                  <a:lnTo>
                    <a:pt x="20885" y="1745"/>
                  </a:lnTo>
                  <a:lnTo>
                    <a:pt x="20646" y="1527"/>
                  </a:lnTo>
                  <a:lnTo>
                    <a:pt x="20646" y="1527"/>
                  </a:lnTo>
                  <a:lnTo>
                    <a:pt x="20493" y="1374"/>
                  </a:lnTo>
                  <a:lnTo>
                    <a:pt x="20493" y="1374"/>
                  </a:lnTo>
                  <a:lnTo>
                    <a:pt x="20166" y="1134"/>
                  </a:lnTo>
                  <a:lnTo>
                    <a:pt x="19795" y="894"/>
                  </a:lnTo>
                  <a:lnTo>
                    <a:pt x="19795" y="894"/>
                  </a:lnTo>
                  <a:lnTo>
                    <a:pt x="19447" y="698"/>
                  </a:lnTo>
                  <a:lnTo>
                    <a:pt x="19098" y="502"/>
                  </a:lnTo>
                  <a:lnTo>
                    <a:pt x="18705" y="328"/>
                  </a:lnTo>
                  <a:lnTo>
                    <a:pt x="18291" y="153"/>
                  </a:lnTo>
                  <a:lnTo>
                    <a:pt x="18291" y="153"/>
                  </a:lnTo>
                  <a:lnTo>
                    <a:pt x="18095" y="88"/>
                  </a:lnTo>
                  <a:lnTo>
                    <a:pt x="17877" y="44"/>
                  </a:lnTo>
                  <a:lnTo>
                    <a:pt x="17615" y="22"/>
                  </a:lnTo>
                  <a:lnTo>
                    <a:pt x="17354" y="1"/>
                  </a:lnTo>
                  <a:lnTo>
                    <a:pt x="17354" y="1"/>
                  </a:lnTo>
                  <a:lnTo>
                    <a:pt x="1731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2" name="Google Shape;11252;p80"/>
            <p:cNvSpPr/>
            <p:nvPr/>
          </p:nvSpPr>
          <p:spPr>
            <a:xfrm>
              <a:off x="2172350" y="3657775"/>
              <a:ext cx="42000" cy="65975"/>
            </a:xfrm>
            <a:custGeom>
              <a:rect b="b" l="l" r="r" t="t"/>
              <a:pathLst>
                <a:path extrusionOk="0" fill="none" h="2639" w="1680">
                  <a:moveTo>
                    <a:pt x="480" y="1"/>
                  </a:moveTo>
                  <a:lnTo>
                    <a:pt x="480" y="1"/>
                  </a:lnTo>
                  <a:lnTo>
                    <a:pt x="371" y="22"/>
                  </a:lnTo>
                  <a:lnTo>
                    <a:pt x="371" y="22"/>
                  </a:lnTo>
                  <a:lnTo>
                    <a:pt x="284" y="66"/>
                  </a:lnTo>
                  <a:lnTo>
                    <a:pt x="197" y="110"/>
                  </a:lnTo>
                  <a:lnTo>
                    <a:pt x="131" y="175"/>
                  </a:lnTo>
                  <a:lnTo>
                    <a:pt x="66" y="262"/>
                  </a:lnTo>
                  <a:lnTo>
                    <a:pt x="22" y="349"/>
                  </a:lnTo>
                  <a:lnTo>
                    <a:pt x="0" y="437"/>
                  </a:lnTo>
                  <a:lnTo>
                    <a:pt x="0" y="524"/>
                  </a:lnTo>
                  <a:lnTo>
                    <a:pt x="22" y="611"/>
                  </a:lnTo>
                  <a:lnTo>
                    <a:pt x="22" y="611"/>
                  </a:lnTo>
                  <a:lnTo>
                    <a:pt x="720" y="2290"/>
                  </a:lnTo>
                  <a:lnTo>
                    <a:pt x="720" y="2290"/>
                  </a:lnTo>
                  <a:lnTo>
                    <a:pt x="807" y="2442"/>
                  </a:lnTo>
                  <a:lnTo>
                    <a:pt x="916" y="2551"/>
                  </a:lnTo>
                  <a:lnTo>
                    <a:pt x="1047" y="2617"/>
                  </a:lnTo>
                  <a:lnTo>
                    <a:pt x="1112" y="2639"/>
                  </a:lnTo>
                  <a:lnTo>
                    <a:pt x="1178" y="2639"/>
                  </a:lnTo>
                  <a:lnTo>
                    <a:pt x="1178" y="2639"/>
                  </a:lnTo>
                  <a:lnTo>
                    <a:pt x="1308" y="2639"/>
                  </a:lnTo>
                  <a:lnTo>
                    <a:pt x="1308" y="2639"/>
                  </a:lnTo>
                  <a:lnTo>
                    <a:pt x="1396" y="2595"/>
                  </a:lnTo>
                  <a:lnTo>
                    <a:pt x="1483" y="2551"/>
                  </a:lnTo>
                  <a:lnTo>
                    <a:pt x="1548" y="2486"/>
                  </a:lnTo>
                  <a:lnTo>
                    <a:pt x="1592" y="2399"/>
                  </a:lnTo>
                  <a:lnTo>
                    <a:pt x="1636" y="2312"/>
                  </a:lnTo>
                  <a:lnTo>
                    <a:pt x="1679" y="2224"/>
                  </a:lnTo>
                  <a:lnTo>
                    <a:pt x="1679" y="2137"/>
                  </a:lnTo>
                  <a:lnTo>
                    <a:pt x="1657" y="2050"/>
                  </a:lnTo>
                  <a:lnTo>
                    <a:pt x="1657" y="2050"/>
                  </a:lnTo>
                  <a:lnTo>
                    <a:pt x="960" y="371"/>
                  </a:lnTo>
                  <a:lnTo>
                    <a:pt x="960" y="371"/>
                  </a:lnTo>
                  <a:lnTo>
                    <a:pt x="872" y="219"/>
                  </a:lnTo>
                  <a:lnTo>
                    <a:pt x="763" y="110"/>
                  </a:lnTo>
                  <a:lnTo>
                    <a:pt x="633" y="44"/>
                  </a:lnTo>
                  <a:lnTo>
                    <a:pt x="567" y="22"/>
                  </a:lnTo>
                  <a:lnTo>
                    <a:pt x="48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3" name="Google Shape;11253;p80"/>
            <p:cNvSpPr/>
            <p:nvPr/>
          </p:nvSpPr>
          <p:spPr>
            <a:xfrm>
              <a:off x="1932000" y="3640325"/>
              <a:ext cx="26725" cy="11475"/>
            </a:xfrm>
            <a:custGeom>
              <a:rect b="b" l="l" r="r" t="t"/>
              <a:pathLst>
                <a:path extrusionOk="0" fill="none" h="459" w="1069">
                  <a:moveTo>
                    <a:pt x="1047" y="1"/>
                  </a:moveTo>
                  <a:lnTo>
                    <a:pt x="1047" y="1"/>
                  </a:lnTo>
                  <a:lnTo>
                    <a:pt x="0" y="459"/>
                  </a:lnTo>
                  <a:lnTo>
                    <a:pt x="0" y="459"/>
                  </a:lnTo>
                  <a:lnTo>
                    <a:pt x="524" y="372"/>
                  </a:lnTo>
                  <a:lnTo>
                    <a:pt x="524" y="372"/>
                  </a:lnTo>
                  <a:lnTo>
                    <a:pt x="938" y="284"/>
                  </a:lnTo>
                  <a:lnTo>
                    <a:pt x="938" y="284"/>
                  </a:lnTo>
                  <a:lnTo>
                    <a:pt x="1069" y="263"/>
                  </a:lnTo>
                  <a:lnTo>
                    <a:pt x="1069" y="263"/>
                  </a:lnTo>
                  <a:lnTo>
                    <a:pt x="1025" y="132"/>
                  </a:lnTo>
                  <a:lnTo>
                    <a:pt x="1047"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4" name="Google Shape;11254;p80"/>
            <p:cNvSpPr/>
            <p:nvPr/>
          </p:nvSpPr>
          <p:spPr>
            <a:xfrm>
              <a:off x="1985950" y="3556950"/>
              <a:ext cx="232750" cy="84500"/>
            </a:xfrm>
            <a:custGeom>
              <a:rect b="b" l="l" r="r" t="t"/>
              <a:pathLst>
                <a:path extrusionOk="0" fill="none" h="3380" w="9310">
                  <a:moveTo>
                    <a:pt x="9310" y="0"/>
                  </a:moveTo>
                  <a:lnTo>
                    <a:pt x="9310" y="0"/>
                  </a:lnTo>
                  <a:lnTo>
                    <a:pt x="8961" y="22"/>
                  </a:lnTo>
                  <a:lnTo>
                    <a:pt x="8612" y="66"/>
                  </a:lnTo>
                  <a:lnTo>
                    <a:pt x="7805" y="218"/>
                  </a:lnTo>
                  <a:lnTo>
                    <a:pt x="7805" y="218"/>
                  </a:lnTo>
                  <a:lnTo>
                    <a:pt x="7217" y="349"/>
                  </a:lnTo>
                  <a:lnTo>
                    <a:pt x="6606" y="502"/>
                  </a:lnTo>
                  <a:lnTo>
                    <a:pt x="6606" y="502"/>
                  </a:lnTo>
                  <a:lnTo>
                    <a:pt x="5582" y="807"/>
                  </a:lnTo>
                  <a:lnTo>
                    <a:pt x="5582" y="807"/>
                  </a:lnTo>
                  <a:lnTo>
                    <a:pt x="5494" y="851"/>
                  </a:lnTo>
                  <a:lnTo>
                    <a:pt x="5494" y="851"/>
                  </a:lnTo>
                  <a:lnTo>
                    <a:pt x="5407" y="872"/>
                  </a:lnTo>
                  <a:lnTo>
                    <a:pt x="5407" y="872"/>
                  </a:lnTo>
                  <a:lnTo>
                    <a:pt x="5407" y="872"/>
                  </a:lnTo>
                  <a:lnTo>
                    <a:pt x="5385" y="872"/>
                  </a:lnTo>
                  <a:lnTo>
                    <a:pt x="5385" y="872"/>
                  </a:lnTo>
                  <a:lnTo>
                    <a:pt x="5080" y="1003"/>
                  </a:lnTo>
                  <a:lnTo>
                    <a:pt x="5080" y="1003"/>
                  </a:lnTo>
                  <a:lnTo>
                    <a:pt x="5080" y="1003"/>
                  </a:lnTo>
                  <a:lnTo>
                    <a:pt x="5080" y="1003"/>
                  </a:lnTo>
                  <a:lnTo>
                    <a:pt x="4993" y="1025"/>
                  </a:lnTo>
                  <a:lnTo>
                    <a:pt x="4993" y="1025"/>
                  </a:lnTo>
                  <a:lnTo>
                    <a:pt x="4906" y="1069"/>
                  </a:lnTo>
                  <a:lnTo>
                    <a:pt x="4906" y="1069"/>
                  </a:lnTo>
                  <a:lnTo>
                    <a:pt x="4819" y="1091"/>
                  </a:lnTo>
                  <a:lnTo>
                    <a:pt x="4819" y="1091"/>
                  </a:lnTo>
                  <a:lnTo>
                    <a:pt x="4775" y="1112"/>
                  </a:lnTo>
                  <a:lnTo>
                    <a:pt x="4775" y="1112"/>
                  </a:lnTo>
                  <a:lnTo>
                    <a:pt x="3947" y="1396"/>
                  </a:lnTo>
                  <a:lnTo>
                    <a:pt x="3947" y="1396"/>
                  </a:lnTo>
                  <a:lnTo>
                    <a:pt x="3729" y="1483"/>
                  </a:lnTo>
                  <a:lnTo>
                    <a:pt x="3729" y="1483"/>
                  </a:lnTo>
                  <a:lnTo>
                    <a:pt x="3511" y="1548"/>
                  </a:lnTo>
                  <a:lnTo>
                    <a:pt x="3511" y="1548"/>
                  </a:lnTo>
                  <a:lnTo>
                    <a:pt x="3380" y="1592"/>
                  </a:lnTo>
                  <a:lnTo>
                    <a:pt x="3380" y="1592"/>
                  </a:lnTo>
                  <a:lnTo>
                    <a:pt x="3249" y="1614"/>
                  </a:lnTo>
                  <a:lnTo>
                    <a:pt x="3249" y="1614"/>
                  </a:lnTo>
                  <a:lnTo>
                    <a:pt x="3031" y="1701"/>
                  </a:lnTo>
                  <a:lnTo>
                    <a:pt x="3031" y="1701"/>
                  </a:lnTo>
                  <a:lnTo>
                    <a:pt x="2900" y="1723"/>
                  </a:lnTo>
                  <a:lnTo>
                    <a:pt x="2900" y="1723"/>
                  </a:lnTo>
                  <a:lnTo>
                    <a:pt x="1745" y="2181"/>
                  </a:lnTo>
                  <a:lnTo>
                    <a:pt x="567" y="2638"/>
                  </a:lnTo>
                  <a:lnTo>
                    <a:pt x="567" y="2638"/>
                  </a:lnTo>
                  <a:lnTo>
                    <a:pt x="1" y="3380"/>
                  </a:lnTo>
                  <a:lnTo>
                    <a:pt x="1" y="3380"/>
                  </a:lnTo>
                  <a:lnTo>
                    <a:pt x="393" y="3292"/>
                  </a:lnTo>
                  <a:lnTo>
                    <a:pt x="393" y="3292"/>
                  </a:lnTo>
                  <a:lnTo>
                    <a:pt x="982" y="3162"/>
                  </a:lnTo>
                  <a:lnTo>
                    <a:pt x="982" y="3162"/>
                  </a:lnTo>
                  <a:lnTo>
                    <a:pt x="1679" y="2987"/>
                  </a:lnTo>
                  <a:lnTo>
                    <a:pt x="1679" y="2987"/>
                  </a:lnTo>
                  <a:lnTo>
                    <a:pt x="2137" y="2878"/>
                  </a:lnTo>
                  <a:lnTo>
                    <a:pt x="2137" y="2878"/>
                  </a:lnTo>
                  <a:lnTo>
                    <a:pt x="2137" y="2878"/>
                  </a:lnTo>
                  <a:lnTo>
                    <a:pt x="2355" y="2813"/>
                  </a:lnTo>
                  <a:lnTo>
                    <a:pt x="2355" y="2813"/>
                  </a:lnTo>
                  <a:lnTo>
                    <a:pt x="2835" y="2682"/>
                  </a:lnTo>
                  <a:lnTo>
                    <a:pt x="2835" y="2682"/>
                  </a:lnTo>
                  <a:lnTo>
                    <a:pt x="3074" y="2617"/>
                  </a:lnTo>
                  <a:lnTo>
                    <a:pt x="3074" y="2617"/>
                  </a:lnTo>
                  <a:lnTo>
                    <a:pt x="3445" y="2508"/>
                  </a:lnTo>
                  <a:lnTo>
                    <a:pt x="3445" y="2508"/>
                  </a:lnTo>
                  <a:lnTo>
                    <a:pt x="3794" y="2399"/>
                  </a:lnTo>
                  <a:lnTo>
                    <a:pt x="3794" y="2399"/>
                  </a:lnTo>
                  <a:lnTo>
                    <a:pt x="4143" y="2290"/>
                  </a:lnTo>
                  <a:lnTo>
                    <a:pt x="4143" y="2290"/>
                  </a:lnTo>
                  <a:lnTo>
                    <a:pt x="5189" y="1919"/>
                  </a:lnTo>
                  <a:lnTo>
                    <a:pt x="5189" y="1919"/>
                  </a:lnTo>
                  <a:lnTo>
                    <a:pt x="5494" y="1810"/>
                  </a:lnTo>
                  <a:lnTo>
                    <a:pt x="5494" y="1810"/>
                  </a:lnTo>
                  <a:lnTo>
                    <a:pt x="5494" y="1810"/>
                  </a:lnTo>
                  <a:lnTo>
                    <a:pt x="5821" y="1701"/>
                  </a:lnTo>
                  <a:lnTo>
                    <a:pt x="5821" y="1679"/>
                  </a:lnTo>
                  <a:lnTo>
                    <a:pt x="5821" y="1679"/>
                  </a:lnTo>
                  <a:lnTo>
                    <a:pt x="6127" y="1570"/>
                  </a:lnTo>
                  <a:lnTo>
                    <a:pt x="6127" y="1570"/>
                  </a:lnTo>
                  <a:lnTo>
                    <a:pt x="6846" y="1265"/>
                  </a:lnTo>
                  <a:lnTo>
                    <a:pt x="7544" y="960"/>
                  </a:lnTo>
                  <a:lnTo>
                    <a:pt x="7544" y="960"/>
                  </a:lnTo>
                  <a:lnTo>
                    <a:pt x="7914" y="763"/>
                  </a:lnTo>
                  <a:lnTo>
                    <a:pt x="7914" y="763"/>
                  </a:lnTo>
                  <a:lnTo>
                    <a:pt x="8198" y="633"/>
                  </a:lnTo>
                  <a:lnTo>
                    <a:pt x="8198" y="633"/>
                  </a:lnTo>
                  <a:lnTo>
                    <a:pt x="8459" y="480"/>
                  </a:lnTo>
                  <a:lnTo>
                    <a:pt x="8459" y="480"/>
                  </a:lnTo>
                  <a:lnTo>
                    <a:pt x="8699" y="349"/>
                  </a:lnTo>
                  <a:lnTo>
                    <a:pt x="8699" y="349"/>
                  </a:lnTo>
                  <a:lnTo>
                    <a:pt x="9113" y="109"/>
                  </a:lnTo>
                  <a:lnTo>
                    <a:pt x="9113" y="109"/>
                  </a:lnTo>
                  <a:lnTo>
                    <a:pt x="9244" y="44"/>
                  </a:lnTo>
                  <a:lnTo>
                    <a:pt x="9244" y="44"/>
                  </a:lnTo>
                  <a:lnTo>
                    <a:pt x="9310"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5" name="Google Shape;11255;p80"/>
            <p:cNvSpPr/>
            <p:nvPr/>
          </p:nvSpPr>
          <p:spPr>
            <a:xfrm>
              <a:off x="2058450" y="3599450"/>
              <a:ext cx="3275" cy="575"/>
            </a:xfrm>
            <a:custGeom>
              <a:rect b="b" l="l" r="r" t="t"/>
              <a:pathLst>
                <a:path extrusionOk="0" h="23" w="131">
                  <a:moveTo>
                    <a:pt x="131" y="1"/>
                  </a:moveTo>
                  <a:lnTo>
                    <a:pt x="0" y="23"/>
                  </a:lnTo>
                  <a:lnTo>
                    <a:pt x="22" y="23"/>
                  </a:lnTo>
                  <a:lnTo>
                    <a:pt x="131" y="1"/>
                  </a:lnTo>
                  <a:close/>
                </a:path>
              </a:pathLst>
            </a:custGeom>
            <a:solidFill>
              <a:srgbClr val="4F200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6" name="Google Shape;11256;p80"/>
            <p:cNvSpPr/>
            <p:nvPr/>
          </p:nvSpPr>
          <p:spPr>
            <a:xfrm>
              <a:off x="2058450" y="3597275"/>
              <a:ext cx="8725" cy="2750"/>
            </a:xfrm>
            <a:custGeom>
              <a:rect b="b" l="l" r="r" t="t"/>
              <a:pathLst>
                <a:path extrusionOk="0" fill="none" h="110" w="349">
                  <a:moveTo>
                    <a:pt x="349" y="1"/>
                  </a:moveTo>
                  <a:lnTo>
                    <a:pt x="349" y="1"/>
                  </a:lnTo>
                  <a:lnTo>
                    <a:pt x="131" y="88"/>
                  </a:lnTo>
                  <a:lnTo>
                    <a:pt x="131" y="88"/>
                  </a:lnTo>
                  <a:lnTo>
                    <a:pt x="22" y="110"/>
                  </a:lnTo>
                  <a:lnTo>
                    <a:pt x="22" y="110"/>
                  </a:lnTo>
                  <a:lnTo>
                    <a:pt x="0" y="110"/>
                  </a:lnTo>
                  <a:lnTo>
                    <a:pt x="0" y="110"/>
                  </a:lnTo>
                  <a:lnTo>
                    <a:pt x="131" y="88"/>
                  </a:lnTo>
                  <a:lnTo>
                    <a:pt x="131" y="88"/>
                  </a:lnTo>
                  <a:lnTo>
                    <a:pt x="349"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7" name="Google Shape;11257;p80"/>
            <p:cNvSpPr/>
            <p:nvPr/>
          </p:nvSpPr>
          <p:spPr>
            <a:xfrm>
              <a:off x="2073700" y="3591825"/>
              <a:ext cx="10925" cy="3850"/>
            </a:xfrm>
            <a:custGeom>
              <a:rect b="b" l="l" r="r" t="t"/>
              <a:pathLst>
                <a:path extrusionOk="0" fill="none" h="154" w="437">
                  <a:moveTo>
                    <a:pt x="437" y="1"/>
                  </a:moveTo>
                  <a:lnTo>
                    <a:pt x="437" y="1"/>
                  </a:lnTo>
                  <a:lnTo>
                    <a:pt x="219" y="88"/>
                  </a:lnTo>
                  <a:lnTo>
                    <a:pt x="219" y="88"/>
                  </a:lnTo>
                  <a:lnTo>
                    <a:pt x="1" y="153"/>
                  </a:lnTo>
                  <a:lnTo>
                    <a:pt x="1" y="153"/>
                  </a:lnTo>
                  <a:lnTo>
                    <a:pt x="219" y="88"/>
                  </a:lnTo>
                  <a:lnTo>
                    <a:pt x="219" y="88"/>
                  </a:lnTo>
                  <a:lnTo>
                    <a:pt x="437"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8" name="Google Shape;11258;p80"/>
            <p:cNvSpPr/>
            <p:nvPr/>
          </p:nvSpPr>
          <p:spPr>
            <a:xfrm>
              <a:off x="2106400" y="3583650"/>
              <a:ext cx="2200" cy="575"/>
            </a:xfrm>
            <a:custGeom>
              <a:rect b="b" l="l" r="r" t="t"/>
              <a:pathLst>
                <a:path extrusionOk="0" fill="none" h="23" w="88">
                  <a:moveTo>
                    <a:pt x="88" y="1"/>
                  </a:moveTo>
                  <a:lnTo>
                    <a:pt x="88" y="1"/>
                  </a:lnTo>
                  <a:lnTo>
                    <a:pt x="1" y="23"/>
                  </a:lnTo>
                  <a:lnTo>
                    <a:pt x="1" y="23"/>
                  </a:lnTo>
                  <a:lnTo>
                    <a:pt x="88"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9" name="Google Shape;11259;p80"/>
            <p:cNvSpPr/>
            <p:nvPr/>
          </p:nvSpPr>
          <p:spPr>
            <a:xfrm>
              <a:off x="2110750" y="3582025"/>
              <a:ext cx="2225" cy="575"/>
            </a:xfrm>
            <a:custGeom>
              <a:rect b="b" l="l" r="r" t="t"/>
              <a:pathLst>
                <a:path extrusionOk="0" fill="none" h="23" w="89">
                  <a:moveTo>
                    <a:pt x="88" y="0"/>
                  </a:moveTo>
                  <a:lnTo>
                    <a:pt x="88" y="0"/>
                  </a:lnTo>
                  <a:lnTo>
                    <a:pt x="88" y="0"/>
                  </a:lnTo>
                  <a:lnTo>
                    <a:pt x="1" y="22"/>
                  </a:lnTo>
                  <a:lnTo>
                    <a:pt x="1" y="22"/>
                  </a:lnTo>
                  <a:lnTo>
                    <a:pt x="88" y="0"/>
                  </a:lnTo>
                  <a:lnTo>
                    <a:pt x="88"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0" name="Google Shape;11260;p80"/>
            <p:cNvSpPr/>
            <p:nvPr/>
          </p:nvSpPr>
          <p:spPr>
            <a:xfrm>
              <a:off x="2120575" y="3578750"/>
              <a:ext cx="575" cy="25"/>
            </a:xfrm>
            <a:custGeom>
              <a:rect b="b" l="l" r="r" t="t"/>
              <a:pathLst>
                <a:path extrusionOk="0" fill="none" h="1" w="23">
                  <a:moveTo>
                    <a:pt x="22" y="0"/>
                  </a:moveTo>
                  <a:lnTo>
                    <a:pt x="22" y="0"/>
                  </a:lnTo>
                  <a:lnTo>
                    <a:pt x="22" y="0"/>
                  </a:lnTo>
                  <a:lnTo>
                    <a:pt x="0" y="0"/>
                  </a:lnTo>
                  <a:lnTo>
                    <a:pt x="0" y="0"/>
                  </a:lnTo>
                  <a:lnTo>
                    <a:pt x="22"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1" name="Google Shape;11261;p80"/>
            <p:cNvSpPr/>
            <p:nvPr/>
          </p:nvSpPr>
          <p:spPr>
            <a:xfrm>
              <a:off x="2123300" y="3577125"/>
              <a:ext cx="2200" cy="1100"/>
            </a:xfrm>
            <a:custGeom>
              <a:rect b="b" l="l" r="r" t="t"/>
              <a:pathLst>
                <a:path extrusionOk="0" fill="none" h="44" w="88">
                  <a:moveTo>
                    <a:pt x="88" y="0"/>
                  </a:moveTo>
                  <a:lnTo>
                    <a:pt x="88" y="0"/>
                  </a:lnTo>
                  <a:lnTo>
                    <a:pt x="88" y="0"/>
                  </a:lnTo>
                  <a:lnTo>
                    <a:pt x="88" y="0"/>
                  </a:lnTo>
                  <a:lnTo>
                    <a:pt x="0" y="44"/>
                  </a:lnTo>
                  <a:lnTo>
                    <a:pt x="0" y="44"/>
                  </a:lnTo>
                  <a:lnTo>
                    <a:pt x="88"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2" name="Google Shape;11262;p80"/>
            <p:cNvSpPr/>
            <p:nvPr/>
          </p:nvSpPr>
          <p:spPr>
            <a:xfrm>
              <a:off x="2058975" y="3577125"/>
              <a:ext cx="66525" cy="22900"/>
            </a:xfrm>
            <a:custGeom>
              <a:rect b="b" l="l" r="r" t="t"/>
              <a:pathLst>
                <a:path extrusionOk="0" h="916" w="2661">
                  <a:moveTo>
                    <a:pt x="2661" y="0"/>
                  </a:moveTo>
                  <a:lnTo>
                    <a:pt x="2464" y="65"/>
                  </a:lnTo>
                  <a:lnTo>
                    <a:pt x="2486" y="65"/>
                  </a:lnTo>
                  <a:lnTo>
                    <a:pt x="2573" y="44"/>
                  </a:lnTo>
                  <a:lnTo>
                    <a:pt x="2661" y="0"/>
                  </a:lnTo>
                  <a:close/>
                  <a:moveTo>
                    <a:pt x="2464" y="65"/>
                  </a:moveTo>
                  <a:lnTo>
                    <a:pt x="1418" y="414"/>
                  </a:lnTo>
                  <a:lnTo>
                    <a:pt x="132" y="872"/>
                  </a:lnTo>
                  <a:lnTo>
                    <a:pt x="1" y="916"/>
                  </a:lnTo>
                  <a:lnTo>
                    <a:pt x="110" y="894"/>
                  </a:lnTo>
                  <a:lnTo>
                    <a:pt x="328" y="807"/>
                  </a:lnTo>
                  <a:lnTo>
                    <a:pt x="459" y="785"/>
                  </a:lnTo>
                  <a:lnTo>
                    <a:pt x="590" y="741"/>
                  </a:lnTo>
                  <a:lnTo>
                    <a:pt x="808" y="676"/>
                  </a:lnTo>
                  <a:lnTo>
                    <a:pt x="1026" y="589"/>
                  </a:lnTo>
                  <a:lnTo>
                    <a:pt x="1854" y="305"/>
                  </a:lnTo>
                  <a:lnTo>
                    <a:pt x="1898" y="284"/>
                  </a:lnTo>
                  <a:lnTo>
                    <a:pt x="1985" y="262"/>
                  </a:lnTo>
                  <a:lnTo>
                    <a:pt x="2072" y="218"/>
                  </a:lnTo>
                  <a:lnTo>
                    <a:pt x="2159" y="196"/>
                  </a:lnTo>
                  <a:lnTo>
                    <a:pt x="2464" y="65"/>
                  </a:lnTo>
                  <a:close/>
                </a:path>
              </a:pathLst>
            </a:custGeom>
            <a:solidFill>
              <a:srgbClr val="3F12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3" name="Google Shape;11263;p80"/>
            <p:cNvSpPr/>
            <p:nvPr/>
          </p:nvSpPr>
          <p:spPr>
            <a:xfrm>
              <a:off x="2058975" y="3577125"/>
              <a:ext cx="66525" cy="22900"/>
            </a:xfrm>
            <a:custGeom>
              <a:rect b="b" l="l" r="r" t="t"/>
              <a:pathLst>
                <a:path extrusionOk="0" fill="none" h="916" w="2661">
                  <a:moveTo>
                    <a:pt x="2661" y="0"/>
                  </a:moveTo>
                  <a:lnTo>
                    <a:pt x="2661" y="0"/>
                  </a:lnTo>
                  <a:lnTo>
                    <a:pt x="1418" y="414"/>
                  </a:lnTo>
                  <a:lnTo>
                    <a:pt x="1418" y="414"/>
                  </a:lnTo>
                  <a:lnTo>
                    <a:pt x="132" y="872"/>
                  </a:lnTo>
                  <a:lnTo>
                    <a:pt x="132" y="872"/>
                  </a:lnTo>
                  <a:lnTo>
                    <a:pt x="1" y="916"/>
                  </a:lnTo>
                  <a:lnTo>
                    <a:pt x="1" y="916"/>
                  </a:lnTo>
                  <a:lnTo>
                    <a:pt x="110" y="894"/>
                  </a:lnTo>
                  <a:lnTo>
                    <a:pt x="110" y="894"/>
                  </a:lnTo>
                  <a:lnTo>
                    <a:pt x="328" y="807"/>
                  </a:lnTo>
                  <a:lnTo>
                    <a:pt x="328" y="807"/>
                  </a:lnTo>
                  <a:lnTo>
                    <a:pt x="459" y="785"/>
                  </a:lnTo>
                  <a:lnTo>
                    <a:pt x="459" y="785"/>
                  </a:lnTo>
                  <a:lnTo>
                    <a:pt x="590" y="741"/>
                  </a:lnTo>
                  <a:lnTo>
                    <a:pt x="590" y="741"/>
                  </a:lnTo>
                  <a:lnTo>
                    <a:pt x="808" y="676"/>
                  </a:lnTo>
                  <a:lnTo>
                    <a:pt x="808" y="676"/>
                  </a:lnTo>
                  <a:lnTo>
                    <a:pt x="1026" y="589"/>
                  </a:lnTo>
                  <a:lnTo>
                    <a:pt x="1026" y="589"/>
                  </a:lnTo>
                  <a:lnTo>
                    <a:pt x="1854" y="305"/>
                  </a:lnTo>
                  <a:lnTo>
                    <a:pt x="1854" y="305"/>
                  </a:lnTo>
                  <a:lnTo>
                    <a:pt x="1898" y="284"/>
                  </a:lnTo>
                  <a:lnTo>
                    <a:pt x="1898" y="284"/>
                  </a:lnTo>
                  <a:lnTo>
                    <a:pt x="1985" y="262"/>
                  </a:lnTo>
                  <a:lnTo>
                    <a:pt x="1985" y="262"/>
                  </a:lnTo>
                  <a:lnTo>
                    <a:pt x="2072" y="218"/>
                  </a:lnTo>
                  <a:lnTo>
                    <a:pt x="2072" y="218"/>
                  </a:lnTo>
                  <a:lnTo>
                    <a:pt x="2159" y="196"/>
                  </a:lnTo>
                  <a:lnTo>
                    <a:pt x="2159" y="196"/>
                  </a:lnTo>
                  <a:lnTo>
                    <a:pt x="2159" y="196"/>
                  </a:lnTo>
                  <a:lnTo>
                    <a:pt x="2159" y="196"/>
                  </a:lnTo>
                  <a:lnTo>
                    <a:pt x="2464" y="65"/>
                  </a:lnTo>
                  <a:lnTo>
                    <a:pt x="2464" y="65"/>
                  </a:lnTo>
                  <a:lnTo>
                    <a:pt x="2486" y="65"/>
                  </a:lnTo>
                  <a:lnTo>
                    <a:pt x="2486" y="65"/>
                  </a:lnTo>
                  <a:lnTo>
                    <a:pt x="2486" y="65"/>
                  </a:lnTo>
                  <a:lnTo>
                    <a:pt x="2486" y="65"/>
                  </a:lnTo>
                  <a:lnTo>
                    <a:pt x="2573" y="44"/>
                  </a:lnTo>
                  <a:lnTo>
                    <a:pt x="2573" y="44"/>
                  </a:lnTo>
                  <a:lnTo>
                    <a:pt x="2661"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4" name="Google Shape;11264;p80"/>
            <p:cNvSpPr/>
            <p:nvPr/>
          </p:nvSpPr>
          <p:spPr>
            <a:xfrm>
              <a:off x="1790825" y="3534050"/>
              <a:ext cx="545600" cy="236575"/>
            </a:xfrm>
            <a:custGeom>
              <a:rect b="b" l="l" r="r" t="t"/>
              <a:pathLst>
                <a:path extrusionOk="0" h="9463" w="21824">
                  <a:moveTo>
                    <a:pt x="17376" y="1"/>
                  </a:moveTo>
                  <a:lnTo>
                    <a:pt x="16940" y="23"/>
                  </a:lnTo>
                  <a:lnTo>
                    <a:pt x="16482" y="66"/>
                  </a:lnTo>
                  <a:lnTo>
                    <a:pt x="15981" y="132"/>
                  </a:lnTo>
                  <a:lnTo>
                    <a:pt x="15458" y="241"/>
                  </a:lnTo>
                  <a:lnTo>
                    <a:pt x="14869" y="371"/>
                  </a:lnTo>
                  <a:lnTo>
                    <a:pt x="14259" y="524"/>
                  </a:lnTo>
                  <a:lnTo>
                    <a:pt x="13147" y="851"/>
                  </a:lnTo>
                  <a:lnTo>
                    <a:pt x="11991" y="1243"/>
                  </a:lnTo>
                  <a:lnTo>
                    <a:pt x="10683" y="1701"/>
                  </a:lnTo>
                  <a:lnTo>
                    <a:pt x="9397" y="2181"/>
                  </a:lnTo>
                  <a:lnTo>
                    <a:pt x="8111" y="2704"/>
                  </a:lnTo>
                  <a:lnTo>
                    <a:pt x="6759" y="3271"/>
                  </a:lnTo>
                  <a:lnTo>
                    <a:pt x="5582" y="3772"/>
                  </a:lnTo>
                  <a:lnTo>
                    <a:pt x="4470" y="4274"/>
                  </a:lnTo>
                  <a:lnTo>
                    <a:pt x="3118" y="4884"/>
                  </a:lnTo>
                  <a:lnTo>
                    <a:pt x="1091" y="5822"/>
                  </a:lnTo>
                  <a:lnTo>
                    <a:pt x="350" y="6192"/>
                  </a:lnTo>
                  <a:lnTo>
                    <a:pt x="175" y="6476"/>
                  </a:lnTo>
                  <a:lnTo>
                    <a:pt x="66" y="6715"/>
                  </a:lnTo>
                  <a:lnTo>
                    <a:pt x="1" y="6955"/>
                  </a:lnTo>
                  <a:lnTo>
                    <a:pt x="1" y="7173"/>
                  </a:lnTo>
                  <a:lnTo>
                    <a:pt x="23" y="7304"/>
                  </a:lnTo>
                  <a:lnTo>
                    <a:pt x="44" y="7435"/>
                  </a:lnTo>
                  <a:lnTo>
                    <a:pt x="154" y="7653"/>
                  </a:lnTo>
                  <a:lnTo>
                    <a:pt x="263" y="7849"/>
                  </a:lnTo>
                  <a:lnTo>
                    <a:pt x="415" y="8002"/>
                  </a:lnTo>
                  <a:lnTo>
                    <a:pt x="546" y="8111"/>
                  </a:lnTo>
                  <a:lnTo>
                    <a:pt x="655" y="8198"/>
                  </a:lnTo>
                  <a:lnTo>
                    <a:pt x="764" y="8285"/>
                  </a:lnTo>
                  <a:lnTo>
                    <a:pt x="960" y="8329"/>
                  </a:lnTo>
                  <a:lnTo>
                    <a:pt x="1767" y="8503"/>
                  </a:lnTo>
                  <a:lnTo>
                    <a:pt x="1832" y="8525"/>
                  </a:lnTo>
                  <a:lnTo>
                    <a:pt x="2530" y="8656"/>
                  </a:lnTo>
                  <a:lnTo>
                    <a:pt x="2726" y="8699"/>
                  </a:lnTo>
                  <a:lnTo>
                    <a:pt x="3315" y="8808"/>
                  </a:lnTo>
                  <a:lnTo>
                    <a:pt x="3729" y="8874"/>
                  </a:lnTo>
                  <a:lnTo>
                    <a:pt x="4143" y="8939"/>
                  </a:lnTo>
                  <a:lnTo>
                    <a:pt x="4514" y="9005"/>
                  </a:lnTo>
                  <a:lnTo>
                    <a:pt x="5386" y="9114"/>
                  </a:lnTo>
                  <a:lnTo>
                    <a:pt x="5800" y="9157"/>
                  </a:lnTo>
                  <a:lnTo>
                    <a:pt x="6628" y="9244"/>
                  </a:lnTo>
                  <a:lnTo>
                    <a:pt x="7435" y="9332"/>
                  </a:lnTo>
                  <a:lnTo>
                    <a:pt x="8045" y="9375"/>
                  </a:lnTo>
                  <a:lnTo>
                    <a:pt x="8765" y="9419"/>
                  </a:lnTo>
                  <a:lnTo>
                    <a:pt x="9223" y="9441"/>
                  </a:lnTo>
                  <a:lnTo>
                    <a:pt x="9942" y="9441"/>
                  </a:lnTo>
                  <a:lnTo>
                    <a:pt x="10225" y="9462"/>
                  </a:lnTo>
                  <a:lnTo>
                    <a:pt x="11316" y="9462"/>
                  </a:lnTo>
                  <a:lnTo>
                    <a:pt x="12427" y="9419"/>
                  </a:lnTo>
                  <a:lnTo>
                    <a:pt x="12754" y="9397"/>
                  </a:lnTo>
                  <a:lnTo>
                    <a:pt x="13103" y="9375"/>
                  </a:lnTo>
                  <a:lnTo>
                    <a:pt x="13430" y="9353"/>
                  </a:lnTo>
                  <a:lnTo>
                    <a:pt x="14215" y="9266"/>
                  </a:lnTo>
                  <a:lnTo>
                    <a:pt x="14978" y="9179"/>
                  </a:lnTo>
                  <a:lnTo>
                    <a:pt x="15370" y="9114"/>
                  </a:lnTo>
                  <a:lnTo>
                    <a:pt x="15676" y="9070"/>
                  </a:lnTo>
                  <a:lnTo>
                    <a:pt x="15981" y="9005"/>
                  </a:lnTo>
                  <a:lnTo>
                    <a:pt x="16264" y="8939"/>
                  </a:lnTo>
                  <a:lnTo>
                    <a:pt x="16722" y="8830"/>
                  </a:lnTo>
                  <a:lnTo>
                    <a:pt x="16853" y="8808"/>
                  </a:lnTo>
                  <a:lnTo>
                    <a:pt x="17572" y="8590"/>
                  </a:lnTo>
                  <a:lnTo>
                    <a:pt x="17812" y="8525"/>
                  </a:lnTo>
                  <a:lnTo>
                    <a:pt x="18226" y="8372"/>
                  </a:lnTo>
                  <a:lnTo>
                    <a:pt x="18619" y="8220"/>
                  </a:lnTo>
                  <a:lnTo>
                    <a:pt x="18771" y="8133"/>
                  </a:lnTo>
                  <a:lnTo>
                    <a:pt x="19033" y="8024"/>
                  </a:lnTo>
                  <a:lnTo>
                    <a:pt x="19186" y="7936"/>
                  </a:lnTo>
                  <a:lnTo>
                    <a:pt x="19251" y="7893"/>
                  </a:lnTo>
                  <a:lnTo>
                    <a:pt x="19469" y="7784"/>
                  </a:lnTo>
                  <a:lnTo>
                    <a:pt x="19709" y="7631"/>
                  </a:lnTo>
                  <a:lnTo>
                    <a:pt x="19949" y="7457"/>
                  </a:lnTo>
                  <a:lnTo>
                    <a:pt x="20036" y="7391"/>
                  </a:lnTo>
                  <a:lnTo>
                    <a:pt x="20188" y="7282"/>
                  </a:lnTo>
                  <a:lnTo>
                    <a:pt x="20297" y="7173"/>
                  </a:lnTo>
                  <a:lnTo>
                    <a:pt x="20341" y="7152"/>
                  </a:lnTo>
                  <a:lnTo>
                    <a:pt x="20450" y="7021"/>
                  </a:lnTo>
                  <a:lnTo>
                    <a:pt x="20646" y="6824"/>
                  </a:lnTo>
                  <a:lnTo>
                    <a:pt x="20821" y="6606"/>
                  </a:lnTo>
                  <a:lnTo>
                    <a:pt x="20995" y="6410"/>
                  </a:lnTo>
                  <a:lnTo>
                    <a:pt x="21126" y="6170"/>
                  </a:lnTo>
                  <a:lnTo>
                    <a:pt x="21322" y="5822"/>
                  </a:lnTo>
                  <a:lnTo>
                    <a:pt x="21475" y="5451"/>
                  </a:lnTo>
                  <a:lnTo>
                    <a:pt x="21605" y="5124"/>
                  </a:lnTo>
                  <a:lnTo>
                    <a:pt x="21693" y="4775"/>
                  </a:lnTo>
                  <a:lnTo>
                    <a:pt x="21780" y="4470"/>
                  </a:lnTo>
                  <a:lnTo>
                    <a:pt x="21802" y="4143"/>
                  </a:lnTo>
                  <a:lnTo>
                    <a:pt x="21823" y="3838"/>
                  </a:lnTo>
                  <a:lnTo>
                    <a:pt x="21802" y="3554"/>
                  </a:lnTo>
                  <a:lnTo>
                    <a:pt x="21758" y="3271"/>
                  </a:lnTo>
                  <a:lnTo>
                    <a:pt x="21671" y="2988"/>
                  </a:lnTo>
                  <a:lnTo>
                    <a:pt x="21584" y="2726"/>
                  </a:lnTo>
                  <a:lnTo>
                    <a:pt x="21453" y="2464"/>
                  </a:lnTo>
                  <a:lnTo>
                    <a:pt x="21300" y="2203"/>
                  </a:lnTo>
                  <a:lnTo>
                    <a:pt x="21104" y="1963"/>
                  </a:lnTo>
                  <a:lnTo>
                    <a:pt x="20908" y="1745"/>
                  </a:lnTo>
                  <a:lnTo>
                    <a:pt x="20668" y="1505"/>
                  </a:lnTo>
                  <a:lnTo>
                    <a:pt x="20494" y="1374"/>
                  </a:lnTo>
                  <a:lnTo>
                    <a:pt x="20167" y="1113"/>
                  </a:lnTo>
                  <a:lnTo>
                    <a:pt x="19818" y="895"/>
                  </a:lnTo>
                  <a:lnTo>
                    <a:pt x="19469" y="698"/>
                  </a:lnTo>
                  <a:lnTo>
                    <a:pt x="19098" y="502"/>
                  </a:lnTo>
                  <a:lnTo>
                    <a:pt x="18706" y="328"/>
                  </a:lnTo>
                  <a:lnTo>
                    <a:pt x="18292" y="153"/>
                  </a:lnTo>
                  <a:lnTo>
                    <a:pt x="18096" y="88"/>
                  </a:lnTo>
                  <a:lnTo>
                    <a:pt x="17878" y="44"/>
                  </a:lnTo>
                  <a:lnTo>
                    <a:pt x="17638" y="23"/>
                  </a:lnTo>
                  <a:lnTo>
                    <a:pt x="1737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5" name="Google Shape;11265;p80"/>
            <p:cNvSpPr/>
            <p:nvPr/>
          </p:nvSpPr>
          <p:spPr>
            <a:xfrm>
              <a:off x="1790825" y="3571675"/>
              <a:ext cx="545600" cy="198950"/>
            </a:xfrm>
            <a:custGeom>
              <a:rect b="b" l="l" r="r" t="t"/>
              <a:pathLst>
                <a:path extrusionOk="0" h="7958" w="21824">
                  <a:moveTo>
                    <a:pt x="20668" y="0"/>
                  </a:moveTo>
                  <a:lnTo>
                    <a:pt x="20690" y="131"/>
                  </a:lnTo>
                  <a:lnTo>
                    <a:pt x="20733" y="502"/>
                  </a:lnTo>
                  <a:lnTo>
                    <a:pt x="20755" y="741"/>
                  </a:lnTo>
                  <a:lnTo>
                    <a:pt x="20755" y="1025"/>
                  </a:lnTo>
                  <a:lnTo>
                    <a:pt x="20755" y="1352"/>
                  </a:lnTo>
                  <a:lnTo>
                    <a:pt x="20712" y="1701"/>
                  </a:lnTo>
                  <a:lnTo>
                    <a:pt x="20668" y="2071"/>
                  </a:lnTo>
                  <a:lnTo>
                    <a:pt x="20559" y="2442"/>
                  </a:lnTo>
                  <a:lnTo>
                    <a:pt x="20450" y="2834"/>
                  </a:lnTo>
                  <a:lnTo>
                    <a:pt x="20276" y="3227"/>
                  </a:lnTo>
                  <a:lnTo>
                    <a:pt x="20058" y="3619"/>
                  </a:lnTo>
                  <a:lnTo>
                    <a:pt x="19949" y="3793"/>
                  </a:lnTo>
                  <a:lnTo>
                    <a:pt x="19796" y="3990"/>
                  </a:lnTo>
                  <a:lnTo>
                    <a:pt x="19643" y="4164"/>
                  </a:lnTo>
                  <a:lnTo>
                    <a:pt x="19491" y="4338"/>
                  </a:lnTo>
                  <a:lnTo>
                    <a:pt x="19295" y="4513"/>
                  </a:lnTo>
                  <a:lnTo>
                    <a:pt x="19098" y="4687"/>
                  </a:lnTo>
                  <a:lnTo>
                    <a:pt x="18946" y="4796"/>
                  </a:lnTo>
                  <a:lnTo>
                    <a:pt x="18750" y="4905"/>
                  </a:lnTo>
                  <a:lnTo>
                    <a:pt x="18510" y="5014"/>
                  </a:lnTo>
                  <a:lnTo>
                    <a:pt x="18248" y="5123"/>
                  </a:lnTo>
                  <a:lnTo>
                    <a:pt x="17638" y="5319"/>
                  </a:lnTo>
                  <a:lnTo>
                    <a:pt x="16897" y="5516"/>
                  </a:lnTo>
                  <a:lnTo>
                    <a:pt x="16395" y="5625"/>
                  </a:lnTo>
                  <a:lnTo>
                    <a:pt x="15850" y="5734"/>
                  </a:lnTo>
                  <a:lnTo>
                    <a:pt x="14738" y="5930"/>
                  </a:lnTo>
                  <a:lnTo>
                    <a:pt x="13561" y="6083"/>
                  </a:lnTo>
                  <a:lnTo>
                    <a:pt x="12580" y="6192"/>
                  </a:lnTo>
                  <a:lnTo>
                    <a:pt x="11599" y="6279"/>
                  </a:lnTo>
                  <a:lnTo>
                    <a:pt x="10596" y="6366"/>
                  </a:lnTo>
                  <a:lnTo>
                    <a:pt x="9637" y="6410"/>
                  </a:lnTo>
                  <a:lnTo>
                    <a:pt x="8656" y="6453"/>
                  </a:lnTo>
                  <a:lnTo>
                    <a:pt x="7675" y="6497"/>
                  </a:lnTo>
                  <a:lnTo>
                    <a:pt x="5735" y="6497"/>
                  </a:lnTo>
                  <a:lnTo>
                    <a:pt x="4753" y="6475"/>
                  </a:lnTo>
                  <a:lnTo>
                    <a:pt x="4732" y="6475"/>
                  </a:lnTo>
                  <a:lnTo>
                    <a:pt x="3838" y="6431"/>
                  </a:lnTo>
                  <a:lnTo>
                    <a:pt x="2988" y="6366"/>
                  </a:lnTo>
                  <a:lnTo>
                    <a:pt x="2225" y="6279"/>
                  </a:lnTo>
                  <a:lnTo>
                    <a:pt x="1789" y="6213"/>
                  </a:lnTo>
                  <a:lnTo>
                    <a:pt x="1374" y="6148"/>
                  </a:lnTo>
                  <a:lnTo>
                    <a:pt x="938" y="6061"/>
                  </a:lnTo>
                  <a:lnTo>
                    <a:pt x="568" y="5930"/>
                  </a:lnTo>
                  <a:lnTo>
                    <a:pt x="263" y="5821"/>
                  </a:lnTo>
                  <a:lnTo>
                    <a:pt x="1" y="5668"/>
                  </a:lnTo>
                  <a:lnTo>
                    <a:pt x="1" y="5668"/>
                  </a:lnTo>
                  <a:lnTo>
                    <a:pt x="23" y="5799"/>
                  </a:lnTo>
                  <a:lnTo>
                    <a:pt x="44" y="5930"/>
                  </a:lnTo>
                  <a:lnTo>
                    <a:pt x="154" y="6148"/>
                  </a:lnTo>
                  <a:lnTo>
                    <a:pt x="263" y="6322"/>
                  </a:lnTo>
                  <a:lnTo>
                    <a:pt x="415" y="6497"/>
                  </a:lnTo>
                  <a:lnTo>
                    <a:pt x="546" y="6606"/>
                  </a:lnTo>
                  <a:lnTo>
                    <a:pt x="655" y="6693"/>
                  </a:lnTo>
                  <a:lnTo>
                    <a:pt x="764" y="6780"/>
                  </a:lnTo>
                  <a:lnTo>
                    <a:pt x="960" y="6824"/>
                  </a:lnTo>
                  <a:lnTo>
                    <a:pt x="1767" y="6998"/>
                  </a:lnTo>
                  <a:lnTo>
                    <a:pt x="1832" y="7020"/>
                  </a:lnTo>
                  <a:lnTo>
                    <a:pt x="2530" y="7151"/>
                  </a:lnTo>
                  <a:lnTo>
                    <a:pt x="2726" y="7194"/>
                  </a:lnTo>
                  <a:lnTo>
                    <a:pt x="3315" y="7303"/>
                  </a:lnTo>
                  <a:lnTo>
                    <a:pt x="3729" y="7369"/>
                  </a:lnTo>
                  <a:lnTo>
                    <a:pt x="4143" y="7434"/>
                  </a:lnTo>
                  <a:lnTo>
                    <a:pt x="4514" y="7500"/>
                  </a:lnTo>
                  <a:lnTo>
                    <a:pt x="5386" y="7609"/>
                  </a:lnTo>
                  <a:lnTo>
                    <a:pt x="5800" y="7652"/>
                  </a:lnTo>
                  <a:lnTo>
                    <a:pt x="6628" y="7739"/>
                  </a:lnTo>
                  <a:lnTo>
                    <a:pt x="7435" y="7827"/>
                  </a:lnTo>
                  <a:lnTo>
                    <a:pt x="8045" y="7870"/>
                  </a:lnTo>
                  <a:lnTo>
                    <a:pt x="8765" y="7914"/>
                  </a:lnTo>
                  <a:lnTo>
                    <a:pt x="9223" y="7936"/>
                  </a:lnTo>
                  <a:lnTo>
                    <a:pt x="9462" y="7936"/>
                  </a:lnTo>
                  <a:lnTo>
                    <a:pt x="9942" y="7957"/>
                  </a:lnTo>
                  <a:lnTo>
                    <a:pt x="11316" y="7957"/>
                  </a:lnTo>
                  <a:lnTo>
                    <a:pt x="12427" y="7914"/>
                  </a:lnTo>
                  <a:lnTo>
                    <a:pt x="12754" y="7892"/>
                  </a:lnTo>
                  <a:lnTo>
                    <a:pt x="13103" y="7870"/>
                  </a:lnTo>
                  <a:lnTo>
                    <a:pt x="13430" y="7848"/>
                  </a:lnTo>
                  <a:lnTo>
                    <a:pt x="14215" y="7761"/>
                  </a:lnTo>
                  <a:lnTo>
                    <a:pt x="14978" y="7674"/>
                  </a:lnTo>
                  <a:lnTo>
                    <a:pt x="15370" y="7609"/>
                  </a:lnTo>
                  <a:lnTo>
                    <a:pt x="15676" y="7565"/>
                  </a:lnTo>
                  <a:lnTo>
                    <a:pt x="15981" y="7500"/>
                  </a:lnTo>
                  <a:lnTo>
                    <a:pt x="16264" y="7434"/>
                  </a:lnTo>
                  <a:lnTo>
                    <a:pt x="16722" y="7325"/>
                  </a:lnTo>
                  <a:lnTo>
                    <a:pt x="16853" y="7303"/>
                  </a:lnTo>
                  <a:lnTo>
                    <a:pt x="17572" y="7107"/>
                  </a:lnTo>
                  <a:lnTo>
                    <a:pt x="17812" y="7020"/>
                  </a:lnTo>
                  <a:lnTo>
                    <a:pt x="18226" y="6867"/>
                  </a:lnTo>
                  <a:lnTo>
                    <a:pt x="18619" y="6715"/>
                  </a:lnTo>
                  <a:lnTo>
                    <a:pt x="18771" y="6628"/>
                  </a:lnTo>
                  <a:lnTo>
                    <a:pt x="19033" y="6519"/>
                  </a:lnTo>
                  <a:lnTo>
                    <a:pt x="19186" y="6431"/>
                  </a:lnTo>
                  <a:lnTo>
                    <a:pt x="19251" y="6388"/>
                  </a:lnTo>
                  <a:lnTo>
                    <a:pt x="19469" y="6279"/>
                  </a:lnTo>
                  <a:lnTo>
                    <a:pt x="19709" y="6126"/>
                  </a:lnTo>
                  <a:lnTo>
                    <a:pt x="19949" y="5952"/>
                  </a:lnTo>
                  <a:lnTo>
                    <a:pt x="20036" y="5886"/>
                  </a:lnTo>
                  <a:lnTo>
                    <a:pt x="20188" y="5777"/>
                  </a:lnTo>
                  <a:lnTo>
                    <a:pt x="20297" y="5668"/>
                  </a:lnTo>
                  <a:lnTo>
                    <a:pt x="20341" y="5647"/>
                  </a:lnTo>
                  <a:lnTo>
                    <a:pt x="20450" y="5516"/>
                  </a:lnTo>
                  <a:lnTo>
                    <a:pt x="20646" y="5319"/>
                  </a:lnTo>
                  <a:lnTo>
                    <a:pt x="20821" y="5101"/>
                  </a:lnTo>
                  <a:lnTo>
                    <a:pt x="20995" y="4905"/>
                  </a:lnTo>
                  <a:lnTo>
                    <a:pt x="21126" y="4665"/>
                  </a:lnTo>
                  <a:lnTo>
                    <a:pt x="21322" y="4317"/>
                  </a:lnTo>
                  <a:lnTo>
                    <a:pt x="21475" y="3946"/>
                  </a:lnTo>
                  <a:lnTo>
                    <a:pt x="21605" y="3619"/>
                  </a:lnTo>
                  <a:lnTo>
                    <a:pt x="21693" y="3270"/>
                  </a:lnTo>
                  <a:lnTo>
                    <a:pt x="21780" y="2965"/>
                  </a:lnTo>
                  <a:lnTo>
                    <a:pt x="21802" y="2638"/>
                  </a:lnTo>
                  <a:lnTo>
                    <a:pt x="21823" y="2333"/>
                  </a:lnTo>
                  <a:lnTo>
                    <a:pt x="21802" y="2049"/>
                  </a:lnTo>
                  <a:lnTo>
                    <a:pt x="21758" y="1766"/>
                  </a:lnTo>
                  <a:lnTo>
                    <a:pt x="21671" y="1483"/>
                  </a:lnTo>
                  <a:lnTo>
                    <a:pt x="21584" y="1221"/>
                  </a:lnTo>
                  <a:lnTo>
                    <a:pt x="21453" y="959"/>
                  </a:lnTo>
                  <a:lnTo>
                    <a:pt x="21300" y="698"/>
                  </a:lnTo>
                  <a:lnTo>
                    <a:pt x="21104" y="458"/>
                  </a:lnTo>
                  <a:lnTo>
                    <a:pt x="20908" y="240"/>
                  </a:lnTo>
                  <a:lnTo>
                    <a:pt x="2066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6" name="Google Shape;11266;p80"/>
            <p:cNvSpPr/>
            <p:nvPr/>
          </p:nvSpPr>
          <p:spPr>
            <a:xfrm>
              <a:off x="2094400" y="3534050"/>
              <a:ext cx="153725" cy="209325"/>
            </a:xfrm>
            <a:custGeom>
              <a:rect b="b" l="l" r="r" t="t"/>
              <a:pathLst>
                <a:path extrusionOk="0" h="8373" w="6149">
                  <a:moveTo>
                    <a:pt x="5233" y="1"/>
                  </a:moveTo>
                  <a:lnTo>
                    <a:pt x="437" y="7697"/>
                  </a:lnTo>
                  <a:lnTo>
                    <a:pt x="1" y="8372"/>
                  </a:lnTo>
                  <a:lnTo>
                    <a:pt x="1047" y="8198"/>
                  </a:lnTo>
                  <a:lnTo>
                    <a:pt x="1418" y="7588"/>
                  </a:lnTo>
                  <a:lnTo>
                    <a:pt x="6149" y="153"/>
                  </a:lnTo>
                  <a:lnTo>
                    <a:pt x="5953" y="88"/>
                  </a:lnTo>
                  <a:lnTo>
                    <a:pt x="5735" y="44"/>
                  </a:lnTo>
                  <a:lnTo>
                    <a:pt x="5495" y="23"/>
                  </a:lnTo>
                  <a:lnTo>
                    <a:pt x="523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7" name="Google Shape;11267;p80"/>
            <p:cNvSpPr/>
            <p:nvPr/>
          </p:nvSpPr>
          <p:spPr>
            <a:xfrm>
              <a:off x="2170725" y="3556400"/>
              <a:ext cx="132450" cy="184250"/>
            </a:xfrm>
            <a:custGeom>
              <a:rect b="b" l="l" r="r" t="t"/>
              <a:pathLst>
                <a:path extrusionOk="0" h="7370" w="5298">
                  <a:moveTo>
                    <a:pt x="4622" y="1"/>
                  </a:moveTo>
                  <a:lnTo>
                    <a:pt x="654" y="6345"/>
                  </a:lnTo>
                  <a:lnTo>
                    <a:pt x="0" y="7369"/>
                  </a:lnTo>
                  <a:lnTo>
                    <a:pt x="1025" y="7195"/>
                  </a:lnTo>
                  <a:lnTo>
                    <a:pt x="1701" y="6127"/>
                  </a:lnTo>
                  <a:lnTo>
                    <a:pt x="5298" y="480"/>
                  </a:lnTo>
                  <a:lnTo>
                    <a:pt x="4971" y="219"/>
                  </a:lnTo>
                  <a:lnTo>
                    <a:pt x="46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8" name="Google Shape;11268;p80"/>
            <p:cNvSpPr/>
            <p:nvPr/>
          </p:nvSpPr>
          <p:spPr>
            <a:xfrm>
              <a:off x="2028475" y="3540050"/>
              <a:ext cx="148800" cy="197325"/>
            </a:xfrm>
            <a:custGeom>
              <a:rect b="b" l="l" r="r" t="t"/>
              <a:pathLst>
                <a:path extrusionOk="0" h="7893" w="5952">
                  <a:moveTo>
                    <a:pt x="5952" y="1"/>
                  </a:moveTo>
                  <a:lnTo>
                    <a:pt x="5363" y="131"/>
                  </a:lnTo>
                  <a:lnTo>
                    <a:pt x="4753" y="284"/>
                  </a:lnTo>
                  <a:lnTo>
                    <a:pt x="131" y="7675"/>
                  </a:lnTo>
                  <a:lnTo>
                    <a:pt x="0" y="7893"/>
                  </a:lnTo>
                  <a:lnTo>
                    <a:pt x="1046" y="7696"/>
                  </a:lnTo>
                  <a:lnTo>
                    <a:pt x="1090" y="7631"/>
                  </a:lnTo>
                  <a:lnTo>
                    <a:pt x="595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9" name="Google Shape;11269;p80"/>
            <p:cNvSpPr/>
            <p:nvPr/>
          </p:nvSpPr>
          <p:spPr>
            <a:xfrm>
              <a:off x="1949425" y="3565125"/>
              <a:ext cx="141200" cy="185875"/>
            </a:xfrm>
            <a:custGeom>
              <a:rect b="b" l="l" r="r" t="t"/>
              <a:pathLst>
                <a:path extrusionOk="0" h="7435" w="5648">
                  <a:moveTo>
                    <a:pt x="5647" y="0"/>
                  </a:moveTo>
                  <a:lnTo>
                    <a:pt x="4339" y="458"/>
                  </a:lnTo>
                  <a:lnTo>
                    <a:pt x="415" y="6759"/>
                  </a:lnTo>
                  <a:lnTo>
                    <a:pt x="1" y="7435"/>
                  </a:lnTo>
                  <a:lnTo>
                    <a:pt x="1026" y="7238"/>
                  </a:lnTo>
                  <a:lnTo>
                    <a:pt x="1331" y="6759"/>
                  </a:lnTo>
                  <a:lnTo>
                    <a:pt x="564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0" name="Google Shape;11270;p80"/>
            <p:cNvSpPr/>
            <p:nvPr/>
          </p:nvSpPr>
          <p:spPr>
            <a:xfrm>
              <a:off x="1873675" y="3601650"/>
              <a:ext cx="119925" cy="154250"/>
            </a:xfrm>
            <a:custGeom>
              <a:rect b="b" l="l" r="r" t="t"/>
              <a:pathLst>
                <a:path extrusionOk="0" h="6170" w="4797">
                  <a:moveTo>
                    <a:pt x="4797" y="0"/>
                  </a:moveTo>
                  <a:lnTo>
                    <a:pt x="3445" y="567"/>
                  </a:lnTo>
                  <a:lnTo>
                    <a:pt x="524" y="5232"/>
                  </a:lnTo>
                  <a:lnTo>
                    <a:pt x="1" y="6104"/>
                  </a:lnTo>
                  <a:lnTo>
                    <a:pt x="415" y="6170"/>
                  </a:lnTo>
                  <a:lnTo>
                    <a:pt x="916" y="6083"/>
                  </a:lnTo>
                  <a:lnTo>
                    <a:pt x="1418" y="5276"/>
                  </a:lnTo>
                  <a:lnTo>
                    <a:pt x="1439" y="5276"/>
                  </a:lnTo>
                  <a:lnTo>
                    <a:pt x="479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1" name="Google Shape;11271;p80"/>
            <p:cNvSpPr/>
            <p:nvPr/>
          </p:nvSpPr>
          <p:spPr>
            <a:xfrm>
              <a:off x="1814825" y="3640875"/>
              <a:ext cx="87775" cy="105775"/>
            </a:xfrm>
            <a:custGeom>
              <a:rect b="b" l="l" r="r" t="t"/>
              <a:pathLst>
                <a:path extrusionOk="0" h="4231" w="3511">
                  <a:moveTo>
                    <a:pt x="3510" y="1"/>
                  </a:moveTo>
                  <a:lnTo>
                    <a:pt x="2158" y="611"/>
                  </a:lnTo>
                  <a:lnTo>
                    <a:pt x="414" y="3380"/>
                  </a:lnTo>
                  <a:lnTo>
                    <a:pt x="0" y="4056"/>
                  </a:lnTo>
                  <a:lnTo>
                    <a:pt x="807" y="4230"/>
                  </a:lnTo>
                  <a:lnTo>
                    <a:pt x="1265" y="3511"/>
                  </a:lnTo>
                  <a:lnTo>
                    <a:pt x="351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2" name="Google Shape;11272;p80"/>
            <p:cNvSpPr/>
            <p:nvPr/>
          </p:nvSpPr>
          <p:spPr>
            <a:xfrm>
              <a:off x="1170600" y="3737350"/>
              <a:ext cx="151550" cy="122100"/>
            </a:xfrm>
            <a:custGeom>
              <a:rect b="b" l="l" r="r" t="t"/>
              <a:pathLst>
                <a:path extrusionOk="0" h="4884" w="6062">
                  <a:moveTo>
                    <a:pt x="3140" y="1"/>
                  </a:moveTo>
                  <a:lnTo>
                    <a:pt x="3009" y="22"/>
                  </a:lnTo>
                  <a:lnTo>
                    <a:pt x="2856" y="66"/>
                  </a:lnTo>
                  <a:lnTo>
                    <a:pt x="2726" y="153"/>
                  </a:lnTo>
                  <a:lnTo>
                    <a:pt x="2638" y="240"/>
                  </a:lnTo>
                  <a:lnTo>
                    <a:pt x="2551" y="349"/>
                  </a:lnTo>
                  <a:lnTo>
                    <a:pt x="2508" y="458"/>
                  </a:lnTo>
                  <a:lnTo>
                    <a:pt x="2464" y="567"/>
                  </a:lnTo>
                  <a:lnTo>
                    <a:pt x="2442" y="698"/>
                  </a:lnTo>
                  <a:lnTo>
                    <a:pt x="2442" y="829"/>
                  </a:lnTo>
                  <a:lnTo>
                    <a:pt x="2464" y="960"/>
                  </a:lnTo>
                  <a:lnTo>
                    <a:pt x="2551" y="1243"/>
                  </a:lnTo>
                  <a:lnTo>
                    <a:pt x="2682" y="1548"/>
                  </a:lnTo>
                  <a:lnTo>
                    <a:pt x="2856" y="1854"/>
                  </a:lnTo>
                  <a:lnTo>
                    <a:pt x="3053" y="2159"/>
                  </a:lnTo>
                  <a:lnTo>
                    <a:pt x="3271" y="2442"/>
                  </a:lnTo>
                  <a:lnTo>
                    <a:pt x="3489" y="2704"/>
                  </a:lnTo>
                  <a:lnTo>
                    <a:pt x="3925" y="3183"/>
                  </a:lnTo>
                  <a:lnTo>
                    <a:pt x="4230" y="3510"/>
                  </a:lnTo>
                  <a:lnTo>
                    <a:pt x="4361" y="3619"/>
                  </a:lnTo>
                  <a:lnTo>
                    <a:pt x="3707" y="3358"/>
                  </a:lnTo>
                  <a:lnTo>
                    <a:pt x="3053" y="3118"/>
                  </a:lnTo>
                  <a:lnTo>
                    <a:pt x="2290" y="2900"/>
                  </a:lnTo>
                  <a:lnTo>
                    <a:pt x="1897" y="2791"/>
                  </a:lnTo>
                  <a:lnTo>
                    <a:pt x="1505" y="2726"/>
                  </a:lnTo>
                  <a:lnTo>
                    <a:pt x="1134" y="2660"/>
                  </a:lnTo>
                  <a:lnTo>
                    <a:pt x="655" y="2660"/>
                  </a:lnTo>
                  <a:lnTo>
                    <a:pt x="524" y="2682"/>
                  </a:lnTo>
                  <a:lnTo>
                    <a:pt x="393" y="2726"/>
                  </a:lnTo>
                  <a:lnTo>
                    <a:pt x="284" y="2769"/>
                  </a:lnTo>
                  <a:lnTo>
                    <a:pt x="175" y="2835"/>
                  </a:lnTo>
                  <a:lnTo>
                    <a:pt x="110" y="2900"/>
                  </a:lnTo>
                  <a:lnTo>
                    <a:pt x="44" y="2987"/>
                  </a:lnTo>
                  <a:lnTo>
                    <a:pt x="1" y="3096"/>
                  </a:lnTo>
                  <a:lnTo>
                    <a:pt x="1" y="3227"/>
                  </a:lnTo>
                  <a:lnTo>
                    <a:pt x="22" y="3336"/>
                  </a:lnTo>
                  <a:lnTo>
                    <a:pt x="88" y="3445"/>
                  </a:lnTo>
                  <a:lnTo>
                    <a:pt x="175" y="3532"/>
                  </a:lnTo>
                  <a:lnTo>
                    <a:pt x="306" y="3641"/>
                  </a:lnTo>
                  <a:lnTo>
                    <a:pt x="458" y="3728"/>
                  </a:lnTo>
                  <a:lnTo>
                    <a:pt x="633" y="3816"/>
                  </a:lnTo>
                  <a:lnTo>
                    <a:pt x="829" y="3903"/>
                  </a:lnTo>
                  <a:lnTo>
                    <a:pt x="1287" y="4077"/>
                  </a:lnTo>
                  <a:lnTo>
                    <a:pt x="1788" y="4208"/>
                  </a:lnTo>
                  <a:lnTo>
                    <a:pt x="2355" y="4339"/>
                  </a:lnTo>
                  <a:lnTo>
                    <a:pt x="2922" y="4470"/>
                  </a:lnTo>
                  <a:lnTo>
                    <a:pt x="4077" y="4644"/>
                  </a:lnTo>
                  <a:lnTo>
                    <a:pt x="5080" y="4775"/>
                  </a:lnTo>
                  <a:lnTo>
                    <a:pt x="6061" y="4884"/>
                  </a:lnTo>
                  <a:lnTo>
                    <a:pt x="5996" y="4644"/>
                  </a:lnTo>
                  <a:lnTo>
                    <a:pt x="5778" y="4012"/>
                  </a:lnTo>
                  <a:lnTo>
                    <a:pt x="5451" y="3140"/>
                  </a:lnTo>
                  <a:lnTo>
                    <a:pt x="5233" y="2660"/>
                  </a:lnTo>
                  <a:lnTo>
                    <a:pt x="5015" y="2181"/>
                  </a:lnTo>
                  <a:lnTo>
                    <a:pt x="4775" y="1701"/>
                  </a:lnTo>
                  <a:lnTo>
                    <a:pt x="4535" y="1243"/>
                  </a:lnTo>
                  <a:lnTo>
                    <a:pt x="4252" y="829"/>
                  </a:lnTo>
                  <a:lnTo>
                    <a:pt x="3990" y="480"/>
                  </a:lnTo>
                  <a:lnTo>
                    <a:pt x="3838" y="349"/>
                  </a:lnTo>
                  <a:lnTo>
                    <a:pt x="3707" y="219"/>
                  </a:lnTo>
                  <a:lnTo>
                    <a:pt x="3554" y="110"/>
                  </a:lnTo>
                  <a:lnTo>
                    <a:pt x="3423" y="44"/>
                  </a:lnTo>
                  <a:lnTo>
                    <a:pt x="327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3" name="Google Shape;11273;p80"/>
            <p:cNvSpPr/>
            <p:nvPr/>
          </p:nvSpPr>
          <p:spPr>
            <a:xfrm>
              <a:off x="1168425" y="3726450"/>
              <a:ext cx="151550" cy="122100"/>
            </a:xfrm>
            <a:custGeom>
              <a:rect b="b" l="l" r="r" t="t"/>
              <a:pathLst>
                <a:path extrusionOk="0" h="4884" w="6062">
                  <a:moveTo>
                    <a:pt x="3140" y="1"/>
                  </a:moveTo>
                  <a:lnTo>
                    <a:pt x="3009" y="22"/>
                  </a:lnTo>
                  <a:lnTo>
                    <a:pt x="2856" y="88"/>
                  </a:lnTo>
                  <a:lnTo>
                    <a:pt x="2747" y="153"/>
                  </a:lnTo>
                  <a:lnTo>
                    <a:pt x="2638" y="262"/>
                  </a:lnTo>
                  <a:lnTo>
                    <a:pt x="2551" y="349"/>
                  </a:lnTo>
                  <a:lnTo>
                    <a:pt x="2507" y="458"/>
                  </a:lnTo>
                  <a:lnTo>
                    <a:pt x="2464" y="589"/>
                  </a:lnTo>
                  <a:lnTo>
                    <a:pt x="2442" y="698"/>
                  </a:lnTo>
                  <a:lnTo>
                    <a:pt x="2464" y="851"/>
                  </a:lnTo>
                  <a:lnTo>
                    <a:pt x="2464" y="982"/>
                  </a:lnTo>
                  <a:lnTo>
                    <a:pt x="2551" y="1265"/>
                  </a:lnTo>
                  <a:lnTo>
                    <a:pt x="2682" y="1570"/>
                  </a:lnTo>
                  <a:lnTo>
                    <a:pt x="2856" y="1854"/>
                  </a:lnTo>
                  <a:lnTo>
                    <a:pt x="3053" y="2159"/>
                  </a:lnTo>
                  <a:lnTo>
                    <a:pt x="3271" y="2442"/>
                  </a:lnTo>
                  <a:lnTo>
                    <a:pt x="3489" y="2726"/>
                  </a:lnTo>
                  <a:lnTo>
                    <a:pt x="3925" y="3183"/>
                  </a:lnTo>
                  <a:lnTo>
                    <a:pt x="4230" y="3510"/>
                  </a:lnTo>
                  <a:lnTo>
                    <a:pt x="4361" y="3641"/>
                  </a:lnTo>
                  <a:lnTo>
                    <a:pt x="3728" y="3380"/>
                  </a:lnTo>
                  <a:lnTo>
                    <a:pt x="3053" y="3140"/>
                  </a:lnTo>
                  <a:lnTo>
                    <a:pt x="2289" y="2900"/>
                  </a:lnTo>
                  <a:lnTo>
                    <a:pt x="1897" y="2813"/>
                  </a:lnTo>
                  <a:lnTo>
                    <a:pt x="1505" y="2726"/>
                  </a:lnTo>
                  <a:lnTo>
                    <a:pt x="1156" y="2682"/>
                  </a:lnTo>
                  <a:lnTo>
                    <a:pt x="807" y="2660"/>
                  </a:lnTo>
                  <a:lnTo>
                    <a:pt x="654" y="2682"/>
                  </a:lnTo>
                  <a:lnTo>
                    <a:pt x="524" y="2704"/>
                  </a:lnTo>
                  <a:lnTo>
                    <a:pt x="393" y="2726"/>
                  </a:lnTo>
                  <a:lnTo>
                    <a:pt x="284" y="2769"/>
                  </a:lnTo>
                  <a:lnTo>
                    <a:pt x="175" y="2835"/>
                  </a:lnTo>
                  <a:lnTo>
                    <a:pt x="109" y="2922"/>
                  </a:lnTo>
                  <a:lnTo>
                    <a:pt x="44" y="3009"/>
                  </a:lnTo>
                  <a:lnTo>
                    <a:pt x="0" y="3118"/>
                  </a:lnTo>
                  <a:lnTo>
                    <a:pt x="0" y="3227"/>
                  </a:lnTo>
                  <a:lnTo>
                    <a:pt x="22" y="3336"/>
                  </a:lnTo>
                  <a:lnTo>
                    <a:pt x="88" y="3445"/>
                  </a:lnTo>
                  <a:lnTo>
                    <a:pt x="197" y="3554"/>
                  </a:lnTo>
                  <a:lnTo>
                    <a:pt x="306" y="3641"/>
                  </a:lnTo>
                  <a:lnTo>
                    <a:pt x="458" y="3750"/>
                  </a:lnTo>
                  <a:lnTo>
                    <a:pt x="633" y="3837"/>
                  </a:lnTo>
                  <a:lnTo>
                    <a:pt x="829" y="3925"/>
                  </a:lnTo>
                  <a:lnTo>
                    <a:pt x="1287" y="4077"/>
                  </a:lnTo>
                  <a:lnTo>
                    <a:pt x="1810" y="4230"/>
                  </a:lnTo>
                  <a:lnTo>
                    <a:pt x="2355" y="4361"/>
                  </a:lnTo>
                  <a:lnTo>
                    <a:pt x="2943" y="4470"/>
                  </a:lnTo>
                  <a:lnTo>
                    <a:pt x="4077" y="4666"/>
                  </a:lnTo>
                  <a:lnTo>
                    <a:pt x="5080" y="4797"/>
                  </a:lnTo>
                  <a:lnTo>
                    <a:pt x="6061" y="4884"/>
                  </a:lnTo>
                  <a:lnTo>
                    <a:pt x="5996" y="4644"/>
                  </a:lnTo>
                  <a:lnTo>
                    <a:pt x="5778" y="4034"/>
                  </a:lnTo>
                  <a:lnTo>
                    <a:pt x="5451" y="3162"/>
                  </a:lnTo>
                  <a:lnTo>
                    <a:pt x="5233" y="2682"/>
                  </a:lnTo>
                  <a:lnTo>
                    <a:pt x="5015" y="2181"/>
                  </a:lnTo>
                  <a:lnTo>
                    <a:pt x="4775" y="1701"/>
                  </a:lnTo>
                  <a:lnTo>
                    <a:pt x="4535" y="1243"/>
                  </a:lnTo>
                  <a:lnTo>
                    <a:pt x="4273" y="851"/>
                  </a:lnTo>
                  <a:lnTo>
                    <a:pt x="3990" y="502"/>
                  </a:lnTo>
                  <a:lnTo>
                    <a:pt x="3859" y="349"/>
                  </a:lnTo>
                  <a:lnTo>
                    <a:pt x="3707" y="219"/>
                  </a:lnTo>
                  <a:lnTo>
                    <a:pt x="3576" y="131"/>
                  </a:lnTo>
                  <a:lnTo>
                    <a:pt x="3423" y="66"/>
                  </a:lnTo>
                  <a:lnTo>
                    <a:pt x="3292" y="22"/>
                  </a:lnTo>
                  <a:lnTo>
                    <a:pt x="314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4" name="Google Shape;11274;p80"/>
            <p:cNvSpPr/>
            <p:nvPr/>
          </p:nvSpPr>
          <p:spPr>
            <a:xfrm>
              <a:off x="1847525" y="3080600"/>
              <a:ext cx="111200" cy="158075"/>
            </a:xfrm>
            <a:custGeom>
              <a:rect b="b" l="l" r="r" t="t"/>
              <a:pathLst>
                <a:path extrusionOk="0" h="6323" w="4448">
                  <a:moveTo>
                    <a:pt x="632" y="0"/>
                  </a:moveTo>
                  <a:lnTo>
                    <a:pt x="523" y="22"/>
                  </a:lnTo>
                  <a:lnTo>
                    <a:pt x="436" y="88"/>
                  </a:lnTo>
                  <a:lnTo>
                    <a:pt x="349" y="175"/>
                  </a:lnTo>
                  <a:lnTo>
                    <a:pt x="262" y="284"/>
                  </a:lnTo>
                  <a:lnTo>
                    <a:pt x="196" y="437"/>
                  </a:lnTo>
                  <a:lnTo>
                    <a:pt x="131" y="611"/>
                  </a:lnTo>
                  <a:lnTo>
                    <a:pt x="87" y="785"/>
                  </a:lnTo>
                  <a:lnTo>
                    <a:pt x="66" y="1003"/>
                  </a:lnTo>
                  <a:lnTo>
                    <a:pt x="22" y="1483"/>
                  </a:lnTo>
                  <a:lnTo>
                    <a:pt x="0" y="2006"/>
                  </a:lnTo>
                  <a:lnTo>
                    <a:pt x="0" y="2595"/>
                  </a:lnTo>
                  <a:lnTo>
                    <a:pt x="44" y="3162"/>
                  </a:lnTo>
                  <a:lnTo>
                    <a:pt x="131" y="4317"/>
                  </a:lnTo>
                  <a:lnTo>
                    <a:pt x="240" y="5342"/>
                  </a:lnTo>
                  <a:lnTo>
                    <a:pt x="393" y="6323"/>
                  </a:lnTo>
                  <a:lnTo>
                    <a:pt x="611" y="6192"/>
                  </a:lnTo>
                  <a:lnTo>
                    <a:pt x="1156" y="5821"/>
                  </a:lnTo>
                  <a:lnTo>
                    <a:pt x="1919" y="5298"/>
                  </a:lnTo>
                  <a:lnTo>
                    <a:pt x="2333" y="4971"/>
                  </a:lnTo>
                  <a:lnTo>
                    <a:pt x="2769" y="4644"/>
                  </a:lnTo>
                  <a:lnTo>
                    <a:pt x="3161" y="4295"/>
                  </a:lnTo>
                  <a:lnTo>
                    <a:pt x="3554" y="3925"/>
                  </a:lnTo>
                  <a:lnTo>
                    <a:pt x="3881" y="3576"/>
                  </a:lnTo>
                  <a:lnTo>
                    <a:pt x="4142" y="3227"/>
                  </a:lnTo>
                  <a:lnTo>
                    <a:pt x="4251" y="3053"/>
                  </a:lnTo>
                  <a:lnTo>
                    <a:pt x="4339" y="2900"/>
                  </a:lnTo>
                  <a:lnTo>
                    <a:pt x="4404" y="2726"/>
                  </a:lnTo>
                  <a:lnTo>
                    <a:pt x="4426" y="2573"/>
                  </a:lnTo>
                  <a:lnTo>
                    <a:pt x="4448" y="2420"/>
                  </a:lnTo>
                  <a:lnTo>
                    <a:pt x="4426" y="2290"/>
                  </a:lnTo>
                  <a:lnTo>
                    <a:pt x="4360" y="2159"/>
                  </a:lnTo>
                  <a:lnTo>
                    <a:pt x="4273" y="2028"/>
                  </a:lnTo>
                  <a:lnTo>
                    <a:pt x="4164" y="1941"/>
                  </a:lnTo>
                  <a:lnTo>
                    <a:pt x="4055" y="1854"/>
                  </a:lnTo>
                  <a:lnTo>
                    <a:pt x="3946" y="1810"/>
                  </a:lnTo>
                  <a:lnTo>
                    <a:pt x="3815" y="1788"/>
                  </a:lnTo>
                  <a:lnTo>
                    <a:pt x="3685" y="1766"/>
                  </a:lnTo>
                  <a:lnTo>
                    <a:pt x="3576" y="1788"/>
                  </a:lnTo>
                  <a:lnTo>
                    <a:pt x="3445" y="1832"/>
                  </a:lnTo>
                  <a:lnTo>
                    <a:pt x="3314" y="1875"/>
                  </a:lnTo>
                  <a:lnTo>
                    <a:pt x="3052" y="2028"/>
                  </a:lnTo>
                  <a:lnTo>
                    <a:pt x="2791" y="2224"/>
                  </a:lnTo>
                  <a:lnTo>
                    <a:pt x="2551" y="2464"/>
                  </a:lnTo>
                  <a:lnTo>
                    <a:pt x="2311" y="2726"/>
                  </a:lnTo>
                  <a:lnTo>
                    <a:pt x="2071" y="3009"/>
                  </a:lnTo>
                  <a:lnTo>
                    <a:pt x="1875" y="3292"/>
                  </a:lnTo>
                  <a:lnTo>
                    <a:pt x="1504" y="3816"/>
                  </a:lnTo>
                  <a:lnTo>
                    <a:pt x="1286" y="4208"/>
                  </a:lnTo>
                  <a:lnTo>
                    <a:pt x="1199" y="4361"/>
                  </a:lnTo>
                  <a:lnTo>
                    <a:pt x="1286" y="3663"/>
                  </a:lnTo>
                  <a:lnTo>
                    <a:pt x="1352" y="2965"/>
                  </a:lnTo>
                  <a:lnTo>
                    <a:pt x="1395" y="2159"/>
                  </a:lnTo>
                  <a:lnTo>
                    <a:pt x="1395" y="1766"/>
                  </a:lnTo>
                  <a:lnTo>
                    <a:pt x="1374" y="1374"/>
                  </a:lnTo>
                  <a:lnTo>
                    <a:pt x="1330" y="1003"/>
                  </a:lnTo>
                  <a:lnTo>
                    <a:pt x="1265" y="676"/>
                  </a:lnTo>
                  <a:lnTo>
                    <a:pt x="1221" y="524"/>
                  </a:lnTo>
                  <a:lnTo>
                    <a:pt x="1177" y="393"/>
                  </a:lnTo>
                  <a:lnTo>
                    <a:pt x="1112" y="284"/>
                  </a:lnTo>
                  <a:lnTo>
                    <a:pt x="1025" y="175"/>
                  </a:lnTo>
                  <a:lnTo>
                    <a:pt x="959" y="109"/>
                  </a:lnTo>
                  <a:lnTo>
                    <a:pt x="850" y="44"/>
                  </a:lnTo>
                  <a:lnTo>
                    <a:pt x="763" y="22"/>
                  </a:lnTo>
                  <a:lnTo>
                    <a:pt x="63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5" name="Google Shape;11275;p80"/>
            <p:cNvSpPr/>
            <p:nvPr/>
          </p:nvSpPr>
          <p:spPr>
            <a:xfrm>
              <a:off x="1847525" y="3068600"/>
              <a:ext cx="111200" cy="158100"/>
            </a:xfrm>
            <a:custGeom>
              <a:rect b="b" l="l" r="r" t="t"/>
              <a:pathLst>
                <a:path extrusionOk="0" h="6324" w="4448">
                  <a:moveTo>
                    <a:pt x="632" y="1"/>
                  </a:moveTo>
                  <a:lnTo>
                    <a:pt x="523" y="23"/>
                  </a:lnTo>
                  <a:lnTo>
                    <a:pt x="436" y="88"/>
                  </a:lnTo>
                  <a:lnTo>
                    <a:pt x="349" y="175"/>
                  </a:lnTo>
                  <a:lnTo>
                    <a:pt x="262" y="284"/>
                  </a:lnTo>
                  <a:lnTo>
                    <a:pt x="196" y="437"/>
                  </a:lnTo>
                  <a:lnTo>
                    <a:pt x="131" y="589"/>
                  </a:lnTo>
                  <a:lnTo>
                    <a:pt x="87" y="786"/>
                  </a:lnTo>
                  <a:lnTo>
                    <a:pt x="66" y="1004"/>
                  </a:lnTo>
                  <a:lnTo>
                    <a:pt x="22" y="1483"/>
                  </a:lnTo>
                  <a:lnTo>
                    <a:pt x="0" y="2007"/>
                  </a:lnTo>
                  <a:lnTo>
                    <a:pt x="0" y="2595"/>
                  </a:lnTo>
                  <a:lnTo>
                    <a:pt x="44" y="3162"/>
                  </a:lnTo>
                  <a:lnTo>
                    <a:pt x="131" y="4317"/>
                  </a:lnTo>
                  <a:lnTo>
                    <a:pt x="240" y="5342"/>
                  </a:lnTo>
                  <a:lnTo>
                    <a:pt x="393" y="6323"/>
                  </a:lnTo>
                  <a:lnTo>
                    <a:pt x="611" y="6192"/>
                  </a:lnTo>
                  <a:lnTo>
                    <a:pt x="1156" y="5822"/>
                  </a:lnTo>
                  <a:lnTo>
                    <a:pt x="1919" y="5298"/>
                  </a:lnTo>
                  <a:lnTo>
                    <a:pt x="2333" y="4971"/>
                  </a:lnTo>
                  <a:lnTo>
                    <a:pt x="2769" y="4644"/>
                  </a:lnTo>
                  <a:lnTo>
                    <a:pt x="3161" y="4296"/>
                  </a:lnTo>
                  <a:lnTo>
                    <a:pt x="3554" y="3925"/>
                  </a:lnTo>
                  <a:lnTo>
                    <a:pt x="3881" y="3576"/>
                  </a:lnTo>
                  <a:lnTo>
                    <a:pt x="4142" y="3227"/>
                  </a:lnTo>
                  <a:lnTo>
                    <a:pt x="4251" y="3053"/>
                  </a:lnTo>
                  <a:lnTo>
                    <a:pt x="4339" y="2900"/>
                  </a:lnTo>
                  <a:lnTo>
                    <a:pt x="4404" y="2726"/>
                  </a:lnTo>
                  <a:lnTo>
                    <a:pt x="4426" y="2573"/>
                  </a:lnTo>
                  <a:lnTo>
                    <a:pt x="4448" y="2421"/>
                  </a:lnTo>
                  <a:lnTo>
                    <a:pt x="4426" y="2290"/>
                  </a:lnTo>
                  <a:lnTo>
                    <a:pt x="4360" y="2159"/>
                  </a:lnTo>
                  <a:lnTo>
                    <a:pt x="4273" y="2028"/>
                  </a:lnTo>
                  <a:lnTo>
                    <a:pt x="4164" y="1941"/>
                  </a:lnTo>
                  <a:lnTo>
                    <a:pt x="4055" y="1854"/>
                  </a:lnTo>
                  <a:lnTo>
                    <a:pt x="3946" y="1810"/>
                  </a:lnTo>
                  <a:lnTo>
                    <a:pt x="3815" y="1789"/>
                  </a:lnTo>
                  <a:lnTo>
                    <a:pt x="3685" y="1767"/>
                  </a:lnTo>
                  <a:lnTo>
                    <a:pt x="3576" y="1789"/>
                  </a:lnTo>
                  <a:lnTo>
                    <a:pt x="3445" y="1832"/>
                  </a:lnTo>
                  <a:lnTo>
                    <a:pt x="3314" y="1876"/>
                  </a:lnTo>
                  <a:lnTo>
                    <a:pt x="3052" y="2028"/>
                  </a:lnTo>
                  <a:lnTo>
                    <a:pt x="2791" y="2225"/>
                  </a:lnTo>
                  <a:lnTo>
                    <a:pt x="2551" y="2464"/>
                  </a:lnTo>
                  <a:lnTo>
                    <a:pt x="2311" y="2726"/>
                  </a:lnTo>
                  <a:lnTo>
                    <a:pt x="2071" y="3009"/>
                  </a:lnTo>
                  <a:lnTo>
                    <a:pt x="1875" y="3293"/>
                  </a:lnTo>
                  <a:lnTo>
                    <a:pt x="1504" y="3816"/>
                  </a:lnTo>
                  <a:lnTo>
                    <a:pt x="1286" y="4208"/>
                  </a:lnTo>
                  <a:lnTo>
                    <a:pt x="1199" y="4361"/>
                  </a:lnTo>
                  <a:lnTo>
                    <a:pt x="1286" y="3663"/>
                  </a:lnTo>
                  <a:lnTo>
                    <a:pt x="1352" y="2966"/>
                  </a:lnTo>
                  <a:lnTo>
                    <a:pt x="1395" y="2159"/>
                  </a:lnTo>
                  <a:lnTo>
                    <a:pt x="1395" y="1767"/>
                  </a:lnTo>
                  <a:lnTo>
                    <a:pt x="1374" y="1374"/>
                  </a:lnTo>
                  <a:lnTo>
                    <a:pt x="1330" y="1004"/>
                  </a:lnTo>
                  <a:lnTo>
                    <a:pt x="1265" y="677"/>
                  </a:lnTo>
                  <a:lnTo>
                    <a:pt x="1221" y="524"/>
                  </a:lnTo>
                  <a:lnTo>
                    <a:pt x="1177" y="393"/>
                  </a:lnTo>
                  <a:lnTo>
                    <a:pt x="1112" y="284"/>
                  </a:lnTo>
                  <a:lnTo>
                    <a:pt x="1025" y="175"/>
                  </a:lnTo>
                  <a:lnTo>
                    <a:pt x="959" y="110"/>
                  </a:lnTo>
                  <a:lnTo>
                    <a:pt x="850" y="44"/>
                  </a:lnTo>
                  <a:lnTo>
                    <a:pt x="763" y="23"/>
                  </a:lnTo>
                  <a:lnTo>
                    <a:pt x="632"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6" name="Google Shape;11276;p80"/>
            <p:cNvSpPr/>
            <p:nvPr/>
          </p:nvSpPr>
          <p:spPr>
            <a:xfrm>
              <a:off x="2014850" y="3812575"/>
              <a:ext cx="143900" cy="124275"/>
            </a:xfrm>
            <a:custGeom>
              <a:rect b="b" l="l" r="r" t="t"/>
              <a:pathLst>
                <a:path extrusionOk="0" h="4971" w="5756">
                  <a:moveTo>
                    <a:pt x="4120" y="0"/>
                  </a:moveTo>
                  <a:lnTo>
                    <a:pt x="3968" y="44"/>
                  </a:lnTo>
                  <a:lnTo>
                    <a:pt x="3837" y="109"/>
                  </a:lnTo>
                  <a:lnTo>
                    <a:pt x="3684" y="196"/>
                  </a:lnTo>
                  <a:lnTo>
                    <a:pt x="3510" y="305"/>
                  </a:lnTo>
                  <a:lnTo>
                    <a:pt x="3336" y="436"/>
                  </a:lnTo>
                  <a:lnTo>
                    <a:pt x="2987" y="763"/>
                  </a:lnTo>
                  <a:lnTo>
                    <a:pt x="2616" y="1134"/>
                  </a:lnTo>
                  <a:lnTo>
                    <a:pt x="2246" y="1570"/>
                  </a:lnTo>
                  <a:lnTo>
                    <a:pt x="1853" y="2028"/>
                  </a:lnTo>
                  <a:lnTo>
                    <a:pt x="1155" y="2943"/>
                  </a:lnTo>
                  <a:lnTo>
                    <a:pt x="567" y="3750"/>
                  </a:lnTo>
                  <a:lnTo>
                    <a:pt x="0" y="4578"/>
                  </a:lnTo>
                  <a:lnTo>
                    <a:pt x="240" y="4622"/>
                  </a:lnTo>
                  <a:lnTo>
                    <a:pt x="894" y="4731"/>
                  </a:lnTo>
                  <a:lnTo>
                    <a:pt x="1831" y="4862"/>
                  </a:lnTo>
                  <a:lnTo>
                    <a:pt x="2355" y="4905"/>
                  </a:lnTo>
                  <a:lnTo>
                    <a:pt x="2878" y="4949"/>
                  </a:lnTo>
                  <a:lnTo>
                    <a:pt x="3423" y="4971"/>
                  </a:lnTo>
                  <a:lnTo>
                    <a:pt x="3946" y="4949"/>
                  </a:lnTo>
                  <a:lnTo>
                    <a:pt x="4426" y="4905"/>
                  </a:lnTo>
                  <a:lnTo>
                    <a:pt x="4862" y="4840"/>
                  </a:lnTo>
                  <a:lnTo>
                    <a:pt x="5058" y="4774"/>
                  </a:lnTo>
                  <a:lnTo>
                    <a:pt x="5232" y="4709"/>
                  </a:lnTo>
                  <a:lnTo>
                    <a:pt x="5385" y="4644"/>
                  </a:lnTo>
                  <a:lnTo>
                    <a:pt x="5516" y="4556"/>
                  </a:lnTo>
                  <a:lnTo>
                    <a:pt x="5625" y="4447"/>
                  </a:lnTo>
                  <a:lnTo>
                    <a:pt x="5690" y="4338"/>
                  </a:lnTo>
                  <a:lnTo>
                    <a:pt x="5734" y="4186"/>
                  </a:lnTo>
                  <a:lnTo>
                    <a:pt x="5755" y="4055"/>
                  </a:lnTo>
                  <a:lnTo>
                    <a:pt x="5755" y="3902"/>
                  </a:lnTo>
                  <a:lnTo>
                    <a:pt x="5712" y="3772"/>
                  </a:lnTo>
                  <a:lnTo>
                    <a:pt x="5668" y="3641"/>
                  </a:lnTo>
                  <a:lnTo>
                    <a:pt x="5581" y="3554"/>
                  </a:lnTo>
                  <a:lnTo>
                    <a:pt x="5494" y="3466"/>
                  </a:lnTo>
                  <a:lnTo>
                    <a:pt x="5407" y="3379"/>
                  </a:lnTo>
                  <a:lnTo>
                    <a:pt x="5276" y="3314"/>
                  </a:lnTo>
                  <a:lnTo>
                    <a:pt x="5145" y="3270"/>
                  </a:lnTo>
                  <a:lnTo>
                    <a:pt x="4862" y="3205"/>
                  </a:lnTo>
                  <a:lnTo>
                    <a:pt x="4535" y="3183"/>
                  </a:lnTo>
                  <a:lnTo>
                    <a:pt x="4186" y="3183"/>
                  </a:lnTo>
                  <a:lnTo>
                    <a:pt x="3837" y="3227"/>
                  </a:lnTo>
                  <a:lnTo>
                    <a:pt x="3488" y="3270"/>
                  </a:lnTo>
                  <a:lnTo>
                    <a:pt x="3139" y="3357"/>
                  </a:lnTo>
                  <a:lnTo>
                    <a:pt x="2507" y="3488"/>
                  </a:lnTo>
                  <a:lnTo>
                    <a:pt x="2093" y="3619"/>
                  </a:lnTo>
                  <a:lnTo>
                    <a:pt x="1918" y="3684"/>
                  </a:lnTo>
                  <a:lnTo>
                    <a:pt x="2442" y="3227"/>
                  </a:lnTo>
                  <a:lnTo>
                    <a:pt x="2965" y="2769"/>
                  </a:lnTo>
                  <a:lnTo>
                    <a:pt x="3554" y="2202"/>
                  </a:lnTo>
                  <a:lnTo>
                    <a:pt x="3815" y="1897"/>
                  </a:lnTo>
                  <a:lnTo>
                    <a:pt x="4077" y="1592"/>
                  </a:lnTo>
                  <a:lnTo>
                    <a:pt x="4295" y="1308"/>
                  </a:lnTo>
                  <a:lnTo>
                    <a:pt x="4469" y="1003"/>
                  </a:lnTo>
                  <a:lnTo>
                    <a:pt x="4513" y="872"/>
                  </a:lnTo>
                  <a:lnTo>
                    <a:pt x="4578" y="741"/>
                  </a:lnTo>
                  <a:lnTo>
                    <a:pt x="4600" y="610"/>
                  </a:lnTo>
                  <a:lnTo>
                    <a:pt x="4622" y="501"/>
                  </a:lnTo>
                  <a:lnTo>
                    <a:pt x="4600" y="371"/>
                  </a:lnTo>
                  <a:lnTo>
                    <a:pt x="4578" y="283"/>
                  </a:lnTo>
                  <a:lnTo>
                    <a:pt x="4513" y="174"/>
                  </a:lnTo>
                  <a:lnTo>
                    <a:pt x="4447" y="87"/>
                  </a:lnTo>
                  <a:lnTo>
                    <a:pt x="4338" y="22"/>
                  </a:lnTo>
                  <a:lnTo>
                    <a:pt x="422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7" name="Google Shape;11277;p80"/>
            <p:cNvSpPr/>
            <p:nvPr/>
          </p:nvSpPr>
          <p:spPr>
            <a:xfrm>
              <a:off x="2023025" y="3803850"/>
              <a:ext cx="143900" cy="123750"/>
            </a:xfrm>
            <a:custGeom>
              <a:rect b="b" l="l" r="r" t="t"/>
              <a:pathLst>
                <a:path extrusionOk="0" h="4950" w="5756">
                  <a:moveTo>
                    <a:pt x="4099" y="0"/>
                  </a:moveTo>
                  <a:lnTo>
                    <a:pt x="3968" y="44"/>
                  </a:lnTo>
                  <a:lnTo>
                    <a:pt x="3837" y="109"/>
                  </a:lnTo>
                  <a:lnTo>
                    <a:pt x="3663" y="196"/>
                  </a:lnTo>
                  <a:lnTo>
                    <a:pt x="3510" y="305"/>
                  </a:lnTo>
                  <a:lnTo>
                    <a:pt x="3336" y="436"/>
                  </a:lnTo>
                  <a:lnTo>
                    <a:pt x="2987" y="763"/>
                  </a:lnTo>
                  <a:lnTo>
                    <a:pt x="2616" y="1134"/>
                  </a:lnTo>
                  <a:lnTo>
                    <a:pt x="2224" y="1570"/>
                  </a:lnTo>
                  <a:lnTo>
                    <a:pt x="1853" y="2006"/>
                  </a:lnTo>
                  <a:lnTo>
                    <a:pt x="1155" y="2922"/>
                  </a:lnTo>
                  <a:lnTo>
                    <a:pt x="567" y="3750"/>
                  </a:lnTo>
                  <a:lnTo>
                    <a:pt x="0" y="4578"/>
                  </a:lnTo>
                  <a:lnTo>
                    <a:pt x="240" y="4622"/>
                  </a:lnTo>
                  <a:lnTo>
                    <a:pt x="894" y="4731"/>
                  </a:lnTo>
                  <a:lnTo>
                    <a:pt x="1831" y="4840"/>
                  </a:lnTo>
                  <a:lnTo>
                    <a:pt x="2333" y="4905"/>
                  </a:lnTo>
                  <a:lnTo>
                    <a:pt x="2878" y="4949"/>
                  </a:lnTo>
                  <a:lnTo>
                    <a:pt x="3946" y="4949"/>
                  </a:lnTo>
                  <a:lnTo>
                    <a:pt x="4426" y="4905"/>
                  </a:lnTo>
                  <a:lnTo>
                    <a:pt x="4862" y="4840"/>
                  </a:lnTo>
                  <a:lnTo>
                    <a:pt x="5058" y="4775"/>
                  </a:lnTo>
                  <a:lnTo>
                    <a:pt x="5232" y="4709"/>
                  </a:lnTo>
                  <a:lnTo>
                    <a:pt x="5385" y="4644"/>
                  </a:lnTo>
                  <a:lnTo>
                    <a:pt x="5516" y="4557"/>
                  </a:lnTo>
                  <a:lnTo>
                    <a:pt x="5603" y="4448"/>
                  </a:lnTo>
                  <a:lnTo>
                    <a:pt x="5690" y="4317"/>
                  </a:lnTo>
                  <a:lnTo>
                    <a:pt x="5734" y="4186"/>
                  </a:lnTo>
                  <a:lnTo>
                    <a:pt x="5755" y="4033"/>
                  </a:lnTo>
                  <a:lnTo>
                    <a:pt x="5734" y="3881"/>
                  </a:lnTo>
                  <a:lnTo>
                    <a:pt x="5712" y="3750"/>
                  </a:lnTo>
                  <a:lnTo>
                    <a:pt x="5668" y="3641"/>
                  </a:lnTo>
                  <a:lnTo>
                    <a:pt x="5581" y="3532"/>
                  </a:lnTo>
                  <a:lnTo>
                    <a:pt x="5494" y="3445"/>
                  </a:lnTo>
                  <a:lnTo>
                    <a:pt x="5407" y="3379"/>
                  </a:lnTo>
                  <a:lnTo>
                    <a:pt x="5276" y="3314"/>
                  </a:lnTo>
                  <a:lnTo>
                    <a:pt x="5145" y="3270"/>
                  </a:lnTo>
                  <a:lnTo>
                    <a:pt x="4862" y="3205"/>
                  </a:lnTo>
                  <a:lnTo>
                    <a:pt x="4535" y="3183"/>
                  </a:lnTo>
                  <a:lnTo>
                    <a:pt x="4186" y="3183"/>
                  </a:lnTo>
                  <a:lnTo>
                    <a:pt x="3837" y="3227"/>
                  </a:lnTo>
                  <a:lnTo>
                    <a:pt x="3466" y="3270"/>
                  </a:lnTo>
                  <a:lnTo>
                    <a:pt x="3139" y="3336"/>
                  </a:lnTo>
                  <a:lnTo>
                    <a:pt x="2507" y="3488"/>
                  </a:lnTo>
                  <a:lnTo>
                    <a:pt x="2071" y="3619"/>
                  </a:lnTo>
                  <a:lnTo>
                    <a:pt x="1919" y="3663"/>
                  </a:lnTo>
                  <a:lnTo>
                    <a:pt x="2442" y="3227"/>
                  </a:lnTo>
                  <a:lnTo>
                    <a:pt x="2965" y="2769"/>
                  </a:lnTo>
                  <a:lnTo>
                    <a:pt x="3532" y="2202"/>
                  </a:lnTo>
                  <a:lnTo>
                    <a:pt x="3815" y="1897"/>
                  </a:lnTo>
                  <a:lnTo>
                    <a:pt x="4077" y="1592"/>
                  </a:lnTo>
                  <a:lnTo>
                    <a:pt x="4295" y="1287"/>
                  </a:lnTo>
                  <a:lnTo>
                    <a:pt x="4447" y="1003"/>
                  </a:lnTo>
                  <a:lnTo>
                    <a:pt x="4513" y="872"/>
                  </a:lnTo>
                  <a:lnTo>
                    <a:pt x="4578" y="741"/>
                  </a:lnTo>
                  <a:lnTo>
                    <a:pt x="4600" y="611"/>
                  </a:lnTo>
                  <a:lnTo>
                    <a:pt x="4622" y="480"/>
                  </a:lnTo>
                  <a:lnTo>
                    <a:pt x="4600" y="371"/>
                  </a:lnTo>
                  <a:lnTo>
                    <a:pt x="4578" y="262"/>
                  </a:lnTo>
                  <a:lnTo>
                    <a:pt x="4513" y="175"/>
                  </a:lnTo>
                  <a:lnTo>
                    <a:pt x="4447" y="87"/>
                  </a:lnTo>
                  <a:lnTo>
                    <a:pt x="4338" y="22"/>
                  </a:lnTo>
                  <a:lnTo>
                    <a:pt x="4229"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8" name="Google Shape;11278;p80"/>
            <p:cNvSpPr/>
            <p:nvPr/>
          </p:nvSpPr>
          <p:spPr>
            <a:xfrm>
              <a:off x="1342275" y="3828375"/>
              <a:ext cx="454575" cy="238750"/>
            </a:xfrm>
            <a:custGeom>
              <a:rect b="b" l="l" r="r" t="t"/>
              <a:pathLst>
                <a:path extrusionOk="0" h="9550" w="18183">
                  <a:moveTo>
                    <a:pt x="17747" y="0"/>
                  </a:moveTo>
                  <a:lnTo>
                    <a:pt x="17616" y="22"/>
                  </a:lnTo>
                  <a:lnTo>
                    <a:pt x="17572" y="44"/>
                  </a:lnTo>
                  <a:lnTo>
                    <a:pt x="17529" y="87"/>
                  </a:lnTo>
                  <a:lnTo>
                    <a:pt x="17485" y="131"/>
                  </a:lnTo>
                  <a:lnTo>
                    <a:pt x="17463" y="196"/>
                  </a:lnTo>
                  <a:lnTo>
                    <a:pt x="17267" y="785"/>
                  </a:lnTo>
                  <a:lnTo>
                    <a:pt x="17136" y="1112"/>
                  </a:lnTo>
                  <a:lnTo>
                    <a:pt x="16984" y="1439"/>
                  </a:lnTo>
                  <a:lnTo>
                    <a:pt x="16809" y="1788"/>
                  </a:lnTo>
                  <a:lnTo>
                    <a:pt x="16613" y="2115"/>
                  </a:lnTo>
                  <a:lnTo>
                    <a:pt x="16395" y="2464"/>
                  </a:lnTo>
                  <a:lnTo>
                    <a:pt x="16155" y="2813"/>
                  </a:lnTo>
                  <a:lnTo>
                    <a:pt x="15894" y="3140"/>
                  </a:lnTo>
                  <a:lnTo>
                    <a:pt x="15588" y="3467"/>
                  </a:lnTo>
                  <a:lnTo>
                    <a:pt x="15261" y="3794"/>
                  </a:lnTo>
                  <a:lnTo>
                    <a:pt x="14913" y="4077"/>
                  </a:lnTo>
                  <a:lnTo>
                    <a:pt x="14520" y="4360"/>
                  </a:lnTo>
                  <a:lnTo>
                    <a:pt x="14106" y="4600"/>
                  </a:lnTo>
                  <a:lnTo>
                    <a:pt x="13670" y="4840"/>
                  </a:lnTo>
                  <a:lnTo>
                    <a:pt x="13190" y="5014"/>
                  </a:lnTo>
                  <a:lnTo>
                    <a:pt x="12863" y="5123"/>
                  </a:lnTo>
                  <a:lnTo>
                    <a:pt x="12514" y="5211"/>
                  </a:lnTo>
                  <a:lnTo>
                    <a:pt x="12144" y="5298"/>
                  </a:lnTo>
                  <a:lnTo>
                    <a:pt x="11773" y="5363"/>
                  </a:lnTo>
                  <a:lnTo>
                    <a:pt x="11010" y="5451"/>
                  </a:lnTo>
                  <a:lnTo>
                    <a:pt x="10204" y="5516"/>
                  </a:lnTo>
                  <a:lnTo>
                    <a:pt x="9397" y="5538"/>
                  </a:lnTo>
                  <a:lnTo>
                    <a:pt x="8590" y="5538"/>
                  </a:lnTo>
                  <a:lnTo>
                    <a:pt x="7827" y="5516"/>
                  </a:lnTo>
                  <a:lnTo>
                    <a:pt x="7108" y="5472"/>
                  </a:lnTo>
                  <a:lnTo>
                    <a:pt x="6759" y="5472"/>
                  </a:lnTo>
                  <a:lnTo>
                    <a:pt x="6585" y="5494"/>
                  </a:lnTo>
                  <a:lnTo>
                    <a:pt x="6432" y="5538"/>
                  </a:lnTo>
                  <a:lnTo>
                    <a:pt x="6279" y="5581"/>
                  </a:lnTo>
                  <a:lnTo>
                    <a:pt x="6127" y="5647"/>
                  </a:lnTo>
                  <a:lnTo>
                    <a:pt x="5843" y="5799"/>
                  </a:lnTo>
                  <a:lnTo>
                    <a:pt x="5604" y="5996"/>
                  </a:lnTo>
                  <a:lnTo>
                    <a:pt x="5386" y="6235"/>
                  </a:lnTo>
                  <a:lnTo>
                    <a:pt x="5211" y="6497"/>
                  </a:lnTo>
                  <a:lnTo>
                    <a:pt x="5059" y="6780"/>
                  </a:lnTo>
                  <a:lnTo>
                    <a:pt x="4971" y="7042"/>
                  </a:lnTo>
                  <a:lnTo>
                    <a:pt x="4906" y="7304"/>
                  </a:lnTo>
                  <a:lnTo>
                    <a:pt x="4426" y="7325"/>
                  </a:lnTo>
                  <a:lnTo>
                    <a:pt x="3903" y="7304"/>
                  </a:lnTo>
                  <a:lnTo>
                    <a:pt x="3336" y="7260"/>
                  </a:lnTo>
                  <a:lnTo>
                    <a:pt x="3053" y="7216"/>
                  </a:lnTo>
                  <a:lnTo>
                    <a:pt x="2748" y="7151"/>
                  </a:lnTo>
                  <a:lnTo>
                    <a:pt x="2464" y="7064"/>
                  </a:lnTo>
                  <a:lnTo>
                    <a:pt x="2159" y="6977"/>
                  </a:lnTo>
                  <a:lnTo>
                    <a:pt x="1876" y="6868"/>
                  </a:lnTo>
                  <a:lnTo>
                    <a:pt x="1592" y="6737"/>
                  </a:lnTo>
                  <a:lnTo>
                    <a:pt x="1331" y="6584"/>
                  </a:lnTo>
                  <a:lnTo>
                    <a:pt x="1069" y="6410"/>
                  </a:lnTo>
                  <a:lnTo>
                    <a:pt x="829" y="6192"/>
                  </a:lnTo>
                  <a:lnTo>
                    <a:pt x="611" y="5974"/>
                  </a:lnTo>
                  <a:lnTo>
                    <a:pt x="524" y="5908"/>
                  </a:lnTo>
                  <a:lnTo>
                    <a:pt x="459" y="5887"/>
                  </a:lnTo>
                  <a:lnTo>
                    <a:pt x="371" y="5865"/>
                  </a:lnTo>
                  <a:lnTo>
                    <a:pt x="284" y="5887"/>
                  </a:lnTo>
                  <a:lnTo>
                    <a:pt x="219" y="5908"/>
                  </a:lnTo>
                  <a:lnTo>
                    <a:pt x="153" y="5952"/>
                  </a:lnTo>
                  <a:lnTo>
                    <a:pt x="88" y="6039"/>
                  </a:lnTo>
                  <a:lnTo>
                    <a:pt x="66" y="6126"/>
                  </a:lnTo>
                  <a:lnTo>
                    <a:pt x="23" y="6301"/>
                  </a:lnTo>
                  <a:lnTo>
                    <a:pt x="1" y="6388"/>
                  </a:lnTo>
                  <a:lnTo>
                    <a:pt x="23" y="6453"/>
                  </a:lnTo>
                  <a:lnTo>
                    <a:pt x="44" y="6541"/>
                  </a:lnTo>
                  <a:lnTo>
                    <a:pt x="88" y="6606"/>
                  </a:lnTo>
                  <a:lnTo>
                    <a:pt x="262" y="6780"/>
                  </a:lnTo>
                  <a:lnTo>
                    <a:pt x="546" y="7020"/>
                  </a:lnTo>
                  <a:lnTo>
                    <a:pt x="720" y="7151"/>
                  </a:lnTo>
                  <a:lnTo>
                    <a:pt x="938" y="7282"/>
                  </a:lnTo>
                  <a:lnTo>
                    <a:pt x="1178" y="7413"/>
                  </a:lnTo>
                  <a:lnTo>
                    <a:pt x="1440" y="7543"/>
                  </a:lnTo>
                  <a:lnTo>
                    <a:pt x="1745" y="7652"/>
                  </a:lnTo>
                  <a:lnTo>
                    <a:pt x="2094" y="7761"/>
                  </a:lnTo>
                  <a:lnTo>
                    <a:pt x="2464" y="7849"/>
                  </a:lnTo>
                  <a:lnTo>
                    <a:pt x="2879" y="7936"/>
                  </a:lnTo>
                  <a:lnTo>
                    <a:pt x="3336" y="7979"/>
                  </a:lnTo>
                  <a:lnTo>
                    <a:pt x="3816" y="8023"/>
                  </a:lnTo>
                  <a:lnTo>
                    <a:pt x="4339" y="8023"/>
                  </a:lnTo>
                  <a:lnTo>
                    <a:pt x="4928" y="7979"/>
                  </a:lnTo>
                  <a:lnTo>
                    <a:pt x="4971" y="8219"/>
                  </a:lnTo>
                  <a:lnTo>
                    <a:pt x="5059" y="8459"/>
                  </a:lnTo>
                  <a:lnTo>
                    <a:pt x="5168" y="8699"/>
                  </a:lnTo>
                  <a:lnTo>
                    <a:pt x="5320" y="8917"/>
                  </a:lnTo>
                  <a:lnTo>
                    <a:pt x="5364" y="8982"/>
                  </a:lnTo>
                  <a:lnTo>
                    <a:pt x="5495" y="9135"/>
                  </a:lnTo>
                  <a:lnTo>
                    <a:pt x="5691" y="9244"/>
                  </a:lnTo>
                  <a:lnTo>
                    <a:pt x="5887" y="9353"/>
                  </a:lnTo>
                  <a:lnTo>
                    <a:pt x="6127" y="9440"/>
                  </a:lnTo>
                  <a:lnTo>
                    <a:pt x="6410" y="9505"/>
                  </a:lnTo>
                  <a:lnTo>
                    <a:pt x="6715" y="9527"/>
                  </a:lnTo>
                  <a:lnTo>
                    <a:pt x="7042" y="9549"/>
                  </a:lnTo>
                  <a:lnTo>
                    <a:pt x="7391" y="9549"/>
                  </a:lnTo>
                  <a:lnTo>
                    <a:pt x="7762" y="9527"/>
                  </a:lnTo>
                  <a:lnTo>
                    <a:pt x="8133" y="9505"/>
                  </a:lnTo>
                  <a:lnTo>
                    <a:pt x="8547" y="9440"/>
                  </a:lnTo>
                  <a:lnTo>
                    <a:pt x="8961" y="9375"/>
                  </a:lnTo>
                  <a:lnTo>
                    <a:pt x="9397" y="9287"/>
                  </a:lnTo>
                  <a:lnTo>
                    <a:pt x="9833" y="9178"/>
                  </a:lnTo>
                  <a:lnTo>
                    <a:pt x="10291" y="9048"/>
                  </a:lnTo>
                  <a:lnTo>
                    <a:pt x="10727" y="8917"/>
                  </a:lnTo>
                  <a:lnTo>
                    <a:pt x="11185" y="8764"/>
                  </a:lnTo>
                  <a:lnTo>
                    <a:pt x="11642" y="8590"/>
                  </a:lnTo>
                  <a:lnTo>
                    <a:pt x="12100" y="8415"/>
                  </a:lnTo>
                  <a:lnTo>
                    <a:pt x="12558" y="8219"/>
                  </a:lnTo>
                  <a:lnTo>
                    <a:pt x="13016" y="8023"/>
                  </a:lnTo>
                  <a:lnTo>
                    <a:pt x="13452" y="7805"/>
                  </a:lnTo>
                  <a:lnTo>
                    <a:pt x="13866" y="7565"/>
                  </a:lnTo>
                  <a:lnTo>
                    <a:pt x="14280" y="7325"/>
                  </a:lnTo>
                  <a:lnTo>
                    <a:pt x="14695" y="7086"/>
                  </a:lnTo>
                  <a:lnTo>
                    <a:pt x="15065" y="6824"/>
                  </a:lnTo>
                  <a:lnTo>
                    <a:pt x="15436" y="6541"/>
                  </a:lnTo>
                  <a:lnTo>
                    <a:pt x="15785" y="6257"/>
                  </a:lnTo>
                  <a:lnTo>
                    <a:pt x="16112" y="5974"/>
                  </a:lnTo>
                  <a:lnTo>
                    <a:pt x="16395" y="5669"/>
                  </a:lnTo>
                  <a:lnTo>
                    <a:pt x="16657" y="5363"/>
                  </a:lnTo>
                  <a:lnTo>
                    <a:pt x="16896" y="5058"/>
                  </a:lnTo>
                  <a:lnTo>
                    <a:pt x="17180" y="4666"/>
                  </a:lnTo>
                  <a:lnTo>
                    <a:pt x="17398" y="4273"/>
                  </a:lnTo>
                  <a:lnTo>
                    <a:pt x="17594" y="3881"/>
                  </a:lnTo>
                  <a:lnTo>
                    <a:pt x="17768" y="3510"/>
                  </a:lnTo>
                  <a:lnTo>
                    <a:pt x="17899" y="3161"/>
                  </a:lnTo>
                  <a:lnTo>
                    <a:pt x="18008" y="2813"/>
                  </a:lnTo>
                  <a:lnTo>
                    <a:pt x="18074" y="2486"/>
                  </a:lnTo>
                  <a:lnTo>
                    <a:pt x="18139" y="2159"/>
                  </a:lnTo>
                  <a:lnTo>
                    <a:pt x="18183" y="1853"/>
                  </a:lnTo>
                  <a:lnTo>
                    <a:pt x="18183" y="1570"/>
                  </a:lnTo>
                  <a:lnTo>
                    <a:pt x="18183" y="1308"/>
                  </a:lnTo>
                  <a:lnTo>
                    <a:pt x="18183" y="1047"/>
                  </a:lnTo>
                  <a:lnTo>
                    <a:pt x="18139" y="807"/>
                  </a:lnTo>
                  <a:lnTo>
                    <a:pt x="18117" y="589"/>
                  </a:lnTo>
                  <a:lnTo>
                    <a:pt x="18008" y="196"/>
                  </a:lnTo>
                  <a:lnTo>
                    <a:pt x="17986" y="153"/>
                  </a:lnTo>
                  <a:lnTo>
                    <a:pt x="17943" y="87"/>
                  </a:lnTo>
                  <a:lnTo>
                    <a:pt x="17899" y="44"/>
                  </a:lnTo>
                  <a:lnTo>
                    <a:pt x="17856" y="22"/>
                  </a:lnTo>
                  <a:lnTo>
                    <a:pt x="1774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9" name="Google Shape;11279;p80"/>
            <p:cNvSpPr/>
            <p:nvPr/>
          </p:nvSpPr>
          <p:spPr>
            <a:xfrm>
              <a:off x="1464375" y="3811475"/>
              <a:ext cx="332475" cy="238750"/>
            </a:xfrm>
            <a:custGeom>
              <a:rect b="b" l="l" r="r" t="t"/>
              <a:pathLst>
                <a:path extrusionOk="0" h="9550" w="13299">
                  <a:moveTo>
                    <a:pt x="12863" y="0"/>
                  </a:moveTo>
                  <a:lnTo>
                    <a:pt x="12732" y="22"/>
                  </a:lnTo>
                  <a:lnTo>
                    <a:pt x="12688" y="44"/>
                  </a:lnTo>
                  <a:lnTo>
                    <a:pt x="12645" y="88"/>
                  </a:lnTo>
                  <a:lnTo>
                    <a:pt x="12601" y="131"/>
                  </a:lnTo>
                  <a:lnTo>
                    <a:pt x="12579" y="197"/>
                  </a:lnTo>
                  <a:lnTo>
                    <a:pt x="12383" y="785"/>
                  </a:lnTo>
                  <a:lnTo>
                    <a:pt x="12252" y="1112"/>
                  </a:lnTo>
                  <a:lnTo>
                    <a:pt x="12100" y="1439"/>
                  </a:lnTo>
                  <a:lnTo>
                    <a:pt x="11925" y="1788"/>
                  </a:lnTo>
                  <a:lnTo>
                    <a:pt x="11729" y="2115"/>
                  </a:lnTo>
                  <a:lnTo>
                    <a:pt x="11511" y="2464"/>
                  </a:lnTo>
                  <a:lnTo>
                    <a:pt x="11271" y="2813"/>
                  </a:lnTo>
                  <a:lnTo>
                    <a:pt x="11010" y="3140"/>
                  </a:lnTo>
                  <a:lnTo>
                    <a:pt x="10704" y="3467"/>
                  </a:lnTo>
                  <a:lnTo>
                    <a:pt x="10377" y="3794"/>
                  </a:lnTo>
                  <a:lnTo>
                    <a:pt x="10029" y="4077"/>
                  </a:lnTo>
                  <a:lnTo>
                    <a:pt x="9636" y="4361"/>
                  </a:lnTo>
                  <a:lnTo>
                    <a:pt x="9222" y="4600"/>
                  </a:lnTo>
                  <a:lnTo>
                    <a:pt x="8786" y="4840"/>
                  </a:lnTo>
                  <a:lnTo>
                    <a:pt x="8306" y="5015"/>
                  </a:lnTo>
                  <a:lnTo>
                    <a:pt x="7979" y="5124"/>
                  </a:lnTo>
                  <a:lnTo>
                    <a:pt x="7630" y="5211"/>
                  </a:lnTo>
                  <a:lnTo>
                    <a:pt x="7260" y="5298"/>
                  </a:lnTo>
                  <a:lnTo>
                    <a:pt x="6889" y="5363"/>
                  </a:lnTo>
                  <a:lnTo>
                    <a:pt x="6126" y="5451"/>
                  </a:lnTo>
                  <a:lnTo>
                    <a:pt x="5320" y="5516"/>
                  </a:lnTo>
                  <a:lnTo>
                    <a:pt x="4513" y="5538"/>
                  </a:lnTo>
                  <a:lnTo>
                    <a:pt x="3706" y="5538"/>
                  </a:lnTo>
                  <a:lnTo>
                    <a:pt x="2943" y="5516"/>
                  </a:lnTo>
                  <a:lnTo>
                    <a:pt x="2224" y="5472"/>
                  </a:lnTo>
                  <a:lnTo>
                    <a:pt x="1875" y="5472"/>
                  </a:lnTo>
                  <a:lnTo>
                    <a:pt x="1701" y="5494"/>
                  </a:lnTo>
                  <a:lnTo>
                    <a:pt x="1548" y="5538"/>
                  </a:lnTo>
                  <a:lnTo>
                    <a:pt x="1395" y="5581"/>
                  </a:lnTo>
                  <a:lnTo>
                    <a:pt x="1243" y="5647"/>
                  </a:lnTo>
                  <a:lnTo>
                    <a:pt x="959" y="5799"/>
                  </a:lnTo>
                  <a:lnTo>
                    <a:pt x="720" y="5996"/>
                  </a:lnTo>
                  <a:lnTo>
                    <a:pt x="502" y="6236"/>
                  </a:lnTo>
                  <a:lnTo>
                    <a:pt x="327" y="6497"/>
                  </a:lnTo>
                  <a:lnTo>
                    <a:pt x="175" y="6781"/>
                  </a:lnTo>
                  <a:lnTo>
                    <a:pt x="87" y="7020"/>
                  </a:lnTo>
                  <a:lnTo>
                    <a:pt x="22" y="7304"/>
                  </a:lnTo>
                  <a:lnTo>
                    <a:pt x="0" y="7565"/>
                  </a:lnTo>
                  <a:lnTo>
                    <a:pt x="22" y="7849"/>
                  </a:lnTo>
                  <a:lnTo>
                    <a:pt x="66" y="8132"/>
                  </a:lnTo>
                  <a:lnTo>
                    <a:pt x="153" y="8394"/>
                  </a:lnTo>
                  <a:lnTo>
                    <a:pt x="284" y="8677"/>
                  </a:lnTo>
                  <a:lnTo>
                    <a:pt x="436" y="8917"/>
                  </a:lnTo>
                  <a:lnTo>
                    <a:pt x="480" y="8982"/>
                  </a:lnTo>
                  <a:lnTo>
                    <a:pt x="611" y="9135"/>
                  </a:lnTo>
                  <a:lnTo>
                    <a:pt x="807" y="9244"/>
                  </a:lnTo>
                  <a:lnTo>
                    <a:pt x="1003" y="9353"/>
                  </a:lnTo>
                  <a:lnTo>
                    <a:pt x="1243" y="9440"/>
                  </a:lnTo>
                  <a:lnTo>
                    <a:pt x="1526" y="9484"/>
                  </a:lnTo>
                  <a:lnTo>
                    <a:pt x="1831" y="9527"/>
                  </a:lnTo>
                  <a:lnTo>
                    <a:pt x="2158" y="9549"/>
                  </a:lnTo>
                  <a:lnTo>
                    <a:pt x="2507" y="9549"/>
                  </a:lnTo>
                  <a:lnTo>
                    <a:pt x="2878" y="9527"/>
                  </a:lnTo>
                  <a:lnTo>
                    <a:pt x="3249" y="9506"/>
                  </a:lnTo>
                  <a:lnTo>
                    <a:pt x="3663" y="9440"/>
                  </a:lnTo>
                  <a:lnTo>
                    <a:pt x="4077" y="9375"/>
                  </a:lnTo>
                  <a:lnTo>
                    <a:pt x="4513" y="9288"/>
                  </a:lnTo>
                  <a:lnTo>
                    <a:pt x="4949" y="9179"/>
                  </a:lnTo>
                  <a:lnTo>
                    <a:pt x="5407" y="9048"/>
                  </a:lnTo>
                  <a:lnTo>
                    <a:pt x="5843" y="8917"/>
                  </a:lnTo>
                  <a:lnTo>
                    <a:pt x="6301" y="8764"/>
                  </a:lnTo>
                  <a:lnTo>
                    <a:pt x="6758" y="8590"/>
                  </a:lnTo>
                  <a:lnTo>
                    <a:pt x="7216" y="8416"/>
                  </a:lnTo>
                  <a:lnTo>
                    <a:pt x="7674" y="8219"/>
                  </a:lnTo>
                  <a:lnTo>
                    <a:pt x="8132" y="8023"/>
                  </a:lnTo>
                  <a:lnTo>
                    <a:pt x="8568" y="7805"/>
                  </a:lnTo>
                  <a:lnTo>
                    <a:pt x="8982" y="7565"/>
                  </a:lnTo>
                  <a:lnTo>
                    <a:pt x="9396" y="7326"/>
                  </a:lnTo>
                  <a:lnTo>
                    <a:pt x="9811" y="7086"/>
                  </a:lnTo>
                  <a:lnTo>
                    <a:pt x="10181" y="6824"/>
                  </a:lnTo>
                  <a:lnTo>
                    <a:pt x="10552" y="6541"/>
                  </a:lnTo>
                  <a:lnTo>
                    <a:pt x="10901" y="6257"/>
                  </a:lnTo>
                  <a:lnTo>
                    <a:pt x="11228" y="5974"/>
                  </a:lnTo>
                  <a:lnTo>
                    <a:pt x="11511" y="5669"/>
                  </a:lnTo>
                  <a:lnTo>
                    <a:pt x="11773" y="5363"/>
                  </a:lnTo>
                  <a:lnTo>
                    <a:pt x="12012" y="5058"/>
                  </a:lnTo>
                  <a:lnTo>
                    <a:pt x="12296" y="4666"/>
                  </a:lnTo>
                  <a:lnTo>
                    <a:pt x="12514" y="4252"/>
                  </a:lnTo>
                  <a:lnTo>
                    <a:pt x="12710" y="3881"/>
                  </a:lnTo>
                  <a:lnTo>
                    <a:pt x="12884" y="3510"/>
                  </a:lnTo>
                  <a:lnTo>
                    <a:pt x="13015" y="3162"/>
                  </a:lnTo>
                  <a:lnTo>
                    <a:pt x="13124" y="2813"/>
                  </a:lnTo>
                  <a:lnTo>
                    <a:pt x="13190" y="2486"/>
                  </a:lnTo>
                  <a:lnTo>
                    <a:pt x="13255" y="2159"/>
                  </a:lnTo>
                  <a:lnTo>
                    <a:pt x="13299" y="1854"/>
                  </a:lnTo>
                  <a:lnTo>
                    <a:pt x="13299" y="1570"/>
                  </a:lnTo>
                  <a:lnTo>
                    <a:pt x="13299" y="1309"/>
                  </a:lnTo>
                  <a:lnTo>
                    <a:pt x="13299" y="1047"/>
                  </a:lnTo>
                  <a:lnTo>
                    <a:pt x="13255" y="807"/>
                  </a:lnTo>
                  <a:lnTo>
                    <a:pt x="13233" y="589"/>
                  </a:lnTo>
                  <a:lnTo>
                    <a:pt x="13124" y="197"/>
                  </a:lnTo>
                  <a:lnTo>
                    <a:pt x="13102" y="153"/>
                  </a:lnTo>
                  <a:lnTo>
                    <a:pt x="13059" y="88"/>
                  </a:lnTo>
                  <a:lnTo>
                    <a:pt x="13015" y="44"/>
                  </a:lnTo>
                  <a:lnTo>
                    <a:pt x="12972" y="22"/>
                  </a:lnTo>
                  <a:lnTo>
                    <a:pt x="12863"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0" name="Google Shape;11280;p80"/>
            <p:cNvSpPr/>
            <p:nvPr/>
          </p:nvSpPr>
          <p:spPr>
            <a:xfrm>
              <a:off x="1464375" y="3812025"/>
              <a:ext cx="332475" cy="238200"/>
            </a:xfrm>
            <a:custGeom>
              <a:rect b="b" l="l" r="r" t="t"/>
              <a:pathLst>
                <a:path extrusionOk="0" h="9528" w="13299">
                  <a:moveTo>
                    <a:pt x="12972" y="0"/>
                  </a:moveTo>
                  <a:lnTo>
                    <a:pt x="13015" y="109"/>
                  </a:lnTo>
                  <a:lnTo>
                    <a:pt x="13081" y="218"/>
                  </a:lnTo>
                  <a:lnTo>
                    <a:pt x="13124" y="371"/>
                  </a:lnTo>
                  <a:lnTo>
                    <a:pt x="13168" y="545"/>
                  </a:lnTo>
                  <a:lnTo>
                    <a:pt x="13190" y="785"/>
                  </a:lnTo>
                  <a:lnTo>
                    <a:pt x="13190" y="1047"/>
                  </a:lnTo>
                  <a:lnTo>
                    <a:pt x="13168" y="1330"/>
                  </a:lnTo>
                  <a:lnTo>
                    <a:pt x="13102" y="1679"/>
                  </a:lnTo>
                  <a:lnTo>
                    <a:pt x="12993" y="2050"/>
                  </a:lnTo>
                  <a:lnTo>
                    <a:pt x="12841" y="2464"/>
                  </a:lnTo>
                  <a:lnTo>
                    <a:pt x="12601" y="2922"/>
                  </a:lnTo>
                  <a:lnTo>
                    <a:pt x="12318" y="3423"/>
                  </a:lnTo>
                  <a:lnTo>
                    <a:pt x="11947" y="3946"/>
                  </a:lnTo>
                  <a:lnTo>
                    <a:pt x="11511" y="4535"/>
                  </a:lnTo>
                  <a:lnTo>
                    <a:pt x="10966" y="5145"/>
                  </a:lnTo>
                  <a:lnTo>
                    <a:pt x="10639" y="5472"/>
                  </a:lnTo>
                  <a:lnTo>
                    <a:pt x="10290" y="5799"/>
                  </a:lnTo>
                  <a:lnTo>
                    <a:pt x="9941" y="6105"/>
                  </a:lnTo>
                  <a:lnTo>
                    <a:pt x="9593" y="6366"/>
                  </a:lnTo>
                  <a:lnTo>
                    <a:pt x="9222" y="6628"/>
                  </a:lnTo>
                  <a:lnTo>
                    <a:pt x="8873" y="6868"/>
                  </a:lnTo>
                  <a:lnTo>
                    <a:pt x="8503" y="7086"/>
                  </a:lnTo>
                  <a:lnTo>
                    <a:pt x="8110" y="7304"/>
                  </a:lnTo>
                  <a:lnTo>
                    <a:pt x="7740" y="7478"/>
                  </a:lnTo>
                  <a:lnTo>
                    <a:pt x="7369" y="7652"/>
                  </a:lnTo>
                  <a:lnTo>
                    <a:pt x="6998" y="7805"/>
                  </a:lnTo>
                  <a:lnTo>
                    <a:pt x="6628" y="7958"/>
                  </a:lnTo>
                  <a:lnTo>
                    <a:pt x="5886" y="8197"/>
                  </a:lnTo>
                  <a:lnTo>
                    <a:pt x="5167" y="8394"/>
                  </a:lnTo>
                  <a:lnTo>
                    <a:pt x="4491" y="8524"/>
                  </a:lnTo>
                  <a:lnTo>
                    <a:pt x="3859" y="8633"/>
                  </a:lnTo>
                  <a:lnTo>
                    <a:pt x="3292" y="8699"/>
                  </a:lnTo>
                  <a:lnTo>
                    <a:pt x="2769" y="8721"/>
                  </a:lnTo>
                  <a:lnTo>
                    <a:pt x="2333" y="8699"/>
                  </a:lnTo>
                  <a:lnTo>
                    <a:pt x="1984" y="8677"/>
                  </a:lnTo>
                  <a:lnTo>
                    <a:pt x="1722" y="8633"/>
                  </a:lnTo>
                  <a:lnTo>
                    <a:pt x="1613" y="8590"/>
                  </a:lnTo>
                  <a:lnTo>
                    <a:pt x="1548" y="8568"/>
                  </a:lnTo>
                  <a:lnTo>
                    <a:pt x="1483" y="8481"/>
                  </a:lnTo>
                  <a:lnTo>
                    <a:pt x="1417" y="8394"/>
                  </a:lnTo>
                  <a:lnTo>
                    <a:pt x="1374" y="8328"/>
                  </a:lnTo>
                  <a:lnTo>
                    <a:pt x="1352" y="8241"/>
                  </a:lnTo>
                  <a:lnTo>
                    <a:pt x="1374" y="8132"/>
                  </a:lnTo>
                  <a:lnTo>
                    <a:pt x="1374" y="8045"/>
                  </a:lnTo>
                  <a:lnTo>
                    <a:pt x="1439" y="7849"/>
                  </a:lnTo>
                  <a:lnTo>
                    <a:pt x="1504" y="7652"/>
                  </a:lnTo>
                  <a:lnTo>
                    <a:pt x="1548" y="7413"/>
                  </a:lnTo>
                  <a:lnTo>
                    <a:pt x="1548" y="7304"/>
                  </a:lnTo>
                  <a:lnTo>
                    <a:pt x="1526" y="7195"/>
                  </a:lnTo>
                  <a:lnTo>
                    <a:pt x="1504" y="7064"/>
                  </a:lnTo>
                  <a:lnTo>
                    <a:pt x="1461" y="6933"/>
                  </a:lnTo>
                  <a:lnTo>
                    <a:pt x="1374" y="6824"/>
                  </a:lnTo>
                  <a:lnTo>
                    <a:pt x="1308" y="6737"/>
                  </a:lnTo>
                  <a:lnTo>
                    <a:pt x="1199" y="6671"/>
                  </a:lnTo>
                  <a:lnTo>
                    <a:pt x="1112" y="6628"/>
                  </a:lnTo>
                  <a:lnTo>
                    <a:pt x="1003" y="6584"/>
                  </a:lnTo>
                  <a:lnTo>
                    <a:pt x="676" y="6584"/>
                  </a:lnTo>
                  <a:lnTo>
                    <a:pt x="480" y="6628"/>
                  </a:lnTo>
                  <a:lnTo>
                    <a:pt x="327" y="6693"/>
                  </a:lnTo>
                  <a:lnTo>
                    <a:pt x="175" y="6759"/>
                  </a:lnTo>
                  <a:lnTo>
                    <a:pt x="87" y="6998"/>
                  </a:lnTo>
                  <a:lnTo>
                    <a:pt x="22" y="7282"/>
                  </a:lnTo>
                  <a:lnTo>
                    <a:pt x="0" y="7543"/>
                  </a:lnTo>
                  <a:lnTo>
                    <a:pt x="22" y="7827"/>
                  </a:lnTo>
                  <a:lnTo>
                    <a:pt x="66" y="8110"/>
                  </a:lnTo>
                  <a:lnTo>
                    <a:pt x="153" y="8372"/>
                  </a:lnTo>
                  <a:lnTo>
                    <a:pt x="284" y="8655"/>
                  </a:lnTo>
                  <a:lnTo>
                    <a:pt x="436" y="8895"/>
                  </a:lnTo>
                  <a:lnTo>
                    <a:pt x="480" y="8960"/>
                  </a:lnTo>
                  <a:lnTo>
                    <a:pt x="611" y="9113"/>
                  </a:lnTo>
                  <a:lnTo>
                    <a:pt x="807" y="9222"/>
                  </a:lnTo>
                  <a:lnTo>
                    <a:pt x="1003" y="9331"/>
                  </a:lnTo>
                  <a:lnTo>
                    <a:pt x="1243" y="9418"/>
                  </a:lnTo>
                  <a:lnTo>
                    <a:pt x="1526" y="9462"/>
                  </a:lnTo>
                  <a:lnTo>
                    <a:pt x="1831" y="9505"/>
                  </a:lnTo>
                  <a:lnTo>
                    <a:pt x="2158" y="9527"/>
                  </a:lnTo>
                  <a:lnTo>
                    <a:pt x="2507" y="9527"/>
                  </a:lnTo>
                  <a:lnTo>
                    <a:pt x="2878" y="9505"/>
                  </a:lnTo>
                  <a:lnTo>
                    <a:pt x="3249" y="9484"/>
                  </a:lnTo>
                  <a:lnTo>
                    <a:pt x="3663" y="9418"/>
                  </a:lnTo>
                  <a:lnTo>
                    <a:pt x="4077" y="9353"/>
                  </a:lnTo>
                  <a:lnTo>
                    <a:pt x="4513" y="9266"/>
                  </a:lnTo>
                  <a:lnTo>
                    <a:pt x="4949" y="9157"/>
                  </a:lnTo>
                  <a:lnTo>
                    <a:pt x="5407" y="9026"/>
                  </a:lnTo>
                  <a:lnTo>
                    <a:pt x="5843" y="8895"/>
                  </a:lnTo>
                  <a:lnTo>
                    <a:pt x="6301" y="8742"/>
                  </a:lnTo>
                  <a:lnTo>
                    <a:pt x="6758" y="8568"/>
                  </a:lnTo>
                  <a:lnTo>
                    <a:pt x="7216" y="8394"/>
                  </a:lnTo>
                  <a:lnTo>
                    <a:pt x="7674" y="8197"/>
                  </a:lnTo>
                  <a:lnTo>
                    <a:pt x="8132" y="8001"/>
                  </a:lnTo>
                  <a:lnTo>
                    <a:pt x="8568" y="7783"/>
                  </a:lnTo>
                  <a:lnTo>
                    <a:pt x="8982" y="7543"/>
                  </a:lnTo>
                  <a:lnTo>
                    <a:pt x="9396" y="7304"/>
                  </a:lnTo>
                  <a:lnTo>
                    <a:pt x="9811" y="7064"/>
                  </a:lnTo>
                  <a:lnTo>
                    <a:pt x="10181" y="6802"/>
                  </a:lnTo>
                  <a:lnTo>
                    <a:pt x="10552" y="6519"/>
                  </a:lnTo>
                  <a:lnTo>
                    <a:pt x="10901" y="6235"/>
                  </a:lnTo>
                  <a:lnTo>
                    <a:pt x="11228" y="5952"/>
                  </a:lnTo>
                  <a:lnTo>
                    <a:pt x="11511" y="5647"/>
                  </a:lnTo>
                  <a:lnTo>
                    <a:pt x="11773" y="5341"/>
                  </a:lnTo>
                  <a:lnTo>
                    <a:pt x="12012" y="5036"/>
                  </a:lnTo>
                  <a:lnTo>
                    <a:pt x="12296" y="4644"/>
                  </a:lnTo>
                  <a:lnTo>
                    <a:pt x="12514" y="4230"/>
                  </a:lnTo>
                  <a:lnTo>
                    <a:pt x="12710" y="3859"/>
                  </a:lnTo>
                  <a:lnTo>
                    <a:pt x="12884" y="3488"/>
                  </a:lnTo>
                  <a:lnTo>
                    <a:pt x="13015" y="3140"/>
                  </a:lnTo>
                  <a:lnTo>
                    <a:pt x="13124" y="2791"/>
                  </a:lnTo>
                  <a:lnTo>
                    <a:pt x="13190" y="2464"/>
                  </a:lnTo>
                  <a:lnTo>
                    <a:pt x="13255" y="2137"/>
                  </a:lnTo>
                  <a:lnTo>
                    <a:pt x="13299" y="1832"/>
                  </a:lnTo>
                  <a:lnTo>
                    <a:pt x="13299" y="1548"/>
                  </a:lnTo>
                  <a:lnTo>
                    <a:pt x="13299" y="1287"/>
                  </a:lnTo>
                  <a:lnTo>
                    <a:pt x="13299" y="1025"/>
                  </a:lnTo>
                  <a:lnTo>
                    <a:pt x="13255" y="785"/>
                  </a:lnTo>
                  <a:lnTo>
                    <a:pt x="13233" y="567"/>
                  </a:lnTo>
                  <a:lnTo>
                    <a:pt x="13124" y="175"/>
                  </a:lnTo>
                  <a:lnTo>
                    <a:pt x="13102" y="131"/>
                  </a:lnTo>
                  <a:lnTo>
                    <a:pt x="13059" y="66"/>
                  </a:lnTo>
                  <a:lnTo>
                    <a:pt x="13015" y="22"/>
                  </a:lnTo>
                  <a:lnTo>
                    <a:pt x="1297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1" name="Google Shape;11281;p80"/>
            <p:cNvSpPr/>
            <p:nvPr/>
          </p:nvSpPr>
          <p:spPr>
            <a:xfrm>
              <a:off x="1342275" y="3958075"/>
              <a:ext cx="148825" cy="54000"/>
            </a:xfrm>
            <a:custGeom>
              <a:rect b="b" l="l" r="r" t="t"/>
              <a:pathLst>
                <a:path extrusionOk="0" h="2160" w="5953">
                  <a:moveTo>
                    <a:pt x="284" y="1"/>
                  </a:moveTo>
                  <a:lnTo>
                    <a:pt x="219" y="45"/>
                  </a:lnTo>
                  <a:lnTo>
                    <a:pt x="153" y="88"/>
                  </a:lnTo>
                  <a:lnTo>
                    <a:pt x="88" y="175"/>
                  </a:lnTo>
                  <a:lnTo>
                    <a:pt x="66" y="263"/>
                  </a:lnTo>
                  <a:lnTo>
                    <a:pt x="23" y="437"/>
                  </a:lnTo>
                  <a:lnTo>
                    <a:pt x="1" y="524"/>
                  </a:lnTo>
                  <a:lnTo>
                    <a:pt x="23" y="590"/>
                  </a:lnTo>
                  <a:lnTo>
                    <a:pt x="44" y="677"/>
                  </a:lnTo>
                  <a:lnTo>
                    <a:pt x="88" y="742"/>
                  </a:lnTo>
                  <a:lnTo>
                    <a:pt x="284" y="938"/>
                  </a:lnTo>
                  <a:lnTo>
                    <a:pt x="437" y="1069"/>
                  </a:lnTo>
                  <a:lnTo>
                    <a:pt x="589" y="1200"/>
                  </a:lnTo>
                  <a:lnTo>
                    <a:pt x="807" y="1331"/>
                  </a:lnTo>
                  <a:lnTo>
                    <a:pt x="1047" y="1483"/>
                  </a:lnTo>
                  <a:lnTo>
                    <a:pt x="1309" y="1614"/>
                  </a:lnTo>
                  <a:lnTo>
                    <a:pt x="1614" y="1745"/>
                  </a:lnTo>
                  <a:lnTo>
                    <a:pt x="1985" y="1876"/>
                  </a:lnTo>
                  <a:lnTo>
                    <a:pt x="2377" y="1963"/>
                  </a:lnTo>
                  <a:lnTo>
                    <a:pt x="2791" y="2050"/>
                  </a:lnTo>
                  <a:lnTo>
                    <a:pt x="3271" y="2116"/>
                  </a:lnTo>
                  <a:lnTo>
                    <a:pt x="3794" y="2159"/>
                  </a:lnTo>
                  <a:lnTo>
                    <a:pt x="4383" y="2159"/>
                  </a:lnTo>
                  <a:lnTo>
                    <a:pt x="4993" y="2116"/>
                  </a:lnTo>
                  <a:lnTo>
                    <a:pt x="5669" y="2050"/>
                  </a:lnTo>
                  <a:lnTo>
                    <a:pt x="5756" y="2028"/>
                  </a:lnTo>
                  <a:lnTo>
                    <a:pt x="5822" y="1985"/>
                  </a:lnTo>
                  <a:lnTo>
                    <a:pt x="5822" y="1963"/>
                  </a:lnTo>
                  <a:lnTo>
                    <a:pt x="5909" y="1876"/>
                  </a:lnTo>
                  <a:lnTo>
                    <a:pt x="5931" y="1789"/>
                  </a:lnTo>
                  <a:lnTo>
                    <a:pt x="5952" y="1680"/>
                  </a:lnTo>
                  <a:lnTo>
                    <a:pt x="5909" y="1592"/>
                  </a:lnTo>
                  <a:lnTo>
                    <a:pt x="5865" y="1505"/>
                  </a:lnTo>
                  <a:lnTo>
                    <a:pt x="5778" y="1440"/>
                  </a:lnTo>
                  <a:lnTo>
                    <a:pt x="5691" y="1396"/>
                  </a:lnTo>
                  <a:lnTo>
                    <a:pt x="5582" y="1396"/>
                  </a:lnTo>
                  <a:lnTo>
                    <a:pt x="5168" y="1440"/>
                  </a:lnTo>
                  <a:lnTo>
                    <a:pt x="4623" y="1462"/>
                  </a:lnTo>
                  <a:lnTo>
                    <a:pt x="3969" y="1440"/>
                  </a:lnTo>
                  <a:lnTo>
                    <a:pt x="3642" y="1418"/>
                  </a:lnTo>
                  <a:lnTo>
                    <a:pt x="3271" y="1374"/>
                  </a:lnTo>
                  <a:lnTo>
                    <a:pt x="2922" y="1309"/>
                  </a:lnTo>
                  <a:lnTo>
                    <a:pt x="2552" y="1244"/>
                  </a:lnTo>
                  <a:lnTo>
                    <a:pt x="2203" y="1135"/>
                  </a:lnTo>
                  <a:lnTo>
                    <a:pt x="1854" y="982"/>
                  </a:lnTo>
                  <a:lnTo>
                    <a:pt x="1505" y="829"/>
                  </a:lnTo>
                  <a:lnTo>
                    <a:pt x="1178" y="611"/>
                  </a:lnTo>
                  <a:lnTo>
                    <a:pt x="895" y="372"/>
                  </a:lnTo>
                  <a:lnTo>
                    <a:pt x="611" y="110"/>
                  </a:lnTo>
                  <a:lnTo>
                    <a:pt x="524" y="45"/>
                  </a:lnTo>
                  <a:lnTo>
                    <a:pt x="45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2" name="Google Shape;11282;p80"/>
            <p:cNvSpPr/>
            <p:nvPr/>
          </p:nvSpPr>
          <p:spPr>
            <a:xfrm>
              <a:off x="1370625" y="3584200"/>
              <a:ext cx="377725" cy="343925"/>
            </a:xfrm>
            <a:custGeom>
              <a:rect b="b" l="l" r="r" t="t"/>
              <a:pathLst>
                <a:path extrusionOk="0" h="13757" w="15109">
                  <a:moveTo>
                    <a:pt x="14411" y="1"/>
                  </a:moveTo>
                  <a:lnTo>
                    <a:pt x="14324" y="22"/>
                  </a:lnTo>
                  <a:lnTo>
                    <a:pt x="14258" y="88"/>
                  </a:lnTo>
                  <a:lnTo>
                    <a:pt x="14215" y="153"/>
                  </a:lnTo>
                  <a:lnTo>
                    <a:pt x="14171" y="219"/>
                  </a:lnTo>
                  <a:lnTo>
                    <a:pt x="14171" y="306"/>
                  </a:lnTo>
                  <a:lnTo>
                    <a:pt x="14171" y="393"/>
                  </a:lnTo>
                  <a:lnTo>
                    <a:pt x="14258" y="698"/>
                  </a:lnTo>
                  <a:lnTo>
                    <a:pt x="14280" y="1025"/>
                  </a:lnTo>
                  <a:lnTo>
                    <a:pt x="14302" y="1330"/>
                  </a:lnTo>
                  <a:lnTo>
                    <a:pt x="14302" y="1636"/>
                  </a:lnTo>
                  <a:lnTo>
                    <a:pt x="14258" y="1941"/>
                  </a:lnTo>
                  <a:lnTo>
                    <a:pt x="14193" y="2246"/>
                  </a:lnTo>
                  <a:lnTo>
                    <a:pt x="14127" y="2551"/>
                  </a:lnTo>
                  <a:lnTo>
                    <a:pt x="14040" y="2835"/>
                  </a:lnTo>
                  <a:lnTo>
                    <a:pt x="13931" y="3118"/>
                  </a:lnTo>
                  <a:lnTo>
                    <a:pt x="13822" y="3401"/>
                  </a:lnTo>
                  <a:lnTo>
                    <a:pt x="13561" y="3903"/>
                  </a:lnTo>
                  <a:lnTo>
                    <a:pt x="13299" y="4361"/>
                  </a:lnTo>
                  <a:lnTo>
                    <a:pt x="13037" y="4753"/>
                  </a:lnTo>
                  <a:lnTo>
                    <a:pt x="12776" y="4666"/>
                  </a:lnTo>
                  <a:lnTo>
                    <a:pt x="12492" y="4600"/>
                  </a:lnTo>
                  <a:lnTo>
                    <a:pt x="12187" y="4579"/>
                  </a:lnTo>
                  <a:lnTo>
                    <a:pt x="11860" y="4579"/>
                  </a:lnTo>
                  <a:lnTo>
                    <a:pt x="11555" y="4644"/>
                  </a:lnTo>
                  <a:lnTo>
                    <a:pt x="11250" y="4753"/>
                  </a:lnTo>
                  <a:lnTo>
                    <a:pt x="10988" y="4906"/>
                  </a:lnTo>
                  <a:lnTo>
                    <a:pt x="10857" y="4993"/>
                  </a:lnTo>
                  <a:lnTo>
                    <a:pt x="10726" y="5102"/>
                  </a:lnTo>
                  <a:lnTo>
                    <a:pt x="10617" y="5233"/>
                  </a:lnTo>
                  <a:lnTo>
                    <a:pt x="10508" y="5364"/>
                  </a:lnTo>
                  <a:lnTo>
                    <a:pt x="10399" y="5494"/>
                  </a:lnTo>
                  <a:lnTo>
                    <a:pt x="10312" y="5647"/>
                  </a:lnTo>
                  <a:lnTo>
                    <a:pt x="9963" y="6279"/>
                  </a:lnTo>
                  <a:lnTo>
                    <a:pt x="9571" y="6955"/>
                  </a:lnTo>
                  <a:lnTo>
                    <a:pt x="9157" y="7631"/>
                  </a:lnTo>
                  <a:lnTo>
                    <a:pt x="8721" y="8307"/>
                  </a:lnTo>
                  <a:lnTo>
                    <a:pt x="8241" y="8939"/>
                  </a:lnTo>
                  <a:lnTo>
                    <a:pt x="7740" y="9549"/>
                  </a:lnTo>
                  <a:lnTo>
                    <a:pt x="7500" y="9833"/>
                  </a:lnTo>
                  <a:lnTo>
                    <a:pt x="7238" y="10094"/>
                  </a:lnTo>
                  <a:lnTo>
                    <a:pt x="6977" y="10356"/>
                  </a:lnTo>
                  <a:lnTo>
                    <a:pt x="6715" y="10574"/>
                  </a:lnTo>
                  <a:lnTo>
                    <a:pt x="6301" y="10879"/>
                  </a:lnTo>
                  <a:lnTo>
                    <a:pt x="5865" y="11141"/>
                  </a:lnTo>
                  <a:lnTo>
                    <a:pt x="5429" y="11359"/>
                  </a:lnTo>
                  <a:lnTo>
                    <a:pt x="4993" y="11533"/>
                  </a:lnTo>
                  <a:lnTo>
                    <a:pt x="4557" y="11686"/>
                  </a:lnTo>
                  <a:lnTo>
                    <a:pt x="4121" y="11795"/>
                  </a:lnTo>
                  <a:lnTo>
                    <a:pt x="3685" y="11860"/>
                  </a:lnTo>
                  <a:lnTo>
                    <a:pt x="3271" y="11926"/>
                  </a:lnTo>
                  <a:lnTo>
                    <a:pt x="2835" y="11947"/>
                  </a:lnTo>
                  <a:lnTo>
                    <a:pt x="2442" y="11947"/>
                  </a:lnTo>
                  <a:lnTo>
                    <a:pt x="2050" y="11926"/>
                  </a:lnTo>
                  <a:lnTo>
                    <a:pt x="1657" y="11904"/>
                  </a:lnTo>
                  <a:lnTo>
                    <a:pt x="1309" y="11860"/>
                  </a:lnTo>
                  <a:lnTo>
                    <a:pt x="960" y="11795"/>
                  </a:lnTo>
                  <a:lnTo>
                    <a:pt x="349" y="11642"/>
                  </a:lnTo>
                  <a:lnTo>
                    <a:pt x="218" y="11642"/>
                  </a:lnTo>
                  <a:lnTo>
                    <a:pt x="175" y="11664"/>
                  </a:lnTo>
                  <a:lnTo>
                    <a:pt x="109" y="11686"/>
                  </a:lnTo>
                  <a:lnTo>
                    <a:pt x="44" y="11773"/>
                  </a:lnTo>
                  <a:lnTo>
                    <a:pt x="0" y="11882"/>
                  </a:lnTo>
                  <a:lnTo>
                    <a:pt x="0" y="11947"/>
                  </a:lnTo>
                  <a:lnTo>
                    <a:pt x="0" y="11991"/>
                  </a:lnTo>
                  <a:lnTo>
                    <a:pt x="22" y="12056"/>
                  </a:lnTo>
                  <a:lnTo>
                    <a:pt x="66" y="12122"/>
                  </a:lnTo>
                  <a:lnTo>
                    <a:pt x="349" y="12405"/>
                  </a:lnTo>
                  <a:lnTo>
                    <a:pt x="524" y="12558"/>
                  </a:lnTo>
                  <a:lnTo>
                    <a:pt x="698" y="12710"/>
                  </a:lnTo>
                  <a:lnTo>
                    <a:pt x="916" y="12841"/>
                  </a:lnTo>
                  <a:lnTo>
                    <a:pt x="1134" y="12994"/>
                  </a:lnTo>
                  <a:lnTo>
                    <a:pt x="1396" y="13125"/>
                  </a:lnTo>
                  <a:lnTo>
                    <a:pt x="1657" y="13255"/>
                  </a:lnTo>
                  <a:lnTo>
                    <a:pt x="1963" y="13386"/>
                  </a:lnTo>
                  <a:lnTo>
                    <a:pt x="2290" y="13495"/>
                  </a:lnTo>
                  <a:lnTo>
                    <a:pt x="2638" y="13582"/>
                  </a:lnTo>
                  <a:lnTo>
                    <a:pt x="3009" y="13648"/>
                  </a:lnTo>
                  <a:lnTo>
                    <a:pt x="3401" y="13713"/>
                  </a:lnTo>
                  <a:lnTo>
                    <a:pt x="3837" y="13735"/>
                  </a:lnTo>
                  <a:lnTo>
                    <a:pt x="4295" y="13757"/>
                  </a:lnTo>
                  <a:lnTo>
                    <a:pt x="4775" y="13735"/>
                  </a:lnTo>
                  <a:lnTo>
                    <a:pt x="5167" y="13713"/>
                  </a:lnTo>
                  <a:lnTo>
                    <a:pt x="5560" y="13648"/>
                  </a:lnTo>
                  <a:lnTo>
                    <a:pt x="5974" y="13539"/>
                  </a:lnTo>
                  <a:lnTo>
                    <a:pt x="6388" y="13430"/>
                  </a:lnTo>
                  <a:lnTo>
                    <a:pt x="6802" y="13277"/>
                  </a:lnTo>
                  <a:lnTo>
                    <a:pt x="7238" y="13125"/>
                  </a:lnTo>
                  <a:lnTo>
                    <a:pt x="7653" y="12928"/>
                  </a:lnTo>
                  <a:lnTo>
                    <a:pt x="8089" y="12732"/>
                  </a:lnTo>
                  <a:lnTo>
                    <a:pt x="8503" y="12492"/>
                  </a:lnTo>
                  <a:lnTo>
                    <a:pt x="8939" y="12253"/>
                  </a:lnTo>
                  <a:lnTo>
                    <a:pt x="9353" y="11991"/>
                  </a:lnTo>
                  <a:lnTo>
                    <a:pt x="9767" y="11729"/>
                  </a:lnTo>
                  <a:lnTo>
                    <a:pt x="10160" y="11446"/>
                  </a:lnTo>
                  <a:lnTo>
                    <a:pt x="10552" y="11163"/>
                  </a:lnTo>
                  <a:lnTo>
                    <a:pt x="10944" y="10857"/>
                  </a:lnTo>
                  <a:lnTo>
                    <a:pt x="11315" y="10552"/>
                  </a:lnTo>
                  <a:lnTo>
                    <a:pt x="11664" y="10247"/>
                  </a:lnTo>
                  <a:lnTo>
                    <a:pt x="12013" y="9920"/>
                  </a:lnTo>
                  <a:lnTo>
                    <a:pt x="12340" y="9615"/>
                  </a:lnTo>
                  <a:lnTo>
                    <a:pt x="12645" y="9288"/>
                  </a:lnTo>
                  <a:lnTo>
                    <a:pt x="12928" y="8961"/>
                  </a:lnTo>
                  <a:lnTo>
                    <a:pt x="13190" y="8655"/>
                  </a:lnTo>
                  <a:lnTo>
                    <a:pt x="13408" y="8350"/>
                  </a:lnTo>
                  <a:lnTo>
                    <a:pt x="13626" y="8045"/>
                  </a:lnTo>
                  <a:lnTo>
                    <a:pt x="13822" y="7740"/>
                  </a:lnTo>
                  <a:lnTo>
                    <a:pt x="13975" y="7456"/>
                  </a:lnTo>
                  <a:lnTo>
                    <a:pt x="14106" y="7173"/>
                  </a:lnTo>
                  <a:lnTo>
                    <a:pt x="14193" y="6911"/>
                  </a:lnTo>
                  <a:lnTo>
                    <a:pt x="14258" y="6672"/>
                  </a:lnTo>
                  <a:lnTo>
                    <a:pt x="14280" y="6432"/>
                  </a:lnTo>
                  <a:lnTo>
                    <a:pt x="14258" y="6214"/>
                  </a:lnTo>
                  <a:lnTo>
                    <a:pt x="14215" y="6018"/>
                  </a:lnTo>
                  <a:lnTo>
                    <a:pt x="14193" y="5974"/>
                  </a:lnTo>
                  <a:lnTo>
                    <a:pt x="14062" y="5712"/>
                  </a:lnTo>
                  <a:lnTo>
                    <a:pt x="13931" y="5494"/>
                  </a:lnTo>
                  <a:lnTo>
                    <a:pt x="13779" y="5298"/>
                  </a:lnTo>
                  <a:lnTo>
                    <a:pt x="13604" y="5124"/>
                  </a:lnTo>
                  <a:lnTo>
                    <a:pt x="13931" y="4644"/>
                  </a:lnTo>
                  <a:lnTo>
                    <a:pt x="14215" y="4208"/>
                  </a:lnTo>
                  <a:lnTo>
                    <a:pt x="14454" y="3772"/>
                  </a:lnTo>
                  <a:lnTo>
                    <a:pt x="14629" y="3358"/>
                  </a:lnTo>
                  <a:lnTo>
                    <a:pt x="14781" y="2965"/>
                  </a:lnTo>
                  <a:lnTo>
                    <a:pt x="14912" y="2595"/>
                  </a:lnTo>
                  <a:lnTo>
                    <a:pt x="14999" y="2268"/>
                  </a:lnTo>
                  <a:lnTo>
                    <a:pt x="15065" y="1941"/>
                  </a:lnTo>
                  <a:lnTo>
                    <a:pt x="15108" y="1636"/>
                  </a:lnTo>
                  <a:lnTo>
                    <a:pt x="15108" y="1374"/>
                  </a:lnTo>
                  <a:lnTo>
                    <a:pt x="15108" y="1134"/>
                  </a:lnTo>
                  <a:lnTo>
                    <a:pt x="15108" y="916"/>
                  </a:lnTo>
                  <a:lnTo>
                    <a:pt x="15043" y="546"/>
                  </a:lnTo>
                  <a:lnTo>
                    <a:pt x="14978" y="284"/>
                  </a:lnTo>
                  <a:lnTo>
                    <a:pt x="14956" y="219"/>
                  </a:lnTo>
                  <a:lnTo>
                    <a:pt x="14890" y="153"/>
                  </a:lnTo>
                  <a:lnTo>
                    <a:pt x="14847" y="110"/>
                  </a:lnTo>
                  <a:lnTo>
                    <a:pt x="14760" y="66"/>
                  </a:lnTo>
                  <a:lnTo>
                    <a:pt x="14585" y="22"/>
                  </a:lnTo>
                  <a:lnTo>
                    <a:pt x="1449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3" name="Google Shape;11283;p80"/>
            <p:cNvSpPr/>
            <p:nvPr/>
          </p:nvSpPr>
          <p:spPr>
            <a:xfrm>
              <a:off x="1361900" y="3683400"/>
              <a:ext cx="357025" cy="229475"/>
            </a:xfrm>
            <a:custGeom>
              <a:rect b="b" l="l" r="r" t="t"/>
              <a:pathLst>
                <a:path extrusionOk="0" h="9179" w="14281">
                  <a:moveTo>
                    <a:pt x="11882" y="0"/>
                  </a:moveTo>
                  <a:lnTo>
                    <a:pt x="11555" y="66"/>
                  </a:lnTo>
                  <a:lnTo>
                    <a:pt x="11272" y="175"/>
                  </a:lnTo>
                  <a:lnTo>
                    <a:pt x="10988" y="327"/>
                  </a:lnTo>
                  <a:lnTo>
                    <a:pt x="10857" y="414"/>
                  </a:lnTo>
                  <a:lnTo>
                    <a:pt x="10727" y="523"/>
                  </a:lnTo>
                  <a:lnTo>
                    <a:pt x="10618" y="654"/>
                  </a:lnTo>
                  <a:lnTo>
                    <a:pt x="10509" y="785"/>
                  </a:lnTo>
                  <a:lnTo>
                    <a:pt x="10400" y="916"/>
                  </a:lnTo>
                  <a:lnTo>
                    <a:pt x="10312" y="1069"/>
                  </a:lnTo>
                  <a:lnTo>
                    <a:pt x="9964" y="1701"/>
                  </a:lnTo>
                  <a:lnTo>
                    <a:pt x="9593" y="2377"/>
                  </a:lnTo>
                  <a:lnTo>
                    <a:pt x="9179" y="3052"/>
                  </a:lnTo>
                  <a:lnTo>
                    <a:pt x="8721" y="3728"/>
                  </a:lnTo>
                  <a:lnTo>
                    <a:pt x="8241" y="4382"/>
                  </a:lnTo>
                  <a:lnTo>
                    <a:pt x="7762" y="4971"/>
                  </a:lnTo>
                  <a:lnTo>
                    <a:pt x="7500" y="5254"/>
                  </a:lnTo>
                  <a:lnTo>
                    <a:pt x="7239" y="5538"/>
                  </a:lnTo>
                  <a:lnTo>
                    <a:pt x="6977" y="5777"/>
                  </a:lnTo>
                  <a:lnTo>
                    <a:pt x="6715" y="5995"/>
                  </a:lnTo>
                  <a:lnTo>
                    <a:pt x="6301" y="6301"/>
                  </a:lnTo>
                  <a:lnTo>
                    <a:pt x="5887" y="6562"/>
                  </a:lnTo>
                  <a:lnTo>
                    <a:pt x="5451" y="6780"/>
                  </a:lnTo>
                  <a:lnTo>
                    <a:pt x="5015" y="6955"/>
                  </a:lnTo>
                  <a:lnTo>
                    <a:pt x="4557" y="7107"/>
                  </a:lnTo>
                  <a:lnTo>
                    <a:pt x="4121" y="7216"/>
                  </a:lnTo>
                  <a:lnTo>
                    <a:pt x="3707" y="7304"/>
                  </a:lnTo>
                  <a:lnTo>
                    <a:pt x="3271" y="7347"/>
                  </a:lnTo>
                  <a:lnTo>
                    <a:pt x="2857" y="7369"/>
                  </a:lnTo>
                  <a:lnTo>
                    <a:pt x="2442" y="7369"/>
                  </a:lnTo>
                  <a:lnTo>
                    <a:pt x="2050" y="7347"/>
                  </a:lnTo>
                  <a:lnTo>
                    <a:pt x="1679" y="7325"/>
                  </a:lnTo>
                  <a:lnTo>
                    <a:pt x="1309" y="7282"/>
                  </a:lnTo>
                  <a:lnTo>
                    <a:pt x="982" y="7216"/>
                  </a:lnTo>
                  <a:lnTo>
                    <a:pt x="371" y="7086"/>
                  </a:lnTo>
                  <a:lnTo>
                    <a:pt x="306" y="7064"/>
                  </a:lnTo>
                  <a:lnTo>
                    <a:pt x="240" y="7064"/>
                  </a:lnTo>
                  <a:lnTo>
                    <a:pt x="175" y="7086"/>
                  </a:lnTo>
                  <a:lnTo>
                    <a:pt x="131" y="7107"/>
                  </a:lnTo>
                  <a:lnTo>
                    <a:pt x="44" y="7195"/>
                  </a:lnTo>
                  <a:lnTo>
                    <a:pt x="1" y="7304"/>
                  </a:lnTo>
                  <a:lnTo>
                    <a:pt x="1" y="7369"/>
                  </a:lnTo>
                  <a:lnTo>
                    <a:pt x="22" y="7434"/>
                  </a:lnTo>
                  <a:lnTo>
                    <a:pt x="44" y="7478"/>
                  </a:lnTo>
                  <a:lnTo>
                    <a:pt x="88" y="7543"/>
                  </a:lnTo>
                  <a:lnTo>
                    <a:pt x="349" y="7827"/>
                  </a:lnTo>
                  <a:lnTo>
                    <a:pt x="524" y="7979"/>
                  </a:lnTo>
                  <a:lnTo>
                    <a:pt x="720" y="8132"/>
                  </a:lnTo>
                  <a:lnTo>
                    <a:pt x="916" y="8263"/>
                  </a:lnTo>
                  <a:lnTo>
                    <a:pt x="1156" y="8415"/>
                  </a:lnTo>
                  <a:lnTo>
                    <a:pt x="1396" y="8546"/>
                  </a:lnTo>
                  <a:lnTo>
                    <a:pt x="1679" y="8677"/>
                  </a:lnTo>
                  <a:lnTo>
                    <a:pt x="1963" y="8808"/>
                  </a:lnTo>
                  <a:lnTo>
                    <a:pt x="2290" y="8917"/>
                  </a:lnTo>
                  <a:lnTo>
                    <a:pt x="2639" y="9004"/>
                  </a:lnTo>
                  <a:lnTo>
                    <a:pt x="3009" y="9069"/>
                  </a:lnTo>
                  <a:lnTo>
                    <a:pt x="3423" y="9135"/>
                  </a:lnTo>
                  <a:lnTo>
                    <a:pt x="3838" y="9178"/>
                  </a:lnTo>
                  <a:lnTo>
                    <a:pt x="4295" y="9178"/>
                  </a:lnTo>
                  <a:lnTo>
                    <a:pt x="4797" y="9157"/>
                  </a:lnTo>
                  <a:lnTo>
                    <a:pt x="5167" y="9135"/>
                  </a:lnTo>
                  <a:lnTo>
                    <a:pt x="5582" y="9069"/>
                  </a:lnTo>
                  <a:lnTo>
                    <a:pt x="5996" y="8982"/>
                  </a:lnTo>
                  <a:lnTo>
                    <a:pt x="6410" y="8851"/>
                  </a:lnTo>
                  <a:lnTo>
                    <a:pt x="6824" y="8721"/>
                  </a:lnTo>
                  <a:lnTo>
                    <a:pt x="7239" y="8546"/>
                  </a:lnTo>
                  <a:lnTo>
                    <a:pt x="7675" y="8350"/>
                  </a:lnTo>
                  <a:lnTo>
                    <a:pt x="8089" y="8154"/>
                  </a:lnTo>
                  <a:lnTo>
                    <a:pt x="8525" y="7936"/>
                  </a:lnTo>
                  <a:lnTo>
                    <a:pt x="8939" y="7674"/>
                  </a:lnTo>
                  <a:lnTo>
                    <a:pt x="9353" y="7434"/>
                  </a:lnTo>
                  <a:lnTo>
                    <a:pt x="9767" y="7151"/>
                  </a:lnTo>
                  <a:lnTo>
                    <a:pt x="10182" y="6868"/>
                  </a:lnTo>
                  <a:lnTo>
                    <a:pt x="10574" y="6584"/>
                  </a:lnTo>
                  <a:lnTo>
                    <a:pt x="10945" y="6279"/>
                  </a:lnTo>
                  <a:lnTo>
                    <a:pt x="11315" y="5974"/>
                  </a:lnTo>
                  <a:lnTo>
                    <a:pt x="11686" y="5668"/>
                  </a:lnTo>
                  <a:lnTo>
                    <a:pt x="12013" y="5341"/>
                  </a:lnTo>
                  <a:lnTo>
                    <a:pt x="12340" y="5036"/>
                  </a:lnTo>
                  <a:lnTo>
                    <a:pt x="12645" y="4709"/>
                  </a:lnTo>
                  <a:lnTo>
                    <a:pt x="12929" y="4404"/>
                  </a:lnTo>
                  <a:lnTo>
                    <a:pt x="13190" y="4077"/>
                  </a:lnTo>
                  <a:lnTo>
                    <a:pt x="13430" y="3772"/>
                  </a:lnTo>
                  <a:lnTo>
                    <a:pt x="13648" y="3467"/>
                  </a:lnTo>
                  <a:lnTo>
                    <a:pt x="13822" y="3161"/>
                  </a:lnTo>
                  <a:lnTo>
                    <a:pt x="13975" y="2878"/>
                  </a:lnTo>
                  <a:lnTo>
                    <a:pt x="14106" y="2616"/>
                  </a:lnTo>
                  <a:lnTo>
                    <a:pt x="14193" y="2355"/>
                  </a:lnTo>
                  <a:lnTo>
                    <a:pt x="14258" y="2093"/>
                  </a:lnTo>
                  <a:lnTo>
                    <a:pt x="14280" y="1853"/>
                  </a:lnTo>
                  <a:lnTo>
                    <a:pt x="14258" y="1657"/>
                  </a:lnTo>
                  <a:lnTo>
                    <a:pt x="14215" y="1439"/>
                  </a:lnTo>
                  <a:lnTo>
                    <a:pt x="14193" y="1396"/>
                  </a:lnTo>
                  <a:lnTo>
                    <a:pt x="14062" y="1112"/>
                  </a:lnTo>
                  <a:lnTo>
                    <a:pt x="13910" y="872"/>
                  </a:lnTo>
                  <a:lnTo>
                    <a:pt x="13713" y="654"/>
                  </a:lnTo>
                  <a:lnTo>
                    <a:pt x="13495" y="458"/>
                  </a:lnTo>
                  <a:lnTo>
                    <a:pt x="13277" y="305"/>
                  </a:lnTo>
                  <a:lnTo>
                    <a:pt x="13038" y="175"/>
                  </a:lnTo>
                  <a:lnTo>
                    <a:pt x="12776" y="87"/>
                  </a:lnTo>
                  <a:lnTo>
                    <a:pt x="12514" y="22"/>
                  </a:lnTo>
                  <a:lnTo>
                    <a:pt x="1218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4" name="Google Shape;11284;p80"/>
            <p:cNvSpPr/>
            <p:nvPr/>
          </p:nvSpPr>
          <p:spPr>
            <a:xfrm>
              <a:off x="1361900" y="3683950"/>
              <a:ext cx="357025" cy="228925"/>
            </a:xfrm>
            <a:custGeom>
              <a:rect b="b" l="l" r="r" t="t"/>
              <a:pathLst>
                <a:path extrusionOk="0" h="9157" w="14281">
                  <a:moveTo>
                    <a:pt x="12514" y="0"/>
                  </a:moveTo>
                  <a:lnTo>
                    <a:pt x="12362" y="87"/>
                  </a:lnTo>
                  <a:lnTo>
                    <a:pt x="12231" y="196"/>
                  </a:lnTo>
                  <a:lnTo>
                    <a:pt x="12100" y="349"/>
                  </a:lnTo>
                  <a:lnTo>
                    <a:pt x="11969" y="523"/>
                  </a:lnTo>
                  <a:lnTo>
                    <a:pt x="11926" y="632"/>
                  </a:lnTo>
                  <a:lnTo>
                    <a:pt x="11904" y="719"/>
                  </a:lnTo>
                  <a:lnTo>
                    <a:pt x="11882" y="828"/>
                  </a:lnTo>
                  <a:lnTo>
                    <a:pt x="11904" y="937"/>
                  </a:lnTo>
                  <a:lnTo>
                    <a:pt x="11926" y="1068"/>
                  </a:lnTo>
                  <a:lnTo>
                    <a:pt x="11991" y="1177"/>
                  </a:lnTo>
                  <a:lnTo>
                    <a:pt x="12078" y="1286"/>
                  </a:lnTo>
                  <a:lnTo>
                    <a:pt x="12166" y="1395"/>
                  </a:lnTo>
                  <a:lnTo>
                    <a:pt x="12253" y="1461"/>
                  </a:lnTo>
                  <a:lnTo>
                    <a:pt x="12362" y="1504"/>
                  </a:lnTo>
                  <a:lnTo>
                    <a:pt x="12558" y="1592"/>
                  </a:lnTo>
                  <a:lnTo>
                    <a:pt x="12776" y="1657"/>
                  </a:lnTo>
                  <a:lnTo>
                    <a:pt x="12972" y="1701"/>
                  </a:lnTo>
                  <a:lnTo>
                    <a:pt x="13059" y="1744"/>
                  </a:lnTo>
                  <a:lnTo>
                    <a:pt x="13147" y="1788"/>
                  </a:lnTo>
                  <a:lnTo>
                    <a:pt x="13212" y="1853"/>
                  </a:lnTo>
                  <a:lnTo>
                    <a:pt x="13256" y="1919"/>
                  </a:lnTo>
                  <a:lnTo>
                    <a:pt x="13299" y="2028"/>
                  </a:lnTo>
                  <a:lnTo>
                    <a:pt x="13299" y="2137"/>
                  </a:lnTo>
                  <a:lnTo>
                    <a:pt x="13299" y="2202"/>
                  </a:lnTo>
                  <a:lnTo>
                    <a:pt x="13277" y="2311"/>
                  </a:lnTo>
                  <a:lnTo>
                    <a:pt x="13190" y="2551"/>
                  </a:lnTo>
                  <a:lnTo>
                    <a:pt x="13038" y="2878"/>
                  </a:lnTo>
                  <a:lnTo>
                    <a:pt x="12798" y="3248"/>
                  </a:lnTo>
                  <a:lnTo>
                    <a:pt x="12514" y="3663"/>
                  </a:lnTo>
                  <a:lnTo>
                    <a:pt x="12144" y="4120"/>
                  </a:lnTo>
                  <a:lnTo>
                    <a:pt x="11729" y="4622"/>
                  </a:lnTo>
                  <a:lnTo>
                    <a:pt x="11250" y="5101"/>
                  </a:lnTo>
                  <a:lnTo>
                    <a:pt x="10705" y="5603"/>
                  </a:lnTo>
                  <a:lnTo>
                    <a:pt x="10116" y="6104"/>
                  </a:lnTo>
                  <a:lnTo>
                    <a:pt x="9811" y="6344"/>
                  </a:lnTo>
                  <a:lnTo>
                    <a:pt x="9462" y="6584"/>
                  </a:lnTo>
                  <a:lnTo>
                    <a:pt x="9113" y="6802"/>
                  </a:lnTo>
                  <a:lnTo>
                    <a:pt x="8765" y="7042"/>
                  </a:lnTo>
                  <a:lnTo>
                    <a:pt x="8394" y="7238"/>
                  </a:lnTo>
                  <a:lnTo>
                    <a:pt x="8002" y="7434"/>
                  </a:lnTo>
                  <a:lnTo>
                    <a:pt x="7609" y="7630"/>
                  </a:lnTo>
                  <a:lnTo>
                    <a:pt x="7195" y="7783"/>
                  </a:lnTo>
                  <a:lnTo>
                    <a:pt x="6781" y="7957"/>
                  </a:lnTo>
                  <a:lnTo>
                    <a:pt x="6345" y="8088"/>
                  </a:lnTo>
                  <a:lnTo>
                    <a:pt x="5887" y="8197"/>
                  </a:lnTo>
                  <a:lnTo>
                    <a:pt x="5429" y="8306"/>
                  </a:lnTo>
                  <a:lnTo>
                    <a:pt x="4622" y="8437"/>
                  </a:lnTo>
                  <a:lnTo>
                    <a:pt x="3903" y="8524"/>
                  </a:lnTo>
                  <a:lnTo>
                    <a:pt x="3249" y="8546"/>
                  </a:lnTo>
                  <a:lnTo>
                    <a:pt x="2682" y="8524"/>
                  </a:lnTo>
                  <a:lnTo>
                    <a:pt x="2181" y="8481"/>
                  </a:lnTo>
                  <a:lnTo>
                    <a:pt x="1745" y="8393"/>
                  </a:lnTo>
                  <a:lnTo>
                    <a:pt x="1352" y="8284"/>
                  </a:lnTo>
                  <a:lnTo>
                    <a:pt x="1047" y="8154"/>
                  </a:lnTo>
                  <a:lnTo>
                    <a:pt x="764" y="8023"/>
                  </a:lnTo>
                  <a:lnTo>
                    <a:pt x="546" y="7892"/>
                  </a:lnTo>
                  <a:lnTo>
                    <a:pt x="371" y="7739"/>
                  </a:lnTo>
                  <a:lnTo>
                    <a:pt x="240" y="7609"/>
                  </a:lnTo>
                  <a:lnTo>
                    <a:pt x="131" y="7500"/>
                  </a:lnTo>
                  <a:lnTo>
                    <a:pt x="66" y="7391"/>
                  </a:lnTo>
                  <a:lnTo>
                    <a:pt x="1" y="7282"/>
                  </a:lnTo>
                  <a:lnTo>
                    <a:pt x="1" y="7347"/>
                  </a:lnTo>
                  <a:lnTo>
                    <a:pt x="22" y="7412"/>
                  </a:lnTo>
                  <a:lnTo>
                    <a:pt x="44" y="7456"/>
                  </a:lnTo>
                  <a:lnTo>
                    <a:pt x="88" y="7521"/>
                  </a:lnTo>
                  <a:lnTo>
                    <a:pt x="349" y="7805"/>
                  </a:lnTo>
                  <a:lnTo>
                    <a:pt x="524" y="7957"/>
                  </a:lnTo>
                  <a:lnTo>
                    <a:pt x="720" y="8110"/>
                  </a:lnTo>
                  <a:lnTo>
                    <a:pt x="916" y="8241"/>
                  </a:lnTo>
                  <a:lnTo>
                    <a:pt x="1156" y="8393"/>
                  </a:lnTo>
                  <a:lnTo>
                    <a:pt x="1396" y="8524"/>
                  </a:lnTo>
                  <a:lnTo>
                    <a:pt x="1679" y="8655"/>
                  </a:lnTo>
                  <a:lnTo>
                    <a:pt x="1963" y="8786"/>
                  </a:lnTo>
                  <a:lnTo>
                    <a:pt x="2290" y="8895"/>
                  </a:lnTo>
                  <a:lnTo>
                    <a:pt x="2639" y="8982"/>
                  </a:lnTo>
                  <a:lnTo>
                    <a:pt x="3009" y="9047"/>
                  </a:lnTo>
                  <a:lnTo>
                    <a:pt x="3423" y="9113"/>
                  </a:lnTo>
                  <a:lnTo>
                    <a:pt x="3838" y="9156"/>
                  </a:lnTo>
                  <a:lnTo>
                    <a:pt x="4295" y="9156"/>
                  </a:lnTo>
                  <a:lnTo>
                    <a:pt x="4797" y="9135"/>
                  </a:lnTo>
                  <a:lnTo>
                    <a:pt x="5167" y="9113"/>
                  </a:lnTo>
                  <a:lnTo>
                    <a:pt x="5582" y="9047"/>
                  </a:lnTo>
                  <a:lnTo>
                    <a:pt x="5996" y="8960"/>
                  </a:lnTo>
                  <a:lnTo>
                    <a:pt x="6410" y="8829"/>
                  </a:lnTo>
                  <a:lnTo>
                    <a:pt x="6824" y="8699"/>
                  </a:lnTo>
                  <a:lnTo>
                    <a:pt x="7239" y="8524"/>
                  </a:lnTo>
                  <a:lnTo>
                    <a:pt x="7675" y="8328"/>
                  </a:lnTo>
                  <a:lnTo>
                    <a:pt x="8089" y="8132"/>
                  </a:lnTo>
                  <a:lnTo>
                    <a:pt x="8525" y="7914"/>
                  </a:lnTo>
                  <a:lnTo>
                    <a:pt x="8939" y="7652"/>
                  </a:lnTo>
                  <a:lnTo>
                    <a:pt x="9353" y="7412"/>
                  </a:lnTo>
                  <a:lnTo>
                    <a:pt x="9767" y="7129"/>
                  </a:lnTo>
                  <a:lnTo>
                    <a:pt x="10182" y="6846"/>
                  </a:lnTo>
                  <a:lnTo>
                    <a:pt x="10574" y="6562"/>
                  </a:lnTo>
                  <a:lnTo>
                    <a:pt x="10945" y="6257"/>
                  </a:lnTo>
                  <a:lnTo>
                    <a:pt x="11315" y="5952"/>
                  </a:lnTo>
                  <a:lnTo>
                    <a:pt x="11686" y="5646"/>
                  </a:lnTo>
                  <a:lnTo>
                    <a:pt x="12013" y="5319"/>
                  </a:lnTo>
                  <a:lnTo>
                    <a:pt x="12340" y="5014"/>
                  </a:lnTo>
                  <a:lnTo>
                    <a:pt x="12645" y="4687"/>
                  </a:lnTo>
                  <a:lnTo>
                    <a:pt x="12929" y="4382"/>
                  </a:lnTo>
                  <a:lnTo>
                    <a:pt x="13190" y="4055"/>
                  </a:lnTo>
                  <a:lnTo>
                    <a:pt x="13430" y="3750"/>
                  </a:lnTo>
                  <a:lnTo>
                    <a:pt x="13648" y="3445"/>
                  </a:lnTo>
                  <a:lnTo>
                    <a:pt x="13822" y="3139"/>
                  </a:lnTo>
                  <a:lnTo>
                    <a:pt x="13975" y="2856"/>
                  </a:lnTo>
                  <a:lnTo>
                    <a:pt x="14106" y="2594"/>
                  </a:lnTo>
                  <a:lnTo>
                    <a:pt x="14193" y="2333"/>
                  </a:lnTo>
                  <a:lnTo>
                    <a:pt x="14258" y="2071"/>
                  </a:lnTo>
                  <a:lnTo>
                    <a:pt x="14280" y="1831"/>
                  </a:lnTo>
                  <a:lnTo>
                    <a:pt x="14258" y="1635"/>
                  </a:lnTo>
                  <a:lnTo>
                    <a:pt x="14215" y="1417"/>
                  </a:lnTo>
                  <a:lnTo>
                    <a:pt x="14193" y="1374"/>
                  </a:lnTo>
                  <a:lnTo>
                    <a:pt x="14062" y="1090"/>
                  </a:lnTo>
                  <a:lnTo>
                    <a:pt x="13910" y="850"/>
                  </a:lnTo>
                  <a:lnTo>
                    <a:pt x="13713" y="632"/>
                  </a:lnTo>
                  <a:lnTo>
                    <a:pt x="13495" y="436"/>
                  </a:lnTo>
                  <a:lnTo>
                    <a:pt x="13277" y="283"/>
                  </a:lnTo>
                  <a:lnTo>
                    <a:pt x="13038" y="153"/>
                  </a:lnTo>
                  <a:lnTo>
                    <a:pt x="12776" y="65"/>
                  </a:lnTo>
                  <a:lnTo>
                    <a:pt x="1251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5" name="Google Shape;11285;p80"/>
            <p:cNvSpPr/>
            <p:nvPr/>
          </p:nvSpPr>
          <p:spPr>
            <a:xfrm>
              <a:off x="1675825" y="3568950"/>
              <a:ext cx="64350" cy="146075"/>
            </a:xfrm>
            <a:custGeom>
              <a:rect b="b" l="l" r="r" t="t"/>
              <a:pathLst>
                <a:path extrusionOk="0" h="5843" w="2574">
                  <a:moveTo>
                    <a:pt x="1854" y="0"/>
                  </a:moveTo>
                  <a:lnTo>
                    <a:pt x="1789" y="44"/>
                  </a:lnTo>
                  <a:lnTo>
                    <a:pt x="1723" y="87"/>
                  </a:lnTo>
                  <a:lnTo>
                    <a:pt x="1658" y="153"/>
                  </a:lnTo>
                  <a:lnTo>
                    <a:pt x="1614" y="218"/>
                  </a:lnTo>
                  <a:lnTo>
                    <a:pt x="1614" y="305"/>
                  </a:lnTo>
                  <a:lnTo>
                    <a:pt x="1636" y="392"/>
                  </a:lnTo>
                  <a:lnTo>
                    <a:pt x="1701" y="785"/>
                  </a:lnTo>
                  <a:lnTo>
                    <a:pt x="1745" y="1156"/>
                  </a:lnTo>
                  <a:lnTo>
                    <a:pt x="1745" y="1548"/>
                  </a:lnTo>
                  <a:lnTo>
                    <a:pt x="1723" y="1919"/>
                  </a:lnTo>
                  <a:lnTo>
                    <a:pt x="1636" y="2289"/>
                  </a:lnTo>
                  <a:lnTo>
                    <a:pt x="1549" y="2660"/>
                  </a:lnTo>
                  <a:lnTo>
                    <a:pt x="1440" y="3009"/>
                  </a:lnTo>
                  <a:lnTo>
                    <a:pt x="1287" y="3336"/>
                  </a:lnTo>
                  <a:lnTo>
                    <a:pt x="1135" y="3663"/>
                  </a:lnTo>
                  <a:lnTo>
                    <a:pt x="982" y="3968"/>
                  </a:lnTo>
                  <a:lnTo>
                    <a:pt x="655" y="4513"/>
                  </a:lnTo>
                  <a:lnTo>
                    <a:pt x="350" y="4971"/>
                  </a:lnTo>
                  <a:lnTo>
                    <a:pt x="88" y="5298"/>
                  </a:lnTo>
                  <a:lnTo>
                    <a:pt x="23" y="5385"/>
                  </a:lnTo>
                  <a:lnTo>
                    <a:pt x="1" y="5494"/>
                  </a:lnTo>
                  <a:lnTo>
                    <a:pt x="23" y="5603"/>
                  </a:lnTo>
                  <a:lnTo>
                    <a:pt x="66" y="5690"/>
                  </a:lnTo>
                  <a:lnTo>
                    <a:pt x="132" y="5756"/>
                  </a:lnTo>
                  <a:lnTo>
                    <a:pt x="219" y="5821"/>
                  </a:lnTo>
                  <a:lnTo>
                    <a:pt x="328" y="5843"/>
                  </a:lnTo>
                  <a:lnTo>
                    <a:pt x="437" y="5821"/>
                  </a:lnTo>
                  <a:lnTo>
                    <a:pt x="459" y="5821"/>
                  </a:lnTo>
                  <a:lnTo>
                    <a:pt x="524" y="5777"/>
                  </a:lnTo>
                  <a:lnTo>
                    <a:pt x="590" y="5712"/>
                  </a:lnTo>
                  <a:lnTo>
                    <a:pt x="1004" y="5189"/>
                  </a:lnTo>
                  <a:lnTo>
                    <a:pt x="1374" y="4687"/>
                  </a:lnTo>
                  <a:lnTo>
                    <a:pt x="1680" y="4186"/>
                  </a:lnTo>
                  <a:lnTo>
                    <a:pt x="1919" y="3728"/>
                  </a:lnTo>
                  <a:lnTo>
                    <a:pt x="2116" y="3292"/>
                  </a:lnTo>
                  <a:lnTo>
                    <a:pt x="2268" y="2878"/>
                  </a:lnTo>
                  <a:lnTo>
                    <a:pt x="2399" y="2485"/>
                  </a:lnTo>
                  <a:lnTo>
                    <a:pt x="2486" y="2137"/>
                  </a:lnTo>
                  <a:lnTo>
                    <a:pt x="2530" y="1810"/>
                  </a:lnTo>
                  <a:lnTo>
                    <a:pt x="2552" y="1504"/>
                  </a:lnTo>
                  <a:lnTo>
                    <a:pt x="2573" y="1221"/>
                  </a:lnTo>
                  <a:lnTo>
                    <a:pt x="2552" y="981"/>
                  </a:lnTo>
                  <a:lnTo>
                    <a:pt x="2530" y="763"/>
                  </a:lnTo>
                  <a:lnTo>
                    <a:pt x="2508" y="567"/>
                  </a:lnTo>
                  <a:lnTo>
                    <a:pt x="2421" y="283"/>
                  </a:lnTo>
                  <a:lnTo>
                    <a:pt x="2399" y="218"/>
                  </a:lnTo>
                  <a:lnTo>
                    <a:pt x="2355" y="153"/>
                  </a:lnTo>
                  <a:lnTo>
                    <a:pt x="2290" y="109"/>
                  </a:lnTo>
                  <a:lnTo>
                    <a:pt x="2225" y="87"/>
                  </a:lnTo>
                  <a:lnTo>
                    <a:pt x="2050" y="22"/>
                  </a:lnTo>
                  <a:lnTo>
                    <a:pt x="1941"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6" name="Google Shape;11286;p80"/>
          <p:cNvGrpSpPr/>
          <p:nvPr/>
        </p:nvGrpSpPr>
        <p:grpSpPr>
          <a:xfrm>
            <a:off x="2986930" y="2349154"/>
            <a:ext cx="1618750" cy="1705400"/>
            <a:chOff x="2927900" y="2742963"/>
            <a:chExt cx="1618750" cy="1705400"/>
          </a:xfrm>
        </p:grpSpPr>
        <p:sp>
          <p:nvSpPr>
            <p:cNvPr id="11287" name="Google Shape;11287;p80"/>
            <p:cNvSpPr/>
            <p:nvPr/>
          </p:nvSpPr>
          <p:spPr>
            <a:xfrm>
              <a:off x="2927900" y="2829063"/>
              <a:ext cx="1618750" cy="1619300"/>
            </a:xfrm>
            <a:custGeom>
              <a:rect b="b" l="l" r="r" t="t"/>
              <a:pathLst>
                <a:path extrusionOk="0" h="64772" w="64750">
                  <a:moveTo>
                    <a:pt x="31547" y="1"/>
                  </a:moveTo>
                  <a:lnTo>
                    <a:pt x="30696" y="44"/>
                  </a:lnTo>
                  <a:lnTo>
                    <a:pt x="29890" y="88"/>
                  </a:lnTo>
                  <a:lnTo>
                    <a:pt x="29061" y="175"/>
                  </a:lnTo>
                  <a:lnTo>
                    <a:pt x="28255" y="262"/>
                  </a:lnTo>
                  <a:lnTo>
                    <a:pt x="27448" y="371"/>
                  </a:lnTo>
                  <a:lnTo>
                    <a:pt x="26641" y="502"/>
                  </a:lnTo>
                  <a:lnTo>
                    <a:pt x="25857" y="655"/>
                  </a:lnTo>
                  <a:lnTo>
                    <a:pt x="25050" y="829"/>
                  </a:lnTo>
                  <a:lnTo>
                    <a:pt x="24287" y="1025"/>
                  </a:lnTo>
                  <a:lnTo>
                    <a:pt x="23502" y="1222"/>
                  </a:lnTo>
                  <a:lnTo>
                    <a:pt x="22739" y="1461"/>
                  </a:lnTo>
                  <a:lnTo>
                    <a:pt x="21976" y="1701"/>
                  </a:lnTo>
                  <a:lnTo>
                    <a:pt x="21235" y="1963"/>
                  </a:lnTo>
                  <a:lnTo>
                    <a:pt x="20494" y="2246"/>
                  </a:lnTo>
                  <a:lnTo>
                    <a:pt x="19774" y="2551"/>
                  </a:lnTo>
                  <a:lnTo>
                    <a:pt x="19055" y="2857"/>
                  </a:lnTo>
                  <a:lnTo>
                    <a:pt x="18335" y="3184"/>
                  </a:lnTo>
                  <a:lnTo>
                    <a:pt x="17638" y="3532"/>
                  </a:lnTo>
                  <a:lnTo>
                    <a:pt x="16940" y="3903"/>
                  </a:lnTo>
                  <a:lnTo>
                    <a:pt x="16264" y="4296"/>
                  </a:lnTo>
                  <a:lnTo>
                    <a:pt x="15588" y="4688"/>
                  </a:lnTo>
                  <a:lnTo>
                    <a:pt x="14913" y="5102"/>
                  </a:lnTo>
                  <a:lnTo>
                    <a:pt x="14259" y="5538"/>
                  </a:lnTo>
                  <a:lnTo>
                    <a:pt x="13626" y="5974"/>
                  </a:lnTo>
                  <a:lnTo>
                    <a:pt x="12994" y="6432"/>
                  </a:lnTo>
                  <a:lnTo>
                    <a:pt x="12384" y="6912"/>
                  </a:lnTo>
                  <a:lnTo>
                    <a:pt x="11773" y="7391"/>
                  </a:lnTo>
                  <a:lnTo>
                    <a:pt x="11185" y="7893"/>
                  </a:lnTo>
                  <a:lnTo>
                    <a:pt x="10596" y="8416"/>
                  </a:lnTo>
                  <a:lnTo>
                    <a:pt x="10029" y="8939"/>
                  </a:lnTo>
                  <a:lnTo>
                    <a:pt x="9484" y="9484"/>
                  </a:lnTo>
                  <a:lnTo>
                    <a:pt x="8939" y="10029"/>
                  </a:lnTo>
                  <a:lnTo>
                    <a:pt x="8394" y="10618"/>
                  </a:lnTo>
                  <a:lnTo>
                    <a:pt x="7893" y="11185"/>
                  </a:lnTo>
                  <a:lnTo>
                    <a:pt x="7391" y="11773"/>
                  </a:lnTo>
                  <a:lnTo>
                    <a:pt x="6890" y="12384"/>
                  </a:lnTo>
                  <a:lnTo>
                    <a:pt x="6432" y="13016"/>
                  </a:lnTo>
                  <a:lnTo>
                    <a:pt x="5974" y="13626"/>
                  </a:lnTo>
                  <a:lnTo>
                    <a:pt x="5516" y="14280"/>
                  </a:lnTo>
                  <a:lnTo>
                    <a:pt x="5102" y="14934"/>
                  </a:lnTo>
                  <a:lnTo>
                    <a:pt x="4688" y="15588"/>
                  </a:lnTo>
                  <a:lnTo>
                    <a:pt x="4274" y="16264"/>
                  </a:lnTo>
                  <a:lnTo>
                    <a:pt x="3903" y="16940"/>
                  </a:lnTo>
                  <a:lnTo>
                    <a:pt x="3533" y="17638"/>
                  </a:lnTo>
                  <a:lnTo>
                    <a:pt x="3184" y="18335"/>
                  </a:lnTo>
                  <a:lnTo>
                    <a:pt x="2857" y="19055"/>
                  </a:lnTo>
                  <a:lnTo>
                    <a:pt x="2530" y="19774"/>
                  </a:lnTo>
                  <a:lnTo>
                    <a:pt x="2246" y="20515"/>
                  </a:lnTo>
                  <a:lnTo>
                    <a:pt x="1963" y="21257"/>
                  </a:lnTo>
                  <a:lnTo>
                    <a:pt x="1701" y="21998"/>
                  </a:lnTo>
                  <a:lnTo>
                    <a:pt x="1440" y="22761"/>
                  </a:lnTo>
                  <a:lnTo>
                    <a:pt x="1222" y="23524"/>
                  </a:lnTo>
                  <a:lnTo>
                    <a:pt x="1004" y="24287"/>
                  </a:lnTo>
                  <a:lnTo>
                    <a:pt x="829" y="25072"/>
                  </a:lnTo>
                  <a:lnTo>
                    <a:pt x="655" y="25857"/>
                  </a:lnTo>
                  <a:lnTo>
                    <a:pt x="502" y="26641"/>
                  </a:lnTo>
                  <a:lnTo>
                    <a:pt x="371" y="27448"/>
                  </a:lnTo>
                  <a:lnTo>
                    <a:pt x="241" y="28255"/>
                  </a:lnTo>
                  <a:lnTo>
                    <a:pt x="153" y="29061"/>
                  </a:lnTo>
                  <a:lnTo>
                    <a:pt x="88" y="29890"/>
                  </a:lnTo>
                  <a:lnTo>
                    <a:pt x="23" y="30718"/>
                  </a:lnTo>
                  <a:lnTo>
                    <a:pt x="1" y="31547"/>
                  </a:lnTo>
                  <a:lnTo>
                    <a:pt x="1" y="32375"/>
                  </a:lnTo>
                  <a:lnTo>
                    <a:pt x="1" y="33225"/>
                  </a:lnTo>
                  <a:lnTo>
                    <a:pt x="23" y="34054"/>
                  </a:lnTo>
                  <a:lnTo>
                    <a:pt x="88" y="34882"/>
                  </a:lnTo>
                  <a:lnTo>
                    <a:pt x="153" y="35689"/>
                  </a:lnTo>
                  <a:lnTo>
                    <a:pt x="241" y="36495"/>
                  </a:lnTo>
                  <a:lnTo>
                    <a:pt x="371" y="37302"/>
                  </a:lnTo>
                  <a:lnTo>
                    <a:pt x="502" y="38109"/>
                  </a:lnTo>
                  <a:lnTo>
                    <a:pt x="655" y="38915"/>
                  </a:lnTo>
                  <a:lnTo>
                    <a:pt x="829" y="39700"/>
                  </a:lnTo>
                  <a:lnTo>
                    <a:pt x="1004" y="40463"/>
                  </a:lnTo>
                  <a:lnTo>
                    <a:pt x="1222" y="41248"/>
                  </a:lnTo>
                  <a:lnTo>
                    <a:pt x="1440" y="42011"/>
                  </a:lnTo>
                  <a:lnTo>
                    <a:pt x="1701" y="42774"/>
                  </a:lnTo>
                  <a:lnTo>
                    <a:pt x="1963" y="43515"/>
                  </a:lnTo>
                  <a:lnTo>
                    <a:pt x="2246" y="44257"/>
                  </a:lnTo>
                  <a:lnTo>
                    <a:pt x="2530" y="44976"/>
                  </a:lnTo>
                  <a:lnTo>
                    <a:pt x="2857" y="45717"/>
                  </a:lnTo>
                  <a:lnTo>
                    <a:pt x="3184" y="46415"/>
                  </a:lnTo>
                  <a:lnTo>
                    <a:pt x="3533" y="47112"/>
                  </a:lnTo>
                  <a:lnTo>
                    <a:pt x="3903" y="47810"/>
                  </a:lnTo>
                  <a:lnTo>
                    <a:pt x="4274" y="48508"/>
                  </a:lnTo>
                  <a:lnTo>
                    <a:pt x="4688" y="49162"/>
                  </a:lnTo>
                  <a:lnTo>
                    <a:pt x="5102" y="49838"/>
                  </a:lnTo>
                  <a:lnTo>
                    <a:pt x="5516" y="50492"/>
                  </a:lnTo>
                  <a:lnTo>
                    <a:pt x="5974" y="51124"/>
                  </a:lnTo>
                  <a:lnTo>
                    <a:pt x="6432" y="51756"/>
                  </a:lnTo>
                  <a:lnTo>
                    <a:pt x="6890" y="52366"/>
                  </a:lnTo>
                  <a:lnTo>
                    <a:pt x="7391" y="52977"/>
                  </a:lnTo>
                  <a:lnTo>
                    <a:pt x="7893" y="53566"/>
                  </a:lnTo>
                  <a:lnTo>
                    <a:pt x="8394" y="54154"/>
                  </a:lnTo>
                  <a:lnTo>
                    <a:pt x="8939" y="54721"/>
                  </a:lnTo>
                  <a:lnTo>
                    <a:pt x="9484" y="55288"/>
                  </a:lnTo>
                  <a:lnTo>
                    <a:pt x="10029" y="55811"/>
                  </a:lnTo>
                  <a:lnTo>
                    <a:pt x="10596" y="56356"/>
                  </a:lnTo>
                  <a:lnTo>
                    <a:pt x="11185" y="56857"/>
                  </a:lnTo>
                  <a:lnTo>
                    <a:pt x="11773" y="57359"/>
                  </a:lnTo>
                  <a:lnTo>
                    <a:pt x="12384" y="57860"/>
                  </a:lnTo>
                  <a:lnTo>
                    <a:pt x="12994" y="58340"/>
                  </a:lnTo>
                  <a:lnTo>
                    <a:pt x="13626" y="58798"/>
                  </a:lnTo>
                  <a:lnTo>
                    <a:pt x="14259" y="59234"/>
                  </a:lnTo>
                  <a:lnTo>
                    <a:pt x="14913" y="59670"/>
                  </a:lnTo>
                  <a:lnTo>
                    <a:pt x="15588" y="60084"/>
                  </a:lnTo>
                  <a:lnTo>
                    <a:pt x="16264" y="60476"/>
                  </a:lnTo>
                  <a:lnTo>
                    <a:pt x="16940" y="60847"/>
                  </a:lnTo>
                  <a:lnTo>
                    <a:pt x="17638" y="61218"/>
                  </a:lnTo>
                  <a:lnTo>
                    <a:pt x="18335" y="61566"/>
                  </a:lnTo>
                  <a:lnTo>
                    <a:pt x="19055" y="61893"/>
                  </a:lnTo>
                  <a:lnTo>
                    <a:pt x="19774" y="62220"/>
                  </a:lnTo>
                  <a:lnTo>
                    <a:pt x="20494" y="62526"/>
                  </a:lnTo>
                  <a:lnTo>
                    <a:pt x="21235" y="62809"/>
                  </a:lnTo>
                  <a:lnTo>
                    <a:pt x="21976" y="63071"/>
                  </a:lnTo>
                  <a:lnTo>
                    <a:pt x="22739" y="63310"/>
                  </a:lnTo>
                  <a:lnTo>
                    <a:pt x="23502" y="63529"/>
                  </a:lnTo>
                  <a:lnTo>
                    <a:pt x="24287" y="63747"/>
                  </a:lnTo>
                  <a:lnTo>
                    <a:pt x="25050" y="63943"/>
                  </a:lnTo>
                  <a:lnTo>
                    <a:pt x="25857" y="64095"/>
                  </a:lnTo>
                  <a:lnTo>
                    <a:pt x="26641" y="64248"/>
                  </a:lnTo>
                  <a:lnTo>
                    <a:pt x="27448" y="64401"/>
                  </a:lnTo>
                  <a:lnTo>
                    <a:pt x="28255" y="64510"/>
                  </a:lnTo>
                  <a:lnTo>
                    <a:pt x="29061" y="64597"/>
                  </a:lnTo>
                  <a:lnTo>
                    <a:pt x="29890" y="64662"/>
                  </a:lnTo>
                  <a:lnTo>
                    <a:pt x="30696" y="64728"/>
                  </a:lnTo>
                  <a:lnTo>
                    <a:pt x="31547" y="64749"/>
                  </a:lnTo>
                  <a:lnTo>
                    <a:pt x="32375" y="64771"/>
                  </a:lnTo>
                  <a:lnTo>
                    <a:pt x="33203" y="64749"/>
                  </a:lnTo>
                  <a:lnTo>
                    <a:pt x="34032" y="64728"/>
                  </a:lnTo>
                  <a:lnTo>
                    <a:pt x="34860" y="64662"/>
                  </a:lnTo>
                  <a:lnTo>
                    <a:pt x="35689" y="64597"/>
                  </a:lnTo>
                  <a:lnTo>
                    <a:pt x="36495" y="64510"/>
                  </a:lnTo>
                  <a:lnTo>
                    <a:pt x="37302" y="64401"/>
                  </a:lnTo>
                  <a:lnTo>
                    <a:pt x="38109" y="64248"/>
                  </a:lnTo>
                  <a:lnTo>
                    <a:pt x="38893" y="64095"/>
                  </a:lnTo>
                  <a:lnTo>
                    <a:pt x="39678" y="63943"/>
                  </a:lnTo>
                  <a:lnTo>
                    <a:pt x="40463" y="63747"/>
                  </a:lnTo>
                  <a:lnTo>
                    <a:pt x="41248" y="63529"/>
                  </a:lnTo>
                  <a:lnTo>
                    <a:pt x="42011" y="63310"/>
                  </a:lnTo>
                  <a:lnTo>
                    <a:pt x="42752" y="63071"/>
                  </a:lnTo>
                  <a:lnTo>
                    <a:pt x="43515" y="62809"/>
                  </a:lnTo>
                  <a:lnTo>
                    <a:pt x="44256" y="62526"/>
                  </a:lnTo>
                  <a:lnTo>
                    <a:pt x="44976" y="62220"/>
                  </a:lnTo>
                  <a:lnTo>
                    <a:pt x="45695" y="61893"/>
                  </a:lnTo>
                  <a:lnTo>
                    <a:pt x="46415" y="61566"/>
                  </a:lnTo>
                  <a:lnTo>
                    <a:pt x="47112" y="61218"/>
                  </a:lnTo>
                  <a:lnTo>
                    <a:pt x="47810" y="60847"/>
                  </a:lnTo>
                  <a:lnTo>
                    <a:pt x="48486" y="60476"/>
                  </a:lnTo>
                  <a:lnTo>
                    <a:pt x="49162" y="60084"/>
                  </a:lnTo>
                  <a:lnTo>
                    <a:pt x="49816" y="59670"/>
                  </a:lnTo>
                  <a:lnTo>
                    <a:pt x="50470" y="59234"/>
                  </a:lnTo>
                  <a:lnTo>
                    <a:pt x="51124" y="58798"/>
                  </a:lnTo>
                  <a:lnTo>
                    <a:pt x="51756" y="58340"/>
                  </a:lnTo>
                  <a:lnTo>
                    <a:pt x="52366" y="57860"/>
                  </a:lnTo>
                  <a:lnTo>
                    <a:pt x="52977" y="57359"/>
                  </a:lnTo>
                  <a:lnTo>
                    <a:pt x="53565" y="56857"/>
                  </a:lnTo>
                  <a:lnTo>
                    <a:pt x="54154" y="56356"/>
                  </a:lnTo>
                  <a:lnTo>
                    <a:pt x="54721" y="55811"/>
                  </a:lnTo>
                  <a:lnTo>
                    <a:pt x="55266" y="55288"/>
                  </a:lnTo>
                  <a:lnTo>
                    <a:pt x="55811" y="54721"/>
                  </a:lnTo>
                  <a:lnTo>
                    <a:pt x="56334" y="54154"/>
                  </a:lnTo>
                  <a:lnTo>
                    <a:pt x="56857" y="53566"/>
                  </a:lnTo>
                  <a:lnTo>
                    <a:pt x="57359" y="52977"/>
                  </a:lnTo>
                  <a:lnTo>
                    <a:pt x="57838" y="52366"/>
                  </a:lnTo>
                  <a:lnTo>
                    <a:pt x="58318" y="51756"/>
                  </a:lnTo>
                  <a:lnTo>
                    <a:pt x="58776" y="51124"/>
                  </a:lnTo>
                  <a:lnTo>
                    <a:pt x="59234" y="50492"/>
                  </a:lnTo>
                  <a:lnTo>
                    <a:pt x="59648" y="49838"/>
                  </a:lnTo>
                  <a:lnTo>
                    <a:pt x="60062" y="49162"/>
                  </a:lnTo>
                  <a:lnTo>
                    <a:pt x="60454" y="48508"/>
                  </a:lnTo>
                  <a:lnTo>
                    <a:pt x="60847" y="47810"/>
                  </a:lnTo>
                  <a:lnTo>
                    <a:pt x="61217" y="47112"/>
                  </a:lnTo>
                  <a:lnTo>
                    <a:pt x="61566" y="46415"/>
                  </a:lnTo>
                  <a:lnTo>
                    <a:pt x="61893" y="45717"/>
                  </a:lnTo>
                  <a:lnTo>
                    <a:pt x="62220" y="44976"/>
                  </a:lnTo>
                  <a:lnTo>
                    <a:pt x="62504" y="44257"/>
                  </a:lnTo>
                  <a:lnTo>
                    <a:pt x="62787" y="43515"/>
                  </a:lnTo>
                  <a:lnTo>
                    <a:pt x="63049" y="42774"/>
                  </a:lnTo>
                  <a:lnTo>
                    <a:pt x="63289" y="42011"/>
                  </a:lnTo>
                  <a:lnTo>
                    <a:pt x="63528" y="41248"/>
                  </a:lnTo>
                  <a:lnTo>
                    <a:pt x="63746" y="40463"/>
                  </a:lnTo>
                  <a:lnTo>
                    <a:pt x="63921" y="39700"/>
                  </a:lnTo>
                  <a:lnTo>
                    <a:pt x="64095" y="38915"/>
                  </a:lnTo>
                  <a:lnTo>
                    <a:pt x="64248" y="38109"/>
                  </a:lnTo>
                  <a:lnTo>
                    <a:pt x="64379" y="37302"/>
                  </a:lnTo>
                  <a:lnTo>
                    <a:pt x="64488" y="36495"/>
                  </a:lnTo>
                  <a:lnTo>
                    <a:pt x="64597" y="35689"/>
                  </a:lnTo>
                  <a:lnTo>
                    <a:pt x="64662" y="34882"/>
                  </a:lnTo>
                  <a:lnTo>
                    <a:pt x="64706" y="34054"/>
                  </a:lnTo>
                  <a:lnTo>
                    <a:pt x="64749" y="33225"/>
                  </a:lnTo>
                  <a:lnTo>
                    <a:pt x="64749" y="32375"/>
                  </a:lnTo>
                  <a:lnTo>
                    <a:pt x="64749" y="31547"/>
                  </a:lnTo>
                  <a:lnTo>
                    <a:pt x="64706" y="30718"/>
                  </a:lnTo>
                  <a:lnTo>
                    <a:pt x="64662" y="29890"/>
                  </a:lnTo>
                  <a:lnTo>
                    <a:pt x="64597" y="29061"/>
                  </a:lnTo>
                  <a:lnTo>
                    <a:pt x="64488" y="28255"/>
                  </a:lnTo>
                  <a:lnTo>
                    <a:pt x="64379" y="27448"/>
                  </a:lnTo>
                  <a:lnTo>
                    <a:pt x="64248" y="26641"/>
                  </a:lnTo>
                  <a:lnTo>
                    <a:pt x="64095" y="25857"/>
                  </a:lnTo>
                  <a:lnTo>
                    <a:pt x="63921" y="25072"/>
                  </a:lnTo>
                  <a:lnTo>
                    <a:pt x="63746" y="24287"/>
                  </a:lnTo>
                  <a:lnTo>
                    <a:pt x="63528" y="23524"/>
                  </a:lnTo>
                  <a:lnTo>
                    <a:pt x="63289" y="22761"/>
                  </a:lnTo>
                  <a:lnTo>
                    <a:pt x="63049" y="21998"/>
                  </a:lnTo>
                  <a:lnTo>
                    <a:pt x="62787" y="21257"/>
                  </a:lnTo>
                  <a:lnTo>
                    <a:pt x="62504" y="20515"/>
                  </a:lnTo>
                  <a:lnTo>
                    <a:pt x="62220" y="19774"/>
                  </a:lnTo>
                  <a:lnTo>
                    <a:pt x="61893" y="19055"/>
                  </a:lnTo>
                  <a:lnTo>
                    <a:pt x="61566" y="18335"/>
                  </a:lnTo>
                  <a:lnTo>
                    <a:pt x="61217" y="17638"/>
                  </a:lnTo>
                  <a:lnTo>
                    <a:pt x="60847" y="16940"/>
                  </a:lnTo>
                  <a:lnTo>
                    <a:pt x="60454" y="16264"/>
                  </a:lnTo>
                  <a:lnTo>
                    <a:pt x="60062" y="15588"/>
                  </a:lnTo>
                  <a:lnTo>
                    <a:pt x="59648" y="14934"/>
                  </a:lnTo>
                  <a:lnTo>
                    <a:pt x="59234" y="14280"/>
                  </a:lnTo>
                  <a:lnTo>
                    <a:pt x="58776" y="13626"/>
                  </a:lnTo>
                  <a:lnTo>
                    <a:pt x="58318" y="13016"/>
                  </a:lnTo>
                  <a:lnTo>
                    <a:pt x="57838" y="12384"/>
                  </a:lnTo>
                  <a:lnTo>
                    <a:pt x="57359" y="11773"/>
                  </a:lnTo>
                  <a:lnTo>
                    <a:pt x="56857" y="11185"/>
                  </a:lnTo>
                  <a:lnTo>
                    <a:pt x="56334" y="10618"/>
                  </a:lnTo>
                  <a:lnTo>
                    <a:pt x="55811" y="10029"/>
                  </a:lnTo>
                  <a:lnTo>
                    <a:pt x="55266" y="9484"/>
                  </a:lnTo>
                  <a:lnTo>
                    <a:pt x="54721" y="8939"/>
                  </a:lnTo>
                  <a:lnTo>
                    <a:pt x="54154" y="8416"/>
                  </a:lnTo>
                  <a:lnTo>
                    <a:pt x="53565" y="7893"/>
                  </a:lnTo>
                  <a:lnTo>
                    <a:pt x="52977" y="7391"/>
                  </a:lnTo>
                  <a:lnTo>
                    <a:pt x="52366" y="6912"/>
                  </a:lnTo>
                  <a:lnTo>
                    <a:pt x="51756" y="6432"/>
                  </a:lnTo>
                  <a:lnTo>
                    <a:pt x="51124" y="5974"/>
                  </a:lnTo>
                  <a:lnTo>
                    <a:pt x="50470" y="5538"/>
                  </a:lnTo>
                  <a:lnTo>
                    <a:pt x="49816" y="5102"/>
                  </a:lnTo>
                  <a:lnTo>
                    <a:pt x="49162" y="4688"/>
                  </a:lnTo>
                  <a:lnTo>
                    <a:pt x="48486" y="4296"/>
                  </a:lnTo>
                  <a:lnTo>
                    <a:pt x="47810" y="3903"/>
                  </a:lnTo>
                  <a:lnTo>
                    <a:pt x="47112" y="3532"/>
                  </a:lnTo>
                  <a:lnTo>
                    <a:pt x="46415" y="3184"/>
                  </a:lnTo>
                  <a:lnTo>
                    <a:pt x="45695" y="2857"/>
                  </a:lnTo>
                  <a:lnTo>
                    <a:pt x="44976" y="2551"/>
                  </a:lnTo>
                  <a:lnTo>
                    <a:pt x="44256" y="2246"/>
                  </a:lnTo>
                  <a:lnTo>
                    <a:pt x="43515" y="1963"/>
                  </a:lnTo>
                  <a:lnTo>
                    <a:pt x="42752" y="1701"/>
                  </a:lnTo>
                  <a:lnTo>
                    <a:pt x="42011" y="1461"/>
                  </a:lnTo>
                  <a:lnTo>
                    <a:pt x="41248" y="1222"/>
                  </a:lnTo>
                  <a:lnTo>
                    <a:pt x="40463" y="1025"/>
                  </a:lnTo>
                  <a:lnTo>
                    <a:pt x="39678" y="829"/>
                  </a:lnTo>
                  <a:lnTo>
                    <a:pt x="38893" y="655"/>
                  </a:lnTo>
                  <a:lnTo>
                    <a:pt x="38109" y="502"/>
                  </a:lnTo>
                  <a:lnTo>
                    <a:pt x="37302" y="371"/>
                  </a:lnTo>
                  <a:lnTo>
                    <a:pt x="36495" y="262"/>
                  </a:lnTo>
                  <a:lnTo>
                    <a:pt x="35689" y="175"/>
                  </a:lnTo>
                  <a:lnTo>
                    <a:pt x="34860" y="88"/>
                  </a:lnTo>
                  <a:lnTo>
                    <a:pt x="34032" y="44"/>
                  </a:lnTo>
                  <a:lnTo>
                    <a:pt x="3320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8" name="Google Shape;11288;p80"/>
            <p:cNvSpPr/>
            <p:nvPr/>
          </p:nvSpPr>
          <p:spPr>
            <a:xfrm>
              <a:off x="2927900" y="2829063"/>
              <a:ext cx="1618750" cy="1619300"/>
            </a:xfrm>
            <a:custGeom>
              <a:rect b="b" l="l" r="r" t="t"/>
              <a:pathLst>
                <a:path extrusionOk="0" fill="none" h="64772" w="64750">
                  <a:moveTo>
                    <a:pt x="64749" y="32375"/>
                  </a:moveTo>
                  <a:lnTo>
                    <a:pt x="64749" y="32375"/>
                  </a:lnTo>
                  <a:lnTo>
                    <a:pt x="64749" y="33225"/>
                  </a:lnTo>
                  <a:lnTo>
                    <a:pt x="64706" y="34054"/>
                  </a:lnTo>
                  <a:lnTo>
                    <a:pt x="64662" y="34882"/>
                  </a:lnTo>
                  <a:lnTo>
                    <a:pt x="64597" y="35689"/>
                  </a:lnTo>
                  <a:lnTo>
                    <a:pt x="64488" y="36495"/>
                  </a:lnTo>
                  <a:lnTo>
                    <a:pt x="64379" y="37302"/>
                  </a:lnTo>
                  <a:lnTo>
                    <a:pt x="64248" y="38109"/>
                  </a:lnTo>
                  <a:lnTo>
                    <a:pt x="64095" y="38915"/>
                  </a:lnTo>
                  <a:lnTo>
                    <a:pt x="63921" y="39700"/>
                  </a:lnTo>
                  <a:lnTo>
                    <a:pt x="63746" y="40463"/>
                  </a:lnTo>
                  <a:lnTo>
                    <a:pt x="63528" y="41248"/>
                  </a:lnTo>
                  <a:lnTo>
                    <a:pt x="63289" y="42011"/>
                  </a:lnTo>
                  <a:lnTo>
                    <a:pt x="63049" y="42774"/>
                  </a:lnTo>
                  <a:lnTo>
                    <a:pt x="62787" y="43515"/>
                  </a:lnTo>
                  <a:lnTo>
                    <a:pt x="62504" y="44257"/>
                  </a:lnTo>
                  <a:lnTo>
                    <a:pt x="62220" y="44976"/>
                  </a:lnTo>
                  <a:lnTo>
                    <a:pt x="61893" y="45717"/>
                  </a:lnTo>
                  <a:lnTo>
                    <a:pt x="61566" y="46415"/>
                  </a:lnTo>
                  <a:lnTo>
                    <a:pt x="61217" y="47112"/>
                  </a:lnTo>
                  <a:lnTo>
                    <a:pt x="60847" y="47810"/>
                  </a:lnTo>
                  <a:lnTo>
                    <a:pt x="60454" y="48508"/>
                  </a:lnTo>
                  <a:lnTo>
                    <a:pt x="60062" y="49162"/>
                  </a:lnTo>
                  <a:lnTo>
                    <a:pt x="59648" y="49838"/>
                  </a:lnTo>
                  <a:lnTo>
                    <a:pt x="59234" y="50492"/>
                  </a:lnTo>
                  <a:lnTo>
                    <a:pt x="58776" y="51124"/>
                  </a:lnTo>
                  <a:lnTo>
                    <a:pt x="58318" y="51756"/>
                  </a:lnTo>
                  <a:lnTo>
                    <a:pt x="57838" y="52366"/>
                  </a:lnTo>
                  <a:lnTo>
                    <a:pt x="57359" y="52977"/>
                  </a:lnTo>
                  <a:lnTo>
                    <a:pt x="56857" y="53566"/>
                  </a:lnTo>
                  <a:lnTo>
                    <a:pt x="56334" y="54154"/>
                  </a:lnTo>
                  <a:lnTo>
                    <a:pt x="55811" y="54721"/>
                  </a:lnTo>
                  <a:lnTo>
                    <a:pt x="55266" y="55288"/>
                  </a:lnTo>
                  <a:lnTo>
                    <a:pt x="54721" y="55811"/>
                  </a:lnTo>
                  <a:lnTo>
                    <a:pt x="54154" y="56356"/>
                  </a:lnTo>
                  <a:lnTo>
                    <a:pt x="53565" y="56857"/>
                  </a:lnTo>
                  <a:lnTo>
                    <a:pt x="52977" y="57359"/>
                  </a:lnTo>
                  <a:lnTo>
                    <a:pt x="52366" y="57860"/>
                  </a:lnTo>
                  <a:lnTo>
                    <a:pt x="51756" y="58340"/>
                  </a:lnTo>
                  <a:lnTo>
                    <a:pt x="51124" y="58798"/>
                  </a:lnTo>
                  <a:lnTo>
                    <a:pt x="50470" y="59234"/>
                  </a:lnTo>
                  <a:lnTo>
                    <a:pt x="49816" y="59670"/>
                  </a:lnTo>
                  <a:lnTo>
                    <a:pt x="49162" y="60084"/>
                  </a:lnTo>
                  <a:lnTo>
                    <a:pt x="48486" y="60476"/>
                  </a:lnTo>
                  <a:lnTo>
                    <a:pt x="47810" y="60847"/>
                  </a:lnTo>
                  <a:lnTo>
                    <a:pt x="47112" y="61218"/>
                  </a:lnTo>
                  <a:lnTo>
                    <a:pt x="46415" y="61566"/>
                  </a:lnTo>
                  <a:lnTo>
                    <a:pt x="45695" y="61893"/>
                  </a:lnTo>
                  <a:lnTo>
                    <a:pt x="44976" y="62220"/>
                  </a:lnTo>
                  <a:lnTo>
                    <a:pt x="44256" y="62526"/>
                  </a:lnTo>
                  <a:lnTo>
                    <a:pt x="43515" y="62809"/>
                  </a:lnTo>
                  <a:lnTo>
                    <a:pt x="42752" y="63071"/>
                  </a:lnTo>
                  <a:lnTo>
                    <a:pt x="42011" y="63310"/>
                  </a:lnTo>
                  <a:lnTo>
                    <a:pt x="41248" y="63529"/>
                  </a:lnTo>
                  <a:lnTo>
                    <a:pt x="40463" y="63747"/>
                  </a:lnTo>
                  <a:lnTo>
                    <a:pt x="39678" y="63943"/>
                  </a:lnTo>
                  <a:lnTo>
                    <a:pt x="38893" y="64095"/>
                  </a:lnTo>
                  <a:lnTo>
                    <a:pt x="38109" y="64248"/>
                  </a:lnTo>
                  <a:lnTo>
                    <a:pt x="37302" y="64401"/>
                  </a:lnTo>
                  <a:lnTo>
                    <a:pt x="36495" y="64510"/>
                  </a:lnTo>
                  <a:lnTo>
                    <a:pt x="35689" y="64597"/>
                  </a:lnTo>
                  <a:lnTo>
                    <a:pt x="34860" y="64662"/>
                  </a:lnTo>
                  <a:lnTo>
                    <a:pt x="34032" y="64728"/>
                  </a:lnTo>
                  <a:lnTo>
                    <a:pt x="33203" y="64749"/>
                  </a:lnTo>
                  <a:lnTo>
                    <a:pt x="32375" y="64771"/>
                  </a:lnTo>
                  <a:lnTo>
                    <a:pt x="32375" y="64771"/>
                  </a:lnTo>
                  <a:lnTo>
                    <a:pt x="31547" y="64749"/>
                  </a:lnTo>
                  <a:lnTo>
                    <a:pt x="30696" y="64728"/>
                  </a:lnTo>
                  <a:lnTo>
                    <a:pt x="29890" y="64662"/>
                  </a:lnTo>
                  <a:lnTo>
                    <a:pt x="29061" y="64597"/>
                  </a:lnTo>
                  <a:lnTo>
                    <a:pt x="28255" y="64510"/>
                  </a:lnTo>
                  <a:lnTo>
                    <a:pt x="27448" y="64401"/>
                  </a:lnTo>
                  <a:lnTo>
                    <a:pt x="26641" y="64248"/>
                  </a:lnTo>
                  <a:lnTo>
                    <a:pt x="25857" y="64095"/>
                  </a:lnTo>
                  <a:lnTo>
                    <a:pt x="25050" y="63943"/>
                  </a:lnTo>
                  <a:lnTo>
                    <a:pt x="24287" y="63747"/>
                  </a:lnTo>
                  <a:lnTo>
                    <a:pt x="23502" y="63529"/>
                  </a:lnTo>
                  <a:lnTo>
                    <a:pt x="22739" y="63310"/>
                  </a:lnTo>
                  <a:lnTo>
                    <a:pt x="21976" y="63071"/>
                  </a:lnTo>
                  <a:lnTo>
                    <a:pt x="21235" y="62809"/>
                  </a:lnTo>
                  <a:lnTo>
                    <a:pt x="20494" y="62526"/>
                  </a:lnTo>
                  <a:lnTo>
                    <a:pt x="19774" y="62220"/>
                  </a:lnTo>
                  <a:lnTo>
                    <a:pt x="19055" y="61893"/>
                  </a:lnTo>
                  <a:lnTo>
                    <a:pt x="18335" y="61566"/>
                  </a:lnTo>
                  <a:lnTo>
                    <a:pt x="17638" y="61218"/>
                  </a:lnTo>
                  <a:lnTo>
                    <a:pt x="16940" y="60847"/>
                  </a:lnTo>
                  <a:lnTo>
                    <a:pt x="16264" y="60476"/>
                  </a:lnTo>
                  <a:lnTo>
                    <a:pt x="15588" y="60084"/>
                  </a:lnTo>
                  <a:lnTo>
                    <a:pt x="14913" y="59670"/>
                  </a:lnTo>
                  <a:lnTo>
                    <a:pt x="14259" y="59234"/>
                  </a:lnTo>
                  <a:lnTo>
                    <a:pt x="13626" y="58798"/>
                  </a:lnTo>
                  <a:lnTo>
                    <a:pt x="12994" y="58340"/>
                  </a:lnTo>
                  <a:lnTo>
                    <a:pt x="12384" y="57860"/>
                  </a:lnTo>
                  <a:lnTo>
                    <a:pt x="11773" y="57359"/>
                  </a:lnTo>
                  <a:lnTo>
                    <a:pt x="11185" y="56857"/>
                  </a:lnTo>
                  <a:lnTo>
                    <a:pt x="10596" y="56356"/>
                  </a:lnTo>
                  <a:lnTo>
                    <a:pt x="10029" y="55811"/>
                  </a:lnTo>
                  <a:lnTo>
                    <a:pt x="9484" y="55288"/>
                  </a:lnTo>
                  <a:lnTo>
                    <a:pt x="8939" y="54721"/>
                  </a:lnTo>
                  <a:lnTo>
                    <a:pt x="8394" y="54154"/>
                  </a:lnTo>
                  <a:lnTo>
                    <a:pt x="7893" y="53566"/>
                  </a:lnTo>
                  <a:lnTo>
                    <a:pt x="7391" y="52977"/>
                  </a:lnTo>
                  <a:lnTo>
                    <a:pt x="6890" y="52366"/>
                  </a:lnTo>
                  <a:lnTo>
                    <a:pt x="6432" y="51756"/>
                  </a:lnTo>
                  <a:lnTo>
                    <a:pt x="5974" y="51124"/>
                  </a:lnTo>
                  <a:lnTo>
                    <a:pt x="5516" y="50492"/>
                  </a:lnTo>
                  <a:lnTo>
                    <a:pt x="5102" y="49838"/>
                  </a:lnTo>
                  <a:lnTo>
                    <a:pt x="4688" y="49162"/>
                  </a:lnTo>
                  <a:lnTo>
                    <a:pt x="4274" y="48508"/>
                  </a:lnTo>
                  <a:lnTo>
                    <a:pt x="3903" y="47810"/>
                  </a:lnTo>
                  <a:lnTo>
                    <a:pt x="3533" y="47112"/>
                  </a:lnTo>
                  <a:lnTo>
                    <a:pt x="3184" y="46415"/>
                  </a:lnTo>
                  <a:lnTo>
                    <a:pt x="2857" y="45717"/>
                  </a:lnTo>
                  <a:lnTo>
                    <a:pt x="2530" y="44976"/>
                  </a:lnTo>
                  <a:lnTo>
                    <a:pt x="2246" y="44257"/>
                  </a:lnTo>
                  <a:lnTo>
                    <a:pt x="1963" y="43515"/>
                  </a:lnTo>
                  <a:lnTo>
                    <a:pt x="1701" y="42774"/>
                  </a:lnTo>
                  <a:lnTo>
                    <a:pt x="1440" y="42011"/>
                  </a:lnTo>
                  <a:lnTo>
                    <a:pt x="1222" y="41248"/>
                  </a:lnTo>
                  <a:lnTo>
                    <a:pt x="1004" y="40463"/>
                  </a:lnTo>
                  <a:lnTo>
                    <a:pt x="829" y="39700"/>
                  </a:lnTo>
                  <a:lnTo>
                    <a:pt x="655" y="38915"/>
                  </a:lnTo>
                  <a:lnTo>
                    <a:pt x="502" y="38109"/>
                  </a:lnTo>
                  <a:lnTo>
                    <a:pt x="371" y="37302"/>
                  </a:lnTo>
                  <a:lnTo>
                    <a:pt x="241" y="36495"/>
                  </a:lnTo>
                  <a:lnTo>
                    <a:pt x="153" y="35689"/>
                  </a:lnTo>
                  <a:lnTo>
                    <a:pt x="88" y="34882"/>
                  </a:lnTo>
                  <a:lnTo>
                    <a:pt x="23" y="34054"/>
                  </a:lnTo>
                  <a:lnTo>
                    <a:pt x="1" y="33225"/>
                  </a:lnTo>
                  <a:lnTo>
                    <a:pt x="1" y="32375"/>
                  </a:lnTo>
                  <a:lnTo>
                    <a:pt x="1" y="32375"/>
                  </a:lnTo>
                  <a:lnTo>
                    <a:pt x="1" y="31547"/>
                  </a:lnTo>
                  <a:lnTo>
                    <a:pt x="23" y="30718"/>
                  </a:lnTo>
                  <a:lnTo>
                    <a:pt x="88" y="29890"/>
                  </a:lnTo>
                  <a:lnTo>
                    <a:pt x="153" y="29061"/>
                  </a:lnTo>
                  <a:lnTo>
                    <a:pt x="241" y="28255"/>
                  </a:lnTo>
                  <a:lnTo>
                    <a:pt x="371" y="27448"/>
                  </a:lnTo>
                  <a:lnTo>
                    <a:pt x="502" y="26641"/>
                  </a:lnTo>
                  <a:lnTo>
                    <a:pt x="655" y="25857"/>
                  </a:lnTo>
                  <a:lnTo>
                    <a:pt x="829" y="25072"/>
                  </a:lnTo>
                  <a:lnTo>
                    <a:pt x="1004" y="24287"/>
                  </a:lnTo>
                  <a:lnTo>
                    <a:pt x="1222" y="23524"/>
                  </a:lnTo>
                  <a:lnTo>
                    <a:pt x="1440" y="22761"/>
                  </a:lnTo>
                  <a:lnTo>
                    <a:pt x="1701" y="21998"/>
                  </a:lnTo>
                  <a:lnTo>
                    <a:pt x="1963" y="21257"/>
                  </a:lnTo>
                  <a:lnTo>
                    <a:pt x="2246" y="20515"/>
                  </a:lnTo>
                  <a:lnTo>
                    <a:pt x="2530" y="19774"/>
                  </a:lnTo>
                  <a:lnTo>
                    <a:pt x="2857" y="19055"/>
                  </a:lnTo>
                  <a:lnTo>
                    <a:pt x="3184" y="18335"/>
                  </a:lnTo>
                  <a:lnTo>
                    <a:pt x="3533" y="17638"/>
                  </a:lnTo>
                  <a:lnTo>
                    <a:pt x="3903" y="16940"/>
                  </a:lnTo>
                  <a:lnTo>
                    <a:pt x="4274" y="16264"/>
                  </a:lnTo>
                  <a:lnTo>
                    <a:pt x="4688" y="15588"/>
                  </a:lnTo>
                  <a:lnTo>
                    <a:pt x="5102" y="14934"/>
                  </a:lnTo>
                  <a:lnTo>
                    <a:pt x="5516" y="14280"/>
                  </a:lnTo>
                  <a:lnTo>
                    <a:pt x="5974" y="13626"/>
                  </a:lnTo>
                  <a:lnTo>
                    <a:pt x="6432" y="13016"/>
                  </a:lnTo>
                  <a:lnTo>
                    <a:pt x="6890" y="12384"/>
                  </a:lnTo>
                  <a:lnTo>
                    <a:pt x="7391" y="11773"/>
                  </a:lnTo>
                  <a:lnTo>
                    <a:pt x="7893" y="11185"/>
                  </a:lnTo>
                  <a:lnTo>
                    <a:pt x="8394" y="10618"/>
                  </a:lnTo>
                  <a:lnTo>
                    <a:pt x="8939" y="10029"/>
                  </a:lnTo>
                  <a:lnTo>
                    <a:pt x="9484" y="9484"/>
                  </a:lnTo>
                  <a:lnTo>
                    <a:pt x="10029" y="8939"/>
                  </a:lnTo>
                  <a:lnTo>
                    <a:pt x="10596" y="8416"/>
                  </a:lnTo>
                  <a:lnTo>
                    <a:pt x="11185" y="7893"/>
                  </a:lnTo>
                  <a:lnTo>
                    <a:pt x="11773" y="7391"/>
                  </a:lnTo>
                  <a:lnTo>
                    <a:pt x="12384" y="6912"/>
                  </a:lnTo>
                  <a:lnTo>
                    <a:pt x="12994" y="6432"/>
                  </a:lnTo>
                  <a:lnTo>
                    <a:pt x="13626" y="5974"/>
                  </a:lnTo>
                  <a:lnTo>
                    <a:pt x="14259" y="5538"/>
                  </a:lnTo>
                  <a:lnTo>
                    <a:pt x="14913" y="5102"/>
                  </a:lnTo>
                  <a:lnTo>
                    <a:pt x="15588" y="4688"/>
                  </a:lnTo>
                  <a:lnTo>
                    <a:pt x="16264" y="4296"/>
                  </a:lnTo>
                  <a:lnTo>
                    <a:pt x="16940" y="3903"/>
                  </a:lnTo>
                  <a:lnTo>
                    <a:pt x="17638" y="3532"/>
                  </a:lnTo>
                  <a:lnTo>
                    <a:pt x="18335" y="3184"/>
                  </a:lnTo>
                  <a:lnTo>
                    <a:pt x="19055" y="2857"/>
                  </a:lnTo>
                  <a:lnTo>
                    <a:pt x="19774" y="2551"/>
                  </a:lnTo>
                  <a:lnTo>
                    <a:pt x="20494" y="2246"/>
                  </a:lnTo>
                  <a:lnTo>
                    <a:pt x="21235" y="1963"/>
                  </a:lnTo>
                  <a:lnTo>
                    <a:pt x="21976" y="1701"/>
                  </a:lnTo>
                  <a:lnTo>
                    <a:pt x="22739" y="1461"/>
                  </a:lnTo>
                  <a:lnTo>
                    <a:pt x="23502" y="1222"/>
                  </a:lnTo>
                  <a:lnTo>
                    <a:pt x="24287" y="1025"/>
                  </a:lnTo>
                  <a:lnTo>
                    <a:pt x="25050" y="829"/>
                  </a:lnTo>
                  <a:lnTo>
                    <a:pt x="25857" y="655"/>
                  </a:lnTo>
                  <a:lnTo>
                    <a:pt x="26641" y="502"/>
                  </a:lnTo>
                  <a:lnTo>
                    <a:pt x="27448" y="371"/>
                  </a:lnTo>
                  <a:lnTo>
                    <a:pt x="28255" y="262"/>
                  </a:lnTo>
                  <a:lnTo>
                    <a:pt x="29061" y="175"/>
                  </a:lnTo>
                  <a:lnTo>
                    <a:pt x="29890" y="88"/>
                  </a:lnTo>
                  <a:lnTo>
                    <a:pt x="30696" y="44"/>
                  </a:lnTo>
                  <a:lnTo>
                    <a:pt x="31547" y="1"/>
                  </a:lnTo>
                  <a:lnTo>
                    <a:pt x="32375" y="1"/>
                  </a:lnTo>
                  <a:lnTo>
                    <a:pt x="32375" y="1"/>
                  </a:lnTo>
                  <a:lnTo>
                    <a:pt x="33203" y="1"/>
                  </a:lnTo>
                  <a:lnTo>
                    <a:pt x="34032" y="44"/>
                  </a:lnTo>
                  <a:lnTo>
                    <a:pt x="34860" y="88"/>
                  </a:lnTo>
                  <a:lnTo>
                    <a:pt x="35689" y="175"/>
                  </a:lnTo>
                  <a:lnTo>
                    <a:pt x="36495" y="262"/>
                  </a:lnTo>
                  <a:lnTo>
                    <a:pt x="37302" y="371"/>
                  </a:lnTo>
                  <a:lnTo>
                    <a:pt x="38109" y="502"/>
                  </a:lnTo>
                  <a:lnTo>
                    <a:pt x="38893" y="655"/>
                  </a:lnTo>
                  <a:lnTo>
                    <a:pt x="39678" y="829"/>
                  </a:lnTo>
                  <a:lnTo>
                    <a:pt x="40463" y="1025"/>
                  </a:lnTo>
                  <a:lnTo>
                    <a:pt x="41248" y="1222"/>
                  </a:lnTo>
                  <a:lnTo>
                    <a:pt x="42011" y="1461"/>
                  </a:lnTo>
                  <a:lnTo>
                    <a:pt x="42752" y="1701"/>
                  </a:lnTo>
                  <a:lnTo>
                    <a:pt x="43515" y="1963"/>
                  </a:lnTo>
                  <a:lnTo>
                    <a:pt x="44256" y="2246"/>
                  </a:lnTo>
                  <a:lnTo>
                    <a:pt x="44976" y="2551"/>
                  </a:lnTo>
                  <a:lnTo>
                    <a:pt x="45695" y="2857"/>
                  </a:lnTo>
                  <a:lnTo>
                    <a:pt x="46415" y="3184"/>
                  </a:lnTo>
                  <a:lnTo>
                    <a:pt x="47112" y="3532"/>
                  </a:lnTo>
                  <a:lnTo>
                    <a:pt x="47810" y="3903"/>
                  </a:lnTo>
                  <a:lnTo>
                    <a:pt x="48486" y="4296"/>
                  </a:lnTo>
                  <a:lnTo>
                    <a:pt x="49162" y="4688"/>
                  </a:lnTo>
                  <a:lnTo>
                    <a:pt x="49816" y="5102"/>
                  </a:lnTo>
                  <a:lnTo>
                    <a:pt x="50470" y="5538"/>
                  </a:lnTo>
                  <a:lnTo>
                    <a:pt x="51124" y="5974"/>
                  </a:lnTo>
                  <a:lnTo>
                    <a:pt x="51756" y="6432"/>
                  </a:lnTo>
                  <a:lnTo>
                    <a:pt x="52366" y="6912"/>
                  </a:lnTo>
                  <a:lnTo>
                    <a:pt x="52977" y="7391"/>
                  </a:lnTo>
                  <a:lnTo>
                    <a:pt x="53565" y="7893"/>
                  </a:lnTo>
                  <a:lnTo>
                    <a:pt x="54154" y="8416"/>
                  </a:lnTo>
                  <a:lnTo>
                    <a:pt x="54721" y="8939"/>
                  </a:lnTo>
                  <a:lnTo>
                    <a:pt x="55266" y="9484"/>
                  </a:lnTo>
                  <a:lnTo>
                    <a:pt x="55811" y="10029"/>
                  </a:lnTo>
                  <a:lnTo>
                    <a:pt x="56334" y="10618"/>
                  </a:lnTo>
                  <a:lnTo>
                    <a:pt x="56857" y="11185"/>
                  </a:lnTo>
                  <a:lnTo>
                    <a:pt x="57359" y="11773"/>
                  </a:lnTo>
                  <a:lnTo>
                    <a:pt x="57838" y="12384"/>
                  </a:lnTo>
                  <a:lnTo>
                    <a:pt x="58318" y="13016"/>
                  </a:lnTo>
                  <a:lnTo>
                    <a:pt x="58776" y="13626"/>
                  </a:lnTo>
                  <a:lnTo>
                    <a:pt x="59234" y="14280"/>
                  </a:lnTo>
                  <a:lnTo>
                    <a:pt x="59648" y="14934"/>
                  </a:lnTo>
                  <a:lnTo>
                    <a:pt x="60062" y="15588"/>
                  </a:lnTo>
                  <a:lnTo>
                    <a:pt x="60454" y="16264"/>
                  </a:lnTo>
                  <a:lnTo>
                    <a:pt x="60847" y="16940"/>
                  </a:lnTo>
                  <a:lnTo>
                    <a:pt x="61217" y="17638"/>
                  </a:lnTo>
                  <a:lnTo>
                    <a:pt x="61566" y="18335"/>
                  </a:lnTo>
                  <a:lnTo>
                    <a:pt x="61893" y="19055"/>
                  </a:lnTo>
                  <a:lnTo>
                    <a:pt x="62220" y="19774"/>
                  </a:lnTo>
                  <a:lnTo>
                    <a:pt x="62504" y="20515"/>
                  </a:lnTo>
                  <a:lnTo>
                    <a:pt x="62787" y="21257"/>
                  </a:lnTo>
                  <a:lnTo>
                    <a:pt x="63049" y="21998"/>
                  </a:lnTo>
                  <a:lnTo>
                    <a:pt x="63289" y="22761"/>
                  </a:lnTo>
                  <a:lnTo>
                    <a:pt x="63528" y="23524"/>
                  </a:lnTo>
                  <a:lnTo>
                    <a:pt x="63746" y="24287"/>
                  </a:lnTo>
                  <a:lnTo>
                    <a:pt x="63921" y="25072"/>
                  </a:lnTo>
                  <a:lnTo>
                    <a:pt x="64095" y="25857"/>
                  </a:lnTo>
                  <a:lnTo>
                    <a:pt x="64248" y="26641"/>
                  </a:lnTo>
                  <a:lnTo>
                    <a:pt x="64379" y="27448"/>
                  </a:lnTo>
                  <a:lnTo>
                    <a:pt x="64488" y="28255"/>
                  </a:lnTo>
                  <a:lnTo>
                    <a:pt x="64597" y="29061"/>
                  </a:lnTo>
                  <a:lnTo>
                    <a:pt x="64662" y="29890"/>
                  </a:lnTo>
                  <a:lnTo>
                    <a:pt x="64706" y="30718"/>
                  </a:lnTo>
                  <a:lnTo>
                    <a:pt x="64749" y="31547"/>
                  </a:lnTo>
                  <a:lnTo>
                    <a:pt x="64749" y="3237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9" name="Google Shape;11289;p80"/>
            <p:cNvSpPr/>
            <p:nvPr/>
          </p:nvSpPr>
          <p:spPr>
            <a:xfrm>
              <a:off x="2927900" y="2742963"/>
              <a:ext cx="1618750" cy="1619275"/>
            </a:xfrm>
            <a:custGeom>
              <a:rect b="b" l="l" r="r" t="t"/>
              <a:pathLst>
                <a:path extrusionOk="0" h="64771" w="64750">
                  <a:moveTo>
                    <a:pt x="31547" y="0"/>
                  </a:moveTo>
                  <a:lnTo>
                    <a:pt x="30696" y="44"/>
                  </a:lnTo>
                  <a:lnTo>
                    <a:pt x="29890" y="87"/>
                  </a:lnTo>
                  <a:lnTo>
                    <a:pt x="29061" y="175"/>
                  </a:lnTo>
                  <a:lnTo>
                    <a:pt x="28255" y="262"/>
                  </a:lnTo>
                  <a:lnTo>
                    <a:pt x="27448" y="371"/>
                  </a:lnTo>
                  <a:lnTo>
                    <a:pt x="26641" y="502"/>
                  </a:lnTo>
                  <a:lnTo>
                    <a:pt x="25857" y="654"/>
                  </a:lnTo>
                  <a:lnTo>
                    <a:pt x="25050" y="829"/>
                  </a:lnTo>
                  <a:lnTo>
                    <a:pt x="24287" y="1025"/>
                  </a:lnTo>
                  <a:lnTo>
                    <a:pt x="23502" y="1221"/>
                  </a:lnTo>
                  <a:lnTo>
                    <a:pt x="22739" y="1461"/>
                  </a:lnTo>
                  <a:lnTo>
                    <a:pt x="21976" y="1701"/>
                  </a:lnTo>
                  <a:lnTo>
                    <a:pt x="21235" y="1962"/>
                  </a:lnTo>
                  <a:lnTo>
                    <a:pt x="20494" y="2246"/>
                  </a:lnTo>
                  <a:lnTo>
                    <a:pt x="19774" y="2551"/>
                  </a:lnTo>
                  <a:lnTo>
                    <a:pt x="19055" y="2856"/>
                  </a:lnTo>
                  <a:lnTo>
                    <a:pt x="18335" y="3183"/>
                  </a:lnTo>
                  <a:lnTo>
                    <a:pt x="17638" y="3532"/>
                  </a:lnTo>
                  <a:lnTo>
                    <a:pt x="16940" y="3903"/>
                  </a:lnTo>
                  <a:lnTo>
                    <a:pt x="16264" y="4295"/>
                  </a:lnTo>
                  <a:lnTo>
                    <a:pt x="15588" y="4687"/>
                  </a:lnTo>
                  <a:lnTo>
                    <a:pt x="14913" y="5102"/>
                  </a:lnTo>
                  <a:lnTo>
                    <a:pt x="14259" y="5538"/>
                  </a:lnTo>
                  <a:lnTo>
                    <a:pt x="13626" y="5974"/>
                  </a:lnTo>
                  <a:lnTo>
                    <a:pt x="12994" y="6431"/>
                  </a:lnTo>
                  <a:lnTo>
                    <a:pt x="12384" y="6911"/>
                  </a:lnTo>
                  <a:lnTo>
                    <a:pt x="11773" y="7391"/>
                  </a:lnTo>
                  <a:lnTo>
                    <a:pt x="11185" y="7892"/>
                  </a:lnTo>
                  <a:lnTo>
                    <a:pt x="10596" y="8415"/>
                  </a:lnTo>
                  <a:lnTo>
                    <a:pt x="10029" y="8939"/>
                  </a:lnTo>
                  <a:lnTo>
                    <a:pt x="9484" y="9484"/>
                  </a:lnTo>
                  <a:lnTo>
                    <a:pt x="8939" y="10029"/>
                  </a:lnTo>
                  <a:lnTo>
                    <a:pt x="8394" y="10595"/>
                  </a:lnTo>
                  <a:lnTo>
                    <a:pt x="7893" y="11184"/>
                  </a:lnTo>
                  <a:lnTo>
                    <a:pt x="7391" y="11773"/>
                  </a:lnTo>
                  <a:lnTo>
                    <a:pt x="6890" y="12383"/>
                  </a:lnTo>
                  <a:lnTo>
                    <a:pt x="6432" y="12994"/>
                  </a:lnTo>
                  <a:lnTo>
                    <a:pt x="5974" y="13626"/>
                  </a:lnTo>
                  <a:lnTo>
                    <a:pt x="5516" y="14280"/>
                  </a:lnTo>
                  <a:lnTo>
                    <a:pt x="5102" y="14934"/>
                  </a:lnTo>
                  <a:lnTo>
                    <a:pt x="4688" y="15588"/>
                  </a:lnTo>
                  <a:lnTo>
                    <a:pt x="4274" y="16264"/>
                  </a:lnTo>
                  <a:lnTo>
                    <a:pt x="3903" y="16939"/>
                  </a:lnTo>
                  <a:lnTo>
                    <a:pt x="3533" y="17637"/>
                  </a:lnTo>
                  <a:lnTo>
                    <a:pt x="3184" y="18335"/>
                  </a:lnTo>
                  <a:lnTo>
                    <a:pt x="2857" y="19054"/>
                  </a:lnTo>
                  <a:lnTo>
                    <a:pt x="2530" y="19774"/>
                  </a:lnTo>
                  <a:lnTo>
                    <a:pt x="2246" y="20515"/>
                  </a:lnTo>
                  <a:lnTo>
                    <a:pt x="1963" y="21234"/>
                  </a:lnTo>
                  <a:lnTo>
                    <a:pt x="1701" y="21997"/>
                  </a:lnTo>
                  <a:lnTo>
                    <a:pt x="1440" y="22760"/>
                  </a:lnTo>
                  <a:lnTo>
                    <a:pt x="1222" y="23523"/>
                  </a:lnTo>
                  <a:lnTo>
                    <a:pt x="1004" y="24286"/>
                  </a:lnTo>
                  <a:lnTo>
                    <a:pt x="829" y="25071"/>
                  </a:lnTo>
                  <a:lnTo>
                    <a:pt x="655" y="25856"/>
                  </a:lnTo>
                  <a:lnTo>
                    <a:pt x="502" y="26641"/>
                  </a:lnTo>
                  <a:lnTo>
                    <a:pt x="371" y="27448"/>
                  </a:lnTo>
                  <a:lnTo>
                    <a:pt x="241" y="28254"/>
                  </a:lnTo>
                  <a:lnTo>
                    <a:pt x="153" y="29061"/>
                  </a:lnTo>
                  <a:lnTo>
                    <a:pt x="88" y="29889"/>
                  </a:lnTo>
                  <a:lnTo>
                    <a:pt x="23" y="30718"/>
                  </a:lnTo>
                  <a:lnTo>
                    <a:pt x="1" y="31546"/>
                  </a:lnTo>
                  <a:lnTo>
                    <a:pt x="1" y="32375"/>
                  </a:lnTo>
                  <a:lnTo>
                    <a:pt x="1" y="33225"/>
                  </a:lnTo>
                  <a:lnTo>
                    <a:pt x="23" y="34053"/>
                  </a:lnTo>
                  <a:lnTo>
                    <a:pt x="88" y="34860"/>
                  </a:lnTo>
                  <a:lnTo>
                    <a:pt x="153" y="35688"/>
                  </a:lnTo>
                  <a:lnTo>
                    <a:pt x="241" y="36495"/>
                  </a:lnTo>
                  <a:lnTo>
                    <a:pt x="371" y="37302"/>
                  </a:lnTo>
                  <a:lnTo>
                    <a:pt x="502" y="38108"/>
                  </a:lnTo>
                  <a:lnTo>
                    <a:pt x="655" y="38915"/>
                  </a:lnTo>
                  <a:lnTo>
                    <a:pt x="829" y="39700"/>
                  </a:lnTo>
                  <a:lnTo>
                    <a:pt x="1004" y="40463"/>
                  </a:lnTo>
                  <a:lnTo>
                    <a:pt x="1222" y="41247"/>
                  </a:lnTo>
                  <a:lnTo>
                    <a:pt x="1440" y="42011"/>
                  </a:lnTo>
                  <a:lnTo>
                    <a:pt x="1701" y="42774"/>
                  </a:lnTo>
                  <a:lnTo>
                    <a:pt x="1963" y="43515"/>
                  </a:lnTo>
                  <a:lnTo>
                    <a:pt x="2246" y="44256"/>
                  </a:lnTo>
                  <a:lnTo>
                    <a:pt x="2530" y="44975"/>
                  </a:lnTo>
                  <a:lnTo>
                    <a:pt x="2857" y="45695"/>
                  </a:lnTo>
                  <a:lnTo>
                    <a:pt x="3184" y="46414"/>
                  </a:lnTo>
                  <a:lnTo>
                    <a:pt x="3533" y="47112"/>
                  </a:lnTo>
                  <a:lnTo>
                    <a:pt x="3903" y="47810"/>
                  </a:lnTo>
                  <a:lnTo>
                    <a:pt x="4274" y="48507"/>
                  </a:lnTo>
                  <a:lnTo>
                    <a:pt x="4688" y="49161"/>
                  </a:lnTo>
                  <a:lnTo>
                    <a:pt x="5102" y="49837"/>
                  </a:lnTo>
                  <a:lnTo>
                    <a:pt x="5516" y="50491"/>
                  </a:lnTo>
                  <a:lnTo>
                    <a:pt x="5974" y="51123"/>
                  </a:lnTo>
                  <a:lnTo>
                    <a:pt x="6432" y="51755"/>
                  </a:lnTo>
                  <a:lnTo>
                    <a:pt x="6890" y="52366"/>
                  </a:lnTo>
                  <a:lnTo>
                    <a:pt x="7391" y="52976"/>
                  </a:lnTo>
                  <a:lnTo>
                    <a:pt x="7893" y="53565"/>
                  </a:lnTo>
                  <a:lnTo>
                    <a:pt x="8394" y="54154"/>
                  </a:lnTo>
                  <a:lnTo>
                    <a:pt x="8939" y="54720"/>
                  </a:lnTo>
                  <a:lnTo>
                    <a:pt x="9484" y="55287"/>
                  </a:lnTo>
                  <a:lnTo>
                    <a:pt x="10029" y="55810"/>
                  </a:lnTo>
                  <a:lnTo>
                    <a:pt x="10596" y="56355"/>
                  </a:lnTo>
                  <a:lnTo>
                    <a:pt x="11185" y="56857"/>
                  </a:lnTo>
                  <a:lnTo>
                    <a:pt x="11773" y="57358"/>
                  </a:lnTo>
                  <a:lnTo>
                    <a:pt x="12384" y="57860"/>
                  </a:lnTo>
                  <a:lnTo>
                    <a:pt x="12994" y="58318"/>
                  </a:lnTo>
                  <a:lnTo>
                    <a:pt x="13626" y="58797"/>
                  </a:lnTo>
                  <a:lnTo>
                    <a:pt x="14259" y="59233"/>
                  </a:lnTo>
                  <a:lnTo>
                    <a:pt x="14913" y="59669"/>
                  </a:lnTo>
                  <a:lnTo>
                    <a:pt x="15588" y="60083"/>
                  </a:lnTo>
                  <a:lnTo>
                    <a:pt x="16264" y="60476"/>
                  </a:lnTo>
                  <a:lnTo>
                    <a:pt x="16940" y="60846"/>
                  </a:lnTo>
                  <a:lnTo>
                    <a:pt x="17638" y="61217"/>
                  </a:lnTo>
                  <a:lnTo>
                    <a:pt x="18335" y="61566"/>
                  </a:lnTo>
                  <a:lnTo>
                    <a:pt x="19055" y="61893"/>
                  </a:lnTo>
                  <a:lnTo>
                    <a:pt x="19774" y="62220"/>
                  </a:lnTo>
                  <a:lnTo>
                    <a:pt x="20494" y="62525"/>
                  </a:lnTo>
                  <a:lnTo>
                    <a:pt x="21235" y="62787"/>
                  </a:lnTo>
                  <a:lnTo>
                    <a:pt x="21976" y="63070"/>
                  </a:lnTo>
                  <a:lnTo>
                    <a:pt x="22739" y="63310"/>
                  </a:lnTo>
                  <a:lnTo>
                    <a:pt x="23502" y="63528"/>
                  </a:lnTo>
                  <a:lnTo>
                    <a:pt x="24287" y="63746"/>
                  </a:lnTo>
                  <a:lnTo>
                    <a:pt x="25050" y="63942"/>
                  </a:lnTo>
                  <a:lnTo>
                    <a:pt x="25857" y="64095"/>
                  </a:lnTo>
                  <a:lnTo>
                    <a:pt x="26641" y="64247"/>
                  </a:lnTo>
                  <a:lnTo>
                    <a:pt x="27448" y="64378"/>
                  </a:lnTo>
                  <a:lnTo>
                    <a:pt x="28255" y="64509"/>
                  </a:lnTo>
                  <a:lnTo>
                    <a:pt x="29061" y="64596"/>
                  </a:lnTo>
                  <a:lnTo>
                    <a:pt x="29890" y="64662"/>
                  </a:lnTo>
                  <a:lnTo>
                    <a:pt x="30696" y="64727"/>
                  </a:lnTo>
                  <a:lnTo>
                    <a:pt x="31547" y="64749"/>
                  </a:lnTo>
                  <a:lnTo>
                    <a:pt x="32375" y="64771"/>
                  </a:lnTo>
                  <a:lnTo>
                    <a:pt x="33203" y="64749"/>
                  </a:lnTo>
                  <a:lnTo>
                    <a:pt x="34032" y="64727"/>
                  </a:lnTo>
                  <a:lnTo>
                    <a:pt x="34860" y="64662"/>
                  </a:lnTo>
                  <a:lnTo>
                    <a:pt x="35689" y="64596"/>
                  </a:lnTo>
                  <a:lnTo>
                    <a:pt x="36495" y="64509"/>
                  </a:lnTo>
                  <a:lnTo>
                    <a:pt x="37302" y="64378"/>
                  </a:lnTo>
                  <a:lnTo>
                    <a:pt x="38109" y="64247"/>
                  </a:lnTo>
                  <a:lnTo>
                    <a:pt x="38893" y="64095"/>
                  </a:lnTo>
                  <a:lnTo>
                    <a:pt x="39678" y="63942"/>
                  </a:lnTo>
                  <a:lnTo>
                    <a:pt x="40463" y="63746"/>
                  </a:lnTo>
                  <a:lnTo>
                    <a:pt x="41248" y="63528"/>
                  </a:lnTo>
                  <a:lnTo>
                    <a:pt x="42011" y="63310"/>
                  </a:lnTo>
                  <a:lnTo>
                    <a:pt x="42752" y="63070"/>
                  </a:lnTo>
                  <a:lnTo>
                    <a:pt x="43515" y="62787"/>
                  </a:lnTo>
                  <a:lnTo>
                    <a:pt x="44256" y="62525"/>
                  </a:lnTo>
                  <a:lnTo>
                    <a:pt x="44976" y="62220"/>
                  </a:lnTo>
                  <a:lnTo>
                    <a:pt x="45695" y="61893"/>
                  </a:lnTo>
                  <a:lnTo>
                    <a:pt x="46415" y="61566"/>
                  </a:lnTo>
                  <a:lnTo>
                    <a:pt x="47112" y="61217"/>
                  </a:lnTo>
                  <a:lnTo>
                    <a:pt x="47810" y="60846"/>
                  </a:lnTo>
                  <a:lnTo>
                    <a:pt x="48486" y="60476"/>
                  </a:lnTo>
                  <a:lnTo>
                    <a:pt x="49162" y="60083"/>
                  </a:lnTo>
                  <a:lnTo>
                    <a:pt x="49816" y="59669"/>
                  </a:lnTo>
                  <a:lnTo>
                    <a:pt x="50470" y="59233"/>
                  </a:lnTo>
                  <a:lnTo>
                    <a:pt x="51124" y="58797"/>
                  </a:lnTo>
                  <a:lnTo>
                    <a:pt x="51756" y="58318"/>
                  </a:lnTo>
                  <a:lnTo>
                    <a:pt x="52366" y="57860"/>
                  </a:lnTo>
                  <a:lnTo>
                    <a:pt x="52977" y="57358"/>
                  </a:lnTo>
                  <a:lnTo>
                    <a:pt x="53565" y="56857"/>
                  </a:lnTo>
                  <a:lnTo>
                    <a:pt x="54154" y="56355"/>
                  </a:lnTo>
                  <a:lnTo>
                    <a:pt x="54721" y="55810"/>
                  </a:lnTo>
                  <a:lnTo>
                    <a:pt x="55266" y="55287"/>
                  </a:lnTo>
                  <a:lnTo>
                    <a:pt x="55811" y="54720"/>
                  </a:lnTo>
                  <a:lnTo>
                    <a:pt x="56334" y="54154"/>
                  </a:lnTo>
                  <a:lnTo>
                    <a:pt x="56857" y="53565"/>
                  </a:lnTo>
                  <a:lnTo>
                    <a:pt x="57359" y="52976"/>
                  </a:lnTo>
                  <a:lnTo>
                    <a:pt x="57838" y="52366"/>
                  </a:lnTo>
                  <a:lnTo>
                    <a:pt x="58318" y="51755"/>
                  </a:lnTo>
                  <a:lnTo>
                    <a:pt x="58776" y="51123"/>
                  </a:lnTo>
                  <a:lnTo>
                    <a:pt x="59234" y="50491"/>
                  </a:lnTo>
                  <a:lnTo>
                    <a:pt x="59648" y="49837"/>
                  </a:lnTo>
                  <a:lnTo>
                    <a:pt x="60062" y="49161"/>
                  </a:lnTo>
                  <a:lnTo>
                    <a:pt x="60454" y="48507"/>
                  </a:lnTo>
                  <a:lnTo>
                    <a:pt x="60847" y="47810"/>
                  </a:lnTo>
                  <a:lnTo>
                    <a:pt x="61217" y="47112"/>
                  </a:lnTo>
                  <a:lnTo>
                    <a:pt x="61566" y="46414"/>
                  </a:lnTo>
                  <a:lnTo>
                    <a:pt x="61893" y="45695"/>
                  </a:lnTo>
                  <a:lnTo>
                    <a:pt x="62220" y="44975"/>
                  </a:lnTo>
                  <a:lnTo>
                    <a:pt x="62504" y="44256"/>
                  </a:lnTo>
                  <a:lnTo>
                    <a:pt x="62787" y="43515"/>
                  </a:lnTo>
                  <a:lnTo>
                    <a:pt x="63049" y="42774"/>
                  </a:lnTo>
                  <a:lnTo>
                    <a:pt x="63289" y="42011"/>
                  </a:lnTo>
                  <a:lnTo>
                    <a:pt x="63528" y="41247"/>
                  </a:lnTo>
                  <a:lnTo>
                    <a:pt x="63746" y="40463"/>
                  </a:lnTo>
                  <a:lnTo>
                    <a:pt x="63921" y="39700"/>
                  </a:lnTo>
                  <a:lnTo>
                    <a:pt x="64095" y="38915"/>
                  </a:lnTo>
                  <a:lnTo>
                    <a:pt x="64248" y="38108"/>
                  </a:lnTo>
                  <a:lnTo>
                    <a:pt x="64379" y="37302"/>
                  </a:lnTo>
                  <a:lnTo>
                    <a:pt x="64488" y="36495"/>
                  </a:lnTo>
                  <a:lnTo>
                    <a:pt x="64597" y="35688"/>
                  </a:lnTo>
                  <a:lnTo>
                    <a:pt x="64662" y="34860"/>
                  </a:lnTo>
                  <a:lnTo>
                    <a:pt x="64706" y="34053"/>
                  </a:lnTo>
                  <a:lnTo>
                    <a:pt x="64749" y="33225"/>
                  </a:lnTo>
                  <a:lnTo>
                    <a:pt x="64749" y="32375"/>
                  </a:lnTo>
                  <a:lnTo>
                    <a:pt x="64749" y="31546"/>
                  </a:lnTo>
                  <a:lnTo>
                    <a:pt x="64706" y="30718"/>
                  </a:lnTo>
                  <a:lnTo>
                    <a:pt x="64662" y="29889"/>
                  </a:lnTo>
                  <a:lnTo>
                    <a:pt x="64597" y="29061"/>
                  </a:lnTo>
                  <a:lnTo>
                    <a:pt x="64488" y="28254"/>
                  </a:lnTo>
                  <a:lnTo>
                    <a:pt x="64379" y="27448"/>
                  </a:lnTo>
                  <a:lnTo>
                    <a:pt x="64248" y="26641"/>
                  </a:lnTo>
                  <a:lnTo>
                    <a:pt x="64095" y="25856"/>
                  </a:lnTo>
                  <a:lnTo>
                    <a:pt x="63921" y="25071"/>
                  </a:lnTo>
                  <a:lnTo>
                    <a:pt x="63746" y="24286"/>
                  </a:lnTo>
                  <a:lnTo>
                    <a:pt x="63528" y="23523"/>
                  </a:lnTo>
                  <a:lnTo>
                    <a:pt x="63289" y="22760"/>
                  </a:lnTo>
                  <a:lnTo>
                    <a:pt x="63049" y="21997"/>
                  </a:lnTo>
                  <a:lnTo>
                    <a:pt x="62787" y="21234"/>
                  </a:lnTo>
                  <a:lnTo>
                    <a:pt x="62504" y="20515"/>
                  </a:lnTo>
                  <a:lnTo>
                    <a:pt x="62220" y="19774"/>
                  </a:lnTo>
                  <a:lnTo>
                    <a:pt x="61893" y="19054"/>
                  </a:lnTo>
                  <a:lnTo>
                    <a:pt x="61566" y="18335"/>
                  </a:lnTo>
                  <a:lnTo>
                    <a:pt x="61217" y="17637"/>
                  </a:lnTo>
                  <a:lnTo>
                    <a:pt x="60847" y="16939"/>
                  </a:lnTo>
                  <a:lnTo>
                    <a:pt x="60454" y="16264"/>
                  </a:lnTo>
                  <a:lnTo>
                    <a:pt x="60062" y="15588"/>
                  </a:lnTo>
                  <a:lnTo>
                    <a:pt x="59648" y="14934"/>
                  </a:lnTo>
                  <a:lnTo>
                    <a:pt x="59234" y="14280"/>
                  </a:lnTo>
                  <a:lnTo>
                    <a:pt x="58776" y="13626"/>
                  </a:lnTo>
                  <a:lnTo>
                    <a:pt x="58318" y="12994"/>
                  </a:lnTo>
                  <a:lnTo>
                    <a:pt x="57838" y="12383"/>
                  </a:lnTo>
                  <a:lnTo>
                    <a:pt x="57359" y="11773"/>
                  </a:lnTo>
                  <a:lnTo>
                    <a:pt x="56857" y="11184"/>
                  </a:lnTo>
                  <a:lnTo>
                    <a:pt x="56334" y="10595"/>
                  </a:lnTo>
                  <a:lnTo>
                    <a:pt x="55811" y="10029"/>
                  </a:lnTo>
                  <a:lnTo>
                    <a:pt x="55266" y="9484"/>
                  </a:lnTo>
                  <a:lnTo>
                    <a:pt x="54721" y="8939"/>
                  </a:lnTo>
                  <a:lnTo>
                    <a:pt x="54154" y="8415"/>
                  </a:lnTo>
                  <a:lnTo>
                    <a:pt x="53565" y="7892"/>
                  </a:lnTo>
                  <a:lnTo>
                    <a:pt x="52977" y="7391"/>
                  </a:lnTo>
                  <a:lnTo>
                    <a:pt x="52366" y="6911"/>
                  </a:lnTo>
                  <a:lnTo>
                    <a:pt x="51756" y="6431"/>
                  </a:lnTo>
                  <a:lnTo>
                    <a:pt x="51124" y="5974"/>
                  </a:lnTo>
                  <a:lnTo>
                    <a:pt x="50470" y="5538"/>
                  </a:lnTo>
                  <a:lnTo>
                    <a:pt x="49816" y="5102"/>
                  </a:lnTo>
                  <a:lnTo>
                    <a:pt x="49162" y="4687"/>
                  </a:lnTo>
                  <a:lnTo>
                    <a:pt x="48486" y="4295"/>
                  </a:lnTo>
                  <a:lnTo>
                    <a:pt x="47810" y="3903"/>
                  </a:lnTo>
                  <a:lnTo>
                    <a:pt x="47112" y="3532"/>
                  </a:lnTo>
                  <a:lnTo>
                    <a:pt x="46415" y="3183"/>
                  </a:lnTo>
                  <a:lnTo>
                    <a:pt x="45695" y="2856"/>
                  </a:lnTo>
                  <a:lnTo>
                    <a:pt x="44976" y="2551"/>
                  </a:lnTo>
                  <a:lnTo>
                    <a:pt x="44256" y="2246"/>
                  </a:lnTo>
                  <a:lnTo>
                    <a:pt x="43515" y="1962"/>
                  </a:lnTo>
                  <a:lnTo>
                    <a:pt x="42752" y="1701"/>
                  </a:lnTo>
                  <a:lnTo>
                    <a:pt x="42011" y="1461"/>
                  </a:lnTo>
                  <a:lnTo>
                    <a:pt x="41248" y="1221"/>
                  </a:lnTo>
                  <a:lnTo>
                    <a:pt x="40463" y="1025"/>
                  </a:lnTo>
                  <a:lnTo>
                    <a:pt x="39678" y="829"/>
                  </a:lnTo>
                  <a:lnTo>
                    <a:pt x="38893" y="654"/>
                  </a:lnTo>
                  <a:lnTo>
                    <a:pt x="38109" y="502"/>
                  </a:lnTo>
                  <a:lnTo>
                    <a:pt x="37302" y="371"/>
                  </a:lnTo>
                  <a:lnTo>
                    <a:pt x="36495" y="262"/>
                  </a:lnTo>
                  <a:lnTo>
                    <a:pt x="35689" y="175"/>
                  </a:lnTo>
                  <a:lnTo>
                    <a:pt x="34860" y="87"/>
                  </a:lnTo>
                  <a:lnTo>
                    <a:pt x="34032" y="44"/>
                  </a:lnTo>
                  <a:lnTo>
                    <a:pt x="3320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0" name="Google Shape;11290;p80"/>
            <p:cNvSpPr/>
            <p:nvPr/>
          </p:nvSpPr>
          <p:spPr>
            <a:xfrm>
              <a:off x="2927900" y="2742963"/>
              <a:ext cx="1618750" cy="1619275"/>
            </a:xfrm>
            <a:custGeom>
              <a:rect b="b" l="l" r="r" t="t"/>
              <a:pathLst>
                <a:path extrusionOk="0" fill="none" h="64771" w="64750">
                  <a:moveTo>
                    <a:pt x="64749" y="32375"/>
                  </a:moveTo>
                  <a:lnTo>
                    <a:pt x="64749" y="32375"/>
                  </a:lnTo>
                  <a:lnTo>
                    <a:pt x="64749" y="33225"/>
                  </a:lnTo>
                  <a:lnTo>
                    <a:pt x="64706" y="34053"/>
                  </a:lnTo>
                  <a:lnTo>
                    <a:pt x="64662" y="34860"/>
                  </a:lnTo>
                  <a:lnTo>
                    <a:pt x="64597" y="35688"/>
                  </a:lnTo>
                  <a:lnTo>
                    <a:pt x="64488" y="36495"/>
                  </a:lnTo>
                  <a:lnTo>
                    <a:pt x="64379" y="37302"/>
                  </a:lnTo>
                  <a:lnTo>
                    <a:pt x="64248" y="38108"/>
                  </a:lnTo>
                  <a:lnTo>
                    <a:pt x="64095" y="38915"/>
                  </a:lnTo>
                  <a:lnTo>
                    <a:pt x="63921" y="39700"/>
                  </a:lnTo>
                  <a:lnTo>
                    <a:pt x="63746" y="40463"/>
                  </a:lnTo>
                  <a:lnTo>
                    <a:pt x="63528" y="41247"/>
                  </a:lnTo>
                  <a:lnTo>
                    <a:pt x="63289" y="42011"/>
                  </a:lnTo>
                  <a:lnTo>
                    <a:pt x="63049" y="42774"/>
                  </a:lnTo>
                  <a:lnTo>
                    <a:pt x="62787" y="43515"/>
                  </a:lnTo>
                  <a:lnTo>
                    <a:pt x="62504" y="44256"/>
                  </a:lnTo>
                  <a:lnTo>
                    <a:pt x="62220" y="44975"/>
                  </a:lnTo>
                  <a:lnTo>
                    <a:pt x="61893" y="45695"/>
                  </a:lnTo>
                  <a:lnTo>
                    <a:pt x="61566" y="46414"/>
                  </a:lnTo>
                  <a:lnTo>
                    <a:pt x="61217" y="47112"/>
                  </a:lnTo>
                  <a:lnTo>
                    <a:pt x="60847" y="47810"/>
                  </a:lnTo>
                  <a:lnTo>
                    <a:pt x="60454" y="48507"/>
                  </a:lnTo>
                  <a:lnTo>
                    <a:pt x="60062" y="49161"/>
                  </a:lnTo>
                  <a:lnTo>
                    <a:pt x="59648" y="49837"/>
                  </a:lnTo>
                  <a:lnTo>
                    <a:pt x="59234" y="50491"/>
                  </a:lnTo>
                  <a:lnTo>
                    <a:pt x="58776" y="51123"/>
                  </a:lnTo>
                  <a:lnTo>
                    <a:pt x="58318" y="51755"/>
                  </a:lnTo>
                  <a:lnTo>
                    <a:pt x="57838" y="52366"/>
                  </a:lnTo>
                  <a:lnTo>
                    <a:pt x="57359" y="52976"/>
                  </a:lnTo>
                  <a:lnTo>
                    <a:pt x="56857" y="53565"/>
                  </a:lnTo>
                  <a:lnTo>
                    <a:pt x="56334" y="54154"/>
                  </a:lnTo>
                  <a:lnTo>
                    <a:pt x="55811" y="54720"/>
                  </a:lnTo>
                  <a:lnTo>
                    <a:pt x="55266" y="55287"/>
                  </a:lnTo>
                  <a:lnTo>
                    <a:pt x="54721" y="55810"/>
                  </a:lnTo>
                  <a:lnTo>
                    <a:pt x="54154" y="56355"/>
                  </a:lnTo>
                  <a:lnTo>
                    <a:pt x="53565" y="56857"/>
                  </a:lnTo>
                  <a:lnTo>
                    <a:pt x="52977" y="57358"/>
                  </a:lnTo>
                  <a:lnTo>
                    <a:pt x="52366" y="57860"/>
                  </a:lnTo>
                  <a:lnTo>
                    <a:pt x="51756" y="58318"/>
                  </a:lnTo>
                  <a:lnTo>
                    <a:pt x="51124" y="58797"/>
                  </a:lnTo>
                  <a:lnTo>
                    <a:pt x="50470" y="59233"/>
                  </a:lnTo>
                  <a:lnTo>
                    <a:pt x="49816" y="59669"/>
                  </a:lnTo>
                  <a:lnTo>
                    <a:pt x="49162" y="60083"/>
                  </a:lnTo>
                  <a:lnTo>
                    <a:pt x="48486" y="60476"/>
                  </a:lnTo>
                  <a:lnTo>
                    <a:pt x="47810" y="60846"/>
                  </a:lnTo>
                  <a:lnTo>
                    <a:pt x="47112" y="61217"/>
                  </a:lnTo>
                  <a:lnTo>
                    <a:pt x="46415" y="61566"/>
                  </a:lnTo>
                  <a:lnTo>
                    <a:pt x="45695" y="61893"/>
                  </a:lnTo>
                  <a:lnTo>
                    <a:pt x="44976" y="62220"/>
                  </a:lnTo>
                  <a:lnTo>
                    <a:pt x="44256" y="62525"/>
                  </a:lnTo>
                  <a:lnTo>
                    <a:pt x="43515" y="62787"/>
                  </a:lnTo>
                  <a:lnTo>
                    <a:pt x="42752" y="63070"/>
                  </a:lnTo>
                  <a:lnTo>
                    <a:pt x="42011" y="63310"/>
                  </a:lnTo>
                  <a:lnTo>
                    <a:pt x="41248" y="63528"/>
                  </a:lnTo>
                  <a:lnTo>
                    <a:pt x="40463" y="63746"/>
                  </a:lnTo>
                  <a:lnTo>
                    <a:pt x="39678" y="63942"/>
                  </a:lnTo>
                  <a:lnTo>
                    <a:pt x="38893" y="64095"/>
                  </a:lnTo>
                  <a:lnTo>
                    <a:pt x="38109" y="64247"/>
                  </a:lnTo>
                  <a:lnTo>
                    <a:pt x="37302" y="64378"/>
                  </a:lnTo>
                  <a:lnTo>
                    <a:pt x="36495" y="64509"/>
                  </a:lnTo>
                  <a:lnTo>
                    <a:pt x="35689" y="64596"/>
                  </a:lnTo>
                  <a:lnTo>
                    <a:pt x="34860" y="64662"/>
                  </a:lnTo>
                  <a:lnTo>
                    <a:pt x="34032" y="64727"/>
                  </a:lnTo>
                  <a:lnTo>
                    <a:pt x="33203" y="64749"/>
                  </a:lnTo>
                  <a:lnTo>
                    <a:pt x="32375" y="64771"/>
                  </a:lnTo>
                  <a:lnTo>
                    <a:pt x="32375" y="64771"/>
                  </a:lnTo>
                  <a:lnTo>
                    <a:pt x="31547" y="64749"/>
                  </a:lnTo>
                  <a:lnTo>
                    <a:pt x="30696" y="64727"/>
                  </a:lnTo>
                  <a:lnTo>
                    <a:pt x="29890" y="64662"/>
                  </a:lnTo>
                  <a:lnTo>
                    <a:pt x="29061" y="64596"/>
                  </a:lnTo>
                  <a:lnTo>
                    <a:pt x="28255" y="64509"/>
                  </a:lnTo>
                  <a:lnTo>
                    <a:pt x="27448" y="64378"/>
                  </a:lnTo>
                  <a:lnTo>
                    <a:pt x="26641" y="64247"/>
                  </a:lnTo>
                  <a:lnTo>
                    <a:pt x="25857" y="64095"/>
                  </a:lnTo>
                  <a:lnTo>
                    <a:pt x="25050" y="63942"/>
                  </a:lnTo>
                  <a:lnTo>
                    <a:pt x="24287" y="63746"/>
                  </a:lnTo>
                  <a:lnTo>
                    <a:pt x="23502" y="63528"/>
                  </a:lnTo>
                  <a:lnTo>
                    <a:pt x="22739" y="63310"/>
                  </a:lnTo>
                  <a:lnTo>
                    <a:pt x="21976" y="63070"/>
                  </a:lnTo>
                  <a:lnTo>
                    <a:pt x="21235" y="62787"/>
                  </a:lnTo>
                  <a:lnTo>
                    <a:pt x="20494" y="62525"/>
                  </a:lnTo>
                  <a:lnTo>
                    <a:pt x="19774" y="62220"/>
                  </a:lnTo>
                  <a:lnTo>
                    <a:pt x="19055" y="61893"/>
                  </a:lnTo>
                  <a:lnTo>
                    <a:pt x="18335" y="61566"/>
                  </a:lnTo>
                  <a:lnTo>
                    <a:pt x="17638" y="61217"/>
                  </a:lnTo>
                  <a:lnTo>
                    <a:pt x="16940" y="60846"/>
                  </a:lnTo>
                  <a:lnTo>
                    <a:pt x="16264" y="60476"/>
                  </a:lnTo>
                  <a:lnTo>
                    <a:pt x="15588" y="60083"/>
                  </a:lnTo>
                  <a:lnTo>
                    <a:pt x="14913" y="59669"/>
                  </a:lnTo>
                  <a:lnTo>
                    <a:pt x="14259" y="59233"/>
                  </a:lnTo>
                  <a:lnTo>
                    <a:pt x="13626" y="58797"/>
                  </a:lnTo>
                  <a:lnTo>
                    <a:pt x="12994" y="58318"/>
                  </a:lnTo>
                  <a:lnTo>
                    <a:pt x="12384" y="57860"/>
                  </a:lnTo>
                  <a:lnTo>
                    <a:pt x="11773" y="57358"/>
                  </a:lnTo>
                  <a:lnTo>
                    <a:pt x="11185" y="56857"/>
                  </a:lnTo>
                  <a:lnTo>
                    <a:pt x="10596" y="56355"/>
                  </a:lnTo>
                  <a:lnTo>
                    <a:pt x="10029" y="55810"/>
                  </a:lnTo>
                  <a:lnTo>
                    <a:pt x="9484" y="55287"/>
                  </a:lnTo>
                  <a:lnTo>
                    <a:pt x="8939" y="54720"/>
                  </a:lnTo>
                  <a:lnTo>
                    <a:pt x="8394" y="54154"/>
                  </a:lnTo>
                  <a:lnTo>
                    <a:pt x="7893" y="53565"/>
                  </a:lnTo>
                  <a:lnTo>
                    <a:pt x="7391" y="52976"/>
                  </a:lnTo>
                  <a:lnTo>
                    <a:pt x="6890" y="52366"/>
                  </a:lnTo>
                  <a:lnTo>
                    <a:pt x="6432" y="51755"/>
                  </a:lnTo>
                  <a:lnTo>
                    <a:pt x="5974" y="51123"/>
                  </a:lnTo>
                  <a:lnTo>
                    <a:pt x="5516" y="50491"/>
                  </a:lnTo>
                  <a:lnTo>
                    <a:pt x="5102" y="49837"/>
                  </a:lnTo>
                  <a:lnTo>
                    <a:pt x="4688" y="49161"/>
                  </a:lnTo>
                  <a:lnTo>
                    <a:pt x="4274" y="48507"/>
                  </a:lnTo>
                  <a:lnTo>
                    <a:pt x="3903" y="47810"/>
                  </a:lnTo>
                  <a:lnTo>
                    <a:pt x="3533" y="47112"/>
                  </a:lnTo>
                  <a:lnTo>
                    <a:pt x="3184" y="46414"/>
                  </a:lnTo>
                  <a:lnTo>
                    <a:pt x="2857" y="45695"/>
                  </a:lnTo>
                  <a:lnTo>
                    <a:pt x="2530" y="44975"/>
                  </a:lnTo>
                  <a:lnTo>
                    <a:pt x="2246" y="44256"/>
                  </a:lnTo>
                  <a:lnTo>
                    <a:pt x="1963" y="43515"/>
                  </a:lnTo>
                  <a:lnTo>
                    <a:pt x="1701" y="42774"/>
                  </a:lnTo>
                  <a:lnTo>
                    <a:pt x="1440" y="42011"/>
                  </a:lnTo>
                  <a:lnTo>
                    <a:pt x="1222" y="41247"/>
                  </a:lnTo>
                  <a:lnTo>
                    <a:pt x="1004" y="40463"/>
                  </a:lnTo>
                  <a:lnTo>
                    <a:pt x="829" y="39700"/>
                  </a:lnTo>
                  <a:lnTo>
                    <a:pt x="655" y="38915"/>
                  </a:lnTo>
                  <a:lnTo>
                    <a:pt x="502" y="38108"/>
                  </a:lnTo>
                  <a:lnTo>
                    <a:pt x="371" y="37302"/>
                  </a:lnTo>
                  <a:lnTo>
                    <a:pt x="241" y="36495"/>
                  </a:lnTo>
                  <a:lnTo>
                    <a:pt x="153" y="35688"/>
                  </a:lnTo>
                  <a:lnTo>
                    <a:pt x="88" y="34860"/>
                  </a:lnTo>
                  <a:lnTo>
                    <a:pt x="23" y="34053"/>
                  </a:lnTo>
                  <a:lnTo>
                    <a:pt x="1" y="33225"/>
                  </a:lnTo>
                  <a:lnTo>
                    <a:pt x="1" y="32375"/>
                  </a:lnTo>
                  <a:lnTo>
                    <a:pt x="1" y="32375"/>
                  </a:lnTo>
                  <a:lnTo>
                    <a:pt x="1" y="31546"/>
                  </a:lnTo>
                  <a:lnTo>
                    <a:pt x="23" y="30718"/>
                  </a:lnTo>
                  <a:lnTo>
                    <a:pt x="88" y="29889"/>
                  </a:lnTo>
                  <a:lnTo>
                    <a:pt x="153" y="29061"/>
                  </a:lnTo>
                  <a:lnTo>
                    <a:pt x="241" y="28254"/>
                  </a:lnTo>
                  <a:lnTo>
                    <a:pt x="371" y="27448"/>
                  </a:lnTo>
                  <a:lnTo>
                    <a:pt x="502" y="26641"/>
                  </a:lnTo>
                  <a:lnTo>
                    <a:pt x="655" y="25856"/>
                  </a:lnTo>
                  <a:lnTo>
                    <a:pt x="829" y="25071"/>
                  </a:lnTo>
                  <a:lnTo>
                    <a:pt x="1004" y="24286"/>
                  </a:lnTo>
                  <a:lnTo>
                    <a:pt x="1222" y="23523"/>
                  </a:lnTo>
                  <a:lnTo>
                    <a:pt x="1440" y="22760"/>
                  </a:lnTo>
                  <a:lnTo>
                    <a:pt x="1701" y="21997"/>
                  </a:lnTo>
                  <a:lnTo>
                    <a:pt x="1963" y="21234"/>
                  </a:lnTo>
                  <a:lnTo>
                    <a:pt x="2246" y="20515"/>
                  </a:lnTo>
                  <a:lnTo>
                    <a:pt x="2530" y="19774"/>
                  </a:lnTo>
                  <a:lnTo>
                    <a:pt x="2857" y="19054"/>
                  </a:lnTo>
                  <a:lnTo>
                    <a:pt x="3184" y="18335"/>
                  </a:lnTo>
                  <a:lnTo>
                    <a:pt x="3533" y="17637"/>
                  </a:lnTo>
                  <a:lnTo>
                    <a:pt x="3903" y="16939"/>
                  </a:lnTo>
                  <a:lnTo>
                    <a:pt x="4274" y="16264"/>
                  </a:lnTo>
                  <a:lnTo>
                    <a:pt x="4688" y="15588"/>
                  </a:lnTo>
                  <a:lnTo>
                    <a:pt x="5102" y="14934"/>
                  </a:lnTo>
                  <a:lnTo>
                    <a:pt x="5516" y="14280"/>
                  </a:lnTo>
                  <a:lnTo>
                    <a:pt x="5974" y="13626"/>
                  </a:lnTo>
                  <a:lnTo>
                    <a:pt x="6432" y="12994"/>
                  </a:lnTo>
                  <a:lnTo>
                    <a:pt x="6890" y="12383"/>
                  </a:lnTo>
                  <a:lnTo>
                    <a:pt x="7391" y="11773"/>
                  </a:lnTo>
                  <a:lnTo>
                    <a:pt x="7893" y="11184"/>
                  </a:lnTo>
                  <a:lnTo>
                    <a:pt x="8394" y="10595"/>
                  </a:lnTo>
                  <a:lnTo>
                    <a:pt x="8939" y="10029"/>
                  </a:lnTo>
                  <a:lnTo>
                    <a:pt x="9484" y="9484"/>
                  </a:lnTo>
                  <a:lnTo>
                    <a:pt x="10029" y="8939"/>
                  </a:lnTo>
                  <a:lnTo>
                    <a:pt x="10596" y="8415"/>
                  </a:lnTo>
                  <a:lnTo>
                    <a:pt x="11185" y="7892"/>
                  </a:lnTo>
                  <a:lnTo>
                    <a:pt x="11773" y="7391"/>
                  </a:lnTo>
                  <a:lnTo>
                    <a:pt x="12384" y="6911"/>
                  </a:lnTo>
                  <a:lnTo>
                    <a:pt x="12994" y="6431"/>
                  </a:lnTo>
                  <a:lnTo>
                    <a:pt x="13626" y="5974"/>
                  </a:lnTo>
                  <a:lnTo>
                    <a:pt x="14259" y="5538"/>
                  </a:lnTo>
                  <a:lnTo>
                    <a:pt x="14913" y="5102"/>
                  </a:lnTo>
                  <a:lnTo>
                    <a:pt x="15588" y="4687"/>
                  </a:lnTo>
                  <a:lnTo>
                    <a:pt x="16264" y="4295"/>
                  </a:lnTo>
                  <a:lnTo>
                    <a:pt x="16940" y="3903"/>
                  </a:lnTo>
                  <a:lnTo>
                    <a:pt x="17638" y="3532"/>
                  </a:lnTo>
                  <a:lnTo>
                    <a:pt x="18335" y="3183"/>
                  </a:lnTo>
                  <a:lnTo>
                    <a:pt x="19055" y="2856"/>
                  </a:lnTo>
                  <a:lnTo>
                    <a:pt x="19774" y="2551"/>
                  </a:lnTo>
                  <a:lnTo>
                    <a:pt x="20494" y="2246"/>
                  </a:lnTo>
                  <a:lnTo>
                    <a:pt x="21235" y="1962"/>
                  </a:lnTo>
                  <a:lnTo>
                    <a:pt x="21976" y="1701"/>
                  </a:lnTo>
                  <a:lnTo>
                    <a:pt x="22739" y="1461"/>
                  </a:lnTo>
                  <a:lnTo>
                    <a:pt x="23502" y="1221"/>
                  </a:lnTo>
                  <a:lnTo>
                    <a:pt x="24287" y="1025"/>
                  </a:lnTo>
                  <a:lnTo>
                    <a:pt x="25050" y="829"/>
                  </a:lnTo>
                  <a:lnTo>
                    <a:pt x="25857" y="654"/>
                  </a:lnTo>
                  <a:lnTo>
                    <a:pt x="26641" y="502"/>
                  </a:lnTo>
                  <a:lnTo>
                    <a:pt x="27448" y="371"/>
                  </a:lnTo>
                  <a:lnTo>
                    <a:pt x="28255" y="262"/>
                  </a:lnTo>
                  <a:lnTo>
                    <a:pt x="29061" y="175"/>
                  </a:lnTo>
                  <a:lnTo>
                    <a:pt x="29890" y="87"/>
                  </a:lnTo>
                  <a:lnTo>
                    <a:pt x="30696" y="44"/>
                  </a:lnTo>
                  <a:lnTo>
                    <a:pt x="31547" y="0"/>
                  </a:lnTo>
                  <a:lnTo>
                    <a:pt x="32375" y="0"/>
                  </a:lnTo>
                  <a:lnTo>
                    <a:pt x="32375" y="0"/>
                  </a:lnTo>
                  <a:lnTo>
                    <a:pt x="33203" y="0"/>
                  </a:lnTo>
                  <a:lnTo>
                    <a:pt x="34032" y="44"/>
                  </a:lnTo>
                  <a:lnTo>
                    <a:pt x="34860" y="87"/>
                  </a:lnTo>
                  <a:lnTo>
                    <a:pt x="35689" y="175"/>
                  </a:lnTo>
                  <a:lnTo>
                    <a:pt x="36495" y="262"/>
                  </a:lnTo>
                  <a:lnTo>
                    <a:pt x="37302" y="371"/>
                  </a:lnTo>
                  <a:lnTo>
                    <a:pt x="38109" y="502"/>
                  </a:lnTo>
                  <a:lnTo>
                    <a:pt x="38893" y="654"/>
                  </a:lnTo>
                  <a:lnTo>
                    <a:pt x="39678" y="829"/>
                  </a:lnTo>
                  <a:lnTo>
                    <a:pt x="40463" y="1025"/>
                  </a:lnTo>
                  <a:lnTo>
                    <a:pt x="41248" y="1221"/>
                  </a:lnTo>
                  <a:lnTo>
                    <a:pt x="42011" y="1461"/>
                  </a:lnTo>
                  <a:lnTo>
                    <a:pt x="42752" y="1701"/>
                  </a:lnTo>
                  <a:lnTo>
                    <a:pt x="43515" y="1962"/>
                  </a:lnTo>
                  <a:lnTo>
                    <a:pt x="44256" y="2246"/>
                  </a:lnTo>
                  <a:lnTo>
                    <a:pt x="44976" y="2551"/>
                  </a:lnTo>
                  <a:lnTo>
                    <a:pt x="45695" y="2856"/>
                  </a:lnTo>
                  <a:lnTo>
                    <a:pt x="46415" y="3183"/>
                  </a:lnTo>
                  <a:lnTo>
                    <a:pt x="47112" y="3532"/>
                  </a:lnTo>
                  <a:lnTo>
                    <a:pt x="47810" y="3903"/>
                  </a:lnTo>
                  <a:lnTo>
                    <a:pt x="48486" y="4295"/>
                  </a:lnTo>
                  <a:lnTo>
                    <a:pt x="49162" y="4687"/>
                  </a:lnTo>
                  <a:lnTo>
                    <a:pt x="49816" y="5102"/>
                  </a:lnTo>
                  <a:lnTo>
                    <a:pt x="50470" y="5538"/>
                  </a:lnTo>
                  <a:lnTo>
                    <a:pt x="51124" y="5974"/>
                  </a:lnTo>
                  <a:lnTo>
                    <a:pt x="51756" y="6431"/>
                  </a:lnTo>
                  <a:lnTo>
                    <a:pt x="52366" y="6911"/>
                  </a:lnTo>
                  <a:lnTo>
                    <a:pt x="52977" y="7391"/>
                  </a:lnTo>
                  <a:lnTo>
                    <a:pt x="53565" y="7892"/>
                  </a:lnTo>
                  <a:lnTo>
                    <a:pt x="54154" y="8415"/>
                  </a:lnTo>
                  <a:lnTo>
                    <a:pt x="54721" y="8939"/>
                  </a:lnTo>
                  <a:lnTo>
                    <a:pt x="55266" y="9484"/>
                  </a:lnTo>
                  <a:lnTo>
                    <a:pt x="55811" y="10029"/>
                  </a:lnTo>
                  <a:lnTo>
                    <a:pt x="56334" y="10595"/>
                  </a:lnTo>
                  <a:lnTo>
                    <a:pt x="56857" y="11184"/>
                  </a:lnTo>
                  <a:lnTo>
                    <a:pt x="57359" y="11773"/>
                  </a:lnTo>
                  <a:lnTo>
                    <a:pt x="57838" y="12383"/>
                  </a:lnTo>
                  <a:lnTo>
                    <a:pt x="58318" y="12994"/>
                  </a:lnTo>
                  <a:lnTo>
                    <a:pt x="58776" y="13626"/>
                  </a:lnTo>
                  <a:lnTo>
                    <a:pt x="59234" y="14280"/>
                  </a:lnTo>
                  <a:lnTo>
                    <a:pt x="59648" y="14934"/>
                  </a:lnTo>
                  <a:lnTo>
                    <a:pt x="60062" y="15588"/>
                  </a:lnTo>
                  <a:lnTo>
                    <a:pt x="60454" y="16264"/>
                  </a:lnTo>
                  <a:lnTo>
                    <a:pt x="60847" y="16939"/>
                  </a:lnTo>
                  <a:lnTo>
                    <a:pt x="61217" y="17637"/>
                  </a:lnTo>
                  <a:lnTo>
                    <a:pt x="61566" y="18335"/>
                  </a:lnTo>
                  <a:lnTo>
                    <a:pt x="61893" y="19054"/>
                  </a:lnTo>
                  <a:lnTo>
                    <a:pt x="62220" y="19774"/>
                  </a:lnTo>
                  <a:lnTo>
                    <a:pt x="62504" y="20515"/>
                  </a:lnTo>
                  <a:lnTo>
                    <a:pt x="62787" y="21234"/>
                  </a:lnTo>
                  <a:lnTo>
                    <a:pt x="63049" y="21997"/>
                  </a:lnTo>
                  <a:lnTo>
                    <a:pt x="63289" y="22760"/>
                  </a:lnTo>
                  <a:lnTo>
                    <a:pt x="63528" y="23523"/>
                  </a:lnTo>
                  <a:lnTo>
                    <a:pt x="63746" y="24286"/>
                  </a:lnTo>
                  <a:lnTo>
                    <a:pt x="63921" y="25071"/>
                  </a:lnTo>
                  <a:lnTo>
                    <a:pt x="64095" y="25856"/>
                  </a:lnTo>
                  <a:lnTo>
                    <a:pt x="64248" y="26641"/>
                  </a:lnTo>
                  <a:lnTo>
                    <a:pt x="64379" y="27448"/>
                  </a:lnTo>
                  <a:lnTo>
                    <a:pt x="64488" y="28254"/>
                  </a:lnTo>
                  <a:lnTo>
                    <a:pt x="64597" y="29061"/>
                  </a:lnTo>
                  <a:lnTo>
                    <a:pt x="64662" y="29889"/>
                  </a:lnTo>
                  <a:lnTo>
                    <a:pt x="64706" y="30718"/>
                  </a:lnTo>
                  <a:lnTo>
                    <a:pt x="64749" y="31546"/>
                  </a:lnTo>
                  <a:lnTo>
                    <a:pt x="64749" y="3237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1" name="Google Shape;11291;p80"/>
            <p:cNvSpPr/>
            <p:nvPr/>
          </p:nvSpPr>
          <p:spPr>
            <a:xfrm>
              <a:off x="2992775" y="2807813"/>
              <a:ext cx="1489000" cy="1489025"/>
            </a:xfrm>
            <a:custGeom>
              <a:rect b="b" l="l" r="r" t="t"/>
              <a:pathLst>
                <a:path extrusionOk="0" h="59561" w="59560">
                  <a:moveTo>
                    <a:pt x="29780" y="1"/>
                  </a:moveTo>
                  <a:lnTo>
                    <a:pt x="29039" y="22"/>
                  </a:lnTo>
                  <a:lnTo>
                    <a:pt x="28298" y="44"/>
                  </a:lnTo>
                  <a:lnTo>
                    <a:pt x="27556" y="88"/>
                  </a:lnTo>
                  <a:lnTo>
                    <a:pt x="26815" y="153"/>
                  </a:lnTo>
                  <a:lnTo>
                    <a:pt x="26096" y="240"/>
                  </a:lnTo>
                  <a:lnTo>
                    <a:pt x="25354" y="328"/>
                  </a:lnTo>
                  <a:lnTo>
                    <a:pt x="24635" y="458"/>
                  </a:lnTo>
                  <a:lnTo>
                    <a:pt x="23916" y="589"/>
                  </a:lnTo>
                  <a:lnTo>
                    <a:pt x="23218" y="742"/>
                  </a:lnTo>
                  <a:lnTo>
                    <a:pt x="22499" y="894"/>
                  </a:lnTo>
                  <a:lnTo>
                    <a:pt x="21801" y="1091"/>
                  </a:lnTo>
                  <a:lnTo>
                    <a:pt x="21103" y="1287"/>
                  </a:lnTo>
                  <a:lnTo>
                    <a:pt x="20406" y="1505"/>
                  </a:lnTo>
                  <a:lnTo>
                    <a:pt x="19730" y="1745"/>
                  </a:lnTo>
                  <a:lnTo>
                    <a:pt x="19054" y="1984"/>
                  </a:lnTo>
                  <a:lnTo>
                    <a:pt x="18378" y="2268"/>
                  </a:lnTo>
                  <a:lnTo>
                    <a:pt x="17702" y="2551"/>
                  </a:lnTo>
                  <a:lnTo>
                    <a:pt x="17048" y="2856"/>
                  </a:lnTo>
                  <a:lnTo>
                    <a:pt x="16394" y="3162"/>
                  </a:lnTo>
                  <a:lnTo>
                    <a:pt x="15762" y="3510"/>
                  </a:lnTo>
                  <a:lnTo>
                    <a:pt x="15130" y="3859"/>
                  </a:lnTo>
                  <a:lnTo>
                    <a:pt x="14498" y="4208"/>
                  </a:lnTo>
                  <a:lnTo>
                    <a:pt x="13887" y="4601"/>
                  </a:lnTo>
                  <a:lnTo>
                    <a:pt x="13277" y="4993"/>
                  </a:lnTo>
                  <a:lnTo>
                    <a:pt x="12666" y="5407"/>
                  </a:lnTo>
                  <a:lnTo>
                    <a:pt x="12078" y="5843"/>
                  </a:lnTo>
                  <a:lnTo>
                    <a:pt x="11489" y="6279"/>
                  </a:lnTo>
                  <a:lnTo>
                    <a:pt x="10922" y="6737"/>
                  </a:lnTo>
                  <a:lnTo>
                    <a:pt x="10356" y="7217"/>
                  </a:lnTo>
                  <a:lnTo>
                    <a:pt x="9810" y="7696"/>
                  </a:lnTo>
                  <a:lnTo>
                    <a:pt x="9265" y="8219"/>
                  </a:lnTo>
                  <a:lnTo>
                    <a:pt x="8720" y="8743"/>
                  </a:lnTo>
                  <a:lnTo>
                    <a:pt x="8197" y="9266"/>
                  </a:lnTo>
                  <a:lnTo>
                    <a:pt x="7696" y="9811"/>
                  </a:lnTo>
                  <a:lnTo>
                    <a:pt x="7216" y="10356"/>
                  </a:lnTo>
                  <a:lnTo>
                    <a:pt x="6737" y="10923"/>
                  </a:lnTo>
                  <a:lnTo>
                    <a:pt x="6279" y="11490"/>
                  </a:lnTo>
                  <a:lnTo>
                    <a:pt x="5821" y="12078"/>
                  </a:lnTo>
                  <a:lnTo>
                    <a:pt x="5407" y="12667"/>
                  </a:lnTo>
                  <a:lnTo>
                    <a:pt x="4993" y="13277"/>
                  </a:lnTo>
                  <a:lnTo>
                    <a:pt x="4600" y="13888"/>
                  </a:lnTo>
                  <a:lnTo>
                    <a:pt x="4208" y="14498"/>
                  </a:lnTo>
                  <a:lnTo>
                    <a:pt x="3837" y="15130"/>
                  </a:lnTo>
                  <a:lnTo>
                    <a:pt x="3488" y="15763"/>
                  </a:lnTo>
                  <a:lnTo>
                    <a:pt x="3161" y="16417"/>
                  </a:lnTo>
                  <a:lnTo>
                    <a:pt x="2834" y="17071"/>
                  </a:lnTo>
                  <a:lnTo>
                    <a:pt x="2551" y="17725"/>
                  </a:lnTo>
                  <a:lnTo>
                    <a:pt x="2246" y="18379"/>
                  </a:lnTo>
                  <a:lnTo>
                    <a:pt x="1984" y="19054"/>
                  </a:lnTo>
                  <a:lnTo>
                    <a:pt x="1744" y="19730"/>
                  </a:lnTo>
                  <a:lnTo>
                    <a:pt x="1504" y="20428"/>
                  </a:lnTo>
                  <a:lnTo>
                    <a:pt x="1286" y="21104"/>
                  </a:lnTo>
                  <a:lnTo>
                    <a:pt x="1068" y="21801"/>
                  </a:lnTo>
                  <a:lnTo>
                    <a:pt x="894" y="22521"/>
                  </a:lnTo>
                  <a:lnTo>
                    <a:pt x="720" y="23218"/>
                  </a:lnTo>
                  <a:lnTo>
                    <a:pt x="567" y="23938"/>
                  </a:lnTo>
                  <a:lnTo>
                    <a:pt x="436" y="24657"/>
                  </a:lnTo>
                  <a:lnTo>
                    <a:pt x="327" y="25377"/>
                  </a:lnTo>
                  <a:lnTo>
                    <a:pt x="218" y="26096"/>
                  </a:lnTo>
                  <a:lnTo>
                    <a:pt x="153" y="26837"/>
                  </a:lnTo>
                  <a:lnTo>
                    <a:pt x="87" y="27557"/>
                  </a:lnTo>
                  <a:lnTo>
                    <a:pt x="44" y="28298"/>
                  </a:lnTo>
                  <a:lnTo>
                    <a:pt x="22" y="29039"/>
                  </a:lnTo>
                  <a:lnTo>
                    <a:pt x="0" y="29781"/>
                  </a:lnTo>
                  <a:lnTo>
                    <a:pt x="22" y="30522"/>
                  </a:lnTo>
                  <a:lnTo>
                    <a:pt x="44" y="31263"/>
                  </a:lnTo>
                  <a:lnTo>
                    <a:pt x="87" y="32004"/>
                  </a:lnTo>
                  <a:lnTo>
                    <a:pt x="153" y="32745"/>
                  </a:lnTo>
                  <a:lnTo>
                    <a:pt x="218" y="33465"/>
                  </a:lnTo>
                  <a:lnTo>
                    <a:pt x="327" y="34206"/>
                  </a:lnTo>
                  <a:lnTo>
                    <a:pt x="436" y="34926"/>
                  </a:lnTo>
                  <a:lnTo>
                    <a:pt x="567" y="35645"/>
                  </a:lnTo>
                  <a:lnTo>
                    <a:pt x="720" y="36343"/>
                  </a:lnTo>
                  <a:lnTo>
                    <a:pt x="894" y="37062"/>
                  </a:lnTo>
                  <a:lnTo>
                    <a:pt x="1068" y="37760"/>
                  </a:lnTo>
                  <a:lnTo>
                    <a:pt x="1286" y="38457"/>
                  </a:lnTo>
                  <a:lnTo>
                    <a:pt x="1504" y="39155"/>
                  </a:lnTo>
                  <a:lnTo>
                    <a:pt x="1744" y="39831"/>
                  </a:lnTo>
                  <a:lnTo>
                    <a:pt x="1984" y="40507"/>
                  </a:lnTo>
                  <a:lnTo>
                    <a:pt x="2246" y="41182"/>
                  </a:lnTo>
                  <a:lnTo>
                    <a:pt x="2551" y="41858"/>
                  </a:lnTo>
                  <a:lnTo>
                    <a:pt x="2834" y="42512"/>
                  </a:lnTo>
                  <a:lnTo>
                    <a:pt x="3161" y="43166"/>
                  </a:lnTo>
                  <a:lnTo>
                    <a:pt x="3488" y="43798"/>
                  </a:lnTo>
                  <a:lnTo>
                    <a:pt x="3837" y="44431"/>
                  </a:lnTo>
                  <a:lnTo>
                    <a:pt x="4208" y="45063"/>
                  </a:lnTo>
                  <a:lnTo>
                    <a:pt x="4600" y="45695"/>
                  </a:lnTo>
                  <a:lnTo>
                    <a:pt x="4993" y="46306"/>
                  </a:lnTo>
                  <a:lnTo>
                    <a:pt x="5407" y="46894"/>
                  </a:lnTo>
                  <a:lnTo>
                    <a:pt x="5821" y="47483"/>
                  </a:lnTo>
                  <a:lnTo>
                    <a:pt x="6279" y="48071"/>
                  </a:lnTo>
                  <a:lnTo>
                    <a:pt x="6737" y="48638"/>
                  </a:lnTo>
                  <a:lnTo>
                    <a:pt x="7216" y="49205"/>
                  </a:lnTo>
                  <a:lnTo>
                    <a:pt x="7696" y="49772"/>
                  </a:lnTo>
                  <a:lnTo>
                    <a:pt x="8197" y="50295"/>
                  </a:lnTo>
                  <a:lnTo>
                    <a:pt x="8720" y="50840"/>
                  </a:lnTo>
                  <a:lnTo>
                    <a:pt x="9265" y="51363"/>
                  </a:lnTo>
                  <a:lnTo>
                    <a:pt x="9810" y="51865"/>
                  </a:lnTo>
                  <a:lnTo>
                    <a:pt x="10356" y="52344"/>
                  </a:lnTo>
                  <a:lnTo>
                    <a:pt x="10922" y="52824"/>
                  </a:lnTo>
                  <a:lnTo>
                    <a:pt x="11489" y="53282"/>
                  </a:lnTo>
                  <a:lnTo>
                    <a:pt x="12078" y="53740"/>
                  </a:lnTo>
                  <a:lnTo>
                    <a:pt x="12666" y="54154"/>
                  </a:lnTo>
                  <a:lnTo>
                    <a:pt x="13277" y="54568"/>
                  </a:lnTo>
                  <a:lnTo>
                    <a:pt x="13887" y="54961"/>
                  </a:lnTo>
                  <a:lnTo>
                    <a:pt x="14498" y="55353"/>
                  </a:lnTo>
                  <a:lnTo>
                    <a:pt x="15130" y="55724"/>
                  </a:lnTo>
                  <a:lnTo>
                    <a:pt x="15762" y="56072"/>
                  </a:lnTo>
                  <a:lnTo>
                    <a:pt x="16394" y="56399"/>
                  </a:lnTo>
                  <a:lnTo>
                    <a:pt x="17048" y="56726"/>
                  </a:lnTo>
                  <a:lnTo>
                    <a:pt x="17702" y="57032"/>
                  </a:lnTo>
                  <a:lnTo>
                    <a:pt x="18378" y="57315"/>
                  </a:lnTo>
                  <a:lnTo>
                    <a:pt x="19054" y="57577"/>
                  </a:lnTo>
                  <a:lnTo>
                    <a:pt x="19730" y="57838"/>
                  </a:lnTo>
                  <a:lnTo>
                    <a:pt x="20406" y="58056"/>
                  </a:lnTo>
                  <a:lnTo>
                    <a:pt x="21103" y="58274"/>
                  </a:lnTo>
                  <a:lnTo>
                    <a:pt x="21801" y="58492"/>
                  </a:lnTo>
                  <a:lnTo>
                    <a:pt x="22499" y="58667"/>
                  </a:lnTo>
                  <a:lnTo>
                    <a:pt x="23218" y="58841"/>
                  </a:lnTo>
                  <a:lnTo>
                    <a:pt x="23916" y="58994"/>
                  </a:lnTo>
                  <a:lnTo>
                    <a:pt x="24635" y="59124"/>
                  </a:lnTo>
                  <a:lnTo>
                    <a:pt x="25354" y="59233"/>
                  </a:lnTo>
                  <a:lnTo>
                    <a:pt x="26096" y="59342"/>
                  </a:lnTo>
                  <a:lnTo>
                    <a:pt x="26815" y="59408"/>
                  </a:lnTo>
                  <a:lnTo>
                    <a:pt x="27556" y="59473"/>
                  </a:lnTo>
                  <a:lnTo>
                    <a:pt x="28298" y="59517"/>
                  </a:lnTo>
                  <a:lnTo>
                    <a:pt x="29039" y="59561"/>
                  </a:lnTo>
                  <a:lnTo>
                    <a:pt x="30521" y="59561"/>
                  </a:lnTo>
                  <a:lnTo>
                    <a:pt x="31262" y="59517"/>
                  </a:lnTo>
                  <a:lnTo>
                    <a:pt x="32004" y="59473"/>
                  </a:lnTo>
                  <a:lnTo>
                    <a:pt x="32745" y="59408"/>
                  </a:lnTo>
                  <a:lnTo>
                    <a:pt x="33464" y="59342"/>
                  </a:lnTo>
                  <a:lnTo>
                    <a:pt x="34184" y="59233"/>
                  </a:lnTo>
                  <a:lnTo>
                    <a:pt x="34903" y="59124"/>
                  </a:lnTo>
                  <a:lnTo>
                    <a:pt x="35623" y="58994"/>
                  </a:lnTo>
                  <a:lnTo>
                    <a:pt x="36342" y="58841"/>
                  </a:lnTo>
                  <a:lnTo>
                    <a:pt x="37061" y="58667"/>
                  </a:lnTo>
                  <a:lnTo>
                    <a:pt x="37759" y="58492"/>
                  </a:lnTo>
                  <a:lnTo>
                    <a:pt x="38457" y="58274"/>
                  </a:lnTo>
                  <a:lnTo>
                    <a:pt x="39133" y="58056"/>
                  </a:lnTo>
                  <a:lnTo>
                    <a:pt x="39830" y="57838"/>
                  </a:lnTo>
                  <a:lnTo>
                    <a:pt x="40506" y="57577"/>
                  </a:lnTo>
                  <a:lnTo>
                    <a:pt x="41182" y="57315"/>
                  </a:lnTo>
                  <a:lnTo>
                    <a:pt x="41836" y="57032"/>
                  </a:lnTo>
                  <a:lnTo>
                    <a:pt x="42512" y="56726"/>
                  </a:lnTo>
                  <a:lnTo>
                    <a:pt x="43144" y="56399"/>
                  </a:lnTo>
                  <a:lnTo>
                    <a:pt x="43798" y="56072"/>
                  </a:lnTo>
                  <a:lnTo>
                    <a:pt x="44430" y="55724"/>
                  </a:lnTo>
                  <a:lnTo>
                    <a:pt x="45062" y="55353"/>
                  </a:lnTo>
                  <a:lnTo>
                    <a:pt x="45673" y="54961"/>
                  </a:lnTo>
                  <a:lnTo>
                    <a:pt x="46283" y="54568"/>
                  </a:lnTo>
                  <a:lnTo>
                    <a:pt x="46894" y="54154"/>
                  </a:lnTo>
                  <a:lnTo>
                    <a:pt x="47482" y="53740"/>
                  </a:lnTo>
                  <a:lnTo>
                    <a:pt x="48071" y="53282"/>
                  </a:lnTo>
                  <a:lnTo>
                    <a:pt x="48638" y="52824"/>
                  </a:lnTo>
                  <a:lnTo>
                    <a:pt x="49205" y="52344"/>
                  </a:lnTo>
                  <a:lnTo>
                    <a:pt x="49750" y="51865"/>
                  </a:lnTo>
                  <a:lnTo>
                    <a:pt x="50295" y="51363"/>
                  </a:lnTo>
                  <a:lnTo>
                    <a:pt x="50840" y="50840"/>
                  </a:lnTo>
                  <a:lnTo>
                    <a:pt x="51341" y="50295"/>
                  </a:lnTo>
                  <a:lnTo>
                    <a:pt x="51864" y="49772"/>
                  </a:lnTo>
                  <a:lnTo>
                    <a:pt x="52344" y="49205"/>
                  </a:lnTo>
                  <a:lnTo>
                    <a:pt x="52823" y="48638"/>
                  </a:lnTo>
                  <a:lnTo>
                    <a:pt x="53281" y="48071"/>
                  </a:lnTo>
                  <a:lnTo>
                    <a:pt x="53717" y="47483"/>
                  </a:lnTo>
                  <a:lnTo>
                    <a:pt x="54153" y="46894"/>
                  </a:lnTo>
                  <a:lnTo>
                    <a:pt x="54568" y="46306"/>
                  </a:lnTo>
                  <a:lnTo>
                    <a:pt x="54960" y="45695"/>
                  </a:lnTo>
                  <a:lnTo>
                    <a:pt x="55352" y="45063"/>
                  </a:lnTo>
                  <a:lnTo>
                    <a:pt x="55701" y="44431"/>
                  </a:lnTo>
                  <a:lnTo>
                    <a:pt x="56072" y="43798"/>
                  </a:lnTo>
                  <a:lnTo>
                    <a:pt x="56399" y="43166"/>
                  </a:lnTo>
                  <a:lnTo>
                    <a:pt x="56704" y="42512"/>
                  </a:lnTo>
                  <a:lnTo>
                    <a:pt x="57009" y="41858"/>
                  </a:lnTo>
                  <a:lnTo>
                    <a:pt x="57293" y="41182"/>
                  </a:lnTo>
                  <a:lnTo>
                    <a:pt x="57576" y="40507"/>
                  </a:lnTo>
                  <a:lnTo>
                    <a:pt x="57816" y="39831"/>
                  </a:lnTo>
                  <a:lnTo>
                    <a:pt x="58056" y="39155"/>
                  </a:lnTo>
                  <a:lnTo>
                    <a:pt x="58274" y="38457"/>
                  </a:lnTo>
                  <a:lnTo>
                    <a:pt x="58470" y="37760"/>
                  </a:lnTo>
                  <a:lnTo>
                    <a:pt x="58666" y="37062"/>
                  </a:lnTo>
                  <a:lnTo>
                    <a:pt x="58819" y="36343"/>
                  </a:lnTo>
                  <a:lnTo>
                    <a:pt x="58971" y="35645"/>
                  </a:lnTo>
                  <a:lnTo>
                    <a:pt x="59102" y="34926"/>
                  </a:lnTo>
                  <a:lnTo>
                    <a:pt x="59233" y="34206"/>
                  </a:lnTo>
                  <a:lnTo>
                    <a:pt x="59320" y="33465"/>
                  </a:lnTo>
                  <a:lnTo>
                    <a:pt x="59407" y="32745"/>
                  </a:lnTo>
                  <a:lnTo>
                    <a:pt x="59473" y="32004"/>
                  </a:lnTo>
                  <a:lnTo>
                    <a:pt x="59516" y="31263"/>
                  </a:lnTo>
                  <a:lnTo>
                    <a:pt x="59538" y="30522"/>
                  </a:lnTo>
                  <a:lnTo>
                    <a:pt x="59560" y="29781"/>
                  </a:lnTo>
                  <a:lnTo>
                    <a:pt x="59538" y="29039"/>
                  </a:lnTo>
                  <a:lnTo>
                    <a:pt x="59516" y="28298"/>
                  </a:lnTo>
                  <a:lnTo>
                    <a:pt x="59473" y="27557"/>
                  </a:lnTo>
                  <a:lnTo>
                    <a:pt x="59407" y="26837"/>
                  </a:lnTo>
                  <a:lnTo>
                    <a:pt x="59320" y="26096"/>
                  </a:lnTo>
                  <a:lnTo>
                    <a:pt x="59233" y="25377"/>
                  </a:lnTo>
                  <a:lnTo>
                    <a:pt x="59102" y="24657"/>
                  </a:lnTo>
                  <a:lnTo>
                    <a:pt x="58971" y="23938"/>
                  </a:lnTo>
                  <a:lnTo>
                    <a:pt x="58819" y="23218"/>
                  </a:lnTo>
                  <a:lnTo>
                    <a:pt x="58666" y="22521"/>
                  </a:lnTo>
                  <a:lnTo>
                    <a:pt x="58470" y="21801"/>
                  </a:lnTo>
                  <a:lnTo>
                    <a:pt x="58274" y="21104"/>
                  </a:lnTo>
                  <a:lnTo>
                    <a:pt x="58056" y="20428"/>
                  </a:lnTo>
                  <a:lnTo>
                    <a:pt x="57816" y="19730"/>
                  </a:lnTo>
                  <a:lnTo>
                    <a:pt x="57576" y="19054"/>
                  </a:lnTo>
                  <a:lnTo>
                    <a:pt x="57293" y="18379"/>
                  </a:lnTo>
                  <a:lnTo>
                    <a:pt x="57009" y="17725"/>
                  </a:lnTo>
                  <a:lnTo>
                    <a:pt x="56704" y="17071"/>
                  </a:lnTo>
                  <a:lnTo>
                    <a:pt x="56399" y="16417"/>
                  </a:lnTo>
                  <a:lnTo>
                    <a:pt x="56072" y="15763"/>
                  </a:lnTo>
                  <a:lnTo>
                    <a:pt x="55701" y="15130"/>
                  </a:lnTo>
                  <a:lnTo>
                    <a:pt x="55352" y="14498"/>
                  </a:lnTo>
                  <a:lnTo>
                    <a:pt x="54960" y="13888"/>
                  </a:lnTo>
                  <a:lnTo>
                    <a:pt x="54568" y="13277"/>
                  </a:lnTo>
                  <a:lnTo>
                    <a:pt x="54153" y="12667"/>
                  </a:lnTo>
                  <a:lnTo>
                    <a:pt x="53717" y="12078"/>
                  </a:lnTo>
                  <a:lnTo>
                    <a:pt x="53281" y="11490"/>
                  </a:lnTo>
                  <a:lnTo>
                    <a:pt x="52823" y="10923"/>
                  </a:lnTo>
                  <a:lnTo>
                    <a:pt x="52344" y="10356"/>
                  </a:lnTo>
                  <a:lnTo>
                    <a:pt x="51864" y="9811"/>
                  </a:lnTo>
                  <a:lnTo>
                    <a:pt x="51341" y="9266"/>
                  </a:lnTo>
                  <a:lnTo>
                    <a:pt x="50840" y="8743"/>
                  </a:lnTo>
                  <a:lnTo>
                    <a:pt x="50295" y="8219"/>
                  </a:lnTo>
                  <a:lnTo>
                    <a:pt x="49750" y="7696"/>
                  </a:lnTo>
                  <a:lnTo>
                    <a:pt x="49205" y="7217"/>
                  </a:lnTo>
                  <a:lnTo>
                    <a:pt x="48638" y="6737"/>
                  </a:lnTo>
                  <a:lnTo>
                    <a:pt x="48071" y="6279"/>
                  </a:lnTo>
                  <a:lnTo>
                    <a:pt x="47482" y="5843"/>
                  </a:lnTo>
                  <a:lnTo>
                    <a:pt x="46894" y="5407"/>
                  </a:lnTo>
                  <a:lnTo>
                    <a:pt x="46283" y="4993"/>
                  </a:lnTo>
                  <a:lnTo>
                    <a:pt x="45673" y="4601"/>
                  </a:lnTo>
                  <a:lnTo>
                    <a:pt x="45062" y="4208"/>
                  </a:lnTo>
                  <a:lnTo>
                    <a:pt x="44430" y="3859"/>
                  </a:lnTo>
                  <a:lnTo>
                    <a:pt x="43798" y="3510"/>
                  </a:lnTo>
                  <a:lnTo>
                    <a:pt x="43144" y="3162"/>
                  </a:lnTo>
                  <a:lnTo>
                    <a:pt x="42512" y="2856"/>
                  </a:lnTo>
                  <a:lnTo>
                    <a:pt x="41836" y="2551"/>
                  </a:lnTo>
                  <a:lnTo>
                    <a:pt x="41182" y="2268"/>
                  </a:lnTo>
                  <a:lnTo>
                    <a:pt x="40506" y="1984"/>
                  </a:lnTo>
                  <a:lnTo>
                    <a:pt x="39830" y="1745"/>
                  </a:lnTo>
                  <a:lnTo>
                    <a:pt x="39133" y="1505"/>
                  </a:lnTo>
                  <a:lnTo>
                    <a:pt x="38457" y="1287"/>
                  </a:lnTo>
                  <a:lnTo>
                    <a:pt x="37759" y="1091"/>
                  </a:lnTo>
                  <a:lnTo>
                    <a:pt x="37061" y="894"/>
                  </a:lnTo>
                  <a:lnTo>
                    <a:pt x="36342" y="742"/>
                  </a:lnTo>
                  <a:lnTo>
                    <a:pt x="35623" y="589"/>
                  </a:lnTo>
                  <a:lnTo>
                    <a:pt x="34903" y="458"/>
                  </a:lnTo>
                  <a:lnTo>
                    <a:pt x="34184" y="328"/>
                  </a:lnTo>
                  <a:lnTo>
                    <a:pt x="33464" y="240"/>
                  </a:lnTo>
                  <a:lnTo>
                    <a:pt x="32745" y="153"/>
                  </a:lnTo>
                  <a:lnTo>
                    <a:pt x="32004" y="88"/>
                  </a:lnTo>
                  <a:lnTo>
                    <a:pt x="31262" y="44"/>
                  </a:lnTo>
                  <a:lnTo>
                    <a:pt x="30521" y="22"/>
                  </a:lnTo>
                  <a:lnTo>
                    <a:pt x="29780"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2" name="Google Shape;11292;p80"/>
            <p:cNvSpPr/>
            <p:nvPr/>
          </p:nvSpPr>
          <p:spPr>
            <a:xfrm>
              <a:off x="2992775" y="2807813"/>
              <a:ext cx="1489000" cy="1489025"/>
            </a:xfrm>
            <a:custGeom>
              <a:rect b="b" l="l" r="r" t="t"/>
              <a:pathLst>
                <a:path extrusionOk="0" fill="none" h="59561" w="59560">
                  <a:moveTo>
                    <a:pt x="29780" y="59561"/>
                  </a:moveTo>
                  <a:lnTo>
                    <a:pt x="29780" y="59561"/>
                  </a:lnTo>
                  <a:lnTo>
                    <a:pt x="29039" y="59561"/>
                  </a:lnTo>
                  <a:lnTo>
                    <a:pt x="28298" y="59517"/>
                  </a:lnTo>
                  <a:lnTo>
                    <a:pt x="27556" y="59473"/>
                  </a:lnTo>
                  <a:lnTo>
                    <a:pt x="26815" y="59408"/>
                  </a:lnTo>
                  <a:lnTo>
                    <a:pt x="26096" y="59342"/>
                  </a:lnTo>
                  <a:lnTo>
                    <a:pt x="25354" y="59233"/>
                  </a:lnTo>
                  <a:lnTo>
                    <a:pt x="24635" y="59124"/>
                  </a:lnTo>
                  <a:lnTo>
                    <a:pt x="23916" y="58994"/>
                  </a:lnTo>
                  <a:lnTo>
                    <a:pt x="23218" y="58841"/>
                  </a:lnTo>
                  <a:lnTo>
                    <a:pt x="22499" y="58667"/>
                  </a:lnTo>
                  <a:lnTo>
                    <a:pt x="21801" y="58492"/>
                  </a:lnTo>
                  <a:lnTo>
                    <a:pt x="21103" y="58274"/>
                  </a:lnTo>
                  <a:lnTo>
                    <a:pt x="20406" y="58056"/>
                  </a:lnTo>
                  <a:lnTo>
                    <a:pt x="19730" y="57838"/>
                  </a:lnTo>
                  <a:lnTo>
                    <a:pt x="19054" y="57577"/>
                  </a:lnTo>
                  <a:lnTo>
                    <a:pt x="18378" y="57315"/>
                  </a:lnTo>
                  <a:lnTo>
                    <a:pt x="17702" y="57032"/>
                  </a:lnTo>
                  <a:lnTo>
                    <a:pt x="17048" y="56726"/>
                  </a:lnTo>
                  <a:lnTo>
                    <a:pt x="16394" y="56399"/>
                  </a:lnTo>
                  <a:lnTo>
                    <a:pt x="15762" y="56072"/>
                  </a:lnTo>
                  <a:lnTo>
                    <a:pt x="15130" y="55724"/>
                  </a:lnTo>
                  <a:lnTo>
                    <a:pt x="14498" y="55353"/>
                  </a:lnTo>
                  <a:lnTo>
                    <a:pt x="13887" y="54961"/>
                  </a:lnTo>
                  <a:lnTo>
                    <a:pt x="13277" y="54568"/>
                  </a:lnTo>
                  <a:lnTo>
                    <a:pt x="12666" y="54154"/>
                  </a:lnTo>
                  <a:lnTo>
                    <a:pt x="12078" y="53740"/>
                  </a:lnTo>
                  <a:lnTo>
                    <a:pt x="11489" y="53282"/>
                  </a:lnTo>
                  <a:lnTo>
                    <a:pt x="10922" y="52824"/>
                  </a:lnTo>
                  <a:lnTo>
                    <a:pt x="10356" y="52344"/>
                  </a:lnTo>
                  <a:lnTo>
                    <a:pt x="9810" y="51865"/>
                  </a:lnTo>
                  <a:lnTo>
                    <a:pt x="9265" y="51363"/>
                  </a:lnTo>
                  <a:lnTo>
                    <a:pt x="8720" y="50840"/>
                  </a:lnTo>
                  <a:lnTo>
                    <a:pt x="8720" y="50840"/>
                  </a:lnTo>
                  <a:lnTo>
                    <a:pt x="8197" y="50295"/>
                  </a:lnTo>
                  <a:lnTo>
                    <a:pt x="7696" y="49772"/>
                  </a:lnTo>
                  <a:lnTo>
                    <a:pt x="7216" y="49205"/>
                  </a:lnTo>
                  <a:lnTo>
                    <a:pt x="6737" y="48638"/>
                  </a:lnTo>
                  <a:lnTo>
                    <a:pt x="6279" y="48071"/>
                  </a:lnTo>
                  <a:lnTo>
                    <a:pt x="5821" y="47483"/>
                  </a:lnTo>
                  <a:lnTo>
                    <a:pt x="5407" y="46894"/>
                  </a:lnTo>
                  <a:lnTo>
                    <a:pt x="4993" y="46306"/>
                  </a:lnTo>
                  <a:lnTo>
                    <a:pt x="4600" y="45695"/>
                  </a:lnTo>
                  <a:lnTo>
                    <a:pt x="4208" y="45063"/>
                  </a:lnTo>
                  <a:lnTo>
                    <a:pt x="3837" y="44431"/>
                  </a:lnTo>
                  <a:lnTo>
                    <a:pt x="3488" y="43798"/>
                  </a:lnTo>
                  <a:lnTo>
                    <a:pt x="3161" y="43166"/>
                  </a:lnTo>
                  <a:lnTo>
                    <a:pt x="2834" y="42512"/>
                  </a:lnTo>
                  <a:lnTo>
                    <a:pt x="2551" y="41858"/>
                  </a:lnTo>
                  <a:lnTo>
                    <a:pt x="2246" y="41182"/>
                  </a:lnTo>
                  <a:lnTo>
                    <a:pt x="1984" y="40507"/>
                  </a:lnTo>
                  <a:lnTo>
                    <a:pt x="1744" y="39831"/>
                  </a:lnTo>
                  <a:lnTo>
                    <a:pt x="1504" y="39155"/>
                  </a:lnTo>
                  <a:lnTo>
                    <a:pt x="1286" y="38457"/>
                  </a:lnTo>
                  <a:lnTo>
                    <a:pt x="1068" y="37760"/>
                  </a:lnTo>
                  <a:lnTo>
                    <a:pt x="894" y="37062"/>
                  </a:lnTo>
                  <a:lnTo>
                    <a:pt x="720" y="36343"/>
                  </a:lnTo>
                  <a:lnTo>
                    <a:pt x="567" y="35645"/>
                  </a:lnTo>
                  <a:lnTo>
                    <a:pt x="436" y="34926"/>
                  </a:lnTo>
                  <a:lnTo>
                    <a:pt x="327" y="34206"/>
                  </a:lnTo>
                  <a:lnTo>
                    <a:pt x="218" y="33465"/>
                  </a:lnTo>
                  <a:lnTo>
                    <a:pt x="153" y="32745"/>
                  </a:lnTo>
                  <a:lnTo>
                    <a:pt x="87" y="32004"/>
                  </a:lnTo>
                  <a:lnTo>
                    <a:pt x="44" y="31263"/>
                  </a:lnTo>
                  <a:lnTo>
                    <a:pt x="22" y="30522"/>
                  </a:lnTo>
                  <a:lnTo>
                    <a:pt x="0" y="29781"/>
                  </a:lnTo>
                  <a:lnTo>
                    <a:pt x="0" y="29781"/>
                  </a:lnTo>
                  <a:lnTo>
                    <a:pt x="22" y="29039"/>
                  </a:lnTo>
                  <a:lnTo>
                    <a:pt x="44" y="28298"/>
                  </a:lnTo>
                  <a:lnTo>
                    <a:pt x="87" y="27557"/>
                  </a:lnTo>
                  <a:lnTo>
                    <a:pt x="153" y="26837"/>
                  </a:lnTo>
                  <a:lnTo>
                    <a:pt x="218" y="26096"/>
                  </a:lnTo>
                  <a:lnTo>
                    <a:pt x="327" y="25377"/>
                  </a:lnTo>
                  <a:lnTo>
                    <a:pt x="436" y="24657"/>
                  </a:lnTo>
                  <a:lnTo>
                    <a:pt x="567" y="23938"/>
                  </a:lnTo>
                  <a:lnTo>
                    <a:pt x="720" y="23218"/>
                  </a:lnTo>
                  <a:lnTo>
                    <a:pt x="894" y="22521"/>
                  </a:lnTo>
                  <a:lnTo>
                    <a:pt x="1068" y="21801"/>
                  </a:lnTo>
                  <a:lnTo>
                    <a:pt x="1286" y="21104"/>
                  </a:lnTo>
                  <a:lnTo>
                    <a:pt x="1504" y="20428"/>
                  </a:lnTo>
                  <a:lnTo>
                    <a:pt x="1744" y="19730"/>
                  </a:lnTo>
                  <a:lnTo>
                    <a:pt x="1984" y="19054"/>
                  </a:lnTo>
                  <a:lnTo>
                    <a:pt x="2246" y="18379"/>
                  </a:lnTo>
                  <a:lnTo>
                    <a:pt x="2551" y="17725"/>
                  </a:lnTo>
                  <a:lnTo>
                    <a:pt x="2834" y="17071"/>
                  </a:lnTo>
                  <a:lnTo>
                    <a:pt x="3161" y="16417"/>
                  </a:lnTo>
                  <a:lnTo>
                    <a:pt x="3488" y="15763"/>
                  </a:lnTo>
                  <a:lnTo>
                    <a:pt x="3837" y="15130"/>
                  </a:lnTo>
                  <a:lnTo>
                    <a:pt x="4208" y="14498"/>
                  </a:lnTo>
                  <a:lnTo>
                    <a:pt x="4600" y="13888"/>
                  </a:lnTo>
                  <a:lnTo>
                    <a:pt x="4993" y="13277"/>
                  </a:lnTo>
                  <a:lnTo>
                    <a:pt x="5407" y="12667"/>
                  </a:lnTo>
                  <a:lnTo>
                    <a:pt x="5821" y="12078"/>
                  </a:lnTo>
                  <a:lnTo>
                    <a:pt x="6279" y="11490"/>
                  </a:lnTo>
                  <a:lnTo>
                    <a:pt x="6737" y="10923"/>
                  </a:lnTo>
                  <a:lnTo>
                    <a:pt x="7216" y="10356"/>
                  </a:lnTo>
                  <a:lnTo>
                    <a:pt x="7696" y="9811"/>
                  </a:lnTo>
                  <a:lnTo>
                    <a:pt x="8197" y="9266"/>
                  </a:lnTo>
                  <a:lnTo>
                    <a:pt x="8720" y="8743"/>
                  </a:lnTo>
                  <a:lnTo>
                    <a:pt x="8720" y="8743"/>
                  </a:lnTo>
                  <a:lnTo>
                    <a:pt x="9265" y="8219"/>
                  </a:lnTo>
                  <a:lnTo>
                    <a:pt x="9810" y="7696"/>
                  </a:lnTo>
                  <a:lnTo>
                    <a:pt x="10356" y="7217"/>
                  </a:lnTo>
                  <a:lnTo>
                    <a:pt x="10922" y="6737"/>
                  </a:lnTo>
                  <a:lnTo>
                    <a:pt x="11489" y="6279"/>
                  </a:lnTo>
                  <a:lnTo>
                    <a:pt x="12078" y="5843"/>
                  </a:lnTo>
                  <a:lnTo>
                    <a:pt x="12666" y="5407"/>
                  </a:lnTo>
                  <a:lnTo>
                    <a:pt x="13277" y="4993"/>
                  </a:lnTo>
                  <a:lnTo>
                    <a:pt x="13887" y="4601"/>
                  </a:lnTo>
                  <a:lnTo>
                    <a:pt x="14498" y="4208"/>
                  </a:lnTo>
                  <a:lnTo>
                    <a:pt x="15130" y="3859"/>
                  </a:lnTo>
                  <a:lnTo>
                    <a:pt x="15762" y="3510"/>
                  </a:lnTo>
                  <a:lnTo>
                    <a:pt x="16394" y="3162"/>
                  </a:lnTo>
                  <a:lnTo>
                    <a:pt x="17048" y="2856"/>
                  </a:lnTo>
                  <a:lnTo>
                    <a:pt x="17702" y="2551"/>
                  </a:lnTo>
                  <a:lnTo>
                    <a:pt x="18378" y="2268"/>
                  </a:lnTo>
                  <a:lnTo>
                    <a:pt x="19054" y="1984"/>
                  </a:lnTo>
                  <a:lnTo>
                    <a:pt x="19730" y="1745"/>
                  </a:lnTo>
                  <a:lnTo>
                    <a:pt x="20406" y="1505"/>
                  </a:lnTo>
                  <a:lnTo>
                    <a:pt x="21103" y="1287"/>
                  </a:lnTo>
                  <a:lnTo>
                    <a:pt x="21801" y="1091"/>
                  </a:lnTo>
                  <a:lnTo>
                    <a:pt x="22499" y="894"/>
                  </a:lnTo>
                  <a:lnTo>
                    <a:pt x="23218" y="742"/>
                  </a:lnTo>
                  <a:lnTo>
                    <a:pt x="23916" y="589"/>
                  </a:lnTo>
                  <a:lnTo>
                    <a:pt x="24635" y="458"/>
                  </a:lnTo>
                  <a:lnTo>
                    <a:pt x="25354" y="328"/>
                  </a:lnTo>
                  <a:lnTo>
                    <a:pt x="26096" y="240"/>
                  </a:lnTo>
                  <a:lnTo>
                    <a:pt x="26815" y="153"/>
                  </a:lnTo>
                  <a:lnTo>
                    <a:pt x="27556" y="88"/>
                  </a:lnTo>
                  <a:lnTo>
                    <a:pt x="28298" y="44"/>
                  </a:lnTo>
                  <a:lnTo>
                    <a:pt x="29039" y="22"/>
                  </a:lnTo>
                  <a:lnTo>
                    <a:pt x="29780" y="1"/>
                  </a:lnTo>
                  <a:lnTo>
                    <a:pt x="29780" y="1"/>
                  </a:lnTo>
                  <a:lnTo>
                    <a:pt x="30521" y="22"/>
                  </a:lnTo>
                  <a:lnTo>
                    <a:pt x="31262" y="44"/>
                  </a:lnTo>
                  <a:lnTo>
                    <a:pt x="32004" y="88"/>
                  </a:lnTo>
                  <a:lnTo>
                    <a:pt x="32745" y="153"/>
                  </a:lnTo>
                  <a:lnTo>
                    <a:pt x="33464" y="240"/>
                  </a:lnTo>
                  <a:lnTo>
                    <a:pt x="34184" y="328"/>
                  </a:lnTo>
                  <a:lnTo>
                    <a:pt x="34903" y="458"/>
                  </a:lnTo>
                  <a:lnTo>
                    <a:pt x="35623" y="589"/>
                  </a:lnTo>
                  <a:lnTo>
                    <a:pt x="36342" y="742"/>
                  </a:lnTo>
                  <a:lnTo>
                    <a:pt x="37061" y="894"/>
                  </a:lnTo>
                  <a:lnTo>
                    <a:pt x="37759" y="1091"/>
                  </a:lnTo>
                  <a:lnTo>
                    <a:pt x="38457" y="1287"/>
                  </a:lnTo>
                  <a:lnTo>
                    <a:pt x="39133" y="1505"/>
                  </a:lnTo>
                  <a:lnTo>
                    <a:pt x="39830" y="1745"/>
                  </a:lnTo>
                  <a:lnTo>
                    <a:pt x="40506" y="1984"/>
                  </a:lnTo>
                  <a:lnTo>
                    <a:pt x="41182" y="2268"/>
                  </a:lnTo>
                  <a:lnTo>
                    <a:pt x="41836" y="2551"/>
                  </a:lnTo>
                  <a:lnTo>
                    <a:pt x="42512" y="2856"/>
                  </a:lnTo>
                  <a:lnTo>
                    <a:pt x="43144" y="3162"/>
                  </a:lnTo>
                  <a:lnTo>
                    <a:pt x="43798" y="3510"/>
                  </a:lnTo>
                  <a:lnTo>
                    <a:pt x="44430" y="3859"/>
                  </a:lnTo>
                  <a:lnTo>
                    <a:pt x="45062" y="4208"/>
                  </a:lnTo>
                  <a:lnTo>
                    <a:pt x="45673" y="4601"/>
                  </a:lnTo>
                  <a:lnTo>
                    <a:pt x="46283" y="4993"/>
                  </a:lnTo>
                  <a:lnTo>
                    <a:pt x="46894" y="5407"/>
                  </a:lnTo>
                  <a:lnTo>
                    <a:pt x="47482" y="5843"/>
                  </a:lnTo>
                  <a:lnTo>
                    <a:pt x="48071" y="6279"/>
                  </a:lnTo>
                  <a:lnTo>
                    <a:pt x="48638" y="6737"/>
                  </a:lnTo>
                  <a:lnTo>
                    <a:pt x="49205" y="7217"/>
                  </a:lnTo>
                  <a:lnTo>
                    <a:pt x="49750" y="7696"/>
                  </a:lnTo>
                  <a:lnTo>
                    <a:pt x="50295" y="8219"/>
                  </a:lnTo>
                  <a:lnTo>
                    <a:pt x="50840" y="8743"/>
                  </a:lnTo>
                  <a:lnTo>
                    <a:pt x="50840" y="8743"/>
                  </a:lnTo>
                  <a:lnTo>
                    <a:pt x="51341" y="9266"/>
                  </a:lnTo>
                  <a:lnTo>
                    <a:pt x="51864" y="9811"/>
                  </a:lnTo>
                  <a:lnTo>
                    <a:pt x="52344" y="10356"/>
                  </a:lnTo>
                  <a:lnTo>
                    <a:pt x="52823" y="10923"/>
                  </a:lnTo>
                  <a:lnTo>
                    <a:pt x="53281" y="11490"/>
                  </a:lnTo>
                  <a:lnTo>
                    <a:pt x="53717" y="12078"/>
                  </a:lnTo>
                  <a:lnTo>
                    <a:pt x="54153" y="12667"/>
                  </a:lnTo>
                  <a:lnTo>
                    <a:pt x="54568" y="13277"/>
                  </a:lnTo>
                  <a:lnTo>
                    <a:pt x="54960" y="13888"/>
                  </a:lnTo>
                  <a:lnTo>
                    <a:pt x="55352" y="14498"/>
                  </a:lnTo>
                  <a:lnTo>
                    <a:pt x="55701" y="15130"/>
                  </a:lnTo>
                  <a:lnTo>
                    <a:pt x="56072" y="15763"/>
                  </a:lnTo>
                  <a:lnTo>
                    <a:pt x="56399" y="16417"/>
                  </a:lnTo>
                  <a:lnTo>
                    <a:pt x="56704" y="17071"/>
                  </a:lnTo>
                  <a:lnTo>
                    <a:pt x="57009" y="17725"/>
                  </a:lnTo>
                  <a:lnTo>
                    <a:pt x="57293" y="18379"/>
                  </a:lnTo>
                  <a:lnTo>
                    <a:pt x="57576" y="19054"/>
                  </a:lnTo>
                  <a:lnTo>
                    <a:pt x="57816" y="19730"/>
                  </a:lnTo>
                  <a:lnTo>
                    <a:pt x="58056" y="20428"/>
                  </a:lnTo>
                  <a:lnTo>
                    <a:pt x="58274" y="21104"/>
                  </a:lnTo>
                  <a:lnTo>
                    <a:pt x="58470" y="21801"/>
                  </a:lnTo>
                  <a:lnTo>
                    <a:pt x="58666" y="22521"/>
                  </a:lnTo>
                  <a:lnTo>
                    <a:pt x="58819" y="23218"/>
                  </a:lnTo>
                  <a:lnTo>
                    <a:pt x="58971" y="23938"/>
                  </a:lnTo>
                  <a:lnTo>
                    <a:pt x="59102" y="24657"/>
                  </a:lnTo>
                  <a:lnTo>
                    <a:pt x="59233" y="25377"/>
                  </a:lnTo>
                  <a:lnTo>
                    <a:pt x="59320" y="26096"/>
                  </a:lnTo>
                  <a:lnTo>
                    <a:pt x="59407" y="26837"/>
                  </a:lnTo>
                  <a:lnTo>
                    <a:pt x="59473" y="27557"/>
                  </a:lnTo>
                  <a:lnTo>
                    <a:pt x="59516" y="28298"/>
                  </a:lnTo>
                  <a:lnTo>
                    <a:pt x="59538" y="29039"/>
                  </a:lnTo>
                  <a:lnTo>
                    <a:pt x="59560" y="29781"/>
                  </a:lnTo>
                  <a:lnTo>
                    <a:pt x="59560" y="29781"/>
                  </a:lnTo>
                  <a:lnTo>
                    <a:pt x="59538" y="30522"/>
                  </a:lnTo>
                  <a:lnTo>
                    <a:pt x="59516" y="31263"/>
                  </a:lnTo>
                  <a:lnTo>
                    <a:pt x="59473" y="32004"/>
                  </a:lnTo>
                  <a:lnTo>
                    <a:pt x="59407" y="32745"/>
                  </a:lnTo>
                  <a:lnTo>
                    <a:pt x="59320" y="33465"/>
                  </a:lnTo>
                  <a:lnTo>
                    <a:pt x="59233" y="34206"/>
                  </a:lnTo>
                  <a:lnTo>
                    <a:pt x="59102" y="34926"/>
                  </a:lnTo>
                  <a:lnTo>
                    <a:pt x="58971" y="35645"/>
                  </a:lnTo>
                  <a:lnTo>
                    <a:pt x="58819" y="36343"/>
                  </a:lnTo>
                  <a:lnTo>
                    <a:pt x="58666" y="37062"/>
                  </a:lnTo>
                  <a:lnTo>
                    <a:pt x="58470" y="37760"/>
                  </a:lnTo>
                  <a:lnTo>
                    <a:pt x="58274" y="38457"/>
                  </a:lnTo>
                  <a:lnTo>
                    <a:pt x="58056" y="39155"/>
                  </a:lnTo>
                  <a:lnTo>
                    <a:pt x="57816" y="39831"/>
                  </a:lnTo>
                  <a:lnTo>
                    <a:pt x="57576" y="40507"/>
                  </a:lnTo>
                  <a:lnTo>
                    <a:pt x="57293" y="41182"/>
                  </a:lnTo>
                  <a:lnTo>
                    <a:pt x="57009" y="41858"/>
                  </a:lnTo>
                  <a:lnTo>
                    <a:pt x="56704" y="42512"/>
                  </a:lnTo>
                  <a:lnTo>
                    <a:pt x="56399" y="43166"/>
                  </a:lnTo>
                  <a:lnTo>
                    <a:pt x="56072" y="43798"/>
                  </a:lnTo>
                  <a:lnTo>
                    <a:pt x="55701" y="44431"/>
                  </a:lnTo>
                  <a:lnTo>
                    <a:pt x="55352" y="45063"/>
                  </a:lnTo>
                  <a:lnTo>
                    <a:pt x="54960" y="45695"/>
                  </a:lnTo>
                  <a:lnTo>
                    <a:pt x="54568" y="46306"/>
                  </a:lnTo>
                  <a:lnTo>
                    <a:pt x="54153" y="46894"/>
                  </a:lnTo>
                  <a:lnTo>
                    <a:pt x="53717" y="47483"/>
                  </a:lnTo>
                  <a:lnTo>
                    <a:pt x="53281" y="48071"/>
                  </a:lnTo>
                  <a:lnTo>
                    <a:pt x="52823" y="48638"/>
                  </a:lnTo>
                  <a:lnTo>
                    <a:pt x="52344" y="49205"/>
                  </a:lnTo>
                  <a:lnTo>
                    <a:pt x="51864" y="49772"/>
                  </a:lnTo>
                  <a:lnTo>
                    <a:pt x="51341" y="50295"/>
                  </a:lnTo>
                  <a:lnTo>
                    <a:pt x="50840" y="50840"/>
                  </a:lnTo>
                  <a:lnTo>
                    <a:pt x="50840" y="50840"/>
                  </a:lnTo>
                  <a:lnTo>
                    <a:pt x="50295" y="51363"/>
                  </a:lnTo>
                  <a:lnTo>
                    <a:pt x="49750" y="51865"/>
                  </a:lnTo>
                  <a:lnTo>
                    <a:pt x="49205" y="52344"/>
                  </a:lnTo>
                  <a:lnTo>
                    <a:pt x="48638" y="52824"/>
                  </a:lnTo>
                  <a:lnTo>
                    <a:pt x="48071" y="53282"/>
                  </a:lnTo>
                  <a:lnTo>
                    <a:pt x="47482" y="53740"/>
                  </a:lnTo>
                  <a:lnTo>
                    <a:pt x="46894" y="54154"/>
                  </a:lnTo>
                  <a:lnTo>
                    <a:pt x="46283" y="54568"/>
                  </a:lnTo>
                  <a:lnTo>
                    <a:pt x="45673" y="54961"/>
                  </a:lnTo>
                  <a:lnTo>
                    <a:pt x="45062" y="55353"/>
                  </a:lnTo>
                  <a:lnTo>
                    <a:pt x="44430" y="55724"/>
                  </a:lnTo>
                  <a:lnTo>
                    <a:pt x="43798" y="56072"/>
                  </a:lnTo>
                  <a:lnTo>
                    <a:pt x="43144" y="56399"/>
                  </a:lnTo>
                  <a:lnTo>
                    <a:pt x="42512" y="56726"/>
                  </a:lnTo>
                  <a:lnTo>
                    <a:pt x="41836" y="57032"/>
                  </a:lnTo>
                  <a:lnTo>
                    <a:pt x="41182" y="57315"/>
                  </a:lnTo>
                  <a:lnTo>
                    <a:pt x="40506" y="57577"/>
                  </a:lnTo>
                  <a:lnTo>
                    <a:pt x="39830" y="57838"/>
                  </a:lnTo>
                  <a:lnTo>
                    <a:pt x="39133" y="58056"/>
                  </a:lnTo>
                  <a:lnTo>
                    <a:pt x="38457" y="58274"/>
                  </a:lnTo>
                  <a:lnTo>
                    <a:pt x="37759" y="58492"/>
                  </a:lnTo>
                  <a:lnTo>
                    <a:pt x="37061" y="58667"/>
                  </a:lnTo>
                  <a:lnTo>
                    <a:pt x="36342" y="58841"/>
                  </a:lnTo>
                  <a:lnTo>
                    <a:pt x="35623" y="58994"/>
                  </a:lnTo>
                  <a:lnTo>
                    <a:pt x="34903" y="59124"/>
                  </a:lnTo>
                  <a:lnTo>
                    <a:pt x="34184" y="59233"/>
                  </a:lnTo>
                  <a:lnTo>
                    <a:pt x="33464" y="59342"/>
                  </a:lnTo>
                  <a:lnTo>
                    <a:pt x="32745" y="59408"/>
                  </a:lnTo>
                  <a:lnTo>
                    <a:pt x="32004" y="59473"/>
                  </a:lnTo>
                  <a:lnTo>
                    <a:pt x="31262" y="59517"/>
                  </a:lnTo>
                  <a:lnTo>
                    <a:pt x="30521" y="59561"/>
                  </a:lnTo>
                  <a:lnTo>
                    <a:pt x="29780" y="5956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3" name="Google Shape;11293;p80"/>
            <p:cNvSpPr/>
            <p:nvPr/>
          </p:nvSpPr>
          <p:spPr>
            <a:xfrm>
              <a:off x="3054350" y="2869413"/>
              <a:ext cx="1365850" cy="1365850"/>
            </a:xfrm>
            <a:custGeom>
              <a:rect b="b" l="l" r="r" t="t"/>
              <a:pathLst>
                <a:path extrusionOk="0" h="54634" w="54634">
                  <a:moveTo>
                    <a:pt x="27317" y="0"/>
                  </a:moveTo>
                  <a:lnTo>
                    <a:pt x="26641" y="22"/>
                  </a:lnTo>
                  <a:lnTo>
                    <a:pt x="25944" y="44"/>
                  </a:lnTo>
                  <a:lnTo>
                    <a:pt x="25268" y="87"/>
                  </a:lnTo>
                  <a:lnTo>
                    <a:pt x="24592" y="131"/>
                  </a:lnTo>
                  <a:lnTo>
                    <a:pt x="23938" y="218"/>
                  </a:lnTo>
                  <a:lnTo>
                    <a:pt x="23262" y="305"/>
                  </a:lnTo>
                  <a:lnTo>
                    <a:pt x="22608" y="414"/>
                  </a:lnTo>
                  <a:lnTo>
                    <a:pt x="21954" y="523"/>
                  </a:lnTo>
                  <a:lnTo>
                    <a:pt x="21300" y="676"/>
                  </a:lnTo>
                  <a:lnTo>
                    <a:pt x="20646" y="828"/>
                  </a:lnTo>
                  <a:lnTo>
                    <a:pt x="19992" y="981"/>
                  </a:lnTo>
                  <a:lnTo>
                    <a:pt x="19360" y="1177"/>
                  </a:lnTo>
                  <a:lnTo>
                    <a:pt x="18727" y="1373"/>
                  </a:lnTo>
                  <a:lnTo>
                    <a:pt x="18095" y="1591"/>
                  </a:lnTo>
                  <a:lnTo>
                    <a:pt x="17463" y="1831"/>
                  </a:lnTo>
                  <a:lnTo>
                    <a:pt x="16853" y="2071"/>
                  </a:lnTo>
                  <a:lnTo>
                    <a:pt x="16242" y="2333"/>
                  </a:lnTo>
                  <a:lnTo>
                    <a:pt x="15632" y="2616"/>
                  </a:lnTo>
                  <a:lnTo>
                    <a:pt x="15043" y="2900"/>
                  </a:lnTo>
                  <a:lnTo>
                    <a:pt x="14455" y="3205"/>
                  </a:lnTo>
                  <a:lnTo>
                    <a:pt x="13866" y="3532"/>
                  </a:lnTo>
                  <a:lnTo>
                    <a:pt x="13299" y="3859"/>
                  </a:lnTo>
                  <a:lnTo>
                    <a:pt x="12732" y="4208"/>
                  </a:lnTo>
                  <a:lnTo>
                    <a:pt x="12165" y="4578"/>
                  </a:lnTo>
                  <a:lnTo>
                    <a:pt x="11620" y="4949"/>
                  </a:lnTo>
                  <a:lnTo>
                    <a:pt x="11075" y="5341"/>
                  </a:lnTo>
                  <a:lnTo>
                    <a:pt x="10530" y="5755"/>
                  </a:lnTo>
                  <a:lnTo>
                    <a:pt x="10007" y="6191"/>
                  </a:lnTo>
                  <a:lnTo>
                    <a:pt x="9484" y="6606"/>
                  </a:lnTo>
                  <a:lnTo>
                    <a:pt x="8983" y="7064"/>
                  </a:lnTo>
                  <a:lnTo>
                    <a:pt x="8481" y="7521"/>
                  </a:lnTo>
                  <a:lnTo>
                    <a:pt x="8002" y="8001"/>
                  </a:lnTo>
                  <a:lnTo>
                    <a:pt x="7522" y="8502"/>
                  </a:lnTo>
                  <a:lnTo>
                    <a:pt x="7064" y="9004"/>
                  </a:lnTo>
                  <a:lnTo>
                    <a:pt x="6606" y="9505"/>
                  </a:lnTo>
                  <a:lnTo>
                    <a:pt x="6170" y="10028"/>
                  </a:lnTo>
                  <a:lnTo>
                    <a:pt x="5756" y="10552"/>
                  </a:lnTo>
                  <a:lnTo>
                    <a:pt x="5342" y="11075"/>
                  </a:lnTo>
                  <a:lnTo>
                    <a:pt x="4949" y="11620"/>
                  </a:lnTo>
                  <a:lnTo>
                    <a:pt x="4579" y="12165"/>
                  </a:lnTo>
                  <a:lnTo>
                    <a:pt x="4208" y="12732"/>
                  </a:lnTo>
                  <a:lnTo>
                    <a:pt x="3859" y="13299"/>
                  </a:lnTo>
                  <a:lnTo>
                    <a:pt x="3532" y="13887"/>
                  </a:lnTo>
                  <a:lnTo>
                    <a:pt x="3205" y="14454"/>
                  </a:lnTo>
                  <a:lnTo>
                    <a:pt x="2900" y="15043"/>
                  </a:lnTo>
                  <a:lnTo>
                    <a:pt x="2595" y="15653"/>
                  </a:lnTo>
                  <a:lnTo>
                    <a:pt x="2333" y="16242"/>
                  </a:lnTo>
                  <a:lnTo>
                    <a:pt x="2072" y="16852"/>
                  </a:lnTo>
                  <a:lnTo>
                    <a:pt x="1810" y="17484"/>
                  </a:lnTo>
                  <a:lnTo>
                    <a:pt x="1592" y="18095"/>
                  </a:lnTo>
                  <a:lnTo>
                    <a:pt x="1374" y="18727"/>
                  </a:lnTo>
                  <a:lnTo>
                    <a:pt x="1178" y="19359"/>
                  </a:lnTo>
                  <a:lnTo>
                    <a:pt x="982" y="20013"/>
                  </a:lnTo>
                  <a:lnTo>
                    <a:pt x="807" y="20645"/>
                  </a:lnTo>
                  <a:lnTo>
                    <a:pt x="655" y="21299"/>
                  </a:lnTo>
                  <a:lnTo>
                    <a:pt x="524" y="21953"/>
                  </a:lnTo>
                  <a:lnTo>
                    <a:pt x="393" y="22608"/>
                  </a:lnTo>
                  <a:lnTo>
                    <a:pt x="306" y="23262"/>
                  </a:lnTo>
                  <a:lnTo>
                    <a:pt x="197" y="23937"/>
                  </a:lnTo>
                  <a:lnTo>
                    <a:pt x="131" y="24613"/>
                  </a:lnTo>
                  <a:lnTo>
                    <a:pt x="66" y="25289"/>
                  </a:lnTo>
                  <a:lnTo>
                    <a:pt x="22" y="25965"/>
                  </a:lnTo>
                  <a:lnTo>
                    <a:pt x="1" y="26641"/>
                  </a:lnTo>
                  <a:lnTo>
                    <a:pt x="1" y="27317"/>
                  </a:lnTo>
                  <a:lnTo>
                    <a:pt x="1" y="28014"/>
                  </a:lnTo>
                  <a:lnTo>
                    <a:pt x="22" y="28690"/>
                  </a:lnTo>
                  <a:lnTo>
                    <a:pt x="66" y="29366"/>
                  </a:lnTo>
                  <a:lnTo>
                    <a:pt x="131" y="30042"/>
                  </a:lnTo>
                  <a:lnTo>
                    <a:pt x="197" y="30696"/>
                  </a:lnTo>
                  <a:lnTo>
                    <a:pt x="306" y="31371"/>
                  </a:lnTo>
                  <a:lnTo>
                    <a:pt x="393" y="32026"/>
                  </a:lnTo>
                  <a:lnTo>
                    <a:pt x="524" y="32701"/>
                  </a:lnTo>
                  <a:lnTo>
                    <a:pt x="655" y="33355"/>
                  </a:lnTo>
                  <a:lnTo>
                    <a:pt x="807" y="33988"/>
                  </a:lnTo>
                  <a:lnTo>
                    <a:pt x="982" y="34642"/>
                  </a:lnTo>
                  <a:lnTo>
                    <a:pt x="1178" y="35274"/>
                  </a:lnTo>
                  <a:lnTo>
                    <a:pt x="1374" y="35906"/>
                  </a:lnTo>
                  <a:lnTo>
                    <a:pt x="1592" y="36538"/>
                  </a:lnTo>
                  <a:lnTo>
                    <a:pt x="1810" y="37171"/>
                  </a:lnTo>
                  <a:lnTo>
                    <a:pt x="2072" y="37781"/>
                  </a:lnTo>
                  <a:lnTo>
                    <a:pt x="2333" y="38391"/>
                  </a:lnTo>
                  <a:lnTo>
                    <a:pt x="2595" y="39002"/>
                  </a:lnTo>
                  <a:lnTo>
                    <a:pt x="2900" y="39590"/>
                  </a:lnTo>
                  <a:lnTo>
                    <a:pt x="3205" y="40179"/>
                  </a:lnTo>
                  <a:lnTo>
                    <a:pt x="3532" y="40768"/>
                  </a:lnTo>
                  <a:lnTo>
                    <a:pt x="3859" y="41334"/>
                  </a:lnTo>
                  <a:lnTo>
                    <a:pt x="4208" y="41901"/>
                  </a:lnTo>
                  <a:lnTo>
                    <a:pt x="4579" y="42468"/>
                  </a:lnTo>
                  <a:lnTo>
                    <a:pt x="4949" y="43013"/>
                  </a:lnTo>
                  <a:lnTo>
                    <a:pt x="5342" y="43558"/>
                  </a:lnTo>
                  <a:lnTo>
                    <a:pt x="5756" y="44103"/>
                  </a:lnTo>
                  <a:lnTo>
                    <a:pt x="6170" y="44626"/>
                  </a:lnTo>
                  <a:lnTo>
                    <a:pt x="6606" y="45150"/>
                  </a:lnTo>
                  <a:lnTo>
                    <a:pt x="7064" y="45651"/>
                  </a:lnTo>
                  <a:lnTo>
                    <a:pt x="7522" y="46152"/>
                  </a:lnTo>
                  <a:lnTo>
                    <a:pt x="8002" y="46632"/>
                  </a:lnTo>
                  <a:lnTo>
                    <a:pt x="8481" y="47112"/>
                  </a:lnTo>
                  <a:lnTo>
                    <a:pt x="8983" y="47570"/>
                  </a:lnTo>
                  <a:lnTo>
                    <a:pt x="9484" y="48027"/>
                  </a:lnTo>
                  <a:lnTo>
                    <a:pt x="10007" y="48463"/>
                  </a:lnTo>
                  <a:lnTo>
                    <a:pt x="10530" y="48878"/>
                  </a:lnTo>
                  <a:lnTo>
                    <a:pt x="11075" y="49292"/>
                  </a:lnTo>
                  <a:lnTo>
                    <a:pt x="11620" y="49684"/>
                  </a:lnTo>
                  <a:lnTo>
                    <a:pt x="12165" y="50055"/>
                  </a:lnTo>
                  <a:lnTo>
                    <a:pt x="12732" y="50425"/>
                  </a:lnTo>
                  <a:lnTo>
                    <a:pt x="13299" y="50774"/>
                  </a:lnTo>
                  <a:lnTo>
                    <a:pt x="13866" y="51123"/>
                  </a:lnTo>
                  <a:lnTo>
                    <a:pt x="14455" y="51428"/>
                  </a:lnTo>
                  <a:lnTo>
                    <a:pt x="15043" y="51733"/>
                  </a:lnTo>
                  <a:lnTo>
                    <a:pt x="15632" y="52039"/>
                  </a:lnTo>
                  <a:lnTo>
                    <a:pt x="16242" y="52300"/>
                  </a:lnTo>
                  <a:lnTo>
                    <a:pt x="16853" y="52562"/>
                  </a:lnTo>
                  <a:lnTo>
                    <a:pt x="17463" y="52824"/>
                  </a:lnTo>
                  <a:lnTo>
                    <a:pt x="18095" y="53042"/>
                  </a:lnTo>
                  <a:lnTo>
                    <a:pt x="18727" y="53260"/>
                  </a:lnTo>
                  <a:lnTo>
                    <a:pt x="19360" y="53456"/>
                  </a:lnTo>
                  <a:lnTo>
                    <a:pt x="19992" y="53652"/>
                  </a:lnTo>
                  <a:lnTo>
                    <a:pt x="20646" y="53826"/>
                  </a:lnTo>
                  <a:lnTo>
                    <a:pt x="21300" y="53979"/>
                  </a:lnTo>
                  <a:lnTo>
                    <a:pt x="21954" y="54110"/>
                  </a:lnTo>
                  <a:lnTo>
                    <a:pt x="22608" y="54241"/>
                  </a:lnTo>
                  <a:lnTo>
                    <a:pt x="23262" y="54350"/>
                  </a:lnTo>
                  <a:lnTo>
                    <a:pt x="23938" y="54437"/>
                  </a:lnTo>
                  <a:lnTo>
                    <a:pt x="24592" y="54502"/>
                  </a:lnTo>
                  <a:lnTo>
                    <a:pt x="25268" y="54568"/>
                  </a:lnTo>
                  <a:lnTo>
                    <a:pt x="25944" y="54611"/>
                  </a:lnTo>
                  <a:lnTo>
                    <a:pt x="26641" y="54633"/>
                  </a:lnTo>
                  <a:lnTo>
                    <a:pt x="27993" y="54633"/>
                  </a:lnTo>
                  <a:lnTo>
                    <a:pt x="28669" y="54611"/>
                  </a:lnTo>
                  <a:lnTo>
                    <a:pt x="29344" y="54568"/>
                  </a:lnTo>
                  <a:lnTo>
                    <a:pt x="30020" y="54502"/>
                  </a:lnTo>
                  <a:lnTo>
                    <a:pt x="30696" y="54437"/>
                  </a:lnTo>
                  <a:lnTo>
                    <a:pt x="31372" y="54350"/>
                  </a:lnTo>
                  <a:lnTo>
                    <a:pt x="32026" y="54241"/>
                  </a:lnTo>
                  <a:lnTo>
                    <a:pt x="32680" y="54110"/>
                  </a:lnTo>
                  <a:lnTo>
                    <a:pt x="33334" y="53979"/>
                  </a:lnTo>
                  <a:lnTo>
                    <a:pt x="33988" y="53826"/>
                  </a:lnTo>
                  <a:lnTo>
                    <a:pt x="34642" y="53652"/>
                  </a:lnTo>
                  <a:lnTo>
                    <a:pt x="35274" y="53456"/>
                  </a:lnTo>
                  <a:lnTo>
                    <a:pt x="35907" y="53260"/>
                  </a:lnTo>
                  <a:lnTo>
                    <a:pt x="36539" y="53042"/>
                  </a:lnTo>
                  <a:lnTo>
                    <a:pt x="37149" y="52824"/>
                  </a:lnTo>
                  <a:lnTo>
                    <a:pt x="37781" y="52562"/>
                  </a:lnTo>
                  <a:lnTo>
                    <a:pt x="38392" y="52300"/>
                  </a:lnTo>
                  <a:lnTo>
                    <a:pt x="38980" y="52039"/>
                  </a:lnTo>
                  <a:lnTo>
                    <a:pt x="39591" y="51733"/>
                  </a:lnTo>
                  <a:lnTo>
                    <a:pt x="40179" y="51428"/>
                  </a:lnTo>
                  <a:lnTo>
                    <a:pt x="40768" y="51123"/>
                  </a:lnTo>
                  <a:lnTo>
                    <a:pt x="41335" y="50774"/>
                  </a:lnTo>
                  <a:lnTo>
                    <a:pt x="41902" y="50425"/>
                  </a:lnTo>
                  <a:lnTo>
                    <a:pt x="42469" y="50055"/>
                  </a:lnTo>
                  <a:lnTo>
                    <a:pt x="43014" y="49684"/>
                  </a:lnTo>
                  <a:lnTo>
                    <a:pt x="43559" y="49292"/>
                  </a:lnTo>
                  <a:lnTo>
                    <a:pt x="44082" y="48878"/>
                  </a:lnTo>
                  <a:lnTo>
                    <a:pt x="44627" y="48463"/>
                  </a:lnTo>
                  <a:lnTo>
                    <a:pt x="45128" y="48027"/>
                  </a:lnTo>
                  <a:lnTo>
                    <a:pt x="45651" y="47570"/>
                  </a:lnTo>
                  <a:lnTo>
                    <a:pt x="46131" y="47112"/>
                  </a:lnTo>
                  <a:lnTo>
                    <a:pt x="46633" y="46632"/>
                  </a:lnTo>
                  <a:lnTo>
                    <a:pt x="47112" y="46152"/>
                  </a:lnTo>
                  <a:lnTo>
                    <a:pt x="47570" y="45651"/>
                  </a:lnTo>
                  <a:lnTo>
                    <a:pt x="48028" y="45150"/>
                  </a:lnTo>
                  <a:lnTo>
                    <a:pt x="48464" y="44626"/>
                  </a:lnTo>
                  <a:lnTo>
                    <a:pt x="48878" y="44103"/>
                  </a:lnTo>
                  <a:lnTo>
                    <a:pt x="49292" y="43558"/>
                  </a:lnTo>
                  <a:lnTo>
                    <a:pt x="49685" y="43013"/>
                  </a:lnTo>
                  <a:lnTo>
                    <a:pt x="50055" y="42468"/>
                  </a:lnTo>
                  <a:lnTo>
                    <a:pt x="50426" y="41901"/>
                  </a:lnTo>
                  <a:lnTo>
                    <a:pt x="50775" y="41334"/>
                  </a:lnTo>
                  <a:lnTo>
                    <a:pt x="51102" y="40768"/>
                  </a:lnTo>
                  <a:lnTo>
                    <a:pt x="51429" y="40179"/>
                  </a:lnTo>
                  <a:lnTo>
                    <a:pt x="51734" y="39590"/>
                  </a:lnTo>
                  <a:lnTo>
                    <a:pt x="52017" y="39002"/>
                  </a:lnTo>
                  <a:lnTo>
                    <a:pt x="52301" y="38391"/>
                  </a:lnTo>
                  <a:lnTo>
                    <a:pt x="52562" y="37781"/>
                  </a:lnTo>
                  <a:lnTo>
                    <a:pt x="52802" y="37171"/>
                  </a:lnTo>
                  <a:lnTo>
                    <a:pt x="53042" y="36538"/>
                  </a:lnTo>
                  <a:lnTo>
                    <a:pt x="53260" y="35906"/>
                  </a:lnTo>
                  <a:lnTo>
                    <a:pt x="53456" y="35274"/>
                  </a:lnTo>
                  <a:lnTo>
                    <a:pt x="53652" y="34642"/>
                  </a:lnTo>
                  <a:lnTo>
                    <a:pt x="53805" y="33988"/>
                  </a:lnTo>
                  <a:lnTo>
                    <a:pt x="53958" y="33355"/>
                  </a:lnTo>
                  <a:lnTo>
                    <a:pt x="54110" y="32701"/>
                  </a:lnTo>
                  <a:lnTo>
                    <a:pt x="54219" y="32026"/>
                  </a:lnTo>
                  <a:lnTo>
                    <a:pt x="54328" y="31371"/>
                  </a:lnTo>
                  <a:lnTo>
                    <a:pt x="54415" y="30696"/>
                  </a:lnTo>
                  <a:lnTo>
                    <a:pt x="54503" y="30042"/>
                  </a:lnTo>
                  <a:lnTo>
                    <a:pt x="54546" y="29366"/>
                  </a:lnTo>
                  <a:lnTo>
                    <a:pt x="54590" y="28690"/>
                  </a:lnTo>
                  <a:lnTo>
                    <a:pt x="54612" y="28014"/>
                  </a:lnTo>
                  <a:lnTo>
                    <a:pt x="54633" y="27317"/>
                  </a:lnTo>
                  <a:lnTo>
                    <a:pt x="54612" y="26641"/>
                  </a:lnTo>
                  <a:lnTo>
                    <a:pt x="54590" y="25965"/>
                  </a:lnTo>
                  <a:lnTo>
                    <a:pt x="54546" y="25289"/>
                  </a:lnTo>
                  <a:lnTo>
                    <a:pt x="54503" y="24613"/>
                  </a:lnTo>
                  <a:lnTo>
                    <a:pt x="54415" y="23937"/>
                  </a:lnTo>
                  <a:lnTo>
                    <a:pt x="54328" y="23262"/>
                  </a:lnTo>
                  <a:lnTo>
                    <a:pt x="54219" y="22608"/>
                  </a:lnTo>
                  <a:lnTo>
                    <a:pt x="54110" y="21953"/>
                  </a:lnTo>
                  <a:lnTo>
                    <a:pt x="53958" y="21299"/>
                  </a:lnTo>
                  <a:lnTo>
                    <a:pt x="53805" y="20645"/>
                  </a:lnTo>
                  <a:lnTo>
                    <a:pt x="53652" y="20013"/>
                  </a:lnTo>
                  <a:lnTo>
                    <a:pt x="53456" y="19359"/>
                  </a:lnTo>
                  <a:lnTo>
                    <a:pt x="53260" y="18727"/>
                  </a:lnTo>
                  <a:lnTo>
                    <a:pt x="53042" y="18095"/>
                  </a:lnTo>
                  <a:lnTo>
                    <a:pt x="52802" y="17484"/>
                  </a:lnTo>
                  <a:lnTo>
                    <a:pt x="52562" y="16852"/>
                  </a:lnTo>
                  <a:lnTo>
                    <a:pt x="52301" y="16242"/>
                  </a:lnTo>
                  <a:lnTo>
                    <a:pt x="52017" y="15653"/>
                  </a:lnTo>
                  <a:lnTo>
                    <a:pt x="51734" y="15043"/>
                  </a:lnTo>
                  <a:lnTo>
                    <a:pt x="51429" y="14454"/>
                  </a:lnTo>
                  <a:lnTo>
                    <a:pt x="51102" y="13887"/>
                  </a:lnTo>
                  <a:lnTo>
                    <a:pt x="50775" y="13299"/>
                  </a:lnTo>
                  <a:lnTo>
                    <a:pt x="50426" y="12732"/>
                  </a:lnTo>
                  <a:lnTo>
                    <a:pt x="50055" y="12165"/>
                  </a:lnTo>
                  <a:lnTo>
                    <a:pt x="49685" y="11620"/>
                  </a:lnTo>
                  <a:lnTo>
                    <a:pt x="49292" y="11075"/>
                  </a:lnTo>
                  <a:lnTo>
                    <a:pt x="48878" y="10552"/>
                  </a:lnTo>
                  <a:lnTo>
                    <a:pt x="48464" y="10028"/>
                  </a:lnTo>
                  <a:lnTo>
                    <a:pt x="48028" y="9505"/>
                  </a:lnTo>
                  <a:lnTo>
                    <a:pt x="47570" y="9004"/>
                  </a:lnTo>
                  <a:lnTo>
                    <a:pt x="47112" y="8502"/>
                  </a:lnTo>
                  <a:lnTo>
                    <a:pt x="46633" y="8001"/>
                  </a:lnTo>
                  <a:lnTo>
                    <a:pt x="46131" y="7521"/>
                  </a:lnTo>
                  <a:lnTo>
                    <a:pt x="45651" y="7064"/>
                  </a:lnTo>
                  <a:lnTo>
                    <a:pt x="45128" y="6606"/>
                  </a:lnTo>
                  <a:lnTo>
                    <a:pt x="44627" y="6191"/>
                  </a:lnTo>
                  <a:lnTo>
                    <a:pt x="44082" y="5755"/>
                  </a:lnTo>
                  <a:lnTo>
                    <a:pt x="43559" y="5341"/>
                  </a:lnTo>
                  <a:lnTo>
                    <a:pt x="43014" y="4949"/>
                  </a:lnTo>
                  <a:lnTo>
                    <a:pt x="42469" y="4578"/>
                  </a:lnTo>
                  <a:lnTo>
                    <a:pt x="41902" y="4208"/>
                  </a:lnTo>
                  <a:lnTo>
                    <a:pt x="41335" y="3859"/>
                  </a:lnTo>
                  <a:lnTo>
                    <a:pt x="40768" y="3532"/>
                  </a:lnTo>
                  <a:lnTo>
                    <a:pt x="40179" y="3205"/>
                  </a:lnTo>
                  <a:lnTo>
                    <a:pt x="39591" y="2900"/>
                  </a:lnTo>
                  <a:lnTo>
                    <a:pt x="38980" y="2616"/>
                  </a:lnTo>
                  <a:lnTo>
                    <a:pt x="38392" y="2333"/>
                  </a:lnTo>
                  <a:lnTo>
                    <a:pt x="37781" y="2071"/>
                  </a:lnTo>
                  <a:lnTo>
                    <a:pt x="37149" y="1831"/>
                  </a:lnTo>
                  <a:lnTo>
                    <a:pt x="36539" y="1591"/>
                  </a:lnTo>
                  <a:lnTo>
                    <a:pt x="35907" y="1373"/>
                  </a:lnTo>
                  <a:lnTo>
                    <a:pt x="35274" y="1177"/>
                  </a:lnTo>
                  <a:lnTo>
                    <a:pt x="34642" y="981"/>
                  </a:lnTo>
                  <a:lnTo>
                    <a:pt x="33988" y="828"/>
                  </a:lnTo>
                  <a:lnTo>
                    <a:pt x="33334" y="676"/>
                  </a:lnTo>
                  <a:lnTo>
                    <a:pt x="32680" y="523"/>
                  </a:lnTo>
                  <a:lnTo>
                    <a:pt x="32026" y="414"/>
                  </a:lnTo>
                  <a:lnTo>
                    <a:pt x="31372" y="305"/>
                  </a:lnTo>
                  <a:lnTo>
                    <a:pt x="30696" y="218"/>
                  </a:lnTo>
                  <a:lnTo>
                    <a:pt x="30020" y="131"/>
                  </a:lnTo>
                  <a:lnTo>
                    <a:pt x="29344" y="87"/>
                  </a:lnTo>
                  <a:lnTo>
                    <a:pt x="28669" y="44"/>
                  </a:lnTo>
                  <a:lnTo>
                    <a:pt x="27993" y="22"/>
                  </a:lnTo>
                  <a:lnTo>
                    <a:pt x="2731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4" name="Google Shape;11294;p80"/>
            <p:cNvSpPr/>
            <p:nvPr/>
          </p:nvSpPr>
          <p:spPr>
            <a:xfrm>
              <a:off x="3054350" y="2869413"/>
              <a:ext cx="1365850" cy="1365850"/>
            </a:xfrm>
            <a:custGeom>
              <a:rect b="b" l="l" r="r" t="t"/>
              <a:pathLst>
                <a:path extrusionOk="0" fill="none" h="54634" w="54634">
                  <a:moveTo>
                    <a:pt x="27317" y="54633"/>
                  </a:moveTo>
                  <a:lnTo>
                    <a:pt x="27317" y="54633"/>
                  </a:lnTo>
                  <a:lnTo>
                    <a:pt x="26641" y="54633"/>
                  </a:lnTo>
                  <a:lnTo>
                    <a:pt x="25944" y="54611"/>
                  </a:lnTo>
                  <a:lnTo>
                    <a:pt x="25268" y="54568"/>
                  </a:lnTo>
                  <a:lnTo>
                    <a:pt x="24592" y="54502"/>
                  </a:lnTo>
                  <a:lnTo>
                    <a:pt x="23938" y="54437"/>
                  </a:lnTo>
                  <a:lnTo>
                    <a:pt x="23262" y="54350"/>
                  </a:lnTo>
                  <a:lnTo>
                    <a:pt x="22608" y="54241"/>
                  </a:lnTo>
                  <a:lnTo>
                    <a:pt x="21954" y="54110"/>
                  </a:lnTo>
                  <a:lnTo>
                    <a:pt x="21300" y="53979"/>
                  </a:lnTo>
                  <a:lnTo>
                    <a:pt x="20646" y="53826"/>
                  </a:lnTo>
                  <a:lnTo>
                    <a:pt x="19992" y="53652"/>
                  </a:lnTo>
                  <a:lnTo>
                    <a:pt x="19360" y="53456"/>
                  </a:lnTo>
                  <a:lnTo>
                    <a:pt x="18727" y="53260"/>
                  </a:lnTo>
                  <a:lnTo>
                    <a:pt x="18095" y="53042"/>
                  </a:lnTo>
                  <a:lnTo>
                    <a:pt x="17463" y="52824"/>
                  </a:lnTo>
                  <a:lnTo>
                    <a:pt x="16853" y="52562"/>
                  </a:lnTo>
                  <a:lnTo>
                    <a:pt x="16242" y="52300"/>
                  </a:lnTo>
                  <a:lnTo>
                    <a:pt x="15632" y="52039"/>
                  </a:lnTo>
                  <a:lnTo>
                    <a:pt x="15043" y="51733"/>
                  </a:lnTo>
                  <a:lnTo>
                    <a:pt x="14455" y="51428"/>
                  </a:lnTo>
                  <a:lnTo>
                    <a:pt x="13866" y="51123"/>
                  </a:lnTo>
                  <a:lnTo>
                    <a:pt x="13299" y="50774"/>
                  </a:lnTo>
                  <a:lnTo>
                    <a:pt x="12732" y="50425"/>
                  </a:lnTo>
                  <a:lnTo>
                    <a:pt x="12165" y="50055"/>
                  </a:lnTo>
                  <a:lnTo>
                    <a:pt x="11620" y="49684"/>
                  </a:lnTo>
                  <a:lnTo>
                    <a:pt x="11075" y="49292"/>
                  </a:lnTo>
                  <a:lnTo>
                    <a:pt x="10530" y="48878"/>
                  </a:lnTo>
                  <a:lnTo>
                    <a:pt x="10007" y="48463"/>
                  </a:lnTo>
                  <a:lnTo>
                    <a:pt x="9484" y="48027"/>
                  </a:lnTo>
                  <a:lnTo>
                    <a:pt x="8983" y="47570"/>
                  </a:lnTo>
                  <a:lnTo>
                    <a:pt x="8481" y="47112"/>
                  </a:lnTo>
                  <a:lnTo>
                    <a:pt x="8002" y="46632"/>
                  </a:lnTo>
                  <a:lnTo>
                    <a:pt x="8002" y="46632"/>
                  </a:lnTo>
                  <a:lnTo>
                    <a:pt x="7522" y="46152"/>
                  </a:lnTo>
                  <a:lnTo>
                    <a:pt x="7064" y="45651"/>
                  </a:lnTo>
                  <a:lnTo>
                    <a:pt x="6606" y="45150"/>
                  </a:lnTo>
                  <a:lnTo>
                    <a:pt x="6170" y="44626"/>
                  </a:lnTo>
                  <a:lnTo>
                    <a:pt x="5756" y="44103"/>
                  </a:lnTo>
                  <a:lnTo>
                    <a:pt x="5342" y="43558"/>
                  </a:lnTo>
                  <a:lnTo>
                    <a:pt x="4949" y="43013"/>
                  </a:lnTo>
                  <a:lnTo>
                    <a:pt x="4579" y="42468"/>
                  </a:lnTo>
                  <a:lnTo>
                    <a:pt x="4208" y="41901"/>
                  </a:lnTo>
                  <a:lnTo>
                    <a:pt x="3859" y="41334"/>
                  </a:lnTo>
                  <a:lnTo>
                    <a:pt x="3532" y="40768"/>
                  </a:lnTo>
                  <a:lnTo>
                    <a:pt x="3205" y="40179"/>
                  </a:lnTo>
                  <a:lnTo>
                    <a:pt x="2900" y="39590"/>
                  </a:lnTo>
                  <a:lnTo>
                    <a:pt x="2595" y="39002"/>
                  </a:lnTo>
                  <a:lnTo>
                    <a:pt x="2333" y="38391"/>
                  </a:lnTo>
                  <a:lnTo>
                    <a:pt x="2072" y="37781"/>
                  </a:lnTo>
                  <a:lnTo>
                    <a:pt x="1810" y="37171"/>
                  </a:lnTo>
                  <a:lnTo>
                    <a:pt x="1592" y="36538"/>
                  </a:lnTo>
                  <a:lnTo>
                    <a:pt x="1374" y="35906"/>
                  </a:lnTo>
                  <a:lnTo>
                    <a:pt x="1178" y="35274"/>
                  </a:lnTo>
                  <a:lnTo>
                    <a:pt x="982" y="34642"/>
                  </a:lnTo>
                  <a:lnTo>
                    <a:pt x="807" y="33988"/>
                  </a:lnTo>
                  <a:lnTo>
                    <a:pt x="655" y="33355"/>
                  </a:lnTo>
                  <a:lnTo>
                    <a:pt x="524" y="32701"/>
                  </a:lnTo>
                  <a:lnTo>
                    <a:pt x="393" y="32026"/>
                  </a:lnTo>
                  <a:lnTo>
                    <a:pt x="306" y="31371"/>
                  </a:lnTo>
                  <a:lnTo>
                    <a:pt x="197" y="30696"/>
                  </a:lnTo>
                  <a:lnTo>
                    <a:pt x="131" y="30042"/>
                  </a:lnTo>
                  <a:lnTo>
                    <a:pt x="66" y="29366"/>
                  </a:lnTo>
                  <a:lnTo>
                    <a:pt x="22" y="28690"/>
                  </a:lnTo>
                  <a:lnTo>
                    <a:pt x="1" y="28014"/>
                  </a:lnTo>
                  <a:lnTo>
                    <a:pt x="1" y="27317"/>
                  </a:lnTo>
                  <a:lnTo>
                    <a:pt x="1" y="27317"/>
                  </a:lnTo>
                  <a:lnTo>
                    <a:pt x="1" y="26641"/>
                  </a:lnTo>
                  <a:lnTo>
                    <a:pt x="22" y="25965"/>
                  </a:lnTo>
                  <a:lnTo>
                    <a:pt x="66" y="25289"/>
                  </a:lnTo>
                  <a:lnTo>
                    <a:pt x="131" y="24613"/>
                  </a:lnTo>
                  <a:lnTo>
                    <a:pt x="197" y="23937"/>
                  </a:lnTo>
                  <a:lnTo>
                    <a:pt x="306" y="23262"/>
                  </a:lnTo>
                  <a:lnTo>
                    <a:pt x="393" y="22608"/>
                  </a:lnTo>
                  <a:lnTo>
                    <a:pt x="524" y="21953"/>
                  </a:lnTo>
                  <a:lnTo>
                    <a:pt x="655" y="21299"/>
                  </a:lnTo>
                  <a:lnTo>
                    <a:pt x="807" y="20645"/>
                  </a:lnTo>
                  <a:lnTo>
                    <a:pt x="982" y="20013"/>
                  </a:lnTo>
                  <a:lnTo>
                    <a:pt x="1178" y="19359"/>
                  </a:lnTo>
                  <a:lnTo>
                    <a:pt x="1374" y="18727"/>
                  </a:lnTo>
                  <a:lnTo>
                    <a:pt x="1592" y="18095"/>
                  </a:lnTo>
                  <a:lnTo>
                    <a:pt x="1810" y="17484"/>
                  </a:lnTo>
                  <a:lnTo>
                    <a:pt x="2072" y="16852"/>
                  </a:lnTo>
                  <a:lnTo>
                    <a:pt x="2333" y="16242"/>
                  </a:lnTo>
                  <a:lnTo>
                    <a:pt x="2595" y="15653"/>
                  </a:lnTo>
                  <a:lnTo>
                    <a:pt x="2900" y="15043"/>
                  </a:lnTo>
                  <a:lnTo>
                    <a:pt x="3205" y="14454"/>
                  </a:lnTo>
                  <a:lnTo>
                    <a:pt x="3532" y="13887"/>
                  </a:lnTo>
                  <a:lnTo>
                    <a:pt x="3859" y="13299"/>
                  </a:lnTo>
                  <a:lnTo>
                    <a:pt x="4208" y="12732"/>
                  </a:lnTo>
                  <a:lnTo>
                    <a:pt x="4579" y="12165"/>
                  </a:lnTo>
                  <a:lnTo>
                    <a:pt x="4949" y="11620"/>
                  </a:lnTo>
                  <a:lnTo>
                    <a:pt x="5342" y="11075"/>
                  </a:lnTo>
                  <a:lnTo>
                    <a:pt x="5756" y="10552"/>
                  </a:lnTo>
                  <a:lnTo>
                    <a:pt x="6170" y="10028"/>
                  </a:lnTo>
                  <a:lnTo>
                    <a:pt x="6606" y="9505"/>
                  </a:lnTo>
                  <a:lnTo>
                    <a:pt x="7064" y="9004"/>
                  </a:lnTo>
                  <a:lnTo>
                    <a:pt x="7522" y="8502"/>
                  </a:lnTo>
                  <a:lnTo>
                    <a:pt x="8002" y="8001"/>
                  </a:lnTo>
                  <a:lnTo>
                    <a:pt x="8002" y="8001"/>
                  </a:lnTo>
                  <a:lnTo>
                    <a:pt x="8481" y="7521"/>
                  </a:lnTo>
                  <a:lnTo>
                    <a:pt x="8983" y="7064"/>
                  </a:lnTo>
                  <a:lnTo>
                    <a:pt x="9484" y="6606"/>
                  </a:lnTo>
                  <a:lnTo>
                    <a:pt x="10007" y="6191"/>
                  </a:lnTo>
                  <a:lnTo>
                    <a:pt x="10530" y="5755"/>
                  </a:lnTo>
                  <a:lnTo>
                    <a:pt x="11075" y="5341"/>
                  </a:lnTo>
                  <a:lnTo>
                    <a:pt x="11620" y="4949"/>
                  </a:lnTo>
                  <a:lnTo>
                    <a:pt x="12165" y="4578"/>
                  </a:lnTo>
                  <a:lnTo>
                    <a:pt x="12732" y="4208"/>
                  </a:lnTo>
                  <a:lnTo>
                    <a:pt x="13299" y="3859"/>
                  </a:lnTo>
                  <a:lnTo>
                    <a:pt x="13866" y="3532"/>
                  </a:lnTo>
                  <a:lnTo>
                    <a:pt x="14455" y="3205"/>
                  </a:lnTo>
                  <a:lnTo>
                    <a:pt x="15043" y="2900"/>
                  </a:lnTo>
                  <a:lnTo>
                    <a:pt x="15632" y="2616"/>
                  </a:lnTo>
                  <a:lnTo>
                    <a:pt x="16242" y="2333"/>
                  </a:lnTo>
                  <a:lnTo>
                    <a:pt x="16853" y="2071"/>
                  </a:lnTo>
                  <a:lnTo>
                    <a:pt x="17463" y="1831"/>
                  </a:lnTo>
                  <a:lnTo>
                    <a:pt x="18095" y="1591"/>
                  </a:lnTo>
                  <a:lnTo>
                    <a:pt x="18727" y="1373"/>
                  </a:lnTo>
                  <a:lnTo>
                    <a:pt x="19360" y="1177"/>
                  </a:lnTo>
                  <a:lnTo>
                    <a:pt x="19992" y="981"/>
                  </a:lnTo>
                  <a:lnTo>
                    <a:pt x="20646" y="828"/>
                  </a:lnTo>
                  <a:lnTo>
                    <a:pt x="21300" y="676"/>
                  </a:lnTo>
                  <a:lnTo>
                    <a:pt x="21954" y="523"/>
                  </a:lnTo>
                  <a:lnTo>
                    <a:pt x="22608" y="414"/>
                  </a:lnTo>
                  <a:lnTo>
                    <a:pt x="23262" y="305"/>
                  </a:lnTo>
                  <a:lnTo>
                    <a:pt x="23938" y="218"/>
                  </a:lnTo>
                  <a:lnTo>
                    <a:pt x="24592" y="131"/>
                  </a:lnTo>
                  <a:lnTo>
                    <a:pt x="25268" y="87"/>
                  </a:lnTo>
                  <a:lnTo>
                    <a:pt x="25944" y="44"/>
                  </a:lnTo>
                  <a:lnTo>
                    <a:pt x="26641" y="22"/>
                  </a:lnTo>
                  <a:lnTo>
                    <a:pt x="27317" y="0"/>
                  </a:lnTo>
                  <a:lnTo>
                    <a:pt x="27317" y="0"/>
                  </a:lnTo>
                  <a:lnTo>
                    <a:pt x="27993" y="22"/>
                  </a:lnTo>
                  <a:lnTo>
                    <a:pt x="28669" y="44"/>
                  </a:lnTo>
                  <a:lnTo>
                    <a:pt x="29344" y="87"/>
                  </a:lnTo>
                  <a:lnTo>
                    <a:pt x="30020" y="131"/>
                  </a:lnTo>
                  <a:lnTo>
                    <a:pt x="30696" y="218"/>
                  </a:lnTo>
                  <a:lnTo>
                    <a:pt x="31372" y="305"/>
                  </a:lnTo>
                  <a:lnTo>
                    <a:pt x="32026" y="414"/>
                  </a:lnTo>
                  <a:lnTo>
                    <a:pt x="32680" y="523"/>
                  </a:lnTo>
                  <a:lnTo>
                    <a:pt x="33334" y="676"/>
                  </a:lnTo>
                  <a:lnTo>
                    <a:pt x="33988" y="828"/>
                  </a:lnTo>
                  <a:lnTo>
                    <a:pt x="34642" y="981"/>
                  </a:lnTo>
                  <a:lnTo>
                    <a:pt x="35274" y="1177"/>
                  </a:lnTo>
                  <a:lnTo>
                    <a:pt x="35907" y="1373"/>
                  </a:lnTo>
                  <a:lnTo>
                    <a:pt x="36539" y="1591"/>
                  </a:lnTo>
                  <a:lnTo>
                    <a:pt x="37149" y="1831"/>
                  </a:lnTo>
                  <a:lnTo>
                    <a:pt x="37781" y="2071"/>
                  </a:lnTo>
                  <a:lnTo>
                    <a:pt x="38392" y="2333"/>
                  </a:lnTo>
                  <a:lnTo>
                    <a:pt x="38980" y="2616"/>
                  </a:lnTo>
                  <a:lnTo>
                    <a:pt x="39591" y="2900"/>
                  </a:lnTo>
                  <a:lnTo>
                    <a:pt x="40179" y="3205"/>
                  </a:lnTo>
                  <a:lnTo>
                    <a:pt x="40768" y="3532"/>
                  </a:lnTo>
                  <a:lnTo>
                    <a:pt x="41335" y="3859"/>
                  </a:lnTo>
                  <a:lnTo>
                    <a:pt x="41902" y="4208"/>
                  </a:lnTo>
                  <a:lnTo>
                    <a:pt x="42469" y="4578"/>
                  </a:lnTo>
                  <a:lnTo>
                    <a:pt x="43014" y="4949"/>
                  </a:lnTo>
                  <a:lnTo>
                    <a:pt x="43559" y="5341"/>
                  </a:lnTo>
                  <a:lnTo>
                    <a:pt x="44082" y="5755"/>
                  </a:lnTo>
                  <a:lnTo>
                    <a:pt x="44627" y="6191"/>
                  </a:lnTo>
                  <a:lnTo>
                    <a:pt x="45128" y="6606"/>
                  </a:lnTo>
                  <a:lnTo>
                    <a:pt x="45651" y="7064"/>
                  </a:lnTo>
                  <a:lnTo>
                    <a:pt x="46131" y="7521"/>
                  </a:lnTo>
                  <a:lnTo>
                    <a:pt x="46633" y="8001"/>
                  </a:lnTo>
                  <a:lnTo>
                    <a:pt x="46633" y="8001"/>
                  </a:lnTo>
                  <a:lnTo>
                    <a:pt x="47112" y="8502"/>
                  </a:lnTo>
                  <a:lnTo>
                    <a:pt x="47570" y="9004"/>
                  </a:lnTo>
                  <a:lnTo>
                    <a:pt x="48028" y="9505"/>
                  </a:lnTo>
                  <a:lnTo>
                    <a:pt x="48464" y="10028"/>
                  </a:lnTo>
                  <a:lnTo>
                    <a:pt x="48878" y="10552"/>
                  </a:lnTo>
                  <a:lnTo>
                    <a:pt x="49292" y="11075"/>
                  </a:lnTo>
                  <a:lnTo>
                    <a:pt x="49685" y="11620"/>
                  </a:lnTo>
                  <a:lnTo>
                    <a:pt x="50055" y="12165"/>
                  </a:lnTo>
                  <a:lnTo>
                    <a:pt x="50426" y="12732"/>
                  </a:lnTo>
                  <a:lnTo>
                    <a:pt x="50775" y="13299"/>
                  </a:lnTo>
                  <a:lnTo>
                    <a:pt x="51102" y="13887"/>
                  </a:lnTo>
                  <a:lnTo>
                    <a:pt x="51429" y="14454"/>
                  </a:lnTo>
                  <a:lnTo>
                    <a:pt x="51734" y="15043"/>
                  </a:lnTo>
                  <a:lnTo>
                    <a:pt x="52017" y="15653"/>
                  </a:lnTo>
                  <a:lnTo>
                    <a:pt x="52301" y="16242"/>
                  </a:lnTo>
                  <a:lnTo>
                    <a:pt x="52562" y="16852"/>
                  </a:lnTo>
                  <a:lnTo>
                    <a:pt x="52802" y="17484"/>
                  </a:lnTo>
                  <a:lnTo>
                    <a:pt x="53042" y="18095"/>
                  </a:lnTo>
                  <a:lnTo>
                    <a:pt x="53260" y="18727"/>
                  </a:lnTo>
                  <a:lnTo>
                    <a:pt x="53456" y="19359"/>
                  </a:lnTo>
                  <a:lnTo>
                    <a:pt x="53652" y="20013"/>
                  </a:lnTo>
                  <a:lnTo>
                    <a:pt x="53805" y="20645"/>
                  </a:lnTo>
                  <a:lnTo>
                    <a:pt x="53958" y="21299"/>
                  </a:lnTo>
                  <a:lnTo>
                    <a:pt x="54110" y="21953"/>
                  </a:lnTo>
                  <a:lnTo>
                    <a:pt x="54219" y="22608"/>
                  </a:lnTo>
                  <a:lnTo>
                    <a:pt x="54328" y="23262"/>
                  </a:lnTo>
                  <a:lnTo>
                    <a:pt x="54415" y="23937"/>
                  </a:lnTo>
                  <a:lnTo>
                    <a:pt x="54503" y="24613"/>
                  </a:lnTo>
                  <a:lnTo>
                    <a:pt x="54546" y="25289"/>
                  </a:lnTo>
                  <a:lnTo>
                    <a:pt x="54590" y="25965"/>
                  </a:lnTo>
                  <a:lnTo>
                    <a:pt x="54612" y="26641"/>
                  </a:lnTo>
                  <a:lnTo>
                    <a:pt x="54633" y="27317"/>
                  </a:lnTo>
                  <a:lnTo>
                    <a:pt x="54633" y="27317"/>
                  </a:lnTo>
                  <a:lnTo>
                    <a:pt x="54612" y="28014"/>
                  </a:lnTo>
                  <a:lnTo>
                    <a:pt x="54590" y="28690"/>
                  </a:lnTo>
                  <a:lnTo>
                    <a:pt x="54546" y="29366"/>
                  </a:lnTo>
                  <a:lnTo>
                    <a:pt x="54503" y="30042"/>
                  </a:lnTo>
                  <a:lnTo>
                    <a:pt x="54415" y="30696"/>
                  </a:lnTo>
                  <a:lnTo>
                    <a:pt x="54328" y="31371"/>
                  </a:lnTo>
                  <a:lnTo>
                    <a:pt x="54219" y="32026"/>
                  </a:lnTo>
                  <a:lnTo>
                    <a:pt x="54110" y="32701"/>
                  </a:lnTo>
                  <a:lnTo>
                    <a:pt x="53958" y="33355"/>
                  </a:lnTo>
                  <a:lnTo>
                    <a:pt x="53805" y="33988"/>
                  </a:lnTo>
                  <a:lnTo>
                    <a:pt x="53652" y="34642"/>
                  </a:lnTo>
                  <a:lnTo>
                    <a:pt x="53456" y="35274"/>
                  </a:lnTo>
                  <a:lnTo>
                    <a:pt x="53260" y="35906"/>
                  </a:lnTo>
                  <a:lnTo>
                    <a:pt x="53042" y="36538"/>
                  </a:lnTo>
                  <a:lnTo>
                    <a:pt x="52802" y="37171"/>
                  </a:lnTo>
                  <a:lnTo>
                    <a:pt x="52562" y="37781"/>
                  </a:lnTo>
                  <a:lnTo>
                    <a:pt x="52301" y="38391"/>
                  </a:lnTo>
                  <a:lnTo>
                    <a:pt x="52017" y="39002"/>
                  </a:lnTo>
                  <a:lnTo>
                    <a:pt x="51734" y="39590"/>
                  </a:lnTo>
                  <a:lnTo>
                    <a:pt x="51429" y="40179"/>
                  </a:lnTo>
                  <a:lnTo>
                    <a:pt x="51102" y="40768"/>
                  </a:lnTo>
                  <a:lnTo>
                    <a:pt x="50775" y="41334"/>
                  </a:lnTo>
                  <a:lnTo>
                    <a:pt x="50426" y="41901"/>
                  </a:lnTo>
                  <a:lnTo>
                    <a:pt x="50055" y="42468"/>
                  </a:lnTo>
                  <a:lnTo>
                    <a:pt x="49685" y="43013"/>
                  </a:lnTo>
                  <a:lnTo>
                    <a:pt x="49292" y="43558"/>
                  </a:lnTo>
                  <a:lnTo>
                    <a:pt x="48878" y="44103"/>
                  </a:lnTo>
                  <a:lnTo>
                    <a:pt x="48464" y="44626"/>
                  </a:lnTo>
                  <a:lnTo>
                    <a:pt x="48028" y="45150"/>
                  </a:lnTo>
                  <a:lnTo>
                    <a:pt x="47570" y="45651"/>
                  </a:lnTo>
                  <a:lnTo>
                    <a:pt x="47112" y="46152"/>
                  </a:lnTo>
                  <a:lnTo>
                    <a:pt x="46633" y="46632"/>
                  </a:lnTo>
                  <a:lnTo>
                    <a:pt x="46633" y="46632"/>
                  </a:lnTo>
                  <a:lnTo>
                    <a:pt x="46131" y="47112"/>
                  </a:lnTo>
                  <a:lnTo>
                    <a:pt x="45651" y="47570"/>
                  </a:lnTo>
                  <a:lnTo>
                    <a:pt x="45128" y="48027"/>
                  </a:lnTo>
                  <a:lnTo>
                    <a:pt x="44627" y="48463"/>
                  </a:lnTo>
                  <a:lnTo>
                    <a:pt x="44082" y="48878"/>
                  </a:lnTo>
                  <a:lnTo>
                    <a:pt x="43559" y="49292"/>
                  </a:lnTo>
                  <a:lnTo>
                    <a:pt x="43014" y="49684"/>
                  </a:lnTo>
                  <a:lnTo>
                    <a:pt x="42469" y="50055"/>
                  </a:lnTo>
                  <a:lnTo>
                    <a:pt x="41902" y="50425"/>
                  </a:lnTo>
                  <a:lnTo>
                    <a:pt x="41335" y="50774"/>
                  </a:lnTo>
                  <a:lnTo>
                    <a:pt x="40768" y="51123"/>
                  </a:lnTo>
                  <a:lnTo>
                    <a:pt x="40179" y="51428"/>
                  </a:lnTo>
                  <a:lnTo>
                    <a:pt x="39591" y="51733"/>
                  </a:lnTo>
                  <a:lnTo>
                    <a:pt x="38980" y="52039"/>
                  </a:lnTo>
                  <a:lnTo>
                    <a:pt x="38392" y="52300"/>
                  </a:lnTo>
                  <a:lnTo>
                    <a:pt x="37781" y="52562"/>
                  </a:lnTo>
                  <a:lnTo>
                    <a:pt x="37149" y="52824"/>
                  </a:lnTo>
                  <a:lnTo>
                    <a:pt x="36539" y="53042"/>
                  </a:lnTo>
                  <a:lnTo>
                    <a:pt x="35907" y="53260"/>
                  </a:lnTo>
                  <a:lnTo>
                    <a:pt x="35274" y="53456"/>
                  </a:lnTo>
                  <a:lnTo>
                    <a:pt x="34642" y="53652"/>
                  </a:lnTo>
                  <a:lnTo>
                    <a:pt x="33988" y="53826"/>
                  </a:lnTo>
                  <a:lnTo>
                    <a:pt x="33334" y="53979"/>
                  </a:lnTo>
                  <a:lnTo>
                    <a:pt x="32680" y="54110"/>
                  </a:lnTo>
                  <a:lnTo>
                    <a:pt x="32026" y="54241"/>
                  </a:lnTo>
                  <a:lnTo>
                    <a:pt x="31372" y="54350"/>
                  </a:lnTo>
                  <a:lnTo>
                    <a:pt x="30696" y="54437"/>
                  </a:lnTo>
                  <a:lnTo>
                    <a:pt x="30020" y="54502"/>
                  </a:lnTo>
                  <a:lnTo>
                    <a:pt x="29344" y="54568"/>
                  </a:lnTo>
                  <a:lnTo>
                    <a:pt x="28669" y="54611"/>
                  </a:lnTo>
                  <a:lnTo>
                    <a:pt x="27993" y="54633"/>
                  </a:lnTo>
                  <a:lnTo>
                    <a:pt x="27317" y="54633"/>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5" name="Google Shape;11295;p80"/>
            <p:cNvSpPr/>
            <p:nvPr/>
          </p:nvSpPr>
          <p:spPr>
            <a:xfrm>
              <a:off x="3096875" y="2927163"/>
              <a:ext cx="1302600" cy="1243775"/>
            </a:xfrm>
            <a:custGeom>
              <a:rect b="b" l="l" r="r" t="t"/>
              <a:pathLst>
                <a:path extrusionOk="0" h="49751" w="52104">
                  <a:moveTo>
                    <a:pt x="25681" y="1"/>
                  </a:moveTo>
                  <a:lnTo>
                    <a:pt x="24613" y="23"/>
                  </a:lnTo>
                  <a:lnTo>
                    <a:pt x="23501" y="88"/>
                  </a:lnTo>
                  <a:lnTo>
                    <a:pt x="22368" y="219"/>
                  </a:lnTo>
                  <a:lnTo>
                    <a:pt x="21212" y="372"/>
                  </a:lnTo>
                  <a:lnTo>
                    <a:pt x="20035" y="568"/>
                  </a:lnTo>
                  <a:lnTo>
                    <a:pt x="18858" y="829"/>
                  </a:lnTo>
                  <a:lnTo>
                    <a:pt x="17659" y="1113"/>
                  </a:lnTo>
                  <a:lnTo>
                    <a:pt x="16460" y="1462"/>
                  </a:lnTo>
                  <a:lnTo>
                    <a:pt x="15871" y="1658"/>
                  </a:lnTo>
                  <a:lnTo>
                    <a:pt x="15261" y="1876"/>
                  </a:lnTo>
                  <a:lnTo>
                    <a:pt x="14672" y="2094"/>
                  </a:lnTo>
                  <a:lnTo>
                    <a:pt x="14083" y="2334"/>
                  </a:lnTo>
                  <a:lnTo>
                    <a:pt x="13495" y="2573"/>
                  </a:lnTo>
                  <a:lnTo>
                    <a:pt x="12906" y="2857"/>
                  </a:lnTo>
                  <a:lnTo>
                    <a:pt x="12318" y="3118"/>
                  </a:lnTo>
                  <a:lnTo>
                    <a:pt x="11729" y="3424"/>
                  </a:lnTo>
                  <a:lnTo>
                    <a:pt x="11162" y="3729"/>
                  </a:lnTo>
                  <a:lnTo>
                    <a:pt x="10595" y="4056"/>
                  </a:lnTo>
                  <a:lnTo>
                    <a:pt x="10399" y="4143"/>
                  </a:lnTo>
                  <a:lnTo>
                    <a:pt x="9898" y="4405"/>
                  </a:lnTo>
                  <a:lnTo>
                    <a:pt x="9549" y="4601"/>
                  </a:lnTo>
                  <a:lnTo>
                    <a:pt x="9156" y="4863"/>
                  </a:lnTo>
                  <a:lnTo>
                    <a:pt x="8742" y="5146"/>
                  </a:lnTo>
                  <a:lnTo>
                    <a:pt x="8284" y="5495"/>
                  </a:lnTo>
                  <a:lnTo>
                    <a:pt x="7827" y="5909"/>
                  </a:lnTo>
                  <a:lnTo>
                    <a:pt x="7391" y="6345"/>
                  </a:lnTo>
                  <a:lnTo>
                    <a:pt x="7173" y="6607"/>
                  </a:lnTo>
                  <a:lnTo>
                    <a:pt x="6955" y="6868"/>
                  </a:lnTo>
                  <a:lnTo>
                    <a:pt x="6737" y="7130"/>
                  </a:lnTo>
                  <a:lnTo>
                    <a:pt x="6540" y="7413"/>
                  </a:lnTo>
                  <a:lnTo>
                    <a:pt x="6344" y="7718"/>
                  </a:lnTo>
                  <a:lnTo>
                    <a:pt x="6170" y="8024"/>
                  </a:lnTo>
                  <a:lnTo>
                    <a:pt x="5995" y="8372"/>
                  </a:lnTo>
                  <a:lnTo>
                    <a:pt x="5843" y="8699"/>
                  </a:lnTo>
                  <a:lnTo>
                    <a:pt x="5712" y="9070"/>
                  </a:lnTo>
                  <a:lnTo>
                    <a:pt x="5581" y="9441"/>
                  </a:lnTo>
                  <a:lnTo>
                    <a:pt x="5494" y="9811"/>
                  </a:lnTo>
                  <a:lnTo>
                    <a:pt x="5407" y="10226"/>
                  </a:lnTo>
                  <a:lnTo>
                    <a:pt x="5319" y="10683"/>
                  </a:lnTo>
                  <a:lnTo>
                    <a:pt x="5210" y="11119"/>
                  </a:lnTo>
                  <a:lnTo>
                    <a:pt x="5080" y="11534"/>
                  </a:lnTo>
                  <a:lnTo>
                    <a:pt x="4949" y="11948"/>
                  </a:lnTo>
                  <a:lnTo>
                    <a:pt x="4796" y="12318"/>
                  </a:lnTo>
                  <a:lnTo>
                    <a:pt x="4644" y="12689"/>
                  </a:lnTo>
                  <a:lnTo>
                    <a:pt x="4469" y="13016"/>
                  </a:lnTo>
                  <a:lnTo>
                    <a:pt x="4273" y="13365"/>
                  </a:lnTo>
                  <a:lnTo>
                    <a:pt x="4033" y="13801"/>
                  </a:lnTo>
                  <a:lnTo>
                    <a:pt x="3750" y="14215"/>
                  </a:lnTo>
                  <a:lnTo>
                    <a:pt x="3205" y="15044"/>
                  </a:lnTo>
                  <a:lnTo>
                    <a:pt x="2616" y="15872"/>
                  </a:lnTo>
                  <a:lnTo>
                    <a:pt x="2311" y="16286"/>
                  </a:lnTo>
                  <a:lnTo>
                    <a:pt x="2028" y="16744"/>
                  </a:lnTo>
                  <a:lnTo>
                    <a:pt x="1788" y="17115"/>
                  </a:lnTo>
                  <a:lnTo>
                    <a:pt x="1570" y="17529"/>
                  </a:lnTo>
                  <a:lnTo>
                    <a:pt x="1330" y="17943"/>
                  </a:lnTo>
                  <a:lnTo>
                    <a:pt x="1112" y="18401"/>
                  </a:lnTo>
                  <a:lnTo>
                    <a:pt x="916" y="18859"/>
                  </a:lnTo>
                  <a:lnTo>
                    <a:pt x="720" y="19360"/>
                  </a:lnTo>
                  <a:lnTo>
                    <a:pt x="523" y="19883"/>
                  </a:lnTo>
                  <a:lnTo>
                    <a:pt x="371" y="20450"/>
                  </a:lnTo>
                  <a:lnTo>
                    <a:pt x="196" y="21104"/>
                  </a:lnTo>
                  <a:lnTo>
                    <a:pt x="87" y="21758"/>
                  </a:lnTo>
                  <a:lnTo>
                    <a:pt x="22" y="22390"/>
                  </a:lnTo>
                  <a:lnTo>
                    <a:pt x="0" y="23023"/>
                  </a:lnTo>
                  <a:lnTo>
                    <a:pt x="22" y="23611"/>
                  </a:lnTo>
                  <a:lnTo>
                    <a:pt x="87" y="24222"/>
                  </a:lnTo>
                  <a:lnTo>
                    <a:pt x="174" y="24789"/>
                  </a:lnTo>
                  <a:lnTo>
                    <a:pt x="283" y="25377"/>
                  </a:lnTo>
                  <a:lnTo>
                    <a:pt x="436" y="25988"/>
                  </a:lnTo>
                  <a:lnTo>
                    <a:pt x="632" y="26598"/>
                  </a:lnTo>
                  <a:lnTo>
                    <a:pt x="829" y="27208"/>
                  </a:lnTo>
                  <a:lnTo>
                    <a:pt x="1047" y="27797"/>
                  </a:lnTo>
                  <a:lnTo>
                    <a:pt x="1483" y="28931"/>
                  </a:lnTo>
                  <a:lnTo>
                    <a:pt x="1919" y="30021"/>
                  </a:lnTo>
                  <a:lnTo>
                    <a:pt x="2137" y="30588"/>
                  </a:lnTo>
                  <a:lnTo>
                    <a:pt x="2311" y="31133"/>
                  </a:lnTo>
                  <a:lnTo>
                    <a:pt x="2464" y="31678"/>
                  </a:lnTo>
                  <a:lnTo>
                    <a:pt x="2594" y="32223"/>
                  </a:lnTo>
                  <a:lnTo>
                    <a:pt x="2682" y="32833"/>
                  </a:lnTo>
                  <a:lnTo>
                    <a:pt x="2769" y="33487"/>
                  </a:lnTo>
                  <a:lnTo>
                    <a:pt x="2921" y="34817"/>
                  </a:lnTo>
                  <a:lnTo>
                    <a:pt x="3009" y="35515"/>
                  </a:lnTo>
                  <a:lnTo>
                    <a:pt x="3118" y="36190"/>
                  </a:lnTo>
                  <a:lnTo>
                    <a:pt x="3227" y="36888"/>
                  </a:lnTo>
                  <a:lnTo>
                    <a:pt x="3379" y="37586"/>
                  </a:lnTo>
                  <a:lnTo>
                    <a:pt x="3575" y="38261"/>
                  </a:lnTo>
                  <a:lnTo>
                    <a:pt x="3793" y="38915"/>
                  </a:lnTo>
                  <a:lnTo>
                    <a:pt x="3946" y="39242"/>
                  </a:lnTo>
                  <a:lnTo>
                    <a:pt x="4077" y="39548"/>
                  </a:lnTo>
                  <a:lnTo>
                    <a:pt x="4251" y="39853"/>
                  </a:lnTo>
                  <a:lnTo>
                    <a:pt x="4426" y="40158"/>
                  </a:lnTo>
                  <a:lnTo>
                    <a:pt x="4622" y="40442"/>
                  </a:lnTo>
                  <a:lnTo>
                    <a:pt x="4818" y="40725"/>
                  </a:lnTo>
                  <a:lnTo>
                    <a:pt x="5058" y="41008"/>
                  </a:lnTo>
                  <a:lnTo>
                    <a:pt x="5298" y="41270"/>
                  </a:lnTo>
                  <a:lnTo>
                    <a:pt x="5581" y="41532"/>
                  </a:lnTo>
                  <a:lnTo>
                    <a:pt x="5864" y="41771"/>
                  </a:lnTo>
                  <a:lnTo>
                    <a:pt x="6170" y="42011"/>
                  </a:lnTo>
                  <a:lnTo>
                    <a:pt x="6497" y="42229"/>
                  </a:lnTo>
                  <a:lnTo>
                    <a:pt x="7216" y="42687"/>
                  </a:lnTo>
                  <a:lnTo>
                    <a:pt x="7957" y="43210"/>
                  </a:lnTo>
                  <a:lnTo>
                    <a:pt x="8742" y="43777"/>
                  </a:lnTo>
                  <a:lnTo>
                    <a:pt x="9549" y="44409"/>
                  </a:lnTo>
                  <a:lnTo>
                    <a:pt x="11249" y="45696"/>
                  </a:lnTo>
                  <a:lnTo>
                    <a:pt x="12121" y="46350"/>
                  </a:lnTo>
                  <a:lnTo>
                    <a:pt x="12993" y="46982"/>
                  </a:lnTo>
                  <a:lnTo>
                    <a:pt x="13887" y="47570"/>
                  </a:lnTo>
                  <a:lnTo>
                    <a:pt x="14759" y="48115"/>
                  </a:lnTo>
                  <a:lnTo>
                    <a:pt x="15195" y="48377"/>
                  </a:lnTo>
                  <a:lnTo>
                    <a:pt x="15631" y="48617"/>
                  </a:lnTo>
                  <a:lnTo>
                    <a:pt x="16067" y="48835"/>
                  </a:lnTo>
                  <a:lnTo>
                    <a:pt x="16503" y="49053"/>
                  </a:lnTo>
                  <a:lnTo>
                    <a:pt x="16917" y="49227"/>
                  </a:lnTo>
                  <a:lnTo>
                    <a:pt x="17354" y="49380"/>
                  </a:lnTo>
                  <a:lnTo>
                    <a:pt x="17768" y="49511"/>
                  </a:lnTo>
                  <a:lnTo>
                    <a:pt x="18160" y="49620"/>
                  </a:lnTo>
                  <a:lnTo>
                    <a:pt x="18574" y="49685"/>
                  </a:lnTo>
                  <a:lnTo>
                    <a:pt x="18967" y="49751"/>
                  </a:lnTo>
                  <a:lnTo>
                    <a:pt x="19337" y="49751"/>
                  </a:lnTo>
                  <a:lnTo>
                    <a:pt x="19730" y="49729"/>
                  </a:lnTo>
                  <a:lnTo>
                    <a:pt x="20449" y="49663"/>
                  </a:lnTo>
                  <a:lnTo>
                    <a:pt x="21125" y="49576"/>
                  </a:lnTo>
                  <a:lnTo>
                    <a:pt x="22368" y="49402"/>
                  </a:lnTo>
                  <a:lnTo>
                    <a:pt x="23567" y="49205"/>
                  </a:lnTo>
                  <a:lnTo>
                    <a:pt x="24809" y="49031"/>
                  </a:lnTo>
                  <a:lnTo>
                    <a:pt x="25463" y="48944"/>
                  </a:lnTo>
                  <a:lnTo>
                    <a:pt x="26183" y="48878"/>
                  </a:lnTo>
                  <a:lnTo>
                    <a:pt x="26946" y="48813"/>
                  </a:lnTo>
                  <a:lnTo>
                    <a:pt x="27774" y="48769"/>
                  </a:lnTo>
                  <a:lnTo>
                    <a:pt x="28668" y="48748"/>
                  </a:lnTo>
                  <a:lnTo>
                    <a:pt x="29671" y="48726"/>
                  </a:lnTo>
                  <a:lnTo>
                    <a:pt x="30783" y="48726"/>
                  </a:lnTo>
                  <a:lnTo>
                    <a:pt x="31982" y="48769"/>
                  </a:lnTo>
                  <a:lnTo>
                    <a:pt x="33224" y="48769"/>
                  </a:lnTo>
                  <a:lnTo>
                    <a:pt x="33813" y="48748"/>
                  </a:lnTo>
                  <a:lnTo>
                    <a:pt x="34380" y="48726"/>
                  </a:lnTo>
                  <a:lnTo>
                    <a:pt x="34925" y="48682"/>
                  </a:lnTo>
                  <a:lnTo>
                    <a:pt x="35448" y="48617"/>
                  </a:lnTo>
                  <a:lnTo>
                    <a:pt x="35971" y="48530"/>
                  </a:lnTo>
                  <a:lnTo>
                    <a:pt x="36473" y="48442"/>
                  </a:lnTo>
                  <a:lnTo>
                    <a:pt x="36952" y="48355"/>
                  </a:lnTo>
                  <a:lnTo>
                    <a:pt x="37410" y="48246"/>
                  </a:lnTo>
                  <a:lnTo>
                    <a:pt x="37846" y="48115"/>
                  </a:lnTo>
                  <a:lnTo>
                    <a:pt x="38282" y="47985"/>
                  </a:lnTo>
                  <a:lnTo>
                    <a:pt x="38696" y="47832"/>
                  </a:lnTo>
                  <a:lnTo>
                    <a:pt x="39089" y="47679"/>
                  </a:lnTo>
                  <a:lnTo>
                    <a:pt x="39481" y="47505"/>
                  </a:lnTo>
                  <a:lnTo>
                    <a:pt x="39852" y="47331"/>
                  </a:lnTo>
                  <a:lnTo>
                    <a:pt x="40201" y="47134"/>
                  </a:lnTo>
                  <a:lnTo>
                    <a:pt x="40528" y="46938"/>
                  </a:lnTo>
                  <a:lnTo>
                    <a:pt x="40855" y="46742"/>
                  </a:lnTo>
                  <a:lnTo>
                    <a:pt x="41160" y="46524"/>
                  </a:lnTo>
                  <a:lnTo>
                    <a:pt x="41465" y="46306"/>
                  </a:lnTo>
                  <a:lnTo>
                    <a:pt x="41727" y="46066"/>
                  </a:lnTo>
                  <a:lnTo>
                    <a:pt x="42010" y="45826"/>
                  </a:lnTo>
                  <a:lnTo>
                    <a:pt x="42250" y="45587"/>
                  </a:lnTo>
                  <a:lnTo>
                    <a:pt x="42490" y="45347"/>
                  </a:lnTo>
                  <a:lnTo>
                    <a:pt x="42730" y="45085"/>
                  </a:lnTo>
                  <a:lnTo>
                    <a:pt x="43144" y="44540"/>
                  </a:lnTo>
                  <a:lnTo>
                    <a:pt x="43514" y="43995"/>
                  </a:lnTo>
                  <a:lnTo>
                    <a:pt x="43841" y="43406"/>
                  </a:lnTo>
                  <a:lnTo>
                    <a:pt x="45019" y="41205"/>
                  </a:lnTo>
                  <a:lnTo>
                    <a:pt x="45586" y="40158"/>
                  </a:lnTo>
                  <a:lnTo>
                    <a:pt x="46174" y="39177"/>
                  </a:lnTo>
                  <a:lnTo>
                    <a:pt x="46479" y="38697"/>
                  </a:lnTo>
                  <a:lnTo>
                    <a:pt x="46806" y="38218"/>
                  </a:lnTo>
                  <a:lnTo>
                    <a:pt x="47133" y="37738"/>
                  </a:lnTo>
                  <a:lnTo>
                    <a:pt x="47504" y="37259"/>
                  </a:lnTo>
                  <a:lnTo>
                    <a:pt x="47875" y="36801"/>
                  </a:lnTo>
                  <a:lnTo>
                    <a:pt x="48289" y="36321"/>
                  </a:lnTo>
                  <a:lnTo>
                    <a:pt x="48725" y="35863"/>
                  </a:lnTo>
                  <a:lnTo>
                    <a:pt x="49204" y="35384"/>
                  </a:lnTo>
                  <a:lnTo>
                    <a:pt x="49444" y="35122"/>
                  </a:lnTo>
                  <a:lnTo>
                    <a:pt x="49662" y="34861"/>
                  </a:lnTo>
                  <a:lnTo>
                    <a:pt x="49902" y="34555"/>
                  </a:lnTo>
                  <a:lnTo>
                    <a:pt x="50120" y="34228"/>
                  </a:lnTo>
                  <a:lnTo>
                    <a:pt x="50316" y="33879"/>
                  </a:lnTo>
                  <a:lnTo>
                    <a:pt x="50534" y="33531"/>
                  </a:lnTo>
                  <a:lnTo>
                    <a:pt x="50709" y="33138"/>
                  </a:lnTo>
                  <a:lnTo>
                    <a:pt x="50905" y="32724"/>
                  </a:lnTo>
                  <a:lnTo>
                    <a:pt x="51058" y="32310"/>
                  </a:lnTo>
                  <a:lnTo>
                    <a:pt x="51232" y="31874"/>
                  </a:lnTo>
                  <a:lnTo>
                    <a:pt x="51363" y="31438"/>
                  </a:lnTo>
                  <a:lnTo>
                    <a:pt x="51515" y="30958"/>
                  </a:lnTo>
                  <a:lnTo>
                    <a:pt x="51624" y="30500"/>
                  </a:lnTo>
                  <a:lnTo>
                    <a:pt x="51733" y="30021"/>
                  </a:lnTo>
                  <a:lnTo>
                    <a:pt x="51842" y="29519"/>
                  </a:lnTo>
                  <a:lnTo>
                    <a:pt x="51930" y="29040"/>
                  </a:lnTo>
                  <a:lnTo>
                    <a:pt x="51995" y="28538"/>
                  </a:lnTo>
                  <a:lnTo>
                    <a:pt x="52039" y="28015"/>
                  </a:lnTo>
                  <a:lnTo>
                    <a:pt x="52082" y="27514"/>
                  </a:lnTo>
                  <a:lnTo>
                    <a:pt x="52082" y="27012"/>
                  </a:lnTo>
                  <a:lnTo>
                    <a:pt x="52104" y="26489"/>
                  </a:lnTo>
                  <a:lnTo>
                    <a:pt x="52082" y="25988"/>
                  </a:lnTo>
                  <a:lnTo>
                    <a:pt x="52039" y="25486"/>
                  </a:lnTo>
                  <a:lnTo>
                    <a:pt x="51995" y="24985"/>
                  </a:lnTo>
                  <a:lnTo>
                    <a:pt x="51930" y="24505"/>
                  </a:lnTo>
                  <a:lnTo>
                    <a:pt x="51842" y="24004"/>
                  </a:lnTo>
                  <a:lnTo>
                    <a:pt x="51712" y="23524"/>
                  </a:lnTo>
                  <a:lnTo>
                    <a:pt x="51581" y="23066"/>
                  </a:lnTo>
                  <a:lnTo>
                    <a:pt x="51428" y="22608"/>
                  </a:lnTo>
                  <a:lnTo>
                    <a:pt x="51254" y="22172"/>
                  </a:lnTo>
                  <a:lnTo>
                    <a:pt x="51058" y="21736"/>
                  </a:lnTo>
                  <a:lnTo>
                    <a:pt x="50840" y="21322"/>
                  </a:lnTo>
                  <a:lnTo>
                    <a:pt x="50425" y="20559"/>
                  </a:lnTo>
                  <a:lnTo>
                    <a:pt x="50033" y="19862"/>
                  </a:lnTo>
                  <a:lnTo>
                    <a:pt x="49706" y="19229"/>
                  </a:lnTo>
                  <a:lnTo>
                    <a:pt x="49422" y="18641"/>
                  </a:lnTo>
                  <a:lnTo>
                    <a:pt x="49183" y="18096"/>
                  </a:lnTo>
                  <a:lnTo>
                    <a:pt x="48965" y="17594"/>
                  </a:lnTo>
                  <a:lnTo>
                    <a:pt x="48572" y="16635"/>
                  </a:lnTo>
                  <a:lnTo>
                    <a:pt x="47853" y="14651"/>
                  </a:lnTo>
                  <a:lnTo>
                    <a:pt x="47395" y="13474"/>
                  </a:lnTo>
                  <a:lnTo>
                    <a:pt x="46806" y="12057"/>
                  </a:lnTo>
                  <a:lnTo>
                    <a:pt x="46174" y="10574"/>
                  </a:lnTo>
                  <a:lnTo>
                    <a:pt x="45869" y="9899"/>
                  </a:lnTo>
                  <a:lnTo>
                    <a:pt x="45564" y="9244"/>
                  </a:lnTo>
                  <a:lnTo>
                    <a:pt x="45237" y="8656"/>
                  </a:lnTo>
                  <a:lnTo>
                    <a:pt x="44910" y="8089"/>
                  </a:lnTo>
                  <a:lnTo>
                    <a:pt x="44583" y="7588"/>
                  </a:lnTo>
                  <a:lnTo>
                    <a:pt x="44212" y="7108"/>
                  </a:lnTo>
                  <a:lnTo>
                    <a:pt x="44016" y="6890"/>
                  </a:lnTo>
                  <a:lnTo>
                    <a:pt x="43820" y="6672"/>
                  </a:lnTo>
                  <a:lnTo>
                    <a:pt x="43602" y="6476"/>
                  </a:lnTo>
                  <a:lnTo>
                    <a:pt x="43384" y="6280"/>
                  </a:lnTo>
                  <a:lnTo>
                    <a:pt x="43166" y="6105"/>
                  </a:lnTo>
                  <a:lnTo>
                    <a:pt x="42904" y="5931"/>
                  </a:lnTo>
                  <a:lnTo>
                    <a:pt x="42664" y="5778"/>
                  </a:lnTo>
                  <a:lnTo>
                    <a:pt x="42381" y="5626"/>
                  </a:lnTo>
                  <a:lnTo>
                    <a:pt x="42119" y="5495"/>
                  </a:lnTo>
                  <a:lnTo>
                    <a:pt x="41814" y="5386"/>
                  </a:lnTo>
                  <a:lnTo>
                    <a:pt x="41509" y="5255"/>
                  </a:lnTo>
                  <a:lnTo>
                    <a:pt x="41160" y="5168"/>
                  </a:lnTo>
                  <a:lnTo>
                    <a:pt x="40833" y="5059"/>
                  </a:lnTo>
                  <a:lnTo>
                    <a:pt x="40462" y="4993"/>
                  </a:lnTo>
                  <a:lnTo>
                    <a:pt x="40070" y="4928"/>
                  </a:lnTo>
                  <a:lnTo>
                    <a:pt x="39678" y="4863"/>
                  </a:lnTo>
                  <a:lnTo>
                    <a:pt x="39263" y="4797"/>
                  </a:lnTo>
                  <a:lnTo>
                    <a:pt x="38893" y="4710"/>
                  </a:lnTo>
                  <a:lnTo>
                    <a:pt x="38500" y="4623"/>
                  </a:lnTo>
                  <a:lnTo>
                    <a:pt x="38151" y="4514"/>
                  </a:lnTo>
                  <a:lnTo>
                    <a:pt x="37803" y="4383"/>
                  </a:lnTo>
                  <a:lnTo>
                    <a:pt x="37454" y="4252"/>
                  </a:lnTo>
                  <a:lnTo>
                    <a:pt x="37127" y="4099"/>
                  </a:lnTo>
                  <a:lnTo>
                    <a:pt x="36800" y="3947"/>
                  </a:lnTo>
                  <a:lnTo>
                    <a:pt x="36189" y="3598"/>
                  </a:lnTo>
                  <a:lnTo>
                    <a:pt x="35601" y="3227"/>
                  </a:lnTo>
                  <a:lnTo>
                    <a:pt x="34424" y="2464"/>
                  </a:lnTo>
                  <a:lnTo>
                    <a:pt x="33835" y="2072"/>
                  </a:lnTo>
                  <a:lnTo>
                    <a:pt x="33224" y="1680"/>
                  </a:lnTo>
                  <a:lnTo>
                    <a:pt x="32592" y="1309"/>
                  </a:lnTo>
                  <a:lnTo>
                    <a:pt x="31916" y="982"/>
                  </a:lnTo>
                  <a:lnTo>
                    <a:pt x="31568" y="829"/>
                  </a:lnTo>
                  <a:lnTo>
                    <a:pt x="31197" y="677"/>
                  </a:lnTo>
                  <a:lnTo>
                    <a:pt x="30826" y="546"/>
                  </a:lnTo>
                  <a:lnTo>
                    <a:pt x="30434" y="437"/>
                  </a:lnTo>
                  <a:lnTo>
                    <a:pt x="30020" y="328"/>
                  </a:lnTo>
                  <a:lnTo>
                    <a:pt x="29606" y="241"/>
                  </a:lnTo>
                  <a:lnTo>
                    <a:pt x="29170" y="175"/>
                  </a:lnTo>
                  <a:lnTo>
                    <a:pt x="28712" y="110"/>
                  </a:lnTo>
                  <a:lnTo>
                    <a:pt x="27752" y="45"/>
                  </a:lnTo>
                  <a:lnTo>
                    <a:pt x="267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6" name="Google Shape;11296;p80"/>
            <p:cNvSpPr/>
            <p:nvPr/>
          </p:nvSpPr>
          <p:spPr>
            <a:xfrm>
              <a:off x="3096875" y="2927163"/>
              <a:ext cx="1302600" cy="1243775"/>
            </a:xfrm>
            <a:custGeom>
              <a:rect b="b" l="l" r="r" t="t"/>
              <a:pathLst>
                <a:path extrusionOk="0" fill="none" h="49751" w="52104">
                  <a:moveTo>
                    <a:pt x="49204" y="35384"/>
                  </a:moveTo>
                  <a:lnTo>
                    <a:pt x="49204" y="35384"/>
                  </a:lnTo>
                  <a:lnTo>
                    <a:pt x="48725" y="35863"/>
                  </a:lnTo>
                  <a:lnTo>
                    <a:pt x="48289" y="36321"/>
                  </a:lnTo>
                  <a:lnTo>
                    <a:pt x="47875" y="36801"/>
                  </a:lnTo>
                  <a:lnTo>
                    <a:pt x="47504" y="37259"/>
                  </a:lnTo>
                  <a:lnTo>
                    <a:pt x="47133" y="37738"/>
                  </a:lnTo>
                  <a:lnTo>
                    <a:pt x="46806" y="38218"/>
                  </a:lnTo>
                  <a:lnTo>
                    <a:pt x="46479" y="38697"/>
                  </a:lnTo>
                  <a:lnTo>
                    <a:pt x="46174" y="39177"/>
                  </a:lnTo>
                  <a:lnTo>
                    <a:pt x="45586" y="40158"/>
                  </a:lnTo>
                  <a:lnTo>
                    <a:pt x="45019" y="41205"/>
                  </a:lnTo>
                  <a:lnTo>
                    <a:pt x="43841" y="43406"/>
                  </a:lnTo>
                  <a:lnTo>
                    <a:pt x="43841" y="43406"/>
                  </a:lnTo>
                  <a:lnTo>
                    <a:pt x="43514" y="43995"/>
                  </a:lnTo>
                  <a:lnTo>
                    <a:pt x="43144" y="44540"/>
                  </a:lnTo>
                  <a:lnTo>
                    <a:pt x="42730" y="45085"/>
                  </a:lnTo>
                  <a:lnTo>
                    <a:pt x="42490" y="45347"/>
                  </a:lnTo>
                  <a:lnTo>
                    <a:pt x="42250" y="45587"/>
                  </a:lnTo>
                  <a:lnTo>
                    <a:pt x="42010" y="45826"/>
                  </a:lnTo>
                  <a:lnTo>
                    <a:pt x="41727" y="46066"/>
                  </a:lnTo>
                  <a:lnTo>
                    <a:pt x="41465" y="46306"/>
                  </a:lnTo>
                  <a:lnTo>
                    <a:pt x="41160" y="46524"/>
                  </a:lnTo>
                  <a:lnTo>
                    <a:pt x="40855" y="46742"/>
                  </a:lnTo>
                  <a:lnTo>
                    <a:pt x="40528" y="46938"/>
                  </a:lnTo>
                  <a:lnTo>
                    <a:pt x="40201" y="47134"/>
                  </a:lnTo>
                  <a:lnTo>
                    <a:pt x="39852" y="47331"/>
                  </a:lnTo>
                  <a:lnTo>
                    <a:pt x="39481" y="47505"/>
                  </a:lnTo>
                  <a:lnTo>
                    <a:pt x="39089" y="47679"/>
                  </a:lnTo>
                  <a:lnTo>
                    <a:pt x="38696" y="47832"/>
                  </a:lnTo>
                  <a:lnTo>
                    <a:pt x="38282" y="47985"/>
                  </a:lnTo>
                  <a:lnTo>
                    <a:pt x="37846" y="48115"/>
                  </a:lnTo>
                  <a:lnTo>
                    <a:pt x="37410" y="48246"/>
                  </a:lnTo>
                  <a:lnTo>
                    <a:pt x="36952" y="48355"/>
                  </a:lnTo>
                  <a:lnTo>
                    <a:pt x="36473" y="48442"/>
                  </a:lnTo>
                  <a:lnTo>
                    <a:pt x="35971" y="48530"/>
                  </a:lnTo>
                  <a:lnTo>
                    <a:pt x="35448" y="48617"/>
                  </a:lnTo>
                  <a:lnTo>
                    <a:pt x="34925" y="48682"/>
                  </a:lnTo>
                  <a:lnTo>
                    <a:pt x="34380" y="48726"/>
                  </a:lnTo>
                  <a:lnTo>
                    <a:pt x="33813" y="48748"/>
                  </a:lnTo>
                  <a:lnTo>
                    <a:pt x="33224" y="48769"/>
                  </a:lnTo>
                  <a:lnTo>
                    <a:pt x="32614" y="48769"/>
                  </a:lnTo>
                  <a:lnTo>
                    <a:pt x="31982" y="48769"/>
                  </a:lnTo>
                  <a:lnTo>
                    <a:pt x="31982" y="48769"/>
                  </a:lnTo>
                  <a:lnTo>
                    <a:pt x="30783" y="48726"/>
                  </a:lnTo>
                  <a:lnTo>
                    <a:pt x="29671" y="48726"/>
                  </a:lnTo>
                  <a:lnTo>
                    <a:pt x="28668" y="48748"/>
                  </a:lnTo>
                  <a:lnTo>
                    <a:pt x="27774" y="48769"/>
                  </a:lnTo>
                  <a:lnTo>
                    <a:pt x="26946" y="48813"/>
                  </a:lnTo>
                  <a:lnTo>
                    <a:pt x="26183" y="48878"/>
                  </a:lnTo>
                  <a:lnTo>
                    <a:pt x="25463" y="48944"/>
                  </a:lnTo>
                  <a:lnTo>
                    <a:pt x="24809" y="49031"/>
                  </a:lnTo>
                  <a:lnTo>
                    <a:pt x="23567" y="49205"/>
                  </a:lnTo>
                  <a:lnTo>
                    <a:pt x="22368" y="49402"/>
                  </a:lnTo>
                  <a:lnTo>
                    <a:pt x="21125" y="49576"/>
                  </a:lnTo>
                  <a:lnTo>
                    <a:pt x="20449" y="49663"/>
                  </a:lnTo>
                  <a:lnTo>
                    <a:pt x="19730" y="49729"/>
                  </a:lnTo>
                  <a:lnTo>
                    <a:pt x="19730" y="49729"/>
                  </a:lnTo>
                  <a:lnTo>
                    <a:pt x="19337" y="49751"/>
                  </a:lnTo>
                  <a:lnTo>
                    <a:pt x="18967" y="49751"/>
                  </a:lnTo>
                  <a:lnTo>
                    <a:pt x="18574" y="49685"/>
                  </a:lnTo>
                  <a:lnTo>
                    <a:pt x="18160" y="49620"/>
                  </a:lnTo>
                  <a:lnTo>
                    <a:pt x="17768" y="49511"/>
                  </a:lnTo>
                  <a:lnTo>
                    <a:pt x="17354" y="49380"/>
                  </a:lnTo>
                  <a:lnTo>
                    <a:pt x="16917" y="49227"/>
                  </a:lnTo>
                  <a:lnTo>
                    <a:pt x="16503" y="49053"/>
                  </a:lnTo>
                  <a:lnTo>
                    <a:pt x="16067" y="48835"/>
                  </a:lnTo>
                  <a:lnTo>
                    <a:pt x="15631" y="48617"/>
                  </a:lnTo>
                  <a:lnTo>
                    <a:pt x="15195" y="48377"/>
                  </a:lnTo>
                  <a:lnTo>
                    <a:pt x="14759" y="48115"/>
                  </a:lnTo>
                  <a:lnTo>
                    <a:pt x="13887" y="47570"/>
                  </a:lnTo>
                  <a:lnTo>
                    <a:pt x="12993" y="46982"/>
                  </a:lnTo>
                  <a:lnTo>
                    <a:pt x="12121" y="46350"/>
                  </a:lnTo>
                  <a:lnTo>
                    <a:pt x="11249" y="45696"/>
                  </a:lnTo>
                  <a:lnTo>
                    <a:pt x="9549" y="44409"/>
                  </a:lnTo>
                  <a:lnTo>
                    <a:pt x="8742" y="43777"/>
                  </a:lnTo>
                  <a:lnTo>
                    <a:pt x="7957" y="43210"/>
                  </a:lnTo>
                  <a:lnTo>
                    <a:pt x="7216" y="42687"/>
                  </a:lnTo>
                  <a:lnTo>
                    <a:pt x="6497" y="42229"/>
                  </a:lnTo>
                  <a:lnTo>
                    <a:pt x="6497" y="42229"/>
                  </a:lnTo>
                  <a:lnTo>
                    <a:pt x="6170" y="42011"/>
                  </a:lnTo>
                  <a:lnTo>
                    <a:pt x="5864" y="41771"/>
                  </a:lnTo>
                  <a:lnTo>
                    <a:pt x="5581" y="41532"/>
                  </a:lnTo>
                  <a:lnTo>
                    <a:pt x="5298" y="41270"/>
                  </a:lnTo>
                  <a:lnTo>
                    <a:pt x="5058" y="41008"/>
                  </a:lnTo>
                  <a:lnTo>
                    <a:pt x="4818" y="40725"/>
                  </a:lnTo>
                  <a:lnTo>
                    <a:pt x="4622" y="40442"/>
                  </a:lnTo>
                  <a:lnTo>
                    <a:pt x="4426" y="40158"/>
                  </a:lnTo>
                  <a:lnTo>
                    <a:pt x="4251" y="39853"/>
                  </a:lnTo>
                  <a:lnTo>
                    <a:pt x="4077" y="39548"/>
                  </a:lnTo>
                  <a:lnTo>
                    <a:pt x="3946" y="39242"/>
                  </a:lnTo>
                  <a:lnTo>
                    <a:pt x="3793" y="38915"/>
                  </a:lnTo>
                  <a:lnTo>
                    <a:pt x="3575" y="38261"/>
                  </a:lnTo>
                  <a:lnTo>
                    <a:pt x="3379" y="37586"/>
                  </a:lnTo>
                  <a:lnTo>
                    <a:pt x="3227" y="36888"/>
                  </a:lnTo>
                  <a:lnTo>
                    <a:pt x="3118" y="36190"/>
                  </a:lnTo>
                  <a:lnTo>
                    <a:pt x="3009" y="35515"/>
                  </a:lnTo>
                  <a:lnTo>
                    <a:pt x="2921" y="34817"/>
                  </a:lnTo>
                  <a:lnTo>
                    <a:pt x="2769" y="33487"/>
                  </a:lnTo>
                  <a:lnTo>
                    <a:pt x="2682" y="32833"/>
                  </a:lnTo>
                  <a:lnTo>
                    <a:pt x="2594" y="32223"/>
                  </a:lnTo>
                  <a:lnTo>
                    <a:pt x="2594" y="32223"/>
                  </a:lnTo>
                  <a:lnTo>
                    <a:pt x="2464" y="31678"/>
                  </a:lnTo>
                  <a:lnTo>
                    <a:pt x="2311" y="31133"/>
                  </a:lnTo>
                  <a:lnTo>
                    <a:pt x="2137" y="30588"/>
                  </a:lnTo>
                  <a:lnTo>
                    <a:pt x="1919" y="30021"/>
                  </a:lnTo>
                  <a:lnTo>
                    <a:pt x="1919" y="30021"/>
                  </a:lnTo>
                  <a:lnTo>
                    <a:pt x="1483" y="28931"/>
                  </a:lnTo>
                  <a:lnTo>
                    <a:pt x="1047" y="27797"/>
                  </a:lnTo>
                  <a:lnTo>
                    <a:pt x="829" y="27208"/>
                  </a:lnTo>
                  <a:lnTo>
                    <a:pt x="632" y="26598"/>
                  </a:lnTo>
                  <a:lnTo>
                    <a:pt x="436" y="25988"/>
                  </a:lnTo>
                  <a:lnTo>
                    <a:pt x="283" y="25377"/>
                  </a:lnTo>
                  <a:lnTo>
                    <a:pt x="283" y="25377"/>
                  </a:lnTo>
                  <a:lnTo>
                    <a:pt x="283" y="25377"/>
                  </a:lnTo>
                  <a:lnTo>
                    <a:pt x="174" y="24789"/>
                  </a:lnTo>
                  <a:lnTo>
                    <a:pt x="87" y="24222"/>
                  </a:lnTo>
                  <a:lnTo>
                    <a:pt x="22" y="23611"/>
                  </a:lnTo>
                  <a:lnTo>
                    <a:pt x="0" y="23023"/>
                  </a:lnTo>
                  <a:lnTo>
                    <a:pt x="22" y="22390"/>
                  </a:lnTo>
                  <a:lnTo>
                    <a:pt x="87" y="21758"/>
                  </a:lnTo>
                  <a:lnTo>
                    <a:pt x="196" y="21104"/>
                  </a:lnTo>
                  <a:lnTo>
                    <a:pt x="371" y="20450"/>
                  </a:lnTo>
                  <a:lnTo>
                    <a:pt x="371" y="20450"/>
                  </a:lnTo>
                  <a:lnTo>
                    <a:pt x="523" y="19883"/>
                  </a:lnTo>
                  <a:lnTo>
                    <a:pt x="720" y="19360"/>
                  </a:lnTo>
                  <a:lnTo>
                    <a:pt x="916" y="18859"/>
                  </a:lnTo>
                  <a:lnTo>
                    <a:pt x="1112" y="18401"/>
                  </a:lnTo>
                  <a:lnTo>
                    <a:pt x="1330" y="17943"/>
                  </a:lnTo>
                  <a:lnTo>
                    <a:pt x="1570" y="17529"/>
                  </a:lnTo>
                  <a:lnTo>
                    <a:pt x="1788" y="17115"/>
                  </a:lnTo>
                  <a:lnTo>
                    <a:pt x="2028" y="16744"/>
                  </a:lnTo>
                  <a:lnTo>
                    <a:pt x="2028" y="16744"/>
                  </a:lnTo>
                  <a:lnTo>
                    <a:pt x="2311" y="16286"/>
                  </a:lnTo>
                  <a:lnTo>
                    <a:pt x="2616" y="15872"/>
                  </a:lnTo>
                  <a:lnTo>
                    <a:pt x="3205" y="15044"/>
                  </a:lnTo>
                  <a:lnTo>
                    <a:pt x="3750" y="14215"/>
                  </a:lnTo>
                  <a:lnTo>
                    <a:pt x="4033" y="13801"/>
                  </a:lnTo>
                  <a:lnTo>
                    <a:pt x="4273" y="13365"/>
                  </a:lnTo>
                  <a:lnTo>
                    <a:pt x="4273" y="13365"/>
                  </a:lnTo>
                  <a:lnTo>
                    <a:pt x="4469" y="13016"/>
                  </a:lnTo>
                  <a:lnTo>
                    <a:pt x="4644" y="12689"/>
                  </a:lnTo>
                  <a:lnTo>
                    <a:pt x="4796" y="12318"/>
                  </a:lnTo>
                  <a:lnTo>
                    <a:pt x="4949" y="11948"/>
                  </a:lnTo>
                  <a:lnTo>
                    <a:pt x="5080" y="11534"/>
                  </a:lnTo>
                  <a:lnTo>
                    <a:pt x="5210" y="11119"/>
                  </a:lnTo>
                  <a:lnTo>
                    <a:pt x="5319" y="10683"/>
                  </a:lnTo>
                  <a:lnTo>
                    <a:pt x="5407" y="10226"/>
                  </a:lnTo>
                  <a:lnTo>
                    <a:pt x="5407" y="10226"/>
                  </a:lnTo>
                  <a:lnTo>
                    <a:pt x="5494" y="9811"/>
                  </a:lnTo>
                  <a:lnTo>
                    <a:pt x="5581" y="9441"/>
                  </a:lnTo>
                  <a:lnTo>
                    <a:pt x="5712" y="9070"/>
                  </a:lnTo>
                  <a:lnTo>
                    <a:pt x="5843" y="8699"/>
                  </a:lnTo>
                  <a:lnTo>
                    <a:pt x="5995" y="8372"/>
                  </a:lnTo>
                  <a:lnTo>
                    <a:pt x="6170" y="8024"/>
                  </a:lnTo>
                  <a:lnTo>
                    <a:pt x="6344" y="7718"/>
                  </a:lnTo>
                  <a:lnTo>
                    <a:pt x="6540" y="7413"/>
                  </a:lnTo>
                  <a:lnTo>
                    <a:pt x="6737" y="7130"/>
                  </a:lnTo>
                  <a:lnTo>
                    <a:pt x="6955" y="6868"/>
                  </a:lnTo>
                  <a:lnTo>
                    <a:pt x="7173" y="6607"/>
                  </a:lnTo>
                  <a:lnTo>
                    <a:pt x="7391" y="6345"/>
                  </a:lnTo>
                  <a:lnTo>
                    <a:pt x="7827" y="5909"/>
                  </a:lnTo>
                  <a:lnTo>
                    <a:pt x="8284" y="5495"/>
                  </a:lnTo>
                  <a:lnTo>
                    <a:pt x="8742" y="5146"/>
                  </a:lnTo>
                  <a:lnTo>
                    <a:pt x="9156" y="4863"/>
                  </a:lnTo>
                  <a:lnTo>
                    <a:pt x="9549" y="4601"/>
                  </a:lnTo>
                  <a:lnTo>
                    <a:pt x="9898" y="4405"/>
                  </a:lnTo>
                  <a:lnTo>
                    <a:pt x="10399" y="4143"/>
                  </a:lnTo>
                  <a:lnTo>
                    <a:pt x="10595" y="4056"/>
                  </a:lnTo>
                  <a:lnTo>
                    <a:pt x="10595" y="4056"/>
                  </a:lnTo>
                  <a:lnTo>
                    <a:pt x="11162" y="3729"/>
                  </a:lnTo>
                  <a:lnTo>
                    <a:pt x="11729" y="3424"/>
                  </a:lnTo>
                  <a:lnTo>
                    <a:pt x="12318" y="3118"/>
                  </a:lnTo>
                  <a:lnTo>
                    <a:pt x="12906" y="2857"/>
                  </a:lnTo>
                  <a:lnTo>
                    <a:pt x="13495" y="2573"/>
                  </a:lnTo>
                  <a:lnTo>
                    <a:pt x="14083" y="2334"/>
                  </a:lnTo>
                  <a:lnTo>
                    <a:pt x="14672" y="2094"/>
                  </a:lnTo>
                  <a:lnTo>
                    <a:pt x="15261" y="1876"/>
                  </a:lnTo>
                  <a:lnTo>
                    <a:pt x="15871" y="1658"/>
                  </a:lnTo>
                  <a:lnTo>
                    <a:pt x="16460" y="1462"/>
                  </a:lnTo>
                  <a:lnTo>
                    <a:pt x="17659" y="1113"/>
                  </a:lnTo>
                  <a:lnTo>
                    <a:pt x="18858" y="829"/>
                  </a:lnTo>
                  <a:lnTo>
                    <a:pt x="20035" y="568"/>
                  </a:lnTo>
                  <a:lnTo>
                    <a:pt x="21212" y="372"/>
                  </a:lnTo>
                  <a:lnTo>
                    <a:pt x="22368" y="219"/>
                  </a:lnTo>
                  <a:lnTo>
                    <a:pt x="23501" y="88"/>
                  </a:lnTo>
                  <a:lnTo>
                    <a:pt x="24613" y="23"/>
                  </a:lnTo>
                  <a:lnTo>
                    <a:pt x="25681" y="1"/>
                  </a:lnTo>
                  <a:lnTo>
                    <a:pt x="26728" y="1"/>
                  </a:lnTo>
                  <a:lnTo>
                    <a:pt x="27752" y="45"/>
                  </a:lnTo>
                  <a:lnTo>
                    <a:pt x="28712" y="110"/>
                  </a:lnTo>
                  <a:lnTo>
                    <a:pt x="28712" y="110"/>
                  </a:lnTo>
                  <a:lnTo>
                    <a:pt x="29170" y="175"/>
                  </a:lnTo>
                  <a:lnTo>
                    <a:pt x="29606" y="241"/>
                  </a:lnTo>
                  <a:lnTo>
                    <a:pt x="30020" y="328"/>
                  </a:lnTo>
                  <a:lnTo>
                    <a:pt x="30434" y="437"/>
                  </a:lnTo>
                  <a:lnTo>
                    <a:pt x="30826" y="546"/>
                  </a:lnTo>
                  <a:lnTo>
                    <a:pt x="31197" y="677"/>
                  </a:lnTo>
                  <a:lnTo>
                    <a:pt x="31568" y="829"/>
                  </a:lnTo>
                  <a:lnTo>
                    <a:pt x="31916" y="982"/>
                  </a:lnTo>
                  <a:lnTo>
                    <a:pt x="32592" y="1309"/>
                  </a:lnTo>
                  <a:lnTo>
                    <a:pt x="33224" y="1680"/>
                  </a:lnTo>
                  <a:lnTo>
                    <a:pt x="33835" y="2072"/>
                  </a:lnTo>
                  <a:lnTo>
                    <a:pt x="34424" y="2464"/>
                  </a:lnTo>
                  <a:lnTo>
                    <a:pt x="35601" y="3227"/>
                  </a:lnTo>
                  <a:lnTo>
                    <a:pt x="36189" y="3598"/>
                  </a:lnTo>
                  <a:lnTo>
                    <a:pt x="36800" y="3947"/>
                  </a:lnTo>
                  <a:lnTo>
                    <a:pt x="37127" y="4099"/>
                  </a:lnTo>
                  <a:lnTo>
                    <a:pt x="37454" y="4252"/>
                  </a:lnTo>
                  <a:lnTo>
                    <a:pt x="37803" y="4383"/>
                  </a:lnTo>
                  <a:lnTo>
                    <a:pt x="38151" y="4514"/>
                  </a:lnTo>
                  <a:lnTo>
                    <a:pt x="38500" y="4623"/>
                  </a:lnTo>
                  <a:lnTo>
                    <a:pt x="38893" y="4710"/>
                  </a:lnTo>
                  <a:lnTo>
                    <a:pt x="39263" y="4797"/>
                  </a:lnTo>
                  <a:lnTo>
                    <a:pt x="39678" y="4863"/>
                  </a:lnTo>
                  <a:lnTo>
                    <a:pt x="39678" y="4863"/>
                  </a:lnTo>
                  <a:lnTo>
                    <a:pt x="40070" y="4928"/>
                  </a:lnTo>
                  <a:lnTo>
                    <a:pt x="40462" y="4993"/>
                  </a:lnTo>
                  <a:lnTo>
                    <a:pt x="40833" y="5059"/>
                  </a:lnTo>
                  <a:lnTo>
                    <a:pt x="41160" y="5168"/>
                  </a:lnTo>
                  <a:lnTo>
                    <a:pt x="41509" y="5255"/>
                  </a:lnTo>
                  <a:lnTo>
                    <a:pt x="41814" y="5386"/>
                  </a:lnTo>
                  <a:lnTo>
                    <a:pt x="42119" y="5495"/>
                  </a:lnTo>
                  <a:lnTo>
                    <a:pt x="42381" y="5626"/>
                  </a:lnTo>
                  <a:lnTo>
                    <a:pt x="42664" y="5778"/>
                  </a:lnTo>
                  <a:lnTo>
                    <a:pt x="42904" y="5931"/>
                  </a:lnTo>
                  <a:lnTo>
                    <a:pt x="43166" y="6105"/>
                  </a:lnTo>
                  <a:lnTo>
                    <a:pt x="43384" y="6280"/>
                  </a:lnTo>
                  <a:lnTo>
                    <a:pt x="43602" y="6476"/>
                  </a:lnTo>
                  <a:lnTo>
                    <a:pt x="43820" y="6672"/>
                  </a:lnTo>
                  <a:lnTo>
                    <a:pt x="44016" y="6890"/>
                  </a:lnTo>
                  <a:lnTo>
                    <a:pt x="44212" y="7108"/>
                  </a:lnTo>
                  <a:lnTo>
                    <a:pt x="44583" y="7588"/>
                  </a:lnTo>
                  <a:lnTo>
                    <a:pt x="44910" y="8089"/>
                  </a:lnTo>
                  <a:lnTo>
                    <a:pt x="45237" y="8656"/>
                  </a:lnTo>
                  <a:lnTo>
                    <a:pt x="45564" y="9244"/>
                  </a:lnTo>
                  <a:lnTo>
                    <a:pt x="45869" y="9899"/>
                  </a:lnTo>
                  <a:lnTo>
                    <a:pt x="46174" y="10574"/>
                  </a:lnTo>
                  <a:lnTo>
                    <a:pt x="46806" y="12057"/>
                  </a:lnTo>
                  <a:lnTo>
                    <a:pt x="46806" y="12057"/>
                  </a:lnTo>
                  <a:lnTo>
                    <a:pt x="47395" y="13474"/>
                  </a:lnTo>
                  <a:lnTo>
                    <a:pt x="47853" y="14651"/>
                  </a:lnTo>
                  <a:lnTo>
                    <a:pt x="48572" y="16635"/>
                  </a:lnTo>
                  <a:lnTo>
                    <a:pt x="48965" y="17594"/>
                  </a:lnTo>
                  <a:lnTo>
                    <a:pt x="49183" y="18096"/>
                  </a:lnTo>
                  <a:lnTo>
                    <a:pt x="49422" y="18641"/>
                  </a:lnTo>
                  <a:lnTo>
                    <a:pt x="49706" y="19229"/>
                  </a:lnTo>
                  <a:lnTo>
                    <a:pt x="50033" y="19862"/>
                  </a:lnTo>
                  <a:lnTo>
                    <a:pt x="50425" y="20559"/>
                  </a:lnTo>
                  <a:lnTo>
                    <a:pt x="50840" y="21322"/>
                  </a:lnTo>
                  <a:lnTo>
                    <a:pt x="50840" y="21322"/>
                  </a:lnTo>
                  <a:lnTo>
                    <a:pt x="51058" y="21736"/>
                  </a:lnTo>
                  <a:lnTo>
                    <a:pt x="51254" y="22172"/>
                  </a:lnTo>
                  <a:lnTo>
                    <a:pt x="51428" y="22608"/>
                  </a:lnTo>
                  <a:lnTo>
                    <a:pt x="51581" y="23066"/>
                  </a:lnTo>
                  <a:lnTo>
                    <a:pt x="51712" y="23524"/>
                  </a:lnTo>
                  <a:lnTo>
                    <a:pt x="51842" y="24004"/>
                  </a:lnTo>
                  <a:lnTo>
                    <a:pt x="51930" y="24505"/>
                  </a:lnTo>
                  <a:lnTo>
                    <a:pt x="51995" y="24985"/>
                  </a:lnTo>
                  <a:lnTo>
                    <a:pt x="52039" y="25486"/>
                  </a:lnTo>
                  <a:lnTo>
                    <a:pt x="52082" y="25988"/>
                  </a:lnTo>
                  <a:lnTo>
                    <a:pt x="52104" y="26489"/>
                  </a:lnTo>
                  <a:lnTo>
                    <a:pt x="52082" y="27012"/>
                  </a:lnTo>
                  <a:lnTo>
                    <a:pt x="52082" y="27514"/>
                  </a:lnTo>
                  <a:lnTo>
                    <a:pt x="52039" y="28015"/>
                  </a:lnTo>
                  <a:lnTo>
                    <a:pt x="51995" y="28538"/>
                  </a:lnTo>
                  <a:lnTo>
                    <a:pt x="51930" y="29040"/>
                  </a:lnTo>
                  <a:lnTo>
                    <a:pt x="51842" y="29519"/>
                  </a:lnTo>
                  <a:lnTo>
                    <a:pt x="51733" y="30021"/>
                  </a:lnTo>
                  <a:lnTo>
                    <a:pt x="51624" y="30500"/>
                  </a:lnTo>
                  <a:lnTo>
                    <a:pt x="51515" y="30958"/>
                  </a:lnTo>
                  <a:lnTo>
                    <a:pt x="51363" y="31438"/>
                  </a:lnTo>
                  <a:lnTo>
                    <a:pt x="51232" y="31874"/>
                  </a:lnTo>
                  <a:lnTo>
                    <a:pt x="51058" y="32310"/>
                  </a:lnTo>
                  <a:lnTo>
                    <a:pt x="50905" y="32724"/>
                  </a:lnTo>
                  <a:lnTo>
                    <a:pt x="50709" y="33138"/>
                  </a:lnTo>
                  <a:lnTo>
                    <a:pt x="50534" y="33531"/>
                  </a:lnTo>
                  <a:lnTo>
                    <a:pt x="50316" y="33879"/>
                  </a:lnTo>
                  <a:lnTo>
                    <a:pt x="50120" y="34228"/>
                  </a:lnTo>
                  <a:lnTo>
                    <a:pt x="49902" y="34555"/>
                  </a:lnTo>
                  <a:lnTo>
                    <a:pt x="49662" y="34861"/>
                  </a:lnTo>
                  <a:lnTo>
                    <a:pt x="49444" y="35122"/>
                  </a:lnTo>
                  <a:lnTo>
                    <a:pt x="49204" y="35384"/>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7" name="Google Shape;11297;p80"/>
            <p:cNvSpPr/>
            <p:nvPr/>
          </p:nvSpPr>
          <p:spPr>
            <a:xfrm>
              <a:off x="3335050" y="3401338"/>
              <a:ext cx="292700" cy="334125"/>
            </a:xfrm>
            <a:custGeom>
              <a:rect b="b" l="l" r="r" t="t"/>
              <a:pathLst>
                <a:path extrusionOk="0" h="13365" w="11708">
                  <a:moveTo>
                    <a:pt x="4491" y="1"/>
                  </a:moveTo>
                  <a:lnTo>
                    <a:pt x="4382" y="22"/>
                  </a:lnTo>
                  <a:lnTo>
                    <a:pt x="4273" y="66"/>
                  </a:lnTo>
                  <a:lnTo>
                    <a:pt x="4164" y="131"/>
                  </a:lnTo>
                  <a:lnTo>
                    <a:pt x="4077" y="219"/>
                  </a:lnTo>
                  <a:lnTo>
                    <a:pt x="3990" y="306"/>
                  </a:lnTo>
                  <a:lnTo>
                    <a:pt x="3924" y="437"/>
                  </a:lnTo>
                  <a:lnTo>
                    <a:pt x="3859" y="567"/>
                  </a:lnTo>
                  <a:lnTo>
                    <a:pt x="3793" y="720"/>
                  </a:lnTo>
                  <a:lnTo>
                    <a:pt x="3750" y="916"/>
                  </a:lnTo>
                  <a:lnTo>
                    <a:pt x="3706" y="1113"/>
                  </a:lnTo>
                  <a:lnTo>
                    <a:pt x="3684" y="1331"/>
                  </a:lnTo>
                  <a:lnTo>
                    <a:pt x="3663" y="1876"/>
                  </a:lnTo>
                  <a:lnTo>
                    <a:pt x="3663" y="1941"/>
                  </a:lnTo>
                  <a:lnTo>
                    <a:pt x="3641" y="2115"/>
                  </a:lnTo>
                  <a:lnTo>
                    <a:pt x="3619" y="2464"/>
                  </a:lnTo>
                  <a:lnTo>
                    <a:pt x="3575" y="2617"/>
                  </a:lnTo>
                  <a:lnTo>
                    <a:pt x="3532" y="2748"/>
                  </a:lnTo>
                  <a:lnTo>
                    <a:pt x="3532" y="2769"/>
                  </a:lnTo>
                  <a:lnTo>
                    <a:pt x="3488" y="2878"/>
                  </a:lnTo>
                  <a:lnTo>
                    <a:pt x="3423" y="2966"/>
                  </a:lnTo>
                  <a:lnTo>
                    <a:pt x="3379" y="3009"/>
                  </a:lnTo>
                  <a:lnTo>
                    <a:pt x="3292" y="3118"/>
                  </a:lnTo>
                  <a:lnTo>
                    <a:pt x="3161" y="3184"/>
                  </a:lnTo>
                  <a:lnTo>
                    <a:pt x="3096" y="3227"/>
                  </a:lnTo>
                  <a:lnTo>
                    <a:pt x="2921" y="3271"/>
                  </a:lnTo>
                  <a:lnTo>
                    <a:pt x="2660" y="3293"/>
                  </a:lnTo>
                  <a:lnTo>
                    <a:pt x="2398" y="3271"/>
                  </a:lnTo>
                  <a:lnTo>
                    <a:pt x="2115" y="3205"/>
                  </a:lnTo>
                  <a:lnTo>
                    <a:pt x="1831" y="3162"/>
                  </a:lnTo>
                  <a:lnTo>
                    <a:pt x="1657" y="3118"/>
                  </a:lnTo>
                  <a:lnTo>
                    <a:pt x="1395" y="3075"/>
                  </a:lnTo>
                  <a:lnTo>
                    <a:pt x="1221" y="3053"/>
                  </a:lnTo>
                  <a:lnTo>
                    <a:pt x="1046" y="3075"/>
                  </a:lnTo>
                  <a:lnTo>
                    <a:pt x="872" y="3096"/>
                  </a:lnTo>
                  <a:lnTo>
                    <a:pt x="698" y="3162"/>
                  </a:lnTo>
                  <a:lnTo>
                    <a:pt x="545" y="3249"/>
                  </a:lnTo>
                  <a:lnTo>
                    <a:pt x="414" y="3358"/>
                  </a:lnTo>
                  <a:lnTo>
                    <a:pt x="305" y="3489"/>
                  </a:lnTo>
                  <a:lnTo>
                    <a:pt x="196" y="3641"/>
                  </a:lnTo>
                  <a:lnTo>
                    <a:pt x="196" y="3663"/>
                  </a:lnTo>
                  <a:lnTo>
                    <a:pt x="153" y="3729"/>
                  </a:lnTo>
                  <a:lnTo>
                    <a:pt x="153" y="3750"/>
                  </a:lnTo>
                  <a:lnTo>
                    <a:pt x="109" y="3859"/>
                  </a:lnTo>
                  <a:lnTo>
                    <a:pt x="109" y="3881"/>
                  </a:lnTo>
                  <a:lnTo>
                    <a:pt x="65" y="4034"/>
                  </a:lnTo>
                  <a:lnTo>
                    <a:pt x="22" y="4208"/>
                  </a:lnTo>
                  <a:lnTo>
                    <a:pt x="0" y="4361"/>
                  </a:lnTo>
                  <a:lnTo>
                    <a:pt x="0" y="4535"/>
                  </a:lnTo>
                  <a:lnTo>
                    <a:pt x="22" y="4862"/>
                  </a:lnTo>
                  <a:lnTo>
                    <a:pt x="109" y="5211"/>
                  </a:lnTo>
                  <a:lnTo>
                    <a:pt x="196" y="5473"/>
                  </a:lnTo>
                  <a:lnTo>
                    <a:pt x="305" y="5756"/>
                  </a:lnTo>
                  <a:lnTo>
                    <a:pt x="523" y="6170"/>
                  </a:lnTo>
                  <a:lnTo>
                    <a:pt x="807" y="6628"/>
                  </a:lnTo>
                  <a:lnTo>
                    <a:pt x="894" y="6759"/>
                  </a:lnTo>
                  <a:lnTo>
                    <a:pt x="1025" y="6933"/>
                  </a:lnTo>
                  <a:lnTo>
                    <a:pt x="1373" y="7413"/>
                  </a:lnTo>
                  <a:lnTo>
                    <a:pt x="1831" y="7936"/>
                  </a:lnTo>
                  <a:lnTo>
                    <a:pt x="2333" y="8481"/>
                  </a:lnTo>
                  <a:lnTo>
                    <a:pt x="2747" y="8917"/>
                  </a:lnTo>
                  <a:lnTo>
                    <a:pt x="3052" y="9244"/>
                  </a:lnTo>
                  <a:lnTo>
                    <a:pt x="3183" y="9353"/>
                  </a:lnTo>
                  <a:lnTo>
                    <a:pt x="3793" y="9964"/>
                  </a:lnTo>
                  <a:lnTo>
                    <a:pt x="4229" y="10378"/>
                  </a:lnTo>
                  <a:lnTo>
                    <a:pt x="5036" y="11119"/>
                  </a:lnTo>
                  <a:lnTo>
                    <a:pt x="5167" y="11228"/>
                  </a:lnTo>
                  <a:lnTo>
                    <a:pt x="5341" y="11381"/>
                  </a:lnTo>
                  <a:lnTo>
                    <a:pt x="5668" y="11686"/>
                  </a:lnTo>
                  <a:lnTo>
                    <a:pt x="5777" y="11795"/>
                  </a:lnTo>
                  <a:lnTo>
                    <a:pt x="6257" y="12231"/>
                  </a:lnTo>
                  <a:lnTo>
                    <a:pt x="6606" y="12514"/>
                  </a:lnTo>
                  <a:lnTo>
                    <a:pt x="6976" y="12754"/>
                  </a:lnTo>
                  <a:lnTo>
                    <a:pt x="7281" y="12929"/>
                  </a:lnTo>
                  <a:lnTo>
                    <a:pt x="7587" y="13059"/>
                  </a:lnTo>
                  <a:lnTo>
                    <a:pt x="7892" y="13168"/>
                  </a:lnTo>
                  <a:lnTo>
                    <a:pt x="8175" y="13256"/>
                  </a:lnTo>
                  <a:lnTo>
                    <a:pt x="8568" y="13321"/>
                  </a:lnTo>
                  <a:lnTo>
                    <a:pt x="8982" y="13365"/>
                  </a:lnTo>
                  <a:lnTo>
                    <a:pt x="9374" y="13343"/>
                  </a:lnTo>
                  <a:lnTo>
                    <a:pt x="9767" y="13299"/>
                  </a:lnTo>
                  <a:lnTo>
                    <a:pt x="10094" y="13125"/>
                  </a:lnTo>
                  <a:lnTo>
                    <a:pt x="10421" y="12929"/>
                  </a:lnTo>
                  <a:lnTo>
                    <a:pt x="10704" y="12667"/>
                  </a:lnTo>
                  <a:lnTo>
                    <a:pt x="10966" y="12384"/>
                  </a:lnTo>
                  <a:lnTo>
                    <a:pt x="11075" y="12231"/>
                  </a:lnTo>
                  <a:lnTo>
                    <a:pt x="11206" y="12013"/>
                  </a:lnTo>
                  <a:lnTo>
                    <a:pt x="11336" y="11795"/>
                  </a:lnTo>
                  <a:lnTo>
                    <a:pt x="11424" y="11555"/>
                  </a:lnTo>
                  <a:lnTo>
                    <a:pt x="11533" y="11294"/>
                  </a:lnTo>
                  <a:lnTo>
                    <a:pt x="11598" y="11032"/>
                  </a:lnTo>
                  <a:lnTo>
                    <a:pt x="11642" y="10727"/>
                  </a:lnTo>
                  <a:lnTo>
                    <a:pt x="11685" y="10443"/>
                  </a:lnTo>
                  <a:lnTo>
                    <a:pt x="11707" y="10116"/>
                  </a:lnTo>
                  <a:lnTo>
                    <a:pt x="11707" y="9985"/>
                  </a:lnTo>
                  <a:lnTo>
                    <a:pt x="11707" y="9942"/>
                  </a:lnTo>
                  <a:lnTo>
                    <a:pt x="11685" y="9571"/>
                  </a:lnTo>
                  <a:lnTo>
                    <a:pt x="11663" y="9201"/>
                  </a:lnTo>
                  <a:lnTo>
                    <a:pt x="11598" y="8786"/>
                  </a:lnTo>
                  <a:lnTo>
                    <a:pt x="11489" y="8350"/>
                  </a:lnTo>
                  <a:lnTo>
                    <a:pt x="11380" y="7893"/>
                  </a:lnTo>
                  <a:lnTo>
                    <a:pt x="11206" y="7413"/>
                  </a:lnTo>
                  <a:lnTo>
                    <a:pt x="10966" y="6759"/>
                  </a:lnTo>
                  <a:lnTo>
                    <a:pt x="10639" y="6040"/>
                  </a:lnTo>
                  <a:lnTo>
                    <a:pt x="10225" y="5255"/>
                  </a:lnTo>
                  <a:lnTo>
                    <a:pt x="10028" y="4906"/>
                  </a:lnTo>
                  <a:lnTo>
                    <a:pt x="9941" y="4753"/>
                  </a:lnTo>
                  <a:lnTo>
                    <a:pt x="9898" y="4666"/>
                  </a:lnTo>
                  <a:lnTo>
                    <a:pt x="9331" y="3772"/>
                  </a:lnTo>
                  <a:lnTo>
                    <a:pt x="9004" y="3380"/>
                  </a:lnTo>
                  <a:lnTo>
                    <a:pt x="8764" y="3096"/>
                  </a:lnTo>
                  <a:lnTo>
                    <a:pt x="8633" y="2966"/>
                  </a:lnTo>
                  <a:lnTo>
                    <a:pt x="8590" y="2922"/>
                  </a:lnTo>
                  <a:lnTo>
                    <a:pt x="8219" y="2508"/>
                  </a:lnTo>
                  <a:lnTo>
                    <a:pt x="7805" y="2072"/>
                  </a:lnTo>
                  <a:lnTo>
                    <a:pt x="7674" y="1963"/>
                  </a:lnTo>
                  <a:lnTo>
                    <a:pt x="7587" y="1876"/>
                  </a:lnTo>
                  <a:lnTo>
                    <a:pt x="7151" y="1461"/>
                  </a:lnTo>
                  <a:lnTo>
                    <a:pt x="6606" y="982"/>
                  </a:lnTo>
                  <a:lnTo>
                    <a:pt x="6322" y="786"/>
                  </a:lnTo>
                  <a:lnTo>
                    <a:pt x="6061" y="589"/>
                  </a:lnTo>
                  <a:lnTo>
                    <a:pt x="5821" y="415"/>
                  </a:lnTo>
                  <a:lnTo>
                    <a:pt x="5581" y="284"/>
                  </a:lnTo>
                  <a:lnTo>
                    <a:pt x="5210" y="110"/>
                  </a:lnTo>
                  <a:lnTo>
                    <a:pt x="5058" y="66"/>
                  </a:lnTo>
                  <a:lnTo>
                    <a:pt x="4883" y="22"/>
                  </a:lnTo>
                  <a:lnTo>
                    <a:pt x="475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8" name="Google Shape;11298;p80"/>
            <p:cNvSpPr/>
            <p:nvPr/>
          </p:nvSpPr>
          <p:spPr>
            <a:xfrm>
              <a:off x="3589550" y="3334313"/>
              <a:ext cx="450775" cy="353725"/>
            </a:xfrm>
            <a:custGeom>
              <a:rect b="b" l="l" r="r" t="t"/>
              <a:pathLst>
                <a:path extrusionOk="0" h="14149" w="18031">
                  <a:moveTo>
                    <a:pt x="6214" y="0"/>
                  </a:moveTo>
                  <a:lnTo>
                    <a:pt x="6083" y="44"/>
                  </a:lnTo>
                  <a:lnTo>
                    <a:pt x="5953" y="109"/>
                  </a:lnTo>
                  <a:lnTo>
                    <a:pt x="5822" y="175"/>
                  </a:lnTo>
                  <a:lnTo>
                    <a:pt x="5691" y="284"/>
                  </a:lnTo>
                  <a:lnTo>
                    <a:pt x="5560" y="414"/>
                  </a:lnTo>
                  <a:lnTo>
                    <a:pt x="5408" y="567"/>
                  </a:lnTo>
                  <a:lnTo>
                    <a:pt x="5277" y="741"/>
                  </a:lnTo>
                  <a:lnTo>
                    <a:pt x="4972" y="1177"/>
                  </a:lnTo>
                  <a:lnTo>
                    <a:pt x="4928" y="1243"/>
                  </a:lnTo>
                  <a:lnTo>
                    <a:pt x="4841" y="1374"/>
                  </a:lnTo>
                  <a:lnTo>
                    <a:pt x="4601" y="1657"/>
                  </a:lnTo>
                  <a:lnTo>
                    <a:pt x="4492" y="1766"/>
                  </a:lnTo>
                  <a:lnTo>
                    <a:pt x="4383" y="1853"/>
                  </a:lnTo>
                  <a:lnTo>
                    <a:pt x="4383" y="1875"/>
                  </a:lnTo>
                  <a:lnTo>
                    <a:pt x="4274" y="1940"/>
                  </a:lnTo>
                  <a:lnTo>
                    <a:pt x="4165" y="1984"/>
                  </a:lnTo>
                  <a:lnTo>
                    <a:pt x="4121" y="2006"/>
                  </a:lnTo>
                  <a:lnTo>
                    <a:pt x="3991" y="2028"/>
                  </a:lnTo>
                  <a:lnTo>
                    <a:pt x="3751" y="2028"/>
                  </a:lnTo>
                  <a:lnTo>
                    <a:pt x="3576" y="1962"/>
                  </a:lnTo>
                  <a:lnTo>
                    <a:pt x="3380" y="1853"/>
                  </a:lnTo>
                  <a:lnTo>
                    <a:pt x="3162" y="1679"/>
                  </a:lnTo>
                  <a:lnTo>
                    <a:pt x="2944" y="1483"/>
                  </a:lnTo>
                  <a:lnTo>
                    <a:pt x="2726" y="1286"/>
                  </a:lnTo>
                  <a:lnTo>
                    <a:pt x="2595" y="1156"/>
                  </a:lnTo>
                  <a:lnTo>
                    <a:pt x="2421" y="981"/>
                  </a:lnTo>
                  <a:lnTo>
                    <a:pt x="2268" y="872"/>
                  </a:lnTo>
                  <a:lnTo>
                    <a:pt x="2116" y="785"/>
                  </a:lnTo>
                  <a:lnTo>
                    <a:pt x="1941" y="720"/>
                  </a:lnTo>
                  <a:lnTo>
                    <a:pt x="1789" y="698"/>
                  </a:lnTo>
                  <a:lnTo>
                    <a:pt x="1592" y="676"/>
                  </a:lnTo>
                  <a:lnTo>
                    <a:pt x="1418" y="698"/>
                  </a:lnTo>
                  <a:lnTo>
                    <a:pt x="1265" y="741"/>
                  </a:lnTo>
                  <a:lnTo>
                    <a:pt x="1091" y="829"/>
                  </a:lnTo>
                  <a:lnTo>
                    <a:pt x="1026" y="872"/>
                  </a:lnTo>
                  <a:lnTo>
                    <a:pt x="1004" y="872"/>
                  </a:lnTo>
                  <a:lnTo>
                    <a:pt x="895" y="959"/>
                  </a:lnTo>
                  <a:lnTo>
                    <a:pt x="895" y="981"/>
                  </a:lnTo>
                  <a:lnTo>
                    <a:pt x="764" y="1068"/>
                  </a:lnTo>
                  <a:lnTo>
                    <a:pt x="655" y="1199"/>
                  </a:lnTo>
                  <a:lnTo>
                    <a:pt x="546" y="1330"/>
                  </a:lnTo>
                  <a:lnTo>
                    <a:pt x="459" y="1461"/>
                  </a:lnTo>
                  <a:lnTo>
                    <a:pt x="306" y="1766"/>
                  </a:lnTo>
                  <a:lnTo>
                    <a:pt x="175" y="2093"/>
                  </a:lnTo>
                  <a:lnTo>
                    <a:pt x="110" y="2355"/>
                  </a:lnTo>
                  <a:lnTo>
                    <a:pt x="66" y="2660"/>
                  </a:lnTo>
                  <a:lnTo>
                    <a:pt x="23" y="3139"/>
                  </a:lnTo>
                  <a:lnTo>
                    <a:pt x="1" y="3663"/>
                  </a:lnTo>
                  <a:lnTo>
                    <a:pt x="1" y="3815"/>
                  </a:lnTo>
                  <a:lnTo>
                    <a:pt x="23" y="4055"/>
                  </a:lnTo>
                  <a:lnTo>
                    <a:pt x="66" y="4622"/>
                  </a:lnTo>
                  <a:lnTo>
                    <a:pt x="154" y="5320"/>
                  </a:lnTo>
                  <a:lnTo>
                    <a:pt x="284" y="6061"/>
                  </a:lnTo>
                  <a:lnTo>
                    <a:pt x="415" y="6628"/>
                  </a:lnTo>
                  <a:lnTo>
                    <a:pt x="502" y="7064"/>
                  </a:lnTo>
                  <a:lnTo>
                    <a:pt x="546" y="7238"/>
                  </a:lnTo>
                  <a:lnTo>
                    <a:pt x="742" y="8066"/>
                  </a:lnTo>
                  <a:lnTo>
                    <a:pt x="895" y="8655"/>
                  </a:lnTo>
                  <a:lnTo>
                    <a:pt x="1178" y="9723"/>
                  </a:lnTo>
                  <a:lnTo>
                    <a:pt x="1222" y="9876"/>
                  </a:lnTo>
                  <a:lnTo>
                    <a:pt x="1265" y="10116"/>
                  </a:lnTo>
                  <a:lnTo>
                    <a:pt x="1396" y="10552"/>
                  </a:lnTo>
                  <a:lnTo>
                    <a:pt x="1440" y="10683"/>
                  </a:lnTo>
                  <a:lnTo>
                    <a:pt x="1440" y="10704"/>
                  </a:lnTo>
                  <a:lnTo>
                    <a:pt x="1592" y="11293"/>
                  </a:lnTo>
                  <a:lnTo>
                    <a:pt x="1723" y="11729"/>
                  </a:lnTo>
                  <a:lnTo>
                    <a:pt x="1919" y="12143"/>
                  </a:lnTo>
                  <a:lnTo>
                    <a:pt x="2072" y="12448"/>
                  </a:lnTo>
                  <a:lnTo>
                    <a:pt x="2268" y="12732"/>
                  </a:lnTo>
                  <a:lnTo>
                    <a:pt x="2464" y="12972"/>
                  </a:lnTo>
                  <a:lnTo>
                    <a:pt x="2661" y="13211"/>
                  </a:lnTo>
                  <a:lnTo>
                    <a:pt x="2966" y="13473"/>
                  </a:lnTo>
                  <a:lnTo>
                    <a:pt x="3293" y="13735"/>
                  </a:lnTo>
                  <a:lnTo>
                    <a:pt x="3620" y="13931"/>
                  </a:lnTo>
                  <a:lnTo>
                    <a:pt x="3969" y="14105"/>
                  </a:lnTo>
                  <a:lnTo>
                    <a:pt x="4361" y="14149"/>
                  </a:lnTo>
                  <a:lnTo>
                    <a:pt x="4732" y="14127"/>
                  </a:lnTo>
                  <a:lnTo>
                    <a:pt x="5124" y="14084"/>
                  </a:lnTo>
                  <a:lnTo>
                    <a:pt x="5495" y="13975"/>
                  </a:lnTo>
                  <a:lnTo>
                    <a:pt x="5669" y="13909"/>
                  </a:lnTo>
                  <a:lnTo>
                    <a:pt x="5887" y="13800"/>
                  </a:lnTo>
                  <a:lnTo>
                    <a:pt x="6105" y="13669"/>
                  </a:lnTo>
                  <a:lnTo>
                    <a:pt x="6323" y="13517"/>
                  </a:lnTo>
                  <a:lnTo>
                    <a:pt x="6541" y="13364"/>
                  </a:lnTo>
                  <a:lnTo>
                    <a:pt x="6737" y="13168"/>
                  </a:lnTo>
                  <a:lnTo>
                    <a:pt x="6955" y="12950"/>
                  </a:lnTo>
                  <a:lnTo>
                    <a:pt x="7152" y="12710"/>
                  </a:lnTo>
                  <a:lnTo>
                    <a:pt x="7326" y="12448"/>
                  </a:lnTo>
                  <a:lnTo>
                    <a:pt x="7413" y="12339"/>
                  </a:lnTo>
                  <a:lnTo>
                    <a:pt x="7435" y="12318"/>
                  </a:lnTo>
                  <a:lnTo>
                    <a:pt x="7609" y="11991"/>
                  </a:lnTo>
                  <a:lnTo>
                    <a:pt x="7784" y="11664"/>
                  </a:lnTo>
                  <a:lnTo>
                    <a:pt x="7980" y="11206"/>
                  </a:lnTo>
                  <a:lnTo>
                    <a:pt x="8154" y="10704"/>
                  </a:lnTo>
                  <a:lnTo>
                    <a:pt x="8176" y="11031"/>
                  </a:lnTo>
                  <a:lnTo>
                    <a:pt x="8220" y="11358"/>
                  </a:lnTo>
                  <a:lnTo>
                    <a:pt x="8285" y="11664"/>
                  </a:lnTo>
                  <a:lnTo>
                    <a:pt x="8373" y="11969"/>
                  </a:lnTo>
                  <a:lnTo>
                    <a:pt x="8525" y="12339"/>
                  </a:lnTo>
                  <a:lnTo>
                    <a:pt x="8700" y="12688"/>
                  </a:lnTo>
                  <a:lnTo>
                    <a:pt x="8918" y="13037"/>
                  </a:lnTo>
                  <a:lnTo>
                    <a:pt x="9157" y="13342"/>
                  </a:lnTo>
                  <a:lnTo>
                    <a:pt x="9484" y="13539"/>
                  </a:lnTo>
                  <a:lnTo>
                    <a:pt x="9833" y="13691"/>
                  </a:lnTo>
                  <a:lnTo>
                    <a:pt x="10182" y="13800"/>
                  </a:lnTo>
                  <a:lnTo>
                    <a:pt x="10574" y="13866"/>
                  </a:lnTo>
                  <a:lnTo>
                    <a:pt x="10749" y="13887"/>
                  </a:lnTo>
                  <a:lnTo>
                    <a:pt x="11010" y="13887"/>
                  </a:lnTo>
                  <a:lnTo>
                    <a:pt x="11272" y="13866"/>
                  </a:lnTo>
                  <a:lnTo>
                    <a:pt x="11534" y="13844"/>
                  </a:lnTo>
                  <a:lnTo>
                    <a:pt x="11795" y="13778"/>
                  </a:lnTo>
                  <a:lnTo>
                    <a:pt x="12057" y="13691"/>
                  </a:lnTo>
                  <a:lnTo>
                    <a:pt x="12340" y="13582"/>
                  </a:lnTo>
                  <a:lnTo>
                    <a:pt x="12602" y="13473"/>
                  </a:lnTo>
                  <a:lnTo>
                    <a:pt x="12885" y="13320"/>
                  </a:lnTo>
                  <a:lnTo>
                    <a:pt x="13016" y="13233"/>
                  </a:lnTo>
                  <a:lnTo>
                    <a:pt x="13038" y="13211"/>
                  </a:lnTo>
                  <a:lnTo>
                    <a:pt x="13343" y="13015"/>
                  </a:lnTo>
                  <a:lnTo>
                    <a:pt x="13648" y="12797"/>
                  </a:lnTo>
                  <a:lnTo>
                    <a:pt x="13954" y="12514"/>
                  </a:lnTo>
                  <a:lnTo>
                    <a:pt x="14281" y="12209"/>
                  </a:lnTo>
                  <a:lnTo>
                    <a:pt x="14608" y="11860"/>
                  </a:lnTo>
                  <a:lnTo>
                    <a:pt x="14935" y="11467"/>
                  </a:lnTo>
                  <a:lnTo>
                    <a:pt x="15349" y="10922"/>
                  </a:lnTo>
                  <a:lnTo>
                    <a:pt x="15807" y="10247"/>
                  </a:lnTo>
                  <a:lnTo>
                    <a:pt x="16243" y="9484"/>
                  </a:lnTo>
                  <a:lnTo>
                    <a:pt x="16439" y="9135"/>
                  </a:lnTo>
                  <a:lnTo>
                    <a:pt x="16526" y="8982"/>
                  </a:lnTo>
                  <a:lnTo>
                    <a:pt x="16570" y="8895"/>
                  </a:lnTo>
                  <a:lnTo>
                    <a:pt x="17027" y="7936"/>
                  </a:lnTo>
                  <a:lnTo>
                    <a:pt x="17202" y="7456"/>
                  </a:lnTo>
                  <a:lnTo>
                    <a:pt x="17289" y="7107"/>
                  </a:lnTo>
                  <a:lnTo>
                    <a:pt x="17354" y="6933"/>
                  </a:lnTo>
                  <a:lnTo>
                    <a:pt x="17376" y="6867"/>
                  </a:lnTo>
                  <a:lnTo>
                    <a:pt x="17507" y="6344"/>
                  </a:lnTo>
                  <a:lnTo>
                    <a:pt x="17660" y="5756"/>
                  </a:lnTo>
                  <a:lnTo>
                    <a:pt x="17703" y="5603"/>
                  </a:lnTo>
                  <a:lnTo>
                    <a:pt x="17725" y="5472"/>
                  </a:lnTo>
                  <a:lnTo>
                    <a:pt x="17856" y="4884"/>
                  </a:lnTo>
                  <a:lnTo>
                    <a:pt x="17965" y="4164"/>
                  </a:lnTo>
                  <a:lnTo>
                    <a:pt x="18008" y="3837"/>
                  </a:lnTo>
                  <a:lnTo>
                    <a:pt x="18030" y="3488"/>
                  </a:lnTo>
                  <a:lnTo>
                    <a:pt x="18030" y="3205"/>
                  </a:lnTo>
                  <a:lnTo>
                    <a:pt x="18030" y="2921"/>
                  </a:lnTo>
                  <a:lnTo>
                    <a:pt x="17965" y="2529"/>
                  </a:lnTo>
                  <a:lnTo>
                    <a:pt x="17943" y="2355"/>
                  </a:lnTo>
                  <a:lnTo>
                    <a:pt x="17878" y="2202"/>
                  </a:lnTo>
                  <a:lnTo>
                    <a:pt x="17834" y="2071"/>
                  </a:lnTo>
                  <a:lnTo>
                    <a:pt x="17769" y="1962"/>
                  </a:lnTo>
                  <a:lnTo>
                    <a:pt x="17703" y="1875"/>
                  </a:lnTo>
                  <a:lnTo>
                    <a:pt x="17616" y="1788"/>
                  </a:lnTo>
                  <a:lnTo>
                    <a:pt x="17507" y="1701"/>
                  </a:lnTo>
                  <a:lnTo>
                    <a:pt x="17420" y="1657"/>
                  </a:lnTo>
                  <a:lnTo>
                    <a:pt x="17289" y="1613"/>
                  </a:lnTo>
                  <a:lnTo>
                    <a:pt x="17158" y="1592"/>
                  </a:lnTo>
                  <a:lnTo>
                    <a:pt x="17027" y="1592"/>
                  </a:lnTo>
                  <a:lnTo>
                    <a:pt x="16875" y="1613"/>
                  </a:lnTo>
                  <a:lnTo>
                    <a:pt x="16700" y="1635"/>
                  </a:lnTo>
                  <a:lnTo>
                    <a:pt x="16526" y="1701"/>
                  </a:lnTo>
                  <a:lnTo>
                    <a:pt x="16330" y="1766"/>
                  </a:lnTo>
                  <a:lnTo>
                    <a:pt x="16134" y="1875"/>
                  </a:lnTo>
                  <a:lnTo>
                    <a:pt x="15654" y="2137"/>
                  </a:lnTo>
                  <a:lnTo>
                    <a:pt x="15610" y="2158"/>
                  </a:lnTo>
                  <a:lnTo>
                    <a:pt x="15458" y="2246"/>
                  </a:lnTo>
                  <a:lnTo>
                    <a:pt x="15131" y="2398"/>
                  </a:lnTo>
                  <a:lnTo>
                    <a:pt x="14978" y="2464"/>
                  </a:lnTo>
                  <a:lnTo>
                    <a:pt x="14847" y="2485"/>
                  </a:lnTo>
                  <a:lnTo>
                    <a:pt x="14717" y="2507"/>
                  </a:lnTo>
                  <a:lnTo>
                    <a:pt x="14542" y="2507"/>
                  </a:lnTo>
                  <a:lnTo>
                    <a:pt x="14411" y="2464"/>
                  </a:lnTo>
                  <a:lnTo>
                    <a:pt x="14281" y="2420"/>
                  </a:lnTo>
                  <a:lnTo>
                    <a:pt x="14215" y="2355"/>
                  </a:lnTo>
                  <a:lnTo>
                    <a:pt x="14084" y="2224"/>
                  </a:lnTo>
                  <a:lnTo>
                    <a:pt x="13932" y="2028"/>
                  </a:lnTo>
                  <a:lnTo>
                    <a:pt x="13823" y="1788"/>
                  </a:lnTo>
                  <a:lnTo>
                    <a:pt x="13714" y="1526"/>
                  </a:lnTo>
                  <a:lnTo>
                    <a:pt x="13605" y="1243"/>
                  </a:lnTo>
                  <a:lnTo>
                    <a:pt x="13539" y="1090"/>
                  </a:lnTo>
                  <a:lnTo>
                    <a:pt x="13452" y="850"/>
                  </a:lnTo>
                  <a:lnTo>
                    <a:pt x="13365" y="676"/>
                  </a:lnTo>
                  <a:lnTo>
                    <a:pt x="13278" y="523"/>
                  </a:lnTo>
                  <a:lnTo>
                    <a:pt x="13147" y="414"/>
                  </a:lnTo>
                  <a:lnTo>
                    <a:pt x="13016" y="305"/>
                  </a:lnTo>
                  <a:lnTo>
                    <a:pt x="12842" y="218"/>
                  </a:lnTo>
                  <a:lnTo>
                    <a:pt x="12689" y="153"/>
                  </a:lnTo>
                  <a:lnTo>
                    <a:pt x="12515" y="131"/>
                  </a:lnTo>
                  <a:lnTo>
                    <a:pt x="12231" y="131"/>
                  </a:lnTo>
                  <a:lnTo>
                    <a:pt x="12100" y="153"/>
                  </a:lnTo>
                  <a:lnTo>
                    <a:pt x="12079" y="175"/>
                  </a:lnTo>
                  <a:lnTo>
                    <a:pt x="11926" y="196"/>
                  </a:lnTo>
                  <a:lnTo>
                    <a:pt x="11773" y="262"/>
                  </a:lnTo>
                  <a:lnTo>
                    <a:pt x="11621" y="327"/>
                  </a:lnTo>
                  <a:lnTo>
                    <a:pt x="11490" y="414"/>
                  </a:lnTo>
                  <a:lnTo>
                    <a:pt x="11207" y="611"/>
                  </a:lnTo>
                  <a:lnTo>
                    <a:pt x="10945" y="872"/>
                  </a:lnTo>
                  <a:lnTo>
                    <a:pt x="10771" y="1090"/>
                  </a:lnTo>
                  <a:lnTo>
                    <a:pt x="10596" y="1330"/>
                  </a:lnTo>
                  <a:lnTo>
                    <a:pt x="10356" y="1744"/>
                  </a:lnTo>
                  <a:lnTo>
                    <a:pt x="10117" y="2202"/>
                  </a:lnTo>
                  <a:lnTo>
                    <a:pt x="10051" y="2355"/>
                  </a:lnTo>
                  <a:lnTo>
                    <a:pt x="9964" y="2551"/>
                  </a:lnTo>
                  <a:lnTo>
                    <a:pt x="9746" y="3096"/>
                  </a:lnTo>
                  <a:lnTo>
                    <a:pt x="9528" y="3772"/>
                  </a:lnTo>
                  <a:lnTo>
                    <a:pt x="9332" y="4491"/>
                  </a:lnTo>
                  <a:lnTo>
                    <a:pt x="9179" y="5058"/>
                  </a:lnTo>
                  <a:lnTo>
                    <a:pt x="9092" y="5494"/>
                  </a:lnTo>
                  <a:lnTo>
                    <a:pt x="9048" y="5647"/>
                  </a:lnTo>
                  <a:lnTo>
                    <a:pt x="8852" y="6497"/>
                  </a:lnTo>
                  <a:lnTo>
                    <a:pt x="8743" y="7085"/>
                  </a:lnTo>
                  <a:lnTo>
                    <a:pt x="8721" y="7238"/>
                  </a:lnTo>
                  <a:lnTo>
                    <a:pt x="8721" y="7151"/>
                  </a:lnTo>
                  <a:lnTo>
                    <a:pt x="8721" y="6976"/>
                  </a:lnTo>
                  <a:lnTo>
                    <a:pt x="8721" y="6889"/>
                  </a:lnTo>
                  <a:lnTo>
                    <a:pt x="8721" y="5821"/>
                  </a:lnTo>
                  <a:lnTo>
                    <a:pt x="8656" y="5320"/>
                  </a:lnTo>
                  <a:lnTo>
                    <a:pt x="8612" y="4949"/>
                  </a:lnTo>
                  <a:lnTo>
                    <a:pt x="8569" y="4775"/>
                  </a:lnTo>
                  <a:lnTo>
                    <a:pt x="8569" y="4709"/>
                  </a:lnTo>
                  <a:lnTo>
                    <a:pt x="8460" y="4164"/>
                  </a:lnTo>
                  <a:lnTo>
                    <a:pt x="8351" y="3576"/>
                  </a:lnTo>
                  <a:lnTo>
                    <a:pt x="8307" y="3423"/>
                  </a:lnTo>
                  <a:lnTo>
                    <a:pt x="8285" y="3292"/>
                  </a:lnTo>
                  <a:lnTo>
                    <a:pt x="8133" y="2703"/>
                  </a:lnTo>
                  <a:lnTo>
                    <a:pt x="7915" y="2028"/>
                  </a:lnTo>
                  <a:lnTo>
                    <a:pt x="7806" y="1701"/>
                  </a:lnTo>
                  <a:lnTo>
                    <a:pt x="7675" y="1374"/>
                  </a:lnTo>
                  <a:lnTo>
                    <a:pt x="7566" y="1112"/>
                  </a:lnTo>
                  <a:lnTo>
                    <a:pt x="7435" y="872"/>
                  </a:lnTo>
                  <a:lnTo>
                    <a:pt x="7217" y="545"/>
                  </a:lnTo>
                  <a:lnTo>
                    <a:pt x="7108" y="393"/>
                  </a:lnTo>
                  <a:lnTo>
                    <a:pt x="6999" y="284"/>
                  </a:lnTo>
                  <a:lnTo>
                    <a:pt x="6890" y="196"/>
                  </a:lnTo>
                  <a:lnTo>
                    <a:pt x="6781" y="109"/>
                  </a:lnTo>
                  <a:lnTo>
                    <a:pt x="6672" y="66"/>
                  </a:lnTo>
                  <a:lnTo>
                    <a:pt x="6563" y="22"/>
                  </a:lnTo>
                  <a:lnTo>
                    <a:pt x="645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9" name="Google Shape;11299;p80"/>
            <p:cNvSpPr/>
            <p:nvPr/>
          </p:nvSpPr>
          <p:spPr>
            <a:xfrm>
              <a:off x="3589025" y="2888488"/>
              <a:ext cx="337375" cy="470375"/>
            </a:xfrm>
            <a:custGeom>
              <a:rect b="b" l="l" r="r" t="t"/>
              <a:pathLst>
                <a:path extrusionOk="0" h="18815" w="13495">
                  <a:moveTo>
                    <a:pt x="7434" y="0"/>
                  </a:moveTo>
                  <a:lnTo>
                    <a:pt x="7238" y="22"/>
                  </a:lnTo>
                  <a:lnTo>
                    <a:pt x="7042" y="65"/>
                  </a:lnTo>
                  <a:lnTo>
                    <a:pt x="6867" y="131"/>
                  </a:lnTo>
                  <a:lnTo>
                    <a:pt x="6693" y="240"/>
                  </a:lnTo>
                  <a:lnTo>
                    <a:pt x="6519" y="371"/>
                  </a:lnTo>
                  <a:lnTo>
                    <a:pt x="6388" y="523"/>
                  </a:lnTo>
                  <a:lnTo>
                    <a:pt x="6235" y="698"/>
                  </a:lnTo>
                  <a:lnTo>
                    <a:pt x="6104" y="916"/>
                  </a:lnTo>
                  <a:lnTo>
                    <a:pt x="5995" y="1134"/>
                  </a:lnTo>
                  <a:lnTo>
                    <a:pt x="5886" y="1374"/>
                  </a:lnTo>
                  <a:lnTo>
                    <a:pt x="5777" y="1635"/>
                  </a:lnTo>
                  <a:lnTo>
                    <a:pt x="5603" y="2180"/>
                  </a:lnTo>
                  <a:lnTo>
                    <a:pt x="5450" y="2769"/>
                  </a:lnTo>
                  <a:lnTo>
                    <a:pt x="5320" y="3357"/>
                  </a:lnTo>
                  <a:lnTo>
                    <a:pt x="5232" y="3946"/>
                  </a:lnTo>
                  <a:lnTo>
                    <a:pt x="5167" y="4535"/>
                  </a:lnTo>
                  <a:lnTo>
                    <a:pt x="5080" y="5537"/>
                  </a:lnTo>
                  <a:lnTo>
                    <a:pt x="5036" y="6257"/>
                  </a:lnTo>
                  <a:lnTo>
                    <a:pt x="5014" y="6519"/>
                  </a:lnTo>
                  <a:lnTo>
                    <a:pt x="4884" y="6453"/>
                  </a:lnTo>
                  <a:lnTo>
                    <a:pt x="4753" y="6410"/>
                  </a:lnTo>
                  <a:lnTo>
                    <a:pt x="4535" y="6344"/>
                  </a:lnTo>
                  <a:lnTo>
                    <a:pt x="4317" y="6279"/>
                  </a:lnTo>
                  <a:lnTo>
                    <a:pt x="4033" y="6257"/>
                  </a:lnTo>
                  <a:lnTo>
                    <a:pt x="3750" y="6235"/>
                  </a:lnTo>
                  <a:lnTo>
                    <a:pt x="3445" y="6279"/>
                  </a:lnTo>
                  <a:lnTo>
                    <a:pt x="3292" y="6301"/>
                  </a:lnTo>
                  <a:lnTo>
                    <a:pt x="3140" y="6344"/>
                  </a:lnTo>
                  <a:lnTo>
                    <a:pt x="2987" y="6410"/>
                  </a:lnTo>
                  <a:lnTo>
                    <a:pt x="2834" y="6497"/>
                  </a:lnTo>
                  <a:lnTo>
                    <a:pt x="2682" y="6584"/>
                  </a:lnTo>
                  <a:lnTo>
                    <a:pt x="2551" y="6693"/>
                  </a:lnTo>
                  <a:lnTo>
                    <a:pt x="2398" y="6824"/>
                  </a:lnTo>
                  <a:lnTo>
                    <a:pt x="2267" y="6998"/>
                  </a:lnTo>
                  <a:lnTo>
                    <a:pt x="2137" y="7173"/>
                  </a:lnTo>
                  <a:lnTo>
                    <a:pt x="2006" y="7369"/>
                  </a:lnTo>
                  <a:lnTo>
                    <a:pt x="1897" y="7609"/>
                  </a:lnTo>
                  <a:lnTo>
                    <a:pt x="1810" y="7870"/>
                  </a:lnTo>
                  <a:lnTo>
                    <a:pt x="1701" y="8154"/>
                  </a:lnTo>
                  <a:lnTo>
                    <a:pt x="1635" y="8459"/>
                  </a:lnTo>
                  <a:lnTo>
                    <a:pt x="1570" y="8808"/>
                  </a:lnTo>
                  <a:lnTo>
                    <a:pt x="1504" y="9200"/>
                  </a:lnTo>
                  <a:lnTo>
                    <a:pt x="1483" y="9440"/>
                  </a:lnTo>
                  <a:lnTo>
                    <a:pt x="1483" y="9723"/>
                  </a:lnTo>
                  <a:lnTo>
                    <a:pt x="1504" y="10028"/>
                  </a:lnTo>
                  <a:lnTo>
                    <a:pt x="1526" y="10377"/>
                  </a:lnTo>
                  <a:lnTo>
                    <a:pt x="1570" y="10726"/>
                  </a:lnTo>
                  <a:lnTo>
                    <a:pt x="1635" y="11075"/>
                  </a:lnTo>
                  <a:lnTo>
                    <a:pt x="1722" y="11467"/>
                  </a:lnTo>
                  <a:lnTo>
                    <a:pt x="1810" y="11860"/>
                  </a:lnTo>
                  <a:lnTo>
                    <a:pt x="1592" y="11838"/>
                  </a:lnTo>
                  <a:lnTo>
                    <a:pt x="1352" y="11860"/>
                  </a:lnTo>
                  <a:lnTo>
                    <a:pt x="1134" y="11903"/>
                  </a:lnTo>
                  <a:lnTo>
                    <a:pt x="894" y="11991"/>
                  </a:lnTo>
                  <a:lnTo>
                    <a:pt x="676" y="12143"/>
                  </a:lnTo>
                  <a:lnTo>
                    <a:pt x="567" y="12230"/>
                  </a:lnTo>
                  <a:lnTo>
                    <a:pt x="458" y="12339"/>
                  </a:lnTo>
                  <a:lnTo>
                    <a:pt x="371" y="12470"/>
                  </a:lnTo>
                  <a:lnTo>
                    <a:pt x="262" y="12623"/>
                  </a:lnTo>
                  <a:lnTo>
                    <a:pt x="175" y="12775"/>
                  </a:lnTo>
                  <a:lnTo>
                    <a:pt x="87" y="12950"/>
                  </a:lnTo>
                  <a:lnTo>
                    <a:pt x="22" y="13124"/>
                  </a:lnTo>
                  <a:lnTo>
                    <a:pt x="0" y="13299"/>
                  </a:lnTo>
                  <a:lnTo>
                    <a:pt x="0" y="13451"/>
                  </a:lnTo>
                  <a:lnTo>
                    <a:pt x="44" y="13647"/>
                  </a:lnTo>
                  <a:lnTo>
                    <a:pt x="109" y="13822"/>
                  </a:lnTo>
                  <a:lnTo>
                    <a:pt x="196" y="13996"/>
                  </a:lnTo>
                  <a:lnTo>
                    <a:pt x="305" y="14192"/>
                  </a:lnTo>
                  <a:lnTo>
                    <a:pt x="436" y="14367"/>
                  </a:lnTo>
                  <a:lnTo>
                    <a:pt x="589" y="14563"/>
                  </a:lnTo>
                  <a:lnTo>
                    <a:pt x="741" y="14759"/>
                  </a:lnTo>
                  <a:lnTo>
                    <a:pt x="1134" y="15130"/>
                  </a:lnTo>
                  <a:lnTo>
                    <a:pt x="1592" y="15500"/>
                  </a:lnTo>
                  <a:lnTo>
                    <a:pt x="2071" y="15871"/>
                  </a:lnTo>
                  <a:lnTo>
                    <a:pt x="2594" y="16242"/>
                  </a:lnTo>
                  <a:lnTo>
                    <a:pt x="3118" y="16591"/>
                  </a:lnTo>
                  <a:lnTo>
                    <a:pt x="3663" y="16918"/>
                  </a:lnTo>
                  <a:lnTo>
                    <a:pt x="4208" y="17223"/>
                  </a:lnTo>
                  <a:lnTo>
                    <a:pt x="5189" y="17768"/>
                  </a:lnTo>
                  <a:lnTo>
                    <a:pt x="6017" y="18182"/>
                  </a:lnTo>
                  <a:lnTo>
                    <a:pt x="6693" y="18509"/>
                  </a:lnTo>
                  <a:lnTo>
                    <a:pt x="6998" y="18618"/>
                  </a:lnTo>
                  <a:lnTo>
                    <a:pt x="7325" y="18705"/>
                  </a:lnTo>
                  <a:lnTo>
                    <a:pt x="7652" y="18771"/>
                  </a:lnTo>
                  <a:lnTo>
                    <a:pt x="7979" y="18814"/>
                  </a:lnTo>
                  <a:lnTo>
                    <a:pt x="8677" y="18814"/>
                  </a:lnTo>
                  <a:lnTo>
                    <a:pt x="9048" y="18771"/>
                  </a:lnTo>
                  <a:lnTo>
                    <a:pt x="9418" y="18705"/>
                  </a:lnTo>
                  <a:lnTo>
                    <a:pt x="9789" y="18596"/>
                  </a:lnTo>
                  <a:lnTo>
                    <a:pt x="10181" y="18465"/>
                  </a:lnTo>
                  <a:lnTo>
                    <a:pt x="10574" y="18313"/>
                  </a:lnTo>
                  <a:lnTo>
                    <a:pt x="10966" y="18117"/>
                  </a:lnTo>
                  <a:lnTo>
                    <a:pt x="11380" y="17877"/>
                  </a:lnTo>
                  <a:lnTo>
                    <a:pt x="11794" y="17615"/>
                  </a:lnTo>
                  <a:lnTo>
                    <a:pt x="12230" y="17310"/>
                  </a:lnTo>
                  <a:lnTo>
                    <a:pt x="12666" y="16983"/>
                  </a:lnTo>
                  <a:lnTo>
                    <a:pt x="12863" y="16285"/>
                  </a:lnTo>
                  <a:lnTo>
                    <a:pt x="13037" y="15544"/>
                  </a:lnTo>
                  <a:lnTo>
                    <a:pt x="13233" y="14650"/>
                  </a:lnTo>
                  <a:lnTo>
                    <a:pt x="13320" y="14171"/>
                  </a:lnTo>
                  <a:lnTo>
                    <a:pt x="13408" y="13691"/>
                  </a:lnTo>
                  <a:lnTo>
                    <a:pt x="13451" y="13211"/>
                  </a:lnTo>
                  <a:lnTo>
                    <a:pt x="13495" y="12732"/>
                  </a:lnTo>
                  <a:lnTo>
                    <a:pt x="13495" y="12296"/>
                  </a:lnTo>
                  <a:lnTo>
                    <a:pt x="13473" y="11882"/>
                  </a:lnTo>
                  <a:lnTo>
                    <a:pt x="13386" y="11533"/>
                  </a:lnTo>
                  <a:lnTo>
                    <a:pt x="13342" y="11358"/>
                  </a:lnTo>
                  <a:lnTo>
                    <a:pt x="13277" y="11206"/>
                  </a:lnTo>
                  <a:lnTo>
                    <a:pt x="13146" y="10966"/>
                  </a:lnTo>
                  <a:lnTo>
                    <a:pt x="12993" y="10770"/>
                  </a:lnTo>
                  <a:lnTo>
                    <a:pt x="12841" y="10639"/>
                  </a:lnTo>
                  <a:lnTo>
                    <a:pt x="12688" y="10552"/>
                  </a:lnTo>
                  <a:lnTo>
                    <a:pt x="12536" y="10486"/>
                  </a:lnTo>
                  <a:lnTo>
                    <a:pt x="12209" y="10486"/>
                  </a:lnTo>
                  <a:lnTo>
                    <a:pt x="12056" y="10530"/>
                  </a:lnTo>
                  <a:lnTo>
                    <a:pt x="11925" y="10573"/>
                  </a:lnTo>
                  <a:lnTo>
                    <a:pt x="11794" y="10639"/>
                  </a:lnTo>
                  <a:lnTo>
                    <a:pt x="11576" y="10791"/>
                  </a:lnTo>
                  <a:lnTo>
                    <a:pt x="11424" y="10900"/>
                  </a:lnTo>
                  <a:lnTo>
                    <a:pt x="11358" y="10944"/>
                  </a:lnTo>
                  <a:lnTo>
                    <a:pt x="11358" y="10944"/>
                  </a:lnTo>
                  <a:lnTo>
                    <a:pt x="11576" y="10355"/>
                  </a:lnTo>
                  <a:lnTo>
                    <a:pt x="11794" y="9723"/>
                  </a:lnTo>
                  <a:lnTo>
                    <a:pt x="12034" y="8917"/>
                  </a:lnTo>
                  <a:lnTo>
                    <a:pt x="12252" y="8023"/>
                  </a:lnTo>
                  <a:lnTo>
                    <a:pt x="12339" y="7565"/>
                  </a:lnTo>
                  <a:lnTo>
                    <a:pt x="12427" y="7107"/>
                  </a:lnTo>
                  <a:lnTo>
                    <a:pt x="12470" y="6671"/>
                  </a:lnTo>
                  <a:lnTo>
                    <a:pt x="12492" y="6235"/>
                  </a:lnTo>
                  <a:lnTo>
                    <a:pt x="12470" y="5821"/>
                  </a:lnTo>
                  <a:lnTo>
                    <a:pt x="12427" y="5428"/>
                  </a:lnTo>
                  <a:lnTo>
                    <a:pt x="12405" y="5276"/>
                  </a:lnTo>
                  <a:lnTo>
                    <a:pt x="12339" y="5123"/>
                  </a:lnTo>
                  <a:lnTo>
                    <a:pt x="12296" y="4992"/>
                  </a:lnTo>
                  <a:lnTo>
                    <a:pt x="12209" y="4883"/>
                  </a:lnTo>
                  <a:lnTo>
                    <a:pt x="12143" y="4796"/>
                  </a:lnTo>
                  <a:lnTo>
                    <a:pt x="12056" y="4731"/>
                  </a:lnTo>
                  <a:lnTo>
                    <a:pt x="11969" y="4665"/>
                  </a:lnTo>
                  <a:lnTo>
                    <a:pt x="11882" y="4622"/>
                  </a:lnTo>
                  <a:lnTo>
                    <a:pt x="11773" y="4600"/>
                  </a:lnTo>
                  <a:lnTo>
                    <a:pt x="11446" y="4600"/>
                  </a:lnTo>
                  <a:lnTo>
                    <a:pt x="11228" y="4665"/>
                  </a:lnTo>
                  <a:lnTo>
                    <a:pt x="10988" y="4753"/>
                  </a:lnTo>
                  <a:lnTo>
                    <a:pt x="10770" y="4840"/>
                  </a:lnTo>
                  <a:lnTo>
                    <a:pt x="10552" y="4971"/>
                  </a:lnTo>
                  <a:lnTo>
                    <a:pt x="10181" y="5210"/>
                  </a:lnTo>
                  <a:lnTo>
                    <a:pt x="9920" y="5428"/>
                  </a:lnTo>
                  <a:lnTo>
                    <a:pt x="9811" y="5494"/>
                  </a:lnTo>
                  <a:lnTo>
                    <a:pt x="9789" y="5254"/>
                  </a:lnTo>
                  <a:lnTo>
                    <a:pt x="9702" y="4622"/>
                  </a:lnTo>
                  <a:lnTo>
                    <a:pt x="9571" y="3706"/>
                  </a:lnTo>
                  <a:lnTo>
                    <a:pt x="9462" y="3183"/>
                  </a:lnTo>
                  <a:lnTo>
                    <a:pt x="9331" y="2660"/>
                  </a:lnTo>
                  <a:lnTo>
                    <a:pt x="9178" y="2137"/>
                  </a:lnTo>
                  <a:lnTo>
                    <a:pt x="8982" y="1635"/>
                  </a:lnTo>
                  <a:lnTo>
                    <a:pt x="8786" y="1177"/>
                  </a:lnTo>
                  <a:lnTo>
                    <a:pt x="8677" y="959"/>
                  </a:lnTo>
                  <a:lnTo>
                    <a:pt x="8546" y="763"/>
                  </a:lnTo>
                  <a:lnTo>
                    <a:pt x="8415" y="589"/>
                  </a:lnTo>
                  <a:lnTo>
                    <a:pt x="8263" y="436"/>
                  </a:lnTo>
                  <a:lnTo>
                    <a:pt x="8110" y="305"/>
                  </a:lnTo>
                  <a:lnTo>
                    <a:pt x="7957" y="174"/>
                  </a:lnTo>
                  <a:lnTo>
                    <a:pt x="7805" y="87"/>
                  </a:lnTo>
                  <a:lnTo>
                    <a:pt x="7609" y="44"/>
                  </a:lnTo>
                  <a:lnTo>
                    <a:pt x="743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0" name="Google Shape;11300;p80"/>
            <p:cNvSpPr/>
            <p:nvPr/>
          </p:nvSpPr>
          <p:spPr>
            <a:xfrm>
              <a:off x="3589025" y="2888488"/>
              <a:ext cx="337375" cy="470375"/>
            </a:xfrm>
            <a:custGeom>
              <a:rect b="b" l="l" r="r" t="t"/>
              <a:pathLst>
                <a:path extrusionOk="0" fill="none" h="18815" w="13495">
                  <a:moveTo>
                    <a:pt x="87" y="12950"/>
                  </a:moveTo>
                  <a:lnTo>
                    <a:pt x="87" y="12950"/>
                  </a:lnTo>
                  <a:lnTo>
                    <a:pt x="175" y="12775"/>
                  </a:lnTo>
                  <a:lnTo>
                    <a:pt x="262" y="12623"/>
                  </a:lnTo>
                  <a:lnTo>
                    <a:pt x="371" y="12470"/>
                  </a:lnTo>
                  <a:lnTo>
                    <a:pt x="458" y="12339"/>
                  </a:lnTo>
                  <a:lnTo>
                    <a:pt x="567" y="12230"/>
                  </a:lnTo>
                  <a:lnTo>
                    <a:pt x="676" y="12143"/>
                  </a:lnTo>
                  <a:lnTo>
                    <a:pt x="894" y="11991"/>
                  </a:lnTo>
                  <a:lnTo>
                    <a:pt x="1134" y="11903"/>
                  </a:lnTo>
                  <a:lnTo>
                    <a:pt x="1352" y="11860"/>
                  </a:lnTo>
                  <a:lnTo>
                    <a:pt x="1592" y="11838"/>
                  </a:lnTo>
                  <a:lnTo>
                    <a:pt x="1810" y="11860"/>
                  </a:lnTo>
                  <a:lnTo>
                    <a:pt x="1810" y="11860"/>
                  </a:lnTo>
                  <a:lnTo>
                    <a:pt x="1722" y="11467"/>
                  </a:lnTo>
                  <a:lnTo>
                    <a:pt x="1635" y="11075"/>
                  </a:lnTo>
                  <a:lnTo>
                    <a:pt x="1570" y="10726"/>
                  </a:lnTo>
                  <a:lnTo>
                    <a:pt x="1526" y="10377"/>
                  </a:lnTo>
                  <a:lnTo>
                    <a:pt x="1504" y="10028"/>
                  </a:lnTo>
                  <a:lnTo>
                    <a:pt x="1483" y="9723"/>
                  </a:lnTo>
                  <a:lnTo>
                    <a:pt x="1483" y="9440"/>
                  </a:lnTo>
                  <a:lnTo>
                    <a:pt x="1504" y="9200"/>
                  </a:lnTo>
                  <a:lnTo>
                    <a:pt x="1504" y="9200"/>
                  </a:lnTo>
                  <a:lnTo>
                    <a:pt x="1570" y="8808"/>
                  </a:lnTo>
                  <a:lnTo>
                    <a:pt x="1635" y="8459"/>
                  </a:lnTo>
                  <a:lnTo>
                    <a:pt x="1701" y="8154"/>
                  </a:lnTo>
                  <a:lnTo>
                    <a:pt x="1810" y="7870"/>
                  </a:lnTo>
                  <a:lnTo>
                    <a:pt x="1897" y="7609"/>
                  </a:lnTo>
                  <a:lnTo>
                    <a:pt x="2006" y="7369"/>
                  </a:lnTo>
                  <a:lnTo>
                    <a:pt x="2137" y="7173"/>
                  </a:lnTo>
                  <a:lnTo>
                    <a:pt x="2267" y="6998"/>
                  </a:lnTo>
                  <a:lnTo>
                    <a:pt x="2398" y="6824"/>
                  </a:lnTo>
                  <a:lnTo>
                    <a:pt x="2551" y="6693"/>
                  </a:lnTo>
                  <a:lnTo>
                    <a:pt x="2682" y="6584"/>
                  </a:lnTo>
                  <a:lnTo>
                    <a:pt x="2834" y="6497"/>
                  </a:lnTo>
                  <a:lnTo>
                    <a:pt x="2987" y="6410"/>
                  </a:lnTo>
                  <a:lnTo>
                    <a:pt x="3140" y="6344"/>
                  </a:lnTo>
                  <a:lnTo>
                    <a:pt x="3292" y="6301"/>
                  </a:lnTo>
                  <a:lnTo>
                    <a:pt x="3445" y="6279"/>
                  </a:lnTo>
                  <a:lnTo>
                    <a:pt x="3750" y="6235"/>
                  </a:lnTo>
                  <a:lnTo>
                    <a:pt x="4033" y="6257"/>
                  </a:lnTo>
                  <a:lnTo>
                    <a:pt x="4317" y="6279"/>
                  </a:lnTo>
                  <a:lnTo>
                    <a:pt x="4535" y="6344"/>
                  </a:lnTo>
                  <a:lnTo>
                    <a:pt x="4753" y="6410"/>
                  </a:lnTo>
                  <a:lnTo>
                    <a:pt x="4884" y="6453"/>
                  </a:lnTo>
                  <a:lnTo>
                    <a:pt x="5014" y="6519"/>
                  </a:lnTo>
                  <a:lnTo>
                    <a:pt x="5014" y="6519"/>
                  </a:lnTo>
                  <a:lnTo>
                    <a:pt x="5036" y="6257"/>
                  </a:lnTo>
                  <a:lnTo>
                    <a:pt x="5080" y="5537"/>
                  </a:lnTo>
                  <a:lnTo>
                    <a:pt x="5167" y="4535"/>
                  </a:lnTo>
                  <a:lnTo>
                    <a:pt x="5232" y="3946"/>
                  </a:lnTo>
                  <a:lnTo>
                    <a:pt x="5320" y="3357"/>
                  </a:lnTo>
                  <a:lnTo>
                    <a:pt x="5450" y="2769"/>
                  </a:lnTo>
                  <a:lnTo>
                    <a:pt x="5603" y="2180"/>
                  </a:lnTo>
                  <a:lnTo>
                    <a:pt x="5777" y="1635"/>
                  </a:lnTo>
                  <a:lnTo>
                    <a:pt x="5886" y="1374"/>
                  </a:lnTo>
                  <a:lnTo>
                    <a:pt x="5995" y="1134"/>
                  </a:lnTo>
                  <a:lnTo>
                    <a:pt x="6104" y="916"/>
                  </a:lnTo>
                  <a:lnTo>
                    <a:pt x="6235" y="698"/>
                  </a:lnTo>
                  <a:lnTo>
                    <a:pt x="6388" y="523"/>
                  </a:lnTo>
                  <a:lnTo>
                    <a:pt x="6519" y="371"/>
                  </a:lnTo>
                  <a:lnTo>
                    <a:pt x="6693" y="240"/>
                  </a:lnTo>
                  <a:lnTo>
                    <a:pt x="6867" y="131"/>
                  </a:lnTo>
                  <a:lnTo>
                    <a:pt x="7042" y="65"/>
                  </a:lnTo>
                  <a:lnTo>
                    <a:pt x="7238" y="22"/>
                  </a:lnTo>
                  <a:lnTo>
                    <a:pt x="7238" y="22"/>
                  </a:lnTo>
                  <a:lnTo>
                    <a:pt x="7434" y="0"/>
                  </a:lnTo>
                  <a:lnTo>
                    <a:pt x="7609" y="44"/>
                  </a:lnTo>
                  <a:lnTo>
                    <a:pt x="7805" y="87"/>
                  </a:lnTo>
                  <a:lnTo>
                    <a:pt x="7957" y="174"/>
                  </a:lnTo>
                  <a:lnTo>
                    <a:pt x="8110" y="305"/>
                  </a:lnTo>
                  <a:lnTo>
                    <a:pt x="8263" y="436"/>
                  </a:lnTo>
                  <a:lnTo>
                    <a:pt x="8415" y="589"/>
                  </a:lnTo>
                  <a:lnTo>
                    <a:pt x="8546" y="763"/>
                  </a:lnTo>
                  <a:lnTo>
                    <a:pt x="8677" y="959"/>
                  </a:lnTo>
                  <a:lnTo>
                    <a:pt x="8786" y="1177"/>
                  </a:lnTo>
                  <a:lnTo>
                    <a:pt x="8982" y="1635"/>
                  </a:lnTo>
                  <a:lnTo>
                    <a:pt x="9178" y="2137"/>
                  </a:lnTo>
                  <a:lnTo>
                    <a:pt x="9331" y="2660"/>
                  </a:lnTo>
                  <a:lnTo>
                    <a:pt x="9462" y="3183"/>
                  </a:lnTo>
                  <a:lnTo>
                    <a:pt x="9571" y="3706"/>
                  </a:lnTo>
                  <a:lnTo>
                    <a:pt x="9702" y="4622"/>
                  </a:lnTo>
                  <a:lnTo>
                    <a:pt x="9789" y="5254"/>
                  </a:lnTo>
                  <a:lnTo>
                    <a:pt x="9811" y="5494"/>
                  </a:lnTo>
                  <a:lnTo>
                    <a:pt x="9811" y="5494"/>
                  </a:lnTo>
                  <a:lnTo>
                    <a:pt x="9920" y="5428"/>
                  </a:lnTo>
                  <a:lnTo>
                    <a:pt x="10181" y="5210"/>
                  </a:lnTo>
                  <a:lnTo>
                    <a:pt x="10552" y="4971"/>
                  </a:lnTo>
                  <a:lnTo>
                    <a:pt x="10770" y="4840"/>
                  </a:lnTo>
                  <a:lnTo>
                    <a:pt x="10988" y="4753"/>
                  </a:lnTo>
                  <a:lnTo>
                    <a:pt x="11228" y="4665"/>
                  </a:lnTo>
                  <a:lnTo>
                    <a:pt x="11446" y="4600"/>
                  </a:lnTo>
                  <a:lnTo>
                    <a:pt x="11664" y="4600"/>
                  </a:lnTo>
                  <a:lnTo>
                    <a:pt x="11773" y="4600"/>
                  </a:lnTo>
                  <a:lnTo>
                    <a:pt x="11882" y="4622"/>
                  </a:lnTo>
                  <a:lnTo>
                    <a:pt x="11969" y="4665"/>
                  </a:lnTo>
                  <a:lnTo>
                    <a:pt x="12056" y="4731"/>
                  </a:lnTo>
                  <a:lnTo>
                    <a:pt x="12143" y="4796"/>
                  </a:lnTo>
                  <a:lnTo>
                    <a:pt x="12209" y="4883"/>
                  </a:lnTo>
                  <a:lnTo>
                    <a:pt x="12296" y="4992"/>
                  </a:lnTo>
                  <a:lnTo>
                    <a:pt x="12339" y="5123"/>
                  </a:lnTo>
                  <a:lnTo>
                    <a:pt x="12405" y="5276"/>
                  </a:lnTo>
                  <a:lnTo>
                    <a:pt x="12427" y="5428"/>
                  </a:lnTo>
                  <a:lnTo>
                    <a:pt x="12427" y="5428"/>
                  </a:lnTo>
                  <a:lnTo>
                    <a:pt x="12470" y="5821"/>
                  </a:lnTo>
                  <a:lnTo>
                    <a:pt x="12492" y="6235"/>
                  </a:lnTo>
                  <a:lnTo>
                    <a:pt x="12470" y="6671"/>
                  </a:lnTo>
                  <a:lnTo>
                    <a:pt x="12427" y="7107"/>
                  </a:lnTo>
                  <a:lnTo>
                    <a:pt x="12339" y="7565"/>
                  </a:lnTo>
                  <a:lnTo>
                    <a:pt x="12252" y="8023"/>
                  </a:lnTo>
                  <a:lnTo>
                    <a:pt x="12034" y="8917"/>
                  </a:lnTo>
                  <a:lnTo>
                    <a:pt x="11794" y="9723"/>
                  </a:lnTo>
                  <a:lnTo>
                    <a:pt x="11576" y="10355"/>
                  </a:lnTo>
                  <a:lnTo>
                    <a:pt x="11358" y="10944"/>
                  </a:lnTo>
                  <a:lnTo>
                    <a:pt x="11358" y="10944"/>
                  </a:lnTo>
                  <a:lnTo>
                    <a:pt x="11424" y="10900"/>
                  </a:lnTo>
                  <a:lnTo>
                    <a:pt x="11576" y="10791"/>
                  </a:lnTo>
                  <a:lnTo>
                    <a:pt x="11794" y="10639"/>
                  </a:lnTo>
                  <a:lnTo>
                    <a:pt x="11925" y="10573"/>
                  </a:lnTo>
                  <a:lnTo>
                    <a:pt x="12056" y="10530"/>
                  </a:lnTo>
                  <a:lnTo>
                    <a:pt x="12209" y="10486"/>
                  </a:lnTo>
                  <a:lnTo>
                    <a:pt x="12361" y="10486"/>
                  </a:lnTo>
                  <a:lnTo>
                    <a:pt x="12536" y="10486"/>
                  </a:lnTo>
                  <a:lnTo>
                    <a:pt x="12688" y="10552"/>
                  </a:lnTo>
                  <a:lnTo>
                    <a:pt x="12841" y="10639"/>
                  </a:lnTo>
                  <a:lnTo>
                    <a:pt x="12993" y="10770"/>
                  </a:lnTo>
                  <a:lnTo>
                    <a:pt x="13146" y="10966"/>
                  </a:lnTo>
                  <a:lnTo>
                    <a:pt x="13277" y="11206"/>
                  </a:lnTo>
                  <a:lnTo>
                    <a:pt x="13277" y="11206"/>
                  </a:lnTo>
                  <a:lnTo>
                    <a:pt x="13342" y="11358"/>
                  </a:lnTo>
                  <a:lnTo>
                    <a:pt x="13386" y="11533"/>
                  </a:lnTo>
                  <a:lnTo>
                    <a:pt x="13473" y="11882"/>
                  </a:lnTo>
                  <a:lnTo>
                    <a:pt x="13495" y="12296"/>
                  </a:lnTo>
                  <a:lnTo>
                    <a:pt x="13495" y="12732"/>
                  </a:lnTo>
                  <a:lnTo>
                    <a:pt x="13451" y="13211"/>
                  </a:lnTo>
                  <a:lnTo>
                    <a:pt x="13408" y="13691"/>
                  </a:lnTo>
                  <a:lnTo>
                    <a:pt x="13320" y="14171"/>
                  </a:lnTo>
                  <a:lnTo>
                    <a:pt x="13233" y="14650"/>
                  </a:lnTo>
                  <a:lnTo>
                    <a:pt x="13037" y="15544"/>
                  </a:lnTo>
                  <a:lnTo>
                    <a:pt x="12863" y="16285"/>
                  </a:lnTo>
                  <a:lnTo>
                    <a:pt x="12666" y="16983"/>
                  </a:lnTo>
                  <a:lnTo>
                    <a:pt x="12666" y="16983"/>
                  </a:lnTo>
                  <a:lnTo>
                    <a:pt x="12230" y="17310"/>
                  </a:lnTo>
                  <a:lnTo>
                    <a:pt x="11794" y="17615"/>
                  </a:lnTo>
                  <a:lnTo>
                    <a:pt x="11380" y="17877"/>
                  </a:lnTo>
                  <a:lnTo>
                    <a:pt x="10966" y="18117"/>
                  </a:lnTo>
                  <a:lnTo>
                    <a:pt x="10574" y="18313"/>
                  </a:lnTo>
                  <a:lnTo>
                    <a:pt x="10181" y="18465"/>
                  </a:lnTo>
                  <a:lnTo>
                    <a:pt x="9789" y="18596"/>
                  </a:lnTo>
                  <a:lnTo>
                    <a:pt x="9418" y="18705"/>
                  </a:lnTo>
                  <a:lnTo>
                    <a:pt x="9048" y="18771"/>
                  </a:lnTo>
                  <a:lnTo>
                    <a:pt x="8677" y="18814"/>
                  </a:lnTo>
                  <a:lnTo>
                    <a:pt x="8328" y="18814"/>
                  </a:lnTo>
                  <a:lnTo>
                    <a:pt x="7979" y="18814"/>
                  </a:lnTo>
                  <a:lnTo>
                    <a:pt x="7652" y="18771"/>
                  </a:lnTo>
                  <a:lnTo>
                    <a:pt x="7325" y="18705"/>
                  </a:lnTo>
                  <a:lnTo>
                    <a:pt x="6998" y="18618"/>
                  </a:lnTo>
                  <a:lnTo>
                    <a:pt x="6693" y="18509"/>
                  </a:lnTo>
                  <a:lnTo>
                    <a:pt x="6693" y="18509"/>
                  </a:lnTo>
                  <a:lnTo>
                    <a:pt x="6017" y="18182"/>
                  </a:lnTo>
                  <a:lnTo>
                    <a:pt x="6017" y="18182"/>
                  </a:lnTo>
                  <a:lnTo>
                    <a:pt x="5189" y="17768"/>
                  </a:lnTo>
                  <a:lnTo>
                    <a:pt x="4208" y="17223"/>
                  </a:lnTo>
                  <a:lnTo>
                    <a:pt x="3663" y="16918"/>
                  </a:lnTo>
                  <a:lnTo>
                    <a:pt x="3118" y="16591"/>
                  </a:lnTo>
                  <a:lnTo>
                    <a:pt x="2594" y="16242"/>
                  </a:lnTo>
                  <a:lnTo>
                    <a:pt x="2071" y="15871"/>
                  </a:lnTo>
                  <a:lnTo>
                    <a:pt x="1592" y="15500"/>
                  </a:lnTo>
                  <a:lnTo>
                    <a:pt x="1134" y="15130"/>
                  </a:lnTo>
                  <a:lnTo>
                    <a:pt x="741" y="14759"/>
                  </a:lnTo>
                  <a:lnTo>
                    <a:pt x="589" y="14563"/>
                  </a:lnTo>
                  <a:lnTo>
                    <a:pt x="436" y="14367"/>
                  </a:lnTo>
                  <a:lnTo>
                    <a:pt x="305" y="14192"/>
                  </a:lnTo>
                  <a:lnTo>
                    <a:pt x="196" y="13996"/>
                  </a:lnTo>
                  <a:lnTo>
                    <a:pt x="109" y="13822"/>
                  </a:lnTo>
                  <a:lnTo>
                    <a:pt x="44" y="13647"/>
                  </a:lnTo>
                  <a:lnTo>
                    <a:pt x="0" y="13451"/>
                  </a:lnTo>
                  <a:lnTo>
                    <a:pt x="0" y="13299"/>
                  </a:lnTo>
                  <a:lnTo>
                    <a:pt x="22" y="13124"/>
                  </a:lnTo>
                  <a:lnTo>
                    <a:pt x="87" y="1295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1" name="Google Shape;11301;p80"/>
            <p:cNvSpPr/>
            <p:nvPr/>
          </p:nvSpPr>
          <p:spPr>
            <a:xfrm>
              <a:off x="3368825" y="2971313"/>
              <a:ext cx="334125" cy="440950"/>
            </a:xfrm>
            <a:custGeom>
              <a:rect b="b" l="l" r="r" t="t"/>
              <a:pathLst>
                <a:path extrusionOk="0" h="17638" w="13365">
                  <a:moveTo>
                    <a:pt x="2878" y="1"/>
                  </a:moveTo>
                  <a:lnTo>
                    <a:pt x="2682" y="23"/>
                  </a:lnTo>
                  <a:lnTo>
                    <a:pt x="2508" y="66"/>
                  </a:lnTo>
                  <a:lnTo>
                    <a:pt x="2312" y="132"/>
                  </a:lnTo>
                  <a:lnTo>
                    <a:pt x="2159" y="241"/>
                  </a:lnTo>
                  <a:lnTo>
                    <a:pt x="2006" y="371"/>
                  </a:lnTo>
                  <a:lnTo>
                    <a:pt x="1876" y="524"/>
                  </a:lnTo>
                  <a:lnTo>
                    <a:pt x="1788" y="698"/>
                  </a:lnTo>
                  <a:lnTo>
                    <a:pt x="1701" y="916"/>
                  </a:lnTo>
                  <a:lnTo>
                    <a:pt x="1636" y="1134"/>
                  </a:lnTo>
                  <a:lnTo>
                    <a:pt x="1570" y="1374"/>
                  </a:lnTo>
                  <a:lnTo>
                    <a:pt x="1549" y="1614"/>
                  </a:lnTo>
                  <a:lnTo>
                    <a:pt x="1527" y="1876"/>
                  </a:lnTo>
                  <a:lnTo>
                    <a:pt x="1527" y="2159"/>
                  </a:lnTo>
                  <a:lnTo>
                    <a:pt x="1549" y="2726"/>
                  </a:lnTo>
                  <a:lnTo>
                    <a:pt x="1614" y="3336"/>
                  </a:lnTo>
                  <a:lnTo>
                    <a:pt x="1701" y="3925"/>
                  </a:lnTo>
                  <a:lnTo>
                    <a:pt x="1832" y="4514"/>
                  </a:lnTo>
                  <a:lnTo>
                    <a:pt x="1963" y="5080"/>
                  </a:lnTo>
                  <a:lnTo>
                    <a:pt x="2224" y="6061"/>
                  </a:lnTo>
                  <a:lnTo>
                    <a:pt x="2442" y="6737"/>
                  </a:lnTo>
                  <a:lnTo>
                    <a:pt x="2530" y="6999"/>
                  </a:lnTo>
                  <a:lnTo>
                    <a:pt x="2399" y="6977"/>
                  </a:lnTo>
                  <a:lnTo>
                    <a:pt x="2224" y="6977"/>
                  </a:lnTo>
                  <a:lnTo>
                    <a:pt x="2028" y="6999"/>
                  </a:lnTo>
                  <a:lnTo>
                    <a:pt x="1788" y="7021"/>
                  </a:lnTo>
                  <a:lnTo>
                    <a:pt x="1527" y="7086"/>
                  </a:lnTo>
                  <a:lnTo>
                    <a:pt x="1243" y="7173"/>
                  </a:lnTo>
                  <a:lnTo>
                    <a:pt x="982" y="7326"/>
                  </a:lnTo>
                  <a:lnTo>
                    <a:pt x="851" y="7391"/>
                  </a:lnTo>
                  <a:lnTo>
                    <a:pt x="720" y="7500"/>
                  </a:lnTo>
                  <a:lnTo>
                    <a:pt x="589" y="7609"/>
                  </a:lnTo>
                  <a:lnTo>
                    <a:pt x="480" y="7740"/>
                  </a:lnTo>
                  <a:lnTo>
                    <a:pt x="371" y="7871"/>
                  </a:lnTo>
                  <a:lnTo>
                    <a:pt x="284" y="8045"/>
                  </a:lnTo>
                  <a:lnTo>
                    <a:pt x="197" y="8220"/>
                  </a:lnTo>
                  <a:lnTo>
                    <a:pt x="110" y="8416"/>
                  </a:lnTo>
                  <a:lnTo>
                    <a:pt x="66" y="8612"/>
                  </a:lnTo>
                  <a:lnTo>
                    <a:pt x="22" y="8852"/>
                  </a:lnTo>
                  <a:lnTo>
                    <a:pt x="1" y="9114"/>
                  </a:lnTo>
                  <a:lnTo>
                    <a:pt x="1" y="9397"/>
                  </a:lnTo>
                  <a:lnTo>
                    <a:pt x="1" y="9680"/>
                  </a:lnTo>
                  <a:lnTo>
                    <a:pt x="44" y="10007"/>
                  </a:lnTo>
                  <a:lnTo>
                    <a:pt x="110" y="10356"/>
                  </a:lnTo>
                  <a:lnTo>
                    <a:pt x="175" y="10727"/>
                  </a:lnTo>
                  <a:lnTo>
                    <a:pt x="262" y="10988"/>
                  </a:lnTo>
                  <a:lnTo>
                    <a:pt x="349" y="11250"/>
                  </a:lnTo>
                  <a:lnTo>
                    <a:pt x="480" y="11533"/>
                  </a:lnTo>
                  <a:lnTo>
                    <a:pt x="611" y="11839"/>
                  </a:lnTo>
                  <a:lnTo>
                    <a:pt x="786" y="12144"/>
                  </a:lnTo>
                  <a:lnTo>
                    <a:pt x="982" y="12449"/>
                  </a:lnTo>
                  <a:lnTo>
                    <a:pt x="1178" y="12798"/>
                  </a:lnTo>
                  <a:lnTo>
                    <a:pt x="1418" y="13125"/>
                  </a:lnTo>
                  <a:lnTo>
                    <a:pt x="1200" y="13190"/>
                  </a:lnTo>
                  <a:lnTo>
                    <a:pt x="982" y="13278"/>
                  </a:lnTo>
                  <a:lnTo>
                    <a:pt x="786" y="13408"/>
                  </a:lnTo>
                  <a:lnTo>
                    <a:pt x="589" y="13583"/>
                  </a:lnTo>
                  <a:lnTo>
                    <a:pt x="437" y="13779"/>
                  </a:lnTo>
                  <a:lnTo>
                    <a:pt x="371" y="13910"/>
                  </a:lnTo>
                  <a:lnTo>
                    <a:pt x="306" y="14062"/>
                  </a:lnTo>
                  <a:lnTo>
                    <a:pt x="262" y="14215"/>
                  </a:lnTo>
                  <a:lnTo>
                    <a:pt x="219" y="14368"/>
                  </a:lnTo>
                  <a:lnTo>
                    <a:pt x="197" y="14564"/>
                  </a:lnTo>
                  <a:lnTo>
                    <a:pt x="175" y="14760"/>
                  </a:lnTo>
                  <a:lnTo>
                    <a:pt x="175" y="14934"/>
                  </a:lnTo>
                  <a:lnTo>
                    <a:pt x="219" y="15109"/>
                  </a:lnTo>
                  <a:lnTo>
                    <a:pt x="284" y="15261"/>
                  </a:lnTo>
                  <a:lnTo>
                    <a:pt x="371" y="15414"/>
                  </a:lnTo>
                  <a:lnTo>
                    <a:pt x="502" y="15567"/>
                  </a:lnTo>
                  <a:lnTo>
                    <a:pt x="633" y="15697"/>
                  </a:lnTo>
                  <a:lnTo>
                    <a:pt x="807" y="15828"/>
                  </a:lnTo>
                  <a:lnTo>
                    <a:pt x="1004" y="15959"/>
                  </a:lnTo>
                  <a:lnTo>
                    <a:pt x="1200" y="16090"/>
                  </a:lnTo>
                  <a:lnTo>
                    <a:pt x="1418" y="16199"/>
                  </a:lnTo>
                  <a:lnTo>
                    <a:pt x="1919" y="16417"/>
                  </a:lnTo>
                  <a:lnTo>
                    <a:pt x="2486" y="16613"/>
                  </a:lnTo>
                  <a:lnTo>
                    <a:pt x="3053" y="16809"/>
                  </a:lnTo>
                  <a:lnTo>
                    <a:pt x="3685" y="16962"/>
                  </a:lnTo>
                  <a:lnTo>
                    <a:pt x="4295" y="17093"/>
                  </a:lnTo>
                  <a:lnTo>
                    <a:pt x="4928" y="17223"/>
                  </a:lnTo>
                  <a:lnTo>
                    <a:pt x="5538" y="17311"/>
                  </a:lnTo>
                  <a:lnTo>
                    <a:pt x="6650" y="17485"/>
                  </a:lnTo>
                  <a:lnTo>
                    <a:pt x="7566" y="17572"/>
                  </a:lnTo>
                  <a:lnTo>
                    <a:pt x="8307" y="17638"/>
                  </a:lnTo>
                  <a:lnTo>
                    <a:pt x="8634" y="17638"/>
                  </a:lnTo>
                  <a:lnTo>
                    <a:pt x="8961" y="17594"/>
                  </a:lnTo>
                  <a:lnTo>
                    <a:pt x="9288" y="17550"/>
                  </a:lnTo>
                  <a:lnTo>
                    <a:pt x="9615" y="17463"/>
                  </a:lnTo>
                  <a:lnTo>
                    <a:pt x="9942" y="17354"/>
                  </a:lnTo>
                  <a:lnTo>
                    <a:pt x="10269" y="17223"/>
                  </a:lnTo>
                  <a:lnTo>
                    <a:pt x="10596" y="17049"/>
                  </a:lnTo>
                  <a:lnTo>
                    <a:pt x="10923" y="16853"/>
                  </a:lnTo>
                  <a:lnTo>
                    <a:pt x="11250" y="16635"/>
                  </a:lnTo>
                  <a:lnTo>
                    <a:pt x="11555" y="16373"/>
                  </a:lnTo>
                  <a:lnTo>
                    <a:pt x="11882" y="16090"/>
                  </a:lnTo>
                  <a:lnTo>
                    <a:pt x="12187" y="15763"/>
                  </a:lnTo>
                  <a:lnTo>
                    <a:pt x="12493" y="15392"/>
                  </a:lnTo>
                  <a:lnTo>
                    <a:pt x="12776" y="15000"/>
                  </a:lnTo>
                  <a:lnTo>
                    <a:pt x="13081" y="14564"/>
                  </a:lnTo>
                  <a:lnTo>
                    <a:pt x="13365" y="14106"/>
                  </a:lnTo>
                  <a:lnTo>
                    <a:pt x="13299" y="13387"/>
                  </a:lnTo>
                  <a:lnTo>
                    <a:pt x="13212" y="12623"/>
                  </a:lnTo>
                  <a:lnTo>
                    <a:pt x="13081" y="11730"/>
                  </a:lnTo>
                  <a:lnTo>
                    <a:pt x="12994" y="11250"/>
                  </a:lnTo>
                  <a:lnTo>
                    <a:pt x="12907" y="10770"/>
                  </a:lnTo>
                  <a:lnTo>
                    <a:pt x="12776" y="10291"/>
                  </a:lnTo>
                  <a:lnTo>
                    <a:pt x="12645" y="9855"/>
                  </a:lnTo>
                  <a:lnTo>
                    <a:pt x="12493" y="9441"/>
                  </a:lnTo>
                  <a:lnTo>
                    <a:pt x="12318" y="9048"/>
                  </a:lnTo>
                  <a:lnTo>
                    <a:pt x="12144" y="8743"/>
                  </a:lnTo>
                  <a:lnTo>
                    <a:pt x="12035" y="8612"/>
                  </a:lnTo>
                  <a:lnTo>
                    <a:pt x="11926" y="8481"/>
                  </a:lnTo>
                  <a:lnTo>
                    <a:pt x="11708" y="8307"/>
                  </a:lnTo>
                  <a:lnTo>
                    <a:pt x="11511" y="8176"/>
                  </a:lnTo>
                  <a:lnTo>
                    <a:pt x="11315" y="8111"/>
                  </a:lnTo>
                  <a:lnTo>
                    <a:pt x="11119" y="8067"/>
                  </a:lnTo>
                  <a:lnTo>
                    <a:pt x="10966" y="8089"/>
                  </a:lnTo>
                  <a:lnTo>
                    <a:pt x="10814" y="8111"/>
                  </a:lnTo>
                  <a:lnTo>
                    <a:pt x="10661" y="8176"/>
                  </a:lnTo>
                  <a:lnTo>
                    <a:pt x="10530" y="8263"/>
                  </a:lnTo>
                  <a:lnTo>
                    <a:pt x="10421" y="8372"/>
                  </a:lnTo>
                  <a:lnTo>
                    <a:pt x="10312" y="8481"/>
                  </a:lnTo>
                  <a:lnTo>
                    <a:pt x="10160" y="8678"/>
                  </a:lnTo>
                  <a:lnTo>
                    <a:pt x="10073" y="8852"/>
                  </a:lnTo>
                  <a:lnTo>
                    <a:pt x="10029" y="8917"/>
                  </a:lnTo>
                  <a:lnTo>
                    <a:pt x="10029" y="8285"/>
                  </a:lnTo>
                  <a:lnTo>
                    <a:pt x="10007" y="7609"/>
                  </a:lnTo>
                  <a:lnTo>
                    <a:pt x="9942" y="6781"/>
                  </a:lnTo>
                  <a:lnTo>
                    <a:pt x="9833" y="5865"/>
                  </a:lnTo>
                  <a:lnTo>
                    <a:pt x="9767" y="5407"/>
                  </a:lnTo>
                  <a:lnTo>
                    <a:pt x="9658" y="4950"/>
                  </a:lnTo>
                  <a:lnTo>
                    <a:pt x="9549" y="4514"/>
                  </a:lnTo>
                  <a:lnTo>
                    <a:pt x="9419" y="4099"/>
                  </a:lnTo>
                  <a:lnTo>
                    <a:pt x="9266" y="3729"/>
                  </a:lnTo>
                  <a:lnTo>
                    <a:pt x="9092" y="3380"/>
                  </a:lnTo>
                  <a:lnTo>
                    <a:pt x="9004" y="3227"/>
                  </a:lnTo>
                  <a:lnTo>
                    <a:pt x="8895" y="3118"/>
                  </a:lnTo>
                  <a:lnTo>
                    <a:pt x="8808" y="3009"/>
                  </a:lnTo>
                  <a:lnTo>
                    <a:pt x="8699" y="2944"/>
                  </a:lnTo>
                  <a:lnTo>
                    <a:pt x="8590" y="2878"/>
                  </a:lnTo>
                  <a:lnTo>
                    <a:pt x="8481" y="2835"/>
                  </a:lnTo>
                  <a:lnTo>
                    <a:pt x="8394" y="2813"/>
                  </a:lnTo>
                  <a:lnTo>
                    <a:pt x="8285" y="2813"/>
                  </a:lnTo>
                  <a:lnTo>
                    <a:pt x="8176" y="2835"/>
                  </a:lnTo>
                  <a:lnTo>
                    <a:pt x="8089" y="2857"/>
                  </a:lnTo>
                  <a:lnTo>
                    <a:pt x="7871" y="2944"/>
                  </a:lnTo>
                  <a:lnTo>
                    <a:pt x="7675" y="3075"/>
                  </a:lnTo>
                  <a:lnTo>
                    <a:pt x="7500" y="3249"/>
                  </a:lnTo>
                  <a:lnTo>
                    <a:pt x="7326" y="3424"/>
                  </a:lnTo>
                  <a:lnTo>
                    <a:pt x="7173" y="3598"/>
                  </a:lnTo>
                  <a:lnTo>
                    <a:pt x="6890" y="3969"/>
                  </a:lnTo>
                  <a:lnTo>
                    <a:pt x="6715" y="4252"/>
                  </a:lnTo>
                  <a:lnTo>
                    <a:pt x="6650" y="4361"/>
                  </a:lnTo>
                  <a:lnTo>
                    <a:pt x="6563" y="4143"/>
                  </a:lnTo>
                  <a:lnTo>
                    <a:pt x="6258" y="3554"/>
                  </a:lnTo>
                  <a:lnTo>
                    <a:pt x="5800" y="2769"/>
                  </a:lnTo>
                  <a:lnTo>
                    <a:pt x="5516" y="2333"/>
                  </a:lnTo>
                  <a:lnTo>
                    <a:pt x="5211" y="1876"/>
                  </a:lnTo>
                  <a:lnTo>
                    <a:pt x="4884" y="1440"/>
                  </a:lnTo>
                  <a:lnTo>
                    <a:pt x="4535" y="1047"/>
                  </a:lnTo>
                  <a:lnTo>
                    <a:pt x="4186" y="677"/>
                  </a:lnTo>
                  <a:lnTo>
                    <a:pt x="3990" y="524"/>
                  </a:lnTo>
                  <a:lnTo>
                    <a:pt x="3816" y="371"/>
                  </a:lnTo>
                  <a:lnTo>
                    <a:pt x="3620" y="262"/>
                  </a:lnTo>
                  <a:lnTo>
                    <a:pt x="3445" y="153"/>
                  </a:lnTo>
                  <a:lnTo>
                    <a:pt x="3249" y="88"/>
                  </a:lnTo>
                  <a:lnTo>
                    <a:pt x="3053" y="23"/>
                  </a:lnTo>
                  <a:lnTo>
                    <a:pt x="287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2" name="Google Shape;11302;p80"/>
            <p:cNvSpPr/>
            <p:nvPr/>
          </p:nvSpPr>
          <p:spPr>
            <a:xfrm>
              <a:off x="3147550" y="3224213"/>
              <a:ext cx="395700" cy="375550"/>
            </a:xfrm>
            <a:custGeom>
              <a:rect b="b" l="l" r="r" t="t"/>
              <a:pathLst>
                <a:path extrusionOk="0" h="15022" w="15828">
                  <a:moveTo>
                    <a:pt x="5146" y="0"/>
                  </a:moveTo>
                  <a:lnTo>
                    <a:pt x="5037" y="22"/>
                  </a:lnTo>
                  <a:lnTo>
                    <a:pt x="4928" y="44"/>
                  </a:lnTo>
                  <a:lnTo>
                    <a:pt x="4840" y="109"/>
                  </a:lnTo>
                  <a:lnTo>
                    <a:pt x="4753" y="175"/>
                  </a:lnTo>
                  <a:lnTo>
                    <a:pt x="4688" y="240"/>
                  </a:lnTo>
                  <a:lnTo>
                    <a:pt x="4622" y="327"/>
                  </a:lnTo>
                  <a:lnTo>
                    <a:pt x="4513" y="524"/>
                  </a:lnTo>
                  <a:lnTo>
                    <a:pt x="4426" y="742"/>
                  </a:lnTo>
                  <a:lnTo>
                    <a:pt x="4383" y="981"/>
                  </a:lnTo>
                  <a:lnTo>
                    <a:pt x="4361" y="1221"/>
                  </a:lnTo>
                  <a:lnTo>
                    <a:pt x="4361" y="1483"/>
                  </a:lnTo>
                  <a:lnTo>
                    <a:pt x="4361" y="1919"/>
                  </a:lnTo>
                  <a:lnTo>
                    <a:pt x="4404" y="2246"/>
                  </a:lnTo>
                  <a:lnTo>
                    <a:pt x="4426" y="2377"/>
                  </a:lnTo>
                  <a:lnTo>
                    <a:pt x="4426" y="2377"/>
                  </a:lnTo>
                  <a:lnTo>
                    <a:pt x="4252" y="2289"/>
                  </a:lnTo>
                  <a:lnTo>
                    <a:pt x="3772" y="2071"/>
                  </a:lnTo>
                  <a:lnTo>
                    <a:pt x="3096" y="1788"/>
                  </a:lnTo>
                  <a:lnTo>
                    <a:pt x="2682" y="1635"/>
                  </a:lnTo>
                  <a:lnTo>
                    <a:pt x="2246" y="1483"/>
                  </a:lnTo>
                  <a:lnTo>
                    <a:pt x="2006" y="1919"/>
                  </a:lnTo>
                  <a:lnTo>
                    <a:pt x="1723" y="2333"/>
                  </a:lnTo>
                  <a:lnTo>
                    <a:pt x="1178" y="3162"/>
                  </a:lnTo>
                  <a:lnTo>
                    <a:pt x="589" y="3990"/>
                  </a:lnTo>
                  <a:lnTo>
                    <a:pt x="284" y="4404"/>
                  </a:lnTo>
                  <a:lnTo>
                    <a:pt x="1" y="4862"/>
                  </a:lnTo>
                  <a:lnTo>
                    <a:pt x="480" y="5298"/>
                  </a:lnTo>
                  <a:lnTo>
                    <a:pt x="982" y="5690"/>
                  </a:lnTo>
                  <a:lnTo>
                    <a:pt x="1439" y="6061"/>
                  </a:lnTo>
                  <a:lnTo>
                    <a:pt x="1875" y="6366"/>
                  </a:lnTo>
                  <a:lnTo>
                    <a:pt x="2551" y="6824"/>
                  </a:lnTo>
                  <a:lnTo>
                    <a:pt x="2813" y="6998"/>
                  </a:lnTo>
                  <a:lnTo>
                    <a:pt x="2682" y="7086"/>
                  </a:lnTo>
                  <a:lnTo>
                    <a:pt x="2551" y="7173"/>
                  </a:lnTo>
                  <a:lnTo>
                    <a:pt x="2399" y="7325"/>
                  </a:lnTo>
                  <a:lnTo>
                    <a:pt x="2246" y="7500"/>
                  </a:lnTo>
                  <a:lnTo>
                    <a:pt x="2072" y="7696"/>
                  </a:lnTo>
                  <a:lnTo>
                    <a:pt x="1919" y="7936"/>
                  </a:lnTo>
                  <a:lnTo>
                    <a:pt x="1766" y="8219"/>
                  </a:lnTo>
                  <a:lnTo>
                    <a:pt x="1723" y="8350"/>
                  </a:lnTo>
                  <a:lnTo>
                    <a:pt x="1679" y="8525"/>
                  </a:lnTo>
                  <a:lnTo>
                    <a:pt x="1657" y="8677"/>
                  </a:lnTo>
                  <a:lnTo>
                    <a:pt x="1636" y="8852"/>
                  </a:lnTo>
                  <a:lnTo>
                    <a:pt x="1657" y="9026"/>
                  </a:lnTo>
                  <a:lnTo>
                    <a:pt x="1679" y="9222"/>
                  </a:lnTo>
                  <a:lnTo>
                    <a:pt x="1723" y="9397"/>
                  </a:lnTo>
                  <a:lnTo>
                    <a:pt x="1766" y="9593"/>
                  </a:lnTo>
                  <a:lnTo>
                    <a:pt x="1854" y="9811"/>
                  </a:lnTo>
                  <a:lnTo>
                    <a:pt x="1984" y="10007"/>
                  </a:lnTo>
                  <a:lnTo>
                    <a:pt x="2115" y="10225"/>
                  </a:lnTo>
                  <a:lnTo>
                    <a:pt x="2290" y="10443"/>
                  </a:lnTo>
                  <a:lnTo>
                    <a:pt x="2486" y="10683"/>
                  </a:lnTo>
                  <a:lnTo>
                    <a:pt x="2704" y="10923"/>
                  </a:lnTo>
                  <a:lnTo>
                    <a:pt x="2965" y="11141"/>
                  </a:lnTo>
                  <a:lnTo>
                    <a:pt x="3271" y="11402"/>
                  </a:lnTo>
                  <a:lnTo>
                    <a:pt x="3467" y="11533"/>
                  </a:lnTo>
                  <a:lnTo>
                    <a:pt x="3685" y="11686"/>
                  </a:lnTo>
                  <a:lnTo>
                    <a:pt x="4208" y="11947"/>
                  </a:lnTo>
                  <a:lnTo>
                    <a:pt x="4797" y="12209"/>
                  </a:lnTo>
                  <a:lnTo>
                    <a:pt x="5473" y="12427"/>
                  </a:lnTo>
                  <a:lnTo>
                    <a:pt x="5712" y="12514"/>
                  </a:lnTo>
                  <a:lnTo>
                    <a:pt x="5669" y="12558"/>
                  </a:lnTo>
                  <a:lnTo>
                    <a:pt x="5538" y="12732"/>
                  </a:lnTo>
                  <a:lnTo>
                    <a:pt x="5451" y="12928"/>
                  </a:lnTo>
                  <a:lnTo>
                    <a:pt x="5364" y="13168"/>
                  </a:lnTo>
                  <a:lnTo>
                    <a:pt x="5342" y="13408"/>
                  </a:lnTo>
                  <a:lnTo>
                    <a:pt x="5364" y="13670"/>
                  </a:lnTo>
                  <a:lnTo>
                    <a:pt x="5429" y="13931"/>
                  </a:lnTo>
                  <a:lnTo>
                    <a:pt x="5538" y="14236"/>
                  </a:lnTo>
                  <a:lnTo>
                    <a:pt x="5734" y="14563"/>
                  </a:lnTo>
                  <a:lnTo>
                    <a:pt x="5821" y="14672"/>
                  </a:lnTo>
                  <a:lnTo>
                    <a:pt x="5930" y="14760"/>
                  </a:lnTo>
                  <a:lnTo>
                    <a:pt x="6039" y="14847"/>
                  </a:lnTo>
                  <a:lnTo>
                    <a:pt x="6170" y="14912"/>
                  </a:lnTo>
                  <a:lnTo>
                    <a:pt x="6301" y="14956"/>
                  </a:lnTo>
                  <a:lnTo>
                    <a:pt x="6454" y="14999"/>
                  </a:lnTo>
                  <a:lnTo>
                    <a:pt x="6606" y="15021"/>
                  </a:lnTo>
                  <a:lnTo>
                    <a:pt x="6781" y="15021"/>
                  </a:lnTo>
                  <a:lnTo>
                    <a:pt x="7129" y="14999"/>
                  </a:lnTo>
                  <a:lnTo>
                    <a:pt x="7522" y="14956"/>
                  </a:lnTo>
                  <a:lnTo>
                    <a:pt x="7936" y="14847"/>
                  </a:lnTo>
                  <a:lnTo>
                    <a:pt x="8372" y="14716"/>
                  </a:lnTo>
                  <a:lnTo>
                    <a:pt x="8830" y="14563"/>
                  </a:lnTo>
                  <a:lnTo>
                    <a:pt x="9288" y="14389"/>
                  </a:lnTo>
                  <a:lnTo>
                    <a:pt x="9746" y="14171"/>
                  </a:lnTo>
                  <a:lnTo>
                    <a:pt x="10225" y="13953"/>
                  </a:lnTo>
                  <a:lnTo>
                    <a:pt x="11119" y="13495"/>
                  </a:lnTo>
                  <a:lnTo>
                    <a:pt x="11969" y="13016"/>
                  </a:lnTo>
                  <a:lnTo>
                    <a:pt x="12689" y="12579"/>
                  </a:lnTo>
                  <a:lnTo>
                    <a:pt x="13299" y="12209"/>
                  </a:lnTo>
                  <a:lnTo>
                    <a:pt x="13909" y="11816"/>
                  </a:lnTo>
                  <a:lnTo>
                    <a:pt x="14171" y="11598"/>
                  </a:lnTo>
                  <a:lnTo>
                    <a:pt x="14411" y="11380"/>
                  </a:lnTo>
                  <a:lnTo>
                    <a:pt x="14629" y="11119"/>
                  </a:lnTo>
                  <a:lnTo>
                    <a:pt x="14847" y="10857"/>
                  </a:lnTo>
                  <a:lnTo>
                    <a:pt x="15043" y="10574"/>
                  </a:lnTo>
                  <a:lnTo>
                    <a:pt x="15218" y="10269"/>
                  </a:lnTo>
                  <a:lnTo>
                    <a:pt x="15370" y="9920"/>
                  </a:lnTo>
                  <a:lnTo>
                    <a:pt x="15501" y="9571"/>
                  </a:lnTo>
                  <a:lnTo>
                    <a:pt x="15610" y="9200"/>
                  </a:lnTo>
                  <a:lnTo>
                    <a:pt x="15697" y="8808"/>
                  </a:lnTo>
                  <a:lnTo>
                    <a:pt x="15763" y="8372"/>
                  </a:lnTo>
                  <a:lnTo>
                    <a:pt x="15806" y="7936"/>
                  </a:lnTo>
                  <a:lnTo>
                    <a:pt x="15828" y="7456"/>
                  </a:lnTo>
                  <a:lnTo>
                    <a:pt x="15806" y="6977"/>
                  </a:lnTo>
                  <a:lnTo>
                    <a:pt x="15784" y="6453"/>
                  </a:lnTo>
                  <a:lnTo>
                    <a:pt x="15719" y="5908"/>
                  </a:lnTo>
                  <a:lnTo>
                    <a:pt x="15218" y="5385"/>
                  </a:lnTo>
                  <a:lnTo>
                    <a:pt x="14694" y="4840"/>
                  </a:lnTo>
                  <a:lnTo>
                    <a:pt x="14018" y="4208"/>
                  </a:lnTo>
                  <a:lnTo>
                    <a:pt x="13670" y="3881"/>
                  </a:lnTo>
                  <a:lnTo>
                    <a:pt x="13277" y="3576"/>
                  </a:lnTo>
                  <a:lnTo>
                    <a:pt x="12907" y="3271"/>
                  </a:lnTo>
                  <a:lnTo>
                    <a:pt x="12514" y="3009"/>
                  </a:lnTo>
                  <a:lnTo>
                    <a:pt x="12144" y="2769"/>
                  </a:lnTo>
                  <a:lnTo>
                    <a:pt x="11773" y="2573"/>
                  </a:lnTo>
                  <a:lnTo>
                    <a:pt x="11424" y="2442"/>
                  </a:lnTo>
                  <a:lnTo>
                    <a:pt x="11272" y="2398"/>
                  </a:lnTo>
                  <a:lnTo>
                    <a:pt x="11119" y="2377"/>
                  </a:lnTo>
                  <a:lnTo>
                    <a:pt x="10836" y="2377"/>
                  </a:lnTo>
                  <a:lnTo>
                    <a:pt x="10596" y="2398"/>
                  </a:lnTo>
                  <a:lnTo>
                    <a:pt x="10400" y="2464"/>
                  </a:lnTo>
                  <a:lnTo>
                    <a:pt x="10225" y="2551"/>
                  </a:lnTo>
                  <a:lnTo>
                    <a:pt x="10094" y="2660"/>
                  </a:lnTo>
                  <a:lnTo>
                    <a:pt x="10007" y="2769"/>
                  </a:lnTo>
                  <a:lnTo>
                    <a:pt x="9942" y="2922"/>
                  </a:lnTo>
                  <a:lnTo>
                    <a:pt x="9876" y="3074"/>
                  </a:lnTo>
                  <a:lnTo>
                    <a:pt x="9855" y="3205"/>
                  </a:lnTo>
                  <a:lnTo>
                    <a:pt x="9833" y="3358"/>
                  </a:lnTo>
                  <a:lnTo>
                    <a:pt x="9855" y="3619"/>
                  </a:lnTo>
                  <a:lnTo>
                    <a:pt x="9876" y="3816"/>
                  </a:lnTo>
                  <a:lnTo>
                    <a:pt x="9898" y="3881"/>
                  </a:lnTo>
                  <a:lnTo>
                    <a:pt x="9506" y="3380"/>
                  </a:lnTo>
                  <a:lnTo>
                    <a:pt x="9048" y="2878"/>
                  </a:lnTo>
                  <a:lnTo>
                    <a:pt x="8503" y="2246"/>
                  </a:lnTo>
                  <a:lnTo>
                    <a:pt x="7849" y="1614"/>
                  </a:lnTo>
                  <a:lnTo>
                    <a:pt x="7500" y="1287"/>
                  </a:lnTo>
                  <a:lnTo>
                    <a:pt x="7151" y="981"/>
                  </a:lnTo>
                  <a:lnTo>
                    <a:pt x="6802" y="720"/>
                  </a:lnTo>
                  <a:lnTo>
                    <a:pt x="6432" y="458"/>
                  </a:lnTo>
                  <a:lnTo>
                    <a:pt x="6083" y="262"/>
                  </a:lnTo>
                  <a:lnTo>
                    <a:pt x="5734" y="109"/>
                  </a:lnTo>
                  <a:lnTo>
                    <a:pt x="5560" y="44"/>
                  </a:lnTo>
                  <a:lnTo>
                    <a:pt x="5407" y="22"/>
                  </a:lnTo>
                  <a:lnTo>
                    <a:pt x="527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3" name="Google Shape;11303;p80"/>
            <p:cNvSpPr/>
            <p:nvPr/>
          </p:nvSpPr>
          <p:spPr>
            <a:xfrm>
              <a:off x="3103950" y="3502163"/>
              <a:ext cx="397900" cy="350475"/>
            </a:xfrm>
            <a:custGeom>
              <a:rect b="b" l="l" r="r" t="t"/>
              <a:pathLst>
                <a:path extrusionOk="0" h="14019" w="15916">
                  <a:moveTo>
                    <a:pt x="3598" y="1"/>
                  </a:moveTo>
                  <a:lnTo>
                    <a:pt x="3445" y="23"/>
                  </a:lnTo>
                  <a:lnTo>
                    <a:pt x="3314" y="44"/>
                  </a:lnTo>
                  <a:lnTo>
                    <a:pt x="3183" y="88"/>
                  </a:lnTo>
                  <a:lnTo>
                    <a:pt x="3096" y="132"/>
                  </a:lnTo>
                  <a:lnTo>
                    <a:pt x="2987" y="197"/>
                  </a:lnTo>
                  <a:lnTo>
                    <a:pt x="2922" y="262"/>
                  </a:lnTo>
                  <a:lnTo>
                    <a:pt x="2856" y="350"/>
                  </a:lnTo>
                  <a:lnTo>
                    <a:pt x="2813" y="459"/>
                  </a:lnTo>
                  <a:lnTo>
                    <a:pt x="2769" y="546"/>
                  </a:lnTo>
                  <a:lnTo>
                    <a:pt x="2726" y="764"/>
                  </a:lnTo>
                  <a:lnTo>
                    <a:pt x="2726" y="1004"/>
                  </a:lnTo>
                  <a:lnTo>
                    <a:pt x="2769" y="1243"/>
                  </a:lnTo>
                  <a:lnTo>
                    <a:pt x="2813" y="1483"/>
                  </a:lnTo>
                  <a:lnTo>
                    <a:pt x="2878" y="1723"/>
                  </a:lnTo>
                  <a:lnTo>
                    <a:pt x="3031" y="2159"/>
                  </a:lnTo>
                  <a:lnTo>
                    <a:pt x="3162" y="2464"/>
                  </a:lnTo>
                  <a:lnTo>
                    <a:pt x="3205" y="2573"/>
                  </a:lnTo>
                  <a:lnTo>
                    <a:pt x="2922" y="2530"/>
                  </a:lnTo>
                  <a:lnTo>
                    <a:pt x="2202" y="2443"/>
                  </a:lnTo>
                  <a:lnTo>
                    <a:pt x="1701" y="2399"/>
                  </a:lnTo>
                  <a:lnTo>
                    <a:pt x="1156" y="2377"/>
                  </a:lnTo>
                  <a:lnTo>
                    <a:pt x="589" y="2355"/>
                  </a:lnTo>
                  <a:lnTo>
                    <a:pt x="0" y="2377"/>
                  </a:lnTo>
                  <a:lnTo>
                    <a:pt x="153" y="2988"/>
                  </a:lnTo>
                  <a:lnTo>
                    <a:pt x="349" y="3598"/>
                  </a:lnTo>
                  <a:lnTo>
                    <a:pt x="546" y="4208"/>
                  </a:lnTo>
                  <a:lnTo>
                    <a:pt x="764" y="4797"/>
                  </a:lnTo>
                  <a:lnTo>
                    <a:pt x="1200" y="5931"/>
                  </a:lnTo>
                  <a:lnTo>
                    <a:pt x="1636" y="7021"/>
                  </a:lnTo>
                  <a:lnTo>
                    <a:pt x="2202" y="7217"/>
                  </a:lnTo>
                  <a:lnTo>
                    <a:pt x="2638" y="7348"/>
                  </a:lnTo>
                  <a:lnTo>
                    <a:pt x="3053" y="7457"/>
                  </a:lnTo>
                  <a:lnTo>
                    <a:pt x="2944" y="7566"/>
                  </a:lnTo>
                  <a:lnTo>
                    <a:pt x="2856" y="7697"/>
                  </a:lnTo>
                  <a:lnTo>
                    <a:pt x="2747" y="7893"/>
                  </a:lnTo>
                  <a:lnTo>
                    <a:pt x="2638" y="8089"/>
                  </a:lnTo>
                  <a:lnTo>
                    <a:pt x="2551" y="8351"/>
                  </a:lnTo>
                  <a:lnTo>
                    <a:pt x="2464" y="8634"/>
                  </a:lnTo>
                  <a:lnTo>
                    <a:pt x="2420" y="8917"/>
                  </a:lnTo>
                  <a:lnTo>
                    <a:pt x="2420" y="9092"/>
                  </a:lnTo>
                  <a:lnTo>
                    <a:pt x="2420" y="9244"/>
                  </a:lnTo>
                  <a:lnTo>
                    <a:pt x="2442" y="9397"/>
                  </a:lnTo>
                  <a:lnTo>
                    <a:pt x="2486" y="9571"/>
                  </a:lnTo>
                  <a:lnTo>
                    <a:pt x="2551" y="9746"/>
                  </a:lnTo>
                  <a:lnTo>
                    <a:pt x="2617" y="9920"/>
                  </a:lnTo>
                  <a:lnTo>
                    <a:pt x="2726" y="10073"/>
                  </a:lnTo>
                  <a:lnTo>
                    <a:pt x="2835" y="10247"/>
                  </a:lnTo>
                  <a:lnTo>
                    <a:pt x="2987" y="10422"/>
                  </a:lnTo>
                  <a:lnTo>
                    <a:pt x="3140" y="10596"/>
                  </a:lnTo>
                  <a:lnTo>
                    <a:pt x="3336" y="10749"/>
                  </a:lnTo>
                  <a:lnTo>
                    <a:pt x="3576" y="10923"/>
                  </a:lnTo>
                  <a:lnTo>
                    <a:pt x="3816" y="11076"/>
                  </a:lnTo>
                  <a:lnTo>
                    <a:pt x="4121" y="11228"/>
                  </a:lnTo>
                  <a:lnTo>
                    <a:pt x="4426" y="11381"/>
                  </a:lnTo>
                  <a:lnTo>
                    <a:pt x="4797" y="11512"/>
                  </a:lnTo>
                  <a:lnTo>
                    <a:pt x="5036" y="11599"/>
                  </a:lnTo>
                  <a:lnTo>
                    <a:pt x="5298" y="11664"/>
                  </a:lnTo>
                  <a:lnTo>
                    <a:pt x="5603" y="11730"/>
                  </a:lnTo>
                  <a:lnTo>
                    <a:pt x="5930" y="11773"/>
                  </a:lnTo>
                  <a:lnTo>
                    <a:pt x="6279" y="11817"/>
                  </a:lnTo>
                  <a:lnTo>
                    <a:pt x="6650" y="11839"/>
                  </a:lnTo>
                  <a:lnTo>
                    <a:pt x="7042" y="11861"/>
                  </a:lnTo>
                  <a:lnTo>
                    <a:pt x="7456" y="11861"/>
                  </a:lnTo>
                  <a:lnTo>
                    <a:pt x="7369" y="12079"/>
                  </a:lnTo>
                  <a:lnTo>
                    <a:pt x="7326" y="12297"/>
                  </a:lnTo>
                  <a:lnTo>
                    <a:pt x="7326" y="12536"/>
                  </a:lnTo>
                  <a:lnTo>
                    <a:pt x="7369" y="12776"/>
                  </a:lnTo>
                  <a:lnTo>
                    <a:pt x="7456" y="13038"/>
                  </a:lnTo>
                  <a:lnTo>
                    <a:pt x="7522" y="13169"/>
                  </a:lnTo>
                  <a:lnTo>
                    <a:pt x="7587" y="13299"/>
                  </a:lnTo>
                  <a:lnTo>
                    <a:pt x="7696" y="13430"/>
                  </a:lnTo>
                  <a:lnTo>
                    <a:pt x="7805" y="13539"/>
                  </a:lnTo>
                  <a:lnTo>
                    <a:pt x="7936" y="13670"/>
                  </a:lnTo>
                  <a:lnTo>
                    <a:pt x="8089" y="13801"/>
                  </a:lnTo>
                  <a:lnTo>
                    <a:pt x="8241" y="13910"/>
                  </a:lnTo>
                  <a:lnTo>
                    <a:pt x="8394" y="13953"/>
                  </a:lnTo>
                  <a:lnTo>
                    <a:pt x="8568" y="13997"/>
                  </a:lnTo>
                  <a:lnTo>
                    <a:pt x="8743" y="14019"/>
                  </a:lnTo>
                  <a:lnTo>
                    <a:pt x="8939" y="13997"/>
                  </a:lnTo>
                  <a:lnTo>
                    <a:pt x="9135" y="13953"/>
                  </a:lnTo>
                  <a:lnTo>
                    <a:pt x="9353" y="13888"/>
                  </a:lnTo>
                  <a:lnTo>
                    <a:pt x="9549" y="13823"/>
                  </a:lnTo>
                  <a:lnTo>
                    <a:pt x="9767" y="13714"/>
                  </a:lnTo>
                  <a:lnTo>
                    <a:pt x="10007" y="13605"/>
                  </a:lnTo>
                  <a:lnTo>
                    <a:pt x="10465" y="13299"/>
                  </a:lnTo>
                  <a:lnTo>
                    <a:pt x="10944" y="12972"/>
                  </a:lnTo>
                  <a:lnTo>
                    <a:pt x="11424" y="12580"/>
                  </a:lnTo>
                  <a:lnTo>
                    <a:pt x="11882" y="12166"/>
                  </a:lnTo>
                  <a:lnTo>
                    <a:pt x="12362" y="11730"/>
                  </a:lnTo>
                  <a:lnTo>
                    <a:pt x="12819" y="11294"/>
                  </a:lnTo>
                  <a:lnTo>
                    <a:pt x="13234" y="10836"/>
                  </a:lnTo>
                  <a:lnTo>
                    <a:pt x="14018" y="10007"/>
                  </a:lnTo>
                  <a:lnTo>
                    <a:pt x="14607" y="9310"/>
                  </a:lnTo>
                  <a:lnTo>
                    <a:pt x="15087" y="8743"/>
                  </a:lnTo>
                  <a:lnTo>
                    <a:pt x="15239" y="8503"/>
                  </a:lnTo>
                  <a:lnTo>
                    <a:pt x="15392" y="8242"/>
                  </a:lnTo>
                  <a:lnTo>
                    <a:pt x="15523" y="7980"/>
                  </a:lnTo>
                  <a:lnTo>
                    <a:pt x="15632" y="7718"/>
                  </a:lnTo>
                  <a:lnTo>
                    <a:pt x="15719" y="7435"/>
                  </a:lnTo>
                  <a:lnTo>
                    <a:pt x="15806" y="7130"/>
                  </a:lnTo>
                  <a:lnTo>
                    <a:pt x="15850" y="6825"/>
                  </a:lnTo>
                  <a:lnTo>
                    <a:pt x="15893" y="6519"/>
                  </a:lnTo>
                  <a:lnTo>
                    <a:pt x="15915" y="6105"/>
                  </a:lnTo>
                  <a:lnTo>
                    <a:pt x="15915" y="5713"/>
                  </a:lnTo>
                  <a:lnTo>
                    <a:pt x="15871" y="5320"/>
                  </a:lnTo>
                  <a:lnTo>
                    <a:pt x="15784" y="4950"/>
                  </a:lnTo>
                  <a:lnTo>
                    <a:pt x="15697" y="4579"/>
                  </a:lnTo>
                  <a:lnTo>
                    <a:pt x="15566" y="4208"/>
                  </a:lnTo>
                  <a:lnTo>
                    <a:pt x="15392" y="3860"/>
                  </a:lnTo>
                  <a:lnTo>
                    <a:pt x="15217" y="3511"/>
                  </a:lnTo>
                  <a:lnTo>
                    <a:pt x="14999" y="3184"/>
                  </a:lnTo>
                  <a:lnTo>
                    <a:pt x="14760" y="2879"/>
                  </a:lnTo>
                  <a:lnTo>
                    <a:pt x="14520" y="2595"/>
                  </a:lnTo>
                  <a:lnTo>
                    <a:pt x="14236" y="2312"/>
                  </a:lnTo>
                  <a:lnTo>
                    <a:pt x="13931" y="2072"/>
                  </a:lnTo>
                  <a:lnTo>
                    <a:pt x="13604" y="1832"/>
                  </a:lnTo>
                  <a:lnTo>
                    <a:pt x="13277" y="1636"/>
                  </a:lnTo>
                  <a:lnTo>
                    <a:pt x="12907" y="1440"/>
                  </a:lnTo>
                  <a:lnTo>
                    <a:pt x="12471" y="1243"/>
                  </a:lnTo>
                  <a:lnTo>
                    <a:pt x="12013" y="1047"/>
                  </a:lnTo>
                  <a:lnTo>
                    <a:pt x="11555" y="895"/>
                  </a:lnTo>
                  <a:lnTo>
                    <a:pt x="11119" y="742"/>
                  </a:lnTo>
                  <a:lnTo>
                    <a:pt x="10683" y="633"/>
                  </a:lnTo>
                  <a:lnTo>
                    <a:pt x="10290" y="568"/>
                  </a:lnTo>
                  <a:lnTo>
                    <a:pt x="9920" y="546"/>
                  </a:lnTo>
                  <a:lnTo>
                    <a:pt x="9745" y="546"/>
                  </a:lnTo>
                  <a:lnTo>
                    <a:pt x="9593" y="568"/>
                  </a:lnTo>
                  <a:lnTo>
                    <a:pt x="9331" y="655"/>
                  </a:lnTo>
                  <a:lnTo>
                    <a:pt x="9113" y="742"/>
                  </a:lnTo>
                  <a:lnTo>
                    <a:pt x="8939" y="851"/>
                  </a:lnTo>
                  <a:lnTo>
                    <a:pt x="8808" y="982"/>
                  </a:lnTo>
                  <a:lnTo>
                    <a:pt x="8721" y="1113"/>
                  </a:lnTo>
                  <a:lnTo>
                    <a:pt x="8655" y="1265"/>
                  </a:lnTo>
                  <a:lnTo>
                    <a:pt x="8634" y="1418"/>
                  </a:lnTo>
                  <a:lnTo>
                    <a:pt x="8634" y="1570"/>
                  </a:lnTo>
                  <a:lnTo>
                    <a:pt x="8634" y="1723"/>
                  </a:lnTo>
                  <a:lnTo>
                    <a:pt x="8677" y="1854"/>
                  </a:lnTo>
                  <a:lnTo>
                    <a:pt x="8743" y="2116"/>
                  </a:lnTo>
                  <a:lnTo>
                    <a:pt x="8830" y="2290"/>
                  </a:lnTo>
                  <a:lnTo>
                    <a:pt x="8873" y="2377"/>
                  </a:lnTo>
                  <a:lnTo>
                    <a:pt x="8307" y="1985"/>
                  </a:lnTo>
                  <a:lnTo>
                    <a:pt x="7718" y="1636"/>
                  </a:lnTo>
                  <a:lnTo>
                    <a:pt x="7020" y="1200"/>
                  </a:lnTo>
                  <a:lnTo>
                    <a:pt x="6214" y="786"/>
                  </a:lnTo>
                  <a:lnTo>
                    <a:pt x="5800" y="589"/>
                  </a:lnTo>
                  <a:lnTo>
                    <a:pt x="5385" y="415"/>
                  </a:lnTo>
                  <a:lnTo>
                    <a:pt x="4949" y="262"/>
                  </a:lnTo>
                  <a:lnTo>
                    <a:pt x="4557" y="132"/>
                  </a:lnTo>
                  <a:lnTo>
                    <a:pt x="4143" y="44"/>
                  </a:lnTo>
                  <a:lnTo>
                    <a:pt x="377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4" name="Google Shape;11304;p80"/>
            <p:cNvSpPr/>
            <p:nvPr/>
          </p:nvSpPr>
          <p:spPr>
            <a:xfrm>
              <a:off x="3900838" y="3089838"/>
              <a:ext cx="267625" cy="267625"/>
            </a:xfrm>
            <a:custGeom>
              <a:rect b="b" l="l" r="r" t="t"/>
              <a:pathLst>
                <a:path extrusionOk="0" h="10705" w="10705">
                  <a:moveTo>
                    <a:pt x="5385" y="0"/>
                  </a:moveTo>
                  <a:lnTo>
                    <a:pt x="5014" y="22"/>
                  </a:lnTo>
                  <a:lnTo>
                    <a:pt x="4644" y="44"/>
                  </a:lnTo>
                  <a:lnTo>
                    <a:pt x="4382" y="88"/>
                  </a:lnTo>
                  <a:lnTo>
                    <a:pt x="3946" y="197"/>
                  </a:lnTo>
                  <a:lnTo>
                    <a:pt x="3510" y="327"/>
                  </a:lnTo>
                  <a:lnTo>
                    <a:pt x="3074" y="502"/>
                  </a:lnTo>
                  <a:lnTo>
                    <a:pt x="2682" y="720"/>
                  </a:lnTo>
                  <a:lnTo>
                    <a:pt x="2289" y="981"/>
                  </a:lnTo>
                  <a:lnTo>
                    <a:pt x="1919" y="1265"/>
                  </a:lnTo>
                  <a:lnTo>
                    <a:pt x="1570" y="1592"/>
                  </a:lnTo>
                  <a:lnTo>
                    <a:pt x="1243" y="1941"/>
                  </a:lnTo>
                  <a:lnTo>
                    <a:pt x="1068" y="2159"/>
                  </a:lnTo>
                  <a:lnTo>
                    <a:pt x="916" y="2377"/>
                  </a:lnTo>
                  <a:lnTo>
                    <a:pt x="763" y="2616"/>
                  </a:lnTo>
                  <a:lnTo>
                    <a:pt x="632" y="2856"/>
                  </a:lnTo>
                  <a:lnTo>
                    <a:pt x="501" y="3096"/>
                  </a:lnTo>
                  <a:lnTo>
                    <a:pt x="392" y="3336"/>
                  </a:lnTo>
                  <a:lnTo>
                    <a:pt x="305" y="3576"/>
                  </a:lnTo>
                  <a:lnTo>
                    <a:pt x="218" y="3837"/>
                  </a:lnTo>
                  <a:lnTo>
                    <a:pt x="153" y="4055"/>
                  </a:lnTo>
                  <a:lnTo>
                    <a:pt x="109" y="4339"/>
                  </a:lnTo>
                  <a:lnTo>
                    <a:pt x="44" y="4644"/>
                  </a:lnTo>
                  <a:lnTo>
                    <a:pt x="22" y="4927"/>
                  </a:lnTo>
                  <a:lnTo>
                    <a:pt x="0" y="5211"/>
                  </a:lnTo>
                  <a:lnTo>
                    <a:pt x="0" y="5516"/>
                  </a:lnTo>
                  <a:lnTo>
                    <a:pt x="22" y="5799"/>
                  </a:lnTo>
                  <a:lnTo>
                    <a:pt x="44" y="6083"/>
                  </a:lnTo>
                  <a:lnTo>
                    <a:pt x="109" y="6366"/>
                  </a:lnTo>
                  <a:lnTo>
                    <a:pt x="153" y="6650"/>
                  </a:lnTo>
                  <a:lnTo>
                    <a:pt x="283" y="7064"/>
                  </a:lnTo>
                  <a:lnTo>
                    <a:pt x="436" y="7478"/>
                  </a:lnTo>
                  <a:lnTo>
                    <a:pt x="545" y="7696"/>
                  </a:lnTo>
                  <a:lnTo>
                    <a:pt x="676" y="7958"/>
                  </a:lnTo>
                  <a:lnTo>
                    <a:pt x="807" y="8198"/>
                  </a:lnTo>
                  <a:lnTo>
                    <a:pt x="959" y="8416"/>
                  </a:lnTo>
                  <a:lnTo>
                    <a:pt x="1134" y="8655"/>
                  </a:lnTo>
                  <a:lnTo>
                    <a:pt x="1308" y="8873"/>
                  </a:lnTo>
                  <a:lnTo>
                    <a:pt x="1504" y="9091"/>
                  </a:lnTo>
                  <a:lnTo>
                    <a:pt x="1722" y="9288"/>
                  </a:lnTo>
                  <a:lnTo>
                    <a:pt x="1940" y="9484"/>
                  </a:lnTo>
                  <a:lnTo>
                    <a:pt x="2202" y="9680"/>
                  </a:lnTo>
                  <a:lnTo>
                    <a:pt x="2485" y="9876"/>
                  </a:lnTo>
                  <a:lnTo>
                    <a:pt x="2769" y="10029"/>
                  </a:lnTo>
                  <a:lnTo>
                    <a:pt x="3052" y="10181"/>
                  </a:lnTo>
                  <a:lnTo>
                    <a:pt x="3336" y="10312"/>
                  </a:lnTo>
                  <a:lnTo>
                    <a:pt x="3641" y="10421"/>
                  </a:lnTo>
                  <a:lnTo>
                    <a:pt x="3946" y="10530"/>
                  </a:lnTo>
                  <a:lnTo>
                    <a:pt x="4251" y="10596"/>
                  </a:lnTo>
                  <a:lnTo>
                    <a:pt x="4491" y="10639"/>
                  </a:lnTo>
                  <a:lnTo>
                    <a:pt x="4840" y="10683"/>
                  </a:lnTo>
                  <a:lnTo>
                    <a:pt x="5189" y="10705"/>
                  </a:lnTo>
                  <a:lnTo>
                    <a:pt x="5537" y="10705"/>
                  </a:lnTo>
                  <a:lnTo>
                    <a:pt x="5886" y="10683"/>
                  </a:lnTo>
                  <a:lnTo>
                    <a:pt x="6126" y="10661"/>
                  </a:lnTo>
                  <a:lnTo>
                    <a:pt x="6584" y="10574"/>
                  </a:lnTo>
                  <a:lnTo>
                    <a:pt x="7064" y="10443"/>
                  </a:lnTo>
                  <a:lnTo>
                    <a:pt x="7500" y="10269"/>
                  </a:lnTo>
                  <a:lnTo>
                    <a:pt x="7936" y="10051"/>
                  </a:lnTo>
                  <a:lnTo>
                    <a:pt x="8372" y="9789"/>
                  </a:lnTo>
                  <a:lnTo>
                    <a:pt x="8764" y="9484"/>
                  </a:lnTo>
                  <a:lnTo>
                    <a:pt x="9135" y="9157"/>
                  </a:lnTo>
                  <a:lnTo>
                    <a:pt x="9483" y="8764"/>
                  </a:lnTo>
                  <a:lnTo>
                    <a:pt x="9680" y="8525"/>
                  </a:lnTo>
                  <a:lnTo>
                    <a:pt x="9832" y="8285"/>
                  </a:lnTo>
                  <a:lnTo>
                    <a:pt x="10007" y="8023"/>
                  </a:lnTo>
                  <a:lnTo>
                    <a:pt x="10137" y="7761"/>
                  </a:lnTo>
                  <a:lnTo>
                    <a:pt x="10246" y="7543"/>
                  </a:lnTo>
                  <a:lnTo>
                    <a:pt x="10355" y="7304"/>
                  </a:lnTo>
                  <a:lnTo>
                    <a:pt x="10443" y="7042"/>
                  </a:lnTo>
                  <a:lnTo>
                    <a:pt x="10552" y="6671"/>
                  </a:lnTo>
                  <a:lnTo>
                    <a:pt x="10617" y="6323"/>
                  </a:lnTo>
                  <a:lnTo>
                    <a:pt x="10661" y="6083"/>
                  </a:lnTo>
                  <a:lnTo>
                    <a:pt x="10704" y="5778"/>
                  </a:lnTo>
                  <a:lnTo>
                    <a:pt x="10704" y="5451"/>
                  </a:lnTo>
                  <a:lnTo>
                    <a:pt x="10704" y="5124"/>
                  </a:lnTo>
                  <a:lnTo>
                    <a:pt x="10682" y="4797"/>
                  </a:lnTo>
                  <a:lnTo>
                    <a:pt x="10661" y="4557"/>
                  </a:lnTo>
                  <a:lnTo>
                    <a:pt x="10573" y="4099"/>
                  </a:lnTo>
                  <a:lnTo>
                    <a:pt x="10421" y="3641"/>
                  </a:lnTo>
                  <a:lnTo>
                    <a:pt x="10246" y="3183"/>
                  </a:lnTo>
                  <a:lnTo>
                    <a:pt x="10050" y="2747"/>
                  </a:lnTo>
                  <a:lnTo>
                    <a:pt x="9789" y="2333"/>
                  </a:lnTo>
                  <a:lnTo>
                    <a:pt x="9483" y="1941"/>
                  </a:lnTo>
                  <a:lnTo>
                    <a:pt x="9156" y="1570"/>
                  </a:lnTo>
                  <a:lnTo>
                    <a:pt x="8786" y="1243"/>
                  </a:lnTo>
                  <a:lnTo>
                    <a:pt x="8502" y="1025"/>
                  </a:lnTo>
                  <a:lnTo>
                    <a:pt x="8219" y="829"/>
                  </a:lnTo>
                  <a:lnTo>
                    <a:pt x="7914" y="654"/>
                  </a:lnTo>
                  <a:lnTo>
                    <a:pt x="7630" y="502"/>
                  </a:lnTo>
                  <a:lnTo>
                    <a:pt x="7325" y="371"/>
                  </a:lnTo>
                  <a:lnTo>
                    <a:pt x="6998" y="262"/>
                  </a:lnTo>
                  <a:lnTo>
                    <a:pt x="6693" y="175"/>
                  </a:lnTo>
                  <a:lnTo>
                    <a:pt x="6366" y="88"/>
                  </a:lnTo>
                  <a:lnTo>
                    <a:pt x="6126" y="66"/>
                  </a:lnTo>
                  <a:lnTo>
                    <a:pt x="5755" y="22"/>
                  </a:lnTo>
                  <a:lnTo>
                    <a:pt x="538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5" name="Google Shape;11305;p80"/>
            <p:cNvSpPr/>
            <p:nvPr/>
          </p:nvSpPr>
          <p:spPr>
            <a:xfrm>
              <a:off x="3904050" y="3090138"/>
              <a:ext cx="267625" cy="267625"/>
            </a:xfrm>
            <a:custGeom>
              <a:rect b="b" l="l" r="r" t="t"/>
              <a:pathLst>
                <a:path extrusionOk="0" fill="none" h="10705" w="10705">
                  <a:moveTo>
                    <a:pt x="9483" y="8764"/>
                  </a:moveTo>
                  <a:lnTo>
                    <a:pt x="9483" y="8764"/>
                  </a:lnTo>
                  <a:lnTo>
                    <a:pt x="9135" y="9157"/>
                  </a:lnTo>
                  <a:lnTo>
                    <a:pt x="8764" y="9484"/>
                  </a:lnTo>
                  <a:lnTo>
                    <a:pt x="8372" y="9789"/>
                  </a:lnTo>
                  <a:lnTo>
                    <a:pt x="7936" y="10051"/>
                  </a:lnTo>
                  <a:lnTo>
                    <a:pt x="7500" y="10269"/>
                  </a:lnTo>
                  <a:lnTo>
                    <a:pt x="7064" y="10443"/>
                  </a:lnTo>
                  <a:lnTo>
                    <a:pt x="6584" y="10574"/>
                  </a:lnTo>
                  <a:lnTo>
                    <a:pt x="6126" y="10661"/>
                  </a:lnTo>
                  <a:lnTo>
                    <a:pt x="6126" y="10661"/>
                  </a:lnTo>
                  <a:lnTo>
                    <a:pt x="5886" y="10683"/>
                  </a:lnTo>
                  <a:lnTo>
                    <a:pt x="5886" y="10683"/>
                  </a:lnTo>
                  <a:lnTo>
                    <a:pt x="5537" y="10705"/>
                  </a:lnTo>
                  <a:lnTo>
                    <a:pt x="5189" y="10705"/>
                  </a:lnTo>
                  <a:lnTo>
                    <a:pt x="4840" y="10683"/>
                  </a:lnTo>
                  <a:lnTo>
                    <a:pt x="4491" y="10639"/>
                  </a:lnTo>
                  <a:lnTo>
                    <a:pt x="4491" y="10639"/>
                  </a:lnTo>
                  <a:lnTo>
                    <a:pt x="4251" y="10596"/>
                  </a:lnTo>
                  <a:lnTo>
                    <a:pt x="4251" y="10596"/>
                  </a:lnTo>
                  <a:lnTo>
                    <a:pt x="3946" y="10530"/>
                  </a:lnTo>
                  <a:lnTo>
                    <a:pt x="3641" y="10421"/>
                  </a:lnTo>
                  <a:lnTo>
                    <a:pt x="3336" y="10312"/>
                  </a:lnTo>
                  <a:lnTo>
                    <a:pt x="3052" y="10181"/>
                  </a:lnTo>
                  <a:lnTo>
                    <a:pt x="2769" y="10029"/>
                  </a:lnTo>
                  <a:lnTo>
                    <a:pt x="2485" y="9876"/>
                  </a:lnTo>
                  <a:lnTo>
                    <a:pt x="2202" y="9680"/>
                  </a:lnTo>
                  <a:lnTo>
                    <a:pt x="1940" y="9484"/>
                  </a:lnTo>
                  <a:lnTo>
                    <a:pt x="1940" y="9484"/>
                  </a:lnTo>
                  <a:lnTo>
                    <a:pt x="1722" y="9288"/>
                  </a:lnTo>
                  <a:lnTo>
                    <a:pt x="1504" y="9091"/>
                  </a:lnTo>
                  <a:lnTo>
                    <a:pt x="1308" y="8873"/>
                  </a:lnTo>
                  <a:lnTo>
                    <a:pt x="1134" y="8655"/>
                  </a:lnTo>
                  <a:lnTo>
                    <a:pt x="959" y="8416"/>
                  </a:lnTo>
                  <a:lnTo>
                    <a:pt x="807" y="8198"/>
                  </a:lnTo>
                  <a:lnTo>
                    <a:pt x="676" y="7958"/>
                  </a:lnTo>
                  <a:lnTo>
                    <a:pt x="545" y="7696"/>
                  </a:lnTo>
                  <a:lnTo>
                    <a:pt x="545" y="7696"/>
                  </a:lnTo>
                  <a:lnTo>
                    <a:pt x="436" y="7478"/>
                  </a:lnTo>
                  <a:lnTo>
                    <a:pt x="436" y="7478"/>
                  </a:lnTo>
                  <a:lnTo>
                    <a:pt x="283" y="7064"/>
                  </a:lnTo>
                  <a:lnTo>
                    <a:pt x="153" y="6650"/>
                  </a:lnTo>
                  <a:lnTo>
                    <a:pt x="153" y="6650"/>
                  </a:lnTo>
                  <a:lnTo>
                    <a:pt x="109" y="6366"/>
                  </a:lnTo>
                  <a:lnTo>
                    <a:pt x="109" y="6366"/>
                  </a:lnTo>
                  <a:lnTo>
                    <a:pt x="44" y="6083"/>
                  </a:lnTo>
                  <a:lnTo>
                    <a:pt x="22" y="5799"/>
                  </a:lnTo>
                  <a:lnTo>
                    <a:pt x="0" y="5516"/>
                  </a:lnTo>
                  <a:lnTo>
                    <a:pt x="0" y="5211"/>
                  </a:lnTo>
                  <a:lnTo>
                    <a:pt x="22" y="4927"/>
                  </a:lnTo>
                  <a:lnTo>
                    <a:pt x="44" y="4644"/>
                  </a:lnTo>
                  <a:lnTo>
                    <a:pt x="109" y="4339"/>
                  </a:lnTo>
                  <a:lnTo>
                    <a:pt x="153" y="4055"/>
                  </a:lnTo>
                  <a:lnTo>
                    <a:pt x="153" y="4055"/>
                  </a:lnTo>
                  <a:lnTo>
                    <a:pt x="218" y="3837"/>
                  </a:lnTo>
                  <a:lnTo>
                    <a:pt x="218" y="3837"/>
                  </a:lnTo>
                  <a:lnTo>
                    <a:pt x="305" y="3576"/>
                  </a:lnTo>
                  <a:lnTo>
                    <a:pt x="392" y="3336"/>
                  </a:lnTo>
                  <a:lnTo>
                    <a:pt x="501" y="3096"/>
                  </a:lnTo>
                  <a:lnTo>
                    <a:pt x="632" y="2856"/>
                  </a:lnTo>
                  <a:lnTo>
                    <a:pt x="763" y="2616"/>
                  </a:lnTo>
                  <a:lnTo>
                    <a:pt x="916" y="2377"/>
                  </a:lnTo>
                  <a:lnTo>
                    <a:pt x="1068" y="2159"/>
                  </a:lnTo>
                  <a:lnTo>
                    <a:pt x="1243" y="1941"/>
                  </a:lnTo>
                  <a:lnTo>
                    <a:pt x="1243" y="1941"/>
                  </a:lnTo>
                  <a:lnTo>
                    <a:pt x="1570" y="1592"/>
                  </a:lnTo>
                  <a:lnTo>
                    <a:pt x="1919" y="1265"/>
                  </a:lnTo>
                  <a:lnTo>
                    <a:pt x="2289" y="981"/>
                  </a:lnTo>
                  <a:lnTo>
                    <a:pt x="2682" y="720"/>
                  </a:lnTo>
                  <a:lnTo>
                    <a:pt x="3074" y="502"/>
                  </a:lnTo>
                  <a:lnTo>
                    <a:pt x="3510" y="327"/>
                  </a:lnTo>
                  <a:lnTo>
                    <a:pt x="3946" y="197"/>
                  </a:lnTo>
                  <a:lnTo>
                    <a:pt x="4382" y="88"/>
                  </a:lnTo>
                  <a:lnTo>
                    <a:pt x="4382" y="88"/>
                  </a:lnTo>
                  <a:lnTo>
                    <a:pt x="4644" y="44"/>
                  </a:lnTo>
                  <a:lnTo>
                    <a:pt x="4644" y="44"/>
                  </a:lnTo>
                  <a:lnTo>
                    <a:pt x="5014" y="22"/>
                  </a:lnTo>
                  <a:lnTo>
                    <a:pt x="5385" y="0"/>
                  </a:lnTo>
                  <a:lnTo>
                    <a:pt x="5385" y="0"/>
                  </a:lnTo>
                  <a:lnTo>
                    <a:pt x="5755" y="22"/>
                  </a:lnTo>
                  <a:lnTo>
                    <a:pt x="6126" y="66"/>
                  </a:lnTo>
                  <a:lnTo>
                    <a:pt x="6126" y="66"/>
                  </a:lnTo>
                  <a:lnTo>
                    <a:pt x="6366" y="88"/>
                  </a:lnTo>
                  <a:lnTo>
                    <a:pt x="6366" y="88"/>
                  </a:lnTo>
                  <a:lnTo>
                    <a:pt x="6693" y="175"/>
                  </a:lnTo>
                  <a:lnTo>
                    <a:pt x="6998" y="262"/>
                  </a:lnTo>
                  <a:lnTo>
                    <a:pt x="7325" y="371"/>
                  </a:lnTo>
                  <a:lnTo>
                    <a:pt x="7630" y="502"/>
                  </a:lnTo>
                  <a:lnTo>
                    <a:pt x="7914" y="654"/>
                  </a:lnTo>
                  <a:lnTo>
                    <a:pt x="8219" y="829"/>
                  </a:lnTo>
                  <a:lnTo>
                    <a:pt x="8502" y="1025"/>
                  </a:lnTo>
                  <a:lnTo>
                    <a:pt x="8786" y="1243"/>
                  </a:lnTo>
                  <a:lnTo>
                    <a:pt x="8786" y="1243"/>
                  </a:lnTo>
                  <a:lnTo>
                    <a:pt x="9156" y="1570"/>
                  </a:lnTo>
                  <a:lnTo>
                    <a:pt x="9483" y="1941"/>
                  </a:lnTo>
                  <a:lnTo>
                    <a:pt x="9789" y="2333"/>
                  </a:lnTo>
                  <a:lnTo>
                    <a:pt x="10050" y="2747"/>
                  </a:lnTo>
                  <a:lnTo>
                    <a:pt x="10246" y="3183"/>
                  </a:lnTo>
                  <a:lnTo>
                    <a:pt x="10421" y="3641"/>
                  </a:lnTo>
                  <a:lnTo>
                    <a:pt x="10573" y="4099"/>
                  </a:lnTo>
                  <a:lnTo>
                    <a:pt x="10661" y="4557"/>
                  </a:lnTo>
                  <a:lnTo>
                    <a:pt x="10661" y="4557"/>
                  </a:lnTo>
                  <a:lnTo>
                    <a:pt x="10682" y="4797"/>
                  </a:lnTo>
                  <a:lnTo>
                    <a:pt x="10682" y="4797"/>
                  </a:lnTo>
                  <a:lnTo>
                    <a:pt x="10704" y="5124"/>
                  </a:lnTo>
                  <a:lnTo>
                    <a:pt x="10704" y="5451"/>
                  </a:lnTo>
                  <a:lnTo>
                    <a:pt x="10704" y="5778"/>
                  </a:lnTo>
                  <a:lnTo>
                    <a:pt x="10661" y="6083"/>
                  </a:lnTo>
                  <a:lnTo>
                    <a:pt x="10661" y="6083"/>
                  </a:lnTo>
                  <a:lnTo>
                    <a:pt x="10617" y="6323"/>
                  </a:lnTo>
                  <a:lnTo>
                    <a:pt x="10617" y="6323"/>
                  </a:lnTo>
                  <a:lnTo>
                    <a:pt x="10552" y="6671"/>
                  </a:lnTo>
                  <a:lnTo>
                    <a:pt x="10443" y="7042"/>
                  </a:lnTo>
                  <a:lnTo>
                    <a:pt x="10443" y="7042"/>
                  </a:lnTo>
                  <a:lnTo>
                    <a:pt x="10443" y="7042"/>
                  </a:lnTo>
                  <a:lnTo>
                    <a:pt x="10355" y="7304"/>
                  </a:lnTo>
                  <a:lnTo>
                    <a:pt x="10246" y="7543"/>
                  </a:lnTo>
                  <a:lnTo>
                    <a:pt x="10246" y="7543"/>
                  </a:lnTo>
                  <a:lnTo>
                    <a:pt x="10137" y="7761"/>
                  </a:lnTo>
                  <a:lnTo>
                    <a:pt x="10137" y="7761"/>
                  </a:lnTo>
                  <a:lnTo>
                    <a:pt x="10137" y="7761"/>
                  </a:lnTo>
                  <a:lnTo>
                    <a:pt x="10007" y="8023"/>
                  </a:lnTo>
                  <a:lnTo>
                    <a:pt x="9832" y="8285"/>
                  </a:lnTo>
                  <a:lnTo>
                    <a:pt x="9680" y="8525"/>
                  </a:lnTo>
                  <a:lnTo>
                    <a:pt x="9483" y="8764"/>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6" name="Google Shape;11306;p80"/>
            <p:cNvSpPr/>
            <p:nvPr/>
          </p:nvSpPr>
          <p:spPr>
            <a:xfrm>
              <a:off x="4047925" y="3317413"/>
              <a:ext cx="267625" cy="267625"/>
            </a:xfrm>
            <a:custGeom>
              <a:rect b="b" l="l" r="r" t="t"/>
              <a:pathLst>
                <a:path extrusionOk="0" h="10705" w="10705">
                  <a:moveTo>
                    <a:pt x="4971" y="0"/>
                  </a:moveTo>
                  <a:lnTo>
                    <a:pt x="4513" y="66"/>
                  </a:lnTo>
                  <a:lnTo>
                    <a:pt x="4077" y="153"/>
                  </a:lnTo>
                  <a:lnTo>
                    <a:pt x="3641" y="284"/>
                  </a:lnTo>
                  <a:lnTo>
                    <a:pt x="3205" y="458"/>
                  </a:lnTo>
                  <a:lnTo>
                    <a:pt x="2769" y="654"/>
                  </a:lnTo>
                  <a:lnTo>
                    <a:pt x="2377" y="916"/>
                  </a:lnTo>
                  <a:lnTo>
                    <a:pt x="1984" y="1199"/>
                  </a:lnTo>
                  <a:lnTo>
                    <a:pt x="1766" y="1374"/>
                  </a:lnTo>
                  <a:lnTo>
                    <a:pt x="1570" y="1570"/>
                  </a:lnTo>
                  <a:lnTo>
                    <a:pt x="1396" y="1766"/>
                  </a:lnTo>
                  <a:lnTo>
                    <a:pt x="1200" y="1962"/>
                  </a:lnTo>
                  <a:lnTo>
                    <a:pt x="1047" y="2180"/>
                  </a:lnTo>
                  <a:lnTo>
                    <a:pt x="894" y="2398"/>
                  </a:lnTo>
                  <a:lnTo>
                    <a:pt x="763" y="2616"/>
                  </a:lnTo>
                  <a:lnTo>
                    <a:pt x="633" y="2856"/>
                  </a:lnTo>
                  <a:lnTo>
                    <a:pt x="524" y="3074"/>
                  </a:lnTo>
                  <a:lnTo>
                    <a:pt x="393" y="3336"/>
                  </a:lnTo>
                  <a:lnTo>
                    <a:pt x="306" y="3597"/>
                  </a:lnTo>
                  <a:lnTo>
                    <a:pt x="218" y="3881"/>
                  </a:lnTo>
                  <a:lnTo>
                    <a:pt x="131" y="4164"/>
                  </a:lnTo>
                  <a:lnTo>
                    <a:pt x="88" y="4448"/>
                  </a:lnTo>
                  <a:lnTo>
                    <a:pt x="44" y="4753"/>
                  </a:lnTo>
                  <a:lnTo>
                    <a:pt x="22" y="5036"/>
                  </a:lnTo>
                  <a:lnTo>
                    <a:pt x="0" y="5320"/>
                  </a:lnTo>
                  <a:lnTo>
                    <a:pt x="22" y="5603"/>
                  </a:lnTo>
                  <a:lnTo>
                    <a:pt x="66" y="6039"/>
                  </a:lnTo>
                  <a:lnTo>
                    <a:pt x="131" y="6475"/>
                  </a:lnTo>
                  <a:lnTo>
                    <a:pt x="197" y="6715"/>
                  </a:lnTo>
                  <a:lnTo>
                    <a:pt x="262" y="6977"/>
                  </a:lnTo>
                  <a:lnTo>
                    <a:pt x="349" y="7238"/>
                  </a:lnTo>
                  <a:lnTo>
                    <a:pt x="458" y="7500"/>
                  </a:lnTo>
                  <a:lnTo>
                    <a:pt x="589" y="7761"/>
                  </a:lnTo>
                  <a:lnTo>
                    <a:pt x="720" y="8001"/>
                  </a:lnTo>
                  <a:lnTo>
                    <a:pt x="872" y="8263"/>
                  </a:lnTo>
                  <a:lnTo>
                    <a:pt x="1025" y="8503"/>
                  </a:lnTo>
                  <a:lnTo>
                    <a:pt x="1221" y="8721"/>
                  </a:lnTo>
                  <a:lnTo>
                    <a:pt x="1439" y="8982"/>
                  </a:lnTo>
                  <a:lnTo>
                    <a:pt x="1657" y="9222"/>
                  </a:lnTo>
                  <a:lnTo>
                    <a:pt x="1897" y="9440"/>
                  </a:lnTo>
                  <a:lnTo>
                    <a:pt x="2159" y="9636"/>
                  </a:lnTo>
                  <a:lnTo>
                    <a:pt x="2420" y="9811"/>
                  </a:lnTo>
                  <a:lnTo>
                    <a:pt x="2704" y="9985"/>
                  </a:lnTo>
                  <a:lnTo>
                    <a:pt x="2965" y="10138"/>
                  </a:lnTo>
                  <a:lnTo>
                    <a:pt x="3271" y="10269"/>
                  </a:lnTo>
                  <a:lnTo>
                    <a:pt x="3489" y="10356"/>
                  </a:lnTo>
                  <a:lnTo>
                    <a:pt x="3816" y="10465"/>
                  </a:lnTo>
                  <a:lnTo>
                    <a:pt x="4164" y="10552"/>
                  </a:lnTo>
                  <a:lnTo>
                    <a:pt x="4491" y="10639"/>
                  </a:lnTo>
                  <a:lnTo>
                    <a:pt x="4840" y="10683"/>
                  </a:lnTo>
                  <a:lnTo>
                    <a:pt x="5080" y="10683"/>
                  </a:lnTo>
                  <a:lnTo>
                    <a:pt x="5560" y="10705"/>
                  </a:lnTo>
                  <a:lnTo>
                    <a:pt x="6039" y="10661"/>
                  </a:lnTo>
                  <a:lnTo>
                    <a:pt x="6519" y="10574"/>
                  </a:lnTo>
                  <a:lnTo>
                    <a:pt x="6999" y="10443"/>
                  </a:lnTo>
                  <a:lnTo>
                    <a:pt x="7456" y="10269"/>
                  </a:lnTo>
                  <a:lnTo>
                    <a:pt x="7892" y="10072"/>
                  </a:lnTo>
                  <a:lnTo>
                    <a:pt x="8328" y="9811"/>
                  </a:lnTo>
                  <a:lnTo>
                    <a:pt x="8743" y="9506"/>
                  </a:lnTo>
                  <a:lnTo>
                    <a:pt x="8982" y="9288"/>
                  </a:lnTo>
                  <a:lnTo>
                    <a:pt x="9200" y="9091"/>
                  </a:lnTo>
                  <a:lnTo>
                    <a:pt x="9397" y="8873"/>
                  </a:lnTo>
                  <a:lnTo>
                    <a:pt x="9593" y="8633"/>
                  </a:lnTo>
                  <a:lnTo>
                    <a:pt x="9724" y="8437"/>
                  </a:lnTo>
                  <a:lnTo>
                    <a:pt x="9876" y="8219"/>
                  </a:lnTo>
                  <a:lnTo>
                    <a:pt x="10029" y="7979"/>
                  </a:lnTo>
                  <a:lnTo>
                    <a:pt x="10203" y="7652"/>
                  </a:lnTo>
                  <a:lnTo>
                    <a:pt x="10334" y="7325"/>
                  </a:lnTo>
                  <a:lnTo>
                    <a:pt x="10421" y="7086"/>
                  </a:lnTo>
                  <a:lnTo>
                    <a:pt x="10530" y="6780"/>
                  </a:lnTo>
                  <a:lnTo>
                    <a:pt x="10596" y="6475"/>
                  </a:lnTo>
                  <a:lnTo>
                    <a:pt x="10661" y="6148"/>
                  </a:lnTo>
                  <a:lnTo>
                    <a:pt x="10705" y="5843"/>
                  </a:lnTo>
                  <a:lnTo>
                    <a:pt x="10705" y="5603"/>
                  </a:lnTo>
                  <a:lnTo>
                    <a:pt x="10705" y="5124"/>
                  </a:lnTo>
                  <a:lnTo>
                    <a:pt x="10683" y="4644"/>
                  </a:lnTo>
                  <a:lnTo>
                    <a:pt x="10596" y="4164"/>
                  </a:lnTo>
                  <a:lnTo>
                    <a:pt x="10465" y="3706"/>
                  </a:lnTo>
                  <a:lnTo>
                    <a:pt x="10290" y="3249"/>
                  </a:lnTo>
                  <a:lnTo>
                    <a:pt x="10072" y="2791"/>
                  </a:lnTo>
                  <a:lnTo>
                    <a:pt x="9811" y="2377"/>
                  </a:lnTo>
                  <a:lnTo>
                    <a:pt x="9506" y="1962"/>
                  </a:lnTo>
                  <a:lnTo>
                    <a:pt x="9288" y="1701"/>
                  </a:lnTo>
                  <a:lnTo>
                    <a:pt x="9048" y="1461"/>
                  </a:lnTo>
                  <a:lnTo>
                    <a:pt x="8786" y="1221"/>
                  </a:lnTo>
                  <a:lnTo>
                    <a:pt x="8525" y="1025"/>
                  </a:lnTo>
                  <a:lnTo>
                    <a:pt x="8241" y="829"/>
                  </a:lnTo>
                  <a:lnTo>
                    <a:pt x="7958" y="654"/>
                  </a:lnTo>
                  <a:lnTo>
                    <a:pt x="7674" y="524"/>
                  </a:lnTo>
                  <a:lnTo>
                    <a:pt x="7369" y="371"/>
                  </a:lnTo>
                  <a:lnTo>
                    <a:pt x="7151" y="306"/>
                  </a:lnTo>
                  <a:lnTo>
                    <a:pt x="6781" y="175"/>
                  </a:lnTo>
                  <a:lnTo>
                    <a:pt x="6432" y="88"/>
                  </a:lnTo>
                  <a:lnTo>
                    <a:pt x="6061" y="44"/>
                  </a:lnTo>
                  <a:lnTo>
                    <a:pt x="569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7" name="Google Shape;11307;p80"/>
            <p:cNvSpPr/>
            <p:nvPr/>
          </p:nvSpPr>
          <p:spPr>
            <a:xfrm>
              <a:off x="4077900" y="3585563"/>
              <a:ext cx="267625" cy="267625"/>
            </a:xfrm>
            <a:custGeom>
              <a:rect b="b" l="l" r="r" t="t"/>
              <a:pathLst>
                <a:path extrusionOk="0" h="10705" w="10705">
                  <a:moveTo>
                    <a:pt x="5058" y="0"/>
                  </a:moveTo>
                  <a:lnTo>
                    <a:pt x="4775" y="22"/>
                  </a:lnTo>
                  <a:lnTo>
                    <a:pt x="4513" y="66"/>
                  </a:lnTo>
                  <a:lnTo>
                    <a:pt x="4252" y="109"/>
                  </a:lnTo>
                  <a:lnTo>
                    <a:pt x="3990" y="175"/>
                  </a:lnTo>
                  <a:lnTo>
                    <a:pt x="3728" y="240"/>
                  </a:lnTo>
                  <a:lnTo>
                    <a:pt x="3489" y="327"/>
                  </a:lnTo>
                  <a:lnTo>
                    <a:pt x="3271" y="415"/>
                  </a:lnTo>
                  <a:lnTo>
                    <a:pt x="3009" y="545"/>
                  </a:lnTo>
                  <a:lnTo>
                    <a:pt x="2747" y="676"/>
                  </a:lnTo>
                  <a:lnTo>
                    <a:pt x="2486" y="829"/>
                  </a:lnTo>
                  <a:lnTo>
                    <a:pt x="2246" y="981"/>
                  </a:lnTo>
                  <a:lnTo>
                    <a:pt x="2006" y="1156"/>
                  </a:lnTo>
                  <a:lnTo>
                    <a:pt x="1788" y="1352"/>
                  </a:lnTo>
                  <a:lnTo>
                    <a:pt x="1570" y="1548"/>
                  </a:lnTo>
                  <a:lnTo>
                    <a:pt x="1374" y="1766"/>
                  </a:lnTo>
                  <a:lnTo>
                    <a:pt x="1200" y="1962"/>
                  </a:lnTo>
                  <a:lnTo>
                    <a:pt x="938" y="2311"/>
                  </a:lnTo>
                  <a:lnTo>
                    <a:pt x="698" y="2704"/>
                  </a:lnTo>
                  <a:lnTo>
                    <a:pt x="589" y="2900"/>
                  </a:lnTo>
                  <a:lnTo>
                    <a:pt x="458" y="3161"/>
                  </a:lnTo>
                  <a:lnTo>
                    <a:pt x="349" y="3423"/>
                  </a:lnTo>
                  <a:lnTo>
                    <a:pt x="262" y="3685"/>
                  </a:lnTo>
                  <a:lnTo>
                    <a:pt x="175" y="3946"/>
                  </a:lnTo>
                  <a:lnTo>
                    <a:pt x="110" y="4230"/>
                  </a:lnTo>
                  <a:lnTo>
                    <a:pt x="66" y="4513"/>
                  </a:lnTo>
                  <a:lnTo>
                    <a:pt x="22" y="4797"/>
                  </a:lnTo>
                  <a:lnTo>
                    <a:pt x="1" y="5102"/>
                  </a:lnTo>
                  <a:lnTo>
                    <a:pt x="1" y="5429"/>
                  </a:lnTo>
                  <a:lnTo>
                    <a:pt x="1" y="5756"/>
                  </a:lnTo>
                  <a:lnTo>
                    <a:pt x="44" y="6083"/>
                  </a:lnTo>
                  <a:lnTo>
                    <a:pt x="88" y="6410"/>
                  </a:lnTo>
                  <a:lnTo>
                    <a:pt x="175" y="6715"/>
                  </a:lnTo>
                  <a:lnTo>
                    <a:pt x="262" y="7020"/>
                  </a:lnTo>
                  <a:lnTo>
                    <a:pt x="371" y="7325"/>
                  </a:lnTo>
                  <a:lnTo>
                    <a:pt x="480" y="7609"/>
                  </a:lnTo>
                  <a:lnTo>
                    <a:pt x="589" y="7827"/>
                  </a:lnTo>
                  <a:lnTo>
                    <a:pt x="764" y="8132"/>
                  </a:lnTo>
                  <a:lnTo>
                    <a:pt x="960" y="8416"/>
                  </a:lnTo>
                  <a:lnTo>
                    <a:pt x="1178" y="8699"/>
                  </a:lnTo>
                  <a:lnTo>
                    <a:pt x="1396" y="8961"/>
                  </a:lnTo>
                  <a:lnTo>
                    <a:pt x="1570" y="9135"/>
                  </a:lnTo>
                  <a:lnTo>
                    <a:pt x="1919" y="9462"/>
                  </a:lnTo>
                  <a:lnTo>
                    <a:pt x="2290" y="9767"/>
                  </a:lnTo>
                  <a:lnTo>
                    <a:pt x="2704" y="10007"/>
                  </a:lnTo>
                  <a:lnTo>
                    <a:pt x="3140" y="10247"/>
                  </a:lnTo>
                  <a:lnTo>
                    <a:pt x="3598" y="10421"/>
                  </a:lnTo>
                  <a:lnTo>
                    <a:pt x="4077" y="10552"/>
                  </a:lnTo>
                  <a:lnTo>
                    <a:pt x="4579" y="10661"/>
                  </a:lnTo>
                  <a:lnTo>
                    <a:pt x="5080" y="10705"/>
                  </a:lnTo>
                  <a:lnTo>
                    <a:pt x="5691" y="10705"/>
                  </a:lnTo>
                  <a:lnTo>
                    <a:pt x="5996" y="10661"/>
                  </a:lnTo>
                  <a:lnTo>
                    <a:pt x="6279" y="10617"/>
                  </a:lnTo>
                  <a:lnTo>
                    <a:pt x="6519" y="10574"/>
                  </a:lnTo>
                  <a:lnTo>
                    <a:pt x="6781" y="10508"/>
                  </a:lnTo>
                  <a:lnTo>
                    <a:pt x="7042" y="10421"/>
                  </a:lnTo>
                  <a:lnTo>
                    <a:pt x="7391" y="10312"/>
                  </a:lnTo>
                  <a:lnTo>
                    <a:pt x="7740" y="10160"/>
                  </a:lnTo>
                  <a:lnTo>
                    <a:pt x="7936" y="10029"/>
                  </a:lnTo>
                  <a:lnTo>
                    <a:pt x="8219" y="9876"/>
                  </a:lnTo>
                  <a:lnTo>
                    <a:pt x="8481" y="9702"/>
                  </a:lnTo>
                  <a:lnTo>
                    <a:pt x="8743" y="9506"/>
                  </a:lnTo>
                  <a:lnTo>
                    <a:pt x="8982" y="9288"/>
                  </a:lnTo>
                  <a:lnTo>
                    <a:pt x="9157" y="9113"/>
                  </a:lnTo>
                  <a:lnTo>
                    <a:pt x="9484" y="8764"/>
                  </a:lnTo>
                  <a:lnTo>
                    <a:pt x="9767" y="8394"/>
                  </a:lnTo>
                  <a:lnTo>
                    <a:pt x="10007" y="7979"/>
                  </a:lnTo>
                  <a:lnTo>
                    <a:pt x="10225" y="7543"/>
                  </a:lnTo>
                  <a:lnTo>
                    <a:pt x="10421" y="7086"/>
                  </a:lnTo>
                  <a:lnTo>
                    <a:pt x="10552" y="6606"/>
                  </a:lnTo>
                  <a:lnTo>
                    <a:pt x="10639" y="6126"/>
                  </a:lnTo>
                  <a:lnTo>
                    <a:pt x="10683" y="5625"/>
                  </a:lnTo>
                  <a:lnTo>
                    <a:pt x="10705" y="5276"/>
                  </a:lnTo>
                  <a:lnTo>
                    <a:pt x="10683" y="4927"/>
                  </a:lnTo>
                  <a:lnTo>
                    <a:pt x="10639" y="4579"/>
                  </a:lnTo>
                  <a:lnTo>
                    <a:pt x="10596" y="4252"/>
                  </a:lnTo>
                  <a:lnTo>
                    <a:pt x="10508" y="3925"/>
                  </a:lnTo>
                  <a:lnTo>
                    <a:pt x="10399" y="3619"/>
                  </a:lnTo>
                  <a:lnTo>
                    <a:pt x="10290" y="3314"/>
                  </a:lnTo>
                  <a:lnTo>
                    <a:pt x="10160" y="3009"/>
                  </a:lnTo>
                  <a:lnTo>
                    <a:pt x="10051" y="2791"/>
                  </a:lnTo>
                  <a:lnTo>
                    <a:pt x="9854" y="2464"/>
                  </a:lnTo>
                  <a:lnTo>
                    <a:pt x="9636" y="2159"/>
                  </a:lnTo>
                  <a:lnTo>
                    <a:pt x="9418" y="1875"/>
                  </a:lnTo>
                  <a:lnTo>
                    <a:pt x="9157" y="1592"/>
                  </a:lnTo>
                  <a:lnTo>
                    <a:pt x="8982" y="1417"/>
                  </a:lnTo>
                  <a:lnTo>
                    <a:pt x="8634" y="1134"/>
                  </a:lnTo>
                  <a:lnTo>
                    <a:pt x="8263" y="851"/>
                  </a:lnTo>
                  <a:lnTo>
                    <a:pt x="7871" y="633"/>
                  </a:lnTo>
                  <a:lnTo>
                    <a:pt x="7435" y="436"/>
                  </a:lnTo>
                  <a:lnTo>
                    <a:pt x="7020" y="262"/>
                  </a:lnTo>
                  <a:lnTo>
                    <a:pt x="6563" y="131"/>
                  </a:lnTo>
                  <a:lnTo>
                    <a:pt x="6083" y="44"/>
                  </a:lnTo>
                  <a:lnTo>
                    <a:pt x="560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8" name="Google Shape;11308;p80"/>
            <p:cNvSpPr/>
            <p:nvPr/>
          </p:nvSpPr>
          <p:spPr>
            <a:xfrm>
              <a:off x="4077900" y="3585563"/>
              <a:ext cx="267625" cy="267625"/>
            </a:xfrm>
            <a:custGeom>
              <a:rect b="b" l="l" r="r" t="t"/>
              <a:pathLst>
                <a:path extrusionOk="0" fill="none" h="10705" w="10705">
                  <a:moveTo>
                    <a:pt x="5080" y="10705"/>
                  </a:moveTo>
                  <a:lnTo>
                    <a:pt x="5080" y="10705"/>
                  </a:lnTo>
                  <a:lnTo>
                    <a:pt x="4579" y="10661"/>
                  </a:lnTo>
                  <a:lnTo>
                    <a:pt x="4077" y="10552"/>
                  </a:lnTo>
                  <a:lnTo>
                    <a:pt x="3598" y="10421"/>
                  </a:lnTo>
                  <a:lnTo>
                    <a:pt x="3140" y="10247"/>
                  </a:lnTo>
                  <a:lnTo>
                    <a:pt x="2704" y="10007"/>
                  </a:lnTo>
                  <a:lnTo>
                    <a:pt x="2290" y="9767"/>
                  </a:lnTo>
                  <a:lnTo>
                    <a:pt x="1919" y="9462"/>
                  </a:lnTo>
                  <a:lnTo>
                    <a:pt x="1570" y="9135"/>
                  </a:lnTo>
                  <a:lnTo>
                    <a:pt x="1570" y="9135"/>
                  </a:lnTo>
                  <a:lnTo>
                    <a:pt x="1396" y="8961"/>
                  </a:lnTo>
                  <a:lnTo>
                    <a:pt x="1396" y="8961"/>
                  </a:lnTo>
                  <a:lnTo>
                    <a:pt x="1178" y="8699"/>
                  </a:lnTo>
                  <a:lnTo>
                    <a:pt x="960" y="8416"/>
                  </a:lnTo>
                  <a:lnTo>
                    <a:pt x="764" y="8132"/>
                  </a:lnTo>
                  <a:lnTo>
                    <a:pt x="589" y="7827"/>
                  </a:lnTo>
                  <a:lnTo>
                    <a:pt x="589" y="7827"/>
                  </a:lnTo>
                  <a:lnTo>
                    <a:pt x="480" y="7609"/>
                  </a:lnTo>
                  <a:lnTo>
                    <a:pt x="480" y="7609"/>
                  </a:lnTo>
                  <a:lnTo>
                    <a:pt x="371" y="7325"/>
                  </a:lnTo>
                  <a:lnTo>
                    <a:pt x="262" y="7020"/>
                  </a:lnTo>
                  <a:lnTo>
                    <a:pt x="175" y="6715"/>
                  </a:lnTo>
                  <a:lnTo>
                    <a:pt x="88" y="6410"/>
                  </a:lnTo>
                  <a:lnTo>
                    <a:pt x="44" y="6083"/>
                  </a:lnTo>
                  <a:lnTo>
                    <a:pt x="1" y="5756"/>
                  </a:lnTo>
                  <a:lnTo>
                    <a:pt x="1" y="5429"/>
                  </a:lnTo>
                  <a:lnTo>
                    <a:pt x="1" y="5102"/>
                  </a:lnTo>
                  <a:lnTo>
                    <a:pt x="1" y="5102"/>
                  </a:lnTo>
                  <a:lnTo>
                    <a:pt x="22" y="4797"/>
                  </a:lnTo>
                  <a:lnTo>
                    <a:pt x="66" y="4513"/>
                  </a:lnTo>
                  <a:lnTo>
                    <a:pt x="110" y="4230"/>
                  </a:lnTo>
                  <a:lnTo>
                    <a:pt x="175" y="3946"/>
                  </a:lnTo>
                  <a:lnTo>
                    <a:pt x="262" y="3685"/>
                  </a:lnTo>
                  <a:lnTo>
                    <a:pt x="349" y="3423"/>
                  </a:lnTo>
                  <a:lnTo>
                    <a:pt x="458" y="3161"/>
                  </a:lnTo>
                  <a:lnTo>
                    <a:pt x="589" y="2900"/>
                  </a:lnTo>
                  <a:lnTo>
                    <a:pt x="589" y="2900"/>
                  </a:lnTo>
                  <a:lnTo>
                    <a:pt x="698" y="2704"/>
                  </a:lnTo>
                  <a:lnTo>
                    <a:pt x="698" y="2704"/>
                  </a:lnTo>
                  <a:lnTo>
                    <a:pt x="938" y="2311"/>
                  </a:lnTo>
                  <a:lnTo>
                    <a:pt x="1200" y="1962"/>
                  </a:lnTo>
                  <a:lnTo>
                    <a:pt x="1200" y="1962"/>
                  </a:lnTo>
                  <a:lnTo>
                    <a:pt x="1374" y="1766"/>
                  </a:lnTo>
                  <a:lnTo>
                    <a:pt x="1374" y="1766"/>
                  </a:lnTo>
                  <a:lnTo>
                    <a:pt x="1570" y="1548"/>
                  </a:lnTo>
                  <a:lnTo>
                    <a:pt x="1788" y="1352"/>
                  </a:lnTo>
                  <a:lnTo>
                    <a:pt x="2006" y="1156"/>
                  </a:lnTo>
                  <a:lnTo>
                    <a:pt x="2246" y="981"/>
                  </a:lnTo>
                  <a:lnTo>
                    <a:pt x="2486" y="829"/>
                  </a:lnTo>
                  <a:lnTo>
                    <a:pt x="2747" y="676"/>
                  </a:lnTo>
                  <a:lnTo>
                    <a:pt x="3009" y="545"/>
                  </a:lnTo>
                  <a:lnTo>
                    <a:pt x="3271" y="415"/>
                  </a:lnTo>
                  <a:lnTo>
                    <a:pt x="3271" y="415"/>
                  </a:lnTo>
                  <a:lnTo>
                    <a:pt x="3489" y="327"/>
                  </a:lnTo>
                  <a:lnTo>
                    <a:pt x="3489" y="327"/>
                  </a:lnTo>
                  <a:lnTo>
                    <a:pt x="3728" y="240"/>
                  </a:lnTo>
                  <a:lnTo>
                    <a:pt x="3990" y="175"/>
                  </a:lnTo>
                  <a:lnTo>
                    <a:pt x="4252" y="109"/>
                  </a:lnTo>
                  <a:lnTo>
                    <a:pt x="4513" y="66"/>
                  </a:lnTo>
                  <a:lnTo>
                    <a:pt x="4775" y="22"/>
                  </a:lnTo>
                  <a:lnTo>
                    <a:pt x="5058" y="0"/>
                  </a:lnTo>
                  <a:lnTo>
                    <a:pt x="5320" y="0"/>
                  </a:lnTo>
                  <a:lnTo>
                    <a:pt x="5603" y="0"/>
                  </a:lnTo>
                  <a:lnTo>
                    <a:pt x="5603" y="0"/>
                  </a:lnTo>
                  <a:lnTo>
                    <a:pt x="6083" y="44"/>
                  </a:lnTo>
                  <a:lnTo>
                    <a:pt x="6563" y="131"/>
                  </a:lnTo>
                  <a:lnTo>
                    <a:pt x="7020" y="262"/>
                  </a:lnTo>
                  <a:lnTo>
                    <a:pt x="7435" y="436"/>
                  </a:lnTo>
                  <a:lnTo>
                    <a:pt x="7871" y="633"/>
                  </a:lnTo>
                  <a:lnTo>
                    <a:pt x="8263" y="851"/>
                  </a:lnTo>
                  <a:lnTo>
                    <a:pt x="8634" y="1134"/>
                  </a:lnTo>
                  <a:lnTo>
                    <a:pt x="8982" y="1417"/>
                  </a:lnTo>
                  <a:lnTo>
                    <a:pt x="8982" y="1417"/>
                  </a:lnTo>
                  <a:lnTo>
                    <a:pt x="9157" y="1592"/>
                  </a:lnTo>
                  <a:lnTo>
                    <a:pt x="9157" y="1592"/>
                  </a:lnTo>
                  <a:lnTo>
                    <a:pt x="9418" y="1875"/>
                  </a:lnTo>
                  <a:lnTo>
                    <a:pt x="9636" y="2159"/>
                  </a:lnTo>
                  <a:lnTo>
                    <a:pt x="9636" y="2159"/>
                  </a:lnTo>
                  <a:lnTo>
                    <a:pt x="9854" y="2464"/>
                  </a:lnTo>
                  <a:lnTo>
                    <a:pt x="10051" y="2791"/>
                  </a:lnTo>
                  <a:lnTo>
                    <a:pt x="10051" y="2791"/>
                  </a:lnTo>
                  <a:lnTo>
                    <a:pt x="10160" y="3009"/>
                  </a:lnTo>
                  <a:lnTo>
                    <a:pt x="10160" y="3009"/>
                  </a:lnTo>
                  <a:lnTo>
                    <a:pt x="10290" y="3314"/>
                  </a:lnTo>
                  <a:lnTo>
                    <a:pt x="10399" y="3619"/>
                  </a:lnTo>
                  <a:lnTo>
                    <a:pt x="10508" y="3925"/>
                  </a:lnTo>
                  <a:lnTo>
                    <a:pt x="10596" y="4252"/>
                  </a:lnTo>
                  <a:lnTo>
                    <a:pt x="10639" y="4579"/>
                  </a:lnTo>
                  <a:lnTo>
                    <a:pt x="10683" y="4927"/>
                  </a:lnTo>
                  <a:lnTo>
                    <a:pt x="10705" y="5276"/>
                  </a:lnTo>
                  <a:lnTo>
                    <a:pt x="10683" y="5625"/>
                  </a:lnTo>
                  <a:lnTo>
                    <a:pt x="10683" y="5625"/>
                  </a:lnTo>
                  <a:lnTo>
                    <a:pt x="10639" y="6126"/>
                  </a:lnTo>
                  <a:lnTo>
                    <a:pt x="10552" y="6606"/>
                  </a:lnTo>
                  <a:lnTo>
                    <a:pt x="10421" y="7086"/>
                  </a:lnTo>
                  <a:lnTo>
                    <a:pt x="10225" y="7543"/>
                  </a:lnTo>
                  <a:lnTo>
                    <a:pt x="10007" y="7979"/>
                  </a:lnTo>
                  <a:lnTo>
                    <a:pt x="9767" y="8394"/>
                  </a:lnTo>
                  <a:lnTo>
                    <a:pt x="9484" y="8764"/>
                  </a:lnTo>
                  <a:lnTo>
                    <a:pt x="9157" y="9113"/>
                  </a:lnTo>
                  <a:lnTo>
                    <a:pt x="9157" y="9113"/>
                  </a:lnTo>
                  <a:lnTo>
                    <a:pt x="8982" y="9288"/>
                  </a:lnTo>
                  <a:lnTo>
                    <a:pt x="8982" y="9288"/>
                  </a:lnTo>
                  <a:lnTo>
                    <a:pt x="8743" y="9506"/>
                  </a:lnTo>
                  <a:lnTo>
                    <a:pt x="8481" y="9702"/>
                  </a:lnTo>
                  <a:lnTo>
                    <a:pt x="8219" y="9876"/>
                  </a:lnTo>
                  <a:lnTo>
                    <a:pt x="7936" y="10029"/>
                  </a:lnTo>
                  <a:lnTo>
                    <a:pt x="7936" y="10029"/>
                  </a:lnTo>
                  <a:lnTo>
                    <a:pt x="7740" y="10160"/>
                  </a:lnTo>
                  <a:lnTo>
                    <a:pt x="7740" y="10160"/>
                  </a:lnTo>
                  <a:lnTo>
                    <a:pt x="7391" y="10312"/>
                  </a:lnTo>
                  <a:lnTo>
                    <a:pt x="7042" y="10421"/>
                  </a:lnTo>
                  <a:lnTo>
                    <a:pt x="7042" y="10421"/>
                  </a:lnTo>
                  <a:lnTo>
                    <a:pt x="7042" y="10421"/>
                  </a:lnTo>
                  <a:lnTo>
                    <a:pt x="6781" y="10508"/>
                  </a:lnTo>
                  <a:lnTo>
                    <a:pt x="6519" y="10574"/>
                  </a:lnTo>
                  <a:lnTo>
                    <a:pt x="6519" y="10574"/>
                  </a:lnTo>
                  <a:lnTo>
                    <a:pt x="6279" y="10617"/>
                  </a:lnTo>
                  <a:lnTo>
                    <a:pt x="6279" y="10617"/>
                  </a:lnTo>
                  <a:lnTo>
                    <a:pt x="6279" y="10617"/>
                  </a:lnTo>
                  <a:lnTo>
                    <a:pt x="5996" y="10661"/>
                  </a:lnTo>
                  <a:lnTo>
                    <a:pt x="5691" y="10705"/>
                  </a:lnTo>
                  <a:lnTo>
                    <a:pt x="5385" y="10705"/>
                  </a:lnTo>
                  <a:lnTo>
                    <a:pt x="5080" y="1070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9" name="Google Shape;11309;p80"/>
            <p:cNvSpPr/>
            <p:nvPr/>
          </p:nvSpPr>
          <p:spPr>
            <a:xfrm>
              <a:off x="3755800" y="3648788"/>
              <a:ext cx="318850" cy="436575"/>
            </a:xfrm>
            <a:custGeom>
              <a:rect b="b" l="l" r="r" t="t"/>
              <a:pathLst>
                <a:path extrusionOk="0" h="17463" w="12754">
                  <a:moveTo>
                    <a:pt x="6388" y="0"/>
                  </a:moveTo>
                  <a:lnTo>
                    <a:pt x="6104" y="22"/>
                  </a:lnTo>
                  <a:lnTo>
                    <a:pt x="5843" y="44"/>
                  </a:lnTo>
                  <a:lnTo>
                    <a:pt x="5581" y="109"/>
                  </a:lnTo>
                  <a:lnTo>
                    <a:pt x="5341" y="218"/>
                  </a:lnTo>
                  <a:lnTo>
                    <a:pt x="5102" y="327"/>
                  </a:lnTo>
                  <a:lnTo>
                    <a:pt x="4862" y="458"/>
                  </a:lnTo>
                  <a:lnTo>
                    <a:pt x="4644" y="632"/>
                  </a:lnTo>
                  <a:lnTo>
                    <a:pt x="4426" y="829"/>
                  </a:lnTo>
                  <a:lnTo>
                    <a:pt x="4121" y="1156"/>
                  </a:lnTo>
                  <a:lnTo>
                    <a:pt x="3815" y="1505"/>
                  </a:lnTo>
                  <a:lnTo>
                    <a:pt x="3488" y="1875"/>
                  </a:lnTo>
                  <a:lnTo>
                    <a:pt x="3161" y="2289"/>
                  </a:lnTo>
                  <a:lnTo>
                    <a:pt x="2856" y="2725"/>
                  </a:lnTo>
                  <a:lnTo>
                    <a:pt x="2529" y="3205"/>
                  </a:lnTo>
                  <a:lnTo>
                    <a:pt x="2202" y="3706"/>
                  </a:lnTo>
                  <a:lnTo>
                    <a:pt x="1897" y="4251"/>
                  </a:lnTo>
                  <a:lnTo>
                    <a:pt x="1613" y="4818"/>
                  </a:lnTo>
                  <a:lnTo>
                    <a:pt x="1330" y="5407"/>
                  </a:lnTo>
                  <a:lnTo>
                    <a:pt x="1068" y="6039"/>
                  </a:lnTo>
                  <a:lnTo>
                    <a:pt x="829" y="6693"/>
                  </a:lnTo>
                  <a:lnTo>
                    <a:pt x="611" y="7391"/>
                  </a:lnTo>
                  <a:lnTo>
                    <a:pt x="414" y="8110"/>
                  </a:lnTo>
                  <a:lnTo>
                    <a:pt x="240" y="8873"/>
                  </a:lnTo>
                  <a:lnTo>
                    <a:pt x="109" y="9658"/>
                  </a:lnTo>
                  <a:lnTo>
                    <a:pt x="44" y="10181"/>
                  </a:lnTo>
                  <a:lnTo>
                    <a:pt x="22" y="10683"/>
                  </a:lnTo>
                  <a:lnTo>
                    <a:pt x="0" y="11162"/>
                  </a:lnTo>
                  <a:lnTo>
                    <a:pt x="22" y="11620"/>
                  </a:lnTo>
                  <a:lnTo>
                    <a:pt x="66" y="11991"/>
                  </a:lnTo>
                  <a:lnTo>
                    <a:pt x="109" y="12340"/>
                  </a:lnTo>
                  <a:lnTo>
                    <a:pt x="175" y="12667"/>
                  </a:lnTo>
                  <a:lnTo>
                    <a:pt x="240" y="12994"/>
                  </a:lnTo>
                  <a:lnTo>
                    <a:pt x="349" y="13299"/>
                  </a:lnTo>
                  <a:lnTo>
                    <a:pt x="458" y="13604"/>
                  </a:lnTo>
                  <a:lnTo>
                    <a:pt x="567" y="13909"/>
                  </a:lnTo>
                  <a:lnTo>
                    <a:pt x="698" y="14171"/>
                  </a:lnTo>
                  <a:lnTo>
                    <a:pt x="850" y="14454"/>
                  </a:lnTo>
                  <a:lnTo>
                    <a:pt x="1003" y="14716"/>
                  </a:lnTo>
                  <a:lnTo>
                    <a:pt x="1177" y="14956"/>
                  </a:lnTo>
                  <a:lnTo>
                    <a:pt x="1352" y="15195"/>
                  </a:lnTo>
                  <a:lnTo>
                    <a:pt x="1548" y="15413"/>
                  </a:lnTo>
                  <a:lnTo>
                    <a:pt x="1744" y="15610"/>
                  </a:lnTo>
                  <a:lnTo>
                    <a:pt x="1941" y="15828"/>
                  </a:lnTo>
                  <a:lnTo>
                    <a:pt x="2159" y="16002"/>
                  </a:lnTo>
                  <a:lnTo>
                    <a:pt x="2377" y="16177"/>
                  </a:lnTo>
                  <a:lnTo>
                    <a:pt x="2616" y="16351"/>
                  </a:lnTo>
                  <a:lnTo>
                    <a:pt x="2856" y="16504"/>
                  </a:lnTo>
                  <a:lnTo>
                    <a:pt x="3096" y="16656"/>
                  </a:lnTo>
                  <a:lnTo>
                    <a:pt x="3619" y="16896"/>
                  </a:lnTo>
                  <a:lnTo>
                    <a:pt x="4142" y="17114"/>
                  </a:lnTo>
                  <a:lnTo>
                    <a:pt x="4687" y="17267"/>
                  </a:lnTo>
                  <a:lnTo>
                    <a:pt x="5232" y="17376"/>
                  </a:lnTo>
                  <a:lnTo>
                    <a:pt x="5799" y="17441"/>
                  </a:lnTo>
                  <a:lnTo>
                    <a:pt x="6388" y="17463"/>
                  </a:lnTo>
                  <a:lnTo>
                    <a:pt x="6955" y="17441"/>
                  </a:lnTo>
                  <a:lnTo>
                    <a:pt x="7522" y="17376"/>
                  </a:lnTo>
                  <a:lnTo>
                    <a:pt x="8067" y="17267"/>
                  </a:lnTo>
                  <a:lnTo>
                    <a:pt x="8612" y="17114"/>
                  </a:lnTo>
                  <a:lnTo>
                    <a:pt x="9135" y="16896"/>
                  </a:lnTo>
                  <a:lnTo>
                    <a:pt x="9658" y="16656"/>
                  </a:lnTo>
                  <a:lnTo>
                    <a:pt x="9898" y="16504"/>
                  </a:lnTo>
                  <a:lnTo>
                    <a:pt x="10138" y="16351"/>
                  </a:lnTo>
                  <a:lnTo>
                    <a:pt x="10377" y="16177"/>
                  </a:lnTo>
                  <a:lnTo>
                    <a:pt x="10595" y="16002"/>
                  </a:lnTo>
                  <a:lnTo>
                    <a:pt x="10813" y="15828"/>
                  </a:lnTo>
                  <a:lnTo>
                    <a:pt x="11010" y="15610"/>
                  </a:lnTo>
                  <a:lnTo>
                    <a:pt x="11228" y="15413"/>
                  </a:lnTo>
                  <a:lnTo>
                    <a:pt x="11402" y="15195"/>
                  </a:lnTo>
                  <a:lnTo>
                    <a:pt x="11576" y="14956"/>
                  </a:lnTo>
                  <a:lnTo>
                    <a:pt x="11751" y="14716"/>
                  </a:lnTo>
                  <a:lnTo>
                    <a:pt x="11903" y="14454"/>
                  </a:lnTo>
                  <a:lnTo>
                    <a:pt x="12056" y="14171"/>
                  </a:lnTo>
                  <a:lnTo>
                    <a:pt x="12187" y="13909"/>
                  </a:lnTo>
                  <a:lnTo>
                    <a:pt x="12296" y="13604"/>
                  </a:lnTo>
                  <a:lnTo>
                    <a:pt x="12405" y="13299"/>
                  </a:lnTo>
                  <a:lnTo>
                    <a:pt x="12514" y="12994"/>
                  </a:lnTo>
                  <a:lnTo>
                    <a:pt x="12579" y="12667"/>
                  </a:lnTo>
                  <a:lnTo>
                    <a:pt x="12645" y="12340"/>
                  </a:lnTo>
                  <a:lnTo>
                    <a:pt x="12688" y="11991"/>
                  </a:lnTo>
                  <a:lnTo>
                    <a:pt x="12732" y="11620"/>
                  </a:lnTo>
                  <a:lnTo>
                    <a:pt x="12754" y="11162"/>
                  </a:lnTo>
                  <a:lnTo>
                    <a:pt x="12732" y="10683"/>
                  </a:lnTo>
                  <a:lnTo>
                    <a:pt x="12710" y="10181"/>
                  </a:lnTo>
                  <a:lnTo>
                    <a:pt x="12645" y="9658"/>
                  </a:lnTo>
                  <a:lnTo>
                    <a:pt x="12514" y="8873"/>
                  </a:lnTo>
                  <a:lnTo>
                    <a:pt x="12339" y="8110"/>
                  </a:lnTo>
                  <a:lnTo>
                    <a:pt x="12143" y="7391"/>
                  </a:lnTo>
                  <a:lnTo>
                    <a:pt x="11925" y="6693"/>
                  </a:lnTo>
                  <a:lnTo>
                    <a:pt x="11685" y="6039"/>
                  </a:lnTo>
                  <a:lnTo>
                    <a:pt x="11424" y="5407"/>
                  </a:lnTo>
                  <a:lnTo>
                    <a:pt x="11140" y="4818"/>
                  </a:lnTo>
                  <a:lnTo>
                    <a:pt x="10857" y="4251"/>
                  </a:lnTo>
                  <a:lnTo>
                    <a:pt x="10552" y="3706"/>
                  </a:lnTo>
                  <a:lnTo>
                    <a:pt x="10225" y="3205"/>
                  </a:lnTo>
                  <a:lnTo>
                    <a:pt x="9898" y="2725"/>
                  </a:lnTo>
                  <a:lnTo>
                    <a:pt x="9593" y="2289"/>
                  </a:lnTo>
                  <a:lnTo>
                    <a:pt x="9266" y="1875"/>
                  </a:lnTo>
                  <a:lnTo>
                    <a:pt x="8939" y="1505"/>
                  </a:lnTo>
                  <a:lnTo>
                    <a:pt x="8633" y="1156"/>
                  </a:lnTo>
                  <a:lnTo>
                    <a:pt x="8328" y="829"/>
                  </a:lnTo>
                  <a:lnTo>
                    <a:pt x="8110" y="632"/>
                  </a:lnTo>
                  <a:lnTo>
                    <a:pt x="7892" y="458"/>
                  </a:lnTo>
                  <a:lnTo>
                    <a:pt x="7652" y="327"/>
                  </a:lnTo>
                  <a:lnTo>
                    <a:pt x="7413" y="218"/>
                  </a:lnTo>
                  <a:lnTo>
                    <a:pt x="7173" y="109"/>
                  </a:lnTo>
                  <a:lnTo>
                    <a:pt x="6911" y="44"/>
                  </a:lnTo>
                  <a:lnTo>
                    <a:pt x="6649" y="22"/>
                  </a:lnTo>
                  <a:lnTo>
                    <a:pt x="638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0" name="Google Shape;11310;p80"/>
            <p:cNvSpPr/>
            <p:nvPr/>
          </p:nvSpPr>
          <p:spPr>
            <a:xfrm>
              <a:off x="3392275" y="3657513"/>
              <a:ext cx="318850" cy="436575"/>
            </a:xfrm>
            <a:custGeom>
              <a:rect b="b" l="l" r="r" t="t"/>
              <a:pathLst>
                <a:path extrusionOk="0" h="17463" w="12754">
                  <a:moveTo>
                    <a:pt x="6388" y="0"/>
                  </a:moveTo>
                  <a:lnTo>
                    <a:pt x="6104" y="22"/>
                  </a:lnTo>
                  <a:lnTo>
                    <a:pt x="5843" y="65"/>
                  </a:lnTo>
                  <a:lnTo>
                    <a:pt x="5603" y="131"/>
                  </a:lnTo>
                  <a:lnTo>
                    <a:pt x="5341" y="218"/>
                  </a:lnTo>
                  <a:lnTo>
                    <a:pt x="5101" y="327"/>
                  </a:lnTo>
                  <a:lnTo>
                    <a:pt x="4862" y="458"/>
                  </a:lnTo>
                  <a:lnTo>
                    <a:pt x="4644" y="632"/>
                  </a:lnTo>
                  <a:lnTo>
                    <a:pt x="4426" y="829"/>
                  </a:lnTo>
                  <a:lnTo>
                    <a:pt x="4120" y="1156"/>
                  </a:lnTo>
                  <a:lnTo>
                    <a:pt x="3815" y="1504"/>
                  </a:lnTo>
                  <a:lnTo>
                    <a:pt x="3488" y="1875"/>
                  </a:lnTo>
                  <a:lnTo>
                    <a:pt x="3161" y="2289"/>
                  </a:lnTo>
                  <a:lnTo>
                    <a:pt x="2856" y="2747"/>
                  </a:lnTo>
                  <a:lnTo>
                    <a:pt x="2529" y="3205"/>
                  </a:lnTo>
                  <a:lnTo>
                    <a:pt x="2224" y="3706"/>
                  </a:lnTo>
                  <a:lnTo>
                    <a:pt x="1919" y="4251"/>
                  </a:lnTo>
                  <a:lnTo>
                    <a:pt x="1613" y="4818"/>
                  </a:lnTo>
                  <a:lnTo>
                    <a:pt x="1330" y="5407"/>
                  </a:lnTo>
                  <a:lnTo>
                    <a:pt x="1068" y="6039"/>
                  </a:lnTo>
                  <a:lnTo>
                    <a:pt x="829" y="6693"/>
                  </a:lnTo>
                  <a:lnTo>
                    <a:pt x="611" y="7391"/>
                  </a:lnTo>
                  <a:lnTo>
                    <a:pt x="414" y="8132"/>
                  </a:lnTo>
                  <a:lnTo>
                    <a:pt x="240" y="8873"/>
                  </a:lnTo>
                  <a:lnTo>
                    <a:pt x="109" y="9680"/>
                  </a:lnTo>
                  <a:lnTo>
                    <a:pt x="44" y="10181"/>
                  </a:lnTo>
                  <a:lnTo>
                    <a:pt x="22" y="10683"/>
                  </a:lnTo>
                  <a:lnTo>
                    <a:pt x="0" y="11162"/>
                  </a:lnTo>
                  <a:lnTo>
                    <a:pt x="22" y="11620"/>
                  </a:lnTo>
                  <a:lnTo>
                    <a:pt x="66" y="11991"/>
                  </a:lnTo>
                  <a:lnTo>
                    <a:pt x="109" y="12339"/>
                  </a:lnTo>
                  <a:lnTo>
                    <a:pt x="175" y="12666"/>
                  </a:lnTo>
                  <a:lnTo>
                    <a:pt x="262" y="12993"/>
                  </a:lnTo>
                  <a:lnTo>
                    <a:pt x="349" y="13320"/>
                  </a:lnTo>
                  <a:lnTo>
                    <a:pt x="458" y="13604"/>
                  </a:lnTo>
                  <a:lnTo>
                    <a:pt x="567" y="13909"/>
                  </a:lnTo>
                  <a:lnTo>
                    <a:pt x="698" y="14192"/>
                  </a:lnTo>
                  <a:lnTo>
                    <a:pt x="850" y="14454"/>
                  </a:lnTo>
                  <a:lnTo>
                    <a:pt x="1003" y="14716"/>
                  </a:lnTo>
                  <a:lnTo>
                    <a:pt x="1177" y="14955"/>
                  </a:lnTo>
                  <a:lnTo>
                    <a:pt x="1352" y="15195"/>
                  </a:lnTo>
                  <a:lnTo>
                    <a:pt x="1548" y="15413"/>
                  </a:lnTo>
                  <a:lnTo>
                    <a:pt x="1744" y="15631"/>
                  </a:lnTo>
                  <a:lnTo>
                    <a:pt x="1940" y="15828"/>
                  </a:lnTo>
                  <a:lnTo>
                    <a:pt x="2158" y="16002"/>
                  </a:lnTo>
                  <a:lnTo>
                    <a:pt x="2376" y="16198"/>
                  </a:lnTo>
                  <a:lnTo>
                    <a:pt x="2616" y="16351"/>
                  </a:lnTo>
                  <a:lnTo>
                    <a:pt x="2856" y="16503"/>
                  </a:lnTo>
                  <a:lnTo>
                    <a:pt x="3096" y="16656"/>
                  </a:lnTo>
                  <a:lnTo>
                    <a:pt x="3619" y="16896"/>
                  </a:lnTo>
                  <a:lnTo>
                    <a:pt x="4142" y="17114"/>
                  </a:lnTo>
                  <a:lnTo>
                    <a:pt x="4687" y="17266"/>
                  </a:lnTo>
                  <a:lnTo>
                    <a:pt x="5254" y="17375"/>
                  </a:lnTo>
                  <a:lnTo>
                    <a:pt x="5799" y="17441"/>
                  </a:lnTo>
                  <a:lnTo>
                    <a:pt x="6388" y="17463"/>
                  </a:lnTo>
                  <a:lnTo>
                    <a:pt x="6955" y="17441"/>
                  </a:lnTo>
                  <a:lnTo>
                    <a:pt x="7521" y="17375"/>
                  </a:lnTo>
                  <a:lnTo>
                    <a:pt x="8066" y="17266"/>
                  </a:lnTo>
                  <a:lnTo>
                    <a:pt x="8611" y="17114"/>
                  </a:lnTo>
                  <a:lnTo>
                    <a:pt x="9156" y="16896"/>
                  </a:lnTo>
                  <a:lnTo>
                    <a:pt x="9658" y="16656"/>
                  </a:lnTo>
                  <a:lnTo>
                    <a:pt x="9898" y="16503"/>
                  </a:lnTo>
                  <a:lnTo>
                    <a:pt x="10137" y="16351"/>
                  </a:lnTo>
                  <a:lnTo>
                    <a:pt x="10377" y="16198"/>
                  </a:lnTo>
                  <a:lnTo>
                    <a:pt x="10595" y="16002"/>
                  </a:lnTo>
                  <a:lnTo>
                    <a:pt x="10813" y="15828"/>
                  </a:lnTo>
                  <a:lnTo>
                    <a:pt x="11031" y="15631"/>
                  </a:lnTo>
                  <a:lnTo>
                    <a:pt x="11228" y="15413"/>
                  </a:lnTo>
                  <a:lnTo>
                    <a:pt x="11402" y="15195"/>
                  </a:lnTo>
                  <a:lnTo>
                    <a:pt x="11576" y="14955"/>
                  </a:lnTo>
                  <a:lnTo>
                    <a:pt x="11751" y="14716"/>
                  </a:lnTo>
                  <a:lnTo>
                    <a:pt x="11903" y="14454"/>
                  </a:lnTo>
                  <a:lnTo>
                    <a:pt x="12056" y="14192"/>
                  </a:lnTo>
                  <a:lnTo>
                    <a:pt x="12187" y="13909"/>
                  </a:lnTo>
                  <a:lnTo>
                    <a:pt x="12318" y="13604"/>
                  </a:lnTo>
                  <a:lnTo>
                    <a:pt x="12405" y="13320"/>
                  </a:lnTo>
                  <a:lnTo>
                    <a:pt x="12514" y="12993"/>
                  </a:lnTo>
                  <a:lnTo>
                    <a:pt x="12579" y="12666"/>
                  </a:lnTo>
                  <a:lnTo>
                    <a:pt x="12645" y="12339"/>
                  </a:lnTo>
                  <a:lnTo>
                    <a:pt x="12710" y="11991"/>
                  </a:lnTo>
                  <a:lnTo>
                    <a:pt x="12732" y="11620"/>
                  </a:lnTo>
                  <a:lnTo>
                    <a:pt x="12754" y="11162"/>
                  </a:lnTo>
                  <a:lnTo>
                    <a:pt x="12754" y="10683"/>
                  </a:lnTo>
                  <a:lnTo>
                    <a:pt x="12710" y="10181"/>
                  </a:lnTo>
                  <a:lnTo>
                    <a:pt x="12645" y="9680"/>
                  </a:lnTo>
                  <a:lnTo>
                    <a:pt x="12514" y="8873"/>
                  </a:lnTo>
                  <a:lnTo>
                    <a:pt x="12339" y="8132"/>
                  </a:lnTo>
                  <a:lnTo>
                    <a:pt x="12143" y="7391"/>
                  </a:lnTo>
                  <a:lnTo>
                    <a:pt x="11925" y="6693"/>
                  </a:lnTo>
                  <a:lnTo>
                    <a:pt x="11685" y="6039"/>
                  </a:lnTo>
                  <a:lnTo>
                    <a:pt x="11424" y="5407"/>
                  </a:lnTo>
                  <a:lnTo>
                    <a:pt x="11140" y="4818"/>
                  </a:lnTo>
                  <a:lnTo>
                    <a:pt x="10857" y="4251"/>
                  </a:lnTo>
                  <a:lnTo>
                    <a:pt x="10552" y="3706"/>
                  </a:lnTo>
                  <a:lnTo>
                    <a:pt x="10225" y="3205"/>
                  </a:lnTo>
                  <a:lnTo>
                    <a:pt x="9919" y="2747"/>
                  </a:lnTo>
                  <a:lnTo>
                    <a:pt x="9592" y="2289"/>
                  </a:lnTo>
                  <a:lnTo>
                    <a:pt x="9265" y="1875"/>
                  </a:lnTo>
                  <a:lnTo>
                    <a:pt x="8938" y="1504"/>
                  </a:lnTo>
                  <a:lnTo>
                    <a:pt x="8633" y="1156"/>
                  </a:lnTo>
                  <a:lnTo>
                    <a:pt x="8328" y="829"/>
                  </a:lnTo>
                  <a:lnTo>
                    <a:pt x="8110" y="632"/>
                  </a:lnTo>
                  <a:lnTo>
                    <a:pt x="7892" y="458"/>
                  </a:lnTo>
                  <a:lnTo>
                    <a:pt x="7652" y="327"/>
                  </a:lnTo>
                  <a:lnTo>
                    <a:pt x="7412" y="218"/>
                  </a:lnTo>
                  <a:lnTo>
                    <a:pt x="7173" y="131"/>
                  </a:lnTo>
                  <a:lnTo>
                    <a:pt x="6911" y="65"/>
                  </a:lnTo>
                  <a:lnTo>
                    <a:pt x="6649" y="22"/>
                  </a:lnTo>
                  <a:lnTo>
                    <a:pt x="638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1" name="Google Shape;11311;p80"/>
            <p:cNvSpPr/>
            <p:nvPr/>
          </p:nvSpPr>
          <p:spPr>
            <a:xfrm>
              <a:off x="3375375" y="3052538"/>
              <a:ext cx="40350" cy="65975"/>
            </a:xfrm>
            <a:custGeom>
              <a:rect b="b" l="l" r="r" t="t"/>
              <a:pathLst>
                <a:path extrusionOk="0" h="2639" w="1614">
                  <a:moveTo>
                    <a:pt x="1003" y="0"/>
                  </a:moveTo>
                  <a:lnTo>
                    <a:pt x="916" y="22"/>
                  </a:lnTo>
                  <a:lnTo>
                    <a:pt x="829" y="87"/>
                  </a:lnTo>
                  <a:lnTo>
                    <a:pt x="763" y="131"/>
                  </a:lnTo>
                  <a:lnTo>
                    <a:pt x="698" y="218"/>
                  </a:lnTo>
                  <a:lnTo>
                    <a:pt x="654" y="327"/>
                  </a:lnTo>
                  <a:lnTo>
                    <a:pt x="22" y="2049"/>
                  </a:lnTo>
                  <a:lnTo>
                    <a:pt x="0" y="2158"/>
                  </a:lnTo>
                  <a:lnTo>
                    <a:pt x="0" y="2267"/>
                  </a:lnTo>
                  <a:lnTo>
                    <a:pt x="0" y="2355"/>
                  </a:lnTo>
                  <a:lnTo>
                    <a:pt x="44" y="2420"/>
                  </a:lnTo>
                  <a:lnTo>
                    <a:pt x="109" y="2507"/>
                  </a:lnTo>
                  <a:lnTo>
                    <a:pt x="175" y="2551"/>
                  </a:lnTo>
                  <a:lnTo>
                    <a:pt x="240" y="2594"/>
                  </a:lnTo>
                  <a:lnTo>
                    <a:pt x="327" y="2638"/>
                  </a:lnTo>
                  <a:lnTo>
                    <a:pt x="611" y="2638"/>
                  </a:lnTo>
                  <a:lnTo>
                    <a:pt x="698" y="2616"/>
                  </a:lnTo>
                  <a:lnTo>
                    <a:pt x="785" y="2551"/>
                  </a:lnTo>
                  <a:lnTo>
                    <a:pt x="851" y="2507"/>
                  </a:lnTo>
                  <a:lnTo>
                    <a:pt x="916" y="2420"/>
                  </a:lnTo>
                  <a:lnTo>
                    <a:pt x="960" y="2311"/>
                  </a:lnTo>
                  <a:lnTo>
                    <a:pt x="1592" y="589"/>
                  </a:lnTo>
                  <a:lnTo>
                    <a:pt x="1614" y="480"/>
                  </a:lnTo>
                  <a:lnTo>
                    <a:pt x="1614" y="371"/>
                  </a:lnTo>
                  <a:lnTo>
                    <a:pt x="1592" y="284"/>
                  </a:lnTo>
                  <a:lnTo>
                    <a:pt x="1570" y="218"/>
                  </a:lnTo>
                  <a:lnTo>
                    <a:pt x="1505" y="131"/>
                  </a:lnTo>
                  <a:lnTo>
                    <a:pt x="1439" y="87"/>
                  </a:lnTo>
                  <a:lnTo>
                    <a:pt x="1374" y="44"/>
                  </a:lnTo>
                  <a:lnTo>
                    <a:pt x="128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2" name="Google Shape;11312;p80"/>
            <p:cNvSpPr/>
            <p:nvPr/>
          </p:nvSpPr>
          <p:spPr>
            <a:xfrm>
              <a:off x="3408625" y="3181688"/>
              <a:ext cx="42525" cy="66525"/>
            </a:xfrm>
            <a:custGeom>
              <a:rect b="b" l="l" r="r" t="t"/>
              <a:pathLst>
                <a:path extrusionOk="0" h="2661" w="1701">
                  <a:moveTo>
                    <a:pt x="371" y="1"/>
                  </a:moveTo>
                  <a:lnTo>
                    <a:pt x="284" y="45"/>
                  </a:lnTo>
                  <a:lnTo>
                    <a:pt x="196" y="88"/>
                  </a:lnTo>
                  <a:lnTo>
                    <a:pt x="131" y="154"/>
                  </a:lnTo>
                  <a:lnTo>
                    <a:pt x="66" y="241"/>
                  </a:lnTo>
                  <a:lnTo>
                    <a:pt x="22" y="328"/>
                  </a:lnTo>
                  <a:lnTo>
                    <a:pt x="0" y="415"/>
                  </a:lnTo>
                  <a:lnTo>
                    <a:pt x="0" y="524"/>
                  </a:lnTo>
                  <a:lnTo>
                    <a:pt x="22" y="611"/>
                  </a:lnTo>
                  <a:lnTo>
                    <a:pt x="741" y="2312"/>
                  </a:lnTo>
                  <a:lnTo>
                    <a:pt x="785" y="2399"/>
                  </a:lnTo>
                  <a:lnTo>
                    <a:pt x="829" y="2486"/>
                  </a:lnTo>
                  <a:lnTo>
                    <a:pt x="894" y="2552"/>
                  </a:lnTo>
                  <a:lnTo>
                    <a:pt x="959" y="2595"/>
                  </a:lnTo>
                  <a:lnTo>
                    <a:pt x="1047" y="2639"/>
                  </a:lnTo>
                  <a:lnTo>
                    <a:pt x="1134" y="2661"/>
                  </a:lnTo>
                  <a:lnTo>
                    <a:pt x="1330" y="2661"/>
                  </a:lnTo>
                  <a:lnTo>
                    <a:pt x="1417" y="2617"/>
                  </a:lnTo>
                  <a:lnTo>
                    <a:pt x="1504" y="2573"/>
                  </a:lnTo>
                  <a:lnTo>
                    <a:pt x="1570" y="2508"/>
                  </a:lnTo>
                  <a:lnTo>
                    <a:pt x="1613" y="2421"/>
                  </a:lnTo>
                  <a:lnTo>
                    <a:pt x="1657" y="2334"/>
                  </a:lnTo>
                  <a:lnTo>
                    <a:pt x="1701" y="2246"/>
                  </a:lnTo>
                  <a:lnTo>
                    <a:pt x="1701" y="2137"/>
                  </a:lnTo>
                  <a:lnTo>
                    <a:pt x="1679" y="2050"/>
                  </a:lnTo>
                  <a:lnTo>
                    <a:pt x="959" y="350"/>
                  </a:lnTo>
                  <a:lnTo>
                    <a:pt x="916" y="263"/>
                  </a:lnTo>
                  <a:lnTo>
                    <a:pt x="872" y="175"/>
                  </a:lnTo>
                  <a:lnTo>
                    <a:pt x="807" y="110"/>
                  </a:lnTo>
                  <a:lnTo>
                    <a:pt x="720" y="66"/>
                  </a:lnTo>
                  <a:lnTo>
                    <a:pt x="654" y="23"/>
                  </a:lnTo>
                  <a:lnTo>
                    <a:pt x="56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3" name="Google Shape;11313;p80"/>
            <p:cNvSpPr/>
            <p:nvPr/>
          </p:nvSpPr>
          <p:spPr>
            <a:xfrm>
              <a:off x="3514900" y="3037263"/>
              <a:ext cx="58325" cy="55625"/>
            </a:xfrm>
            <a:custGeom>
              <a:rect b="b" l="l" r="r" t="t"/>
              <a:pathLst>
                <a:path extrusionOk="0" h="2225" w="2333">
                  <a:moveTo>
                    <a:pt x="480" y="1"/>
                  </a:moveTo>
                  <a:lnTo>
                    <a:pt x="393" y="22"/>
                  </a:lnTo>
                  <a:lnTo>
                    <a:pt x="305" y="44"/>
                  </a:lnTo>
                  <a:lnTo>
                    <a:pt x="218" y="88"/>
                  </a:lnTo>
                  <a:lnTo>
                    <a:pt x="153" y="153"/>
                  </a:lnTo>
                  <a:lnTo>
                    <a:pt x="109" y="219"/>
                  </a:lnTo>
                  <a:lnTo>
                    <a:pt x="44" y="306"/>
                  </a:lnTo>
                  <a:lnTo>
                    <a:pt x="22" y="393"/>
                  </a:lnTo>
                  <a:lnTo>
                    <a:pt x="0" y="480"/>
                  </a:lnTo>
                  <a:lnTo>
                    <a:pt x="0" y="568"/>
                  </a:lnTo>
                  <a:lnTo>
                    <a:pt x="44" y="655"/>
                  </a:lnTo>
                  <a:lnTo>
                    <a:pt x="87" y="742"/>
                  </a:lnTo>
                  <a:lnTo>
                    <a:pt x="153" y="829"/>
                  </a:lnTo>
                  <a:lnTo>
                    <a:pt x="1483" y="2094"/>
                  </a:lnTo>
                  <a:lnTo>
                    <a:pt x="1570" y="2159"/>
                  </a:lnTo>
                  <a:lnTo>
                    <a:pt x="1679" y="2203"/>
                  </a:lnTo>
                  <a:lnTo>
                    <a:pt x="1766" y="2224"/>
                  </a:lnTo>
                  <a:lnTo>
                    <a:pt x="1941" y="2224"/>
                  </a:lnTo>
                  <a:lnTo>
                    <a:pt x="2028" y="2181"/>
                  </a:lnTo>
                  <a:lnTo>
                    <a:pt x="2115" y="2137"/>
                  </a:lnTo>
                  <a:lnTo>
                    <a:pt x="2180" y="2072"/>
                  </a:lnTo>
                  <a:lnTo>
                    <a:pt x="2246" y="2006"/>
                  </a:lnTo>
                  <a:lnTo>
                    <a:pt x="2289" y="1941"/>
                  </a:lnTo>
                  <a:lnTo>
                    <a:pt x="2311" y="1854"/>
                  </a:lnTo>
                  <a:lnTo>
                    <a:pt x="2333" y="1767"/>
                  </a:lnTo>
                  <a:lnTo>
                    <a:pt x="2333" y="1679"/>
                  </a:lnTo>
                  <a:lnTo>
                    <a:pt x="2289" y="1592"/>
                  </a:lnTo>
                  <a:lnTo>
                    <a:pt x="2246" y="1483"/>
                  </a:lnTo>
                  <a:lnTo>
                    <a:pt x="2180" y="1418"/>
                  </a:lnTo>
                  <a:lnTo>
                    <a:pt x="851" y="131"/>
                  </a:lnTo>
                  <a:lnTo>
                    <a:pt x="763" y="66"/>
                  </a:lnTo>
                  <a:lnTo>
                    <a:pt x="654" y="22"/>
                  </a:lnTo>
                  <a:lnTo>
                    <a:pt x="56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4" name="Google Shape;11314;p80"/>
            <p:cNvSpPr/>
            <p:nvPr/>
          </p:nvSpPr>
          <p:spPr>
            <a:xfrm>
              <a:off x="3269625" y="3163163"/>
              <a:ext cx="40375" cy="66525"/>
            </a:xfrm>
            <a:custGeom>
              <a:rect b="b" l="l" r="r" t="t"/>
              <a:pathLst>
                <a:path extrusionOk="0" h="2661" w="1615">
                  <a:moveTo>
                    <a:pt x="1091" y="1"/>
                  </a:moveTo>
                  <a:lnTo>
                    <a:pt x="1004" y="22"/>
                  </a:lnTo>
                  <a:lnTo>
                    <a:pt x="917" y="44"/>
                  </a:lnTo>
                  <a:lnTo>
                    <a:pt x="829" y="88"/>
                  </a:lnTo>
                  <a:lnTo>
                    <a:pt x="764" y="153"/>
                  </a:lnTo>
                  <a:lnTo>
                    <a:pt x="699" y="240"/>
                  </a:lnTo>
                  <a:lnTo>
                    <a:pt x="655" y="328"/>
                  </a:lnTo>
                  <a:lnTo>
                    <a:pt x="23" y="2072"/>
                  </a:lnTo>
                  <a:lnTo>
                    <a:pt x="1" y="2181"/>
                  </a:lnTo>
                  <a:lnTo>
                    <a:pt x="1" y="2268"/>
                  </a:lnTo>
                  <a:lnTo>
                    <a:pt x="23" y="2355"/>
                  </a:lnTo>
                  <a:lnTo>
                    <a:pt x="45" y="2442"/>
                  </a:lnTo>
                  <a:lnTo>
                    <a:pt x="110" y="2508"/>
                  </a:lnTo>
                  <a:lnTo>
                    <a:pt x="175" y="2573"/>
                  </a:lnTo>
                  <a:lnTo>
                    <a:pt x="241" y="2617"/>
                  </a:lnTo>
                  <a:lnTo>
                    <a:pt x="328" y="2639"/>
                  </a:lnTo>
                  <a:lnTo>
                    <a:pt x="415" y="2660"/>
                  </a:lnTo>
                  <a:lnTo>
                    <a:pt x="524" y="2660"/>
                  </a:lnTo>
                  <a:lnTo>
                    <a:pt x="611" y="2639"/>
                  </a:lnTo>
                  <a:lnTo>
                    <a:pt x="699" y="2617"/>
                  </a:lnTo>
                  <a:lnTo>
                    <a:pt x="786" y="2573"/>
                  </a:lnTo>
                  <a:lnTo>
                    <a:pt x="851" y="2508"/>
                  </a:lnTo>
                  <a:lnTo>
                    <a:pt x="917" y="2421"/>
                  </a:lnTo>
                  <a:lnTo>
                    <a:pt x="960" y="2333"/>
                  </a:lnTo>
                  <a:lnTo>
                    <a:pt x="1592" y="589"/>
                  </a:lnTo>
                  <a:lnTo>
                    <a:pt x="1614" y="480"/>
                  </a:lnTo>
                  <a:lnTo>
                    <a:pt x="1614" y="393"/>
                  </a:lnTo>
                  <a:lnTo>
                    <a:pt x="1592" y="306"/>
                  </a:lnTo>
                  <a:lnTo>
                    <a:pt x="1571" y="219"/>
                  </a:lnTo>
                  <a:lnTo>
                    <a:pt x="1505" y="153"/>
                  </a:lnTo>
                  <a:lnTo>
                    <a:pt x="1440" y="88"/>
                  </a:lnTo>
                  <a:lnTo>
                    <a:pt x="1374" y="44"/>
                  </a:lnTo>
                  <a:lnTo>
                    <a:pt x="1287" y="22"/>
                  </a:lnTo>
                  <a:lnTo>
                    <a:pt x="120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5" name="Google Shape;11315;p80"/>
            <p:cNvSpPr/>
            <p:nvPr/>
          </p:nvSpPr>
          <p:spPr>
            <a:xfrm>
              <a:off x="3259825" y="3302688"/>
              <a:ext cx="42525" cy="67075"/>
            </a:xfrm>
            <a:custGeom>
              <a:rect b="b" l="l" r="r" t="t"/>
              <a:pathLst>
                <a:path extrusionOk="0" h="2683" w="1701">
                  <a:moveTo>
                    <a:pt x="458" y="1"/>
                  </a:moveTo>
                  <a:lnTo>
                    <a:pt x="371" y="23"/>
                  </a:lnTo>
                  <a:lnTo>
                    <a:pt x="284" y="44"/>
                  </a:lnTo>
                  <a:lnTo>
                    <a:pt x="197" y="110"/>
                  </a:lnTo>
                  <a:lnTo>
                    <a:pt x="131" y="175"/>
                  </a:lnTo>
                  <a:lnTo>
                    <a:pt x="66" y="262"/>
                  </a:lnTo>
                  <a:lnTo>
                    <a:pt x="22" y="350"/>
                  </a:lnTo>
                  <a:lnTo>
                    <a:pt x="1" y="437"/>
                  </a:lnTo>
                  <a:lnTo>
                    <a:pt x="1" y="524"/>
                  </a:lnTo>
                  <a:lnTo>
                    <a:pt x="22" y="611"/>
                  </a:lnTo>
                  <a:lnTo>
                    <a:pt x="720" y="2333"/>
                  </a:lnTo>
                  <a:lnTo>
                    <a:pt x="764" y="2421"/>
                  </a:lnTo>
                  <a:lnTo>
                    <a:pt x="829" y="2486"/>
                  </a:lnTo>
                  <a:lnTo>
                    <a:pt x="894" y="2551"/>
                  </a:lnTo>
                  <a:lnTo>
                    <a:pt x="960" y="2617"/>
                  </a:lnTo>
                  <a:lnTo>
                    <a:pt x="1047" y="2660"/>
                  </a:lnTo>
                  <a:lnTo>
                    <a:pt x="1134" y="2682"/>
                  </a:lnTo>
                  <a:lnTo>
                    <a:pt x="1221" y="2682"/>
                  </a:lnTo>
                  <a:lnTo>
                    <a:pt x="1330" y="2660"/>
                  </a:lnTo>
                  <a:lnTo>
                    <a:pt x="1418" y="2639"/>
                  </a:lnTo>
                  <a:lnTo>
                    <a:pt x="1483" y="2573"/>
                  </a:lnTo>
                  <a:lnTo>
                    <a:pt x="1570" y="2508"/>
                  </a:lnTo>
                  <a:lnTo>
                    <a:pt x="1614" y="2442"/>
                  </a:lnTo>
                  <a:lnTo>
                    <a:pt x="1657" y="2355"/>
                  </a:lnTo>
                  <a:lnTo>
                    <a:pt x="1679" y="2246"/>
                  </a:lnTo>
                  <a:lnTo>
                    <a:pt x="1701" y="2159"/>
                  </a:lnTo>
                  <a:lnTo>
                    <a:pt x="1657" y="2072"/>
                  </a:lnTo>
                  <a:lnTo>
                    <a:pt x="960" y="371"/>
                  </a:lnTo>
                  <a:lnTo>
                    <a:pt x="916" y="284"/>
                  </a:lnTo>
                  <a:lnTo>
                    <a:pt x="873" y="197"/>
                  </a:lnTo>
                  <a:lnTo>
                    <a:pt x="807" y="132"/>
                  </a:lnTo>
                  <a:lnTo>
                    <a:pt x="720" y="66"/>
                  </a:lnTo>
                  <a:lnTo>
                    <a:pt x="655" y="23"/>
                  </a:lnTo>
                  <a:lnTo>
                    <a:pt x="56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6" name="Google Shape;11316;p80"/>
            <p:cNvSpPr/>
            <p:nvPr/>
          </p:nvSpPr>
          <p:spPr>
            <a:xfrm>
              <a:off x="3340500" y="3262913"/>
              <a:ext cx="58325" cy="56150"/>
            </a:xfrm>
            <a:custGeom>
              <a:rect b="b" l="l" r="r" t="t"/>
              <a:pathLst>
                <a:path extrusionOk="0" h="2246" w="2333">
                  <a:moveTo>
                    <a:pt x="480" y="0"/>
                  </a:moveTo>
                  <a:lnTo>
                    <a:pt x="392" y="22"/>
                  </a:lnTo>
                  <a:lnTo>
                    <a:pt x="305" y="66"/>
                  </a:lnTo>
                  <a:lnTo>
                    <a:pt x="218" y="109"/>
                  </a:lnTo>
                  <a:lnTo>
                    <a:pt x="153" y="153"/>
                  </a:lnTo>
                  <a:lnTo>
                    <a:pt x="87" y="240"/>
                  </a:lnTo>
                  <a:lnTo>
                    <a:pt x="44" y="305"/>
                  </a:lnTo>
                  <a:lnTo>
                    <a:pt x="22" y="393"/>
                  </a:lnTo>
                  <a:lnTo>
                    <a:pt x="0" y="480"/>
                  </a:lnTo>
                  <a:lnTo>
                    <a:pt x="0" y="567"/>
                  </a:lnTo>
                  <a:lnTo>
                    <a:pt x="22" y="654"/>
                  </a:lnTo>
                  <a:lnTo>
                    <a:pt x="87" y="741"/>
                  </a:lnTo>
                  <a:lnTo>
                    <a:pt x="153" y="829"/>
                  </a:lnTo>
                  <a:lnTo>
                    <a:pt x="1482" y="2093"/>
                  </a:lnTo>
                  <a:lnTo>
                    <a:pt x="1570" y="2180"/>
                  </a:lnTo>
                  <a:lnTo>
                    <a:pt x="1657" y="2224"/>
                  </a:lnTo>
                  <a:lnTo>
                    <a:pt x="1766" y="2246"/>
                  </a:lnTo>
                  <a:lnTo>
                    <a:pt x="1853" y="2246"/>
                  </a:lnTo>
                  <a:lnTo>
                    <a:pt x="1940" y="2224"/>
                  </a:lnTo>
                  <a:lnTo>
                    <a:pt x="2028" y="2180"/>
                  </a:lnTo>
                  <a:lnTo>
                    <a:pt x="2093" y="2137"/>
                  </a:lnTo>
                  <a:lnTo>
                    <a:pt x="2180" y="2071"/>
                  </a:lnTo>
                  <a:lnTo>
                    <a:pt x="2224" y="2006"/>
                  </a:lnTo>
                  <a:lnTo>
                    <a:pt x="2267" y="1941"/>
                  </a:lnTo>
                  <a:lnTo>
                    <a:pt x="2311" y="1853"/>
                  </a:lnTo>
                  <a:lnTo>
                    <a:pt x="2333" y="1766"/>
                  </a:lnTo>
                  <a:lnTo>
                    <a:pt x="2311" y="1679"/>
                  </a:lnTo>
                  <a:lnTo>
                    <a:pt x="2289" y="1592"/>
                  </a:lnTo>
                  <a:lnTo>
                    <a:pt x="2246" y="1505"/>
                  </a:lnTo>
                  <a:lnTo>
                    <a:pt x="2180" y="1417"/>
                  </a:lnTo>
                  <a:lnTo>
                    <a:pt x="828" y="131"/>
                  </a:lnTo>
                  <a:lnTo>
                    <a:pt x="741" y="66"/>
                  </a:lnTo>
                  <a:lnTo>
                    <a:pt x="654" y="22"/>
                  </a:lnTo>
                  <a:lnTo>
                    <a:pt x="56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7" name="Google Shape;11317;p80"/>
            <p:cNvSpPr/>
            <p:nvPr/>
          </p:nvSpPr>
          <p:spPr>
            <a:xfrm>
              <a:off x="3607550" y="2982763"/>
              <a:ext cx="65975" cy="44175"/>
            </a:xfrm>
            <a:custGeom>
              <a:rect b="b" l="l" r="r" t="t"/>
              <a:pathLst>
                <a:path extrusionOk="0" h="1767" w="2639">
                  <a:moveTo>
                    <a:pt x="436" y="1"/>
                  </a:moveTo>
                  <a:lnTo>
                    <a:pt x="349" y="22"/>
                  </a:lnTo>
                  <a:lnTo>
                    <a:pt x="262" y="66"/>
                  </a:lnTo>
                  <a:lnTo>
                    <a:pt x="197" y="110"/>
                  </a:lnTo>
                  <a:lnTo>
                    <a:pt x="131" y="175"/>
                  </a:lnTo>
                  <a:lnTo>
                    <a:pt x="66" y="262"/>
                  </a:lnTo>
                  <a:lnTo>
                    <a:pt x="22" y="349"/>
                  </a:lnTo>
                  <a:lnTo>
                    <a:pt x="0" y="437"/>
                  </a:lnTo>
                  <a:lnTo>
                    <a:pt x="0" y="524"/>
                  </a:lnTo>
                  <a:lnTo>
                    <a:pt x="0" y="611"/>
                  </a:lnTo>
                  <a:lnTo>
                    <a:pt x="44" y="676"/>
                  </a:lnTo>
                  <a:lnTo>
                    <a:pt x="88" y="764"/>
                  </a:lnTo>
                  <a:lnTo>
                    <a:pt x="153" y="829"/>
                  </a:lnTo>
                  <a:lnTo>
                    <a:pt x="240" y="894"/>
                  </a:lnTo>
                  <a:lnTo>
                    <a:pt x="1897" y="1723"/>
                  </a:lnTo>
                  <a:lnTo>
                    <a:pt x="2006" y="1745"/>
                  </a:lnTo>
                  <a:lnTo>
                    <a:pt x="2093" y="1766"/>
                  </a:lnTo>
                  <a:lnTo>
                    <a:pt x="2202" y="1766"/>
                  </a:lnTo>
                  <a:lnTo>
                    <a:pt x="2290" y="1745"/>
                  </a:lnTo>
                  <a:lnTo>
                    <a:pt x="2377" y="1701"/>
                  </a:lnTo>
                  <a:lnTo>
                    <a:pt x="2442" y="1657"/>
                  </a:lnTo>
                  <a:lnTo>
                    <a:pt x="2508" y="1570"/>
                  </a:lnTo>
                  <a:lnTo>
                    <a:pt x="2551" y="1505"/>
                  </a:lnTo>
                  <a:lnTo>
                    <a:pt x="2595" y="1418"/>
                  </a:lnTo>
                  <a:lnTo>
                    <a:pt x="2617" y="1330"/>
                  </a:lnTo>
                  <a:lnTo>
                    <a:pt x="2638" y="1243"/>
                  </a:lnTo>
                  <a:lnTo>
                    <a:pt x="2617" y="1156"/>
                  </a:lnTo>
                  <a:lnTo>
                    <a:pt x="2595" y="1091"/>
                  </a:lnTo>
                  <a:lnTo>
                    <a:pt x="2551" y="1003"/>
                  </a:lnTo>
                  <a:lnTo>
                    <a:pt x="2486" y="938"/>
                  </a:lnTo>
                  <a:lnTo>
                    <a:pt x="2377" y="873"/>
                  </a:lnTo>
                  <a:lnTo>
                    <a:pt x="742" y="44"/>
                  </a:lnTo>
                  <a:lnTo>
                    <a:pt x="63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8" name="Google Shape;11318;p80"/>
            <p:cNvSpPr/>
            <p:nvPr/>
          </p:nvSpPr>
          <p:spPr>
            <a:xfrm>
              <a:off x="3717100" y="3032363"/>
              <a:ext cx="42000" cy="65975"/>
            </a:xfrm>
            <a:custGeom>
              <a:rect b="b" l="l" r="r" t="t"/>
              <a:pathLst>
                <a:path extrusionOk="0" h="2639" w="1680">
                  <a:moveTo>
                    <a:pt x="436" y="0"/>
                  </a:moveTo>
                  <a:lnTo>
                    <a:pt x="327" y="22"/>
                  </a:lnTo>
                  <a:lnTo>
                    <a:pt x="262" y="44"/>
                  </a:lnTo>
                  <a:lnTo>
                    <a:pt x="175" y="88"/>
                  </a:lnTo>
                  <a:lnTo>
                    <a:pt x="109" y="153"/>
                  </a:lnTo>
                  <a:lnTo>
                    <a:pt x="66" y="218"/>
                  </a:lnTo>
                  <a:lnTo>
                    <a:pt x="22" y="284"/>
                  </a:lnTo>
                  <a:lnTo>
                    <a:pt x="0" y="371"/>
                  </a:lnTo>
                  <a:lnTo>
                    <a:pt x="0" y="480"/>
                  </a:lnTo>
                  <a:lnTo>
                    <a:pt x="44" y="589"/>
                  </a:lnTo>
                  <a:lnTo>
                    <a:pt x="698" y="2311"/>
                  </a:lnTo>
                  <a:lnTo>
                    <a:pt x="742" y="2399"/>
                  </a:lnTo>
                  <a:lnTo>
                    <a:pt x="807" y="2486"/>
                  </a:lnTo>
                  <a:lnTo>
                    <a:pt x="894" y="2551"/>
                  </a:lnTo>
                  <a:lnTo>
                    <a:pt x="960" y="2595"/>
                  </a:lnTo>
                  <a:lnTo>
                    <a:pt x="1069" y="2617"/>
                  </a:lnTo>
                  <a:lnTo>
                    <a:pt x="1156" y="2638"/>
                  </a:lnTo>
                  <a:lnTo>
                    <a:pt x="1243" y="2638"/>
                  </a:lnTo>
                  <a:lnTo>
                    <a:pt x="1330" y="2617"/>
                  </a:lnTo>
                  <a:lnTo>
                    <a:pt x="1417" y="2573"/>
                  </a:lnTo>
                  <a:lnTo>
                    <a:pt x="1505" y="2529"/>
                  </a:lnTo>
                  <a:lnTo>
                    <a:pt x="1570" y="2486"/>
                  </a:lnTo>
                  <a:lnTo>
                    <a:pt x="1614" y="2420"/>
                  </a:lnTo>
                  <a:lnTo>
                    <a:pt x="1657" y="2333"/>
                  </a:lnTo>
                  <a:lnTo>
                    <a:pt x="1679" y="2246"/>
                  </a:lnTo>
                  <a:lnTo>
                    <a:pt x="1657" y="2159"/>
                  </a:lnTo>
                  <a:lnTo>
                    <a:pt x="1635" y="2050"/>
                  </a:lnTo>
                  <a:lnTo>
                    <a:pt x="981" y="327"/>
                  </a:lnTo>
                  <a:lnTo>
                    <a:pt x="916" y="218"/>
                  </a:lnTo>
                  <a:lnTo>
                    <a:pt x="851" y="153"/>
                  </a:lnTo>
                  <a:lnTo>
                    <a:pt x="785" y="88"/>
                  </a:lnTo>
                  <a:lnTo>
                    <a:pt x="698" y="44"/>
                  </a:lnTo>
                  <a:lnTo>
                    <a:pt x="61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9" name="Google Shape;11319;p80"/>
            <p:cNvSpPr/>
            <p:nvPr/>
          </p:nvSpPr>
          <p:spPr>
            <a:xfrm>
              <a:off x="3634250" y="3096663"/>
              <a:ext cx="26725" cy="69800"/>
            </a:xfrm>
            <a:custGeom>
              <a:rect b="b" l="l" r="r" t="t"/>
              <a:pathLst>
                <a:path extrusionOk="0" h="2792" w="1069">
                  <a:moveTo>
                    <a:pt x="611" y="1"/>
                  </a:moveTo>
                  <a:lnTo>
                    <a:pt x="502" y="23"/>
                  </a:lnTo>
                  <a:lnTo>
                    <a:pt x="415" y="45"/>
                  </a:lnTo>
                  <a:lnTo>
                    <a:pt x="328" y="66"/>
                  </a:lnTo>
                  <a:lnTo>
                    <a:pt x="262" y="132"/>
                  </a:lnTo>
                  <a:lnTo>
                    <a:pt x="197" y="197"/>
                  </a:lnTo>
                  <a:lnTo>
                    <a:pt x="131" y="284"/>
                  </a:lnTo>
                  <a:lnTo>
                    <a:pt x="110" y="372"/>
                  </a:lnTo>
                  <a:lnTo>
                    <a:pt x="88" y="481"/>
                  </a:lnTo>
                  <a:lnTo>
                    <a:pt x="1" y="2312"/>
                  </a:lnTo>
                  <a:lnTo>
                    <a:pt x="1" y="2443"/>
                  </a:lnTo>
                  <a:lnTo>
                    <a:pt x="22" y="2530"/>
                  </a:lnTo>
                  <a:lnTo>
                    <a:pt x="66" y="2617"/>
                  </a:lnTo>
                  <a:lnTo>
                    <a:pt x="131" y="2682"/>
                  </a:lnTo>
                  <a:lnTo>
                    <a:pt x="197" y="2726"/>
                  </a:lnTo>
                  <a:lnTo>
                    <a:pt x="284" y="2770"/>
                  </a:lnTo>
                  <a:lnTo>
                    <a:pt x="371" y="2791"/>
                  </a:lnTo>
                  <a:lnTo>
                    <a:pt x="546" y="2791"/>
                  </a:lnTo>
                  <a:lnTo>
                    <a:pt x="633" y="2770"/>
                  </a:lnTo>
                  <a:lnTo>
                    <a:pt x="720" y="2726"/>
                  </a:lnTo>
                  <a:lnTo>
                    <a:pt x="807" y="2682"/>
                  </a:lnTo>
                  <a:lnTo>
                    <a:pt x="873" y="2617"/>
                  </a:lnTo>
                  <a:lnTo>
                    <a:pt x="916" y="2530"/>
                  </a:lnTo>
                  <a:lnTo>
                    <a:pt x="960" y="2421"/>
                  </a:lnTo>
                  <a:lnTo>
                    <a:pt x="960" y="2312"/>
                  </a:lnTo>
                  <a:lnTo>
                    <a:pt x="1069" y="481"/>
                  </a:lnTo>
                  <a:lnTo>
                    <a:pt x="1047" y="372"/>
                  </a:lnTo>
                  <a:lnTo>
                    <a:pt x="1025" y="263"/>
                  </a:lnTo>
                  <a:lnTo>
                    <a:pt x="982" y="197"/>
                  </a:lnTo>
                  <a:lnTo>
                    <a:pt x="938" y="132"/>
                  </a:lnTo>
                  <a:lnTo>
                    <a:pt x="851" y="66"/>
                  </a:lnTo>
                  <a:lnTo>
                    <a:pt x="785" y="45"/>
                  </a:lnTo>
                  <a:lnTo>
                    <a:pt x="698" y="23"/>
                  </a:lnTo>
                  <a:lnTo>
                    <a:pt x="61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0" name="Google Shape;11320;p80"/>
            <p:cNvSpPr/>
            <p:nvPr/>
          </p:nvSpPr>
          <p:spPr>
            <a:xfrm>
              <a:off x="3783050" y="2985488"/>
              <a:ext cx="65975" cy="44175"/>
            </a:xfrm>
            <a:custGeom>
              <a:rect b="b" l="l" r="r" t="t"/>
              <a:pathLst>
                <a:path extrusionOk="0" h="1767" w="2639">
                  <a:moveTo>
                    <a:pt x="436" y="1"/>
                  </a:moveTo>
                  <a:lnTo>
                    <a:pt x="349" y="22"/>
                  </a:lnTo>
                  <a:lnTo>
                    <a:pt x="262" y="66"/>
                  </a:lnTo>
                  <a:lnTo>
                    <a:pt x="196" y="131"/>
                  </a:lnTo>
                  <a:lnTo>
                    <a:pt x="131" y="197"/>
                  </a:lnTo>
                  <a:lnTo>
                    <a:pt x="87" y="262"/>
                  </a:lnTo>
                  <a:lnTo>
                    <a:pt x="44" y="349"/>
                  </a:lnTo>
                  <a:lnTo>
                    <a:pt x="22" y="437"/>
                  </a:lnTo>
                  <a:lnTo>
                    <a:pt x="0" y="524"/>
                  </a:lnTo>
                  <a:lnTo>
                    <a:pt x="22" y="611"/>
                  </a:lnTo>
                  <a:lnTo>
                    <a:pt x="44" y="676"/>
                  </a:lnTo>
                  <a:lnTo>
                    <a:pt x="87" y="764"/>
                  </a:lnTo>
                  <a:lnTo>
                    <a:pt x="153" y="829"/>
                  </a:lnTo>
                  <a:lnTo>
                    <a:pt x="262" y="894"/>
                  </a:lnTo>
                  <a:lnTo>
                    <a:pt x="1897" y="1723"/>
                  </a:lnTo>
                  <a:lnTo>
                    <a:pt x="2006" y="1766"/>
                  </a:lnTo>
                  <a:lnTo>
                    <a:pt x="2202" y="1766"/>
                  </a:lnTo>
                  <a:lnTo>
                    <a:pt x="2289" y="1745"/>
                  </a:lnTo>
                  <a:lnTo>
                    <a:pt x="2377" y="1701"/>
                  </a:lnTo>
                  <a:lnTo>
                    <a:pt x="2442" y="1657"/>
                  </a:lnTo>
                  <a:lnTo>
                    <a:pt x="2507" y="1592"/>
                  </a:lnTo>
                  <a:lnTo>
                    <a:pt x="2573" y="1505"/>
                  </a:lnTo>
                  <a:lnTo>
                    <a:pt x="2616" y="1418"/>
                  </a:lnTo>
                  <a:lnTo>
                    <a:pt x="2638" y="1330"/>
                  </a:lnTo>
                  <a:lnTo>
                    <a:pt x="2638" y="1243"/>
                  </a:lnTo>
                  <a:lnTo>
                    <a:pt x="2638" y="1178"/>
                  </a:lnTo>
                  <a:lnTo>
                    <a:pt x="2595" y="1091"/>
                  </a:lnTo>
                  <a:lnTo>
                    <a:pt x="2551" y="1003"/>
                  </a:lnTo>
                  <a:lnTo>
                    <a:pt x="2486" y="938"/>
                  </a:lnTo>
                  <a:lnTo>
                    <a:pt x="2398" y="873"/>
                  </a:lnTo>
                  <a:lnTo>
                    <a:pt x="742" y="44"/>
                  </a:lnTo>
                  <a:lnTo>
                    <a:pt x="633" y="22"/>
                  </a:lnTo>
                  <a:lnTo>
                    <a:pt x="54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1" name="Google Shape;11321;p80"/>
            <p:cNvSpPr/>
            <p:nvPr/>
          </p:nvSpPr>
          <p:spPr>
            <a:xfrm>
              <a:off x="3905125" y="3045438"/>
              <a:ext cx="42000" cy="65975"/>
            </a:xfrm>
            <a:custGeom>
              <a:rect b="b" l="l" r="r" t="t"/>
              <a:pathLst>
                <a:path extrusionOk="0" h="2639" w="1680">
                  <a:moveTo>
                    <a:pt x="437" y="1"/>
                  </a:moveTo>
                  <a:lnTo>
                    <a:pt x="349" y="23"/>
                  </a:lnTo>
                  <a:lnTo>
                    <a:pt x="262" y="44"/>
                  </a:lnTo>
                  <a:lnTo>
                    <a:pt x="175" y="88"/>
                  </a:lnTo>
                  <a:lnTo>
                    <a:pt x="110" y="153"/>
                  </a:lnTo>
                  <a:lnTo>
                    <a:pt x="66" y="219"/>
                  </a:lnTo>
                  <a:lnTo>
                    <a:pt x="22" y="284"/>
                  </a:lnTo>
                  <a:lnTo>
                    <a:pt x="1" y="371"/>
                  </a:lnTo>
                  <a:lnTo>
                    <a:pt x="22" y="480"/>
                  </a:lnTo>
                  <a:lnTo>
                    <a:pt x="44" y="589"/>
                  </a:lnTo>
                  <a:lnTo>
                    <a:pt x="698" y="2312"/>
                  </a:lnTo>
                  <a:lnTo>
                    <a:pt x="764" y="2399"/>
                  </a:lnTo>
                  <a:lnTo>
                    <a:pt x="829" y="2486"/>
                  </a:lnTo>
                  <a:lnTo>
                    <a:pt x="894" y="2551"/>
                  </a:lnTo>
                  <a:lnTo>
                    <a:pt x="982" y="2595"/>
                  </a:lnTo>
                  <a:lnTo>
                    <a:pt x="1069" y="2617"/>
                  </a:lnTo>
                  <a:lnTo>
                    <a:pt x="1156" y="2639"/>
                  </a:lnTo>
                  <a:lnTo>
                    <a:pt x="1243" y="2639"/>
                  </a:lnTo>
                  <a:lnTo>
                    <a:pt x="1352" y="2617"/>
                  </a:lnTo>
                  <a:lnTo>
                    <a:pt x="1418" y="2573"/>
                  </a:lnTo>
                  <a:lnTo>
                    <a:pt x="1505" y="2530"/>
                  </a:lnTo>
                  <a:lnTo>
                    <a:pt x="1570" y="2486"/>
                  </a:lnTo>
                  <a:lnTo>
                    <a:pt x="1614" y="2421"/>
                  </a:lnTo>
                  <a:lnTo>
                    <a:pt x="1658" y="2333"/>
                  </a:lnTo>
                  <a:lnTo>
                    <a:pt x="1679" y="2246"/>
                  </a:lnTo>
                  <a:lnTo>
                    <a:pt x="1679" y="2159"/>
                  </a:lnTo>
                  <a:lnTo>
                    <a:pt x="1636" y="2050"/>
                  </a:lnTo>
                  <a:lnTo>
                    <a:pt x="982" y="328"/>
                  </a:lnTo>
                  <a:lnTo>
                    <a:pt x="938" y="219"/>
                  </a:lnTo>
                  <a:lnTo>
                    <a:pt x="873" y="153"/>
                  </a:lnTo>
                  <a:lnTo>
                    <a:pt x="785" y="88"/>
                  </a:lnTo>
                  <a:lnTo>
                    <a:pt x="720" y="44"/>
                  </a:lnTo>
                  <a:lnTo>
                    <a:pt x="61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2" name="Google Shape;11322;p80"/>
            <p:cNvSpPr/>
            <p:nvPr/>
          </p:nvSpPr>
          <p:spPr>
            <a:xfrm>
              <a:off x="3905125" y="3045438"/>
              <a:ext cx="42000" cy="65975"/>
            </a:xfrm>
            <a:custGeom>
              <a:rect b="b" l="l" r="r" t="t"/>
              <a:pathLst>
                <a:path extrusionOk="0" fill="none" h="2639" w="1680">
                  <a:moveTo>
                    <a:pt x="44" y="589"/>
                  </a:moveTo>
                  <a:lnTo>
                    <a:pt x="44" y="589"/>
                  </a:lnTo>
                  <a:lnTo>
                    <a:pt x="698" y="2312"/>
                  </a:lnTo>
                  <a:lnTo>
                    <a:pt x="698" y="2312"/>
                  </a:lnTo>
                  <a:lnTo>
                    <a:pt x="764" y="2399"/>
                  </a:lnTo>
                  <a:lnTo>
                    <a:pt x="829" y="2486"/>
                  </a:lnTo>
                  <a:lnTo>
                    <a:pt x="894" y="2551"/>
                  </a:lnTo>
                  <a:lnTo>
                    <a:pt x="982" y="2595"/>
                  </a:lnTo>
                  <a:lnTo>
                    <a:pt x="1069" y="2617"/>
                  </a:lnTo>
                  <a:lnTo>
                    <a:pt x="1156" y="2639"/>
                  </a:lnTo>
                  <a:lnTo>
                    <a:pt x="1243" y="2639"/>
                  </a:lnTo>
                  <a:lnTo>
                    <a:pt x="1352" y="2617"/>
                  </a:lnTo>
                  <a:lnTo>
                    <a:pt x="1418" y="2573"/>
                  </a:lnTo>
                  <a:lnTo>
                    <a:pt x="1505" y="2530"/>
                  </a:lnTo>
                  <a:lnTo>
                    <a:pt x="1570" y="2486"/>
                  </a:lnTo>
                  <a:lnTo>
                    <a:pt x="1614" y="2421"/>
                  </a:lnTo>
                  <a:lnTo>
                    <a:pt x="1658" y="2333"/>
                  </a:lnTo>
                  <a:lnTo>
                    <a:pt x="1679" y="2246"/>
                  </a:lnTo>
                  <a:lnTo>
                    <a:pt x="1679" y="2159"/>
                  </a:lnTo>
                  <a:lnTo>
                    <a:pt x="1636" y="2050"/>
                  </a:lnTo>
                  <a:lnTo>
                    <a:pt x="1636" y="2050"/>
                  </a:lnTo>
                  <a:lnTo>
                    <a:pt x="982" y="328"/>
                  </a:lnTo>
                  <a:lnTo>
                    <a:pt x="982" y="328"/>
                  </a:lnTo>
                  <a:lnTo>
                    <a:pt x="938" y="219"/>
                  </a:lnTo>
                  <a:lnTo>
                    <a:pt x="873" y="153"/>
                  </a:lnTo>
                  <a:lnTo>
                    <a:pt x="785" y="88"/>
                  </a:lnTo>
                  <a:lnTo>
                    <a:pt x="720" y="44"/>
                  </a:lnTo>
                  <a:lnTo>
                    <a:pt x="611" y="1"/>
                  </a:lnTo>
                  <a:lnTo>
                    <a:pt x="524" y="1"/>
                  </a:lnTo>
                  <a:lnTo>
                    <a:pt x="437" y="1"/>
                  </a:lnTo>
                  <a:lnTo>
                    <a:pt x="349" y="23"/>
                  </a:lnTo>
                  <a:lnTo>
                    <a:pt x="262" y="44"/>
                  </a:lnTo>
                  <a:lnTo>
                    <a:pt x="175" y="88"/>
                  </a:lnTo>
                  <a:lnTo>
                    <a:pt x="110" y="153"/>
                  </a:lnTo>
                  <a:lnTo>
                    <a:pt x="66" y="219"/>
                  </a:lnTo>
                  <a:lnTo>
                    <a:pt x="22" y="284"/>
                  </a:lnTo>
                  <a:lnTo>
                    <a:pt x="1" y="371"/>
                  </a:lnTo>
                  <a:lnTo>
                    <a:pt x="22" y="480"/>
                  </a:lnTo>
                  <a:lnTo>
                    <a:pt x="44" y="589"/>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3" name="Google Shape;11323;p80"/>
            <p:cNvSpPr/>
            <p:nvPr/>
          </p:nvSpPr>
          <p:spPr>
            <a:xfrm>
              <a:off x="3802675" y="3075413"/>
              <a:ext cx="26725" cy="69800"/>
            </a:xfrm>
            <a:custGeom>
              <a:rect b="b" l="l" r="r" t="t"/>
              <a:pathLst>
                <a:path extrusionOk="0" h="2792" w="1069">
                  <a:moveTo>
                    <a:pt x="611" y="1"/>
                  </a:moveTo>
                  <a:lnTo>
                    <a:pt x="523" y="23"/>
                  </a:lnTo>
                  <a:lnTo>
                    <a:pt x="436" y="44"/>
                  </a:lnTo>
                  <a:lnTo>
                    <a:pt x="349" y="66"/>
                  </a:lnTo>
                  <a:lnTo>
                    <a:pt x="262" y="132"/>
                  </a:lnTo>
                  <a:lnTo>
                    <a:pt x="196" y="197"/>
                  </a:lnTo>
                  <a:lnTo>
                    <a:pt x="153" y="284"/>
                  </a:lnTo>
                  <a:lnTo>
                    <a:pt x="109" y="371"/>
                  </a:lnTo>
                  <a:lnTo>
                    <a:pt x="87" y="480"/>
                  </a:lnTo>
                  <a:lnTo>
                    <a:pt x="0" y="2312"/>
                  </a:lnTo>
                  <a:lnTo>
                    <a:pt x="0" y="2442"/>
                  </a:lnTo>
                  <a:lnTo>
                    <a:pt x="44" y="2530"/>
                  </a:lnTo>
                  <a:lnTo>
                    <a:pt x="87" y="2617"/>
                  </a:lnTo>
                  <a:lnTo>
                    <a:pt x="131" y="2682"/>
                  </a:lnTo>
                  <a:lnTo>
                    <a:pt x="218" y="2726"/>
                  </a:lnTo>
                  <a:lnTo>
                    <a:pt x="284" y="2769"/>
                  </a:lnTo>
                  <a:lnTo>
                    <a:pt x="371" y="2791"/>
                  </a:lnTo>
                  <a:lnTo>
                    <a:pt x="567" y="2791"/>
                  </a:lnTo>
                  <a:lnTo>
                    <a:pt x="654" y="2769"/>
                  </a:lnTo>
                  <a:lnTo>
                    <a:pt x="741" y="2726"/>
                  </a:lnTo>
                  <a:lnTo>
                    <a:pt x="807" y="2682"/>
                  </a:lnTo>
                  <a:lnTo>
                    <a:pt x="872" y="2617"/>
                  </a:lnTo>
                  <a:lnTo>
                    <a:pt x="916" y="2530"/>
                  </a:lnTo>
                  <a:lnTo>
                    <a:pt x="959" y="2442"/>
                  </a:lnTo>
                  <a:lnTo>
                    <a:pt x="981" y="2312"/>
                  </a:lnTo>
                  <a:lnTo>
                    <a:pt x="1068" y="480"/>
                  </a:lnTo>
                  <a:lnTo>
                    <a:pt x="1068" y="371"/>
                  </a:lnTo>
                  <a:lnTo>
                    <a:pt x="1047" y="284"/>
                  </a:lnTo>
                  <a:lnTo>
                    <a:pt x="1003" y="197"/>
                  </a:lnTo>
                  <a:lnTo>
                    <a:pt x="938" y="132"/>
                  </a:lnTo>
                  <a:lnTo>
                    <a:pt x="872" y="66"/>
                  </a:lnTo>
                  <a:lnTo>
                    <a:pt x="785" y="44"/>
                  </a:lnTo>
                  <a:lnTo>
                    <a:pt x="698" y="23"/>
                  </a:lnTo>
                  <a:lnTo>
                    <a:pt x="61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4" name="Google Shape;11324;p80"/>
            <p:cNvSpPr/>
            <p:nvPr/>
          </p:nvSpPr>
          <p:spPr>
            <a:xfrm>
              <a:off x="4088800" y="3979613"/>
              <a:ext cx="43625" cy="65425"/>
            </a:xfrm>
            <a:custGeom>
              <a:rect b="b" l="l" r="r" t="t"/>
              <a:pathLst>
                <a:path extrusionOk="0" h="2617" w="1745">
                  <a:moveTo>
                    <a:pt x="1265" y="0"/>
                  </a:moveTo>
                  <a:lnTo>
                    <a:pt x="1156" y="22"/>
                  </a:lnTo>
                  <a:lnTo>
                    <a:pt x="1069" y="44"/>
                  </a:lnTo>
                  <a:lnTo>
                    <a:pt x="982" y="88"/>
                  </a:lnTo>
                  <a:lnTo>
                    <a:pt x="916" y="131"/>
                  </a:lnTo>
                  <a:lnTo>
                    <a:pt x="851" y="218"/>
                  </a:lnTo>
                  <a:lnTo>
                    <a:pt x="785" y="306"/>
                  </a:lnTo>
                  <a:lnTo>
                    <a:pt x="44" y="2006"/>
                  </a:lnTo>
                  <a:lnTo>
                    <a:pt x="1" y="2115"/>
                  </a:lnTo>
                  <a:lnTo>
                    <a:pt x="1" y="2202"/>
                  </a:lnTo>
                  <a:lnTo>
                    <a:pt x="1" y="2289"/>
                  </a:lnTo>
                  <a:lnTo>
                    <a:pt x="44" y="2377"/>
                  </a:lnTo>
                  <a:lnTo>
                    <a:pt x="88" y="2442"/>
                  </a:lnTo>
                  <a:lnTo>
                    <a:pt x="153" y="2508"/>
                  </a:lnTo>
                  <a:lnTo>
                    <a:pt x="240" y="2551"/>
                  </a:lnTo>
                  <a:lnTo>
                    <a:pt x="306" y="2595"/>
                  </a:lnTo>
                  <a:lnTo>
                    <a:pt x="393" y="2617"/>
                  </a:lnTo>
                  <a:lnTo>
                    <a:pt x="589" y="2617"/>
                  </a:lnTo>
                  <a:lnTo>
                    <a:pt x="676" y="2595"/>
                  </a:lnTo>
                  <a:lnTo>
                    <a:pt x="764" y="2551"/>
                  </a:lnTo>
                  <a:lnTo>
                    <a:pt x="851" y="2486"/>
                  </a:lnTo>
                  <a:lnTo>
                    <a:pt x="916" y="2420"/>
                  </a:lnTo>
                  <a:lnTo>
                    <a:pt x="960" y="2311"/>
                  </a:lnTo>
                  <a:lnTo>
                    <a:pt x="1701" y="633"/>
                  </a:lnTo>
                  <a:lnTo>
                    <a:pt x="1745" y="524"/>
                  </a:lnTo>
                  <a:lnTo>
                    <a:pt x="1745" y="415"/>
                  </a:lnTo>
                  <a:lnTo>
                    <a:pt x="1745" y="327"/>
                  </a:lnTo>
                  <a:lnTo>
                    <a:pt x="1701" y="262"/>
                  </a:lnTo>
                  <a:lnTo>
                    <a:pt x="1657" y="175"/>
                  </a:lnTo>
                  <a:lnTo>
                    <a:pt x="1592" y="131"/>
                  </a:lnTo>
                  <a:lnTo>
                    <a:pt x="1527" y="66"/>
                  </a:lnTo>
                  <a:lnTo>
                    <a:pt x="1439" y="44"/>
                  </a:lnTo>
                  <a:lnTo>
                    <a:pt x="1352" y="22"/>
                  </a:lnTo>
                  <a:lnTo>
                    <a:pt x="126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5" name="Google Shape;11325;p80"/>
            <p:cNvSpPr/>
            <p:nvPr/>
          </p:nvSpPr>
          <p:spPr>
            <a:xfrm>
              <a:off x="3645150" y="4023213"/>
              <a:ext cx="65975" cy="44175"/>
            </a:xfrm>
            <a:custGeom>
              <a:rect b="b" l="l" r="r" t="t"/>
              <a:pathLst>
                <a:path extrusionOk="0" h="1767" w="2639">
                  <a:moveTo>
                    <a:pt x="458" y="0"/>
                  </a:moveTo>
                  <a:lnTo>
                    <a:pt x="349" y="22"/>
                  </a:lnTo>
                  <a:lnTo>
                    <a:pt x="284" y="66"/>
                  </a:lnTo>
                  <a:lnTo>
                    <a:pt x="197" y="131"/>
                  </a:lnTo>
                  <a:lnTo>
                    <a:pt x="131" y="197"/>
                  </a:lnTo>
                  <a:lnTo>
                    <a:pt x="88" y="262"/>
                  </a:lnTo>
                  <a:lnTo>
                    <a:pt x="44" y="349"/>
                  </a:lnTo>
                  <a:lnTo>
                    <a:pt x="22" y="436"/>
                  </a:lnTo>
                  <a:lnTo>
                    <a:pt x="1" y="524"/>
                  </a:lnTo>
                  <a:lnTo>
                    <a:pt x="22" y="611"/>
                  </a:lnTo>
                  <a:lnTo>
                    <a:pt x="44" y="676"/>
                  </a:lnTo>
                  <a:lnTo>
                    <a:pt x="88" y="764"/>
                  </a:lnTo>
                  <a:lnTo>
                    <a:pt x="175" y="829"/>
                  </a:lnTo>
                  <a:lnTo>
                    <a:pt x="262" y="894"/>
                  </a:lnTo>
                  <a:lnTo>
                    <a:pt x="1919" y="1723"/>
                  </a:lnTo>
                  <a:lnTo>
                    <a:pt x="2006" y="1766"/>
                  </a:lnTo>
                  <a:lnTo>
                    <a:pt x="2203" y="1766"/>
                  </a:lnTo>
                  <a:lnTo>
                    <a:pt x="2290" y="1745"/>
                  </a:lnTo>
                  <a:lnTo>
                    <a:pt x="2377" y="1701"/>
                  </a:lnTo>
                  <a:lnTo>
                    <a:pt x="2464" y="1657"/>
                  </a:lnTo>
                  <a:lnTo>
                    <a:pt x="2530" y="1592"/>
                  </a:lnTo>
                  <a:lnTo>
                    <a:pt x="2573" y="1505"/>
                  </a:lnTo>
                  <a:lnTo>
                    <a:pt x="2617" y="1418"/>
                  </a:lnTo>
                  <a:lnTo>
                    <a:pt x="2639" y="1330"/>
                  </a:lnTo>
                  <a:lnTo>
                    <a:pt x="2639" y="1243"/>
                  </a:lnTo>
                  <a:lnTo>
                    <a:pt x="2639" y="1156"/>
                  </a:lnTo>
                  <a:lnTo>
                    <a:pt x="2617" y="1091"/>
                  </a:lnTo>
                  <a:lnTo>
                    <a:pt x="2573" y="1003"/>
                  </a:lnTo>
                  <a:lnTo>
                    <a:pt x="2486" y="938"/>
                  </a:lnTo>
                  <a:lnTo>
                    <a:pt x="2399" y="873"/>
                  </a:lnTo>
                  <a:lnTo>
                    <a:pt x="742" y="44"/>
                  </a:lnTo>
                  <a:lnTo>
                    <a:pt x="655" y="22"/>
                  </a:lnTo>
                  <a:lnTo>
                    <a:pt x="54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6" name="Google Shape;11326;p80"/>
            <p:cNvSpPr/>
            <p:nvPr/>
          </p:nvSpPr>
          <p:spPr>
            <a:xfrm>
              <a:off x="3674575" y="3852063"/>
              <a:ext cx="26200" cy="69800"/>
            </a:xfrm>
            <a:custGeom>
              <a:rect b="b" l="l" r="r" t="t"/>
              <a:pathLst>
                <a:path extrusionOk="0" h="2792" w="1048">
                  <a:moveTo>
                    <a:pt x="590" y="1"/>
                  </a:moveTo>
                  <a:lnTo>
                    <a:pt x="502" y="23"/>
                  </a:lnTo>
                  <a:lnTo>
                    <a:pt x="415" y="45"/>
                  </a:lnTo>
                  <a:lnTo>
                    <a:pt x="328" y="66"/>
                  </a:lnTo>
                  <a:lnTo>
                    <a:pt x="263" y="132"/>
                  </a:lnTo>
                  <a:lnTo>
                    <a:pt x="197" y="197"/>
                  </a:lnTo>
                  <a:lnTo>
                    <a:pt x="132" y="284"/>
                  </a:lnTo>
                  <a:lnTo>
                    <a:pt x="88" y="372"/>
                  </a:lnTo>
                  <a:lnTo>
                    <a:pt x="88" y="481"/>
                  </a:lnTo>
                  <a:lnTo>
                    <a:pt x="1" y="2312"/>
                  </a:lnTo>
                  <a:lnTo>
                    <a:pt x="1" y="2443"/>
                  </a:lnTo>
                  <a:lnTo>
                    <a:pt x="23" y="2530"/>
                  </a:lnTo>
                  <a:lnTo>
                    <a:pt x="66" y="2617"/>
                  </a:lnTo>
                  <a:lnTo>
                    <a:pt x="132" y="2683"/>
                  </a:lnTo>
                  <a:lnTo>
                    <a:pt x="197" y="2726"/>
                  </a:lnTo>
                  <a:lnTo>
                    <a:pt x="284" y="2770"/>
                  </a:lnTo>
                  <a:lnTo>
                    <a:pt x="372" y="2792"/>
                  </a:lnTo>
                  <a:lnTo>
                    <a:pt x="546" y="2792"/>
                  </a:lnTo>
                  <a:lnTo>
                    <a:pt x="633" y="2770"/>
                  </a:lnTo>
                  <a:lnTo>
                    <a:pt x="720" y="2726"/>
                  </a:lnTo>
                  <a:lnTo>
                    <a:pt x="786" y="2683"/>
                  </a:lnTo>
                  <a:lnTo>
                    <a:pt x="851" y="2617"/>
                  </a:lnTo>
                  <a:lnTo>
                    <a:pt x="917" y="2530"/>
                  </a:lnTo>
                  <a:lnTo>
                    <a:pt x="938" y="2443"/>
                  </a:lnTo>
                  <a:lnTo>
                    <a:pt x="960" y="2312"/>
                  </a:lnTo>
                  <a:lnTo>
                    <a:pt x="1047" y="481"/>
                  </a:lnTo>
                  <a:lnTo>
                    <a:pt x="1047" y="372"/>
                  </a:lnTo>
                  <a:lnTo>
                    <a:pt x="1026" y="284"/>
                  </a:lnTo>
                  <a:lnTo>
                    <a:pt x="982" y="197"/>
                  </a:lnTo>
                  <a:lnTo>
                    <a:pt x="917" y="132"/>
                  </a:lnTo>
                  <a:lnTo>
                    <a:pt x="851" y="66"/>
                  </a:lnTo>
                  <a:lnTo>
                    <a:pt x="764" y="45"/>
                  </a:lnTo>
                  <a:lnTo>
                    <a:pt x="677" y="23"/>
                  </a:lnTo>
                  <a:lnTo>
                    <a:pt x="59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7" name="Google Shape;11327;p80"/>
            <p:cNvSpPr/>
            <p:nvPr/>
          </p:nvSpPr>
          <p:spPr>
            <a:xfrm>
              <a:off x="4093150" y="3798113"/>
              <a:ext cx="42000" cy="67075"/>
            </a:xfrm>
            <a:custGeom>
              <a:rect b="b" l="l" r="r" t="t"/>
              <a:pathLst>
                <a:path extrusionOk="0" h="2683" w="1680">
                  <a:moveTo>
                    <a:pt x="459" y="1"/>
                  </a:moveTo>
                  <a:lnTo>
                    <a:pt x="372" y="23"/>
                  </a:lnTo>
                  <a:lnTo>
                    <a:pt x="284" y="44"/>
                  </a:lnTo>
                  <a:lnTo>
                    <a:pt x="197" y="110"/>
                  </a:lnTo>
                  <a:lnTo>
                    <a:pt x="132" y="175"/>
                  </a:lnTo>
                  <a:lnTo>
                    <a:pt x="66" y="241"/>
                  </a:lnTo>
                  <a:lnTo>
                    <a:pt x="23" y="328"/>
                  </a:lnTo>
                  <a:lnTo>
                    <a:pt x="1" y="437"/>
                  </a:lnTo>
                  <a:lnTo>
                    <a:pt x="1" y="524"/>
                  </a:lnTo>
                  <a:lnTo>
                    <a:pt x="23" y="611"/>
                  </a:lnTo>
                  <a:lnTo>
                    <a:pt x="720" y="2333"/>
                  </a:lnTo>
                  <a:lnTo>
                    <a:pt x="764" y="2421"/>
                  </a:lnTo>
                  <a:lnTo>
                    <a:pt x="829" y="2486"/>
                  </a:lnTo>
                  <a:lnTo>
                    <a:pt x="895" y="2551"/>
                  </a:lnTo>
                  <a:lnTo>
                    <a:pt x="960" y="2617"/>
                  </a:lnTo>
                  <a:lnTo>
                    <a:pt x="1047" y="2660"/>
                  </a:lnTo>
                  <a:lnTo>
                    <a:pt x="1135" y="2682"/>
                  </a:lnTo>
                  <a:lnTo>
                    <a:pt x="1222" y="2682"/>
                  </a:lnTo>
                  <a:lnTo>
                    <a:pt x="1331" y="2660"/>
                  </a:lnTo>
                  <a:lnTo>
                    <a:pt x="1418" y="2639"/>
                  </a:lnTo>
                  <a:lnTo>
                    <a:pt x="1483" y="2573"/>
                  </a:lnTo>
                  <a:lnTo>
                    <a:pt x="1571" y="2508"/>
                  </a:lnTo>
                  <a:lnTo>
                    <a:pt x="1614" y="2442"/>
                  </a:lnTo>
                  <a:lnTo>
                    <a:pt x="1658" y="2333"/>
                  </a:lnTo>
                  <a:lnTo>
                    <a:pt x="1680" y="2246"/>
                  </a:lnTo>
                  <a:lnTo>
                    <a:pt x="1680" y="2159"/>
                  </a:lnTo>
                  <a:lnTo>
                    <a:pt x="1658" y="2072"/>
                  </a:lnTo>
                  <a:lnTo>
                    <a:pt x="960" y="350"/>
                  </a:lnTo>
                  <a:lnTo>
                    <a:pt x="917" y="262"/>
                  </a:lnTo>
                  <a:lnTo>
                    <a:pt x="851" y="197"/>
                  </a:lnTo>
                  <a:lnTo>
                    <a:pt x="808" y="132"/>
                  </a:lnTo>
                  <a:lnTo>
                    <a:pt x="720" y="66"/>
                  </a:lnTo>
                  <a:lnTo>
                    <a:pt x="655" y="23"/>
                  </a:lnTo>
                  <a:lnTo>
                    <a:pt x="5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8" name="Google Shape;11328;p80"/>
            <p:cNvSpPr/>
            <p:nvPr/>
          </p:nvSpPr>
          <p:spPr>
            <a:xfrm>
              <a:off x="4190175" y="3786138"/>
              <a:ext cx="40900" cy="66500"/>
            </a:xfrm>
            <a:custGeom>
              <a:rect b="b" l="l" r="r" t="t"/>
              <a:pathLst>
                <a:path extrusionOk="0" h="2660" w="1636">
                  <a:moveTo>
                    <a:pt x="1112" y="0"/>
                  </a:moveTo>
                  <a:lnTo>
                    <a:pt x="1003" y="22"/>
                  </a:lnTo>
                  <a:lnTo>
                    <a:pt x="916" y="44"/>
                  </a:lnTo>
                  <a:lnTo>
                    <a:pt x="851" y="87"/>
                  </a:lnTo>
                  <a:lnTo>
                    <a:pt x="763" y="153"/>
                  </a:lnTo>
                  <a:lnTo>
                    <a:pt x="698" y="240"/>
                  </a:lnTo>
                  <a:lnTo>
                    <a:pt x="654" y="349"/>
                  </a:lnTo>
                  <a:lnTo>
                    <a:pt x="22" y="2071"/>
                  </a:lnTo>
                  <a:lnTo>
                    <a:pt x="0" y="2180"/>
                  </a:lnTo>
                  <a:lnTo>
                    <a:pt x="0" y="2289"/>
                  </a:lnTo>
                  <a:lnTo>
                    <a:pt x="22" y="2376"/>
                  </a:lnTo>
                  <a:lnTo>
                    <a:pt x="66" y="2442"/>
                  </a:lnTo>
                  <a:lnTo>
                    <a:pt x="109" y="2507"/>
                  </a:lnTo>
                  <a:lnTo>
                    <a:pt x="175" y="2573"/>
                  </a:lnTo>
                  <a:lnTo>
                    <a:pt x="262" y="2616"/>
                  </a:lnTo>
                  <a:lnTo>
                    <a:pt x="349" y="2638"/>
                  </a:lnTo>
                  <a:lnTo>
                    <a:pt x="436" y="2660"/>
                  </a:lnTo>
                  <a:lnTo>
                    <a:pt x="611" y="2660"/>
                  </a:lnTo>
                  <a:lnTo>
                    <a:pt x="698" y="2616"/>
                  </a:lnTo>
                  <a:lnTo>
                    <a:pt x="785" y="2573"/>
                  </a:lnTo>
                  <a:lnTo>
                    <a:pt x="851" y="2507"/>
                  </a:lnTo>
                  <a:lnTo>
                    <a:pt x="916" y="2442"/>
                  </a:lnTo>
                  <a:lnTo>
                    <a:pt x="960" y="2333"/>
                  </a:lnTo>
                  <a:lnTo>
                    <a:pt x="1592" y="589"/>
                  </a:lnTo>
                  <a:lnTo>
                    <a:pt x="1614" y="502"/>
                  </a:lnTo>
                  <a:lnTo>
                    <a:pt x="1636" y="393"/>
                  </a:lnTo>
                  <a:lnTo>
                    <a:pt x="1614" y="305"/>
                  </a:lnTo>
                  <a:lnTo>
                    <a:pt x="1570" y="218"/>
                  </a:lnTo>
                  <a:lnTo>
                    <a:pt x="1527" y="153"/>
                  </a:lnTo>
                  <a:lnTo>
                    <a:pt x="1439" y="109"/>
                  </a:lnTo>
                  <a:lnTo>
                    <a:pt x="1374" y="65"/>
                  </a:lnTo>
                  <a:lnTo>
                    <a:pt x="1287" y="22"/>
                  </a:lnTo>
                  <a:lnTo>
                    <a:pt x="1200" y="22"/>
                  </a:lnTo>
                  <a:lnTo>
                    <a:pt x="11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9" name="Google Shape;11329;p80"/>
            <p:cNvSpPr/>
            <p:nvPr/>
          </p:nvSpPr>
          <p:spPr>
            <a:xfrm>
              <a:off x="4190175" y="3786138"/>
              <a:ext cx="40900" cy="66500"/>
            </a:xfrm>
            <a:custGeom>
              <a:rect b="b" l="l" r="r" t="t"/>
              <a:pathLst>
                <a:path extrusionOk="0" fill="none" h="2660" w="1636">
                  <a:moveTo>
                    <a:pt x="960" y="2333"/>
                  </a:moveTo>
                  <a:lnTo>
                    <a:pt x="960" y="2333"/>
                  </a:lnTo>
                  <a:lnTo>
                    <a:pt x="1592" y="589"/>
                  </a:lnTo>
                  <a:lnTo>
                    <a:pt x="1592" y="589"/>
                  </a:lnTo>
                  <a:lnTo>
                    <a:pt x="1614" y="502"/>
                  </a:lnTo>
                  <a:lnTo>
                    <a:pt x="1636" y="393"/>
                  </a:lnTo>
                  <a:lnTo>
                    <a:pt x="1614" y="305"/>
                  </a:lnTo>
                  <a:lnTo>
                    <a:pt x="1570" y="218"/>
                  </a:lnTo>
                  <a:lnTo>
                    <a:pt x="1527" y="153"/>
                  </a:lnTo>
                  <a:lnTo>
                    <a:pt x="1439" y="109"/>
                  </a:lnTo>
                  <a:lnTo>
                    <a:pt x="1374" y="65"/>
                  </a:lnTo>
                  <a:lnTo>
                    <a:pt x="1287" y="22"/>
                  </a:lnTo>
                  <a:lnTo>
                    <a:pt x="1200" y="22"/>
                  </a:lnTo>
                  <a:lnTo>
                    <a:pt x="1112" y="0"/>
                  </a:lnTo>
                  <a:lnTo>
                    <a:pt x="1003" y="22"/>
                  </a:lnTo>
                  <a:lnTo>
                    <a:pt x="916" y="44"/>
                  </a:lnTo>
                  <a:lnTo>
                    <a:pt x="851" y="87"/>
                  </a:lnTo>
                  <a:lnTo>
                    <a:pt x="763" y="153"/>
                  </a:lnTo>
                  <a:lnTo>
                    <a:pt x="698" y="240"/>
                  </a:lnTo>
                  <a:lnTo>
                    <a:pt x="654" y="349"/>
                  </a:lnTo>
                  <a:lnTo>
                    <a:pt x="654" y="349"/>
                  </a:lnTo>
                  <a:lnTo>
                    <a:pt x="22" y="2071"/>
                  </a:lnTo>
                  <a:lnTo>
                    <a:pt x="22" y="2071"/>
                  </a:lnTo>
                  <a:lnTo>
                    <a:pt x="0" y="2180"/>
                  </a:lnTo>
                  <a:lnTo>
                    <a:pt x="0" y="2289"/>
                  </a:lnTo>
                  <a:lnTo>
                    <a:pt x="22" y="2376"/>
                  </a:lnTo>
                  <a:lnTo>
                    <a:pt x="66" y="2442"/>
                  </a:lnTo>
                  <a:lnTo>
                    <a:pt x="109" y="2507"/>
                  </a:lnTo>
                  <a:lnTo>
                    <a:pt x="175" y="2573"/>
                  </a:lnTo>
                  <a:lnTo>
                    <a:pt x="262" y="2616"/>
                  </a:lnTo>
                  <a:lnTo>
                    <a:pt x="349" y="2638"/>
                  </a:lnTo>
                  <a:lnTo>
                    <a:pt x="436" y="2660"/>
                  </a:lnTo>
                  <a:lnTo>
                    <a:pt x="524" y="2660"/>
                  </a:lnTo>
                  <a:lnTo>
                    <a:pt x="611" y="2660"/>
                  </a:lnTo>
                  <a:lnTo>
                    <a:pt x="698" y="2616"/>
                  </a:lnTo>
                  <a:lnTo>
                    <a:pt x="785" y="2573"/>
                  </a:lnTo>
                  <a:lnTo>
                    <a:pt x="851" y="2507"/>
                  </a:lnTo>
                  <a:lnTo>
                    <a:pt x="916" y="2442"/>
                  </a:lnTo>
                  <a:lnTo>
                    <a:pt x="960" y="2333"/>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0" name="Google Shape;11330;p80"/>
            <p:cNvSpPr/>
            <p:nvPr/>
          </p:nvSpPr>
          <p:spPr>
            <a:xfrm>
              <a:off x="4220700" y="3659138"/>
              <a:ext cx="41975" cy="66525"/>
            </a:xfrm>
            <a:custGeom>
              <a:rect b="b" l="l" r="r" t="t"/>
              <a:pathLst>
                <a:path extrusionOk="0" h="2661" w="1679">
                  <a:moveTo>
                    <a:pt x="349" y="0"/>
                  </a:moveTo>
                  <a:lnTo>
                    <a:pt x="262" y="44"/>
                  </a:lnTo>
                  <a:lnTo>
                    <a:pt x="197" y="88"/>
                  </a:lnTo>
                  <a:lnTo>
                    <a:pt x="109" y="153"/>
                  </a:lnTo>
                  <a:lnTo>
                    <a:pt x="66" y="240"/>
                  </a:lnTo>
                  <a:lnTo>
                    <a:pt x="22" y="327"/>
                  </a:lnTo>
                  <a:lnTo>
                    <a:pt x="0" y="415"/>
                  </a:lnTo>
                  <a:lnTo>
                    <a:pt x="0" y="524"/>
                  </a:lnTo>
                  <a:lnTo>
                    <a:pt x="22" y="611"/>
                  </a:lnTo>
                  <a:lnTo>
                    <a:pt x="720" y="2311"/>
                  </a:lnTo>
                  <a:lnTo>
                    <a:pt x="763" y="2399"/>
                  </a:lnTo>
                  <a:lnTo>
                    <a:pt x="829" y="2486"/>
                  </a:lnTo>
                  <a:lnTo>
                    <a:pt x="872" y="2551"/>
                  </a:lnTo>
                  <a:lnTo>
                    <a:pt x="960" y="2595"/>
                  </a:lnTo>
                  <a:lnTo>
                    <a:pt x="1047" y="2638"/>
                  </a:lnTo>
                  <a:lnTo>
                    <a:pt x="1134" y="2660"/>
                  </a:lnTo>
                  <a:lnTo>
                    <a:pt x="1330" y="2660"/>
                  </a:lnTo>
                  <a:lnTo>
                    <a:pt x="1396" y="2617"/>
                  </a:lnTo>
                  <a:lnTo>
                    <a:pt x="1483" y="2573"/>
                  </a:lnTo>
                  <a:lnTo>
                    <a:pt x="1548" y="2508"/>
                  </a:lnTo>
                  <a:lnTo>
                    <a:pt x="1614" y="2420"/>
                  </a:lnTo>
                  <a:lnTo>
                    <a:pt x="1657" y="2333"/>
                  </a:lnTo>
                  <a:lnTo>
                    <a:pt x="1679" y="2246"/>
                  </a:lnTo>
                  <a:lnTo>
                    <a:pt x="1679" y="2159"/>
                  </a:lnTo>
                  <a:lnTo>
                    <a:pt x="1657" y="2050"/>
                  </a:lnTo>
                  <a:lnTo>
                    <a:pt x="960" y="349"/>
                  </a:lnTo>
                  <a:lnTo>
                    <a:pt x="916" y="262"/>
                  </a:lnTo>
                  <a:lnTo>
                    <a:pt x="851" y="175"/>
                  </a:lnTo>
                  <a:lnTo>
                    <a:pt x="785" y="109"/>
                  </a:lnTo>
                  <a:lnTo>
                    <a:pt x="720" y="66"/>
                  </a:lnTo>
                  <a:lnTo>
                    <a:pt x="633" y="22"/>
                  </a:lnTo>
                  <a:lnTo>
                    <a:pt x="54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1" name="Google Shape;11331;p80"/>
            <p:cNvSpPr/>
            <p:nvPr/>
          </p:nvSpPr>
          <p:spPr>
            <a:xfrm>
              <a:off x="4110600" y="3716913"/>
              <a:ext cx="58350" cy="56150"/>
            </a:xfrm>
            <a:custGeom>
              <a:rect b="b" l="l" r="r" t="t"/>
              <a:pathLst>
                <a:path extrusionOk="0" h="2246" w="2334">
                  <a:moveTo>
                    <a:pt x="480" y="0"/>
                  </a:moveTo>
                  <a:lnTo>
                    <a:pt x="393" y="22"/>
                  </a:lnTo>
                  <a:lnTo>
                    <a:pt x="306" y="66"/>
                  </a:lnTo>
                  <a:lnTo>
                    <a:pt x="219" y="109"/>
                  </a:lnTo>
                  <a:lnTo>
                    <a:pt x="153" y="175"/>
                  </a:lnTo>
                  <a:lnTo>
                    <a:pt x="88" y="240"/>
                  </a:lnTo>
                  <a:lnTo>
                    <a:pt x="44" y="306"/>
                  </a:lnTo>
                  <a:lnTo>
                    <a:pt x="22" y="393"/>
                  </a:lnTo>
                  <a:lnTo>
                    <a:pt x="1" y="480"/>
                  </a:lnTo>
                  <a:lnTo>
                    <a:pt x="1" y="567"/>
                  </a:lnTo>
                  <a:lnTo>
                    <a:pt x="22" y="654"/>
                  </a:lnTo>
                  <a:lnTo>
                    <a:pt x="88" y="742"/>
                  </a:lnTo>
                  <a:lnTo>
                    <a:pt x="153" y="829"/>
                  </a:lnTo>
                  <a:lnTo>
                    <a:pt x="1483" y="2115"/>
                  </a:lnTo>
                  <a:lnTo>
                    <a:pt x="1570" y="2180"/>
                  </a:lnTo>
                  <a:lnTo>
                    <a:pt x="1657" y="2224"/>
                  </a:lnTo>
                  <a:lnTo>
                    <a:pt x="1766" y="2246"/>
                  </a:lnTo>
                  <a:lnTo>
                    <a:pt x="1854" y="2246"/>
                  </a:lnTo>
                  <a:lnTo>
                    <a:pt x="1941" y="2224"/>
                  </a:lnTo>
                  <a:lnTo>
                    <a:pt x="2028" y="2202"/>
                  </a:lnTo>
                  <a:lnTo>
                    <a:pt x="2093" y="2137"/>
                  </a:lnTo>
                  <a:lnTo>
                    <a:pt x="2181" y="2093"/>
                  </a:lnTo>
                  <a:lnTo>
                    <a:pt x="2224" y="2006"/>
                  </a:lnTo>
                  <a:lnTo>
                    <a:pt x="2268" y="1941"/>
                  </a:lnTo>
                  <a:lnTo>
                    <a:pt x="2311" y="1853"/>
                  </a:lnTo>
                  <a:lnTo>
                    <a:pt x="2333" y="1766"/>
                  </a:lnTo>
                  <a:lnTo>
                    <a:pt x="2311" y="1679"/>
                  </a:lnTo>
                  <a:lnTo>
                    <a:pt x="2290" y="1592"/>
                  </a:lnTo>
                  <a:lnTo>
                    <a:pt x="2246" y="1505"/>
                  </a:lnTo>
                  <a:lnTo>
                    <a:pt x="2181" y="1417"/>
                  </a:lnTo>
                  <a:lnTo>
                    <a:pt x="829" y="153"/>
                  </a:lnTo>
                  <a:lnTo>
                    <a:pt x="742" y="88"/>
                  </a:lnTo>
                  <a:lnTo>
                    <a:pt x="655" y="44"/>
                  </a:lnTo>
                  <a:lnTo>
                    <a:pt x="567" y="22"/>
                  </a:lnTo>
                  <a:lnTo>
                    <a:pt x="48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2" name="Google Shape;11332;p80"/>
            <p:cNvSpPr/>
            <p:nvPr/>
          </p:nvSpPr>
          <p:spPr>
            <a:xfrm>
              <a:off x="3208600" y="3646063"/>
              <a:ext cx="41450" cy="65975"/>
            </a:xfrm>
            <a:custGeom>
              <a:rect b="b" l="l" r="r" t="t"/>
              <a:pathLst>
                <a:path extrusionOk="0" h="2639" w="1658">
                  <a:moveTo>
                    <a:pt x="1134" y="0"/>
                  </a:moveTo>
                  <a:lnTo>
                    <a:pt x="1047" y="22"/>
                  </a:lnTo>
                  <a:lnTo>
                    <a:pt x="959" y="44"/>
                  </a:lnTo>
                  <a:lnTo>
                    <a:pt x="872" y="87"/>
                  </a:lnTo>
                  <a:lnTo>
                    <a:pt x="807" y="153"/>
                  </a:lnTo>
                  <a:lnTo>
                    <a:pt x="741" y="240"/>
                  </a:lnTo>
                  <a:lnTo>
                    <a:pt x="698" y="327"/>
                  </a:lnTo>
                  <a:lnTo>
                    <a:pt x="44" y="2071"/>
                  </a:lnTo>
                  <a:lnTo>
                    <a:pt x="22" y="2159"/>
                  </a:lnTo>
                  <a:lnTo>
                    <a:pt x="0" y="2268"/>
                  </a:lnTo>
                  <a:lnTo>
                    <a:pt x="22" y="2355"/>
                  </a:lnTo>
                  <a:lnTo>
                    <a:pt x="66" y="2442"/>
                  </a:lnTo>
                  <a:lnTo>
                    <a:pt x="109" y="2507"/>
                  </a:lnTo>
                  <a:lnTo>
                    <a:pt x="175" y="2551"/>
                  </a:lnTo>
                  <a:lnTo>
                    <a:pt x="262" y="2595"/>
                  </a:lnTo>
                  <a:lnTo>
                    <a:pt x="349" y="2638"/>
                  </a:lnTo>
                  <a:lnTo>
                    <a:pt x="611" y="2638"/>
                  </a:lnTo>
                  <a:lnTo>
                    <a:pt x="720" y="2616"/>
                  </a:lnTo>
                  <a:lnTo>
                    <a:pt x="785" y="2573"/>
                  </a:lnTo>
                  <a:lnTo>
                    <a:pt x="872" y="2507"/>
                  </a:lnTo>
                  <a:lnTo>
                    <a:pt x="938" y="2420"/>
                  </a:lnTo>
                  <a:lnTo>
                    <a:pt x="981" y="2311"/>
                  </a:lnTo>
                  <a:lnTo>
                    <a:pt x="1635" y="589"/>
                  </a:lnTo>
                  <a:lnTo>
                    <a:pt x="1657" y="480"/>
                  </a:lnTo>
                  <a:lnTo>
                    <a:pt x="1657" y="393"/>
                  </a:lnTo>
                  <a:lnTo>
                    <a:pt x="1635" y="305"/>
                  </a:lnTo>
                  <a:lnTo>
                    <a:pt x="1614" y="218"/>
                  </a:lnTo>
                  <a:lnTo>
                    <a:pt x="1548" y="153"/>
                  </a:lnTo>
                  <a:lnTo>
                    <a:pt x="1483" y="109"/>
                  </a:lnTo>
                  <a:lnTo>
                    <a:pt x="1417" y="66"/>
                  </a:lnTo>
                  <a:lnTo>
                    <a:pt x="1330" y="22"/>
                  </a:lnTo>
                  <a:lnTo>
                    <a:pt x="124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3" name="Google Shape;11333;p80"/>
            <p:cNvSpPr/>
            <p:nvPr/>
          </p:nvSpPr>
          <p:spPr>
            <a:xfrm>
              <a:off x="3279450" y="3572488"/>
              <a:ext cx="65425" cy="44700"/>
            </a:xfrm>
            <a:custGeom>
              <a:rect b="b" l="l" r="r" t="t"/>
              <a:pathLst>
                <a:path extrusionOk="0" h="1788" w="2617">
                  <a:moveTo>
                    <a:pt x="2093" y="0"/>
                  </a:moveTo>
                  <a:lnTo>
                    <a:pt x="1984" y="22"/>
                  </a:lnTo>
                  <a:lnTo>
                    <a:pt x="1875" y="44"/>
                  </a:lnTo>
                  <a:lnTo>
                    <a:pt x="240" y="894"/>
                  </a:lnTo>
                  <a:lnTo>
                    <a:pt x="153" y="959"/>
                  </a:lnTo>
                  <a:lnTo>
                    <a:pt x="88" y="1025"/>
                  </a:lnTo>
                  <a:lnTo>
                    <a:pt x="22" y="1090"/>
                  </a:lnTo>
                  <a:lnTo>
                    <a:pt x="0" y="1177"/>
                  </a:lnTo>
                  <a:lnTo>
                    <a:pt x="0" y="1265"/>
                  </a:lnTo>
                  <a:lnTo>
                    <a:pt x="0" y="1352"/>
                  </a:lnTo>
                  <a:lnTo>
                    <a:pt x="22" y="1439"/>
                  </a:lnTo>
                  <a:lnTo>
                    <a:pt x="66" y="1526"/>
                  </a:lnTo>
                  <a:lnTo>
                    <a:pt x="131" y="1592"/>
                  </a:lnTo>
                  <a:lnTo>
                    <a:pt x="175" y="1657"/>
                  </a:lnTo>
                  <a:lnTo>
                    <a:pt x="262" y="1722"/>
                  </a:lnTo>
                  <a:lnTo>
                    <a:pt x="349" y="1766"/>
                  </a:lnTo>
                  <a:lnTo>
                    <a:pt x="436" y="1788"/>
                  </a:lnTo>
                  <a:lnTo>
                    <a:pt x="524" y="1788"/>
                  </a:lnTo>
                  <a:lnTo>
                    <a:pt x="633" y="1766"/>
                  </a:lnTo>
                  <a:lnTo>
                    <a:pt x="742" y="1722"/>
                  </a:lnTo>
                  <a:lnTo>
                    <a:pt x="2377" y="894"/>
                  </a:lnTo>
                  <a:lnTo>
                    <a:pt x="2464" y="829"/>
                  </a:lnTo>
                  <a:lnTo>
                    <a:pt x="2529" y="763"/>
                  </a:lnTo>
                  <a:lnTo>
                    <a:pt x="2595" y="698"/>
                  </a:lnTo>
                  <a:lnTo>
                    <a:pt x="2616" y="611"/>
                  </a:lnTo>
                  <a:lnTo>
                    <a:pt x="2616" y="523"/>
                  </a:lnTo>
                  <a:lnTo>
                    <a:pt x="2616" y="436"/>
                  </a:lnTo>
                  <a:lnTo>
                    <a:pt x="2595" y="349"/>
                  </a:lnTo>
                  <a:lnTo>
                    <a:pt x="2551" y="262"/>
                  </a:lnTo>
                  <a:lnTo>
                    <a:pt x="2507" y="196"/>
                  </a:lnTo>
                  <a:lnTo>
                    <a:pt x="2442" y="131"/>
                  </a:lnTo>
                  <a:lnTo>
                    <a:pt x="2355" y="66"/>
                  </a:lnTo>
                  <a:lnTo>
                    <a:pt x="2268" y="22"/>
                  </a:lnTo>
                  <a:lnTo>
                    <a:pt x="218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4" name="Google Shape;11334;p80"/>
            <p:cNvSpPr/>
            <p:nvPr/>
          </p:nvSpPr>
          <p:spPr>
            <a:xfrm>
              <a:off x="3335575" y="3657513"/>
              <a:ext cx="69800" cy="27275"/>
            </a:xfrm>
            <a:custGeom>
              <a:rect b="b" l="l" r="r" t="t"/>
              <a:pathLst>
                <a:path extrusionOk="0" h="1091" w="2792">
                  <a:moveTo>
                    <a:pt x="2312" y="0"/>
                  </a:moveTo>
                  <a:lnTo>
                    <a:pt x="480" y="109"/>
                  </a:lnTo>
                  <a:lnTo>
                    <a:pt x="371" y="131"/>
                  </a:lnTo>
                  <a:lnTo>
                    <a:pt x="262" y="153"/>
                  </a:lnTo>
                  <a:lnTo>
                    <a:pt x="175" y="218"/>
                  </a:lnTo>
                  <a:lnTo>
                    <a:pt x="110" y="283"/>
                  </a:lnTo>
                  <a:lnTo>
                    <a:pt x="66" y="349"/>
                  </a:lnTo>
                  <a:lnTo>
                    <a:pt x="23" y="436"/>
                  </a:lnTo>
                  <a:lnTo>
                    <a:pt x="1" y="523"/>
                  </a:lnTo>
                  <a:lnTo>
                    <a:pt x="1" y="611"/>
                  </a:lnTo>
                  <a:lnTo>
                    <a:pt x="1" y="720"/>
                  </a:lnTo>
                  <a:lnTo>
                    <a:pt x="23" y="807"/>
                  </a:lnTo>
                  <a:lnTo>
                    <a:pt x="66" y="872"/>
                  </a:lnTo>
                  <a:lnTo>
                    <a:pt x="110" y="938"/>
                  </a:lnTo>
                  <a:lnTo>
                    <a:pt x="175" y="1003"/>
                  </a:lnTo>
                  <a:lnTo>
                    <a:pt x="262" y="1047"/>
                  </a:lnTo>
                  <a:lnTo>
                    <a:pt x="350" y="1068"/>
                  </a:lnTo>
                  <a:lnTo>
                    <a:pt x="480" y="1090"/>
                  </a:lnTo>
                  <a:lnTo>
                    <a:pt x="2312" y="981"/>
                  </a:lnTo>
                  <a:lnTo>
                    <a:pt x="2421" y="959"/>
                  </a:lnTo>
                  <a:lnTo>
                    <a:pt x="2508" y="938"/>
                  </a:lnTo>
                  <a:lnTo>
                    <a:pt x="2595" y="872"/>
                  </a:lnTo>
                  <a:lnTo>
                    <a:pt x="2661" y="807"/>
                  </a:lnTo>
                  <a:lnTo>
                    <a:pt x="2726" y="741"/>
                  </a:lnTo>
                  <a:lnTo>
                    <a:pt x="2748" y="654"/>
                  </a:lnTo>
                  <a:lnTo>
                    <a:pt x="2770" y="567"/>
                  </a:lnTo>
                  <a:lnTo>
                    <a:pt x="2791" y="480"/>
                  </a:lnTo>
                  <a:lnTo>
                    <a:pt x="2770" y="371"/>
                  </a:lnTo>
                  <a:lnTo>
                    <a:pt x="2748" y="283"/>
                  </a:lnTo>
                  <a:lnTo>
                    <a:pt x="2726" y="218"/>
                  </a:lnTo>
                  <a:lnTo>
                    <a:pt x="2661" y="131"/>
                  </a:lnTo>
                  <a:lnTo>
                    <a:pt x="2595" y="87"/>
                  </a:lnTo>
                  <a:lnTo>
                    <a:pt x="2530" y="44"/>
                  </a:lnTo>
                  <a:lnTo>
                    <a:pt x="2421" y="22"/>
                  </a:lnTo>
                  <a:lnTo>
                    <a:pt x="23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5" name="Google Shape;11335;p80"/>
            <p:cNvSpPr/>
            <p:nvPr/>
          </p:nvSpPr>
          <p:spPr>
            <a:xfrm>
              <a:off x="3266900" y="3769238"/>
              <a:ext cx="69800" cy="27275"/>
            </a:xfrm>
            <a:custGeom>
              <a:rect b="b" l="l" r="r" t="t"/>
              <a:pathLst>
                <a:path extrusionOk="0" h="1091" w="2792">
                  <a:moveTo>
                    <a:pt x="2312" y="0"/>
                  </a:moveTo>
                  <a:lnTo>
                    <a:pt x="481" y="109"/>
                  </a:lnTo>
                  <a:lnTo>
                    <a:pt x="372" y="131"/>
                  </a:lnTo>
                  <a:lnTo>
                    <a:pt x="263" y="153"/>
                  </a:lnTo>
                  <a:lnTo>
                    <a:pt x="197" y="218"/>
                  </a:lnTo>
                  <a:lnTo>
                    <a:pt x="132" y="284"/>
                  </a:lnTo>
                  <a:lnTo>
                    <a:pt x="66" y="349"/>
                  </a:lnTo>
                  <a:lnTo>
                    <a:pt x="45" y="436"/>
                  </a:lnTo>
                  <a:lnTo>
                    <a:pt x="23" y="523"/>
                  </a:lnTo>
                  <a:lnTo>
                    <a:pt x="1" y="611"/>
                  </a:lnTo>
                  <a:lnTo>
                    <a:pt x="23" y="720"/>
                  </a:lnTo>
                  <a:lnTo>
                    <a:pt x="45" y="807"/>
                  </a:lnTo>
                  <a:lnTo>
                    <a:pt x="66" y="872"/>
                  </a:lnTo>
                  <a:lnTo>
                    <a:pt x="132" y="938"/>
                  </a:lnTo>
                  <a:lnTo>
                    <a:pt x="197" y="1003"/>
                  </a:lnTo>
                  <a:lnTo>
                    <a:pt x="263" y="1047"/>
                  </a:lnTo>
                  <a:lnTo>
                    <a:pt x="372" y="1069"/>
                  </a:lnTo>
                  <a:lnTo>
                    <a:pt x="481" y="1090"/>
                  </a:lnTo>
                  <a:lnTo>
                    <a:pt x="2312" y="981"/>
                  </a:lnTo>
                  <a:lnTo>
                    <a:pt x="2421" y="960"/>
                  </a:lnTo>
                  <a:lnTo>
                    <a:pt x="2530" y="938"/>
                  </a:lnTo>
                  <a:lnTo>
                    <a:pt x="2595" y="872"/>
                  </a:lnTo>
                  <a:lnTo>
                    <a:pt x="2661" y="807"/>
                  </a:lnTo>
                  <a:lnTo>
                    <a:pt x="2726" y="741"/>
                  </a:lnTo>
                  <a:lnTo>
                    <a:pt x="2748" y="654"/>
                  </a:lnTo>
                  <a:lnTo>
                    <a:pt x="2770" y="567"/>
                  </a:lnTo>
                  <a:lnTo>
                    <a:pt x="2791" y="480"/>
                  </a:lnTo>
                  <a:lnTo>
                    <a:pt x="2770" y="371"/>
                  </a:lnTo>
                  <a:lnTo>
                    <a:pt x="2748" y="284"/>
                  </a:lnTo>
                  <a:lnTo>
                    <a:pt x="2726" y="218"/>
                  </a:lnTo>
                  <a:lnTo>
                    <a:pt x="2661" y="153"/>
                  </a:lnTo>
                  <a:lnTo>
                    <a:pt x="2595" y="87"/>
                  </a:lnTo>
                  <a:lnTo>
                    <a:pt x="2530" y="44"/>
                  </a:lnTo>
                  <a:lnTo>
                    <a:pt x="2421" y="22"/>
                  </a:lnTo>
                  <a:lnTo>
                    <a:pt x="23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6" name="Google Shape;11336;p80"/>
            <p:cNvSpPr/>
            <p:nvPr/>
          </p:nvSpPr>
          <p:spPr>
            <a:xfrm>
              <a:off x="3165000" y="3484738"/>
              <a:ext cx="41450" cy="65975"/>
            </a:xfrm>
            <a:custGeom>
              <a:rect b="b" l="l" r="r" t="t"/>
              <a:pathLst>
                <a:path extrusionOk="0" h="2639" w="1658">
                  <a:moveTo>
                    <a:pt x="1134" y="0"/>
                  </a:moveTo>
                  <a:lnTo>
                    <a:pt x="1047" y="22"/>
                  </a:lnTo>
                  <a:lnTo>
                    <a:pt x="938" y="44"/>
                  </a:lnTo>
                  <a:lnTo>
                    <a:pt x="872" y="87"/>
                  </a:lnTo>
                  <a:lnTo>
                    <a:pt x="785" y="153"/>
                  </a:lnTo>
                  <a:lnTo>
                    <a:pt x="720" y="240"/>
                  </a:lnTo>
                  <a:lnTo>
                    <a:pt x="676" y="327"/>
                  </a:lnTo>
                  <a:lnTo>
                    <a:pt x="22" y="2071"/>
                  </a:lnTo>
                  <a:lnTo>
                    <a:pt x="0" y="2158"/>
                  </a:lnTo>
                  <a:lnTo>
                    <a:pt x="0" y="2267"/>
                  </a:lnTo>
                  <a:lnTo>
                    <a:pt x="22" y="2355"/>
                  </a:lnTo>
                  <a:lnTo>
                    <a:pt x="44" y="2420"/>
                  </a:lnTo>
                  <a:lnTo>
                    <a:pt x="109" y="2507"/>
                  </a:lnTo>
                  <a:lnTo>
                    <a:pt x="175" y="2551"/>
                  </a:lnTo>
                  <a:lnTo>
                    <a:pt x="240" y="2595"/>
                  </a:lnTo>
                  <a:lnTo>
                    <a:pt x="327" y="2638"/>
                  </a:lnTo>
                  <a:lnTo>
                    <a:pt x="611" y="2638"/>
                  </a:lnTo>
                  <a:lnTo>
                    <a:pt x="698" y="2616"/>
                  </a:lnTo>
                  <a:lnTo>
                    <a:pt x="785" y="2551"/>
                  </a:lnTo>
                  <a:lnTo>
                    <a:pt x="850" y="2507"/>
                  </a:lnTo>
                  <a:lnTo>
                    <a:pt x="916" y="2420"/>
                  </a:lnTo>
                  <a:lnTo>
                    <a:pt x="959" y="2311"/>
                  </a:lnTo>
                  <a:lnTo>
                    <a:pt x="1613" y="589"/>
                  </a:lnTo>
                  <a:lnTo>
                    <a:pt x="1635" y="480"/>
                  </a:lnTo>
                  <a:lnTo>
                    <a:pt x="1657" y="393"/>
                  </a:lnTo>
                  <a:lnTo>
                    <a:pt x="1635" y="305"/>
                  </a:lnTo>
                  <a:lnTo>
                    <a:pt x="1592" y="218"/>
                  </a:lnTo>
                  <a:lnTo>
                    <a:pt x="1548" y="153"/>
                  </a:lnTo>
                  <a:lnTo>
                    <a:pt x="1483" y="109"/>
                  </a:lnTo>
                  <a:lnTo>
                    <a:pt x="1395" y="66"/>
                  </a:lnTo>
                  <a:lnTo>
                    <a:pt x="1308" y="22"/>
                  </a:lnTo>
                  <a:lnTo>
                    <a:pt x="12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7" name="Google Shape;11337;p80"/>
            <p:cNvSpPr/>
            <p:nvPr/>
          </p:nvSpPr>
          <p:spPr>
            <a:xfrm>
              <a:off x="3181350" y="3383363"/>
              <a:ext cx="65975" cy="44700"/>
            </a:xfrm>
            <a:custGeom>
              <a:rect b="b" l="l" r="r" t="t"/>
              <a:pathLst>
                <a:path extrusionOk="0" h="1788" w="2639">
                  <a:moveTo>
                    <a:pt x="2093" y="0"/>
                  </a:moveTo>
                  <a:lnTo>
                    <a:pt x="2006" y="22"/>
                  </a:lnTo>
                  <a:lnTo>
                    <a:pt x="1897" y="66"/>
                  </a:lnTo>
                  <a:lnTo>
                    <a:pt x="240" y="894"/>
                  </a:lnTo>
                  <a:lnTo>
                    <a:pt x="153" y="959"/>
                  </a:lnTo>
                  <a:lnTo>
                    <a:pt x="87" y="1025"/>
                  </a:lnTo>
                  <a:lnTo>
                    <a:pt x="44" y="1112"/>
                  </a:lnTo>
                  <a:lnTo>
                    <a:pt x="0" y="1199"/>
                  </a:lnTo>
                  <a:lnTo>
                    <a:pt x="0" y="1286"/>
                  </a:lnTo>
                  <a:lnTo>
                    <a:pt x="0" y="1374"/>
                  </a:lnTo>
                  <a:lnTo>
                    <a:pt x="44" y="1439"/>
                  </a:lnTo>
                  <a:lnTo>
                    <a:pt x="66" y="1526"/>
                  </a:lnTo>
                  <a:lnTo>
                    <a:pt x="131" y="1614"/>
                  </a:lnTo>
                  <a:lnTo>
                    <a:pt x="196" y="1679"/>
                  </a:lnTo>
                  <a:lnTo>
                    <a:pt x="262" y="1723"/>
                  </a:lnTo>
                  <a:lnTo>
                    <a:pt x="349" y="1766"/>
                  </a:lnTo>
                  <a:lnTo>
                    <a:pt x="436" y="1788"/>
                  </a:lnTo>
                  <a:lnTo>
                    <a:pt x="632" y="1788"/>
                  </a:lnTo>
                  <a:lnTo>
                    <a:pt x="741" y="1744"/>
                  </a:lnTo>
                  <a:lnTo>
                    <a:pt x="2376" y="894"/>
                  </a:lnTo>
                  <a:lnTo>
                    <a:pt x="2485" y="850"/>
                  </a:lnTo>
                  <a:lnTo>
                    <a:pt x="2551" y="763"/>
                  </a:lnTo>
                  <a:lnTo>
                    <a:pt x="2594" y="698"/>
                  </a:lnTo>
                  <a:lnTo>
                    <a:pt x="2616" y="611"/>
                  </a:lnTo>
                  <a:lnTo>
                    <a:pt x="2638" y="523"/>
                  </a:lnTo>
                  <a:lnTo>
                    <a:pt x="2616" y="436"/>
                  </a:lnTo>
                  <a:lnTo>
                    <a:pt x="2594" y="349"/>
                  </a:lnTo>
                  <a:lnTo>
                    <a:pt x="2551" y="262"/>
                  </a:lnTo>
                  <a:lnTo>
                    <a:pt x="2507" y="196"/>
                  </a:lnTo>
                  <a:lnTo>
                    <a:pt x="2442" y="131"/>
                  </a:lnTo>
                  <a:lnTo>
                    <a:pt x="2355" y="66"/>
                  </a:lnTo>
                  <a:lnTo>
                    <a:pt x="2289" y="22"/>
                  </a:lnTo>
                  <a:lnTo>
                    <a:pt x="22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8" name="Google Shape;11338;p80"/>
            <p:cNvSpPr/>
            <p:nvPr/>
          </p:nvSpPr>
          <p:spPr>
            <a:xfrm>
              <a:off x="3297975" y="3449838"/>
              <a:ext cx="69250" cy="26750"/>
            </a:xfrm>
            <a:custGeom>
              <a:rect b="b" l="l" r="r" t="t"/>
              <a:pathLst>
                <a:path extrusionOk="0" h="1070" w="2770">
                  <a:moveTo>
                    <a:pt x="2311" y="1"/>
                  </a:moveTo>
                  <a:lnTo>
                    <a:pt x="458" y="88"/>
                  </a:lnTo>
                  <a:lnTo>
                    <a:pt x="349" y="110"/>
                  </a:lnTo>
                  <a:lnTo>
                    <a:pt x="262" y="154"/>
                  </a:lnTo>
                  <a:lnTo>
                    <a:pt x="175" y="197"/>
                  </a:lnTo>
                  <a:lnTo>
                    <a:pt x="110" y="263"/>
                  </a:lnTo>
                  <a:lnTo>
                    <a:pt x="66" y="350"/>
                  </a:lnTo>
                  <a:lnTo>
                    <a:pt x="22" y="437"/>
                  </a:lnTo>
                  <a:lnTo>
                    <a:pt x="1" y="524"/>
                  </a:lnTo>
                  <a:lnTo>
                    <a:pt x="1" y="611"/>
                  </a:lnTo>
                  <a:lnTo>
                    <a:pt x="1" y="699"/>
                  </a:lnTo>
                  <a:lnTo>
                    <a:pt x="22" y="786"/>
                  </a:lnTo>
                  <a:lnTo>
                    <a:pt x="66" y="873"/>
                  </a:lnTo>
                  <a:lnTo>
                    <a:pt x="110" y="938"/>
                  </a:lnTo>
                  <a:lnTo>
                    <a:pt x="175" y="1004"/>
                  </a:lnTo>
                  <a:lnTo>
                    <a:pt x="262" y="1047"/>
                  </a:lnTo>
                  <a:lnTo>
                    <a:pt x="349" y="1069"/>
                  </a:lnTo>
                  <a:lnTo>
                    <a:pt x="458" y="1069"/>
                  </a:lnTo>
                  <a:lnTo>
                    <a:pt x="2311" y="960"/>
                  </a:lnTo>
                  <a:lnTo>
                    <a:pt x="2420" y="960"/>
                  </a:lnTo>
                  <a:lnTo>
                    <a:pt x="2508" y="917"/>
                  </a:lnTo>
                  <a:lnTo>
                    <a:pt x="2595" y="873"/>
                  </a:lnTo>
                  <a:lnTo>
                    <a:pt x="2660" y="808"/>
                  </a:lnTo>
                  <a:lnTo>
                    <a:pt x="2704" y="720"/>
                  </a:lnTo>
                  <a:lnTo>
                    <a:pt x="2747" y="633"/>
                  </a:lnTo>
                  <a:lnTo>
                    <a:pt x="2769" y="546"/>
                  </a:lnTo>
                  <a:lnTo>
                    <a:pt x="2769" y="459"/>
                  </a:lnTo>
                  <a:lnTo>
                    <a:pt x="2769" y="372"/>
                  </a:lnTo>
                  <a:lnTo>
                    <a:pt x="2747" y="284"/>
                  </a:lnTo>
                  <a:lnTo>
                    <a:pt x="2704" y="197"/>
                  </a:lnTo>
                  <a:lnTo>
                    <a:pt x="2660" y="132"/>
                  </a:lnTo>
                  <a:lnTo>
                    <a:pt x="2595" y="66"/>
                  </a:lnTo>
                  <a:lnTo>
                    <a:pt x="2508" y="23"/>
                  </a:lnTo>
                  <a:lnTo>
                    <a:pt x="242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9" name="Google Shape;11339;p80"/>
            <p:cNvSpPr/>
            <p:nvPr/>
          </p:nvSpPr>
          <p:spPr>
            <a:xfrm>
              <a:off x="3302325" y="3918013"/>
              <a:ext cx="68700" cy="34925"/>
            </a:xfrm>
            <a:custGeom>
              <a:rect b="b" l="l" r="r" t="t"/>
              <a:pathLst>
                <a:path extrusionOk="0" h="1397" w="2748">
                  <a:moveTo>
                    <a:pt x="393" y="1"/>
                  </a:moveTo>
                  <a:lnTo>
                    <a:pt x="306" y="23"/>
                  </a:lnTo>
                  <a:lnTo>
                    <a:pt x="241" y="66"/>
                  </a:lnTo>
                  <a:lnTo>
                    <a:pt x="154" y="132"/>
                  </a:lnTo>
                  <a:lnTo>
                    <a:pt x="110" y="197"/>
                  </a:lnTo>
                  <a:lnTo>
                    <a:pt x="66" y="284"/>
                  </a:lnTo>
                  <a:lnTo>
                    <a:pt x="23" y="372"/>
                  </a:lnTo>
                  <a:lnTo>
                    <a:pt x="1" y="459"/>
                  </a:lnTo>
                  <a:lnTo>
                    <a:pt x="1" y="546"/>
                  </a:lnTo>
                  <a:lnTo>
                    <a:pt x="23" y="633"/>
                  </a:lnTo>
                  <a:lnTo>
                    <a:pt x="45" y="720"/>
                  </a:lnTo>
                  <a:lnTo>
                    <a:pt x="110" y="786"/>
                  </a:lnTo>
                  <a:lnTo>
                    <a:pt x="175" y="851"/>
                  </a:lnTo>
                  <a:lnTo>
                    <a:pt x="241" y="917"/>
                  </a:lnTo>
                  <a:lnTo>
                    <a:pt x="350" y="938"/>
                  </a:lnTo>
                  <a:lnTo>
                    <a:pt x="2137" y="1396"/>
                  </a:lnTo>
                  <a:lnTo>
                    <a:pt x="2355" y="1396"/>
                  </a:lnTo>
                  <a:lnTo>
                    <a:pt x="2443" y="1374"/>
                  </a:lnTo>
                  <a:lnTo>
                    <a:pt x="2530" y="1331"/>
                  </a:lnTo>
                  <a:lnTo>
                    <a:pt x="2595" y="1265"/>
                  </a:lnTo>
                  <a:lnTo>
                    <a:pt x="2661" y="1200"/>
                  </a:lnTo>
                  <a:lnTo>
                    <a:pt x="2704" y="1113"/>
                  </a:lnTo>
                  <a:lnTo>
                    <a:pt x="2726" y="1026"/>
                  </a:lnTo>
                  <a:lnTo>
                    <a:pt x="2748" y="938"/>
                  </a:lnTo>
                  <a:lnTo>
                    <a:pt x="2748" y="851"/>
                  </a:lnTo>
                  <a:lnTo>
                    <a:pt x="2748" y="764"/>
                  </a:lnTo>
                  <a:lnTo>
                    <a:pt x="2704" y="677"/>
                  </a:lnTo>
                  <a:lnTo>
                    <a:pt x="2661" y="611"/>
                  </a:lnTo>
                  <a:lnTo>
                    <a:pt x="2595" y="546"/>
                  </a:lnTo>
                  <a:lnTo>
                    <a:pt x="2508" y="481"/>
                  </a:lnTo>
                  <a:lnTo>
                    <a:pt x="2399" y="459"/>
                  </a:lnTo>
                  <a:lnTo>
                    <a:pt x="61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0" name="Google Shape;11340;p80"/>
            <p:cNvSpPr/>
            <p:nvPr/>
          </p:nvSpPr>
          <p:spPr>
            <a:xfrm>
              <a:off x="3416800" y="3885863"/>
              <a:ext cx="64875" cy="45800"/>
            </a:xfrm>
            <a:custGeom>
              <a:rect b="b" l="l" r="r" t="t"/>
              <a:pathLst>
                <a:path extrusionOk="0" h="1832" w="2595">
                  <a:moveTo>
                    <a:pt x="2071" y="1"/>
                  </a:moveTo>
                  <a:lnTo>
                    <a:pt x="1962" y="22"/>
                  </a:lnTo>
                  <a:lnTo>
                    <a:pt x="1853" y="66"/>
                  </a:lnTo>
                  <a:lnTo>
                    <a:pt x="240" y="938"/>
                  </a:lnTo>
                  <a:lnTo>
                    <a:pt x="153" y="1003"/>
                  </a:lnTo>
                  <a:lnTo>
                    <a:pt x="87" y="1069"/>
                  </a:lnTo>
                  <a:lnTo>
                    <a:pt x="44" y="1156"/>
                  </a:lnTo>
                  <a:lnTo>
                    <a:pt x="0" y="1243"/>
                  </a:lnTo>
                  <a:lnTo>
                    <a:pt x="0" y="1331"/>
                  </a:lnTo>
                  <a:lnTo>
                    <a:pt x="0" y="1418"/>
                  </a:lnTo>
                  <a:lnTo>
                    <a:pt x="44" y="1505"/>
                  </a:lnTo>
                  <a:lnTo>
                    <a:pt x="66" y="1592"/>
                  </a:lnTo>
                  <a:lnTo>
                    <a:pt x="131" y="1658"/>
                  </a:lnTo>
                  <a:lnTo>
                    <a:pt x="196" y="1723"/>
                  </a:lnTo>
                  <a:lnTo>
                    <a:pt x="262" y="1767"/>
                  </a:lnTo>
                  <a:lnTo>
                    <a:pt x="349" y="1810"/>
                  </a:lnTo>
                  <a:lnTo>
                    <a:pt x="436" y="1832"/>
                  </a:lnTo>
                  <a:lnTo>
                    <a:pt x="632" y="1832"/>
                  </a:lnTo>
                  <a:lnTo>
                    <a:pt x="741" y="1788"/>
                  </a:lnTo>
                  <a:lnTo>
                    <a:pt x="2355" y="894"/>
                  </a:lnTo>
                  <a:lnTo>
                    <a:pt x="2442" y="829"/>
                  </a:lnTo>
                  <a:lnTo>
                    <a:pt x="2507" y="764"/>
                  </a:lnTo>
                  <a:lnTo>
                    <a:pt x="2551" y="676"/>
                  </a:lnTo>
                  <a:lnTo>
                    <a:pt x="2594" y="589"/>
                  </a:lnTo>
                  <a:lnTo>
                    <a:pt x="2594" y="502"/>
                  </a:lnTo>
                  <a:lnTo>
                    <a:pt x="2594" y="415"/>
                  </a:lnTo>
                  <a:lnTo>
                    <a:pt x="2551" y="328"/>
                  </a:lnTo>
                  <a:lnTo>
                    <a:pt x="2529" y="262"/>
                  </a:lnTo>
                  <a:lnTo>
                    <a:pt x="2464" y="175"/>
                  </a:lnTo>
                  <a:lnTo>
                    <a:pt x="2398" y="110"/>
                  </a:lnTo>
                  <a:lnTo>
                    <a:pt x="2333" y="66"/>
                  </a:lnTo>
                  <a:lnTo>
                    <a:pt x="2246" y="22"/>
                  </a:lnTo>
                  <a:lnTo>
                    <a:pt x="215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1" name="Google Shape;11341;p80"/>
            <p:cNvSpPr/>
            <p:nvPr/>
          </p:nvSpPr>
          <p:spPr>
            <a:xfrm>
              <a:off x="3397175" y="3769238"/>
              <a:ext cx="52875" cy="60525"/>
            </a:xfrm>
            <a:custGeom>
              <a:rect b="b" l="l" r="r" t="t"/>
              <a:pathLst>
                <a:path extrusionOk="0" h="2421" w="2115">
                  <a:moveTo>
                    <a:pt x="1592" y="0"/>
                  </a:moveTo>
                  <a:lnTo>
                    <a:pt x="1505" y="22"/>
                  </a:lnTo>
                  <a:lnTo>
                    <a:pt x="1417" y="44"/>
                  </a:lnTo>
                  <a:lnTo>
                    <a:pt x="1330" y="109"/>
                  </a:lnTo>
                  <a:lnTo>
                    <a:pt x="1265" y="153"/>
                  </a:lnTo>
                  <a:lnTo>
                    <a:pt x="1199" y="240"/>
                  </a:lnTo>
                  <a:lnTo>
                    <a:pt x="66" y="1701"/>
                  </a:lnTo>
                  <a:lnTo>
                    <a:pt x="22" y="1788"/>
                  </a:lnTo>
                  <a:lnTo>
                    <a:pt x="0" y="1875"/>
                  </a:lnTo>
                  <a:lnTo>
                    <a:pt x="0" y="1962"/>
                  </a:lnTo>
                  <a:lnTo>
                    <a:pt x="22" y="2071"/>
                  </a:lnTo>
                  <a:lnTo>
                    <a:pt x="66" y="2159"/>
                  </a:lnTo>
                  <a:lnTo>
                    <a:pt x="109" y="2246"/>
                  </a:lnTo>
                  <a:lnTo>
                    <a:pt x="175" y="2311"/>
                  </a:lnTo>
                  <a:lnTo>
                    <a:pt x="240" y="2355"/>
                  </a:lnTo>
                  <a:lnTo>
                    <a:pt x="349" y="2398"/>
                  </a:lnTo>
                  <a:lnTo>
                    <a:pt x="436" y="2420"/>
                  </a:lnTo>
                  <a:lnTo>
                    <a:pt x="524" y="2420"/>
                  </a:lnTo>
                  <a:lnTo>
                    <a:pt x="611" y="2398"/>
                  </a:lnTo>
                  <a:lnTo>
                    <a:pt x="698" y="2377"/>
                  </a:lnTo>
                  <a:lnTo>
                    <a:pt x="785" y="2333"/>
                  </a:lnTo>
                  <a:lnTo>
                    <a:pt x="851" y="2268"/>
                  </a:lnTo>
                  <a:lnTo>
                    <a:pt x="916" y="2180"/>
                  </a:lnTo>
                  <a:lnTo>
                    <a:pt x="2050" y="720"/>
                  </a:lnTo>
                  <a:lnTo>
                    <a:pt x="2093" y="632"/>
                  </a:lnTo>
                  <a:lnTo>
                    <a:pt x="2115" y="545"/>
                  </a:lnTo>
                  <a:lnTo>
                    <a:pt x="2115" y="458"/>
                  </a:lnTo>
                  <a:lnTo>
                    <a:pt x="2093" y="371"/>
                  </a:lnTo>
                  <a:lnTo>
                    <a:pt x="2050" y="262"/>
                  </a:lnTo>
                  <a:lnTo>
                    <a:pt x="2006" y="196"/>
                  </a:lnTo>
                  <a:lnTo>
                    <a:pt x="1941" y="109"/>
                  </a:lnTo>
                  <a:lnTo>
                    <a:pt x="1875" y="66"/>
                  </a:lnTo>
                  <a:lnTo>
                    <a:pt x="1766" y="22"/>
                  </a:lnTo>
                  <a:lnTo>
                    <a:pt x="167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2" name="Google Shape;11342;p80"/>
            <p:cNvSpPr/>
            <p:nvPr/>
          </p:nvSpPr>
          <p:spPr>
            <a:xfrm>
              <a:off x="3436950" y="3985613"/>
              <a:ext cx="68700" cy="35450"/>
            </a:xfrm>
            <a:custGeom>
              <a:rect b="b" l="l" r="r" t="t"/>
              <a:pathLst>
                <a:path extrusionOk="0" h="1418" w="2748">
                  <a:moveTo>
                    <a:pt x="393" y="0"/>
                  </a:moveTo>
                  <a:lnTo>
                    <a:pt x="306" y="44"/>
                  </a:lnTo>
                  <a:lnTo>
                    <a:pt x="219" y="87"/>
                  </a:lnTo>
                  <a:lnTo>
                    <a:pt x="153" y="131"/>
                  </a:lnTo>
                  <a:lnTo>
                    <a:pt x="88" y="218"/>
                  </a:lnTo>
                  <a:lnTo>
                    <a:pt x="44" y="284"/>
                  </a:lnTo>
                  <a:lnTo>
                    <a:pt x="23" y="371"/>
                  </a:lnTo>
                  <a:lnTo>
                    <a:pt x="1" y="458"/>
                  </a:lnTo>
                  <a:lnTo>
                    <a:pt x="1" y="545"/>
                  </a:lnTo>
                  <a:lnTo>
                    <a:pt x="23" y="632"/>
                  </a:lnTo>
                  <a:lnTo>
                    <a:pt x="44" y="720"/>
                  </a:lnTo>
                  <a:lnTo>
                    <a:pt x="88" y="807"/>
                  </a:lnTo>
                  <a:lnTo>
                    <a:pt x="153" y="872"/>
                  </a:lnTo>
                  <a:lnTo>
                    <a:pt x="241" y="916"/>
                  </a:lnTo>
                  <a:lnTo>
                    <a:pt x="350" y="959"/>
                  </a:lnTo>
                  <a:lnTo>
                    <a:pt x="2137" y="1395"/>
                  </a:lnTo>
                  <a:lnTo>
                    <a:pt x="2246" y="1417"/>
                  </a:lnTo>
                  <a:lnTo>
                    <a:pt x="2355" y="1417"/>
                  </a:lnTo>
                  <a:lnTo>
                    <a:pt x="2442" y="1374"/>
                  </a:lnTo>
                  <a:lnTo>
                    <a:pt x="2508" y="1330"/>
                  </a:lnTo>
                  <a:lnTo>
                    <a:pt x="2595" y="1286"/>
                  </a:lnTo>
                  <a:lnTo>
                    <a:pt x="2639" y="1199"/>
                  </a:lnTo>
                  <a:lnTo>
                    <a:pt x="2682" y="1134"/>
                  </a:lnTo>
                  <a:lnTo>
                    <a:pt x="2726" y="1047"/>
                  </a:lnTo>
                  <a:lnTo>
                    <a:pt x="2748" y="959"/>
                  </a:lnTo>
                  <a:lnTo>
                    <a:pt x="2748" y="872"/>
                  </a:lnTo>
                  <a:lnTo>
                    <a:pt x="2726" y="785"/>
                  </a:lnTo>
                  <a:lnTo>
                    <a:pt x="2704" y="698"/>
                  </a:lnTo>
                  <a:lnTo>
                    <a:pt x="2639" y="611"/>
                  </a:lnTo>
                  <a:lnTo>
                    <a:pt x="2573" y="545"/>
                  </a:lnTo>
                  <a:lnTo>
                    <a:pt x="2508" y="502"/>
                  </a:lnTo>
                  <a:lnTo>
                    <a:pt x="2399" y="458"/>
                  </a:lnTo>
                  <a:lnTo>
                    <a:pt x="611" y="22"/>
                  </a:lnTo>
                  <a:lnTo>
                    <a:pt x="50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3" name="Google Shape;11343;p80"/>
            <p:cNvSpPr/>
            <p:nvPr/>
          </p:nvSpPr>
          <p:spPr>
            <a:xfrm>
              <a:off x="3525250" y="3753963"/>
              <a:ext cx="52900" cy="60525"/>
            </a:xfrm>
            <a:custGeom>
              <a:rect b="b" l="l" r="r" t="t"/>
              <a:pathLst>
                <a:path extrusionOk="0" h="2421" w="2116">
                  <a:moveTo>
                    <a:pt x="1505" y="1"/>
                  </a:moveTo>
                  <a:lnTo>
                    <a:pt x="1418" y="44"/>
                  </a:lnTo>
                  <a:lnTo>
                    <a:pt x="1330" y="88"/>
                  </a:lnTo>
                  <a:lnTo>
                    <a:pt x="1265" y="153"/>
                  </a:lnTo>
                  <a:lnTo>
                    <a:pt x="1200" y="219"/>
                  </a:lnTo>
                  <a:lnTo>
                    <a:pt x="88" y="1701"/>
                  </a:lnTo>
                  <a:lnTo>
                    <a:pt x="22" y="1767"/>
                  </a:lnTo>
                  <a:lnTo>
                    <a:pt x="1" y="1876"/>
                  </a:lnTo>
                  <a:lnTo>
                    <a:pt x="1" y="1963"/>
                  </a:lnTo>
                  <a:lnTo>
                    <a:pt x="22" y="2050"/>
                  </a:lnTo>
                  <a:lnTo>
                    <a:pt x="66" y="2137"/>
                  </a:lnTo>
                  <a:lnTo>
                    <a:pt x="110" y="2225"/>
                  </a:lnTo>
                  <a:lnTo>
                    <a:pt x="175" y="2312"/>
                  </a:lnTo>
                  <a:lnTo>
                    <a:pt x="262" y="2355"/>
                  </a:lnTo>
                  <a:lnTo>
                    <a:pt x="349" y="2399"/>
                  </a:lnTo>
                  <a:lnTo>
                    <a:pt x="437" y="2421"/>
                  </a:lnTo>
                  <a:lnTo>
                    <a:pt x="524" y="2421"/>
                  </a:lnTo>
                  <a:lnTo>
                    <a:pt x="611" y="2399"/>
                  </a:lnTo>
                  <a:lnTo>
                    <a:pt x="698" y="2377"/>
                  </a:lnTo>
                  <a:lnTo>
                    <a:pt x="785" y="2312"/>
                  </a:lnTo>
                  <a:lnTo>
                    <a:pt x="851" y="2246"/>
                  </a:lnTo>
                  <a:lnTo>
                    <a:pt x="916" y="2181"/>
                  </a:lnTo>
                  <a:lnTo>
                    <a:pt x="2050" y="720"/>
                  </a:lnTo>
                  <a:lnTo>
                    <a:pt x="2093" y="633"/>
                  </a:lnTo>
                  <a:lnTo>
                    <a:pt x="2115" y="546"/>
                  </a:lnTo>
                  <a:lnTo>
                    <a:pt x="2115" y="459"/>
                  </a:lnTo>
                  <a:lnTo>
                    <a:pt x="2093" y="350"/>
                  </a:lnTo>
                  <a:lnTo>
                    <a:pt x="2050" y="262"/>
                  </a:lnTo>
                  <a:lnTo>
                    <a:pt x="2006" y="175"/>
                  </a:lnTo>
                  <a:lnTo>
                    <a:pt x="1941" y="110"/>
                  </a:lnTo>
                  <a:lnTo>
                    <a:pt x="1875" y="44"/>
                  </a:lnTo>
                  <a:lnTo>
                    <a:pt x="1766"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4" name="Google Shape;11344;p80"/>
            <p:cNvSpPr/>
            <p:nvPr/>
          </p:nvSpPr>
          <p:spPr>
            <a:xfrm>
              <a:off x="3569400" y="3563763"/>
              <a:ext cx="41450" cy="65975"/>
            </a:xfrm>
            <a:custGeom>
              <a:rect b="b" l="l" r="r" t="t"/>
              <a:pathLst>
                <a:path extrusionOk="0" h="2639" w="1658">
                  <a:moveTo>
                    <a:pt x="1047" y="0"/>
                  </a:moveTo>
                  <a:lnTo>
                    <a:pt x="960" y="44"/>
                  </a:lnTo>
                  <a:lnTo>
                    <a:pt x="872" y="88"/>
                  </a:lnTo>
                  <a:lnTo>
                    <a:pt x="785" y="153"/>
                  </a:lnTo>
                  <a:lnTo>
                    <a:pt x="742" y="218"/>
                  </a:lnTo>
                  <a:lnTo>
                    <a:pt x="676" y="327"/>
                  </a:lnTo>
                  <a:lnTo>
                    <a:pt x="44" y="2050"/>
                  </a:lnTo>
                  <a:lnTo>
                    <a:pt x="0" y="2159"/>
                  </a:lnTo>
                  <a:lnTo>
                    <a:pt x="0" y="2246"/>
                  </a:lnTo>
                  <a:lnTo>
                    <a:pt x="22" y="2333"/>
                  </a:lnTo>
                  <a:lnTo>
                    <a:pt x="66" y="2420"/>
                  </a:lnTo>
                  <a:lnTo>
                    <a:pt x="109" y="2486"/>
                  </a:lnTo>
                  <a:lnTo>
                    <a:pt x="175" y="2551"/>
                  </a:lnTo>
                  <a:lnTo>
                    <a:pt x="262" y="2595"/>
                  </a:lnTo>
                  <a:lnTo>
                    <a:pt x="327" y="2616"/>
                  </a:lnTo>
                  <a:lnTo>
                    <a:pt x="436" y="2638"/>
                  </a:lnTo>
                  <a:lnTo>
                    <a:pt x="524" y="2638"/>
                  </a:lnTo>
                  <a:lnTo>
                    <a:pt x="611" y="2616"/>
                  </a:lnTo>
                  <a:lnTo>
                    <a:pt x="698" y="2595"/>
                  </a:lnTo>
                  <a:lnTo>
                    <a:pt x="785" y="2551"/>
                  </a:lnTo>
                  <a:lnTo>
                    <a:pt x="851" y="2486"/>
                  </a:lnTo>
                  <a:lnTo>
                    <a:pt x="916" y="2398"/>
                  </a:lnTo>
                  <a:lnTo>
                    <a:pt x="981" y="2311"/>
                  </a:lnTo>
                  <a:lnTo>
                    <a:pt x="1614" y="589"/>
                  </a:lnTo>
                  <a:lnTo>
                    <a:pt x="1657" y="480"/>
                  </a:lnTo>
                  <a:lnTo>
                    <a:pt x="1657" y="371"/>
                  </a:lnTo>
                  <a:lnTo>
                    <a:pt x="1635" y="284"/>
                  </a:lnTo>
                  <a:lnTo>
                    <a:pt x="1592" y="218"/>
                  </a:lnTo>
                  <a:lnTo>
                    <a:pt x="1548" y="153"/>
                  </a:lnTo>
                  <a:lnTo>
                    <a:pt x="1483" y="88"/>
                  </a:lnTo>
                  <a:lnTo>
                    <a:pt x="1396" y="44"/>
                  </a:lnTo>
                  <a:lnTo>
                    <a:pt x="1308" y="22"/>
                  </a:lnTo>
                  <a:lnTo>
                    <a:pt x="122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5" name="Google Shape;11345;p80"/>
            <p:cNvSpPr/>
            <p:nvPr/>
          </p:nvSpPr>
          <p:spPr>
            <a:xfrm>
              <a:off x="3746525" y="3534863"/>
              <a:ext cx="65975" cy="44725"/>
            </a:xfrm>
            <a:custGeom>
              <a:rect b="b" l="l" r="r" t="t"/>
              <a:pathLst>
                <a:path extrusionOk="0" h="1789" w="2639">
                  <a:moveTo>
                    <a:pt x="2006" y="1"/>
                  </a:moveTo>
                  <a:lnTo>
                    <a:pt x="1897" y="44"/>
                  </a:lnTo>
                  <a:lnTo>
                    <a:pt x="240" y="895"/>
                  </a:lnTo>
                  <a:lnTo>
                    <a:pt x="153" y="938"/>
                  </a:lnTo>
                  <a:lnTo>
                    <a:pt x="88" y="1026"/>
                  </a:lnTo>
                  <a:lnTo>
                    <a:pt x="44" y="1091"/>
                  </a:lnTo>
                  <a:lnTo>
                    <a:pt x="22" y="1178"/>
                  </a:lnTo>
                  <a:lnTo>
                    <a:pt x="1" y="1265"/>
                  </a:lnTo>
                  <a:lnTo>
                    <a:pt x="22" y="1353"/>
                  </a:lnTo>
                  <a:lnTo>
                    <a:pt x="44" y="1440"/>
                  </a:lnTo>
                  <a:lnTo>
                    <a:pt x="66" y="1527"/>
                  </a:lnTo>
                  <a:lnTo>
                    <a:pt x="131" y="1592"/>
                  </a:lnTo>
                  <a:lnTo>
                    <a:pt x="197" y="1658"/>
                  </a:lnTo>
                  <a:lnTo>
                    <a:pt x="262" y="1723"/>
                  </a:lnTo>
                  <a:lnTo>
                    <a:pt x="349" y="1767"/>
                  </a:lnTo>
                  <a:lnTo>
                    <a:pt x="437" y="1789"/>
                  </a:lnTo>
                  <a:lnTo>
                    <a:pt x="546" y="1789"/>
                  </a:lnTo>
                  <a:lnTo>
                    <a:pt x="633" y="1767"/>
                  </a:lnTo>
                  <a:lnTo>
                    <a:pt x="742" y="1723"/>
                  </a:lnTo>
                  <a:lnTo>
                    <a:pt x="2377" y="895"/>
                  </a:lnTo>
                  <a:lnTo>
                    <a:pt x="2486" y="829"/>
                  </a:lnTo>
                  <a:lnTo>
                    <a:pt x="2551" y="764"/>
                  </a:lnTo>
                  <a:lnTo>
                    <a:pt x="2595" y="677"/>
                  </a:lnTo>
                  <a:lnTo>
                    <a:pt x="2617" y="611"/>
                  </a:lnTo>
                  <a:lnTo>
                    <a:pt x="2639" y="524"/>
                  </a:lnTo>
                  <a:lnTo>
                    <a:pt x="2617" y="437"/>
                  </a:lnTo>
                  <a:lnTo>
                    <a:pt x="2595" y="350"/>
                  </a:lnTo>
                  <a:lnTo>
                    <a:pt x="2551" y="262"/>
                  </a:lnTo>
                  <a:lnTo>
                    <a:pt x="2508" y="175"/>
                  </a:lnTo>
                  <a:lnTo>
                    <a:pt x="2442" y="110"/>
                  </a:lnTo>
                  <a:lnTo>
                    <a:pt x="2377" y="66"/>
                  </a:lnTo>
                  <a:lnTo>
                    <a:pt x="2290" y="23"/>
                  </a:lnTo>
                  <a:lnTo>
                    <a:pt x="220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6" name="Google Shape;11346;p80"/>
            <p:cNvSpPr/>
            <p:nvPr/>
          </p:nvSpPr>
          <p:spPr>
            <a:xfrm>
              <a:off x="3928025" y="3422063"/>
              <a:ext cx="69225" cy="27275"/>
            </a:xfrm>
            <a:custGeom>
              <a:rect b="b" l="l" r="r" t="t"/>
              <a:pathLst>
                <a:path extrusionOk="0" h="1091" w="2769">
                  <a:moveTo>
                    <a:pt x="2311" y="0"/>
                  </a:moveTo>
                  <a:lnTo>
                    <a:pt x="458" y="109"/>
                  </a:lnTo>
                  <a:lnTo>
                    <a:pt x="349" y="131"/>
                  </a:lnTo>
                  <a:lnTo>
                    <a:pt x="262" y="153"/>
                  </a:lnTo>
                  <a:lnTo>
                    <a:pt x="175" y="218"/>
                  </a:lnTo>
                  <a:lnTo>
                    <a:pt x="109" y="284"/>
                  </a:lnTo>
                  <a:lnTo>
                    <a:pt x="66" y="349"/>
                  </a:lnTo>
                  <a:lnTo>
                    <a:pt x="22" y="436"/>
                  </a:lnTo>
                  <a:lnTo>
                    <a:pt x="0" y="523"/>
                  </a:lnTo>
                  <a:lnTo>
                    <a:pt x="0" y="611"/>
                  </a:lnTo>
                  <a:lnTo>
                    <a:pt x="0" y="720"/>
                  </a:lnTo>
                  <a:lnTo>
                    <a:pt x="22" y="807"/>
                  </a:lnTo>
                  <a:lnTo>
                    <a:pt x="66" y="872"/>
                  </a:lnTo>
                  <a:lnTo>
                    <a:pt x="109" y="959"/>
                  </a:lnTo>
                  <a:lnTo>
                    <a:pt x="175" y="1003"/>
                  </a:lnTo>
                  <a:lnTo>
                    <a:pt x="262" y="1047"/>
                  </a:lnTo>
                  <a:lnTo>
                    <a:pt x="349" y="1068"/>
                  </a:lnTo>
                  <a:lnTo>
                    <a:pt x="458" y="1090"/>
                  </a:lnTo>
                  <a:lnTo>
                    <a:pt x="2311" y="981"/>
                  </a:lnTo>
                  <a:lnTo>
                    <a:pt x="2420" y="959"/>
                  </a:lnTo>
                  <a:lnTo>
                    <a:pt x="2507" y="938"/>
                  </a:lnTo>
                  <a:lnTo>
                    <a:pt x="2595" y="872"/>
                  </a:lnTo>
                  <a:lnTo>
                    <a:pt x="2660" y="807"/>
                  </a:lnTo>
                  <a:lnTo>
                    <a:pt x="2704" y="741"/>
                  </a:lnTo>
                  <a:lnTo>
                    <a:pt x="2747" y="654"/>
                  </a:lnTo>
                  <a:lnTo>
                    <a:pt x="2769" y="567"/>
                  </a:lnTo>
                  <a:lnTo>
                    <a:pt x="2769" y="480"/>
                  </a:lnTo>
                  <a:lnTo>
                    <a:pt x="2769" y="371"/>
                  </a:lnTo>
                  <a:lnTo>
                    <a:pt x="2747" y="284"/>
                  </a:lnTo>
                  <a:lnTo>
                    <a:pt x="2704" y="218"/>
                  </a:lnTo>
                  <a:lnTo>
                    <a:pt x="2660" y="153"/>
                  </a:lnTo>
                  <a:lnTo>
                    <a:pt x="2595" y="87"/>
                  </a:lnTo>
                  <a:lnTo>
                    <a:pt x="2507" y="44"/>
                  </a:lnTo>
                  <a:lnTo>
                    <a:pt x="2420" y="22"/>
                  </a:lnTo>
                  <a:lnTo>
                    <a:pt x="231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7" name="Google Shape;11347;p80"/>
            <p:cNvSpPr/>
            <p:nvPr/>
          </p:nvSpPr>
          <p:spPr>
            <a:xfrm>
              <a:off x="3658775" y="3638438"/>
              <a:ext cx="69250" cy="26725"/>
            </a:xfrm>
            <a:custGeom>
              <a:rect b="b" l="l" r="r" t="t"/>
              <a:pathLst>
                <a:path extrusionOk="0" h="1069" w="2770">
                  <a:moveTo>
                    <a:pt x="2312" y="0"/>
                  </a:moveTo>
                  <a:lnTo>
                    <a:pt x="459" y="109"/>
                  </a:lnTo>
                  <a:lnTo>
                    <a:pt x="350" y="131"/>
                  </a:lnTo>
                  <a:lnTo>
                    <a:pt x="262" y="153"/>
                  </a:lnTo>
                  <a:lnTo>
                    <a:pt x="175" y="218"/>
                  </a:lnTo>
                  <a:lnTo>
                    <a:pt x="110" y="283"/>
                  </a:lnTo>
                  <a:lnTo>
                    <a:pt x="66" y="349"/>
                  </a:lnTo>
                  <a:lnTo>
                    <a:pt x="22" y="436"/>
                  </a:lnTo>
                  <a:lnTo>
                    <a:pt x="1" y="523"/>
                  </a:lnTo>
                  <a:lnTo>
                    <a:pt x="1" y="610"/>
                  </a:lnTo>
                  <a:lnTo>
                    <a:pt x="1" y="698"/>
                  </a:lnTo>
                  <a:lnTo>
                    <a:pt x="22" y="785"/>
                  </a:lnTo>
                  <a:lnTo>
                    <a:pt x="66" y="872"/>
                  </a:lnTo>
                  <a:lnTo>
                    <a:pt x="110" y="937"/>
                  </a:lnTo>
                  <a:lnTo>
                    <a:pt x="175" y="1003"/>
                  </a:lnTo>
                  <a:lnTo>
                    <a:pt x="262" y="1046"/>
                  </a:lnTo>
                  <a:lnTo>
                    <a:pt x="350" y="1068"/>
                  </a:lnTo>
                  <a:lnTo>
                    <a:pt x="459" y="1068"/>
                  </a:lnTo>
                  <a:lnTo>
                    <a:pt x="2312" y="981"/>
                  </a:lnTo>
                  <a:lnTo>
                    <a:pt x="2421" y="959"/>
                  </a:lnTo>
                  <a:lnTo>
                    <a:pt x="2508" y="937"/>
                  </a:lnTo>
                  <a:lnTo>
                    <a:pt x="2595" y="872"/>
                  </a:lnTo>
                  <a:lnTo>
                    <a:pt x="2660" y="807"/>
                  </a:lnTo>
                  <a:lnTo>
                    <a:pt x="2704" y="741"/>
                  </a:lnTo>
                  <a:lnTo>
                    <a:pt x="2748" y="654"/>
                  </a:lnTo>
                  <a:lnTo>
                    <a:pt x="2769" y="567"/>
                  </a:lnTo>
                  <a:lnTo>
                    <a:pt x="2769" y="458"/>
                  </a:lnTo>
                  <a:lnTo>
                    <a:pt x="2769" y="371"/>
                  </a:lnTo>
                  <a:lnTo>
                    <a:pt x="2748" y="283"/>
                  </a:lnTo>
                  <a:lnTo>
                    <a:pt x="2704" y="218"/>
                  </a:lnTo>
                  <a:lnTo>
                    <a:pt x="2660" y="131"/>
                  </a:lnTo>
                  <a:lnTo>
                    <a:pt x="2595" y="87"/>
                  </a:lnTo>
                  <a:lnTo>
                    <a:pt x="2508" y="44"/>
                  </a:lnTo>
                  <a:lnTo>
                    <a:pt x="2421" y="22"/>
                  </a:lnTo>
                  <a:lnTo>
                    <a:pt x="231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8" name="Google Shape;11348;p80"/>
            <p:cNvSpPr/>
            <p:nvPr/>
          </p:nvSpPr>
          <p:spPr>
            <a:xfrm>
              <a:off x="3609725" y="3450388"/>
              <a:ext cx="61625" cy="51275"/>
            </a:xfrm>
            <a:custGeom>
              <a:rect b="b" l="l" r="r" t="t"/>
              <a:pathLst>
                <a:path extrusionOk="0" h="2051" w="2465">
                  <a:moveTo>
                    <a:pt x="437" y="1"/>
                  </a:moveTo>
                  <a:lnTo>
                    <a:pt x="349" y="23"/>
                  </a:lnTo>
                  <a:lnTo>
                    <a:pt x="262" y="66"/>
                  </a:lnTo>
                  <a:lnTo>
                    <a:pt x="197" y="110"/>
                  </a:lnTo>
                  <a:lnTo>
                    <a:pt x="131" y="175"/>
                  </a:lnTo>
                  <a:lnTo>
                    <a:pt x="88" y="241"/>
                  </a:lnTo>
                  <a:lnTo>
                    <a:pt x="44" y="328"/>
                  </a:lnTo>
                  <a:lnTo>
                    <a:pt x="22" y="415"/>
                  </a:lnTo>
                  <a:lnTo>
                    <a:pt x="1" y="502"/>
                  </a:lnTo>
                  <a:lnTo>
                    <a:pt x="1" y="611"/>
                  </a:lnTo>
                  <a:lnTo>
                    <a:pt x="22" y="698"/>
                  </a:lnTo>
                  <a:lnTo>
                    <a:pt x="66" y="786"/>
                  </a:lnTo>
                  <a:lnTo>
                    <a:pt x="131" y="851"/>
                  </a:lnTo>
                  <a:lnTo>
                    <a:pt x="219" y="938"/>
                  </a:lnTo>
                  <a:lnTo>
                    <a:pt x="1745" y="1963"/>
                  </a:lnTo>
                  <a:lnTo>
                    <a:pt x="1854" y="2028"/>
                  </a:lnTo>
                  <a:lnTo>
                    <a:pt x="1941" y="2050"/>
                  </a:lnTo>
                  <a:lnTo>
                    <a:pt x="2028" y="2050"/>
                  </a:lnTo>
                  <a:lnTo>
                    <a:pt x="2115" y="2028"/>
                  </a:lnTo>
                  <a:lnTo>
                    <a:pt x="2203" y="2006"/>
                  </a:lnTo>
                  <a:lnTo>
                    <a:pt x="2268" y="1941"/>
                  </a:lnTo>
                  <a:lnTo>
                    <a:pt x="2333" y="1876"/>
                  </a:lnTo>
                  <a:lnTo>
                    <a:pt x="2377" y="1810"/>
                  </a:lnTo>
                  <a:lnTo>
                    <a:pt x="2421" y="1723"/>
                  </a:lnTo>
                  <a:lnTo>
                    <a:pt x="2442" y="1636"/>
                  </a:lnTo>
                  <a:lnTo>
                    <a:pt x="2464" y="1549"/>
                  </a:lnTo>
                  <a:lnTo>
                    <a:pt x="2442" y="1461"/>
                  </a:lnTo>
                  <a:lnTo>
                    <a:pt x="2421" y="1374"/>
                  </a:lnTo>
                  <a:lnTo>
                    <a:pt x="2377" y="1287"/>
                  </a:lnTo>
                  <a:lnTo>
                    <a:pt x="2333" y="1200"/>
                  </a:lnTo>
                  <a:lnTo>
                    <a:pt x="2246" y="1134"/>
                  </a:lnTo>
                  <a:lnTo>
                    <a:pt x="720" y="88"/>
                  </a:lnTo>
                  <a:lnTo>
                    <a:pt x="611" y="44"/>
                  </a:lnTo>
                  <a:lnTo>
                    <a:pt x="52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9" name="Google Shape;11349;p80"/>
            <p:cNvSpPr/>
            <p:nvPr/>
          </p:nvSpPr>
          <p:spPr>
            <a:xfrm>
              <a:off x="3693650" y="3362113"/>
              <a:ext cx="41450" cy="66500"/>
            </a:xfrm>
            <a:custGeom>
              <a:rect b="b" l="l" r="r" t="t"/>
              <a:pathLst>
                <a:path extrusionOk="0" h="2660" w="1658">
                  <a:moveTo>
                    <a:pt x="1135" y="0"/>
                  </a:moveTo>
                  <a:lnTo>
                    <a:pt x="1026" y="22"/>
                  </a:lnTo>
                  <a:lnTo>
                    <a:pt x="938" y="44"/>
                  </a:lnTo>
                  <a:lnTo>
                    <a:pt x="873" y="87"/>
                  </a:lnTo>
                  <a:lnTo>
                    <a:pt x="786" y="153"/>
                  </a:lnTo>
                  <a:lnTo>
                    <a:pt x="720" y="240"/>
                  </a:lnTo>
                  <a:lnTo>
                    <a:pt x="677" y="327"/>
                  </a:lnTo>
                  <a:lnTo>
                    <a:pt x="23" y="2071"/>
                  </a:lnTo>
                  <a:lnTo>
                    <a:pt x="1" y="2180"/>
                  </a:lnTo>
                  <a:lnTo>
                    <a:pt x="1" y="2267"/>
                  </a:lnTo>
                  <a:lnTo>
                    <a:pt x="23" y="2355"/>
                  </a:lnTo>
                  <a:lnTo>
                    <a:pt x="45" y="2442"/>
                  </a:lnTo>
                  <a:lnTo>
                    <a:pt x="110" y="2507"/>
                  </a:lnTo>
                  <a:lnTo>
                    <a:pt x="175" y="2551"/>
                  </a:lnTo>
                  <a:lnTo>
                    <a:pt x="241" y="2594"/>
                  </a:lnTo>
                  <a:lnTo>
                    <a:pt x="328" y="2638"/>
                  </a:lnTo>
                  <a:lnTo>
                    <a:pt x="415" y="2660"/>
                  </a:lnTo>
                  <a:lnTo>
                    <a:pt x="524" y="2660"/>
                  </a:lnTo>
                  <a:lnTo>
                    <a:pt x="611" y="2638"/>
                  </a:lnTo>
                  <a:lnTo>
                    <a:pt x="699" y="2616"/>
                  </a:lnTo>
                  <a:lnTo>
                    <a:pt x="786" y="2573"/>
                  </a:lnTo>
                  <a:lnTo>
                    <a:pt x="851" y="2507"/>
                  </a:lnTo>
                  <a:lnTo>
                    <a:pt x="917" y="2420"/>
                  </a:lnTo>
                  <a:lnTo>
                    <a:pt x="960" y="2333"/>
                  </a:lnTo>
                  <a:lnTo>
                    <a:pt x="1614" y="589"/>
                  </a:lnTo>
                  <a:lnTo>
                    <a:pt x="1636" y="480"/>
                  </a:lnTo>
                  <a:lnTo>
                    <a:pt x="1658" y="392"/>
                  </a:lnTo>
                  <a:lnTo>
                    <a:pt x="1636" y="305"/>
                  </a:lnTo>
                  <a:lnTo>
                    <a:pt x="1592" y="218"/>
                  </a:lnTo>
                  <a:lnTo>
                    <a:pt x="1549" y="153"/>
                  </a:lnTo>
                  <a:lnTo>
                    <a:pt x="1483" y="109"/>
                  </a:lnTo>
                  <a:lnTo>
                    <a:pt x="1396" y="65"/>
                  </a:lnTo>
                  <a:lnTo>
                    <a:pt x="1309" y="22"/>
                  </a:lnTo>
                  <a:lnTo>
                    <a:pt x="1222" y="22"/>
                  </a:lnTo>
                  <a:lnTo>
                    <a:pt x="1135"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0" name="Google Shape;11350;p80"/>
            <p:cNvSpPr/>
            <p:nvPr/>
          </p:nvSpPr>
          <p:spPr>
            <a:xfrm>
              <a:off x="3841900" y="3331588"/>
              <a:ext cx="61625" cy="51800"/>
            </a:xfrm>
            <a:custGeom>
              <a:rect b="b" l="l" r="r" t="t"/>
              <a:pathLst>
                <a:path extrusionOk="0" h="2072" w="2465">
                  <a:moveTo>
                    <a:pt x="1897" y="0"/>
                  </a:moveTo>
                  <a:lnTo>
                    <a:pt x="1810" y="22"/>
                  </a:lnTo>
                  <a:lnTo>
                    <a:pt x="1723" y="66"/>
                  </a:lnTo>
                  <a:lnTo>
                    <a:pt x="241" y="1156"/>
                  </a:lnTo>
                  <a:lnTo>
                    <a:pt x="175" y="1221"/>
                  </a:lnTo>
                  <a:lnTo>
                    <a:pt x="110" y="1308"/>
                  </a:lnTo>
                  <a:lnTo>
                    <a:pt x="44" y="1374"/>
                  </a:lnTo>
                  <a:lnTo>
                    <a:pt x="23" y="1461"/>
                  </a:lnTo>
                  <a:lnTo>
                    <a:pt x="1" y="1548"/>
                  </a:lnTo>
                  <a:lnTo>
                    <a:pt x="1" y="1635"/>
                  </a:lnTo>
                  <a:lnTo>
                    <a:pt x="23" y="1744"/>
                  </a:lnTo>
                  <a:lnTo>
                    <a:pt x="66" y="1831"/>
                  </a:lnTo>
                  <a:lnTo>
                    <a:pt x="110" y="1897"/>
                  </a:lnTo>
                  <a:lnTo>
                    <a:pt x="197" y="1962"/>
                  </a:lnTo>
                  <a:lnTo>
                    <a:pt x="262" y="2028"/>
                  </a:lnTo>
                  <a:lnTo>
                    <a:pt x="371" y="2049"/>
                  </a:lnTo>
                  <a:lnTo>
                    <a:pt x="459" y="2071"/>
                  </a:lnTo>
                  <a:lnTo>
                    <a:pt x="546" y="2071"/>
                  </a:lnTo>
                  <a:lnTo>
                    <a:pt x="655" y="2049"/>
                  </a:lnTo>
                  <a:lnTo>
                    <a:pt x="720" y="2006"/>
                  </a:lnTo>
                  <a:lnTo>
                    <a:pt x="2224" y="916"/>
                  </a:lnTo>
                  <a:lnTo>
                    <a:pt x="2290" y="850"/>
                  </a:lnTo>
                  <a:lnTo>
                    <a:pt x="2355" y="785"/>
                  </a:lnTo>
                  <a:lnTo>
                    <a:pt x="2399" y="698"/>
                  </a:lnTo>
                  <a:lnTo>
                    <a:pt x="2442" y="611"/>
                  </a:lnTo>
                  <a:lnTo>
                    <a:pt x="2464" y="523"/>
                  </a:lnTo>
                  <a:lnTo>
                    <a:pt x="2464" y="436"/>
                  </a:lnTo>
                  <a:lnTo>
                    <a:pt x="2442" y="349"/>
                  </a:lnTo>
                  <a:lnTo>
                    <a:pt x="2399" y="240"/>
                  </a:lnTo>
                  <a:lnTo>
                    <a:pt x="2333" y="175"/>
                  </a:lnTo>
                  <a:lnTo>
                    <a:pt x="2268" y="109"/>
                  </a:lnTo>
                  <a:lnTo>
                    <a:pt x="2181" y="66"/>
                  </a:lnTo>
                  <a:lnTo>
                    <a:pt x="2094" y="22"/>
                  </a:lnTo>
                  <a:lnTo>
                    <a:pt x="200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1" name="Google Shape;11351;p80"/>
            <p:cNvSpPr/>
            <p:nvPr/>
          </p:nvSpPr>
          <p:spPr>
            <a:xfrm>
              <a:off x="3645700" y="3736538"/>
              <a:ext cx="64875" cy="46350"/>
            </a:xfrm>
            <a:custGeom>
              <a:rect b="b" l="l" r="r" t="t"/>
              <a:pathLst>
                <a:path extrusionOk="0" h="1854" w="2595">
                  <a:moveTo>
                    <a:pt x="2072" y="0"/>
                  </a:moveTo>
                  <a:lnTo>
                    <a:pt x="1984" y="22"/>
                  </a:lnTo>
                  <a:lnTo>
                    <a:pt x="1875" y="66"/>
                  </a:lnTo>
                  <a:lnTo>
                    <a:pt x="240" y="938"/>
                  </a:lnTo>
                  <a:lnTo>
                    <a:pt x="153" y="1003"/>
                  </a:lnTo>
                  <a:lnTo>
                    <a:pt x="88" y="1068"/>
                  </a:lnTo>
                  <a:lnTo>
                    <a:pt x="44" y="1156"/>
                  </a:lnTo>
                  <a:lnTo>
                    <a:pt x="22" y="1243"/>
                  </a:lnTo>
                  <a:lnTo>
                    <a:pt x="0" y="1330"/>
                  </a:lnTo>
                  <a:lnTo>
                    <a:pt x="22" y="1417"/>
                  </a:lnTo>
                  <a:lnTo>
                    <a:pt x="44" y="1504"/>
                  </a:lnTo>
                  <a:lnTo>
                    <a:pt x="88" y="1592"/>
                  </a:lnTo>
                  <a:lnTo>
                    <a:pt x="131" y="1657"/>
                  </a:lnTo>
                  <a:lnTo>
                    <a:pt x="197" y="1722"/>
                  </a:lnTo>
                  <a:lnTo>
                    <a:pt x="262" y="1788"/>
                  </a:lnTo>
                  <a:lnTo>
                    <a:pt x="349" y="1810"/>
                  </a:lnTo>
                  <a:lnTo>
                    <a:pt x="436" y="1831"/>
                  </a:lnTo>
                  <a:lnTo>
                    <a:pt x="545" y="1853"/>
                  </a:lnTo>
                  <a:lnTo>
                    <a:pt x="633" y="1831"/>
                  </a:lnTo>
                  <a:lnTo>
                    <a:pt x="742" y="1788"/>
                  </a:lnTo>
                  <a:lnTo>
                    <a:pt x="2355" y="894"/>
                  </a:lnTo>
                  <a:lnTo>
                    <a:pt x="2464" y="850"/>
                  </a:lnTo>
                  <a:lnTo>
                    <a:pt x="2529" y="763"/>
                  </a:lnTo>
                  <a:lnTo>
                    <a:pt x="2573" y="698"/>
                  </a:lnTo>
                  <a:lnTo>
                    <a:pt x="2595" y="611"/>
                  </a:lnTo>
                  <a:lnTo>
                    <a:pt x="2595" y="523"/>
                  </a:lnTo>
                  <a:lnTo>
                    <a:pt x="2595" y="436"/>
                  </a:lnTo>
                  <a:lnTo>
                    <a:pt x="2573" y="349"/>
                  </a:lnTo>
                  <a:lnTo>
                    <a:pt x="2529" y="262"/>
                  </a:lnTo>
                  <a:lnTo>
                    <a:pt x="2486" y="175"/>
                  </a:lnTo>
                  <a:lnTo>
                    <a:pt x="2420" y="109"/>
                  </a:lnTo>
                  <a:lnTo>
                    <a:pt x="2333" y="66"/>
                  </a:lnTo>
                  <a:lnTo>
                    <a:pt x="2268" y="22"/>
                  </a:lnTo>
                  <a:lnTo>
                    <a:pt x="215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2" name="Google Shape;11352;p80"/>
            <p:cNvSpPr/>
            <p:nvPr/>
          </p:nvSpPr>
          <p:spPr>
            <a:xfrm>
              <a:off x="3888775" y="3526688"/>
              <a:ext cx="52900" cy="61075"/>
            </a:xfrm>
            <a:custGeom>
              <a:rect b="b" l="l" r="r" t="t"/>
              <a:pathLst>
                <a:path extrusionOk="0" h="2443" w="2116">
                  <a:moveTo>
                    <a:pt x="1592" y="1"/>
                  </a:moveTo>
                  <a:lnTo>
                    <a:pt x="1505" y="23"/>
                  </a:lnTo>
                  <a:lnTo>
                    <a:pt x="1418" y="66"/>
                  </a:lnTo>
                  <a:lnTo>
                    <a:pt x="1330" y="110"/>
                  </a:lnTo>
                  <a:lnTo>
                    <a:pt x="1265" y="175"/>
                  </a:lnTo>
                  <a:lnTo>
                    <a:pt x="1200" y="241"/>
                  </a:lnTo>
                  <a:lnTo>
                    <a:pt x="66" y="1701"/>
                  </a:lnTo>
                  <a:lnTo>
                    <a:pt x="22" y="1789"/>
                  </a:lnTo>
                  <a:lnTo>
                    <a:pt x="1" y="1876"/>
                  </a:lnTo>
                  <a:lnTo>
                    <a:pt x="1" y="1963"/>
                  </a:lnTo>
                  <a:lnTo>
                    <a:pt x="22" y="2072"/>
                  </a:lnTo>
                  <a:lnTo>
                    <a:pt x="66" y="2159"/>
                  </a:lnTo>
                  <a:lnTo>
                    <a:pt x="110" y="2246"/>
                  </a:lnTo>
                  <a:lnTo>
                    <a:pt x="175" y="2312"/>
                  </a:lnTo>
                  <a:lnTo>
                    <a:pt x="240" y="2377"/>
                  </a:lnTo>
                  <a:lnTo>
                    <a:pt x="349" y="2421"/>
                  </a:lnTo>
                  <a:lnTo>
                    <a:pt x="437" y="2443"/>
                  </a:lnTo>
                  <a:lnTo>
                    <a:pt x="524" y="2443"/>
                  </a:lnTo>
                  <a:lnTo>
                    <a:pt x="611" y="2421"/>
                  </a:lnTo>
                  <a:lnTo>
                    <a:pt x="698" y="2377"/>
                  </a:lnTo>
                  <a:lnTo>
                    <a:pt x="785" y="2334"/>
                  </a:lnTo>
                  <a:lnTo>
                    <a:pt x="851" y="2268"/>
                  </a:lnTo>
                  <a:lnTo>
                    <a:pt x="916" y="2203"/>
                  </a:lnTo>
                  <a:lnTo>
                    <a:pt x="2050" y="742"/>
                  </a:lnTo>
                  <a:lnTo>
                    <a:pt x="2094" y="655"/>
                  </a:lnTo>
                  <a:lnTo>
                    <a:pt x="2115" y="568"/>
                  </a:lnTo>
                  <a:lnTo>
                    <a:pt x="2115" y="459"/>
                  </a:lnTo>
                  <a:lnTo>
                    <a:pt x="2094" y="371"/>
                  </a:lnTo>
                  <a:lnTo>
                    <a:pt x="2050" y="284"/>
                  </a:lnTo>
                  <a:lnTo>
                    <a:pt x="2006" y="197"/>
                  </a:lnTo>
                  <a:lnTo>
                    <a:pt x="1941" y="132"/>
                  </a:lnTo>
                  <a:lnTo>
                    <a:pt x="1875" y="66"/>
                  </a:lnTo>
                  <a:lnTo>
                    <a:pt x="1766" y="23"/>
                  </a:lnTo>
                  <a:lnTo>
                    <a:pt x="167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3" name="Google Shape;11353;p80"/>
            <p:cNvSpPr/>
            <p:nvPr/>
          </p:nvSpPr>
          <p:spPr>
            <a:xfrm>
              <a:off x="4002675" y="3594813"/>
              <a:ext cx="52350" cy="61075"/>
            </a:xfrm>
            <a:custGeom>
              <a:rect b="b" l="l" r="r" t="t"/>
              <a:pathLst>
                <a:path extrusionOk="0" h="2443" w="2094">
                  <a:moveTo>
                    <a:pt x="1592" y="1"/>
                  </a:moveTo>
                  <a:lnTo>
                    <a:pt x="1483" y="23"/>
                  </a:lnTo>
                  <a:lnTo>
                    <a:pt x="1418" y="66"/>
                  </a:lnTo>
                  <a:lnTo>
                    <a:pt x="1331" y="110"/>
                  </a:lnTo>
                  <a:lnTo>
                    <a:pt x="1265" y="175"/>
                  </a:lnTo>
                  <a:lnTo>
                    <a:pt x="1200" y="241"/>
                  </a:lnTo>
                  <a:lnTo>
                    <a:pt x="66" y="1701"/>
                  </a:lnTo>
                  <a:lnTo>
                    <a:pt x="23" y="1789"/>
                  </a:lnTo>
                  <a:lnTo>
                    <a:pt x="1" y="1876"/>
                  </a:lnTo>
                  <a:lnTo>
                    <a:pt x="1" y="1985"/>
                  </a:lnTo>
                  <a:lnTo>
                    <a:pt x="23" y="2072"/>
                  </a:lnTo>
                  <a:lnTo>
                    <a:pt x="45" y="2159"/>
                  </a:lnTo>
                  <a:lnTo>
                    <a:pt x="110" y="2246"/>
                  </a:lnTo>
                  <a:lnTo>
                    <a:pt x="175" y="2312"/>
                  </a:lnTo>
                  <a:lnTo>
                    <a:pt x="241" y="2377"/>
                  </a:lnTo>
                  <a:lnTo>
                    <a:pt x="328" y="2421"/>
                  </a:lnTo>
                  <a:lnTo>
                    <a:pt x="437" y="2443"/>
                  </a:lnTo>
                  <a:lnTo>
                    <a:pt x="524" y="2443"/>
                  </a:lnTo>
                  <a:lnTo>
                    <a:pt x="611" y="2421"/>
                  </a:lnTo>
                  <a:lnTo>
                    <a:pt x="699" y="2377"/>
                  </a:lnTo>
                  <a:lnTo>
                    <a:pt x="764" y="2334"/>
                  </a:lnTo>
                  <a:lnTo>
                    <a:pt x="851" y="2268"/>
                  </a:lnTo>
                  <a:lnTo>
                    <a:pt x="917" y="2203"/>
                  </a:lnTo>
                  <a:lnTo>
                    <a:pt x="2028" y="742"/>
                  </a:lnTo>
                  <a:lnTo>
                    <a:pt x="2072" y="655"/>
                  </a:lnTo>
                  <a:lnTo>
                    <a:pt x="2094" y="568"/>
                  </a:lnTo>
                  <a:lnTo>
                    <a:pt x="2094" y="459"/>
                  </a:lnTo>
                  <a:lnTo>
                    <a:pt x="2094" y="372"/>
                  </a:lnTo>
                  <a:lnTo>
                    <a:pt x="2050" y="284"/>
                  </a:lnTo>
                  <a:lnTo>
                    <a:pt x="2007" y="197"/>
                  </a:lnTo>
                  <a:lnTo>
                    <a:pt x="1941" y="132"/>
                  </a:lnTo>
                  <a:lnTo>
                    <a:pt x="1854" y="66"/>
                  </a:lnTo>
                  <a:lnTo>
                    <a:pt x="1767" y="23"/>
                  </a:lnTo>
                  <a:lnTo>
                    <a:pt x="168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4" name="Google Shape;11354;p80"/>
            <p:cNvSpPr/>
            <p:nvPr/>
          </p:nvSpPr>
          <p:spPr>
            <a:xfrm>
              <a:off x="3590100" y="2857963"/>
              <a:ext cx="337400" cy="470375"/>
            </a:xfrm>
            <a:custGeom>
              <a:rect b="b" l="l" r="r" t="t"/>
              <a:pathLst>
                <a:path extrusionOk="0" h="18815" w="13496">
                  <a:moveTo>
                    <a:pt x="7435" y="0"/>
                  </a:moveTo>
                  <a:lnTo>
                    <a:pt x="7239" y="22"/>
                  </a:lnTo>
                  <a:lnTo>
                    <a:pt x="7042" y="44"/>
                  </a:lnTo>
                  <a:lnTo>
                    <a:pt x="6846" y="131"/>
                  </a:lnTo>
                  <a:lnTo>
                    <a:pt x="6694" y="240"/>
                  </a:lnTo>
                  <a:lnTo>
                    <a:pt x="6519" y="371"/>
                  </a:lnTo>
                  <a:lnTo>
                    <a:pt x="6367" y="523"/>
                  </a:lnTo>
                  <a:lnTo>
                    <a:pt x="6236" y="698"/>
                  </a:lnTo>
                  <a:lnTo>
                    <a:pt x="6105" y="916"/>
                  </a:lnTo>
                  <a:lnTo>
                    <a:pt x="5996" y="1134"/>
                  </a:lnTo>
                  <a:lnTo>
                    <a:pt x="5865" y="1374"/>
                  </a:lnTo>
                  <a:lnTo>
                    <a:pt x="5778" y="1635"/>
                  </a:lnTo>
                  <a:lnTo>
                    <a:pt x="5604" y="2180"/>
                  </a:lnTo>
                  <a:lnTo>
                    <a:pt x="5451" y="2769"/>
                  </a:lnTo>
                  <a:lnTo>
                    <a:pt x="5320" y="3358"/>
                  </a:lnTo>
                  <a:lnTo>
                    <a:pt x="5233" y="3946"/>
                  </a:lnTo>
                  <a:lnTo>
                    <a:pt x="5168" y="4513"/>
                  </a:lnTo>
                  <a:lnTo>
                    <a:pt x="5059" y="5538"/>
                  </a:lnTo>
                  <a:lnTo>
                    <a:pt x="5037" y="6257"/>
                  </a:lnTo>
                  <a:lnTo>
                    <a:pt x="5015" y="6519"/>
                  </a:lnTo>
                  <a:lnTo>
                    <a:pt x="4884" y="6453"/>
                  </a:lnTo>
                  <a:lnTo>
                    <a:pt x="4732" y="6410"/>
                  </a:lnTo>
                  <a:lnTo>
                    <a:pt x="4535" y="6344"/>
                  </a:lnTo>
                  <a:lnTo>
                    <a:pt x="4296" y="6279"/>
                  </a:lnTo>
                  <a:lnTo>
                    <a:pt x="4034" y="6257"/>
                  </a:lnTo>
                  <a:lnTo>
                    <a:pt x="3751" y="6235"/>
                  </a:lnTo>
                  <a:lnTo>
                    <a:pt x="3445" y="6279"/>
                  </a:lnTo>
                  <a:lnTo>
                    <a:pt x="3293" y="6301"/>
                  </a:lnTo>
                  <a:lnTo>
                    <a:pt x="3140" y="6344"/>
                  </a:lnTo>
                  <a:lnTo>
                    <a:pt x="2988" y="6410"/>
                  </a:lnTo>
                  <a:lnTo>
                    <a:pt x="2835" y="6497"/>
                  </a:lnTo>
                  <a:lnTo>
                    <a:pt x="2682" y="6584"/>
                  </a:lnTo>
                  <a:lnTo>
                    <a:pt x="2530" y="6693"/>
                  </a:lnTo>
                  <a:lnTo>
                    <a:pt x="2399" y="6824"/>
                  </a:lnTo>
                  <a:lnTo>
                    <a:pt x="2268" y="6998"/>
                  </a:lnTo>
                  <a:lnTo>
                    <a:pt x="2137" y="7173"/>
                  </a:lnTo>
                  <a:lnTo>
                    <a:pt x="2006" y="7369"/>
                  </a:lnTo>
                  <a:lnTo>
                    <a:pt x="1897" y="7609"/>
                  </a:lnTo>
                  <a:lnTo>
                    <a:pt x="1788" y="7870"/>
                  </a:lnTo>
                  <a:lnTo>
                    <a:pt x="1701" y="8154"/>
                  </a:lnTo>
                  <a:lnTo>
                    <a:pt x="1614" y="8459"/>
                  </a:lnTo>
                  <a:lnTo>
                    <a:pt x="1549" y="8808"/>
                  </a:lnTo>
                  <a:lnTo>
                    <a:pt x="1505" y="9200"/>
                  </a:lnTo>
                  <a:lnTo>
                    <a:pt x="1483" y="9440"/>
                  </a:lnTo>
                  <a:lnTo>
                    <a:pt x="1483" y="9723"/>
                  </a:lnTo>
                  <a:lnTo>
                    <a:pt x="1505" y="10029"/>
                  </a:lnTo>
                  <a:lnTo>
                    <a:pt x="1527" y="10377"/>
                  </a:lnTo>
                  <a:lnTo>
                    <a:pt x="1570" y="10726"/>
                  </a:lnTo>
                  <a:lnTo>
                    <a:pt x="1636" y="11075"/>
                  </a:lnTo>
                  <a:lnTo>
                    <a:pt x="1723" y="11467"/>
                  </a:lnTo>
                  <a:lnTo>
                    <a:pt x="1810" y="11860"/>
                  </a:lnTo>
                  <a:lnTo>
                    <a:pt x="1592" y="11838"/>
                  </a:lnTo>
                  <a:lnTo>
                    <a:pt x="1352" y="11860"/>
                  </a:lnTo>
                  <a:lnTo>
                    <a:pt x="1134" y="11903"/>
                  </a:lnTo>
                  <a:lnTo>
                    <a:pt x="895" y="11991"/>
                  </a:lnTo>
                  <a:lnTo>
                    <a:pt x="677" y="12143"/>
                  </a:lnTo>
                  <a:lnTo>
                    <a:pt x="568" y="12230"/>
                  </a:lnTo>
                  <a:lnTo>
                    <a:pt x="459" y="12339"/>
                  </a:lnTo>
                  <a:lnTo>
                    <a:pt x="350" y="12470"/>
                  </a:lnTo>
                  <a:lnTo>
                    <a:pt x="262" y="12623"/>
                  </a:lnTo>
                  <a:lnTo>
                    <a:pt x="175" y="12776"/>
                  </a:lnTo>
                  <a:lnTo>
                    <a:pt x="88" y="12950"/>
                  </a:lnTo>
                  <a:lnTo>
                    <a:pt x="23" y="13124"/>
                  </a:lnTo>
                  <a:lnTo>
                    <a:pt x="1" y="13299"/>
                  </a:lnTo>
                  <a:lnTo>
                    <a:pt x="1" y="13451"/>
                  </a:lnTo>
                  <a:lnTo>
                    <a:pt x="44" y="13648"/>
                  </a:lnTo>
                  <a:lnTo>
                    <a:pt x="110" y="13822"/>
                  </a:lnTo>
                  <a:lnTo>
                    <a:pt x="175" y="13996"/>
                  </a:lnTo>
                  <a:lnTo>
                    <a:pt x="284" y="14193"/>
                  </a:lnTo>
                  <a:lnTo>
                    <a:pt x="415" y="14367"/>
                  </a:lnTo>
                  <a:lnTo>
                    <a:pt x="568" y="14563"/>
                  </a:lnTo>
                  <a:lnTo>
                    <a:pt x="742" y="14759"/>
                  </a:lnTo>
                  <a:lnTo>
                    <a:pt x="1134" y="15130"/>
                  </a:lnTo>
                  <a:lnTo>
                    <a:pt x="1570" y="15501"/>
                  </a:lnTo>
                  <a:lnTo>
                    <a:pt x="2072" y="15871"/>
                  </a:lnTo>
                  <a:lnTo>
                    <a:pt x="2595" y="16242"/>
                  </a:lnTo>
                  <a:lnTo>
                    <a:pt x="3118" y="16591"/>
                  </a:lnTo>
                  <a:lnTo>
                    <a:pt x="3663" y="16918"/>
                  </a:lnTo>
                  <a:lnTo>
                    <a:pt x="4208" y="17223"/>
                  </a:lnTo>
                  <a:lnTo>
                    <a:pt x="5189" y="17768"/>
                  </a:lnTo>
                  <a:lnTo>
                    <a:pt x="6018" y="18182"/>
                  </a:lnTo>
                  <a:lnTo>
                    <a:pt x="6672" y="18509"/>
                  </a:lnTo>
                  <a:lnTo>
                    <a:pt x="6999" y="18618"/>
                  </a:lnTo>
                  <a:lnTo>
                    <a:pt x="7304" y="18705"/>
                  </a:lnTo>
                  <a:lnTo>
                    <a:pt x="7631" y="18771"/>
                  </a:lnTo>
                  <a:lnTo>
                    <a:pt x="7980" y="18814"/>
                  </a:lnTo>
                  <a:lnTo>
                    <a:pt x="8678" y="18814"/>
                  </a:lnTo>
                  <a:lnTo>
                    <a:pt x="9048" y="18771"/>
                  </a:lnTo>
                  <a:lnTo>
                    <a:pt x="9419" y="18705"/>
                  </a:lnTo>
                  <a:lnTo>
                    <a:pt x="9789" y="18596"/>
                  </a:lnTo>
                  <a:lnTo>
                    <a:pt x="10182" y="18466"/>
                  </a:lnTo>
                  <a:lnTo>
                    <a:pt x="10574" y="18313"/>
                  </a:lnTo>
                  <a:lnTo>
                    <a:pt x="10967" y="18117"/>
                  </a:lnTo>
                  <a:lnTo>
                    <a:pt x="11381" y="17877"/>
                  </a:lnTo>
                  <a:lnTo>
                    <a:pt x="11795" y="17615"/>
                  </a:lnTo>
                  <a:lnTo>
                    <a:pt x="12231" y="17310"/>
                  </a:lnTo>
                  <a:lnTo>
                    <a:pt x="12667" y="16983"/>
                  </a:lnTo>
                  <a:lnTo>
                    <a:pt x="12863" y="16285"/>
                  </a:lnTo>
                  <a:lnTo>
                    <a:pt x="13038" y="15544"/>
                  </a:lnTo>
                  <a:lnTo>
                    <a:pt x="13234" y="14650"/>
                  </a:lnTo>
                  <a:lnTo>
                    <a:pt x="13321" y="14171"/>
                  </a:lnTo>
                  <a:lnTo>
                    <a:pt x="13408" y="13691"/>
                  </a:lnTo>
                  <a:lnTo>
                    <a:pt x="13452" y="13212"/>
                  </a:lnTo>
                  <a:lnTo>
                    <a:pt x="13495" y="12732"/>
                  </a:lnTo>
                  <a:lnTo>
                    <a:pt x="13495" y="12296"/>
                  </a:lnTo>
                  <a:lnTo>
                    <a:pt x="13452" y="11882"/>
                  </a:lnTo>
                  <a:lnTo>
                    <a:pt x="13386" y="11533"/>
                  </a:lnTo>
                  <a:lnTo>
                    <a:pt x="13343" y="11358"/>
                  </a:lnTo>
                  <a:lnTo>
                    <a:pt x="13277" y="11206"/>
                  </a:lnTo>
                  <a:lnTo>
                    <a:pt x="13147" y="10966"/>
                  </a:lnTo>
                  <a:lnTo>
                    <a:pt x="12994" y="10770"/>
                  </a:lnTo>
                  <a:lnTo>
                    <a:pt x="12841" y="10639"/>
                  </a:lnTo>
                  <a:lnTo>
                    <a:pt x="12689" y="10552"/>
                  </a:lnTo>
                  <a:lnTo>
                    <a:pt x="12536" y="10486"/>
                  </a:lnTo>
                  <a:lnTo>
                    <a:pt x="12209" y="10486"/>
                  </a:lnTo>
                  <a:lnTo>
                    <a:pt x="12057" y="10530"/>
                  </a:lnTo>
                  <a:lnTo>
                    <a:pt x="11926" y="10574"/>
                  </a:lnTo>
                  <a:lnTo>
                    <a:pt x="11795" y="10639"/>
                  </a:lnTo>
                  <a:lnTo>
                    <a:pt x="11555" y="10792"/>
                  </a:lnTo>
                  <a:lnTo>
                    <a:pt x="11424" y="10901"/>
                  </a:lnTo>
                  <a:lnTo>
                    <a:pt x="11359" y="10944"/>
                  </a:lnTo>
                  <a:lnTo>
                    <a:pt x="11359" y="10944"/>
                  </a:lnTo>
                  <a:lnTo>
                    <a:pt x="11577" y="10356"/>
                  </a:lnTo>
                  <a:lnTo>
                    <a:pt x="11795" y="9723"/>
                  </a:lnTo>
                  <a:lnTo>
                    <a:pt x="12035" y="8917"/>
                  </a:lnTo>
                  <a:lnTo>
                    <a:pt x="12253" y="8023"/>
                  </a:lnTo>
                  <a:lnTo>
                    <a:pt x="12340" y="7565"/>
                  </a:lnTo>
                  <a:lnTo>
                    <a:pt x="12405" y="7107"/>
                  </a:lnTo>
                  <a:lnTo>
                    <a:pt x="12471" y="6671"/>
                  </a:lnTo>
                  <a:lnTo>
                    <a:pt x="12493" y="6235"/>
                  </a:lnTo>
                  <a:lnTo>
                    <a:pt x="12471" y="5821"/>
                  </a:lnTo>
                  <a:lnTo>
                    <a:pt x="12427" y="5429"/>
                  </a:lnTo>
                  <a:lnTo>
                    <a:pt x="12384" y="5254"/>
                  </a:lnTo>
                  <a:lnTo>
                    <a:pt x="12340" y="5123"/>
                  </a:lnTo>
                  <a:lnTo>
                    <a:pt x="12275" y="4993"/>
                  </a:lnTo>
                  <a:lnTo>
                    <a:pt x="12209" y="4884"/>
                  </a:lnTo>
                  <a:lnTo>
                    <a:pt x="12144" y="4796"/>
                  </a:lnTo>
                  <a:lnTo>
                    <a:pt x="12057" y="4731"/>
                  </a:lnTo>
                  <a:lnTo>
                    <a:pt x="11969" y="4666"/>
                  </a:lnTo>
                  <a:lnTo>
                    <a:pt x="11860" y="4622"/>
                  </a:lnTo>
                  <a:lnTo>
                    <a:pt x="11773" y="4600"/>
                  </a:lnTo>
                  <a:lnTo>
                    <a:pt x="11446" y="4600"/>
                  </a:lnTo>
                  <a:lnTo>
                    <a:pt x="11206" y="4666"/>
                  </a:lnTo>
                  <a:lnTo>
                    <a:pt x="10988" y="4753"/>
                  </a:lnTo>
                  <a:lnTo>
                    <a:pt x="10770" y="4840"/>
                  </a:lnTo>
                  <a:lnTo>
                    <a:pt x="10552" y="4971"/>
                  </a:lnTo>
                  <a:lnTo>
                    <a:pt x="10160" y="5211"/>
                  </a:lnTo>
                  <a:lnTo>
                    <a:pt x="9898" y="5429"/>
                  </a:lnTo>
                  <a:lnTo>
                    <a:pt x="9811" y="5494"/>
                  </a:lnTo>
                  <a:lnTo>
                    <a:pt x="9789" y="5254"/>
                  </a:lnTo>
                  <a:lnTo>
                    <a:pt x="9702" y="4600"/>
                  </a:lnTo>
                  <a:lnTo>
                    <a:pt x="9550" y="3706"/>
                  </a:lnTo>
                  <a:lnTo>
                    <a:pt x="9462" y="3183"/>
                  </a:lnTo>
                  <a:lnTo>
                    <a:pt x="9332" y="2660"/>
                  </a:lnTo>
                  <a:lnTo>
                    <a:pt x="9179" y="2137"/>
                  </a:lnTo>
                  <a:lnTo>
                    <a:pt x="8983" y="1635"/>
                  </a:lnTo>
                  <a:lnTo>
                    <a:pt x="8787" y="1177"/>
                  </a:lnTo>
                  <a:lnTo>
                    <a:pt x="8656" y="959"/>
                  </a:lnTo>
                  <a:lnTo>
                    <a:pt x="8547" y="763"/>
                  </a:lnTo>
                  <a:lnTo>
                    <a:pt x="8416" y="589"/>
                  </a:lnTo>
                  <a:lnTo>
                    <a:pt x="8263" y="436"/>
                  </a:lnTo>
                  <a:lnTo>
                    <a:pt x="8111" y="284"/>
                  </a:lnTo>
                  <a:lnTo>
                    <a:pt x="7958" y="175"/>
                  </a:lnTo>
                  <a:lnTo>
                    <a:pt x="7784" y="87"/>
                  </a:lnTo>
                  <a:lnTo>
                    <a:pt x="7609" y="44"/>
                  </a:lnTo>
                  <a:lnTo>
                    <a:pt x="7435"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5" name="Google Shape;11355;p80"/>
            <p:cNvSpPr/>
            <p:nvPr/>
          </p:nvSpPr>
          <p:spPr>
            <a:xfrm>
              <a:off x="3590100" y="2857963"/>
              <a:ext cx="337400" cy="470375"/>
            </a:xfrm>
            <a:custGeom>
              <a:rect b="b" l="l" r="r" t="t"/>
              <a:pathLst>
                <a:path extrusionOk="0" fill="none" h="18815" w="13496">
                  <a:moveTo>
                    <a:pt x="88" y="12950"/>
                  </a:moveTo>
                  <a:lnTo>
                    <a:pt x="88" y="12950"/>
                  </a:lnTo>
                  <a:lnTo>
                    <a:pt x="175" y="12776"/>
                  </a:lnTo>
                  <a:lnTo>
                    <a:pt x="262" y="12623"/>
                  </a:lnTo>
                  <a:lnTo>
                    <a:pt x="350" y="12470"/>
                  </a:lnTo>
                  <a:lnTo>
                    <a:pt x="459" y="12339"/>
                  </a:lnTo>
                  <a:lnTo>
                    <a:pt x="568" y="12230"/>
                  </a:lnTo>
                  <a:lnTo>
                    <a:pt x="677" y="12143"/>
                  </a:lnTo>
                  <a:lnTo>
                    <a:pt x="895" y="11991"/>
                  </a:lnTo>
                  <a:lnTo>
                    <a:pt x="1134" y="11903"/>
                  </a:lnTo>
                  <a:lnTo>
                    <a:pt x="1352" y="11860"/>
                  </a:lnTo>
                  <a:lnTo>
                    <a:pt x="1592" y="11838"/>
                  </a:lnTo>
                  <a:lnTo>
                    <a:pt x="1810" y="11860"/>
                  </a:lnTo>
                  <a:lnTo>
                    <a:pt x="1810" y="11860"/>
                  </a:lnTo>
                  <a:lnTo>
                    <a:pt x="1723" y="11467"/>
                  </a:lnTo>
                  <a:lnTo>
                    <a:pt x="1636" y="11075"/>
                  </a:lnTo>
                  <a:lnTo>
                    <a:pt x="1570" y="10726"/>
                  </a:lnTo>
                  <a:lnTo>
                    <a:pt x="1527" y="10377"/>
                  </a:lnTo>
                  <a:lnTo>
                    <a:pt x="1505" y="10029"/>
                  </a:lnTo>
                  <a:lnTo>
                    <a:pt x="1483" y="9723"/>
                  </a:lnTo>
                  <a:lnTo>
                    <a:pt x="1483" y="9440"/>
                  </a:lnTo>
                  <a:lnTo>
                    <a:pt x="1505" y="9200"/>
                  </a:lnTo>
                  <a:lnTo>
                    <a:pt x="1505" y="9200"/>
                  </a:lnTo>
                  <a:lnTo>
                    <a:pt x="1549" y="8808"/>
                  </a:lnTo>
                  <a:lnTo>
                    <a:pt x="1614" y="8459"/>
                  </a:lnTo>
                  <a:lnTo>
                    <a:pt x="1701" y="8154"/>
                  </a:lnTo>
                  <a:lnTo>
                    <a:pt x="1788" y="7870"/>
                  </a:lnTo>
                  <a:lnTo>
                    <a:pt x="1897" y="7609"/>
                  </a:lnTo>
                  <a:lnTo>
                    <a:pt x="2006" y="7369"/>
                  </a:lnTo>
                  <a:lnTo>
                    <a:pt x="2137" y="7173"/>
                  </a:lnTo>
                  <a:lnTo>
                    <a:pt x="2268" y="6998"/>
                  </a:lnTo>
                  <a:lnTo>
                    <a:pt x="2399" y="6824"/>
                  </a:lnTo>
                  <a:lnTo>
                    <a:pt x="2530" y="6693"/>
                  </a:lnTo>
                  <a:lnTo>
                    <a:pt x="2682" y="6584"/>
                  </a:lnTo>
                  <a:lnTo>
                    <a:pt x="2835" y="6497"/>
                  </a:lnTo>
                  <a:lnTo>
                    <a:pt x="2988" y="6410"/>
                  </a:lnTo>
                  <a:lnTo>
                    <a:pt x="3140" y="6344"/>
                  </a:lnTo>
                  <a:lnTo>
                    <a:pt x="3293" y="6301"/>
                  </a:lnTo>
                  <a:lnTo>
                    <a:pt x="3445" y="6279"/>
                  </a:lnTo>
                  <a:lnTo>
                    <a:pt x="3751" y="6235"/>
                  </a:lnTo>
                  <a:lnTo>
                    <a:pt x="4034" y="6257"/>
                  </a:lnTo>
                  <a:lnTo>
                    <a:pt x="4296" y="6279"/>
                  </a:lnTo>
                  <a:lnTo>
                    <a:pt x="4535" y="6344"/>
                  </a:lnTo>
                  <a:lnTo>
                    <a:pt x="4732" y="6410"/>
                  </a:lnTo>
                  <a:lnTo>
                    <a:pt x="4884" y="6453"/>
                  </a:lnTo>
                  <a:lnTo>
                    <a:pt x="5015" y="6519"/>
                  </a:lnTo>
                  <a:lnTo>
                    <a:pt x="5015" y="6519"/>
                  </a:lnTo>
                  <a:lnTo>
                    <a:pt x="5037" y="6257"/>
                  </a:lnTo>
                  <a:lnTo>
                    <a:pt x="5059" y="5538"/>
                  </a:lnTo>
                  <a:lnTo>
                    <a:pt x="5168" y="4513"/>
                  </a:lnTo>
                  <a:lnTo>
                    <a:pt x="5233" y="3946"/>
                  </a:lnTo>
                  <a:lnTo>
                    <a:pt x="5320" y="3358"/>
                  </a:lnTo>
                  <a:lnTo>
                    <a:pt x="5451" y="2769"/>
                  </a:lnTo>
                  <a:lnTo>
                    <a:pt x="5604" y="2180"/>
                  </a:lnTo>
                  <a:lnTo>
                    <a:pt x="5778" y="1635"/>
                  </a:lnTo>
                  <a:lnTo>
                    <a:pt x="5865" y="1374"/>
                  </a:lnTo>
                  <a:lnTo>
                    <a:pt x="5996" y="1134"/>
                  </a:lnTo>
                  <a:lnTo>
                    <a:pt x="6105" y="916"/>
                  </a:lnTo>
                  <a:lnTo>
                    <a:pt x="6236" y="698"/>
                  </a:lnTo>
                  <a:lnTo>
                    <a:pt x="6367" y="523"/>
                  </a:lnTo>
                  <a:lnTo>
                    <a:pt x="6519" y="371"/>
                  </a:lnTo>
                  <a:lnTo>
                    <a:pt x="6694" y="240"/>
                  </a:lnTo>
                  <a:lnTo>
                    <a:pt x="6846" y="131"/>
                  </a:lnTo>
                  <a:lnTo>
                    <a:pt x="7042" y="44"/>
                  </a:lnTo>
                  <a:lnTo>
                    <a:pt x="7239" y="22"/>
                  </a:lnTo>
                  <a:lnTo>
                    <a:pt x="7239" y="22"/>
                  </a:lnTo>
                  <a:lnTo>
                    <a:pt x="7435" y="0"/>
                  </a:lnTo>
                  <a:lnTo>
                    <a:pt x="7609" y="44"/>
                  </a:lnTo>
                  <a:lnTo>
                    <a:pt x="7784" y="87"/>
                  </a:lnTo>
                  <a:lnTo>
                    <a:pt x="7958" y="175"/>
                  </a:lnTo>
                  <a:lnTo>
                    <a:pt x="8111" y="284"/>
                  </a:lnTo>
                  <a:lnTo>
                    <a:pt x="8263" y="436"/>
                  </a:lnTo>
                  <a:lnTo>
                    <a:pt x="8416" y="589"/>
                  </a:lnTo>
                  <a:lnTo>
                    <a:pt x="8547" y="763"/>
                  </a:lnTo>
                  <a:lnTo>
                    <a:pt x="8656" y="959"/>
                  </a:lnTo>
                  <a:lnTo>
                    <a:pt x="8787" y="1177"/>
                  </a:lnTo>
                  <a:lnTo>
                    <a:pt x="8983" y="1635"/>
                  </a:lnTo>
                  <a:lnTo>
                    <a:pt x="9179" y="2137"/>
                  </a:lnTo>
                  <a:lnTo>
                    <a:pt x="9332" y="2660"/>
                  </a:lnTo>
                  <a:lnTo>
                    <a:pt x="9462" y="3183"/>
                  </a:lnTo>
                  <a:lnTo>
                    <a:pt x="9550" y="3706"/>
                  </a:lnTo>
                  <a:lnTo>
                    <a:pt x="9702" y="4600"/>
                  </a:lnTo>
                  <a:lnTo>
                    <a:pt x="9789" y="5254"/>
                  </a:lnTo>
                  <a:lnTo>
                    <a:pt x="9811" y="5494"/>
                  </a:lnTo>
                  <a:lnTo>
                    <a:pt x="9811" y="5494"/>
                  </a:lnTo>
                  <a:lnTo>
                    <a:pt x="9898" y="5429"/>
                  </a:lnTo>
                  <a:lnTo>
                    <a:pt x="10160" y="5211"/>
                  </a:lnTo>
                  <a:lnTo>
                    <a:pt x="10552" y="4971"/>
                  </a:lnTo>
                  <a:lnTo>
                    <a:pt x="10770" y="4840"/>
                  </a:lnTo>
                  <a:lnTo>
                    <a:pt x="10988" y="4753"/>
                  </a:lnTo>
                  <a:lnTo>
                    <a:pt x="11206" y="4666"/>
                  </a:lnTo>
                  <a:lnTo>
                    <a:pt x="11446" y="4600"/>
                  </a:lnTo>
                  <a:lnTo>
                    <a:pt x="11664" y="4600"/>
                  </a:lnTo>
                  <a:lnTo>
                    <a:pt x="11773" y="4600"/>
                  </a:lnTo>
                  <a:lnTo>
                    <a:pt x="11860" y="4622"/>
                  </a:lnTo>
                  <a:lnTo>
                    <a:pt x="11969" y="4666"/>
                  </a:lnTo>
                  <a:lnTo>
                    <a:pt x="12057" y="4731"/>
                  </a:lnTo>
                  <a:lnTo>
                    <a:pt x="12144" y="4796"/>
                  </a:lnTo>
                  <a:lnTo>
                    <a:pt x="12209" y="4884"/>
                  </a:lnTo>
                  <a:lnTo>
                    <a:pt x="12275" y="4993"/>
                  </a:lnTo>
                  <a:lnTo>
                    <a:pt x="12340" y="5123"/>
                  </a:lnTo>
                  <a:lnTo>
                    <a:pt x="12384" y="5254"/>
                  </a:lnTo>
                  <a:lnTo>
                    <a:pt x="12427" y="5429"/>
                  </a:lnTo>
                  <a:lnTo>
                    <a:pt x="12427" y="5429"/>
                  </a:lnTo>
                  <a:lnTo>
                    <a:pt x="12471" y="5821"/>
                  </a:lnTo>
                  <a:lnTo>
                    <a:pt x="12493" y="6235"/>
                  </a:lnTo>
                  <a:lnTo>
                    <a:pt x="12471" y="6671"/>
                  </a:lnTo>
                  <a:lnTo>
                    <a:pt x="12405" y="7107"/>
                  </a:lnTo>
                  <a:lnTo>
                    <a:pt x="12340" y="7565"/>
                  </a:lnTo>
                  <a:lnTo>
                    <a:pt x="12253" y="8023"/>
                  </a:lnTo>
                  <a:lnTo>
                    <a:pt x="12035" y="8917"/>
                  </a:lnTo>
                  <a:lnTo>
                    <a:pt x="11795" y="9723"/>
                  </a:lnTo>
                  <a:lnTo>
                    <a:pt x="11577" y="10356"/>
                  </a:lnTo>
                  <a:lnTo>
                    <a:pt x="11359" y="10944"/>
                  </a:lnTo>
                  <a:lnTo>
                    <a:pt x="11359" y="10944"/>
                  </a:lnTo>
                  <a:lnTo>
                    <a:pt x="11424" y="10901"/>
                  </a:lnTo>
                  <a:lnTo>
                    <a:pt x="11555" y="10792"/>
                  </a:lnTo>
                  <a:lnTo>
                    <a:pt x="11795" y="10639"/>
                  </a:lnTo>
                  <a:lnTo>
                    <a:pt x="11926" y="10574"/>
                  </a:lnTo>
                  <a:lnTo>
                    <a:pt x="12057" y="10530"/>
                  </a:lnTo>
                  <a:lnTo>
                    <a:pt x="12209" y="10486"/>
                  </a:lnTo>
                  <a:lnTo>
                    <a:pt x="12362" y="10486"/>
                  </a:lnTo>
                  <a:lnTo>
                    <a:pt x="12536" y="10486"/>
                  </a:lnTo>
                  <a:lnTo>
                    <a:pt x="12689" y="10552"/>
                  </a:lnTo>
                  <a:lnTo>
                    <a:pt x="12841" y="10639"/>
                  </a:lnTo>
                  <a:lnTo>
                    <a:pt x="12994" y="10770"/>
                  </a:lnTo>
                  <a:lnTo>
                    <a:pt x="13147" y="10966"/>
                  </a:lnTo>
                  <a:lnTo>
                    <a:pt x="13277" y="11206"/>
                  </a:lnTo>
                  <a:lnTo>
                    <a:pt x="13277" y="11206"/>
                  </a:lnTo>
                  <a:lnTo>
                    <a:pt x="13343" y="11358"/>
                  </a:lnTo>
                  <a:lnTo>
                    <a:pt x="13386" y="11533"/>
                  </a:lnTo>
                  <a:lnTo>
                    <a:pt x="13452" y="11882"/>
                  </a:lnTo>
                  <a:lnTo>
                    <a:pt x="13495" y="12296"/>
                  </a:lnTo>
                  <a:lnTo>
                    <a:pt x="13495" y="12732"/>
                  </a:lnTo>
                  <a:lnTo>
                    <a:pt x="13452" y="13212"/>
                  </a:lnTo>
                  <a:lnTo>
                    <a:pt x="13408" y="13691"/>
                  </a:lnTo>
                  <a:lnTo>
                    <a:pt x="13321" y="14171"/>
                  </a:lnTo>
                  <a:lnTo>
                    <a:pt x="13234" y="14650"/>
                  </a:lnTo>
                  <a:lnTo>
                    <a:pt x="13038" y="15544"/>
                  </a:lnTo>
                  <a:lnTo>
                    <a:pt x="12863" y="16285"/>
                  </a:lnTo>
                  <a:lnTo>
                    <a:pt x="12667" y="16983"/>
                  </a:lnTo>
                  <a:lnTo>
                    <a:pt x="12667" y="16983"/>
                  </a:lnTo>
                  <a:lnTo>
                    <a:pt x="12231" y="17310"/>
                  </a:lnTo>
                  <a:lnTo>
                    <a:pt x="11795" y="17615"/>
                  </a:lnTo>
                  <a:lnTo>
                    <a:pt x="11381" y="17877"/>
                  </a:lnTo>
                  <a:lnTo>
                    <a:pt x="10967" y="18117"/>
                  </a:lnTo>
                  <a:lnTo>
                    <a:pt x="10574" y="18313"/>
                  </a:lnTo>
                  <a:lnTo>
                    <a:pt x="10182" y="18466"/>
                  </a:lnTo>
                  <a:lnTo>
                    <a:pt x="9789" y="18596"/>
                  </a:lnTo>
                  <a:lnTo>
                    <a:pt x="9419" y="18705"/>
                  </a:lnTo>
                  <a:lnTo>
                    <a:pt x="9048" y="18771"/>
                  </a:lnTo>
                  <a:lnTo>
                    <a:pt x="8678" y="18814"/>
                  </a:lnTo>
                  <a:lnTo>
                    <a:pt x="8329" y="18814"/>
                  </a:lnTo>
                  <a:lnTo>
                    <a:pt x="7980" y="18814"/>
                  </a:lnTo>
                  <a:lnTo>
                    <a:pt x="7631" y="18771"/>
                  </a:lnTo>
                  <a:lnTo>
                    <a:pt x="7304" y="18705"/>
                  </a:lnTo>
                  <a:lnTo>
                    <a:pt x="6999" y="18618"/>
                  </a:lnTo>
                  <a:lnTo>
                    <a:pt x="6672" y="18509"/>
                  </a:lnTo>
                  <a:lnTo>
                    <a:pt x="6672" y="18509"/>
                  </a:lnTo>
                  <a:lnTo>
                    <a:pt x="6018" y="18182"/>
                  </a:lnTo>
                  <a:lnTo>
                    <a:pt x="6018" y="18182"/>
                  </a:lnTo>
                  <a:lnTo>
                    <a:pt x="5189" y="17768"/>
                  </a:lnTo>
                  <a:lnTo>
                    <a:pt x="4208" y="17223"/>
                  </a:lnTo>
                  <a:lnTo>
                    <a:pt x="3663" y="16918"/>
                  </a:lnTo>
                  <a:lnTo>
                    <a:pt x="3118" y="16591"/>
                  </a:lnTo>
                  <a:lnTo>
                    <a:pt x="2595" y="16242"/>
                  </a:lnTo>
                  <a:lnTo>
                    <a:pt x="2072" y="15871"/>
                  </a:lnTo>
                  <a:lnTo>
                    <a:pt x="1570" y="15501"/>
                  </a:lnTo>
                  <a:lnTo>
                    <a:pt x="1134" y="15130"/>
                  </a:lnTo>
                  <a:lnTo>
                    <a:pt x="742" y="14759"/>
                  </a:lnTo>
                  <a:lnTo>
                    <a:pt x="568" y="14563"/>
                  </a:lnTo>
                  <a:lnTo>
                    <a:pt x="415" y="14367"/>
                  </a:lnTo>
                  <a:lnTo>
                    <a:pt x="284" y="14193"/>
                  </a:lnTo>
                  <a:lnTo>
                    <a:pt x="175" y="13996"/>
                  </a:lnTo>
                  <a:lnTo>
                    <a:pt x="110" y="13822"/>
                  </a:lnTo>
                  <a:lnTo>
                    <a:pt x="44" y="13648"/>
                  </a:lnTo>
                  <a:lnTo>
                    <a:pt x="1" y="13451"/>
                  </a:lnTo>
                  <a:lnTo>
                    <a:pt x="1" y="13299"/>
                  </a:lnTo>
                  <a:lnTo>
                    <a:pt x="23" y="13124"/>
                  </a:lnTo>
                  <a:lnTo>
                    <a:pt x="88" y="12950"/>
                  </a:lnTo>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6" name="Google Shape;11356;p80"/>
            <p:cNvSpPr/>
            <p:nvPr/>
          </p:nvSpPr>
          <p:spPr>
            <a:xfrm>
              <a:off x="3740525" y="3312513"/>
              <a:ext cx="16375" cy="8200"/>
            </a:xfrm>
            <a:custGeom>
              <a:rect b="b" l="l" r="r" t="t"/>
              <a:pathLst>
                <a:path extrusionOk="0" h="328" w="655">
                  <a:moveTo>
                    <a:pt x="1" y="0"/>
                  </a:moveTo>
                  <a:lnTo>
                    <a:pt x="328" y="175"/>
                  </a:lnTo>
                  <a:lnTo>
                    <a:pt x="655" y="327"/>
                  </a:lnTo>
                  <a:lnTo>
                    <a:pt x="655" y="327"/>
                  </a:lnTo>
                  <a:lnTo>
                    <a:pt x="1" y="0"/>
                  </a:lnTo>
                  <a:close/>
                </a:path>
              </a:pathLst>
            </a:custGeom>
            <a:solidFill>
              <a:srgbClr val="00AB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7" name="Google Shape;11357;p80"/>
            <p:cNvSpPr/>
            <p:nvPr/>
          </p:nvSpPr>
          <p:spPr>
            <a:xfrm>
              <a:off x="3756875" y="2971313"/>
              <a:ext cx="21300" cy="331400"/>
            </a:xfrm>
            <a:custGeom>
              <a:rect b="b" l="l" r="r" t="t"/>
              <a:pathLst>
                <a:path extrusionOk="0" h="13256" w="852">
                  <a:moveTo>
                    <a:pt x="677" y="1"/>
                  </a:moveTo>
                  <a:lnTo>
                    <a:pt x="611" y="23"/>
                  </a:lnTo>
                  <a:lnTo>
                    <a:pt x="589" y="66"/>
                  </a:lnTo>
                  <a:lnTo>
                    <a:pt x="568" y="132"/>
                  </a:lnTo>
                  <a:lnTo>
                    <a:pt x="393" y="1723"/>
                  </a:lnTo>
                  <a:lnTo>
                    <a:pt x="241" y="3336"/>
                  </a:lnTo>
                  <a:lnTo>
                    <a:pt x="132" y="4950"/>
                  </a:lnTo>
                  <a:lnTo>
                    <a:pt x="66" y="6563"/>
                  </a:lnTo>
                  <a:lnTo>
                    <a:pt x="23" y="8198"/>
                  </a:lnTo>
                  <a:lnTo>
                    <a:pt x="1" y="9026"/>
                  </a:lnTo>
                  <a:lnTo>
                    <a:pt x="23" y="9833"/>
                  </a:lnTo>
                  <a:lnTo>
                    <a:pt x="44" y="10661"/>
                  </a:lnTo>
                  <a:lnTo>
                    <a:pt x="88" y="11490"/>
                  </a:lnTo>
                  <a:lnTo>
                    <a:pt x="175" y="12296"/>
                  </a:lnTo>
                  <a:lnTo>
                    <a:pt x="262" y="13103"/>
                  </a:lnTo>
                  <a:lnTo>
                    <a:pt x="284" y="13169"/>
                  </a:lnTo>
                  <a:lnTo>
                    <a:pt x="328" y="13212"/>
                  </a:lnTo>
                  <a:lnTo>
                    <a:pt x="371" y="13234"/>
                  </a:lnTo>
                  <a:lnTo>
                    <a:pt x="437" y="13256"/>
                  </a:lnTo>
                  <a:lnTo>
                    <a:pt x="480" y="13234"/>
                  </a:lnTo>
                  <a:lnTo>
                    <a:pt x="524" y="13212"/>
                  </a:lnTo>
                  <a:lnTo>
                    <a:pt x="568" y="13169"/>
                  </a:lnTo>
                  <a:lnTo>
                    <a:pt x="568" y="13103"/>
                  </a:lnTo>
                  <a:lnTo>
                    <a:pt x="459" y="12296"/>
                  </a:lnTo>
                  <a:lnTo>
                    <a:pt x="393" y="11512"/>
                  </a:lnTo>
                  <a:lnTo>
                    <a:pt x="350" y="10705"/>
                  </a:lnTo>
                  <a:lnTo>
                    <a:pt x="328" y="9898"/>
                  </a:lnTo>
                  <a:lnTo>
                    <a:pt x="306" y="9114"/>
                  </a:lnTo>
                  <a:lnTo>
                    <a:pt x="306" y="8307"/>
                  </a:lnTo>
                  <a:lnTo>
                    <a:pt x="350" y="6715"/>
                  </a:lnTo>
                  <a:lnTo>
                    <a:pt x="437" y="5080"/>
                  </a:lnTo>
                  <a:lnTo>
                    <a:pt x="546" y="3445"/>
                  </a:lnTo>
                  <a:lnTo>
                    <a:pt x="677" y="1810"/>
                  </a:lnTo>
                  <a:lnTo>
                    <a:pt x="851" y="197"/>
                  </a:lnTo>
                  <a:lnTo>
                    <a:pt x="851" y="132"/>
                  </a:lnTo>
                  <a:lnTo>
                    <a:pt x="829" y="66"/>
                  </a:lnTo>
                  <a:lnTo>
                    <a:pt x="786" y="23"/>
                  </a:lnTo>
                  <a:lnTo>
                    <a:pt x="720" y="23"/>
                  </a:lnTo>
                  <a:lnTo>
                    <a:pt x="67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8" name="Google Shape;11358;p80"/>
            <p:cNvSpPr/>
            <p:nvPr/>
          </p:nvSpPr>
          <p:spPr>
            <a:xfrm>
              <a:off x="3758525" y="3028538"/>
              <a:ext cx="98125" cy="101950"/>
            </a:xfrm>
            <a:custGeom>
              <a:rect b="b" l="l" r="r" t="t"/>
              <a:pathLst>
                <a:path extrusionOk="0" h="4078" w="3925">
                  <a:moveTo>
                    <a:pt x="3706" y="1"/>
                  </a:moveTo>
                  <a:lnTo>
                    <a:pt x="3663" y="44"/>
                  </a:lnTo>
                  <a:lnTo>
                    <a:pt x="44" y="3816"/>
                  </a:lnTo>
                  <a:lnTo>
                    <a:pt x="0" y="3881"/>
                  </a:lnTo>
                  <a:lnTo>
                    <a:pt x="0" y="3925"/>
                  </a:lnTo>
                  <a:lnTo>
                    <a:pt x="0" y="3969"/>
                  </a:lnTo>
                  <a:lnTo>
                    <a:pt x="44" y="4034"/>
                  </a:lnTo>
                  <a:lnTo>
                    <a:pt x="87" y="4056"/>
                  </a:lnTo>
                  <a:lnTo>
                    <a:pt x="153" y="4078"/>
                  </a:lnTo>
                  <a:lnTo>
                    <a:pt x="196" y="4056"/>
                  </a:lnTo>
                  <a:lnTo>
                    <a:pt x="262" y="4012"/>
                  </a:lnTo>
                  <a:lnTo>
                    <a:pt x="3881" y="241"/>
                  </a:lnTo>
                  <a:lnTo>
                    <a:pt x="3903" y="197"/>
                  </a:lnTo>
                  <a:lnTo>
                    <a:pt x="3924" y="132"/>
                  </a:lnTo>
                  <a:lnTo>
                    <a:pt x="3903" y="88"/>
                  </a:lnTo>
                  <a:lnTo>
                    <a:pt x="3859" y="44"/>
                  </a:lnTo>
                  <a:lnTo>
                    <a:pt x="3815" y="23"/>
                  </a:lnTo>
                  <a:lnTo>
                    <a:pt x="377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9" name="Google Shape;11359;p80"/>
            <p:cNvSpPr/>
            <p:nvPr/>
          </p:nvSpPr>
          <p:spPr>
            <a:xfrm>
              <a:off x="3689850" y="3112488"/>
              <a:ext cx="73050" cy="77950"/>
            </a:xfrm>
            <a:custGeom>
              <a:rect b="b" l="l" r="r" t="t"/>
              <a:pathLst>
                <a:path extrusionOk="0" h="3118" w="2922">
                  <a:moveTo>
                    <a:pt x="131" y="0"/>
                  </a:moveTo>
                  <a:lnTo>
                    <a:pt x="88" y="22"/>
                  </a:lnTo>
                  <a:lnTo>
                    <a:pt x="44" y="44"/>
                  </a:lnTo>
                  <a:lnTo>
                    <a:pt x="0" y="109"/>
                  </a:lnTo>
                  <a:lnTo>
                    <a:pt x="0" y="153"/>
                  </a:lnTo>
                  <a:lnTo>
                    <a:pt x="0" y="218"/>
                  </a:lnTo>
                  <a:lnTo>
                    <a:pt x="44" y="262"/>
                  </a:lnTo>
                  <a:lnTo>
                    <a:pt x="2682" y="3074"/>
                  </a:lnTo>
                  <a:lnTo>
                    <a:pt x="2725" y="3118"/>
                  </a:lnTo>
                  <a:lnTo>
                    <a:pt x="2791" y="3118"/>
                  </a:lnTo>
                  <a:lnTo>
                    <a:pt x="2834" y="3096"/>
                  </a:lnTo>
                  <a:lnTo>
                    <a:pt x="2878" y="3074"/>
                  </a:lnTo>
                  <a:lnTo>
                    <a:pt x="2900" y="3031"/>
                  </a:lnTo>
                  <a:lnTo>
                    <a:pt x="2922" y="2965"/>
                  </a:lnTo>
                  <a:lnTo>
                    <a:pt x="2922" y="2900"/>
                  </a:lnTo>
                  <a:lnTo>
                    <a:pt x="2878" y="2856"/>
                  </a:lnTo>
                  <a:lnTo>
                    <a:pt x="240" y="44"/>
                  </a:lnTo>
                  <a:lnTo>
                    <a:pt x="197" y="22"/>
                  </a:lnTo>
                  <a:lnTo>
                    <a:pt x="13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0" name="Google Shape;11360;p80"/>
            <p:cNvSpPr/>
            <p:nvPr/>
          </p:nvSpPr>
          <p:spPr>
            <a:xfrm>
              <a:off x="3762875" y="3170788"/>
              <a:ext cx="103025" cy="65450"/>
            </a:xfrm>
            <a:custGeom>
              <a:rect b="b" l="l" r="r" t="t"/>
              <a:pathLst>
                <a:path extrusionOk="0" h="2618" w="4121">
                  <a:moveTo>
                    <a:pt x="3947" y="1"/>
                  </a:moveTo>
                  <a:lnTo>
                    <a:pt x="3881" y="23"/>
                  </a:lnTo>
                  <a:lnTo>
                    <a:pt x="2922" y="568"/>
                  </a:lnTo>
                  <a:lnTo>
                    <a:pt x="1963" y="1135"/>
                  </a:lnTo>
                  <a:lnTo>
                    <a:pt x="1003" y="1723"/>
                  </a:lnTo>
                  <a:lnTo>
                    <a:pt x="66" y="2334"/>
                  </a:lnTo>
                  <a:lnTo>
                    <a:pt x="22" y="2399"/>
                  </a:lnTo>
                  <a:lnTo>
                    <a:pt x="1" y="2443"/>
                  </a:lnTo>
                  <a:lnTo>
                    <a:pt x="22" y="2508"/>
                  </a:lnTo>
                  <a:lnTo>
                    <a:pt x="44" y="2552"/>
                  </a:lnTo>
                  <a:lnTo>
                    <a:pt x="66" y="2595"/>
                  </a:lnTo>
                  <a:lnTo>
                    <a:pt x="131" y="2617"/>
                  </a:lnTo>
                  <a:lnTo>
                    <a:pt x="175" y="2617"/>
                  </a:lnTo>
                  <a:lnTo>
                    <a:pt x="240" y="2595"/>
                  </a:lnTo>
                  <a:lnTo>
                    <a:pt x="1178" y="1985"/>
                  </a:lnTo>
                  <a:lnTo>
                    <a:pt x="2115" y="1396"/>
                  </a:lnTo>
                  <a:lnTo>
                    <a:pt x="3075" y="829"/>
                  </a:lnTo>
                  <a:lnTo>
                    <a:pt x="4056" y="284"/>
                  </a:lnTo>
                  <a:lnTo>
                    <a:pt x="4099" y="241"/>
                  </a:lnTo>
                  <a:lnTo>
                    <a:pt x="4121" y="175"/>
                  </a:lnTo>
                  <a:lnTo>
                    <a:pt x="4121" y="132"/>
                  </a:lnTo>
                  <a:lnTo>
                    <a:pt x="4099" y="88"/>
                  </a:lnTo>
                  <a:lnTo>
                    <a:pt x="4056" y="45"/>
                  </a:lnTo>
                  <a:lnTo>
                    <a:pt x="401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1" name="Google Shape;11361;p80"/>
            <p:cNvSpPr/>
            <p:nvPr/>
          </p:nvSpPr>
          <p:spPr>
            <a:xfrm>
              <a:off x="3369375" y="2940788"/>
              <a:ext cx="334675" cy="440950"/>
            </a:xfrm>
            <a:custGeom>
              <a:rect b="b" l="l" r="r" t="t"/>
              <a:pathLst>
                <a:path extrusionOk="0" h="17638" w="13387">
                  <a:moveTo>
                    <a:pt x="2900" y="1"/>
                  </a:moveTo>
                  <a:lnTo>
                    <a:pt x="2704" y="23"/>
                  </a:lnTo>
                  <a:lnTo>
                    <a:pt x="2529" y="66"/>
                  </a:lnTo>
                  <a:lnTo>
                    <a:pt x="2333" y="132"/>
                  </a:lnTo>
                  <a:lnTo>
                    <a:pt x="2181" y="241"/>
                  </a:lnTo>
                  <a:lnTo>
                    <a:pt x="2028" y="372"/>
                  </a:lnTo>
                  <a:lnTo>
                    <a:pt x="1897" y="524"/>
                  </a:lnTo>
                  <a:lnTo>
                    <a:pt x="1788" y="699"/>
                  </a:lnTo>
                  <a:lnTo>
                    <a:pt x="1723" y="917"/>
                  </a:lnTo>
                  <a:lnTo>
                    <a:pt x="1657" y="1135"/>
                  </a:lnTo>
                  <a:lnTo>
                    <a:pt x="1592" y="1353"/>
                  </a:lnTo>
                  <a:lnTo>
                    <a:pt x="1570" y="1614"/>
                  </a:lnTo>
                  <a:lnTo>
                    <a:pt x="1548" y="1876"/>
                  </a:lnTo>
                  <a:lnTo>
                    <a:pt x="1548" y="2159"/>
                  </a:lnTo>
                  <a:lnTo>
                    <a:pt x="1570" y="2726"/>
                  </a:lnTo>
                  <a:lnTo>
                    <a:pt x="1636" y="3336"/>
                  </a:lnTo>
                  <a:lnTo>
                    <a:pt x="1723" y="3925"/>
                  </a:lnTo>
                  <a:lnTo>
                    <a:pt x="1854" y="4514"/>
                  </a:lnTo>
                  <a:lnTo>
                    <a:pt x="1984" y="5081"/>
                  </a:lnTo>
                  <a:lnTo>
                    <a:pt x="2246" y="6062"/>
                  </a:lnTo>
                  <a:lnTo>
                    <a:pt x="2464" y="6737"/>
                  </a:lnTo>
                  <a:lnTo>
                    <a:pt x="2551" y="6999"/>
                  </a:lnTo>
                  <a:lnTo>
                    <a:pt x="2420" y="6977"/>
                  </a:lnTo>
                  <a:lnTo>
                    <a:pt x="2246" y="6977"/>
                  </a:lnTo>
                  <a:lnTo>
                    <a:pt x="2050" y="6999"/>
                  </a:lnTo>
                  <a:lnTo>
                    <a:pt x="1810" y="7021"/>
                  </a:lnTo>
                  <a:lnTo>
                    <a:pt x="1548" y="7086"/>
                  </a:lnTo>
                  <a:lnTo>
                    <a:pt x="1265" y="7173"/>
                  </a:lnTo>
                  <a:lnTo>
                    <a:pt x="1003" y="7326"/>
                  </a:lnTo>
                  <a:lnTo>
                    <a:pt x="873" y="7391"/>
                  </a:lnTo>
                  <a:lnTo>
                    <a:pt x="742" y="7500"/>
                  </a:lnTo>
                  <a:lnTo>
                    <a:pt x="611" y="7609"/>
                  </a:lnTo>
                  <a:lnTo>
                    <a:pt x="502" y="7740"/>
                  </a:lnTo>
                  <a:lnTo>
                    <a:pt x="393" y="7871"/>
                  </a:lnTo>
                  <a:lnTo>
                    <a:pt x="284" y="8045"/>
                  </a:lnTo>
                  <a:lnTo>
                    <a:pt x="218" y="8220"/>
                  </a:lnTo>
                  <a:lnTo>
                    <a:pt x="131" y="8416"/>
                  </a:lnTo>
                  <a:lnTo>
                    <a:pt x="88" y="8612"/>
                  </a:lnTo>
                  <a:lnTo>
                    <a:pt x="44" y="8852"/>
                  </a:lnTo>
                  <a:lnTo>
                    <a:pt x="22" y="9114"/>
                  </a:lnTo>
                  <a:lnTo>
                    <a:pt x="0" y="9397"/>
                  </a:lnTo>
                  <a:lnTo>
                    <a:pt x="22" y="9681"/>
                  </a:lnTo>
                  <a:lnTo>
                    <a:pt x="66" y="10008"/>
                  </a:lnTo>
                  <a:lnTo>
                    <a:pt x="109" y="10356"/>
                  </a:lnTo>
                  <a:lnTo>
                    <a:pt x="197" y="10727"/>
                  </a:lnTo>
                  <a:lnTo>
                    <a:pt x="262" y="10989"/>
                  </a:lnTo>
                  <a:lnTo>
                    <a:pt x="371" y="11250"/>
                  </a:lnTo>
                  <a:lnTo>
                    <a:pt x="480" y="11534"/>
                  </a:lnTo>
                  <a:lnTo>
                    <a:pt x="633" y="11839"/>
                  </a:lnTo>
                  <a:lnTo>
                    <a:pt x="807" y="12144"/>
                  </a:lnTo>
                  <a:lnTo>
                    <a:pt x="982" y="12449"/>
                  </a:lnTo>
                  <a:lnTo>
                    <a:pt x="1200" y="12798"/>
                  </a:lnTo>
                  <a:lnTo>
                    <a:pt x="1439" y="13125"/>
                  </a:lnTo>
                  <a:lnTo>
                    <a:pt x="1221" y="13190"/>
                  </a:lnTo>
                  <a:lnTo>
                    <a:pt x="1003" y="13278"/>
                  </a:lnTo>
                  <a:lnTo>
                    <a:pt x="807" y="13408"/>
                  </a:lnTo>
                  <a:lnTo>
                    <a:pt x="611" y="13583"/>
                  </a:lnTo>
                  <a:lnTo>
                    <a:pt x="458" y="13779"/>
                  </a:lnTo>
                  <a:lnTo>
                    <a:pt x="393" y="13910"/>
                  </a:lnTo>
                  <a:lnTo>
                    <a:pt x="327" y="14062"/>
                  </a:lnTo>
                  <a:lnTo>
                    <a:pt x="284" y="14215"/>
                  </a:lnTo>
                  <a:lnTo>
                    <a:pt x="240" y="14368"/>
                  </a:lnTo>
                  <a:lnTo>
                    <a:pt x="218" y="14564"/>
                  </a:lnTo>
                  <a:lnTo>
                    <a:pt x="197" y="14760"/>
                  </a:lnTo>
                  <a:lnTo>
                    <a:pt x="197" y="14935"/>
                  </a:lnTo>
                  <a:lnTo>
                    <a:pt x="240" y="15109"/>
                  </a:lnTo>
                  <a:lnTo>
                    <a:pt x="306" y="15262"/>
                  </a:lnTo>
                  <a:lnTo>
                    <a:pt x="393" y="15414"/>
                  </a:lnTo>
                  <a:lnTo>
                    <a:pt x="524" y="15567"/>
                  </a:lnTo>
                  <a:lnTo>
                    <a:pt x="655" y="15698"/>
                  </a:lnTo>
                  <a:lnTo>
                    <a:pt x="829" y="15828"/>
                  </a:lnTo>
                  <a:lnTo>
                    <a:pt x="1003" y="15959"/>
                  </a:lnTo>
                  <a:lnTo>
                    <a:pt x="1221" y="16090"/>
                  </a:lnTo>
                  <a:lnTo>
                    <a:pt x="1439" y="16199"/>
                  </a:lnTo>
                  <a:lnTo>
                    <a:pt x="1941" y="16417"/>
                  </a:lnTo>
                  <a:lnTo>
                    <a:pt x="2486" y="16613"/>
                  </a:lnTo>
                  <a:lnTo>
                    <a:pt x="3074" y="16788"/>
                  </a:lnTo>
                  <a:lnTo>
                    <a:pt x="3685" y="16962"/>
                  </a:lnTo>
                  <a:lnTo>
                    <a:pt x="4317" y="17093"/>
                  </a:lnTo>
                  <a:lnTo>
                    <a:pt x="4949" y="17202"/>
                  </a:lnTo>
                  <a:lnTo>
                    <a:pt x="5560" y="17311"/>
                  </a:lnTo>
                  <a:lnTo>
                    <a:pt x="6672" y="17463"/>
                  </a:lnTo>
                  <a:lnTo>
                    <a:pt x="7587" y="17572"/>
                  </a:lnTo>
                  <a:lnTo>
                    <a:pt x="8328" y="17638"/>
                  </a:lnTo>
                  <a:lnTo>
                    <a:pt x="8655" y="17638"/>
                  </a:lnTo>
                  <a:lnTo>
                    <a:pt x="8982" y="17594"/>
                  </a:lnTo>
                  <a:lnTo>
                    <a:pt x="9309" y="17551"/>
                  </a:lnTo>
                  <a:lnTo>
                    <a:pt x="9636" y="17463"/>
                  </a:lnTo>
                  <a:lnTo>
                    <a:pt x="9963" y="17354"/>
                  </a:lnTo>
                  <a:lnTo>
                    <a:pt x="10290" y="17224"/>
                  </a:lnTo>
                  <a:lnTo>
                    <a:pt x="10617" y="17049"/>
                  </a:lnTo>
                  <a:lnTo>
                    <a:pt x="10944" y="16853"/>
                  </a:lnTo>
                  <a:lnTo>
                    <a:pt x="11271" y="16635"/>
                  </a:lnTo>
                  <a:lnTo>
                    <a:pt x="11577" y="16373"/>
                  </a:lnTo>
                  <a:lnTo>
                    <a:pt x="11882" y="16090"/>
                  </a:lnTo>
                  <a:lnTo>
                    <a:pt x="12209" y="15763"/>
                  </a:lnTo>
                  <a:lnTo>
                    <a:pt x="12514" y="15392"/>
                  </a:lnTo>
                  <a:lnTo>
                    <a:pt x="12798" y="15000"/>
                  </a:lnTo>
                  <a:lnTo>
                    <a:pt x="13103" y="14564"/>
                  </a:lnTo>
                  <a:lnTo>
                    <a:pt x="13386" y="14106"/>
                  </a:lnTo>
                  <a:lnTo>
                    <a:pt x="13321" y="13387"/>
                  </a:lnTo>
                  <a:lnTo>
                    <a:pt x="13234" y="12624"/>
                  </a:lnTo>
                  <a:lnTo>
                    <a:pt x="13103" y="11730"/>
                  </a:lnTo>
                  <a:lnTo>
                    <a:pt x="13016" y="11250"/>
                  </a:lnTo>
                  <a:lnTo>
                    <a:pt x="12928" y="10771"/>
                  </a:lnTo>
                  <a:lnTo>
                    <a:pt x="12798" y="10291"/>
                  </a:lnTo>
                  <a:lnTo>
                    <a:pt x="12667" y="9855"/>
                  </a:lnTo>
                  <a:lnTo>
                    <a:pt x="12514" y="9441"/>
                  </a:lnTo>
                  <a:lnTo>
                    <a:pt x="12340" y="9048"/>
                  </a:lnTo>
                  <a:lnTo>
                    <a:pt x="12144" y="8743"/>
                  </a:lnTo>
                  <a:lnTo>
                    <a:pt x="12056" y="8612"/>
                  </a:lnTo>
                  <a:lnTo>
                    <a:pt x="11947" y="8481"/>
                  </a:lnTo>
                  <a:lnTo>
                    <a:pt x="11729" y="8307"/>
                  </a:lnTo>
                  <a:lnTo>
                    <a:pt x="11511" y="8176"/>
                  </a:lnTo>
                  <a:lnTo>
                    <a:pt x="11315" y="8111"/>
                  </a:lnTo>
                  <a:lnTo>
                    <a:pt x="11141" y="8067"/>
                  </a:lnTo>
                  <a:lnTo>
                    <a:pt x="10966" y="8089"/>
                  </a:lnTo>
                  <a:lnTo>
                    <a:pt x="10814" y="8111"/>
                  </a:lnTo>
                  <a:lnTo>
                    <a:pt x="10683" y="8176"/>
                  </a:lnTo>
                  <a:lnTo>
                    <a:pt x="10552" y="8263"/>
                  </a:lnTo>
                  <a:lnTo>
                    <a:pt x="10443" y="8372"/>
                  </a:lnTo>
                  <a:lnTo>
                    <a:pt x="10334" y="8481"/>
                  </a:lnTo>
                  <a:lnTo>
                    <a:pt x="10181" y="8678"/>
                  </a:lnTo>
                  <a:lnTo>
                    <a:pt x="10094" y="8852"/>
                  </a:lnTo>
                  <a:lnTo>
                    <a:pt x="10051" y="8917"/>
                  </a:lnTo>
                  <a:lnTo>
                    <a:pt x="10051" y="8285"/>
                  </a:lnTo>
                  <a:lnTo>
                    <a:pt x="10029" y="7609"/>
                  </a:lnTo>
                  <a:lnTo>
                    <a:pt x="9963" y="6781"/>
                  </a:lnTo>
                  <a:lnTo>
                    <a:pt x="9854" y="5865"/>
                  </a:lnTo>
                  <a:lnTo>
                    <a:pt x="9767" y="5408"/>
                  </a:lnTo>
                  <a:lnTo>
                    <a:pt x="9680" y="4950"/>
                  </a:lnTo>
                  <a:lnTo>
                    <a:pt x="9571" y="4514"/>
                  </a:lnTo>
                  <a:lnTo>
                    <a:pt x="9440" y="4099"/>
                  </a:lnTo>
                  <a:lnTo>
                    <a:pt x="9288" y="3707"/>
                  </a:lnTo>
                  <a:lnTo>
                    <a:pt x="9113" y="3380"/>
                  </a:lnTo>
                  <a:lnTo>
                    <a:pt x="9004" y="3227"/>
                  </a:lnTo>
                  <a:lnTo>
                    <a:pt x="8917" y="3118"/>
                  </a:lnTo>
                  <a:lnTo>
                    <a:pt x="8808" y="3009"/>
                  </a:lnTo>
                  <a:lnTo>
                    <a:pt x="8721" y="2944"/>
                  </a:lnTo>
                  <a:lnTo>
                    <a:pt x="8612" y="2879"/>
                  </a:lnTo>
                  <a:lnTo>
                    <a:pt x="8503" y="2835"/>
                  </a:lnTo>
                  <a:lnTo>
                    <a:pt x="8416" y="2813"/>
                  </a:lnTo>
                  <a:lnTo>
                    <a:pt x="8307" y="2813"/>
                  </a:lnTo>
                  <a:lnTo>
                    <a:pt x="8198" y="2835"/>
                  </a:lnTo>
                  <a:lnTo>
                    <a:pt x="8089" y="2857"/>
                  </a:lnTo>
                  <a:lnTo>
                    <a:pt x="7892" y="2944"/>
                  </a:lnTo>
                  <a:lnTo>
                    <a:pt x="7696" y="3075"/>
                  </a:lnTo>
                  <a:lnTo>
                    <a:pt x="7522" y="3227"/>
                  </a:lnTo>
                  <a:lnTo>
                    <a:pt x="7347" y="3424"/>
                  </a:lnTo>
                  <a:lnTo>
                    <a:pt x="7173" y="3598"/>
                  </a:lnTo>
                  <a:lnTo>
                    <a:pt x="6911" y="3969"/>
                  </a:lnTo>
                  <a:lnTo>
                    <a:pt x="6737" y="4252"/>
                  </a:lnTo>
                  <a:lnTo>
                    <a:pt x="6672" y="4361"/>
                  </a:lnTo>
                  <a:lnTo>
                    <a:pt x="6563" y="4143"/>
                  </a:lnTo>
                  <a:lnTo>
                    <a:pt x="6279" y="3554"/>
                  </a:lnTo>
                  <a:lnTo>
                    <a:pt x="5821" y="2770"/>
                  </a:lnTo>
                  <a:lnTo>
                    <a:pt x="5538" y="2334"/>
                  </a:lnTo>
                  <a:lnTo>
                    <a:pt x="5233" y="1876"/>
                  </a:lnTo>
                  <a:lnTo>
                    <a:pt x="4906" y="1440"/>
                  </a:lnTo>
                  <a:lnTo>
                    <a:pt x="4557" y="1047"/>
                  </a:lnTo>
                  <a:lnTo>
                    <a:pt x="4186" y="677"/>
                  </a:lnTo>
                  <a:lnTo>
                    <a:pt x="4012" y="524"/>
                  </a:lnTo>
                  <a:lnTo>
                    <a:pt x="3837" y="372"/>
                  </a:lnTo>
                  <a:lnTo>
                    <a:pt x="3641" y="263"/>
                  </a:lnTo>
                  <a:lnTo>
                    <a:pt x="3445" y="154"/>
                  </a:lnTo>
                  <a:lnTo>
                    <a:pt x="3271" y="88"/>
                  </a:lnTo>
                  <a:lnTo>
                    <a:pt x="3074" y="23"/>
                  </a:lnTo>
                  <a:lnTo>
                    <a:pt x="290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2" name="Google Shape;11362;p80"/>
            <p:cNvSpPr/>
            <p:nvPr/>
          </p:nvSpPr>
          <p:spPr>
            <a:xfrm>
              <a:off x="3559050" y="3380088"/>
              <a:ext cx="18550" cy="1650"/>
            </a:xfrm>
            <a:custGeom>
              <a:rect b="b" l="l" r="r" t="t"/>
              <a:pathLst>
                <a:path extrusionOk="0" h="66" w="742">
                  <a:moveTo>
                    <a:pt x="0" y="0"/>
                  </a:moveTo>
                  <a:lnTo>
                    <a:pt x="371" y="44"/>
                  </a:lnTo>
                  <a:lnTo>
                    <a:pt x="741" y="66"/>
                  </a:lnTo>
                  <a:lnTo>
                    <a:pt x="741" y="66"/>
                  </a:lnTo>
                  <a:lnTo>
                    <a:pt x="0" y="0"/>
                  </a:lnTo>
                  <a:close/>
                </a:path>
              </a:pathLst>
            </a:custGeom>
            <a:solidFill>
              <a:srgbClr val="00AB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3" name="Google Shape;11363;p80"/>
            <p:cNvSpPr/>
            <p:nvPr/>
          </p:nvSpPr>
          <p:spPr>
            <a:xfrm>
              <a:off x="3468575" y="3048713"/>
              <a:ext cx="114475" cy="312875"/>
            </a:xfrm>
            <a:custGeom>
              <a:rect b="b" l="l" r="r" t="t"/>
              <a:pathLst>
                <a:path extrusionOk="0" h="12515" w="4579">
                  <a:moveTo>
                    <a:pt x="109" y="1"/>
                  </a:moveTo>
                  <a:lnTo>
                    <a:pt x="66" y="22"/>
                  </a:lnTo>
                  <a:lnTo>
                    <a:pt x="22" y="44"/>
                  </a:lnTo>
                  <a:lnTo>
                    <a:pt x="0" y="88"/>
                  </a:lnTo>
                  <a:lnTo>
                    <a:pt x="0" y="153"/>
                  </a:lnTo>
                  <a:lnTo>
                    <a:pt x="414" y="1723"/>
                  </a:lnTo>
                  <a:lnTo>
                    <a:pt x="850" y="3271"/>
                  </a:lnTo>
                  <a:lnTo>
                    <a:pt x="1308" y="4818"/>
                  </a:lnTo>
                  <a:lnTo>
                    <a:pt x="1788" y="6366"/>
                  </a:lnTo>
                  <a:lnTo>
                    <a:pt x="2333" y="7914"/>
                  </a:lnTo>
                  <a:lnTo>
                    <a:pt x="2616" y="8677"/>
                  </a:lnTo>
                  <a:lnTo>
                    <a:pt x="2900" y="9440"/>
                  </a:lnTo>
                  <a:lnTo>
                    <a:pt x="3227" y="10203"/>
                  </a:lnTo>
                  <a:lnTo>
                    <a:pt x="3554" y="10966"/>
                  </a:lnTo>
                  <a:lnTo>
                    <a:pt x="3903" y="11686"/>
                  </a:lnTo>
                  <a:lnTo>
                    <a:pt x="4295" y="12427"/>
                  </a:lnTo>
                  <a:lnTo>
                    <a:pt x="4339" y="12471"/>
                  </a:lnTo>
                  <a:lnTo>
                    <a:pt x="4382" y="12492"/>
                  </a:lnTo>
                  <a:lnTo>
                    <a:pt x="4448" y="12514"/>
                  </a:lnTo>
                  <a:lnTo>
                    <a:pt x="4491" y="12492"/>
                  </a:lnTo>
                  <a:lnTo>
                    <a:pt x="4535" y="12471"/>
                  </a:lnTo>
                  <a:lnTo>
                    <a:pt x="4578" y="12427"/>
                  </a:lnTo>
                  <a:lnTo>
                    <a:pt x="4578" y="12362"/>
                  </a:lnTo>
                  <a:lnTo>
                    <a:pt x="4557" y="12296"/>
                  </a:lnTo>
                  <a:lnTo>
                    <a:pt x="4186" y="11599"/>
                  </a:lnTo>
                  <a:lnTo>
                    <a:pt x="3859" y="10879"/>
                  </a:lnTo>
                  <a:lnTo>
                    <a:pt x="3532" y="10138"/>
                  </a:lnTo>
                  <a:lnTo>
                    <a:pt x="3205" y="9397"/>
                  </a:lnTo>
                  <a:lnTo>
                    <a:pt x="2922" y="8655"/>
                  </a:lnTo>
                  <a:lnTo>
                    <a:pt x="2638" y="7914"/>
                  </a:lnTo>
                  <a:lnTo>
                    <a:pt x="2115" y="6388"/>
                  </a:lnTo>
                  <a:lnTo>
                    <a:pt x="1613" y="4840"/>
                  </a:lnTo>
                  <a:lnTo>
                    <a:pt x="1156" y="3271"/>
                  </a:lnTo>
                  <a:lnTo>
                    <a:pt x="720" y="1701"/>
                  </a:lnTo>
                  <a:lnTo>
                    <a:pt x="305" y="110"/>
                  </a:lnTo>
                  <a:lnTo>
                    <a:pt x="262" y="66"/>
                  </a:lnTo>
                  <a:lnTo>
                    <a:pt x="218" y="22"/>
                  </a:lnTo>
                  <a:lnTo>
                    <a:pt x="17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4" name="Google Shape;11364;p80"/>
            <p:cNvSpPr/>
            <p:nvPr/>
          </p:nvSpPr>
          <p:spPr>
            <a:xfrm>
              <a:off x="3510000" y="3074338"/>
              <a:ext cx="59425" cy="127550"/>
            </a:xfrm>
            <a:custGeom>
              <a:rect b="b" l="l" r="r" t="t"/>
              <a:pathLst>
                <a:path extrusionOk="0" h="5102" w="2377">
                  <a:moveTo>
                    <a:pt x="2224" y="0"/>
                  </a:moveTo>
                  <a:lnTo>
                    <a:pt x="2180" y="22"/>
                  </a:lnTo>
                  <a:lnTo>
                    <a:pt x="2115" y="44"/>
                  </a:lnTo>
                  <a:lnTo>
                    <a:pt x="2093" y="87"/>
                  </a:lnTo>
                  <a:lnTo>
                    <a:pt x="22" y="4905"/>
                  </a:lnTo>
                  <a:lnTo>
                    <a:pt x="0" y="4971"/>
                  </a:lnTo>
                  <a:lnTo>
                    <a:pt x="22" y="5014"/>
                  </a:lnTo>
                  <a:lnTo>
                    <a:pt x="44" y="5058"/>
                  </a:lnTo>
                  <a:lnTo>
                    <a:pt x="109" y="5080"/>
                  </a:lnTo>
                  <a:lnTo>
                    <a:pt x="153" y="5102"/>
                  </a:lnTo>
                  <a:lnTo>
                    <a:pt x="218" y="5102"/>
                  </a:lnTo>
                  <a:lnTo>
                    <a:pt x="262" y="5058"/>
                  </a:lnTo>
                  <a:lnTo>
                    <a:pt x="305" y="5014"/>
                  </a:lnTo>
                  <a:lnTo>
                    <a:pt x="2355" y="218"/>
                  </a:lnTo>
                  <a:lnTo>
                    <a:pt x="2376" y="153"/>
                  </a:lnTo>
                  <a:lnTo>
                    <a:pt x="2355" y="87"/>
                  </a:lnTo>
                  <a:lnTo>
                    <a:pt x="2333" y="44"/>
                  </a:lnTo>
                  <a:lnTo>
                    <a:pt x="2289" y="22"/>
                  </a:lnTo>
                  <a:lnTo>
                    <a:pt x="222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5" name="Google Shape;11365;p80"/>
            <p:cNvSpPr/>
            <p:nvPr/>
          </p:nvSpPr>
          <p:spPr>
            <a:xfrm>
              <a:off x="3442400" y="3208938"/>
              <a:ext cx="93775" cy="50175"/>
            </a:xfrm>
            <a:custGeom>
              <a:rect b="b" l="l" r="r" t="t"/>
              <a:pathLst>
                <a:path extrusionOk="0" h="2007" w="3751">
                  <a:moveTo>
                    <a:pt x="132" y="1"/>
                  </a:moveTo>
                  <a:lnTo>
                    <a:pt x="88" y="23"/>
                  </a:lnTo>
                  <a:lnTo>
                    <a:pt x="44" y="45"/>
                  </a:lnTo>
                  <a:lnTo>
                    <a:pt x="1" y="88"/>
                  </a:lnTo>
                  <a:lnTo>
                    <a:pt x="1" y="154"/>
                  </a:lnTo>
                  <a:lnTo>
                    <a:pt x="1" y="219"/>
                  </a:lnTo>
                  <a:lnTo>
                    <a:pt x="23" y="263"/>
                  </a:lnTo>
                  <a:lnTo>
                    <a:pt x="88" y="306"/>
                  </a:lnTo>
                  <a:lnTo>
                    <a:pt x="3533" y="2007"/>
                  </a:lnTo>
                  <a:lnTo>
                    <a:pt x="3663" y="2007"/>
                  </a:lnTo>
                  <a:lnTo>
                    <a:pt x="3707" y="1963"/>
                  </a:lnTo>
                  <a:lnTo>
                    <a:pt x="3729" y="1919"/>
                  </a:lnTo>
                  <a:lnTo>
                    <a:pt x="3751" y="1876"/>
                  </a:lnTo>
                  <a:lnTo>
                    <a:pt x="3729" y="1810"/>
                  </a:lnTo>
                  <a:lnTo>
                    <a:pt x="3707" y="1767"/>
                  </a:lnTo>
                  <a:lnTo>
                    <a:pt x="3663" y="1723"/>
                  </a:lnTo>
                  <a:lnTo>
                    <a:pt x="197" y="23"/>
                  </a:lnTo>
                  <a:lnTo>
                    <a:pt x="13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6" name="Google Shape;11366;p80"/>
            <p:cNvSpPr/>
            <p:nvPr/>
          </p:nvSpPr>
          <p:spPr>
            <a:xfrm>
              <a:off x="3551950" y="3204588"/>
              <a:ext cx="76325" cy="94850"/>
            </a:xfrm>
            <a:custGeom>
              <a:rect b="b" l="l" r="r" t="t"/>
              <a:pathLst>
                <a:path extrusionOk="0" h="3794" w="3053">
                  <a:moveTo>
                    <a:pt x="2835" y="1"/>
                  </a:moveTo>
                  <a:lnTo>
                    <a:pt x="2769" y="44"/>
                  </a:lnTo>
                  <a:lnTo>
                    <a:pt x="2050" y="894"/>
                  </a:lnTo>
                  <a:lnTo>
                    <a:pt x="1352" y="1766"/>
                  </a:lnTo>
                  <a:lnTo>
                    <a:pt x="677" y="2660"/>
                  </a:lnTo>
                  <a:lnTo>
                    <a:pt x="23" y="3554"/>
                  </a:lnTo>
                  <a:lnTo>
                    <a:pt x="1" y="3620"/>
                  </a:lnTo>
                  <a:lnTo>
                    <a:pt x="1" y="3685"/>
                  </a:lnTo>
                  <a:lnTo>
                    <a:pt x="23" y="3729"/>
                  </a:lnTo>
                  <a:lnTo>
                    <a:pt x="66" y="3772"/>
                  </a:lnTo>
                  <a:lnTo>
                    <a:pt x="110" y="3794"/>
                  </a:lnTo>
                  <a:lnTo>
                    <a:pt x="153" y="3794"/>
                  </a:lnTo>
                  <a:lnTo>
                    <a:pt x="219" y="3772"/>
                  </a:lnTo>
                  <a:lnTo>
                    <a:pt x="262" y="3729"/>
                  </a:lnTo>
                  <a:lnTo>
                    <a:pt x="916" y="2835"/>
                  </a:lnTo>
                  <a:lnTo>
                    <a:pt x="1592" y="1963"/>
                  </a:lnTo>
                  <a:lnTo>
                    <a:pt x="2290" y="1091"/>
                  </a:lnTo>
                  <a:lnTo>
                    <a:pt x="3009" y="219"/>
                  </a:lnTo>
                  <a:lnTo>
                    <a:pt x="3053" y="175"/>
                  </a:lnTo>
                  <a:lnTo>
                    <a:pt x="3053" y="110"/>
                  </a:lnTo>
                  <a:lnTo>
                    <a:pt x="3031" y="66"/>
                  </a:lnTo>
                  <a:lnTo>
                    <a:pt x="2987" y="22"/>
                  </a:lnTo>
                  <a:lnTo>
                    <a:pt x="294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7" name="Google Shape;11367;p80"/>
            <p:cNvSpPr/>
            <p:nvPr/>
          </p:nvSpPr>
          <p:spPr>
            <a:xfrm>
              <a:off x="3106125" y="3193688"/>
              <a:ext cx="438225" cy="375550"/>
            </a:xfrm>
            <a:custGeom>
              <a:rect b="b" l="l" r="r" t="t"/>
              <a:pathLst>
                <a:path extrusionOk="0" h="15022" w="17529">
                  <a:moveTo>
                    <a:pt x="6846" y="1"/>
                  </a:moveTo>
                  <a:lnTo>
                    <a:pt x="6737" y="22"/>
                  </a:lnTo>
                  <a:lnTo>
                    <a:pt x="6628" y="44"/>
                  </a:lnTo>
                  <a:lnTo>
                    <a:pt x="6541" y="110"/>
                  </a:lnTo>
                  <a:lnTo>
                    <a:pt x="6454" y="153"/>
                  </a:lnTo>
                  <a:lnTo>
                    <a:pt x="6367" y="240"/>
                  </a:lnTo>
                  <a:lnTo>
                    <a:pt x="6301" y="328"/>
                  </a:lnTo>
                  <a:lnTo>
                    <a:pt x="6214" y="524"/>
                  </a:lnTo>
                  <a:lnTo>
                    <a:pt x="6127" y="742"/>
                  </a:lnTo>
                  <a:lnTo>
                    <a:pt x="6083" y="982"/>
                  </a:lnTo>
                  <a:lnTo>
                    <a:pt x="6061" y="1221"/>
                  </a:lnTo>
                  <a:lnTo>
                    <a:pt x="6040" y="1483"/>
                  </a:lnTo>
                  <a:lnTo>
                    <a:pt x="6061" y="1919"/>
                  </a:lnTo>
                  <a:lnTo>
                    <a:pt x="6105" y="2246"/>
                  </a:lnTo>
                  <a:lnTo>
                    <a:pt x="6127" y="2377"/>
                  </a:lnTo>
                  <a:lnTo>
                    <a:pt x="6127" y="2377"/>
                  </a:lnTo>
                  <a:lnTo>
                    <a:pt x="5909" y="2268"/>
                  </a:lnTo>
                  <a:lnTo>
                    <a:pt x="5298" y="2006"/>
                  </a:lnTo>
                  <a:lnTo>
                    <a:pt x="4448" y="1657"/>
                  </a:lnTo>
                  <a:lnTo>
                    <a:pt x="3968" y="1483"/>
                  </a:lnTo>
                  <a:lnTo>
                    <a:pt x="3445" y="1330"/>
                  </a:lnTo>
                  <a:lnTo>
                    <a:pt x="2922" y="1178"/>
                  </a:lnTo>
                  <a:lnTo>
                    <a:pt x="2399" y="1069"/>
                  </a:lnTo>
                  <a:lnTo>
                    <a:pt x="1897" y="1003"/>
                  </a:lnTo>
                  <a:lnTo>
                    <a:pt x="1418" y="1003"/>
                  </a:lnTo>
                  <a:lnTo>
                    <a:pt x="1200" y="1025"/>
                  </a:lnTo>
                  <a:lnTo>
                    <a:pt x="982" y="1069"/>
                  </a:lnTo>
                  <a:lnTo>
                    <a:pt x="786" y="1112"/>
                  </a:lnTo>
                  <a:lnTo>
                    <a:pt x="611" y="1200"/>
                  </a:lnTo>
                  <a:lnTo>
                    <a:pt x="459" y="1287"/>
                  </a:lnTo>
                  <a:lnTo>
                    <a:pt x="306" y="1418"/>
                  </a:lnTo>
                  <a:lnTo>
                    <a:pt x="197" y="1548"/>
                  </a:lnTo>
                  <a:lnTo>
                    <a:pt x="88" y="1723"/>
                  </a:lnTo>
                  <a:lnTo>
                    <a:pt x="22" y="1919"/>
                  </a:lnTo>
                  <a:lnTo>
                    <a:pt x="1" y="2115"/>
                  </a:lnTo>
                  <a:lnTo>
                    <a:pt x="1" y="2311"/>
                  </a:lnTo>
                  <a:lnTo>
                    <a:pt x="22" y="2508"/>
                  </a:lnTo>
                  <a:lnTo>
                    <a:pt x="88" y="2726"/>
                  </a:lnTo>
                  <a:lnTo>
                    <a:pt x="175" y="2944"/>
                  </a:lnTo>
                  <a:lnTo>
                    <a:pt x="262" y="3162"/>
                  </a:lnTo>
                  <a:lnTo>
                    <a:pt x="393" y="3380"/>
                  </a:lnTo>
                  <a:lnTo>
                    <a:pt x="546" y="3598"/>
                  </a:lnTo>
                  <a:lnTo>
                    <a:pt x="720" y="3816"/>
                  </a:lnTo>
                  <a:lnTo>
                    <a:pt x="1091" y="4252"/>
                  </a:lnTo>
                  <a:lnTo>
                    <a:pt x="1505" y="4688"/>
                  </a:lnTo>
                  <a:lnTo>
                    <a:pt x="1963" y="5102"/>
                  </a:lnTo>
                  <a:lnTo>
                    <a:pt x="2421" y="5494"/>
                  </a:lnTo>
                  <a:lnTo>
                    <a:pt x="2878" y="5843"/>
                  </a:lnTo>
                  <a:lnTo>
                    <a:pt x="3685" y="6454"/>
                  </a:lnTo>
                  <a:lnTo>
                    <a:pt x="4274" y="6846"/>
                  </a:lnTo>
                  <a:lnTo>
                    <a:pt x="4513" y="6999"/>
                  </a:lnTo>
                  <a:lnTo>
                    <a:pt x="4383" y="7086"/>
                  </a:lnTo>
                  <a:lnTo>
                    <a:pt x="4252" y="7173"/>
                  </a:lnTo>
                  <a:lnTo>
                    <a:pt x="4099" y="7326"/>
                  </a:lnTo>
                  <a:lnTo>
                    <a:pt x="3925" y="7478"/>
                  </a:lnTo>
                  <a:lnTo>
                    <a:pt x="3772" y="7696"/>
                  </a:lnTo>
                  <a:lnTo>
                    <a:pt x="3598" y="7936"/>
                  </a:lnTo>
                  <a:lnTo>
                    <a:pt x="3467" y="8219"/>
                  </a:lnTo>
                  <a:lnTo>
                    <a:pt x="3423" y="8350"/>
                  </a:lnTo>
                  <a:lnTo>
                    <a:pt x="3380" y="8525"/>
                  </a:lnTo>
                  <a:lnTo>
                    <a:pt x="3358" y="8677"/>
                  </a:lnTo>
                  <a:lnTo>
                    <a:pt x="3336" y="8852"/>
                  </a:lnTo>
                  <a:lnTo>
                    <a:pt x="3336" y="9026"/>
                  </a:lnTo>
                  <a:lnTo>
                    <a:pt x="3358" y="9222"/>
                  </a:lnTo>
                  <a:lnTo>
                    <a:pt x="3402" y="9397"/>
                  </a:lnTo>
                  <a:lnTo>
                    <a:pt x="3467" y="9593"/>
                  </a:lnTo>
                  <a:lnTo>
                    <a:pt x="3554" y="9811"/>
                  </a:lnTo>
                  <a:lnTo>
                    <a:pt x="3663" y="10007"/>
                  </a:lnTo>
                  <a:lnTo>
                    <a:pt x="3816" y="10225"/>
                  </a:lnTo>
                  <a:lnTo>
                    <a:pt x="3968" y="10443"/>
                  </a:lnTo>
                  <a:lnTo>
                    <a:pt x="4165" y="10683"/>
                  </a:lnTo>
                  <a:lnTo>
                    <a:pt x="4404" y="10923"/>
                  </a:lnTo>
                  <a:lnTo>
                    <a:pt x="4666" y="11141"/>
                  </a:lnTo>
                  <a:lnTo>
                    <a:pt x="4971" y="11402"/>
                  </a:lnTo>
                  <a:lnTo>
                    <a:pt x="5167" y="11533"/>
                  </a:lnTo>
                  <a:lnTo>
                    <a:pt x="5407" y="11686"/>
                  </a:lnTo>
                  <a:lnTo>
                    <a:pt x="5669" y="11838"/>
                  </a:lnTo>
                  <a:lnTo>
                    <a:pt x="5974" y="11991"/>
                  </a:lnTo>
                  <a:lnTo>
                    <a:pt x="6301" y="12122"/>
                  </a:lnTo>
                  <a:lnTo>
                    <a:pt x="6650" y="12253"/>
                  </a:lnTo>
                  <a:lnTo>
                    <a:pt x="7021" y="12383"/>
                  </a:lnTo>
                  <a:lnTo>
                    <a:pt x="7391" y="12514"/>
                  </a:lnTo>
                  <a:lnTo>
                    <a:pt x="7260" y="12689"/>
                  </a:lnTo>
                  <a:lnTo>
                    <a:pt x="7151" y="12907"/>
                  </a:lnTo>
                  <a:lnTo>
                    <a:pt x="7086" y="13125"/>
                  </a:lnTo>
                  <a:lnTo>
                    <a:pt x="7042" y="13364"/>
                  </a:lnTo>
                  <a:lnTo>
                    <a:pt x="7042" y="13626"/>
                  </a:lnTo>
                  <a:lnTo>
                    <a:pt x="7064" y="13779"/>
                  </a:lnTo>
                  <a:lnTo>
                    <a:pt x="7108" y="13931"/>
                  </a:lnTo>
                  <a:lnTo>
                    <a:pt x="7173" y="14084"/>
                  </a:lnTo>
                  <a:lnTo>
                    <a:pt x="7239" y="14237"/>
                  </a:lnTo>
                  <a:lnTo>
                    <a:pt x="7326" y="14389"/>
                  </a:lnTo>
                  <a:lnTo>
                    <a:pt x="7435" y="14564"/>
                  </a:lnTo>
                  <a:lnTo>
                    <a:pt x="7544" y="14694"/>
                  </a:lnTo>
                  <a:lnTo>
                    <a:pt x="7675" y="14803"/>
                  </a:lnTo>
                  <a:lnTo>
                    <a:pt x="7827" y="14891"/>
                  </a:lnTo>
                  <a:lnTo>
                    <a:pt x="8002" y="14956"/>
                  </a:lnTo>
                  <a:lnTo>
                    <a:pt x="8176" y="15000"/>
                  </a:lnTo>
                  <a:lnTo>
                    <a:pt x="8394" y="15021"/>
                  </a:lnTo>
                  <a:lnTo>
                    <a:pt x="8590" y="15021"/>
                  </a:lnTo>
                  <a:lnTo>
                    <a:pt x="8830" y="15000"/>
                  </a:lnTo>
                  <a:lnTo>
                    <a:pt x="9070" y="14978"/>
                  </a:lnTo>
                  <a:lnTo>
                    <a:pt x="9310" y="14934"/>
                  </a:lnTo>
                  <a:lnTo>
                    <a:pt x="9833" y="14803"/>
                  </a:lnTo>
                  <a:lnTo>
                    <a:pt x="10400" y="14607"/>
                  </a:lnTo>
                  <a:lnTo>
                    <a:pt x="10966" y="14389"/>
                  </a:lnTo>
                  <a:lnTo>
                    <a:pt x="11555" y="14128"/>
                  </a:lnTo>
                  <a:lnTo>
                    <a:pt x="12122" y="13844"/>
                  </a:lnTo>
                  <a:lnTo>
                    <a:pt x="12689" y="13561"/>
                  </a:lnTo>
                  <a:lnTo>
                    <a:pt x="13234" y="13255"/>
                  </a:lnTo>
                  <a:lnTo>
                    <a:pt x="14215" y="12689"/>
                  </a:lnTo>
                  <a:lnTo>
                    <a:pt x="15000" y="12209"/>
                  </a:lnTo>
                  <a:lnTo>
                    <a:pt x="15610" y="11817"/>
                  </a:lnTo>
                  <a:lnTo>
                    <a:pt x="15872" y="11599"/>
                  </a:lnTo>
                  <a:lnTo>
                    <a:pt x="16111" y="11381"/>
                  </a:lnTo>
                  <a:lnTo>
                    <a:pt x="16329" y="11119"/>
                  </a:lnTo>
                  <a:lnTo>
                    <a:pt x="16547" y="10857"/>
                  </a:lnTo>
                  <a:lnTo>
                    <a:pt x="16722" y="10574"/>
                  </a:lnTo>
                  <a:lnTo>
                    <a:pt x="16896" y="10269"/>
                  </a:lnTo>
                  <a:lnTo>
                    <a:pt x="17049" y="9920"/>
                  </a:lnTo>
                  <a:lnTo>
                    <a:pt x="17180" y="9571"/>
                  </a:lnTo>
                  <a:lnTo>
                    <a:pt x="17311" y="9201"/>
                  </a:lnTo>
                  <a:lnTo>
                    <a:pt x="17398" y="8808"/>
                  </a:lnTo>
                  <a:lnTo>
                    <a:pt x="17463" y="8372"/>
                  </a:lnTo>
                  <a:lnTo>
                    <a:pt x="17507" y="7936"/>
                  </a:lnTo>
                  <a:lnTo>
                    <a:pt x="17529" y="7456"/>
                  </a:lnTo>
                  <a:lnTo>
                    <a:pt x="17507" y="6977"/>
                  </a:lnTo>
                  <a:lnTo>
                    <a:pt x="17485" y="6454"/>
                  </a:lnTo>
                  <a:lnTo>
                    <a:pt x="17420" y="5909"/>
                  </a:lnTo>
                  <a:lnTo>
                    <a:pt x="16918" y="5385"/>
                  </a:lnTo>
                  <a:lnTo>
                    <a:pt x="16395" y="4840"/>
                  </a:lnTo>
                  <a:lnTo>
                    <a:pt x="15719" y="4208"/>
                  </a:lnTo>
                  <a:lnTo>
                    <a:pt x="15370" y="3881"/>
                  </a:lnTo>
                  <a:lnTo>
                    <a:pt x="14978" y="3576"/>
                  </a:lnTo>
                  <a:lnTo>
                    <a:pt x="14607" y="3271"/>
                  </a:lnTo>
                  <a:lnTo>
                    <a:pt x="14215" y="3009"/>
                  </a:lnTo>
                  <a:lnTo>
                    <a:pt x="13844" y="2769"/>
                  </a:lnTo>
                  <a:lnTo>
                    <a:pt x="13474" y="2573"/>
                  </a:lnTo>
                  <a:lnTo>
                    <a:pt x="13125" y="2442"/>
                  </a:lnTo>
                  <a:lnTo>
                    <a:pt x="12972" y="2399"/>
                  </a:lnTo>
                  <a:lnTo>
                    <a:pt x="12798" y="2377"/>
                  </a:lnTo>
                  <a:lnTo>
                    <a:pt x="12514" y="2355"/>
                  </a:lnTo>
                  <a:lnTo>
                    <a:pt x="12275" y="2399"/>
                  </a:lnTo>
                  <a:lnTo>
                    <a:pt x="12078" y="2442"/>
                  </a:lnTo>
                  <a:lnTo>
                    <a:pt x="11926" y="2529"/>
                  </a:lnTo>
                  <a:lnTo>
                    <a:pt x="11795" y="2660"/>
                  </a:lnTo>
                  <a:lnTo>
                    <a:pt x="11708" y="2769"/>
                  </a:lnTo>
                  <a:lnTo>
                    <a:pt x="11621" y="2922"/>
                  </a:lnTo>
                  <a:lnTo>
                    <a:pt x="11577" y="3074"/>
                  </a:lnTo>
                  <a:lnTo>
                    <a:pt x="11555" y="3205"/>
                  </a:lnTo>
                  <a:lnTo>
                    <a:pt x="11533" y="3358"/>
                  </a:lnTo>
                  <a:lnTo>
                    <a:pt x="11555" y="3619"/>
                  </a:lnTo>
                  <a:lnTo>
                    <a:pt x="11577" y="3816"/>
                  </a:lnTo>
                  <a:lnTo>
                    <a:pt x="11577" y="3881"/>
                  </a:lnTo>
                  <a:lnTo>
                    <a:pt x="11185" y="3380"/>
                  </a:lnTo>
                  <a:lnTo>
                    <a:pt x="10748" y="2878"/>
                  </a:lnTo>
                  <a:lnTo>
                    <a:pt x="10203" y="2246"/>
                  </a:lnTo>
                  <a:lnTo>
                    <a:pt x="9549" y="1614"/>
                  </a:lnTo>
                  <a:lnTo>
                    <a:pt x="9201" y="1287"/>
                  </a:lnTo>
                  <a:lnTo>
                    <a:pt x="8852" y="982"/>
                  </a:lnTo>
                  <a:lnTo>
                    <a:pt x="8481" y="720"/>
                  </a:lnTo>
                  <a:lnTo>
                    <a:pt x="8132" y="458"/>
                  </a:lnTo>
                  <a:lnTo>
                    <a:pt x="7784" y="262"/>
                  </a:lnTo>
                  <a:lnTo>
                    <a:pt x="7435" y="110"/>
                  </a:lnTo>
                  <a:lnTo>
                    <a:pt x="7260" y="44"/>
                  </a:lnTo>
                  <a:lnTo>
                    <a:pt x="7108" y="22"/>
                  </a:lnTo>
                  <a:lnTo>
                    <a:pt x="697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8" name="Google Shape;11368;p80"/>
            <p:cNvSpPr/>
            <p:nvPr/>
          </p:nvSpPr>
          <p:spPr>
            <a:xfrm>
              <a:off x="3481100" y="3489088"/>
              <a:ext cx="15300" cy="9850"/>
            </a:xfrm>
            <a:custGeom>
              <a:rect b="b" l="l" r="r" t="t"/>
              <a:pathLst>
                <a:path extrusionOk="0" h="394" w="612">
                  <a:moveTo>
                    <a:pt x="611" y="1"/>
                  </a:moveTo>
                  <a:lnTo>
                    <a:pt x="1" y="393"/>
                  </a:lnTo>
                  <a:lnTo>
                    <a:pt x="306" y="219"/>
                  </a:lnTo>
                  <a:lnTo>
                    <a:pt x="611" y="1"/>
                  </a:lnTo>
                  <a:close/>
                </a:path>
              </a:pathLst>
            </a:custGeom>
            <a:solidFill>
              <a:srgbClr val="00AB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9" name="Google Shape;11369;p80"/>
            <p:cNvSpPr/>
            <p:nvPr/>
          </p:nvSpPr>
          <p:spPr>
            <a:xfrm>
              <a:off x="3206425" y="3291238"/>
              <a:ext cx="280150" cy="181525"/>
            </a:xfrm>
            <a:custGeom>
              <a:rect b="b" l="l" r="r" t="t"/>
              <a:pathLst>
                <a:path extrusionOk="0" h="7261" w="11206">
                  <a:moveTo>
                    <a:pt x="87" y="1"/>
                  </a:moveTo>
                  <a:lnTo>
                    <a:pt x="44" y="44"/>
                  </a:lnTo>
                  <a:lnTo>
                    <a:pt x="0" y="88"/>
                  </a:lnTo>
                  <a:lnTo>
                    <a:pt x="0" y="132"/>
                  </a:lnTo>
                  <a:lnTo>
                    <a:pt x="0" y="197"/>
                  </a:lnTo>
                  <a:lnTo>
                    <a:pt x="44" y="241"/>
                  </a:lnTo>
                  <a:lnTo>
                    <a:pt x="1330" y="1222"/>
                  </a:lnTo>
                  <a:lnTo>
                    <a:pt x="2638" y="2181"/>
                  </a:lnTo>
                  <a:lnTo>
                    <a:pt x="3946" y="3097"/>
                  </a:lnTo>
                  <a:lnTo>
                    <a:pt x="5298" y="4012"/>
                  </a:lnTo>
                  <a:lnTo>
                    <a:pt x="6671" y="4906"/>
                  </a:lnTo>
                  <a:lnTo>
                    <a:pt x="7369" y="5342"/>
                  </a:lnTo>
                  <a:lnTo>
                    <a:pt x="8066" y="5756"/>
                  </a:lnTo>
                  <a:lnTo>
                    <a:pt x="8786" y="6149"/>
                  </a:lnTo>
                  <a:lnTo>
                    <a:pt x="9505" y="6541"/>
                  </a:lnTo>
                  <a:lnTo>
                    <a:pt x="10246" y="6912"/>
                  </a:lnTo>
                  <a:lnTo>
                    <a:pt x="10988" y="7239"/>
                  </a:lnTo>
                  <a:lnTo>
                    <a:pt x="11053" y="7261"/>
                  </a:lnTo>
                  <a:lnTo>
                    <a:pt x="11118" y="7239"/>
                  </a:lnTo>
                  <a:lnTo>
                    <a:pt x="11162" y="7217"/>
                  </a:lnTo>
                  <a:lnTo>
                    <a:pt x="11206" y="7173"/>
                  </a:lnTo>
                  <a:lnTo>
                    <a:pt x="11206" y="7108"/>
                  </a:lnTo>
                  <a:lnTo>
                    <a:pt x="11206" y="7064"/>
                  </a:lnTo>
                  <a:lnTo>
                    <a:pt x="11184" y="7021"/>
                  </a:lnTo>
                  <a:lnTo>
                    <a:pt x="11140" y="6977"/>
                  </a:lnTo>
                  <a:lnTo>
                    <a:pt x="10399" y="6650"/>
                  </a:lnTo>
                  <a:lnTo>
                    <a:pt x="9680" y="6301"/>
                  </a:lnTo>
                  <a:lnTo>
                    <a:pt x="8982" y="5931"/>
                  </a:lnTo>
                  <a:lnTo>
                    <a:pt x="8284" y="5538"/>
                  </a:lnTo>
                  <a:lnTo>
                    <a:pt x="7587" y="5124"/>
                  </a:lnTo>
                  <a:lnTo>
                    <a:pt x="6911" y="4710"/>
                  </a:lnTo>
                  <a:lnTo>
                    <a:pt x="5559" y="3838"/>
                  </a:lnTo>
                  <a:lnTo>
                    <a:pt x="4208" y="2922"/>
                  </a:lnTo>
                  <a:lnTo>
                    <a:pt x="2878" y="1985"/>
                  </a:lnTo>
                  <a:lnTo>
                    <a:pt x="1548" y="1004"/>
                  </a:lnTo>
                  <a:lnTo>
                    <a:pt x="262" y="23"/>
                  </a:lnTo>
                  <a:lnTo>
                    <a:pt x="196"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0" name="Google Shape;11370;p80"/>
            <p:cNvSpPr/>
            <p:nvPr/>
          </p:nvSpPr>
          <p:spPr>
            <a:xfrm>
              <a:off x="3295800" y="3253638"/>
              <a:ext cx="40900" cy="133550"/>
            </a:xfrm>
            <a:custGeom>
              <a:rect b="b" l="l" r="r" t="t"/>
              <a:pathLst>
                <a:path extrusionOk="0" h="5342" w="1636">
                  <a:moveTo>
                    <a:pt x="109" y="1"/>
                  </a:moveTo>
                  <a:lnTo>
                    <a:pt x="66" y="44"/>
                  </a:lnTo>
                  <a:lnTo>
                    <a:pt x="22" y="66"/>
                  </a:lnTo>
                  <a:lnTo>
                    <a:pt x="0" y="131"/>
                  </a:lnTo>
                  <a:lnTo>
                    <a:pt x="0" y="197"/>
                  </a:lnTo>
                  <a:lnTo>
                    <a:pt x="1352" y="5255"/>
                  </a:lnTo>
                  <a:lnTo>
                    <a:pt x="1374" y="5298"/>
                  </a:lnTo>
                  <a:lnTo>
                    <a:pt x="1417" y="5342"/>
                  </a:lnTo>
                  <a:lnTo>
                    <a:pt x="1526" y="5342"/>
                  </a:lnTo>
                  <a:lnTo>
                    <a:pt x="1570" y="5320"/>
                  </a:lnTo>
                  <a:lnTo>
                    <a:pt x="1614" y="5276"/>
                  </a:lnTo>
                  <a:lnTo>
                    <a:pt x="1635" y="5233"/>
                  </a:lnTo>
                  <a:lnTo>
                    <a:pt x="1635" y="5167"/>
                  </a:lnTo>
                  <a:lnTo>
                    <a:pt x="306" y="110"/>
                  </a:lnTo>
                  <a:lnTo>
                    <a:pt x="262" y="44"/>
                  </a:lnTo>
                  <a:lnTo>
                    <a:pt x="218" y="22"/>
                  </a:lnTo>
                  <a:lnTo>
                    <a:pt x="17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1" name="Google Shape;11371;p80"/>
            <p:cNvSpPr/>
            <p:nvPr/>
          </p:nvSpPr>
          <p:spPr>
            <a:xfrm>
              <a:off x="3284900" y="3413888"/>
              <a:ext cx="101950" cy="27275"/>
            </a:xfrm>
            <a:custGeom>
              <a:rect b="b" l="l" r="r" t="t"/>
              <a:pathLst>
                <a:path extrusionOk="0" h="1091" w="4078">
                  <a:moveTo>
                    <a:pt x="3881" y="0"/>
                  </a:moveTo>
                  <a:lnTo>
                    <a:pt x="109" y="785"/>
                  </a:lnTo>
                  <a:lnTo>
                    <a:pt x="44" y="829"/>
                  </a:lnTo>
                  <a:lnTo>
                    <a:pt x="22" y="872"/>
                  </a:lnTo>
                  <a:lnTo>
                    <a:pt x="0" y="916"/>
                  </a:lnTo>
                  <a:lnTo>
                    <a:pt x="22" y="959"/>
                  </a:lnTo>
                  <a:lnTo>
                    <a:pt x="44" y="1025"/>
                  </a:lnTo>
                  <a:lnTo>
                    <a:pt x="66" y="1068"/>
                  </a:lnTo>
                  <a:lnTo>
                    <a:pt x="131" y="1090"/>
                  </a:lnTo>
                  <a:lnTo>
                    <a:pt x="197" y="1090"/>
                  </a:lnTo>
                  <a:lnTo>
                    <a:pt x="3968" y="284"/>
                  </a:lnTo>
                  <a:lnTo>
                    <a:pt x="4034" y="262"/>
                  </a:lnTo>
                  <a:lnTo>
                    <a:pt x="4055" y="218"/>
                  </a:lnTo>
                  <a:lnTo>
                    <a:pt x="4077" y="153"/>
                  </a:lnTo>
                  <a:lnTo>
                    <a:pt x="4055" y="109"/>
                  </a:lnTo>
                  <a:lnTo>
                    <a:pt x="4034" y="65"/>
                  </a:lnTo>
                  <a:lnTo>
                    <a:pt x="3990" y="22"/>
                  </a:lnTo>
                  <a:lnTo>
                    <a:pt x="394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2" name="Google Shape;11372;p80"/>
            <p:cNvSpPr/>
            <p:nvPr/>
          </p:nvSpPr>
          <p:spPr>
            <a:xfrm>
              <a:off x="3421150" y="3319588"/>
              <a:ext cx="8750" cy="118850"/>
            </a:xfrm>
            <a:custGeom>
              <a:rect b="b" l="l" r="r" t="t"/>
              <a:pathLst>
                <a:path extrusionOk="0" h="4754" w="350">
                  <a:moveTo>
                    <a:pt x="197" y="1"/>
                  </a:moveTo>
                  <a:lnTo>
                    <a:pt x="153" y="22"/>
                  </a:lnTo>
                  <a:lnTo>
                    <a:pt x="88" y="44"/>
                  </a:lnTo>
                  <a:lnTo>
                    <a:pt x="66" y="88"/>
                  </a:lnTo>
                  <a:lnTo>
                    <a:pt x="44" y="153"/>
                  </a:lnTo>
                  <a:lnTo>
                    <a:pt x="1" y="1265"/>
                  </a:lnTo>
                  <a:lnTo>
                    <a:pt x="1" y="2377"/>
                  </a:lnTo>
                  <a:lnTo>
                    <a:pt x="1" y="3489"/>
                  </a:lnTo>
                  <a:lnTo>
                    <a:pt x="44" y="4622"/>
                  </a:lnTo>
                  <a:lnTo>
                    <a:pt x="66" y="4666"/>
                  </a:lnTo>
                  <a:lnTo>
                    <a:pt x="88" y="4731"/>
                  </a:lnTo>
                  <a:lnTo>
                    <a:pt x="153" y="4753"/>
                  </a:lnTo>
                  <a:lnTo>
                    <a:pt x="262" y="4753"/>
                  </a:lnTo>
                  <a:lnTo>
                    <a:pt x="306" y="4710"/>
                  </a:lnTo>
                  <a:lnTo>
                    <a:pt x="328" y="4666"/>
                  </a:lnTo>
                  <a:lnTo>
                    <a:pt x="349" y="4601"/>
                  </a:lnTo>
                  <a:lnTo>
                    <a:pt x="306" y="3489"/>
                  </a:lnTo>
                  <a:lnTo>
                    <a:pt x="306" y="2377"/>
                  </a:lnTo>
                  <a:lnTo>
                    <a:pt x="306" y="1265"/>
                  </a:lnTo>
                  <a:lnTo>
                    <a:pt x="349" y="153"/>
                  </a:lnTo>
                  <a:lnTo>
                    <a:pt x="328" y="88"/>
                  </a:lnTo>
                  <a:lnTo>
                    <a:pt x="306" y="44"/>
                  </a:lnTo>
                  <a:lnTo>
                    <a:pt x="26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3" name="Google Shape;11373;p80"/>
            <p:cNvSpPr/>
            <p:nvPr/>
          </p:nvSpPr>
          <p:spPr>
            <a:xfrm>
              <a:off x="3036375" y="3471638"/>
              <a:ext cx="466550" cy="350475"/>
            </a:xfrm>
            <a:custGeom>
              <a:rect b="b" l="l" r="r" t="t"/>
              <a:pathLst>
                <a:path extrusionOk="0" h="14019" w="18662">
                  <a:moveTo>
                    <a:pt x="6344" y="1"/>
                  </a:moveTo>
                  <a:lnTo>
                    <a:pt x="6192" y="23"/>
                  </a:lnTo>
                  <a:lnTo>
                    <a:pt x="6061" y="45"/>
                  </a:lnTo>
                  <a:lnTo>
                    <a:pt x="5930" y="88"/>
                  </a:lnTo>
                  <a:lnTo>
                    <a:pt x="5821" y="132"/>
                  </a:lnTo>
                  <a:lnTo>
                    <a:pt x="5734" y="197"/>
                  </a:lnTo>
                  <a:lnTo>
                    <a:pt x="5668" y="263"/>
                  </a:lnTo>
                  <a:lnTo>
                    <a:pt x="5603" y="350"/>
                  </a:lnTo>
                  <a:lnTo>
                    <a:pt x="5559" y="459"/>
                  </a:lnTo>
                  <a:lnTo>
                    <a:pt x="5516" y="546"/>
                  </a:lnTo>
                  <a:lnTo>
                    <a:pt x="5472" y="764"/>
                  </a:lnTo>
                  <a:lnTo>
                    <a:pt x="5472" y="1004"/>
                  </a:lnTo>
                  <a:lnTo>
                    <a:pt x="5494" y="1244"/>
                  </a:lnTo>
                  <a:lnTo>
                    <a:pt x="5559" y="1483"/>
                  </a:lnTo>
                  <a:lnTo>
                    <a:pt x="5625" y="1723"/>
                  </a:lnTo>
                  <a:lnTo>
                    <a:pt x="5777" y="2159"/>
                  </a:lnTo>
                  <a:lnTo>
                    <a:pt x="5908" y="2464"/>
                  </a:lnTo>
                  <a:lnTo>
                    <a:pt x="5952" y="2573"/>
                  </a:lnTo>
                  <a:lnTo>
                    <a:pt x="5712" y="2530"/>
                  </a:lnTo>
                  <a:lnTo>
                    <a:pt x="5058" y="2443"/>
                  </a:lnTo>
                  <a:lnTo>
                    <a:pt x="4142" y="2377"/>
                  </a:lnTo>
                  <a:lnTo>
                    <a:pt x="3619" y="2355"/>
                  </a:lnTo>
                  <a:lnTo>
                    <a:pt x="3096" y="2355"/>
                  </a:lnTo>
                  <a:lnTo>
                    <a:pt x="2551" y="2377"/>
                  </a:lnTo>
                  <a:lnTo>
                    <a:pt x="2006" y="2443"/>
                  </a:lnTo>
                  <a:lnTo>
                    <a:pt x="1504" y="2530"/>
                  </a:lnTo>
                  <a:lnTo>
                    <a:pt x="1286" y="2595"/>
                  </a:lnTo>
                  <a:lnTo>
                    <a:pt x="1047" y="2661"/>
                  </a:lnTo>
                  <a:lnTo>
                    <a:pt x="850" y="2748"/>
                  </a:lnTo>
                  <a:lnTo>
                    <a:pt x="654" y="2835"/>
                  </a:lnTo>
                  <a:lnTo>
                    <a:pt x="502" y="2944"/>
                  </a:lnTo>
                  <a:lnTo>
                    <a:pt x="349" y="3075"/>
                  </a:lnTo>
                  <a:lnTo>
                    <a:pt x="218" y="3228"/>
                  </a:lnTo>
                  <a:lnTo>
                    <a:pt x="131" y="3380"/>
                  </a:lnTo>
                  <a:lnTo>
                    <a:pt x="44" y="3555"/>
                  </a:lnTo>
                  <a:lnTo>
                    <a:pt x="0" y="3751"/>
                  </a:lnTo>
                  <a:lnTo>
                    <a:pt x="0" y="3947"/>
                  </a:lnTo>
                  <a:lnTo>
                    <a:pt x="22" y="4143"/>
                  </a:lnTo>
                  <a:lnTo>
                    <a:pt x="87" y="4318"/>
                  </a:lnTo>
                  <a:lnTo>
                    <a:pt x="175" y="4514"/>
                  </a:lnTo>
                  <a:lnTo>
                    <a:pt x="284" y="4710"/>
                  </a:lnTo>
                  <a:lnTo>
                    <a:pt x="436" y="4884"/>
                  </a:lnTo>
                  <a:lnTo>
                    <a:pt x="611" y="5059"/>
                  </a:lnTo>
                  <a:lnTo>
                    <a:pt x="785" y="5233"/>
                  </a:lnTo>
                  <a:lnTo>
                    <a:pt x="1003" y="5386"/>
                  </a:lnTo>
                  <a:lnTo>
                    <a:pt x="1221" y="5560"/>
                  </a:lnTo>
                  <a:lnTo>
                    <a:pt x="1701" y="5865"/>
                  </a:lnTo>
                  <a:lnTo>
                    <a:pt x="2246" y="6149"/>
                  </a:lnTo>
                  <a:lnTo>
                    <a:pt x="2791" y="6410"/>
                  </a:lnTo>
                  <a:lnTo>
                    <a:pt x="3336" y="6628"/>
                  </a:lnTo>
                  <a:lnTo>
                    <a:pt x="3881" y="6846"/>
                  </a:lnTo>
                  <a:lnTo>
                    <a:pt x="4840" y="7173"/>
                  </a:lnTo>
                  <a:lnTo>
                    <a:pt x="5516" y="7391"/>
                  </a:lnTo>
                  <a:lnTo>
                    <a:pt x="5777" y="7457"/>
                  </a:lnTo>
                  <a:lnTo>
                    <a:pt x="5690" y="7566"/>
                  </a:lnTo>
                  <a:lnTo>
                    <a:pt x="5603" y="7697"/>
                  </a:lnTo>
                  <a:lnTo>
                    <a:pt x="5494" y="7871"/>
                  </a:lnTo>
                  <a:lnTo>
                    <a:pt x="5385" y="8089"/>
                  </a:lnTo>
                  <a:lnTo>
                    <a:pt x="5298" y="8351"/>
                  </a:lnTo>
                  <a:lnTo>
                    <a:pt x="5211" y="8634"/>
                  </a:lnTo>
                  <a:lnTo>
                    <a:pt x="5167" y="8918"/>
                  </a:lnTo>
                  <a:lnTo>
                    <a:pt x="5167" y="9092"/>
                  </a:lnTo>
                  <a:lnTo>
                    <a:pt x="5167" y="9245"/>
                  </a:lnTo>
                  <a:lnTo>
                    <a:pt x="5189" y="9397"/>
                  </a:lnTo>
                  <a:lnTo>
                    <a:pt x="5232" y="9572"/>
                  </a:lnTo>
                  <a:lnTo>
                    <a:pt x="5276" y="9746"/>
                  </a:lnTo>
                  <a:lnTo>
                    <a:pt x="5363" y="9920"/>
                  </a:lnTo>
                  <a:lnTo>
                    <a:pt x="5450" y="10073"/>
                  </a:lnTo>
                  <a:lnTo>
                    <a:pt x="5581" y="10247"/>
                  </a:lnTo>
                  <a:lnTo>
                    <a:pt x="5712" y="10422"/>
                  </a:lnTo>
                  <a:lnTo>
                    <a:pt x="5886" y="10596"/>
                  </a:lnTo>
                  <a:lnTo>
                    <a:pt x="6083" y="10749"/>
                  </a:lnTo>
                  <a:lnTo>
                    <a:pt x="6322" y="10923"/>
                  </a:lnTo>
                  <a:lnTo>
                    <a:pt x="6562" y="11076"/>
                  </a:lnTo>
                  <a:lnTo>
                    <a:pt x="6846" y="11228"/>
                  </a:lnTo>
                  <a:lnTo>
                    <a:pt x="7173" y="11381"/>
                  </a:lnTo>
                  <a:lnTo>
                    <a:pt x="7543" y="11512"/>
                  </a:lnTo>
                  <a:lnTo>
                    <a:pt x="7783" y="11599"/>
                  </a:lnTo>
                  <a:lnTo>
                    <a:pt x="8045" y="11664"/>
                  </a:lnTo>
                  <a:lnTo>
                    <a:pt x="8350" y="11730"/>
                  </a:lnTo>
                  <a:lnTo>
                    <a:pt x="8677" y="11773"/>
                  </a:lnTo>
                  <a:lnTo>
                    <a:pt x="9026" y="11817"/>
                  </a:lnTo>
                  <a:lnTo>
                    <a:pt x="9396" y="11839"/>
                  </a:lnTo>
                  <a:lnTo>
                    <a:pt x="9789" y="11861"/>
                  </a:lnTo>
                  <a:lnTo>
                    <a:pt x="10203" y="11861"/>
                  </a:lnTo>
                  <a:lnTo>
                    <a:pt x="10116" y="12079"/>
                  </a:lnTo>
                  <a:lnTo>
                    <a:pt x="10072" y="12297"/>
                  </a:lnTo>
                  <a:lnTo>
                    <a:pt x="10072" y="12536"/>
                  </a:lnTo>
                  <a:lnTo>
                    <a:pt x="10116" y="12776"/>
                  </a:lnTo>
                  <a:lnTo>
                    <a:pt x="10203" y="13038"/>
                  </a:lnTo>
                  <a:lnTo>
                    <a:pt x="10268" y="13169"/>
                  </a:lnTo>
                  <a:lnTo>
                    <a:pt x="10334" y="13300"/>
                  </a:lnTo>
                  <a:lnTo>
                    <a:pt x="10443" y="13409"/>
                  </a:lnTo>
                  <a:lnTo>
                    <a:pt x="10552" y="13539"/>
                  </a:lnTo>
                  <a:lnTo>
                    <a:pt x="10683" y="13670"/>
                  </a:lnTo>
                  <a:lnTo>
                    <a:pt x="10835" y="13801"/>
                  </a:lnTo>
                  <a:lnTo>
                    <a:pt x="10988" y="13910"/>
                  </a:lnTo>
                  <a:lnTo>
                    <a:pt x="11140" y="13954"/>
                  </a:lnTo>
                  <a:lnTo>
                    <a:pt x="11315" y="13997"/>
                  </a:lnTo>
                  <a:lnTo>
                    <a:pt x="11489" y="14019"/>
                  </a:lnTo>
                  <a:lnTo>
                    <a:pt x="11685" y="13997"/>
                  </a:lnTo>
                  <a:lnTo>
                    <a:pt x="11882" y="13954"/>
                  </a:lnTo>
                  <a:lnTo>
                    <a:pt x="12078" y="13888"/>
                  </a:lnTo>
                  <a:lnTo>
                    <a:pt x="12296" y="13823"/>
                  </a:lnTo>
                  <a:lnTo>
                    <a:pt x="12514" y="13714"/>
                  </a:lnTo>
                  <a:lnTo>
                    <a:pt x="12754" y="13605"/>
                  </a:lnTo>
                  <a:lnTo>
                    <a:pt x="13211" y="13300"/>
                  </a:lnTo>
                  <a:lnTo>
                    <a:pt x="13691" y="12973"/>
                  </a:lnTo>
                  <a:lnTo>
                    <a:pt x="14149" y="12580"/>
                  </a:lnTo>
                  <a:lnTo>
                    <a:pt x="14629" y="12166"/>
                  </a:lnTo>
                  <a:lnTo>
                    <a:pt x="15108" y="11730"/>
                  </a:lnTo>
                  <a:lnTo>
                    <a:pt x="15566" y="11294"/>
                  </a:lnTo>
                  <a:lnTo>
                    <a:pt x="15980" y="10836"/>
                  </a:lnTo>
                  <a:lnTo>
                    <a:pt x="16743" y="10008"/>
                  </a:lnTo>
                  <a:lnTo>
                    <a:pt x="17354" y="9310"/>
                  </a:lnTo>
                  <a:lnTo>
                    <a:pt x="17833" y="8743"/>
                  </a:lnTo>
                  <a:lnTo>
                    <a:pt x="17986" y="8503"/>
                  </a:lnTo>
                  <a:lnTo>
                    <a:pt x="18138" y="8242"/>
                  </a:lnTo>
                  <a:lnTo>
                    <a:pt x="18269" y="7980"/>
                  </a:lnTo>
                  <a:lnTo>
                    <a:pt x="18378" y="7718"/>
                  </a:lnTo>
                  <a:lnTo>
                    <a:pt x="18465" y="7435"/>
                  </a:lnTo>
                  <a:lnTo>
                    <a:pt x="18553" y="7130"/>
                  </a:lnTo>
                  <a:lnTo>
                    <a:pt x="18596" y="6825"/>
                  </a:lnTo>
                  <a:lnTo>
                    <a:pt x="18640" y="6519"/>
                  </a:lnTo>
                  <a:lnTo>
                    <a:pt x="18662" y="6105"/>
                  </a:lnTo>
                  <a:lnTo>
                    <a:pt x="18662" y="5713"/>
                  </a:lnTo>
                  <a:lnTo>
                    <a:pt x="18618" y="5320"/>
                  </a:lnTo>
                  <a:lnTo>
                    <a:pt x="18531" y="4950"/>
                  </a:lnTo>
                  <a:lnTo>
                    <a:pt x="18444" y="4579"/>
                  </a:lnTo>
                  <a:lnTo>
                    <a:pt x="18291" y="4209"/>
                  </a:lnTo>
                  <a:lnTo>
                    <a:pt x="18138" y="3860"/>
                  </a:lnTo>
                  <a:lnTo>
                    <a:pt x="17964" y="3511"/>
                  </a:lnTo>
                  <a:lnTo>
                    <a:pt x="17746" y="3184"/>
                  </a:lnTo>
                  <a:lnTo>
                    <a:pt x="17506" y="2879"/>
                  </a:lnTo>
                  <a:lnTo>
                    <a:pt x="17245" y="2595"/>
                  </a:lnTo>
                  <a:lnTo>
                    <a:pt x="16983" y="2312"/>
                  </a:lnTo>
                  <a:lnTo>
                    <a:pt x="16678" y="2072"/>
                  </a:lnTo>
                  <a:lnTo>
                    <a:pt x="16351" y="1832"/>
                  </a:lnTo>
                  <a:lnTo>
                    <a:pt x="16002" y="1636"/>
                  </a:lnTo>
                  <a:lnTo>
                    <a:pt x="15653" y="1440"/>
                  </a:lnTo>
                  <a:lnTo>
                    <a:pt x="15217" y="1244"/>
                  </a:lnTo>
                  <a:lnTo>
                    <a:pt x="14759" y="1047"/>
                  </a:lnTo>
                  <a:lnTo>
                    <a:pt x="14302" y="895"/>
                  </a:lnTo>
                  <a:lnTo>
                    <a:pt x="13865" y="742"/>
                  </a:lnTo>
                  <a:lnTo>
                    <a:pt x="13429" y="633"/>
                  </a:lnTo>
                  <a:lnTo>
                    <a:pt x="13037" y="568"/>
                  </a:lnTo>
                  <a:lnTo>
                    <a:pt x="12666" y="546"/>
                  </a:lnTo>
                  <a:lnTo>
                    <a:pt x="12492" y="546"/>
                  </a:lnTo>
                  <a:lnTo>
                    <a:pt x="12339" y="568"/>
                  </a:lnTo>
                  <a:lnTo>
                    <a:pt x="12056" y="655"/>
                  </a:lnTo>
                  <a:lnTo>
                    <a:pt x="11838" y="742"/>
                  </a:lnTo>
                  <a:lnTo>
                    <a:pt x="11664" y="851"/>
                  </a:lnTo>
                  <a:lnTo>
                    <a:pt x="11533" y="982"/>
                  </a:lnTo>
                  <a:lnTo>
                    <a:pt x="11446" y="1135"/>
                  </a:lnTo>
                  <a:lnTo>
                    <a:pt x="11402" y="1287"/>
                  </a:lnTo>
                  <a:lnTo>
                    <a:pt x="11380" y="1440"/>
                  </a:lnTo>
                  <a:lnTo>
                    <a:pt x="11380" y="1592"/>
                  </a:lnTo>
                  <a:lnTo>
                    <a:pt x="11380" y="1745"/>
                  </a:lnTo>
                  <a:lnTo>
                    <a:pt x="11424" y="1898"/>
                  </a:lnTo>
                  <a:lnTo>
                    <a:pt x="11511" y="2137"/>
                  </a:lnTo>
                  <a:lnTo>
                    <a:pt x="11576" y="2312"/>
                  </a:lnTo>
                  <a:lnTo>
                    <a:pt x="11620" y="2377"/>
                  </a:lnTo>
                  <a:lnTo>
                    <a:pt x="11620" y="2377"/>
                  </a:lnTo>
                  <a:lnTo>
                    <a:pt x="11097" y="2028"/>
                  </a:lnTo>
                  <a:lnTo>
                    <a:pt x="10530" y="1658"/>
                  </a:lnTo>
                  <a:lnTo>
                    <a:pt x="9811" y="1244"/>
                  </a:lnTo>
                  <a:lnTo>
                    <a:pt x="9004" y="808"/>
                  </a:lnTo>
                  <a:lnTo>
                    <a:pt x="8568" y="611"/>
                  </a:lnTo>
                  <a:lnTo>
                    <a:pt x="8154" y="437"/>
                  </a:lnTo>
                  <a:lnTo>
                    <a:pt x="7718" y="263"/>
                  </a:lnTo>
                  <a:lnTo>
                    <a:pt x="7303" y="154"/>
                  </a:lnTo>
                  <a:lnTo>
                    <a:pt x="6911" y="45"/>
                  </a:lnTo>
                  <a:lnTo>
                    <a:pt x="6519"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4" name="Google Shape;11374;p80"/>
            <p:cNvSpPr/>
            <p:nvPr/>
          </p:nvSpPr>
          <p:spPr>
            <a:xfrm>
              <a:off x="3470200" y="3690213"/>
              <a:ext cx="12025" cy="14175"/>
            </a:xfrm>
            <a:custGeom>
              <a:rect b="b" l="l" r="r" t="t"/>
              <a:pathLst>
                <a:path extrusionOk="0" h="567" w="481">
                  <a:moveTo>
                    <a:pt x="480" y="0"/>
                  </a:moveTo>
                  <a:lnTo>
                    <a:pt x="1" y="567"/>
                  </a:lnTo>
                  <a:lnTo>
                    <a:pt x="240" y="305"/>
                  </a:lnTo>
                  <a:lnTo>
                    <a:pt x="480" y="0"/>
                  </a:lnTo>
                  <a:close/>
                </a:path>
              </a:pathLst>
            </a:custGeom>
            <a:solidFill>
              <a:srgbClr val="00AB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5" name="Google Shape;11375;p80"/>
            <p:cNvSpPr/>
            <p:nvPr/>
          </p:nvSpPr>
          <p:spPr>
            <a:xfrm>
              <a:off x="3147000" y="3586113"/>
              <a:ext cx="319950" cy="92675"/>
            </a:xfrm>
            <a:custGeom>
              <a:rect b="b" l="l" r="r" t="t"/>
              <a:pathLst>
                <a:path extrusionOk="0" h="3707" w="12798">
                  <a:moveTo>
                    <a:pt x="153" y="0"/>
                  </a:moveTo>
                  <a:lnTo>
                    <a:pt x="110" y="22"/>
                  </a:lnTo>
                  <a:lnTo>
                    <a:pt x="44" y="44"/>
                  </a:lnTo>
                  <a:lnTo>
                    <a:pt x="23" y="109"/>
                  </a:lnTo>
                  <a:lnTo>
                    <a:pt x="1" y="153"/>
                  </a:lnTo>
                  <a:lnTo>
                    <a:pt x="1" y="196"/>
                  </a:lnTo>
                  <a:lnTo>
                    <a:pt x="44" y="262"/>
                  </a:lnTo>
                  <a:lnTo>
                    <a:pt x="88" y="284"/>
                  </a:lnTo>
                  <a:lnTo>
                    <a:pt x="1614" y="829"/>
                  </a:lnTo>
                  <a:lnTo>
                    <a:pt x="3140" y="1352"/>
                  </a:lnTo>
                  <a:lnTo>
                    <a:pt x="4666" y="1853"/>
                  </a:lnTo>
                  <a:lnTo>
                    <a:pt x="6214" y="2333"/>
                  </a:lnTo>
                  <a:lnTo>
                    <a:pt x="7784" y="2769"/>
                  </a:lnTo>
                  <a:lnTo>
                    <a:pt x="8590" y="2965"/>
                  </a:lnTo>
                  <a:lnTo>
                    <a:pt x="9397" y="3161"/>
                  </a:lnTo>
                  <a:lnTo>
                    <a:pt x="10182" y="3336"/>
                  </a:lnTo>
                  <a:lnTo>
                    <a:pt x="10988" y="3488"/>
                  </a:lnTo>
                  <a:lnTo>
                    <a:pt x="11817" y="3597"/>
                  </a:lnTo>
                  <a:lnTo>
                    <a:pt x="12623" y="3706"/>
                  </a:lnTo>
                  <a:lnTo>
                    <a:pt x="12689" y="3706"/>
                  </a:lnTo>
                  <a:lnTo>
                    <a:pt x="12732" y="3663"/>
                  </a:lnTo>
                  <a:lnTo>
                    <a:pt x="12776" y="3619"/>
                  </a:lnTo>
                  <a:lnTo>
                    <a:pt x="12798" y="3576"/>
                  </a:lnTo>
                  <a:lnTo>
                    <a:pt x="12798" y="3510"/>
                  </a:lnTo>
                  <a:lnTo>
                    <a:pt x="12776" y="3467"/>
                  </a:lnTo>
                  <a:lnTo>
                    <a:pt x="12732" y="3423"/>
                  </a:lnTo>
                  <a:lnTo>
                    <a:pt x="12667" y="3401"/>
                  </a:lnTo>
                  <a:lnTo>
                    <a:pt x="11882" y="3314"/>
                  </a:lnTo>
                  <a:lnTo>
                    <a:pt x="11097" y="3183"/>
                  </a:lnTo>
                  <a:lnTo>
                    <a:pt x="10313" y="3052"/>
                  </a:lnTo>
                  <a:lnTo>
                    <a:pt x="9528" y="2878"/>
                  </a:lnTo>
                  <a:lnTo>
                    <a:pt x="8743" y="2703"/>
                  </a:lnTo>
                  <a:lnTo>
                    <a:pt x="7980" y="2507"/>
                  </a:lnTo>
                  <a:lnTo>
                    <a:pt x="6432" y="2071"/>
                  </a:lnTo>
                  <a:lnTo>
                    <a:pt x="4862" y="1613"/>
                  </a:lnTo>
                  <a:lnTo>
                    <a:pt x="3314" y="1112"/>
                  </a:lnTo>
                  <a:lnTo>
                    <a:pt x="1767" y="567"/>
                  </a:lnTo>
                  <a:lnTo>
                    <a:pt x="219" y="22"/>
                  </a:lnTo>
                  <a:lnTo>
                    <a:pt x="153"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6" name="Google Shape;11376;p80"/>
            <p:cNvSpPr/>
            <p:nvPr/>
          </p:nvSpPr>
          <p:spPr>
            <a:xfrm>
              <a:off x="3221125" y="3523963"/>
              <a:ext cx="77425" cy="118300"/>
            </a:xfrm>
            <a:custGeom>
              <a:rect b="b" l="l" r="r" t="t"/>
              <a:pathLst>
                <a:path extrusionOk="0" h="4732" w="3097">
                  <a:moveTo>
                    <a:pt x="131" y="1"/>
                  </a:moveTo>
                  <a:lnTo>
                    <a:pt x="88" y="23"/>
                  </a:lnTo>
                  <a:lnTo>
                    <a:pt x="44" y="66"/>
                  </a:lnTo>
                  <a:lnTo>
                    <a:pt x="22" y="110"/>
                  </a:lnTo>
                  <a:lnTo>
                    <a:pt x="1" y="175"/>
                  </a:lnTo>
                  <a:lnTo>
                    <a:pt x="22" y="241"/>
                  </a:lnTo>
                  <a:lnTo>
                    <a:pt x="2813" y="4666"/>
                  </a:lnTo>
                  <a:lnTo>
                    <a:pt x="2857" y="4710"/>
                  </a:lnTo>
                  <a:lnTo>
                    <a:pt x="2922" y="4732"/>
                  </a:lnTo>
                  <a:lnTo>
                    <a:pt x="2966" y="4732"/>
                  </a:lnTo>
                  <a:lnTo>
                    <a:pt x="3031" y="4710"/>
                  </a:lnTo>
                  <a:lnTo>
                    <a:pt x="3053" y="4666"/>
                  </a:lnTo>
                  <a:lnTo>
                    <a:pt x="3096" y="4623"/>
                  </a:lnTo>
                  <a:lnTo>
                    <a:pt x="3096" y="4557"/>
                  </a:lnTo>
                  <a:lnTo>
                    <a:pt x="3075" y="4492"/>
                  </a:lnTo>
                  <a:lnTo>
                    <a:pt x="284" y="66"/>
                  </a:lnTo>
                  <a:lnTo>
                    <a:pt x="240" y="23"/>
                  </a:lnTo>
                  <a:lnTo>
                    <a:pt x="19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7" name="Google Shape;11377;p80"/>
            <p:cNvSpPr/>
            <p:nvPr/>
          </p:nvSpPr>
          <p:spPr>
            <a:xfrm>
              <a:off x="3264725" y="3652063"/>
              <a:ext cx="91600" cy="54525"/>
            </a:xfrm>
            <a:custGeom>
              <a:rect b="b" l="l" r="r" t="t"/>
              <a:pathLst>
                <a:path extrusionOk="0" h="2181" w="3664">
                  <a:moveTo>
                    <a:pt x="3489" y="0"/>
                  </a:moveTo>
                  <a:lnTo>
                    <a:pt x="3423" y="22"/>
                  </a:lnTo>
                  <a:lnTo>
                    <a:pt x="66" y="1897"/>
                  </a:lnTo>
                  <a:lnTo>
                    <a:pt x="23" y="1940"/>
                  </a:lnTo>
                  <a:lnTo>
                    <a:pt x="1" y="2006"/>
                  </a:lnTo>
                  <a:lnTo>
                    <a:pt x="1" y="2049"/>
                  </a:lnTo>
                  <a:lnTo>
                    <a:pt x="23" y="2093"/>
                  </a:lnTo>
                  <a:lnTo>
                    <a:pt x="66" y="2137"/>
                  </a:lnTo>
                  <a:lnTo>
                    <a:pt x="110" y="2180"/>
                  </a:lnTo>
                  <a:lnTo>
                    <a:pt x="175" y="2180"/>
                  </a:lnTo>
                  <a:lnTo>
                    <a:pt x="219" y="2158"/>
                  </a:lnTo>
                  <a:lnTo>
                    <a:pt x="3576" y="262"/>
                  </a:lnTo>
                  <a:lnTo>
                    <a:pt x="3641" y="218"/>
                  </a:lnTo>
                  <a:lnTo>
                    <a:pt x="3663" y="174"/>
                  </a:lnTo>
                  <a:lnTo>
                    <a:pt x="3663" y="131"/>
                  </a:lnTo>
                  <a:lnTo>
                    <a:pt x="3620" y="65"/>
                  </a:lnTo>
                  <a:lnTo>
                    <a:pt x="3598" y="22"/>
                  </a:lnTo>
                  <a:lnTo>
                    <a:pt x="353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8" name="Google Shape;11378;p80"/>
            <p:cNvSpPr/>
            <p:nvPr/>
          </p:nvSpPr>
          <p:spPr>
            <a:xfrm>
              <a:off x="3361750" y="3549038"/>
              <a:ext cx="40900" cy="113950"/>
            </a:xfrm>
            <a:custGeom>
              <a:rect b="b" l="l" r="r" t="t"/>
              <a:pathLst>
                <a:path extrusionOk="0" h="4558" w="1636">
                  <a:moveTo>
                    <a:pt x="153" y="1"/>
                  </a:moveTo>
                  <a:lnTo>
                    <a:pt x="109" y="23"/>
                  </a:lnTo>
                  <a:lnTo>
                    <a:pt x="66" y="44"/>
                  </a:lnTo>
                  <a:lnTo>
                    <a:pt x="22" y="88"/>
                  </a:lnTo>
                  <a:lnTo>
                    <a:pt x="0" y="132"/>
                  </a:lnTo>
                  <a:lnTo>
                    <a:pt x="0" y="197"/>
                  </a:lnTo>
                  <a:lnTo>
                    <a:pt x="305" y="1287"/>
                  </a:lnTo>
                  <a:lnTo>
                    <a:pt x="632" y="2355"/>
                  </a:lnTo>
                  <a:lnTo>
                    <a:pt x="960" y="3402"/>
                  </a:lnTo>
                  <a:lnTo>
                    <a:pt x="1330" y="4470"/>
                  </a:lnTo>
                  <a:lnTo>
                    <a:pt x="1374" y="4513"/>
                  </a:lnTo>
                  <a:lnTo>
                    <a:pt x="1417" y="4557"/>
                  </a:lnTo>
                  <a:lnTo>
                    <a:pt x="1526" y="4557"/>
                  </a:lnTo>
                  <a:lnTo>
                    <a:pt x="1570" y="4535"/>
                  </a:lnTo>
                  <a:lnTo>
                    <a:pt x="1614" y="4492"/>
                  </a:lnTo>
                  <a:lnTo>
                    <a:pt x="1635" y="4426"/>
                  </a:lnTo>
                  <a:lnTo>
                    <a:pt x="1614" y="4361"/>
                  </a:lnTo>
                  <a:lnTo>
                    <a:pt x="1243" y="3314"/>
                  </a:lnTo>
                  <a:lnTo>
                    <a:pt x="916" y="2246"/>
                  </a:lnTo>
                  <a:lnTo>
                    <a:pt x="589" y="1178"/>
                  </a:lnTo>
                  <a:lnTo>
                    <a:pt x="284" y="110"/>
                  </a:lnTo>
                  <a:lnTo>
                    <a:pt x="262" y="44"/>
                  </a:lnTo>
                  <a:lnTo>
                    <a:pt x="218" y="23"/>
                  </a:lnTo>
                  <a:lnTo>
                    <a:pt x="15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9" name="Google Shape;11379;p80"/>
            <p:cNvSpPr/>
            <p:nvPr/>
          </p:nvSpPr>
          <p:spPr>
            <a:xfrm>
              <a:off x="3915475" y="3062338"/>
              <a:ext cx="267650" cy="268175"/>
            </a:xfrm>
            <a:custGeom>
              <a:rect b="b" l="l" r="r" t="t"/>
              <a:pathLst>
                <a:path extrusionOk="0" h="10727" w="10706">
                  <a:moveTo>
                    <a:pt x="5364" y="1"/>
                  </a:moveTo>
                  <a:lnTo>
                    <a:pt x="4993" y="22"/>
                  </a:lnTo>
                  <a:lnTo>
                    <a:pt x="4623" y="66"/>
                  </a:lnTo>
                  <a:lnTo>
                    <a:pt x="4361" y="110"/>
                  </a:lnTo>
                  <a:lnTo>
                    <a:pt x="3925" y="197"/>
                  </a:lnTo>
                  <a:lnTo>
                    <a:pt x="3489" y="349"/>
                  </a:lnTo>
                  <a:lnTo>
                    <a:pt x="3075" y="524"/>
                  </a:lnTo>
                  <a:lnTo>
                    <a:pt x="2661" y="720"/>
                  </a:lnTo>
                  <a:lnTo>
                    <a:pt x="2268" y="982"/>
                  </a:lnTo>
                  <a:lnTo>
                    <a:pt x="1898" y="1265"/>
                  </a:lnTo>
                  <a:lnTo>
                    <a:pt x="1549" y="1592"/>
                  </a:lnTo>
                  <a:lnTo>
                    <a:pt x="1222" y="1941"/>
                  </a:lnTo>
                  <a:lnTo>
                    <a:pt x="1047" y="2159"/>
                  </a:lnTo>
                  <a:lnTo>
                    <a:pt x="895" y="2399"/>
                  </a:lnTo>
                  <a:lnTo>
                    <a:pt x="742" y="2617"/>
                  </a:lnTo>
                  <a:lnTo>
                    <a:pt x="611" y="2856"/>
                  </a:lnTo>
                  <a:lnTo>
                    <a:pt x="502" y="3096"/>
                  </a:lnTo>
                  <a:lnTo>
                    <a:pt x="393" y="3336"/>
                  </a:lnTo>
                  <a:lnTo>
                    <a:pt x="284" y="3576"/>
                  </a:lnTo>
                  <a:lnTo>
                    <a:pt x="219" y="3837"/>
                  </a:lnTo>
                  <a:lnTo>
                    <a:pt x="153" y="4077"/>
                  </a:lnTo>
                  <a:lnTo>
                    <a:pt x="88" y="4361"/>
                  </a:lnTo>
                  <a:lnTo>
                    <a:pt x="44" y="4644"/>
                  </a:lnTo>
                  <a:lnTo>
                    <a:pt x="1" y="4928"/>
                  </a:lnTo>
                  <a:lnTo>
                    <a:pt x="1" y="5233"/>
                  </a:lnTo>
                  <a:lnTo>
                    <a:pt x="1" y="5516"/>
                  </a:lnTo>
                  <a:lnTo>
                    <a:pt x="1" y="5800"/>
                  </a:lnTo>
                  <a:lnTo>
                    <a:pt x="44" y="6083"/>
                  </a:lnTo>
                  <a:lnTo>
                    <a:pt x="88" y="6388"/>
                  </a:lnTo>
                  <a:lnTo>
                    <a:pt x="153" y="6650"/>
                  </a:lnTo>
                  <a:lnTo>
                    <a:pt x="262" y="7064"/>
                  </a:lnTo>
                  <a:lnTo>
                    <a:pt x="437" y="7500"/>
                  </a:lnTo>
                  <a:lnTo>
                    <a:pt x="524" y="7718"/>
                  </a:lnTo>
                  <a:lnTo>
                    <a:pt x="655" y="7958"/>
                  </a:lnTo>
                  <a:lnTo>
                    <a:pt x="807" y="8198"/>
                  </a:lnTo>
                  <a:lnTo>
                    <a:pt x="960" y="8437"/>
                  </a:lnTo>
                  <a:lnTo>
                    <a:pt x="1113" y="8655"/>
                  </a:lnTo>
                  <a:lnTo>
                    <a:pt x="1309" y="8873"/>
                  </a:lnTo>
                  <a:lnTo>
                    <a:pt x="1505" y="9091"/>
                  </a:lnTo>
                  <a:lnTo>
                    <a:pt x="1701" y="9288"/>
                  </a:lnTo>
                  <a:lnTo>
                    <a:pt x="1919" y="9484"/>
                  </a:lnTo>
                  <a:lnTo>
                    <a:pt x="2203" y="9702"/>
                  </a:lnTo>
                  <a:lnTo>
                    <a:pt x="2464" y="9876"/>
                  </a:lnTo>
                  <a:lnTo>
                    <a:pt x="2748" y="10051"/>
                  </a:lnTo>
                  <a:lnTo>
                    <a:pt x="3031" y="10203"/>
                  </a:lnTo>
                  <a:lnTo>
                    <a:pt x="3336" y="10334"/>
                  </a:lnTo>
                  <a:lnTo>
                    <a:pt x="3620" y="10443"/>
                  </a:lnTo>
                  <a:lnTo>
                    <a:pt x="3925" y="10530"/>
                  </a:lnTo>
                  <a:lnTo>
                    <a:pt x="4230" y="10596"/>
                  </a:lnTo>
                  <a:lnTo>
                    <a:pt x="4470" y="10639"/>
                  </a:lnTo>
                  <a:lnTo>
                    <a:pt x="4819" y="10683"/>
                  </a:lnTo>
                  <a:lnTo>
                    <a:pt x="5168" y="10727"/>
                  </a:lnTo>
                  <a:lnTo>
                    <a:pt x="5516" y="10727"/>
                  </a:lnTo>
                  <a:lnTo>
                    <a:pt x="5865" y="10683"/>
                  </a:lnTo>
                  <a:lnTo>
                    <a:pt x="6105" y="10661"/>
                  </a:lnTo>
                  <a:lnTo>
                    <a:pt x="6585" y="10574"/>
                  </a:lnTo>
                  <a:lnTo>
                    <a:pt x="7043" y="10443"/>
                  </a:lnTo>
                  <a:lnTo>
                    <a:pt x="7500" y="10269"/>
                  </a:lnTo>
                  <a:lnTo>
                    <a:pt x="7936" y="10051"/>
                  </a:lnTo>
                  <a:lnTo>
                    <a:pt x="8351" y="9789"/>
                  </a:lnTo>
                  <a:lnTo>
                    <a:pt x="8743" y="9506"/>
                  </a:lnTo>
                  <a:lnTo>
                    <a:pt x="9114" y="9157"/>
                  </a:lnTo>
                  <a:lnTo>
                    <a:pt x="9462" y="8786"/>
                  </a:lnTo>
                  <a:lnTo>
                    <a:pt x="9659" y="8546"/>
                  </a:lnTo>
                  <a:lnTo>
                    <a:pt x="9833" y="8285"/>
                  </a:lnTo>
                  <a:lnTo>
                    <a:pt x="9986" y="8045"/>
                  </a:lnTo>
                  <a:lnTo>
                    <a:pt x="10116" y="7783"/>
                  </a:lnTo>
                  <a:lnTo>
                    <a:pt x="10225" y="7565"/>
                  </a:lnTo>
                  <a:lnTo>
                    <a:pt x="10334" y="7304"/>
                  </a:lnTo>
                  <a:lnTo>
                    <a:pt x="10422" y="7042"/>
                  </a:lnTo>
                  <a:lnTo>
                    <a:pt x="10531" y="6693"/>
                  </a:lnTo>
                  <a:lnTo>
                    <a:pt x="10618" y="6323"/>
                  </a:lnTo>
                  <a:lnTo>
                    <a:pt x="10640" y="6105"/>
                  </a:lnTo>
                  <a:lnTo>
                    <a:pt x="10683" y="5778"/>
                  </a:lnTo>
                  <a:lnTo>
                    <a:pt x="10705" y="5451"/>
                  </a:lnTo>
                  <a:lnTo>
                    <a:pt x="10683" y="5124"/>
                  </a:lnTo>
                  <a:lnTo>
                    <a:pt x="10661" y="4819"/>
                  </a:lnTo>
                  <a:lnTo>
                    <a:pt x="10640" y="4579"/>
                  </a:lnTo>
                  <a:lnTo>
                    <a:pt x="10552" y="4099"/>
                  </a:lnTo>
                  <a:lnTo>
                    <a:pt x="10422" y="3641"/>
                  </a:lnTo>
                  <a:lnTo>
                    <a:pt x="10247" y="3205"/>
                  </a:lnTo>
                  <a:lnTo>
                    <a:pt x="10029" y="2769"/>
                  </a:lnTo>
                  <a:lnTo>
                    <a:pt x="9768" y="2355"/>
                  </a:lnTo>
                  <a:lnTo>
                    <a:pt x="9484" y="1963"/>
                  </a:lnTo>
                  <a:lnTo>
                    <a:pt x="9135" y="1592"/>
                  </a:lnTo>
                  <a:lnTo>
                    <a:pt x="8765" y="1243"/>
                  </a:lnTo>
                  <a:lnTo>
                    <a:pt x="8481" y="1025"/>
                  </a:lnTo>
                  <a:lnTo>
                    <a:pt x="8198" y="829"/>
                  </a:lnTo>
                  <a:lnTo>
                    <a:pt x="7915" y="655"/>
                  </a:lnTo>
                  <a:lnTo>
                    <a:pt x="7609" y="502"/>
                  </a:lnTo>
                  <a:lnTo>
                    <a:pt x="7304" y="371"/>
                  </a:lnTo>
                  <a:lnTo>
                    <a:pt x="6999" y="262"/>
                  </a:lnTo>
                  <a:lnTo>
                    <a:pt x="6672" y="175"/>
                  </a:lnTo>
                  <a:lnTo>
                    <a:pt x="6345" y="110"/>
                  </a:lnTo>
                  <a:lnTo>
                    <a:pt x="6127" y="66"/>
                  </a:lnTo>
                  <a:lnTo>
                    <a:pt x="5734" y="22"/>
                  </a:lnTo>
                  <a:lnTo>
                    <a:pt x="5364"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0" name="Google Shape;11380;p80"/>
            <p:cNvSpPr/>
            <p:nvPr/>
          </p:nvSpPr>
          <p:spPr>
            <a:xfrm>
              <a:off x="3915475" y="3062338"/>
              <a:ext cx="267650" cy="268175"/>
            </a:xfrm>
            <a:custGeom>
              <a:rect b="b" l="l" r="r" t="t"/>
              <a:pathLst>
                <a:path extrusionOk="0" fill="none" h="10727" w="10706">
                  <a:moveTo>
                    <a:pt x="9462" y="8786"/>
                  </a:moveTo>
                  <a:lnTo>
                    <a:pt x="9462" y="8786"/>
                  </a:lnTo>
                  <a:lnTo>
                    <a:pt x="9114" y="9157"/>
                  </a:lnTo>
                  <a:lnTo>
                    <a:pt x="8743" y="9506"/>
                  </a:lnTo>
                  <a:lnTo>
                    <a:pt x="8351" y="9789"/>
                  </a:lnTo>
                  <a:lnTo>
                    <a:pt x="7936" y="10051"/>
                  </a:lnTo>
                  <a:lnTo>
                    <a:pt x="7500" y="10269"/>
                  </a:lnTo>
                  <a:lnTo>
                    <a:pt x="7043" y="10443"/>
                  </a:lnTo>
                  <a:lnTo>
                    <a:pt x="6585" y="10574"/>
                  </a:lnTo>
                  <a:lnTo>
                    <a:pt x="6105" y="10661"/>
                  </a:lnTo>
                  <a:lnTo>
                    <a:pt x="6105" y="10661"/>
                  </a:lnTo>
                  <a:lnTo>
                    <a:pt x="5865" y="10683"/>
                  </a:lnTo>
                  <a:lnTo>
                    <a:pt x="5865" y="10683"/>
                  </a:lnTo>
                  <a:lnTo>
                    <a:pt x="5516" y="10727"/>
                  </a:lnTo>
                  <a:lnTo>
                    <a:pt x="5168" y="10727"/>
                  </a:lnTo>
                  <a:lnTo>
                    <a:pt x="4819" y="10683"/>
                  </a:lnTo>
                  <a:lnTo>
                    <a:pt x="4470" y="10639"/>
                  </a:lnTo>
                  <a:lnTo>
                    <a:pt x="4470" y="10639"/>
                  </a:lnTo>
                  <a:lnTo>
                    <a:pt x="4230" y="10596"/>
                  </a:lnTo>
                  <a:lnTo>
                    <a:pt x="4230" y="10596"/>
                  </a:lnTo>
                  <a:lnTo>
                    <a:pt x="3925" y="10530"/>
                  </a:lnTo>
                  <a:lnTo>
                    <a:pt x="3620" y="10443"/>
                  </a:lnTo>
                  <a:lnTo>
                    <a:pt x="3336" y="10334"/>
                  </a:lnTo>
                  <a:lnTo>
                    <a:pt x="3031" y="10203"/>
                  </a:lnTo>
                  <a:lnTo>
                    <a:pt x="2748" y="10051"/>
                  </a:lnTo>
                  <a:lnTo>
                    <a:pt x="2464" y="9876"/>
                  </a:lnTo>
                  <a:lnTo>
                    <a:pt x="2203" y="9702"/>
                  </a:lnTo>
                  <a:lnTo>
                    <a:pt x="1919" y="9484"/>
                  </a:lnTo>
                  <a:lnTo>
                    <a:pt x="1919" y="9484"/>
                  </a:lnTo>
                  <a:lnTo>
                    <a:pt x="1701" y="9288"/>
                  </a:lnTo>
                  <a:lnTo>
                    <a:pt x="1505" y="9091"/>
                  </a:lnTo>
                  <a:lnTo>
                    <a:pt x="1309" y="8873"/>
                  </a:lnTo>
                  <a:lnTo>
                    <a:pt x="1113" y="8655"/>
                  </a:lnTo>
                  <a:lnTo>
                    <a:pt x="960" y="8437"/>
                  </a:lnTo>
                  <a:lnTo>
                    <a:pt x="807" y="8198"/>
                  </a:lnTo>
                  <a:lnTo>
                    <a:pt x="655" y="7958"/>
                  </a:lnTo>
                  <a:lnTo>
                    <a:pt x="524" y="7718"/>
                  </a:lnTo>
                  <a:lnTo>
                    <a:pt x="524" y="7718"/>
                  </a:lnTo>
                  <a:lnTo>
                    <a:pt x="437" y="7500"/>
                  </a:lnTo>
                  <a:lnTo>
                    <a:pt x="437" y="7500"/>
                  </a:lnTo>
                  <a:lnTo>
                    <a:pt x="262" y="7064"/>
                  </a:lnTo>
                  <a:lnTo>
                    <a:pt x="153" y="6650"/>
                  </a:lnTo>
                  <a:lnTo>
                    <a:pt x="153" y="6650"/>
                  </a:lnTo>
                  <a:lnTo>
                    <a:pt x="88" y="6388"/>
                  </a:lnTo>
                  <a:lnTo>
                    <a:pt x="88" y="6388"/>
                  </a:lnTo>
                  <a:lnTo>
                    <a:pt x="44" y="6083"/>
                  </a:lnTo>
                  <a:lnTo>
                    <a:pt x="1" y="5800"/>
                  </a:lnTo>
                  <a:lnTo>
                    <a:pt x="1" y="5516"/>
                  </a:lnTo>
                  <a:lnTo>
                    <a:pt x="1" y="5233"/>
                  </a:lnTo>
                  <a:lnTo>
                    <a:pt x="1" y="4928"/>
                  </a:lnTo>
                  <a:lnTo>
                    <a:pt x="44" y="4644"/>
                  </a:lnTo>
                  <a:lnTo>
                    <a:pt x="88" y="4361"/>
                  </a:lnTo>
                  <a:lnTo>
                    <a:pt x="153" y="4077"/>
                  </a:lnTo>
                  <a:lnTo>
                    <a:pt x="153" y="4077"/>
                  </a:lnTo>
                  <a:lnTo>
                    <a:pt x="219" y="3837"/>
                  </a:lnTo>
                  <a:lnTo>
                    <a:pt x="219" y="3837"/>
                  </a:lnTo>
                  <a:lnTo>
                    <a:pt x="284" y="3576"/>
                  </a:lnTo>
                  <a:lnTo>
                    <a:pt x="393" y="3336"/>
                  </a:lnTo>
                  <a:lnTo>
                    <a:pt x="502" y="3096"/>
                  </a:lnTo>
                  <a:lnTo>
                    <a:pt x="611" y="2856"/>
                  </a:lnTo>
                  <a:lnTo>
                    <a:pt x="742" y="2617"/>
                  </a:lnTo>
                  <a:lnTo>
                    <a:pt x="895" y="2399"/>
                  </a:lnTo>
                  <a:lnTo>
                    <a:pt x="1047" y="2159"/>
                  </a:lnTo>
                  <a:lnTo>
                    <a:pt x="1222" y="1941"/>
                  </a:lnTo>
                  <a:lnTo>
                    <a:pt x="1222" y="1941"/>
                  </a:lnTo>
                  <a:lnTo>
                    <a:pt x="1549" y="1592"/>
                  </a:lnTo>
                  <a:lnTo>
                    <a:pt x="1898" y="1265"/>
                  </a:lnTo>
                  <a:lnTo>
                    <a:pt x="2268" y="982"/>
                  </a:lnTo>
                  <a:lnTo>
                    <a:pt x="2661" y="720"/>
                  </a:lnTo>
                  <a:lnTo>
                    <a:pt x="3075" y="524"/>
                  </a:lnTo>
                  <a:lnTo>
                    <a:pt x="3489" y="349"/>
                  </a:lnTo>
                  <a:lnTo>
                    <a:pt x="3925" y="197"/>
                  </a:lnTo>
                  <a:lnTo>
                    <a:pt x="4361" y="110"/>
                  </a:lnTo>
                  <a:lnTo>
                    <a:pt x="4361" y="110"/>
                  </a:lnTo>
                  <a:lnTo>
                    <a:pt x="4623" y="66"/>
                  </a:lnTo>
                  <a:lnTo>
                    <a:pt x="4623" y="66"/>
                  </a:lnTo>
                  <a:lnTo>
                    <a:pt x="4993" y="22"/>
                  </a:lnTo>
                  <a:lnTo>
                    <a:pt x="5364" y="1"/>
                  </a:lnTo>
                  <a:lnTo>
                    <a:pt x="5364" y="1"/>
                  </a:lnTo>
                  <a:lnTo>
                    <a:pt x="5734" y="22"/>
                  </a:lnTo>
                  <a:lnTo>
                    <a:pt x="6127" y="66"/>
                  </a:lnTo>
                  <a:lnTo>
                    <a:pt x="6127" y="66"/>
                  </a:lnTo>
                  <a:lnTo>
                    <a:pt x="6345" y="110"/>
                  </a:lnTo>
                  <a:lnTo>
                    <a:pt x="6345" y="110"/>
                  </a:lnTo>
                  <a:lnTo>
                    <a:pt x="6672" y="175"/>
                  </a:lnTo>
                  <a:lnTo>
                    <a:pt x="6999" y="262"/>
                  </a:lnTo>
                  <a:lnTo>
                    <a:pt x="7304" y="371"/>
                  </a:lnTo>
                  <a:lnTo>
                    <a:pt x="7609" y="502"/>
                  </a:lnTo>
                  <a:lnTo>
                    <a:pt x="7915" y="655"/>
                  </a:lnTo>
                  <a:lnTo>
                    <a:pt x="8198" y="829"/>
                  </a:lnTo>
                  <a:lnTo>
                    <a:pt x="8481" y="1025"/>
                  </a:lnTo>
                  <a:lnTo>
                    <a:pt x="8765" y="1243"/>
                  </a:lnTo>
                  <a:lnTo>
                    <a:pt x="8765" y="1243"/>
                  </a:lnTo>
                  <a:lnTo>
                    <a:pt x="9135" y="1592"/>
                  </a:lnTo>
                  <a:lnTo>
                    <a:pt x="9484" y="1963"/>
                  </a:lnTo>
                  <a:lnTo>
                    <a:pt x="9768" y="2355"/>
                  </a:lnTo>
                  <a:lnTo>
                    <a:pt x="10029" y="2769"/>
                  </a:lnTo>
                  <a:lnTo>
                    <a:pt x="10247" y="3205"/>
                  </a:lnTo>
                  <a:lnTo>
                    <a:pt x="10422" y="3641"/>
                  </a:lnTo>
                  <a:lnTo>
                    <a:pt x="10552" y="4099"/>
                  </a:lnTo>
                  <a:lnTo>
                    <a:pt x="10640" y="4579"/>
                  </a:lnTo>
                  <a:lnTo>
                    <a:pt x="10640" y="4579"/>
                  </a:lnTo>
                  <a:lnTo>
                    <a:pt x="10661" y="4819"/>
                  </a:lnTo>
                  <a:lnTo>
                    <a:pt x="10661" y="4819"/>
                  </a:lnTo>
                  <a:lnTo>
                    <a:pt x="10683" y="5124"/>
                  </a:lnTo>
                  <a:lnTo>
                    <a:pt x="10705" y="5451"/>
                  </a:lnTo>
                  <a:lnTo>
                    <a:pt x="10683" y="5778"/>
                  </a:lnTo>
                  <a:lnTo>
                    <a:pt x="10640" y="6105"/>
                  </a:lnTo>
                  <a:lnTo>
                    <a:pt x="10640" y="6105"/>
                  </a:lnTo>
                  <a:lnTo>
                    <a:pt x="10618" y="6323"/>
                  </a:lnTo>
                  <a:lnTo>
                    <a:pt x="10618" y="6323"/>
                  </a:lnTo>
                  <a:lnTo>
                    <a:pt x="10531" y="6693"/>
                  </a:lnTo>
                  <a:lnTo>
                    <a:pt x="10422" y="7042"/>
                  </a:lnTo>
                  <a:lnTo>
                    <a:pt x="10422" y="7042"/>
                  </a:lnTo>
                  <a:lnTo>
                    <a:pt x="10422" y="7042"/>
                  </a:lnTo>
                  <a:lnTo>
                    <a:pt x="10334" y="7304"/>
                  </a:lnTo>
                  <a:lnTo>
                    <a:pt x="10225" y="7565"/>
                  </a:lnTo>
                  <a:lnTo>
                    <a:pt x="10225" y="7565"/>
                  </a:lnTo>
                  <a:lnTo>
                    <a:pt x="10116" y="7783"/>
                  </a:lnTo>
                  <a:lnTo>
                    <a:pt x="10116" y="7783"/>
                  </a:lnTo>
                  <a:lnTo>
                    <a:pt x="10116" y="7783"/>
                  </a:lnTo>
                  <a:lnTo>
                    <a:pt x="9986" y="8045"/>
                  </a:lnTo>
                  <a:lnTo>
                    <a:pt x="9833" y="8285"/>
                  </a:lnTo>
                  <a:lnTo>
                    <a:pt x="9659" y="8546"/>
                  </a:lnTo>
                  <a:lnTo>
                    <a:pt x="9462" y="8786"/>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1" name="Google Shape;11381;p80"/>
            <p:cNvSpPr/>
            <p:nvPr/>
          </p:nvSpPr>
          <p:spPr>
            <a:xfrm>
              <a:off x="3919300" y="3063963"/>
              <a:ext cx="111750" cy="100325"/>
            </a:xfrm>
            <a:custGeom>
              <a:rect b="b" l="l" r="r" t="t"/>
              <a:pathLst>
                <a:path extrusionOk="0" h="4013" w="4470">
                  <a:moveTo>
                    <a:pt x="4470" y="1"/>
                  </a:moveTo>
                  <a:lnTo>
                    <a:pt x="4208" y="45"/>
                  </a:lnTo>
                  <a:lnTo>
                    <a:pt x="4121" y="459"/>
                  </a:lnTo>
                  <a:lnTo>
                    <a:pt x="3990" y="851"/>
                  </a:lnTo>
                  <a:lnTo>
                    <a:pt x="3837" y="1244"/>
                  </a:lnTo>
                  <a:lnTo>
                    <a:pt x="3641" y="1636"/>
                  </a:lnTo>
                  <a:lnTo>
                    <a:pt x="3445" y="2007"/>
                  </a:lnTo>
                  <a:lnTo>
                    <a:pt x="3183" y="2355"/>
                  </a:lnTo>
                  <a:lnTo>
                    <a:pt x="2922" y="2661"/>
                  </a:lnTo>
                  <a:lnTo>
                    <a:pt x="2595" y="2966"/>
                  </a:lnTo>
                  <a:lnTo>
                    <a:pt x="2311" y="3184"/>
                  </a:lnTo>
                  <a:lnTo>
                    <a:pt x="2028" y="3358"/>
                  </a:lnTo>
                  <a:lnTo>
                    <a:pt x="1701" y="3511"/>
                  </a:lnTo>
                  <a:lnTo>
                    <a:pt x="1396" y="3620"/>
                  </a:lnTo>
                  <a:lnTo>
                    <a:pt x="1069" y="3707"/>
                  </a:lnTo>
                  <a:lnTo>
                    <a:pt x="720" y="3772"/>
                  </a:lnTo>
                  <a:lnTo>
                    <a:pt x="393" y="3794"/>
                  </a:lnTo>
                  <a:lnTo>
                    <a:pt x="66" y="3772"/>
                  </a:lnTo>
                  <a:lnTo>
                    <a:pt x="0" y="4012"/>
                  </a:lnTo>
                  <a:lnTo>
                    <a:pt x="654" y="4012"/>
                  </a:lnTo>
                  <a:lnTo>
                    <a:pt x="982" y="3969"/>
                  </a:lnTo>
                  <a:lnTo>
                    <a:pt x="1309" y="3903"/>
                  </a:lnTo>
                  <a:lnTo>
                    <a:pt x="1636" y="3794"/>
                  </a:lnTo>
                  <a:lnTo>
                    <a:pt x="1941" y="3685"/>
                  </a:lnTo>
                  <a:lnTo>
                    <a:pt x="2224" y="3511"/>
                  </a:lnTo>
                  <a:lnTo>
                    <a:pt x="2529" y="3336"/>
                  </a:lnTo>
                  <a:lnTo>
                    <a:pt x="2726" y="3162"/>
                  </a:lnTo>
                  <a:lnTo>
                    <a:pt x="2900" y="3009"/>
                  </a:lnTo>
                  <a:lnTo>
                    <a:pt x="3096" y="2835"/>
                  </a:lnTo>
                  <a:lnTo>
                    <a:pt x="3249" y="2639"/>
                  </a:lnTo>
                  <a:lnTo>
                    <a:pt x="3401" y="2464"/>
                  </a:lnTo>
                  <a:lnTo>
                    <a:pt x="3554" y="2268"/>
                  </a:lnTo>
                  <a:lnTo>
                    <a:pt x="3816" y="1854"/>
                  </a:lnTo>
                  <a:lnTo>
                    <a:pt x="4012" y="1396"/>
                  </a:lnTo>
                  <a:lnTo>
                    <a:pt x="4208" y="938"/>
                  </a:lnTo>
                  <a:lnTo>
                    <a:pt x="4361" y="481"/>
                  </a:lnTo>
                  <a:lnTo>
                    <a:pt x="447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2" name="Google Shape;11382;p80"/>
            <p:cNvSpPr/>
            <p:nvPr/>
          </p:nvSpPr>
          <p:spPr>
            <a:xfrm>
              <a:off x="4067550" y="3063963"/>
              <a:ext cx="114475" cy="118850"/>
            </a:xfrm>
            <a:custGeom>
              <a:rect b="b" l="l" r="r" t="t"/>
              <a:pathLst>
                <a:path extrusionOk="0" h="4754" w="4579">
                  <a:moveTo>
                    <a:pt x="44" y="1"/>
                  </a:moveTo>
                  <a:lnTo>
                    <a:pt x="0" y="263"/>
                  </a:lnTo>
                  <a:lnTo>
                    <a:pt x="0" y="502"/>
                  </a:lnTo>
                  <a:lnTo>
                    <a:pt x="0" y="764"/>
                  </a:lnTo>
                  <a:lnTo>
                    <a:pt x="22" y="1004"/>
                  </a:lnTo>
                  <a:lnTo>
                    <a:pt x="44" y="1265"/>
                  </a:lnTo>
                  <a:lnTo>
                    <a:pt x="109" y="1505"/>
                  </a:lnTo>
                  <a:lnTo>
                    <a:pt x="175" y="1745"/>
                  </a:lnTo>
                  <a:lnTo>
                    <a:pt x="240" y="1985"/>
                  </a:lnTo>
                  <a:lnTo>
                    <a:pt x="349" y="2225"/>
                  </a:lnTo>
                  <a:lnTo>
                    <a:pt x="458" y="2464"/>
                  </a:lnTo>
                  <a:lnTo>
                    <a:pt x="589" y="2682"/>
                  </a:lnTo>
                  <a:lnTo>
                    <a:pt x="720" y="2900"/>
                  </a:lnTo>
                  <a:lnTo>
                    <a:pt x="872" y="3118"/>
                  </a:lnTo>
                  <a:lnTo>
                    <a:pt x="1047" y="3315"/>
                  </a:lnTo>
                  <a:lnTo>
                    <a:pt x="1221" y="3511"/>
                  </a:lnTo>
                  <a:lnTo>
                    <a:pt x="1417" y="3685"/>
                  </a:lnTo>
                  <a:lnTo>
                    <a:pt x="1766" y="3947"/>
                  </a:lnTo>
                  <a:lnTo>
                    <a:pt x="2137" y="4187"/>
                  </a:lnTo>
                  <a:lnTo>
                    <a:pt x="2529" y="4383"/>
                  </a:lnTo>
                  <a:lnTo>
                    <a:pt x="2922" y="4536"/>
                  </a:lnTo>
                  <a:lnTo>
                    <a:pt x="3336" y="4645"/>
                  </a:lnTo>
                  <a:lnTo>
                    <a:pt x="3750" y="4710"/>
                  </a:lnTo>
                  <a:lnTo>
                    <a:pt x="4164" y="4754"/>
                  </a:lnTo>
                  <a:lnTo>
                    <a:pt x="4578" y="4754"/>
                  </a:lnTo>
                  <a:lnTo>
                    <a:pt x="4557" y="4514"/>
                  </a:lnTo>
                  <a:lnTo>
                    <a:pt x="4186" y="4514"/>
                  </a:lnTo>
                  <a:lnTo>
                    <a:pt x="3794" y="4470"/>
                  </a:lnTo>
                  <a:lnTo>
                    <a:pt x="3423" y="4405"/>
                  </a:lnTo>
                  <a:lnTo>
                    <a:pt x="3052" y="4318"/>
                  </a:lnTo>
                  <a:lnTo>
                    <a:pt x="2682" y="4187"/>
                  </a:lnTo>
                  <a:lnTo>
                    <a:pt x="2333" y="4012"/>
                  </a:lnTo>
                  <a:lnTo>
                    <a:pt x="1984" y="3816"/>
                  </a:lnTo>
                  <a:lnTo>
                    <a:pt x="1679" y="3576"/>
                  </a:lnTo>
                  <a:lnTo>
                    <a:pt x="1483" y="3402"/>
                  </a:lnTo>
                  <a:lnTo>
                    <a:pt x="1287" y="3227"/>
                  </a:lnTo>
                  <a:lnTo>
                    <a:pt x="1134" y="3031"/>
                  </a:lnTo>
                  <a:lnTo>
                    <a:pt x="960" y="2835"/>
                  </a:lnTo>
                  <a:lnTo>
                    <a:pt x="829" y="2639"/>
                  </a:lnTo>
                  <a:lnTo>
                    <a:pt x="698" y="2421"/>
                  </a:lnTo>
                  <a:lnTo>
                    <a:pt x="589" y="2203"/>
                  </a:lnTo>
                  <a:lnTo>
                    <a:pt x="502" y="1963"/>
                  </a:lnTo>
                  <a:lnTo>
                    <a:pt x="415" y="1745"/>
                  </a:lnTo>
                  <a:lnTo>
                    <a:pt x="349" y="1505"/>
                  </a:lnTo>
                  <a:lnTo>
                    <a:pt x="284" y="1265"/>
                  </a:lnTo>
                  <a:lnTo>
                    <a:pt x="262" y="1026"/>
                  </a:lnTo>
                  <a:lnTo>
                    <a:pt x="240" y="764"/>
                  </a:lnTo>
                  <a:lnTo>
                    <a:pt x="240" y="524"/>
                  </a:lnTo>
                  <a:lnTo>
                    <a:pt x="240" y="284"/>
                  </a:lnTo>
                  <a:lnTo>
                    <a:pt x="262" y="45"/>
                  </a:lnTo>
                  <a:lnTo>
                    <a:pt x="4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3" name="Google Shape;11383;p80"/>
            <p:cNvSpPr/>
            <p:nvPr/>
          </p:nvSpPr>
          <p:spPr>
            <a:xfrm>
              <a:off x="3917675" y="3180063"/>
              <a:ext cx="263800" cy="48525"/>
            </a:xfrm>
            <a:custGeom>
              <a:rect b="b" l="l" r="r" t="t"/>
              <a:pathLst>
                <a:path extrusionOk="0" h="1941" w="10552">
                  <a:moveTo>
                    <a:pt x="4011" y="1"/>
                  </a:moveTo>
                  <a:lnTo>
                    <a:pt x="3684" y="22"/>
                  </a:lnTo>
                  <a:lnTo>
                    <a:pt x="3379" y="88"/>
                  </a:lnTo>
                  <a:lnTo>
                    <a:pt x="3074" y="131"/>
                  </a:lnTo>
                  <a:lnTo>
                    <a:pt x="2769" y="219"/>
                  </a:lnTo>
                  <a:lnTo>
                    <a:pt x="2464" y="306"/>
                  </a:lnTo>
                  <a:lnTo>
                    <a:pt x="2158" y="393"/>
                  </a:lnTo>
                  <a:lnTo>
                    <a:pt x="1875" y="502"/>
                  </a:lnTo>
                  <a:lnTo>
                    <a:pt x="1570" y="633"/>
                  </a:lnTo>
                  <a:lnTo>
                    <a:pt x="1286" y="785"/>
                  </a:lnTo>
                  <a:lnTo>
                    <a:pt x="1025" y="938"/>
                  </a:lnTo>
                  <a:lnTo>
                    <a:pt x="763" y="1091"/>
                  </a:lnTo>
                  <a:lnTo>
                    <a:pt x="501" y="1287"/>
                  </a:lnTo>
                  <a:lnTo>
                    <a:pt x="240" y="1461"/>
                  </a:lnTo>
                  <a:lnTo>
                    <a:pt x="0" y="1679"/>
                  </a:lnTo>
                  <a:lnTo>
                    <a:pt x="65" y="1941"/>
                  </a:lnTo>
                  <a:lnTo>
                    <a:pt x="327" y="1701"/>
                  </a:lnTo>
                  <a:lnTo>
                    <a:pt x="610" y="1505"/>
                  </a:lnTo>
                  <a:lnTo>
                    <a:pt x="894" y="1287"/>
                  </a:lnTo>
                  <a:lnTo>
                    <a:pt x="1199" y="1112"/>
                  </a:lnTo>
                  <a:lnTo>
                    <a:pt x="1504" y="938"/>
                  </a:lnTo>
                  <a:lnTo>
                    <a:pt x="1810" y="785"/>
                  </a:lnTo>
                  <a:lnTo>
                    <a:pt x="2137" y="655"/>
                  </a:lnTo>
                  <a:lnTo>
                    <a:pt x="2485" y="546"/>
                  </a:lnTo>
                  <a:lnTo>
                    <a:pt x="2812" y="437"/>
                  </a:lnTo>
                  <a:lnTo>
                    <a:pt x="3161" y="349"/>
                  </a:lnTo>
                  <a:lnTo>
                    <a:pt x="3510" y="306"/>
                  </a:lnTo>
                  <a:lnTo>
                    <a:pt x="3859" y="262"/>
                  </a:lnTo>
                  <a:lnTo>
                    <a:pt x="4208" y="240"/>
                  </a:lnTo>
                  <a:lnTo>
                    <a:pt x="4556" y="219"/>
                  </a:lnTo>
                  <a:lnTo>
                    <a:pt x="4905" y="240"/>
                  </a:lnTo>
                  <a:lnTo>
                    <a:pt x="5254" y="284"/>
                  </a:lnTo>
                  <a:lnTo>
                    <a:pt x="5581" y="328"/>
                  </a:lnTo>
                  <a:lnTo>
                    <a:pt x="5908" y="415"/>
                  </a:lnTo>
                  <a:lnTo>
                    <a:pt x="6562" y="589"/>
                  </a:lnTo>
                  <a:lnTo>
                    <a:pt x="7216" y="807"/>
                  </a:lnTo>
                  <a:lnTo>
                    <a:pt x="7870" y="1047"/>
                  </a:lnTo>
                  <a:lnTo>
                    <a:pt x="8546" y="1265"/>
                  </a:lnTo>
                  <a:lnTo>
                    <a:pt x="9200" y="1439"/>
                  </a:lnTo>
                  <a:lnTo>
                    <a:pt x="9527" y="1527"/>
                  </a:lnTo>
                  <a:lnTo>
                    <a:pt x="9854" y="1570"/>
                  </a:lnTo>
                  <a:lnTo>
                    <a:pt x="10203" y="1614"/>
                  </a:lnTo>
                  <a:lnTo>
                    <a:pt x="10530" y="1614"/>
                  </a:lnTo>
                  <a:lnTo>
                    <a:pt x="10552" y="1396"/>
                  </a:lnTo>
                  <a:lnTo>
                    <a:pt x="10181" y="1374"/>
                  </a:lnTo>
                  <a:lnTo>
                    <a:pt x="9832" y="1352"/>
                  </a:lnTo>
                  <a:lnTo>
                    <a:pt x="9462" y="1287"/>
                  </a:lnTo>
                  <a:lnTo>
                    <a:pt x="9091" y="1200"/>
                  </a:lnTo>
                  <a:lnTo>
                    <a:pt x="8720" y="1091"/>
                  </a:lnTo>
                  <a:lnTo>
                    <a:pt x="8350" y="982"/>
                  </a:lnTo>
                  <a:lnTo>
                    <a:pt x="7609" y="720"/>
                  </a:lnTo>
                  <a:lnTo>
                    <a:pt x="6867" y="458"/>
                  </a:lnTo>
                  <a:lnTo>
                    <a:pt x="6126" y="240"/>
                  </a:lnTo>
                  <a:lnTo>
                    <a:pt x="5755" y="153"/>
                  </a:lnTo>
                  <a:lnTo>
                    <a:pt x="5385" y="66"/>
                  </a:lnTo>
                  <a:lnTo>
                    <a:pt x="5014" y="22"/>
                  </a:lnTo>
                  <a:lnTo>
                    <a:pt x="464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4" name="Google Shape;11384;p80"/>
            <p:cNvSpPr/>
            <p:nvPr/>
          </p:nvSpPr>
          <p:spPr>
            <a:xfrm>
              <a:off x="4061550" y="3243288"/>
              <a:ext cx="109575" cy="86125"/>
            </a:xfrm>
            <a:custGeom>
              <a:rect b="b" l="l" r="r" t="t"/>
              <a:pathLst>
                <a:path extrusionOk="0" h="3445" w="4383">
                  <a:moveTo>
                    <a:pt x="2682" y="0"/>
                  </a:moveTo>
                  <a:lnTo>
                    <a:pt x="2464" y="44"/>
                  </a:lnTo>
                  <a:lnTo>
                    <a:pt x="2246" y="88"/>
                  </a:lnTo>
                  <a:lnTo>
                    <a:pt x="2050" y="153"/>
                  </a:lnTo>
                  <a:lnTo>
                    <a:pt x="1832" y="218"/>
                  </a:lnTo>
                  <a:lnTo>
                    <a:pt x="1636" y="306"/>
                  </a:lnTo>
                  <a:lnTo>
                    <a:pt x="1439" y="415"/>
                  </a:lnTo>
                  <a:lnTo>
                    <a:pt x="1243" y="545"/>
                  </a:lnTo>
                  <a:lnTo>
                    <a:pt x="1069" y="698"/>
                  </a:lnTo>
                  <a:lnTo>
                    <a:pt x="916" y="829"/>
                  </a:lnTo>
                  <a:lnTo>
                    <a:pt x="764" y="981"/>
                  </a:lnTo>
                  <a:lnTo>
                    <a:pt x="524" y="1287"/>
                  </a:lnTo>
                  <a:lnTo>
                    <a:pt x="327" y="1614"/>
                  </a:lnTo>
                  <a:lnTo>
                    <a:pt x="175" y="1962"/>
                  </a:lnTo>
                  <a:lnTo>
                    <a:pt x="66" y="2311"/>
                  </a:lnTo>
                  <a:lnTo>
                    <a:pt x="22" y="2704"/>
                  </a:lnTo>
                  <a:lnTo>
                    <a:pt x="0" y="3074"/>
                  </a:lnTo>
                  <a:lnTo>
                    <a:pt x="22" y="3445"/>
                  </a:lnTo>
                  <a:lnTo>
                    <a:pt x="262" y="3423"/>
                  </a:lnTo>
                  <a:lnTo>
                    <a:pt x="240" y="3053"/>
                  </a:lnTo>
                  <a:lnTo>
                    <a:pt x="240" y="2704"/>
                  </a:lnTo>
                  <a:lnTo>
                    <a:pt x="306" y="2333"/>
                  </a:lnTo>
                  <a:lnTo>
                    <a:pt x="415" y="2006"/>
                  </a:lnTo>
                  <a:lnTo>
                    <a:pt x="567" y="1657"/>
                  </a:lnTo>
                  <a:lnTo>
                    <a:pt x="764" y="1352"/>
                  </a:lnTo>
                  <a:lnTo>
                    <a:pt x="1003" y="1069"/>
                  </a:lnTo>
                  <a:lnTo>
                    <a:pt x="1134" y="938"/>
                  </a:lnTo>
                  <a:lnTo>
                    <a:pt x="1287" y="807"/>
                  </a:lnTo>
                  <a:lnTo>
                    <a:pt x="1461" y="698"/>
                  </a:lnTo>
                  <a:lnTo>
                    <a:pt x="1636" y="589"/>
                  </a:lnTo>
                  <a:lnTo>
                    <a:pt x="1810" y="480"/>
                  </a:lnTo>
                  <a:lnTo>
                    <a:pt x="2006" y="415"/>
                  </a:lnTo>
                  <a:lnTo>
                    <a:pt x="2181" y="349"/>
                  </a:lnTo>
                  <a:lnTo>
                    <a:pt x="2377" y="306"/>
                  </a:lnTo>
                  <a:lnTo>
                    <a:pt x="2573" y="262"/>
                  </a:lnTo>
                  <a:lnTo>
                    <a:pt x="2769" y="240"/>
                  </a:lnTo>
                  <a:lnTo>
                    <a:pt x="2965" y="218"/>
                  </a:lnTo>
                  <a:lnTo>
                    <a:pt x="3162" y="240"/>
                  </a:lnTo>
                  <a:lnTo>
                    <a:pt x="3358" y="262"/>
                  </a:lnTo>
                  <a:lnTo>
                    <a:pt x="3532" y="284"/>
                  </a:lnTo>
                  <a:lnTo>
                    <a:pt x="3728" y="327"/>
                  </a:lnTo>
                  <a:lnTo>
                    <a:pt x="3925" y="393"/>
                  </a:lnTo>
                  <a:lnTo>
                    <a:pt x="4099" y="458"/>
                  </a:lnTo>
                  <a:lnTo>
                    <a:pt x="4273" y="545"/>
                  </a:lnTo>
                  <a:lnTo>
                    <a:pt x="4382" y="327"/>
                  </a:lnTo>
                  <a:lnTo>
                    <a:pt x="4186" y="240"/>
                  </a:lnTo>
                  <a:lnTo>
                    <a:pt x="3968" y="153"/>
                  </a:lnTo>
                  <a:lnTo>
                    <a:pt x="3772" y="88"/>
                  </a:lnTo>
                  <a:lnTo>
                    <a:pt x="3554" y="44"/>
                  </a:lnTo>
                  <a:lnTo>
                    <a:pt x="3336"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5" name="Google Shape;11385;p80"/>
            <p:cNvSpPr/>
            <p:nvPr/>
          </p:nvSpPr>
          <p:spPr>
            <a:xfrm>
              <a:off x="3926375" y="3241663"/>
              <a:ext cx="102500" cy="86675"/>
            </a:xfrm>
            <a:custGeom>
              <a:rect b="b" l="l" r="r" t="t"/>
              <a:pathLst>
                <a:path extrusionOk="0" h="3467" w="4100">
                  <a:moveTo>
                    <a:pt x="1374" y="0"/>
                  </a:moveTo>
                  <a:lnTo>
                    <a:pt x="1178" y="22"/>
                  </a:lnTo>
                  <a:lnTo>
                    <a:pt x="960" y="22"/>
                  </a:lnTo>
                  <a:lnTo>
                    <a:pt x="764" y="65"/>
                  </a:lnTo>
                  <a:lnTo>
                    <a:pt x="568" y="109"/>
                  </a:lnTo>
                  <a:lnTo>
                    <a:pt x="371" y="153"/>
                  </a:lnTo>
                  <a:lnTo>
                    <a:pt x="175" y="240"/>
                  </a:lnTo>
                  <a:lnTo>
                    <a:pt x="1" y="327"/>
                  </a:lnTo>
                  <a:lnTo>
                    <a:pt x="88" y="545"/>
                  </a:lnTo>
                  <a:lnTo>
                    <a:pt x="437" y="392"/>
                  </a:lnTo>
                  <a:lnTo>
                    <a:pt x="808" y="305"/>
                  </a:lnTo>
                  <a:lnTo>
                    <a:pt x="1178" y="240"/>
                  </a:lnTo>
                  <a:lnTo>
                    <a:pt x="1549" y="262"/>
                  </a:lnTo>
                  <a:lnTo>
                    <a:pt x="1723" y="283"/>
                  </a:lnTo>
                  <a:lnTo>
                    <a:pt x="1919" y="305"/>
                  </a:lnTo>
                  <a:lnTo>
                    <a:pt x="2094" y="349"/>
                  </a:lnTo>
                  <a:lnTo>
                    <a:pt x="2268" y="414"/>
                  </a:lnTo>
                  <a:lnTo>
                    <a:pt x="2443" y="480"/>
                  </a:lnTo>
                  <a:lnTo>
                    <a:pt x="2617" y="567"/>
                  </a:lnTo>
                  <a:lnTo>
                    <a:pt x="2770" y="676"/>
                  </a:lnTo>
                  <a:lnTo>
                    <a:pt x="2922" y="785"/>
                  </a:lnTo>
                  <a:lnTo>
                    <a:pt x="3075" y="916"/>
                  </a:lnTo>
                  <a:lnTo>
                    <a:pt x="3206" y="1046"/>
                  </a:lnTo>
                  <a:lnTo>
                    <a:pt x="3315" y="1177"/>
                  </a:lnTo>
                  <a:lnTo>
                    <a:pt x="3424" y="1330"/>
                  </a:lnTo>
                  <a:lnTo>
                    <a:pt x="3511" y="1482"/>
                  </a:lnTo>
                  <a:lnTo>
                    <a:pt x="3598" y="1657"/>
                  </a:lnTo>
                  <a:lnTo>
                    <a:pt x="3729" y="1984"/>
                  </a:lnTo>
                  <a:lnTo>
                    <a:pt x="3816" y="2333"/>
                  </a:lnTo>
                  <a:lnTo>
                    <a:pt x="3860" y="2703"/>
                  </a:lnTo>
                  <a:lnTo>
                    <a:pt x="3860" y="3074"/>
                  </a:lnTo>
                  <a:lnTo>
                    <a:pt x="3794" y="3423"/>
                  </a:lnTo>
                  <a:lnTo>
                    <a:pt x="4034" y="3466"/>
                  </a:lnTo>
                  <a:lnTo>
                    <a:pt x="4078" y="3270"/>
                  </a:lnTo>
                  <a:lnTo>
                    <a:pt x="4099" y="3074"/>
                  </a:lnTo>
                  <a:lnTo>
                    <a:pt x="4099" y="2682"/>
                  </a:lnTo>
                  <a:lnTo>
                    <a:pt x="4056" y="2289"/>
                  </a:lnTo>
                  <a:lnTo>
                    <a:pt x="4012" y="2093"/>
                  </a:lnTo>
                  <a:lnTo>
                    <a:pt x="3947" y="1897"/>
                  </a:lnTo>
                  <a:lnTo>
                    <a:pt x="3881" y="1722"/>
                  </a:lnTo>
                  <a:lnTo>
                    <a:pt x="3816" y="1548"/>
                  </a:lnTo>
                  <a:lnTo>
                    <a:pt x="3729" y="1373"/>
                  </a:lnTo>
                  <a:lnTo>
                    <a:pt x="3620" y="1199"/>
                  </a:lnTo>
                  <a:lnTo>
                    <a:pt x="3489" y="1025"/>
                  </a:lnTo>
                  <a:lnTo>
                    <a:pt x="3380" y="872"/>
                  </a:lnTo>
                  <a:lnTo>
                    <a:pt x="3227" y="741"/>
                  </a:lnTo>
                  <a:lnTo>
                    <a:pt x="3075" y="610"/>
                  </a:lnTo>
                  <a:lnTo>
                    <a:pt x="2900" y="480"/>
                  </a:lnTo>
                  <a:lnTo>
                    <a:pt x="2726" y="371"/>
                  </a:lnTo>
                  <a:lnTo>
                    <a:pt x="2552" y="283"/>
                  </a:lnTo>
                  <a:lnTo>
                    <a:pt x="2377" y="196"/>
                  </a:lnTo>
                  <a:lnTo>
                    <a:pt x="2181" y="131"/>
                  </a:lnTo>
                  <a:lnTo>
                    <a:pt x="1985" y="87"/>
                  </a:lnTo>
                  <a:lnTo>
                    <a:pt x="1789" y="44"/>
                  </a:lnTo>
                  <a:lnTo>
                    <a:pt x="1571" y="22"/>
                  </a:lnTo>
                  <a:lnTo>
                    <a:pt x="1374"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6" name="Google Shape;11386;p80"/>
            <p:cNvSpPr/>
            <p:nvPr/>
          </p:nvSpPr>
          <p:spPr>
            <a:xfrm>
              <a:off x="3916575" y="3062338"/>
              <a:ext cx="134100" cy="187525"/>
            </a:xfrm>
            <a:custGeom>
              <a:rect b="b" l="l" r="r" t="t"/>
              <a:pathLst>
                <a:path extrusionOk="0" h="7501" w="5364">
                  <a:moveTo>
                    <a:pt x="5342" y="1"/>
                  </a:moveTo>
                  <a:lnTo>
                    <a:pt x="4993" y="22"/>
                  </a:lnTo>
                  <a:lnTo>
                    <a:pt x="4623" y="66"/>
                  </a:lnTo>
                  <a:lnTo>
                    <a:pt x="4557" y="371"/>
                  </a:lnTo>
                  <a:lnTo>
                    <a:pt x="4557" y="371"/>
                  </a:lnTo>
                  <a:lnTo>
                    <a:pt x="4884" y="197"/>
                  </a:lnTo>
                  <a:lnTo>
                    <a:pt x="5146" y="88"/>
                  </a:lnTo>
                  <a:lnTo>
                    <a:pt x="5364" y="1"/>
                  </a:lnTo>
                  <a:close/>
                  <a:moveTo>
                    <a:pt x="4361" y="110"/>
                  </a:moveTo>
                  <a:lnTo>
                    <a:pt x="3925" y="197"/>
                  </a:lnTo>
                  <a:lnTo>
                    <a:pt x="3489" y="349"/>
                  </a:lnTo>
                  <a:lnTo>
                    <a:pt x="3075" y="524"/>
                  </a:lnTo>
                  <a:lnTo>
                    <a:pt x="2661" y="720"/>
                  </a:lnTo>
                  <a:lnTo>
                    <a:pt x="2268" y="982"/>
                  </a:lnTo>
                  <a:lnTo>
                    <a:pt x="1898" y="1265"/>
                  </a:lnTo>
                  <a:lnTo>
                    <a:pt x="1549" y="1592"/>
                  </a:lnTo>
                  <a:lnTo>
                    <a:pt x="1222" y="1941"/>
                  </a:lnTo>
                  <a:lnTo>
                    <a:pt x="960" y="2290"/>
                  </a:lnTo>
                  <a:lnTo>
                    <a:pt x="742" y="2638"/>
                  </a:lnTo>
                  <a:lnTo>
                    <a:pt x="546" y="2987"/>
                  </a:lnTo>
                  <a:lnTo>
                    <a:pt x="371" y="3358"/>
                  </a:lnTo>
                  <a:lnTo>
                    <a:pt x="219" y="3837"/>
                  </a:lnTo>
                  <a:lnTo>
                    <a:pt x="524" y="3859"/>
                  </a:lnTo>
                  <a:lnTo>
                    <a:pt x="873" y="3837"/>
                  </a:lnTo>
                  <a:lnTo>
                    <a:pt x="1222" y="3772"/>
                  </a:lnTo>
                  <a:lnTo>
                    <a:pt x="1571" y="3685"/>
                  </a:lnTo>
                  <a:lnTo>
                    <a:pt x="1919" y="3554"/>
                  </a:lnTo>
                  <a:lnTo>
                    <a:pt x="2007" y="3271"/>
                  </a:lnTo>
                  <a:lnTo>
                    <a:pt x="2116" y="2987"/>
                  </a:lnTo>
                  <a:lnTo>
                    <a:pt x="2225" y="2726"/>
                  </a:lnTo>
                  <a:lnTo>
                    <a:pt x="2355" y="2486"/>
                  </a:lnTo>
                  <a:lnTo>
                    <a:pt x="2486" y="2246"/>
                  </a:lnTo>
                  <a:lnTo>
                    <a:pt x="2639" y="2028"/>
                  </a:lnTo>
                  <a:lnTo>
                    <a:pt x="2791" y="1832"/>
                  </a:lnTo>
                  <a:lnTo>
                    <a:pt x="2944" y="1636"/>
                  </a:lnTo>
                  <a:lnTo>
                    <a:pt x="3271" y="1287"/>
                  </a:lnTo>
                  <a:lnTo>
                    <a:pt x="3598" y="982"/>
                  </a:lnTo>
                  <a:lnTo>
                    <a:pt x="3947" y="742"/>
                  </a:lnTo>
                  <a:lnTo>
                    <a:pt x="4274" y="524"/>
                  </a:lnTo>
                  <a:lnTo>
                    <a:pt x="4361" y="110"/>
                  </a:lnTo>
                  <a:close/>
                  <a:moveTo>
                    <a:pt x="1832" y="3837"/>
                  </a:moveTo>
                  <a:lnTo>
                    <a:pt x="1527" y="3946"/>
                  </a:lnTo>
                  <a:lnTo>
                    <a:pt x="1200" y="4034"/>
                  </a:lnTo>
                  <a:lnTo>
                    <a:pt x="873" y="4077"/>
                  </a:lnTo>
                  <a:lnTo>
                    <a:pt x="153" y="4077"/>
                  </a:lnTo>
                  <a:lnTo>
                    <a:pt x="88" y="4383"/>
                  </a:lnTo>
                  <a:lnTo>
                    <a:pt x="23" y="4710"/>
                  </a:lnTo>
                  <a:lnTo>
                    <a:pt x="1" y="5037"/>
                  </a:lnTo>
                  <a:lnTo>
                    <a:pt x="1" y="5364"/>
                  </a:lnTo>
                  <a:lnTo>
                    <a:pt x="23" y="5887"/>
                  </a:lnTo>
                  <a:lnTo>
                    <a:pt x="88" y="6388"/>
                  </a:lnTo>
                  <a:lnTo>
                    <a:pt x="480" y="6061"/>
                  </a:lnTo>
                  <a:lnTo>
                    <a:pt x="895" y="5778"/>
                  </a:lnTo>
                  <a:lnTo>
                    <a:pt x="1309" y="5538"/>
                  </a:lnTo>
                  <a:lnTo>
                    <a:pt x="1767" y="5298"/>
                  </a:lnTo>
                  <a:lnTo>
                    <a:pt x="1723" y="5015"/>
                  </a:lnTo>
                  <a:lnTo>
                    <a:pt x="1723" y="4753"/>
                  </a:lnTo>
                  <a:lnTo>
                    <a:pt x="1767" y="4273"/>
                  </a:lnTo>
                  <a:lnTo>
                    <a:pt x="1832" y="3837"/>
                  </a:lnTo>
                  <a:close/>
                  <a:moveTo>
                    <a:pt x="1810" y="5538"/>
                  </a:moveTo>
                  <a:lnTo>
                    <a:pt x="1374" y="5778"/>
                  </a:lnTo>
                  <a:lnTo>
                    <a:pt x="938" y="6039"/>
                  </a:lnTo>
                  <a:lnTo>
                    <a:pt x="524" y="6323"/>
                  </a:lnTo>
                  <a:lnTo>
                    <a:pt x="153" y="6650"/>
                  </a:lnTo>
                  <a:lnTo>
                    <a:pt x="262" y="7064"/>
                  </a:lnTo>
                  <a:lnTo>
                    <a:pt x="437" y="7500"/>
                  </a:lnTo>
                  <a:lnTo>
                    <a:pt x="742" y="7347"/>
                  </a:lnTo>
                  <a:lnTo>
                    <a:pt x="1069" y="7260"/>
                  </a:lnTo>
                  <a:lnTo>
                    <a:pt x="1418" y="7195"/>
                  </a:lnTo>
                  <a:lnTo>
                    <a:pt x="1767" y="7173"/>
                  </a:lnTo>
                  <a:lnTo>
                    <a:pt x="2072" y="7195"/>
                  </a:lnTo>
                  <a:lnTo>
                    <a:pt x="2399" y="7238"/>
                  </a:lnTo>
                  <a:lnTo>
                    <a:pt x="2704" y="7326"/>
                  </a:lnTo>
                  <a:lnTo>
                    <a:pt x="2988" y="7456"/>
                  </a:lnTo>
                  <a:lnTo>
                    <a:pt x="2770" y="7238"/>
                  </a:lnTo>
                  <a:lnTo>
                    <a:pt x="2595" y="6999"/>
                  </a:lnTo>
                  <a:lnTo>
                    <a:pt x="2399" y="6781"/>
                  </a:lnTo>
                  <a:lnTo>
                    <a:pt x="2246" y="6541"/>
                  </a:lnTo>
                  <a:lnTo>
                    <a:pt x="2116" y="6301"/>
                  </a:lnTo>
                  <a:lnTo>
                    <a:pt x="1985" y="6039"/>
                  </a:lnTo>
                  <a:lnTo>
                    <a:pt x="1898" y="5800"/>
                  </a:lnTo>
                  <a:lnTo>
                    <a:pt x="1810" y="5538"/>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7" name="Google Shape;11387;p80"/>
            <p:cNvSpPr/>
            <p:nvPr/>
          </p:nvSpPr>
          <p:spPr>
            <a:xfrm>
              <a:off x="3919300" y="3200763"/>
              <a:ext cx="70875" cy="49100"/>
            </a:xfrm>
            <a:custGeom>
              <a:rect b="b" l="l" r="r" t="t"/>
              <a:pathLst>
                <a:path extrusionOk="0" fill="none" h="1964" w="2835">
                  <a:moveTo>
                    <a:pt x="1657" y="1"/>
                  </a:moveTo>
                  <a:lnTo>
                    <a:pt x="1657" y="1"/>
                  </a:lnTo>
                  <a:lnTo>
                    <a:pt x="1221" y="241"/>
                  </a:lnTo>
                  <a:lnTo>
                    <a:pt x="785" y="502"/>
                  </a:lnTo>
                  <a:lnTo>
                    <a:pt x="371" y="786"/>
                  </a:lnTo>
                  <a:lnTo>
                    <a:pt x="0" y="1113"/>
                  </a:lnTo>
                  <a:lnTo>
                    <a:pt x="0" y="1113"/>
                  </a:lnTo>
                  <a:lnTo>
                    <a:pt x="109" y="1527"/>
                  </a:lnTo>
                  <a:lnTo>
                    <a:pt x="284" y="1963"/>
                  </a:lnTo>
                  <a:lnTo>
                    <a:pt x="284" y="1963"/>
                  </a:lnTo>
                  <a:lnTo>
                    <a:pt x="284" y="1963"/>
                  </a:lnTo>
                  <a:lnTo>
                    <a:pt x="589" y="1810"/>
                  </a:lnTo>
                  <a:lnTo>
                    <a:pt x="916" y="1723"/>
                  </a:lnTo>
                  <a:lnTo>
                    <a:pt x="1265" y="1658"/>
                  </a:lnTo>
                  <a:lnTo>
                    <a:pt x="1614" y="1636"/>
                  </a:lnTo>
                  <a:lnTo>
                    <a:pt x="1614" y="1636"/>
                  </a:lnTo>
                  <a:lnTo>
                    <a:pt x="1919" y="1658"/>
                  </a:lnTo>
                  <a:lnTo>
                    <a:pt x="2246" y="1701"/>
                  </a:lnTo>
                  <a:lnTo>
                    <a:pt x="2551" y="1789"/>
                  </a:lnTo>
                  <a:lnTo>
                    <a:pt x="2835" y="1919"/>
                  </a:lnTo>
                  <a:lnTo>
                    <a:pt x="2835" y="1919"/>
                  </a:lnTo>
                  <a:lnTo>
                    <a:pt x="2617" y="1701"/>
                  </a:lnTo>
                  <a:lnTo>
                    <a:pt x="2442" y="1462"/>
                  </a:lnTo>
                  <a:lnTo>
                    <a:pt x="2246" y="1244"/>
                  </a:lnTo>
                  <a:lnTo>
                    <a:pt x="2093" y="1004"/>
                  </a:lnTo>
                  <a:lnTo>
                    <a:pt x="1963" y="764"/>
                  </a:lnTo>
                  <a:lnTo>
                    <a:pt x="1832" y="502"/>
                  </a:lnTo>
                  <a:lnTo>
                    <a:pt x="1745" y="263"/>
                  </a:lnTo>
                  <a:lnTo>
                    <a:pt x="1657"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8" name="Google Shape;11388;p80"/>
            <p:cNvSpPr/>
            <p:nvPr/>
          </p:nvSpPr>
          <p:spPr>
            <a:xfrm>
              <a:off x="3915475" y="3158263"/>
              <a:ext cx="45825" cy="63800"/>
            </a:xfrm>
            <a:custGeom>
              <a:rect b="b" l="l" r="r" t="t"/>
              <a:pathLst>
                <a:path extrusionOk="0" fill="none" h="2552" w="1833">
                  <a:moveTo>
                    <a:pt x="1832" y="0"/>
                  </a:moveTo>
                  <a:lnTo>
                    <a:pt x="1832" y="0"/>
                  </a:lnTo>
                  <a:lnTo>
                    <a:pt x="1527" y="109"/>
                  </a:lnTo>
                  <a:lnTo>
                    <a:pt x="1200" y="197"/>
                  </a:lnTo>
                  <a:lnTo>
                    <a:pt x="873" y="240"/>
                  </a:lnTo>
                  <a:lnTo>
                    <a:pt x="524" y="240"/>
                  </a:lnTo>
                  <a:lnTo>
                    <a:pt x="524" y="240"/>
                  </a:lnTo>
                  <a:lnTo>
                    <a:pt x="153" y="240"/>
                  </a:lnTo>
                  <a:lnTo>
                    <a:pt x="153" y="240"/>
                  </a:lnTo>
                  <a:lnTo>
                    <a:pt x="153" y="240"/>
                  </a:lnTo>
                  <a:lnTo>
                    <a:pt x="88" y="546"/>
                  </a:lnTo>
                  <a:lnTo>
                    <a:pt x="23" y="873"/>
                  </a:lnTo>
                  <a:lnTo>
                    <a:pt x="1" y="1200"/>
                  </a:lnTo>
                  <a:lnTo>
                    <a:pt x="1" y="1527"/>
                  </a:lnTo>
                  <a:lnTo>
                    <a:pt x="1" y="1527"/>
                  </a:lnTo>
                  <a:lnTo>
                    <a:pt x="23" y="2050"/>
                  </a:lnTo>
                  <a:lnTo>
                    <a:pt x="88" y="2551"/>
                  </a:lnTo>
                  <a:lnTo>
                    <a:pt x="88" y="2551"/>
                  </a:lnTo>
                  <a:lnTo>
                    <a:pt x="88" y="2551"/>
                  </a:lnTo>
                  <a:lnTo>
                    <a:pt x="480" y="2224"/>
                  </a:lnTo>
                  <a:lnTo>
                    <a:pt x="895" y="1941"/>
                  </a:lnTo>
                  <a:lnTo>
                    <a:pt x="1309" y="1701"/>
                  </a:lnTo>
                  <a:lnTo>
                    <a:pt x="1767" y="1461"/>
                  </a:lnTo>
                  <a:lnTo>
                    <a:pt x="1767" y="1461"/>
                  </a:lnTo>
                  <a:lnTo>
                    <a:pt x="1723" y="1178"/>
                  </a:lnTo>
                  <a:lnTo>
                    <a:pt x="1723" y="916"/>
                  </a:lnTo>
                  <a:lnTo>
                    <a:pt x="1723" y="916"/>
                  </a:lnTo>
                  <a:lnTo>
                    <a:pt x="1767" y="436"/>
                  </a:lnTo>
                  <a:lnTo>
                    <a:pt x="1832"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9" name="Google Shape;11389;p80"/>
            <p:cNvSpPr/>
            <p:nvPr/>
          </p:nvSpPr>
          <p:spPr>
            <a:xfrm>
              <a:off x="3920925" y="3065063"/>
              <a:ext cx="103600" cy="93775"/>
            </a:xfrm>
            <a:custGeom>
              <a:rect b="b" l="l" r="r" t="t"/>
              <a:pathLst>
                <a:path extrusionOk="0" fill="none" h="3751" w="4144">
                  <a:moveTo>
                    <a:pt x="4143" y="1"/>
                  </a:moveTo>
                  <a:lnTo>
                    <a:pt x="4143" y="1"/>
                  </a:lnTo>
                  <a:lnTo>
                    <a:pt x="3707" y="88"/>
                  </a:lnTo>
                  <a:lnTo>
                    <a:pt x="3271" y="240"/>
                  </a:lnTo>
                  <a:lnTo>
                    <a:pt x="2857" y="415"/>
                  </a:lnTo>
                  <a:lnTo>
                    <a:pt x="2443" y="611"/>
                  </a:lnTo>
                  <a:lnTo>
                    <a:pt x="2050" y="873"/>
                  </a:lnTo>
                  <a:lnTo>
                    <a:pt x="1680" y="1156"/>
                  </a:lnTo>
                  <a:lnTo>
                    <a:pt x="1331" y="1483"/>
                  </a:lnTo>
                  <a:lnTo>
                    <a:pt x="1004" y="1832"/>
                  </a:lnTo>
                  <a:lnTo>
                    <a:pt x="1004" y="1832"/>
                  </a:lnTo>
                  <a:lnTo>
                    <a:pt x="742" y="2181"/>
                  </a:lnTo>
                  <a:lnTo>
                    <a:pt x="524" y="2529"/>
                  </a:lnTo>
                  <a:lnTo>
                    <a:pt x="328" y="2878"/>
                  </a:lnTo>
                  <a:lnTo>
                    <a:pt x="153" y="3249"/>
                  </a:lnTo>
                  <a:lnTo>
                    <a:pt x="153" y="3249"/>
                  </a:lnTo>
                  <a:lnTo>
                    <a:pt x="1" y="3728"/>
                  </a:lnTo>
                  <a:lnTo>
                    <a:pt x="1" y="3728"/>
                  </a:lnTo>
                  <a:lnTo>
                    <a:pt x="306" y="3750"/>
                  </a:lnTo>
                  <a:lnTo>
                    <a:pt x="306" y="3750"/>
                  </a:lnTo>
                  <a:lnTo>
                    <a:pt x="655" y="3728"/>
                  </a:lnTo>
                  <a:lnTo>
                    <a:pt x="1004" y="3663"/>
                  </a:lnTo>
                  <a:lnTo>
                    <a:pt x="1353" y="3576"/>
                  </a:lnTo>
                  <a:lnTo>
                    <a:pt x="1701" y="3445"/>
                  </a:lnTo>
                  <a:lnTo>
                    <a:pt x="1701" y="3445"/>
                  </a:lnTo>
                  <a:lnTo>
                    <a:pt x="1789" y="3162"/>
                  </a:lnTo>
                  <a:lnTo>
                    <a:pt x="1898" y="2878"/>
                  </a:lnTo>
                  <a:lnTo>
                    <a:pt x="2007" y="2617"/>
                  </a:lnTo>
                  <a:lnTo>
                    <a:pt x="2137" y="2377"/>
                  </a:lnTo>
                  <a:lnTo>
                    <a:pt x="2268" y="2137"/>
                  </a:lnTo>
                  <a:lnTo>
                    <a:pt x="2421" y="1919"/>
                  </a:lnTo>
                  <a:lnTo>
                    <a:pt x="2573" y="1723"/>
                  </a:lnTo>
                  <a:lnTo>
                    <a:pt x="2726" y="1527"/>
                  </a:lnTo>
                  <a:lnTo>
                    <a:pt x="3053" y="1178"/>
                  </a:lnTo>
                  <a:lnTo>
                    <a:pt x="3380" y="873"/>
                  </a:lnTo>
                  <a:lnTo>
                    <a:pt x="3729" y="633"/>
                  </a:lnTo>
                  <a:lnTo>
                    <a:pt x="4056" y="415"/>
                  </a:lnTo>
                  <a:lnTo>
                    <a:pt x="4056" y="415"/>
                  </a:lnTo>
                  <a:lnTo>
                    <a:pt x="4143"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0" name="Google Shape;11390;p80"/>
            <p:cNvSpPr/>
            <p:nvPr/>
          </p:nvSpPr>
          <p:spPr>
            <a:xfrm>
              <a:off x="4029400" y="3062338"/>
              <a:ext cx="20175" cy="9300"/>
            </a:xfrm>
            <a:custGeom>
              <a:rect b="b" l="l" r="r" t="t"/>
              <a:pathLst>
                <a:path extrusionOk="0" fill="none" h="372" w="807">
                  <a:moveTo>
                    <a:pt x="785" y="1"/>
                  </a:moveTo>
                  <a:lnTo>
                    <a:pt x="785" y="1"/>
                  </a:lnTo>
                  <a:lnTo>
                    <a:pt x="436" y="22"/>
                  </a:lnTo>
                  <a:lnTo>
                    <a:pt x="66" y="66"/>
                  </a:lnTo>
                  <a:lnTo>
                    <a:pt x="66" y="66"/>
                  </a:lnTo>
                  <a:lnTo>
                    <a:pt x="66" y="66"/>
                  </a:lnTo>
                  <a:lnTo>
                    <a:pt x="0" y="371"/>
                  </a:lnTo>
                  <a:lnTo>
                    <a:pt x="0" y="371"/>
                  </a:lnTo>
                  <a:lnTo>
                    <a:pt x="327" y="197"/>
                  </a:lnTo>
                  <a:lnTo>
                    <a:pt x="589" y="88"/>
                  </a:lnTo>
                  <a:lnTo>
                    <a:pt x="807" y="1"/>
                  </a:lnTo>
                  <a:lnTo>
                    <a:pt x="807" y="1"/>
                  </a:lnTo>
                  <a:lnTo>
                    <a:pt x="785"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1" name="Google Shape;11391;p80"/>
            <p:cNvSpPr/>
            <p:nvPr/>
          </p:nvSpPr>
          <p:spPr>
            <a:xfrm>
              <a:off x="3929675" y="3238388"/>
              <a:ext cx="247450" cy="92125"/>
            </a:xfrm>
            <a:custGeom>
              <a:rect b="b" l="l" r="r" t="t"/>
              <a:pathLst>
                <a:path extrusionOk="0" h="3685" w="9898">
                  <a:moveTo>
                    <a:pt x="9898" y="0"/>
                  </a:moveTo>
                  <a:lnTo>
                    <a:pt x="9745" y="240"/>
                  </a:lnTo>
                  <a:lnTo>
                    <a:pt x="9571" y="458"/>
                  </a:lnTo>
                  <a:lnTo>
                    <a:pt x="9701" y="523"/>
                  </a:lnTo>
                  <a:lnTo>
                    <a:pt x="9810" y="262"/>
                  </a:lnTo>
                  <a:lnTo>
                    <a:pt x="9898" y="0"/>
                  </a:lnTo>
                  <a:close/>
                  <a:moveTo>
                    <a:pt x="1243" y="371"/>
                  </a:moveTo>
                  <a:lnTo>
                    <a:pt x="916" y="393"/>
                  </a:lnTo>
                  <a:lnTo>
                    <a:pt x="611" y="458"/>
                  </a:lnTo>
                  <a:lnTo>
                    <a:pt x="305" y="545"/>
                  </a:lnTo>
                  <a:lnTo>
                    <a:pt x="0" y="676"/>
                  </a:lnTo>
                  <a:lnTo>
                    <a:pt x="131" y="916"/>
                  </a:lnTo>
                  <a:lnTo>
                    <a:pt x="283" y="1156"/>
                  </a:lnTo>
                  <a:lnTo>
                    <a:pt x="436" y="1395"/>
                  </a:lnTo>
                  <a:lnTo>
                    <a:pt x="589" y="1613"/>
                  </a:lnTo>
                  <a:lnTo>
                    <a:pt x="785" y="1831"/>
                  </a:lnTo>
                  <a:lnTo>
                    <a:pt x="981" y="2049"/>
                  </a:lnTo>
                  <a:lnTo>
                    <a:pt x="1177" y="2246"/>
                  </a:lnTo>
                  <a:lnTo>
                    <a:pt x="1395" y="2442"/>
                  </a:lnTo>
                  <a:lnTo>
                    <a:pt x="1679" y="2660"/>
                  </a:lnTo>
                  <a:lnTo>
                    <a:pt x="1940" y="2834"/>
                  </a:lnTo>
                  <a:lnTo>
                    <a:pt x="2224" y="3009"/>
                  </a:lnTo>
                  <a:lnTo>
                    <a:pt x="2507" y="3161"/>
                  </a:lnTo>
                  <a:lnTo>
                    <a:pt x="2812" y="3292"/>
                  </a:lnTo>
                  <a:lnTo>
                    <a:pt x="3096" y="3401"/>
                  </a:lnTo>
                  <a:lnTo>
                    <a:pt x="3401" y="3488"/>
                  </a:lnTo>
                  <a:lnTo>
                    <a:pt x="3706" y="3554"/>
                  </a:lnTo>
                  <a:lnTo>
                    <a:pt x="3772" y="3205"/>
                  </a:lnTo>
                  <a:lnTo>
                    <a:pt x="3772" y="2834"/>
                  </a:lnTo>
                  <a:lnTo>
                    <a:pt x="3728" y="2464"/>
                  </a:lnTo>
                  <a:lnTo>
                    <a:pt x="3641" y="2115"/>
                  </a:lnTo>
                  <a:lnTo>
                    <a:pt x="3510" y="1788"/>
                  </a:lnTo>
                  <a:lnTo>
                    <a:pt x="3423" y="1613"/>
                  </a:lnTo>
                  <a:lnTo>
                    <a:pt x="3336" y="1461"/>
                  </a:lnTo>
                  <a:lnTo>
                    <a:pt x="3227" y="1308"/>
                  </a:lnTo>
                  <a:lnTo>
                    <a:pt x="3118" y="1177"/>
                  </a:lnTo>
                  <a:lnTo>
                    <a:pt x="2987" y="1047"/>
                  </a:lnTo>
                  <a:lnTo>
                    <a:pt x="2834" y="916"/>
                  </a:lnTo>
                  <a:lnTo>
                    <a:pt x="2660" y="785"/>
                  </a:lnTo>
                  <a:lnTo>
                    <a:pt x="2485" y="676"/>
                  </a:lnTo>
                  <a:lnTo>
                    <a:pt x="2289" y="589"/>
                  </a:lnTo>
                  <a:lnTo>
                    <a:pt x="2093" y="502"/>
                  </a:lnTo>
                  <a:lnTo>
                    <a:pt x="1875" y="458"/>
                  </a:lnTo>
                  <a:lnTo>
                    <a:pt x="1679" y="414"/>
                  </a:lnTo>
                  <a:lnTo>
                    <a:pt x="1461" y="393"/>
                  </a:lnTo>
                  <a:lnTo>
                    <a:pt x="1243" y="371"/>
                  </a:lnTo>
                  <a:close/>
                  <a:moveTo>
                    <a:pt x="9396" y="654"/>
                  </a:moveTo>
                  <a:lnTo>
                    <a:pt x="9047" y="1003"/>
                  </a:lnTo>
                  <a:lnTo>
                    <a:pt x="8677" y="1286"/>
                  </a:lnTo>
                  <a:lnTo>
                    <a:pt x="8306" y="1526"/>
                  </a:lnTo>
                  <a:lnTo>
                    <a:pt x="7914" y="1722"/>
                  </a:lnTo>
                  <a:lnTo>
                    <a:pt x="7521" y="1875"/>
                  </a:lnTo>
                  <a:lnTo>
                    <a:pt x="7107" y="1984"/>
                  </a:lnTo>
                  <a:lnTo>
                    <a:pt x="6693" y="2028"/>
                  </a:lnTo>
                  <a:lnTo>
                    <a:pt x="6279" y="2049"/>
                  </a:lnTo>
                  <a:lnTo>
                    <a:pt x="5799" y="2028"/>
                  </a:lnTo>
                  <a:lnTo>
                    <a:pt x="5734" y="2224"/>
                  </a:lnTo>
                  <a:lnTo>
                    <a:pt x="5668" y="2420"/>
                  </a:lnTo>
                  <a:lnTo>
                    <a:pt x="5603" y="2616"/>
                  </a:lnTo>
                  <a:lnTo>
                    <a:pt x="5581" y="2813"/>
                  </a:lnTo>
                  <a:lnTo>
                    <a:pt x="5559" y="3009"/>
                  </a:lnTo>
                  <a:lnTo>
                    <a:pt x="5559" y="3205"/>
                  </a:lnTo>
                  <a:lnTo>
                    <a:pt x="5559" y="3423"/>
                  </a:lnTo>
                  <a:lnTo>
                    <a:pt x="5581" y="3619"/>
                  </a:lnTo>
                  <a:lnTo>
                    <a:pt x="6061" y="3532"/>
                  </a:lnTo>
                  <a:lnTo>
                    <a:pt x="6519" y="3401"/>
                  </a:lnTo>
                  <a:lnTo>
                    <a:pt x="6976" y="3227"/>
                  </a:lnTo>
                  <a:lnTo>
                    <a:pt x="7412" y="3009"/>
                  </a:lnTo>
                  <a:lnTo>
                    <a:pt x="7827" y="2747"/>
                  </a:lnTo>
                  <a:lnTo>
                    <a:pt x="8219" y="2464"/>
                  </a:lnTo>
                  <a:lnTo>
                    <a:pt x="8590" y="2115"/>
                  </a:lnTo>
                  <a:lnTo>
                    <a:pt x="8938" y="1744"/>
                  </a:lnTo>
                  <a:lnTo>
                    <a:pt x="9135" y="1504"/>
                  </a:lnTo>
                  <a:lnTo>
                    <a:pt x="9309" y="1243"/>
                  </a:lnTo>
                  <a:lnTo>
                    <a:pt x="9462" y="1003"/>
                  </a:lnTo>
                  <a:lnTo>
                    <a:pt x="9592" y="741"/>
                  </a:lnTo>
                  <a:lnTo>
                    <a:pt x="9396" y="654"/>
                  </a:lnTo>
                  <a:close/>
                  <a:moveTo>
                    <a:pt x="3401" y="1156"/>
                  </a:moveTo>
                  <a:lnTo>
                    <a:pt x="3597" y="1417"/>
                  </a:lnTo>
                  <a:lnTo>
                    <a:pt x="3750" y="1701"/>
                  </a:lnTo>
                  <a:lnTo>
                    <a:pt x="3859" y="2006"/>
                  </a:lnTo>
                  <a:lnTo>
                    <a:pt x="3946" y="2311"/>
                  </a:lnTo>
                  <a:lnTo>
                    <a:pt x="3990" y="2638"/>
                  </a:lnTo>
                  <a:lnTo>
                    <a:pt x="4011" y="2965"/>
                  </a:lnTo>
                  <a:lnTo>
                    <a:pt x="3990" y="3292"/>
                  </a:lnTo>
                  <a:lnTo>
                    <a:pt x="3946" y="3597"/>
                  </a:lnTo>
                  <a:lnTo>
                    <a:pt x="4382" y="3663"/>
                  </a:lnTo>
                  <a:lnTo>
                    <a:pt x="4818" y="3685"/>
                  </a:lnTo>
                  <a:lnTo>
                    <a:pt x="5080" y="3663"/>
                  </a:lnTo>
                  <a:lnTo>
                    <a:pt x="5341" y="3641"/>
                  </a:lnTo>
                  <a:lnTo>
                    <a:pt x="5319" y="3445"/>
                  </a:lnTo>
                  <a:lnTo>
                    <a:pt x="5319" y="3227"/>
                  </a:lnTo>
                  <a:lnTo>
                    <a:pt x="5319" y="3009"/>
                  </a:lnTo>
                  <a:lnTo>
                    <a:pt x="5341" y="2813"/>
                  </a:lnTo>
                  <a:lnTo>
                    <a:pt x="5385" y="2595"/>
                  </a:lnTo>
                  <a:lnTo>
                    <a:pt x="5428" y="2398"/>
                  </a:lnTo>
                  <a:lnTo>
                    <a:pt x="5494" y="2202"/>
                  </a:lnTo>
                  <a:lnTo>
                    <a:pt x="5559" y="2006"/>
                  </a:lnTo>
                  <a:lnTo>
                    <a:pt x="5276" y="1940"/>
                  </a:lnTo>
                  <a:lnTo>
                    <a:pt x="4992" y="1875"/>
                  </a:lnTo>
                  <a:lnTo>
                    <a:pt x="4709" y="1788"/>
                  </a:lnTo>
                  <a:lnTo>
                    <a:pt x="4447" y="1679"/>
                  </a:lnTo>
                  <a:lnTo>
                    <a:pt x="4164" y="1570"/>
                  </a:lnTo>
                  <a:lnTo>
                    <a:pt x="3902" y="1439"/>
                  </a:lnTo>
                  <a:lnTo>
                    <a:pt x="3663" y="1308"/>
                  </a:lnTo>
                  <a:lnTo>
                    <a:pt x="3401" y="1156"/>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2" name="Google Shape;11392;p80"/>
            <p:cNvSpPr/>
            <p:nvPr/>
          </p:nvSpPr>
          <p:spPr>
            <a:xfrm>
              <a:off x="4013600" y="3267263"/>
              <a:ext cx="53975" cy="63250"/>
            </a:xfrm>
            <a:custGeom>
              <a:rect b="b" l="l" r="r" t="t"/>
              <a:pathLst>
                <a:path extrusionOk="0" fill="none" h="2530" w="2159">
                  <a:moveTo>
                    <a:pt x="0" y="1"/>
                  </a:moveTo>
                  <a:lnTo>
                    <a:pt x="0" y="1"/>
                  </a:lnTo>
                  <a:lnTo>
                    <a:pt x="196" y="262"/>
                  </a:lnTo>
                  <a:lnTo>
                    <a:pt x="349" y="546"/>
                  </a:lnTo>
                  <a:lnTo>
                    <a:pt x="458" y="851"/>
                  </a:lnTo>
                  <a:lnTo>
                    <a:pt x="545" y="1156"/>
                  </a:lnTo>
                  <a:lnTo>
                    <a:pt x="589" y="1483"/>
                  </a:lnTo>
                  <a:lnTo>
                    <a:pt x="610" y="1810"/>
                  </a:lnTo>
                  <a:lnTo>
                    <a:pt x="589" y="2137"/>
                  </a:lnTo>
                  <a:lnTo>
                    <a:pt x="545" y="2442"/>
                  </a:lnTo>
                  <a:lnTo>
                    <a:pt x="545" y="2442"/>
                  </a:lnTo>
                  <a:lnTo>
                    <a:pt x="981" y="2508"/>
                  </a:lnTo>
                  <a:lnTo>
                    <a:pt x="1417" y="2530"/>
                  </a:lnTo>
                  <a:lnTo>
                    <a:pt x="1417" y="2530"/>
                  </a:lnTo>
                  <a:lnTo>
                    <a:pt x="1679" y="2508"/>
                  </a:lnTo>
                  <a:lnTo>
                    <a:pt x="1940" y="2486"/>
                  </a:lnTo>
                  <a:lnTo>
                    <a:pt x="1940" y="2486"/>
                  </a:lnTo>
                  <a:lnTo>
                    <a:pt x="1918" y="2290"/>
                  </a:lnTo>
                  <a:lnTo>
                    <a:pt x="1918" y="2072"/>
                  </a:lnTo>
                  <a:lnTo>
                    <a:pt x="1918" y="1854"/>
                  </a:lnTo>
                  <a:lnTo>
                    <a:pt x="1940" y="1658"/>
                  </a:lnTo>
                  <a:lnTo>
                    <a:pt x="1984" y="1440"/>
                  </a:lnTo>
                  <a:lnTo>
                    <a:pt x="2027" y="1243"/>
                  </a:lnTo>
                  <a:lnTo>
                    <a:pt x="2093" y="1047"/>
                  </a:lnTo>
                  <a:lnTo>
                    <a:pt x="2158" y="851"/>
                  </a:lnTo>
                  <a:lnTo>
                    <a:pt x="2158" y="851"/>
                  </a:lnTo>
                  <a:lnTo>
                    <a:pt x="1875" y="785"/>
                  </a:lnTo>
                  <a:lnTo>
                    <a:pt x="1591" y="720"/>
                  </a:lnTo>
                  <a:lnTo>
                    <a:pt x="1308" y="633"/>
                  </a:lnTo>
                  <a:lnTo>
                    <a:pt x="1046" y="524"/>
                  </a:lnTo>
                  <a:lnTo>
                    <a:pt x="763" y="415"/>
                  </a:lnTo>
                  <a:lnTo>
                    <a:pt x="501" y="284"/>
                  </a:lnTo>
                  <a:lnTo>
                    <a:pt x="262" y="153"/>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3" name="Google Shape;11393;p80"/>
            <p:cNvSpPr/>
            <p:nvPr/>
          </p:nvSpPr>
          <p:spPr>
            <a:xfrm>
              <a:off x="4067550" y="3254738"/>
              <a:ext cx="100850" cy="74150"/>
            </a:xfrm>
            <a:custGeom>
              <a:rect b="b" l="l" r="r" t="t"/>
              <a:pathLst>
                <a:path extrusionOk="0" fill="none" h="2966" w="4034">
                  <a:moveTo>
                    <a:pt x="3837" y="0"/>
                  </a:moveTo>
                  <a:lnTo>
                    <a:pt x="3837" y="0"/>
                  </a:lnTo>
                  <a:lnTo>
                    <a:pt x="3488" y="349"/>
                  </a:lnTo>
                  <a:lnTo>
                    <a:pt x="3118" y="632"/>
                  </a:lnTo>
                  <a:lnTo>
                    <a:pt x="2747" y="872"/>
                  </a:lnTo>
                  <a:lnTo>
                    <a:pt x="2355" y="1068"/>
                  </a:lnTo>
                  <a:lnTo>
                    <a:pt x="1962" y="1221"/>
                  </a:lnTo>
                  <a:lnTo>
                    <a:pt x="1548" y="1330"/>
                  </a:lnTo>
                  <a:lnTo>
                    <a:pt x="1134" y="1374"/>
                  </a:lnTo>
                  <a:lnTo>
                    <a:pt x="720" y="1395"/>
                  </a:lnTo>
                  <a:lnTo>
                    <a:pt x="720" y="1395"/>
                  </a:lnTo>
                  <a:lnTo>
                    <a:pt x="240" y="1374"/>
                  </a:lnTo>
                  <a:lnTo>
                    <a:pt x="240" y="1374"/>
                  </a:lnTo>
                  <a:lnTo>
                    <a:pt x="175" y="1570"/>
                  </a:lnTo>
                  <a:lnTo>
                    <a:pt x="109" y="1766"/>
                  </a:lnTo>
                  <a:lnTo>
                    <a:pt x="44" y="1962"/>
                  </a:lnTo>
                  <a:lnTo>
                    <a:pt x="22" y="2159"/>
                  </a:lnTo>
                  <a:lnTo>
                    <a:pt x="0" y="2355"/>
                  </a:lnTo>
                  <a:lnTo>
                    <a:pt x="0" y="2551"/>
                  </a:lnTo>
                  <a:lnTo>
                    <a:pt x="0" y="2769"/>
                  </a:lnTo>
                  <a:lnTo>
                    <a:pt x="22" y="2965"/>
                  </a:lnTo>
                  <a:lnTo>
                    <a:pt x="22" y="2965"/>
                  </a:lnTo>
                  <a:lnTo>
                    <a:pt x="22" y="2965"/>
                  </a:lnTo>
                  <a:lnTo>
                    <a:pt x="502" y="2878"/>
                  </a:lnTo>
                  <a:lnTo>
                    <a:pt x="960" y="2747"/>
                  </a:lnTo>
                  <a:lnTo>
                    <a:pt x="1417" y="2573"/>
                  </a:lnTo>
                  <a:lnTo>
                    <a:pt x="1853" y="2355"/>
                  </a:lnTo>
                  <a:lnTo>
                    <a:pt x="2268" y="2093"/>
                  </a:lnTo>
                  <a:lnTo>
                    <a:pt x="2660" y="1810"/>
                  </a:lnTo>
                  <a:lnTo>
                    <a:pt x="3031" y="1461"/>
                  </a:lnTo>
                  <a:lnTo>
                    <a:pt x="3379" y="1090"/>
                  </a:lnTo>
                  <a:lnTo>
                    <a:pt x="3379" y="1090"/>
                  </a:lnTo>
                  <a:lnTo>
                    <a:pt x="3576" y="850"/>
                  </a:lnTo>
                  <a:lnTo>
                    <a:pt x="3750" y="589"/>
                  </a:lnTo>
                  <a:lnTo>
                    <a:pt x="3903" y="349"/>
                  </a:lnTo>
                  <a:lnTo>
                    <a:pt x="4033" y="87"/>
                  </a:lnTo>
                  <a:lnTo>
                    <a:pt x="4033" y="87"/>
                  </a:lnTo>
                  <a:lnTo>
                    <a:pt x="3837"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4" name="Google Shape;11394;p80"/>
            <p:cNvSpPr/>
            <p:nvPr/>
          </p:nvSpPr>
          <p:spPr>
            <a:xfrm>
              <a:off x="4167825" y="3238388"/>
              <a:ext cx="8200" cy="13100"/>
            </a:xfrm>
            <a:custGeom>
              <a:rect b="b" l="l" r="r" t="t"/>
              <a:pathLst>
                <a:path extrusionOk="0" fill="none" h="524" w="328">
                  <a:moveTo>
                    <a:pt x="328" y="0"/>
                  </a:moveTo>
                  <a:lnTo>
                    <a:pt x="328" y="0"/>
                  </a:lnTo>
                  <a:lnTo>
                    <a:pt x="175" y="240"/>
                  </a:lnTo>
                  <a:lnTo>
                    <a:pt x="1" y="458"/>
                  </a:lnTo>
                  <a:lnTo>
                    <a:pt x="1" y="458"/>
                  </a:lnTo>
                  <a:lnTo>
                    <a:pt x="131" y="523"/>
                  </a:lnTo>
                  <a:lnTo>
                    <a:pt x="131" y="523"/>
                  </a:lnTo>
                  <a:lnTo>
                    <a:pt x="131" y="523"/>
                  </a:lnTo>
                  <a:lnTo>
                    <a:pt x="240" y="262"/>
                  </a:lnTo>
                  <a:lnTo>
                    <a:pt x="328"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5" name="Google Shape;11395;p80"/>
            <p:cNvSpPr/>
            <p:nvPr/>
          </p:nvSpPr>
          <p:spPr>
            <a:xfrm>
              <a:off x="4163475" y="3249838"/>
              <a:ext cx="7650" cy="7100"/>
            </a:xfrm>
            <a:custGeom>
              <a:rect b="b" l="l" r="r" t="t"/>
              <a:pathLst>
                <a:path extrusionOk="0" fill="none" h="284" w="306">
                  <a:moveTo>
                    <a:pt x="175" y="0"/>
                  </a:moveTo>
                  <a:lnTo>
                    <a:pt x="175" y="0"/>
                  </a:lnTo>
                  <a:lnTo>
                    <a:pt x="0" y="196"/>
                  </a:lnTo>
                  <a:lnTo>
                    <a:pt x="0" y="196"/>
                  </a:lnTo>
                  <a:lnTo>
                    <a:pt x="196" y="283"/>
                  </a:lnTo>
                  <a:lnTo>
                    <a:pt x="196" y="283"/>
                  </a:lnTo>
                  <a:lnTo>
                    <a:pt x="196" y="283"/>
                  </a:lnTo>
                  <a:lnTo>
                    <a:pt x="196" y="283"/>
                  </a:lnTo>
                  <a:lnTo>
                    <a:pt x="305" y="65"/>
                  </a:lnTo>
                  <a:lnTo>
                    <a:pt x="305" y="65"/>
                  </a:lnTo>
                  <a:lnTo>
                    <a:pt x="175"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6" name="Google Shape;11396;p80"/>
            <p:cNvSpPr/>
            <p:nvPr/>
          </p:nvSpPr>
          <p:spPr>
            <a:xfrm>
              <a:off x="4053925" y="3075413"/>
              <a:ext cx="116125" cy="152625"/>
            </a:xfrm>
            <a:custGeom>
              <a:rect b="b" l="l" r="r" t="t"/>
              <a:pathLst>
                <a:path extrusionOk="0" h="6105" w="4645">
                  <a:moveTo>
                    <a:pt x="284" y="1"/>
                  </a:moveTo>
                  <a:lnTo>
                    <a:pt x="131" y="23"/>
                  </a:lnTo>
                  <a:lnTo>
                    <a:pt x="1" y="44"/>
                  </a:lnTo>
                  <a:lnTo>
                    <a:pt x="589" y="459"/>
                  </a:lnTo>
                  <a:lnTo>
                    <a:pt x="589" y="1"/>
                  </a:lnTo>
                  <a:close/>
                  <a:moveTo>
                    <a:pt x="829" y="1"/>
                  </a:moveTo>
                  <a:lnTo>
                    <a:pt x="829" y="328"/>
                  </a:lnTo>
                  <a:lnTo>
                    <a:pt x="851" y="633"/>
                  </a:lnTo>
                  <a:lnTo>
                    <a:pt x="1374" y="1047"/>
                  </a:lnTo>
                  <a:lnTo>
                    <a:pt x="1832" y="1461"/>
                  </a:lnTo>
                  <a:lnTo>
                    <a:pt x="2246" y="1876"/>
                  </a:lnTo>
                  <a:lnTo>
                    <a:pt x="2595" y="2290"/>
                  </a:lnTo>
                  <a:lnTo>
                    <a:pt x="2922" y="2704"/>
                  </a:lnTo>
                  <a:lnTo>
                    <a:pt x="3184" y="3096"/>
                  </a:lnTo>
                  <a:lnTo>
                    <a:pt x="3423" y="3489"/>
                  </a:lnTo>
                  <a:lnTo>
                    <a:pt x="3620" y="3860"/>
                  </a:lnTo>
                  <a:lnTo>
                    <a:pt x="3859" y="3925"/>
                  </a:lnTo>
                  <a:lnTo>
                    <a:pt x="4121" y="3969"/>
                  </a:lnTo>
                  <a:lnTo>
                    <a:pt x="4361" y="4012"/>
                  </a:lnTo>
                  <a:lnTo>
                    <a:pt x="4622" y="4034"/>
                  </a:lnTo>
                  <a:lnTo>
                    <a:pt x="4622" y="4034"/>
                  </a:lnTo>
                  <a:lnTo>
                    <a:pt x="4579" y="3750"/>
                  </a:lnTo>
                  <a:lnTo>
                    <a:pt x="4513" y="3445"/>
                  </a:lnTo>
                  <a:lnTo>
                    <a:pt x="4426" y="3118"/>
                  </a:lnTo>
                  <a:lnTo>
                    <a:pt x="4295" y="2813"/>
                  </a:lnTo>
                  <a:lnTo>
                    <a:pt x="4121" y="2486"/>
                  </a:lnTo>
                  <a:lnTo>
                    <a:pt x="3925" y="2137"/>
                  </a:lnTo>
                  <a:lnTo>
                    <a:pt x="3685" y="1810"/>
                  </a:lnTo>
                  <a:lnTo>
                    <a:pt x="3380" y="1483"/>
                  </a:lnTo>
                  <a:lnTo>
                    <a:pt x="3009" y="1113"/>
                  </a:lnTo>
                  <a:lnTo>
                    <a:pt x="2660" y="807"/>
                  </a:lnTo>
                  <a:lnTo>
                    <a:pt x="2312" y="568"/>
                  </a:lnTo>
                  <a:lnTo>
                    <a:pt x="1963" y="371"/>
                  </a:lnTo>
                  <a:lnTo>
                    <a:pt x="1658" y="219"/>
                  </a:lnTo>
                  <a:lnTo>
                    <a:pt x="1352" y="110"/>
                  </a:lnTo>
                  <a:lnTo>
                    <a:pt x="1069" y="44"/>
                  </a:lnTo>
                  <a:lnTo>
                    <a:pt x="829" y="1"/>
                  </a:lnTo>
                  <a:close/>
                  <a:moveTo>
                    <a:pt x="3750" y="4143"/>
                  </a:moveTo>
                  <a:lnTo>
                    <a:pt x="3903" y="4535"/>
                  </a:lnTo>
                  <a:lnTo>
                    <a:pt x="4034" y="4884"/>
                  </a:lnTo>
                  <a:lnTo>
                    <a:pt x="4121" y="5211"/>
                  </a:lnTo>
                  <a:lnTo>
                    <a:pt x="4186" y="5495"/>
                  </a:lnTo>
                  <a:lnTo>
                    <a:pt x="4492" y="5538"/>
                  </a:lnTo>
                  <a:lnTo>
                    <a:pt x="4557" y="5277"/>
                  </a:lnTo>
                  <a:lnTo>
                    <a:pt x="4601" y="4971"/>
                  </a:lnTo>
                  <a:lnTo>
                    <a:pt x="4622" y="4644"/>
                  </a:lnTo>
                  <a:lnTo>
                    <a:pt x="4644" y="4274"/>
                  </a:lnTo>
                  <a:lnTo>
                    <a:pt x="4186" y="4230"/>
                  </a:lnTo>
                  <a:lnTo>
                    <a:pt x="3750" y="4143"/>
                  </a:lnTo>
                  <a:close/>
                  <a:moveTo>
                    <a:pt x="4230" y="5713"/>
                  </a:moveTo>
                  <a:lnTo>
                    <a:pt x="4274" y="6018"/>
                  </a:lnTo>
                  <a:lnTo>
                    <a:pt x="4274" y="6105"/>
                  </a:lnTo>
                  <a:lnTo>
                    <a:pt x="4317" y="6018"/>
                  </a:lnTo>
                  <a:lnTo>
                    <a:pt x="4426" y="5756"/>
                  </a:lnTo>
                  <a:lnTo>
                    <a:pt x="4230" y="5713"/>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7" name="Google Shape;11397;p80"/>
            <p:cNvSpPr/>
            <p:nvPr/>
          </p:nvSpPr>
          <p:spPr>
            <a:xfrm>
              <a:off x="4158575" y="3218213"/>
              <a:ext cx="4925" cy="9825"/>
            </a:xfrm>
            <a:custGeom>
              <a:rect b="b" l="l" r="r" t="t"/>
              <a:pathLst>
                <a:path extrusionOk="0" fill="none" h="393" w="197">
                  <a:moveTo>
                    <a:pt x="0" y="1"/>
                  </a:moveTo>
                  <a:lnTo>
                    <a:pt x="0" y="1"/>
                  </a:lnTo>
                  <a:lnTo>
                    <a:pt x="44" y="306"/>
                  </a:lnTo>
                  <a:lnTo>
                    <a:pt x="44" y="393"/>
                  </a:lnTo>
                  <a:lnTo>
                    <a:pt x="44" y="393"/>
                  </a:lnTo>
                  <a:lnTo>
                    <a:pt x="87" y="306"/>
                  </a:lnTo>
                  <a:lnTo>
                    <a:pt x="196" y="44"/>
                  </a:lnTo>
                  <a:lnTo>
                    <a:pt x="196" y="44"/>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8" name="Google Shape;11398;p80"/>
            <p:cNvSpPr/>
            <p:nvPr/>
          </p:nvSpPr>
          <p:spPr>
            <a:xfrm>
              <a:off x="4146575" y="3178963"/>
              <a:ext cx="22375" cy="34925"/>
            </a:xfrm>
            <a:custGeom>
              <a:rect b="b" l="l" r="r" t="t"/>
              <a:pathLst>
                <a:path extrusionOk="0" fill="none" h="1397" w="895">
                  <a:moveTo>
                    <a:pt x="0" y="1"/>
                  </a:moveTo>
                  <a:lnTo>
                    <a:pt x="0" y="1"/>
                  </a:lnTo>
                  <a:lnTo>
                    <a:pt x="153" y="393"/>
                  </a:lnTo>
                  <a:lnTo>
                    <a:pt x="284" y="742"/>
                  </a:lnTo>
                  <a:lnTo>
                    <a:pt x="371" y="1069"/>
                  </a:lnTo>
                  <a:lnTo>
                    <a:pt x="436" y="1353"/>
                  </a:lnTo>
                  <a:lnTo>
                    <a:pt x="436" y="1353"/>
                  </a:lnTo>
                  <a:lnTo>
                    <a:pt x="742" y="1396"/>
                  </a:lnTo>
                  <a:lnTo>
                    <a:pt x="742" y="1396"/>
                  </a:lnTo>
                  <a:lnTo>
                    <a:pt x="807" y="1135"/>
                  </a:lnTo>
                  <a:lnTo>
                    <a:pt x="851" y="829"/>
                  </a:lnTo>
                  <a:lnTo>
                    <a:pt x="872" y="502"/>
                  </a:lnTo>
                  <a:lnTo>
                    <a:pt x="894" y="132"/>
                  </a:lnTo>
                  <a:lnTo>
                    <a:pt x="894" y="132"/>
                  </a:lnTo>
                  <a:lnTo>
                    <a:pt x="436" y="88"/>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9" name="Google Shape;11399;p80"/>
            <p:cNvSpPr/>
            <p:nvPr/>
          </p:nvSpPr>
          <p:spPr>
            <a:xfrm>
              <a:off x="4073550" y="3075413"/>
              <a:ext cx="94850" cy="100850"/>
            </a:xfrm>
            <a:custGeom>
              <a:rect b="b" l="l" r="r" t="t"/>
              <a:pathLst>
                <a:path extrusionOk="0" fill="none" h="4034" w="3794">
                  <a:moveTo>
                    <a:pt x="0" y="1"/>
                  </a:moveTo>
                  <a:lnTo>
                    <a:pt x="0" y="1"/>
                  </a:lnTo>
                  <a:lnTo>
                    <a:pt x="0" y="328"/>
                  </a:lnTo>
                  <a:lnTo>
                    <a:pt x="22" y="633"/>
                  </a:lnTo>
                  <a:lnTo>
                    <a:pt x="22" y="633"/>
                  </a:lnTo>
                  <a:lnTo>
                    <a:pt x="545" y="1047"/>
                  </a:lnTo>
                  <a:lnTo>
                    <a:pt x="1003" y="1461"/>
                  </a:lnTo>
                  <a:lnTo>
                    <a:pt x="1417" y="1876"/>
                  </a:lnTo>
                  <a:lnTo>
                    <a:pt x="1766" y="2290"/>
                  </a:lnTo>
                  <a:lnTo>
                    <a:pt x="2093" y="2704"/>
                  </a:lnTo>
                  <a:lnTo>
                    <a:pt x="2355" y="3096"/>
                  </a:lnTo>
                  <a:lnTo>
                    <a:pt x="2594" y="3489"/>
                  </a:lnTo>
                  <a:lnTo>
                    <a:pt x="2791" y="3860"/>
                  </a:lnTo>
                  <a:lnTo>
                    <a:pt x="2791" y="3860"/>
                  </a:lnTo>
                  <a:lnTo>
                    <a:pt x="3030" y="3925"/>
                  </a:lnTo>
                  <a:lnTo>
                    <a:pt x="3292" y="3969"/>
                  </a:lnTo>
                  <a:lnTo>
                    <a:pt x="3532" y="4012"/>
                  </a:lnTo>
                  <a:lnTo>
                    <a:pt x="3793" y="4034"/>
                  </a:lnTo>
                  <a:lnTo>
                    <a:pt x="3793" y="4034"/>
                  </a:lnTo>
                  <a:lnTo>
                    <a:pt x="3750" y="3750"/>
                  </a:lnTo>
                  <a:lnTo>
                    <a:pt x="3684" y="3445"/>
                  </a:lnTo>
                  <a:lnTo>
                    <a:pt x="3597" y="3118"/>
                  </a:lnTo>
                  <a:lnTo>
                    <a:pt x="3466" y="2813"/>
                  </a:lnTo>
                  <a:lnTo>
                    <a:pt x="3292" y="2486"/>
                  </a:lnTo>
                  <a:lnTo>
                    <a:pt x="3096" y="2137"/>
                  </a:lnTo>
                  <a:lnTo>
                    <a:pt x="2856" y="1810"/>
                  </a:lnTo>
                  <a:lnTo>
                    <a:pt x="2551" y="1483"/>
                  </a:lnTo>
                  <a:lnTo>
                    <a:pt x="2551" y="1483"/>
                  </a:lnTo>
                  <a:lnTo>
                    <a:pt x="2180" y="1113"/>
                  </a:lnTo>
                  <a:lnTo>
                    <a:pt x="1831" y="807"/>
                  </a:lnTo>
                  <a:lnTo>
                    <a:pt x="1483" y="568"/>
                  </a:lnTo>
                  <a:lnTo>
                    <a:pt x="1134" y="371"/>
                  </a:lnTo>
                  <a:lnTo>
                    <a:pt x="829" y="219"/>
                  </a:lnTo>
                  <a:lnTo>
                    <a:pt x="523" y="110"/>
                  </a:lnTo>
                  <a:lnTo>
                    <a:pt x="240" y="44"/>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0" name="Google Shape;11400;p80"/>
            <p:cNvSpPr/>
            <p:nvPr/>
          </p:nvSpPr>
          <p:spPr>
            <a:xfrm>
              <a:off x="4052825" y="3075413"/>
              <a:ext cx="14750" cy="11475"/>
            </a:xfrm>
            <a:custGeom>
              <a:rect b="b" l="l" r="r" t="t"/>
              <a:pathLst>
                <a:path extrusionOk="0" fill="none" h="459" w="590">
                  <a:moveTo>
                    <a:pt x="502" y="1"/>
                  </a:moveTo>
                  <a:lnTo>
                    <a:pt x="502" y="1"/>
                  </a:lnTo>
                  <a:lnTo>
                    <a:pt x="284" y="1"/>
                  </a:lnTo>
                  <a:lnTo>
                    <a:pt x="131" y="23"/>
                  </a:lnTo>
                  <a:lnTo>
                    <a:pt x="1" y="44"/>
                  </a:lnTo>
                  <a:lnTo>
                    <a:pt x="1" y="44"/>
                  </a:lnTo>
                  <a:lnTo>
                    <a:pt x="589" y="459"/>
                  </a:lnTo>
                  <a:lnTo>
                    <a:pt x="589" y="459"/>
                  </a:lnTo>
                  <a:lnTo>
                    <a:pt x="589" y="1"/>
                  </a:lnTo>
                  <a:lnTo>
                    <a:pt x="589" y="1"/>
                  </a:lnTo>
                  <a:lnTo>
                    <a:pt x="502"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1" name="Google Shape;11401;p80"/>
            <p:cNvSpPr/>
            <p:nvPr/>
          </p:nvSpPr>
          <p:spPr>
            <a:xfrm>
              <a:off x="4143300" y="3171888"/>
              <a:ext cx="25650" cy="10375"/>
            </a:xfrm>
            <a:custGeom>
              <a:rect b="b" l="l" r="r" t="t"/>
              <a:pathLst>
                <a:path extrusionOk="0" fill="none" h="415" w="1026">
                  <a:moveTo>
                    <a:pt x="1" y="1"/>
                  </a:moveTo>
                  <a:lnTo>
                    <a:pt x="1" y="1"/>
                  </a:lnTo>
                  <a:lnTo>
                    <a:pt x="131" y="284"/>
                  </a:lnTo>
                  <a:lnTo>
                    <a:pt x="131" y="284"/>
                  </a:lnTo>
                  <a:lnTo>
                    <a:pt x="567" y="371"/>
                  </a:lnTo>
                  <a:lnTo>
                    <a:pt x="1025" y="415"/>
                  </a:lnTo>
                  <a:lnTo>
                    <a:pt x="1025" y="415"/>
                  </a:lnTo>
                  <a:lnTo>
                    <a:pt x="1003" y="175"/>
                  </a:lnTo>
                  <a:lnTo>
                    <a:pt x="1003" y="175"/>
                  </a:lnTo>
                  <a:lnTo>
                    <a:pt x="742" y="153"/>
                  </a:lnTo>
                  <a:lnTo>
                    <a:pt x="502" y="110"/>
                  </a:lnTo>
                  <a:lnTo>
                    <a:pt x="240" y="66"/>
                  </a:lnTo>
                  <a:lnTo>
                    <a:pt x="1"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2" name="Google Shape;11402;p80"/>
            <p:cNvSpPr/>
            <p:nvPr/>
          </p:nvSpPr>
          <p:spPr>
            <a:xfrm>
              <a:off x="4157475" y="3212763"/>
              <a:ext cx="7650" cy="6575"/>
            </a:xfrm>
            <a:custGeom>
              <a:rect b="b" l="l" r="r" t="t"/>
              <a:pathLst>
                <a:path extrusionOk="0" h="263" w="306">
                  <a:moveTo>
                    <a:pt x="0" y="1"/>
                  </a:moveTo>
                  <a:lnTo>
                    <a:pt x="44" y="219"/>
                  </a:lnTo>
                  <a:lnTo>
                    <a:pt x="240" y="262"/>
                  </a:lnTo>
                  <a:lnTo>
                    <a:pt x="306" y="44"/>
                  </a:lnTo>
                  <a:lnTo>
                    <a:pt x="0" y="1"/>
                  </a:lnTo>
                  <a:close/>
                </a:path>
              </a:pathLst>
            </a:custGeom>
            <a:solidFill>
              <a:srgbClr val="EDA6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3" name="Google Shape;11403;p80"/>
            <p:cNvSpPr/>
            <p:nvPr/>
          </p:nvSpPr>
          <p:spPr>
            <a:xfrm>
              <a:off x="4157475" y="3212763"/>
              <a:ext cx="7650" cy="6575"/>
            </a:xfrm>
            <a:custGeom>
              <a:rect b="b" l="l" r="r" t="t"/>
              <a:pathLst>
                <a:path extrusionOk="0" fill="none" h="263" w="306">
                  <a:moveTo>
                    <a:pt x="0" y="1"/>
                  </a:moveTo>
                  <a:lnTo>
                    <a:pt x="0" y="1"/>
                  </a:lnTo>
                  <a:lnTo>
                    <a:pt x="44" y="219"/>
                  </a:lnTo>
                  <a:lnTo>
                    <a:pt x="44" y="219"/>
                  </a:lnTo>
                  <a:lnTo>
                    <a:pt x="240" y="262"/>
                  </a:lnTo>
                  <a:lnTo>
                    <a:pt x="240" y="262"/>
                  </a:lnTo>
                  <a:lnTo>
                    <a:pt x="306" y="44"/>
                  </a:lnTo>
                  <a:lnTo>
                    <a:pt x="306" y="44"/>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4" name="Google Shape;11404;p80"/>
            <p:cNvSpPr/>
            <p:nvPr/>
          </p:nvSpPr>
          <p:spPr>
            <a:xfrm>
              <a:off x="4059375" y="3289613"/>
              <a:ext cx="267625" cy="267625"/>
            </a:xfrm>
            <a:custGeom>
              <a:rect b="b" l="l" r="r" t="t"/>
              <a:pathLst>
                <a:path extrusionOk="0" h="10705" w="10705">
                  <a:moveTo>
                    <a:pt x="5407" y="0"/>
                  </a:moveTo>
                  <a:lnTo>
                    <a:pt x="4971" y="22"/>
                  </a:lnTo>
                  <a:lnTo>
                    <a:pt x="4513" y="66"/>
                  </a:lnTo>
                  <a:lnTo>
                    <a:pt x="4055" y="153"/>
                  </a:lnTo>
                  <a:lnTo>
                    <a:pt x="3619" y="284"/>
                  </a:lnTo>
                  <a:lnTo>
                    <a:pt x="3183" y="458"/>
                  </a:lnTo>
                  <a:lnTo>
                    <a:pt x="2769" y="676"/>
                  </a:lnTo>
                  <a:lnTo>
                    <a:pt x="2355" y="916"/>
                  </a:lnTo>
                  <a:lnTo>
                    <a:pt x="1962" y="1200"/>
                  </a:lnTo>
                  <a:lnTo>
                    <a:pt x="1766" y="1374"/>
                  </a:lnTo>
                  <a:lnTo>
                    <a:pt x="1548" y="1570"/>
                  </a:lnTo>
                  <a:lnTo>
                    <a:pt x="1374" y="1766"/>
                  </a:lnTo>
                  <a:lnTo>
                    <a:pt x="1199" y="1984"/>
                  </a:lnTo>
                  <a:lnTo>
                    <a:pt x="1025" y="2181"/>
                  </a:lnTo>
                  <a:lnTo>
                    <a:pt x="872" y="2399"/>
                  </a:lnTo>
                  <a:lnTo>
                    <a:pt x="742" y="2638"/>
                  </a:lnTo>
                  <a:lnTo>
                    <a:pt x="611" y="2856"/>
                  </a:lnTo>
                  <a:lnTo>
                    <a:pt x="502" y="3074"/>
                  </a:lnTo>
                  <a:lnTo>
                    <a:pt x="393" y="3336"/>
                  </a:lnTo>
                  <a:lnTo>
                    <a:pt x="284" y="3619"/>
                  </a:lnTo>
                  <a:lnTo>
                    <a:pt x="196" y="3903"/>
                  </a:lnTo>
                  <a:lnTo>
                    <a:pt x="131" y="4186"/>
                  </a:lnTo>
                  <a:lnTo>
                    <a:pt x="66" y="4470"/>
                  </a:lnTo>
                  <a:lnTo>
                    <a:pt x="22" y="4753"/>
                  </a:lnTo>
                  <a:lnTo>
                    <a:pt x="0" y="5036"/>
                  </a:lnTo>
                  <a:lnTo>
                    <a:pt x="0" y="5342"/>
                  </a:lnTo>
                  <a:lnTo>
                    <a:pt x="0" y="5603"/>
                  </a:lnTo>
                  <a:lnTo>
                    <a:pt x="44" y="6039"/>
                  </a:lnTo>
                  <a:lnTo>
                    <a:pt x="109" y="6497"/>
                  </a:lnTo>
                  <a:lnTo>
                    <a:pt x="175" y="6715"/>
                  </a:lnTo>
                  <a:lnTo>
                    <a:pt x="240" y="6977"/>
                  </a:lnTo>
                  <a:lnTo>
                    <a:pt x="349" y="7260"/>
                  </a:lnTo>
                  <a:lnTo>
                    <a:pt x="458" y="7522"/>
                  </a:lnTo>
                  <a:lnTo>
                    <a:pt x="567" y="7762"/>
                  </a:lnTo>
                  <a:lnTo>
                    <a:pt x="698" y="8023"/>
                  </a:lnTo>
                  <a:lnTo>
                    <a:pt x="851" y="8263"/>
                  </a:lnTo>
                  <a:lnTo>
                    <a:pt x="1025" y="8503"/>
                  </a:lnTo>
                  <a:lnTo>
                    <a:pt x="1199" y="8743"/>
                  </a:lnTo>
                  <a:lnTo>
                    <a:pt x="1417" y="8982"/>
                  </a:lnTo>
                  <a:lnTo>
                    <a:pt x="1657" y="9222"/>
                  </a:lnTo>
                  <a:lnTo>
                    <a:pt x="1897" y="9440"/>
                  </a:lnTo>
                  <a:lnTo>
                    <a:pt x="2137" y="9636"/>
                  </a:lnTo>
                  <a:lnTo>
                    <a:pt x="2398" y="9833"/>
                  </a:lnTo>
                  <a:lnTo>
                    <a:pt x="2682" y="9985"/>
                  </a:lnTo>
                  <a:lnTo>
                    <a:pt x="2965" y="10138"/>
                  </a:lnTo>
                  <a:lnTo>
                    <a:pt x="3249" y="10269"/>
                  </a:lnTo>
                  <a:lnTo>
                    <a:pt x="3467" y="10378"/>
                  </a:lnTo>
                  <a:lnTo>
                    <a:pt x="3794" y="10487"/>
                  </a:lnTo>
                  <a:lnTo>
                    <a:pt x="4142" y="10574"/>
                  </a:lnTo>
                  <a:lnTo>
                    <a:pt x="4491" y="10639"/>
                  </a:lnTo>
                  <a:lnTo>
                    <a:pt x="4840" y="10683"/>
                  </a:lnTo>
                  <a:lnTo>
                    <a:pt x="5080" y="10705"/>
                  </a:lnTo>
                  <a:lnTo>
                    <a:pt x="5559" y="10705"/>
                  </a:lnTo>
                  <a:lnTo>
                    <a:pt x="6039" y="10661"/>
                  </a:lnTo>
                  <a:lnTo>
                    <a:pt x="6519" y="10574"/>
                  </a:lnTo>
                  <a:lnTo>
                    <a:pt x="6977" y="10465"/>
                  </a:lnTo>
                  <a:lnTo>
                    <a:pt x="7434" y="10291"/>
                  </a:lnTo>
                  <a:lnTo>
                    <a:pt x="7892" y="10072"/>
                  </a:lnTo>
                  <a:lnTo>
                    <a:pt x="8328" y="9811"/>
                  </a:lnTo>
                  <a:lnTo>
                    <a:pt x="8742" y="9506"/>
                  </a:lnTo>
                  <a:lnTo>
                    <a:pt x="8960" y="9309"/>
                  </a:lnTo>
                  <a:lnTo>
                    <a:pt x="9178" y="9091"/>
                  </a:lnTo>
                  <a:lnTo>
                    <a:pt x="9375" y="8873"/>
                  </a:lnTo>
                  <a:lnTo>
                    <a:pt x="9571" y="8655"/>
                  </a:lnTo>
                  <a:lnTo>
                    <a:pt x="9723" y="8459"/>
                  </a:lnTo>
                  <a:lnTo>
                    <a:pt x="9876" y="8219"/>
                  </a:lnTo>
                  <a:lnTo>
                    <a:pt x="10007" y="7980"/>
                  </a:lnTo>
                  <a:lnTo>
                    <a:pt x="10181" y="7653"/>
                  </a:lnTo>
                  <a:lnTo>
                    <a:pt x="10334" y="7326"/>
                  </a:lnTo>
                  <a:lnTo>
                    <a:pt x="10421" y="7108"/>
                  </a:lnTo>
                  <a:lnTo>
                    <a:pt x="10508" y="6802"/>
                  </a:lnTo>
                  <a:lnTo>
                    <a:pt x="10574" y="6475"/>
                  </a:lnTo>
                  <a:lnTo>
                    <a:pt x="10639" y="6170"/>
                  </a:lnTo>
                  <a:lnTo>
                    <a:pt x="10683" y="5843"/>
                  </a:lnTo>
                  <a:lnTo>
                    <a:pt x="10704" y="5603"/>
                  </a:lnTo>
                  <a:lnTo>
                    <a:pt x="10704" y="5124"/>
                  </a:lnTo>
                  <a:lnTo>
                    <a:pt x="10661" y="4644"/>
                  </a:lnTo>
                  <a:lnTo>
                    <a:pt x="10574" y="4186"/>
                  </a:lnTo>
                  <a:lnTo>
                    <a:pt x="10443" y="3707"/>
                  </a:lnTo>
                  <a:lnTo>
                    <a:pt x="10268" y="3249"/>
                  </a:lnTo>
                  <a:lnTo>
                    <a:pt x="10072" y="2813"/>
                  </a:lnTo>
                  <a:lnTo>
                    <a:pt x="9811" y="2377"/>
                  </a:lnTo>
                  <a:lnTo>
                    <a:pt x="9505" y="1963"/>
                  </a:lnTo>
                  <a:lnTo>
                    <a:pt x="9266" y="1701"/>
                  </a:lnTo>
                  <a:lnTo>
                    <a:pt x="9026" y="1461"/>
                  </a:lnTo>
                  <a:lnTo>
                    <a:pt x="8786" y="1243"/>
                  </a:lnTo>
                  <a:lnTo>
                    <a:pt x="8503" y="1025"/>
                  </a:lnTo>
                  <a:lnTo>
                    <a:pt x="8241" y="851"/>
                  </a:lnTo>
                  <a:lnTo>
                    <a:pt x="7958" y="676"/>
                  </a:lnTo>
                  <a:lnTo>
                    <a:pt x="7652" y="524"/>
                  </a:lnTo>
                  <a:lnTo>
                    <a:pt x="7347" y="393"/>
                  </a:lnTo>
                  <a:lnTo>
                    <a:pt x="7129" y="306"/>
                  </a:lnTo>
                  <a:lnTo>
                    <a:pt x="6780" y="197"/>
                  </a:lnTo>
                  <a:lnTo>
                    <a:pt x="6410" y="109"/>
                  </a:lnTo>
                  <a:lnTo>
                    <a:pt x="6039" y="44"/>
                  </a:lnTo>
                  <a:lnTo>
                    <a:pt x="566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5" name="Google Shape;11405;p80"/>
            <p:cNvSpPr/>
            <p:nvPr/>
          </p:nvSpPr>
          <p:spPr>
            <a:xfrm>
              <a:off x="4059375" y="3289613"/>
              <a:ext cx="267625" cy="267625"/>
            </a:xfrm>
            <a:custGeom>
              <a:rect b="b" l="l" r="r" t="t"/>
              <a:pathLst>
                <a:path extrusionOk="0" fill="none" h="10705" w="10705">
                  <a:moveTo>
                    <a:pt x="8742" y="9506"/>
                  </a:moveTo>
                  <a:lnTo>
                    <a:pt x="8742" y="9506"/>
                  </a:lnTo>
                  <a:lnTo>
                    <a:pt x="8328" y="9811"/>
                  </a:lnTo>
                  <a:lnTo>
                    <a:pt x="7892" y="10072"/>
                  </a:lnTo>
                  <a:lnTo>
                    <a:pt x="7434" y="10291"/>
                  </a:lnTo>
                  <a:lnTo>
                    <a:pt x="6977" y="10465"/>
                  </a:lnTo>
                  <a:lnTo>
                    <a:pt x="6519" y="10574"/>
                  </a:lnTo>
                  <a:lnTo>
                    <a:pt x="6039" y="10661"/>
                  </a:lnTo>
                  <a:lnTo>
                    <a:pt x="5559" y="10705"/>
                  </a:lnTo>
                  <a:lnTo>
                    <a:pt x="5080" y="10705"/>
                  </a:lnTo>
                  <a:lnTo>
                    <a:pt x="5080" y="10705"/>
                  </a:lnTo>
                  <a:lnTo>
                    <a:pt x="4840" y="10683"/>
                  </a:lnTo>
                  <a:lnTo>
                    <a:pt x="4840" y="10683"/>
                  </a:lnTo>
                  <a:lnTo>
                    <a:pt x="4491" y="10639"/>
                  </a:lnTo>
                  <a:lnTo>
                    <a:pt x="4142" y="10574"/>
                  </a:lnTo>
                  <a:lnTo>
                    <a:pt x="3794" y="10487"/>
                  </a:lnTo>
                  <a:lnTo>
                    <a:pt x="3467" y="10378"/>
                  </a:lnTo>
                  <a:lnTo>
                    <a:pt x="3467" y="10378"/>
                  </a:lnTo>
                  <a:lnTo>
                    <a:pt x="3249" y="10269"/>
                  </a:lnTo>
                  <a:lnTo>
                    <a:pt x="3249" y="10269"/>
                  </a:lnTo>
                  <a:lnTo>
                    <a:pt x="2965" y="10138"/>
                  </a:lnTo>
                  <a:lnTo>
                    <a:pt x="2682" y="9985"/>
                  </a:lnTo>
                  <a:lnTo>
                    <a:pt x="2398" y="9833"/>
                  </a:lnTo>
                  <a:lnTo>
                    <a:pt x="2137" y="9636"/>
                  </a:lnTo>
                  <a:lnTo>
                    <a:pt x="1897" y="9440"/>
                  </a:lnTo>
                  <a:lnTo>
                    <a:pt x="1657" y="9222"/>
                  </a:lnTo>
                  <a:lnTo>
                    <a:pt x="1417" y="8982"/>
                  </a:lnTo>
                  <a:lnTo>
                    <a:pt x="1199" y="8743"/>
                  </a:lnTo>
                  <a:lnTo>
                    <a:pt x="1199" y="8743"/>
                  </a:lnTo>
                  <a:lnTo>
                    <a:pt x="1025" y="8503"/>
                  </a:lnTo>
                  <a:lnTo>
                    <a:pt x="851" y="8263"/>
                  </a:lnTo>
                  <a:lnTo>
                    <a:pt x="698" y="8023"/>
                  </a:lnTo>
                  <a:lnTo>
                    <a:pt x="567" y="7762"/>
                  </a:lnTo>
                  <a:lnTo>
                    <a:pt x="458" y="7522"/>
                  </a:lnTo>
                  <a:lnTo>
                    <a:pt x="349" y="7260"/>
                  </a:lnTo>
                  <a:lnTo>
                    <a:pt x="240" y="6977"/>
                  </a:lnTo>
                  <a:lnTo>
                    <a:pt x="175" y="6715"/>
                  </a:lnTo>
                  <a:lnTo>
                    <a:pt x="175" y="6715"/>
                  </a:lnTo>
                  <a:lnTo>
                    <a:pt x="109" y="6497"/>
                  </a:lnTo>
                  <a:lnTo>
                    <a:pt x="109" y="6497"/>
                  </a:lnTo>
                  <a:lnTo>
                    <a:pt x="44" y="6039"/>
                  </a:lnTo>
                  <a:lnTo>
                    <a:pt x="0" y="5603"/>
                  </a:lnTo>
                  <a:lnTo>
                    <a:pt x="0" y="5603"/>
                  </a:lnTo>
                  <a:lnTo>
                    <a:pt x="0" y="5342"/>
                  </a:lnTo>
                  <a:lnTo>
                    <a:pt x="0" y="5342"/>
                  </a:lnTo>
                  <a:lnTo>
                    <a:pt x="0" y="5036"/>
                  </a:lnTo>
                  <a:lnTo>
                    <a:pt x="22" y="4753"/>
                  </a:lnTo>
                  <a:lnTo>
                    <a:pt x="66" y="4470"/>
                  </a:lnTo>
                  <a:lnTo>
                    <a:pt x="131" y="4186"/>
                  </a:lnTo>
                  <a:lnTo>
                    <a:pt x="196" y="3903"/>
                  </a:lnTo>
                  <a:lnTo>
                    <a:pt x="284" y="3619"/>
                  </a:lnTo>
                  <a:lnTo>
                    <a:pt x="393" y="3336"/>
                  </a:lnTo>
                  <a:lnTo>
                    <a:pt x="502" y="3074"/>
                  </a:lnTo>
                  <a:lnTo>
                    <a:pt x="502" y="3074"/>
                  </a:lnTo>
                  <a:lnTo>
                    <a:pt x="611" y="2856"/>
                  </a:lnTo>
                  <a:lnTo>
                    <a:pt x="611" y="2856"/>
                  </a:lnTo>
                  <a:lnTo>
                    <a:pt x="742" y="2638"/>
                  </a:lnTo>
                  <a:lnTo>
                    <a:pt x="872" y="2399"/>
                  </a:lnTo>
                  <a:lnTo>
                    <a:pt x="1025" y="2181"/>
                  </a:lnTo>
                  <a:lnTo>
                    <a:pt x="1199" y="1984"/>
                  </a:lnTo>
                  <a:lnTo>
                    <a:pt x="1374" y="1766"/>
                  </a:lnTo>
                  <a:lnTo>
                    <a:pt x="1548" y="1570"/>
                  </a:lnTo>
                  <a:lnTo>
                    <a:pt x="1766" y="1374"/>
                  </a:lnTo>
                  <a:lnTo>
                    <a:pt x="1962" y="1200"/>
                  </a:lnTo>
                  <a:lnTo>
                    <a:pt x="1962" y="1200"/>
                  </a:lnTo>
                  <a:lnTo>
                    <a:pt x="2355" y="916"/>
                  </a:lnTo>
                  <a:lnTo>
                    <a:pt x="2769" y="676"/>
                  </a:lnTo>
                  <a:lnTo>
                    <a:pt x="3183" y="458"/>
                  </a:lnTo>
                  <a:lnTo>
                    <a:pt x="3619" y="284"/>
                  </a:lnTo>
                  <a:lnTo>
                    <a:pt x="4055" y="153"/>
                  </a:lnTo>
                  <a:lnTo>
                    <a:pt x="4513" y="66"/>
                  </a:lnTo>
                  <a:lnTo>
                    <a:pt x="4971" y="22"/>
                  </a:lnTo>
                  <a:lnTo>
                    <a:pt x="5407" y="0"/>
                  </a:lnTo>
                  <a:lnTo>
                    <a:pt x="5407" y="0"/>
                  </a:lnTo>
                  <a:lnTo>
                    <a:pt x="5668" y="0"/>
                  </a:lnTo>
                  <a:lnTo>
                    <a:pt x="5668" y="0"/>
                  </a:lnTo>
                  <a:lnTo>
                    <a:pt x="6039" y="44"/>
                  </a:lnTo>
                  <a:lnTo>
                    <a:pt x="6410" y="109"/>
                  </a:lnTo>
                  <a:lnTo>
                    <a:pt x="6410" y="109"/>
                  </a:lnTo>
                  <a:lnTo>
                    <a:pt x="6780" y="197"/>
                  </a:lnTo>
                  <a:lnTo>
                    <a:pt x="7129" y="306"/>
                  </a:lnTo>
                  <a:lnTo>
                    <a:pt x="7129" y="306"/>
                  </a:lnTo>
                  <a:lnTo>
                    <a:pt x="7347" y="393"/>
                  </a:lnTo>
                  <a:lnTo>
                    <a:pt x="7347" y="393"/>
                  </a:lnTo>
                  <a:lnTo>
                    <a:pt x="7652" y="524"/>
                  </a:lnTo>
                  <a:lnTo>
                    <a:pt x="7958" y="676"/>
                  </a:lnTo>
                  <a:lnTo>
                    <a:pt x="8241" y="851"/>
                  </a:lnTo>
                  <a:lnTo>
                    <a:pt x="8503" y="1025"/>
                  </a:lnTo>
                  <a:lnTo>
                    <a:pt x="8786" y="1243"/>
                  </a:lnTo>
                  <a:lnTo>
                    <a:pt x="9026" y="1461"/>
                  </a:lnTo>
                  <a:lnTo>
                    <a:pt x="9266" y="1701"/>
                  </a:lnTo>
                  <a:lnTo>
                    <a:pt x="9505" y="1963"/>
                  </a:lnTo>
                  <a:lnTo>
                    <a:pt x="9505" y="1963"/>
                  </a:lnTo>
                  <a:lnTo>
                    <a:pt x="9811" y="2377"/>
                  </a:lnTo>
                  <a:lnTo>
                    <a:pt x="10072" y="2813"/>
                  </a:lnTo>
                  <a:lnTo>
                    <a:pt x="10268" y="3249"/>
                  </a:lnTo>
                  <a:lnTo>
                    <a:pt x="10443" y="3707"/>
                  </a:lnTo>
                  <a:lnTo>
                    <a:pt x="10574" y="4186"/>
                  </a:lnTo>
                  <a:lnTo>
                    <a:pt x="10661" y="4644"/>
                  </a:lnTo>
                  <a:lnTo>
                    <a:pt x="10704" y="5124"/>
                  </a:lnTo>
                  <a:lnTo>
                    <a:pt x="10704" y="5603"/>
                  </a:lnTo>
                  <a:lnTo>
                    <a:pt x="10704" y="5603"/>
                  </a:lnTo>
                  <a:lnTo>
                    <a:pt x="10683" y="5843"/>
                  </a:lnTo>
                  <a:lnTo>
                    <a:pt x="10683" y="5843"/>
                  </a:lnTo>
                  <a:lnTo>
                    <a:pt x="10639" y="6170"/>
                  </a:lnTo>
                  <a:lnTo>
                    <a:pt x="10574" y="6475"/>
                  </a:lnTo>
                  <a:lnTo>
                    <a:pt x="10508" y="6802"/>
                  </a:lnTo>
                  <a:lnTo>
                    <a:pt x="10421" y="7108"/>
                  </a:lnTo>
                  <a:lnTo>
                    <a:pt x="10421" y="7108"/>
                  </a:lnTo>
                  <a:lnTo>
                    <a:pt x="10334" y="7326"/>
                  </a:lnTo>
                  <a:lnTo>
                    <a:pt x="10334" y="7326"/>
                  </a:lnTo>
                  <a:lnTo>
                    <a:pt x="10181" y="7653"/>
                  </a:lnTo>
                  <a:lnTo>
                    <a:pt x="10007" y="7980"/>
                  </a:lnTo>
                  <a:lnTo>
                    <a:pt x="10007" y="7980"/>
                  </a:lnTo>
                  <a:lnTo>
                    <a:pt x="10007" y="7980"/>
                  </a:lnTo>
                  <a:lnTo>
                    <a:pt x="9876" y="8219"/>
                  </a:lnTo>
                  <a:lnTo>
                    <a:pt x="9723" y="8459"/>
                  </a:lnTo>
                  <a:lnTo>
                    <a:pt x="9723" y="8459"/>
                  </a:lnTo>
                  <a:lnTo>
                    <a:pt x="9571" y="8655"/>
                  </a:lnTo>
                  <a:lnTo>
                    <a:pt x="9571" y="8655"/>
                  </a:lnTo>
                  <a:lnTo>
                    <a:pt x="9571" y="8655"/>
                  </a:lnTo>
                  <a:lnTo>
                    <a:pt x="9375" y="8873"/>
                  </a:lnTo>
                  <a:lnTo>
                    <a:pt x="9178" y="9091"/>
                  </a:lnTo>
                  <a:lnTo>
                    <a:pt x="8960" y="9309"/>
                  </a:lnTo>
                  <a:lnTo>
                    <a:pt x="8742" y="9506"/>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6" name="Google Shape;11406;p80"/>
            <p:cNvSpPr/>
            <p:nvPr/>
          </p:nvSpPr>
          <p:spPr>
            <a:xfrm>
              <a:off x="4071900" y="3289613"/>
              <a:ext cx="129200" cy="80700"/>
            </a:xfrm>
            <a:custGeom>
              <a:rect b="b" l="l" r="r" t="t"/>
              <a:pathLst>
                <a:path extrusionOk="0" h="3228" w="5168">
                  <a:moveTo>
                    <a:pt x="4906" y="0"/>
                  </a:moveTo>
                  <a:lnTo>
                    <a:pt x="4731" y="393"/>
                  </a:lnTo>
                  <a:lnTo>
                    <a:pt x="4535" y="764"/>
                  </a:lnTo>
                  <a:lnTo>
                    <a:pt x="4295" y="1112"/>
                  </a:lnTo>
                  <a:lnTo>
                    <a:pt x="4056" y="1461"/>
                  </a:lnTo>
                  <a:lnTo>
                    <a:pt x="3772" y="1788"/>
                  </a:lnTo>
                  <a:lnTo>
                    <a:pt x="3467" y="2072"/>
                  </a:lnTo>
                  <a:lnTo>
                    <a:pt x="3118" y="2333"/>
                  </a:lnTo>
                  <a:lnTo>
                    <a:pt x="2748" y="2551"/>
                  </a:lnTo>
                  <a:lnTo>
                    <a:pt x="2442" y="2726"/>
                  </a:lnTo>
                  <a:lnTo>
                    <a:pt x="2115" y="2835"/>
                  </a:lnTo>
                  <a:lnTo>
                    <a:pt x="1788" y="2922"/>
                  </a:lnTo>
                  <a:lnTo>
                    <a:pt x="1440" y="2965"/>
                  </a:lnTo>
                  <a:lnTo>
                    <a:pt x="1113" y="2987"/>
                  </a:lnTo>
                  <a:lnTo>
                    <a:pt x="764" y="2987"/>
                  </a:lnTo>
                  <a:lnTo>
                    <a:pt x="437" y="2944"/>
                  </a:lnTo>
                  <a:lnTo>
                    <a:pt x="110" y="2856"/>
                  </a:lnTo>
                  <a:lnTo>
                    <a:pt x="1" y="3074"/>
                  </a:lnTo>
                  <a:lnTo>
                    <a:pt x="328" y="3162"/>
                  </a:lnTo>
                  <a:lnTo>
                    <a:pt x="655" y="3205"/>
                  </a:lnTo>
                  <a:lnTo>
                    <a:pt x="982" y="3227"/>
                  </a:lnTo>
                  <a:lnTo>
                    <a:pt x="1309" y="3227"/>
                  </a:lnTo>
                  <a:lnTo>
                    <a:pt x="1636" y="3205"/>
                  </a:lnTo>
                  <a:lnTo>
                    <a:pt x="1963" y="3118"/>
                  </a:lnTo>
                  <a:lnTo>
                    <a:pt x="2290" y="3031"/>
                  </a:lnTo>
                  <a:lnTo>
                    <a:pt x="2617" y="2900"/>
                  </a:lnTo>
                  <a:lnTo>
                    <a:pt x="2835" y="2791"/>
                  </a:lnTo>
                  <a:lnTo>
                    <a:pt x="3053" y="2660"/>
                  </a:lnTo>
                  <a:lnTo>
                    <a:pt x="3271" y="2529"/>
                  </a:lnTo>
                  <a:lnTo>
                    <a:pt x="3467" y="2377"/>
                  </a:lnTo>
                  <a:lnTo>
                    <a:pt x="3641" y="2224"/>
                  </a:lnTo>
                  <a:lnTo>
                    <a:pt x="3838" y="2050"/>
                  </a:lnTo>
                  <a:lnTo>
                    <a:pt x="4165" y="1701"/>
                  </a:lnTo>
                  <a:lnTo>
                    <a:pt x="4448" y="1309"/>
                  </a:lnTo>
                  <a:lnTo>
                    <a:pt x="4731" y="894"/>
                  </a:lnTo>
                  <a:lnTo>
                    <a:pt x="4949" y="458"/>
                  </a:lnTo>
                  <a:lnTo>
                    <a:pt x="516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7" name="Google Shape;11407;p80"/>
            <p:cNvSpPr/>
            <p:nvPr/>
          </p:nvSpPr>
          <p:spPr>
            <a:xfrm>
              <a:off x="4232150" y="3297238"/>
              <a:ext cx="94850" cy="138475"/>
            </a:xfrm>
            <a:custGeom>
              <a:rect b="b" l="l" r="r" t="t"/>
              <a:pathLst>
                <a:path extrusionOk="0" h="5539" w="3794">
                  <a:moveTo>
                    <a:pt x="218" y="1"/>
                  </a:moveTo>
                  <a:lnTo>
                    <a:pt x="153" y="241"/>
                  </a:lnTo>
                  <a:lnTo>
                    <a:pt x="87" y="480"/>
                  </a:lnTo>
                  <a:lnTo>
                    <a:pt x="44" y="742"/>
                  </a:lnTo>
                  <a:lnTo>
                    <a:pt x="0" y="982"/>
                  </a:lnTo>
                  <a:lnTo>
                    <a:pt x="0" y="1243"/>
                  </a:lnTo>
                  <a:lnTo>
                    <a:pt x="0" y="1483"/>
                  </a:lnTo>
                  <a:lnTo>
                    <a:pt x="22" y="1745"/>
                  </a:lnTo>
                  <a:lnTo>
                    <a:pt x="44" y="2006"/>
                  </a:lnTo>
                  <a:lnTo>
                    <a:pt x="87" y="2246"/>
                  </a:lnTo>
                  <a:lnTo>
                    <a:pt x="153" y="2486"/>
                  </a:lnTo>
                  <a:lnTo>
                    <a:pt x="240" y="2748"/>
                  </a:lnTo>
                  <a:lnTo>
                    <a:pt x="327" y="2987"/>
                  </a:lnTo>
                  <a:lnTo>
                    <a:pt x="436" y="3205"/>
                  </a:lnTo>
                  <a:lnTo>
                    <a:pt x="567" y="3445"/>
                  </a:lnTo>
                  <a:lnTo>
                    <a:pt x="720" y="3663"/>
                  </a:lnTo>
                  <a:lnTo>
                    <a:pt x="872" y="3881"/>
                  </a:lnTo>
                  <a:lnTo>
                    <a:pt x="1156" y="4208"/>
                  </a:lnTo>
                  <a:lnTo>
                    <a:pt x="1483" y="4513"/>
                  </a:lnTo>
                  <a:lnTo>
                    <a:pt x="1810" y="4775"/>
                  </a:lnTo>
                  <a:lnTo>
                    <a:pt x="2180" y="4993"/>
                  </a:lnTo>
                  <a:lnTo>
                    <a:pt x="2551" y="5189"/>
                  </a:lnTo>
                  <a:lnTo>
                    <a:pt x="2943" y="5342"/>
                  </a:lnTo>
                  <a:lnTo>
                    <a:pt x="3357" y="5451"/>
                  </a:lnTo>
                  <a:lnTo>
                    <a:pt x="3772" y="5538"/>
                  </a:lnTo>
                  <a:lnTo>
                    <a:pt x="3793" y="5298"/>
                  </a:lnTo>
                  <a:lnTo>
                    <a:pt x="3401" y="5233"/>
                  </a:lnTo>
                  <a:lnTo>
                    <a:pt x="3052" y="5124"/>
                  </a:lnTo>
                  <a:lnTo>
                    <a:pt x="2682" y="4993"/>
                  </a:lnTo>
                  <a:lnTo>
                    <a:pt x="2333" y="4819"/>
                  </a:lnTo>
                  <a:lnTo>
                    <a:pt x="2006" y="4622"/>
                  </a:lnTo>
                  <a:lnTo>
                    <a:pt x="1701" y="4383"/>
                  </a:lnTo>
                  <a:lnTo>
                    <a:pt x="1417" y="4121"/>
                  </a:lnTo>
                  <a:lnTo>
                    <a:pt x="1134" y="3838"/>
                  </a:lnTo>
                  <a:lnTo>
                    <a:pt x="981" y="3620"/>
                  </a:lnTo>
                  <a:lnTo>
                    <a:pt x="829" y="3423"/>
                  </a:lnTo>
                  <a:lnTo>
                    <a:pt x="698" y="3184"/>
                  </a:lnTo>
                  <a:lnTo>
                    <a:pt x="589" y="2966"/>
                  </a:lnTo>
                  <a:lnTo>
                    <a:pt x="502" y="2726"/>
                  </a:lnTo>
                  <a:lnTo>
                    <a:pt x="414" y="2508"/>
                  </a:lnTo>
                  <a:lnTo>
                    <a:pt x="349" y="2268"/>
                  </a:lnTo>
                  <a:lnTo>
                    <a:pt x="284" y="2028"/>
                  </a:lnTo>
                  <a:lnTo>
                    <a:pt x="262" y="1767"/>
                  </a:lnTo>
                  <a:lnTo>
                    <a:pt x="240" y="1527"/>
                  </a:lnTo>
                  <a:lnTo>
                    <a:pt x="240" y="1287"/>
                  </a:lnTo>
                  <a:lnTo>
                    <a:pt x="240" y="1047"/>
                  </a:lnTo>
                  <a:lnTo>
                    <a:pt x="262" y="807"/>
                  </a:lnTo>
                  <a:lnTo>
                    <a:pt x="305" y="546"/>
                  </a:lnTo>
                  <a:lnTo>
                    <a:pt x="371" y="328"/>
                  </a:lnTo>
                  <a:lnTo>
                    <a:pt x="436" y="88"/>
                  </a:lnTo>
                  <a:lnTo>
                    <a:pt x="21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8" name="Google Shape;11408;p80"/>
            <p:cNvSpPr/>
            <p:nvPr/>
          </p:nvSpPr>
          <p:spPr>
            <a:xfrm>
              <a:off x="4059375" y="3400263"/>
              <a:ext cx="260550" cy="72500"/>
            </a:xfrm>
            <a:custGeom>
              <a:rect b="b" l="l" r="r" t="t"/>
              <a:pathLst>
                <a:path extrusionOk="0" h="2900" w="10422">
                  <a:moveTo>
                    <a:pt x="2987" y="0"/>
                  </a:moveTo>
                  <a:lnTo>
                    <a:pt x="2682" y="44"/>
                  </a:lnTo>
                  <a:lnTo>
                    <a:pt x="2355" y="65"/>
                  </a:lnTo>
                  <a:lnTo>
                    <a:pt x="2050" y="131"/>
                  </a:lnTo>
                  <a:lnTo>
                    <a:pt x="1744" y="196"/>
                  </a:lnTo>
                  <a:lnTo>
                    <a:pt x="1439" y="283"/>
                  </a:lnTo>
                  <a:lnTo>
                    <a:pt x="1134" y="371"/>
                  </a:lnTo>
                  <a:lnTo>
                    <a:pt x="851" y="501"/>
                  </a:lnTo>
                  <a:lnTo>
                    <a:pt x="545" y="610"/>
                  </a:lnTo>
                  <a:lnTo>
                    <a:pt x="262" y="763"/>
                  </a:lnTo>
                  <a:lnTo>
                    <a:pt x="0" y="916"/>
                  </a:lnTo>
                  <a:lnTo>
                    <a:pt x="0" y="1177"/>
                  </a:lnTo>
                  <a:lnTo>
                    <a:pt x="305" y="1003"/>
                  </a:lnTo>
                  <a:lnTo>
                    <a:pt x="633" y="850"/>
                  </a:lnTo>
                  <a:lnTo>
                    <a:pt x="938" y="719"/>
                  </a:lnTo>
                  <a:lnTo>
                    <a:pt x="1287" y="589"/>
                  </a:lnTo>
                  <a:lnTo>
                    <a:pt x="1614" y="480"/>
                  </a:lnTo>
                  <a:lnTo>
                    <a:pt x="1962" y="392"/>
                  </a:lnTo>
                  <a:lnTo>
                    <a:pt x="2289" y="327"/>
                  </a:lnTo>
                  <a:lnTo>
                    <a:pt x="2638" y="283"/>
                  </a:lnTo>
                  <a:lnTo>
                    <a:pt x="2987" y="240"/>
                  </a:lnTo>
                  <a:lnTo>
                    <a:pt x="3706" y="240"/>
                  </a:lnTo>
                  <a:lnTo>
                    <a:pt x="4055" y="262"/>
                  </a:lnTo>
                  <a:lnTo>
                    <a:pt x="4404" y="305"/>
                  </a:lnTo>
                  <a:lnTo>
                    <a:pt x="4753" y="371"/>
                  </a:lnTo>
                  <a:lnTo>
                    <a:pt x="5080" y="458"/>
                  </a:lnTo>
                  <a:lnTo>
                    <a:pt x="5429" y="567"/>
                  </a:lnTo>
                  <a:lnTo>
                    <a:pt x="5734" y="676"/>
                  </a:lnTo>
                  <a:lnTo>
                    <a:pt x="6039" y="807"/>
                  </a:lnTo>
                  <a:lnTo>
                    <a:pt x="6650" y="1112"/>
                  </a:lnTo>
                  <a:lnTo>
                    <a:pt x="7260" y="1461"/>
                  </a:lnTo>
                  <a:lnTo>
                    <a:pt x="7849" y="1810"/>
                  </a:lnTo>
                  <a:lnTo>
                    <a:pt x="8459" y="2158"/>
                  </a:lnTo>
                  <a:lnTo>
                    <a:pt x="9069" y="2464"/>
                  </a:lnTo>
                  <a:lnTo>
                    <a:pt x="9375" y="2594"/>
                  </a:lnTo>
                  <a:lnTo>
                    <a:pt x="9680" y="2725"/>
                  </a:lnTo>
                  <a:lnTo>
                    <a:pt x="10007" y="2812"/>
                  </a:lnTo>
                  <a:lnTo>
                    <a:pt x="10334" y="2900"/>
                  </a:lnTo>
                  <a:lnTo>
                    <a:pt x="10421" y="2682"/>
                  </a:lnTo>
                  <a:lnTo>
                    <a:pt x="10050" y="2594"/>
                  </a:lnTo>
                  <a:lnTo>
                    <a:pt x="9702" y="2485"/>
                  </a:lnTo>
                  <a:lnTo>
                    <a:pt x="9353" y="2355"/>
                  </a:lnTo>
                  <a:lnTo>
                    <a:pt x="9004" y="2202"/>
                  </a:lnTo>
                  <a:lnTo>
                    <a:pt x="8655" y="2028"/>
                  </a:lnTo>
                  <a:lnTo>
                    <a:pt x="8306" y="1831"/>
                  </a:lnTo>
                  <a:lnTo>
                    <a:pt x="7631" y="1461"/>
                  </a:lnTo>
                  <a:lnTo>
                    <a:pt x="6955" y="1047"/>
                  </a:lnTo>
                  <a:lnTo>
                    <a:pt x="6279" y="698"/>
                  </a:lnTo>
                  <a:lnTo>
                    <a:pt x="5930" y="523"/>
                  </a:lnTo>
                  <a:lnTo>
                    <a:pt x="5581" y="371"/>
                  </a:lnTo>
                  <a:lnTo>
                    <a:pt x="5232" y="262"/>
                  </a:lnTo>
                  <a:lnTo>
                    <a:pt x="4884" y="153"/>
                  </a:lnTo>
                  <a:lnTo>
                    <a:pt x="4557" y="87"/>
                  </a:lnTo>
                  <a:lnTo>
                    <a:pt x="4251" y="44"/>
                  </a:lnTo>
                  <a:lnTo>
                    <a:pt x="3946" y="22"/>
                  </a:lnTo>
                  <a:lnTo>
                    <a:pt x="3619"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9" name="Google Shape;11409;p80"/>
            <p:cNvSpPr/>
            <p:nvPr/>
          </p:nvSpPr>
          <p:spPr>
            <a:xfrm>
              <a:off x="4180375" y="3484738"/>
              <a:ext cx="122100" cy="72500"/>
            </a:xfrm>
            <a:custGeom>
              <a:rect b="b" l="l" r="r" t="t"/>
              <a:pathLst>
                <a:path extrusionOk="0" h="2900" w="4884">
                  <a:moveTo>
                    <a:pt x="2834" y="0"/>
                  </a:moveTo>
                  <a:lnTo>
                    <a:pt x="2616" y="22"/>
                  </a:lnTo>
                  <a:lnTo>
                    <a:pt x="2398" y="66"/>
                  </a:lnTo>
                  <a:lnTo>
                    <a:pt x="2180" y="109"/>
                  </a:lnTo>
                  <a:lnTo>
                    <a:pt x="1962" y="175"/>
                  </a:lnTo>
                  <a:lnTo>
                    <a:pt x="1744" y="262"/>
                  </a:lnTo>
                  <a:lnTo>
                    <a:pt x="1548" y="371"/>
                  </a:lnTo>
                  <a:lnTo>
                    <a:pt x="1374" y="480"/>
                  </a:lnTo>
                  <a:lnTo>
                    <a:pt x="1199" y="589"/>
                  </a:lnTo>
                  <a:lnTo>
                    <a:pt x="916" y="850"/>
                  </a:lnTo>
                  <a:lnTo>
                    <a:pt x="654" y="1134"/>
                  </a:lnTo>
                  <a:lnTo>
                    <a:pt x="436" y="1439"/>
                  </a:lnTo>
                  <a:lnTo>
                    <a:pt x="262" y="1766"/>
                  </a:lnTo>
                  <a:lnTo>
                    <a:pt x="131" y="2137"/>
                  </a:lnTo>
                  <a:lnTo>
                    <a:pt x="44" y="2507"/>
                  </a:lnTo>
                  <a:lnTo>
                    <a:pt x="0" y="2878"/>
                  </a:lnTo>
                  <a:lnTo>
                    <a:pt x="240" y="2900"/>
                  </a:lnTo>
                  <a:lnTo>
                    <a:pt x="262" y="2529"/>
                  </a:lnTo>
                  <a:lnTo>
                    <a:pt x="349" y="2180"/>
                  </a:lnTo>
                  <a:lnTo>
                    <a:pt x="480" y="1831"/>
                  </a:lnTo>
                  <a:lnTo>
                    <a:pt x="654" y="1526"/>
                  </a:lnTo>
                  <a:lnTo>
                    <a:pt x="872" y="1221"/>
                  </a:lnTo>
                  <a:lnTo>
                    <a:pt x="1134" y="959"/>
                  </a:lnTo>
                  <a:lnTo>
                    <a:pt x="1417" y="720"/>
                  </a:lnTo>
                  <a:lnTo>
                    <a:pt x="1570" y="632"/>
                  </a:lnTo>
                  <a:lnTo>
                    <a:pt x="1744" y="523"/>
                  </a:lnTo>
                  <a:lnTo>
                    <a:pt x="1940" y="436"/>
                  </a:lnTo>
                  <a:lnTo>
                    <a:pt x="2137" y="371"/>
                  </a:lnTo>
                  <a:lnTo>
                    <a:pt x="2311" y="305"/>
                  </a:lnTo>
                  <a:lnTo>
                    <a:pt x="2507" y="284"/>
                  </a:lnTo>
                  <a:lnTo>
                    <a:pt x="2703" y="240"/>
                  </a:lnTo>
                  <a:lnTo>
                    <a:pt x="3096" y="240"/>
                  </a:lnTo>
                  <a:lnTo>
                    <a:pt x="3292" y="262"/>
                  </a:lnTo>
                  <a:lnTo>
                    <a:pt x="3488" y="284"/>
                  </a:lnTo>
                  <a:lnTo>
                    <a:pt x="3684" y="327"/>
                  </a:lnTo>
                  <a:lnTo>
                    <a:pt x="3881" y="371"/>
                  </a:lnTo>
                  <a:lnTo>
                    <a:pt x="4055" y="458"/>
                  </a:lnTo>
                  <a:lnTo>
                    <a:pt x="4229" y="523"/>
                  </a:lnTo>
                  <a:lnTo>
                    <a:pt x="4404" y="632"/>
                  </a:lnTo>
                  <a:lnTo>
                    <a:pt x="4578" y="720"/>
                  </a:lnTo>
                  <a:lnTo>
                    <a:pt x="4731" y="850"/>
                  </a:lnTo>
                  <a:lnTo>
                    <a:pt x="4883" y="654"/>
                  </a:lnTo>
                  <a:lnTo>
                    <a:pt x="4687" y="523"/>
                  </a:lnTo>
                  <a:lnTo>
                    <a:pt x="4513" y="414"/>
                  </a:lnTo>
                  <a:lnTo>
                    <a:pt x="4317" y="305"/>
                  </a:lnTo>
                  <a:lnTo>
                    <a:pt x="4120" y="218"/>
                  </a:lnTo>
                  <a:lnTo>
                    <a:pt x="3902" y="153"/>
                  </a:lnTo>
                  <a:lnTo>
                    <a:pt x="3706" y="87"/>
                  </a:lnTo>
                  <a:lnTo>
                    <a:pt x="3488" y="44"/>
                  </a:lnTo>
                  <a:lnTo>
                    <a:pt x="3270" y="22"/>
                  </a:lnTo>
                  <a:lnTo>
                    <a:pt x="305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0" name="Google Shape;11410;p80"/>
            <p:cNvSpPr/>
            <p:nvPr/>
          </p:nvSpPr>
          <p:spPr>
            <a:xfrm>
              <a:off x="4062100" y="3449313"/>
              <a:ext cx="89950" cy="99750"/>
            </a:xfrm>
            <a:custGeom>
              <a:rect b="b" l="l" r="r" t="t"/>
              <a:pathLst>
                <a:path extrusionOk="0" h="3990" w="3598">
                  <a:moveTo>
                    <a:pt x="611" y="0"/>
                  </a:moveTo>
                  <a:lnTo>
                    <a:pt x="414" y="22"/>
                  </a:lnTo>
                  <a:lnTo>
                    <a:pt x="196" y="44"/>
                  </a:lnTo>
                  <a:lnTo>
                    <a:pt x="0" y="109"/>
                  </a:lnTo>
                  <a:lnTo>
                    <a:pt x="66" y="327"/>
                  </a:lnTo>
                  <a:lnTo>
                    <a:pt x="436" y="262"/>
                  </a:lnTo>
                  <a:lnTo>
                    <a:pt x="807" y="240"/>
                  </a:lnTo>
                  <a:lnTo>
                    <a:pt x="1178" y="262"/>
                  </a:lnTo>
                  <a:lnTo>
                    <a:pt x="1548" y="327"/>
                  </a:lnTo>
                  <a:lnTo>
                    <a:pt x="1723" y="393"/>
                  </a:lnTo>
                  <a:lnTo>
                    <a:pt x="1897" y="458"/>
                  </a:lnTo>
                  <a:lnTo>
                    <a:pt x="2050" y="545"/>
                  </a:lnTo>
                  <a:lnTo>
                    <a:pt x="2224" y="632"/>
                  </a:lnTo>
                  <a:lnTo>
                    <a:pt x="2377" y="741"/>
                  </a:lnTo>
                  <a:lnTo>
                    <a:pt x="2529" y="850"/>
                  </a:lnTo>
                  <a:lnTo>
                    <a:pt x="2660" y="981"/>
                  </a:lnTo>
                  <a:lnTo>
                    <a:pt x="2791" y="1134"/>
                  </a:lnTo>
                  <a:lnTo>
                    <a:pt x="2900" y="1286"/>
                  </a:lnTo>
                  <a:lnTo>
                    <a:pt x="3009" y="1439"/>
                  </a:lnTo>
                  <a:lnTo>
                    <a:pt x="3096" y="1592"/>
                  </a:lnTo>
                  <a:lnTo>
                    <a:pt x="3183" y="1766"/>
                  </a:lnTo>
                  <a:lnTo>
                    <a:pt x="3227" y="1940"/>
                  </a:lnTo>
                  <a:lnTo>
                    <a:pt x="3292" y="2115"/>
                  </a:lnTo>
                  <a:lnTo>
                    <a:pt x="3358" y="2464"/>
                  </a:lnTo>
                  <a:lnTo>
                    <a:pt x="3379" y="2834"/>
                  </a:lnTo>
                  <a:lnTo>
                    <a:pt x="3336" y="3183"/>
                  </a:lnTo>
                  <a:lnTo>
                    <a:pt x="3270" y="3554"/>
                  </a:lnTo>
                  <a:lnTo>
                    <a:pt x="3140" y="3881"/>
                  </a:lnTo>
                  <a:lnTo>
                    <a:pt x="3358" y="3990"/>
                  </a:lnTo>
                  <a:lnTo>
                    <a:pt x="3423" y="3794"/>
                  </a:lnTo>
                  <a:lnTo>
                    <a:pt x="3488" y="3597"/>
                  </a:lnTo>
                  <a:lnTo>
                    <a:pt x="3576" y="3227"/>
                  </a:lnTo>
                  <a:lnTo>
                    <a:pt x="3597" y="2812"/>
                  </a:lnTo>
                  <a:lnTo>
                    <a:pt x="3597" y="2616"/>
                  </a:lnTo>
                  <a:lnTo>
                    <a:pt x="3597" y="2420"/>
                  </a:lnTo>
                  <a:lnTo>
                    <a:pt x="3554" y="2224"/>
                  </a:lnTo>
                  <a:lnTo>
                    <a:pt x="3510" y="2028"/>
                  </a:lnTo>
                  <a:lnTo>
                    <a:pt x="3467" y="1853"/>
                  </a:lnTo>
                  <a:lnTo>
                    <a:pt x="3379" y="1657"/>
                  </a:lnTo>
                  <a:lnTo>
                    <a:pt x="3314" y="1483"/>
                  </a:lnTo>
                  <a:lnTo>
                    <a:pt x="3205" y="1308"/>
                  </a:lnTo>
                  <a:lnTo>
                    <a:pt x="3096" y="1134"/>
                  </a:lnTo>
                  <a:lnTo>
                    <a:pt x="2965" y="981"/>
                  </a:lnTo>
                  <a:lnTo>
                    <a:pt x="2834" y="829"/>
                  </a:lnTo>
                  <a:lnTo>
                    <a:pt x="2682" y="676"/>
                  </a:lnTo>
                  <a:lnTo>
                    <a:pt x="2529" y="567"/>
                  </a:lnTo>
                  <a:lnTo>
                    <a:pt x="2355" y="436"/>
                  </a:lnTo>
                  <a:lnTo>
                    <a:pt x="2180" y="349"/>
                  </a:lnTo>
                  <a:lnTo>
                    <a:pt x="2006" y="240"/>
                  </a:lnTo>
                  <a:lnTo>
                    <a:pt x="1810" y="175"/>
                  </a:lnTo>
                  <a:lnTo>
                    <a:pt x="1614" y="109"/>
                  </a:lnTo>
                  <a:lnTo>
                    <a:pt x="1417" y="66"/>
                  </a:lnTo>
                  <a:lnTo>
                    <a:pt x="1221" y="22"/>
                  </a:lnTo>
                  <a:lnTo>
                    <a:pt x="102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1" name="Google Shape;11411;p80"/>
            <p:cNvSpPr/>
            <p:nvPr/>
          </p:nvSpPr>
          <p:spPr>
            <a:xfrm>
              <a:off x="4060475" y="3289613"/>
              <a:ext cx="250175" cy="267625"/>
            </a:xfrm>
            <a:custGeom>
              <a:rect b="b" l="l" r="r" t="t"/>
              <a:pathLst>
                <a:path extrusionOk="0" h="10705" w="10007">
                  <a:moveTo>
                    <a:pt x="5668" y="0"/>
                  </a:moveTo>
                  <a:lnTo>
                    <a:pt x="5538" y="284"/>
                  </a:lnTo>
                  <a:lnTo>
                    <a:pt x="5886" y="197"/>
                  </a:lnTo>
                  <a:lnTo>
                    <a:pt x="6170" y="131"/>
                  </a:lnTo>
                  <a:lnTo>
                    <a:pt x="6410" y="109"/>
                  </a:lnTo>
                  <a:lnTo>
                    <a:pt x="6039" y="44"/>
                  </a:lnTo>
                  <a:lnTo>
                    <a:pt x="5668" y="0"/>
                  </a:lnTo>
                  <a:close/>
                  <a:moveTo>
                    <a:pt x="5341" y="0"/>
                  </a:moveTo>
                  <a:lnTo>
                    <a:pt x="4927" y="22"/>
                  </a:lnTo>
                  <a:lnTo>
                    <a:pt x="4491" y="66"/>
                  </a:lnTo>
                  <a:lnTo>
                    <a:pt x="4055" y="153"/>
                  </a:lnTo>
                  <a:lnTo>
                    <a:pt x="3641" y="284"/>
                  </a:lnTo>
                  <a:lnTo>
                    <a:pt x="3205" y="437"/>
                  </a:lnTo>
                  <a:lnTo>
                    <a:pt x="2769" y="655"/>
                  </a:lnTo>
                  <a:lnTo>
                    <a:pt x="2355" y="916"/>
                  </a:lnTo>
                  <a:lnTo>
                    <a:pt x="1962" y="1200"/>
                  </a:lnTo>
                  <a:lnTo>
                    <a:pt x="1635" y="1483"/>
                  </a:lnTo>
                  <a:lnTo>
                    <a:pt x="1352" y="1788"/>
                  </a:lnTo>
                  <a:lnTo>
                    <a:pt x="1090" y="2115"/>
                  </a:lnTo>
                  <a:lnTo>
                    <a:pt x="851" y="2464"/>
                  </a:lnTo>
                  <a:lnTo>
                    <a:pt x="611" y="2856"/>
                  </a:lnTo>
                  <a:lnTo>
                    <a:pt x="851" y="2922"/>
                  </a:lnTo>
                  <a:lnTo>
                    <a:pt x="1090" y="2965"/>
                  </a:lnTo>
                  <a:lnTo>
                    <a:pt x="1330" y="2987"/>
                  </a:lnTo>
                  <a:lnTo>
                    <a:pt x="1570" y="2987"/>
                  </a:lnTo>
                  <a:lnTo>
                    <a:pt x="1962" y="2965"/>
                  </a:lnTo>
                  <a:lnTo>
                    <a:pt x="2333" y="2922"/>
                  </a:lnTo>
                  <a:lnTo>
                    <a:pt x="2486" y="2638"/>
                  </a:lnTo>
                  <a:lnTo>
                    <a:pt x="2638" y="2399"/>
                  </a:lnTo>
                  <a:lnTo>
                    <a:pt x="2791" y="2159"/>
                  </a:lnTo>
                  <a:lnTo>
                    <a:pt x="2965" y="1941"/>
                  </a:lnTo>
                  <a:lnTo>
                    <a:pt x="3140" y="1745"/>
                  </a:lnTo>
                  <a:lnTo>
                    <a:pt x="3336" y="1548"/>
                  </a:lnTo>
                  <a:lnTo>
                    <a:pt x="3532" y="1396"/>
                  </a:lnTo>
                  <a:lnTo>
                    <a:pt x="3706" y="1221"/>
                  </a:lnTo>
                  <a:lnTo>
                    <a:pt x="4099" y="960"/>
                  </a:lnTo>
                  <a:lnTo>
                    <a:pt x="4491" y="720"/>
                  </a:lnTo>
                  <a:lnTo>
                    <a:pt x="4862" y="546"/>
                  </a:lnTo>
                  <a:lnTo>
                    <a:pt x="5232" y="393"/>
                  </a:lnTo>
                  <a:lnTo>
                    <a:pt x="5407" y="0"/>
                  </a:lnTo>
                  <a:close/>
                  <a:moveTo>
                    <a:pt x="502" y="3074"/>
                  </a:moveTo>
                  <a:lnTo>
                    <a:pt x="393" y="3336"/>
                  </a:lnTo>
                  <a:lnTo>
                    <a:pt x="284" y="3619"/>
                  </a:lnTo>
                  <a:lnTo>
                    <a:pt x="196" y="3903"/>
                  </a:lnTo>
                  <a:lnTo>
                    <a:pt x="131" y="4186"/>
                  </a:lnTo>
                  <a:lnTo>
                    <a:pt x="66" y="4470"/>
                  </a:lnTo>
                  <a:lnTo>
                    <a:pt x="22" y="4753"/>
                  </a:lnTo>
                  <a:lnTo>
                    <a:pt x="0" y="5036"/>
                  </a:lnTo>
                  <a:lnTo>
                    <a:pt x="0" y="5342"/>
                  </a:lnTo>
                  <a:lnTo>
                    <a:pt x="436" y="5102"/>
                  </a:lnTo>
                  <a:lnTo>
                    <a:pt x="894" y="4906"/>
                  </a:lnTo>
                  <a:lnTo>
                    <a:pt x="1352" y="4731"/>
                  </a:lnTo>
                  <a:lnTo>
                    <a:pt x="1853" y="4600"/>
                  </a:lnTo>
                  <a:lnTo>
                    <a:pt x="1875" y="4317"/>
                  </a:lnTo>
                  <a:lnTo>
                    <a:pt x="1919" y="4034"/>
                  </a:lnTo>
                  <a:lnTo>
                    <a:pt x="2050" y="3598"/>
                  </a:lnTo>
                  <a:lnTo>
                    <a:pt x="2202" y="3183"/>
                  </a:lnTo>
                  <a:lnTo>
                    <a:pt x="1897" y="3227"/>
                  </a:lnTo>
                  <a:lnTo>
                    <a:pt x="1592" y="3249"/>
                  </a:lnTo>
                  <a:lnTo>
                    <a:pt x="1308" y="3227"/>
                  </a:lnTo>
                  <a:lnTo>
                    <a:pt x="1047" y="3205"/>
                  </a:lnTo>
                  <a:lnTo>
                    <a:pt x="763" y="3140"/>
                  </a:lnTo>
                  <a:lnTo>
                    <a:pt x="502" y="3074"/>
                  </a:lnTo>
                  <a:close/>
                  <a:moveTo>
                    <a:pt x="1853" y="4840"/>
                  </a:moveTo>
                  <a:lnTo>
                    <a:pt x="1374" y="4993"/>
                  </a:lnTo>
                  <a:lnTo>
                    <a:pt x="894" y="5145"/>
                  </a:lnTo>
                  <a:lnTo>
                    <a:pt x="436" y="5364"/>
                  </a:lnTo>
                  <a:lnTo>
                    <a:pt x="0" y="5603"/>
                  </a:lnTo>
                  <a:lnTo>
                    <a:pt x="44" y="6039"/>
                  </a:lnTo>
                  <a:lnTo>
                    <a:pt x="109" y="6497"/>
                  </a:lnTo>
                  <a:lnTo>
                    <a:pt x="305" y="6432"/>
                  </a:lnTo>
                  <a:lnTo>
                    <a:pt x="502" y="6410"/>
                  </a:lnTo>
                  <a:lnTo>
                    <a:pt x="894" y="6388"/>
                  </a:lnTo>
                  <a:lnTo>
                    <a:pt x="1134" y="6388"/>
                  </a:lnTo>
                  <a:lnTo>
                    <a:pt x="1352" y="6410"/>
                  </a:lnTo>
                  <a:lnTo>
                    <a:pt x="1592" y="6454"/>
                  </a:lnTo>
                  <a:lnTo>
                    <a:pt x="1810" y="6519"/>
                  </a:lnTo>
                  <a:lnTo>
                    <a:pt x="2028" y="6606"/>
                  </a:lnTo>
                  <a:lnTo>
                    <a:pt x="2246" y="6693"/>
                  </a:lnTo>
                  <a:lnTo>
                    <a:pt x="2442" y="6824"/>
                  </a:lnTo>
                  <a:lnTo>
                    <a:pt x="2638" y="6933"/>
                  </a:lnTo>
                  <a:lnTo>
                    <a:pt x="2464" y="6693"/>
                  </a:lnTo>
                  <a:lnTo>
                    <a:pt x="2333" y="6432"/>
                  </a:lnTo>
                  <a:lnTo>
                    <a:pt x="2202" y="6170"/>
                  </a:lnTo>
                  <a:lnTo>
                    <a:pt x="2093" y="5909"/>
                  </a:lnTo>
                  <a:lnTo>
                    <a:pt x="1984" y="5647"/>
                  </a:lnTo>
                  <a:lnTo>
                    <a:pt x="1919" y="5364"/>
                  </a:lnTo>
                  <a:lnTo>
                    <a:pt x="1875" y="5102"/>
                  </a:lnTo>
                  <a:lnTo>
                    <a:pt x="1853" y="4840"/>
                  </a:lnTo>
                  <a:close/>
                  <a:moveTo>
                    <a:pt x="10007" y="7980"/>
                  </a:moveTo>
                  <a:lnTo>
                    <a:pt x="9811" y="8176"/>
                  </a:lnTo>
                  <a:lnTo>
                    <a:pt x="9593" y="8372"/>
                  </a:lnTo>
                  <a:lnTo>
                    <a:pt x="9723" y="8459"/>
                  </a:lnTo>
                  <a:lnTo>
                    <a:pt x="9876" y="8219"/>
                  </a:lnTo>
                  <a:lnTo>
                    <a:pt x="10007" y="7980"/>
                  </a:lnTo>
                  <a:close/>
                  <a:moveTo>
                    <a:pt x="894" y="6628"/>
                  </a:moveTo>
                  <a:lnTo>
                    <a:pt x="523" y="6650"/>
                  </a:lnTo>
                  <a:lnTo>
                    <a:pt x="175" y="6715"/>
                  </a:lnTo>
                  <a:lnTo>
                    <a:pt x="240" y="6977"/>
                  </a:lnTo>
                  <a:lnTo>
                    <a:pt x="349" y="7260"/>
                  </a:lnTo>
                  <a:lnTo>
                    <a:pt x="458" y="7522"/>
                  </a:lnTo>
                  <a:lnTo>
                    <a:pt x="567" y="7762"/>
                  </a:lnTo>
                  <a:lnTo>
                    <a:pt x="698" y="8023"/>
                  </a:lnTo>
                  <a:lnTo>
                    <a:pt x="851" y="8263"/>
                  </a:lnTo>
                  <a:lnTo>
                    <a:pt x="1025" y="8503"/>
                  </a:lnTo>
                  <a:lnTo>
                    <a:pt x="1199" y="8743"/>
                  </a:lnTo>
                  <a:lnTo>
                    <a:pt x="1417" y="8982"/>
                  </a:lnTo>
                  <a:lnTo>
                    <a:pt x="1657" y="9222"/>
                  </a:lnTo>
                  <a:lnTo>
                    <a:pt x="1897" y="9440"/>
                  </a:lnTo>
                  <a:lnTo>
                    <a:pt x="2137" y="9636"/>
                  </a:lnTo>
                  <a:lnTo>
                    <a:pt x="2398" y="9833"/>
                  </a:lnTo>
                  <a:lnTo>
                    <a:pt x="2682" y="9985"/>
                  </a:lnTo>
                  <a:lnTo>
                    <a:pt x="2965" y="10138"/>
                  </a:lnTo>
                  <a:lnTo>
                    <a:pt x="3249" y="10269"/>
                  </a:lnTo>
                  <a:lnTo>
                    <a:pt x="3379" y="9942"/>
                  </a:lnTo>
                  <a:lnTo>
                    <a:pt x="3445" y="9571"/>
                  </a:lnTo>
                  <a:lnTo>
                    <a:pt x="3488" y="9222"/>
                  </a:lnTo>
                  <a:lnTo>
                    <a:pt x="3467" y="8852"/>
                  </a:lnTo>
                  <a:lnTo>
                    <a:pt x="3401" y="8503"/>
                  </a:lnTo>
                  <a:lnTo>
                    <a:pt x="3336" y="8328"/>
                  </a:lnTo>
                  <a:lnTo>
                    <a:pt x="3292" y="8154"/>
                  </a:lnTo>
                  <a:lnTo>
                    <a:pt x="3205" y="7980"/>
                  </a:lnTo>
                  <a:lnTo>
                    <a:pt x="3118" y="7827"/>
                  </a:lnTo>
                  <a:lnTo>
                    <a:pt x="3009" y="7674"/>
                  </a:lnTo>
                  <a:lnTo>
                    <a:pt x="2900" y="7522"/>
                  </a:lnTo>
                  <a:lnTo>
                    <a:pt x="2704" y="7304"/>
                  </a:lnTo>
                  <a:lnTo>
                    <a:pt x="2486" y="7129"/>
                  </a:lnTo>
                  <a:lnTo>
                    <a:pt x="2246" y="6977"/>
                  </a:lnTo>
                  <a:lnTo>
                    <a:pt x="2006" y="6846"/>
                  </a:lnTo>
                  <a:lnTo>
                    <a:pt x="1744" y="6759"/>
                  </a:lnTo>
                  <a:lnTo>
                    <a:pt x="1461" y="6672"/>
                  </a:lnTo>
                  <a:lnTo>
                    <a:pt x="1178" y="6628"/>
                  </a:lnTo>
                  <a:close/>
                  <a:moveTo>
                    <a:pt x="3401" y="7871"/>
                  </a:moveTo>
                  <a:lnTo>
                    <a:pt x="3532" y="8154"/>
                  </a:lnTo>
                  <a:lnTo>
                    <a:pt x="3641" y="8459"/>
                  </a:lnTo>
                  <a:lnTo>
                    <a:pt x="3685" y="8786"/>
                  </a:lnTo>
                  <a:lnTo>
                    <a:pt x="3706" y="9113"/>
                  </a:lnTo>
                  <a:lnTo>
                    <a:pt x="3706" y="9418"/>
                  </a:lnTo>
                  <a:lnTo>
                    <a:pt x="3663" y="9745"/>
                  </a:lnTo>
                  <a:lnTo>
                    <a:pt x="3576" y="10072"/>
                  </a:lnTo>
                  <a:lnTo>
                    <a:pt x="3467" y="10378"/>
                  </a:lnTo>
                  <a:lnTo>
                    <a:pt x="3794" y="10487"/>
                  </a:lnTo>
                  <a:lnTo>
                    <a:pt x="4142" y="10574"/>
                  </a:lnTo>
                  <a:lnTo>
                    <a:pt x="4491" y="10639"/>
                  </a:lnTo>
                  <a:lnTo>
                    <a:pt x="4840" y="10683"/>
                  </a:lnTo>
                  <a:lnTo>
                    <a:pt x="4862" y="10465"/>
                  </a:lnTo>
                  <a:lnTo>
                    <a:pt x="4884" y="10269"/>
                  </a:lnTo>
                  <a:lnTo>
                    <a:pt x="4927" y="10051"/>
                  </a:lnTo>
                  <a:lnTo>
                    <a:pt x="4993" y="9854"/>
                  </a:lnTo>
                  <a:lnTo>
                    <a:pt x="5058" y="9658"/>
                  </a:lnTo>
                  <a:lnTo>
                    <a:pt x="5145" y="9462"/>
                  </a:lnTo>
                  <a:lnTo>
                    <a:pt x="5254" y="9288"/>
                  </a:lnTo>
                  <a:lnTo>
                    <a:pt x="5363" y="9091"/>
                  </a:lnTo>
                  <a:lnTo>
                    <a:pt x="5102" y="8982"/>
                  </a:lnTo>
                  <a:lnTo>
                    <a:pt x="4818" y="8873"/>
                  </a:lnTo>
                  <a:lnTo>
                    <a:pt x="4578" y="8743"/>
                  </a:lnTo>
                  <a:lnTo>
                    <a:pt x="4317" y="8590"/>
                  </a:lnTo>
                  <a:lnTo>
                    <a:pt x="4077" y="8416"/>
                  </a:lnTo>
                  <a:lnTo>
                    <a:pt x="3837" y="8241"/>
                  </a:lnTo>
                  <a:lnTo>
                    <a:pt x="3619" y="8067"/>
                  </a:lnTo>
                  <a:lnTo>
                    <a:pt x="3401" y="7871"/>
                  </a:lnTo>
                  <a:close/>
                  <a:moveTo>
                    <a:pt x="9396" y="8525"/>
                  </a:moveTo>
                  <a:lnTo>
                    <a:pt x="9091" y="8721"/>
                  </a:lnTo>
                  <a:lnTo>
                    <a:pt x="8786" y="8917"/>
                  </a:lnTo>
                  <a:lnTo>
                    <a:pt x="8459" y="9048"/>
                  </a:lnTo>
                  <a:lnTo>
                    <a:pt x="8154" y="9179"/>
                  </a:lnTo>
                  <a:lnTo>
                    <a:pt x="7827" y="9266"/>
                  </a:lnTo>
                  <a:lnTo>
                    <a:pt x="7522" y="9331"/>
                  </a:lnTo>
                  <a:lnTo>
                    <a:pt x="7195" y="9375"/>
                  </a:lnTo>
                  <a:lnTo>
                    <a:pt x="6562" y="9375"/>
                  </a:lnTo>
                  <a:lnTo>
                    <a:pt x="6235" y="9331"/>
                  </a:lnTo>
                  <a:lnTo>
                    <a:pt x="5908" y="9266"/>
                  </a:lnTo>
                  <a:lnTo>
                    <a:pt x="5603" y="9179"/>
                  </a:lnTo>
                  <a:lnTo>
                    <a:pt x="5494" y="9353"/>
                  </a:lnTo>
                  <a:lnTo>
                    <a:pt x="5385" y="9527"/>
                  </a:lnTo>
                  <a:lnTo>
                    <a:pt x="5298" y="9702"/>
                  </a:lnTo>
                  <a:lnTo>
                    <a:pt x="5232" y="9898"/>
                  </a:lnTo>
                  <a:lnTo>
                    <a:pt x="5167" y="10094"/>
                  </a:lnTo>
                  <a:lnTo>
                    <a:pt x="5123" y="10291"/>
                  </a:lnTo>
                  <a:lnTo>
                    <a:pt x="5080" y="10487"/>
                  </a:lnTo>
                  <a:lnTo>
                    <a:pt x="5080" y="10705"/>
                  </a:lnTo>
                  <a:lnTo>
                    <a:pt x="5363" y="10705"/>
                  </a:lnTo>
                  <a:lnTo>
                    <a:pt x="5799" y="10683"/>
                  </a:lnTo>
                  <a:lnTo>
                    <a:pt x="6235" y="10639"/>
                  </a:lnTo>
                  <a:lnTo>
                    <a:pt x="6693" y="10530"/>
                  </a:lnTo>
                  <a:lnTo>
                    <a:pt x="7107" y="10400"/>
                  </a:lnTo>
                  <a:lnTo>
                    <a:pt x="7543" y="10247"/>
                  </a:lnTo>
                  <a:lnTo>
                    <a:pt x="7958" y="10029"/>
                  </a:lnTo>
                  <a:lnTo>
                    <a:pt x="8350" y="9789"/>
                  </a:lnTo>
                  <a:lnTo>
                    <a:pt x="8742" y="9506"/>
                  </a:lnTo>
                  <a:lnTo>
                    <a:pt x="8960" y="9309"/>
                  </a:lnTo>
                  <a:lnTo>
                    <a:pt x="9178" y="9091"/>
                  </a:lnTo>
                  <a:lnTo>
                    <a:pt x="9375" y="8873"/>
                  </a:lnTo>
                  <a:lnTo>
                    <a:pt x="9571" y="8655"/>
                  </a:lnTo>
                  <a:lnTo>
                    <a:pt x="9396" y="8525"/>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2" name="Google Shape;11412;p80"/>
            <p:cNvSpPr/>
            <p:nvPr/>
          </p:nvSpPr>
          <p:spPr>
            <a:xfrm>
              <a:off x="4186350" y="3502713"/>
              <a:ext cx="112300" cy="54525"/>
            </a:xfrm>
            <a:custGeom>
              <a:rect b="b" l="l" r="r" t="t"/>
              <a:pathLst>
                <a:path extrusionOk="0" fill="none" h="2181" w="4492">
                  <a:moveTo>
                    <a:pt x="4317" y="1"/>
                  </a:moveTo>
                  <a:lnTo>
                    <a:pt x="4317" y="1"/>
                  </a:lnTo>
                  <a:lnTo>
                    <a:pt x="4012" y="197"/>
                  </a:lnTo>
                  <a:lnTo>
                    <a:pt x="3707" y="393"/>
                  </a:lnTo>
                  <a:lnTo>
                    <a:pt x="3380" y="524"/>
                  </a:lnTo>
                  <a:lnTo>
                    <a:pt x="3075" y="655"/>
                  </a:lnTo>
                  <a:lnTo>
                    <a:pt x="2748" y="742"/>
                  </a:lnTo>
                  <a:lnTo>
                    <a:pt x="2443" y="807"/>
                  </a:lnTo>
                  <a:lnTo>
                    <a:pt x="2116" y="851"/>
                  </a:lnTo>
                  <a:lnTo>
                    <a:pt x="1810" y="851"/>
                  </a:lnTo>
                  <a:lnTo>
                    <a:pt x="1810" y="851"/>
                  </a:lnTo>
                  <a:lnTo>
                    <a:pt x="1483" y="851"/>
                  </a:lnTo>
                  <a:lnTo>
                    <a:pt x="1156" y="807"/>
                  </a:lnTo>
                  <a:lnTo>
                    <a:pt x="829" y="742"/>
                  </a:lnTo>
                  <a:lnTo>
                    <a:pt x="524" y="655"/>
                  </a:lnTo>
                  <a:lnTo>
                    <a:pt x="524" y="655"/>
                  </a:lnTo>
                  <a:lnTo>
                    <a:pt x="415" y="829"/>
                  </a:lnTo>
                  <a:lnTo>
                    <a:pt x="306" y="1003"/>
                  </a:lnTo>
                  <a:lnTo>
                    <a:pt x="219" y="1178"/>
                  </a:lnTo>
                  <a:lnTo>
                    <a:pt x="153" y="1374"/>
                  </a:lnTo>
                  <a:lnTo>
                    <a:pt x="88" y="1570"/>
                  </a:lnTo>
                  <a:lnTo>
                    <a:pt x="44" y="1767"/>
                  </a:lnTo>
                  <a:lnTo>
                    <a:pt x="1" y="1963"/>
                  </a:lnTo>
                  <a:lnTo>
                    <a:pt x="1" y="2181"/>
                  </a:lnTo>
                  <a:lnTo>
                    <a:pt x="1" y="2181"/>
                  </a:lnTo>
                  <a:lnTo>
                    <a:pt x="284" y="2181"/>
                  </a:lnTo>
                  <a:lnTo>
                    <a:pt x="284" y="2181"/>
                  </a:lnTo>
                  <a:lnTo>
                    <a:pt x="720" y="2159"/>
                  </a:lnTo>
                  <a:lnTo>
                    <a:pt x="1156" y="2115"/>
                  </a:lnTo>
                  <a:lnTo>
                    <a:pt x="1614" y="2006"/>
                  </a:lnTo>
                  <a:lnTo>
                    <a:pt x="2028" y="1876"/>
                  </a:lnTo>
                  <a:lnTo>
                    <a:pt x="2464" y="1723"/>
                  </a:lnTo>
                  <a:lnTo>
                    <a:pt x="2879" y="1505"/>
                  </a:lnTo>
                  <a:lnTo>
                    <a:pt x="3271" y="1265"/>
                  </a:lnTo>
                  <a:lnTo>
                    <a:pt x="3663" y="982"/>
                  </a:lnTo>
                  <a:lnTo>
                    <a:pt x="3663" y="982"/>
                  </a:lnTo>
                  <a:lnTo>
                    <a:pt x="3881" y="785"/>
                  </a:lnTo>
                  <a:lnTo>
                    <a:pt x="4099" y="567"/>
                  </a:lnTo>
                  <a:lnTo>
                    <a:pt x="4296" y="349"/>
                  </a:lnTo>
                  <a:lnTo>
                    <a:pt x="4492" y="131"/>
                  </a:lnTo>
                  <a:lnTo>
                    <a:pt x="4492" y="131"/>
                  </a:lnTo>
                  <a:lnTo>
                    <a:pt x="4317"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3" name="Google Shape;11413;p80"/>
            <p:cNvSpPr/>
            <p:nvPr/>
          </p:nvSpPr>
          <p:spPr>
            <a:xfrm>
              <a:off x="4299175" y="3489088"/>
              <a:ext cx="10375" cy="12025"/>
            </a:xfrm>
            <a:custGeom>
              <a:rect b="b" l="l" r="r" t="t"/>
              <a:pathLst>
                <a:path extrusionOk="0" fill="none" h="481" w="415">
                  <a:moveTo>
                    <a:pt x="415" y="1"/>
                  </a:moveTo>
                  <a:lnTo>
                    <a:pt x="415" y="1"/>
                  </a:lnTo>
                  <a:lnTo>
                    <a:pt x="219" y="197"/>
                  </a:lnTo>
                  <a:lnTo>
                    <a:pt x="1" y="393"/>
                  </a:lnTo>
                  <a:lnTo>
                    <a:pt x="1" y="393"/>
                  </a:lnTo>
                  <a:lnTo>
                    <a:pt x="131" y="480"/>
                  </a:lnTo>
                  <a:lnTo>
                    <a:pt x="131" y="480"/>
                  </a:lnTo>
                  <a:lnTo>
                    <a:pt x="131" y="480"/>
                  </a:lnTo>
                  <a:lnTo>
                    <a:pt x="284" y="240"/>
                  </a:lnTo>
                  <a:lnTo>
                    <a:pt x="415"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4" name="Google Shape;11414;p80"/>
            <p:cNvSpPr/>
            <p:nvPr/>
          </p:nvSpPr>
          <p:spPr>
            <a:xfrm>
              <a:off x="4144400" y="3486363"/>
              <a:ext cx="49075" cy="70325"/>
            </a:xfrm>
            <a:custGeom>
              <a:rect b="b" l="l" r="r" t="t"/>
              <a:pathLst>
                <a:path extrusionOk="0" fill="none" h="2813" w="1963">
                  <a:moveTo>
                    <a:pt x="0" y="1"/>
                  </a:moveTo>
                  <a:lnTo>
                    <a:pt x="0" y="1"/>
                  </a:lnTo>
                  <a:lnTo>
                    <a:pt x="131" y="284"/>
                  </a:lnTo>
                  <a:lnTo>
                    <a:pt x="240" y="589"/>
                  </a:lnTo>
                  <a:lnTo>
                    <a:pt x="284" y="916"/>
                  </a:lnTo>
                  <a:lnTo>
                    <a:pt x="305" y="1243"/>
                  </a:lnTo>
                  <a:lnTo>
                    <a:pt x="305" y="1548"/>
                  </a:lnTo>
                  <a:lnTo>
                    <a:pt x="262" y="1875"/>
                  </a:lnTo>
                  <a:lnTo>
                    <a:pt x="175" y="2202"/>
                  </a:lnTo>
                  <a:lnTo>
                    <a:pt x="66" y="2508"/>
                  </a:lnTo>
                  <a:lnTo>
                    <a:pt x="66" y="2508"/>
                  </a:lnTo>
                  <a:lnTo>
                    <a:pt x="393" y="2617"/>
                  </a:lnTo>
                  <a:lnTo>
                    <a:pt x="741" y="2704"/>
                  </a:lnTo>
                  <a:lnTo>
                    <a:pt x="1090" y="2769"/>
                  </a:lnTo>
                  <a:lnTo>
                    <a:pt x="1439" y="2813"/>
                  </a:lnTo>
                  <a:lnTo>
                    <a:pt x="1439" y="2813"/>
                  </a:lnTo>
                  <a:lnTo>
                    <a:pt x="1439" y="2813"/>
                  </a:lnTo>
                  <a:lnTo>
                    <a:pt x="1461" y="2595"/>
                  </a:lnTo>
                  <a:lnTo>
                    <a:pt x="1483" y="2399"/>
                  </a:lnTo>
                  <a:lnTo>
                    <a:pt x="1526" y="2181"/>
                  </a:lnTo>
                  <a:lnTo>
                    <a:pt x="1592" y="1984"/>
                  </a:lnTo>
                  <a:lnTo>
                    <a:pt x="1657" y="1788"/>
                  </a:lnTo>
                  <a:lnTo>
                    <a:pt x="1744" y="1592"/>
                  </a:lnTo>
                  <a:lnTo>
                    <a:pt x="1853" y="1418"/>
                  </a:lnTo>
                  <a:lnTo>
                    <a:pt x="1962" y="1221"/>
                  </a:lnTo>
                  <a:lnTo>
                    <a:pt x="1962" y="1221"/>
                  </a:lnTo>
                  <a:lnTo>
                    <a:pt x="1701" y="1112"/>
                  </a:lnTo>
                  <a:lnTo>
                    <a:pt x="1417" y="1003"/>
                  </a:lnTo>
                  <a:lnTo>
                    <a:pt x="1177" y="873"/>
                  </a:lnTo>
                  <a:lnTo>
                    <a:pt x="916" y="720"/>
                  </a:lnTo>
                  <a:lnTo>
                    <a:pt x="676" y="546"/>
                  </a:lnTo>
                  <a:lnTo>
                    <a:pt x="436" y="371"/>
                  </a:lnTo>
                  <a:lnTo>
                    <a:pt x="218" y="197"/>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5" name="Google Shape;11415;p80"/>
            <p:cNvSpPr/>
            <p:nvPr/>
          </p:nvSpPr>
          <p:spPr>
            <a:xfrm>
              <a:off x="4059375" y="3410613"/>
              <a:ext cx="65975" cy="52350"/>
            </a:xfrm>
            <a:custGeom>
              <a:rect b="b" l="l" r="r" t="t"/>
              <a:pathLst>
                <a:path extrusionOk="0" fill="none" h="2094" w="2639">
                  <a:moveTo>
                    <a:pt x="1853" y="0"/>
                  </a:moveTo>
                  <a:lnTo>
                    <a:pt x="1853" y="0"/>
                  </a:lnTo>
                  <a:lnTo>
                    <a:pt x="1374" y="153"/>
                  </a:lnTo>
                  <a:lnTo>
                    <a:pt x="894" y="305"/>
                  </a:lnTo>
                  <a:lnTo>
                    <a:pt x="436" y="524"/>
                  </a:lnTo>
                  <a:lnTo>
                    <a:pt x="0" y="763"/>
                  </a:lnTo>
                  <a:lnTo>
                    <a:pt x="0" y="763"/>
                  </a:lnTo>
                  <a:lnTo>
                    <a:pt x="44" y="1199"/>
                  </a:lnTo>
                  <a:lnTo>
                    <a:pt x="109" y="1657"/>
                  </a:lnTo>
                  <a:lnTo>
                    <a:pt x="109" y="1657"/>
                  </a:lnTo>
                  <a:lnTo>
                    <a:pt x="109" y="1657"/>
                  </a:lnTo>
                  <a:lnTo>
                    <a:pt x="305" y="1592"/>
                  </a:lnTo>
                  <a:lnTo>
                    <a:pt x="502" y="1570"/>
                  </a:lnTo>
                  <a:lnTo>
                    <a:pt x="894" y="1548"/>
                  </a:lnTo>
                  <a:lnTo>
                    <a:pt x="894" y="1548"/>
                  </a:lnTo>
                  <a:lnTo>
                    <a:pt x="1134" y="1548"/>
                  </a:lnTo>
                  <a:lnTo>
                    <a:pt x="1352" y="1570"/>
                  </a:lnTo>
                  <a:lnTo>
                    <a:pt x="1592" y="1614"/>
                  </a:lnTo>
                  <a:lnTo>
                    <a:pt x="1810" y="1679"/>
                  </a:lnTo>
                  <a:lnTo>
                    <a:pt x="2028" y="1766"/>
                  </a:lnTo>
                  <a:lnTo>
                    <a:pt x="2246" y="1853"/>
                  </a:lnTo>
                  <a:lnTo>
                    <a:pt x="2442" y="1984"/>
                  </a:lnTo>
                  <a:lnTo>
                    <a:pt x="2638" y="2093"/>
                  </a:lnTo>
                  <a:lnTo>
                    <a:pt x="2638" y="2093"/>
                  </a:lnTo>
                  <a:lnTo>
                    <a:pt x="2464" y="1853"/>
                  </a:lnTo>
                  <a:lnTo>
                    <a:pt x="2333" y="1592"/>
                  </a:lnTo>
                  <a:lnTo>
                    <a:pt x="2202" y="1330"/>
                  </a:lnTo>
                  <a:lnTo>
                    <a:pt x="2093" y="1069"/>
                  </a:lnTo>
                  <a:lnTo>
                    <a:pt x="1984" y="807"/>
                  </a:lnTo>
                  <a:lnTo>
                    <a:pt x="1919" y="524"/>
                  </a:lnTo>
                  <a:lnTo>
                    <a:pt x="1875" y="262"/>
                  </a:lnTo>
                  <a:lnTo>
                    <a:pt x="1853"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6" name="Google Shape;11416;p80"/>
            <p:cNvSpPr/>
            <p:nvPr/>
          </p:nvSpPr>
          <p:spPr>
            <a:xfrm>
              <a:off x="4059375" y="3366463"/>
              <a:ext cx="55075" cy="56700"/>
            </a:xfrm>
            <a:custGeom>
              <a:rect b="b" l="l" r="r" t="t"/>
              <a:pathLst>
                <a:path extrusionOk="0" fill="none" h="2268" w="2203">
                  <a:moveTo>
                    <a:pt x="502" y="0"/>
                  </a:moveTo>
                  <a:lnTo>
                    <a:pt x="502" y="0"/>
                  </a:lnTo>
                  <a:lnTo>
                    <a:pt x="502" y="0"/>
                  </a:lnTo>
                  <a:lnTo>
                    <a:pt x="393" y="262"/>
                  </a:lnTo>
                  <a:lnTo>
                    <a:pt x="284" y="545"/>
                  </a:lnTo>
                  <a:lnTo>
                    <a:pt x="196" y="829"/>
                  </a:lnTo>
                  <a:lnTo>
                    <a:pt x="131" y="1112"/>
                  </a:lnTo>
                  <a:lnTo>
                    <a:pt x="66" y="1396"/>
                  </a:lnTo>
                  <a:lnTo>
                    <a:pt x="22" y="1679"/>
                  </a:lnTo>
                  <a:lnTo>
                    <a:pt x="0" y="1962"/>
                  </a:lnTo>
                  <a:lnTo>
                    <a:pt x="0" y="2268"/>
                  </a:lnTo>
                  <a:lnTo>
                    <a:pt x="0" y="2268"/>
                  </a:lnTo>
                  <a:lnTo>
                    <a:pt x="436" y="2028"/>
                  </a:lnTo>
                  <a:lnTo>
                    <a:pt x="894" y="1832"/>
                  </a:lnTo>
                  <a:lnTo>
                    <a:pt x="1352" y="1657"/>
                  </a:lnTo>
                  <a:lnTo>
                    <a:pt x="1853" y="1526"/>
                  </a:lnTo>
                  <a:lnTo>
                    <a:pt x="1853" y="1526"/>
                  </a:lnTo>
                  <a:lnTo>
                    <a:pt x="1875" y="1243"/>
                  </a:lnTo>
                  <a:lnTo>
                    <a:pt x="1919" y="960"/>
                  </a:lnTo>
                  <a:lnTo>
                    <a:pt x="1919" y="960"/>
                  </a:lnTo>
                  <a:lnTo>
                    <a:pt x="2050" y="524"/>
                  </a:lnTo>
                  <a:lnTo>
                    <a:pt x="2202" y="109"/>
                  </a:lnTo>
                  <a:lnTo>
                    <a:pt x="2202" y="109"/>
                  </a:lnTo>
                  <a:lnTo>
                    <a:pt x="1897" y="153"/>
                  </a:lnTo>
                  <a:lnTo>
                    <a:pt x="1592" y="175"/>
                  </a:lnTo>
                  <a:lnTo>
                    <a:pt x="1592" y="175"/>
                  </a:lnTo>
                  <a:lnTo>
                    <a:pt x="1308" y="153"/>
                  </a:lnTo>
                  <a:lnTo>
                    <a:pt x="1047" y="131"/>
                  </a:lnTo>
                  <a:lnTo>
                    <a:pt x="763" y="66"/>
                  </a:lnTo>
                  <a:lnTo>
                    <a:pt x="502"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7" name="Google Shape;11417;p80"/>
            <p:cNvSpPr/>
            <p:nvPr/>
          </p:nvSpPr>
          <p:spPr>
            <a:xfrm>
              <a:off x="4197800" y="3289613"/>
              <a:ext cx="21825" cy="7100"/>
            </a:xfrm>
            <a:custGeom>
              <a:rect b="b" l="l" r="r" t="t"/>
              <a:pathLst>
                <a:path extrusionOk="0" fill="none" h="284" w="873">
                  <a:moveTo>
                    <a:pt x="131" y="0"/>
                  </a:moveTo>
                  <a:lnTo>
                    <a:pt x="131" y="0"/>
                  </a:lnTo>
                  <a:lnTo>
                    <a:pt x="1" y="284"/>
                  </a:lnTo>
                  <a:lnTo>
                    <a:pt x="1" y="284"/>
                  </a:lnTo>
                  <a:lnTo>
                    <a:pt x="349" y="197"/>
                  </a:lnTo>
                  <a:lnTo>
                    <a:pt x="633" y="131"/>
                  </a:lnTo>
                  <a:lnTo>
                    <a:pt x="873" y="109"/>
                  </a:lnTo>
                  <a:lnTo>
                    <a:pt x="873" y="109"/>
                  </a:lnTo>
                  <a:lnTo>
                    <a:pt x="502" y="44"/>
                  </a:lnTo>
                  <a:lnTo>
                    <a:pt x="131" y="0"/>
                  </a:lnTo>
                  <a:lnTo>
                    <a:pt x="131"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8" name="Google Shape;11418;p80"/>
            <p:cNvSpPr/>
            <p:nvPr/>
          </p:nvSpPr>
          <p:spPr>
            <a:xfrm>
              <a:off x="4190175" y="3289613"/>
              <a:ext cx="10925" cy="9825"/>
            </a:xfrm>
            <a:custGeom>
              <a:rect b="b" l="l" r="r" t="t"/>
              <a:pathLst>
                <a:path extrusionOk="0" fill="none" h="393" w="437">
                  <a:moveTo>
                    <a:pt x="175" y="0"/>
                  </a:moveTo>
                  <a:lnTo>
                    <a:pt x="175" y="0"/>
                  </a:lnTo>
                  <a:lnTo>
                    <a:pt x="175" y="0"/>
                  </a:lnTo>
                  <a:lnTo>
                    <a:pt x="0" y="393"/>
                  </a:lnTo>
                  <a:lnTo>
                    <a:pt x="0" y="393"/>
                  </a:lnTo>
                  <a:lnTo>
                    <a:pt x="306" y="284"/>
                  </a:lnTo>
                  <a:lnTo>
                    <a:pt x="306" y="284"/>
                  </a:lnTo>
                  <a:lnTo>
                    <a:pt x="436" y="0"/>
                  </a:lnTo>
                  <a:lnTo>
                    <a:pt x="436" y="0"/>
                  </a:lnTo>
                  <a:lnTo>
                    <a:pt x="436" y="0"/>
                  </a:lnTo>
                  <a:lnTo>
                    <a:pt x="175"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9" name="Google Shape;11419;p80"/>
            <p:cNvSpPr/>
            <p:nvPr/>
          </p:nvSpPr>
          <p:spPr>
            <a:xfrm>
              <a:off x="4294275" y="3498913"/>
              <a:ext cx="8200" cy="7100"/>
            </a:xfrm>
            <a:custGeom>
              <a:rect b="b" l="l" r="r" t="t"/>
              <a:pathLst>
                <a:path extrusionOk="0" fill="none" h="284" w="328">
                  <a:moveTo>
                    <a:pt x="197" y="0"/>
                  </a:moveTo>
                  <a:lnTo>
                    <a:pt x="197" y="0"/>
                  </a:lnTo>
                  <a:lnTo>
                    <a:pt x="0" y="153"/>
                  </a:lnTo>
                  <a:lnTo>
                    <a:pt x="0" y="153"/>
                  </a:lnTo>
                  <a:lnTo>
                    <a:pt x="175" y="283"/>
                  </a:lnTo>
                  <a:lnTo>
                    <a:pt x="175" y="283"/>
                  </a:lnTo>
                  <a:lnTo>
                    <a:pt x="175" y="283"/>
                  </a:lnTo>
                  <a:lnTo>
                    <a:pt x="175" y="283"/>
                  </a:lnTo>
                  <a:lnTo>
                    <a:pt x="327" y="87"/>
                  </a:lnTo>
                  <a:lnTo>
                    <a:pt x="327" y="87"/>
                  </a:lnTo>
                  <a:lnTo>
                    <a:pt x="197"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0" name="Google Shape;11420;p80"/>
            <p:cNvSpPr/>
            <p:nvPr/>
          </p:nvSpPr>
          <p:spPr>
            <a:xfrm>
              <a:off x="4220150" y="3306513"/>
              <a:ext cx="94325" cy="169525"/>
            </a:xfrm>
            <a:custGeom>
              <a:rect b="b" l="l" r="r" t="t"/>
              <a:pathLst>
                <a:path extrusionOk="0" h="6781" w="3773">
                  <a:moveTo>
                    <a:pt x="1" y="0"/>
                  </a:moveTo>
                  <a:lnTo>
                    <a:pt x="502" y="524"/>
                  </a:lnTo>
                  <a:lnTo>
                    <a:pt x="567" y="66"/>
                  </a:lnTo>
                  <a:lnTo>
                    <a:pt x="284" y="22"/>
                  </a:lnTo>
                  <a:lnTo>
                    <a:pt x="88" y="0"/>
                  </a:lnTo>
                  <a:close/>
                  <a:moveTo>
                    <a:pt x="807" y="131"/>
                  </a:moveTo>
                  <a:lnTo>
                    <a:pt x="742" y="436"/>
                  </a:lnTo>
                  <a:lnTo>
                    <a:pt x="720" y="742"/>
                  </a:lnTo>
                  <a:lnTo>
                    <a:pt x="1134" y="1243"/>
                  </a:lnTo>
                  <a:lnTo>
                    <a:pt x="1527" y="1744"/>
                  </a:lnTo>
                  <a:lnTo>
                    <a:pt x="1832" y="2224"/>
                  </a:lnTo>
                  <a:lnTo>
                    <a:pt x="2115" y="2704"/>
                  </a:lnTo>
                  <a:lnTo>
                    <a:pt x="2333" y="3161"/>
                  </a:lnTo>
                  <a:lnTo>
                    <a:pt x="2529" y="3619"/>
                  </a:lnTo>
                  <a:lnTo>
                    <a:pt x="2682" y="4033"/>
                  </a:lnTo>
                  <a:lnTo>
                    <a:pt x="2813" y="4448"/>
                  </a:lnTo>
                  <a:lnTo>
                    <a:pt x="3031" y="4557"/>
                  </a:lnTo>
                  <a:lnTo>
                    <a:pt x="3271" y="4666"/>
                  </a:lnTo>
                  <a:lnTo>
                    <a:pt x="3510" y="4753"/>
                  </a:lnTo>
                  <a:lnTo>
                    <a:pt x="3750" y="4818"/>
                  </a:lnTo>
                  <a:lnTo>
                    <a:pt x="3772" y="4535"/>
                  </a:lnTo>
                  <a:lnTo>
                    <a:pt x="3772" y="4208"/>
                  </a:lnTo>
                  <a:lnTo>
                    <a:pt x="3728" y="3881"/>
                  </a:lnTo>
                  <a:lnTo>
                    <a:pt x="3663" y="3532"/>
                  </a:lnTo>
                  <a:lnTo>
                    <a:pt x="3576" y="3183"/>
                  </a:lnTo>
                  <a:lnTo>
                    <a:pt x="3445" y="2813"/>
                  </a:lnTo>
                  <a:lnTo>
                    <a:pt x="3271" y="2442"/>
                  </a:lnTo>
                  <a:lnTo>
                    <a:pt x="3053" y="2050"/>
                  </a:lnTo>
                  <a:lnTo>
                    <a:pt x="2747" y="1635"/>
                  </a:lnTo>
                  <a:lnTo>
                    <a:pt x="2442" y="1265"/>
                  </a:lnTo>
                  <a:lnTo>
                    <a:pt x="2159" y="960"/>
                  </a:lnTo>
                  <a:lnTo>
                    <a:pt x="1854" y="698"/>
                  </a:lnTo>
                  <a:lnTo>
                    <a:pt x="1570" y="502"/>
                  </a:lnTo>
                  <a:lnTo>
                    <a:pt x="1309" y="327"/>
                  </a:lnTo>
                  <a:lnTo>
                    <a:pt x="1047" y="218"/>
                  </a:lnTo>
                  <a:lnTo>
                    <a:pt x="807" y="131"/>
                  </a:lnTo>
                  <a:close/>
                  <a:moveTo>
                    <a:pt x="2878" y="4753"/>
                  </a:moveTo>
                  <a:lnTo>
                    <a:pt x="2965" y="5167"/>
                  </a:lnTo>
                  <a:lnTo>
                    <a:pt x="3009" y="5538"/>
                  </a:lnTo>
                  <a:lnTo>
                    <a:pt x="3031" y="5865"/>
                  </a:lnTo>
                  <a:lnTo>
                    <a:pt x="3053" y="6148"/>
                  </a:lnTo>
                  <a:lnTo>
                    <a:pt x="3336" y="6257"/>
                  </a:lnTo>
                  <a:lnTo>
                    <a:pt x="3445" y="6017"/>
                  </a:lnTo>
                  <a:lnTo>
                    <a:pt x="3554" y="5734"/>
                  </a:lnTo>
                  <a:lnTo>
                    <a:pt x="3641" y="5407"/>
                  </a:lnTo>
                  <a:lnTo>
                    <a:pt x="3728" y="5058"/>
                  </a:lnTo>
                  <a:lnTo>
                    <a:pt x="3292" y="4927"/>
                  </a:lnTo>
                  <a:lnTo>
                    <a:pt x="2878" y="4753"/>
                  </a:lnTo>
                  <a:close/>
                  <a:moveTo>
                    <a:pt x="3053" y="6388"/>
                  </a:moveTo>
                  <a:lnTo>
                    <a:pt x="3031" y="6671"/>
                  </a:lnTo>
                  <a:lnTo>
                    <a:pt x="3009" y="6780"/>
                  </a:lnTo>
                  <a:lnTo>
                    <a:pt x="3074" y="6693"/>
                  </a:lnTo>
                  <a:lnTo>
                    <a:pt x="3227" y="6453"/>
                  </a:lnTo>
                  <a:lnTo>
                    <a:pt x="3053" y="6388"/>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1" name="Google Shape;11421;p80"/>
            <p:cNvSpPr/>
            <p:nvPr/>
          </p:nvSpPr>
          <p:spPr>
            <a:xfrm>
              <a:off x="4295375" y="3466188"/>
              <a:ext cx="5475" cy="9850"/>
            </a:xfrm>
            <a:custGeom>
              <a:rect b="b" l="l" r="r" t="t"/>
              <a:pathLst>
                <a:path extrusionOk="0" fill="none" h="394" w="219">
                  <a:moveTo>
                    <a:pt x="44" y="1"/>
                  </a:moveTo>
                  <a:lnTo>
                    <a:pt x="44" y="1"/>
                  </a:lnTo>
                  <a:lnTo>
                    <a:pt x="22" y="284"/>
                  </a:lnTo>
                  <a:lnTo>
                    <a:pt x="0" y="393"/>
                  </a:lnTo>
                  <a:lnTo>
                    <a:pt x="0" y="393"/>
                  </a:lnTo>
                  <a:lnTo>
                    <a:pt x="65" y="306"/>
                  </a:lnTo>
                  <a:lnTo>
                    <a:pt x="218" y="66"/>
                  </a:lnTo>
                  <a:lnTo>
                    <a:pt x="218" y="66"/>
                  </a:lnTo>
                  <a:lnTo>
                    <a:pt x="44"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2" name="Google Shape;11422;p80"/>
            <p:cNvSpPr/>
            <p:nvPr/>
          </p:nvSpPr>
          <p:spPr>
            <a:xfrm>
              <a:off x="4292100" y="3425313"/>
              <a:ext cx="21275" cy="37650"/>
            </a:xfrm>
            <a:custGeom>
              <a:rect b="b" l="l" r="r" t="t"/>
              <a:pathLst>
                <a:path extrusionOk="0" fill="none" h="1506" w="851">
                  <a:moveTo>
                    <a:pt x="0" y="1"/>
                  </a:moveTo>
                  <a:lnTo>
                    <a:pt x="0" y="1"/>
                  </a:lnTo>
                  <a:lnTo>
                    <a:pt x="87" y="415"/>
                  </a:lnTo>
                  <a:lnTo>
                    <a:pt x="131" y="786"/>
                  </a:lnTo>
                  <a:lnTo>
                    <a:pt x="153" y="1113"/>
                  </a:lnTo>
                  <a:lnTo>
                    <a:pt x="175" y="1396"/>
                  </a:lnTo>
                  <a:lnTo>
                    <a:pt x="175" y="1396"/>
                  </a:lnTo>
                  <a:lnTo>
                    <a:pt x="458" y="1505"/>
                  </a:lnTo>
                  <a:lnTo>
                    <a:pt x="458" y="1505"/>
                  </a:lnTo>
                  <a:lnTo>
                    <a:pt x="567" y="1265"/>
                  </a:lnTo>
                  <a:lnTo>
                    <a:pt x="676" y="982"/>
                  </a:lnTo>
                  <a:lnTo>
                    <a:pt x="763" y="655"/>
                  </a:lnTo>
                  <a:lnTo>
                    <a:pt x="850" y="306"/>
                  </a:lnTo>
                  <a:lnTo>
                    <a:pt x="850" y="306"/>
                  </a:lnTo>
                  <a:lnTo>
                    <a:pt x="414" y="175"/>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3" name="Google Shape;11423;p80"/>
            <p:cNvSpPr/>
            <p:nvPr/>
          </p:nvSpPr>
          <p:spPr>
            <a:xfrm>
              <a:off x="4238125" y="3309788"/>
              <a:ext cx="76350" cy="117200"/>
            </a:xfrm>
            <a:custGeom>
              <a:rect b="b" l="l" r="r" t="t"/>
              <a:pathLst>
                <a:path extrusionOk="0" fill="none" h="4688" w="3054">
                  <a:moveTo>
                    <a:pt x="88" y="0"/>
                  </a:moveTo>
                  <a:lnTo>
                    <a:pt x="88" y="0"/>
                  </a:lnTo>
                  <a:lnTo>
                    <a:pt x="23" y="305"/>
                  </a:lnTo>
                  <a:lnTo>
                    <a:pt x="1" y="611"/>
                  </a:lnTo>
                  <a:lnTo>
                    <a:pt x="1" y="611"/>
                  </a:lnTo>
                  <a:lnTo>
                    <a:pt x="415" y="1112"/>
                  </a:lnTo>
                  <a:lnTo>
                    <a:pt x="808" y="1613"/>
                  </a:lnTo>
                  <a:lnTo>
                    <a:pt x="1113" y="2093"/>
                  </a:lnTo>
                  <a:lnTo>
                    <a:pt x="1396" y="2573"/>
                  </a:lnTo>
                  <a:lnTo>
                    <a:pt x="1614" y="3030"/>
                  </a:lnTo>
                  <a:lnTo>
                    <a:pt x="1810" y="3488"/>
                  </a:lnTo>
                  <a:lnTo>
                    <a:pt x="1963" y="3902"/>
                  </a:lnTo>
                  <a:lnTo>
                    <a:pt x="2094" y="4317"/>
                  </a:lnTo>
                  <a:lnTo>
                    <a:pt x="2094" y="4317"/>
                  </a:lnTo>
                  <a:lnTo>
                    <a:pt x="2312" y="4426"/>
                  </a:lnTo>
                  <a:lnTo>
                    <a:pt x="2552" y="4535"/>
                  </a:lnTo>
                  <a:lnTo>
                    <a:pt x="2791" y="4622"/>
                  </a:lnTo>
                  <a:lnTo>
                    <a:pt x="3031" y="4687"/>
                  </a:lnTo>
                  <a:lnTo>
                    <a:pt x="3031" y="4687"/>
                  </a:lnTo>
                  <a:lnTo>
                    <a:pt x="3053" y="4404"/>
                  </a:lnTo>
                  <a:lnTo>
                    <a:pt x="3053" y="4077"/>
                  </a:lnTo>
                  <a:lnTo>
                    <a:pt x="3009" y="3750"/>
                  </a:lnTo>
                  <a:lnTo>
                    <a:pt x="2944" y="3401"/>
                  </a:lnTo>
                  <a:lnTo>
                    <a:pt x="2857" y="3052"/>
                  </a:lnTo>
                  <a:lnTo>
                    <a:pt x="2726" y="2682"/>
                  </a:lnTo>
                  <a:lnTo>
                    <a:pt x="2552" y="2311"/>
                  </a:lnTo>
                  <a:lnTo>
                    <a:pt x="2334" y="1919"/>
                  </a:lnTo>
                  <a:lnTo>
                    <a:pt x="2334" y="1919"/>
                  </a:lnTo>
                  <a:lnTo>
                    <a:pt x="2028" y="1504"/>
                  </a:lnTo>
                  <a:lnTo>
                    <a:pt x="1723" y="1134"/>
                  </a:lnTo>
                  <a:lnTo>
                    <a:pt x="1440" y="829"/>
                  </a:lnTo>
                  <a:lnTo>
                    <a:pt x="1135" y="567"/>
                  </a:lnTo>
                  <a:lnTo>
                    <a:pt x="851" y="371"/>
                  </a:lnTo>
                  <a:lnTo>
                    <a:pt x="590" y="196"/>
                  </a:lnTo>
                  <a:lnTo>
                    <a:pt x="328" y="87"/>
                  </a:lnTo>
                  <a:lnTo>
                    <a:pt x="88"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4" name="Google Shape;11424;p80"/>
            <p:cNvSpPr/>
            <p:nvPr/>
          </p:nvSpPr>
          <p:spPr>
            <a:xfrm>
              <a:off x="4220150" y="3306513"/>
              <a:ext cx="14200" cy="13100"/>
            </a:xfrm>
            <a:custGeom>
              <a:rect b="b" l="l" r="r" t="t"/>
              <a:pathLst>
                <a:path extrusionOk="0" fill="none" h="524" w="568">
                  <a:moveTo>
                    <a:pt x="88" y="0"/>
                  </a:moveTo>
                  <a:lnTo>
                    <a:pt x="88" y="0"/>
                  </a:lnTo>
                  <a:lnTo>
                    <a:pt x="1" y="0"/>
                  </a:lnTo>
                  <a:lnTo>
                    <a:pt x="1" y="0"/>
                  </a:lnTo>
                  <a:lnTo>
                    <a:pt x="502" y="524"/>
                  </a:lnTo>
                  <a:lnTo>
                    <a:pt x="502" y="524"/>
                  </a:lnTo>
                  <a:lnTo>
                    <a:pt x="567" y="66"/>
                  </a:lnTo>
                  <a:lnTo>
                    <a:pt x="567" y="66"/>
                  </a:lnTo>
                  <a:lnTo>
                    <a:pt x="284" y="22"/>
                  </a:lnTo>
                  <a:lnTo>
                    <a:pt x="88"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5" name="Google Shape;11425;p80"/>
            <p:cNvSpPr/>
            <p:nvPr/>
          </p:nvSpPr>
          <p:spPr>
            <a:xfrm>
              <a:off x="4232675" y="3308138"/>
              <a:ext cx="7675" cy="16925"/>
            </a:xfrm>
            <a:custGeom>
              <a:rect b="b" l="l" r="r" t="t"/>
              <a:pathLst>
                <a:path extrusionOk="0" fill="none" h="677" w="307">
                  <a:moveTo>
                    <a:pt x="66" y="1"/>
                  </a:moveTo>
                  <a:lnTo>
                    <a:pt x="66" y="1"/>
                  </a:lnTo>
                  <a:lnTo>
                    <a:pt x="1" y="459"/>
                  </a:lnTo>
                  <a:lnTo>
                    <a:pt x="1" y="459"/>
                  </a:lnTo>
                  <a:lnTo>
                    <a:pt x="219" y="677"/>
                  </a:lnTo>
                  <a:lnTo>
                    <a:pt x="219" y="677"/>
                  </a:lnTo>
                  <a:lnTo>
                    <a:pt x="241" y="371"/>
                  </a:lnTo>
                  <a:lnTo>
                    <a:pt x="306" y="66"/>
                  </a:lnTo>
                  <a:lnTo>
                    <a:pt x="306" y="66"/>
                  </a:lnTo>
                  <a:lnTo>
                    <a:pt x="66"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6" name="Google Shape;11426;p80"/>
            <p:cNvSpPr/>
            <p:nvPr/>
          </p:nvSpPr>
          <p:spPr>
            <a:xfrm>
              <a:off x="4296450" y="3460213"/>
              <a:ext cx="7125" cy="7650"/>
            </a:xfrm>
            <a:custGeom>
              <a:rect b="b" l="l" r="r" t="t"/>
              <a:pathLst>
                <a:path extrusionOk="0" h="306" w="285">
                  <a:moveTo>
                    <a:pt x="1" y="0"/>
                  </a:moveTo>
                  <a:lnTo>
                    <a:pt x="1" y="240"/>
                  </a:lnTo>
                  <a:lnTo>
                    <a:pt x="175" y="305"/>
                  </a:lnTo>
                  <a:lnTo>
                    <a:pt x="284" y="109"/>
                  </a:lnTo>
                  <a:lnTo>
                    <a:pt x="1" y="0"/>
                  </a:lnTo>
                  <a:close/>
                </a:path>
              </a:pathLst>
            </a:custGeom>
            <a:solidFill>
              <a:srgbClr val="EDA6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7" name="Google Shape;11427;p80"/>
            <p:cNvSpPr/>
            <p:nvPr/>
          </p:nvSpPr>
          <p:spPr>
            <a:xfrm>
              <a:off x="4088800" y="3557763"/>
              <a:ext cx="267625" cy="268175"/>
            </a:xfrm>
            <a:custGeom>
              <a:rect b="b" l="l" r="r" t="t"/>
              <a:pathLst>
                <a:path extrusionOk="0" h="10727" w="10705">
                  <a:moveTo>
                    <a:pt x="5342" y="1"/>
                  </a:moveTo>
                  <a:lnTo>
                    <a:pt x="5058" y="22"/>
                  </a:lnTo>
                  <a:lnTo>
                    <a:pt x="4797" y="44"/>
                  </a:lnTo>
                  <a:lnTo>
                    <a:pt x="4513" y="66"/>
                  </a:lnTo>
                  <a:lnTo>
                    <a:pt x="4252" y="110"/>
                  </a:lnTo>
                  <a:lnTo>
                    <a:pt x="3990" y="175"/>
                  </a:lnTo>
                  <a:lnTo>
                    <a:pt x="3750" y="262"/>
                  </a:lnTo>
                  <a:lnTo>
                    <a:pt x="3489" y="349"/>
                  </a:lnTo>
                  <a:lnTo>
                    <a:pt x="3271" y="437"/>
                  </a:lnTo>
                  <a:lnTo>
                    <a:pt x="3009" y="546"/>
                  </a:lnTo>
                  <a:lnTo>
                    <a:pt x="2747" y="676"/>
                  </a:lnTo>
                  <a:lnTo>
                    <a:pt x="2508" y="829"/>
                  </a:lnTo>
                  <a:lnTo>
                    <a:pt x="2246" y="1003"/>
                  </a:lnTo>
                  <a:lnTo>
                    <a:pt x="2028" y="1178"/>
                  </a:lnTo>
                  <a:lnTo>
                    <a:pt x="1810" y="1352"/>
                  </a:lnTo>
                  <a:lnTo>
                    <a:pt x="1592" y="1548"/>
                  </a:lnTo>
                  <a:lnTo>
                    <a:pt x="1396" y="1766"/>
                  </a:lnTo>
                  <a:lnTo>
                    <a:pt x="1200" y="1963"/>
                  </a:lnTo>
                  <a:lnTo>
                    <a:pt x="938" y="2333"/>
                  </a:lnTo>
                  <a:lnTo>
                    <a:pt x="698" y="2704"/>
                  </a:lnTo>
                  <a:lnTo>
                    <a:pt x="589" y="2922"/>
                  </a:lnTo>
                  <a:lnTo>
                    <a:pt x="458" y="3162"/>
                  </a:lnTo>
                  <a:lnTo>
                    <a:pt x="349" y="3423"/>
                  </a:lnTo>
                  <a:lnTo>
                    <a:pt x="262" y="3685"/>
                  </a:lnTo>
                  <a:lnTo>
                    <a:pt x="175" y="3968"/>
                  </a:lnTo>
                  <a:lnTo>
                    <a:pt x="110" y="4230"/>
                  </a:lnTo>
                  <a:lnTo>
                    <a:pt x="66" y="4513"/>
                  </a:lnTo>
                  <a:lnTo>
                    <a:pt x="22" y="4819"/>
                  </a:lnTo>
                  <a:lnTo>
                    <a:pt x="1" y="5102"/>
                  </a:lnTo>
                  <a:lnTo>
                    <a:pt x="1" y="5429"/>
                  </a:lnTo>
                  <a:lnTo>
                    <a:pt x="22" y="5756"/>
                  </a:lnTo>
                  <a:lnTo>
                    <a:pt x="44" y="6083"/>
                  </a:lnTo>
                  <a:lnTo>
                    <a:pt x="110" y="6410"/>
                  </a:lnTo>
                  <a:lnTo>
                    <a:pt x="175" y="6715"/>
                  </a:lnTo>
                  <a:lnTo>
                    <a:pt x="262" y="7020"/>
                  </a:lnTo>
                  <a:lnTo>
                    <a:pt x="371" y="7326"/>
                  </a:lnTo>
                  <a:lnTo>
                    <a:pt x="502" y="7609"/>
                  </a:lnTo>
                  <a:lnTo>
                    <a:pt x="611" y="7827"/>
                  </a:lnTo>
                  <a:lnTo>
                    <a:pt x="764" y="8132"/>
                  </a:lnTo>
                  <a:lnTo>
                    <a:pt x="960" y="8437"/>
                  </a:lnTo>
                  <a:lnTo>
                    <a:pt x="1178" y="8721"/>
                  </a:lnTo>
                  <a:lnTo>
                    <a:pt x="1396" y="8982"/>
                  </a:lnTo>
                  <a:lnTo>
                    <a:pt x="1570" y="9157"/>
                  </a:lnTo>
                  <a:lnTo>
                    <a:pt x="1919" y="9484"/>
                  </a:lnTo>
                  <a:lnTo>
                    <a:pt x="2311" y="9767"/>
                  </a:lnTo>
                  <a:lnTo>
                    <a:pt x="2726" y="10029"/>
                  </a:lnTo>
                  <a:lnTo>
                    <a:pt x="3162" y="10247"/>
                  </a:lnTo>
                  <a:lnTo>
                    <a:pt x="3598" y="10421"/>
                  </a:lnTo>
                  <a:lnTo>
                    <a:pt x="4077" y="10574"/>
                  </a:lnTo>
                  <a:lnTo>
                    <a:pt x="4579" y="10661"/>
                  </a:lnTo>
                  <a:lnTo>
                    <a:pt x="5080" y="10705"/>
                  </a:lnTo>
                  <a:lnTo>
                    <a:pt x="5385" y="10727"/>
                  </a:lnTo>
                  <a:lnTo>
                    <a:pt x="5691" y="10705"/>
                  </a:lnTo>
                  <a:lnTo>
                    <a:pt x="5996" y="10683"/>
                  </a:lnTo>
                  <a:lnTo>
                    <a:pt x="6279" y="10639"/>
                  </a:lnTo>
                  <a:lnTo>
                    <a:pt x="6519" y="10596"/>
                  </a:lnTo>
                  <a:lnTo>
                    <a:pt x="6802" y="10530"/>
                  </a:lnTo>
                  <a:lnTo>
                    <a:pt x="7064" y="10443"/>
                  </a:lnTo>
                  <a:lnTo>
                    <a:pt x="7413" y="10312"/>
                  </a:lnTo>
                  <a:lnTo>
                    <a:pt x="7740" y="10160"/>
                  </a:lnTo>
                  <a:lnTo>
                    <a:pt x="7936" y="10051"/>
                  </a:lnTo>
                  <a:lnTo>
                    <a:pt x="8219" y="9876"/>
                  </a:lnTo>
                  <a:lnTo>
                    <a:pt x="8481" y="9702"/>
                  </a:lnTo>
                  <a:lnTo>
                    <a:pt x="8743" y="9506"/>
                  </a:lnTo>
                  <a:lnTo>
                    <a:pt x="8982" y="9288"/>
                  </a:lnTo>
                  <a:lnTo>
                    <a:pt x="9157" y="9135"/>
                  </a:lnTo>
                  <a:lnTo>
                    <a:pt x="9484" y="8764"/>
                  </a:lnTo>
                  <a:lnTo>
                    <a:pt x="9767" y="8394"/>
                  </a:lnTo>
                  <a:lnTo>
                    <a:pt x="10029" y="7980"/>
                  </a:lnTo>
                  <a:lnTo>
                    <a:pt x="10247" y="7544"/>
                  </a:lnTo>
                  <a:lnTo>
                    <a:pt x="10421" y="7108"/>
                  </a:lnTo>
                  <a:lnTo>
                    <a:pt x="10552" y="6628"/>
                  </a:lnTo>
                  <a:lnTo>
                    <a:pt x="10661" y="6127"/>
                  </a:lnTo>
                  <a:lnTo>
                    <a:pt x="10705" y="5625"/>
                  </a:lnTo>
                  <a:lnTo>
                    <a:pt x="10705" y="5276"/>
                  </a:lnTo>
                  <a:lnTo>
                    <a:pt x="10683" y="4928"/>
                  </a:lnTo>
                  <a:lnTo>
                    <a:pt x="10661" y="4601"/>
                  </a:lnTo>
                  <a:lnTo>
                    <a:pt x="10596" y="4273"/>
                  </a:lnTo>
                  <a:lnTo>
                    <a:pt x="10509" y="3946"/>
                  </a:lnTo>
                  <a:lnTo>
                    <a:pt x="10421" y="3619"/>
                  </a:lnTo>
                  <a:lnTo>
                    <a:pt x="10290" y="3314"/>
                  </a:lnTo>
                  <a:lnTo>
                    <a:pt x="10160" y="3009"/>
                  </a:lnTo>
                  <a:lnTo>
                    <a:pt x="10051" y="2813"/>
                  </a:lnTo>
                  <a:lnTo>
                    <a:pt x="9854" y="2486"/>
                  </a:lnTo>
                  <a:lnTo>
                    <a:pt x="9658" y="2159"/>
                  </a:lnTo>
                  <a:lnTo>
                    <a:pt x="9418" y="1875"/>
                  </a:lnTo>
                  <a:lnTo>
                    <a:pt x="9157" y="1592"/>
                  </a:lnTo>
                  <a:lnTo>
                    <a:pt x="8982" y="1418"/>
                  </a:lnTo>
                  <a:lnTo>
                    <a:pt x="8634" y="1134"/>
                  </a:lnTo>
                  <a:lnTo>
                    <a:pt x="8263" y="873"/>
                  </a:lnTo>
                  <a:lnTo>
                    <a:pt x="7871" y="633"/>
                  </a:lnTo>
                  <a:lnTo>
                    <a:pt x="7456" y="437"/>
                  </a:lnTo>
                  <a:lnTo>
                    <a:pt x="7020" y="262"/>
                  </a:lnTo>
                  <a:lnTo>
                    <a:pt x="6563" y="153"/>
                  </a:lnTo>
                  <a:lnTo>
                    <a:pt x="6105" y="66"/>
                  </a:lnTo>
                  <a:lnTo>
                    <a:pt x="5603" y="22"/>
                  </a:lnTo>
                  <a:lnTo>
                    <a:pt x="5342"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8" name="Google Shape;11428;p80"/>
            <p:cNvSpPr/>
            <p:nvPr/>
          </p:nvSpPr>
          <p:spPr>
            <a:xfrm>
              <a:off x="4088800" y="3557763"/>
              <a:ext cx="267625" cy="268175"/>
            </a:xfrm>
            <a:custGeom>
              <a:rect b="b" l="l" r="r" t="t"/>
              <a:pathLst>
                <a:path extrusionOk="0" fill="none" h="10727" w="10705">
                  <a:moveTo>
                    <a:pt x="5080" y="10705"/>
                  </a:moveTo>
                  <a:lnTo>
                    <a:pt x="5080" y="10705"/>
                  </a:lnTo>
                  <a:lnTo>
                    <a:pt x="4579" y="10661"/>
                  </a:lnTo>
                  <a:lnTo>
                    <a:pt x="4077" y="10574"/>
                  </a:lnTo>
                  <a:lnTo>
                    <a:pt x="3598" y="10421"/>
                  </a:lnTo>
                  <a:lnTo>
                    <a:pt x="3162" y="10247"/>
                  </a:lnTo>
                  <a:lnTo>
                    <a:pt x="2726" y="10029"/>
                  </a:lnTo>
                  <a:lnTo>
                    <a:pt x="2311" y="9767"/>
                  </a:lnTo>
                  <a:lnTo>
                    <a:pt x="1919" y="9484"/>
                  </a:lnTo>
                  <a:lnTo>
                    <a:pt x="1570" y="9157"/>
                  </a:lnTo>
                  <a:lnTo>
                    <a:pt x="1570" y="9157"/>
                  </a:lnTo>
                  <a:lnTo>
                    <a:pt x="1396" y="8982"/>
                  </a:lnTo>
                  <a:lnTo>
                    <a:pt x="1396" y="8982"/>
                  </a:lnTo>
                  <a:lnTo>
                    <a:pt x="1178" y="8721"/>
                  </a:lnTo>
                  <a:lnTo>
                    <a:pt x="960" y="8437"/>
                  </a:lnTo>
                  <a:lnTo>
                    <a:pt x="764" y="8132"/>
                  </a:lnTo>
                  <a:lnTo>
                    <a:pt x="611" y="7827"/>
                  </a:lnTo>
                  <a:lnTo>
                    <a:pt x="611" y="7827"/>
                  </a:lnTo>
                  <a:lnTo>
                    <a:pt x="502" y="7609"/>
                  </a:lnTo>
                  <a:lnTo>
                    <a:pt x="502" y="7609"/>
                  </a:lnTo>
                  <a:lnTo>
                    <a:pt x="371" y="7326"/>
                  </a:lnTo>
                  <a:lnTo>
                    <a:pt x="262" y="7020"/>
                  </a:lnTo>
                  <a:lnTo>
                    <a:pt x="175" y="6715"/>
                  </a:lnTo>
                  <a:lnTo>
                    <a:pt x="110" y="6410"/>
                  </a:lnTo>
                  <a:lnTo>
                    <a:pt x="44" y="6083"/>
                  </a:lnTo>
                  <a:lnTo>
                    <a:pt x="22" y="5756"/>
                  </a:lnTo>
                  <a:lnTo>
                    <a:pt x="1" y="5429"/>
                  </a:lnTo>
                  <a:lnTo>
                    <a:pt x="1" y="5102"/>
                  </a:lnTo>
                  <a:lnTo>
                    <a:pt x="1" y="5102"/>
                  </a:lnTo>
                  <a:lnTo>
                    <a:pt x="22" y="4819"/>
                  </a:lnTo>
                  <a:lnTo>
                    <a:pt x="66" y="4513"/>
                  </a:lnTo>
                  <a:lnTo>
                    <a:pt x="110" y="4230"/>
                  </a:lnTo>
                  <a:lnTo>
                    <a:pt x="175" y="3968"/>
                  </a:lnTo>
                  <a:lnTo>
                    <a:pt x="262" y="3685"/>
                  </a:lnTo>
                  <a:lnTo>
                    <a:pt x="349" y="3423"/>
                  </a:lnTo>
                  <a:lnTo>
                    <a:pt x="458" y="3162"/>
                  </a:lnTo>
                  <a:lnTo>
                    <a:pt x="589" y="2922"/>
                  </a:lnTo>
                  <a:lnTo>
                    <a:pt x="589" y="2922"/>
                  </a:lnTo>
                  <a:lnTo>
                    <a:pt x="698" y="2704"/>
                  </a:lnTo>
                  <a:lnTo>
                    <a:pt x="698" y="2704"/>
                  </a:lnTo>
                  <a:lnTo>
                    <a:pt x="938" y="2333"/>
                  </a:lnTo>
                  <a:lnTo>
                    <a:pt x="1200" y="1963"/>
                  </a:lnTo>
                  <a:lnTo>
                    <a:pt x="1200" y="1963"/>
                  </a:lnTo>
                  <a:lnTo>
                    <a:pt x="1396" y="1766"/>
                  </a:lnTo>
                  <a:lnTo>
                    <a:pt x="1396" y="1766"/>
                  </a:lnTo>
                  <a:lnTo>
                    <a:pt x="1592" y="1548"/>
                  </a:lnTo>
                  <a:lnTo>
                    <a:pt x="1810" y="1352"/>
                  </a:lnTo>
                  <a:lnTo>
                    <a:pt x="2028" y="1178"/>
                  </a:lnTo>
                  <a:lnTo>
                    <a:pt x="2246" y="1003"/>
                  </a:lnTo>
                  <a:lnTo>
                    <a:pt x="2508" y="829"/>
                  </a:lnTo>
                  <a:lnTo>
                    <a:pt x="2747" y="676"/>
                  </a:lnTo>
                  <a:lnTo>
                    <a:pt x="3009" y="546"/>
                  </a:lnTo>
                  <a:lnTo>
                    <a:pt x="3271" y="437"/>
                  </a:lnTo>
                  <a:lnTo>
                    <a:pt x="3271" y="437"/>
                  </a:lnTo>
                  <a:lnTo>
                    <a:pt x="3489" y="349"/>
                  </a:lnTo>
                  <a:lnTo>
                    <a:pt x="3489" y="349"/>
                  </a:lnTo>
                  <a:lnTo>
                    <a:pt x="3750" y="262"/>
                  </a:lnTo>
                  <a:lnTo>
                    <a:pt x="3990" y="175"/>
                  </a:lnTo>
                  <a:lnTo>
                    <a:pt x="4252" y="110"/>
                  </a:lnTo>
                  <a:lnTo>
                    <a:pt x="4513" y="66"/>
                  </a:lnTo>
                  <a:lnTo>
                    <a:pt x="4797" y="44"/>
                  </a:lnTo>
                  <a:lnTo>
                    <a:pt x="5058" y="22"/>
                  </a:lnTo>
                  <a:lnTo>
                    <a:pt x="5342" y="1"/>
                  </a:lnTo>
                  <a:lnTo>
                    <a:pt x="5603" y="22"/>
                  </a:lnTo>
                  <a:lnTo>
                    <a:pt x="5603" y="22"/>
                  </a:lnTo>
                  <a:lnTo>
                    <a:pt x="6105" y="66"/>
                  </a:lnTo>
                  <a:lnTo>
                    <a:pt x="6563" y="153"/>
                  </a:lnTo>
                  <a:lnTo>
                    <a:pt x="7020" y="262"/>
                  </a:lnTo>
                  <a:lnTo>
                    <a:pt x="7456" y="437"/>
                  </a:lnTo>
                  <a:lnTo>
                    <a:pt x="7871" y="633"/>
                  </a:lnTo>
                  <a:lnTo>
                    <a:pt x="8263" y="873"/>
                  </a:lnTo>
                  <a:lnTo>
                    <a:pt x="8634" y="1134"/>
                  </a:lnTo>
                  <a:lnTo>
                    <a:pt x="8982" y="1418"/>
                  </a:lnTo>
                  <a:lnTo>
                    <a:pt x="8982" y="1418"/>
                  </a:lnTo>
                  <a:lnTo>
                    <a:pt x="9157" y="1592"/>
                  </a:lnTo>
                  <a:lnTo>
                    <a:pt x="9157" y="1592"/>
                  </a:lnTo>
                  <a:lnTo>
                    <a:pt x="9418" y="1875"/>
                  </a:lnTo>
                  <a:lnTo>
                    <a:pt x="9658" y="2159"/>
                  </a:lnTo>
                  <a:lnTo>
                    <a:pt x="9658" y="2159"/>
                  </a:lnTo>
                  <a:lnTo>
                    <a:pt x="9854" y="2486"/>
                  </a:lnTo>
                  <a:lnTo>
                    <a:pt x="10051" y="2813"/>
                  </a:lnTo>
                  <a:lnTo>
                    <a:pt x="10051" y="2813"/>
                  </a:lnTo>
                  <a:lnTo>
                    <a:pt x="10160" y="3009"/>
                  </a:lnTo>
                  <a:lnTo>
                    <a:pt x="10160" y="3009"/>
                  </a:lnTo>
                  <a:lnTo>
                    <a:pt x="10290" y="3314"/>
                  </a:lnTo>
                  <a:lnTo>
                    <a:pt x="10421" y="3619"/>
                  </a:lnTo>
                  <a:lnTo>
                    <a:pt x="10509" y="3946"/>
                  </a:lnTo>
                  <a:lnTo>
                    <a:pt x="10596" y="4273"/>
                  </a:lnTo>
                  <a:lnTo>
                    <a:pt x="10661" y="4601"/>
                  </a:lnTo>
                  <a:lnTo>
                    <a:pt x="10683" y="4928"/>
                  </a:lnTo>
                  <a:lnTo>
                    <a:pt x="10705" y="5276"/>
                  </a:lnTo>
                  <a:lnTo>
                    <a:pt x="10705" y="5625"/>
                  </a:lnTo>
                  <a:lnTo>
                    <a:pt x="10705" y="5625"/>
                  </a:lnTo>
                  <a:lnTo>
                    <a:pt x="10661" y="6127"/>
                  </a:lnTo>
                  <a:lnTo>
                    <a:pt x="10552" y="6628"/>
                  </a:lnTo>
                  <a:lnTo>
                    <a:pt x="10421" y="7108"/>
                  </a:lnTo>
                  <a:lnTo>
                    <a:pt x="10247" y="7544"/>
                  </a:lnTo>
                  <a:lnTo>
                    <a:pt x="10029" y="7980"/>
                  </a:lnTo>
                  <a:lnTo>
                    <a:pt x="9767" y="8394"/>
                  </a:lnTo>
                  <a:lnTo>
                    <a:pt x="9484" y="8764"/>
                  </a:lnTo>
                  <a:lnTo>
                    <a:pt x="9157" y="9135"/>
                  </a:lnTo>
                  <a:lnTo>
                    <a:pt x="9157" y="9135"/>
                  </a:lnTo>
                  <a:lnTo>
                    <a:pt x="8982" y="9288"/>
                  </a:lnTo>
                  <a:lnTo>
                    <a:pt x="8982" y="9288"/>
                  </a:lnTo>
                  <a:lnTo>
                    <a:pt x="8743" y="9506"/>
                  </a:lnTo>
                  <a:lnTo>
                    <a:pt x="8481" y="9702"/>
                  </a:lnTo>
                  <a:lnTo>
                    <a:pt x="8219" y="9876"/>
                  </a:lnTo>
                  <a:lnTo>
                    <a:pt x="7936" y="10051"/>
                  </a:lnTo>
                  <a:lnTo>
                    <a:pt x="7936" y="10051"/>
                  </a:lnTo>
                  <a:lnTo>
                    <a:pt x="7740" y="10160"/>
                  </a:lnTo>
                  <a:lnTo>
                    <a:pt x="7740" y="10160"/>
                  </a:lnTo>
                  <a:lnTo>
                    <a:pt x="7413" y="10312"/>
                  </a:lnTo>
                  <a:lnTo>
                    <a:pt x="7064" y="10443"/>
                  </a:lnTo>
                  <a:lnTo>
                    <a:pt x="7064" y="10443"/>
                  </a:lnTo>
                  <a:lnTo>
                    <a:pt x="7064" y="10443"/>
                  </a:lnTo>
                  <a:lnTo>
                    <a:pt x="6802" y="10530"/>
                  </a:lnTo>
                  <a:lnTo>
                    <a:pt x="6519" y="10596"/>
                  </a:lnTo>
                  <a:lnTo>
                    <a:pt x="6519" y="10596"/>
                  </a:lnTo>
                  <a:lnTo>
                    <a:pt x="6279" y="10639"/>
                  </a:lnTo>
                  <a:lnTo>
                    <a:pt x="6279" y="10639"/>
                  </a:lnTo>
                  <a:lnTo>
                    <a:pt x="6279" y="10639"/>
                  </a:lnTo>
                  <a:lnTo>
                    <a:pt x="5996" y="10683"/>
                  </a:lnTo>
                  <a:lnTo>
                    <a:pt x="5691" y="10705"/>
                  </a:lnTo>
                  <a:lnTo>
                    <a:pt x="5385" y="10727"/>
                  </a:lnTo>
                  <a:lnTo>
                    <a:pt x="5080" y="1070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9" name="Google Shape;11429;p80"/>
            <p:cNvSpPr/>
            <p:nvPr/>
          </p:nvSpPr>
          <p:spPr>
            <a:xfrm>
              <a:off x="4170550" y="3566488"/>
              <a:ext cx="147175" cy="46900"/>
            </a:xfrm>
            <a:custGeom>
              <a:rect b="b" l="l" r="r" t="t"/>
              <a:pathLst>
                <a:path extrusionOk="0" h="1876" w="5887">
                  <a:moveTo>
                    <a:pt x="219" y="0"/>
                  </a:moveTo>
                  <a:lnTo>
                    <a:pt x="1" y="88"/>
                  </a:lnTo>
                  <a:lnTo>
                    <a:pt x="197" y="349"/>
                  </a:lnTo>
                  <a:lnTo>
                    <a:pt x="393" y="611"/>
                  </a:lnTo>
                  <a:lnTo>
                    <a:pt x="611" y="851"/>
                  </a:lnTo>
                  <a:lnTo>
                    <a:pt x="873" y="1069"/>
                  </a:lnTo>
                  <a:lnTo>
                    <a:pt x="1134" y="1265"/>
                  </a:lnTo>
                  <a:lnTo>
                    <a:pt x="1439" y="1439"/>
                  </a:lnTo>
                  <a:lnTo>
                    <a:pt x="1745" y="1570"/>
                  </a:lnTo>
                  <a:lnTo>
                    <a:pt x="2050" y="1701"/>
                  </a:lnTo>
                  <a:lnTo>
                    <a:pt x="2312" y="1766"/>
                  </a:lnTo>
                  <a:lnTo>
                    <a:pt x="2551" y="1810"/>
                  </a:lnTo>
                  <a:lnTo>
                    <a:pt x="2791" y="1853"/>
                  </a:lnTo>
                  <a:lnTo>
                    <a:pt x="3031" y="1875"/>
                  </a:lnTo>
                  <a:lnTo>
                    <a:pt x="3532" y="1875"/>
                  </a:lnTo>
                  <a:lnTo>
                    <a:pt x="4012" y="1832"/>
                  </a:lnTo>
                  <a:lnTo>
                    <a:pt x="4492" y="1744"/>
                  </a:lnTo>
                  <a:lnTo>
                    <a:pt x="4971" y="1614"/>
                  </a:lnTo>
                  <a:lnTo>
                    <a:pt x="5429" y="1439"/>
                  </a:lnTo>
                  <a:lnTo>
                    <a:pt x="5887" y="1243"/>
                  </a:lnTo>
                  <a:lnTo>
                    <a:pt x="5712" y="1069"/>
                  </a:lnTo>
                  <a:lnTo>
                    <a:pt x="5320" y="1243"/>
                  </a:lnTo>
                  <a:lnTo>
                    <a:pt x="4906" y="1396"/>
                  </a:lnTo>
                  <a:lnTo>
                    <a:pt x="4513" y="1505"/>
                  </a:lnTo>
                  <a:lnTo>
                    <a:pt x="4099" y="1592"/>
                  </a:lnTo>
                  <a:lnTo>
                    <a:pt x="3663" y="1635"/>
                  </a:lnTo>
                  <a:lnTo>
                    <a:pt x="3249" y="1635"/>
                  </a:lnTo>
                  <a:lnTo>
                    <a:pt x="2813" y="1614"/>
                  </a:lnTo>
                  <a:lnTo>
                    <a:pt x="2399" y="1526"/>
                  </a:lnTo>
                  <a:lnTo>
                    <a:pt x="2050" y="1439"/>
                  </a:lnTo>
                  <a:lnTo>
                    <a:pt x="1723" y="1308"/>
                  </a:lnTo>
                  <a:lnTo>
                    <a:pt x="1418" y="1156"/>
                  </a:lnTo>
                  <a:lnTo>
                    <a:pt x="1134" y="960"/>
                  </a:lnTo>
                  <a:lnTo>
                    <a:pt x="873" y="763"/>
                  </a:lnTo>
                  <a:lnTo>
                    <a:pt x="633" y="524"/>
                  </a:lnTo>
                  <a:lnTo>
                    <a:pt x="415" y="262"/>
                  </a:lnTo>
                  <a:lnTo>
                    <a:pt x="219"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0" name="Google Shape;11430;p80"/>
            <p:cNvSpPr/>
            <p:nvPr/>
          </p:nvSpPr>
          <p:spPr>
            <a:xfrm>
              <a:off x="4287200" y="3628063"/>
              <a:ext cx="55600" cy="161900"/>
            </a:xfrm>
            <a:custGeom>
              <a:rect b="b" l="l" r="r" t="t"/>
              <a:pathLst>
                <a:path extrusionOk="0" h="6476" w="2224">
                  <a:moveTo>
                    <a:pt x="2115" y="1"/>
                  </a:moveTo>
                  <a:lnTo>
                    <a:pt x="1897" y="110"/>
                  </a:lnTo>
                  <a:lnTo>
                    <a:pt x="1700" y="262"/>
                  </a:lnTo>
                  <a:lnTo>
                    <a:pt x="1482" y="415"/>
                  </a:lnTo>
                  <a:lnTo>
                    <a:pt x="1308" y="589"/>
                  </a:lnTo>
                  <a:lnTo>
                    <a:pt x="1112" y="764"/>
                  </a:lnTo>
                  <a:lnTo>
                    <a:pt x="959" y="938"/>
                  </a:lnTo>
                  <a:lnTo>
                    <a:pt x="807" y="1156"/>
                  </a:lnTo>
                  <a:lnTo>
                    <a:pt x="654" y="1352"/>
                  </a:lnTo>
                  <a:lnTo>
                    <a:pt x="523" y="1570"/>
                  </a:lnTo>
                  <a:lnTo>
                    <a:pt x="414" y="1810"/>
                  </a:lnTo>
                  <a:lnTo>
                    <a:pt x="305" y="2028"/>
                  </a:lnTo>
                  <a:lnTo>
                    <a:pt x="218" y="2268"/>
                  </a:lnTo>
                  <a:lnTo>
                    <a:pt x="131" y="2530"/>
                  </a:lnTo>
                  <a:lnTo>
                    <a:pt x="65" y="2791"/>
                  </a:lnTo>
                  <a:lnTo>
                    <a:pt x="22" y="3053"/>
                  </a:lnTo>
                  <a:lnTo>
                    <a:pt x="0" y="3315"/>
                  </a:lnTo>
                  <a:lnTo>
                    <a:pt x="0" y="3751"/>
                  </a:lnTo>
                  <a:lnTo>
                    <a:pt x="44" y="4187"/>
                  </a:lnTo>
                  <a:lnTo>
                    <a:pt x="109" y="4601"/>
                  </a:lnTo>
                  <a:lnTo>
                    <a:pt x="240" y="5015"/>
                  </a:lnTo>
                  <a:lnTo>
                    <a:pt x="392" y="5407"/>
                  </a:lnTo>
                  <a:lnTo>
                    <a:pt x="567" y="5778"/>
                  </a:lnTo>
                  <a:lnTo>
                    <a:pt x="807" y="6149"/>
                  </a:lnTo>
                  <a:lnTo>
                    <a:pt x="1046" y="6476"/>
                  </a:lnTo>
                  <a:lnTo>
                    <a:pt x="1221" y="6323"/>
                  </a:lnTo>
                  <a:lnTo>
                    <a:pt x="1003" y="6018"/>
                  </a:lnTo>
                  <a:lnTo>
                    <a:pt x="785" y="5691"/>
                  </a:lnTo>
                  <a:lnTo>
                    <a:pt x="610" y="5342"/>
                  </a:lnTo>
                  <a:lnTo>
                    <a:pt x="480" y="4993"/>
                  </a:lnTo>
                  <a:lnTo>
                    <a:pt x="371" y="4623"/>
                  </a:lnTo>
                  <a:lnTo>
                    <a:pt x="283" y="4252"/>
                  </a:lnTo>
                  <a:lnTo>
                    <a:pt x="240" y="3860"/>
                  </a:lnTo>
                  <a:lnTo>
                    <a:pt x="240" y="3445"/>
                  </a:lnTo>
                  <a:lnTo>
                    <a:pt x="262" y="3184"/>
                  </a:lnTo>
                  <a:lnTo>
                    <a:pt x="283" y="2944"/>
                  </a:lnTo>
                  <a:lnTo>
                    <a:pt x="349" y="2682"/>
                  </a:lnTo>
                  <a:lnTo>
                    <a:pt x="414" y="2443"/>
                  </a:lnTo>
                  <a:lnTo>
                    <a:pt x="480" y="2203"/>
                  </a:lnTo>
                  <a:lnTo>
                    <a:pt x="589" y="1985"/>
                  </a:lnTo>
                  <a:lnTo>
                    <a:pt x="698" y="1745"/>
                  </a:lnTo>
                  <a:lnTo>
                    <a:pt x="828" y="1549"/>
                  </a:lnTo>
                  <a:lnTo>
                    <a:pt x="959" y="1331"/>
                  </a:lnTo>
                  <a:lnTo>
                    <a:pt x="1112" y="1134"/>
                  </a:lnTo>
                  <a:lnTo>
                    <a:pt x="1264" y="960"/>
                  </a:lnTo>
                  <a:lnTo>
                    <a:pt x="1439" y="786"/>
                  </a:lnTo>
                  <a:lnTo>
                    <a:pt x="1613" y="611"/>
                  </a:lnTo>
                  <a:lnTo>
                    <a:pt x="1809" y="459"/>
                  </a:lnTo>
                  <a:lnTo>
                    <a:pt x="2027" y="328"/>
                  </a:lnTo>
                  <a:lnTo>
                    <a:pt x="2224" y="197"/>
                  </a:lnTo>
                  <a:lnTo>
                    <a:pt x="211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1" name="Google Shape;11431;p80"/>
            <p:cNvSpPr/>
            <p:nvPr/>
          </p:nvSpPr>
          <p:spPr>
            <a:xfrm>
              <a:off x="4118775" y="3601913"/>
              <a:ext cx="168450" cy="209850"/>
            </a:xfrm>
            <a:custGeom>
              <a:rect b="b" l="l" r="r" t="t"/>
              <a:pathLst>
                <a:path extrusionOk="0" h="8394" w="6738">
                  <a:moveTo>
                    <a:pt x="197" y="0"/>
                  </a:moveTo>
                  <a:lnTo>
                    <a:pt x="1" y="197"/>
                  </a:lnTo>
                  <a:lnTo>
                    <a:pt x="349" y="284"/>
                  </a:lnTo>
                  <a:lnTo>
                    <a:pt x="698" y="371"/>
                  </a:lnTo>
                  <a:lnTo>
                    <a:pt x="1025" y="480"/>
                  </a:lnTo>
                  <a:lnTo>
                    <a:pt x="1352" y="611"/>
                  </a:lnTo>
                  <a:lnTo>
                    <a:pt x="1679" y="763"/>
                  </a:lnTo>
                  <a:lnTo>
                    <a:pt x="1984" y="938"/>
                  </a:lnTo>
                  <a:lnTo>
                    <a:pt x="2290" y="1112"/>
                  </a:lnTo>
                  <a:lnTo>
                    <a:pt x="2573" y="1308"/>
                  </a:lnTo>
                  <a:lnTo>
                    <a:pt x="2856" y="1505"/>
                  </a:lnTo>
                  <a:lnTo>
                    <a:pt x="3140" y="1744"/>
                  </a:lnTo>
                  <a:lnTo>
                    <a:pt x="3380" y="1984"/>
                  </a:lnTo>
                  <a:lnTo>
                    <a:pt x="3641" y="2224"/>
                  </a:lnTo>
                  <a:lnTo>
                    <a:pt x="3859" y="2507"/>
                  </a:lnTo>
                  <a:lnTo>
                    <a:pt x="4077" y="2769"/>
                  </a:lnTo>
                  <a:lnTo>
                    <a:pt x="4274" y="3074"/>
                  </a:lnTo>
                  <a:lnTo>
                    <a:pt x="4448" y="3380"/>
                  </a:lnTo>
                  <a:lnTo>
                    <a:pt x="4601" y="3663"/>
                  </a:lnTo>
                  <a:lnTo>
                    <a:pt x="4753" y="3968"/>
                  </a:lnTo>
                  <a:lnTo>
                    <a:pt x="4993" y="4600"/>
                  </a:lnTo>
                  <a:lnTo>
                    <a:pt x="5211" y="5254"/>
                  </a:lnTo>
                  <a:lnTo>
                    <a:pt x="5429" y="5930"/>
                  </a:lnTo>
                  <a:lnTo>
                    <a:pt x="5647" y="6584"/>
                  </a:lnTo>
                  <a:lnTo>
                    <a:pt x="5887" y="7216"/>
                  </a:lnTo>
                  <a:lnTo>
                    <a:pt x="6018" y="7543"/>
                  </a:lnTo>
                  <a:lnTo>
                    <a:pt x="6170" y="7827"/>
                  </a:lnTo>
                  <a:lnTo>
                    <a:pt x="6345" y="8110"/>
                  </a:lnTo>
                  <a:lnTo>
                    <a:pt x="6541" y="8394"/>
                  </a:lnTo>
                  <a:lnTo>
                    <a:pt x="6737" y="8285"/>
                  </a:lnTo>
                  <a:lnTo>
                    <a:pt x="6541" y="7980"/>
                  </a:lnTo>
                  <a:lnTo>
                    <a:pt x="6345" y="7653"/>
                  </a:lnTo>
                  <a:lnTo>
                    <a:pt x="6170" y="7325"/>
                  </a:lnTo>
                  <a:lnTo>
                    <a:pt x="6018" y="6977"/>
                  </a:lnTo>
                  <a:lnTo>
                    <a:pt x="5865" y="6628"/>
                  </a:lnTo>
                  <a:lnTo>
                    <a:pt x="5734" y="6257"/>
                  </a:lnTo>
                  <a:lnTo>
                    <a:pt x="5494" y="5516"/>
                  </a:lnTo>
                  <a:lnTo>
                    <a:pt x="5255" y="4775"/>
                  </a:lnTo>
                  <a:lnTo>
                    <a:pt x="4993" y="4034"/>
                  </a:lnTo>
                  <a:lnTo>
                    <a:pt x="4862" y="3685"/>
                  </a:lnTo>
                  <a:lnTo>
                    <a:pt x="4688" y="3336"/>
                  </a:lnTo>
                  <a:lnTo>
                    <a:pt x="4513" y="3009"/>
                  </a:lnTo>
                  <a:lnTo>
                    <a:pt x="4317" y="2704"/>
                  </a:lnTo>
                  <a:lnTo>
                    <a:pt x="4121" y="2442"/>
                  </a:lnTo>
                  <a:lnTo>
                    <a:pt x="3925" y="2202"/>
                  </a:lnTo>
                  <a:lnTo>
                    <a:pt x="3707" y="1962"/>
                  </a:lnTo>
                  <a:lnTo>
                    <a:pt x="3489" y="1744"/>
                  </a:lnTo>
                  <a:lnTo>
                    <a:pt x="3249" y="1526"/>
                  </a:lnTo>
                  <a:lnTo>
                    <a:pt x="3009" y="1330"/>
                  </a:lnTo>
                  <a:lnTo>
                    <a:pt x="2769" y="1134"/>
                  </a:lnTo>
                  <a:lnTo>
                    <a:pt x="2508" y="960"/>
                  </a:lnTo>
                  <a:lnTo>
                    <a:pt x="2246" y="807"/>
                  </a:lnTo>
                  <a:lnTo>
                    <a:pt x="1963" y="654"/>
                  </a:lnTo>
                  <a:lnTo>
                    <a:pt x="1679" y="502"/>
                  </a:lnTo>
                  <a:lnTo>
                    <a:pt x="1396" y="371"/>
                  </a:lnTo>
                  <a:lnTo>
                    <a:pt x="1091" y="262"/>
                  </a:lnTo>
                  <a:lnTo>
                    <a:pt x="807" y="153"/>
                  </a:lnTo>
                  <a:lnTo>
                    <a:pt x="502" y="66"/>
                  </a:lnTo>
                  <a:lnTo>
                    <a:pt x="19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2" name="Google Shape;11432;p80"/>
            <p:cNvSpPr/>
            <p:nvPr/>
          </p:nvSpPr>
          <p:spPr>
            <a:xfrm>
              <a:off x="4123675" y="3759413"/>
              <a:ext cx="128100" cy="64350"/>
            </a:xfrm>
            <a:custGeom>
              <a:rect b="b" l="l" r="r" t="t"/>
              <a:pathLst>
                <a:path extrusionOk="0" h="2574" w="5124">
                  <a:moveTo>
                    <a:pt x="2050" y="1"/>
                  </a:moveTo>
                  <a:lnTo>
                    <a:pt x="1679" y="44"/>
                  </a:lnTo>
                  <a:lnTo>
                    <a:pt x="1309" y="132"/>
                  </a:lnTo>
                  <a:lnTo>
                    <a:pt x="938" y="262"/>
                  </a:lnTo>
                  <a:lnTo>
                    <a:pt x="611" y="437"/>
                  </a:lnTo>
                  <a:lnTo>
                    <a:pt x="284" y="655"/>
                  </a:lnTo>
                  <a:lnTo>
                    <a:pt x="1" y="916"/>
                  </a:lnTo>
                  <a:lnTo>
                    <a:pt x="175" y="1091"/>
                  </a:lnTo>
                  <a:lnTo>
                    <a:pt x="437" y="851"/>
                  </a:lnTo>
                  <a:lnTo>
                    <a:pt x="742" y="633"/>
                  </a:lnTo>
                  <a:lnTo>
                    <a:pt x="1069" y="480"/>
                  </a:lnTo>
                  <a:lnTo>
                    <a:pt x="1418" y="350"/>
                  </a:lnTo>
                  <a:lnTo>
                    <a:pt x="1767" y="262"/>
                  </a:lnTo>
                  <a:lnTo>
                    <a:pt x="2137" y="241"/>
                  </a:lnTo>
                  <a:lnTo>
                    <a:pt x="2508" y="262"/>
                  </a:lnTo>
                  <a:lnTo>
                    <a:pt x="2682" y="306"/>
                  </a:lnTo>
                  <a:lnTo>
                    <a:pt x="2878" y="350"/>
                  </a:lnTo>
                  <a:lnTo>
                    <a:pt x="3075" y="393"/>
                  </a:lnTo>
                  <a:lnTo>
                    <a:pt x="3271" y="480"/>
                  </a:lnTo>
                  <a:lnTo>
                    <a:pt x="3445" y="568"/>
                  </a:lnTo>
                  <a:lnTo>
                    <a:pt x="3620" y="655"/>
                  </a:lnTo>
                  <a:lnTo>
                    <a:pt x="3794" y="786"/>
                  </a:lnTo>
                  <a:lnTo>
                    <a:pt x="3947" y="895"/>
                  </a:lnTo>
                  <a:lnTo>
                    <a:pt x="4099" y="1025"/>
                  </a:lnTo>
                  <a:lnTo>
                    <a:pt x="4230" y="1178"/>
                  </a:lnTo>
                  <a:lnTo>
                    <a:pt x="4339" y="1331"/>
                  </a:lnTo>
                  <a:lnTo>
                    <a:pt x="4470" y="1483"/>
                  </a:lnTo>
                  <a:lnTo>
                    <a:pt x="4557" y="1658"/>
                  </a:lnTo>
                  <a:lnTo>
                    <a:pt x="4644" y="1832"/>
                  </a:lnTo>
                  <a:lnTo>
                    <a:pt x="4732" y="2007"/>
                  </a:lnTo>
                  <a:lnTo>
                    <a:pt x="4797" y="2181"/>
                  </a:lnTo>
                  <a:lnTo>
                    <a:pt x="4862" y="2377"/>
                  </a:lnTo>
                  <a:lnTo>
                    <a:pt x="4884" y="2573"/>
                  </a:lnTo>
                  <a:lnTo>
                    <a:pt x="5124" y="2530"/>
                  </a:lnTo>
                  <a:lnTo>
                    <a:pt x="5080" y="2312"/>
                  </a:lnTo>
                  <a:lnTo>
                    <a:pt x="5015" y="2094"/>
                  </a:lnTo>
                  <a:lnTo>
                    <a:pt x="4950" y="1898"/>
                  </a:lnTo>
                  <a:lnTo>
                    <a:pt x="4862" y="1680"/>
                  </a:lnTo>
                  <a:lnTo>
                    <a:pt x="4753" y="1505"/>
                  </a:lnTo>
                  <a:lnTo>
                    <a:pt x="4623" y="1309"/>
                  </a:lnTo>
                  <a:lnTo>
                    <a:pt x="4514" y="1134"/>
                  </a:lnTo>
                  <a:lnTo>
                    <a:pt x="4361" y="982"/>
                  </a:lnTo>
                  <a:lnTo>
                    <a:pt x="4208" y="807"/>
                  </a:lnTo>
                  <a:lnTo>
                    <a:pt x="4034" y="677"/>
                  </a:lnTo>
                  <a:lnTo>
                    <a:pt x="3860" y="546"/>
                  </a:lnTo>
                  <a:lnTo>
                    <a:pt x="3685" y="415"/>
                  </a:lnTo>
                  <a:lnTo>
                    <a:pt x="3489" y="306"/>
                  </a:lnTo>
                  <a:lnTo>
                    <a:pt x="3271" y="219"/>
                  </a:lnTo>
                  <a:lnTo>
                    <a:pt x="3053" y="153"/>
                  </a:lnTo>
                  <a:lnTo>
                    <a:pt x="2835" y="88"/>
                  </a:lnTo>
                  <a:lnTo>
                    <a:pt x="2639" y="44"/>
                  </a:lnTo>
                  <a:lnTo>
                    <a:pt x="2442" y="23"/>
                  </a:lnTo>
                  <a:lnTo>
                    <a:pt x="205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3" name="Google Shape;11433;p80"/>
            <p:cNvSpPr/>
            <p:nvPr/>
          </p:nvSpPr>
          <p:spPr>
            <a:xfrm>
              <a:off x="4101325" y="3625338"/>
              <a:ext cx="45275" cy="128125"/>
            </a:xfrm>
            <a:custGeom>
              <a:rect b="b" l="l" r="r" t="t"/>
              <a:pathLst>
                <a:path extrusionOk="0" h="5125" w="1811">
                  <a:moveTo>
                    <a:pt x="197" y="1"/>
                  </a:moveTo>
                  <a:lnTo>
                    <a:pt x="88" y="219"/>
                  </a:lnTo>
                  <a:lnTo>
                    <a:pt x="415" y="393"/>
                  </a:lnTo>
                  <a:lnTo>
                    <a:pt x="699" y="633"/>
                  </a:lnTo>
                  <a:lnTo>
                    <a:pt x="960" y="895"/>
                  </a:lnTo>
                  <a:lnTo>
                    <a:pt x="1178" y="1200"/>
                  </a:lnTo>
                  <a:lnTo>
                    <a:pt x="1287" y="1374"/>
                  </a:lnTo>
                  <a:lnTo>
                    <a:pt x="1353" y="1527"/>
                  </a:lnTo>
                  <a:lnTo>
                    <a:pt x="1440" y="1701"/>
                  </a:lnTo>
                  <a:lnTo>
                    <a:pt x="1483" y="1876"/>
                  </a:lnTo>
                  <a:lnTo>
                    <a:pt x="1527" y="2072"/>
                  </a:lnTo>
                  <a:lnTo>
                    <a:pt x="1571" y="2246"/>
                  </a:lnTo>
                  <a:lnTo>
                    <a:pt x="1592" y="2443"/>
                  </a:lnTo>
                  <a:lnTo>
                    <a:pt x="1592" y="2639"/>
                  </a:lnTo>
                  <a:lnTo>
                    <a:pt x="1571" y="2813"/>
                  </a:lnTo>
                  <a:lnTo>
                    <a:pt x="1549" y="3009"/>
                  </a:lnTo>
                  <a:lnTo>
                    <a:pt x="1505" y="3184"/>
                  </a:lnTo>
                  <a:lnTo>
                    <a:pt x="1440" y="3358"/>
                  </a:lnTo>
                  <a:lnTo>
                    <a:pt x="1374" y="3533"/>
                  </a:lnTo>
                  <a:lnTo>
                    <a:pt x="1309" y="3685"/>
                  </a:lnTo>
                  <a:lnTo>
                    <a:pt x="1113" y="3990"/>
                  </a:lnTo>
                  <a:lnTo>
                    <a:pt x="873" y="4274"/>
                  </a:lnTo>
                  <a:lnTo>
                    <a:pt x="611" y="4535"/>
                  </a:lnTo>
                  <a:lnTo>
                    <a:pt x="306" y="4732"/>
                  </a:lnTo>
                  <a:lnTo>
                    <a:pt x="1" y="4906"/>
                  </a:lnTo>
                  <a:lnTo>
                    <a:pt x="110" y="5124"/>
                  </a:lnTo>
                  <a:lnTo>
                    <a:pt x="284" y="5037"/>
                  </a:lnTo>
                  <a:lnTo>
                    <a:pt x="459" y="4950"/>
                  </a:lnTo>
                  <a:lnTo>
                    <a:pt x="764" y="4710"/>
                  </a:lnTo>
                  <a:lnTo>
                    <a:pt x="1069" y="4426"/>
                  </a:lnTo>
                  <a:lnTo>
                    <a:pt x="1178" y="4274"/>
                  </a:lnTo>
                  <a:lnTo>
                    <a:pt x="1309" y="4121"/>
                  </a:lnTo>
                  <a:lnTo>
                    <a:pt x="1418" y="3969"/>
                  </a:lnTo>
                  <a:lnTo>
                    <a:pt x="1505" y="3794"/>
                  </a:lnTo>
                  <a:lnTo>
                    <a:pt x="1592" y="3620"/>
                  </a:lnTo>
                  <a:lnTo>
                    <a:pt x="1680" y="3424"/>
                  </a:lnTo>
                  <a:lnTo>
                    <a:pt x="1723" y="3227"/>
                  </a:lnTo>
                  <a:lnTo>
                    <a:pt x="1767" y="3031"/>
                  </a:lnTo>
                  <a:lnTo>
                    <a:pt x="1810" y="2835"/>
                  </a:lnTo>
                  <a:lnTo>
                    <a:pt x="1810" y="2639"/>
                  </a:lnTo>
                  <a:lnTo>
                    <a:pt x="1810" y="2443"/>
                  </a:lnTo>
                  <a:lnTo>
                    <a:pt x="1810" y="2225"/>
                  </a:lnTo>
                  <a:lnTo>
                    <a:pt x="1767" y="2028"/>
                  </a:lnTo>
                  <a:lnTo>
                    <a:pt x="1723" y="1832"/>
                  </a:lnTo>
                  <a:lnTo>
                    <a:pt x="1658" y="1636"/>
                  </a:lnTo>
                  <a:lnTo>
                    <a:pt x="1592" y="1440"/>
                  </a:lnTo>
                  <a:lnTo>
                    <a:pt x="1483" y="1265"/>
                  </a:lnTo>
                  <a:lnTo>
                    <a:pt x="1396" y="1091"/>
                  </a:lnTo>
                  <a:lnTo>
                    <a:pt x="1287" y="916"/>
                  </a:lnTo>
                  <a:lnTo>
                    <a:pt x="1156" y="764"/>
                  </a:lnTo>
                  <a:lnTo>
                    <a:pt x="1026" y="611"/>
                  </a:lnTo>
                  <a:lnTo>
                    <a:pt x="873" y="459"/>
                  </a:lnTo>
                  <a:lnTo>
                    <a:pt x="720" y="328"/>
                  </a:lnTo>
                  <a:lnTo>
                    <a:pt x="546" y="219"/>
                  </a:lnTo>
                  <a:lnTo>
                    <a:pt x="372" y="110"/>
                  </a:lnTo>
                  <a:lnTo>
                    <a:pt x="19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4" name="Google Shape;11434;p80"/>
            <p:cNvSpPr/>
            <p:nvPr/>
          </p:nvSpPr>
          <p:spPr>
            <a:xfrm>
              <a:off x="4088800" y="3557763"/>
              <a:ext cx="241475" cy="190250"/>
            </a:xfrm>
            <a:custGeom>
              <a:rect b="b" l="l" r="r" t="t"/>
              <a:pathLst>
                <a:path extrusionOk="0" h="7610" w="9659">
                  <a:moveTo>
                    <a:pt x="5342" y="1"/>
                  </a:moveTo>
                  <a:lnTo>
                    <a:pt x="4862" y="22"/>
                  </a:lnTo>
                  <a:lnTo>
                    <a:pt x="4404" y="88"/>
                  </a:lnTo>
                  <a:lnTo>
                    <a:pt x="3946" y="197"/>
                  </a:lnTo>
                  <a:lnTo>
                    <a:pt x="3489" y="349"/>
                  </a:lnTo>
                  <a:lnTo>
                    <a:pt x="3619" y="524"/>
                  </a:lnTo>
                  <a:lnTo>
                    <a:pt x="3750" y="698"/>
                  </a:lnTo>
                  <a:lnTo>
                    <a:pt x="3881" y="851"/>
                  </a:lnTo>
                  <a:lnTo>
                    <a:pt x="4034" y="1003"/>
                  </a:lnTo>
                  <a:lnTo>
                    <a:pt x="4208" y="1156"/>
                  </a:lnTo>
                  <a:lnTo>
                    <a:pt x="4382" y="1287"/>
                  </a:lnTo>
                  <a:lnTo>
                    <a:pt x="4557" y="1418"/>
                  </a:lnTo>
                  <a:lnTo>
                    <a:pt x="4753" y="1527"/>
                  </a:lnTo>
                  <a:lnTo>
                    <a:pt x="5211" y="1374"/>
                  </a:lnTo>
                  <a:lnTo>
                    <a:pt x="5669" y="1265"/>
                  </a:lnTo>
                  <a:lnTo>
                    <a:pt x="6105" y="1200"/>
                  </a:lnTo>
                  <a:lnTo>
                    <a:pt x="6541" y="1178"/>
                  </a:lnTo>
                  <a:lnTo>
                    <a:pt x="6846" y="1200"/>
                  </a:lnTo>
                  <a:lnTo>
                    <a:pt x="7129" y="1221"/>
                  </a:lnTo>
                  <a:lnTo>
                    <a:pt x="7391" y="1265"/>
                  </a:lnTo>
                  <a:lnTo>
                    <a:pt x="7653" y="1309"/>
                  </a:lnTo>
                  <a:lnTo>
                    <a:pt x="8154" y="1439"/>
                  </a:lnTo>
                  <a:lnTo>
                    <a:pt x="8568" y="1592"/>
                  </a:lnTo>
                  <a:lnTo>
                    <a:pt x="8982" y="1418"/>
                  </a:lnTo>
                  <a:lnTo>
                    <a:pt x="8634" y="1134"/>
                  </a:lnTo>
                  <a:lnTo>
                    <a:pt x="8263" y="873"/>
                  </a:lnTo>
                  <a:lnTo>
                    <a:pt x="7871" y="633"/>
                  </a:lnTo>
                  <a:lnTo>
                    <a:pt x="7456" y="437"/>
                  </a:lnTo>
                  <a:lnTo>
                    <a:pt x="7020" y="262"/>
                  </a:lnTo>
                  <a:lnTo>
                    <a:pt x="6563" y="153"/>
                  </a:lnTo>
                  <a:lnTo>
                    <a:pt x="6105" y="66"/>
                  </a:lnTo>
                  <a:lnTo>
                    <a:pt x="5603" y="22"/>
                  </a:lnTo>
                  <a:lnTo>
                    <a:pt x="5342" y="1"/>
                  </a:lnTo>
                  <a:close/>
                  <a:moveTo>
                    <a:pt x="9157" y="1592"/>
                  </a:moveTo>
                  <a:lnTo>
                    <a:pt x="8873" y="1723"/>
                  </a:lnTo>
                  <a:lnTo>
                    <a:pt x="9200" y="1897"/>
                  </a:lnTo>
                  <a:lnTo>
                    <a:pt x="9440" y="2028"/>
                  </a:lnTo>
                  <a:lnTo>
                    <a:pt x="9658" y="2159"/>
                  </a:lnTo>
                  <a:lnTo>
                    <a:pt x="9658" y="2159"/>
                  </a:lnTo>
                  <a:lnTo>
                    <a:pt x="9418" y="1875"/>
                  </a:lnTo>
                  <a:lnTo>
                    <a:pt x="9157" y="1592"/>
                  </a:lnTo>
                  <a:close/>
                  <a:moveTo>
                    <a:pt x="3271" y="437"/>
                  </a:moveTo>
                  <a:lnTo>
                    <a:pt x="3009" y="546"/>
                  </a:lnTo>
                  <a:lnTo>
                    <a:pt x="2747" y="676"/>
                  </a:lnTo>
                  <a:lnTo>
                    <a:pt x="2508" y="829"/>
                  </a:lnTo>
                  <a:lnTo>
                    <a:pt x="2246" y="1003"/>
                  </a:lnTo>
                  <a:lnTo>
                    <a:pt x="2028" y="1178"/>
                  </a:lnTo>
                  <a:lnTo>
                    <a:pt x="1810" y="1352"/>
                  </a:lnTo>
                  <a:lnTo>
                    <a:pt x="1592" y="1548"/>
                  </a:lnTo>
                  <a:lnTo>
                    <a:pt x="1396" y="1766"/>
                  </a:lnTo>
                  <a:lnTo>
                    <a:pt x="1875" y="1897"/>
                  </a:lnTo>
                  <a:lnTo>
                    <a:pt x="2333" y="2050"/>
                  </a:lnTo>
                  <a:lnTo>
                    <a:pt x="2813" y="2224"/>
                  </a:lnTo>
                  <a:lnTo>
                    <a:pt x="3249" y="2464"/>
                  </a:lnTo>
                  <a:lnTo>
                    <a:pt x="3445" y="2268"/>
                  </a:lnTo>
                  <a:lnTo>
                    <a:pt x="3685" y="2093"/>
                  </a:lnTo>
                  <a:lnTo>
                    <a:pt x="4077" y="1854"/>
                  </a:lnTo>
                  <a:lnTo>
                    <a:pt x="4470" y="1657"/>
                  </a:lnTo>
                  <a:lnTo>
                    <a:pt x="4121" y="1396"/>
                  </a:lnTo>
                  <a:lnTo>
                    <a:pt x="3794" y="1112"/>
                  </a:lnTo>
                  <a:lnTo>
                    <a:pt x="3510" y="785"/>
                  </a:lnTo>
                  <a:lnTo>
                    <a:pt x="3271" y="437"/>
                  </a:lnTo>
                  <a:close/>
                  <a:moveTo>
                    <a:pt x="1200" y="1963"/>
                  </a:moveTo>
                  <a:lnTo>
                    <a:pt x="938" y="2333"/>
                  </a:lnTo>
                  <a:lnTo>
                    <a:pt x="698" y="2704"/>
                  </a:lnTo>
                  <a:lnTo>
                    <a:pt x="982" y="2878"/>
                  </a:lnTo>
                  <a:lnTo>
                    <a:pt x="1265" y="3074"/>
                  </a:lnTo>
                  <a:lnTo>
                    <a:pt x="1505" y="3292"/>
                  </a:lnTo>
                  <a:lnTo>
                    <a:pt x="1723" y="3532"/>
                  </a:lnTo>
                  <a:lnTo>
                    <a:pt x="1897" y="3816"/>
                  </a:lnTo>
                  <a:lnTo>
                    <a:pt x="2072" y="4099"/>
                  </a:lnTo>
                  <a:lnTo>
                    <a:pt x="2181" y="4404"/>
                  </a:lnTo>
                  <a:lnTo>
                    <a:pt x="2268" y="4731"/>
                  </a:lnTo>
                  <a:lnTo>
                    <a:pt x="2311" y="4426"/>
                  </a:lnTo>
                  <a:lnTo>
                    <a:pt x="2377" y="4143"/>
                  </a:lnTo>
                  <a:lnTo>
                    <a:pt x="2464" y="3859"/>
                  </a:lnTo>
                  <a:lnTo>
                    <a:pt x="2551" y="3598"/>
                  </a:lnTo>
                  <a:lnTo>
                    <a:pt x="2660" y="3336"/>
                  </a:lnTo>
                  <a:lnTo>
                    <a:pt x="2791" y="3074"/>
                  </a:lnTo>
                  <a:lnTo>
                    <a:pt x="2944" y="2856"/>
                  </a:lnTo>
                  <a:lnTo>
                    <a:pt x="3096" y="2638"/>
                  </a:lnTo>
                  <a:lnTo>
                    <a:pt x="2638" y="2420"/>
                  </a:lnTo>
                  <a:lnTo>
                    <a:pt x="2181" y="2246"/>
                  </a:lnTo>
                  <a:lnTo>
                    <a:pt x="1701" y="2093"/>
                  </a:lnTo>
                  <a:lnTo>
                    <a:pt x="1200" y="1963"/>
                  </a:lnTo>
                  <a:close/>
                  <a:moveTo>
                    <a:pt x="589" y="2922"/>
                  </a:moveTo>
                  <a:lnTo>
                    <a:pt x="458" y="3162"/>
                  </a:lnTo>
                  <a:lnTo>
                    <a:pt x="349" y="3423"/>
                  </a:lnTo>
                  <a:lnTo>
                    <a:pt x="262" y="3685"/>
                  </a:lnTo>
                  <a:lnTo>
                    <a:pt x="175" y="3968"/>
                  </a:lnTo>
                  <a:lnTo>
                    <a:pt x="110" y="4230"/>
                  </a:lnTo>
                  <a:lnTo>
                    <a:pt x="66" y="4513"/>
                  </a:lnTo>
                  <a:lnTo>
                    <a:pt x="22" y="4819"/>
                  </a:lnTo>
                  <a:lnTo>
                    <a:pt x="1" y="5102"/>
                  </a:lnTo>
                  <a:lnTo>
                    <a:pt x="1" y="5364"/>
                  </a:lnTo>
                  <a:lnTo>
                    <a:pt x="1" y="5669"/>
                  </a:lnTo>
                  <a:lnTo>
                    <a:pt x="22" y="5952"/>
                  </a:lnTo>
                  <a:lnTo>
                    <a:pt x="66" y="6257"/>
                  </a:lnTo>
                  <a:lnTo>
                    <a:pt x="131" y="6541"/>
                  </a:lnTo>
                  <a:lnTo>
                    <a:pt x="197" y="6802"/>
                  </a:lnTo>
                  <a:lnTo>
                    <a:pt x="284" y="7086"/>
                  </a:lnTo>
                  <a:lnTo>
                    <a:pt x="371" y="7347"/>
                  </a:lnTo>
                  <a:lnTo>
                    <a:pt x="502" y="7609"/>
                  </a:lnTo>
                  <a:lnTo>
                    <a:pt x="807" y="7435"/>
                  </a:lnTo>
                  <a:lnTo>
                    <a:pt x="1112" y="7238"/>
                  </a:lnTo>
                  <a:lnTo>
                    <a:pt x="1374" y="6977"/>
                  </a:lnTo>
                  <a:lnTo>
                    <a:pt x="1614" y="6693"/>
                  </a:lnTo>
                  <a:lnTo>
                    <a:pt x="1810" y="6388"/>
                  </a:lnTo>
                  <a:lnTo>
                    <a:pt x="1875" y="6236"/>
                  </a:lnTo>
                  <a:lnTo>
                    <a:pt x="1941" y="6061"/>
                  </a:lnTo>
                  <a:lnTo>
                    <a:pt x="2006" y="5887"/>
                  </a:lnTo>
                  <a:lnTo>
                    <a:pt x="2050" y="5712"/>
                  </a:lnTo>
                  <a:lnTo>
                    <a:pt x="2072" y="5516"/>
                  </a:lnTo>
                  <a:lnTo>
                    <a:pt x="2093" y="5342"/>
                  </a:lnTo>
                  <a:lnTo>
                    <a:pt x="2093" y="5146"/>
                  </a:lnTo>
                  <a:lnTo>
                    <a:pt x="2072" y="4949"/>
                  </a:lnTo>
                  <a:lnTo>
                    <a:pt x="2028" y="4775"/>
                  </a:lnTo>
                  <a:lnTo>
                    <a:pt x="1984" y="4579"/>
                  </a:lnTo>
                  <a:lnTo>
                    <a:pt x="1941" y="4404"/>
                  </a:lnTo>
                  <a:lnTo>
                    <a:pt x="1854" y="4230"/>
                  </a:lnTo>
                  <a:lnTo>
                    <a:pt x="1788" y="4077"/>
                  </a:lnTo>
                  <a:lnTo>
                    <a:pt x="1679" y="3903"/>
                  </a:lnTo>
                  <a:lnTo>
                    <a:pt x="1461" y="3598"/>
                  </a:lnTo>
                  <a:lnTo>
                    <a:pt x="1200" y="3336"/>
                  </a:lnTo>
                  <a:lnTo>
                    <a:pt x="916" y="3096"/>
                  </a:lnTo>
                  <a:lnTo>
                    <a:pt x="589" y="2922"/>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5" name="Google Shape;11435;p80"/>
            <p:cNvSpPr/>
            <p:nvPr/>
          </p:nvSpPr>
          <p:spPr>
            <a:xfrm>
              <a:off x="4310625" y="3597538"/>
              <a:ext cx="19650" cy="14200"/>
            </a:xfrm>
            <a:custGeom>
              <a:rect b="b" l="l" r="r" t="t"/>
              <a:pathLst>
                <a:path extrusionOk="0" fill="none" h="568" w="786">
                  <a:moveTo>
                    <a:pt x="284" y="1"/>
                  </a:moveTo>
                  <a:lnTo>
                    <a:pt x="284" y="1"/>
                  </a:lnTo>
                  <a:lnTo>
                    <a:pt x="0" y="132"/>
                  </a:lnTo>
                  <a:lnTo>
                    <a:pt x="0" y="132"/>
                  </a:lnTo>
                  <a:lnTo>
                    <a:pt x="327" y="306"/>
                  </a:lnTo>
                  <a:lnTo>
                    <a:pt x="567" y="437"/>
                  </a:lnTo>
                  <a:lnTo>
                    <a:pt x="785" y="568"/>
                  </a:lnTo>
                  <a:lnTo>
                    <a:pt x="785" y="568"/>
                  </a:lnTo>
                  <a:lnTo>
                    <a:pt x="545" y="284"/>
                  </a:lnTo>
                  <a:lnTo>
                    <a:pt x="284" y="1"/>
                  </a:lnTo>
                  <a:lnTo>
                    <a:pt x="284"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6" name="Google Shape;11436;p80"/>
            <p:cNvSpPr/>
            <p:nvPr/>
          </p:nvSpPr>
          <p:spPr>
            <a:xfrm>
              <a:off x="4123675" y="3568663"/>
              <a:ext cx="76875" cy="50725"/>
            </a:xfrm>
            <a:custGeom>
              <a:rect b="b" l="l" r="r" t="t"/>
              <a:pathLst>
                <a:path extrusionOk="0" fill="none" h="2029" w="3075">
                  <a:moveTo>
                    <a:pt x="1876" y="1"/>
                  </a:moveTo>
                  <a:lnTo>
                    <a:pt x="1876" y="1"/>
                  </a:lnTo>
                  <a:lnTo>
                    <a:pt x="1876" y="1"/>
                  </a:lnTo>
                  <a:lnTo>
                    <a:pt x="1614" y="110"/>
                  </a:lnTo>
                  <a:lnTo>
                    <a:pt x="1352" y="240"/>
                  </a:lnTo>
                  <a:lnTo>
                    <a:pt x="1113" y="393"/>
                  </a:lnTo>
                  <a:lnTo>
                    <a:pt x="851" y="567"/>
                  </a:lnTo>
                  <a:lnTo>
                    <a:pt x="633" y="742"/>
                  </a:lnTo>
                  <a:lnTo>
                    <a:pt x="415" y="916"/>
                  </a:lnTo>
                  <a:lnTo>
                    <a:pt x="197" y="1112"/>
                  </a:lnTo>
                  <a:lnTo>
                    <a:pt x="1" y="1330"/>
                  </a:lnTo>
                  <a:lnTo>
                    <a:pt x="1" y="1330"/>
                  </a:lnTo>
                  <a:lnTo>
                    <a:pt x="480" y="1461"/>
                  </a:lnTo>
                  <a:lnTo>
                    <a:pt x="938" y="1614"/>
                  </a:lnTo>
                  <a:lnTo>
                    <a:pt x="1418" y="1788"/>
                  </a:lnTo>
                  <a:lnTo>
                    <a:pt x="1854" y="2028"/>
                  </a:lnTo>
                  <a:lnTo>
                    <a:pt x="1854" y="2028"/>
                  </a:lnTo>
                  <a:lnTo>
                    <a:pt x="2050" y="1832"/>
                  </a:lnTo>
                  <a:lnTo>
                    <a:pt x="2290" y="1657"/>
                  </a:lnTo>
                  <a:lnTo>
                    <a:pt x="2290" y="1657"/>
                  </a:lnTo>
                  <a:lnTo>
                    <a:pt x="2682" y="1418"/>
                  </a:lnTo>
                  <a:lnTo>
                    <a:pt x="3075" y="1221"/>
                  </a:lnTo>
                  <a:lnTo>
                    <a:pt x="3075" y="1221"/>
                  </a:lnTo>
                  <a:lnTo>
                    <a:pt x="2726" y="960"/>
                  </a:lnTo>
                  <a:lnTo>
                    <a:pt x="2399" y="676"/>
                  </a:lnTo>
                  <a:lnTo>
                    <a:pt x="2115" y="349"/>
                  </a:lnTo>
                  <a:lnTo>
                    <a:pt x="1876"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7" name="Google Shape;11437;p80"/>
            <p:cNvSpPr/>
            <p:nvPr/>
          </p:nvSpPr>
          <p:spPr>
            <a:xfrm>
              <a:off x="4176000" y="3557763"/>
              <a:ext cx="137375" cy="39800"/>
            </a:xfrm>
            <a:custGeom>
              <a:rect b="b" l="l" r="r" t="t"/>
              <a:pathLst>
                <a:path extrusionOk="0" fill="none" h="1592" w="5495">
                  <a:moveTo>
                    <a:pt x="1854" y="1"/>
                  </a:moveTo>
                  <a:lnTo>
                    <a:pt x="1854" y="1"/>
                  </a:lnTo>
                  <a:lnTo>
                    <a:pt x="1374" y="22"/>
                  </a:lnTo>
                  <a:lnTo>
                    <a:pt x="916" y="88"/>
                  </a:lnTo>
                  <a:lnTo>
                    <a:pt x="458" y="197"/>
                  </a:lnTo>
                  <a:lnTo>
                    <a:pt x="1" y="349"/>
                  </a:lnTo>
                  <a:lnTo>
                    <a:pt x="1" y="349"/>
                  </a:lnTo>
                  <a:lnTo>
                    <a:pt x="131" y="524"/>
                  </a:lnTo>
                  <a:lnTo>
                    <a:pt x="262" y="698"/>
                  </a:lnTo>
                  <a:lnTo>
                    <a:pt x="393" y="851"/>
                  </a:lnTo>
                  <a:lnTo>
                    <a:pt x="546" y="1003"/>
                  </a:lnTo>
                  <a:lnTo>
                    <a:pt x="720" y="1156"/>
                  </a:lnTo>
                  <a:lnTo>
                    <a:pt x="894" y="1287"/>
                  </a:lnTo>
                  <a:lnTo>
                    <a:pt x="1069" y="1418"/>
                  </a:lnTo>
                  <a:lnTo>
                    <a:pt x="1265" y="1527"/>
                  </a:lnTo>
                  <a:lnTo>
                    <a:pt x="1265" y="1527"/>
                  </a:lnTo>
                  <a:lnTo>
                    <a:pt x="1723" y="1374"/>
                  </a:lnTo>
                  <a:lnTo>
                    <a:pt x="2181" y="1265"/>
                  </a:lnTo>
                  <a:lnTo>
                    <a:pt x="2617" y="1200"/>
                  </a:lnTo>
                  <a:lnTo>
                    <a:pt x="3053" y="1178"/>
                  </a:lnTo>
                  <a:lnTo>
                    <a:pt x="3053" y="1178"/>
                  </a:lnTo>
                  <a:lnTo>
                    <a:pt x="3358" y="1200"/>
                  </a:lnTo>
                  <a:lnTo>
                    <a:pt x="3641" y="1221"/>
                  </a:lnTo>
                  <a:lnTo>
                    <a:pt x="3903" y="1265"/>
                  </a:lnTo>
                  <a:lnTo>
                    <a:pt x="4165" y="1309"/>
                  </a:lnTo>
                  <a:lnTo>
                    <a:pt x="4666" y="1439"/>
                  </a:lnTo>
                  <a:lnTo>
                    <a:pt x="5080" y="1592"/>
                  </a:lnTo>
                  <a:lnTo>
                    <a:pt x="5080" y="1592"/>
                  </a:lnTo>
                  <a:lnTo>
                    <a:pt x="5494" y="1418"/>
                  </a:lnTo>
                  <a:lnTo>
                    <a:pt x="5494" y="1418"/>
                  </a:lnTo>
                  <a:lnTo>
                    <a:pt x="5146" y="1134"/>
                  </a:lnTo>
                  <a:lnTo>
                    <a:pt x="4775" y="873"/>
                  </a:lnTo>
                  <a:lnTo>
                    <a:pt x="4383" y="633"/>
                  </a:lnTo>
                  <a:lnTo>
                    <a:pt x="3968" y="437"/>
                  </a:lnTo>
                  <a:lnTo>
                    <a:pt x="3532" y="262"/>
                  </a:lnTo>
                  <a:lnTo>
                    <a:pt x="3075" y="153"/>
                  </a:lnTo>
                  <a:lnTo>
                    <a:pt x="2617" y="66"/>
                  </a:lnTo>
                  <a:lnTo>
                    <a:pt x="2115" y="22"/>
                  </a:lnTo>
                  <a:lnTo>
                    <a:pt x="2115" y="22"/>
                  </a:lnTo>
                  <a:lnTo>
                    <a:pt x="1854"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8" name="Google Shape;11438;p80"/>
            <p:cNvSpPr/>
            <p:nvPr/>
          </p:nvSpPr>
          <p:spPr>
            <a:xfrm>
              <a:off x="4170550" y="3566488"/>
              <a:ext cx="37100" cy="32725"/>
            </a:xfrm>
            <a:custGeom>
              <a:rect b="b" l="l" r="r" t="t"/>
              <a:pathLst>
                <a:path extrusionOk="0" fill="none" h="1309" w="1484">
                  <a:moveTo>
                    <a:pt x="219" y="0"/>
                  </a:moveTo>
                  <a:lnTo>
                    <a:pt x="219" y="0"/>
                  </a:lnTo>
                  <a:lnTo>
                    <a:pt x="1" y="88"/>
                  </a:lnTo>
                  <a:lnTo>
                    <a:pt x="1" y="88"/>
                  </a:lnTo>
                  <a:lnTo>
                    <a:pt x="1" y="88"/>
                  </a:lnTo>
                  <a:lnTo>
                    <a:pt x="240" y="436"/>
                  </a:lnTo>
                  <a:lnTo>
                    <a:pt x="524" y="763"/>
                  </a:lnTo>
                  <a:lnTo>
                    <a:pt x="851" y="1047"/>
                  </a:lnTo>
                  <a:lnTo>
                    <a:pt x="1200" y="1308"/>
                  </a:lnTo>
                  <a:lnTo>
                    <a:pt x="1200" y="1308"/>
                  </a:lnTo>
                  <a:lnTo>
                    <a:pt x="1483" y="1178"/>
                  </a:lnTo>
                  <a:lnTo>
                    <a:pt x="1483" y="1178"/>
                  </a:lnTo>
                  <a:lnTo>
                    <a:pt x="1287" y="1069"/>
                  </a:lnTo>
                  <a:lnTo>
                    <a:pt x="1112" y="938"/>
                  </a:lnTo>
                  <a:lnTo>
                    <a:pt x="938" y="807"/>
                  </a:lnTo>
                  <a:lnTo>
                    <a:pt x="764" y="654"/>
                  </a:lnTo>
                  <a:lnTo>
                    <a:pt x="611" y="502"/>
                  </a:lnTo>
                  <a:lnTo>
                    <a:pt x="480" y="349"/>
                  </a:lnTo>
                  <a:lnTo>
                    <a:pt x="349" y="175"/>
                  </a:lnTo>
                  <a:lnTo>
                    <a:pt x="219" y="0"/>
                  </a:lnTo>
                  <a:lnTo>
                    <a:pt x="219"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9" name="Google Shape;11439;p80"/>
            <p:cNvSpPr/>
            <p:nvPr/>
          </p:nvSpPr>
          <p:spPr>
            <a:xfrm>
              <a:off x="4104050" y="3706013"/>
              <a:ext cx="161350" cy="119925"/>
            </a:xfrm>
            <a:custGeom>
              <a:rect b="b" l="l" r="r" t="t"/>
              <a:pathLst>
                <a:path extrusionOk="0" h="4797" w="6454">
                  <a:moveTo>
                    <a:pt x="1614" y="0"/>
                  </a:moveTo>
                  <a:lnTo>
                    <a:pt x="1527" y="306"/>
                  </a:lnTo>
                  <a:lnTo>
                    <a:pt x="1396" y="589"/>
                  </a:lnTo>
                  <a:lnTo>
                    <a:pt x="1222" y="872"/>
                  </a:lnTo>
                  <a:lnTo>
                    <a:pt x="1026" y="1134"/>
                  </a:lnTo>
                  <a:lnTo>
                    <a:pt x="786" y="1374"/>
                  </a:lnTo>
                  <a:lnTo>
                    <a:pt x="546" y="1570"/>
                  </a:lnTo>
                  <a:lnTo>
                    <a:pt x="284" y="1744"/>
                  </a:lnTo>
                  <a:lnTo>
                    <a:pt x="1" y="1897"/>
                  </a:lnTo>
                  <a:lnTo>
                    <a:pt x="154" y="2202"/>
                  </a:lnTo>
                  <a:lnTo>
                    <a:pt x="350" y="2507"/>
                  </a:lnTo>
                  <a:lnTo>
                    <a:pt x="568" y="2791"/>
                  </a:lnTo>
                  <a:lnTo>
                    <a:pt x="786" y="3052"/>
                  </a:lnTo>
                  <a:lnTo>
                    <a:pt x="960" y="2900"/>
                  </a:lnTo>
                  <a:lnTo>
                    <a:pt x="1113" y="2769"/>
                  </a:lnTo>
                  <a:lnTo>
                    <a:pt x="1287" y="2638"/>
                  </a:lnTo>
                  <a:lnTo>
                    <a:pt x="1462" y="2529"/>
                  </a:lnTo>
                  <a:lnTo>
                    <a:pt x="1658" y="2442"/>
                  </a:lnTo>
                  <a:lnTo>
                    <a:pt x="1854" y="2355"/>
                  </a:lnTo>
                  <a:lnTo>
                    <a:pt x="2050" y="2289"/>
                  </a:lnTo>
                  <a:lnTo>
                    <a:pt x="2246" y="2224"/>
                  </a:lnTo>
                  <a:lnTo>
                    <a:pt x="2116" y="1962"/>
                  </a:lnTo>
                  <a:lnTo>
                    <a:pt x="2007" y="1701"/>
                  </a:lnTo>
                  <a:lnTo>
                    <a:pt x="1898" y="1417"/>
                  </a:lnTo>
                  <a:lnTo>
                    <a:pt x="1810" y="1134"/>
                  </a:lnTo>
                  <a:lnTo>
                    <a:pt x="1745" y="851"/>
                  </a:lnTo>
                  <a:lnTo>
                    <a:pt x="1701" y="567"/>
                  </a:lnTo>
                  <a:lnTo>
                    <a:pt x="1658" y="284"/>
                  </a:lnTo>
                  <a:lnTo>
                    <a:pt x="1614" y="0"/>
                  </a:lnTo>
                  <a:close/>
                  <a:moveTo>
                    <a:pt x="5887" y="4513"/>
                  </a:moveTo>
                  <a:lnTo>
                    <a:pt x="5909" y="4666"/>
                  </a:lnTo>
                  <a:lnTo>
                    <a:pt x="6192" y="4600"/>
                  </a:lnTo>
                  <a:lnTo>
                    <a:pt x="6454" y="4513"/>
                  </a:lnTo>
                  <a:close/>
                  <a:moveTo>
                    <a:pt x="2377" y="2442"/>
                  </a:moveTo>
                  <a:lnTo>
                    <a:pt x="2159" y="2486"/>
                  </a:lnTo>
                  <a:lnTo>
                    <a:pt x="1985" y="2551"/>
                  </a:lnTo>
                  <a:lnTo>
                    <a:pt x="1789" y="2638"/>
                  </a:lnTo>
                  <a:lnTo>
                    <a:pt x="1614" y="2725"/>
                  </a:lnTo>
                  <a:lnTo>
                    <a:pt x="1440" y="2834"/>
                  </a:lnTo>
                  <a:lnTo>
                    <a:pt x="1265" y="2943"/>
                  </a:lnTo>
                  <a:lnTo>
                    <a:pt x="1113" y="3074"/>
                  </a:lnTo>
                  <a:lnTo>
                    <a:pt x="960" y="3227"/>
                  </a:lnTo>
                  <a:lnTo>
                    <a:pt x="1309" y="3554"/>
                  </a:lnTo>
                  <a:lnTo>
                    <a:pt x="1701" y="3837"/>
                  </a:lnTo>
                  <a:lnTo>
                    <a:pt x="2116" y="4099"/>
                  </a:lnTo>
                  <a:lnTo>
                    <a:pt x="2552" y="4317"/>
                  </a:lnTo>
                  <a:lnTo>
                    <a:pt x="2988" y="4491"/>
                  </a:lnTo>
                  <a:lnTo>
                    <a:pt x="3467" y="4644"/>
                  </a:lnTo>
                  <a:lnTo>
                    <a:pt x="3969" y="4731"/>
                  </a:lnTo>
                  <a:lnTo>
                    <a:pt x="4470" y="4775"/>
                  </a:lnTo>
                  <a:lnTo>
                    <a:pt x="4754" y="4797"/>
                  </a:lnTo>
                  <a:lnTo>
                    <a:pt x="5211" y="4775"/>
                  </a:lnTo>
                  <a:lnTo>
                    <a:pt x="5669" y="4709"/>
                  </a:lnTo>
                  <a:lnTo>
                    <a:pt x="5626" y="4491"/>
                  </a:lnTo>
                  <a:lnTo>
                    <a:pt x="5342" y="4448"/>
                  </a:lnTo>
                  <a:lnTo>
                    <a:pt x="5081" y="4404"/>
                  </a:lnTo>
                  <a:lnTo>
                    <a:pt x="4819" y="4339"/>
                  </a:lnTo>
                  <a:lnTo>
                    <a:pt x="4557" y="4252"/>
                  </a:lnTo>
                  <a:lnTo>
                    <a:pt x="4317" y="4164"/>
                  </a:lnTo>
                  <a:lnTo>
                    <a:pt x="4099" y="4055"/>
                  </a:lnTo>
                  <a:lnTo>
                    <a:pt x="3860" y="3946"/>
                  </a:lnTo>
                  <a:lnTo>
                    <a:pt x="3663" y="3816"/>
                  </a:lnTo>
                  <a:lnTo>
                    <a:pt x="3467" y="3685"/>
                  </a:lnTo>
                  <a:lnTo>
                    <a:pt x="3271" y="3532"/>
                  </a:lnTo>
                  <a:lnTo>
                    <a:pt x="3097" y="3358"/>
                  </a:lnTo>
                  <a:lnTo>
                    <a:pt x="2922" y="3205"/>
                  </a:lnTo>
                  <a:lnTo>
                    <a:pt x="2639" y="2834"/>
                  </a:lnTo>
                  <a:lnTo>
                    <a:pt x="2377" y="2442"/>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0" name="Google Shape;11440;p80"/>
            <p:cNvSpPr/>
            <p:nvPr/>
          </p:nvSpPr>
          <p:spPr>
            <a:xfrm>
              <a:off x="4251225" y="3818838"/>
              <a:ext cx="14175" cy="3825"/>
            </a:xfrm>
            <a:custGeom>
              <a:rect b="b" l="l" r="r" t="t"/>
              <a:pathLst>
                <a:path extrusionOk="0" fill="none" h="153" w="567">
                  <a:moveTo>
                    <a:pt x="567" y="0"/>
                  </a:moveTo>
                  <a:lnTo>
                    <a:pt x="567" y="0"/>
                  </a:lnTo>
                  <a:lnTo>
                    <a:pt x="262" y="0"/>
                  </a:lnTo>
                  <a:lnTo>
                    <a:pt x="262" y="0"/>
                  </a:lnTo>
                  <a:lnTo>
                    <a:pt x="0" y="0"/>
                  </a:lnTo>
                  <a:lnTo>
                    <a:pt x="0" y="0"/>
                  </a:lnTo>
                  <a:lnTo>
                    <a:pt x="22" y="153"/>
                  </a:lnTo>
                  <a:lnTo>
                    <a:pt x="22" y="153"/>
                  </a:lnTo>
                  <a:lnTo>
                    <a:pt x="22" y="153"/>
                  </a:lnTo>
                  <a:lnTo>
                    <a:pt x="305" y="87"/>
                  </a:lnTo>
                  <a:lnTo>
                    <a:pt x="567"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1" name="Google Shape;11441;p80"/>
            <p:cNvSpPr/>
            <p:nvPr/>
          </p:nvSpPr>
          <p:spPr>
            <a:xfrm>
              <a:off x="4128050" y="3767063"/>
              <a:ext cx="117750" cy="58875"/>
            </a:xfrm>
            <a:custGeom>
              <a:rect b="b" l="l" r="r" t="t"/>
              <a:pathLst>
                <a:path extrusionOk="0" fill="none" h="2355" w="4710">
                  <a:moveTo>
                    <a:pt x="1417" y="0"/>
                  </a:moveTo>
                  <a:lnTo>
                    <a:pt x="1417" y="0"/>
                  </a:lnTo>
                  <a:lnTo>
                    <a:pt x="1199" y="44"/>
                  </a:lnTo>
                  <a:lnTo>
                    <a:pt x="1025" y="109"/>
                  </a:lnTo>
                  <a:lnTo>
                    <a:pt x="829" y="196"/>
                  </a:lnTo>
                  <a:lnTo>
                    <a:pt x="654" y="283"/>
                  </a:lnTo>
                  <a:lnTo>
                    <a:pt x="480" y="392"/>
                  </a:lnTo>
                  <a:lnTo>
                    <a:pt x="305" y="501"/>
                  </a:lnTo>
                  <a:lnTo>
                    <a:pt x="153" y="632"/>
                  </a:lnTo>
                  <a:lnTo>
                    <a:pt x="0" y="785"/>
                  </a:lnTo>
                  <a:lnTo>
                    <a:pt x="0" y="785"/>
                  </a:lnTo>
                  <a:lnTo>
                    <a:pt x="349" y="1112"/>
                  </a:lnTo>
                  <a:lnTo>
                    <a:pt x="741" y="1395"/>
                  </a:lnTo>
                  <a:lnTo>
                    <a:pt x="1156" y="1657"/>
                  </a:lnTo>
                  <a:lnTo>
                    <a:pt x="1592" y="1875"/>
                  </a:lnTo>
                  <a:lnTo>
                    <a:pt x="2028" y="2049"/>
                  </a:lnTo>
                  <a:lnTo>
                    <a:pt x="2507" y="2202"/>
                  </a:lnTo>
                  <a:lnTo>
                    <a:pt x="3009" y="2289"/>
                  </a:lnTo>
                  <a:lnTo>
                    <a:pt x="3510" y="2333"/>
                  </a:lnTo>
                  <a:lnTo>
                    <a:pt x="3510" y="2333"/>
                  </a:lnTo>
                  <a:lnTo>
                    <a:pt x="3794" y="2355"/>
                  </a:lnTo>
                  <a:lnTo>
                    <a:pt x="3794" y="2355"/>
                  </a:lnTo>
                  <a:lnTo>
                    <a:pt x="4251" y="2333"/>
                  </a:lnTo>
                  <a:lnTo>
                    <a:pt x="4709" y="2267"/>
                  </a:lnTo>
                  <a:lnTo>
                    <a:pt x="4709" y="2267"/>
                  </a:lnTo>
                  <a:lnTo>
                    <a:pt x="4666" y="2049"/>
                  </a:lnTo>
                  <a:lnTo>
                    <a:pt x="4666" y="2049"/>
                  </a:lnTo>
                  <a:lnTo>
                    <a:pt x="4382" y="2006"/>
                  </a:lnTo>
                  <a:lnTo>
                    <a:pt x="4121" y="1962"/>
                  </a:lnTo>
                  <a:lnTo>
                    <a:pt x="3859" y="1897"/>
                  </a:lnTo>
                  <a:lnTo>
                    <a:pt x="3597" y="1810"/>
                  </a:lnTo>
                  <a:lnTo>
                    <a:pt x="3357" y="1722"/>
                  </a:lnTo>
                  <a:lnTo>
                    <a:pt x="3139" y="1613"/>
                  </a:lnTo>
                  <a:lnTo>
                    <a:pt x="2900" y="1504"/>
                  </a:lnTo>
                  <a:lnTo>
                    <a:pt x="2703" y="1374"/>
                  </a:lnTo>
                  <a:lnTo>
                    <a:pt x="2507" y="1243"/>
                  </a:lnTo>
                  <a:lnTo>
                    <a:pt x="2311" y="1090"/>
                  </a:lnTo>
                  <a:lnTo>
                    <a:pt x="2137" y="916"/>
                  </a:lnTo>
                  <a:lnTo>
                    <a:pt x="1962" y="763"/>
                  </a:lnTo>
                  <a:lnTo>
                    <a:pt x="1679" y="392"/>
                  </a:lnTo>
                  <a:lnTo>
                    <a:pt x="1417"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2" name="Google Shape;11442;p80"/>
            <p:cNvSpPr/>
            <p:nvPr/>
          </p:nvSpPr>
          <p:spPr>
            <a:xfrm>
              <a:off x="4244675" y="3818288"/>
              <a:ext cx="7100" cy="5475"/>
            </a:xfrm>
            <a:custGeom>
              <a:rect b="b" l="l" r="r" t="t"/>
              <a:pathLst>
                <a:path extrusionOk="0" fill="none" h="219" w="284">
                  <a:moveTo>
                    <a:pt x="1" y="0"/>
                  </a:moveTo>
                  <a:lnTo>
                    <a:pt x="1" y="0"/>
                  </a:lnTo>
                  <a:lnTo>
                    <a:pt x="44" y="218"/>
                  </a:lnTo>
                  <a:lnTo>
                    <a:pt x="44" y="218"/>
                  </a:lnTo>
                  <a:lnTo>
                    <a:pt x="44" y="218"/>
                  </a:lnTo>
                  <a:lnTo>
                    <a:pt x="44" y="218"/>
                  </a:lnTo>
                  <a:lnTo>
                    <a:pt x="284" y="175"/>
                  </a:lnTo>
                  <a:lnTo>
                    <a:pt x="284" y="175"/>
                  </a:lnTo>
                  <a:lnTo>
                    <a:pt x="262" y="22"/>
                  </a:lnTo>
                  <a:lnTo>
                    <a:pt x="262" y="22"/>
                  </a:lnTo>
                  <a:lnTo>
                    <a:pt x="1"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3" name="Google Shape;11443;p80"/>
            <p:cNvSpPr/>
            <p:nvPr/>
          </p:nvSpPr>
          <p:spPr>
            <a:xfrm>
              <a:off x="4263200" y="3623163"/>
              <a:ext cx="82325" cy="176075"/>
            </a:xfrm>
            <a:custGeom>
              <a:rect b="b" l="l" r="r" t="t"/>
              <a:pathLst>
                <a:path extrusionOk="0" h="7043" w="3293">
                  <a:moveTo>
                    <a:pt x="2290" y="1"/>
                  </a:moveTo>
                  <a:lnTo>
                    <a:pt x="2333" y="698"/>
                  </a:lnTo>
                  <a:lnTo>
                    <a:pt x="2704" y="415"/>
                  </a:lnTo>
                  <a:lnTo>
                    <a:pt x="2551" y="240"/>
                  </a:lnTo>
                  <a:lnTo>
                    <a:pt x="2421" y="88"/>
                  </a:lnTo>
                  <a:lnTo>
                    <a:pt x="2290" y="1"/>
                  </a:lnTo>
                  <a:close/>
                  <a:moveTo>
                    <a:pt x="2813" y="633"/>
                  </a:moveTo>
                  <a:lnTo>
                    <a:pt x="2573" y="807"/>
                  </a:lnTo>
                  <a:lnTo>
                    <a:pt x="2333" y="1025"/>
                  </a:lnTo>
                  <a:lnTo>
                    <a:pt x="2333" y="1679"/>
                  </a:lnTo>
                  <a:lnTo>
                    <a:pt x="2268" y="2312"/>
                  </a:lnTo>
                  <a:lnTo>
                    <a:pt x="2181" y="2878"/>
                  </a:lnTo>
                  <a:lnTo>
                    <a:pt x="2072" y="3423"/>
                  </a:lnTo>
                  <a:lnTo>
                    <a:pt x="1941" y="3903"/>
                  </a:lnTo>
                  <a:lnTo>
                    <a:pt x="1767" y="4361"/>
                  </a:lnTo>
                  <a:lnTo>
                    <a:pt x="1614" y="4797"/>
                  </a:lnTo>
                  <a:lnTo>
                    <a:pt x="1418" y="5167"/>
                  </a:lnTo>
                  <a:lnTo>
                    <a:pt x="1527" y="5407"/>
                  </a:lnTo>
                  <a:lnTo>
                    <a:pt x="1614" y="5647"/>
                  </a:lnTo>
                  <a:lnTo>
                    <a:pt x="1745" y="5865"/>
                  </a:lnTo>
                  <a:lnTo>
                    <a:pt x="1876" y="6083"/>
                  </a:lnTo>
                  <a:lnTo>
                    <a:pt x="2094" y="5865"/>
                  </a:lnTo>
                  <a:lnTo>
                    <a:pt x="2290" y="5647"/>
                  </a:lnTo>
                  <a:lnTo>
                    <a:pt x="2486" y="5364"/>
                  </a:lnTo>
                  <a:lnTo>
                    <a:pt x="2660" y="5080"/>
                  </a:lnTo>
                  <a:lnTo>
                    <a:pt x="2835" y="4753"/>
                  </a:lnTo>
                  <a:lnTo>
                    <a:pt x="2966" y="4383"/>
                  </a:lnTo>
                  <a:lnTo>
                    <a:pt x="3096" y="3990"/>
                  </a:lnTo>
                  <a:lnTo>
                    <a:pt x="3184" y="3554"/>
                  </a:lnTo>
                  <a:lnTo>
                    <a:pt x="3271" y="3031"/>
                  </a:lnTo>
                  <a:lnTo>
                    <a:pt x="3293" y="2573"/>
                  </a:lnTo>
                  <a:lnTo>
                    <a:pt x="3271" y="2137"/>
                  </a:lnTo>
                  <a:lnTo>
                    <a:pt x="3227" y="1766"/>
                  </a:lnTo>
                  <a:lnTo>
                    <a:pt x="3140" y="1418"/>
                  </a:lnTo>
                  <a:lnTo>
                    <a:pt x="3053" y="1112"/>
                  </a:lnTo>
                  <a:lnTo>
                    <a:pt x="2944" y="851"/>
                  </a:lnTo>
                  <a:lnTo>
                    <a:pt x="2813" y="633"/>
                  </a:lnTo>
                  <a:close/>
                  <a:moveTo>
                    <a:pt x="1287" y="5451"/>
                  </a:moveTo>
                  <a:lnTo>
                    <a:pt x="1069" y="5800"/>
                  </a:lnTo>
                  <a:lnTo>
                    <a:pt x="851" y="6127"/>
                  </a:lnTo>
                  <a:lnTo>
                    <a:pt x="633" y="6388"/>
                  </a:lnTo>
                  <a:lnTo>
                    <a:pt x="459" y="6606"/>
                  </a:lnTo>
                  <a:lnTo>
                    <a:pt x="589" y="6868"/>
                  </a:lnTo>
                  <a:lnTo>
                    <a:pt x="851" y="6759"/>
                  </a:lnTo>
                  <a:lnTo>
                    <a:pt x="1113" y="6628"/>
                  </a:lnTo>
                  <a:lnTo>
                    <a:pt x="1396" y="6454"/>
                  </a:lnTo>
                  <a:lnTo>
                    <a:pt x="1701" y="6236"/>
                  </a:lnTo>
                  <a:lnTo>
                    <a:pt x="1461" y="5843"/>
                  </a:lnTo>
                  <a:lnTo>
                    <a:pt x="1287" y="5451"/>
                  </a:lnTo>
                  <a:close/>
                  <a:moveTo>
                    <a:pt x="306" y="6781"/>
                  </a:moveTo>
                  <a:lnTo>
                    <a:pt x="88" y="6977"/>
                  </a:lnTo>
                  <a:lnTo>
                    <a:pt x="1" y="7042"/>
                  </a:lnTo>
                  <a:lnTo>
                    <a:pt x="110" y="7021"/>
                  </a:lnTo>
                  <a:lnTo>
                    <a:pt x="393" y="6955"/>
                  </a:lnTo>
                  <a:lnTo>
                    <a:pt x="306" y="678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4" name="Google Shape;11444;p80"/>
            <p:cNvSpPr/>
            <p:nvPr/>
          </p:nvSpPr>
          <p:spPr>
            <a:xfrm>
              <a:off x="4263200" y="3792663"/>
              <a:ext cx="9850" cy="6575"/>
            </a:xfrm>
            <a:custGeom>
              <a:rect b="b" l="l" r="r" t="t"/>
              <a:pathLst>
                <a:path extrusionOk="0" fill="none" h="263" w="394">
                  <a:moveTo>
                    <a:pt x="306" y="1"/>
                  </a:moveTo>
                  <a:lnTo>
                    <a:pt x="306" y="1"/>
                  </a:lnTo>
                  <a:lnTo>
                    <a:pt x="88" y="197"/>
                  </a:lnTo>
                  <a:lnTo>
                    <a:pt x="1" y="262"/>
                  </a:lnTo>
                  <a:lnTo>
                    <a:pt x="1" y="262"/>
                  </a:lnTo>
                  <a:lnTo>
                    <a:pt x="110" y="241"/>
                  </a:lnTo>
                  <a:lnTo>
                    <a:pt x="393" y="175"/>
                  </a:lnTo>
                  <a:lnTo>
                    <a:pt x="393" y="175"/>
                  </a:lnTo>
                  <a:lnTo>
                    <a:pt x="306"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5" name="Google Shape;11445;p80"/>
            <p:cNvSpPr/>
            <p:nvPr/>
          </p:nvSpPr>
          <p:spPr>
            <a:xfrm>
              <a:off x="4298625" y="3638963"/>
              <a:ext cx="46900" cy="136300"/>
            </a:xfrm>
            <a:custGeom>
              <a:rect b="b" l="l" r="r" t="t"/>
              <a:pathLst>
                <a:path extrusionOk="0" fill="none" h="5452" w="1876">
                  <a:moveTo>
                    <a:pt x="1396" y="1"/>
                  </a:moveTo>
                  <a:lnTo>
                    <a:pt x="1396" y="1"/>
                  </a:lnTo>
                  <a:lnTo>
                    <a:pt x="1156" y="175"/>
                  </a:lnTo>
                  <a:lnTo>
                    <a:pt x="916" y="393"/>
                  </a:lnTo>
                  <a:lnTo>
                    <a:pt x="916" y="393"/>
                  </a:lnTo>
                  <a:lnTo>
                    <a:pt x="916" y="1047"/>
                  </a:lnTo>
                  <a:lnTo>
                    <a:pt x="851" y="1680"/>
                  </a:lnTo>
                  <a:lnTo>
                    <a:pt x="764" y="2246"/>
                  </a:lnTo>
                  <a:lnTo>
                    <a:pt x="655" y="2791"/>
                  </a:lnTo>
                  <a:lnTo>
                    <a:pt x="524" y="3271"/>
                  </a:lnTo>
                  <a:lnTo>
                    <a:pt x="350" y="3729"/>
                  </a:lnTo>
                  <a:lnTo>
                    <a:pt x="197" y="4165"/>
                  </a:lnTo>
                  <a:lnTo>
                    <a:pt x="1" y="4535"/>
                  </a:lnTo>
                  <a:lnTo>
                    <a:pt x="1" y="4535"/>
                  </a:lnTo>
                  <a:lnTo>
                    <a:pt x="110" y="4775"/>
                  </a:lnTo>
                  <a:lnTo>
                    <a:pt x="197" y="5015"/>
                  </a:lnTo>
                  <a:lnTo>
                    <a:pt x="328" y="5233"/>
                  </a:lnTo>
                  <a:lnTo>
                    <a:pt x="459" y="5451"/>
                  </a:lnTo>
                  <a:lnTo>
                    <a:pt x="459" y="5451"/>
                  </a:lnTo>
                  <a:lnTo>
                    <a:pt x="677" y="5233"/>
                  </a:lnTo>
                  <a:lnTo>
                    <a:pt x="873" y="5015"/>
                  </a:lnTo>
                  <a:lnTo>
                    <a:pt x="1069" y="4732"/>
                  </a:lnTo>
                  <a:lnTo>
                    <a:pt x="1243" y="4448"/>
                  </a:lnTo>
                  <a:lnTo>
                    <a:pt x="1418" y="4121"/>
                  </a:lnTo>
                  <a:lnTo>
                    <a:pt x="1549" y="3751"/>
                  </a:lnTo>
                  <a:lnTo>
                    <a:pt x="1679" y="3358"/>
                  </a:lnTo>
                  <a:lnTo>
                    <a:pt x="1767" y="2922"/>
                  </a:lnTo>
                  <a:lnTo>
                    <a:pt x="1767" y="2922"/>
                  </a:lnTo>
                  <a:lnTo>
                    <a:pt x="1854" y="2399"/>
                  </a:lnTo>
                  <a:lnTo>
                    <a:pt x="1876" y="1941"/>
                  </a:lnTo>
                  <a:lnTo>
                    <a:pt x="1854" y="1505"/>
                  </a:lnTo>
                  <a:lnTo>
                    <a:pt x="1810" y="1134"/>
                  </a:lnTo>
                  <a:lnTo>
                    <a:pt x="1723" y="786"/>
                  </a:lnTo>
                  <a:lnTo>
                    <a:pt x="1636" y="480"/>
                  </a:lnTo>
                  <a:lnTo>
                    <a:pt x="1527" y="219"/>
                  </a:lnTo>
                  <a:lnTo>
                    <a:pt x="1396"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6" name="Google Shape;11446;p80"/>
            <p:cNvSpPr/>
            <p:nvPr/>
          </p:nvSpPr>
          <p:spPr>
            <a:xfrm>
              <a:off x="4320425" y="3623163"/>
              <a:ext cx="10400" cy="17475"/>
            </a:xfrm>
            <a:custGeom>
              <a:rect b="b" l="l" r="r" t="t"/>
              <a:pathLst>
                <a:path extrusionOk="0" fill="none" h="699" w="416">
                  <a:moveTo>
                    <a:pt x="1" y="1"/>
                  </a:moveTo>
                  <a:lnTo>
                    <a:pt x="1" y="1"/>
                  </a:lnTo>
                  <a:lnTo>
                    <a:pt x="44" y="698"/>
                  </a:lnTo>
                  <a:lnTo>
                    <a:pt x="44" y="698"/>
                  </a:lnTo>
                  <a:lnTo>
                    <a:pt x="415" y="415"/>
                  </a:lnTo>
                  <a:lnTo>
                    <a:pt x="415" y="415"/>
                  </a:lnTo>
                  <a:lnTo>
                    <a:pt x="262" y="240"/>
                  </a:lnTo>
                  <a:lnTo>
                    <a:pt x="132" y="88"/>
                  </a:lnTo>
                  <a:lnTo>
                    <a:pt x="1"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7" name="Google Shape;11447;p80"/>
            <p:cNvSpPr/>
            <p:nvPr/>
          </p:nvSpPr>
          <p:spPr>
            <a:xfrm>
              <a:off x="4295375" y="3752338"/>
              <a:ext cx="14725" cy="26725"/>
            </a:xfrm>
            <a:custGeom>
              <a:rect b="b" l="l" r="r" t="t"/>
              <a:pathLst>
                <a:path extrusionOk="0" fill="none" h="1069" w="589">
                  <a:moveTo>
                    <a:pt x="131" y="0"/>
                  </a:moveTo>
                  <a:lnTo>
                    <a:pt x="131" y="0"/>
                  </a:lnTo>
                  <a:lnTo>
                    <a:pt x="0" y="284"/>
                  </a:lnTo>
                  <a:lnTo>
                    <a:pt x="0" y="284"/>
                  </a:lnTo>
                  <a:lnTo>
                    <a:pt x="174" y="676"/>
                  </a:lnTo>
                  <a:lnTo>
                    <a:pt x="414" y="1069"/>
                  </a:lnTo>
                  <a:lnTo>
                    <a:pt x="414" y="1069"/>
                  </a:lnTo>
                  <a:lnTo>
                    <a:pt x="589" y="916"/>
                  </a:lnTo>
                  <a:lnTo>
                    <a:pt x="589" y="916"/>
                  </a:lnTo>
                  <a:lnTo>
                    <a:pt x="458" y="698"/>
                  </a:lnTo>
                  <a:lnTo>
                    <a:pt x="327" y="480"/>
                  </a:lnTo>
                  <a:lnTo>
                    <a:pt x="240" y="240"/>
                  </a:lnTo>
                  <a:lnTo>
                    <a:pt x="131"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8" name="Google Shape;11448;p80"/>
            <p:cNvSpPr/>
            <p:nvPr/>
          </p:nvSpPr>
          <p:spPr>
            <a:xfrm>
              <a:off x="4270825" y="3788313"/>
              <a:ext cx="7125" cy="8750"/>
            </a:xfrm>
            <a:custGeom>
              <a:rect b="b" l="l" r="r" t="t"/>
              <a:pathLst>
                <a:path extrusionOk="0" h="350" w="285">
                  <a:moveTo>
                    <a:pt x="154" y="0"/>
                  </a:moveTo>
                  <a:lnTo>
                    <a:pt x="1" y="175"/>
                  </a:lnTo>
                  <a:lnTo>
                    <a:pt x="88" y="349"/>
                  </a:lnTo>
                  <a:lnTo>
                    <a:pt x="284" y="262"/>
                  </a:lnTo>
                  <a:lnTo>
                    <a:pt x="154" y="0"/>
                  </a:lnTo>
                  <a:close/>
                </a:path>
              </a:pathLst>
            </a:custGeom>
            <a:solidFill>
              <a:srgbClr val="EDA6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9" name="Google Shape;11449;p80"/>
            <p:cNvSpPr/>
            <p:nvPr/>
          </p:nvSpPr>
          <p:spPr>
            <a:xfrm>
              <a:off x="4270825" y="3788313"/>
              <a:ext cx="7125" cy="8750"/>
            </a:xfrm>
            <a:custGeom>
              <a:rect b="b" l="l" r="r" t="t"/>
              <a:pathLst>
                <a:path extrusionOk="0" fill="none" h="350" w="285">
                  <a:moveTo>
                    <a:pt x="154" y="0"/>
                  </a:moveTo>
                  <a:lnTo>
                    <a:pt x="154" y="0"/>
                  </a:lnTo>
                  <a:lnTo>
                    <a:pt x="1" y="175"/>
                  </a:lnTo>
                  <a:lnTo>
                    <a:pt x="1" y="175"/>
                  </a:lnTo>
                  <a:lnTo>
                    <a:pt x="88" y="349"/>
                  </a:lnTo>
                  <a:lnTo>
                    <a:pt x="88" y="349"/>
                  </a:lnTo>
                  <a:lnTo>
                    <a:pt x="284" y="262"/>
                  </a:lnTo>
                  <a:lnTo>
                    <a:pt x="284" y="262"/>
                  </a:lnTo>
                  <a:lnTo>
                    <a:pt x="154"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0" name="Google Shape;11450;p80"/>
            <p:cNvSpPr/>
            <p:nvPr/>
          </p:nvSpPr>
          <p:spPr>
            <a:xfrm>
              <a:off x="3584650" y="3294513"/>
              <a:ext cx="218050" cy="354300"/>
            </a:xfrm>
            <a:custGeom>
              <a:rect b="b" l="l" r="r" t="t"/>
              <a:pathLst>
                <a:path extrusionOk="0" h="14172" w="8722">
                  <a:moveTo>
                    <a:pt x="6323" y="1"/>
                  </a:moveTo>
                  <a:lnTo>
                    <a:pt x="6192" y="23"/>
                  </a:lnTo>
                  <a:lnTo>
                    <a:pt x="6083" y="66"/>
                  </a:lnTo>
                  <a:lnTo>
                    <a:pt x="5952" y="110"/>
                  </a:lnTo>
                  <a:lnTo>
                    <a:pt x="5822" y="197"/>
                  </a:lnTo>
                  <a:lnTo>
                    <a:pt x="5669" y="306"/>
                  </a:lnTo>
                  <a:lnTo>
                    <a:pt x="5538" y="437"/>
                  </a:lnTo>
                  <a:lnTo>
                    <a:pt x="5407" y="589"/>
                  </a:lnTo>
                  <a:lnTo>
                    <a:pt x="5255" y="764"/>
                  </a:lnTo>
                  <a:lnTo>
                    <a:pt x="4950" y="1200"/>
                  </a:lnTo>
                  <a:lnTo>
                    <a:pt x="4906" y="1243"/>
                  </a:lnTo>
                  <a:lnTo>
                    <a:pt x="4819" y="1396"/>
                  </a:lnTo>
                  <a:lnTo>
                    <a:pt x="4601" y="1679"/>
                  </a:lnTo>
                  <a:lnTo>
                    <a:pt x="4470" y="1788"/>
                  </a:lnTo>
                  <a:lnTo>
                    <a:pt x="4361" y="1876"/>
                  </a:lnTo>
                  <a:lnTo>
                    <a:pt x="4274" y="1963"/>
                  </a:lnTo>
                  <a:lnTo>
                    <a:pt x="4165" y="2006"/>
                  </a:lnTo>
                  <a:lnTo>
                    <a:pt x="4099" y="2028"/>
                  </a:lnTo>
                  <a:lnTo>
                    <a:pt x="3969" y="2050"/>
                  </a:lnTo>
                  <a:lnTo>
                    <a:pt x="3838" y="2050"/>
                  </a:lnTo>
                  <a:lnTo>
                    <a:pt x="3751" y="2028"/>
                  </a:lnTo>
                  <a:lnTo>
                    <a:pt x="3576" y="1985"/>
                  </a:lnTo>
                  <a:lnTo>
                    <a:pt x="3358" y="1854"/>
                  </a:lnTo>
                  <a:lnTo>
                    <a:pt x="3140" y="1701"/>
                  </a:lnTo>
                  <a:lnTo>
                    <a:pt x="2922" y="1505"/>
                  </a:lnTo>
                  <a:lnTo>
                    <a:pt x="2704" y="1287"/>
                  </a:lnTo>
                  <a:lnTo>
                    <a:pt x="2595" y="1178"/>
                  </a:lnTo>
                  <a:lnTo>
                    <a:pt x="2399" y="1004"/>
                  </a:lnTo>
                  <a:lnTo>
                    <a:pt x="2268" y="895"/>
                  </a:lnTo>
                  <a:lnTo>
                    <a:pt x="2094" y="807"/>
                  </a:lnTo>
                  <a:lnTo>
                    <a:pt x="1941" y="742"/>
                  </a:lnTo>
                  <a:lnTo>
                    <a:pt x="1767" y="698"/>
                  </a:lnTo>
                  <a:lnTo>
                    <a:pt x="1592" y="698"/>
                  </a:lnTo>
                  <a:lnTo>
                    <a:pt x="1418" y="720"/>
                  </a:lnTo>
                  <a:lnTo>
                    <a:pt x="1243" y="764"/>
                  </a:lnTo>
                  <a:lnTo>
                    <a:pt x="1069" y="851"/>
                  </a:lnTo>
                  <a:lnTo>
                    <a:pt x="1004" y="895"/>
                  </a:lnTo>
                  <a:lnTo>
                    <a:pt x="873" y="982"/>
                  </a:lnTo>
                  <a:lnTo>
                    <a:pt x="742" y="1091"/>
                  </a:lnTo>
                  <a:lnTo>
                    <a:pt x="633" y="1222"/>
                  </a:lnTo>
                  <a:lnTo>
                    <a:pt x="524" y="1331"/>
                  </a:lnTo>
                  <a:lnTo>
                    <a:pt x="437" y="1483"/>
                  </a:lnTo>
                  <a:lnTo>
                    <a:pt x="284" y="1767"/>
                  </a:lnTo>
                  <a:lnTo>
                    <a:pt x="153" y="2115"/>
                  </a:lnTo>
                  <a:lnTo>
                    <a:pt x="88" y="2377"/>
                  </a:lnTo>
                  <a:lnTo>
                    <a:pt x="44" y="2682"/>
                  </a:lnTo>
                  <a:lnTo>
                    <a:pt x="1" y="3162"/>
                  </a:lnTo>
                  <a:lnTo>
                    <a:pt x="1" y="3663"/>
                  </a:lnTo>
                  <a:lnTo>
                    <a:pt x="1" y="3838"/>
                  </a:lnTo>
                  <a:lnTo>
                    <a:pt x="1" y="4056"/>
                  </a:lnTo>
                  <a:lnTo>
                    <a:pt x="66" y="4644"/>
                  </a:lnTo>
                  <a:lnTo>
                    <a:pt x="153" y="5342"/>
                  </a:lnTo>
                  <a:lnTo>
                    <a:pt x="284" y="6061"/>
                  </a:lnTo>
                  <a:lnTo>
                    <a:pt x="393" y="6650"/>
                  </a:lnTo>
                  <a:lnTo>
                    <a:pt x="480" y="7086"/>
                  </a:lnTo>
                  <a:lnTo>
                    <a:pt x="524" y="7260"/>
                  </a:lnTo>
                  <a:lnTo>
                    <a:pt x="720" y="8089"/>
                  </a:lnTo>
                  <a:lnTo>
                    <a:pt x="873" y="8677"/>
                  </a:lnTo>
                  <a:lnTo>
                    <a:pt x="1156" y="9746"/>
                  </a:lnTo>
                  <a:lnTo>
                    <a:pt x="1200" y="9898"/>
                  </a:lnTo>
                  <a:lnTo>
                    <a:pt x="1265" y="10116"/>
                  </a:lnTo>
                  <a:lnTo>
                    <a:pt x="1374" y="10574"/>
                  </a:lnTo>
                  <a:lnTo>
                    <a:pt x="1418" y="10705"/>
                  </a:lnTo>
                  <a:lnTo>
                    <a:pt x="1418" y="10727"/>
                  </a:lnTo>
                  <a:lnTo>
                    <a:pt x="1570" y="11315"/>
                  </a:lnTo>
                  <a:lnTo>
                    <a:pt x="1723" y="11751"/>
                  </a:lnTo>
                  <a:lnTo>
                    <a:pt x="1897" y="12166"/>
                  </a:lnTo>
                  <a:lnTo>
                    <a:pt x="2072" y="12471"/>
                  </a:lnTo>
                  <a:lnTo>
                    <a:pt x="2246" y="12754"/>
                  </a:lnTo>
                  <a:lnTo>
                    <a:pt x="2442" y="12994"/>
                  </a:lnTo>
                  <a:lnTo>
                    <a:pt x="2660" y="13234"/>
                  </a:lnTo>
                  <a:lnTo>
                    <a:pt x="2944" y="13495"/>
                  </a:lnTo>
                  <a:lnTo>
                    <a:pt x="3271" y="13735"/>
                  </a:lnTo>
                  <a:lnTo>
                    <a:pt x="3598" y="13953"/>
                  </a:lnTo>
                  <a:lnTo>
                    <a:pt x="3969" y="14128"/>
                  </a:lnTo>
                  <a:lnTo>
                    <a:pt x="4339" y="14171"/>
                  </a:lnTo>
                  <a:lnTo>
                    <a:pt x="4710" y="14149"/>
                  </a:lnTo>
                  <a:lnTo>
                    <a:pt x="5102" y="14084"/>
                  </a:lnTo>
                  <a:lnTo>
                    <a:pt x="5473" y="13997"/>
                  </a:lnTo>
                  <a:lnTo>
                    <a:pt x="5647" y="13931"/>
                  </a:lnTo>
                  <a:lnTo>
                    <a:pt x="5865" y="13822"/>
                  </a:lnTo>
                  <a:lnTo>
                    <a:pt x="6105" y="13692"/>
                  </a:lnTo>
                  <a:lnTo>
                    <a:pt x="6323" y="13539"/>
                  </a:lnTo>
                  <a:lnTo>
                    <a:pt x="6519" y="13365"/>
                  </a:lnTo>
                  <a:lnTo>
                    <a:pt x="6737" y="13190"/>
                  </a:lnTo>
                  <a:lnTo>
                    <a:pt x="6933" y="12972"/>
                  </a:lnTo>
                  <a:lnTo>
                    <a:pt x="7130" y="12732"/>
                  </a:lnTo>
                  <a:lnTo>
                    <a:pt x="7304" y="12471"/>
                  </a:lnTo>
                  <a:lnTo>
                    <a:pt x="7391" y="12362"/>
                  </a:lnTo>
                  <a:lnTo>
                    <a:pt x="7413" y="12340"/>
                  </a:lnTo>
                  <a:lnTo>
                    <a:pt x="7587" y="12013"/>
                  </a:lnTo>
                  <a:lnTo>
                    <a:pt x="7762" y="11686"/>
                  </a:lnTo>
                  <a:lnTo>
                    <a:pt x="7936" y="11294"/>
                  </a:lnTo>
                  <a:lnTo>
                    <a:pt x="8089" y="10879"/>
                  </a:lnTo>
                  <a:lnTo>
                    <a:pt x="8220" y="10422"/>
                  </a:lnTo>
                  <a:lnTo>
                    <a:pt x="8350" y="9942"/>
                  </a:lnTo>
                  <a:lnTo>
                    <a:pt x="8481" y="9266"/>
                  </a:lnTo>
                  <a:lnTo>
                    <a:pt x="8612" y="8459"/>
                  </a:lnTo>
                  <a:lnTo>
                    <a:pt x="8678" y="7587"/>
                  </a:lnTo>
                  <a:lnTo>
                    <a:pt x="8699" y="7173"/>
                  </a:lnTo>
                  <a:lnTo>
                    <a:pt x="8699" y="6999"/>
                  </a:lnTo>
                  <a:lnTo>
                    <a:pt x="8699" y="6912"/>
                  </a:lnTo>
                  <a:lnTo>
                    <a:pt x="8721" y="5843"/>
                  </a:lnTo>
                  <a:lnTo>
                    <a:pt x="8656" y="5342"/>
                  </a:lnTo>
                  <a:lnTo>
                    <a:pt x="8590" y="4971"/>
                  </a:lnTo>
                  <a:lnTo>
                    <a:pt x="8569" y="4797"/>
                  </a:lnTo>
                  <a:lnTo>
                    <a:pt x="8547" y="4731"/>
                  </a:lnTo>
                  <a:lnTo>
                    <a:pt x="8459" y="4186"/>
                  </a:lnTo>
                  <a:lnTo>
                    <a:pt x="8329" y="3598"/>
                  </a:lnTo>
                  <a:lnTo>
                    <a:pt x="8285" y="3445"/>
                  </a:lnTo>
                  <a:lnTo>
                    <a:pt x="8263" y="3314"/>
                  </a:lnTo>
                  <a:lnTo>
                    <a:pt x="8111" y="2726"/>
                  </a:lnTo>
                  <a:lnTo>
                    <a:pt x="7914" y="2050"/>
                  </a:lnTo>
                  <a:lnTo>
                    <a:pt x="7784" y="1723"/>
                  </a:lnTo>
                  <a:lnTo>
                    <a:pt x="7675" y="1396"/>
                  </a:lnTo>
                  <a:lnTo>
                    <a:pt x="7544" y="1134"/>
                  </a:lnTo>
                  <a:lnTo>
                    <a:pt x="7413" y="895"/>
                  </a:lnTo>
                  <a:lnTo>
                    <a:pt x="7217" y="568"/>
                  </a:lnTo>
                  <a:lnTo>
                    <a:pt x="7108" y="415"/>
                  </a:lnTo>
                  <a:lnTo>
                    <a:pt x="6977" y="306"/>
                  </a:lnTo>
                  <a:lnTo>
                    <a:pt x="6890" y="197"/>
                  </a:lnTo>
                  <a:lnTo>
                    <a:pt x="6781" y="132"/>
                  </a:lnTo>
                  <a:lnTo>
                    <a:pt x="6672" y="88"/>
                  </a:lnTo>
                  <a:lnTo>
                    <a:pt x="6563" y="44"/>
                  </a:lnTo>
                  <a:lnTo>
                    <a:pt x="6432" y="23"/>
                  </a:lnTo>
                  <a:lnTo>
                    <a:pt x="632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1" name="Google Shape;11451;p80"/>
            <p:cNvSpPr/>
            <p:nvPr/>
          </p:nvSpPr>
          <p:spPr>
            <a:xfrm>
              <a:off x="3584650" y="3323938"/>
              <a:ext cx="67625" cy="66525"/>
            </a:xfrm>
            <a:custGeom>
              <a:rect b="b" l="l" r="r" t="t"/>
              <a:pathLst>
                <a:path extrusionOk="0" h="2661" w="2705">
                  <a:moveTo>
                    <a:pt x="2595" y="1"/>
                  </a:moveTo>
                  <a:lnTo>
                    <a:pt x="2399" y="415"/>
                  </a:lnTo>
                  <a:lnTo>
                    <a:pt x="2137" y="829"/>
                  </a:lnTo>
                  <a:lnTo>
                    <a:pt x="1876" y="1200"/>
                  </a:lnTo>
                  <a:lnTo>
                    <a:pt x="1549" y="1527"/>
                  </a:lnTo>
                  <a:lnTo>
                    <a:pt x="1200" y="1832"/>
                  </a:lnTo>
                  <a:lnTo>
                    <a:pt x="829" y="2094"/>
                  </a:lnTo>
                  <a:lnTo>
                    <a:pt x="415" y="2312"/>
                  </a:lnTo>
                  <a:lnTo>
                    <a:pt x="1" y="2486"/>
                  </a:lnTo>
                  <a:lnTo>
                    <a:pt x="1" y="2661"/>
                  </a:lnTo>
                  <a:lnTo>
                    <a:pt x="437" y="2486"/>
                  </a:lnTo>
                  <a:lnTo>
                    <a:pt x="851" y="2268"/>
                  </a:lnTo>
                  <a:lnTo>
                    <a:pt x="1243" y="1985"/>
                  </a:lnTo>
                  <a:lnTo>
                    <a:pt x="1614" y="1680"/>
                  </a:lnTo>
                  <a:lnTo>
                    <a:pt x="1941" y="1353"/>
                  </a:lnTo>
                  <a:lnTo>
                    <a:pt x="2246" y="960"/>
                  </a:lnTo>
                  <a:lnTo>
                    <a:pt x="2508" y="546"/>
                  </a:lnTo>
                  <a:lnTo>
                    <a:pt x="2617" y="350"/>
                  </a:lnTo>
                  <a:lnTo>
                    <a:pt x="2704" y="110"/>
                  </a:lnTo>
                  <a:lnTo>
                    <a:pt x="259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2" name="Google Shape;11452;p80"/>
            <p:cNvSpPr/>
            <p:nvPr/>
          </p:nvSpPr>
          <p:spPr>
            <a:xfrm>
              <a:off x="3705100" y="3325588"/>
              <a:ext cx="87775" cy="58875"/>
            </a:xfrm>
            <a:custGeom>
              <a:rect b="b" l="l" r="r" t="t"/>
              <a:pathLst>
                <a:path extrusionOk="0" h="2355" w="3511">
                  <a:moveTo>
                    <a:pt x="88" y="0"/>
                  </a:moveTo>
                  <a:lnTo>
                    <a:pt x="1" y="153"/>
                  </a:lnTo>
                  <a:lnTo>
                    <a:pt x="175" y="393"/>
                  </a:lnTo>
                  <a:lnTo>
                    <a:pt x="371" y="633"/>
                  </a:lnTo>
                  <a:lnTo>
                    <a:pt x="589" y="851"/>
                  </a:lnTo>
                  <a:lnTo>
                    <a:pt x="807" y="1047"/>
                  </a:lnTo>
                  <a:lnTo>
                    <a:pt x="1025" y="1243"/>
                  </a:lnTo>
                  <a:lnTo>
                    <a:pt x="1265" y="1439"/>
                  </a:lnTo>
                  <a:lnTo>
                    <a:pt x="1527" y="1592"/>
                  </a:lnTo>
                  <a:lnTo>
                    <a:pt x="1788" y="1744"/>
                  </a:lnTo>
                  <a:lnTo>
                    <a:pt x="2181" y="1941"/>
                  </a:lnTo>
                  <a:lnTo>
                    <a:pt x="2595" y="2115"/>
                  </a:lnTo>
                  <a:lnTo>
                    <a:pt x="3053" y="2268"/>
                  </a:lnTo>
                  <a:lnTo>
                    <a:pt x="3511" y="2355"/>
                  </a:lnTo>
                  <a:lnTo>
                    <a:pt x="3511" y="2355"/>
                  </a:lnTo>
                  <a:lnTo>
                    <a:pt x="3467" y="2202"/>
                  </a:lnTo>
                  <a:lnTo>
                    <a:pt x="3227" y="2159"/>
                  </a:lnTo>
                  <a:lnTo>
                    <a:pt x="2987" y="2093"/>
                  </a:lnTo>
                  <a:lnTo>
                    <a:pt x="2508" y="1919"/>
                  </a:lnTo>
                  <a:lnTo>
                    <a:pt x="2072" y="1723"/>
                  </a:lnTo>
                  <a:lnTo>
                    <a:pt x="1679" y="1505"/>
                  </a:lnTo>
                  <a:lnTo>
                    <a:pt x="1440" y="1352"/>
                  </a:lnTo>
                  <a:lnTo>
                    <a:pt x="1222" y="1199"/>
                  </a:lnTo>
                  <a:lnTo>
                    <a:pt x="1004" y="1025"/>
                  </a:lnTo>
                  <a:lnTo>
                    <a:pt x="807" y="829"/>
                  </a:lnTo>
                  <a:lnTo>
                    <a:pt x="611" y="633"/>
                  </a:lnTo>
                  <a:lnTo>
                    <a:pt x="437" y="436"/>
                  </a:lnTo>
                  <a:lnTo>
                    <a:pt x="262" y="240"/>
                  </a:lnTo>
                  <a:lnTo>
                    <a:pt x="88"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3" name="Google Shape;11453;p80"/>
            <p:cNvSpPr/>
            <p:nvPr/>
          </p:nvSpPr>
          <p:spPr>
            <a:xfrm>
              <a:off x="3596650" y="3344113"/>
              <a:ext cx="83950" cy="131925"/>
            </a:xfrm>
            <a:custGeom>
              <a:rect b="b" l="l" r="r" t="t"/>
              <a:pathLst>
                <a:path extrusionOk="0" h="5277" w="3358">
                  <a:moveTo>
                    <a:pt x="3096" y="1"/>
                  </a:moveTo>
                  <a:lnTo>
                    <a:pt x="3140" y="306"/>
                  </a:lnTo>
                  <a:lnTo>
                    <a:pt x="3183" y="589"/>
                  </a:lnTo>
                  <a:lnTo>
                    <a:pt x="3205" y="894"/>
                  </a:lnTo>
                  <a:lnTo>
                    <a:pt x="3205" y="1200"/>
                  </a:lnTo>
                  <a:lnTo>
                    <a:pt x="3183" y="1505"/>
                  </a:lnTo>
                  <a:lnTo>
                    <a:pt x="3140" y="1810"/>
                  </a:lnTo>
                  <a:lnTo>
                    <a:pt x="3074" y="2093"/>
                  </a:lnTo>
                  <a:lnTo>
                    <a:pt x="2965" y="2377"/>
                  </a:lnTo>
                  <a:lnTo>
                    <a:pt x="2900" y="2551"/>
                  </a:lnTo>
                  <a:lnTo>
                    <a:pt x="2813" y="2704"/>
                  </a:lnTo>
                  <a:lnTo>
                    <a:pt x="2617" y="3009"/>
                  </a:lnTo>
                  <a:lnTo>
                    <a:pt x="2377" y="3293"/>
                  </a:lnTo>
                  <a:lnTo>
                    <a:pt x="2115" y="3532"/>
                  </a:lnTo>
                  <a:lnTo>
                    <a:pt x="1832" y="3772"/>
                  </a:lnTo>
                  <a:lnTo>
                    <a:pt x="1548" y="3990"/>
                  </a:lnTo>
                  <a:lnTo>
                    <a:pt x="960" y="4383"/>
                  </a:lnTo>
                  <a:lnTo>
                    <a:pt x="480" y="4731"/>
                  </a:lnTo>
                  <a:lnTo>
                    <a:pt x="0" y="5102"/>
                  </a:lnTo>
                  <a:lnTo>
                    <a:pt x="44" y="5276"/>
                  </a:lnTo>
                  <a:lnTo>
                    <a:pt x="415" y="4971"/>
                  </a:lnTo>
                  <a:lnTo>
                    <a:pt x="785" y="4710"/>
                  </a:lnTo>
                  <a:lnTo>
                    <a:pt x="1548" y="4186"/>
                  </a:lnTo>
                  <a:lnTo>
                    <a:pt x="2028" y="3816"/>
                  </a:lnTo>
                  <a:lnTo>
                    <a:pt x="2268" y="3620"/>
                  </a:lnTo>
                  <a:lnTo>
                    <a:pt x="2486" y="3402"/>
                  </a:lnTo>
                  <a:lnTo>
                    <a:pt x="2682" y="3184"/>
                  </a:lnTo>
                  <a:lnTo>
                    <a:pt x="2856" y="2944"/>
                  </a:lnTo>
                  <a:lnTo>
                    <a:pt x="3009" y="2682"/>
                  </a:lnTo>
                  <a:lnTo>
                    <a:pt x="3140" y="2399"/>
                  </a:lnTo>
                  <a:lnTo>
                    <a:pt x="3227" y="2115"/>
                  </a:lnTo>
                  <a:lnTo>
                    <a:pt x="3292" y="1832"/>
                  </a:lnTo>
                  <a:lnTo>
                    <a:pt x="3336" y="1527"/>
                  </a:lnTo>
                  <a:lnTo>
                    <a:pt x="3358" y="1243"/>
                  </a:lnTo>
                  <a:lnTo>
                    <a:pt x="3358" y="938"/>
                  </a:lnTo>
                  <a:lnTo>
                    <a:pt x="3358" y="655"/>
                  </a:lnTo>
                  <a:lnTo>
                    <a:pt x="3314" y="349"/>
                  </a:lnTo>
                  <a:lnTo>
                    <a:pt x="3271" y="44"/>
                  </a:lnTo>
                  <a:lnTo>
                    <a:pt x="3096"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4" name="Google Shape;11454;p80"/>
            <p:cNvSpPr/>
            <p:nvPr/>
          </p:nvSpPr>
          <p:spPr>
            <a:xfrm>
              <a:off x="3613550" y="3404063"/>
              <a:ext cx="185875" cy="137925"/>
            </a:xfrm>
            <a:custGeom>
              <a:rect b="b" l="l" r="r" t="t"/>
              <a:pathLst>
                <a:path extrusionOk="0" h="5517" w="7435">
                  <a:moveTo>
                    <a:pt x="5429" y="1"/>
                  </a:moveTo>
                  <a:lnTo>
                    <a:pt x="5123" y="44"/>
                  </a:lnTo>
                  <a:lnTo>
                    <a:pt x="4840" y="131"/>
                  </a:lnTo>
                  <a:lnTo>
                    <a:pt x="4557" y="262"/>
                  </a:lnTo>
                  <a:lnTo>
                    <a:pt x="4273" y="415"/>
                  </a:lnTo>
                  <a:lnTo>
                    <a:pt x="4033" y="611"/>
                  </a:lnTo>
                  <a:lnTo>
                    <a:pt x="3794" y="829"/>
                  </a:lnTo>
                  <a:lnTo>
                    <a:pt x="3554" y="1047"/>
                  </a:lnTo>
                  <a:lnTo>
                    <a:pt x="3336" y="1287"/>
                  </a:lnTo>
                  <a:lnTo>
                    <a:pt x="3140" y="1549"/>
                  </a:lnTo>
                  <a:lnTo>
                    <a:pt x="2769" y="2072"/>
                  </a:lnTo>
                  <a:lnTo>
                    <a:pt x="2377" y="2682"/>
                  </a:lnTo>
                  <a:lnTo>
                    <a:pt x="1962" y="3314"/>
                  </a:lnTo>
                  <a:lnTo>
                    <a:pt x="1548" y="3925"/>
                  </a:lnTo>
                  <a:lnTo>
                    <a:pt x="1308" y="4208"/>
                  </a:lnTo>
                  <a:lnTo>
                    <a:pt x="1068" y="4492"/>
                  </a:lnTo>
                  <a:lnTo>
                    <a:pt x="829" y="4731"/>
                  </a:lnTo>
                  <a:lnTo>
                    <a:pt x="567" y="4971"/>
                  </a:lnTo>
                  <a:lnTo>
                    <a:pt x="284" y="5167"/>
                  </a:lnTo>
                  <a:lnTo>
                    <a:pt x="0" y="5364"/>
                  </a:lnTo>
                  <a:lnTo>
                    <a:pt x="44" y="5516"/>
                  </a:lnTo>
                  <a:lnTo>
                    <a:pt x="349" y="5320"/>
                  </a:lnTo>
                  <a:lnTo>
                    <a:pt x="654" y="5080"/>
                  </a:lnTo>
                  <a:lnTo>
                    <a:pt x="938" y="4840"/>
                  </a:lnTo>
                  <a:lnTo>
                    <a:pt x="1199" y="4557"/>
                  </a:lnTo>
                  <a:lnTo>
                    <a:pt x="1461" y="4274"/>
                  </a:lnTo>
                  <a:lnTo>
                    <a:pt x="1701" y="3968"/>
                  </a:lnTo>
                  <a:lnTo>
                    <a:pt x="1919" y="3663"/>
                  </a:lnTo>
                  <a:lnTo>
                    <a:pt x="2115" y="3358"/>
                  </a:lnTo>
                  <a:lnTo>
                    <a:pt x="2529" y="2748"/>
                  </a:lnTo>
                  <a:lnTo>
                    <a:pt x="2922" y="2137"/>
                  </a:lnTo>
                  <a:lnTo>
                    <a:pt x="3140" y="1832"/>
                  </a:lnTo>
                  <a:lnTo>
                    <a:pt x="3358" y="1549"/>
                  </a:lnTo>
                  <a:lnTo>
                    <a:pt x="3576" y="1265"/>
                  </a:lnTo>
                  <a:lnTo>
                    <a:pt x="3837" y="1004"/>
                  </a:lnTo>
                  <a:lnTo>
                    <a:pt x="4099" y="764"/>
                  </a:lnTo>
                  <a:lnTo>
                    <a:pt x="4382" y="567"/>
                  </a:lnTo>
                  <a:lnTo>
                    <a:pt x="4666" y="393"/>
                  </a:lnTo>
                  <a:lnTo>
                    <a:pt x="4971" y="284"/>
                  </a:lnTo>
                  <a:lnTo>
                    <a:pt x="5276" y="197"/>
                  </a:lnTo>
                  <a:lnTo>
                    <a:pt x="5603" y="153"/>
                  </a:lnTo>
                  <a:lnTo>
                    <a:pt x="5952" y="175"/>
                  </a:lnTo>
                  <a:lnTo>
                    <a:pt x="6301" y="219"/>
                  </a:lnTo>
                  <a:lnTo>
                    <a:pt x="6584" y="284"/>
                  </a:lnTo>
                  <a:lnTo>
                    <a:pt x="6867" y="371"/>
                  </a:lnTo>
                  <a:lnTo>
                    <a:pt x="7151" y="480"/>
                  </a:lnTo>
                  <a:lnTo>
                    <a:pt x="7434" y="589"/>
                  </a:lnTo>
                  <a:lnTo>
                    <a:pt x="7413" y="415"/>
                  </a:lnTo>
                  <a:lnTo>
                    <a:pt x="6911" y="219"/>
                  </a:lnTo>
                  <a:lnTo>
                    <a:pt x="6628" y="131"/>
                  </a:lnTo>
                  <a:lnTo>
                    <a:pt x="6322" y="66"/>
                  </a:lnTo>
                  <a:lnTo>
                    <a:pt x="6017" y="22"/>
                  </a:lnTo>
                  <a:lnTo>
                    <a:pt x="573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5" name="Google Shape;11455;p80"/>
            <p:cNvSpPr/>
            <p:nvPr/>
          </p:nvSpPr>
          <p:spPr>
            <a:xfrm>
              <a:off x="3723100" y="3466188"/>
              <a:ext cx="79050" cy="140100"/>
            </a:xfrm>
            <a:custGeom>
              <a:rect b="b" l="l" r="r" t="t"/>
              <a:pathLst>
                <a:path extrusionOk="0" h="5604" w="3162">
                  <a:moveTo>
                    <a:pt x="2355" y="1"/>
                  </a:moveTo>
                  <a:lnTo>
                    <a:pt x="2137" y="23"/>
                  </a:lnTo>
                  <a:lnTo>
                    <a:pt x="1940" y="45"/>
                  </a:lnTo>
                  <a:lnTo>
                    <a:pt x="1744" y="110"/>
                  </a:lnTo>
                  <a:lnTo>
                    <a:pt x="1548" y="175"/>
                  </a:lnTo>
                  <a:lnTo>
                    <a:pt x="1352" y="263"/>
                  </a:lnTo>
                  <a:lnTo>
                    <a:pt x="1177" y="372"/>
                  </a:lnTo>
                  <a:lnTo>
                    <a:pt x="1003" y="481"/>
                  </a:lnTo>
                  <a:lnTo>
                    <a:pt x="850" y="611"/>
                  </a:lnTo>
                  <a:lnTo>
                    <a:pt x="698" y="764"/>
                  </a:lnTo>
                  <a:lnTo>
                    <a:pt x="545" y="917"/>
                  </a:lnTo>
                  <a:lnTo>
                    <a:pt x="436" y="1091"/>
                  </a:lnTo>
                  <a:lnTo>
                    <a:pt x="305" y="1287"/>
                  </a:lnTo>
                  <a:lnTo>
                    <a:pt x="196" y="1527"/>
                  </a:lnTo>
                  <a:lnTo>
                    <a:pt x="109" y="1767"/>
                  </a:lnTo>
                  <a:lnTo>
                    <a:pt x="44" y="2007"/>
                  </a:lnTo>
                  <a:lnTo>
                    <a:pt x="22" y="2268"/>
                  </a:lnTo>
                  <a:lnTo>
                    <a:pt x="0" y="2508"/>
                  </a:lnTo>
                  <a:lnTo>
                    <a:pt x="0" y="2770"/>
                  </a:lnTo>
                  <a:lnTo>
                    <a:pt x="22" y="3009"/>
                  </a:lnTo>
                  <a:lnTo>
                    <a:pt x="66" y="3249"/>
                  </a:lnTo>
                  <a:lnTo>
                    <a:pt x="131" y="3489"/>
                  </a:lnTo>
                  <a:lnTo>
                    <a:pt x="196" y="3729"/>
                  </a:lnTo>
                  <a:lnTo>
                    <a:pt x="305" y="3969"/>
                  </a:lnTo>
                  <a:lnTo>
                    <a:pt x="414" y="4209"/>
                  </a:lnTo>
                  <a:lnTo>
                    <a:pt x="545" y="4427"/>
                  </a:lnTo>
                  <a:lnTo>
                    <a:pt x="698" y="4623"/>
                  </a:lnTo>
                  <a:lnTo>
                    <a:pt x="850" y="4819"/>
                  </a:lnTo>
                  <a:lnTo>
                    <a:pt x="1025" y="5015"/>
                  </a:lnTo>
                  <a:lnTo>
                    <a:pt x="1199" y="5190"/>
                  </a:lnTo>
                  <a:lnTo>
                    <a:pt x="1395" y="5342"/>
                  </a:lnTo>
                  <a:lnTo>
                    <a:pt x="1766" y="5604"/>
                  </a:lnTo>
                  <a:lnTo>
                    <a:pt x="1853" y="5495"/>
                  </a:lnTo>
                  <a:lnTo>
                    <a:pt x="1875" y="5473"/>
                  </a:lnTo>
                  <a:lnTo>
                    <a:pt x="1504" y="5211"/>
                  </a:lnTo>
                  <a:lnTo>
                    <a:pt x="1177" y="4928"/>
                  </a:lnTo>
                  <a:lnTo>
                    <a:pt x="894" y="4623"/>
                  </a:lnTo>
                  <a:lnTo>
                    <a:pt x="763" y="4448"/>
                  </a:lnTo>
                  <a:lnTo>
                    <a:pt x="632" y="4274"/>
                  </a:lnTo>
                  <a:lnTo>
                    <a:pt x="523" y="4078"/>
                  </a:lnTo>
                  <a:lnTo>
                    <a:pt x="436" y="3903"/>
                  </a:lnTo>
                  <a:lnTo>
                    <a:pt x="349" y="3707"/>
                  </a:lnTo>
                  <a:lnTo>
                    <a:pt x="284" y="3489"/>
                  </a:lnTo>
                  <a:lnTo>
                    <a:pt x="218" y="3293"/>
                  </a:lnTo>
                  <a:lnTo>
                    <a:pt x="175" y="3075"/>
                  </a:lnTo>
                  <a:lnTo>
                    <a:pt x="153" y="2857"/>
                  </a:lnTo>
                  <a:lnTo>
                    <a:pt x="153" y="2617"/>
                  </a:lnTo>
                  <a:lnTo>
                    <a:pt x="153" y="2290"/>
                  </a:lnTo>
                  <a:lnTo>
                    <a:pt x="218" y="1985"/>
                  </a:lnTo>
                  <a:lnTo>
                    <a:pt x="305" y="1680"/>
                  </a:lnTo>
                  <a:lnTo>
                    <a:pt x="436" y="1374"/>
                  </a:lnTo>
                  <a:lnTo>
                    <a:pt x="611" y="1113"/>
                  </a:lnTo>
                  <a:lnTo>
                    <a:pt x="807" y="851"/>
                  </a:lnTo>
                  <a:lnTo>
                    <a:pt x="1047" y="633"/>
                  </a:lnTo>
                  <a:lnTo>
                    <a:pt x="1308" y="459"/>
                  </a:lnTo>
                  <a:lnTo>
                    <a:pt x="1526" y="350"/>
                  </a:lnTo>
                  <a:lnTo>
                    <a:pt x="1744" y="263"/>
                  </a:lnTo>
                  <a:lnTo>
                    <a:pt x="1984" y="197"/>
                  </a:lnTo>
                  <a:lnTo>
                    <a:pt x="2224" y="154"/>
                  </a:lnTo>
                  <a:lnTo>
                    <a:pt x="2464" y="154"/>
                  </a:lnTo>
                  <a:lnTo>
                    <a:pt x="2703" y="175"/>
                  </a:lnTo>
                  <a:lnTo>
                    <a:pt x="2943" y="219"/>
                  </a:lnTo>
                  <a:lnTo>
                    <a:pt x="3161" y="306"/>
                  </a:lnTo>
                  <a:lnTo>
                    <a:pt x="3161" y="132"/>
                  </a:lnTo>
                  <a:lnTo>
                    <a:pt x="2965" y="66"/>
                  </a:lnTo>
                  <a:lnTo>
                    <a:pt x="2769" y="23"/>
                  </a:lnTo>
                  <a:lnTo>
                    <a:pt x="255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6" name="Google Shape;11456;p80"/>
            <p:cNvSpPr/>
            <p:nvPr/>
          </p:nvSpPr>
          <p:spPr>
            <a:xfrm>
              <a:off x="3619000" y="3556138"/>
              <a:ext cx="107925" cy="88300"/>
            </a:xfrm>
            <a:custGeom>
              <a:rect b="b" l="l" r="r" t="t"/>
              <a:pathLst>
                <a:path extrusionOk="0" h="3532" w="4317">
                  <a:moveTo>
                    <a:pt x="872" y="0"/>
                  </a:moveTo>
                  <a:lnTo>
                    <a:pt x="436" y="22"/>
                  </a:lnTo>
                  <a:lnTo>
                    <a:pt x="0" y="109"/>
                  </a:lnTo>
                  <a:lnTo>
                    <a:pt x="44" y="240"/>
                  </a:lnTo>
                  <a:lnTo>
                    <a:pt x="44" y="262"/>
                  </a:lnTo>
                  <a:lnTo>
                    <a:pt x="436" y="196"/>
                  </a:lnTo>
                  <a:lnTo>
                    <a:pt x="829" y="153"/>
                  </a:lnTo>
                  <a:lnTo>
                    <a:pt x="1221" y="175"/>
                  </a:lnTo>
                  <a:lnTo>
                    <a:pt x="1613" y="218"/>
                  </a:lnTo>
                  <a:lnTo>
                    <a:pt x="2006" y="305"/>
                  </a:lnTo>
                  <a:lnTo>
                    <a:pt x="2377" y="458"/>
                  </a:lnTo>
                  <a:lnTo>
                    <a:pt x="2725" y="632"/>
                  </a:lnTo>
                  <a:lnTo>
                    <a:pt x="3074" y="872"/>
                  </a:lnTo>
                  <a:lnTo>
                    <a:pt x="3227" y="981"/>
                  </a:lnTo>
                  <a:lnTo>
                    <a:pt x="3358" y="1112"/>
                  </a:lnTo>
                  <a:lnTo>
                    <a:pt x="3597" y="1417"/>
                  </a:lnTo>
                  <a:lnTo>
                    <a:pt x="3815" y="1722"/>
                  </a:lnTo>
                  <a:lnTo>
                    <a:pt x="3968" y="2071"/>
                  </a:lnTo>
                  <a:lnTo>
                    <a:pt x="4077" y="2420"/>
                  </a:lnTo>
                  <a:lnTo>
                    <a:pt x="4142" y="2791"/>
                  </a:lnTo>
                  <a:lnTo>
                    <a:pt x="4142" y="2965"/>
                  </a:lnTo>
                  <a:lnTo>
                    <a:pt x="4142" y="3161"/>
                  </a:lnTo>
                  <a:lnTo>
                    <a:pt x="4142" y="3336"/>
                  </a:lnTo>
                  <a:lnTo>
                    <a:pt x="4099" y="3532"/>
                  </a:lnTo>
                  <a:lnTo>
                    <a:pt x="4273" y="3466"/>
                  </a:lnTo>
                  <a:lnTo>
                    <a:pt x="4317" y="3096"/>
                  </a:lnTo>
                  <a:lnTo>
                    <a:pt x="4295" y="2747"/>
                  </a:lnTo>
                  <a:lnTo>
                    <a:pt x="4230" y="2398"/>
                  </a:lnTo>
                  <a:lnTo>
                    <a:pt x="4142" y="2049"/>
                  </a:lnTo>
                  <a:lnTo>
                    <a:pt x="3990" y="1722"/>
                  </a:lnTo>
                  <a:lnTo>
                    <a:pt x="3815" y="1417"/>
                  </a:lnTo>
                  <a:lnTo>
                    <a:pt x="3576" y="1134"/>
                  </a:lnTo>
                  <a:lnTo>
                    <a:pt x="3314" y="872"/>
                  </a:lnTo>
                  <a:lnTo>
                    <a:pt x="3140" y="720"/>
                  </a:lnTo>
                  <a:lnTo>
                    <a:pt x="2965" y="589"/>
                  </a:lnTo>
                  <a:lnTo>
                    <a:pt x="2769" y="480"/>
                  </a:lnTo>
                  <a:lnTo>
                    <a:pt x="2573" y="371"/>
                  </a:lnTo>
                  <a:lnTo>
                    <a:pt x="2377" y="284"/>
                  </a:lnTo>
                  <a:lnTo>
                    <a:pt x="2180" y="196"/>
                  </a:lnTo>
                  <a:lnTo>
                    <a:pt x="1962" y="131"/>
                  </a:lnTo>
                  <a:lnTo>
                    <a:pt x="1744" y="87"/>
                  </a:lnTo>
                  <a:lnTo>
                    <a:pt x="1308" y="22"/>
                  </a:lnTo>
                  <a:lnTo>
                    <a:pt x="87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7" name="Google Shape;11457;p80"/>
            <p:cNvSpPr/>
            <p:nvPr/>
          </p:nvSpPr>
          <p:spPr>
            <a:xfrm>
              <a:off x="3329600" y="3361563"/>
              <a:ext cx="292700" cy="334125"/>
            </a:xfrm>
            <a:custGeom>
              <a:rect b="b" l="l" r="r" t="t"/>
              <a:pathLst>
                <a:path extrusionOk="0" h="13365" w="11708">
                  <a:moveTo>
                    <a:pt x="4622" y="0"/>
                  </a:moveTo>
                  <a:lnTo>
                    <a:pt x="4513" y="22"/>
                  </a:lnTo>
                  <a:lnTo>
                    <a:pt x="4382" y="44"/>
                  </a:lnTo>
                  <a:lnTo>
                    <a:pt x="4273" y="87"/>
                  </a:lnTo>
                  <a:lnTo>
                    <a:pt x="4186" y="153"/>
                  </a:lnTo>
                  <a:lnTo>
                    <a:pt x="4077" y="218"/>
                  </a:lnTo>
                  <a:lnTo>
                    <a:pt x="4011" y="327"/>
                  </a:lnTo>
                  <a:lnTo>
                    <a:pt x="3924" y="436"/>
                  </a:lnTo>
                  <a:lnTo>
                    <a:pt x="3859" y="589"/>
                  </a:lnTo>
                  <a:lnTo>
                    <a:pt x="3793" y="741"/>
                  </a:lnTo>
                  <a:lnTo>
                    <a:pt x="3750" y="916"/>
                  </a:lnTo>
                  <a:lnTo>
                    <a:pt x="3706" y="1134"/>
                  </a:lnTo>
                  <a:lnTo>
                    <a:pt x="3684" y="1352"/>
                  </a:lnTo>
                  <a:lnTo>
                    <a:pt x="3663" y="1897"/>
                  </a:lnTo>
                  <a:lnTo>
                    <a:pt x="3663" y="1962"/>
                  </a:lnTo>
                  <a:lnTo>
                    <a:pt x="3663" y="2115"/>
                  </a:lnTo>
                  <a:lnTo>
                    <a:pt x="3619" y="2486"/>
                  </a:lnTo>
                  <a:lnTo>
                    <a:pt x="3575" y="2638"/>
                  </a:lnTo>
                  <a:lnTo>
                    <a:pt x="3532" y="2769"/>
                  </a:lnTo>
                  <a:lnTo>
                    <a:pt x="3488" y="2900"/>
                  </a:lnTo>
                  <a:lnTo>
                    <a:pt x="3423" y="2987"/>
                  </a:lnTo>
                  <a:lnTo>
                    <a:pt x="3401" y="3031"/>
                  </a:lnTo>
                  <a:lnTo>
                    <a:pt x="3292" y="3140"/>
                  </a:lnTo>
                  <a:lnTo>
                    <a:pt x="3183" y="3205"/>
                  </a:lnTo>
                  <a:lnTo>
                    <a:pt x="3096" y="3249"/>
                  </a:lnTo>
                  <a:lnTo>
                    <a:pt x="2921" y="3292"/>
                  </a:lnTo>
                  <a:lnTo>
                    <a:pt x="2682" y="3292"/>
                  </a:lnTo>
                  <a:lnTo>
                    <a:pt x="2420" y="3270"/>
                  </a:lnTo>
                  <a:lnTo>
                    <a:pt x="2115" y="3227"/>
                  </a:lnTo>
                  <a:lnTo>
                    <a:pt x="1831" y="3161"/>
                  </a:lnTo>
                  <a:lnTo>
                    <a:pt x="1657" y="3140"/>
                  </a:lnTo>
                  <a:lnTo>
                    <a:pt x="1417" y="3096"/>
                  </a:lnTo>
                  <a:lnTo>
                    <a:pt x="1221" y="3074"/>
                  </a:lnTo>
                  <a:lnTo>
                    <a:pt x="1046" y="3074"/>
                  </a:lnTo>
                  <a:lnTo>
                    <a:pt x="872" y="3118"/>
                  </a:lnTo>
                  <a:lnTo>
                    <a:pt x="719" y="3183"/>
                  </a:lnTo>
                  <a:lnTo>
                    <a:pt x="567" y="3270"/>
                  </a:lnTo>
                  <a:lnTo>
                    <a:pt x="414" y="3379"/>
                  </a:lnTo>
                  <a:lnTo>
                    <a:pt x="305" y="3510"/>
                  </a:lnTo>
                  <a:lnTo>
                    <a:pt x="218" y="3663"/>
                  </a:lnTo>
                  <a:lnTo>
                    <a:pt x="196" y="3685"/>
                  </a:lnTo>
                  <a:lnTo>
                    <a:pt x="174" y="3750"/>
                  </a:lnTo>
                  <a:lnTo>
                    <a:pt x="109" y="3881"/>
                  </a:lnTo>
                  <a:lnTo>
                    <a:pt x="109" y="3903"/>
                  </a:lnTo>
                  <a:lnTo>
                    <a:pt x="65" y="4055"/>
                  </a:lnTo>
                  <a:lnTo>
                    <a:pt x="22" y="4208"/>
                  </a:lnTo>
                  <a:lnTo>
                    <a:pt x="0" y="4382"/>
                  </a:lnTo>
                  <a:lnTo>
                    <a:pt x="0" y="4535"/>
                  </a:lnTo>
                  <a:lnTo>
                    <a:pt x="44" y="4884"/>
                  </a:lnTo>
                  <a:lnTo>
                    <a:pt x="109" y="5232"/>
                  </a:lnTo>
                  <a:lnTo>
                    <a:pt x="196" y="5494"/>
                  </a:lnTo>
                  <a:lnTo>
                    <a:pt x="305" y="5777"/>
                  </a:lnTo>
                  <a:lnTo>
                    <a:pt x="545" y="6192"/>
                  </a:lnTo>
                  <a:lnTo>
                    <a:pt x="807" y="6628"/>
                  </a:lnTo>
                  <a:lnTo>
                    <a:pt x="894" y="6780"/>
                  </a:lnTo>
                  <a:lnTo>
                    <a:pt x="1025" y="6955"/>
                  </a:lnTo>
                  <a:lnTo>
                    <a:pt x="1395" y="7413"/>
                  </a:lnTo>
                  <a:lnTo>
                    <a:pt x="1831" y="7958"/>
                  </a:lnTo>
                  <a:lnTo>
                    <a:pt x="2333" y="8503"/>
                  </a:lnTo>
                  <a:lnTo>
                    <a:pt x="2747" y="8939"/>
                  </a:lnTo>
                  <a:lnTo>
                    <a:pt x="3052" y="9244"/>
                  </a:lnTo>
                  <a:lnTo>
                    <a:pt x="3183" y="9375"/>
                  </a:lnTo>
                  <a:lnTo>
                    <a:pt x="3793" y="9963"/>
                  </a:lnTo>
                  <a:lnTo>
                    <a:pt x="4251" y="10377"/>
                  </a:lnTo>
                  <a:lnTo>
                    <a:pt x="5058" y="11119"/>
                  </a:lnTo>
                  <a:lnTo>
                    <a:pt x="5167" y="11249"/>
                  </a:lnTo>
                  <a:lnTo>
                    <a:pt x="5341" y="11402"/>
                  </a:lnTo>
                  <a:lnTo>
                    <a:pt x="5668" y="11707"/>
                  </a:lnTo>
                  <a:lnTo>
                    <a:pt x="5799" y="11816"/>
                  </a:lnTo>
                  <a:lnTo>
                    <a:pt x="6257" y="12230"/>
                  </a:lnTo>
                  <a:lnTo>
                    <a:pt x="6606" y="12536"/>
                  </a:lnTo>
                  <a:lnTo>
                    <a:pt x="6976" y="12776"/>
                  </a:lnTo>
                  <a:lnTo>
                    <a:pt x="7281" y="12950"/>
                  </a:lnTo>
                  <a:lnTo>
                    <a:pt x="7587" y="13081"/>
                  </a:lnTo>
                  <a:lnTo>
                    <a:pt x="7892" y="13190"/>
                  </a:lnTo>
                  <a:lnTo>
                    <a:pt x="8175" y="13255"/>
                  </a:lnTo>
                  <a:lnTo>
                    <a:pt x="8590" y="13342"/>
                  </a:lnTo>
                  <a:lnTo>
                    <a:pt x="8982" y="13364"/>
                  </a:lnTo>
                  <a:lnTo>
                    <a:pt x="9374" y="13364"/>
                  </a:lnTo>
                  <a:lnTo>
                    <a:pt x="9767" y="13321"/>
                  </a:lnTo>
                  <a:lnTo>
                    <a:pt x="10116" y="13146"/>
                  </a:lnTo>
                  <a:lnTo>
                    <a:pt x="10421" y="12928"/>
                  </a:lnTo>
                  <a:lnTo>
                    <a:pt x="10704" y="12688"/>
                  </a:lnTo>
                  <a:lnTo>
                    <a:pt x="10966" y="12383"/>
                  </a:lnTo>
                  <a:lnTo>
                    <a:pt x="11075" y="12252"/>
                  </a:lnTo>
                  <a:lnTo>
                    <a:pt x="11206" y="12034"/>
                  </a:lnTo>
                  <a:lnTo>
                    <a:pt x="11336" y="11816"/>
                  </a:lnTo>
                  <a:lnTo>
                    <a:pt x="11445" y="11576"/>
                  </a:lnTo>
                  <a:lnTo>
                    <a:pt x="11533" y="11315"/>
                  </a:lnTo>
                  <a:lnTo>
                    <a:pt x="11598" y="11031"/>
                  </a:lnTo>
                  <a:lnTo>
                    <a:pt x="11663" y="10748"/>
                  </a:lnTo>
                  <a:lnTo>
                    <a:pt x="11685" y="10443"/>
                  </a:lnTo>
                  <a:lnTo>
                    <a:pt x="11707" y="10138"/>
                  </a:lnTo>
                  <a:lnTo>
                    <a:pt x="11707" y="9985"/>
                  </a:lnTo>
                  <a:lnTo>
                    <a:pt x="11707" y="9963"/>
                  </a:lnTo>
                  <a:lnTo>
                    <a:pt x="11707" y="9593"/>
                  </a:lnTo>
                  <a:lnTo>
                    <a:pt x="11663" y="9222"/>
                  </a:lnTo>
                  <a:lnTo>
                    <a:pt x="11598" y="8808"/>
                  </a:lnTo>
                  <a:lnTo>
                    <a:pt x="11511" y="8350"/>
                  </a:lnTo>
                  <a:lnTo>
                    <a:pt x="11380" y="7914"/>
                  </a:lnTo>
                  <a:lnTo>
                    <a:pt x="11227" y="7434"/>
                  </a:lnTo>
                  <a:lnTo>
                    <a:pt x="10966" y="6780"/>
                  </a:lnTo>
                  <a:lnTo>
                    <a:pt x="10639" y="6039"/>
                  </a:lnTo>
                  <a:lnTo>
                    <a:pt x="10225" y="5276"/>
                  </a:lnTo>
                  <a:lnTo>
                    <a:pt x="10028" y="4905"/>
                  </a:lnTo>
                  <a:lnTo>
                    <a:pt x="9941" y="4775"/>
                  </a:lnTo>
                  <a:lnTo>
                    <a:pt x="9898" y="4687"/>
                  </a:lnTo>
                  <a:lnTo>
                    <a:pt x="9331" y="3772"/>
                  </a:lnTo>
                  <a:lnTo>
                    <a:pt x="9004" y="3401"/>
                  </a:lnTo>
                  <a:lnTo>
                    <a:pt x="8764" y="3118"/>
                  </a:lnTo>
                  <a:lnTo>
                    <a:pt x="8655" y="2987"/>
                  </a:lnTo>
                  <a:lnTo>
                    <a:pt x="8590" y="2922"/>
                  </a:lnTo>
                  <a:lnTo>
                    <a:pt x="8219" y="2529"/>
                  </a:lnTo>
                  <a:lnTo>
                    <a:pt x="7805" y="2093"/>
                  </a:lnTo>
                  <a:lnTo>
                    <a:pt x="7696" y="1984"/>
                  </a:lnTo>
                  <a:lnTo>
                    <a:pt x="7587" y="1897"/>
                  </a:lnTo>
                  <a:lnTo>
                    <a:pt x="7151" y="1483"/>
                  </a:lnTo>
                  <a:lnTo>
                    <a:pt x="6606" y="1003"/>
                  </a:lnTo>
                  <a:lnTo>
                    <a:pt x="6344" y="785"/>
                  </a:lnTo>
                  <a:lnTo>
                    <a:pt x="6061" y="589"/>
                  </a:lnTo>
                  <a:lnTo>
                    <a:pt x="5821" y="436"/>
                  </a:lnTo>
                  <a:lnTo>
                    <a:pt x="5581" y="305"/>
                  </a:lnTo>
                  <a:lnTo>
                    <a:pt x="5232" y="131"/>
                  </a:lnTo>
                  <a:lnTo>
                    <a:pt x="5058" y="66"/>
                  </a:lnTo>
                  <a:lnTo>
                    <a:pt x="4883" y="44"/>
                  </a:lnTo>
                  <a:lnTo>
                    <a:pt x="4753" y="22"/>
                  </a:lnTo>
                  <a:lnTo>
                    <a:pt x="462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8" name="Google Shape;11458;p80"/>
            <p:cNvSpPr/>
            <p:nvPr/>
          </p:nvSpPr>
          <p:spPr>
            <a:xfrm>
              <a:off x="3349750" y="3440038"/>
              <a:ext cx="27275" cy="91050"/>
            </a:xfrm>
            <a:custGeom>
              <a:rect b="b" l="l" r="r" t="t"/>
              <a:pathLst>
                <a:path extrusionOk="0" h="3642" w="1091">
                  <a:moveTo>
                    <a:pt x="851" y="1"/>
                  </a:moveTo>
                  <a:lnTo>
                    <a:pt x="916" y="458"/>
                  </a:lnTo>
                  <a:lnTo>
                    <a:pt x="916" y="938"/>
                  </a:lnTo>
                  <a:lnTo>
                    <a:pt x="894" y="1396"/>
                  </a:lnTo>
                  <a:lnTo>
                    <a:pt x="807" y="1854"/>
                  </a:lnTo>
                  <a:lnTo>
                    <a:pt x="655" y="2290"/>
                  </a:lnTo>
                  <a:lnTo>
                    <a:pt x="480" y="2704"/>
                  </a:lnTo>
                  <a:lnTo>
                    <a:pt x="262" y="3118"/>
                  </a:lnTo>
                  <a:lnTo>
                    <a:pt x="1" y="3489"/>
                  </a:lnTo>
                  <a:lnTo>
                    <a:pt x="88" y="3641"/>
                  </a:lnTo>
                  <a:lnTo>
                    <a:pt x="371" y="3249"/>
                  </a:lnTo>
                  <a:lnTo>
                    <a:pt x="611" y="2835"/>
                  </a:lnTo>
                  <a:lnTo>
                    <a:pt x="807" y="2399"/>
                  </a:lnTo>
                  <a:lnTo>
                    <a:pt x="938" y="1941"/>
                  </a:lnTo>
                  <a:lnTo>
                    <a:pt x="1025" y="1483"/>
                  </a:lnTo>
                  <a:lnTo>
                    <a:pt x="1091" y="1003"/>
                  </a:lnTo>
                  <a:lnTo>
                    <a:pt x="1069" y="524"/>
                  </a:lnTo>
                  <a:lnTo>
                    <a:pt x="1047" y="262"/>
                  </a:lnTo>
                  <a:lnTo>
                    <a:pt x="1025" y="22"/>
                  </a:lnTo>
                  <a:lnTo>
                    <a:pt x="85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9" name="Google Shape;11459;p80"/>
            <p:cNvSpPr/>
            <p:nvPr/>
          </p:nvSpPr>
          <p:spPr>
            <a:xfrm>
              <a:off x="3421150" y="3410613"/>
              <a:ext cx="103575" cy="14200"/>
            </a:xfrm>
            <a:custGeom>
              <a:rect b="b" l="l" r="r" t="t"/>
              <a:pathLst>
                <a:path extrusionOk="0" h="568" w="4143">
                  <a:moveTo>
                    <a:pt x="1" y="0"/>
                  </a:moveTo>
                  <a:lnTo>
                    <a:pt x="1" y="153"/>
                  </a:lnTo>
                  <a:lnTo>
                    <a:pt x="284" y="262"/>
                  </a:lnTo>
                  <a:lnTo>
                    <a:pt x="567" y="349"/>
                  </a:lnTo>
                  <a:lnTo>
                    <a:pt x="851" y="436"/>
                  </a:lnTo>
                  <a:lnTo>
                    <a:pt x="1156" y="480"/>
                  </a:lnTo>
                  <a:lnTo>
                    <a:pt x="1461" y="524"/>
                  </a:lnTo>
                  <a:lnTo>
                    <a:pt x="1745" y="545"/>
                  </a:lnTo>
                  <a:lnTo>
                    <a:pt x="2050" y="567"/>
                  </a:lnTo>
                  <a:lnTo>
                    <a:pt x="2355" y="545"/>
                  </a:lnTo>
                  <a:lnTo>
                    <a:pt x="2791" y="524"/>
                  </a:lnTo>
                  <a:lnTo>
                    <a:pt x="3249" y="436"/>
                  </a:lnTo>
                  <a:lnTo>
                    <a:pt x="3707" y="305"/>
                  </a:lnTo>
                  <a:lnTo>
                    <a:pt x="3925" y="218"/>
                  </a:lnTo>
                  <a:lnTo>
                    <a:pt x="4143" y="131"/>
                  </a:lnTo>
                  <a:lnTo>
                    <a:pt x="4034" y="22"/>
                  </a:lnTo>
                  <a:lnTo>
                    <a:pt x="3794" y="109"/>
                  </a:lnTo>
                  <a:lnTo>
                    <a:pt x="3554" y="196"/>
                  </a:lnTo>
                  <a:lnTo>
                    <a:pt x="3053" y="305"/>
                  </a:lnTo>
                  <a:lnTo>
                    <a:pt x="2573" y="371"/>
                  </a:lnTo>
                  <a:lnTo>
                    <a:pt x="2137" y="415"/>
                  </a:lnTo>
                  <a:lnTo>
                    <a:pt x="1854" y="393"/>
                  </a:lnTo>
                  <a:lnTo>
                    <a:pt x="1592" y="393"/>
                  </a:lnTo>
                  <a:lnTo>
                    <a:pt x="1309" y="349"/>
                  </a:lnTo>
                  <a:lnTo>
                    <a:pt x="1047" y="305"/>
                  </a:lnTo>
                  <a:lnTo>
                    <a:pt x="785" y="240"/>
                  </a:lnTo>
                  <a:lnTo>
                    <a:pt x="524" y="175"/>
                  </a:lnTo>
                  <a:lnTo>
                    <a:pt x="262" y="87"/>
                  </a:lnTo>
                  <a:lnTo>
                    <a:pt x="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0" name="Google Shape;11460;p80"/>
            <p:cNvSpPr/>
            <p:nvPr/>
          </p:nvSpPr>
          <p:spPr>
            <a:xfrm>
              <a:off x="3402625" y="3442763"/>
              <a:ext cx="34350" cy="153175"/>
            </a:xfrm>
            <a:custGeom>
              <a:rect b="b" l="l" r="r" t="t"/>
              <a:pathLst>
                <a:path extrusionOk="0" h="6127" w="1374">
                  <a:moveTo>
                    <a:pt x="175" y="1"/>
                  </a:moveTo>
                  <a:lnTo>
                    <a:pt x="0" y="44"/>
                  </a:lnTo>
                  <a:lnTo>
                    <a:pt x="197" y="262"/>
                  </a:lnTo>
                  <a:lnTo>
                    <a:pt x="393" y="502"/>
                  </a:lnTo>
                  <a:lnTo>
                    <a:pt x="589" y="742"/>
                  </a:lnTo>
                  <a:lnTo>
                    <a:pt x="742" y="1003"/>
                  </a:lnTo>
                  <a:lnTo>
                    <a:pt x="894" y="1265"/>
                  </a:lnTo>
                  <a:lnTo>
                    <a:pt x="1003" y="1527"/>
                  </a:lnTo>
                  <a:lnTo>
                    <a:pt x="1112" y="1832"/>
                  </a:lnTo>
                  <a:lnTo>
                    <a:pt x="1178" y="2115"/>
                  </a:lnTo>
                  <a:lnTo>
                    <a:pt x="1199" y="2311"/>
                  </a:lnTo>
                  <a:lnTo>
                    <a:pt x="1221" y="2486"/>
                  </a:lnTo>
                  <a:lnTo>
                    <a:pt x="1199" y="2835"/>
                  </a:lnTo>
                  <a:lnTo>
                    <a:pt x="1156" y="3205"/>
                  </a:lnTo>
                  <a:lnTo>
                    <a:pt x="1069" y="3554"/>
                  </a:lnTo>
                  <a:lnTo>
                    <a:pt x="960" y="3881"/>
                  </a:lnTo>
                  <a:lnTo>
                    <a:pt x="829" y="4230"/>
                  </a:lnTo>
                  <a:lnTo>
                    <a:pt x="545" y="4884"/>
                  </a:lnTo>
                  <a:lnTo>
                    <a:pt x="327" y="5451"/>
                  </a:lnTo>
                  <a:lnTo>
                    <a:pt x="131" y="5996"/>
                  </a:lnTo>
                  <a:lnTo>
                    <a:pt x="262" y="6127"/>
                  </a:lnTo>
                  <a:lnTo>
                    <a:pt x="415" y="5691"/>
                  </a:lnTo>
                  <a:lnTo>
                    <a:pt x="589" y="5255"/>
                  </a:lnTo>
                  <a:lnTo>
                    <a:pt x="938" y="4404"/>
                  </a:lnTo>
                  <a:lnTo>
                    <a:pt x="1156" y="3837"/>
                  </a:lnTo>
                  <a:lnTo>
                    <a:pt x="1243" y="3532"/>
                  </a:lnTo>
                  <a:lnTo>
                    <a:pt x="1308" y="3249"/>
                  </a:lnTo>
                  <a:lnTo>
                    <a:pt x="1352" y="2944"/>
                  </a:lnTo>
                  <a:lnTo>
                    <a:pt x="1374" y="2638"/>
                  </a:lnTo>
                  <a:lnTo>
                    <a:pt x="1374" y="2333"/>
                  </a:lnTo>
                  <a:lnTo>
                    <a:pt x="1330" y="2028"/>
                  </a:lnTo>
                  <a:lnTo>
                    <a:pt x="1243" y="1745"/>
                  </a:lnTo>
                  <a:lnTo>
                    <a:pt x="1156" y="1461"/>
                  </a:lnTo>
                  <a:lnTo>
                    <a:pt x="1047" y="1200"/>
                  </a:lnTo>
                  <a:lnTo>
                    <a:pt x="894" y="938"/>
                  </a:lnTo>
                  <a:lnTo>
                    <a:pt x="742" y="698"/>
                  </a:lnTo>
                  <a:lnTo>
                    <a:pt x="567" y="458"/>
                  </a:lnTo>
                  <a:lnTo>
                    <a:pt x="371" y="219"/>
                  </a:lnTo>
                  <a:lnTo>
                    <a:pt x="175"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1" name="Google Shape;11461;p80"/>
            <p:cNvSpPr/>
            <p:nvPr/>
          </p:nvSpPr>
          <p:spPr>
            <a:xfrm>
              <a:off x="3456025" y="3436213"/>
              <a:ext cx="92675" cy="206600"/>
            </a:xfrm>
            <a:custGeom>
              <a:rect b="b" l="l" r="r" t="t"/>
              <a:pathLst>
                <a:path extrusionOk="0" h="8264" w="3707">
                  <a:moveTo>
                    <a:pt x="3598" y="1"/>
                  </a:moveTo>
                  <a:lnTo>
                    <a:pt x="3075" y="110"/>
                  </a:lnTo>
                  <a:lnTo>
                    <a:pt x="2770" y="197"/>
                  </a:lnTo>
                  <a:lnTo>
                    <a:pt x="2486" y="284"/>
                  </a:lnTo>
                  <a:lnTo>
                    <a:pt x="2203" y="415"/>
                  </a:lnTo>
                  <a:lnTo>
                    <a:pt x="1941" y="546"/>
                  </a:lnTo>
                  <a:lnTo>
                    <a:pt x="1701" y="720"/>
                  </a:lnTo>
                  <a:lnTo>
                    <a:pt x="1483" y="917"/>
                  </a:lnTo>
                  <a:lnTo>
                    <a:pt x="1265" y="1135"/>
                  </a:lnTo>
                  <a:lnTo>
                    <a:pt x="1091" y="1396"/>
                  </a:lnTo>
                  <a:lnTo>
                    <a:pt x="960" y="1680"/>
                  </a:lnTo>
                  <a:lnTo>
                    <a:pt x="829" y="1985"/>
                  </a:lnTo>
                  <a:lnTo>
                    <a:pt x="742" y="2290"/>
                  </a:lnTo>
                  <a:lnTo>
                    <a:pt x="677" y="2595"/>
                  </a:lnTo>
                  <a:lnTo>
                    <a:pt x="633" y="2922"/>
                  </a:lnTo>
                  <a:lnTo>
                    <a:pt x="611" y="3249"/>
                  </a:lnTo>
                  <a:lnTo>
                    <a:pt x="568" y="3881"/>
                  </a:lnTo>
                  <a:lnTo>
                    <a:pt x="568" y="4623"/>
                  </a:lnTo>
                  <a:lnTo>
                    <a:pt x="546" y="5364"/>
                  </a:lnTo>
                  <a:lnTo>
                    <a:pt x="524" y="6105"/>
                  </a:lnTo>
                  <a:lnTo>
                    <a:pt x="480" y="6476"/>
                  </a:lnTo>
                  <a:lnTo>
                    <a:pt x="415" y="6846"/>
                  </a:lnTo>
                  <a:lnTo>
                    <a:pt x="350" y="7173"/>
                  </a:lnTo>
                  <a:lnTo>
                    <a:pt x="262" y="7500"/>
                  </a:lnTo>
                  <a:lnTo>
                    <a:pt x="132" y="7827"/>
                  </a:lnTo>
                  <a:lnTo>
                    <a:pt x="1" y="8133"/>
                  </a:lnTo>
                  <a:lnTo>
                    <a:pt x="110" y="8263"/>
                  </a:lnTo>
                  <a:lnTo>
                    <a:pt x="262" y="7915"/>
                  </a:lnTo>
                  <a:lnTo>
                    <a:pt x="393" y="7566"/>
                  </a:lnTo>
                  <a:lnTo>
                    <a:pt x="502" y="7195"/>
                  </a:lnTo>
                  <a:lnTo>
                    <a:pt x="568" y="6825"/>
                  </a:lnTo>
                  <a:lnTo>
                    <a:pt x="633" y="6454"/>
                  </a:lnTo>
                  <a:lnTo>
                    <a:pt x="677" y="6062"/>
                  </a:lnTo>
                  <a:lnTo>
                    <a:pt x="698" y="5691"/>
                  </a:lnTo>
                  <a:lnTo>
                    <a:pt x="720" y="5320"/>
                  </a:lnTo>
                  <a:lnTo>
                    <a:pt x="720" y="4579"/>
                  </a:lnTo>
                  <a:lnTo>
                    <a:pt x="720" y="3860"/>
                  </a:lnTo>
                  <a:lnTo>
                    <a:pt x="742" y="3489"/>
                  </a:lnTo>
                  <a:lnTo>
                    <a:pt x="764" y="3118"/>
                  </a:lnTo>
                  <a:lnTo>
                    <a:pt x="807" y="2770"/>
                  </a:lnTo>
                  <a:lnTo>
                    <a:pt x="895" y="2399"/>
                  </a:lnTo>
                  <a:lnTo>
                    <a:pt x="982" y="2072"/>
                  </a:lnTo>
                  <a:lnTo>
                    <a:pt x="1113" y="1745"/>
                  </a:lnTo>
                  <a:lnTo>
                    <a:pt x="1265" y="1462"/>
                  </a:lnTo>
                  <a:lnTo>
                    <a:pt x="1461" y="1200"/>
                  </a:lnTo>
                  <a:lnTo>
                    <a:pt x="1679" y="960"/>
                  </a:lnTo>
                  <a:lnTo>
                    <a:pt x="1941" y="742"/>
                  </a:lnTo>
                  <a:lnTo>
                    <a:pt x="2224" y="568"/>
                  </a:lnTo>
                  <a:lnTo>
                    <a:pt x="2551" y="415"/>
                  </a:lnTo>
                  <a:lnTo>
                    <a:pt x="2835" y="328"/>
                  </a:lnTo>
                  <a:lnTo>
                    <a:pt x="3118" y="241"/>
                  </a:lnTo>
                  <a:lnTo>
                    <a:pt x="3402" y="175"/>
                  </a:lnTo>
                  <a:lnTo>
                    <a:pt x="3707" y="132"/>
                  </a:lnTo>
                  <a:lnTo>
                    <a:pt x="359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2" name="Google Shape;11462;p80"/>
            <p:cNvSpPr/>
            <p:nvPr/>
          </p:nvSpPr>
          <p:spPr>
            <a:xfrm>
              <a:off x="3533425" y="3480913"/>
              <a:ext cx="88875" cy="134100"/>
            </a:xfrm>
            <a:custGeom>
              <a:rect b="b" l="l" r="r" t="t"/>
              <a:pathLst>
                <a:path extrusionOk="0" h="5364" w="3555">
                  <a:moveTo>
                    <a:pt x="1788" y="1"/>
                  </a:moveTo>
                  <a:lnTo>
                    <a:pt x="1592" y="44"/>
                  </a:lnTo>
                  <a:lnTo>
                    <a:pt x="1396" y="110"/>
                  </a:lnTo>
                  <a:lnTo>
                    <a:pt x="1200" y="219"/>
                  </a:lnTo>
                  <a:lnTo>
                    <a:pt x="1025" y="306"/>
                  </a:lnTo>
                  <a:lnTo>
                    <a:pt x="873" y="437"/>
                  </a:lnTo>
                  <a:lnTo>
                    <a:pt x="720" y="567"/>
                  </a:lnTo>
                  <a:lnTo>
                    <a:pt x="567" y="720"/>
                  </a:lnTo>
                  <a:lnTo>
                    <a:pt x="458" y="894"/>
                  </a:lnTo>
                  <a:lnTo>
                    <a:pt x="328" y="1069"/>
                  </a:lnTo>
                  <a:lnTo>
                    <a:pt x="240" y="1243"/>
                  </a:lnTo>
                  <a:lnTo>
                    <a:pt x="153" y="1439"/>
                  </a:lnTo>
                  <a:lnTo>
                    <a:pt x="88" y="1636"/>
                  </a:lnTo>
                  <a:lnTo>
                    <a:pt x="44" y="1854"/>
                  </a:lnTo>
                  <a:lnTo>
                    <a:pt x="1" y="2072"/>
                  </a:lnTo>
                  <a:lnTo>
                    <a:pt x="1" y="2268"/>
                  </a:lnTo>
                  <a:lnTo>
                    <a:pt x="1" y="2486"/>
                  </a:lnTo>
                  <a:lnTo>
                    <a:pt x="44" y="2748"/>
                  </a:lnTo>
                  <a:lnTo>
                    <a:pt x="88" y="3009"/>
                  </a:lnTo>
                  <a:lnTo>
                    <a:pt x="175" y="3249"/>
                  </a:lnTo>
                  <a:lnTo>
                    <a:pt x="262" y="3489"/>
                  </a:lnTo>
                  <a:lnTo>
                    <a:pt x="393" y="3707"/>
                  </a:lnTo>
                  <a:lnTo>
                    <a:pt x="524" y="3903"/>
                  </a:lnTo>
                  <a:lnTo>
                    <a:pt x="676" y="4099"/>
                  </a:lnTo>
                  <a:lnTo>
                    <a:pt x="851" y="4295"/>
                  </a:lnTo>
                  <a:lnTo>
                    <a:pt x="1025" y="4470"/>
                  </a:lnTo>
                  <a:lnTo>
                    <a:pt x="1221" y="4622"/>
                  </a:lnTo>
                  <a:lnTo>
                    <a:pt x="1439" y="4775"/>
                  </a:lnTo>
                  <a:lnTo>
                    <a:pt x="1657" y="4906"/>
                  </a:lnTo>
                  <a:lnTo>
                    <a:pt x="1897" y="5015"/>
                  </a:lnTo>
                  <a:lnTo>
                    <a:pt x="2115" y="5102"/>
                  </a:lnTo>
                  <a:lnTo>
                    <a:pt x="2355" y="5189"/>
                  </a:lnTo>
                  <a:lnTo>
                    <a:pt x="2617" y="5255"/>
                  </a:lnTo>
                  <a:lnTo>
                    <a:pt x="2856" y="5298"/>
                  </a:lnTo>
                  <a:lnTo>
                    <a:pt x="3074" y="5342"/>
                  </a:lnTo>
                  <a:lnTo>
                    <a:pt x="3554" y="5364"/>
                  </a:lnTo>
                  <a:lnTo>
                    <a:pt x="3554" y="5211"/>
                  </a:lnTo>
                  <a:lnTo>
                    <a:pt x="3554" y="5189"/>
                  </a:lnTo>
                  <a:lnTo>
                    <a:pt x="3118" y="5167"/>
                  </a:lnTo>
                  <a:lnTo>
                    <a:pt x="2704" y="5102"/>
                  </a:lnTo>
                  <a:lnTo>
                    <a:pt x="2290" y="4993"/>
                  </a:lnTo>
                  <a:lnTo>
                    <a:pt x="2072" y="4928"/>
                  </a:lnTo>
                  <a:lnTo>
                    <a:pt x="1875" y="4840"/>
                  </a:lnTo>
                  <a:lnTo>
                    <a:pt x="1679" y="4753"/>
                  </a:lnTo>
                  <a:lnTo>
                    <a:pt x="1505" y="4644"/>
                  </a:lnTo>
                  <a:lnTo>
                    <a:pt x="1330" y="4513"/>
                  </a:lnTo>
                  <a:lnTo>
                    <a:pt x="1156" y="4383"/>
                  </a:lnTo>
                  <a:lnTo>
                    <a:pt x="1003" y="4230"/>
                  </a:lnTo>
                  <a:lnTo>
                    <a:pt x="851" y="4077"/>
                  </a:lnTo>
                  <a:lnTo>
                    <a:pt x="698" y="3903"/>
                  </a:lnTo>
                  <a:lnTo>
                    <a:pt x="567" y="3707"/>
                  </a:lnTo>
                  <a:lnTo>
                    <a:pt x="415" y="3423"/>
                  </a:lnTo>
                  <a:lnTo>
                    <a:pt x="306" y="3140"/>
                  </a:lnTo>
                  <a:lnTo>
                    <a:pt x="219" y="2835"/>
                  </a:lnTo>
                  <a:lnTo>
                    <a:pt x="175" y="2508"/>
                  </a:lnTo>
                  <a:lnTo>
                    <a:pt x="153" y="2181"/>
                  </a:lnTo>
                  <a:lnTo>
                    <a:pt x="197" y="1875"/>
                  </a:lnTo>
                  <a:lnTo>
                    <a:pt x="262" y="1548"/>
                  </a:lnTo>
                  <a:lnTo>
                    <a:pt x="393" y="1265"/>
                  </a:lnTo>
                  <a:lnTo>
                    <a:pt x="524" y="1047"/>
                  </a:lnTo>
                  <a:lnTo>
                    <a:pt x="655" y="851"/>
                  </a:lnTo>
                  <a:lnTo>
                    <a:pt x="829" y="676"/>
                  </a:lnTo>
                  <a:lnTo>
                    <a:pt x="1003" y="524"/>
                  </a:lnTo>
                  <a:lnTo>
                    <a:pt x="1200" y="393"/>
                  </a:lnTo>
                  <a:lnTo>
                    <a:pt x="1418" y="284"/>
                  </a:lnTo>
                  <a:lnTo>
                    <a:pt x="1657" y="197"/>
                  </a:lnTo>
                  <a:lnTo>
                    <a:pt x="1875" y="131"/>
                  </a:lnTo>
                  <a:lnTo>
                    <a:pt x="178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3" name="Google Shape;11463;p80"/>
            <p:cNvSpPr/>
            <p:nvPr/>
          </p:nvSpPr>
          <p:spPr>
            <a:xfrm>
              <a:off x="3471300" y="3624813"/>
              <a:ext cx="135175" cy="46350"/>
            </a:xfrm>
            <a:custGeom>
              <a:rect b="b" l="l" r="r" t="t"/>
              <a:pathLst>
                <a:path extrusionOk="0" h="1854" w="5407">
                  <a:moveTo>
                    <a:pt x="2551" y="0"/>
                  </a:moveTo>
                  <a:lnTo>
                    <a:pt x="2333" y="22"/>
                  </a:lnTo>
                  <a:lnTo>
                    <a:pt x="2115" y="44"/>
                  </a:lnTo>
                  <a:lnTo>
                    <a:pt x="1897" y="109"/>
                  </a:lnTo>
                  <a:lnTo>
                    <a:pt x="1679" y="153"/>
                  </a:lnTo>
                  <a:lnTo>
                    <a:pt x="1483" y="218"/>
                  </a:lnTo>
                  <a:lnTo>
                    <a:pt x="1068" y="414"/>
                  </a:lnTo>
                  <a:lnTo>
                    <a:pt x="698" y="632"/>
                  </a:lnTo>
                  <a:lnTo>
                    <a:pt x="349" y="894"/>
                  </a:lnTo>
                  <a:lnTo>
                    <a:pt x="0" y="1177"/>
                  </a:lnTo>
                  <a:lnTo>
                    <a:pt x="131" y="1286"/>
                  </a:lnTo>
                  <a:lnTo>
                    <a:pt x="414" y="1025"/>
                  </a:lnTo>
                  <a:lnTo>
                    <a:pt x="741" y="785"/>
                  </a:lnTo>
                  <a:lnTo>
                    <a:pt x="1090" y="589"/>
                  </a:lnTo>
                  <a:lnTo>
                    <a:pt x="1439" y="414"/>
                  </a:lnTo>
                  <a:lnTo>
                    <a:pt x="1810" y="283"/>
                  </a:lnTo>
                  <a:lnTo>
                    <a:pt x="2202" y="196"/>
                  </a:lnTo>
                  <a:lnTo>
                    <a:pt x="2595" y="153"/>
                  </a:lnTo>
                  <a:lnTo>
                    <a:pt x="3009" y="174"/>
                  </a:lnTo>
                  <a:lnTo>
                    <a:pt x="3205" y="196"/>
                  </a:lnTo>
                  <a:lnTo>
                    <a:pt x="3379" y="240"/>
                  </a:lnTo>
                  <a:lnTo>
                    <a:pt x="3750" y="349"/>
                  </a:lnTo>
                  <a:lnTo>
                    <a:pt x="4099" y="501"/>
                  </a:lnTo>
                  <a:lnTo>
                    <a:pt x="4404" y="719"/>
                  </a:lnTo>
                  <a:lnTo>
                    <a:pt x="4687" y="959"/>
                  </a:lnTo>
                  <a:lnTo>
                    <a:pt x="4949" y="1221"/>
                  </a:lnTo>
                  <a:lnTo>
                    <a:pt x="5058" y="1373"/>
                  </a:lnTo>
                  <a:lnTo>
                    <a:pt x="5145" y="1526"/>
                  </a:lnTo>
                  <a:lnTo>
                    <a:pt x="5232" y="1700"/>
                  </a:lnTo>
                  <a:lnTo>
                    <a:pt x="5298" y="1853"/>
                  </a:lnTo>
                  <a:lnTo>
                    <a:pt x="5407" y="1722"/>
                  </a:lnTo>
                  <a:lnTo>
                    <a:pt x="5254" y="1395"/>
                  </a:lnTo>
                  <a:lnTo>
                    <a:pt x="5058" y="1112"/>
                  </a:lnTo>
                  <a:lnTo>
                    <a:pt x="4818" y="850"/>
                  </a:lnTo>
                  <a:lnTo>
                    <a:pt x="4557" y="610"/>
                  </a:lnTo>
                  <a:lnTo>
                    <a:pt x="4251" y="414"/>
                  </a:lnTo>
                  <a:lnTo>
                    <a:pt x="3924" y="240"/>
                  </a:lnTo>
                  <a:lnTo>
                    <a:pt x="3576" y="131"/>
                  </a:lnTo>
                  <a:lnTo>
                    <a:pt x="3227" y="44"/>
                  </a:lnTo>
                  <a:lnTo>
                    <a:pt x="2987" y="22"/>
                  </a:lnTo>
                  <a:lnTo>
                    <a:pt x="276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4" name="Google Shape;11464;p80"/>
            <p:cNvSpPr/>
            <p:nvPr/>
          </p:nvSpPr>
          <p:spPr>
            <a:xfrm>
              <a:off x="3787950" y="3298338"/>
              <a:ext cx="246925" cy="343925"/>
            </a:xfrm>
            <a:custGeom>
              <a:rect b="b" l="l" r="r" t="t"/>
              <a:pathLst>
                <a:path extrusionOk="0" h="13757" w="9877">
                  <a:moveTo>
                    <a:pt x="4077" y="0"/>
                  </a:moveTo>
                  <a:lnTo>
                    <a:pt x="3946" y="22"/>
                  </a:lnTo>
                  <a:lnTo>
                    <a:pt x="3925" y="22"/>
                  </a:lnTo>
                  <a:lnTo>
                    <a:pt x="3772" y="66"/>
                  </a:lnTo>
                  <a:lnTo>
                    <a:pt x="3619" y="131"/>
                  </a:lnTo>
                  <a:lnTo>
                    <a:pt x="3467" y="197"/>
                  </a:lnTo>
                  <a:lnTo>
                    <a:pt x="3336" y="284"/>
                  </a:lnTo>
                  <a:lnTo>
                    <a:pt x="3053" y="480"/>
                  </a:lnTo>
                  <a:lnTo>
                    <a:pt x="2813" y="742"/>
                  </a:lnTo>
                  <a:lnTo>
                    <a:pt x="2617" y="938"/>
                  </a:lnTo>
                  <a:lnTo>
                    <a:pt x="2464" y="1178"/>
                  </a:lnTo>
                  <a:lnTo>
                    <a:pt x="2202" y="1592"/>
                  </a:lnTo>
                  <a:lnTo>
                    <a:pt x="1963" y="2071"/>
                  </a:lnTo>
                  <a:lnTo>
                    <a:pt x="1897" y="2224"/>
                  </a:lnTo>
                  <a:lnTo>
                    <a:pt x="1810" y="2420"/>
                  </a:lnTo>
                  <a:lnTo>
                    <a:pt x="1614" y="2965"/>
                  </a:lnTo>
                  <a:lnTo>
                    <a:pt x="1396" y="3641"/>
                  </a:lnTo>
                  <a:lnTo>
                    <a:pt x="1178" y="4339"/>
                  </a:lnTo>
                  <a:lnTo>
                    <a:pt x="1047" y="4927"/>
                  </a:lnTo>
                  <a:lnTo>
                    <a:pt x="938" y="5363"/>
                  </a:lnTo>
                  <a:lnTo>
                    <a:pt x="894" y="5516"/>
                  </a:lnTo>
                  <a:lnTo>
                    <a:pt x="720" y="6366"/>
                  </a:lnTo>
                  <a:lnTo>
                    <a:pt x="589" y="6955"/>
                  </a:lnTo>
                  <a:lnTo>
                    <a:pt x="393" y="8023"/>
                  </a:lnTo>
                  <a:lnTo>
                    <a:pt x="349" y="8197"/>
                  </a:lnTo>
                  <a:lnTo>
                    <a:pt x="306" y="8437"/>
                  </a:lnTo>
                  <a:lnTo>
                    <a:pt x="218" y="8873"/>
                  </a:lnTo>
                  <a:lnTo>
                    <a:pt x="197" y="9026"/>
                  </a:lnTo>
                  <a:lnTo>
                    <a:pt x="66" y="9636"/>
                  </a:lnTo>
                  <a:lnTo>
                    <a:pt x="22" y="10094"/>
                  </a:lnTo>
                  <a:lnTo>
                    <a:pt x="0" y="10530"/>
                  </a:lnTo>
                  <a:lnTo>
                    <a:pt x="22" y="10879"/>
                  </a:lnTo>
                  <a:lnTo>
                    <a:pt x="66" y="11228"/>
                  </a:lnTo>
                  <a:lnTo>
                    <a:pt x="131" y="11533"/>
                  </a:lnTo>
                  <a:lnTo>
                    <a:pt x="218" y="11816"/>
                  </a:lnTo>
                  <a:lnTo>
                    <a:pt x="371" y="12209"/>
                  </a:lnTo>
                  <a:lnTo>
                    <a:pt x="546" y="12558"/>
                  </a:lnTo>
                  <a:lnTo>
                    <a:pt x="764" y="12906"/>
                  </a:lnTo>
                  <a:lnTo>
                    <a:pt x="1003" y="13212"/>
                  </a:lnTo>
                  <a:lnTo>
                    <a:pt x="1330" y="13408"/>
                  </a:lnTo>
                  <a:lnTo>
                    <a:pt x="1679" y="13560"/>
                  </a:lnTo>
                  <a:lnTo>
                    <a:pt x="2050" y="13669"/>
                  </a:lnTo>
                  <a:lnTo>
                    <a:pt x="2420" y="13735"/>
                  </a:lnTo>
                  <a:lnTo>
                    <a:pt x="2617" y="13757"/>
                  </a:lnTo>
                  <a:lnTo>
                    <a:pt x="2856" y="13757"/>
                  </a:lnTo>
                  <a:lnTo>
                    <a:pt x="3118" y="13735"/>
                  </a:lnTo>
                  <a:lnTo>
                    <a:pt x="3380" y="13691"/>
                  </a:lnTo>
                  <a:lnTo>
                    <a:pt x="3641" y="13648"/>
                  </a:lnTo>
                  <a:lnTo>
                    <a:pt x="3903" y="13560"/>
                  </a:lnTo>
                  <a:lnTo>
                    <a:pt x="4186" y="13451"/>
                  </a:lnTo>
                  <a:lnTo>
                    <a:pt x="4470" y="13321"/>
                  </a:lnTo>
                  <a:lnTo>
                    <a:pt x="4731" y="13168"/>
                  </a:lnTo>
                  <a:lnTo>
                    <a:pt x="4862" y="13103"/>
                  </a:lnTo>
                  <a:lnTo>
                    <a:pt x="4884" y="13081"/>
                  </a:lnTo>
                  <a:lnTo>
                    <a:pt x="5189" y="12885"/>
                  </a:lnTo>
                  <a:lnTo>
                    <a:pt x="5494" y="12645"/>
                  </a:lnTo>
                  <a:lnTo>
                    <a:pt x="5821" y="12383"/>
                  </a:lnTo>
                  <a:lnTo>
                    <a:pt x="6127" y="12056"/>
                  </a:lnTo>
                  <a:lnTo>
                    <a:pt x="6454" y="11729"/>
                  </a:lnTo>
                  <a:lnTo>
                    <a:pt x="6781" y="11337"/>
                  </a:lnTo>
                  <a:lnTo>
                    <a:pt x="7195" y="10792"/>
                  </a:lnTo>
                  <a:lnTo>
                    <a:pt x="7653" y="10116"/>
                  </a:lnTo>
                  <a:lnTo>
                    <a:pt x="8089" y="9353"/>
                  </a:lnTo>
                  <a:lnTo>
                    <a:pt x="8285" y="9004"/>
                  </a:lnTo>
                  <a:lnTo>
                    <a:pt x="8372" y="8851"/>
                  </a:lnTo>
                  <a:lnTo>
                    <a:pt x="8416" y="8764"/>
                  </a:lnTo>
                  <a:lnTo>
                    <a:pt x="8895" y="7805"/>
                  </a:lnTo>
                  <a:lnTo>
                    <a:pt x="9048" y="7325"/>
                  </a:lnTo>
                  <a:lnTo>
                    <a:pt x="9157" y="6977"/>
                  </a:lnTo>
                  <a:lnTo>
                    <a:pt x="9200" y="6802"/>
                  </a:lnTo>
                  <a:lnTo>
                    <a:pt x="9222" y="6737"/>
                  </a:lnTo>
                  <a:lnTo>
                    <a:pt x="9375" y="6214"/>
                  </a:lnTo>
                  <a:lnTo>
                    <a:pt x="9506" y="5625"/>
                  </a:lnTo>
                  <a:lnTo>
                    <a:pt x="9549" y="5472"/>
                  </a:lnTo>
                  <a:lnTo>
                    <a:pt x="9571" y="5320"/>
                  </a:lnTo>
                  <a:lnTo>
                    <a:pt x="9702" y="4753"/>
                  </a:lnTo>
                  <a:lnTo>
                    <a:pt x="9811" y="4033"/>
                  </a:lnTo>
                  <a:lnTo>
                    <a:pt x="9854" y="3685"/>
                  </a:lnTo>
                  <a:lnTo>
                    <a:pt x="9876" y="3358"/>
                  </a:lnTo>
                  <a:lnTo>
                    <a:pt x="9876" y="3052"/>
                  </a:lnTo>
                  <a:lnTo>
                    <a:pt x="9876" y="2791"/>
                  </a:lnTo>
                  <a:lnTo>
                    <a:pt x="9833" y="2398"/>
                  </a:lnTo>
                  <a:lnTo>
                    <a:pt x="9789" y="2224"/>
                  </a:lnTo>
                  <a:lnTo>
                    <a:pt x="9745" y="2071"/>
                  </a:lnTo>
                  <a:lnTo>
                    <a:pt x="9680" y="1941"/>
                  </a:lnTo>
                  <a:lnTo>
                    <a:pt x="9615" y="1832"/>
                  </a:lnTo>
                  <a:lnTo>
                    <a:pt x="9549" y="1723"/>
                  </a:lnTo>
                  <a:lnTo>
                    <a:pt x="9462" y="1635"/>
                  </a:lnTo>
                  <a:lnTo>
                    <a:pt x="9375" y="1570"/>
                  </a:lnTo>
                  <a:lnTo>
                    <a:pt x="9266" y="1526"/>
                  </a:lnTo>
                  <a:lnTo>
                    <a:pt x="9157" y="1483"/>
                  </a:lnTo>
                  <a:lnTo>
                    <a:pt x="9026" y="1461"/>
                  </a:lnTo>
                  <a:lnTo>
                    <a:pt x="8721" y="1461"/>
                  </a:lnTo>
                  <a:lnTo>
                    <a:pt x="8568" y="1505"/>
                  </a:lnTo>
                  <a:lnTo>
                    <a:pt x="8372" y="1548"/>
                  </a:lnTo>
                  <a:lnTo>
                    <a:pt x="8176" y="1635"/>
                  </a:lnTo>
                  <a:lnTo>
                    <a:pt x="7980" y="1723"/>
                  </a:lnTo>
                  <a:lnTo>
                    <a:pt x="7522" y="1984"/>
                  </a:lnTo>
                  <a:lnTo>
                    <a:pt x="7456" y="2028"/>
                  </a:lnTo>
                  <a:lnTo>
                    <a:pt x="7304" y="2115"/>
                  </a:lnTo>
                  <a:lnTo>
                    <a:pt x="6977" y="2268"/>
                  </a:lnTo>
                  <a:lnTo>
                    <a:pt x="6824" y="2311"/>
                  </a:lnTo>
                  <a:lnTo>
                    <a:pt x="6693" y="2355"/>
                  </a:lnTo>
                  <a:lnTo>
                    <a:pt x="6563" y="2377"/>
                  </a:lnTo>
                  <a:lnTo>
                    <a:pt x="6388" y="2377"/>
                  </a:lnTo>
                  <a:lnTo>
                    <a:pt x="6257" y="2333"/>
                  </a:lnTo>
                  <a:lnTo>
                    <a:pt x="6127" y="2268"/>
                  </a:lnTo>
                  <a:lnTo>
                    <a:pt x="6061" y="2224"/>
                  </a:lnTo>
                  <a:lnTo>
                    <a:pt x="5930" y="2093"/>
                  </a:lnTo>
                  <a:lnTo>
                    <a:pt x="5799" y="1897"/>
                  </a:lnTo>
                  <a:lnTo>
                    <a:pt x="5669" y="1657"/>
                  </a:lnTo>
                  <a:lnTo>
                    <a:pt x="5560" y="1396"/>
                  </a:lnTo>
                  <a:lnTo>
                    <a:pt x="5451" y="1112"/>
                  </a:lnTo>
                  <a:lnTo>
                    <a:pt x="5407" y="938"/>
                  </a:lnTo>
                  <a:lnTo>
                    <a:pt x="5298" y="698"/>
                  </a:lnTo>
                  <a:lnTo>
                    <a:pt x="5233" y="545"/>
                  </a:lnTo>
                  <a:lnTo>
                    <a:pt x="5124" y="393"/>
                  </a:lnTo>
                  <a:lnTo>
                    <a:pt x="4993" y="262"/>
                  </a:lnTo>
                  <a:lnTo>
                    <a:pt x="4862" y="153"/>
                  </a:lnTo>
                  <a:lnTo>
                    <a:pt x="4709" y="88"/>
                  </a:lnTo>
                  <a:lnTo>
                    <a:pt x="4535" y="22"/>
                  </a:lnTo>
                  <a:lnTo>
                    <a:pt x="436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5" name="Google Shape;11465;p80"/>
            <p:cNvSpPr/>
            <p:nvPr/>
          </p:nvSpPr>
          <p:spPr>
            <a:xfrm>
              <a:off x="3835375" y="3321763"/>
              <a:ext cx="88850" cy="32725"/>
            </a:xfrm>
            <a:custGeom>
              <a:rect b="b" l="l" r="r" t="t"/>
              <a:pathLst>
                <a:path extrusionOk="0" h="1309" w="3554">
                  <a:moveTo>
                    <a:pt x="3510" y="1"/>
                  </a:moveTo>
                  <a:lnTo>
                    <a:pt x="3139" y="306"/>
                  </a:lnTo>
                  <a:lnTo>
                    <a:pt x="2747" y="568"/>
                  </a:lnTo>
                  <a:lnTo>
                    <a:pt x="2333" y="764"/>
                  </a:lnTo>
                  <a:lnTo>
                    <a:pt x="1897" y="938"/>
                  </a:lnTo>
                  <a:lnTo>
                    <a:pt x="1461" y="1047"/>
                  </a:lnTo>
                  <a:lnTo>
                    <a:pt x="1003" y="1134"/>
                  </a:lnTo>
                  <a:lnTo>
                    <a:pt x="545" y="1156"/>
                  </a:lnTo>
                  <a:lnTo>
                    <a:pt x="66" y="1134"/>
                  </a:lnTo>
                  <a:lnTo>
                    <a:pt x="0" y="1287"/>
                  </a:lnTo>
                  <a:lnTo>
                    <a:pt x="480" y="1309"/>
                  </a:lnTo>
                  <a:lnTo>
                    <a:pt x="959" y="1287"/>
                  </a:lnTo>
                  <a:lnTo>
                    <a:pt x="1439" y="1222"/>
                  </a:lnTo>
                  <a:lnTo>
                    <a:pt x="1897" y="1113"/>
                  </a:lnTo>
                  <a:lnTo>
                    <a:pt x="2333" y="938"/>
                  </a:lnTo>
                  <a:lnTo>
                    <a:pt x="2769" y="720"/>
                  </a:lnTo>
                  <a:lnTo>
                    <a:pt x="3183" y="480"/>
                  </a:lnTo>
                  <a:lnTo>
                    <a:pt x="3379" y="328"/>
                  </a:lnTo>
                  <a:lnTo>
                    <a:pt x="3554" y="175"/>
                  </a:lnTo>
                  <a:lnTo>
                    <a:pt x="351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6" name="Google Shape;11466;p80"/>
            <p:cNvSpPr/>
            <p:nvPr/>
          </p:nvSpPr>
          <p:spPr>
            <a:xfrm>
              <a:off x="3970525" y="3349013"/>
              <a:ext cx="56175" cy="89950"/>
            </a:xfrm>
            <a:custGeom>
              <a:rect b="b" l="l" r="r" t="t"/>
              <a:pathLst>
                <a:path extrusionOk="0" h="3598" w="2247">
                  <a:moveTo>
                    <a:pt x="153" y="1"/>
                  </a:moveTo>
                  <a:lnTo>
                    <a:pt x="1" y="88"/>
                  </a:lnTo>
                  <a:lnTo>
                    <a:pt x="66" y="371"/>
                  </a:lnTo>
                  <a:lnTo>
                    <a:pt x="153" y="677"/>
                  </a:lnTo>
                  <a:lnTo>
                    <a:pt x="241" y="960"/>
                  </a:lnTo>
                  <a:lnTo>
                    <a:pt x="350" y="1243"/>
                  </a:lnTo>
                  <a:lnTo>
                    <a:pt x="459" y="1527"/>
                  </a:lnTo>
                  <a:lnTo>
                    <a:pt x="589" y="1788"/>
                  </a:lnTo>
                  <a:lnTo>
                    <a:pt x="742" y="2050"/>
                  </a:lnTo>
                  <a:lnTo>
                    <a:pt x="916" y="2312"/>
                  </a:lnTo>
                  <a:lnTo>
                    <a:pt x="1178" y="2660"/>
                  </a:lnTo>
                  <a:lnTo>
                    <a:pt x="1483" y="2988"/>
                  </a:lnTo>
                  <a:lnTo>
                    <a:pt x="1832" y="3315"/>
                  </a:lnTo>
                  <a:lnTo>
                    <a:pt x="2028" y="3467"/>
                  </a:lnTo>
                  <a:lnTo>
                    <a:pt x="2203" y="3598"/>
                  </a:lnTo>
                  <a:lnTo>
                    <a:pt x="2246" y="3445"/>
                  </a:lnTo>
                  <a:lnTo>
                    <a:pt x="2050" y="3293"/>
                  </a:lnTo>
                  <a:lnTo>
                    <a:pt x="1854" y="3118"/>
                  </a:lnTo>
                  <a:lnTo>
                    <a:pt x="1505" y="2769"/>
                  </a:lnTo>
                  <a:lnTo>
                    <a:pt x="1178" y="2399"/>
                  </a:lnTo>
                  <a:lnTo>
                    <a:pt x="916" y="2028"/>
                  </a:lnTo>
                  <a:lnTo>
                    <a:pt x="786" y="1788"/>
                  </a:lnTo>
                  <a:lnTo>
                    <a:pt x="655" y="1549"/>
                  </a:lnTo>
                  <a:lnTo>
                    <a:pt x="546" y="1309"/>
                  </a:lnTo>
                  <a:lnTo>
                    <a:pt x="437" y="1047"/>
                  </a:lnTo>
                  <a:lnTo>
                    <a:pt x="350" y="786"/>
                  </a:lnTo>
                  <a:lnTo>
                    <a:pt x="262" y="524"/>
                  </a:lnTo>
                  <a:lnTo>
                    <a:pt x="197" y="262"/>
                  </a:lnTo>
                  <a:lnTo>
                    <a:pt x="15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7" name="Google Shape;11467;p80"/>
            <p:cNvSpPr/>
            <p:nvPr/>
          </p:nvSpPr>
          <p:spPr>
            <a:xfrm>
              <a:off x="3810300" y="3350663"/>
              <a:ext cx="129200" cy="85575"/>
            </a:xfrm>
            <a:custGeom>
              <a:rect b="b" l="l" r="r" t="t"/>
              <a:pathLst>
                <a:path extrusionOk="0" h="3423" w="5168">
                  <a:moveTo>
                    <a:pt x="5036" y="0"/>
                  </a:moveTo>
                  <a:lnTo>
                    <a:pt x="4949" y="305"/>
                  </a:lnTo>
                  <a:lnTo>
                    <a:pt x="4862" y="589"/>
                  </a:lnTo>
                  <a:lnTo>
                    <a:pt x="4753" y="872"/>
                  </a:lnTo>
                  <a:lnTo>
                    <a:pt x="4622" y="1134"/>
                  </a:lnTo>
                  <a:lnTo>
                    <a:pt x="4469" y="1395"/>
                  </a:lnTo>
                  <a:lnTo>
                    <a:pt x="4295" y="1657"/>
                  </a:lnTo>
                  <a:lnTo>
                    <a:pt x="4099" y="1897"/>
                  </a:lnTo>
                  <a:lnTo>
                    <a:pt x="3881" y="2093"/>
                  </a:lnTo>
                  <a:lnTo>
                    <a:pt x="3750" y="2224"/>
                  </a:lnTo>
                  <a:lnTo>
                    <a:pt x="3597" y="2333"/>
                  </a:lnTo>
                  <a:lnTo>
                    <a:pt x="3292" y="2507"/>
                  </a:lnTo>
                  <a:lnTo>
                    <a:pt x="2965" y="2660"/>
                  </a:lnTo>
                  <a:lnTo>
                    <a:pt x="2616" y="2769"/>
                  </a:lnTo>
                  <a:lnTo>
                    <a:pt x="2268" y="2856"/>
                  </a:lnTo>
                  <a:lnTo>
                    <a:pt x="1919" y="2922"/>
                  </a:lnTo>
                  <a:lnTo>
                    <a:pt x="1199" y="3031"/>
                  </a:lnTo>
                  <a:lnTo>
                    <a:pt x="611" y="3140"/>
                  </a:lnTo>
                  <a:lnTo>
                    <a:pt x="44" y="3270"/>
                  </a:lnTo>
                  <a:lnTo>
                    <a:pt x="0" y="3423"/>
                  </a:lnTo>
                  <a:lnTo>
                    <a:pt x="0" y="3423"/>
                  </a:lnTo>
                  <a:lnTo>
                    <a:pt x="458" y="3336"/>
                  </a:lnTo>
                  <a:lnTo>
                    <a:pt x="916" y="3249"/>
                  </a:lnTo>
                  <a:lnTo>
                    <a:pt x="1832" y="3096"/>
                  </a:lnTo>
                  <a:lnTo>
                    <a:pt x="2420" y="2987"/>
                  </a:lnTo>
                  <a:lnTo>
                    <a:pt x="2725" y="2900"/>
                  </a:lnTo>
                  <a:lnTo>
                    <a:pt x="3009" y="2813"/>
                  </a:lnTo>
                  <a:lnTo>
                    <a:pt x="3270" y="2682"/>
                  </a:lnTo>
                  <a:lnTo>
                    <a:pt x="3554" y="2551"/>
                  </a:lnTo>
                  <a:lnTo>
                    <a:pt x="3794" y="2376"/>
                  </a:lnTo>
                  <a:lnTo>
                    <a:pt x="4033" y="2180"/>
                  </a:lnTo>
                  <a:lnTo>
                    <a:pt x="4251" y="1962"/>
                  </a:lnTo>
                  <a:lnTo>
                    <a:pt x="4426" y="1744"/>
                  </a:lnTo>
                  <a:lnTo>
                    <a:pt x="4600" y="1504"/>
                  </a:lnTo>
                  <a:lnTo>
                    <a:pt x="4753" y="1243"/>
                  </a:lnTo>
                  <a:lnTo>
                    <a:pt x="4884" y="981"/>
                  </a:lnTo>
                  <a:lnTo>
                    <a:pt x="4993" y="698"/>
                  </a:lnTo>
                  <a:lnTo>
                    <a:pt x="5080" y="414"/>
                  </a:lnTo>
                  <a:lnTo>
                    <a:pt x="5167" y="131"/>
                  </a:lnTo>
                  <a:lnTo>
                    <a:pt x="5036"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8" name="Google Shape;11468;p80"/>
            <p:cNvSpPr/>
            <p:nvPr/>
          </p:nvSpPr>
          <p:spPr>
            <a:xfrm>
              <a:off x="3796675" y="3434038"/>
              <a:ext cx="221300" cy="69250"/>
            </a:xfrm>
            <a:custGeom>
              <a:rect b="b" l="l" r="r" t="t"/>
              <a:pathLst>
                <a:path extrusionOk="0" h="2770" w="8852">
                  <a:moveTo>
                    <a:pt x="6344" y="1"/>
                  </a:moveTo>
                  <a:lnTo>
                    <a:pt x="6039" y="23"/>
                  </a:lnTo>
                  <a:lnTo>
                    <a:pt x="5712" y="88"/>
                  </a:lnTo>
                  <a:lnTo>
                    <a:pt x="5407" y="175"/>
                  </a:lnTo>
                  <a:lnTo>
                    <a:pt x="5102" y="284"/>
                  </a:lnTo>
                  <a:lnTo>
                    <a:pt x="4818" y="415"/>
                  </a:lnTo>
                  <a:lnTo>
                    <a:pt x="4513" y="546"/>
                  </a:lnTo>
                  <a:lnTo>
                    <a:pt x="3968" y="851"/>
                  </a:lnTo>
                  <a:lnTo>
                    <a:pt x="3336" y="1243"/>
                  </a:lnTo>
                  <a:lnTo>
                    <a:pt x="2682" y="1614"/>
                  </a:lnTo>
                  <a:lnTo>
                    <a:pt x="2050" y="1985"/>
                  </a:lnTo>
                  <a:lnTo>
                    <a:pt x="1701" y="2137"/>
                  </a:lnTo>
                  <a:lnTo>
                    <a:pt x="1374" y="2290"/>
                  </a:lnTo>
                  <a:lnTo>
                    <a:pt x="1047" y="2399"/>
                  </a:lnTo>
                  <a:lnTo>
                    <a:pt x="720" y="2486"/>
                  </a:lnTo>
                  <a:lnTo>
                    <a:pt x="371" y="2573"/>
                  </a:lnTo>
                  <a:lnTo>
                    <a:pt x="44" y="2595"/>
                  </a:lnTo>
                  <a:lnTo>
                    <a:pt x="0" y="2769"/>
                  </a:lnTo>
                  <a:lnTo>
                    <a:pt x="371" y="2726"/>
                  </a:lnTo>
                  <a:lnTo>
                    <a:pt x="742" y="2639"/>
                  </a:lnTo>
                  <a:lnTo>
                    <a:pt x="1112" y="2551"/>
                  </a:lnTo>
                  <a:lnTo>
                    <a:pt x="1461" y="2421"/>
                  </a:lnTo>
                  <a:lnTo>
                    <a:pt x="1810" y="2268"/>
                  </a:lnTo>
                  <a:lnTo>
                    <a:pt x="2159" y="2094"/>
                  </a:lnTo>
                  <a:lnTo>
                    <a:pt x="2486" y="1919"/>
                  </a:lnTo>
                  <a:lnTo>
                    <a:pt x="2813" y="1723"/>
                  </a:lnTo>
                  <a:lnTo>
                    <a:pt x="3445" y="1352"/>
                  </a:lnTo>
                  <a:lnTo>
                    <a:pt x="4077" y="982"/>
                  </a:lnTo>
                  <a:lnTo>
                    <a:pt x="4382" y="786"/>
                  </a:lnTo>
                  <a:lnTo>
                    <a:pt x="4709" y="633"/>
                  </a:lnTo>
                  <a:lnTo>
                    <a:pt x="5036" y="480"/>
                  </a:lnTo>
                  <a:lnTo>
                    <a:pt x="5385" y="350"/>
                  </a:lnTo>
                  <a:lnTo>
                    <a:pt x="5734" y="262"/>
                  </a:lnTo>
                  <a:lnTo>
                    <a:pt x="6061" y="197"/>
                  </a:lnTo>
                  <a:lnTo>
                    <a:pt x="6388" y="175"/>
                  </a:lnTo>
                  <a:lnTo>
                    <a:pt x="6715" y="197"/>
                  </a:lnTo>
                  <a:lnTo>
                    <a:pt x="7042" y="262"/>
                  </a:lnTo>
                  <a:lnTo>
                    <a:pt x="7347" y="371"/>
                  </a:lnTo>
                  <a:lnTo>
                    <a:pt x="7652" y="524"/>
                  </a:lnTo>
                  <a:lnTo>
                    <a:pt x="7936" y="720"/>
                  </a:lnTo>
                  <a:lnTo>
                    <a:pt x="8176" y="916"/>
                  </a:lnTo>
                  <a:lnTo>
                    <a:pt x="8394" y="1113"/>
                  </a:lnTo>
                  <a:lnTo>
                    <a:pt x="8612" y="1331"/>
                  </a:lnTo>
                  <a:lnTo>
                    <a:pt x="8808" y="1549"/>
                  </a:lnTo>
                  <a:lnTo>
                    <a:pt x="8851" y="1374"/>
                  </a:lnTo>
                  <a:lnTo>
                    <a:pt x="8481" y="1004"/>
                  </a:lnTo>
                  <a:lnTo>
                    <a:pt x="8263" y="786"/>
                  </a:lnTo>
                  <a:lnTo>
                    <a:pt x="8023" y="589"/>
                  </a:lnTo>
                  <a:lnTo>
                    <a:pt x="7783" y="415"/>
                  </a:lnTo>
                  <a:lnTo>
                    <a:pt x="7522" y="262"/>
                  </a:lnTo>
                  <a:lnTo>
                    <a:pt x="7238" y="153"/>
                  </a:lnTo>
                  <a:lnTo>
                    <a:pt x="6955" y="66"/>
                  </a:lnTo>
                  <a:lnTo>
                    <a:pt x="6671"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9" name="Google Shape;11469;p80"/>
            <p:cNvSpPr/>
            <p:nvPr/>
          </p:nvSpPr>
          <p:spPr>
            <a:xfrm>
              <a:off x="3890950" y="3502713"/>
              <a:ext cx="106300" cy="124850"/>
            </a:xfrm>
            <a:custGeom>
              <a:rect b="b" l="l" r="r" t="t"/>
              <a:pathLst>
                <a:path extrusionOk="0" h="4994" w="4252">
                  <a:moveTo>
                    <a:pt x="2573" y="1"/>
                  </a:moveTo>
                  <a:lnTo>
                    <a:pt x="2355" y="22"/>
                  </a:lnTo>
                  <a:lnTo>
                    <a:pt x="2159" y="44"/>
                  </a:lnTo>
                  <a:lnTo>
                    <a:pt x="1941" y="88"/>
                  </a:lnTo>
                  <a:lnTo>
                    <a:pt x="1745" y="153"/>
                  </a:lnTo>
                  <a:lnTo>
                    <a:pt x="1549" y="240"/>
                  </a:lnTo>
                  <a:lnTo>
                    <a:pt x="1374" y="349"/>
                  </a:lnTo>
                  <a:lnTo>
                    <a:pt x="1178" y="480"/>
                  </a:lnTo>
                  <a:lnTo>
                    <a:pt x="982" y="633"/>
                  </a:lnTo>
                  <a:lnTo>
                    <a:pt x="807" y="807"/>
                  </a:lnTo>
                  <a:lnTo>
                    <a:pt x="633" y="1003"/>
                  </a:lnTo>
                  <a:lnTo>
                    <a:pt x="480" y="1221"/>
                  </a:lnTo>
                  <a:lnTo>
                    <a:pt x="371" y="1439"/>
                  </a:lnTo>
                  <a:lnTo>
                    <a:pt x="262" y="1658"/>
                  </a:lnTo>
                  <a:lnTo>
                    <a:pt x="175" y="1897"/>
                  </a:lnTo>
                  <a:lnTo>
                    <a:pt x="110" y="2137"/>
                  </a:lnTo>
                  <a:lnTo>
                    <a:pt x="44" y="2377"/>
                  </a:lnTo>
                  <a:lnTo>
                    <a:pt x="23" y="2639"/>
                  </a:lnTo>
                  <a:lnTo>
                    <a:pt x="1" y="2878"/>
                  </a:lnTo>
                  <a:lnTo>
                    <a:pt x="1" y="3140"/>
                  </a:lnTo>
                  <a:lnTo>
                    <a:pt x="44" y="3402"/>
                  </a:lnTo>
                  <a:lnTo>
                    <a:pt x="66" y="3641"/>
                  </a:lnTo>
                  <a:lnTo>
                    <a:pt x="132" y="3903"/>
                  </a:lnTo>
                  <a:lnTo>
                    <a:pt x="219" y="4143"/>
                  </a:lnTo>
                  <a:lnTo>
                    <a:pt x="284" y="4361"/>
                  </a:lnTo>
                  <a:lnTo>
                    <a:pt x="393" y="4579"/>
                  </a:lnTo>
                  <a:lnTo>
                    <a:pt x="611" y="4993"/>
                  </a:lnTo>
                  <a:lnTo>
                    <a:pt x="742" y="4928"/>
                  </a:lnTo>
                  <a:lnTo>
                    <a:pt x="764" y="4906"/>
                  </a:lnTo>
                  <a:lnTo>
                    <a:pt x="568" y="4535"/>
                  </a:lnTo>
                  <a:lnTo>
                    <a:pt x="393" y="4121"/>
                  </a:lnTo>
                  <a:lnTo>
                    <a:pt x="262" y="3729"/>
                  </a:lnTo>
                  <a:lnTo>
                    <a:pt x="219" y="3511"/>
                  </a:lnTo>
                  <a:lnTo>
                    <a:pt x="175" y="3293"/>
                  </a:lnTo>
                  <a:lnTo>
                    <a:pt x="153" y="3096"/>
                  </a:lnTo>
                  <a:lnTo>
                    <a:pt x="153" y="2878"/>
                  </a:lnTo>
                  <a:lnTo>
                    <a:pt x="153" y="2660"/>
                  </a:lnTo>
                  <a:lnTo>
                    <a:pt x="175" y="2442"/>
                  </a:lnTo>
                  <a:lnTo>
                    <a:pt x="219" y="2224"/>
                  </a:lnTo>
                  <a:lnTo>
                    <a:pt x="284" y="2028"/>
                  </a:lnTo>
                  <a:lnTo>
                    <a:pt x="350" y="1810"/>
                  </a:lnTo>
                  <a:lnTo>
                    <a:pt x="459" y="1592"/>
                  </a:lnTo>
                  <a:lnTo>
                    <a:pt x="611" y="1330"/>
                  </a:lnTo>
                  <a:lnTo>
                    <a:pt x="786" y="1069"/>
                  </a:lnTo>
                  <a:lnTo>
                    <a:pt x="1004" y="829"/>
                  </a:lnTo>
                  <a:lnTo>
                    <a:pt x="1265" y="611"/>
                  </a:lnTo>
                  <a:lnTo>
                    <a:pt x="1527" y="437"/>
                  </a:lnTo>
                  <a:lnTo>
                    <a:pt x="1810" y="306"/>
                  </a:lnTo>
                  <a:lnTo>
                    <a:pt x="2116" y="197"/>
                  </a:lnTo>
                  <a:lnTo>
                    <a:pt x="2443" y="153"/>
                  </a:lnTo>
                  <a:lnTo>
                    <a:pt x="2682" y="153"/>
                  </a:lnTo>
                  <a:lnTo>
                    <a:pt x="2922" y="175"/>
                  </a:lnTo>
                  <a:lnTo>
                    <a:pt x="3162" y="219"/>
                  </a:lnTo>
                  <a:lnTo>
                    <a:pt x="3380" y="284"/>
                  </a:lnTo>
                  <a:lnTo>
                    <a:pt x="3598" y="393"/>
                  </a:lnTo>
                  <a:lnTo>
                    <a:pt x="3816" y="524"/>
                  </a:lnTo>
                  <a:lnTo>
                    <a:pt x="4012" y="655"/>
                  </a:lnTo>
                  <a:lnTo>
                    <a:pt x="4165" y="829"/>
                  </a:lnTo>
                  <a:lnTo>
                    <a:pt x="4252" y="676"/>
                  </a:lnTo>
                  <a:lnTo>
                    <a:pt x="4099" y="524"/>
                  </a:lnTo>
                  <a:lnTo>
                    <a:pt x="3947" y="393"/>
                  </a:lnTo>
                  <a:lnTo>
                    <a:pt x="3751" y="284"/>
                  </a:lnTo>
                  <a:lnTo>
                    <a:pt x="3576" y="197"/>
                  </a:lnTo>
                  <a:lnTo>
                    <a:pt x="3380" y="131"/>
                  </a:lnTo>
                  <a:lnTo>
                    <a:pt x="3184" y="66"/>
                  </a:lnTo>
                  <a:lnTo>
                    <a:pt x="2988" y="22"/>
                  </a:lnTo>
                  <a:lnTo>
                    <a:pt x="277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0" name="Google Shape;11470;p80"/>
            <p:cNvSpPr/>
            <p:nvPr/>
          </p:nvSpPr>
          <p:spPr>
            <a:xfrm>
              <a:off x="3792850" y="3520163"/>
              <a:ext cx="73050" cy="122100"/>
            </a:xfrm>
            <a:custGeom>
              <a:rect b="b" l="l" r="r" t="t"/>
              <a:pathLst>
                <a:path extrusionOk="0" h="4884" w="2922">
                  <a:moveTo>
                    <a:pt x="22" y="0"/>
                  </a:moveTo>
                  <a:lnTo>
                    <a:pt x="1" y="153"/>
                  </a:lnTo>
                  <a:lnTo>
                    <a:pt x="371" y="262"/>
                  </a:lnTo>
                  <a:lnTo>
                    <a:pt x="742" y="414"/>
                  </a:lnTo>
                  <a:lnTo>
                    <a:pt x="1113" y="589"/>
                  </a:lnTo>
                  <a:lnTo>
                    <a:pt x="1440" y="807"/>
                  </a:lnTo>
                  <a:lnTo>
                    <a:pt x="1745" y="1069"/>
                  </a:lnTo>
                  <a:lnTo>
                    <a:pt x="2006" y="1352"/>
                  </a:lnTo>
                  <a:lnTo>
                    <a:pt x="2246" y="1679"/>
                  </a:lnTo>
                  <a:lnTo>
                    <a:pt x="2464" y="2028"/>
                  </a:lnTo>
                  <a:lnTo>
                    <a:pt x="2530" y="2202"/>
                  </a:lnTo>
                  <a:lnTo>
                    <a:pt x="2617" y="2377"/>
                  </a:lnTo>
                  <a:lnTo>
                    <a:pt x="2704" y="2747"/>
                  </a:lnTo>
                  <a:lnTo>
                    <a:pt x="2748" y="3118"/>
                  </a:lnTo>
                  <a:lnTo>
                    <a:pt x="2748" y="3488"/>
                  </a:lnTo>
                  <a:lnTo>
                    <a:pt x="2682" y="3859"/>
                  </a:lnTo>
                  <a:lnTo>
                    <a:pt x="2595" y="4230"/>
                  </a:lnTo>
                  <a:lnTo>
                    <a:pt x="2508" y="4382"/>
                  </a:lnTo>
                  <a:lnTo>
                    <a:pt x="2442" y="4557"/>
                  </a:lnTo>
                  <a:lnTo>
                    <a:pt x="2333" y="4709"/>
                  </a:lnTo>
                  <a:lnTo>
                    <a:pt x="2224" y="4862"/>
                  </a:lnTo>
                  <a:lnTo>
                    <a:pt x="2421" y="4884"/>
                  </a:lnTo>
                  <a:lnTo>
                    <a:pt x="2595" y="4578"/>
                  </a:lnTo>
                  <a:lnTo>
                    <a:pt x="2748" y="4251"/>
                  </a:lnTo>
                  <a:lnTo>
                    <a:pt x="2835" y="3924"/>
                  </a:lnTo>
                  <a:lnTo>
                    <a:pt x="2900" y="3554"/>
                  </a:lnTo>
                  <a:lnTo>
                    <a:pt x="2922" y="3205"/>
                  </a:lnTo>
                  <a:lnTo>
                    <a:pt x="2878" y="2834"/>
                  </a:lnTo>
                  <a:lnTo>
                    <a:pt x="2813" y="2486"/>
                  </a:lnTo>
                  <a:lnTo>
                    <a:pt x="2682" y="2137"/>
                  </a:lnTo>
                  <a:lnTo>
                    <a:pt x="2595" y="1919"/>
                  </a:lnTo>
                  <a:lnTo>
                    <a:pt x="2486" y="1723"/>
                  </a:lnTo>
                  <a:lnTo>
                    <a:pt x="2355" y="1548"/>
                  </a:lnTo>
                  <a:lnTo>
                    <a:pt x="2224" y="1352"/>
                  </a:lnTo>
                  <a:lnTo>
                    <a:pt x="2094" y="1199"/>
                  </a:lnTo>
                  <a:lnTo>
                    <a:pt x="1941" y="1025"/>
                  </a:lnTo>
                  <a:lnTo>
                    <a:pt x="1767" y="894"/>
                  </a:lnTo>
                  <a:lnTo>
                    <a:pt x="1614" y="741"/>
                  </a:lnTo>
                  <a:lnTo>
                    <a:pt x="1243" y="502"/>
                  </a:lnTo>
                  <a:lnTo>
                    <a:pt x="851" y="305"/>
                  </a:lnTo>
                  <a:lnTo>
                    <a:pt x="459" y="131"/>
                  </a:lnTo>
                  <a:lnTo>
                    <a:pt x="2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1" name="Google Shape;11471;p80"/>
            <p:cNvSpPr/>
            <p:nvPr/>
          </p:nvSpPr>
          <p:spPr>
            <a:xfrm>
              <a:off x="3392275" y="3634613"/>
              <a:ext cx="318850" cy="436575"/>
            </a:xfrm>
            <a:custGeom>
              <a:rect b="b" l="l" r="r" t="t"/>
              <a:pathLst>
                <a:path extrusionOk="0" h="17463" w="12754">
                  <a:moveTo>
                    <a:pt x="6104" y="0"/>
                  </a:moveTo>
                  <a:lnTo>
                    <a:pt x="5843" y="44"/>
                  </a:lnTo>
                  <a:lnTo>
                    <a:pt x="5603" y="109"/>
                  </a:lnTo>
                  <a:lnTo>
                    <a:pt x="5341" y="197"/>
                  </a:lnTo>
                  <a:lnTo>
                    <a:pt x="5101" y="306"/>
                  </a:lnTo>
                  <a:lnTo>
                    <a:pt x="4862" y="458"/>
                  </a:lnTo>
                  <a:lnTo>
                    <a:pt x="4644" y="633"/>
                  </a:lnTo>
                  <a:lnTo>
                    <a:pt x="4426" y="807"/>
                  </a:lnTo>
                  <a:lnTo>
                    <a:pt x="4120" y="1134"/>
                  </a:lnTo>
                  <a:lnTo>
                    <a:pt x="3815" y="1483"/>
                  </a:lnTo>
                  <a:lnTo>
                    <a:pt x="3488" y="1875"/>
                  </a:lnTo>
                  <a:lnTo>
                    <a:pt x="3161" y="2290"/>
                  </a:lnTo>
                  <a:lnTo>
                    <a:pt x="2856" y="2726"/>
                  </a:lnTo>
                  <a:lnTo>
                    <a:pt x="2529" y="3205"/>
                  </a:lnTo>
                  <a:lnTo>
                    <a:pt x="2224" y="3707"/>
                  </a:lnTo>
                  <a:lnTo>
                    <a:pt x="1919" y="4230"/>
                  </a:lnTo>
                  <a:lnTo>
                    <a:pt x="1613" y="4797"/>
                  </a:lnTo>
                  <a:lnTo>
                    <a:pt x="1330" y="5407"/>
                  </a:lnTo>
                  <a:lnTo>
                    <a:pt x="1068" y="6039"/>
                  </a:lnTo>
                  <a:lnTo>
                    <a:pt x="829" y="6693"/>
                  </a:lnTo>
                  <a:lnTo>
                    <a:pt x="611" y="7391"/>
                  </a:lnTo>
                  <a:lnTo>
                    <a:pt x="414" y="8110"/>
                  </a:lnTo>
                  <a:lnTo>
                    <a:pt x="240" y="8873"/>
                  </a:lnTo>
                  <a:lnTo>
                    <a:pt x="109" y="9658"/>
                  </a:lnTo>
                  <a:lnTo>
                    <a:pt x="44" y="10181"/>
                  </a:lnTo>
                  <a:lnTo>
                    <a:pt x="22" y="10683"/>
                  </a:lnTo>
                  <a:lnTo>
                    <a:pt x="0" y="11162"/>
                  </a:lnTo>
                  <a:lnTo>
                    <a:pt x="22" y="11620"/>
                  </a:lnTo>
                  <a:lnTo>
                    <a:pt x="66" y="11969"/>
                  </a:lnTo>
                  <a:lnTo>
                    <a:pt x="109" y="12318"/>
                  </a:lnTo>
                  <a:lnTo>
                    <a:pt x="175" y="12667"/>
                  </a:lnTo>
                  <a:lnTo>
                    <a:pt x="262" y="12994"/>
                  </a:lnTo>
                  <a:lnTo>
                    <a:pt x="349" y="13299"/>
                  </a:lnTo>
                  <a:lnTo>
                    <a:pt x="458" y="13604"/>
                  </a:lnTo>
                  <a:lnTo>
                    <a:pt x="567" y="13888"/>
                  </a:lnTo>
                  <a:lnTo>
                    <a:pt x="698" y="14171"/>
                  </a:lnTo>
                  <a:lnTo>
                    <a:pt x="850" y="14433"/>
                  </a:lnTo>
                  <a:lnTo>
                    <a:pt x="1003" y="14694"/>
                  </a:lnTo>
                  <a:lnTo>
                    <a:pt x="1177" y="14934"/>
                  </a:lnTo>
                  <a:lnTo>
                    <a:pt x="1352" y="15174"/>
                  </a:lnTo>
                  <a:lnTo>
                    <a:pt x="1548" y="15392"/>
                  </a:lnTo>
                  <a:lnTo>
                    <a:pt x="1744" y="15610"/>
                  </a:lnTo>
                  <a:lnTo>
                    <a:pt x="1940" y="15806"/>
                  </a:lnTo>
                  <a:lnTo>
                    <a:pt x="2158" y="16002"/>
                  </a:lnTo>
                  <a:lnTo>
                    <a:pt x="2376" y="16177"/>
                  </a:lnTo>
                  <a:lnTo>
                    <a:pt x="2616" y="16351"/>
                  </a:lnTo>
                  <a:lnTo>
                    <a:pt x="2856" y="16504"/>
                  </a:lnTo>
                  <a:lnTo>
                    <a:pt x="3096" y="16635"/>
                  </a:lnTo>
                  <a:lnTo>
                    <a:pt x="3619" y="16896"/>
                  </a:lnTo>
                  <a:lnTo>
                    <a:pt x="4142" y="17092"/>
                  </a:lnTo>
                  <a:lnTo>
                    <a:pt x="4687" y="17245"/>
                  </a:lnTo>
                  <a:lnTo>
                    <a:pt x="5254" y="17376"/>
                  </a:lnTo>
                  <a:lnTo>
                    <a:pt x="5799" y="17441"/>
                  </a:lnTo>
                  <a:lnTo>
                    <a:pt x="6388" y="17463"/>
                  </a:lnTo>
                  <a:lnTo>
                    <a:pt x="6955" y="17441"/>
                  </a:lnTo>
                  <a:lnTo>
                    <a:pt x="7521" y="17376"/>
                  </a:lnTo>
                  <a:lnTo>
                    <a:pt x="8066" y="17245"/>
                  </a:lnTo>
                  <a:lnTo>
                    <a:pt x="8611" y="17092"/>
                  </a:lnTo>
                  <a:lnTo>
                    <a:pt x="9156" y="16896"/>
                  </a:lnTo>
                  <a:lnTo>
                    <a:pt x="9658" y="16635"/>
                  </a:lnTo>
                  <a:lnTo>
                    <a:pt x="9898" y="16504"/>
                  </a:lnTo>
                  <a:lnTo>
                    <a:pt x="10137" y="16351"/>
                  </a:lnTo>
                  <a:lnTo>
                    <a:pt x="10377" y="16177"/>
                  </a:lnTo>
                  <a:lnTo>
                    <a:pt x="10595" y="16002"/>
                  </a:lnTo>
                  <a:lnTo>
                    <a:pt x="10813" y="15806"/>
                  </a:lnTo>
                  <a:lnTo>
                    <a:pt x="11031" y="15610"/>
                  </a:lnTo>
                  <a:lnTo>
                    <a:pt x="11228" y="15392"/>
                  </a:lnTo>
                  <a:lnTo>
                    <a:pt x="11402" y="15174"/>
                  </a:lnTo>
                  <a:lnTo>
                    <a:pt x="11576" y="14934"/>
                  </a:lnTo>
                  <a:lnTo>
                    <a:pt x="11751" y="14694"/>
                  </a:lnTo>
                  <a:lnTo>
                    <a:pt x="11903" y="14433"/>
                  </a:lnTo>
                  <a:lnTo>
                    <a:pt x="12056" y="14171"/>
                  </a:lnTo>
                  <a:lnTo>
                    <a:pt x="12187" y="13888"/>
                  </a:lnTo>
                  <a:lnTo>
                    <a:pt x="12318" y="13604"/>
                  </a:lnTo>
                  <a:lnTo>
                    <a:pt x="12405" y="13299"/>
                  </a:lnTo>
                  <a:lnTo>
                    <a:pt x="12514" y="12994"/>
                  </a:lnTo>
                  <a:lnTo>
                    <a:pt x="12579" y="12667"/>
                  </a:lnTo>
                  <a:lnTo>
                    <a:pt x="12645" y="12318"/>
                  </a:lnTo>
                  <a:lnTo>
                    <a:pt x="12710" y="11969"/>
                  </a:lnTo>
                  <a:lnTo>
                    <a:pt x="12732" y="11620"/>
                  </a:lnTo>
                  <a:lnTo>
                    <a:pt x="12754" y="11162"/>
                  </a:lnTo>
                  <a:lnTo>
                    <a:pt x="12754" y="10683"/>
                  </a:lnTo>
                  <a:lnTo>
                    <a:pt x="12710" y="10181"/>
                  </a:lnTo>
                  <a:lnTo>
                    <a:pt x="12645" y="9658"/>
                  </a:lnTo>
                  <a:lnTo>
                    <a:pt x="12514" y="8873"/>
                  </a:lnTo>
                  <a:lnTo>
                    <a:pt x="12339" y="8110"/>
                  </a:lnTo>
                  <a:lnTo>
                    <a:pt x="12143" y="7391"/>
                  </a:lnTo>
                  <a:lnTo>
                    <a:pt x="11925" y="6693"/>
                  </a:lnTo>
                  <a:lnTo>
                    <a:pt x="11685" y="6039"/>
                  </a:lnTo>
                  <a:lnTo>
                    <a:pt x="11424" y="5407"/>
                  </a:lnTo>
                  <a:lnTo>
                    <a:pt x="11140" y="4797"/>
                  </a:lnTo>
                  <a:lnTo>
                    <a:pt x="10857" y="4230"/>
                  </a:lnTo>
                  <a:lnTo>
                    <a:pt x="10552" y="3707"/>
                  </a:lnTo>
                  <a:lnTo>
                    <a:pt x="10225" y="3205"/>
                  </a:lnTo>
                  <a:lnTo>
                    <a:pt x="9919" y="2726"/>
                  </a:lnTo>
                  <a:lnTo>
                    <a:pt x="9592" y="2290"/>
                  </a:lnTo>
                  <a:lnTo>
                    <a:pt x="9265" y="1875"/>
                  </a:lnTo>
                  <a:lnTo>
                    <a:pt x="8938" y="1483"/>
                  </a:lnTo>
                  <a:lnTo>
                    <a:pt x="8633" y="1134"/>
                  </a:lnTo>
                  <a:lnTo>
                    <a:pt x="8328" y="807"/>
                  </a:lnTo>
                  <a:lnTo>
                    <a:pt x="8110" y="633"/>
                  </a:lnTo>
                  <a:lnTo>
                    <a:pt x="7892" y="458"/>
                  </a:lnTo>
                  <a:lnTo>
                    <a:pt x="7652" y="306"/>
                  </a:lnTo>
                  <a:lnTo>
                    <a:pt x="7412" y="197"/>
                  </a:lnTo>
                  <a:lnTo>
                    <a:pt x="7173" y="109"/>
                  </a:lnTo>
                  <a:lnTo>
                    <a:pt x="6911" y="44"/>
                  </a:lnTo>
                  <a:lnTo>
                    <a:pt x="664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2" name="Google Shape;11472;p80"/>
            <p:cNvSpPr/>
            <p:nvPr/>
          </p:nvSpPr>
          <p:spPr>
            <a:xfrm>
              <a:off x="3462575" y="3821563"/>
              <a:ext cx="165700" cy="165700"/>
            </a:xfrm>
            <a:custGeom>
              <a:rect b="b" l="l" r="r" t="t"/>
              <a:pathLst>
                <a:path extrusionOk="0" h="6628" w="6628">
                  <a:moveTo>
                    <a:pt x="3314" y="0"/>
                  </a:moveTo>
                  <a:lnTo>
                    <a:pt x="2987" y="22"/>
                  </a:lnTo>
                  <a:lnTo>
                    <a:pt x="2638" y="87"/>
                  </a:lnTo>
                  <a:lnTo>
                    <a:pt x="2333" y="153"/>
                  </a:lnTo>
                  <a:lnTo>
                    <a:pt x="2028" y="262"/>
                  </a:lnTo>
                  <a:lnTo>
                    <a:pt x="1744" y="414"/>
                  </a:lnTo>
                  <a:lnTo>
                    <a:pt x="1461" y="567"/>
                  </a:lnTo>
                  <a:lnTo>
                    <a:pt x="1199" y="763"/>
                  </a:lnTo>
                  <a:lnTo>
                    <a:pt x="981" y="981"/>
                  </a:lnTo>
                  <a:lnTo>
                    <a:pt x="763" y="1221"/>
                  </a:lnTo>
                  <a:lnTo>
                    <a:pt x="567" y="1461"/>
                  </a:lnTo>
                  <a:lnTo>
                    <a:pt x="393" y="1744"/>
                  </a:lnTo>
                  <a:lnTo>
                    <a:pt x="262" y="2028"/>
                  </a:lnTo>
                  <a:lnTo>
                    <a:pt x="153" y="2333"/>
                  </a:lnTo>
                  <a:lnTo>
                    <a:pt x="66" y="2660"/>
                  </a:lnTo>
                  <a:lnTo>
                    <a:pt x="22" y="2987"/>
                  </a:lnTo>
                  <a:lnTo>
                    <a:pt x="0" y="3314"/>
                  </a:lnTo>
                  <a:lnTo>
                    <a:pt x="22" y="3663"/>
                  </a:lnTo>
                  <a:lnTo>
                    <a:pt x="66" y="3990"/>
                  </a:lnTo>
                  <a:lnTo>
                    <a:pt x="153" y="4317"/>
                  </a:lnTo>
                  <a:lnTo>
                    <a:pt x="262" y="4622"/>
                  </a:lnTo>
                  <a:lnTo>
                    <a:pt x="393" y="4905"/>
                  </a:lnTo>
                  <a:lnTo>
                    <a:pt x="567" y="5167"/>
                  </a:lnTo>
                  <a:lnTo>
                    <a:pt x="763" y="5429"/>
                  </a:lnTo>
                  <a:lnTo>
                    <a:pt x="981" y="5668"/>
                  </a:lnTo>
                  <a:lnTo>
                    <a:pt x="1199" y="5886"/>
                  </a:lnTo>
                  <a:lnTo>
                    <a:pt x="1461" y="6061"/>
                  </a:lnTo>
                  <a:lnTo>
                    <a:pt x="1744" y="6235"/>
                  </a:lnTo>
                  <a:lnTo>
                    <a:pt x="2028" y="6366"/>
                  </a:lnTo>
                  <a:lnTo>
                    <a:pt x="2333" y="6497"/>
                  </a:lnTo>
                  <a:lnTo>
                    <a:pt x="2638" y="6562"/>
                  </a:lnTo>
                  <a:lnTo>
                    <a:pt x="2987" y="6628"/>
                  </a:lnTo>
                  <a:lnTo>
                    <a:pt x="3663" y="6628"/>
                  </a:lnTo>
                  <a:lnTo>
                    <a:pt x="3990" y="6562"/>
                  </a:lnTo>
                  <a:lnTo>
                    <a:pt x="4295" y="6497"/>
                  </a:lnTo>
                  <a:lnTo>
                    <a:pt x="4600" y="6366"/>
                  </a:lnTo>
                  <a:lnTo>
                    <a:pt x="4906" y="6235"/>
                  </a:lnTo>
                  <a:lnTo>
                    <a:pt x="5167" y="6061"/>
                  </a:lnTo>
                  <a:lnTo>
                    <a:pt x="5429" y="5886"/>
                  </a:lnTo>
                  <a:lnTo>
                    <a:pt x="5669" y="5668"/>
                  </a:lnTo>
                  <a:lnTo>
                    <a:pt x="5865" y="5429"/>
                  </a:lnTo>
                  <a:lnTo>
                    <a:pt x="6061" y="5167"/>
                  </a:lnTo>
                  <a:lnTo>
                    <a:pt x="6235" y="4905"/>
                  </a:lnTo>
                  <a:lnTo>
                    <a:pt x="6366" y="4622"/>
                  </a:lnTo>
                  <a:lnTo>
                    <a:pt x="6475" y="4317"/>
                  </a:lnTo>
                  <a:lnTo>
                    <a:pt x="6562" y="3990"/>
                  </a:lnTo>
                  <a:lnTo>
                    <a:pt x="6606" y="3663"/>
                  </a:lnTo>
                  <a:lnTo>
                    <a:pt x="6628" y="3314"/>
                  </a:lnTo>
                  <a:lnTo>
                    <a:pt x="6606" y="2987"/>
                  </a:lnTo>
                  <a:lnTo>
                    <a:pt x="6562" y="2660"/>
                  </a:lnTo>
                  <a:lnTo>
                    <a:pt x="6475" y="2333"/>
                  </a:lnTo>
                  <a:lnTo>
                    <a:pt x="6366" y="2028"/>
                  </a:lnTo>
                  <a:lnTo>
                    <a:pt x="6235" y="1744"/>
                  </a:lnTo>
                  <a:lnTo>
                    <a:pt x="6061" y="1461"/>
                  </a:lnTo>
                  <a:lnTo>
                    <a:pt x="5865" y="1221"/>
                  </a:lnTo>
                  <a:lnTo>
                    <a:pt x="5669" y="981"/>
                  </a:lnTo>
                  <a:lnTo>
                    <a:pt x="5429" y="763"/>
                  </a:lnTo>
                  <a:lnTo>
                    <a:pt x="5167" y="567"/>
                  </a:lnTo>
                  <a:lnTo>
                    <a:pt x="4906" y="414"/>
                  </a:lnTo>
                  <a:lnTo>
                    <a:pt x="4600" y="262"/>
                  </a:lnTo>
                  <a:lnTo>
                    <a:pt x="4295" y="153"/>
                  </a:lnTo>
                  <a:lnTo>
                    <a:pt x="3990" y="87"/>
                  </a:lnTo>
                  <a:lnTo>
                    <a:pt x="3663" y="22"/>
                  </a:lnTo>
                  <a:lnTo>
                    <a:pt x="3314"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3" name="Google Shape;11473;p80"/>
            <p:cNvSpPr/>
            <p:nvPr/>
          </p:nvSpPr>
          <p:spPr>
            <a:xfrm>
              <a:off x="3751975" y="3627538"/>
              <a:ext cx="318875" cy="436575"/>
            </a:xfrm>
            <a:custGeom>
              <a:rect b="b" l="l" r="r" t="t"/>
              <a:pathLst>
                <a:path extrusionOk="0" h="17463" w="12755">
                  <a:moveTo>
                    <a:pt x="6388" y="0"/>
                  </a:moveTo>
                  <a:lnTo>
                    <a:pt x="6105" y="22"/>
                  </a:lnTo>
                  <a:lnTo>
                    <a:pt x="5843" y="65"/>
                  </a:lnTo>
                  <a:lnTo>
                    <a:pt x="5603" y="109"/>
                  </a:lnTo>
                  <a:lnTo>
                    <a:pt x="5342" y="218"/>
                  </a:lnTo>
                  <a:lnTo>
                    <a:pt x="5102" y="327"/>
                  </a:lnTo>
                  <a:lnTo>
                    <a:pt x="4862" y="458"/>
                  </a:lnTo>
                  <a:lnTo>
                    <a:pt x="4644" y="632"/>
                  </a:lnTo>
                  <a:lnTo>
                    <a:pt x="4426" y="828"/>
                  </a:lnTo>
                  <a:lnTo>
                    <a:pt x="4121" y="1155"/>
                  </a:lnTo>
                  <a:lnTo>
                    <a:pt x="3816" y="1504"/>
                  </a:lnTo>
                  <a:lnTo>
                    <a:pt x="3489" y="1875"/>
                  </a:lnTo>
                  <a:lnTo>
                    <a:pt x="3162" y="2289"/>
                  </a:lnTo>
                  <a:lnTo>
                    <a:pt x="2857" y="2747"/>
                  </a:lnTo>
                  <a:lnTo>
                    <a:pt x="2530" y="3205"/>
                  </a:lnTo>
                  <a:lnTo>
                    <a:pt x="2224" y="3706"/>
                  </a:lnTo>
                  <a:lnTo>
                    <a:pt x="1897" y="4251"/>
                  </a:lnTo>
                  <a:lnTo>
                    <a:pt x="1614" y="4818"/>
                  </a:lnTo>
                  <a:lnTo>
                    <a:pt x="1330" y="5407"/>
                  </a:lnTo>
                  <a:lnTo>
                    <a:pt x="1069" y="6039"/>
                  </a:lnTo>
                  <a:lnTo>
                    <a:pt x="829" y="6693"/>
                  </a:lnTo>
                  <a:lnTo>
                    <a:pt x="611" y="7391"/>
                  </a:lnTo>
                  <a:lnTo>
                    <a:pt x="415" y="8110"/>
                  </a:lnTo>
                  <a:lnTo>
                    <a:pt x="240" y="8873"/>
                  </a:lnTo>
                  <a:lnTo>
                    <a:pt x="110" y="9680"/>
                  </a:lnTo>
                  <a:lnTo>
                    <a:pt x="44" y="10181"/>
                  </a:lnTo>
                  <a:lnTo>
                    <a:pt x="22" y="10682"/>
                  </a:lnTo>
                  <a:lnTo>
                    <a:pt x="1" y="11162"/>
                  </a:lnTo>
                  <a:lnTo>
                    <a:pt x="22" y="11620"/>
                  </a:lnTo>
                  <a:lnTo>
                    <a:pt x="66" y="11991"/>
                  </a:lnTo>
                  <a:lnTo>
                    <a:pt x="110" y="12339"/>
                  </a:lnTo>
                  <a:lnTo>
                    <a:pt x="175" y="12666"/>
                  </a:lnTo>
                  <a:lnTo>
                    <a:pt x="240" y="12993"/>
                  </a:lnTo>
                  <a:lnTo>
                    <a:pt x="349" y="13320"/>
                  </a:lnTo>
                  <a:lnTo>
                    <a:pt x="458" y="13604"/>
                  </a:lnTo>
                  <a:lnTo>
                    <a:pt x="567" y="13909"/>
                  </a:lnTo>
                  <a:lnTo>
                    <a:pt x="698" y="14192"/>
                  </a:lnTo>
                  <a:lnTo>
                    <a:pt x="851" y="14454"/>
                  </a:lnTo>
                  <a:lnTo>
                    <a:pt x="1003" y="14716"/>
                  </a:lnTo>
                  <a:lnTo>
                    <a:pt x="1178" y="14955"/>
                  </a:lnTo>
                  <a:lnTo>
                    <a:pt x="1352" y="15195"/>
                  </a:lnTo>
                  <a:lnTo>
                    <a:pt x="1548" y="15413"/>
                  </a:lnTo>
                  <a:lnTo>
                    <a:pt x="1745" y="15631"/>
                  </a:lnTo>
                  <a:lnTo>
                    <a:pt x="1941" y="15827"/>
                  </a:lnTo>
                  <a:lnTo>
                    <a:pt x="2159" y="16002"/>
                  </a:lnTo>
                  <a:lnTo>
                    <a:pt x="2377" y="16176"/>
                  </a:lnTo>
                  <a:lnTo>
                    <a:pt x="2617" y="16351"/>
                  </a:lnTo>
                  <a:lnTo>
                    <a:pt x="2857" y="16503"/>
                  </a:lnTo>
                  <a:lnTo>
                    <a:pt x="3096" y="16656"/>
                  </a:lnTo>
                  <a:lnTo>
                    <a:pt x="3620" y="16896"/>
                  </a:lnTo>
                  <a:lnTo>
                    <a:pt x="4143" y="17114"/>
                  </a:lnTo>
                  <a:lnTo>
                    <a:pt x="4688" y="17266"/>
                  </a:lnTo>
                  <a:lnTo>
                    <a:pt x="5233" y="17375"/>
                  </a:lnTo>
                  <a:lnTo>
                    <a:pt x="5800" y="17441"/>
                  </a:lnTo>
                  <a:lnTo>
                    <a:pt x="6388" y="17463"/>
                  </a:lnTo>
                  <a:lnTo>
                    <a:pt x="6955" y="17441"/>
                  </a:lnTo>
                  <a:lnTo>
                    <a:pt x="7522" y="17375"/>
                  </a:lnTo>
                  <a:lnTo>
                    <a:pt x="8067" y="17266"/>
                  </a:lnTo>
                  <a:lnTo>
                    <a:pt x="8612" y="17114"/>
                  </a:lnTo>
                  <a:lnTo>
                    <a:pt x="9157" y="16896"/>
                  </a:lnTo>
                  <a:lnTo>
                    <a:pt x="9658" y="16656"/>
                  </a:lnTo>
                  <a:lnTo>
                    <a:pt x="9898" y="16503"/>
                  </a:lnTo>
                  <a:lnTo>
                    <a:pt x="10138" y="16351"/>
                  </a:lnTo>
                  <a:lnTo>
                    <a:pt x="10378" y="16176"/>
                  </a:lnTo>
                  <a:lnTo>
                    <a:pt x="10596" y="16002"/>
                  </a:lnTo>
                  <a:lnTo>
                    <a:pt x="10814" y="15827"/>
                  </a:lnTo>
                  <a:lnTo>
                    <a:pt x="11010" y="15631"/>
                  </a:lnTo>
                  <a:lnTo>
                    <a:pt x="11228" y="15413"/>
                  </a:lnTo>
                  <a:lnTo>
                    <a:pt x="11402" y="15195"/>
                  </a:lnTo>
                  <a:lnTo>
                    <a:pt x="11577" y="14955"/>
                  </a:lnTo>
                  <a:lnTo>
                    <a:pt x="11751" y="14716"/>
                  </a:lnTo>
                  <a:lnTo>
                    <a:pt x="11904" y="14454"/>
                  </a:lnTo>
                  <a:lnTo>
                    <a:pt x="12056" y="14192"/>
                  </a:lnTo>
                  <a:lnTo>
                    <a:pt x="12187" y="13909"/>
                  </a:lnTo>
                  <a:lnTo>
                    <a:pt x="12318" y="13604"/>
                  </a:lnTo>
                  <a:lnTo>
                    <a:pt x="12405" y="13320"/>
                  </a:lnTo>
                  <a:lnTo>
                    <a:pt x="12514" y="12993"/>
                  </a:lnTo>
                  <a:lnTo>
                    <a:pt x="12580" y="12666"/>
                  </a:lnTo>
                  <a:lnTo>
                    <a:pt x="12645" y="12339"/>
                  </a:lnTo>
                  <a:lnTo>
                    <a:pt x="12689" y="11991"/>
                  </a:lnTo>
                  <a:lnTo>
                    <a:pt x="12732" y="11620"/>
                  </a:lnTo>
                  <a:lnTo>
                    <a:pt x="12754" y="11162"/>
                  </a:lnTo>
                  <a:lnTo>
                    <a:pt x="12754" y="10682"/>
                  </a:lnTo>
                  <a:lnTo>
                    <a:pt x="12710" y="10181"/>
                  </a:lnTo>
                  <a:lnTo>
                    <a:pt x="12645" y="9680"/>
                  </a:lnTo>
                  <a:lnTo>
                    <a:pt x="12514" y="8873"/>
                  </a:lnTo>
                  <a:lnTo>
                    <a:pt x="12340" y="8110"/>
                  </a:lnTo>
                  <a:lnTo>
                    <a:pt x="12144" y="7391"/>
                  </a:lnTo>
                  <a:lnTo>
                    <a:pt x="11926" y="6693"/>
                  </a:lnTo>
                  <a:lnTo>
                    <a:pt x="11686" y="6039"/>
                  </a:lnTo>
                  <a:lnTo>
                    <a:pt x="11424" y="5407"/>
                  </a:lnTo>
                  <a:lnTo>
                    <a:pt x="11141" y="4818"/>
                  </a:lnTo>
                  <a:lnTo>
                    <a:pt x="10857" y="4251"/>
                  </a:lnTo>
                  <a:lnTo>
                    <a:pt x="10552" y="3706"/>
                  </a:lnTo>
                  <a:lnTo>
                    <a:pt x="10225" y="3205"/>
                  </a:lnTo>
                  <a:lnTo>
                    <a:pt x="9920" y="2747"/>
                  </a:lnTo>
                  <a:lnTo>
                    <a:pt x="9593" y="2289"/>
                  </a:lnTo>
                  <a:lnTo>
                    <a:pt x="9266" y="1875"/>
                  </a:lnTo>
                  <a:lnTo>
                    <a:pt x="8939" y="1504"/>
                  </a:lnTo>
                  <a:lnTo>
                    <a:pt x="8634" y="1155"/>
                  </a:lnTo>
                  <a:lnTo>
                    <a:pt x="8329" y="828"/>
                  </a:lnTo>
                  <a:lnTo>
                    <a:pt x="8111" y="632"/>
                  </a:lnTo>
                  <a:lnTo>
                    <a:pt x="7893" y="458"/>
                  </a:lnTo>
                  <a:lnTo>
                    <a:pt x="7653" y="327"/>
                  </a:lnTo>
                  <a:lnTo>
                    <a:pt x="7413" y="218"/>
                  </a:lnTo>
                  <a:lnTo>
                    <a:pt x="7173" y="109"/>
                  </a:lnTo>
                  <a:lnTo>
                    <a:pt x="6911" y="65"/>
                  </a:lnTo>
                  <a:lnTo>
                    <a:pt x="6650" y="22"/>
                  </a:lnTo>
                  <a:lnTo>
                    <a:pt x="638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4" name="Google Shape;11474;p80"/>
            <p:cNvSpPr/>
            <p:nvPr/>
          </p:nvSpPr>
          <p:spPr>
            <a:xfrm>
              <a:off x="3822275" y="3815013"/>
              <a:ext cx="165725" cy="165700"/>
            </a:xfrm>
            <a:custGeom>
              <a:rect b="b" l="l" r="r" t="t"/>
              <a:pathLst>
                <a:path extrusionOk="0" h="6628" w="6629">
                  <a:moveTo>
                    <a:pt x="3315" y="1"/>
                  </a:moveTo>
                  <a:lnTo>
                    <a:pt x="2966" y="22"/>
                  </a:lnTo>
                  <a:lnTo>
                    <a:pt x="2639" y="66"/>
                  </a:lnTo>
                  <a:lnTo>
                    <a:pt x="2334" y="153"/>
                  </a:lnTo>
                  <a:lnTo>
                    <a:pt x="2028" y="262"/>
                  </a:lnTo>
                  <a:lnTo>
                    <a:pt x="1745" y="393"/>
                  </a:lnTo>
                  <a:lnTo>
                    <a:pt x="1462" y="567"/>
                  </a:lnTo>
                  <a:lnTo>
                    <a:pt x="1200" y="764"/>
                  </a:lnTo>
                  <a:lnTo>
                    <a:pt x="982" y="960"/>
                  </a:lnTo>
                  <a:lnTo>
                    <a:pt x="764" y="1200"/>
                  </a:lnTo>
                  <a:lnTo>
                    <a:pt x="568" y="1461"/>
                  </a:lnTo>
                  <a:lnTo>
                    <a:pt x="393" y="1723"/>
                  </a:lnTo>
                  <a:lnTo>
                    <a:pt x="263" y="2028"/>
                  </a:lnTo>
                  <a:lnTo>
                    <a:pt x="154" y="2333"/>
                  </a:lnTo>
                  <a:lnTo>
                    <a:pt x="66" y="2638"/>
                  </a:lnTo>
                  <a:lnTo>
                    <a:pt x="23" y="2965"/>
                  </a:lnTo>
                  <a:lnTo>
                    <a:pt x="1" y="3314"/>
                  </a:lnTo>
                  <a:lnTo>
                    <a:pt x="23" y="3641"/>
                  </a:lnTo>
                  <a:lnTo>
                    <a:pt x="66" y="3990"/>
                  </a:lnTo>
                  <a:lnTo>
                    <a:pt x="154" y="4295"/>
                  </a:lnTo>
                  <a:lnTo>
                    <a:pt x="263" y="4601"/>
                  </a:lnTo>
                  <a:lnTo>
                    <a:pt x="393" y="4884"/>
                  </a:lnTo>
                  <a:lnTo>
                    <a:pt x="568" y="5167"/>
                  </a:lnTo>
                  <a:lnTo>
                    <a:pt x="764" y="5429"/>
                  </a:lnTo>
                  <a:lnTo>
                    <a:pt x="982" y="5647"/>
                  </a:lnTo>
                  <a:lnTo>
                    <a:pt x="1200" y="5865"/>
                  </a:lnTo>
                  <a:lnTo>
                    <a:pt x="1462" y="6061"/>
                  </a:lnTo>
                  <a:lnTo>
                    <a:pt x="1745" y="6236"/>
                  </a:lnTo>
                  <a:lnTo>
                    <a:pt x="2028" y="6366"/>
                  </a:lnTo>
                  <a:lnTo>
                    <a:pt x="2334" y="6475"/>
                  </a:lnTo>
                  <a:lnTo>
                    <a:pt x="2639" y="6563"/>
                  </a:lnTo>
                  <a:lnTo>
                    <a:pt x="2966" y="6606"/>
                  </a:lnTo>
                  <a:lnTo>
                    <a:pt x="3315" y="6628"/>
                  </a:lnTo>
                  <a:lnTo>
                    <a:pt x="3663" y="6606"/>
                  </a:lnTo>
                  <a:lnTo>
                    <a:pt x="3990" y="6563"/>
                  </a:lnTo>
                  <a:lnTo>
                    <a:pt x="4296" y="6475"/>
                  </a:lnTo>
                  <a:lnTo>
                    <a:pt x="4601" y="6366"/>
                  </a:lnTo>
                  <a:lnTo>
                    <a:pt x="4884" y="6236"/>
                  </a:lnTo>
                  <a:lnTo>
                    <a:pt x="5168" y="6061"/>
                  </a:lnTo>
                  <a:lnTo>
                    <a:pt x="5429" y="5865"/>
                  </a:lnTo>
                  <a:lnTo>
                    <a:pt x="5647" y="5647"/>
                  </a:lnTo>
                  <a:lnTo>
                    <a:pt x="5865" y="5429"/>
                  </a:lnTo>
                  <a:lnTo>
                    <a:pt x="6062" y="5167"/>
                  </a:lnTo>
                  <a:lnTo>
                    <a:pt x="6236" y="4884"/>
                  </a:lnTo>
                  <a:lnTo>
                    <a:pt x="6367" y="4601"/>
                  </a:lnTo>
                  <a:lnTo>
                    <a:pt x="6476" y="4295"/>
                  </a:lnTo>
                  <a:lnTo>
                    <a:pt x="6563" y="3990"/>
                  </a:lnTo>
                  <a:lnTo>
                    <a:pt x="6607" y="3641"/>
                  </a:lnTo>
                  <a:lnTo>
                    <a:pt x="6628" y="3314"/>
                  </a:lnTo>
                  <a:lnTo>
                    <a:pt x="6607" y="2965"/>
                  </a:lnTo>
                  <a:lnTo>
                    <a:pt x="6563" y="2638"/>
                  </a:lnTo>
                  <a:lnTo>
                    <a:pt x="6476" y="2333"/>
                  </a:lnTo>
                  <a:lnTo>
                    <a:pt x="6367" y="2028"/>
                  </a:lnTo>
                  <a:lnTo>
                    <a:pt x="6236" y="1723"/>
                  </a:lnTo>
                  <a:lnTo>
                    <a:pt x="6062" y="1461"/>
                  </a:lnTo>
                  <a:lnTo>
                    <a:pt x="5865" y="1200"/>
                  </a:lnTo>
                  <a:lnTo>
                    <a:pt x="5647" y="960"/>
                  </a:lnTo>
                  <a:lnTo>
                    <a:pt x="5429" y="764"/>
                  </a:lnTo>
                  <a:lnTo>
                    <a:pt x="5168" y="567"/>
                  </a:lnTo>
                  <a:lnTo>
                    <a:pt x="4884" y="393"/>
                  </a:lnTo>
                  <a:lnTo>
                    <a:pt x="4601" y="262"/>
                  </a:lnTo>
                  <a:lnTo>
                    <a:pt x="4296" y="153"/>
                  </a:lnTo>
                  <a:lnTo>
                    <a:pt x="3990" y="66"/>
                  </a:lnTo>
                  <a:lnTo>
                    <a:pt x="3663" y="22"/>
                  </a:lnTo>
                  <a:lnTo>
                    <a:pt x="331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75" name="Google Shape;11475;p80"/>
          <p:cNvGrpSpPr/>
          <p:nvPr/>
        </p:nvGrpSpPr>
        <p:grpSpPr>
          <a:xfrm>
            <a:off x="4813959" y="2229110"/>
            <a:ext cx="1749261" cy="1825444"/>
            <a:chOff x="5146965" y="2686310"/>
            <a:chExt cx="1749261" cy="1825444"/>
          </a:xfrm>
        </p:grpSpPr>
        <p:sp>
          <p:nvSpPr>
            <p:cNvPr id="11476" name="Google Shape;11476;p80"/>
            <p:cNvSpPr/>
            <p:nvPr/>
          </p:nvSpPr>
          <p:spPr>
            <a:xfrm rot="-947327">
              <a:off x="5313024" y="2928573"/>
              <a:ext cx="1417142" cy="1417117"/>
            </a:xfrm>
            <a:custGeom>
              <a:rect b="b" l="l" r="r" t="t"/>
              <a:pathLst>
                <a:path extrusionOk="0" h="56683" w="56684">
                  <a:moveTo>
                    <a:pt x="12885" y="0"/>
                  </a:moveTo>
                  <a:lnTo>
                    <a:pt x="12689" y="44"/>
                  </a:lnTo>
                  <a:lnTo>
                    <a:pt x="12515" y="131"/>
                  </a:lnTo>
                  <a:lnTo>
                    <a:pt x="12362" y="240"/>
                  </a:lnTo>
                  <a:lnTo>
                    <a:pt x="12231" y="371"/>
                  </a:lnTo>
                  <a:lnTo>
                    <a:pt x="12122" y="545"/>
                  </a:lnTo>
                  <a:lnTo>
                    <a:pt x="12057" y="720"/>
                  </a:lnTo>
                  <a:lnTo>
                    <a:pt x="45" y="43406"/>
                  </a:lnTo>
                  <a:lnTo>
                    <a:pt x="1" y="43602"/>
                  </a:lnTo>
                  <a:lnTo>
                    <a:pt x="1" y="43798"/>
                  </a:lnTo>
                  <a:lnTo>
                    <a:pt x="45" y="43973"/>
                  </a:lnTo>
                  <a:lnTo>
                    <a:pt x="132" y="44147"/>
                  </a:lnTo>
                  <a:lnTo>
                    <a:pt x="241" y="44300"/>
                  </a:lnTo>
                  <a:lnTo>
                    <a:pt x="372" y="44452"/>
                  </a:lnTo>
                  <a:lnTo>
                    <a:pt x="546" y="44561"/>
                  </a:lnTo>
                  <a:lnTo>
                    <a:pt x="720" y="44627"/>
                  </a:lnTo>
                  <a:lnTo>
                    <a:pt x="43385" y="56639"/>
                  </a:lnTo>
                  <a:lnTo>
                    <a:pt x="43603" y="56683"/>
                  </a:lnTo>
                  <a:lnTo>
                    <a:pt x="43799" y="56661"/>
                  </a:lnTo>
                  <a:lnTo>
                    <a:pt x="43973" y="56617"/>
                  </a:lnTo>
                  <a:lnTo>
                    <a:pt x="44148" y="56552"/>
                  </a:lnTo>
                  <a:lnTo>
                    <a:pt x="44300" y="56443"/>
                  </a:lnTo>
                  <a:lnTo>
                    <a:pt x="44431" y="56312"/>
                  </a:lnTo>
                  <a:lnTo>
                    <a:pt x="44540" y="56138"/>
                  </a:lnTo>
                  <a:lnTo>
                    <a:pt x="44627" y="55941"/>
                  </a:lnTo>
                  <a:lnTo>
                    <a:pt x="56639" y="13277"/>
                  </a:lnTo>
                  <a:lnTo>
                    <a:pt x="56683" y="13081"/>
                  </a:lnTo>
                  <a:lnTo>
                    <a:pt x="56661" y="12885"/>
                  </a:lnTo>
                  <a:lnTo>
                    <a:pt x="56618" y="12689"/>
                  </a:lnTo>
                  <a:lnTo>
                    <a:pt x="56552" y="12514"/>
                  </a:lnTo>
                  <a:lnTo>
                    <a:pt x="56443" y="12361"/>
                  </a:lnTo>
                  <a:lnTo>
                    <a:pt x="56291" y="12231"/>
                  </a:lnTo>
                  <a:lnTo>
                    <a:pt x="56138" y="12122"/>
                  </a:lnTo>
                  <a:lnTo>
                    <a:pt x="55942" y="12056"/>
                  </a:lnTo>
                  <a:lnTo>
                    <a:pt x="13278" y="44"/>
                  </a:lnTo>
                  <a:lnTo>
                    <a:pt x="13081"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7" name="Google Shape;11477;p80"/>
            <p:cNvSpPr/>
            <p:nvPr/>
          </p:nvSpPr>
          <p:spPr>
            <a:xfrm rot="-947327">
              <a:off x="5313024" y="2852373"/>
              <a:ext cx="1417142" cy="1417117"/>
            </a:xfrm>
            <a:custGeom>
              <a:rect b="b" l="l" r="r" t="t"/>
              <a:pathLst>
                <a:path extrusionOk="0" h="56683" w="56684">
                  <a:moveTo>
                    <a:pt x="12885" y="0"/>
                  </a:moveTo>
                  <a:lnTo>
                    <a:pt x="12689" y="44"/>
                  </a:lnTo>
                  <a:lnTo>
                    <a:pt x="12515" y="131"/>
                  </a:lnTo>
                  <a:lnTo>
                    <a:pt x="12362" y="240"/>
                  </a:lnTo>
                  <a:lnTo>
                    <a:pt x="12231" y="371"/>
                  </a:lnTo>
                  <a:lnTo>
                    <a:pt x="12122" y="545"/>
                  </a:lnTo>
                  <a:lnTo>
                    <a:pt x="12057" y="720"/>
                  </a:lnTo>
                  <a:lnTo>
                    <a:pt x="45" y="43406"/>
                  </a:lnTo>
                  <a:lnTo>
                    <a:pt x="1" y="43602"/>
                  </a:lnTo>
                  <a:lnTo>
                    <a:pt x="1" y="43798"/>
                  </a:lnTo>
                  <a:lnTo>
                    <a:pt x="45" y="43973"/>
                  </a:lnTo>
                  <a:lnTo>
                    <a:pt x="132" y="44147"/>
                  </a:lnTo>
                  <a:lnTo>
                    <a:pt x="241" y="44300"/>
                  </a:lnTo>
                  <a:lnTo>
                    <a:pt x="372" y="44452"/>
                  </a:lnTo>
                  <a:lnTo>
                    <a:pt x="546" y="44561"/>
                  </a:lnTo>
                  <a:lnTo>
                    <a:pt x="720" y="44627"/>
                  </a:lnTo>
                  <a:lnTo>
                    <a:pt x="43385" y="56639"/>
                  </a:lnTo>
                  <a:lnTo>
                    <a:pt x="43603" y="56683"/>
                  </a:lnTo>
                  <a:lnTo>
                    <a:pt x="43799" y="56661"/>
                  </a:lnTo>
                  <a:lnTo>
                    <a:pt x="43973" y="56617"/>
                  </a:lnTo>
                  <a:lnTo>
                    <a:pt x="44148" y="56552"/>
                  </a:lnTo>
                  <a:lnTo>
                    <a:pt x="44300" y="56443"/>
                  </a:lnTo>
                  <a:lnTo>
                    <a:pt x="44431" y="56312"/>
                  </a:lnTo>
                  <a:lnTo>
                    <a:pt x="44540" y="56138"/>
                  </a:lnTo>
                  <a:lnTo>
                    <a:pt x="44627" y="55941"/>
                  </a:lnTo>
                  <a:lnTo>
                    <a:pt x="56639" y="13277"/>
                  </a:lnTo>
                  <a:lnTo>
                    <a:pt x="56683" y="13081"/>
                  </a:lnTo>
                  <a:lnTo>
                    <a:pt x="56661" y="12885"/>
                  </a:lnTo>
                  <a:lnTo>
                    <a:pt x="56618" y="12689"/>
                  </a:lnTo>
                  <a:lnTo>
                    <a:pt x="56552" y="12514"/>
                  </a:lnTo>
                  <a:lnTo>
                    <a:pt x="56443" y="12361"/>
                  </a:lnTo>
                  <a:lnTo>
                    <a:pt x="56291" y="12231"/>
                  </a:lnTo>
                  <a:lnTo>
                    <a:pt x="56138" y="12122"/>
                  </a:lnTo>
                  <a:lnTo>
                    <a:pt x="55942" y="12056"/>
                  </a:lnTo>
                  <a:lnTo>
                    <a:pt x="13278" y="44"/>
                  </a:lnTo>
                  <a:lnTo>
                    <a:pt x="13081"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8" name="Google Shape;11478;p80"/>
            <p:cNvSpPr/>
            <p:nvPr/>
          </p:nvSpPr>
          <p:spPr>
            <a:xfrm rot="-947327">
              <a:off x="5313024" y="2852373"/>
              <a:ext cx="1417142" cy="1417117"/>
            </a:xfrm>
            <a:custGeom>
              <a:rect b="b" l="l" r="r" t="t"/>
              <a:pathLst>
                <a:path extrusionOk="0" fill="none" h="56683" w="56684">
                  <a:moveTo>
                    <a:pt x="43385" y="56639"/>
                  </a:moveTo>
                  <a:lnTo>
                    <a:pt x="720" y="44627"/>
                  </a:lnTo>
                  <a:lnTo>
                    <a:pt x="720" y="44627"/>
                  </a:lnTo>
                  <a:lnTo>
                    <a:pt x="546" y="44561"/>
                  </a:lnTo>
                  <a:lnTo>
                    <a:pt x="372" y="44452"/>
                  </a:lnTo>
                  <a:lnTo>
                    <a:pt x="241" y="44300"/>
                  </a:lnTo>
                  <a:lnTo>
                    <a:pt x="132" y="44147"/>
                  </a:lnTo>
                  <a:lnTo>
                    <a:pt x="45" y="43973"/>
                  </a:lnTo>
                  <a:lnTo>
                    <a:pt x="1" y="43798"/>
                  </a:lnTo>
                  <a:lnTo>
                    <a:pt x="1" y="43602"/>
                  </a:lnTo>
                  <a:lnTo>
                    <a:pt x="45" y="43406"/>
                  </a:lnTo>
                  <a:lnTo>
                    <a:pt x="12057" y="720"/>
                  </a:lnTo>
                  <a:lnTo>
                    <a:pt x="12057" y="720"/>
                  </a:lnTo>
                  <a:lnTo>
                    <a:pt x="12122" y="545"/>
                  </a:lnTo>
                  <a:lnTo>
                    <a:pt x="12231" y="371"/>
                  </a:lnTo>
                  <a:lnTo>
                    <a:pt x="12362" y="240"/>
                  </a:lnTo>
                  <a:lnTo>
                    <a:pt x="12515" y="131"/>
                  </a:lnTo>
                  <a:lnTo>
                    <a:pt x="12689" y="44"/>
                  </a:lnTo>
                  <a:lnTo>
                    <a:pt x="12885" y="0"/>
                  </a:lnTo>
                  <a:lnTo>
                    <a:pt x="13081" y="0"/>
                  </a:lnTo>
                  <a:lnTo>
                    <a:pt x="13278" y="44"/>
                  </a:lnTo>
                  <a:lnTo>
                    <a:pt x="55942" y="12056"/>
                  </a:lnTo>
                  <a:lnTo>
                    <a:pt x="55942" y="12056"/>
                  </a:lnTo>
                  <a:lnTo>
                    <a:pt x="56138" y="12122"/>
                  </a:lnTo>
                  <a:lnTo>
                    <a:pt x="56291" y="12231"/>
                  </a:lnTo>
                  <a:lnTo>
                    <a:pt x="56443" y="12361"/>
                  </a:lnTo>
                  <a:lnTo>
                    <a:pt x="56552" y="12514"/>
                  </a:lnTo>
                  <a:lnTo>
                    <a:pt x="56618" y="12689"/>
                  </a:lnTo>
                  <a:lnTo>
                    <a:pt x="56661" y="12885"/>
                  </a:lnTo>
                  <a:lnTo>
                    <a:pt x="56683" y="13081"/>
                  </a:lnTo>
                  <a:lnTo>
                    <a:pt x="56639" y="13277"/>
                  </a:lnTo>
                  <a:lnTo>
                    <a:pt x="44627" y="55941"/>
                  </a:lnTo>
                  <a:lnTo>
                    <a:pt x="44627" y="55941"/>
                  </a:lnTo>
                  <a:lnTo>
                    <a:pt x="44540" y="56138"/>
                  </a:lnTo>
                  <a:lnTo>
                    <a:pt x="44431" y="56312"/>
                  </a:lnTo>
                  <a:lnTo>
                    <a:pt x="44300" y="56443"/>
                  </a:lnTo>
                  <a:lnTo>
                    <a:pt x="44148" y="56552"/>
                  </a:lnTo>
                  <a:lnTo>
                    <a:pt x="43973" y="56617"/>
                  </a:lnTo>
                  <a:lnTo>
                    <a:pt x="43799" y="56661"/>
                  </a:lnTo>
                  <a:lnTo>
                    <a:pt x="43603" y="56683"/>
                  </a:lnTo>
                  <a:lnTo>
                    <a:pt x="43385" y="56639"/>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9" name="Google Shape;11479;p80"/>
            <p:cNvSpPr/>
            <p:nvPr/>
          </p:nvSpPr>
          <p:spPr>
            <a:xfrm rot="-947327">
              <a:off x="5464552" y="3003898"/>
              <a:ext cx="1114083" cy="1114083"/>
            </a:xfrm>
            <a:custGeom>
              <a:rect b="b" l="l" r="r" t="t"/>
              <a:pathLst>
                <a:path extrusionOk="0" h="44562" w="44562">
                  <a:moveTo>
                    <a:pt x="10029" y="0"/>
                  </a:moveTo>
                  <a:lnTo>
                    <a:pt x="9920" y="22"/>
                  </a:lnTo>
                  <a:lnTo>
                    <a:pt x="9833" y="65"/>
                  </a:lnTo>
                  <a:lnTo>
                    <a:pt x="9746" y="131"/>
                  </a:lnTo>
                  <a:lnTo>
                    <a:pt x="9658" y="196"/>
                  </a:lnTo>
                  <a:lnTo>
                    <a:pt x="9615" y="283"/>
                  </a:lnTo>
                  <a:lnTo>
                    <a:pt x="9571" y="392"/>
                  </a:lnTo>
                  <a:lnTo>
                    <a:pt x="22" y="34315"/>
                  </a:lnTo>
                  <a:lnTo>
                    <a:pt x="1" y="34424"/>
                  </a:lnTo>
                  <a:lnTo>
                    <a:pt x="1" y="34533"/>
                  </a:lnTo>
                  <a:lnTo>
                    <a:pt x="22" y="34642"/>
                  </a:lnTo>
                  <a:lnTo>
                    <a:pt x="66" y="34729"/>
                  </a:lnTo>
                  <a:lnTo>
                    <a:pt x="110" y="34816"/>
                  </a:lnTo>
                  <a:lnTo>
                    <a:pt x="197" y="34881"/>
                  </a:lnTo>
                  <a:lnTo>
                    <a:pt x="284" y="34947"/>
                  </a:lnTo>
                  <a:lnTo>
                    <a:pt x="393" y="34990"/>
                  </a:lnTo>
                  <a:lnTo>
                    <a:pt x="34315" y="44539"/>
                  </a:lnTo>
                  <a:lnTo>
                    <a:pt x="34424" y="44561"/>
                  </a:lnTo>
                  <a:lnTo>
                    <a:pt x="34533" y="44561"/>
                  </a:lnTo>
                  <a:lnTo>
                    <a:pt x="34642" y="44539"/>
                  </a:lnTo>
                  <a:lnTo>
                    <a:pt x="34729" y="44496"/>
                  </a:lnTo>
                  <a:lnTo>
                    <a:pt x="34816" y="44430"/>
                  </a:lnTo>
                  <a:lnTo>
                    <a:pt x="34882" y="44365"/>
                  </a:lnTo>
                  <a:lnTo>
                    <a:pt x="34947" y="44278"/>
                  </a:lnTo>
                  <a:lnTo>
                    <a:pt x="34991" y="44169"/>
                  </a:lnTo>
                  <a:lnTo>
                    <a:pt x="44540" y="10246"/>
                  </a:lnTo>
                  <a:lnTo>
                    <a:pt x="44561" y="10137"/>
                  </a:lnTo>
                  <a:lnTo>
                    <a:pt x="44561" y="10028"/>
                  </a:lnTo>
                  <a:lnTo>
                    <a:pt x="44540" y="9919"/>
                  </a:lnTo>
                  <a:lnTo>
                    <a:pt x="44496" y="9832"/>
                  </a:lnTo>
                  <a:lnTo>
                    <a:pt x="44431" y="9745"/>
                  </a:lnTo>
                  <a:lnTo>
                    <a:pt x="44365" y="9658"/>
                  </a:lnTo>
                  <a:lnTo>
                    <a:pt x="44256" y="9614"/>
                  </a:lnTo>
                  <a:lnTo>
                    <a:pt x="44169" y="9571"/>
                  </a:lnTo>
                  <a:lnTo>
                    <a:pt x="10225" y="22"/>
                  </a:lnTo>
                  <a:lnTo>
                    <a:pt x="10116"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0" name="Google Shape;11480;p80"/>
            <p:cNvSpPr/>
            <p:nvPr/>
          </p:nvSpPr>
          <p:spPr>
            <a:xfrm rot="-947327">
              <a:off x="5464552" y="3003898"/>
              <a:ext cx="1114083" cy="1114083"/>
            </a:xfrm>
            <a:custGeom>
              <a:rect b="b" l="l" r="r" t="t"/>
              <a:pathLst>
                <a:path extrusionOk="0" fill="none" h="44562" w="44562">
                  <a:moveTo>
                    <a:pt x="34315" y="44539"/>
                  </a:moveTo>
                  <a:lnTo>
                    <a:pt x="393" y="34990"/>
                  </a:lnTo>
                  <a:lnTo>
                    <a:pt x="393" y="34990"/>
                  </a:lnTo>
                  <a:lnTo>
                    <a:pt x="284" y="34947"/>
                  </a:lnTo>
                  <a:lnTo>
                    <a:pt x="197" y="34881"/>
                  </a:lnTo>
                  <a:lnTo>
                    <a:pt x="110" y="34816"/>
                  </a:lnTo>
                  <a:lnTo>
                    <a:pt x="66" y="34729"/>
                  </a:lnTo>
                  <a:lnTo>
                    <a:pt x="22" y="34642"/>
                  </a:lnTo>
                  <a:lnTo>
                    <a:pt x="1" y="34533"/>
                  </a:lnTo>
                  <a:lnTo>
                    <a:pt x="1" y="34424"/>
                  </a:lnTo>
                  <a:lnTo>
                    <a:pt x="22" y="34315"/>
                  </a:lnTo>
                  <a:lnTo>
                    <a:pt x="9571" y="392"/>
                  </a:lnTo>
                  <a:lnTo>
                    <a:pt x="9571" y="392"/>
                  </a:lnTo>
                  <a:lnTo>
                    <a:pt x="9615" y="283"/>
                  </a:lnTo>
                  <a:lnTo>
                    <a:pt x="9658" y="196"/>
                  </a:lnTo>
                  <a:lnTo>
                    <a:pt x="9746" y="131"/>
                  </a:lnTo>
                  <a:lnTo>
                    <a:pt x="9833" y="65"/>
                  </a:lnTo>
                  <a:lnTo>
                    <a:pt x="9920" y="22"/>
                  </a:lnTo>
                  <a:lnTo>
                    <a:pt x="10029" y="0"/>
                  </a:lnTo>
                  <a:lnTo>
                    <a:pt x="10116" y="0"/>
                  </a:lnTo>
                  <a:lnTo>
                    <a:pt x="10225" y="22"/>
                  </a:lnTo>
                  <a:lnTo>
                    <a:pt x="44169" y="9571"/>
                  </a:lnTo>
                  <a:lnTo>
                    <a:pt x="44169" y="9571"/>
                  </a:lnTo>
                  <a:lnTo>
                    <a:pt x="44256" y="9614"/>
                  </a:lnTo>
                  <a:lnTo>
                    <a:pt x="44365" y="9658"/>
                  </a:lnTo>
                  <a:lnTo>
                    <a:pt x="44431" y="9745"/>
                  </a:lnTo>
                  <a:lnTo>
                    <a:pt x="44496" y="9832"/>
                  </a:lnTo>
                  <a:lnTo>
                    <a:pt x="44540" y="9919"/>
                  </a:lnTo>
                  <a:lnTo>
                    <a:pt x="44561" y="10028"/>
                  </a:lnTo>
                  <a:lnTo>
                    <a:pt x="44561" y="10137"/>
                  </a:lnTo>
                  <a:lnTo>
                    <a:pt x="44540" y="10246"/>
                  </a:lnTo>
                  <a:lnTo>
                    <a:pt x="34991" y="44169"/>
                  </a:lnTo>
                  <a:lnTo>
                    <a:pt x="34991" y="44169"/>
                  </a:lnTo>
                  <a:lnTo>
                    <a:pt x="34947" y="44278"/>
                  </a:lnTo>
                  <a:lnTo>
                    <a:pt x="34882" y="44365"/>
                  </a:lnTo>
                  <a:lnTo>
                    <a:pt x="34816" y="44430"/>
                  </a:lnTo>
                  <a:lnTo>
                    <a:pt x="34729" y="44496"/>
                  </a:lnTo>
                  <a:lnTo>
                    <a:pt x="34642" y="44539"/>
                  </a:lnTo>
                  <a:lnTo>
                    <a:pt x="34533" y="44561"/>
                  </a:lnTo>
                  <a:lnTo>
                    <a:pt x="34424" y="44561"/>
                  </a:lnTo>
                  <a:lnTo>
                    <a:pt x="34315" y="44539"/>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1" name="Google Shape;11481;p80"/>
            <p:cNvSpPr/>
            <p:nvPr/>
          </p:nvSpPr>
          <p:spPr>
            <a:xfrm rot="-947327">
              <a:off x="5566337" y="3392191"/>
              <a:ext cx="165705" cy="179330"/>
            </a:xfrm>
            <a:custGeom>
              <a:rect b="b" l="l" r="r" t="t"/>
              <a:pathLst>
                <a:path extrusionOk="0" h="7173" w="6628">
                  <a:moveTo>
                    <a:pt x="3096" y="0"/>
                  </a:moveTo>
                  <a:lnTo>
                    <a:pt x="3031" y="44"/>
                  </a:lnTo>
                  <a:lnTo>
                    <a:pt x="3009" y="109"/>
                  </a:lnTo>
                  <a:lnTo>
                    <a:pt x="2965" y="218"/>
                  </a:lnTo>
                  <a:lnTo>
                    <a:pt x="2965" y="327"/>
                  </a:lnTo>
                  <a:lnTo>
                    <a:pt x="2965" y="436"/>
                  </a:lnTo>
                  <a:lnTo>
                    <a:pt x="2965" y="567"/>
                  </a:lnTo>
                  <a:lnTo>
                    <a:pt x="2987" y="632"/>
                  </a:lnTo>
                  <a:lnTo>
                    <a:pt x="2987" y="654"/>
                  </a:lnTo>
                  <a:lnTo>
                    <a:pt x="2965" y="698"/>
                  </a:lnTo>
                  <a:lnTo>
                    <a:pt x="2922" y="698"/>
                  </a:lnTo>
                  <a:lnTo>
                    <a:pt x="2878" y="720"/>
                  </a:lnTo>
                  <a:lnTo>
                    <a:pt x="2747" y="676"/>
                  </a:lnTo>
                  <a:lnTo>
                    <a:pt x="1962" y="414"/>
                  </a:lnTo>
                  <a:lnTo>
                    <a:pt x="2006" y="523"/>
                  </a:lnTo>
                  <a:lnTo>
                    <a:pt x="2050" y="611"/>
                  </a:lnTo>
                  <a:lnTo>
                    <a:pt x="2137" y="698"/>
                  </a:lnTo>
                  <a:lnTo>
                    <a:pt x="2224" y="785"/>
                  </a:lnTo>
                  <a:lnTo>
                    <a:pt x="2420" y="916"/>
                  </a:lnTo>
                  <a:lnTo>
                    <a:pt x="2464" y="981"/>
                  </a:lnTo>
                  <a:lnTo>
                    <a:pt x="2486" y="1025"/>
                  </a:lnTo>
                  <a:lnTo>
                    <a:pt x="2464" y="1068"/>
                  </a:lnTo>
                  <a:lnTo>
                    <a:pt x="2420" y="1090"/>
                  </a:lnTo>
                  <a:lnTo>
                    <a:pt x="2355" y="1112"/>
                  </a:lnTo>
                  <a:lnTo>
                    <a:pt x="1635" y="1221"/>
                  </a:lnTo>
                  <a:lnTo>
                    <a:pt x="1592" y="1243"/>
                  </a:lnTo>
                  <a:lnTo>
                    <a:pt x="1548" y="1265"/>
                  </a:lnTo>
                  <a:lnTo>
                    <a:pt x="1526" y="1308"/>
                  </a:lnTo>
                  <a:lnTo>
                    <a:pt x="1505" y="1352"/>
                  </a:lnTo>
                  <a:lnTo>
                    <a:pt x="1505" y="1395"/>
                  </a:lnTo>
                  <a:lnTo>
                    <a:pt x="1526" y="1461"/>
                  </a:lnTo>
                  <a:lnTo>
                    <a:pt x="1548" y="1504"/>
                  </a:lnTo>
                  <a:lnTo>
                    <a:pt x="1592" y="1548"/>
                  </a:lnTo>
                  <a:lnTo>
                    <a:pt x="1810" y="1679"/>
                  </a:lnTo>
                  <a:lnTo>
                    <a:pt x="2028" y="1810"/>
                  </a:lnTo>
                  <a:lnTo>
                    <a:pt x="2289" y="1897"/>
                  </a:lnTo>
                  <a:lnTo>
                    <a:pt x="2529" y="1984"/>
                  </a:lnTo>
                  <a:lnTo>
                    <a:pt x="3489" y="2289"/>
                  </a:lnTo>
                  <a:lnTo>
                    <a:pt x="3968" y="2442"/>
                  </a:lnTo>
                  <a:lnTo>
                    <a:pt x="4426" y="2551"/>
                  </a:lnTo>
                  <a:lnTo>
                    <a:pt x="4535" y="2551"/>
                  </a:lnTo>
                  <a:lnTo>
                    <a:pt x="4644" y="2529"/>
                  </a:lnTo>
                  <a:lnTo>
                    <a:pt x="5058" y="2747"/>
                  </a:lnTo>
                  <a:lnTo>
                    <a:pt x="5472" y="2943"/>
                  </a:lnTo>
                  <a:lnTo>
                    <a:pt x="4971" y="3030"/>
                  </a:lnTo>
                  <a:lnTo>
                    <a:pt x="4448" y="3074"/>
                  </a:lnTo>
                  <a:lnTo>
                    <a:pt x="3925" y="3096"/>
                  </a:lnTo>
                  <a:lnTo>
                    <a:pt x="3401" y="3074"/>
                  </a:lnTo>
                  <a:lnTo>
                    <a:pt x="3358" y="3030"/>
                  </a:lnTo>
                  <a:lnTo>
                    <a:pt x="3162" y="2921"/>
                  </a:lnTo>
                  <a:lnTo>
                    <a:pt x="2922" y="2812"/>
                  </a:lnTo>
                  <a:lnTo>
                    <a:pt x="2486" y="2660"/>
                  </a:lnTo>
                  <a:lnTo>
                    <a:pt x="1832" y="2398"/>
                  </a:lnTo>
                  <a:lnTo>
                    <a:pt x="1178" y="2158"/>
                  </a:lnTo>
                  <a:lnTo>
                    <a:pt x="1047" y="2115"/>
                  </a:lnTo>
                  <a:lnTo>
                    <a:pt x="916" y="2093"/>
                  </a:lnTo>
                  <a:lnTo>
                    <a:pt x="829" y="2115"/>
                  </a:lnTo>
                  <a:lnTo>
                    <a:pt x="763" y="2137"/>
                  </a:lnTo>
                  <a:lnTo>
                    <a:pt x="698" y="2158"/>
                  </a:lnTo>
                  <a:lnTo>
                    <a:pt x="654" y="2202"/>
                  </a:lnTo>
                  <a:lnTo>
                    <a:pt x="633" y="2289"/>
                  </a:lnTo>
                  <a:lnTo>
                    <a:pt x="654" y="2355"/>
                  </a:lnTo>
                  <a:lnTo>
                    <a:pt x="676" y="2464"/>
                  </a:lnTo>
                  <a:lnTo>
                    <a:pt x="742" y="2551"/>
                  </a:lnTo>
                  <a:lnTo>
                    <a:pt x="807" y="2638"/>
                  </a:lnTo>
                  <a:lnTo>
                    <a:pt x="894" y="2725"/>
                  </a:lnTo>
                  <a:lnTo>
                    <a:pt x="960" y="2769"/>
                  </a:lnTo>
                  <a:lnTo>
                    <a:pt x="960" y="2812"/>
                  </a:lnTo>
                  <a:lnTo>
                    <a:pt x="960" y="2834"/>
                  </a:lnTo>
                  <a:lnTo>
                    <a:pt x="938" y="2878"/>
                  </a:lnTo>
                  <a:lnTo>
                    <a:pt x="894" y="2900"/>
                  </a:lnTo>
                  <a:lnTo>
                    <a:pt x="785" y="2943"/>
                  </a:lnTo>
                  <a:lnTo>
                    <a:pt x="0" y="3227"/>
                  </a:lnTo>
                  <a:lnTo>
                    <a:pt x="88" y="3292"/>
                  </a:lnTo>
                  <a:lnTo>
                    <a:pt x="197" y="3314"/>
                  </a:lnTo>
                  <a:lnTo>
                    <a:pt x="306" y="3357"/>
                  </a:lnTo>
                  <a:lnTo>
                    <a:pt x="436" y="3357"/>
                  </a:lnTo>
                  <a:lnTo>
                    <a:pt x="676" y="3336"/>
                  </a:lnTo>
                  <a:lnTo>
                    <a:pt x="763" y="3379"/>
                  </a:lnTo>
                  <a:lnTo>
                    <a:pt x="785" y="3401"/>
                  </a:lnTo>
                  <a:lnTo>
                    <a:pt x="807" y="3423"/>
                  </a:lnTo>
                  <a:lnTo>
                    <a:pt x="785" y="3488"/>
                  </a:lnTo>
                  <a:lnTo>
                    <a:pt x="742" y="3532"/>
                  </a:lnTo>
                  <a:lnTo>
                    <a:pt x="240" y="4055"/>
                  </a:lnTo>
                  <a:lnTo>
                    <a:pt x="197" y="4099"/>
                  </a:lnTo>
                  <a:lnTo>
                    <a:pt x="197" y="4164"/>
                  </a:lnTo>
                  <a:lnTo>
                    <a:pt x="197" y="4208"/>
                  </a:lnTo>
                  <a:lnTo>
                    <a:pt x="197" y="4251"/>
                  </a:lnTo>
                  <a:lnTo>
                    <a:pt x="240" y="4295"/>
                  </a:lnTo>
                  <a:lnTo>
                    <a:pt x="284" y="4317"/>
                  </a:lnTo>
                  <a:lnTo>
                    <a:pt x="327" y="4338"/>
                  </a:lnTo>
                  <a:lnTo>
                    <a:pt x="654" y="4338"/>
                  </a:lnTo>
                  <a:lnTo>
                    <a:pt x="894" y="4273"/>
                  </a:lnTo>
                  <a:lnTo>
                    <a:pt x="1156" y="4208"/>
                  </a:lnTo>
                  <a:lnTo>
                    <a:pt x="1417" y="4120"/>
                  </a:lnTo>
                  <a:lnTo>
                    <a:pt x="2355" y="3793"/>
                  </a:lnTo>
                  <a:lnTo>
                    <a:pt x="2813" y="3619"/>
                  </a:lnTo>
                  <a:lnTo>
                    <a:pt x="3249" y="3423"/>
                  </a:lnTo>
                  <a:lnTo>
                    <a:pt x="3336" y="3379"/>
                  </a:lnTo>
                  <a:lnTo>
                    <a:pt x="3380" y="3336"/>
                  </a:lnTo>
                  <a:lnTo>
                    <a:pt x="3881" y="3357"/>
                  </a:lnTo>
                  <a:lnTo>
                    <a:pt x="4361" y="3357"/>
                  </a:lnTo>
                  <a:lnTo>
                    <a:pt x="4840" y="3314"/>
                  </a:lnTo>
                  <a:lnTo>
                    <a:pt x="5320" y="3248"/>
                  </a:lnTo>
                  <a:lnTo>
                    <a:pt x="5080" y="3532"/>
                  </a:lnTo>
                  <a:lnTo>
                    <a:pt x="4818" y="3793"/>
                  </a:lnTo>
                  <a:lnTo>
                    <a:pt x="4709" y="3793"/>
                  </a:lnTo>
                  <a:lnTo>
                    <a:pt x="4448" y="3815"/>
                  </a:lnTo>
                  <a:lnTo>
                    <a:pt x="4164" y="3902"/>
                  </a:lnTo>
                  <a:lnTo>
                    <a:pt x="3663" y="4055"/>
                  </a:lnTo>
                  <a:lnTo>
                    <a:pt x="2878" y="4273"/>
                  </a:lnTo>
                  <a:lnTo>
                    <a:pt x="2093" y="4535"/>
                  </a:lnTo>
                  <a:lnTo>
                    <a:pt x="1941" y="4578"/>
                  </a:lnTo>
                  <a:lnTo>
                    <a:pt x="1810" y="4665"/>
                  </a:lnTo>
                  <a:lnTo>
                    <a:pt x="1744" y="4731"/>
                  </a:lnTo>
                  <a:lnTo>
                    <a:pt x="1701" y="4796"/>
                  </a:lnTo>
                  <a:lnTo>
                    <a:pt x="1679" y="4883"/>
                  </a:lnTo>
                  <a:lnTo>
                    <a:pt x="1679" y="4949"/>
                  </a:lnTo>
                  <a:lnTo>
                    <a:pt x="1744" y="5036"/>
                  </a:lnTo>
                  <a:lnTo>
                    <a:pt x="1810" y="5080"/>
                  </a:lnTo>
                  <a:lnTo>
                    <a:pt x="1941" y="5145"/>
                  </a:lnTo>
                  <a:lnTo>
                    <a:pt x="2071" y="5211"/>
                  </a:lnTo>
                  <a:lnTo>
                    <a:pt x="2202" y="5232"/>
                  </a:lnTo>
                  <a:lnTo>
                    <a:pt x="2355" y="5254"/>
                  </a:lnTo>
                  <a:lnTo>
                    <a:pt x="2442" y="5254"/>
                  </a:lnTo>
                  <a:lnTo>
                    <a:pt x="2486" y="5276"/>
                  </a:lnTo>
                  <a:lnTo>
                    <a:pt x="2508" y="5298"/>
                  </a:lnTo>
                  <a:lnTo>
                    <a:pt x="2529" y="5363"/>
                  </a:lnTo>
                  <a:lnTo>
                    <a:pt x="2529" y="5407"/>
                  </a:lnTo>
                  <a:lnTo>
                    <a:pt x="2464" y="5538"/>
                  </a:lnTo>
                  <a:lnTo>
                    <a:pt x="2028" y="6344"/>
                  </a:lnTo>
                  <a:lnTo>
                    <a:pt x="2159" y="6344"/>
                  </a:lnTo>
                  <a:lnTo>
                    <a:pt x="2289" y="6301"/>
                  </a:lnTo>
                  <a:lnTo>
                    <a:pt x="2420" y="6235"/>
                  </a:lnTo>
                  <a:lnTo>
                    <a:pt x="2529" y="6148"/>
                  </a:lnTo>
                  <a:lnTo>
                    <a:pt x="2617" y="6061"/>
                  </a:lnTo>
                  <a:lnTo>
                    <a:pt x="2704" y="5995"/>
                  </a:lnTo>
                  <a:lnTo>
                    <a:pt x="2813" y="5952"/>
                  </a:lnTo>
                  <a:lnTo>
                    <a:pt x="2856" y="5952"/>
                  </a:lnTo>
                  <a:lnTo>
                    <a:pt x="2900" y="5974"/>
                  </a:lnTo>
                  <a:lnTo>
                    <a:pt x="2922" y="6039"/>
                  </a:lnTo>
                  <a:lnTo>
                    <a:pt x="2944" y="6126"/>
                  </a:lnTo>
                  <a:lnTo>
                    <a:pt x="2987" y="6955"/>
                  </a:lnTo>
                  <a:lnTo>
                    <a:pt x="2987" y="7020"/>
                  </a:lnTo>
                  <a:lnTo>
                    <a:pt x="3031" y="7085"/>
                  </a:lnTo>
                  <a:lnTo>
                    <a:pt x="3053" y="7129"/>
                  </a:lnTo>
                  <a:lnTo>
                    <a:pt x="3118" y="7151"/>
                  </a:lnTo>
                  <a:lnTo>
                    <a:pt x="3183" y="7173"/>
                  </a:lnTo>
                  <a:lnTo>
                    <a:pt x="3227" y="7173"/>
                  </a:lnTo>
                  <a:lnTo>
                    <a:pt x="3292" y="7151"/>
                  </a:lnTo>
                  <a:lnTo>
                    <a:pt x="3358" y="7107"/>
                  </a:lnTo>
                  <a:lnTo>
                    <a:pt x="3467" y="7020"/>
                  </a:lnTo>
                  <a:lnTo>
                    <a:pt x="3554" y="6933"/>
                  </a:lnTo>
                  <a:lnTo>
                    <a:pt x="3750" y="6693"/>
                  </a:lnTo>
                  <a:lnTo>
                    <a:pt x="3903" y="6453"/>
                  </a:lnTo>
                  <a:lnTo>
                    <a:pt x="4034" y="6192"/>
                  </a:lnTo>
                  <a:lnTo>
                    <a:pt x="4535" y="5189"/>
                  </a:lnTo>
                  <a:lnTo>
                    <a:pt x="4775" y="4709"/>
                  </a:lnTo>
                  <a:lnTo>
                    <a:pt x="4993" y="4229"/>
                  </a:lnTo>
                  <a:lnTo>
                    <a:pt x="5015" y="4099"/>
                  </a:lnTo>
                  <a:lnTo>
                    <a:pt x="4993" y="3990"/>
                  </a:lnTo>
                  <a:lnTo>
                    <a:pt x="5189" y="3793"/>
                  </a:lnTo>
                  <a:lnTo>
                    <a:pt x="5363" y="3597"/>
                  </a:lnTo>
                  <a:lnTo>
                    <a:pt x="5538" y="3401"/>
                  </a:lnTo>
                  <a:lnTo>
                    <a:pt x="5690" y="3183"/>
                  </a:lnTo>
                  <a:lnTo>
                    <a:pt x="6126" y="3074"/>
                  </a:lnTo>
                  <a:lnTo>
                    <a:pt x="6541" y="2943"/>
                  </a:lnTo>
                  <a:lnTo>
                    <a:pt x="6584" y="2921"/>
                  </a:lnTo>
                  <a:lnTo>
                    <a:pt x="6628" y="2878"/>
                  </a:lnTo>
                  <a:lnTo>
                    <a:pt x="6628" y="2812"/>
                  </a:lnTo>
                  <a:lnTo>
                    <a:pt x="6628" y="2769"/>
                  </a:lnTo>
                  <a:lnTo>
                    <a:pt x="6606" y="2725"/>
                  </a:lnTo>
                  <a:lnTo>
                    <a:pt x="6562" y="2703"/>
                  </a:lnTo>
                  <a:lnTo>
                    <a:pt x="6519" y="2682"/>
                  </a:lnTo>
                  <a:lnTo>
                    <a:pt x="6453" y="2682"/>
                  </a:lnTo>
                  <a:lnTo>
                    <a:pt x="6170" y="2769"/>
                  </a:lnTo>
                  <a:lnTo>
                    <a:pt x="5887" y="2856"/>
                  </a:lnTo>
                  <a:lnTo>
                    <a:pt x="5320" y="2594"/>
                  </a:lnTo>
                  <a:lnTo>
                    <a:pt x="4753" y="2289"/>
                  </a:lnTo>
                  <a:lnTo>
                    <a:pt x="4666" y="2071"/>
                  </a:lnTo>
                  <a:lnTo>
                    <a:pt x="4535" y="1853"/>
                  </a:lnTo>
                  <a:lnTo>
                    <a:pt x="4295" y="1483"/>
                  </a:lnTo>
                  <a:lnTo>
                    <a:pt x="3925" y="872"/>
                  </a:lnTo>
                  <a:lnTo>
                    <a:pt x="3532" y="284"/>
                  </a:lnTo>
                  <a:lnTo>
                    <a:pt x="3467" y="175"/>
                  </a:lnTo>
                  <a:lnTo>
                    <a:pt x="3358" y="66"/>
                  </a:lnTo>
                  <a:lnTo>
                    <a:pt x="3292" y="22"/>
                  </a:lnTo>
                  <a:lnTo>
                    <a:pt x="322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2" name="Google Shape;11482;p80"/>
            <p:cNvSpPr/>
            <p:nvPr/>
          </p:nvSpPr>
          <p:spPr>
            <a:xfrm rot="-947327">
              <a:off x="5566337" y="3392191"/>
              <a:ext cx="165705" cy="179330"/>
            </a:xfrm>
            <a:custGeom>
              <a:rect b="b" l="l" r="r" t="t"/>
              <a:pathLst>
                <a:path extrusionOk="0" fill="none" h="7173" w="6628">
                  <a:moveTo>
                    <a:pt x="6541" y="2943"/>
                  </a:moveTo>
                  <a:lnTo>
                    <a:pt x="6541" y="2943"/>
                  </a:lnTo>
                  <a:lnTo>
                    <a:pt x="6584" y="2921"/>
                  </a:lnTo>
                  <a:lnTo>
                    <a:pt x="6628" y="2878"/>
                  </a:lnTo>
                  <a:lnTo>
                    <a:pt x="6628" y="2812"/>
                  </a:lnTo>
                  <a:lnTo>
                    <a:pt x="6628" y="2769"/>
                  </a:lnTo>
                  <a:lnTo>
                    <a:pt x="6628" y="2769"/>
                  </a:lnTo>
                  <a:lnTo>
                    <a:pt x="6606" y="2725"/>
                  </a:lnTo>
                  <a:lnTo>
                    <a:pt x="6562" y="2703"/>
                  </a:lnTo>
                  <a:lnTo>
                    <a:pt x="6519" y="2682"/>
                  </a:lnTo>
                  <a:lnTo>
                    <a:pt x="6453" y="2682"/>
                  </a:lnTo>
                  <a:lnTo>
                    <a:pt x="6453" y="2682"/>
                  </a:lnTo>
                  <a:lnTo>
                    <a:pt x="6170" y="2769"/>
                  </a:lnTo>
                  <a:lnTo>
                    <a:pt x="5887" y="2856"/>
                  </a:lnTo>
                  <a:lnTo>
                    <a:pt x="5887" y="2856"/>
                  </a:lnTo>
                  <a:lnTo>
                    <a:pt x="5320" y="2594"/>
                  </a:lnTo>
                  <a:lnTo>
                    <a:pt x="4753" y="2289"/>
                  </a:lnTo>
                  <a:lnTo>
                    <a:pt x="4753" y="2289"/>
                  </a:lnTo>
                  <a:lnTo>
                    <a:pt x="4753" y="2289"/>
                  </a:lnTo>
                  <a:lnTo>
                    <a:pt x="4666" y="2071"/>
                  </a:lnTo>
                  <a:lnTo>
                    <a:pt x="4535" y="1853"/>
                  </a:lnTo>
                  <a:lnTo>
                    <a:pt x="4295" y="1483"/>
                  </a:lnTo>
                  <a:lnTo>
                    <a:pt x="4295" y="1483"/>
                  </a:lnTo>
                  <a:lnTo>
                    <a:pt x="3925" y="872"/>
                  </a:lnTo>
                  <a:lnTo>
                    <a:pt x="3532" y="284"/>
                  </a:lnTo>
                  <a:lnTo>
                    <a:pt x="3532" y="284"/>
                  </a:lnTo>
                  <a:lnTo>
                    <a:pt x="3467" y="175"/>
                  </a:lnTo>
                  <a:lnTo>
                    <a:pt x="3358" y="66"/>
                  </a:lnTo>
                  <a:lnTo>
                    <a:pt x="3358" y="66"/>
                  </a:lnTo>
                  <a:lnTo>
                    <a:pt x="3292" y="22"/>
                  </a:lnTo>
                  <a:lnTo>
                    <a:pt x="3227" y="0"/>
                  </a:lnTo>
                  <a:lnTo>
                    <a:pt x="3162" y="0"/>
                  </a:lnTo>
                  <a:lnTo>
                    <a:pt x="3096" y="0"/>
                  </a:lnTo>
                  <a:lnTo>
                    <a:pt x="3096" y="0"/>
                  </a:lnTo>
                  <a:lnTo>
                    <a:pt x="3031" y="44"/>
                  </a:lnTo>
                  <a:lnTo>
                    <a:pt x="3009" y="109"/>
                  </a:lnTo>
                  <a:lnTo>
                    <a:pt x="3009" y="109"/>
                  </a:lnTo>
                  <a:lnTo>
                    <a:pt x="2965" y="218"/>
                  </a:lnTo>
                  <a:lnTo>
                    <a:pt x="2965" y="327"/>
                  </a:lnTo>
                  <a:lnTo>
                    <a:pt x="2965" y="436"/>
                  </a:lnTo>
                  <a:lnTo>
                    <a:pt x="2965" y="567"/>
                  </a:lnTo>
                  <a:lnTo>
                    <a:pt x="2965" y="567"/>
                  </a:lnTo>
                  <a:lnTo>
                    <a:pt x="2987" y="632"/>
                  </a:lnTo>
                  <a:lnTo>
                    <a:pt x="2987" y="654"/>
                  </a:lnTo>
                  <a:lnTo>
                    <a:pt x="2965" y="698"/>
                  </a:lnTo>
                  <a:lnTo>
                    <a:pt x="2965" y="698"/>
                  </a:lnTo>
                  <a:lnTo>
                    <a:pt x="2922" y="698"/>
                  </a:lnTo>
                  <a:lnTo>
                    <a:pt x="2878" y="720"/>
                  </a:lnTo>
                  <a:lnTo>
                    <a:pt x="2747" y="676"/>
                  </a:lnTo>
                  <a:lnTo>
                    <a:pt x="2747" y="676"/>
                  </a:lnTo>
                  <a:lnTo>
                    <a:pt x="1962" y="414"/>
                  </a:lnTo>
                  <a:lnTo>
                    <a:pt x="1962" y="414"/>
                  </a:lnTo>
                  <a:lnTo>
                    <a:pt x="2006" y="523"/>
                  </a:lnTo>
                  <a:lnTo>
                    <a:pt x="2050" y="611"/>
                  </a:lnTo>
                  <a:lnTo>
                    <a:pt x="2137" y="698"/>
                  </a:lnTo>
                  <a:lnTo>
                    <a:pt x="2224" y="785"/>
                  </a:lnTo>
                  <a:lnTo>
                    <a:pt x="2224" y="785"/>
                  </a:lnTo>
                  <a:lnTo>
                    <a:pt x="2420" y="916"/>
                  </a:lnTo>
                  <a:lnTo>
                    <a:pt x="2464" y="981"/>
                  </a:lnTo>
                  <a:lnTo>
                    <a:pt x="2486" y="1025"/>
                  </a:lnTo>
                  <a:lnTo>
                    <a:pt x="2464" y="1068"/>
                  </a:lnTo>
                  <a:lnTo>
                    <a:pt x="2464" y="1068"/>
                  </a:lnTo>
                  <a:lnTo>
                    <a:pt x="2420" y="1090"/>
                  </a:lnTo>
                  <a:lnTo>
                    <a:pt x="2355" y="1112"/>
                  </a:lnTo>
                  <a:lnTo>
                    <a:pt x="1635" y="1221"/>
                  </a:lnTo>
                  <a:lnTo>
                    <a:pt x="1635" y="1221"/>
                  </a:lnTo>
                  <a:lnTo>
                    <a:pt x="1592" y="1243"/>
                  </a:lnTo>
                  <a:lnTo>
                    <a:pt x="1548" y="1265"/>
                  </a:lnTo>
                  <a:lnTo>
                    <a:pt x="1526" y="1308"/>
                  </a:lnTo>
                  <a:lnTo>
                    <a:pt x="1505" y="1352"/>
                  </a:lnTo>
                  <a:lnTo>
                    <a:pt x="1505" y="1395"/>
                  </a:lnTo>
                  <a:lnTo>
                    <a:pt x="1526" y="1461"/>
                  </a:lnTo>
                  <a:lnTo>
                    <a:pt x="1548" y="1504"/>
                  </a:lnTo>
                  <a:lnTo>
                    <a:pt x="1592" y="1548"/>
                  </a:lnTo>
                  <a:lnTo>
                    <a:pt x="1592" y="1548"/>
                  </a:lnTo>
                  <a:lnTo>
                    <a:pt x="1810" y="1679"/>
                  </a:lnTo>
                  <a:lnTo>
                    <a:pt x="2028" y="1810"/>
                  </a:lnTo>
                  <a:lnTo>
                    <a:pt x="2289" y="1897"/>
                  </a:lnTo>
                  <a:lnTo>
                    <a:pt x="2529" y="1984"/>
                  </a:lnTo>
                  <a:lnTo>
                    <a:pt x="2529" y="1984"/>
                  </a:lnTo>
                  <a:lnTo>
                    <a:pt x="3489" y="2289"/>
                  </a:lnTo>
                  <a:lnTo>
                    <a:pt x="3489" y="2289"/>
                  </a:lnTo>
                  <a:lnTo>
                    <a:pt x="3968" y="2442"/>
                  </a:lnTo>
                  <a:lnTo>
                    <a:pt x="4426" y="2551"/>
                  </a:lnTo>
                  <a:lnTo>
                    <a:pt x="4426" y="2551"/>
                  </a:lnTo>
                  <a:lnTo>
                    <a:pt x="4535" y="2551"/>
                  </a:lnTo>
                  <a:lnTo>
                    <a:pt x="4644" y="2529"/>
                  </a:lnTo>
                  <a:lnTo>
                    <a:pt x="4644" y="2529"/>
                  </a:lnTo>
                  <a:lnTo>
                    <a:pt x="5058" y="2747"/>
                  </a:lnTo>
                  <a:lnTo>
                    <a:pt x="5472" y="2943"/>
                  </a:lnTo>
                  <a:lnTo>
                    <a:pt x="5472" y="2943"/>
                  </a:lnTo>
                  <a:lnTo>
                    <a:pt x="4971" y="3030"/>
                  </a:lnTo>
                  <a:lnTo>
                    <a:pt x="4448" y="3074"/>
                  </a:lnTo>
                  <a:lnTo>
                    <a:pt x="3925" y="3096"/>
                  </a:lnTo>
                  <a:lnTo>
                    <a:pt x="3401" y="3074"/>
                  </a:lnTo>
                  <a:lnTo>
                    <a:pt x="3401" y="3074"/>
                  </a:lnTo>
                  <a:lnTo>
                    <a:pt x="3358" y="3030"/>
                  </a:lnTo>
                  <a:lnTo>
                    <a:pt x="3358" y="3030"/>
                  </a:lnTo>
                  <a:lnTo>
                    <a:pt x="3162" y="2921"/>
                  </a:lnTo>
                  <a:lnTo>
                    <a:pt x="2922" y="2812"/>
                  </a:lnTo>
                  <a:lnTo>
                    <a:pt x="2486" y="2660"/>
                  </a:lnTo>
                  <a:lnTo>
                    <a:pt x="2486" y="2660"/>
                  </a:lnTo>
                  <a:lnTo>
                    <a:pt x="1832" y="2398"/>
                  </a:lnTo>
                  <a:lnTo>
                    <a:pt x="1178" y="2158"/>
                  </a:lnTo>
                  <a:lnTo>
                    <a:pt x="1178" y="2158"/>
                  </a:lnTo>
                  <a:lnTo>
                    <a:pt x="1047" y="2115"/>
                  </a:lnTo>
                  <a:lnTo>
                    <a:pt x="916" y="2093"/>
                  </a:lnTo>
                  <a:lnTo>
                    <a:pt x="916" y="2093"/>
                  </a:lnTo>
                  <a:lnTo>
                    <a:pt x="829" y="2115"/>
                  </a:lnTo>
                  <a:lnTo>
                    <a:pt x="763" y="2137"/>
                  </a:lnTo>
                  <a:lnTo>
                    <a:pt x="698" y="2158"/>
                  </a:lnTo>
                  <a:lnTo>
                    <a:pt x="654" y="2202"/>
                  </a:lnTo>
                  <a:lnTo>
                    <a:pt x="654" y="2202"/>
                  </a:lnTo>
                  <a:lnTo>
                    <a:pt x="633" y="2289"/>
                  </a:lnTo>
                  <a:lnTo>
                    <a:pt x="654" y="2355"/>
                  </a:lnTo>
                  <a:lnTo>
                    <a:pt x="654" y="2355"/>
                  </a:lnTo>
                  <a:lnTo>
                    <a:pt x="676" y="2464"/>
                  </a:lnTo>
                  <a:lnTo>
                    <a:pt x="742" y="2551"/>
                  </a:lnTo>
                  <a:lnTo>
                    <a:pt x="807" y="2638"/>
                  </a:lnTo>
                  <a:lnTo>
                    <a:pt x="894" y="2725"/>
                  </a:lnTo>
                  <a:lnTo>
                    <a:pt x="894" y="2725"/>
                  </a:lnTo>
                  <a:lnTo>
                    <a:pt x="960" y="2769"/>
                  </a:lnTo>
                  <a:lnTo>
                    <a:pt x="960" y="2812"/>
                  </a:lnTo>
                  <a:lnTo>
                    <a:pt x="960" y="2834"/>
                  </a:lnTo>
                  <a:lnTo>
                    <a:pt x="960" y="2834"/>
                  </a:lnTo>
                  <a:lnTo>
                    <a:pt x="938" y="2878"/>
                  </a:lnTo>
                  <a:lnTo>
                    <a:pt x="894" y="2900"/>
                  </a:lnTo>
                  <a:lnTo>
                    <a:pt x="785" y="2943"/>
                  </a:lnTo>
                  <a:lnTo>
                    <a:pt x="785" y="2943"/>
                  </a:lnTo>
                  <a:lnTo>
                    <a:pt x="0" y="3227"/>
                  </a:lnTo>
                  <a:lnTo>
                    <a:pt x="0" y="3227"/>
                  </a:lnTo>
                  <a:lnTo>
                    <a:pt x="88" y="3292"/>
                  </a:lnTo>
                  <a:lnTo>
                    <a:pt x="197" y="3314"/>
                  </a:lnTo>
                  <a:lnTo>
                    <a:pt x="306" y="3357"/>
                  </a:lnTo>
                  <a:lnTo>
                    <a:pt x="436" y="3357"/>
                  </a:lnTo>
                  <a:lnTo>
                    <a:pt x="436" y="3357"/>
                  </a:lnTo>
                  <a:lnTo>
                    <a:pt x="676" y="3336"/>
                  </a:lnTo>
                  <a:lnTo>
                    <a:pt x="763" y="3379"/>
                  </a:lnTo>
                  <a:lnTo>
                    <a:pt x="785" y="3401"/>
                  </a:lnTo>
                  <a:lnTo>
                    <a:pt x="807" y="3423"/>
                  </a:lnTo>
                  <a:lnTo>
                    <a:pt x="807" y="3423"/>
                  </a:lnTo>
                  <a:lnTo>
                    <a:pt x="785" y="3488"/>
                  </a:lnTo>
                  <a:lnTo>
                    <a:pt x="742" y="3532"/>
                  </a:lnTo>
                  <a:lnTo>
                    <a:pt x="240" y="4055"/>
                  </a:lnTo>
                  <a:lnTo>
                    <a:pt x="240" y="4055"/>
                  </a:lnTo>
                  <a:lnTo>
                    <a:pt x="197" y="4099"/>
                  </a:lnTo>
                  <a:lnTo>
                    <a:pt x="197" y="4164"/>
                  </a:lnTo>
                  <a:lnTo>
                    <a:pt x="197" y="4208"/>
                  </a:lnTo>
                  <a:lnTo>
                    <a:pt x="197" y="4251"/>
                  </a:lnTo>
                  <a:lnTo>
                    <a:pt x="240" y="4295"/>
                  </a:lnTo>
                  <a:lnTo>
                    <a:pt x="284" y="4317"/>
                  </a:lnTo>
                  <a:lnTo>
                    <a:pt x="327" y="4338"/>
                  </a:lnTo>
                  <a:lnTo>
                    <a:pt x="393" y="4338"/>
                  </a:lnTo>
                  <a:lnTo>
                    <a:pt x="393" y="4338"/>
                  </a:lnTo>
                  <a:lnTo>
                    <a:pt x="654" y="4338"/>
                  </a:lnTo>
                  <a:lnTo>
                    <a:pt x="894" y="4273"/>
                  </a:lnTo>
                  <a:lnTo>
                    <a:pt x="1156" y="4208"/>
                  </a:lnTo>
                  <a:lnTo>
                    <a:pt x="1417" y="4120"/>
                  </a:lnTo>
                  <a:lnTo>
                    <a:pt x="1417" y="4120"/>
                  </a:lnTo>
                  <a:lnTo>
                    <a:pt x="2355" y="3793"/>
                  </a:lnTo>
                  <a:lnTo>
                    <a:pt x="2355" y="3793"/>
                  </a:lnTo>
                  <a:lnTo>
                    <a:pt x="2813" y="3619"/>
                  </a:lnTo>
                  <a:lnTo>
                    <a:pt x="3249" y="3423"/>
                  </a:lnTo>
                  <a:lnTo>
                    <a:pt x="3249" y="3423"/>
                  </a:lnTo>
                  <a:lnTo>
                    <a:pt x="3336" y="3379"/>
                  </a:lnTo>
                  <a:lnTo>
                    <a:pt x="3380" y="3336"/>
                  </a:lnTo>
                  <a:lnTo>
                    <a:pt x="3380" y="3336"/>
                  </a:lnTo>
                  <a:lnTo>
                    <a:pt x="3881" y="3357"/>
                  </a:lnTo>
                  <a:lnTo>
                    <a:pt x="4361" y="3357"/>
                  </a:lnTo>
                  <a:lnTo>
                    <a:pt x="4840" y="3314"/>
                  </a:lnTo>
                  <a:lnTo>
                    <a:pt x="5320" y="3248"/>
                  </a:lnTo>
                  <a:lnTo>
                    <a:pt x="5320" y="3248"/>
                  </a:lnTo>
                  <a:lnTo>
                    <a:pt x="5080" y="3532"/>
                  </a:lnTo>
                  <a:lnTo>
                    <a:pt x="4818" y="3793"/>
                  </a:lnTo>
                  <a:lnTo>
                    <a:pt x="4818" y="3793"/>
                  </a:lnTo>
                  <a:lnTo>
                    <a:pt x="4753" y="3793"/>
                  </a:lnTo>
                  <a:lnTo>
                    <a:pt x="4709" y="3793"/>
                  </a:lnTo>
                  <a:lnTo>
                    <a:pt x="4709" y="3793"/>
                  </a:lnTo>
                  <a:lnTo>
                    <a:pt x="4448" y="3815"/>
                  </a:lnTo>
                  <a:lnTo>
                    <a:pt x="4164" y="3902"/>
                  </a:lnTo>
                  <a:lnTo>
                    <a:pt x="3663" y="4055"/>
                  </a:lnTo>
                  <a:lnTo>
                    <a:pt x="3663" y="4055"/>
                  </a:lnTo>
                  <a:lnTo>
                    <a:pt x="2878" y="4273"/>
                  </a:lnTo>
                  <a:lnTo>
                    <a:pt x="2093" y="4535"/>
                  </a:lnTo>
                  <a:lnTo>
                    <a:pt x="2093" y="4535"/>
                  </a:lnTo>
                  <a:lnTo>
                    <a:pt x="1941" y="4578"/>
                  </a:lnTo>
                  <a:lnTo>
                    <a:pt x="1810" y="4665"/>
                  </a:lnTo>
                  <a:lnTo>
                    <a:pt x="1810" y="4665"/>
                  </a:lnTo>
                  <a:lnTo>
                    <a:pt x="1744" y="4731"/>
                  </a:lnTo>
                  <a:lnTo>
                    <a:pt x="1701" y="4796"/>
                  </a:lnTo>
                  <a:lnTo>
                    <a:pt x="1679" y="4883"/>
                  </a:lnTo>
                  <a:lnTo>
                    <a:pt x="1679" y="4949"/>
                  </a:lnTo>
                  <a:lnTo>
                    <a:pt x="1679" y="4949"/>
                  </a:lnTo>
                  <a:lnTo>
                    <a:pt x="1744" y="5036"/>
                  </a:lnTo>
                  <a:lnTo>
                    <a:pt x="1810" y="5080"/>
                  </a:lnTo>
                  <a:lnTo>
                    <a:pt x="1810" y="5080"/>
                  </a:lnTo>
                  <a:lnTo>
                    <a:pt x="1941" y="5145"/>
                  </a:lnTo>
                  <a:lnTo>
                    <a:pt x="2071" y="5211"/>
                  </a:lnTo>
                  <a:lnTo>
                    <a:pt x="2202" y="5232"/>
                  </a:lnTo>
                  <a:lnTo>
                    <a:pt x="2355" y="5254"/>
                  </a:lnTo>
                  <a:lnTo>
                    <a:pt x="2355" y="5254"/>
                  </a:lnTo>
                  <a:lnTo>
                    <a:pt x="2442" y="5254"/>
                  </a:lnTo>
                  <a:lnTo>
                    <a:pt x="2486" y="5276"/>
                  </a:lnTo>
                  <a:lnTo>
                    <a:pt x="2508" y="5298"/>
                  </a:lnTo>
                  <a:lnTo>
                    <a:pt x="2508" y="5298"/>
                  </a:lnTo>
                  <a:lnTo>
                    <a:pt x="2529" y="5363"/>
                  </a:lnTo>
                  <a:lnTo>
                    <a:pt x="2529" y="5407"/>
                  </a:lnTo>
                  <a:lnTo>
                    <a:pt x="2464" y="5538"/>
                  </a:lnTo>
                  <a:lnTo>
                    <a:pt x="2464" y="5538"/>
                  </a:lnTo>
                  <a:lnTo>
                    <a:pt x="2028" y="6344"/>
                  </a:lnTo>
                  <a:lnTo>
                    <a:pt x="2028" y="6344"/>
                  </a:lnTo>
                  <a:lnTo>
                    <a:pt x="2159" y="6344"/>
                  </a:lnTo>
                  <a:lnTo>
                    <a:pt x="2289" y="6301"/>
                  </a:lnTo>
                  <a:lnTo>
                    <a:pt x="2420" y="6235"/>
                  </a:lnTo>
                  <a:lnTo>
                    <a:pt x="2529" y="6148"/>
                  </a:lnTo>
                  <a:lnTo>
                    <a:pt x="2529" y="6148"/>
                  </a:lnTo>
                  <a:lnTo>
                    <a:pt x="2617" y="6061"/>
                  </a:lnTo>
                  <a:lnTo>
                    <a:pt x="2704" y="5995"/>
                  </a:lnTo>
                  <a:lnTo>
                    <a:pt x="2813" y="5952"/>
                  </a:lnTo>
                  <a:lnTo>
                    <a:pt x="2856" y="5952"/>
                  </a:lnTo>
                  <a:lnTo>
                    <a:pt x="2900" y="5974"/>
                  </a:lnTo>
                  <a:lnTo>
                    <a:pt x="2900" y="5974"/>
                  </a:lnTo>
                  <a:lnTo>
                    <a:pt x="2922" y="6039"/>
                  </a:lnTo>
                  <a:lnTo>
                    <a:pt x="2944" y="6126"/>
                  </a:lnTo>
                  <a:lnTo>
                    <a:pt x="2987" y="6955"/>
                  </a:lnTo>
                  <a:lnTo>
                    <a:pt x="2987" y="6955"/>
                  </a:lnTo>
                  <a:lnTo>
                    <a:pt x="2987" y="7020"/>
                  </a:lnTo>
                  <a:lnTo>
                    <a:pt x="3031" y="7085"/>
                  </a:lnTo>
                  <a:lnTo>
                    <a:pt x="3053" y="7129"/>
                  </a:lnTo>
                  <a:lnTo>
                    <a:pt x="3118" y="7151"/>
                  </a:lnTo>
                  <a:lnTo>
                    <a:pt x="3183" y="7173"/>
                  </a:lnTo>
                  <a:lnTo>
                    <a:pt x="3227" y="7173"/>
                  </a:lnTo>
                  <a:lnTo>
                    <a:pt x="3292" y="7151"/>
                  </a:lnTo>
                  <a:lnTo>
                    <a:pt x="3358" y="7107"/>
                  </a:lnTo>
                  <a:lnTo>
                    <a:pt x="3358" y="7107"/>
                  </a:lnTo>
                  <a:lnTo>
                    <a:pt x="3467" y="7020"/>
                  </a:lnTo>
                  <a:lnTo>
                    <a:pt x="3554" y="6933"/>
                  </a:lnTo>
                  <a:lnTo>
                    <a:pt x="3750" y="6693"/>
                  </a:lnTo>
                  <a:lnTo>
                    <a:pt x="3903" y="6453"/>
                  </a:lnTo>
                  <a:lnTo>
                    <a:pt x="4034" y="6192"/>
                  </a:lnTo>
                  <a:lnTo>
                    <a:pt x="4034" y="6192"/>
                  </a:lnTo>
                  <a:lnTo>
                    <a:pt x="4535" y="5189"/>
                  </a:lnTo>
                  <a:lnTo>
                    <a:pt x="4535" y="5189"/>
                  </a:lnTo>
                  <a:lnTo>
                    <a:pt x="4775" y="4709"/>
                  </a:lnTo>
                  <a:lnTo>
                    <a:pt x="4993" y="4229"/>
                  </a:lnTo>
                  <a:lnTo>
                    <a:pt x="4993" y="4229"/>
                  </a:lnTo>
                  <a:lnTo>
                    <a:pt x="5015" y="4099"/>
                  </a:lnTo>
                  <a:lnTo>
                    <a:pt x="4993" y="3990"/>
                  </a:lnTo>
                  <a:lnTo>
                    <a:pt x="4993" y="3990"/>
                  </a:lnTo>
                  <a:lnTo>
                    <a:pt x="5189" y="3793"/>
                  </a:lnTo>
                  <a:lnTo>
                    <a:pt x="5363" y="3597"/>
                  </a:lnTo>
                  <a:lnTo>
                    <a:pt x="5538" y="3401"/>
                  </a:lnTo>
                  <a:lnTo>
                    <a:pt x="5690" y="3183"/>
                  </a:lnTo>
                  <a:lnTo>
                    <a:pt x="5690" y="3183"/>
                  </a:lnTo>
                  <a:lnTo>
                    <a:pt x="6126" y="3074"/>
                  </a:lnTo>
                  <a:lnTo>
                    <a:pt x="6541" y="2943"/>
                  </a:lnTo>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3" name="Google Shape;11483;p80"/>
            <p:cNvSpPr/>
            <p:nvPr/>
          </p:nvSpPr>
          <p:spPr>
            <a:xfrm rot="-947327">
              <a:off x="5636704" y="3799555"/>
              <a:ext cx="136829" cy="154805"/>
            </a:xfrm>
            <a:custGeom>
              <a:rect b="b" l="l" r="r" t="t"/>
              <a:pathLst>
                <a:path extrusionOk="0" h="6192" w="5473">
                  <a:moveTo>
                    <a:pt x="1156" y="0"/>
                  </a:moveTo>
                  <a:lnTo>
                    <a:pt x="1091" y="22"/>
                  </a:lnTo>
                  <a:lnTo>
                    <a:pt x="1025" y="44"/>
                  </a:lnTo>
                  <a:lnTo>
                    <a:pt x="982" y="87"/>
                  </a:lnTo>
                  <a:lnTo>
                    <a:pt x="938" y="153"/>
                  </a:lnTo>
                  <a:lnTo>
                    <a:pt x="960" y="218"/>
                  </a:lnTo>
                  <a:lnTo>
                    <a:pt x="982" y="327"/>
                  </a:lnTo>
                  <a:lnTo>
                    <a:pt x="1025" y="436"/>
                  </a:lnTo>
                  <a:lnTo>
                    <a:pt x="1091" y="523"/>
                  </a:lnTo>
                  <a:lnTo>
                    <a:pt x="1156" y="611"/>
                  </a:lnTo>
                  <a:lnTo>
                    <a:pt x="1222" y="676"/>
                  </a:lnTo>
                  <a:lnTo>
                    <a:pt x="1222" y="698"/>
                  </a:lnTo>
                  <a:lnTo>
                    <a:pt x="1222" y="741"/>
                  </a:lnTo>
                  <a:lnTo>
                    <a:pt x="1200" y="763"/>
                  </a:lnTo>
                  <a:lnTo>
                    <a:pt x="1156" y="807"/>
                  </a:lnTo>
                  <a:lnTo>
                    <a:pt x="1047" y="829"/>
                  </a:lnTo>
                  <a:lnTo>
                    <a:pt x="219" y="1025"/>
                  </a:lnTo>
                  <a:lnTo>
                    <a:pt x="306" y="1090"/>
                  </a:lnTo>
                  <a:lnTo>
                    <a:pt x="415" y="1134"/>
                  </a:lnTo>
                  <a:lnTo>
                    <a:pt x="524" y="1177"/>
                  </a:lnTo>
                  <a:lnTo>
                    <a:pt x="655" y="1199"/>
                  </a:lnTo>
                  <a:lnTo>
                    <a:pt x="873" y="1221"/>
                  </a:lnTo>
                  <a:lnTo>
                    <a:pt x="960" y="1243"/>
                  </a:lnTo>
                  <a:lnTo>
                    <a:pt x="982" y="1265"/>
                  </a:lnTo>
                  <a:lnTo>
                    <a:pt x="982" y="1308"/>
                  </a:lnTo>
                  <a:lnTo>
                    <a:pt x="960" y="1352"/>
                  </a:lnTo>
                  <a:lnTo>
                    <a:pt x="916" y="1417"/>
                  </a:lnTo>
                  <a:lnTo>
                    <a:pt x="371" y="1875"/>
                  </a:lnTo>
                  <a:lnTo>
                    <a:pt x="328" y="1919"/>
                  </a:lnTo>
                  <a:lnTo>
                    <a:pt x="306" y="1962"/>
                  </a:lnTo>
                  <a:lnTo>
                    <a:pt x="306" y="2006"/>
                  </a:lnTo>
                  <a:lnTo>
                    <a:pt x="306" y="2071"/>
                  </a:lnTo>
                  <a:lnTo>
                    <a:pt x="350" y="2093"/>
                  </a:lnTo>
                  <a:lnTo>
                    <a:pt x="371" y="2137"/>
                  </a:lnTo>
                  <a:lnTo>
                    <a:pt x="437" y="2158"/>
                  </a:lnTo>
                  <a:lnTo>
                    <a:pt x="502" y="2180"/>
                  </a:lnTo>
                  <a:lnTo>
                    <a:pt x="742" y="2180"/>
                  </a:lnTo>
                  <a:lnTo>
                    <a:pt x="1004" y="2158"/>
                  </a:lnTo>
                  <a:lnTo>
                    <a:pt x="1265" y="2115"/>
                  </a:lnTo>
                  <a:lnTo>
                    <a:pt x="1527" y="2071"/>
                  </a:lnTo>
                  <a:lnTo>
                    <a:pt x="2508" y="1831"/>
                  </a:lnTo>
                  <a:lnTo>
                    <a:pt x="2987" y="1701"/>
                  </a:lnTo>
                  <a:lnTo>
                    <a:pt x="3445" y="1570"/>
                  </a:lnTo>
                  <a:lnTo>
                    <a:pt x="3532" y="1504"/>
                  </a:lnTo>
                  <a:lnTo>
                    <a:pt x="3598" y="1439"/>
                  </a:lnTo>
                  <a:lnTo>
                    <a:pt x="4078" y="1417"/>
                  </a:lnTo>
                  <a:lnTo>
                    <a:pt x="4557" y="1352"/>
                  </a:lnTo>
                  <a:lnTo>
                    <a:pt x="4143" y="1701"/>
                  </a:lnTo>
                  <a:lnTo>
                    <a:pt x="3729" y="2006"/>
                  </a:lnTo>
                  <a:lnTo>
                    <a:pt x="3293" y="2289"/>
                  </a:lnTo>
                  <a:lnTo>
                    <a:pt x="2835" y="2551"/>
                  </a:lnTo>
                  <a:lnTo>
                    <a:pt x="2769" y="2529"/>
                  </a:lnTo>
                  <a:lnTo>
                    <a:pt x="2530" y="2529"/>
                  </a:lnTo>
                  <a:lnTo>
                    <a:pt x="2290" y="2573"/>
                  </a:lnTo>
                  <a:lnTo>
                    <a:pt x="1854" y="2660"/>
                  </a:lnTo>
                  <a:lnTo>
                    <a:pt x="1156" y="2791"/>
                  </a:lnTo>
                  <a:lnTo>
                    <a:pt x="459" y="2921"/>
                  </a:lnTo>
                  <a:lnTo>
                    <a:pt x="328" y="2943"/>
                  </a:lnTo>
                  <a:lnTo>
                    <a:pt x="197" y="3009"/>
                  </a:lnTo>
                  <a:lnTo>
                    <a:pt x="132" y="3052"/>
                  </a:lnTo>
                  <a:lnTo>
                    <a:pt x="88" y="3118"/>
                  </a:lnTo>
                  <a:lnTo>
                    <a:pt x="44" y="3183"/>
                  </a:lnTo>
                  <a:lnTo>
                    <a:pt x="44" y="3227"/>
                  </a:lnTo>
                  <a:lnTo>
                    <a:pt x="66" y="3314"/>
                  </a:lnTo>
                  <a:lnTo>
                    <a:pt x="110" y="3357"/>
                  </a:lnTo>
                  <a:lnTo>
                    <a:pt x="197" y="3423"/>
                  </a:lnTo>
                  <a:lnTo>
                    <a:pt x="284" y="3488"/>
                  </a:lnTo>
                  <a:lnTo>
                    <a:pt x="393" y="3510"/>
                  </a:lnTo>
                  <a:lnTo>
                    <a:pt x="502" y="3554"/>
                  </a:lnTo>
                  <a:lnTo>
                    <a:pt x="589" y="3554"/>
                  </a:lnTo>
                  <a:lnTo>
                    <a:pt x="611" y="3575"/>
                  </a:lnTo>
                  <a:lnTo>
                    <a:pt x="633" y="3597"/>
                  </a:lnTo>
                  <a:lnTo>
                    <a:pt x="633" y="3641"/>
                  </a:lnTo>
                  <a:lnTo>
                    <a:pt x="611" y="3706"/>
                  </a:lnTo>
                  <a:lnTo>
                    <a:pt x="546" y="3794"/>
                  </a:lnTo>
                  <a:lnTo>
                    <a:pt x="1" y="4426"/>
                  </a:lnTo>
                  <a:lnTo>
                    <a:pt x="110" y="4448"/>
                  </a:lnTo>
                  <a:lnTo>
                    <a:pt x="219" y="4426"/>
                  </a:lnTo>
                  <a:lnTo>
                    <a:pt x="328" y="4382"/>
                  </a:lnTo>
                  <a:lnTo>
                    <a:pt x="437" y="4317"/>
                  </a:lnTo>
                  <a:lnTo>
                    <a:pt x="633" y="4186"/>
                  </a:lnTo>
                  <a:lnTo>
                    <a:pt x="720" y="4164"/>
                  </a:lnTo>
                  <a:lnTo>
                    <a:pt x="764" y="4186"/>
                  </a:lnTo>
                  <a:lnTo>
                    <a:pt x="786" y="4208"/>
                  </a:lnTo>
                  <a:lnTo>
                    <a:pt x="807" y="4251"/>
                  </a:lnTo>
                  <a:lnTo>
                    <a:pt x="786" y="4317"/>
                  </a:lnTo>
                  <a:lnTo>
                    <a:pt x="655" y="5036"/>
                  </a:lnTo>
                  <a:lnTo>
                    <a:pt x="633" y="5080"/>
                  </a:lnTo>
                  <a:lnTo>
                    <a:pt x="655" y="5145"/>
                  </a:lnTo>
                  <a:lnTo>
                    <a:pt x="677" y="5189"/>
                  </a:lnTo>
                  <a:lnTo>
                    <a:pt x="720" y="5211"/>
                  </a:lnTo>
                  <a:lnTo>
                    <a:pt x="764" y="5232"/>
                  </a:lnTo>
                  <a:lnTo>
                    <a:pt x="807" y="5232"/>
                  </a:lnTo>
                  <a:lnTo>
                    <a:pt x="873" y="5211"/>
                  </a:lnTo>
                  <a:lnTo>
                    <a:pt x="916" y="5189"/>
                  </a:lnTo>
                  <a:lnTo>
                    <a:pt x="1134" y="5058"/>
                  </a:lnTo>
                  <a:lnTo>
                    <a:pt x="1331" y="4884"/>
                  </a:lnTo>
                  <a:lnTo>
                    <a:pt x="1505" y="4687"/>
                  </a:lnTo>
                  <a:lnTo>
                    <a:pt x="1679" y="4469"/>
                  </a:lnTo>
                  <a:lnTo>
                    <a:pt x="2312" y="3685"/>
                  </a:lnTo>
                  <a:lnTo>
                    <a:pt x="2617" y="3314"/>
                  </a:lnTo>
                  <a:lnTo>
                    <a:pt x="2900" y="2921"/>
                  </a:lnTo>
                  <a:lnTo>
                    <a:pt x="2944" y="2856"/>
                  </a:lnTo>
                  <a:lnTo>
                    <a:pt x="2966" y="2769"/>
                  </a:lnTo>
                  <a:lnTo>
                    <a:pt x="3380" y="2551"/>
                  </a:lnTo>
                  <a:lnTo>
                    <a:pt x="3794" y="2289"/>
                  </a:lnTo>
                  <a:lnTo>
                    <a:pt x="4187" y="2006"/>
                  </a:lnTo>
                  <a:lnTo>
                    <a:pt x="4557" y="1701"/>
                  </a:lnTo>
                  <a:lnTo>
                    <a:pt x="4514" y="2071"/>
                  </a:lnTo>
                  <a:lnTo>
                    <a:pt x="4426" y="2442"/>
                  </a:lnTo>
                  <a:lnTo>
                    <a:pt x="4361" y="2442"/>
                  </a:lnTo>
                  <a:lnTo>
                    <a:pt x="4317" y="2464"/>
                  </a:lnTo>
                  <a:lnTo>
                    <a:pt x="4121" y="2638"/>
                  </a:lnTo>
                  <a:lnTo>
                    <a:pt x="3925" y="2856"/>
                  </a:lnTo>
                  <a:lnTo>
                    <a:pt x="3576" y="3248"/>
                  </a:lnTo>
                  <a:lnTo>
                    <a:pt x="3009" y="3859"/>
                  </a:lnTo>
                  <a:lnTo>
                    <a:pt x="2464" y="4469"/>
                  </a:lnTo>
                  <a:lnTo>
                    <a:pt x="2377" y="4600"/>
                  </a:lnTo>
                  <a:lnTo>
                    <a:pt x="2290" y="4731"/>
                  </a:lnTo>
                  <a:lnTo>
                    <a:pt x="2268" y="4818"/>
                  </a:lnTo>
                  <a:lnTo>
                    <a:pt x="2290" y="4905"/>
                  </a:lnTo>
                  <a:lnTo>
                    <a:pt x="2290" y="4971"/>
                  </a:lnTo>
                  <a:lnTo>
                    <a:pt x="2333" y="5036"/>
                  </a:lnTo>
                  <a:lnTo>
                    <a:pt x="2421" y="5080"/>
                  </a:lnTo>
                  <a:lnTo>
                    <a:pt x="2508" y="5102"/>
                  </a:lnTo>
                  <a:lnTo>
                    <a:pt x="2660" y="5080"/>
                  </a:lnTo>
                  <a:lnTo>
                    <a:pt x="2791" y="5058"/>
                  </a:lnTo>
                  <a:lnTo>
                    <a:pt x="2944" y="5014"/>
                  </a:lnTo>
                  <a:lnTo>
                    <a:pt x="3075" y="4949"/>
                  </a:lnTo>
                  <a:lnTo>
                    <a:pt x="3140" y="4905"/>
                  </a:lnTo>
                  <a:lnTo>
                    <a:pt x="3227" y="4905"/>
                  </a:lnTo>
                  <a:lnTo>
                    <a:pt x="3271" y="4949"/>
                  </a:lnTo>
                  <a:lnTo>
                    <a:pt x="3293" y="5014"/>
                  </a:lnTo>
                  <a:lnTo>
                    <a:pt x="3314" y="5145"/>
                  </a:lnTo>
                  <a:lnTo>
                    <a:pt x="3358" y="6061"/>
                  </a:lnTo>
                  <a:lnTo>
                    <a:pt x="3467" y="5974"/>
                  </a:lnTo>
                  <a:lnTo>
                    <a:pt x="3554" y="5886"/>
                  </a:lnTo>
                  <a:lnTo>
                    <a:pt x="3641" y="5777"/>
                  </a:lnTo>
                  <a:lnTo>
                    <a:pt x="3685" y="5647"/>
                  </a:lnTo>
                  <a:lnTo>
                    <a:pt x="3707" y="5516"/>
                  </a:lnTo>
                  <a:lnTo>
                    <a:pt x="3750" y="5407"/>
                  </a:lnTo>
                  <a:lnTo>
                    <a:pt x="3816" y="5320"/>
                  </a:lnTo>
                  <a:lnTo>
                    <a:pt x="3859" y="5298"/>
                  </a:lnTo>
                  <a:lnTo>
                    <a:pt x="3903" y="5298"/>
                  </a:lnTo>
                  <a:lnTo>
                    <a:pt x="3968" y="5320"/>
                  </a:lnTo>
                  <a:lnTo>
                    <a:pt x="4012" y="5407"/>
                  </a:lnTo>
                  <a:lnTo>
                    <a:pt x="4492" y="6083"/>
                  </a:lnTo>
                  <a:lnTo>
                    <a:pt x="4535" y="6148"/>
                  </a:lnTo>
                  <a:lnTo>
                    <a:pt x="4601" y="6170"/>
                  </a:lnTo>
                  <a:lnTo>
                    <a:pt x="4644" y="6192"/>
                  </a:lnTo>
                  <a:lnTo>
                    <a:pt x="4710" y="6192"/>
                  </a:lnTo>
                  <a:lnTo>
                    <a:pt x="4775" y="6170"/>
                  </a:lnTo>
                  <a:lnTo>
                    <a:pt x="4819" y="6126"/>
                  </a:lnTo>
                  <a:lnTo>
                    <a:pt x="4862" y="6083"/>
                  </a:lnTo>
                  <a:lnTo>
                    <a:pt x="4906" y="6017"/>
                  </a:lnTo>
                  <a:lnTo>
                    <a:pt x="4950" y="5886"/>
                  </a:lnTo>
                  <a:lnTo>
                    <a:pt x="4971" y="5756"/>
                  </a:lnTo>
                  <a:lnTo>
                    <a:pt x="5015" y="5472"/>
                  </a:lnTo>
                  <a:lnTo>
                    <a:pt x="5015" y="5167"/>
                  </a:lnTo>
                  <a:lnTo>
                    <a:pt x="4993" y="4884"/>
                  </a:lnTo>
                  <a:lnTo>
                    <a:pt x="4906" y="3772"/>
                  </a:lnTo>
                  <a:lnTo>
                    <a:pt x="4862" y="3227"/>
                  </a:lnTo>
                  <a:lnTo>
                    <a:pt x="4797" y="2703"/>
                  </a:lnTo>
                  <a:lnTo>
                    <a:pt x="4753" y="2594"/>
                  </a:lnTo>
                  <a:lnTo>
                    <a:pt x="4666" y="2507"/>
                  </a:lnTo>
                  <a:lnTo>
                    <a:pt x="4732" y="2246"/>
                  </a:lnTo>
                  <a:lnTo>
                    <a:pt x="4797" y="1984"/>
                  </a:lnTo>
                  <a:lnTo>
                    <a:pt x="4819" y="1722"/>
                  </a:lnTo>
                  <a:lnTo>
                    <a:pt x="4841" y="1439"/>
                  </a:lnTo>
                  <a:lnTo>
                    <a:pt x="5146" y="1134"/>
                  </a:lnTo>
                  <a:lnTo>
                    <a:pt x="5451" y="807"/>
                  </a:lnTo>
                  <a:lnTo>
                    <a:pt x="5473" y="741"/>
                  </a:lnTo>
                  <a:lnTo>
                    <a:pt x="5473" y="698"/>
                  </a:lnTo>
                  <a:lnTo>
                    <a:pt x="5473" y="654"/>
                  </a:lnTo>
                  <a:lnTo>
                    <a:pt x="5429" y="611"/>
                  </a:lnTo>
                  <a:lnTo>
                    <a:pt x="5386" y="589"/>
                  </a:lnTo>
                  <a:lnTo>
                    <a:pt x="5277" y="589"/>
                  </a:lnTo>
                  <a:lnTo>
                    <a:pt x="5255" y="632"/>
                  </a:lnTo>
                  <a:lnTo>
                    <a:pt x="5059" y="850"/>
                  </a:lnTo>
                  <a:lnTo>
                    <a:pt x="4841" y="1068"/>
                  </a:lnTo>
                  <a:lnTo>
                    <a:pt x="4208" y="1134"/>
                  </a:lnTo>
                  <a:lnTo>
                    <a:pt x="3576" y="1177"/>
                  </a:lnTo>
                  <a:lnTo>
                    <a:pt x="3380" y="1047"/>
                  </a:lnTo>
                  <a:lnTo>
                    <a:pt x="3162" y="916"/>
                  </a:lnTo>
                  <a:lnTo>
                    <a:pt x="2769" y="720"/>
                  </a:lnTo>
                  <a:lnTo>
                    <a:pt x="2137" y="393"/>
                  </a:lnTo>
                  <a:lnTo>
                    <a:pt x="1505" y="87"/>
                  </a:lnTo>
                  <a:lnTo>
                    <a:pt x="1374" y="22"/>
                  </a:lnTo>
                  <a:lnTo>
                    <a:pt x="1243"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4" name="Google Shape;11484;p80"/>
            <p:cNvSpPr/>
            <p:nvPr/>
          </p:nvSpPr>
          <p:spPr>
            <a:xfrm rot="-947327">
              <a:off x="5636704" y="3799555"/>
              <a:ext cx="136829" cy="154805"/>
            </a:xfrm>
            <a:custGeom>
              <a:rect b="b" l="l" r="r" t="t"/>
              <a:pathLst>
                <a:path extrusionOk="0" fill="none" h="6192" w="5473">
                  <a:moveTo>
                    <a:pt x="5451" y="807"/>
                  </a:moveTo>
                  <a:lnTo>
                    <a:pt x="5451" y="807"/>
                  </a:lnTo>
                  <a:lnTo>
                    <a:pt x="5473" y="741"/>
                  </a:lnTo>
                  <a:lnTo>
                    <a:pt x="5473" y="698"/>
                  </a:lnTo>
                  <a:lnTo>
                    <a:pt x="5473" y="654"/>
                  </a:lnTo>
                  <a:lnTo>
                    <a:pt x="5429" y="611"/>
                  </a:lnTo>
                  <a:lnTo>
                    <a:pt x="5429" y="611"/>
                  </a:lnTo>
                  <a:lnTo>
                    <a:pt x="5386" y="589"/>
                  </a:lnTo>
                  <a:lnTo>
                    <a:pt x="5342" y="589"/>
                  </a:lnTo>
                  <a:lnTo>
                    <a:pt x="5277" y="589"/>
                  </a:lnTo>
                  <a:lnTo>
                    <a:pt x="5255" y="632"/>
                  </a:lnTo>
                  <a:lnTo>
                    <a:pt x="5255" y="632"/>
                  </a:lnTo>
                  <a:lnTo>
                    <a:pt x="5059" y="850"/>
                  </a:lnTo>
                  <a:lnTo>
                    <a:pt x="4841" y="1068"/>
                  </a:lnTo>
                  <a:lnTo>
                    <a:pt x="4841" y="1068"/>
                  </a:lnTo>
                  <a:lnTo>
                    <a:pt x="4208" y="1134"/>
                  </a:lnTo>
                  <a:lnTo>
                    <a:pt x="3576" y="1177"/>
                  </a:lnTo>
                  <a:lnTo>
                    <a:pt x="3576" y="1177"/>
                  </a:lnTo>
                  <a:lnTo>
                    <a:pt x="3576" y="1177"/>
                  </a:lnTo>
                  <a:lnTo>
                    <a:pt x="3380" y="1047"/>
                  </a:lnTo>
                  <a:lnTo>
                    <a:pt x="3162" y="916"/>
                  </a:lnTo>
                  <a:lnTo>
                    <a:pt x="2769" y="720"/>
                  </a:lnTo>
                  <a:lnTo>
                    <a:pt x="2769" y="720"/>
                  </a:lnTo>
                  <a:lnTo>
                    <a:pt x="2137" y="393"/>
                  </a:lnTo>
                  <a:lnTo>
                    <a:pt x="1505" y="87"/>
                  </a:lnTo>
                  <a:lnTo>
                    <a:pt x="1505" y="87"/>
                  </a:lnTo>
                  <a:lnTo>
                    <a:pt x="1374" y="22"/>
                  </a:lnTo>
                  <a:lnTo>
                    <a:pt x="1243" y="0"/>
                  </a:lnTo>
                  <a:lnTo>
                    <a:pt x="1243" y="0"/>
                  </a:lnTo>
                  <a:lnTo>
                    <a:pt x="1156" y="0"/>
                  </a:lnTo>
                  <a:lnTo>
                    <a:pt x="1091" y="22"/>
                  </a:lnTo>
                  <a:lnTo>
                    <a:pt x="1025" y="44"/>
                  </a:lnTo>
                  <a:lnTo>
                    <a:pt x="982" y="87"/>
                  </a:lnTo>
                  <a:lnTo>
                    <a:pt x="982" y="87"/>
                  </a:lnTo>
                  <a:lnTo>
                    <a:pt x="938" y="153"/>
                  </a:lnTo>
                  <a:lnTo>
                    <a:pt x="960" y="218"/>
                  </a:lnTo>
                  <a:lnTo>
                    <a:pt x="960" y="218"/>
                  </a:lnTo>
                  <a:lnTo>
                    <a:pt x="982" y="327"/>
                  </a:lnTo>
                  <a:lnTo>
                    <a:pt x="1025" y="436"/>
                  </a:lnTo>
                  <a:lnTo>
                    <a:pt x="1091" y="523"/>
                  </a:lnTo>
                  <a:lnTo>
                    <a:pt x="1156" y="611"/>
                  </a:lnTo>
                  <a:lnTo>
                    <a:pt x="1156" y="611"/>
                  </a:lnTo>
                  <a:lnTo>
                    <a:pt x="1222" y="676"/>
                  </a:lnTo>
                  <a:lnTo>
                    <a:pt x="1222" y="698"/>
                  </a:lnTo>
                  <a:lnTo>
                    <a:pt x="1222" y="741"/>
                  </a:lnTo>
                  <a:lnTo>
                    <a:pt x="1222" y="741"/>
                  </a:lnTo>
                  <a:lnTo>
                    <a:pt x="1200" y="763"/>
                  </a:lnTo>
                  <a:lnTo>
                    <a:pt x="1156" y="807"/>
                  </a:lnTo>
                  <a:lnTo>
                    <a:pt x="1047" y="829"/>
                  </a:lnTo>
                  <a:lnTo>
                    <a:pt x="1047" y="829"/>
                  </a:lnTo>
                  <a:lnTo>
                    <a:pt x="219" y="1025"/>
                  </a:lnTo>
                  <a:lnTo>
                    <a:pt x="219" y="1025"/>
                  </a:lnTo>
                  <a:lnTo>
                    <a:pt x="306" y="1090"/>
                  </a:lnTo>
                  <a:lnTo>
                    <a:pt x="415" y="1134"/>
                  </a:lnTo>
                  <a:lnTo>
                    <a:pt x="524" y="1177"/>
                  </a:lnTo>
                  <a:lnTo>
                    <a:pt x="655" y="1199"/>
                  </a:lnTo>
                  <a:lnTo>
                    <a:pt x="655" y="1199"/>
                  </a:lnTo>
                  <a:lnTo>
                    <a:pt x="873" y="1221"/>
                  </a:lnTo>
                  <a:lnTo>
                    <a:pt x="960" y="1243"/>
                  </a:lnTo>
                  <a:lnTo>
                    <a:pt x="982" y="1265"/>
                  </a:lnTo>
                  <a:lnTo>
                    <a:pt x="982" y="1308"/>
                  </a:lnTo>
                  <a:lnTo>
                    <a:pt x="982" y="1308"/>
                  </a:lnTo>
                  <a:lnTo>
                    <a:pt x="960" y="1352"/>
                  </a:lnTo>
                  <a:lnTo>
                    <a:pt x="916" y="1417"/>
                  </a:lnTo>
                  <a:lnTo>
                    <a:pt x="371" y="1875"/>
                  </a:lnTo>
                  <a:lnTo>
                    <a:pt x="371" y="1875"/>
                  </a:lnTo>
                  <a:lnTo>
                    <a:pt x="328" y="1919"/>
                  </a:lnTo>
                  <a:lnTo>
                    <a:pt x="306" y="1962"/>
                  </a:lnTo>
                  <a:lnTo>
                    <a:pt x="306" y="2006"/>
                  </a:lnTo>
                  <a:lnTo>
                    <a:pt x="306" y="2071"/>
                  </a:lnTo>
                  <a:lnTo>
                    <a:pt x="350" y="2093"/>
                  </a:lnTo>
                  <a:lnTo>
                    <a:pt x="371" y="2137"/>
                  </a:lnTo>
                  <a:lnTo>
                    <a:pt x="437" y="2158"/>
                  </a:lnTo>
                  <a:lnTo>
                    <a:pt x="502" y="2180"/>
                  </a:lnTo>
                  <a:lnTo>
                    <a:pt x="502" y="2180"/>
                  </a:lnTo>
                  <a:lnTo>
                    <a:pt x="742" y="2180"/>
                  </a:lnTo>
                  <a:lnTo>
                    <a:pt x="1004" y="2158"/>
                  </a:lnTo>
                  <a:lnTo>
                    <a:pt x="1265" y="2115"/>
                  </a:lnTo>
                  <a:lnTo>
                    <a:pt x="1527" y="2071"/>
                  </a:lnTo>
                  <a:lnTo>
                    <a:pt x="1527" y="2071"/>
                  </a:lnTo>
                  <a:lnTo>
                    <a:pt x="2508" y="1831"/>
                  </a:lnTo>
                  <a:lnTo>
                    <a:pt x="2508" y="1831"/>
                  </a:lnTo>
                  <a:lnTo>
                    <a:pt x="2987" y="1701"/>
                  </a:lnTo>
                  <a:lnTo>
                    <a:pt x="3445" y="1570"/>
                  </a:lnTo>
                  <a:lnTo>
                    <a:pt x="3445" y="1570"/>
                  </a:lnTo>
                  <a:lnTo>
                    <a:pt x="3532" y="1504"/>
                  </a:lnTo>
                  <a:lnTo>
                    <a:pt x="3598" y="1439"/>
                  </a:lnTo>
                  <a:lnTo>
                    <a:pt x="3598" y="1439"/>
                  </a:lnTo>
                  <a:lnTo>
                    <a:pt x="4078" y="1417"/>
                  </a:lnTo>
                  <a:lnTo>
                    <a:pt x="4557" y="1352"/>
                  </a:lnTo>
                  <a:lnTo>
                    <a:pt x="4557" y="1352"/>
                  </a:lnTo>
                  <a:lnTo>
                    <a:pt x="4143" y="1701"/>
                  </a:lnTo>
                  <a:lnTo>
                    <a:pt x="3729" y="2006"/>
                  </a:lnTo>
                  <a:lnTo>
                    <a:pt x="3293" y="2289"/>
                  </a:lnTo>
                  <a:lnTo>
                    <a:pt x="2835" y="2551"/>
                  </a:lnTo>
                  <a:lnTo>
                    <a:pt x="2835" y="2551"/>
                  </a:lnTo>
                  <a:lnTo>
                    <a:pt x="2769" y="2529"/>
                  </a:lnTo>
                  <a:lnTo>
                    <a:pt x="2769" y="2529"/>
                  </a:lnTo>
                  <a:lnTo>
                    <a:pt x="2530" y="2529"/>
                  </a:lnTo>
                  <a:lnTo>
                    <a:pt x="2290" y="2573"/>
                  </a:lnTo>
                  <a:lnTo>
                    <a:pt x="1854" y="2660"/>
                  </a:lnTo>
                  <a:lnTo>
                    <a:pt x="1854" y="2660"/>
                  </a:lnTo>
                  <a:lnTo>
                    <a:pt x="1156" y="2791"/>
                  </a:lnTo>
                  <a:lnTo>
                    <a:pt x="459" y="2921"/>
                  </a:lnTo>
                  <a:lnTo>
                    <a:pt x="459" y="2921"/>
                  </a:lnTo>
                  <a:lnTo>
                    <a:pt x="328" y="2943"/>
                  </a:lnTo>
                  <a:lnTo>
                    <a:pt x="197" y="3009"/>
                  </a:lnTo>
                  <a:lnTo>
                    <a:pt x="197" y="3009"/>
                  </a:lnTo>
                  <a:lnTo>
                    <a:pt x="132" y="3052"/>
                  </a:lnTo>
                  <a:lnTo>
                    <a:pt x="88" y="3118"/>
                  </a:lnTo>
                  <a:lnTo>
                    <a:pt x="44" y="3183"/>
                  </a:lnTo>
                  <a:lnTo>
                    <a:pt x="44" y="3227"/>
                  </a:lnTo>
                  <a:lnTo>
                    <a:pt x="44" y="3227"/>
                  </a:lnTo>
                  <a:lnTo>
                    <a:pt x="66" y="3314"/>
                  </a:lnTo>
                  <a:lnTo>
                    <a:pt x="110" y="3357"/>
                  </a:lnTo>
                  <a:lnTo>
                    <a:pt x="110" y="3357"/>
                  </a:lnTo>
                  <a:lnTo>
                    <a:pt x="197" y="3423"/>
                  </a:lnTo>
                  <a:lnTo>
                    <a:pt x="284" y="3488"/>
                  </a:lnTo>
                  <a:lnTo>
                    <a:pt x="393" y="3510"/>
                  </a:lnTo>
                  <a:lnTo>
                    <a:pt x="502" y="3554"/>
                  </a:lnTo>
                  <a:lnTo>
                    <a:pt x="502" y="3554"/>
                  </a:lnTo>
                  <a:lnTo>
                    <a:pt x="589" y="3554"/>
                  </a:lnTo>
                  <a:lnTo>
                    <a:pt x="611" y="3575"/>
                  </a:lnTo>
                  <a:lnTo>
                    <a:pt x="633" y="3597"/>
                  </a:lnTo>
                  <a:lnTo>
                    <a:pt x="633" y="3597"/>
                  </a:lnTo>
                  <a:lnTo>
                    <a:pt x="633" y="3641"/>
                  </a:lnTo>
                  <a:lnTo>
                    <a:pt x="611" y="3706"/>
                  </a:lnTo>
                  <a:lnTo>
                    <a:pt x="546" y="3794"/>
                  </a:lnTo>
                  <a:lnTo>
                    <a:pt x="546" y="3794"/>
                  </a:lnTo>
                  <a:lnTo>
                    <a:pt x="1" y="4426"/>
                  </a:lnTo>
                  <a:lnTo>
                    <a:pt x="1" y="4426"/>
                  </a:lnTo>
                  <a:lnTo>
                    <a:pt x="110" y="4448"/>
                  </a:lnTo>
                  <a:lnTo>
                    <a:pt x="219" y="4426"/>
                  </a:lnTo>
                  <a:lnTo>
                    <a:pt x="328" y="4382"/>
                  </a:lnTo>
                  <a:lnTo>
                    <a:pt x="437" y="4317"/>
                  </a:lnTo>
                  <a:lnTo>
                    <a:pt x="437" y="4317"/>
                  </a:lnTo>
                  <a:lnTo>
                    <a:pt x="633" y="4186"/>
                  </a:lnTo>
                  <a:lnTo>
                    <a:pt x="720" y="4164"/>
                  </a:lnTo>
                  <a:lnTo>
                    <a:pt x="764" y="4186"/>
                  </a:lnTo>
                  <a:lnTo>
                    <a:pt x="786" y="4208"/>
                  </a:lnTo>
                  <a:lnTo>
                    <a:pt x="786" y="4208"/>
                  </a:lnTo>
                  <a:lnTo>
                    <a:pt x="807" y="4251"/>
                  </a:lnTo>
                  <a:lnTo>
                    <a:pt x="786" y="4317"/>
                  </a:lnTo>
                  <a:lnTo>
                    <a:pt x="655" y="5036"/>
                  </a:lnTo>
                  <a:lnTo>
                    <a:pt x="655" y="5036"/>
                  </a:lnTo>
                  <a:lnTo>
                    <a:pt x="633" y="5080"/>
                  </a:lnTo>
                  <a:lnTo>
                    <a:pt x="655" y="5145"/>
                  </a:lnTo>
                  <a:lnTo>
                    <a:pt x="677" y="5189"/>
                  </a:lnTo>
                  <a:lnTo>
                    <a:pt x="720" y="5211"/>
                  </a:lnTo>
                  <a:lnTo>
                    <a:pt x="764" y="5232"/>
                  </a:lnTo>
                  <a:lnTo>
                    <a:pt x="807" y="5232"/>
                  </a:lnTo>
                  <a:lnTo>
                    <a:pt x="873" y="5211"/>
                  </a:lnTo>
                  <a:lnTo>
                    <a:pt x="916" y="5189"/>
                  </a:lnTo>
                  <a:lnTo>
                    <a:pt x="916" y="5189"/>
                  </a:lnTo>
                  <a:lnTo>
                    <a:pt x="1134" y="5058"/>
                  </a:lnTo>
                  <a:lnTo>
                    <a:pt x="1331" y="4884"/>
                  </a:lnTo>
                  <a:lnTo>
                    <a:pt x="1505" y="4687"/>
                  </a:lnTo>
                  <a:lnTo>
                    <a:pt x="1679" y="4469"/>
                  </a:lnTo>
                  <a:lnTo>
                    <a:pt x="1679" y="4469"/>
                  </a:lnTo>
                  <a:lnTo>
                    <a:pt x="2312" y="3685"/>
                  </a:lnTo>
                  <a:lnTo>
                    <a:pt x="2312" y="3685"/>
                  </a:lnTo>
                  <a:lnTo>
                    <a:pt x="2617" y="3314"/>
                  </a:lnTo>
                  <a:lnTo>
                    <a:pt x="2900" y="2921"/>
                  </a:lnTo>
                  <a:lnTo>
                    <a:pt x="2900" y="2921"/>
                  </a:lnTo>
                  <a:lnTo>
                    <a:pt x="2944" y="2856"/>
                  </a:lnTo>
                  <a:lnTo>
                    <a:pt x="2966" y="2769"/>
                  </a:lnTo>
                  <a:lnTo>
                    <a:pt x="2966" y="2769"/>
                  </a:lnTo>
                  <a:lnTo>
                    <a:pt x="3380" y="2551"/>
                  </a:lnTo>
                  <a:lnTo>
                    <a:pt x="3794" y="2289"/>
                  </a:lnTo>
                  <a:lnTo>
                    <a:pt x="4187" y="2006"/>
                  </a:lnTo>
                  <a:lnTo>
                    <a:pt x="4557" y="1701"/>
                  </a:lnTo>
                  <a:lnTo>
                    <a:pt x="4557" y="1701"/>
                  </a:lnTo>
                  <a:lnTo>
                    <a:pt x="4514" y="2071"/>
                  </a:lnTo>
                  <a:lnTo>
                    <a:pt x="4426" y="2442"/>
                  </a:lnTo>
                  <a:lnTo>
                    <a:pt x="4426" y="2442"/>
                  </a:lnTo>
                  <a:lnTo>
                    <a:pt x="4361" y="2442"/>
                  </a:lnTo>
                  <a:lnTo>
                    <a:pt x="4317" y="2464"/>
                  </a:lnTo>
                  <a:lnTo>
                    <a:pt x="4317" y="2464"/>
                  </a:lnTo>
                  <a:lnTo>
                    <a:pt x="4121" y="2638"/>
                  </a:lnTo>
                  <a:lnTo>
                    <a:pt x="3925" y="2856"/>
                  </a:lnTo>
                  <a:lnTo>
                    <a:pt x="3576" y="3248"/>
                  </a:lnTo>
                  <a:lnTo>
                    <a:pt x="3576" y="3248"/>
                  </a:lnTo>
                  <a:lnTo>
                    <a:pt x="3009" y="3859"/>
                  </a:lnTo>
                  <a:lnTo>
                    <a:pt x="2464" y="4469"/>
                  </a:lnTo>
                  <a:lnTo>
                    <a:pt x="2464" y="4469"/>
                  </a:lnTo>
                  <a:lnTo>
                    <a:pt x="2377" y="4600"/>
                  </a:lnTo>
                  <a:lnTo>
                    <a:pt x="2290" y="4731"/>
                  </a:lnTo>
                  <a:lnTo>
                    <a:pt x="2290" y="4731"/>
                  </a:lnTo>
                  <a:lnTo>
                    <a:pt x="2268" y="4818"/>
                  </a:lnTo>
                  <a:lnTo>
                    <a:pt x="2290" y="4905"/>
                  </a:lnTo>
                  <a:lnTo>
                    <a:pt x="2290" y="4971"/>
                  </a:lnTo>
                  <a:lnTo>
                    <a:pt x="2333" y="5036"/>
                  </a:lnTo>
                  <a:lnTo>
                    <a:pt x="2333" y="5036"/>
                  </a:lnTo>
                  <a:lnTo>
                    <a:pt x="2421" y="5080"/>
                  </a:lnTo>
                  <a:lnTo>
                    <a:pt x="2508" y="5102"/>
                  </a:lnTo>
                  <a:lnTo>
                    <a:pt x="2508" y="5102"/>
                  </a:lnTo>
                  <a:lnTo>
                    <a:pt x="2660" y="5080"/>
                  </a:lnTo>
                  <a:lnTo>
                    <a:pt x="2791" y="5058"/>
                  </a:lnTo>
                  <a:lnTo>
                    <a:pt x="2944" y="5014"/>
                  </a:lnTo>
                  <a:lnTo>
                    <a:pt x="3075" y="4949"/>
                  </a:lnTo>
                  <a:lnTo>
                    <a:pt x="3075" y="4949"/>
                  </a:lnTo>
                  <a:lnTo>
                    <a:pt x="3140" y="4905"/>
                  </a:lnTo>
                  <a:lnTo>
                    <a:pt x="3184" y="4905"/>
                  </a:lnTo>
                  <a:lnTo>
                    <a:pt x="3227" y="4905"/>
                  </a:lnTo>
                  <a:lnTo>
                    <a:pt x="3227" y="4905"/>
                  </a:lnTo>
                  <a:lnTo>
                    <a:pt x="3271" y="4949"/>
                  </a:lnTo>
                  <a:lnTo>
                    <a:pt x="3293" y="5014"/>
                  </a:lnTo>
                  <a:lnTo>
                    <a:pt x="3314" y="5145"/>
                  </a:lnTo>
                  <a:lnTo>
                    <a:pt x="3314" y="5145"/>
                  </a:lnTo>
                  <a:lnTo>
                    <a:pt x="3358" y="6061"/>
                  </a:lnTo>
                  <a:lnTo>
                    <a:pt x="3358" y="6061"/>
                  </a:lnTo>
                  <a:lnTo>
                    <a:pt x="3467" y="5974"/>
                  </a:lnTo>
                  <a:lnTo>
                    <a:pt x="3554" y="5886"/>
                  </a:lnTo>
                  <a:lnTo>
                    <a:pt x="3641" y="5777"/>
                  </a:lnTo>
                  <a:lnTo>
                    <a:pt x="3685" y="5647"/>
                  </a:lnTo>
                  <a:lnTo>
                    <a:pt x="3685" y="5647"/>
                  </a:lnTo>
                  <a:lnTo>
                    <a:pt x="3707" y="5516"/>
                  </a:lnTo>
                  <a:lnTo>
                    <a:pt x="3750" y="5407"/>
                  </a:lnTo>
                  <a:lnTo>
                    <a:pt x="3816" y="5320"/>
                  </a:lnTo>
                  <a:lnTo>
                    <a:pt x="3859" y="5298"/>
                  </a:lnTo>
                  <a:lnTo>
                    <a:pt x="3903" y="5298"/>
                  </a:lnTo>
                  <a:lnTo>
                    <a:pt x="3903" y="5298"/>
                  </a:lnTo>
                  <a:lnTo>
                    <a:pt x="3968" y="5320"/>
                  </a:lnTo>
                  <a:lnTo>
                    <a:pt x="4012" y="5407"/>
                  </a:lnTo>
                  <a:lnTo>
                    <a:pt x="4492" y="6083"/>
                  </a:lnTo>
                  <a:lnTo>
                    <a:pt x="4492" y="6083"/>
                  </a:lnTo>
                  <a:lnTo>
                    <a:pt x="4535" y="6148"/>
                  </a:lnTo>
                  <a:lnTo>
                    <a:pt x="4601" y="6170"/>
                  </a:lnTo>
                  <a:lnTo>
                    <a:pt x="4644" y="6192"/>
                  </a:lnTo>
                  <a:lnTo>
                    <a:pt x="4710" y="6192"/>
                  </a:lnTo>
                  <a:lnTo>
                    <a:pt x="4775" y="6170"/>
                  </a:lnTo>
                  <a:lnTo>
                    <a:pt x="4819" y="6126"/>
                  </a:lnTo>
                  <a:lnTo>
                    <a:pt x="4862" y="6083"/>
                  </a:lnTo>
                  <a:lnTo>
                    <a:pt x="4906" y="6017"/>
                  </a:lnTo>
                  <a:lnTo>
                    <a:pt x="4906" y="6017"/>
                  </a:lnTo>
                  <a:lnTo>
                    <a:pt x="4950" y="5886"/>
                  </a:lnTo>
                  <a:lnTo>
                    <a:pt x="4971" y="5756"/>
                  </a:lnTo>
                  <a:lnTo>
                    <a:pt x="5015" y="5472"/>
                  </a:lnTo>
                  <a:lnTo>
                    <a:pt x="5015" y="5167"/>
                  </a:lnTo>
                  <a:lnTo>
                    <a:pt x="4993" y="4884"/>
                  </a:lnTo>
                  <a:lnTo>
                    <a:pt x="4993" y="4884"/>
                  </a:lnTo>
                  <a:lnTo>
                    <a:pt x="4906" y="3772"/>
                  </a:lnTo>
                  <a:lnTo>
                    <a:pt x="4906" y="3772"/>
                  </a:lnTo>
                  <a:lnTo>
                    <a:pt x="4862" y="3227"/>
                  </a:lnTo>
                  <a:lnTo>
                    <a:pt x="4797" y="2703"/>
                  </a:lnTo>
                  <a:lnTo>
                    <a:pt x="4797" y="2703"/>
                  </a:lnTo>
                  <a:lnTo>
                    <a:pt x="4753" y="2594"/>
                  </a:lnTo>
                  <a:lnTo>
                    <a:pt x="4666" y="2507"/>
                  </a:lnTo>
                  <a:lnTo>
                    <a:pt x="4666" y="2507"/>
                  </a:lnTo>
                  <a:lnTo>
                    <a:pt x="4732" y="2246"/>
                  </a:lnTo>
                  <a:lnTo>
                    <a:pt x="4797" y="1984"/>
                  </a:lnTo>
                  <a:lnTo>
                    <a:pt x="4819" y="1722"/>
                  </a:lnTo>
                  <a:lnTo>
                    <a:pt x="4841" y="1439"/>
                  </a:lnTo>
                  <a:lnTo>
                    <a:pt x="4841" y="1439"/>
                  </a:lnTo>
                  <a:lnTo>
                    <a:pt x="5146" y="1134"/>
                  </a:lnTo>
                  <a:lnTo>
                    <a:pt x="5451" y="807"/>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5" name="Google Shape;11485;p80"/>
            <p:cNvSpPr/>
            <p:nvPr/>
          </p:nvSpPr>
          <p:spPr>
            <a:xfrm rot="-947327">
              <a:off x="5972208" y="3131764"/>
              <a:ext cx="145004" cy="140629"/>
            </a:xfrm>
            <a:custGeom>
              <a:rect b="b" l="l" r="r" t="t"/>
              <a:pathLst>
                <a:path extrusionOk="0" h="5625" w="5800">
                  <a:moveTo>
                    <a:pt x="3729" y="0"/>
                  </a:moveTo>
                  <a:lnTo>
                    <a:pt x="3685" y="44"/>
                  </a:lnTo>
                  <a:lnTo>
                    <a:pt x="3641" y="87"/>
                  </a:lnTo>
                  <a:lnTo>
                    <a:pt x="3511" y="283"/>
                  </a:lnTo>
                  <a:lnTo>
                    <a:pt x="3423" y="501"/>
                  </a:lnTo>
                  <a:lnTo>
                    <a:pt x="3336" y="741"/>
                  </a:lnTo>
                  <a:lnTo>
                    <a:pt x="3271" y="959"/>
                  </a:lnTo>
                  <a:lnTo>
                    <a:pt x="3031" y="1875"/>
                  </a:lnTo>
                  <a:lnTo>
                    <a:pt x="2922" y="2289"/>
                  </a:lnTo>
                  <a:lnTo>
                    <a:pt x="2835" y="2725"/>
                  </a:lnTo>
                  <a:lnTo>
                    <a:pt x="2835" y="2812"/>
                  </a:lnTo>
                  <a:lnTo>
                    <a:pt x="2835" y="2878"/>
                  </a:lnTo>
                  <a:lnTo>
                    <a:pt x="2573" y="3227"/>
                  </a:lnTo>
                  <a:lnTo>
                    <a:pt x="2333" y="3597"/>
                  </a:lnTo>
                  <a:lnTo>
                    <a:pt x="2115" y="3990"/>
                  </a:lnTo>
                  <a:lnTo>
                    <a:pt x="1897" y="4382"/>
                  </a:lnTo>
                  <a:lnTo>
                    <a:pt x="1810" y="4055"/>
                  </a:lnTo>
                  <a:lnTo>
                    <a:pt x="1745" y="3706"/>
                  </a:lnTo>
                  <a:lnTo>
                    <a:pt x="1788" y="3684"/>
                  </a:lnTo>
                  <a:lnTo>
                    <a:pt x="1810" y="3641"/>
                  </a:lnTo>
                  <a:lnTo>
                    <a:pt x="1919" y="3423"/>
                  </a:lnTo>
                  <a:lnTo>
                    <a:pt x="2006" y="3183"/>
                  </a:lnTo>
                  <a:lnTo>
                    <a:pt x="2159" y="2703"/>
                  </a:lnTo>
                  <a:lnTo>
                    <a:pt x="2399" y="1984"/>
                  </a:lnTo>
                  <a:lnTo>
                    <a:pt x="2617" y="1265"/>
                  </a:lnTo>
                  <a:lnTo>
                    <a:pt x="2660" y="1134"/>
                  </a:lnTo>
                  <a:lnTo>
                    <a:pt x="2660" y="981"/>
                  </a:lnTo>
                  <a:lnTo>
                    <a:pt x="2639" y="916"/>
                  </a:lnTo>
                  <a:lnTo>
                    <a:pt x="2617" y="850"/>
                  </a:lnTo>
                  <a:lnTo>
                    <a:pt x="2573" y="785"/>
                  </a:lnTo>
                  <a:lnTo>
                    <a:pt x="2508" y="741"/>
                  </a:lnTo>
                  <a:lnTo>
                    <a:pt x="2421" y="741"/>
                  </a:lnTo>
                  <a:lnTo>
                    <a:pt x="2333" y="763"/>
                  </a:lnTo>
                  <a:lnTo>
                    <a:pt x="2224" y="829"/>
                  </a:lnTo>
                  <a:lnTo>
                    <a:pt x="2115" y="894"/>
                  </a:lnTo>
                  <a:lnTo>
                    <a:pt x="2028" y="1003"/>
                  </a:lnTo>
                  <a:lnTo>
                    <a:pt x="1941" y="1090"/>
                  </a:lnTo>
                  <a:lnTo>
                    <a:pt x="1876" y="1156"/>
                  </a:lnTo>
                  <a:lnTo>
                    <a:pt x="1854" y="1177"/>
                  </a:lnTo>
                  <a:lnTo>
                    <a:pt x="1767" y="1177"/>
                  </a:lnTo>
                  <a:lnTo>
                    <a:pt x="1723" y="1134"/>
                  </a:lnTo>
                  <a:lnTo>
                    <a:pt x="1658" y="1025"/>
                  </a:lnTo>
                  <a:lnTo>
                    <a:pt x="1265" y="283"/>
                  </a:lnTo>
                  <a:lnTo>
                    <a:pt x="1200" y="392"/>
                  </a:lnTo>
                  <a:lnTo>
                    <a:pt x="1156" y="501"/>
                  </a:lnTo>
                  <a:lnTo>
                    <a:pt x="1156" y="610"/>
                  </a:lnTo>
                  <a:lnTo>
                    <a:pt x="1156" y="741"/>
                  </a:lnTo>
                  <a:lnTo>
                    <a:pt x="1178" y="872"/>
                  </a:lnTo>
                  <a:lnTo>
                    <a:pt x="1178" y="981"/>
                  </a:lnTo>
                  <a:lnTo>
                    <a:pt x="1156" y="1068"/>
                  </a:lnTo>
                  <a:lnTo>
                    <a:pt x="1134" y="1112"/>
                  </a:lnTo>
                  <a:lnTo>
                    <a:pt x="1113" y="1134"/>
                  </a:lnTo>
                  <a:lnTo>
                    <a:pt x="1025" y="1112"/>
                  </a:lnTo>
                  <a:lnTo>
                    <a:pt x="960" y="1090"/>
                  </a:lnTo>
                  <a:lnTo>
                    <a:pt x="306" y="676"/>
                  </a:lnTo>
                  <a:lnTo>
                    <a:pt x="262" y="654"/>
                  </a:lnTo>
                  <a:lnTo>
                    <a:pt x="131" y="654"/>
                  </a:lnTo>
                  <a:lnTo>
                    <a:pt x="88" y="676"/>
                  </a:lnTo>
                  <a:lnTo>
                    <a:pt x="44" y="720"/>
                  </a:lnTo>
                  <a:lnTo>
                    <a:pt x="22" y="763"/>
                  </a:lnTo>
                  <a:lnTo>
                    <a:pt x="1" y="829"/>
                  </a:lnTo>
                  <a:lnTo>
                    <a:pt x="1" y="894"/>
                  </a:lnTo>
                  <a:lnTo>
                    <a:pt x="22" y="1134"/>
                  </a:lnTo>
                  <a:lnTo>
                    <a:pt x="110" y="1395"/>
                  </a:lnTo>
                  <a:lnTo>
                    <a:pt x="219" y="1635"/>
                  </a:lnTo>
                  <a:lnTo>
                    <a:pt x="350" y="1875"/>
                  </a:lnTo>
                  <a:lnTo>
                    <a:pt x="829" y="2791"/>
                  </a:lnTo>
                  <a:lnTo>
                    <a:pt x="1069" y="3205"/>
                  </a:lnTo>
                  <a:lnTo>
                    <a:pt x="1331" y="3619"/>
                  </a:lnTo>
                  <a:lnTo>
                    <a:pt x="1418" y="3706"/>
                  </a:lnTo>
                  <a:lnTo>
                    <a:pt x="1505" y="3750"/>
                  </a:lnTo>
                  <a:lnTo>
                    <a:pt x="1549" y="3990"/>
                  </a:lnTo>
                  <a:lnTo>
                    <a:pt x="1614" y="4229"/>
                  </a:lnTo>
                  <a:lnTo>
                    <a:pt x="1679" y="4469"/>
                  </a:lnTo>
                  <a:lnTo>
                    <a:pt x="1767" y="4709"/>
                  </a:lnTo>
                  <a:lnTo>
                    <a:pt x="1614" y="5080"/>
                  </a:lnTo>
                  <a:lnTo>
                    <a:pt x="1505" y="5472"/>
                  </a:lnTo>
                  <a:lnTo>
                    <a:pt x="1505" y="5516"/>
                  </a:lnTo>
                  <a:lnTo>
                    <a:pt x="1505" y="5559"/>
                  </a:lnTo>
                  <a:lnTo>
                    <a:pt x="1549" y="5603"/>
                  </a:lnTo>
                  <a:lnTo>
                    <a:pt x="1592" y="5625"/>
                  </a:lnTo>
                  <a:lnTo>
                    <a:pt x="1636" y="5625"/>
                  </a:lnTo>
                  <a:lnTo>
                    <a:pt x="1679" y="5603"/>
                  </a:lnTo>
                  <a:lnTo>
                    <a:pt x="1723" y="5581"/>
                  </a:lnTo>
                  <a:lnTo>
                    <a:pt x="1745" y="5537"/>
                  </a:lnTo>
                  <a:lnTo>
                    <a:pt x="1810" y="5276"/>
                  </a:lnTo>
                  <a:lnTo>
                    <a:pt x="1897" y="5036"/>
                  </a:lnTo>
                  <a:lnTo>
                    <a:pt x="2399" y="4731"/>
                  </a:lnTo>
                  <a:lnTo>
                    <a:pt x="2922" y="4447"/>
                  </a:lnTo>
                  <a:lnTo>
                    <a:pt x="2944" y="4447"/>
                  </a:lnTo>
                  <a:lnTo>
                    <a:pt x="3140" y="4491"/>
                  </a:lnTo>
                  <a:lnTo>
                    <a:pt x="3358" y="4513"/>
                  </a:lnTo>
                  <a:lnTo>
                    <a:pt x="3772" y="4535"/>
                  </a:lnTo>
                  <a:lnTo>
                    <a:pt x="4426" y="4556"/>
                  </a:lnTo>
                  <a:lnTo>
                    <a:pt x="5080" y="4578"/>
                  </a:lnTo>
                  <a:lnTo>
                    <a:pt x="5211" y="4578"/>
                  </a:lnTo>
                  <a:lnTo>
                    <a:pt x="5342" y="4556"/>
                  </a:lnTo>
                  <a:lnTo>
                    <a:pt x="5407" y="4535"/>
                  </a:lnTo>
                  <a:lnTo>
                    <a:pt x="5451" y="4491"/>
                  </a:lnTo>
                  <a:lnTo>
                    <a:pt x="5494" y="4447"/>
                  </a:lnTo>
                  <a:lnTo>
                    <a:pt x="5516" y="4382"/>
                  </a:lnTo>
                  <a:lnTo>
                    <a:pt x="5516" y="4317"/>
                  </a:lnTo>
                  <a:lnTo>
                    <a:pt x="5494" y="4251"/>
                  </a:lnTo>
                  <a:lnTo>
                    <a:pt x="5429" y="4186"/>
                  </a:lnTo>
                  <a:lnTo>
                    <a:pt x="5342" y="4120"/>
                  </a:lnTo>
                  <a:lnTo>
                    <a:pt x="5255" y="4055"/>
                  </a:lnTo>
                  <a:lnTo>
                    <a:pt x="5167" y="4011"/>
                  </a:lnTo>
                  <a:lnTo>
                    <a:pt x="5102" y="3990"/>
                  </a:lnTo>
                  <a:lnTo>
                    <a:pt x="5080" y="3968"/>
                  </a:lnTo>
                  <a:lnTo>
                    <a:pt x="5058" y="3924"/>
                  </a:lnTo>
                  <a:lnTo>
                    <a:pt x="5080" y="3902"/>
                  </a:lnTo>
                  <a:lnTo>
                    <a:pt x="5102" y="3859"/>
                  </a:lnTo>
                  <a:lnTo>
                    <a:pt x="5189" y="3772"/>
                  </a:lnTo>
                  <a:lnTo>
                    <a:pt x="5800" y="3314"/>
                  </a:lnTo>
                  <a:lnTo>
                    <a:pt x="5691" y="3292"/>
                  </a:lnTo>
                  <a:lnTo>
                    <a:pt x="5494" y="3292"/>
                  </a:lnTo>
                  <a:lnTo>
                    <a:pt x="5385" y="3336"/>
                  </a:lnTo>
                  <a:lnTo>
                    <a:pt x="5189" y="3401"/>
                  </a:lnTo>
                  <a:lnTo>
                    <a:pt x="5058" y="3401"/>
                  </a:lnTo>
                  <a:lnTo>
                    <a:pt x="5037" y="3357"/>
                  </a:lnTo>
                  <a:lnTo>
                    <a:pt x="5037" y="3314"/>
                  </a:lnTo>
                  <a:lnTo>
                    <a:pt x="5080" y="3248"/>
                  </a:lnTo>
                  <a:lnTo>
                    <a:pt x="5342" y="2660"/>
                  </a:lnTo>
                  <a:lnTo>
                    <a:pt x="5364" y="2594"/>
                  </a:lnTo>
                  <a:lnTo>
                    <a:pt x="5364" y="2551"/>
                  </a:lnTo>
                  <a:lnTo>
                    <a:pt x="5364" y="2507"/>
                  </a:lnTo>
                  <a:lnTo>
                    <a:pt x="5320" y="2485"/>
                  </a:lnTo>
                  <a:lnTo>
                    <a:pt x="5298" y="2464"/>
                  </a:lnTo>
                  <a:lnTo>
                    <a:pt x="5255" y="2442"/>
                  </a:lnTo>
                  <a:lnTo>
                    <a:pt x="5124" y="2442"/>
                  </a:lnTo>
                  <a:lnTo>
                    <a:pt x="4928" y="2529"/>
                  </a:lnTo>
                  <a:lnTo>
                    <a:pt x="4710" y="2660"/>
                  </a:lnTo>
                  <a:lnTo>
                    <a:pt x="4513" y="2791"/>
                  </a:lnTo>
                  <a:lnTo>
                    <a:pt x="4317" y="2943"/>
                  </a:lnTo>
                  <a:lnTo>
                    <a:pt x="3576" y="3510"/>
                  </a:lnTo>
                  <a:lnTo>
                    <a:pt x="3227" y="3772"/>
                  </a:lnTo>
                  <a:lnTo>
                    <a:pt x="2900" y="4077"/>
                  </a:lnTo>
                  <a:lnTo>
                    <a:pt x="2835" y="4164"/>
                  </a:lnTo>
                  <a:lnTo>
                    <a:pt x="2813" y="4251"/>
                  </a:lnTo>
                  <a:lnTo>
                    <a:pt x="2421" y="4447"/>
                  </a:lnTo>
                  <a:lnTo>
                    <a:pt x="2050" y="4665"/>
                  </a:lnTo>
                  <a:lnTo>
                    <a:pt x="2246" y="4229"/>
                  </a:lnTo>
                  <a:lnTo>
                    <a:pt x="2486" y="3815"/>
                  </a:lnTo>
                  <a:lnTo>
                    <a:pt x="2748" y="3401"/>
                  </a:lnTo>
                  <a:lnTo>
                    <a:pt x="3031" y="3030"/>
                  </a:lnTo>
                  <a:lnTo>
                    <a:pt x="3096" y="3009"/>
                  </a:lnTo>
                  <a:lnTo>
                    <a:pt x="3293" y="2921"/>
                  </a:lnTo>
                  <a:lnTo>
                    <a:pt x="3467" y="2791"/>
                  </a:lnTo>
                  <a:lnTo>
                    <a:pt x="3816" y="2551"/>
                  </a:lnTo>
                  <a:lnTo>
                    <a:pt x="4361" y="2202"/>
                  </a:lnTo>
                  <a:lnTo>
                    <a:pt x="4884" y="1810"/>
                  </a:lnTo>
                  <a:lnTo>
                    <a:pt x="4993" y="1744"/>
                  </a:lnTo>
                  <a:lnTo>
                    <a:pt x="5080" y="1635"/>
                  </a:lnTo>
                  <a:lnTo>
                    <a:pt x="5102" y="1570"/>
                  </a:lnTo>
                  <a:lnTo>
                    <a:pt x="5124" y="1504"/>
                  </a:lnTo>
                  <a:lnTo>
                    <a:pt x="5124" y="1439"/>
                  </a:lnTo>
                  <a:lnTo>
                    <a:pt x="5124" y="1395"/>
                  </a:lnTo>
                  <a:lnTo>
                    <a:pt x="5080" y="1330"/>
                  </a:lnTo>
                  <a:lnTo>
                    <a:pt x="5015" y="1308"/>
                  </a:lnTo>
                  <a:lnTo>
                    <a:pt x="4928" y="1286"/>
                  </a:lnTo>
                  <a:lnTo>
                    <a:pt x="4710" y="1286"/>
                  </a:lnTo>
                  <a:lnTo>
                    <a:pt x="4601" y="1308"/>
                  </a:lnTo>
                  <a:lnTo>
                    <a:pt x="4535" y="1330"/>
                  </a:lnTo>
                  <a:lnTo>
                    <a:pt x="4513" y="1330"/>
                  </a:lnTo>
                  <a:lnTo>
                    <a:pt x="4492" y="1308"/>
                  </a:lnTo>
                  <a:lnTo>
                    <a:pt x="4470" y="1265"/>
                  </a:lnTo>
                  <a:lnTo>
                    <a:pt x="4470" y="1221"/>
                  </a:lnTo>
                  <a:lnTo>
                    <a:pt x="4492" y="1112"/>
                  </a:lnTo>
                  <a:lnTo>
                    <a:pt x="4688" y="371"/>
                  </a:lnTo>
                  <a:lnTo>
                    <a:pt x="4601" y="414"/>
                  </a:lnTo>
                  <a:lnTo>
                    <a:pt x="4513" y="458"/>
                  </a:lnTo>
                  <a:lnTo>
                    <a:pt x="4426" y="545"/>
                  </a:lnTo>
                  <a:lnTo>
                    <a:pt x="4361" y="632"/>
                  </a:lnTo>
                  <a:lnTo>
                    <a:pt x="4252" y="807"/>
                  </a:lnTo>
                  <a:lnTo>
                    <a:pt x="4186" y="872"/>
                  </a:lnTo>
                  <a:lnTo>
                    <a:pt x="4121" y="872"/>
                  </a:lnTo>
                  <a:lnTo>
                    <a:pt x="4099" y="829"/>
                  </a:lnTo>
                  <a:lnTo>
                    <a:pt x="4077" y="763"/>
                  </a:lnTo>
                  <a:lnTo>
                    <a:pt x="3925" y="109"/>
                  </a:lnTo>
                  <a:lnTo>
                    <a:pt x="3925" y="65"/>
                  </a:lnTo>
                  <a:lnTo>
                    <a:pt x="3881" y="22"/>
                  </a:lnTo>
                  <a:lnTo>
                    <a:pt x="3859"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6" name="Google Shape;11486;p80"/>
            <p:cNvSpPr/>
            <p:nvPr/>
          </p:nvSpPr>
          <p:spPr>
            <a:xfrm rot="-947327">
              <a:off x="5972208" y="3131764"/>
              <a:ext cx="145004" cy="140629"/>
            </a:xfrm>
            <a:custGeom>
              <a:rect b="b" l="l" r="r" t="t"/>
              <a:pathLst>
                <a:path extrusionOk="0" fill="none" h="5625" w="5800">
                  <a:moveTo>
                    <a:pt x="1505" y="5472"/>
                  </a:moveTo>
                  <a:lnTo>
                    <a:pt x="1505" y="5472"/>
                  </a:lnTo>
                  <a:lnTo>
                    <a:pt x="1505" y="5516"/>
                  </a:lnTo>
                  <a:lnTo>
                    <a:pt x="1505" y="5559"/>
                  </a:lnTo>
                  <a:lnTo>
                    <a:pt x="1549" y="5603"/>
                  </a:lnTo>
                  <a:lnTo>
                    <a:pt x="1592" y="5625"/>
                  </a:lnTo>
                  <a:lnTo>
                    <a:pt x="1592" y="5625"/>
                  </a:lnTo>
                  <a:lnTo>
                    <a:pt x="1636" y="5625"/>
                  </a:lnTo>
                  <a:lnTo>
                    <a:pt x="1679" y="5603"/>
                  </a:lnTo>
                  <a:lnTo>
                    <a:pt x="1723" y="5581"/>
                  </a:lnTo>
                  <a:lnTo>
                    <a:pt x="1745" y="5537"/>
                  </a:lnTo>
                  <a:lnTo>
                    <a:pt x="1745" y="5537"/>
                  </a:lnTo>
                  <a:lnTo>
                    <a:pt x="1810" y="5276"/>
                  </a:lnTo>
                  <a:lnTo>
                    <a:pt x="1897" y="5036"/>
                  </a:lnTo>
                  <a:lnTo>
                    <a:pt x="1897" y="5036"/>
                  </a:lnTo>
                  <a:lnTo>
                    <a:pt x="2399" y="4731"/>
                  </a:lnTo>
                  <a:lnTo>
                    <a:pt x="2922" y="4447"/>
                  </a:lnTo>
                  <a:lnTo>
                    <a:pt x="2944" y="4447"/>
                  </a:lnTo>
                  <a:lnTo>
                    <a:pt x="2944" y="4447"/>
                  </a:lnTo>
                  <a:lnTo>
                    <a:pt x="3140" y="4491"/>
                  </a:lnTo>
                  <a:lnTo>
                    <a:pt x="3358" y="4513"/>
                  </a:lnTo>
                  <a:lnTo>
                    <a:pt x="3772" y="4535"/>
                  </a:lnTo>
                  <a:lnTo>
                    <a:pt x="3772" y="4535"/>
                  </a:lnTo>
                  <a:lnTo>
                    <a:pt x="4426" y="4556"/>
                  </a:lnTo>
                  <a:lnTo>
                    <a:pt x="5080" y="4578"/>
                  </a:lnTo>
                  <a:lnTo>
                    <a:pt x="5080" y="4578"/>
                  </a:lnTo>
                  <a:lnTo>
                    <a:pt x="5211" y="4578"/>
                  </a:lnTo>
                  <a:lnTo>
                    <a:pt x="5342" y="4556"/>
                  </a:lnTo>
                  <a:lnTo>
                    <a:pt x="5342" y="4556"/>
                  </a:lnTo>
                  <a:lnTo>
                    <a:pt x="5407" y="4535"/>
                  </a:lnTo>
                  <a:lnTo>
                    <a:pt x="5451" y="4491"/>
                  </a:lnTo>
                  <a:lnTo>
                    <a:pt x="5494" y="4447"/>
                  </a:lnTo>
                  <a:lnTo>
                    <a:pt x="5516" y="4382"/>
                  </a:lnTo>
                  <a:lnTo>
                    <a:pt x="5516" y="4382"/>
                  </a:lnTo>
                  <a:lnTo>
                    <a:pt x="5516" y="4317"/>
                  </a:lnTo>
                  <a:lnTo>
                    <a:pt x="5494" y="4251"/>
                  </a:lnTo>
                  <a:lnTo>
                    <a:pt x="5494" y="4251"/>
                  </a:lnTo>
                  <a:lnTo>
                    <a:pt x="5429" y="4186"/>
                  </a:lnTo>
                  <a:lnTo>
                    <a:pt x="5342" y="4120"/>
                  </a:lnTo>
                  <a:lnTo>
                    <a:pt x="5255" y="4055"/>
                  </a:lnTo>
                  <a:lnTo>
                    <a:pt x="5167" y="4011"/>
                  </a:lnTo>
                  <a:lnTo>
                    <a:pt x="5167" y="4011"/>
                  </a:lnTo>
                  <a:lnTo>
                    <a:pt x="5102" y="3990"/>
                  </a:lnTo>
                  <a:lnTo>
                    <a:pt x="5080" y="3968"/>
                  </a:lnTo>
                  <a:lnTo>
                    <a:pt x="5058" y="3924"/>
                  </a:lnTo>
                  <a:lnTo>
                    <a:pt x="5058" y="3924"/>
                  </a:lnTo>
                  <a:lnTo>
                    <a:pt x="5080" y="3902"/>
                  </a:lnTo>
                  <a:lnTo>
                    <a:pt x="5102" y="3859"/>
                  </a:lnTo>
                  <a:lnTo>
                    <a:pt x="5189" y="3772"/>
                  </a:lnTo>
                  <a:lnTo>
                    <a:pt x="5189" y="3772"/>
                  </a:lnTo>
                  <a:lnTo>
                    <a:pt x="5800" y="3314"/>
                  </a:lnTo>
                  <a:lnTo>
                    <a:pt x="5800" y="3314"/>
                  </a:lnTo>
                  <a:lnTo>
                    <a:pt x="5691" y="3292"/>
                  </a:lnTo>
                  <a:lnTo>
                    <a:pt x="5603" y="3292"/>
                  </a:lnTo>
                  <a:lnTo>
                    <a:pt x="5494" y="3292"/>
                  </a:lnTo>
                  <a:lnTo>
                    <a:pt x="5385" y="3336"/>
                  </a:lnTo>
                  <a:lnTo>
                    <a:pt x="5385" y="3336"/>
                  </a:lnTo>
                  <a:lnTo>
                    <a:pt x="5189" y="3401"/>
                  </a:lnTo>
                  <a:lnTo>
                    <a:pt x="5102" y="3401"/>
                  </a:lnTo>
                  <a:lnTo>
                    <a:pt x="5058" y="3401"/>
                  </a:lnTo>
                  <a:lnTo>
                    <a:pt x="5037" y="3357"/>
                  </a:lnTo>
                  <a:lnTo>
                    <a:pt x="5037" y="3357"/>
                  </a:lnTo>
                  <a:lnTo>
                    <a:pt x="5037" y="3314"/>
                  </a:lnTo>
                  <a:lnTo>
                    <a:pt x="5080" y="3248"/>
                  </a:lnTo>
                  <a:lnTo>
                    <a:pt x="5342" y="2660"/>
                  </a:lnTo>
                  <a:lnTo>
                    <a:pt x="5342" y="2660"/>
                  </a:lnTo>
                  <a:lnTo>
                    <a:pt x="5364" y="2594"/>
                  </a:lnTo>
                  <a:lnTo>
                    <a:pt x="5364" y="2551"/>
                  </a:lnTo>
                  <a:lnTo>
                    <a:pt x="5364" y="2507"/>
                  </a:lnTo>
                  <a:lnTo>
                    <a:pt x="5320" y="2485"/>
                  </a:lnTo>
                  <a:lnTo>
                    <a:pt x="5298" y="2464"/>
                  </a:lnTo>
                  <a:lnTo>
                    <a:pt x="5255" y="2442"/>
                  </a:lnTo>
                  <a:lnTo>
                    <a:pt x="5189" y="2442"/>
                  </a:lnTo>
                  <a:lnTo>
                    <a:pt x="5124" y="2442"/>
                  </a:lnTo>
                  <a:lnTo>
                    <a:pt x="5124" y="2442"/>
                  </a:lnTo>
                  <a:lnTo>
                    <a:pt x="4928" y="2529"/>
                  </a:lnTo>
                  <a:lnTo>
                    <a:pt x="4710" y="2660"/>
                  </a:lnTo>
                  <a:lnTo>
                    <a:pt x="4513" y="2791"/>
                  </a:lnTo>
                  <a:lnTo>
                    <a:pt x="4317" y="2943"/>
                  </a:lnTo>
                  <a:lnTo>
                    <a:pt x="4317" y="2943"/>
                  </a:lnTo>
                  <a:lnTo>
                    <a:pt x="3576" y="3510"/>
                  </a:lnTo>
                  <a:lnTo>
                    <a:pt x="3576" y="3510"/>
                  </a:lnTo>
                  <a:lnTo>
                    <a:pt x="3227" y="3772"/>
                  </a:lnTo>
                  <a:lnTo>
                    <a:pt x="2900" y="4077"/>
                  </a:lnTo>
                  <a:lnTo>
                    <a:pt x="2900" y="4077"/>
                  </a:lnTo>
                  <a:lnTo>
                    <a:pt x="2835" y="4164"/>
                  </a:lnTo>
                  <a:lnTo>
                    <a:pt x="2813" y="4251"/>
                  </a:lnTo>
                  <a:lnTo>
                    <a:pt x="2813" y="4251"/>
                  </a:lnTo>
                  <a:lnTo>
                    <a:pt x="2421" y="4447"/>
                  </a:lnTo>
                  <a:lnTo>
                    <a:pt x="2050" y="4665"/>
                  </a:lnTo>
                  <a:lnTo>
                    <a:pt x="2050" y="4665"/>
                  </a:lnTo>
                  <a:lnTo>
                    <a:pt x="2246" y="4229"/>
                  </a:lnTo>
                  <a:lnTo>
                    <a:pt x="2486" y="3815"/>
                  </a:lnTo>
                  <a:lnTo>
                    <a:pt x="2748" y="3401"/>
                  </a:lnTo>
                  <a:lnTo>
                    <a:pt x="3031" y="3030"/>
                  </a:lnTo>
                  <a:lnTo>
                    <a:pt x="3031" y="3030"/>
                  </a:lnTo>
                  <a:lnTo>
                    <a:pt x="3096" y="3009"/>
                  </a:lnTo>
                  <a:lnTo>
                    <a:pt x="3096" y="3009"/>
                  </a:lnTo>
                  <a:lnTo>
                    <a:pt x="3293" y="2921"/>
                  </a:lnTo>
                  <a:lnTo>
                    <a:pt x="3467" y="2791"/>
                  </a:lnTo>
                  <a:lnTo>
                    <a:pt x="3816" y="2551"/>
                  </a:lnTo>
                  <a:lnTo>
                    <a:pt x="3816" y="2551"/>
                  </a:lnTo>
                  <a:lnTo>
                    <a:pt x="4361" y="2202"/>
                  </a:lnTo>
                  <a:lnTo>
                    <a:pt x="4884" y="1810"/>
                  </a:lnTo>
                  <a:lnTo>
                    <a:pt x="4884" y="1810"/>
                  </a:lnTo>
                  <a:lnTo>
                    <a:pt x="4993" y="1744"/>
                  </a:lnTo>
                  <a:lnTo>
                    <a:pt x="5080" y="1635"/>
                  </a:lnTo>
                  <a:lnTo>
                    <a:pt x="5080" y="1635"/>
                  </a:lnTo>
                  <a:lnTo>
                    <a:pt x="5102" y="1570"/>
                  </a:lnTo>
                  <a:lnTo>
                    <a:pt x="5124" y="1504"/>
                  </a:lnTo>
                  <a:lnTo>
                    <a:pt x="5124" y="1439"/>
                  </a:lnTo>
                  <a:lnTo>
                    <a:pt x="5124" y="1395"/>
                  </a:lnTo>
                  <a:lnTo>
                    <a:pt x="5124" y="1395"/>
                  </a:lnTo>
                  <a:lnTo>
                    <a:pt x="5080" y="1330"/>
                  </a:lnTo>
                  <a:lnTo>
                    <a:pt x="5015" y="1308"/>
                  </a:lnTo>
                  <a:lnTo>
                    <a:pt x="5015" y="1308"/>
                  </a:lnTo>
                  <a:lnTo>
                    <a:pt x="4928" y="1286"/>
                  </a:lnTo>
                  <a:lnTo>
                    <a:pt x="4819" y="1286"/>
                  </a:lnTo>
                  <a:lnTo>
                    <a:pt x="4710" y="1286"/>
                  </a:lnTo>
                  <a:lnTo>
                    <a:pt x="4601" y="1308"/>
                  </a:lnTo>
                  <a:lnTo>
                    <a:pt x="4601" y="1308"/>
                  </a:lnTo>
                  <a:lnTo>
                    <a:pt x="4535" y="1330"/>
                  </a:lnTo>
                  <a:lnTo>
                    <a:pt x="4513" y="1330"/>
                  </a:lnTo>
                  <a:lnTo>
                    <a:pt x="4492" y="1308"/>
                  </a:lnTo>
                  <a:lnTo>
                    <a:pt x="4492" y="1308"/>
                  </a:lnTo>
                  <a:lnTo>
                    <a:pt x="4470" y="1265"/>
                  </a:lnTo>
                  <a:lnTo>
                    <a:pt x="4470" y="1221"/>
                  </a:lnTo>
                  <a:lnTo>
                    <a:pt x="4492" y="1112"/>
                  </a:lnTo>
                  <a:lnTo>
                    <a:pt x="4492" y="1112"/>
                  </a:lnTo>
                  <a:lnTo>
                    <a:pt x="4688" y="371"/>
                  </a:lnTo>
                  <a:lnTo>
                    <a:pt x="4688" y="371"/>
                  </a:lnTo>
                  <a:lnTo>
                    <a:pt x="4601" y="414"/>
                  </a:lnTo>
                  <a:lnTo>
                    <a:pt x="4513" y="458"/>
                  </a:lnTo>
                  <a:lnTo>
                    <a:pt x="4426" y="545"/>
                  </a:lnTo>
                  <a:lnTo>
                    <a:pt x="4361" y="632"/>
                  </a:lnTo>
                  <a:lnTo>
                    <a:pt x="4361" y="632"/>
                  </a:lnTo>
                  <a:lnTo>
                    <a:pt x="4252" y="807"/>
                  </a:lnTo>
                  <a:lnTo>
                    <a:pt x="4186" y="872"/>
                  </a:lnTo>
                  <a:lnTo>
                    <a:pt x="4165" y="872"/>
                  </a:lnTo>
                  <a:lnTo>
                    <a:pt x="4121" y="872"/>
                  </a:lnTo>
                  <a:lnTo>
                    <a:pt x="4121" y="872"/>
                  </a:lnTo>
                  <a:lnTo>
                    <a:pt x="4099" y="829"/>
                  </a:lnTo>
                  <a:lnTo>
                    <a:pt x="4077" y="763"/>
                  </a:lnTo>
                  <a:lnTo>
                    <a:pt x="3925" y="109"/>
                  </a:lnTo>
                  <a:lnTo>
                    <a:pt x="3925" y="109"/>
                  </a:lnTo>
                  <a:lnTo>
                    <a:pt x="3925" y="65"/>
                  </a:lnTo>
                  <a:lnTo>
                    <a:pt x="3881" y="22"/>
                  </a:lnTo>
                  <a:lnTo>
                    <a:pt x="3859" y="0"/>
                  </a:lnTo>
                  <a:lnTo>
                    <a:pt x="3816" y="0"/>
                  </a:lnTo>
                  <a:lnTo>
                    <a:pt x="3772" y="0"/>
                  </a:lnTo>
                  <a:lnTo>
                    <a:pt x="3729" y="0"/>
                  </a:lnTo>
                  <a:lnTo>
                    <a:pt x="3685" y="44"/>
                  </a:lnTo>
                  <a:lnTo>
                    <a:pt x="3641" y="87"/>
                  </a:lnTo>
                  <a:lnTo>
                    <a:pt x="3641" y="87"/>
                  </a:lnTo>
                  <a:lnTo>
                    <a:pt x="3511" y="283"/>
                  </a:lnTo>
                  <a:lnTo>
                    <a:pt x="3423" y="501"/>
                  </a:lnTo>
                  <a:lnTo>
                    <a:pt x="3336" y="741"/>
                  </a:lnTo>
                  <a:lnTo>
                    <a:pt x="3271" y="959"/>
                  </a:lnTo>
                  <a:lnTo>
                    <a:pt x="3271" y="959"/>
                  </a:lnTo>
                  <a:lnTo>
                    <a:pt x="3031" y="1875"/>
                  </a:lnTo>
                  <a:lnTo>
                    <a:pt x="3031" y="1875"/>
                  </a:lnTo>
                  <a:lnTo>
                    <a:pt x="2922" y="2289"/>
                  </a:lnTo>
                  <a:lnTo>
                    <a:pt x="2835" y="2725"/>
                  </a:lnTo>
                  <a:lnTo>
                    <a:pt x="2835" y="2725"/>
                  </a:lnTo>
                  <a:lnTo>
                    <a:pt x="2835" y="2812"/>
                  </a:lnTo>
                  <a:lnTo>
                    <a:pt x="2835" y="2878"/>
                  </a:lnTo>
                  <a:lnTo>
                    <a:pt x="2835" y="2878"/>
                  </a:lnTo>
                  <a:lnTo>
                    <a:pt x="2573" y="3227"/>
                  </a:lnTo>
                  <a:lnTo>
                    <a:pt x="2333" y="3597"/>
                  </a:lnTo>
                  <a:lnTo>
                    <a:pt x="2115" y="3990"/>
                  </a:lnTo>
                  <a:lnTo>
                    <a:pt x="1897" y="4382"/>
                  </a:lnTo>
                  <a:lnTo>
                    <a:pt x="1897" y="4382"/>
                  </a:lnTo>
                  <a:lnTo>
                    <a:pt x="1810" y="4055"/>
                  </a:lnTo>
                  <a:lnTo>
                    <a:pt x="1745" y="3706"/>
                  </a:lnTo>
                  <a:lnTo>
                    <a:pt x="1745" y="3706"/>
                  </a:lnTo>
                  <a:lnTo>
                    <a:pt x="1788" y="3684"/>
                  </a:lnTo>
                  <a:lnTo>
                    <a:pt x="1810" y="3641"/>
                  </a:lnTo>
                  <a:lnTo>
                    <a:pt x="1810" y="3641"/>
                  </a:lnTo>
                  <a:lnTo>
                    <a:pt x="1919" y="3423"/>
                  </a:lnTo>
                  <a:lnTo>
                    <a:pt x="2006" y="3183"/>
                  </a:lnTo>
                  <a:lnTo>
                    <a:pt x="2159" y="2703"/>
                  </a:lnTo>
                  <a:lnTo>
                    <a:pt x="2159" y="2703"/>
                  </a:lnTo>
                  <a:lnTo>
                    <a:pt x="2399" y="1984"/>
                  </a:lnTo>
                  <a:lnTo>
                    <a:pt x="2617" y="1265"/>
                  </a:lnTo>
                  <a:lnTo>
                    <a:pt x="2617" y="1265"/>
                  </a:lnTo>
                  <a:lnTo>
                    <a:pt x="2660" y="1134"/>
                  </a:lnTo>
                  <a:lnTo>
                    <a:pt x="2660" y="981"/>
                  </a:lnTo>
                  <a:lnTo>
                    <a:pt x="2660" y="981"/>
                  </a:lnTo>
                  <a:lnTo>
                    <a:pt x="2639" y="916"/>
                  </a:lnTo>
                  <a:lnTo>
                    <a:pt x="2617" y="850"/>
                  </a:lnTo>
                  <a:lnTo>
                    <a:pt x="2573" y="785"/>
                  </a:lnTo>
                  <a:lnTo>
                    <a:pt x="2508" y="741"/>
                  </a:lnTo>
                  <a:lnTo>
                    <a:pt x="2508" y="741"/>
                  </a:lnTo>
                  <a:lnTo>
                    <a:pt x="2421" y="741"/>
                  </a:lnTo>
                  <a:lnTo>
                    <a:pt x="2333" y="763"/>
                  </a:lnTo>
                  <a:lnTo>
                    <a:pt x="2333" y="763"/>
                  </a:lnTo>
                  <a:lnTo>
                    <a:pt x="2224" y="829"/>
                  </a:lnTo>
                  <a:lnTo>
                    <a:pt x="2115" y="894"/>
                  </a:lnTo>
                  <a:lnTo>
                    <a:pt x="2028" y="1003"/>
                  </a:lnTo>
                  <a:lnTo>
                    <a:pt x="1941" y="1090"/>
                  </a:lnTo>
                  <a:lnTo>
                    <a:pt x="1941" y="1090"/>
                  </a:lnTo>
                  <a:lnTo>
                    <a:pt x="1876" y="1156"/>
                  </a:lnTo>
                  <a:lnTo>
                    <a:pt x="1854" y="1177"/>
                  </a:lnTo>
                  <a:lnTo>
                    <a:pt x="1810" y="1177"/>
                  </a:lnTo>
                  <a:lnTo>
                    <a:pt x="1810" y="1177"/>
                  </a:lnTo>
                  <a:lnTo>
                    <a:pt x="1767" y="1177"/>
                  </a:lnTo>
                  <a:lnTo>
                    <a:pt x="1723" y="1134"/>
                  </a:lnTo>
                  <a:lnTo>
                    <a:pt x="1658" y="1025"/>
                  </a:lnTo>
                  <a:lnTo>
                    <a:pt x="1658" y="1025"/>
                  </a:lnTo>
                  <a:lnTo>
                    <a:pt x="1265" y="283"/>
                  </a:lnTo>
                  <a:lnTo>
                    <a:pt x="1265" y="283"/>
                  </a:lnTo>
                  <a:lnTo>
                    <a:pt x="1200" y="392"/>
                  </a:lnTo>
                  <a:lnTo>
                    <a:pt x="1156" y="501"/>
                  </a:lnTo>
                  <a:lnTo>
                    <a:pt x="1156" y="610"/>
                  </a:lnTo>
                  <a:lnTo>
                    <a:pt x="1156" y="741"/>
                  </a:lnTo>
                  <a:lnTo>
                    <a:pt x="1156" y="741"/>
                  </a:lnTo>
                  <a:lnTo>
                    <a:pt x="1178" y="872"/>
                  </a:lnTo>
                  <a:lnTo>
                    <a:pt x="1178" y="981"/>
                  </a:lnTo>
                  <a:lnTo>
                    <a:pt x="1156" y="1068"/>
                  </a:lnTo>
                  <a:lnTo>
                    <a:pt x="1134" y="1112"/>
                  </a:lnTo>
                  <a:lnTo>
                    <a:pt x="1113" y="1134"/>
                  </a:lnTo>
                  <a:lnTo>
                    <a:pt x="1113" y="1134"/>
                  </a:lnTo>
                  <a:lnTo>
                    <a:pt x="1025" y="1112"/>
                  </a:lnTo>
                  <a:lnTo>
                    <a:pt x="960" y="1090"/>
                  </a:lnTo>
                  <a:lnTo>
                    <a:pt x="306" y="676"/>
                  </a:lnTo>
                  <a:lnTo>
                    <a:pt x="306" y="676"/>
                  </a:lnTo>
                  <a:lnTo>
                    <a:pt x="262" y="654"/>
                  </a:lnTo>
                  <a:lnTo>
                    <a:pt x="197" y="654"/>
                  </a:lnTo>
                  <a:lnTo>
                    <a:pt x="131" y="654"/>
                  </a:lnTo>
                  <a:lnTo>
                    <a:pt x="88" y="676"/>
                  </a:lnTo>
                  <a:lnTo>
                    <a:pt x="44" y="720"/>
                  </a:lnTo>
                  <a:lnTo>
                    <a:pt x="22" y="763"/>
                  </a:lnTo>
                  <a:lnTo>
                    <a:pt x="1" y="829"/>
                  </a:lnTo>
                  <a:lnTo>
                    <a:pt x="1" y="894"/>
                  </a:lnTo>
                  <a:lnTo>
                    <a:pt x="1" y="894"/>
                  </a:lnTo>
                  <a:lnTo>
                    <a:pt x="22" y="1134"/>
                  </a:lnTo>
                  <a:lnTo>
                    <a:pt x="110" y="1395"/>
                  </a:lnTo>
                  <a:lnTo>
                    <a:pt x="219" y="1635"/>
                  </a:lnTo>
                  <a:lnTo>
                    <a:pt x="350" y="1875"/>
                  </a:lnTo>
                  <a:lnTo>
                    <a:pt x="350" y="1875"/>
                  </a:lnTo>
                  <a:lnTo>
                    <a:pt x="829" y="2791"/>
                  </a:lnTo>
                  <a:lnTo>
                    <a:pt x="829" y="2791"/>
                  </a:lnTo>
                  <a:lnTo>
                    <a:pt x="1069" y="3205"/>
                  </a:lnTo>
                  <a:lnTo>
                    <a:pt x="1331" y="3619"/>
                  </a:lnTo>
                  <a:lnTo>
                    <a:pt x="1331" y="3619"/>
                  </a:lnTo>
                  <a:lnTo>
                    <a:pt x="1418" y="3706"/>
                  </a:lnTo>
                  <a:lnTo>
                    <a:pt x="1505" y="3750"/>
                  </a:lnTo>
                  <a:lnTo>
                    <a:pt x="1505" y="3750"/>
                  </a:lnTo>
                  <a:lnTo>
                    <a:pt x="1549" y="3990"/>
                  </a:lnTo>
                  <a:lnTo>
                    <a:pt x="1614" y="4229"/>
                  </a:lnTo>
                  <a:lnTo>
                    <a:pt x="1679" y="4469"/>
                  </a:lnTo>
                  <a:lnTo>
                    <a:pt x="1767" y="4709"/>
                  </a:lnTo>
                  <a:lnTo>
                    <a:pt x="1767" y="4709"/>
                  </a:lnTo>
                  <a:lnTo>
                    <a:pt x="1614" y="5080"/>
                  </a:lnTo>
                  <a:lnTo>
                    <a:pt x="1505" y="5472"/>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7" name="Google Shape;11487;p80"/>
            <p:cNvSpPr/>
            <p:nvPr/>
          </p:nvSpPr>
          <p:spPr>
            <a:xfrm rot="-947327">
              <a:off x="6248458" y="3228750"/>
              <a:ext cx="124279" cy="140654"/>
            </a:xfrm>
            <a:custGeom>
              <a:rect b="b" l="l" r="r" t="t"/>
              <a:pathLst>
                <a:path extrusionOk="0" h="5626" w="4971">
                  <a:moveTo>
                    <a:pt x="610" y="1"/>
                  </a:moveTo>
                  <a:lnTo>
                    <a:pt x="567" y="22"/>
                  </a:lnTo>
                  <a:lnTo>
                    <a:pt x="523" y="44"/>
                  </a:lnTo>
                  <a:lnTo>
                    <a:pt x="480" y="110"/>
                  </a:lnTo>
                  <a:lnTo>
                    <a:pt x="436" y="153"/>
                  </a:lnTo>
                  <a:lnTo>
                    <a:pt x="392" y="415"/>
                  </a:lnTo>
                  <a:lnTo>
                    <a:pt x="371" y="676"/>
                  </a:lnTo>
                  <a:lnTo>
                    <a:pt x="371" y="938"/>
                  </a:lnTo>
                  <a:lnTo>
                    <a:pt x="392" y="1221"/>
                  </a:lnTo>
                  <a:lnTo>
                    <a:pt x="480" y="2224"/>
                  </a:lnTo>
                  <a:lnTo>
                    <a:pt x="523" y="2726"/>
                  </a:lnTo>
                  <a:lnTo>
                    <a:pt x="610" y="3205"/>
                  </a:lnTo>
                  <a:lnTo>
                    <a:pt x="654" y="3314"/>
                  </a:lnTo>
                  <a:lnTo>
                    <a:pt x="719" y="3401"/>
                  </a:lnTo>
                  <a:lnTo>
                    <a:pt x="654" y="3641"/>
                  </a:lnTo>
                  <a:lnTo>
                    <a:pt x="610" y="3881"/>
                  </a:lnTo>
                  <a:lnTo>
                    <a:pt x="589" y="4121"/>
                  </a:lnTo>
                  <a:lnTo>
                    <a:pt x="589" y="4361"/>
                  </a:lnTo>
                  <a:lnTo>
                    <a:pt x="305" y="4666"/>
                  </a:lnTo>
                  <a:lnTo>
                    <a:pt x="44" y="4971"/>
                  </a:lnTo>
                  <a:lnTo>
                    <a:pt x="22" y="5015"/>
                  </a:lnTo>
                  <a:lnTo>
                    <a:pt x="0" y="5058"/>
                  </a:lnTo>
                  <a:lnTo>
                    <a:pt x="22" y="5102"/>
                  </a:lnTo>
                  <a:lnTo>
                    <a:pt x="44" y="5146"/>
                  </a:lnTo>
                  <a:lnTo>
                    <a:pt x="87" y="5167"/>
                  </a:lnTo>
                  <a:lnTo>
                    <a:pt x="131" y="5167"/>
                  </a:lnTo>
                  <a:lnTo>
                    <a:pt x="174" y="5146"/>
                  </a:lnTo>
                  <a:lnTo>
                    <a:pt x="218" y="5124"/>
                  </a:lnTo>
                  <a:lnTo>
                    <a:pt x="392" y="4928"/>
                  </a:lnTo>
                  <a:lnTo>
                    <a:pt x="589" y="4710"/>
                  </a:lnTo>
                  <a:lnTo>
                    <a:pt x="1155" y="4644"/>
                  </a:lnTo>
                  <a:lnTo>
                    <a:pt x="1744" y="4579"/>
                  </a:lnTo>
                  <a:lnTo>
                    <a:pt x="1744" y="4601"/>
                  </a:lnTo>
                  <a:lnTo>
                    <a:pt x="1919" y="4710"/>
                  </a:lnTo>
                  <a:lnTo>
                    <a:pt x="2115" y="4819"/>
                  </a:lnTo>
                  <a:lnTo>
                    <a:pt x="2507" y="4993"/>
                  </a:lnTo>
                  <a:lnTo>
                    <a:pt x="3074" y="5276"/>
                  </a:lnTo>
                  <a:lnTo>
                    <a:pt x="3684" y="5560"/>
                  </a:lnTo>
                  <a:lnTo>
                    <a:pt x="3793" y="5603"/>
                  </a:lnTo>
                  <a:lnTo>
                    <a:pt x="3924" y="5625"/>
                  </a:lnTo>
                  <a:lnTo>
                    <a:pt x="4055" y="5625"/>
                  </a:lnTo>
                  <a:lnTo>
                    <a:pt x="4120" y="5582"/>
                  </a:lnTo>
                  <a:lnTo>
                    <a:pt x="4164" y="5560"/>
                  </a:lnTo>
                  <a:lnTo>
                    <a:pt x="4186" y="5494"/>
                  </a:lnTo>
                  <a:lnTo>
                    <a:pt x="4164" y="5429"/>
                  </a:lnTo>
                  <a:lnTo>
                    <a:pt x="4142" y="5320"/>
                  </a:lnTo>
                  <a:lnTo>
                    <a:pt x="4099" y="5233"/>
                  </a:lnTo>
                  <a:lnTo>
                    <a:pt x="4055" y="5146"/>
                  </a:lnTo>
                  <a:lnTo>
                    <a:pt x="3968" y="5058"/>
                  </a:lnTo>
                  <a:lnTo>
                    <a:pt x="3924" y="5015"/>
                  </a:lnTo>
                  <a:lnTo>
                    <a:pt x="3924" y="4993"/>
                  </a:lnTo>
                  <a:lnTo>
                    <a:pt x="3924" y="4949"/>
                  </a:lnTo>
                  <a:lnTo>
                    <a:pt x="3946" y="4928"/>
                  </a:lnTo>
                  <a:lnTo>
                    <a:pt x="3990" y="4884"/>
                  </a:lnTo>
                  <a:lnTo>
                    <a:pt x="4077" y="4862"/>
                  </a:lnTo>
                  <a:lnTo>
                    <a:pt x="4818" y="4666"/>
                  </a:lnTo>
                  <a:lnTo>
                    <a:pt x="4753" y="4622"/>
                  </a:lnTo>
                  <a:lnTo>
                    <a:pt x="4665" y="4557"/>
                  </a:lnTo>
                  <a:lnTo>
                    <a:pt x="4556" y="4535"/>
                  </a:lnTo>
                  <a:lnTo>
                    <a:pt x="4447" y="4535"/>
                  </a:lnTo>
                  <a:lnTo>
                    <a:pt x="4229" y="4513"/>
                  </a:lnTo>
                  <a:lnTo>
                    <a:pt x="4142" y="4492"/>
                  </a:lnTo>
                  <a:lnTo>
                    <a:pt x="4120" y="4448"/>
                  </a:lnTo>
                  <a:lnTo>
                    <a:pt x="4120" y="4426"/>
                  </a:lnTo>
                  <a:lnTo>
                    <a:pt x="4142" y="4383"/>
                  </a:lnTo>
                  <a:lnTo>
                    <a:pt x="4186" y="4339"/>
                  </a:lnTo>
                  <a:lnTo>
                    <a:pt x="4687" y="3881"/>
                  </a:lnTo>
                  <a:lnTo>
                    <a:pt x="4709" y="3859"/>
                  </a:lnTo>
                  <a:lnTo>
                    <a:pt x="4731" y="3816"/>
                  </a:lnTo>
                  <a:lnTo>
                    <a:pt x="4731" y="3772"/>
                  </a:lnTo>
                  <a:lnTo>
                    <a:pt x="4731" y="3728"/>
                  </a:lnTo>
                  <a:lnTo>
                    <a:pt x="4709" y="3685"/>
                  </a:lnTo>
                  <a:lnTo>
                    <a:pt x="4665" y="3663"/>
                  </a:lnTo>
                  <a:lnTo>
                    <a:pt x="4622" y="3619"/>
                  </a:lnTo>
                  <a:lnTo>
                    <a:pt x="4338" y="3619"/>
                  </a:lnTo>
                  <a:lnTo>
                    <a:pt x="4099" y="3641"/>
                  </a:lnTo>
                  <a:lnTo>
                    <a:pt x="3859" y="3685"/>
                  </a:lnTo>
                  <a:lnTo>
                    <a:pt x="3619" y="3750"/>
                  </a:lnTo>
                  <a:lnTo>
                    <a:pt x="2725" y="3968"/>
                  </a:lnTo>
                  <a:lnTo>
                    <a:pt x="2289" y="4099"/>
                  </a:lnTo>
                  <a:lnTo>
                    <a:pt x="1875" y="4230"/>
                  </a:lnTo>
                  <a:lnTo>
                    <a:pt x="1766" y="4274"/>
                  </a:lnTo>
                  <a:lnTo>
                    <a:pt x="1722" y="4339"/>
                  </a:lnTo>
                  <a:lnTo>
                    <a:pt x="1286" y="4383"/>
                  </a:lnTo>
                  <a:lnTo>
                    <a:pt x="850" y="4448"/>
                  </a:lnTo>
                  <a:lnTo>
                    <a:pt x="850" y="4448"/>
                  </a:lnTo>
                  <a:lnTo>
                    <a:pt x="1221" y="4121"/>
                  </a:lnTo>
                  <a:lnTo>
                    <a:pt x="1591" y="3816"/>
                  </a:lnTo>
                  <a:lnTo>
                    <a:pt x="1984" y="3554"/>
                  </a:lnTo>
                  <a:lnTo>
                    <a:pt x="2398" y="3314"/>
                  </a:lnTo>
                  <a:lnTo>
                    <a:pt x="2464" y="3336"/>
                  </a:lnTo>
                  <a:lnTo>
                    <a:pt x="2682" y="3314"/>
                  </a:lnTo>
                  <a:lnTo>
                    <a:pt x="2900" y="3292"/>
                  </a:lnTo>
                  <a:lnTo>
                    <a:pt x="3314" y="3183"/>
                  </a:lnTo>
                  <a:lnTo>
                    <a:pt x="3946" y="3074"/>
                  </a:lnTo>
                  <a:lnTo>
                    <a:pt x="4578" y="2944"/>
                  </a:lnTo>
                  <a:lnTo>
                    <a:pt x="4709" y="2900"/>
                  </a:lnTo>
                  <a:lnTo>
                    <a:pt x="4818" y="2856"/>
                  </a:lnTo>
                  <a:lnTo>
                    <a:pt x="4883" y="2813"/>
                  </a:lnTo>
                  <a:lnTo>
                    <a:pt x="4927" y="2747"/>
                  </a:lnTo>
                  <a:lnTo>
                    <a:pt x="4949" y="2704"/>
                  </a:lnTo>
                  <a:lnTo>
                    <a:pt x="4971" y="2638"/>
                  </a:lnTo>
                  <a:lnTo>
                    <a:pt x="4949" y="2573"/>
                  </a:lnTo>
                  <a:lnTo>
                    <a:pt x="4905" y="2529"/>
                  </a:lnTo>
                  <a:lnTo>
                    <a:pt x="4818" y="2464"/>
                  </a:lnTo>
                  <a:lnTo>
                    <a:pt x="4731" y="2420"/>
                  </a:lnTo>
                  <a:lnTo>
                    <a:pt x="4622" y="2377"/>
                  </a:lnTo>
                  <a:lnTo>
                    <a:pt x="4513" y="2355"/>
                  </a:lnTo>
                  <a:lnTo>
                    <a:pt x="4447" y="2355"/>
                  </a:lnTo>
                  <a:lnTo>
                    <a:pt x="4426" y="2333"/>
                  </a:lnTo>
                  <a:lnTo>
                    <a:pt x="4404" y="2311"/>
                  </a:lnTo>
                  <a:lnTo>
                    <a:pt x="4404" y="2268"/>
                  </a:lnTo>
                  <a:lnTo>
                    <a:pt x="4426" y="2224"/>
                  </a:lnTo>
                  <a:lnTo>
                    <a:pt x="4491" y="2137"/>
                  </a:lnTo>
                  <a:lnTo>
                    <a:pt x="4971" y="1527"/>
                  </a:lnTo>
                  <a:lnTo>
                    <a:pt x="4862" y="1527"/>
                  </a:lnTo>
                  <a:lnTo>
                    <a:pt x="4774" y="1548"/>
                  </a:lnTo>
                  <a:lnTo>
                    <a:pt x="4665" y="1592"/>
                  </a:lnTo>
                  <a:lnTo>
                    <a:pt x="4578" y="1657"/>
                  </a:lnTo>
                  <a:lnTo>
                    <a:pt x="4382" y="1766"/>
                  </a:lnTo>
                  <a:lnTo>
                    <a:pt x="4317" y="1788"/>
                  </a:lnTo>
                  <a:lnTo>
                    <a:pt x="4273" y="1788"/>
                  </a:lnTo>
                  <a:lnTo>
                    <a:pt x="4251" y="1766"/>
                  </a:lnTo>
                  <a:lnTo>
                    <a:pt x="4251" y="1701"/>
                  </a:lnTo>
                  <a:lnTo>
                    <a:pt x="4251" y="1657"/>
                  </a:lnTo>
                  <a:lnTo>
                    <a:pt x="4382" y="1003"/>
                  </a:lnTo>
                  <a:lnTo>
                    <a:pt x="4382" y="938"/>
                  </a:lnTo>
                  <a:lnTo>
                    <a:pt x="4360" y="894"/>
                  </a:lnTo>
                  <a:lnTo>
                    <a:pt x="4338" y="873"/>
                  </a:lnTo>
                  <a:lnTo>
                    <a:pt x="4317" y="829"/>
                  </a:lnTo>
                  <a:lnTo>
                    <a:pt x="4164" y="829"/>
                  </a:lnTo>
                  <a:lnTo>
                    <a:pt x="4120" y="851"/>
                  </a:lnTo>
                  <a:lnTo>
                    <a:pt x="3924" y="982"/>
                  </a:lnTo>
                  <a:lnTo>
                    <a:pt x="3750" y="1156"/>
                  </a:lnTo>
                  <a:lnTo>
                    <a:pt x="3597" y="1330"/>
                  </a:lnTo>
                  <a:lnTo>
                    <a:pt x="3445" y="1527"/>
                  </a:lnTo>
                  <a:lnTo>
                    <a:pt x="2856" y="2268"/>
                  </a:lnTo>
                  <a:lnTo>
                    <a:pt x="2594" y="2617"/>
                  </a:lnTo>
                  <a:lnTo>
                    <a:pt x="2333" y="2965"/>
                  </a:lnTo>
                  <a:lnTo>
                    <a:pt x="2311" y="3031"/>
                  </a:lnTo>
                  <a:lnTo>
                    <a:pt x="2289" y="3118"/>
                  </a:lnTo>
                  <a:lnTo>
                    <a:pt x="1897" y="3336"/>
                  </a:lnTo>
                  <a:lnTo>
                    <a:pt x="1526" y="3576"/>
                  </a:lnTo>
                  <a:lnTo>
                    <a:pt x="1177" y="3837"/>
                  </a:lnTo>
                  <a:lnTo>
                    <a:pt x="828" y="4143"/>
                  </a:lnTo>
                  <a:lnTo>
                    <a:pt x="828" y="4143"/>
                  </a:lnTo>
                  <a:lnTo>
                    <a:pt x="872" y="3794"/>
                  </a:lnTo>
                  <a:lnTo>
                    <a:pt x="959" y="3445"/>
                  </a:lnTo>
                  <a:lnTo>
                    <a:pt x="1003" y="3445"/>
                  </a:lnTo>
                  <a:lnTo>
                    <a:pt x="1046" y="3423"/>
                  </a:lnTo>
                  <a:lnTo>
                    <a:pt x="1221" y="3249"/>
                  </a:lnTo>
                  <a:lnTo>
                    <a:pt x="1395" y="3053"/>
                  </a:lnTo>
                  <a:lnTo>
                    <a:pt x="1722" y="2682"/>
                  </a:lnTo>
                  <a:lnTo>
                    <a:pt x="2224" y="2115"/>
                  </a:lnTo>
                  <a:lnTo>
                    <a:pt x="2703" y="1548"/>
                  </a:lnTo>
                  <a:lnTo>
                    <a:pt x="2791" y="1439"/>
                  </a:lnTo>
                  <a:lnTo>
                    <a:pt x="2856" y="1309"/>
                  </a:lnTo>
                  <a:lnTo>
                    <a:pt x="2878" y="1221"/>
                  </a:lnTo>
                  <a:lnTo>
                    <a:pt x="2878" y="1156"/>
                  </a:lnTo>
                  <a:lnTo>
                    <a:pt x="2856" y="1069"/>
                  </a:lnTo>
                  <a:lnTo>
                    <a:pt x="2812" y="1025"/>
                  </a:lnTo>
                  <a:lnTo>
                    <a:pt x="2747" y="982"/>
                  </a:lnTo>
                  <a:lnTo>
                    <a:pt x="2529" y="982"/>
                  </a:lnTo>
                  <a:lnTo>
                    <a:pt x="2398" y="1003"/>
                  </a:lnTo>
                  <a:lnTo>
                    <a:pt x="2267" y="1047"/>
                  </a:lnTo>
                  <a:lnTo>
                    <a:pt x="2158" y="1112"/>
                  </a:lnTo>
                  <a:lnTo>
                    <a:pt x="2071" y="1156"/>
                  </a:lnTo>
                  <a:lnTo>
                    <a:pt x="2006" y="1156"/>
                  </a:lnTo>
                  <a:lnTo>
                    <a:pt x="1962" y="1112"/>
                  </a:lnTo>
                  <a:lnTo>
                    <a:pt x="1940" y="1069"/>
                  </a:lnTo>
                  <a:lnTo>
                    <a:pt x="1919" y="938"/>
                  </a:lnTo>
                  <a:lnTo>
                    <a:pt x="1853" y="110"/>
                  </a:lnTo>
                  <a:lnTo>
                    <a:pt x="1766" y="175"/>
                  </a:lnTo>
                  <a:lnTo>
                    <a:pt x="1679" y="262"/>
                  </a:lnTo>
                  <a:lnTo>
                    <a:pt x="1613" y="371"/>
                  </a:lnTo>
                  <a:lnTo>
                    <a:pt x="1570" y="480"/>
                  </a:lnTo>
                  <a:lnTo>
                    <a:pt x="1548" y="611"/>
                  </a:lnTo>
                  <a:lnTo>
                    <a:pt x="1504" y="720"/>
                  </a:lnTo>
                  <a:lnTo>
                    <a:pt x="1461" y="785"/>
                  </a:lnTo>
                  <a:lnTo>
                    <a:pt x="1417" y="807"/>
                  </a:lnTo>
                  <a:lnTo>
                    <a:pt x="1373" y="807"/>
                  </a:lnTo>
                  <a:lnTo>
                    <a:pt x="1308" y="785"/>
                  </a:lnTo>
                  <a:lnTo>
                    <a:pt x="1264" y="720"/>
                  </a:lnTo>
                  <a:lnTo>
                    <a:pt x="828" y="88"/>
                  </a:lnTo>
                  <a:lnTo>
                    <a:pt x="785" y="44"/>
                  </a:lnTo>
                  <a:lnTo>
                    <a:pt x="719" y="22"/>
                  </a:lnTo>
                  <a:lnTo>
                    <a:pt x="676"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8" name="Google Shape;11488;p80"/>
            <p:cNvSpPr/>
            <p:nvPr/>
          </p:nvSpPr>
          <p:spPr>
            <a:xfrm rot="-947327">
              <a:off x="6248458" y="3228750"/>
              <a:ext cx="124279" cy="140654"/>
            </a:xfrm>
            <a:custGeom>
              <a:rect b="b" l="l" r="r" t="t"/>
              <a:pathLst>
                <a:path extrusionOk="0" fill="none" h="5626" w="4971">
                  <a:moveTo>
                    <a:pt x="44" y="4971"/>
                  </a:moveTo>
                  <a:lnTo>
                    <a:pt x="44" y="4971"/>
                  </a:lnTo>
                  <a:lnTo>
                    <a:pt x="22" y="5015"/>
                  </a:lnTo>
                  <a:lnTo>
                    <a:pt x="0" y="5058"/>
                  </a:lnTo>
                  <a:lnTo>
                    <a:pt x="22" y="5102"/>
                  </a:lnTo>
                  <a:lnTo>
                    <a:pt x="44" y="5146"/>
                  </a:lnTo>
                  <a:lnTo>
                    <a:pt x="44" y="5146"/>
                  </a:lnTo>
                  <a:lnTo>
                    <a:pt x="87" y="5167"/>
                  </a:lnTo>
                  <a:lnTo>
                    <a:pt x="131" y="5167"/>
                  </a:lnTo>
                  <a:lnTo>
                    <a:pt x="174" y="5146"/>
                  </a:lnTo>
                  <a:lnTo>
                    <a:pt x="218" y="5124"/>
                  </a:lnTo>
                  <a:lnTo>
                    <a:pt x="218" y="5124"/>
                  </a:lnTo>
                  <a:lnTo>
                    <a:pt x="392" y="4928"/>
                  </a:lnTo>
                  <a:lnTo>
                    <a:pt x="589" y="4710"/>
                  </a:lnTo>
                  <a:lnTo>
                    <a:pt x="589" y="4710"/>
                  </a:lnTo>
                  <a:lnTo>
                    <a:pt x="1155" y="4644"/>
                  </a:lnTo>
                  <a:lnTo>
                    <a:pt x="1744" y="4579"/>
                  </a:lnTo>
                  <a:lnTo>
                    <a:pt x="1744" y="4601"/>
                  </a:lnTo>
                  <a:lnTo>
                    <a:pt x="1744" y="4601"/>
                  </a:lnTo>
                  <a:lnTo>
                    <a:pt x="1919" y="4710"/>
                  </a:lnTo>
                  <a:lnTo>
                    <a:pt x="2115" y="4819"/>
                  </a:lnTo>
                  <a:lnTo>
                    <a:pt x="2507" y="4993"/>
                  </a:lnTo>
                  <a:lnTo>
                    <a:pt x="2507" y="4993"/>
                  </a:lnTo>
                  <a:lnTo>
                    <a:pt x="3074" y="5276"/>
                  </a:lnTo>
                  <a:lnTo>
                    <a:pt x="3684" y="5560"/>
                  </a:lnTo>
                  <a:lnTo>
                    <a:pt x="3684" y="5560"/>
                  </a:lnTo>
                  <a:lnTo>
                    <a:pt x="3793" y="5603"/>
                  </a:lnTo>
                  <a:lnTo>
                    <a:pt x="3924" y="5625"/>
                  </a:lnTo>
                  <a:lnTo>
                    <a:pt x="3924" y="5625"/>
                  </a:lnTo>
                  <a:lnTo>
                    <a:pt x="3990" y="5625"/>
                  </a:lnTo>
                  <a:lnTo>
                    <a:pt x="4055" y="5625"/>
                  </a:lnTo>
                  <a:lnTo>
                    <a:pt x="4120" y="5582"/>
                  </a:lnTo>
                  <a:lnTo>
                    <a:pt x="4164" y="5560"/>
                  </a:lnTo>
                  <a:lnTo>
                    <a:pt x="4164" y="5560"/>
                  </a:lnTo>
                  <a:lnTo>
                    <a:pt x="4186" y="5494"/>
                  </a:lnTo>
                  <a:lnTo>
                    <a:pt x="4164" y="5429"/>
                  </a:lnTo>
                  <a:lnTo>
                    <a:pt x="4164" y="5429"/>
                  </a:lnTo>
                  <a:lnTo>
                    <a:pt x="4142" y="5320"/>
                  </a:lnTo>
                  <a:lnTo>
                    <a:pt x="4099" y="5233"/>
                  </a:lnTo>
                  <a:lnTo>
                    <a:pt x="4055" y="5146"/>
                  </a:lnTo>
                  <a:lnTo>
                    <a:pt x="3968" y="5058"/>
                  </a:lnTo>
                  <a:lnTo>
                    <a:pt x="3968" y="5058"/>
                  </a:lnTo>
                  <a:lnTo>
                    <a:pt x="3924" y="5015"/>
                  </a:lnTo>
                  <a:lnTo>
                    <a:pt x="3924" y="4993"/>
                  </a:lnTo>
                  <a:lnTo>
                    <a:pt x="3924" y="4949"/>
                  </a:lnTo>
                  <a:lnTo>
                    <a:pt x="3924" y="4949"/>
                  </a:lnTo>
                  <a:lnTo>
                    <a:pt x="3946" y="4928"/>
                  </a:lnTo>
                  <a:lnTo>
                    <a:pt x="3990" y="4884"/>
                  </a:lnTo>
                  <a:lnTo>
                    <a:pt x="4077" y="4862"/>
                  </a:lnTo>
                  <a:lnTo>
                    <a:pt x="4077" y="4862"/>
                  </a:lnTo>
                  <a:lnTo>
                    <a:pt x="4818" y="4666"/>
                  </a:lnTo>
                  <a:lnTo>
                    <a:pt x="4818" y="4666"/>
                  </a:lnTo>
                  <a:lnTo>
                    <a:pt x="4753" y="4622"/>
                  </a:lnTo>
                  <a:lnTo>
                    <a:pt x="4665" y="4557"/>
                  </a:lnTo>
                  <a:lnTo>
                    <a:pt x="4556" y="4535"/>
                  </a:lnTo>
                  <a:lnTo>
                    <a:pt x="4447" y="4535"/>
                  </a:lnTo>
                  <a:lnTo>
                    <a:pt x="4447" y="4535"/>
                  </a:lnTo>
                  <a:lnTo>
                    <a:pt x="4229" y="4513"/>
                  </a:lnTo>
                  <a:lnTo>
                    <a:pt x="4142" y="4492"/>
                  </a:lnTo>
                  <a:lnTo>
                    <a:pt x="4120" y="4448"/>
                  </a:lnTo>
                  <a:lnTo>
                    <a:pt x="4120" y="4426"/>
                  </a:lnTo>
                  <a:lnTo>
                    <a:pt x="4120" y="4426"/>
                  </a:lnTo>
                  <a:lnTo>
                    <a:pt x="4142" y="4383"/>
                  </a:lnTo>
                  <a:lnTo>
                    <a:pt x="4186" y="4339"/>
                  </a:lnTo>
                  <a:lnTo>
                    <a:pt x="4687" y="3881"/>
                  </a:lnTo>
                  <a:lnTo>
                    <a:pt x="4687" y="3881"/>
                  </a:lnTo>
                  <a:lnTo>
                    <a:pt x="4709" y="3859"/>
                  </a:lnTo>
                  <a:lnTo>
                    <a:pt x="4731" y="3816"/>
                  </a:lnTo>
                  <a:lnTo>
                    <a:pt x="4731" y="3772"/>
                  </a:lnTo>
                  <a:lnTo>
                    <a:pt x="4731" y="3728"/>
                  </a:lnTo>
                  <a:lnTo>
                    <a:pt x="4709" y="3685"/>
                  </a:lnTo>
                  <a:lnTo>
                    <a:pt x="4665" y="3663"/>
                  </a:lnTo>
                  <a:lnTo>
                    <a:pt x="4622" y="3619"/>
                  </a:lnTo>
                  <a:lnTo>
                    <a:pt x="4556" y="3619"/>
                  </a:lnTo>
                  <a:lnTo>
                    <a:pt x="4556" y="3619"/>
                  </a:lnTo>
                  <a:lnTo>
                    <a:pt x="4338" y="3619"/>
                  </a:lnTo>
                  <a:lnTo>
                    <a:pt x="4099" y="3641"/>
                  </a:lnTo>
                  <a:lnTo>
                    <a:pt x="3859" y="3685"/>
                  </a:lnTo>
                  <a:lnTo>
                    <a:pt x="3619" y="3750"/>
                  </a:lnTo>
                  <a:lnTo>
                    <a:pt x="3619" y="3750"/>
                  </a:lnTo>
                  <a:lnTo>
                    <a:pt x="2725" y="3968"/>
                  </a:lnTo>
                  <a:lnTo>
                    <a:pt x="2725" y="3968"/>
                  </a:lnTo>
                  <a:lnTo>
                    <a:pt x="2289" y="4099"/>
                  </a:lnTo>
                  <a:lnTo>
                    <a:pt x="1875" y="4230"/>
                  </a:lnTo>
                  <a:lnTo>
                    <a:pt x="1875" y="4230"/>
                  </a:lnTo>
                  <a:lnTo>
                    <a:pt x="1766" y="4274"/>
                  </a:lnTo>
                  <a:lnTo>
                    <a:pt x="1722" y="4339"/>
                  </a:lnTo>
                  <a:lnTo>
                    <a:pt x="1722" y="4339"/>
                  </a:lnTo>
                  <a:lnTo>
                    <a:pt x="1286" y="4383"/>
                  </a:lnTo>
                  <a:lnTo>
                    <a:pt x="850" y="4448"/>
                  </a:lnTo>
                  <a:lnTo>
                    <a:pt x="850" y="4448"/>
                  </a:lnTo>
                  <a:lnTo>
                    <a:pt x="1221" y="4121"/>
                  </a:lnTo>
                  <a:lnTo>
                    <a:pt x="1591" y="3816"/>
                  </a:lnTo>
                  <a:lnTo>
                    <a:pt x="1984" y="3554"/>
                  </a:lnTo>
                  <a:lnTo>
                    <a:pt x="2398" y="3314"/>
                  </a:lnTo>
                  <a:lnTo>
                    <a:pt x="2398" y="3314"/>
                  </a:lnTo>
                  <a:lnTo>
                    <a:pt x="2464" y="3336"/>
                  </a:lnTo>
                  <a:lnTo>
                    <a:pt x="2464" y="3336"/>
                  </a:lnTo>
                  <a:lnTo>
                    <a:pt x="2682" y="3314"/>
                  </a:lnTo>
                  <a:lnTo>
                    <a:pt x="2900" y="3292"/>
                  </a:lnTo>
                  <a:lnTo>
                    <a:pt x="3314" y="3183"/>
                  </a:lnTo>
                  <a:lnTo>
                    <a:pt x="3314" y="3183"/>
                  </a:lnTo>
                  <a:lnTo>
                    <a:pt x="3946" y="3074"/>
                  </a:lnTo>
                  <a:lnTo>
                    <a:pt x="4578" y="2944"/>
                  </a:lnTo>
                  <a:lnTo>
                    <a:pt x="4578" y="2944"/>
                  </a:lnTo>
                  <a:lnTo>
                    <a:pt x="4709" y="2900"/>
                  </a:lnTo>
                  <a:lnTo>
                    <a:pt x="4818" y="2856"/>
                  </a:lnTo>
                  <a:lnTo>
                    <a:pt x="4818" y="2856"/>
                  </a:lnTo>
                  <a:lnTo>
                    <a:pt x="4883" y="2813"/>
                  </a:lnTo>
                  <a:lnTo>
                    <a:pt x="4927" y="2747"/>
                  </a:lnTo>
                  <a:lnTo>
                    <a:pt x="4949" y="2704"/>
                  </a:lnTo>
                  <a:lnTo>
                    <a:pt x="4971" y="2638"/>
                  </a:lnTo>
                  <a:lnTo>
                    <a:pt x="4971" y="2638"/>
                  </a:lnTo>
                  <a:lnTo>
                    <a:pt x="4949" y="2573"/>
                  </a:lnTo>
                  <a:lnTo>
                    <a:pt x="4905" y="2529"/>
                  </a:lnTo>
                  <a:lnTo>
                    <a:pt x="4905" y="2529"/>
                  </a:lnTo>
                  <a:lnTo>
                    <a:pt x="4818" y="2464"/>
                  </a:lnTo>
                  <a:lnTo>
                    <a:pt x="4731" y="2420"/>
                  </a:lnTo>
                  <a:lnTo>
                    <a:pt x="4622" y="2377"/>
                  </a:lnTo>
                  <a:lnTo>
                    <a:pt x="4513" y="2355"/>
                  </a:lnTo>
                  <a:lnTo>
                    <a:pt x="4513" y="2355"/>
                  </a:lnTo>
                  <a:lnTo>
                    <a:pt x="4447" y="2355"/>
                  </a:lnTo>
                  <a:lnTo>
                    <a:pt x="4426" y="2333"/>
                  </a:lnTo>
                  <a:lnTo>
                    <a:pt x="4404" y="2311"/>
                  </a:lnTo>
                  <a:lnTo>
                    <a:pt x="4404" y="2311"/>
                  </a:lnTo>
                  <a:lnTo>
                    <a:pt x="4404" y="2268"/>
                  </a:lnTo>
                  <a:lnTo>
                    <a:pt x="4426" y="2224"/>
                  </a:lnTo>
                  <a:lnTo>
                    <a:pt x="4491" y="2137"/>
                  </a:lnTo>
                  <a:lnTo>
                    <a:pt x="4491" y="2137"/>
                  </a:lnTo>
                  <a:lnTo>
                    <a:pt x="4971" y="1527"/>
                  </a:lnTo>
                  <a:lnTo>
                    <a:pt x="4971" y="1527"/>
                  </a:lnTo>
                  <a:lnTo>
                    <a:pt x="4862" y="1527"/>
                  </a:lnTo>
                  <a:lnTo>
                    <a:pt x="4774" y="1548"/>
                  </a:lnTo>
                  <a:lnTo>
                    <a:pt x="4665" y="1592"/>
                  </a:lnTo>
                  <a:lnTo>
                    <a:pt x="4578" y="1657"/>
                  </a:lnTo>
                  <a:lnTo>
                    <a:pt x="4578" y="1657"/>
                  </a:lnTo>
                  <a:lnTo>
                    <a:pt x="4382" y="1766"/>
                  </a:lnTo>
                  <a:lnTo>
                    <a:pt x="4317" y="1788"/>
                  </a:lnTo>
                  <a:lnTo>
                    <a:pt x="4273" y="1788"/>
                  </a:lnTo>
                  <a:lnTo>
                    <a:pt x="4251" y="1766"/>
                  </a:lnTo>
                  <a:lnTo>
                    <a:pt x="4251" y="1766"/>
                  </a:lnTo>
                  <a:lnTo>
                    <a:pt x="4251" y="1701"/>
                  </a:lnTo>
                  <a:lnTo>
                    <a:pt x="4251" y="1657"/>
                  </a:lnTo>
                  <a:lnTo>
                    <a:pt x="4382" y="1003"/>
                  </a:lnTo>
                  <a:lnTo>
                    <a:pt x="4382" y="1003"/>
                  </a:lnTo>
                  <a:lnTo>
                    <a:pt x="4382" y="938"/>
                  </a:lnTo>
                  <a:lnTo>
                    <a:pt x="4360" y="894"/>
                  </a:lnTo>
                  <a:lnTo>
                    <a:pt x="4338" y="873"/>
                  </a:lnTo>
                  <a:lnTo>
                    <a:pt x="4317" y="829"/>
                  </a:lnTo>
                  <a:lnTo>
                    <a:pt x="4273" y="829"/>
                  </a:lnTo>
                  <a:lnTo>
                    <a:pt x="4229" y="829"/>
                  </a:lnTo>
                  <a:lnTo>
                    <a:pt x="4164" y="829"/>
                  </a:lnTo>
                  <a:lnTo>
                    <a:pt x="4120" y="851"/>
                  </a:lnTo>
                  <a:lnTo>
                    <a:pt x="4120" y="851"/>
                  </a:lnTo>
                  <a:lnTo>
                    <a:pt x="3924" y="982"/>
                  </a:lnTo>
                  <a:lnTo>
                    <a:pt x="3750" y="1156"/>
                  </a:lnTo>
                  <a:lnTo>
                    <a:pt x="3597" y="1330"/>
                  </a:lnTo>
                  <a:lnTo>
                    <a:pt x="3445" y="1527"/>
                  </a:lnTo>
                  <a:lnTo>
                    <a:pt x="3445" y="1527"/>
                  </a:lnTo>
                  <a:lnTo>
                    <a:pt x="2856" y="2268"/>
                  </a:lnTo>
                  <a:lnTo>
                    <a:pt x="2856" y="2268"/>
                  </a:lnTo>
                  <a:lnTo>
                    <a:pt x="2594" y="2617"/>
                  </a:lnTo>
                  <a:lnTo>
                    <a:pt x="2333" y="2965"/>
                  </a:lnTo>
                  <a:lnTo>
                    <a:pt x="2333" y="2965"/>
                  </a:lnTo>
                  <a:lnTo>
                    <a:pt x="2311" y="3031"/>
                  </a:lnTo>
                  <a:lnTo>
                    <a:pt x="2289" y="3118"/>
                  </a:lnTo>
                  <a:lnTo>
                    <a:pt x="2289" y="3118"/>
                  </a:lnTo>
                  <a:lnTo>
                    <a:pt x="1897" y="3336"/>
                  </a:lnTo>
                  <a:lnTo>
                    <a:pt x="1526" y="3576"/>
                  </a:lnTo>
                  <a:lnTo>
                    <a:pt x="1177" y="3837"/>
                  </a:lnTo>
                  <a:lnTo>
                    <a:pt x="828" y="4143"/>
                  </a:lnTo>
                  <a:lnTo>
                    <a:pt x="828" y="4143"/>
                  </a:lnTo>
                  <a:lnTo>
                    <a:pt x="872" y="3794"/>
                  </a:lnTo>
                  <a:lnTo>
                    <a:pt x="959" y="3445"/>
                  </a:lnTo>
                  <a:lnTo>
                    <a:pt x="959" y="3445"/>
                  </a:lnTo>
                  <a:lnTo>
                    <a:pt x="1003" y="3445"/>
                  </a:lnTo>
                  <a:lnTo>
                    <a:pt x="1046" y="3423"/>
                  </a:lnTo>
                  <a:lnTo>
                    <a:pt x="1046" y="3423"/>
                  </a:lnTo>
                  <a:lnTo>
                    <a:pt x="1221" y="3249"/>
                  </a:lnTo>
                  <a:lnTo>
                    <a:pt x="1395" y="3053"/>
                  </a:lnTo>
                  <a:lnTo>
                    <a:pt x="1722" y="2682"/>
                  </a:lnTo>
                  <a:lnTo>
                    <a:pt x="1722" y="2682"/>
                  </a:lnTo>
                  <a:lnTo>
                    <a:pt x="2224" y="2115"/>
                  </a:lnTo>
                  <a:lnTo>
                    <a:pt x="2703" y="1548"/>
                  </a:lnTo>
                  <a:lnTo>
                    <a:pt x="2703" y="1548"/>
                  </a:lnTo>
                  <a:lnTo>
                    <a:pt x="2791" y="1439"/>
                  </a:lnTo>
                  <a:lnTo>
                    <a:pt x="2856" y="1309"/>
                  </a:lnTo>
                  <a:lnTo>
                    <a:pt x="2856" y="1309"/>
                  </a:lnTo>
                  <a:lnTo>
                    <a:pt x="2878" y="1221"/>
                  </a:lnTo>
                  <a:lnTo>
                    <a:pt x="2878" y="1156"/>
                  </a:lnTo>
                  <a:lnTo>
                    <a:pt x="2856" y="1069"/>
                  </a:lnTo>
                  <a:lnTo>
                    <a:pt x="2812" y="1025"/>
                  </a:lnTo>
                  <a:lnTo>
                    <a:pt x="2812" y="1025"/>
                  </a:lnTo>
                  <a:lnTo>
                    <a:pt x="2747" y="982"/>
                  </a:lnTo>
                  <a:lnTo>
                    <a:pt x="2660" y="982"/>
                  </a:lnTo>
                  <a:lnTo>
                    <a:pt x="2660" y="982"/>
                  </a:lnTo>
                  <a:lnTo>
                    <a:pt x="2529" y="982"/>
                  </a:lnTo>
                  <a:lnTo>
                    <a:pt x="2398" y="1003"/>
                  </a:lnTo>
                  <a:lnTo>
                    <a:pt x="2267" y="1047"/>
                  </a:lnTo>
                  <a:lnTo>
                    <a:pt x="2158" y="1112"/>
                  </a:lnTo>
                  <a:lnTo>
                    <a:pt x="2158" y="1112"/>
                  </a:lnTo>
                  <a:lnTo>
                    <a:pt x="2071" y="1156"/>
                  </a:lnTo>
                  <a:lnTo>
                    <a:pt x="2028" y="1156"/>
                  </a:lnTo>
                  <a:lnTo>
                    <a:pt x="2006" y="1156"/>
                  </a:lnTo>
                  <a:lnTo>
                    <a:pt x="2006" y="1156"/>
                  </a:lnTo>
                  <a:lnTo>
                    <a:pt x="1962" y="1112"/>
                  </a:lnTo>
                  <a:lnTo>
                    <a:pt x="1940" y="1069"/>
                  </a:lnTo>
                  <a:lnTo>
                    <a:pt x="1919" y="938"/>
                  </a:lnTo>
                  <a:lnTo>
                    <a:pt x="1919" y="938"/>
                  </a:lnTo>
                  <a:lnTo>
                    <a:pt x="1853" y="110"/>
                  </a:lnTo>
                  <a:lnTo>
                    <a:pt x="1853" y="110"/>
                  </a:lnTo>
                  <a:lnTo>
                    <a:pt x="1766" y="175"/>
                  </a:lnTo>
                  <a:lnTo>
                    <a:pt x="1679" y="262"/>
                  </a:lnTo>
                  <a:lnTo>
                    <a:pt x="1613" y="371"/>
                  </a:lnTo>
                  <a:lnTo>
                    <a:pt x="1570" y="480"/>
                  </a:lnTo>
                  <a:lnTo>
                    <a:pt x="1570" y="480"/>
                  </a:lnTo>
                  <a:lnTo>
                    <a:pt x="1548" y="611"/>
                  </a:lnTo>
                  <a:lnTo>
                    <a:pt x="1504" y="720"/>
                  </a:lnTo>
                  <a:lnTo>
                    <a:pt x="1461" y="785"/>
                  </a:lnTo>
                  <a:lnTo>
                    <a:pt x="1417" y="807"/>
                  </a:lnTo>
                  <a:lnTo>
                    <a:pt x="1373" y="807"/>
                  </a:lnTo>
                  <a:lnTo>
                    <a:pt x="1373" y="807"/>
                  </a:lnTo>
                  <a:lnTo>
                    <a:pt x="1308" y="785"/>
                  </a:lnTo>
                  <a:lnTo>
                    <a:pt x="1264" y="720"/>
                  </a:lnTo>
                  <a:lnTo>
                    <a:pt x="828" y="88"/>
                  </a:lnTo>
                  <a:lnTo>
                    <a:pt x="828" y="88"/>
                  </a:lnTo>
                  <a:lnTo>
                    <a:pt x="785" y="44"/>
                  </a:lnTo>
                  <a:lnTo>
                    <a:pt x="719" y="22"/>
                  </a:lnTo>
                  <a:lnTo>
                    <a:pt x="676" y="1"/>
                  </a:lnTo>
                  <a:lnTo>
                    <a:pt x="610" y="1"/>
                  </a:lnTo>
                  <a:lnTo>
                    <a:pt x="567" y="22"/>
                  </a:lnTo>
                  <a:lnTo>
                    <a:pt x="523" y="44"/>
                  </a:lnTo>
                  <a:lnTo>
                    <a:pt x="480" y="110"/>
                  </a:lnTo>
                  <a:lnTo>
                    <a:pt x="436" y="153"/>
                  </a:lnTo>
                  <a:lnTo>
                    <a:pt x="436" y="153"/>
                  </a:lnTo>
                  <a:lnTo>
                    <a:pt x="392" y="415"/>
                  </a:lnTo>
                  <a:lnTo>
                    <a:pt x="371" y="676"/>
                  </a:lnTo>
                  <a:lnTo>
                    <a:pt x="371" y="938"/>
                  </a:lnTo>
                  <a:lnTo>
                    <a:pt x="392" y="1221"/>
                  </a:lnTo>
                  <a:lnTo>
                    <a:pt x="392" y="1221"/>
                  </a:lnTo>
                  <a:lnTo>
                    <a:pt x="480" y="2224"/>
                  </a:lnTo>
                  <a:lnTo>
                    <a:pt x="480" y="2224"/>
                  </a:lnTo>
                  <a:lnTo>
                    <a:pt x="523" y="2726"/>
                  </a:lnTo>
                  <a:lnTo>
                    <a:pt x="610" y="3205"/>
                  </a:lnTo>
                  <a:lnTo>
                    <a:pt x="610" y="3205"/>
                  </a:lnTo>
                  <a:lnTo>
                    <a:pt x="654" y="3314"/>
                  </a:lnTo>
                  <a:lnTo>
                    <a:pt x="719" y="3401"/>
                  </a:lnTo>
                  <a:lnTo>
                    <a:pt x="719" y="3401"/>
                  </a:lnTo>
                  <a:lnTo>
                    <a:pt x="654" y="3641"/>
                  </a:lnTo>
                  <a:lnTo>
                    <a:pt x="610" y="3881"/>
                  </a:lnTo>
                  <a:lnTo>
                    <a:pt x="589" y="4121"/>
                  </a:lnTo>
                  <a:lnTo>
                    <a:pt x="589" y="4361"/>
                  </a:lnTo>
                  <a:lnTo>
                    <a:pt x="589" y="4361"/>
                  </a:lnTo>
                  <a:lnTo>
                    <a:pt x="305" y="4666"/>
                  </a:lnTo>
                  <a:lnTo>
                    <a:pt x="44" y="4971"/>
                  </a:lnTo>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9" name="Google Shape;11489;p80"/>
            <p:cNvSpPr/>
            <p:nvPr/>
          </p:nvSpPr>
          <p:spPr>
            <a:xfrm rot="-947327">
              <a:off x="6168312" y="3858287"/>
              <a:ext cx="164080" cy="152080"/>
            </a:xfrm>
            <a:custGeom>
              <a:rect b="b" l="l" r="r" t="t"/>
              <a:pathLst>
                <a:path extrusionOk="0" h="6083" w="6563">
                  <a:moveTo>
                    <a:pt x="2922" y="0"/>
                  </a:moveTo>
                  <a:lnTo>
                    <a:pt x="2878" y="22"/>
                  </a:lnTo>
                  <a:lnTo>
                    <a:pt x="2835" y="44"/>
                  </a:lnTo>
                  <a:lnTo>
                    <a:pt x="2835" y="87"/>
                  </a:lnTo>
                  <a:lnTo>
                    <a:pt x="2835" y="131"/>
                  </a:lnTo>
                  <a:lnTo>
                    <a:pt x="2878" y="393"/>
                  </a:lnTo>
                  <a:lnTo>
                    <a:pt x="2900" y="676"/>
                  </a:lnTo>
                  <a:lnTo>
                    <a:pt x="2595" y="1156"/>
                  </a:lnTo>
                  <a:lnTo>
                    <a:pt x="2268" y="1657"/>
                  </a:lnTo>
                  <a:lnTo>
                    <a:pt x="2072" y="1701"/>
                  </a:lnTo>
                  <a:lnTo>
                    <a:pt x="1854" y="1810"/>
                  </a:lnTo>
                  <a:lnTo>
                    <a:pt x="1483" y="1984"/>
                  </a:lnTo>
                  <a:lnTo>
                    <a:pt x="895" y="2246"/>
                  </a:lnTo>
                  <a:lnTo>
                    <a:pt x="306" y="2529"/>
                  </a:lnTo>
                  <a:lnTo>
                    <a:pt x="197" y="2595"/>
                  </a:lnTo>
                  <a:lnTo>
                    <a:pt x="88" y="2660"/>
                  </a:lnTo>
                  <a:lnTo>
                    <a:pt x="44" y="2725"/>
                  </a:lnTo>
                  <a:lnTo>
                    <a:pt x="1" y="2791"/>
                  </a:lnTo>
                  <a:lnTo>
                    <a:pt x="1" y="2856"/>
                  </a:lnTo>
                  <a:lnTo>
                    <a:pt x="1" y="2900"/>
                  </a:lnTo>
                  <a:lnTo>
                    <a:pt x="22" y="2965"/>
                  </a:lnTo>
                  <a:lnTo>
                    <a:pt x="88" y="3009"/>
                  </a:lnTo>
                  <a:lnTo>
                    <a:pt x="175" y="3031"/>
                  </a:lnTo>
                  <a:lnTo>
                    <a:pt x="284" y="3074"/>
                  </a:lnTo>
                  <a:lnTo>
                    <a:pt x="589" y="3074"/>
                  </a:lnTo>
                  <a:lnTo>
                    <a:pt x="611" y="3096"/>
                  </a:lnTo>
                  <a:lnTo>
                    <a:pt x="611" y="3140"/>
                  </a:lnTo>
                  <a:lnTo>
                    <a:pt x="611" y="3183"/>
                  </a:lnTo>
                  <a:lnTo>
                    <a:pt x="567" y="3292"/>
                  </a:lnTo>
                  <a:lnTo>
                    <a:pt x="240" y="3990"/>
                  </a:lnTo>
                  <a:lnTo>
                    <a:pt x="349" y="3968"/>
                  </a:lnTo>
                  <a:lnTo>
                    <a:pt x="437" y="3924"/>
                  </a:lnTo>
                  <a:lnTo>
                    <a:pt x="524" y="3859"/>
                  </a:lnTo>
                  <a:lnTo>
                    <a:pt x="611" y="3772"/>
                  </a:lnTo>
                  <a:lnTo>
                    <a:pt x="764" y="3619"/>
                  </a:lnTo>
                  <a:lnTo>
                    <a:pt x="829" y="3576"/>
                  </a:lnTo>
                  <a:lnTo>
                    <a:pt x="851" y="3576"/>
                  </a:lnTo>
                  <a:lnTo>
                    <a:pt x="895" y="3597"/>
                  </a:lnTo>
                  <a:lnTo>
                    <a:pt x="916" y="3641"/>
                  </a:lnTo>
                  <a:lnTo>
                    <a:pt x="916" y="3706"/>
                  </a:lnTo>
                  <a:lnTo>
                    <a:pt x="938" y="4360"/>
                  </a:lnTo>
                  <a:lnTo>
                    <a:pt x="960" y="4426"/>
                  </a:lnTo>
                  <a:lnTo>
                    <a:pt x="982" y="4469"/>
                  </a:lnTo>
                  <a:lnTo>
                    <a:pt x="1004" y="4491"/>
                  </a:lnTo>
                  <a:lnTo>
                    <a:pt x="1047" y="4513"/>
                  </a:lnTo>
                  <a:lnTo>
                    <a:pt x="1134" y="4513"/>
                  </a:lnTo>
                  <a:lnTo>
                    <a:pt x="1178" y="4491"/>
                  </a:lnTo>
                  <a:lnTo>
                    <a:pt x="1243" y="4448"/>
                  </a:lnTo>
                  <a:lnTo>
                    <a:pt x="1396" y="4273"/>
                  </a:lnTo>
                  <a:lnTo>
                    <a:pt x="1527" y="4077"/>
                  </a:lnTo>
                  <a:lnTo>
                    <a:pt x="1636" y="3859"/>
                  </a:lnTo>
                  <a:lnTo>
                    <a:pt x="1745" y="3641"/>
                  </a:lnTo>
                  <a:lnTo>
                    <a:pt x="2137" y="2791"/>
                  </a:lnTo>
                  <a:lnTo>
                    <a:pt x="2312" y="2377"/>
                  </a:lnTo>
                  <a:lnTo>
                    <a:pt x="2464" y="1984"/>
                  </a:lnTo>
                  <a:lnTo>
                    <a:pt x="2486" y="1875"/>
                  </a:lnTo>
                  <a:lnTo>
                    <a:pt x="2486" y="1788"/>
                  </a:lnTo>
                  <a:lnTo>
                    <a:pt x="2726" y="1417"/>
                  </a:lnTo>
                  <a:lnTo>
                    <a:pt x="2944" y="1047"/>
                  </a:lnTo>
                  <a:lnTo>
                    <a:pt x="2966" y="1548"/>
                  </a:lnTo>
                  <a:lnTo>
                    <a:pt x="2966" y="2028"/>
                  </a:lnTo>
                  <a:lnTo>
                    <a:pt x="2922" y="2507"/>
                  </a:lnTo>
                  <a:lnTo>
                    <a:pt x="2835" y="2965"/>
                  </a:lnTo>
                  <a:lnTo>
                    <a:pt x="2769" y="3009"/>
                  </a:lnTo>
                  <a:lnTo>
                    <a:pt x="2660" y="3183"/>
                  </a:lnTo>
                  <a:lnTo>
                    <a:pt x="2551" y="3379"/>
                  </a:lnTo>
                  <a:lnTo>
                    <a:pt x="2355" y="3750"/>
                  </a:lnTo>
                  <a:lnTo>
                    <a:pt x="2050" y="4317"/>
                  </a:lnTo>
                  <a:lnTo>
                    <a:pt x="1745" y="4905"/>
                  </a:lnTo>
                  <a:lnTo>
                    <a:pt x="1701" y="5014"/>
                  </a:lnTo>
                  <a:lnTo>
                    <a:pt x="1658" y="5145"/>
                  </a:lnTo>
                  <a:lnTo>
                    <a:pt x="1658" y="5211"/>
                  </a:lnTo>
                  <a:lnTo>
                    <a:pt x="1679" y="5276"/>
                  </a:lnTo>
                  <a:lnTo>
                    <a:pt x="1701" y="5341"/>
                  </a:lnTo>
                  <a:lnTo>
                    <a:pt x="1745" y="5385"/>
                  </a:lnTo>
                  <a:lnTo>
                    <a:pt x="1788" y="5407"/>
                  </a:lnTo>
                  <a:lnTo>
                    <a:pt x="1854" y="5407"/>
                  </a:lnTo>
                  <a:lnTo>
                    <a:pt x="1963" y="5385"/>
                  </a:lnTo>
                  <a:lnTo>
                    <a:pt x="2050" y="5341"/>
                  </a:lnTo>
                  <a:lnTo>
                    <a:pt x="2137" y="5276"/>
                  </a:lnTo>
                  <a:lnTo>
                    <a:pt x="2224" y="5211"/>
                  </a:lnTo>
                  <a:lnTo>
                    <a:pt x="2290" y="5167"/>
                  </a:lnTo>
                  <a:lnTo>
                    <a:pt x="2333" y="5167"/>
                  </a:lnTo>
                  <a:lnTo>
                    <a:pt x="2377" y="5189"/>
                  </a:lnTo>
                  <a:lnTo>
                    <a:pt x="2399" y="5232"/>
                  </a:lnTo>
                  <a:lnTo>
                    <a:pt x="2421" y="5341"/>
                  </a:lnTo>
                  <a:lnTo>
                    <a:pt x="2595" y="6083"/>
                  </a:lnTo>
                  <a:lnTo>
                    <a:pt x="2639" y="6017"/>
                  </a:lnTo>
                  <a:lnTo>
                    <a:pt x="2704" y="5908"/>
                  </a:lnTo>
                  <a:lnTo>
                    <a:pt x="2726" y="5821"/>
                  </a:lnTo>
                  <a:lnTo>
                    <a:pt x="2748" y="5690"/>
                  </a:lnTo>
                  <a:lnTo>
                    <a:pt x="2769" y="5494"/>
                  </a:lnTo>
                  <a:lnTo>
                    <a:pt x="2813" y="5407"/>
                  </a:lnTo>
                  <a:lnTo>
                    <a:pt x="2835" y="5385"/>
                  </a:lnTo>
                  <a:lnTo>
                    <a:pt x="2857" y="5385"/>
                  </a:lnTo>
                  <a:lnTo>
                    <a:pt x="2900" y="5407"/>
                  </a:lnTo>
                  <a:lnTo>
                    <a:pt x="2944" y="5451"/>
                  </a:lnTo>
                  <a:lnTo>
                    <a:pt x="3380" y="5974"/>
                  </a:lnTo>
                  <a:lnTo>
                    <a:pt x="3423" y="5996"/>
                  </a:lnTo>
                  <a:lnTo>
                    <a:pt x="3467" y="6017"/>
                  </a:lnTo>
                  <a:lnTo>
                    <a:pt x="3532" y="6017"/>
                  </a:lnTo>
                  <a:lnTo>
                    <a:pt x="3576" y="5996"/>
                  </a:lnTo>
                  <a:lnTo>
                    <a:pt x="3620" y="5952"/>
                  </a:lnTo>
                  <a:lnTo>
                    <a:pt x="3641" y="5908"/>
                  </a:lnTo>
                  <a:lnTo>
                    <a:pt x="3641" y="5865"/>
                  </a:lnTo>
                  <a:lnTo>
                    <a:pt x="3663" y="5625"/>
                  </a:lnTo>
                  <a:lnTo>
                    <a:pt x="3641" y="5385"/>
                  </a:lnTo>
                  <a:lnTo>
                    <a:pt x="3620" y="5145"/>
                  </a:lnTo>
                  <a:lnTo>
                    <a:pt x="3554" y="4905"/>
                  </a:lnTo>
                  <a:lnTo>
                    <a:pt x="3358" y="3990"/>
                  </a:lnTo>
                  <a:lnTo>
                    <a:pt x="3271" y="3576"/>
                  </a:lnTo>
                  <a:lnTo>
                    <a:pt x="3140" y="3140"/>
                  </a:lnTo>
                  <a:lnTo>
                    <a:pt x="3118" y="3074"/>
                  </a:lnTo>
                  <a:lnTo>
                    <a:pt x="3075" y="3009"/>
                  </a:lnTo>
                  <a:lnTo>
                    <a:pt x="3140" y="2573"/>
                  </a:lnTo>
                  <a:lnTo>
                    <a:pt x="3184" y="2137"/>
                  </a:lnTo>
                  <a:lnTo>
                    <a:pt x="3205" y="1679"/>
                  </a:lnTo>
                  <a:lnTo>
                    <a:pt x="3205" y="1243"/>
                  </a:lnTo>
                  <a:lnTo>
                    <a:pt x="3445" y="1483"/>
                  </a:lnTo>
                  <a:lnTo>
                    <a:pt x="3663" y="1766"/>
                  </a:lnTo>
                  <a:lnTo>
                    <a:pt x="3641" y="1810"/>
                  </a:lnTo>
                  <a:lnTo>
                    <a:pt x="3620" y="1853"/>
                  </a:lnTo>
                  <a:lnTo>
                    <a:pt x="3641" y="2093"/>
                  </a:lnTo>
                  <a:lnTo>
                    <a:pt x="3663" y="2355"/>
                  </a:lnTo>
                  <a:lnTo>
                    <a:pt x="3750" y="2834"/>
                  </a:lnTo>
                  <a:lnTo>
                    <a:pt x="3881" y="3597"/>
                  </a:lnTo>
                  <a:lnTo>
                    <a:pt x="4012" y="4339"/>
                  </a:lnTo>
                  <a:lnTo>
                    <a:pt x="4034" y="4469"/>
                  </a:lnTo>
                  <a:lnTo>
                    <a:pt x="4099" y="4600"/>
                  </a:lnTo>
                  <a:lnTo>
                    <a:pt x="4143" y="4666"/>
                  </a:lnTo>
                  <a:lnTo>
                    <a:pt x="4208" y="4709"/>
                  </a:lnTo>
                  <a:lnTo>
                    <a:pt x="4274" y="4731"/>
                  </a:lnTo>
                  <a:lnTo>
                    <a:pt x="4361" y="4753"/>
                  </a:lnTo>
                  <a:lnTo>
                    <a:pt x="4426" y="4709"/>
                  </a:lnTo>
                  <a:lnTo>
                    <a:pt x="4492" y="4644"/>
                  </a:lnTo>
                  <a:lnTo>
                    <a:pt x="4557" y="4535"/>
                  </a:lnTo>
                  <a:lnTo>
                    <a:pt x="4622" y="4426"/>
                  </a:lnTo>
                  <a:lnTo>
                    <a:pt x="4666" y="4295"/>
                  </a:lnTo>
                  <a:lnTo>
                    <a:pt x="4710" y="4164"/>
                  </a:lnTo>
                  <a:lnTo>
                    <a:pt x="4710" y="4099"/>
                  </a:lnTo>
                  <a:lnTo>
                    <a:pt x="4731" y="4055"/>
                  </a:lnTo>
                  <a:lnTo>
                    <a:pt x="4775" y="4033"/>
                  </a:lnTo>
                  <a:lnTo>
                    <a:pt x="4862" y="4033"/>
                  </a:lnTo>
                  <a:lnTo>
                    <a:pt x="4971" y="4099"/>
                  </a:lnTo>
                  <a:lnTo>
                    <a:pt x="5669" y="4578"/>
                  </a:lnTo>
                  <a:lnTo>
                    <a:pt x="5669" y="4469"/>
                  </a:lnTo>
                  <a:lnTo>
                    <a:pt x="5647" y="4339"/>
                  </a:lnTo>
                  <a:lnTo>
                    <a:pt x="5603" y="4230"/>
                  </a:lnTo>
                  <a:lnTo>
                    <a:pt x="5538" y="4121"/>
                  </a:lnTo>
                  <a:lnTo>
                    <a:pt x="5473" y="4033"/>
                  </a:lnTo>
                  <a:lnTo>
                    <a:pt x="5407" y="3924"/>
                  </a:lnTo>
                  <a:lnTo>
                    <a:pt x="5385" y="3837"/>
                  </a:lnTo>
                  <a:lnTo>
                    <a:pt x="5385" y="3794"/>
                  </a:lnTo>
                  <a:lnTo>
                    <a:pt x="5429" y="3772"/>
                  </a:lnTo>
                  <a:lnTo>
                    <a:pt x="5494" y="3728"/>
                  </a:lnTo>
                  <a:lnTo>
                    <a:pt x="5560" y="3728"/>
                  </a:lnTo>
                  <a:lnTo>
                    <a:pt x="6323" y="3794"/>
                  </a:lnTo>
                  <a:lnTo>
                    <a:pt x="6388" y="3794"/>
                  </a:lnTo>
                  <a:lnTo>
                    <a:pt x="6454" y="3772"/>
                  </a:lnTo>
                  <a:lnTo>
                    <a:pt x="6497" y="3728"/>
                  </a:lnTo>
                  <a:lnTo>
                    <a:pt x="6519" y="3685"/>
                  </a:lnTo>
                  <a:lnTo>
                    <a:pt x="6541" y="3641"/>
                  </a:lnTo>
                  <a:lnTo>
                    <a:pt x="6563" y="3576"/>
                  </a:lnTo>
                  <a:lnTo>
                    <a:pt x="6541" y="3510"/>
                  </a:lnTo>
                  <a:lnTo>
                    <a:pt x="6519" y="3467"/>
                  </a:lnTo>
                  <a:lnTo>
                    <a:pt x="6367" y="3249"/>
                  </a:lnTo>
                  <a:lnTo>
                    <a:pt x="6170" y="3074"/>
                  </a:lnTo>
                  <a:lnTo>
                    <a:pt x="5952" y="2900"/>
                  </a:lnTo>
                  <a:lnTo>
                    <a:pt x="5734" y="2747"/>
                  </a:lnTo>
                  <a:lnTo>
                    <a:pt x="4906" y="2159"/>
                  </a:lnTo>
                  <a:lnTo>
                    <a:pt x="4492" y="1897"/>
                  </a:lnTo>
                  <a:lnTo>
                    <a:pt x="4077" y="1657"/>
                  </a:lnTo>
                  <a:lnTo>
                    <a:pt x="3947" y="1614"/>
                  </a:lnTo>
                  <a:lnTo>
                    <a:pt x="3838" y="1614"/>
                  </a:lnTo>
                  <a:lnTo>
                    <a:pt x="3707" y="1417"/>
                  </a:lnTo>
                  <a:lnTo>
                    <a:pt x="3532" y="1243"/>
                  </a:lnTo>
                  <a:lnTo>
                    <a:pt x="3358" y="1069"/>
                  </a:lnTo>
                  <a:lnTo>
                    <a:pt x="3184" y="894"/>
                  </a:lnTo>
                  <a:lnTo>
                    <a:pt x="3140" y="480"/>
                  </a:lnTo>
                  <a:lnTo>
                    <a:pt x="3053" y="87"/>
                  </a:lnTo>
                  <a:lnTo>
                    <a:pt x="3053" y="44"/>
                  </a:lnTo>
                  <a:lnTo>
                    <a:pt x="3009"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0" name="Google Shape;11490;p80"/>
            <p:cNvSpPr/>
            <p:nvPr/>
          </p:nvSpPr>
          <p:spPr>
            <a:xfrm rot="-947327">
              <a:off x="6168312" y="3858287"/>
              <a:ext cx="164080" cy="152080"/>
            </a:xfrm>
            <a:custGeom>
              <a:rect b="b" l="l" r="r" t="t"/>
              <a:pathLst>
                <a:path extrusionOk="0" fill="none" h="6083" w="6563">
                  <a:moveTo>
                    <a:pt x="3053" y="87"/>
                  </a:moveTo>
                  <a:lnTo>
                    <a:pt x="3053" y="87"/>
                  </a:lnTo>
                  <a:lnTo>
                    <a:pt x="3053" y="44"/>
                  </a:lnTo>
                  <a:lnTo>
                    <a:pt x="3009" y="0"/>
                  </a:lnTo>
                  <a:lnTo>
                    <a:pt x="2966" y="0"/>
                  </a:lnTo>
                  <a:lnTo>
                    <a:pt x="2922" y="0"/>
                  </a:lnTo>
                  <a:lnTo>
                    <a:pt x="2922" y="0"/>
                  </a:lnTo>
                  <a:lnTo>
                    <a:pt x="2878" y="22"/>
                  </a:lnTo>
                  <a:lnTo>
                    <a:pt x="2835" y="44"/>
                  </a:lnTo>
                  <a:lnTo>
                    <a:pt x="2835" y="87"/>
                  </a:lnTo>
                  <a:lnTo>
                    <a:pt x="2835" y="131"/>
                  </a:lnTo>
                  <a:lnTo>
                    <a:pt x="2835" y="131"/>
                  </a:lnTo>
                  <a:lnTo>
                    <a:pt x="2878" y="393"/>
                  </a:lnTo>
                  <a:lnTo>
                    <a:pt x="2900" y="676"/>
                  </a:lnTo>
                  <a:lnTo>
                    <a:pt x="2900" y="676"/>
                  </a:lnTo>
                  <a:lnTo>
                    <a:pt x="2595" y="1156"/>
                  </a:lnTo>
                  <a:lnTo>
                    <a:pt x="2268" y="1657"/>
                  </a:lnTo>
                  <a:lnTo>
                    <a:pt x="2268" y="1657"/>
                  </a:lnTo>
                  <a:lnTo>
                    <a:pt x="2268" y="1657"/>
                  </a:lnTo>
                  <a:lnTo>
                    <a:pt x="2072" y="1701"/>
                  </a:lnTo>
                  <a:lnTo>
                    <a:pt x="1854" y="1810"/>
                  </a:lnTo>
                  <a:lnTo>
                    <a:pt x="1483" y="1984"/>
                  </a:lnTo>
                  <a:lnTo>
                    <a:pt x="1483" y="1984"/>
                  </a:lnTo>
                  <a:lnTo>
                    <a:pt x="895" y="2246"/>
                  </a:lnTo>
                  <a:lnTo>
                    <a:pt x="306" y="2529"/>
                  </a:lnTo>
                  <a:lnTo>
                    <a:pt x="306" y="2529"/>
                  </a:lnTo>
                  <a:lnTo>
                    <a:pt x="197" y="2595"/>
                  </a:lnTo>
                  <a:lnTo>
                    <a:pt x="88" y="2660"/>
                  </a:lnTo>
                  <a:lnTo>
                    <a:pt x="88" y="2660"/>
                  </a:lnTo>
                  <a:lnTo>
                    <a:pt x="44" y="2725"/>
                  </a:lnTo>
                  <a:lnTo>
                    <a:pt x="1" y="2791"/>
                  </a:lnTo>
                  <a:lnTo>
                    <a:pt x="1" y="2856"/>
                  </a:lnTo>
                  <a:lnTo>
                    <a:pt x="1" y="2900"/>
                  </a:lnTo>
                  <a:lnTo>
                    <a:pt x="1" y="2900"/>
                  </a:lnTo>
                  <a:lnTo>
                    <a:pt x="22" y="2965"/>
                  </a:lnTo>
                  <a:lnTo>
                    <a:pt x="88" y="3009"/>
                  </a:lnTo>
                  <a:lnTo>
                    <a:pt x="88" y="3009"/>
                  </a:lnTo>
                  <a:lnTo>
                    <a:pt x="175" y="3031"/>
                  </a:lnTo>
                  <a:lnTo>
                    <a:pt x="284" y="3074"/>
                  </a:lnTo>
                  <a:lnTo>
                    <a:pt x="393" y="3074"/>
                  </a:lnTo>
                  <a:lnTo>
                    <a:pt x="480" y="3074"/>
                  </a:lnTo>
                  <a:lnTo>
                    <a:pt x="480" y="3074"/>
                  </a:lnTo>
                  <a:lnTo>
                    <a:pt x="567" y="3074"/>
                  </a:lnTo>
                  <a:lnTo>
                    <a:pt x="589" y="3074"/>
                  </a:lnTo>
                  <a:lnTo>
                    <a:pt x="611" y="3096"/>
                  </a:lnTo>
                  <a:lnTo>
                    <a:pt x="611" y="3096"/>
                  </a:lnTo>
                  <a:lnTo>
                    <a:pt x="611" y="3140"/>
                  </a:lnTo>
                  <a:lnTo>
                    <a:pt x="611" y="3183"/>
                  </a:lnTo>
                  <a:lnTo>
                    <a:pt x="567" y="3292"/>
                  </a:lnTo>
                  <a:lnTo>
                    <a:pt x="567" y="3292"/>
                  </a:lnTo>
                  <a:lnTo>
                    <a:pt x="240" y="3990"/>
                  </a:lnTo>
                  <a:lnTo>
                    <a:pt x="240" y="3990"/>
                  </a:lnTo>
                  <a:lnTo>
                    <a:pt x="349" y="3968"/>
                  </a:lnTo>
                  <a:lnTo>
                    <a:pt x="437" y="3924"/>
                  </a:lnTo>
                  <a:lnTo>
                    <a:pt x="524" y="3859"/>
                  </a:lnTo>
                  <a:lnTo>
                    <a:pt x="611" y="3772"/>
                  </a:lnTo>
                  <a:lnTo>
                    <a:pt x="611" y="3772"/>
                  </a:lnTo>
                  <a:lnTo>
                    <a:pt x="764" y="3619"/>
                  </a:lnTo>
                  <a:lnTo>
                    <a:pt x="829" y="3576"/>
                  </a:lnTo>
                  <a:lnTo>
                    <a:pt x="851" y="3576"/>
                  </a:lnTo>
                  <a:lnTo>
                    <a:pt x="895" y="3597"/>
                  </a:lnTo>
                  <a:lnTo>
                    <a:pt x="895" y="3597"/>
                  </a:lnTo>
                  <a:lnTo>
                    <a:pt x="916" y="3641"/>
                  </a:lnTo>
                  <a:lnTo>
                    <a:pt x="916" y="3706"/>
                  </a:lnTo>
                  <a:lnTo>
                    <a:pt x="938" y="4360"/>
                  </a:lnTo>
                  <a:lnTo>
                    <a:pt x="938" y="4360"/>
                  </a:lnTo>
                  <a:lnTo>
                    <a:pt x="960" y="4426"/>
                  </a:lnTo>
                  <a:lnTo>
                    <a:pt x="982" y="4469"/>
                  </a:lnTo>
                  <a:lnTo>
                    <a:pt x="1004" y="4491"/>
                  </a:lnTo>
                  <a:lnTo>
                    <a:pt x="1047" y="4513"/>
                  </a:lnTo>
                  <a:lnTo>
                    <a:pt x="1091" y="4513"/>
                  </a:lnTo>
                  <a:lnTo>
                    <a:pt x="1134" y="4513"/>
                  </a:lnTo>
                  <a:lnTo>
                    <a:pt x="1178" y="4491"/>
                  </a:lnTo>
                  <a:lnTo>
                    <a:pt x="1243" y="4448"/>
                  </a:lnTo>
                  <a:lnTo>
                    <a:pt x="1243" y="4448"/>
                  </a:lnTo>
                  <a:lnTo>
                    <a:pt x="1396" y="4273"/>
                  </a:lnTo>
                  <a:lnTo>
                    <a:pt x="1527" y="4077"/>
                  </a:lnTo>
                  <a:lnTo>
                    <a:pt x="1636" y="3859"/>
                  </a:lnTo>
                  <a:lnTo>
                    <a:pt x="1745" y="3641"/>
                  </a:lnTo>
                  <a:lnTo>
                    <a:pt x="1745" y="3641"/>
                  </a:lnTo>
                  <a:lnTo>
                    <a:pt x="2137" y="2791"/>
                  </a:lnTo>
                  <a:lnTo>
                    <a:pt x="2137" y="2791"/>
                  </a:lnTo>
                  <a:lnTo>
                    <a:pt x="2312" y="2377"/>
                  </a:lnTo>
                  <a:lnTo>
                    <a:pt x="2464" y="1984"/>
                  </a:lnTo>
                  <a:lnTo>
                    <a:pt x="2464" y="1984"/>
                  </a:lnTo>
                  <a:lnTo>
                    <a:pt x="2486" y="1875"/>
                  </a:lnTo>
                  <a:lnTo>
                    <a:pt x="2486" y="1788"/>
                  </a:lnTo>
                  <a:lnTo>
                    <a:pt x="2486" y="1788"/>
                  </a:lnTo>
                  <a:lnTo>
                    <a:pt x="2726" y="1417"/>
                  </a:lnTo>
                  <a:lnTo>
                    <a:pt x="2944" y="1047"/>
                  </a:lnTo>
                  <a:lnTo>
                    <a:pt x="2944" y="1047"/>
                  </a:lnTo>
                  <a:lnTo>
                    <a:pt x="2966" y="1548"/>
                  </a:lnTo>
                  <a:lnTo>
                    <a:pt x="2966" y="2028"/>
                  </a:lnTo>
                  <a:lnTo>
                    <a:pt x="2922" y="2507"/>
                  </a:lnTo>
                  <a:lnTo>
                    <a:pt x="2835" y="2965"/>
                  </a:lnTo>
                  <a:lnTo>
                    <a:pt x="2835" y="2965"/>
                  </a:lnTo>
                  <a:lnTo>
                    <a:pt x="2769" y="3009"/>
                  </a:lnTo>
                  <a:lnTo>
                    <a:pt x="2769" y="3009"/>
                  </a:lnTo>
                  <a:lnTo>
                    <a:pt x="2660" y="3183"/>
                  </a:lnTo>
                  <a:lnTo>
                    <a:pt x="2551" y="3379"/>
                  </a:lnTo>
                  <a:lnTo>
                    <a:pt x="2355" y="3750"/>
                  </a:lnTo>
                  <a:lnTo>
                    <a:pt x="2355" y="3750"/>
                  </a:lnTo>
                  <a:lnTo>
                    <a:pt x="2050" y="4317"/>
                  </a:lnTo>
                  <a:lnTo>
                    <a:pt x="1745" y="4905"/>
                  </a:lnTo>
                  <a:lnTo>
                    <a:pt x="1745" y="4905"/>
                  </a:lnTo>
                  <a:lnTo>
                    <a:pt x="1701" y="5014"/>
                  </a:lnTo>
                  <a:lnTo>
                    <a:pt x="1658" y="5145"/>
                  </a:lnTo>
                  <a:lnTo>
                    <a:pt x="1658" y="5145"/>
                  </a:lnTo>
                  <a:lnTo>
                    <a:pt x="1658" y="5211"/>
                  </a:lnTo>
                  <a:lnTo>
                    <a:pt x="1679" y="5276"/>
                  </a:lnTo>
                  <a:lnTo>
                    <a:pt x="1701" y="5341"/>
                  </a:lnTo>
                  <a:lnTo>
                    <a:pt x="1745" y="5385"/>
                  </a:lnTo>
                  <a:lnTo>
                    <a:pt x="1745" y="5385"/>
                  </a:lnTo>
                  <a:lnTo>
                    <a:pt x="1788" y="5407"/>
                  </a:lnTo>
                  <a:lnTo>
                    <a:pt x="1854" y="5407"/>
                  </a:lnTo>
                  <a:lnTo>
                    <a:pt x="1854" y="5407"/>
                  </a:lnTo>
                  <a:lnTo>
                    <a:pt x="1963" y="5385"/>
                  </a:lnTo>
                  <a:lnTo>
                    <a:pt x="2050" y="5341"/>
                  </a:lnTo>
                  <a:lnTo>
                    <a:pt x="2137" y="5276"/>
                  </a:lnTo>
                  <a:lnTo>
                    <a:pt x="2224" y="5211"/>
                  </a:lnTo>
                  <a:lnTo>
                    <a:pt x="2224" y="5211"/>
                  </a:lnTo>
                  <a:lnTo>
                    <a:pt x="2290" y="5167"/>
                  </a:lnTo>
                  <a:lnTo>
                    <a:pt x="2312" y="5167"/>
                  </a:lnTo>
                  <a:lnTo>
                    <a:pt x="2333" y="5167"/>
                  </a:lnTo>
                  <a:lnTo>
                    <a:pt x="2333" y="5167"/>
                  </a:lnTo>
                  <a:lnTo>
                    <a:pt x="2377" y="5189"/>
                  </a:lnTo>
                  <a:lnTo>
                    <a:pt x="2399" y="5232"/>
                  </a:lnTo>
                  <a:lnTo>
                    <a:pt x="2421" y="5341"/>
                  </a:lnTo>
                  <a:lnTo>
                    <a:pt x="2421" y="5341"/>
                  </a:lnTo>
                  <a:lnTo>
                    <a:pt x="2595" y="6083"/>
                  </a:lnTo>
                  <a:lnTo>
                    <a:pt x="2595" y="6083"/>
                  </a:lnTo>
                  <a:lnTo>
                    <a:pt x="2639" y="6017"/>
                  </a:lnTo>
                  <a:lnTo>
                    <a:pt x="2704" y="5908"/>
                  </a:lnTo>
                  <a:lnTo>
                    <a:pt x="2726" y="5821"/>
                  </a:lnTo>
                  <a:lnTo>
                    <a:pt x="2748" y="5690"/>
                  </a:lnTo>
                  <a:lnTo>
                    <a:pt x="2748" y="5690"/>
                  </a:lnTo>
                  <a:lnTo>
                    <a:pt x="2769" y="5494"/>
                  </a:lnTo>
                  <a:lnTo>
                    <a:pt x="2813" y="5407"/>
                  </a:lnTo>
                  <a:lnTo>
                    <a:pt x="2835" y="5385"/>
                  </a:lnTo>
                  <a:lnTo>
                    <a:pt x="2857" y="5385"/>
                  </a:lnTo>
                  <a:lnTo>
                    <a:pt x="2857" y="5385"/>
                  </a:lnTo>
                  <a:lnTo>
                    <a:pt x="2900" y="5407"/>
                  </a:lnTo>
                  <a:lnTo>
                    <a:pt x="2944" y="5451"/>
                  </a:lnTo>
                  <a:lnTo>
                    <a:pt x="3380" y="5974"/>
                  </a:lnTo>
                  <a:lnTo>
                    <a:pt x="3380" y="5974"/>
                  </a:lnTo>
                  <a:lnTo>
                    <a:pt x="3423" y="5996"/>
                  </a:lnTo>
                  <a:lnTo>
                    <a:pt x="3467" y="6017"/>
                  </a:lnTo>
                  <a:lnTo>
                    <a:pt x="3489" y="6017"/>
                  </a:lnTo>
                  <a:lnTo>
                    <a:pt x="3532" y="6017"/>
                  </a:lnTo>
                  <a:lnTo>
                    <a:pt x="3576" y="5996"/>
                  </a:lnTo>
                  <a:lnTo>
                    <a:pt x="3620" y="5952"/>
                  </a:lnTo>
                  <a:lnTo>
                    <a:pt x="3641" y="5908"/>
                  </a:lnTo>
                  <a:lnTo>
                    <a:pt x="3641" y="5865"/>
                  </a:lnTo>
                  <a:lnTo>
                    <a:pt x="3641" y="5865"/>
                  </a:lnTo>
                  <a:lnTo>
                    <a:pt x="3663" y="5625"/>
                  </a:lnTo>
                  <a:lnTo>
                    <a:pt x="3641" y="5385"/>
                  </a:lnTo>
                  <a:lnTo>
                    <a:pt x="3620" y="5145"/>
                  </a:lnTo>
                  <a:lnTo>
                    <a:pt x="3554" y="4905"/>
                  </a:lnTo>
                  <a:lnTo>
                    <a:pt x="3554" y="4905"/>
                  </a:lnTo>
                  <a:lnTo>
                    <a:pt x="3358" y="3990"/>
                  </a:lnTo>
                  <a:lnTo>
                    <a:pt x="3358" y="3990"/>
                  </a:lnTo>
                  <a:lnTo>
                    <a:pt x="3271" y="3576"/>
                  </a:lnTo>
                  <a:lnTo>
                    <a:pt x="3140" y="3140"/>
                  </a:lnTo>
                  <a:lnTo>
                    <a:pt x="3140" y="3140"/>
                  </a:lnTo>
                  <a:lnTo>
                    <a:pt x="3118" y="3074"/>
                  </a:lnTo>
                  <a:lnTo>
                    <a:pt x="3075" y="3009"/>
                  </a:lnTo>
                  <a:lnTo>
                    <a:pt x="3075" y="3009"/>
                  </a:lnTo>
                  <a:lnTo>
                    <a:pt x="3140" y="2573"/>
                  </a:lnTo>
                  <a:lnTo>
                    <a:pt x="3184" y="2137"/>
                  </a:lnTo>
                  <a:lnTo>
                    <a:pt x="3205" y="1679"/>
                  </a:lnTo>
                  <a:lnTo>
                    <a:pt x="3205" y="1243"/>
                  </a:lnTo>
                  <a:lnTo>
                    <a:pt x="3205" y="1243"/>
                  </a:lnTo>
                  <a:lnTo>
                    <a:pt x="3445" y="1483"/>
                  </a:lnTo>
                  <a:lnTo>
                    <a:pt x="3663" y="1766"/>
                  </a:lnTo>
                  <a:lnTo>
                    <a:pt x="3663" y="1766"/>
                  </a:lnTo>
                  <a:lnTo>
                    <a:pt x="3641" y="1810"/>
                  </a:lnTo>
                  <a:lnTo>
                    <a:pt x="3620" y="1853"/>
                  </a:lnTo>
                  <a:lnTo>
                    <a:pt x="3620" y="1853"/>
                  </a:lnTo>
                  <a:lnTo>
                    <a:pt x="3641" y="2093"/>
                  </a:lnTo>
                  <a:lnTo>
                    <a:pt x="3663" y="2355"/>
                  </a:lnTo>
                  <a:lnTo>
                    <a:pt x="3750" y="2834"/>
                  </a:lnTo>
                  <a:lnTo>
                    <a:pt x="3750" y="2834"/>
                  </a:lnTo>
                  <a:lnTo>
                    <a:pt x="3881" y="3597"/>
                  </a:lnTo>
                  <a:lnTo>
                    <a:pt x="4012" y="4339"/>
                  </a:lnTo>
                  <a:lnTo>
                    <a:pt x="4012" y="4339"/>
                  </a:lnTo>
                  <a:lnTo>
                    <a:pt x="4034" y="4469"/>
                  </a:lnTo>
                  <a:lnTo>
                    <a:pt x="4099" y="4600"/>
                  </a:lnTo>
                  <a:lnTo>
                    <a:pt x="4099" y="4600"/>
                  </a:lnTo>
                  <a:lnTo>
                    <a:pt x="4143" y="4666"/>
                  </a:lnTo>
                  <a:lnTo>
                    <a:pt x="4208" y="4709"/>
                  </a:lnTo>
                  <a:lnTo>
                    <a:pt x="4274" y="4731"/>
                  </a:lnTo>
                  <a:lnTo>
                    <a:pt x="4361" y="4753"/>
                  </a:lnTo>
                  <a:lnTo>
                    <a:pt x="4361" y="4753"/>
                  </a:lnTo>
                  <a:lnTo>
                    <a:pt x="4426" y="4709"/>
                  </a:lnTo>
                  <a:lnTo>
                    <a:pt x="4492" y="4644"/>
                  </a:lnTo>
                  <a:lnTo>
                    <a:pt x="4492" y="4644"/>
                  </a:lnTo>
                  <a:lnTo>
                    <a:pt x="4557" y="4535"/>
                  </a:lnTo>
                  <a:lnTo>
                    <a:pt x="4622" y="4426"/>
                  </a:lnTo>
                  <a:lnTo>
                    <a:pt x="4666" y="4295"/>
                  </a:lnTo>
                  <a:lnTo>
                    <a:pt x="4710" y="4164"/>
                  </a:lnTo>
                  <a:lnTo>
                    <a:pt x="4710" y="4164"/>
                  </a:lnTo>
                  <a:lnTo>
                    <a:pt x="4710" y="4099"/>
                  </a:lnTo>
                  <a:lnTo>
                    <a:pt x="4731" y="4055"/>
                  </a:lnTo>
                  <a:lnTo>
                    <a:pt x="4775" y="4033"/>
                  </a:lnTo>
                  <a:lnTo>
                    <a:pt x="4775" y="4033"/>
                  </a:lnTo>
                  <a:lnTo>
                    <a:pt x="4819" y="4033"/>
                  </a:lnTo>
                  <a:lnTo>
                    <a:pt x="4862" y="4033"/>
                  </a:lnTo>
                  <a:lnTo>
                    <a:pt x="4971" y="4099"/>
                  </a:lnTo>
                  <a:lnTo>
                    <a:pt x="4971" y="4099"/>
                  </a:lnTo>
                  <a:lnTo>
                    <a:pt x="5669" y="4578"/>
                  </a:lnTo>
                  <a:lnTo>
                    <a:pt x="5669" y="4578"/>
                  </a:lnTo>
                  <a:lnTo>
                    <a:pt x="5669" y="4469"/>
                  </a:lnTo>
                  <a:lnTo>
                    <a:pt x="5647" y="4339"/>
                  </a:lnTo>
                  <a:lnTo>
                    <a:pt x="5603" y="4230"/>
                  </a:lnTo>
                  <a:lnTo>
                    <a:pt x="5538" y="4121"/>
                  </a:lnTo>
                  <a:lnTo>
                    <a:pt x="5538" y="4121"/>
                  </a:lnTo>
                  <a:lnTo>
                    <a:pt x="5473" y="4033"/>
                  </a:lnTo>
                  <a:lnTo>
                    <a:pt x="5407" y="3924"/>
                  </a:lnTo>
                  <a:lnTo>
                    <a:pt x="5385" y="3837"/>
                  </a:lnTo>
                  <a:lnTo>
                    <a:pt x="5385" y="3794"/>
                  </a:lnTo>
                  <a:lnTo>
                    <a:pt x="5429" y="3772"/>
                  </a:lnTo>
                  <a:lnTo>
                    <a:pt x="5429" y="3772"/>
                  </a:lnTo>
                  <a:lnTo>
                    <a:pt x="5494" y="3728"/>
                  </a:lnTo>
                  <a:lnTo>
                    <a:pt x="5560" y="3728"/>
                  </a:lnTo>
                  <a:lnTo>
                    <a:pt x="6323" y="3794"/>
                  </a:lnTo>
                  <a:lnTo>
                    <a:pt x="6323" y="3794"/>
                  </a:lnTo>
                  <a:lnTo>
                    <a:pt x="6388" y="3794"/>
                  </a:lnTo>
                  <a:lnTo>
                    <a:pt x="6454" y="3772"/>
                  </a:lnTo>
                  <a:lnTo>
                    <a:pt x="6497" y="3728"/>
                  </a:lnTo>
                  <a:lnTo>
                    <a:pt x="6519" y="3685"/>
                  </a:lnTo>
                  <a:lnTo>
                    <a:pt x="6541" y="3641"/>
                  </a:lnTo>
                  <a:lnTo>
                    <a:pt x="6563" y="3576"/>
                  </a:lnTo>
                  <a:lnTo>
                    <a:pt x="6541" y="3510"/>
                  </a:lnTo>
                  <a:lnTo>
                    <a:pt x="6519" y="3467"/>
                  </a:lnTo>
                  <a:lnTo>
                    <a:pt x="6519" y="3467"/>
                  </a:lnTo>
                  <a:lnTo>
                    <a:pt x="6367" y="3249"/>
                  </a:lnTo>
                  <a:lnTo>
                    <a:pt x="6170" y="3074"/>
                  </a:lnTo>
                  <a:lnTo>
                    <a:pt x="5952" y="2900"/>
                  </a:lnTo>
                  <a:lnTo>
                    <a:pt x="5734" y="2747"/>
                  </a:lnTo>
                  <a:lnTo>
                    <a:pt x="5734" y="2747"/>
                  </a:lnTo>
                  <a:lnTo>
                    <a:pt x="4906" y="2159"/>
                  </a:lnTo>
                  <a:lnTo>
                    <a:pt x="4906" y="2159"/>
                  </a:lnTo>
                  <a:lnTo>
                    <a:pt x="4492" y="1897"/>
                  </a:lnTo>
                  <a:lnTo>
                    <a:pt x="4077" y="1657"/>
                  </a:lnTo>
                  <a:lnTo>
                    <a:pt x="4077" y="1657"/>
                  </a:lnTo>
                  <a:lnTo>
                    <a:pt x="3947" y="1614"/>
                  </a:lnTo>
                  <a:lnTo>
                    <a:pt x="3838" y="1614"/>
                  </a:lnTo>
                  <a:lnTo>
                    <a:pt x="3838" y="1614"/>
                  </a:lnTo>
                  <a:lnTo>
                    <a:pt x="3707" y="1417"/>
                  </a:lnTo>
                  <a:lnTo>
                    <a:pt x="3532" y="1243"/>
                  </a:lnTo>
                  <a:lnTo>
                    <a:pt x="3358" y="1069"/>
                  </a:lnTo>
                  <a:lnTo>
                    <a:pt x="3184" y="894"/>
                  </a:lnTo>
                  <a:lnTo>
                    <a:pt x="3184" y="894"/>
                  </a:lnTo>
                  <a:lnTo>
                    <a:pt x="3140" y="480"/>
                  </a:lnTo>
                  <a:lnTo>
                    <a:pt x="3053" y="87"/>
                  </a:lnTo>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1" name="Google Shape;11491;p80"/>
            <p:cNvSpPr/>
            <p:nvPr/>
          </p:nvSpPr>
          <p:spPr>
            <a:xfrm rot="-947327">
              <a:off x="5711233" y="3343817"/>
              <a:ext cx="429513" cy="202781"/>
            </a:xfrm>
            <a:custGeom>
              <a:rect b="b" l="l" r="r" t="t"/>
              <a:pathLst>
                <a:path extrusionOk="0" h="8111" w="17180">
                  <a:moveTo>
                    <a:pt x="16678" y="1"/>
                  </a:moveTo>
                  <a:lnTo>
                    <a:pt x="16504" y="219"/>
                  </a:lnTo>
                  <a:lnTo>
                    <a:pt x="16308" y="437"/>
                  </a:lnTo>
                  <a:lnTo>
                    <a:pt x="16068" y="611"/>
                  </a:lnTo>
                  <a:lnTo>
                    <a:pt x="15850" y="786"/>
                  </a:lnTo>
                  <a:lnTo>
                    <a:pt x="15523" y="1025"/>
                  </a:lnTo>
                  <a:lnTo>
                    <a:pt x="15174" y="1222"/>
                  </a:lnTo>
                  <a:lnTo>
                    <a:pt x="14825" y="1418"/>
                  </a:lnTo>
                  <a:lnTo>
                    <a:pt x="14476" y="1614"/>
                  </a:lnTo>
                  <a:lnTo>
                    <a:pt x="14128" y="1767"/>
                  </a:lnTo>
                  <a:lnTo>
                    <a:pt x="13757" y="1919"/>
                  </a:lnTo>
                  <a:lnTo>
                    <a:pt x="13016" y="2203"/>
                  </a:lnTo>
                  <a:lnTo>
                    <a:pt x="12253" y="2464"/>
                  </a:lnTo>
                  <a:lnTo>
                    <a:pt x="11468" y="2682"/>
                  </a:lnTo>
                  <a:lnTo>
                    <a:pt x="10705" y="2878"/>
                  </a:lnTo>
                  <a:lnTo>
                    <a:pt x="9898" y="3075"/>
                  </a:lnTo>
                  <a:lnTo>
                    <a:pt x="8329" y="3489"/>
                  </a:lnTo>
                  <a:lnTo>
                    <a:pt x="7544" y="3707"/>
                  </a:lnTo>
                  <a:lnTo>
                    <a:pt x="6781" y="3947"/>
                  </a:lnTo>
                  <a:lnTo>
                    <a:pt x="6039" y="4208"/>
                  </a:lnTo>
                  <a:lnTo>
                    <a:pt x="5298" y="4535"/>
                  </a:lnTo>
                  <a:lnTo>
                    <a:pt x="4949" y="4710"/>
                  </a:lnTo>
                  <a:lnTo>
                    <a:pt x="4601" y="4906"/>
                  </a:lnTo>
                  <a:lnTo>
                    <a:pt x="4252" y="5102"/>
                  </a:lnTo>
                  <a:lnTo>
                    <a:pt x="3925" y="5320"/>
                  </a:lnTo>
                  <a:lnTo>
                    <a:pt x="3249" y="5800"/>
                  </a:lnTo>
                  <a:lnTo>
                    <a:pt x="2922" y="6018"/>
                  </a:lnTo>
                  <a:lnTo>
                    <a:pt x="2573" y="6214"/>
                  </a:lnTo>
                  <a:lnTo>
                    <a:pt x="2312" y="6323"/>
                  </a:lnTo>
                  <a:lnTo>
                    <a:pt x="2050" y="6410"/>
                  </a:lnTo>
                  <a:lnTo>
                    <a:pt x="1788" y="6454"/>
                  </a:lnTo>
                  <a:lnTo>
                    <a:pt x="1527" y="6476"/>
                  </a:lnTo>
                  <a:lnTo>
                    <a:pt x="1243" y="6454"/>
                  </a:lnTo>
                  <a:lnTo>
                    <a:pt x="1112" y="6432"/>
                  </a:lnTo>
                  <a:lnTo>
                    <a:pt x="982" y="6388"/>
                  </a:lnTo>
                  <a:lnTo>
                    <a:pt x="851" y="6323"/>
                  </a:lnTo>
                  <a:lnTo>
                    <a:pt x="720" y="6258"/>
                  </a:lnTo>
                  <a:lnTo>
                    <a:pt x="502" y="6083"/>
                  </a:lnTo>
                  <a:lnTo>
                    <a:pt x="306" y="5887"/>
                  </a:lnTo>
                  <a:lnTo>
                    <a:pt x="131" y="5647"/>
                  </a:lnTo>
                  <a:lnTo>
                    <a:pt x="22" y="5473"/>
                  </a:lnTo>
                  <a:lnTo>
                    <a:pt x="1" y="5429"/>
                  </a:lnTo>
                  <a:lnTo>
                    <a:pt x="1" y="5560"/>
                  </a:lnTo>
                  <a:lnTo>
                    <a:pt x="44" y="6192"/>
                  </a:lnTo>
                  <a:lnTo>
                    <a:pt x="66" y="6519"/>
                  </a:lnTo>
                  <a:lnTo>
                    <a:pt x="110" y="6824"/>
                  </a:lnTo>
                  <a:lnTo>
                    <a:pt x="175" y="7151"/>
                  </a:lnTo>
                  <a:lnTo>
                    <a:pt x="262" y="7435"/>
                  </a:lnTo>
                  <a:lnTo>
                    <a:pt x="371" y="7740"/>
                  </a:lnTo>
                  <a:lnTo>
                    <a:pt x="502" y="8002"/>
                  </a:lnTo>
                  <a:lnTo>
                    <a:pt x="502" y="8023"/>
                  </a:lnTo>
                  <a:lnTo>
                    <a:pt x="546" y="8111"/>
                  </a:lnTo>
                  <a:lnTo>
                    <a:pt x="1897" y="7304"/>
                  </a:lnTo>
                  <a:lnTo>
                    <a:pt x="3249" y="6519"/>
                  </a:lnTo>
                  <a:lnTo>
                    <a:pt x="5952" y="4993"/>
                  </a:lnTo>
                  <a:lnTo>
                    <a:pt x="6345" y="4775"/>
                  </a:lnTo>
                  <a:lnTo>
                    <a:pt x="6759" y="4579"/>
                  </a:lnTo>
                  <a:lnTo>
                    <a:pt x="7151" y="4426"/>
                  </a:lnTo>
                  <a:lnTo>
                    <a:pt x="7369" y="4361"/>
                  </a:lnTo>
                  <a:lnTo>
                    <a:pt x="7587" y="4317"/>
                  </a:lnTo>
                  <a:lnTo>
                    <a:pt x="7805" y="4274"/>
                  </a:lnTo>
                  <a:lnTo>
                    <a:pt x="8198" y="4274"/>
                  </a:lnTo>
                  <a:lnTo>
                    <a:pt x="8394" y="4296"/>
                  </a:lnTo>
                  <a:lnTo>
                    <a:pt x="8590" y="4339"/>
                  </a:lnTo>
                  <a:lnTo>
                    <a:pt x="8765" y="4405"/>
                  </a:lnTo>
                  <a:lnTo>
                    <a:pt x="8895" y="4470"/>
                  </a:lnTo>
                  <a:lnTo>
                    <a:pt x="9026" y="4535"/>
                  </a:lnTo>
                  <a:lnTo>
                    <a:pt x="9135" y="4623"/>
                  </a:lnTo>
                  <a:lnTo>
                    <a:pt x="9244" y="4710"/>
                  </a:lnTo>
                  <a:lnTo>
                    <a:pt x="9353" y="4819"/>
                  </a:lnTo>
                  <a:lnTo>
                    <a:pt x="9440" y="4950"/>
                  </a:lnTo>
                  <a:lnTo>
                    <a:pt x="9506" y="5080"/>
                  </a:lnTo>
                  <a:lnTo>
                    <a:pt x="9571" y="5211"/>
                  </a:lnTo>
                  <a:lnTo>
                    <a:pt x="9680" y="5495"/>
                  </a:lnTo>
                  <a:lnTo>
                    <a:pt x="9746" y="5800"/>
                  </a:lnTo>
                  <a:lnTo>
                    <a:pt x="11686" y="5298"/>
                  </a:lnTo>
                  <a:lnTo>
                    <a:pt x="12645" y="5037"/>
                  </a:lnTo>
                  <a:lnTo>
                    <a:pt x="13125" y="4884"/>
                  </a:lnTo>
                  <a:lnTo>
                    <a:pt x="13604" y="4732"/>
                  </a:lnTo>
                  <a:lnTo>
                    <a:pt x="15021" y="3053"/>
                  </a:lnTo>
                  <a:lnTo>
                    <a:pt x="15501" y="2508"/>
                  </a:lnTo>
                  <a:lnTo>
                    <a:pt x="16002" y="1985"/>
                  </a:lnTo>
                  <a:lnTo>
                    <a:pt x="16482" y="1440"/>
                  </a:lnTo>
                  <a:lnTo>
                    <a:pt x="16940" y="895"/>
                  </a:lnTo>
                  <a:lnTo>
                    <a:pt x="17180" y="568"/>
                  </a:lnTo>
                  <a:lnTo>
                    <a:pt x="17027" y="350"/>
                  </a:lnTo>
                  <a:lnTo>
                    <a:pt x="16831" y="132"/>
                  </a:lnTo>
                  <a:lnTo>
                    <a:pt x="1667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2" name="Google Shape;11492;p80"/>
            <p:cNvSpPr/>
            <p:nvPr/>
          </p:nvSpPr>
          <p:spPr>
            <a:xfrm rot="-947327">
              <a:off x="5711233" y="3343817"/>
              <a:ext cx="429513" cy="202781"/>
            </a:xfrm>
            <a:custGeom>
              <a:rect b="b" l="l" r="r" t="t"/>
              <a:pathLst>
                <a:path extrusionOk="0" fill="none" h="8111" w="17180">
                  <a:moveTo>
                    <a:pt x="16678" y="1"/>
                  </a:moveTo>
                  <a:lnTo>
                    <a:pt x="16678" y="1"/>
                  </a:lnTo>
                  <a:lnTo>
                    <a:pt x="16504" y="219"/>
                  </a:lnTo>
                  <a:lnTo>
                    <a:pt x="16308" y="437"/>
                  </a:lnTo>
                  <a:lnTo>
                    <a:pt x="16068" y="611"/>
                  </a:lnTo>
                  <a:lnTo>
                    <a:pt x="15850" y="786"/>
                  </a:lnTo>
                  <a:lnTo>
                    <a:pt x="15850" y="786"/>
                  </a:lnTo>
                  <a:lnTo>
                    <a:pt x="15523" y="1025"/>
                  </a:lnTo>
                  <a:lnTo>
                    <a:pt x="15174" y="1222"/>
                  </a:lnTo>
                  <a:lnTo>
                    <a:pt x="14825" y="1418"/>
                  </a:lnTo>
                  <a:lnTo>
                    <a:pt x="14476" y="1614"/>
                  </a:lnTo>
                  <a:lnTo>
                    <a:pt x="14128" y="1767"/>
                  </a:lnTo>
                  <a:lnTo>
                    <a:pt x="13757" y="1919"/>
                  </a:lnTo>
                  <a:lnTo>
                    <a:pt x="13016" y="2203"/>
                  </a:lnTo>
                  <a:lnTo>
                    <a:pt x="12253" y="2464"/>
                  </a:lnTo>
                  <a:lnTo>
                    <a:pt x="11468" y="2682"/>
                  </a:lnTo>
                  <a:lnTo>
                    <a:pt x="10705" y="2878"/>
                  </a:lnTo>
                  <a:lnTo>
                    <a:pt x="9898" y="3075"/>
                  </a:lnTo>
                  <a:lnTo>
                    <a:pt x="8329" y="3489"/>
                  </a:lnTo>
                  <a:lnTo>
                    <a:pt x="7544" y="3707"/>
                  </a:lnTo>
                  <a:lnTo>
                    <a:pt x="6781" y="3947"/>
                  </a:lnTo>
                  <a:lnTo>
                    <a:pt x="6039" y="4208"/>
                  </a:lnTo>
                  <a:lnTo>
                    <a:pt x="5298" y="4535"/>
                  </a:lnTo>
                  <a:lnTo>
                    <a:pt x="4949" y="4710"/>
                  </a:lnTo>
                  <a:lnTo>
                    <a:pt x="4601" y="4906"/>
                  </a:lnTo>
                  <a:lnTo>
                    <a:pt x="4252" y="5102"/>
                  </a:lnTo>
                  <a:lnTo>
                    <a:pt x="3925" y="5320"/>
                  </a:lnTo>
                  <a:lnTo>
                    <a:pt x="3925" y="5320"/>
                  </a:lnTo>
                  <a:lnTo>
                    <a:pt x="3249" y="5800"/>
                  </a:lnTo>
                  <a:lnTo>
                    <a:pt x="2922" y="6018"/>
                  </a:lnTo>
                  <a:lnTo>
                    <a:pt x="2573" y="6214"/>
                  </a:lnTo>
                  <a:lnTo>
                    <a:pt x="2573" y="6214"/>
                  </a:lnTo>
                  <a:lnTo>
                    <a:pt x="2312" y="6323"/>
                  </a:lnTo>
                  <a:lnTo>
                    <a:pt x="2050" y="6410"/>
                  </a:lnTo>
                  <a:lnTo>
                    <a:pt x="1788" y="6454"/>
                  </a:lnTo>
                  <a:lnTo>
                    <a:pt x="1527" y="6476"/>
                  </a:lnTo>
                  <a:lnTo>
                    <a:pt x="1527" y="6476"/>
                  </a:lnTo>
                  <a:lnTo>
                    <a:pt x="1243" y="6454"/>
                  </a:lnTo>
                  <a:lnTo>
                    <a:pt x="1112" y="6432"/>
                  </a:lnTo>
                  <a:lnTo>
                    <a:pt x="982" y="6388"/>
                  </a:lnTo>
                  <a:lnTo>
                    <a:pt x="982" y="6388"/>
                  </a:lnTo>
                  <a:lnTo>
                    <a:pt x="851" y="6323"/>
                  </a:lnTo>
                  <a:lnTo>
                    <a:pt x="720" y="6258"/>
                  </a:lnTo>
                  <a:lnTo>
                    <a:pt x="502" y="6083"/>
                  </a:lnTo>
                  <a:lnTo>
                    <a:pt x="306" y="5887"/>
                  </a:lnTo>
                  <a:lnTo>
                    <a:pt x="131" y="5647"/>
                  </a:lnTo>
                  <a:lnTo>
                    <a:pt x="131" y="5647"/>
                  </a:lnTo>
                  <a:lnTo>
                    <a:pt x="22" y="5473"/>
                  </a:lnTo>
                  <a:lnTo>
                    <a:pt x="22" y="5473"/>
                  </a:lnTo>
                  <a:lnTo>
                    <a:pt x="22" y="5473"/>
                  </a:lnTo>
                  <a:lnTo>
                    <a:pt x="1" y="5429"/>
                  </a:lnTo>
                  <a:lnTo>
                    <a:pt x="1" y="5429"/>
                  </a:lnTo>
                  <a:lnTo>
                    <a:pt x="1" y="5560"/>
                  </a:lnTo>
                  <a:lnTo>
                    <a:pt x="1" y="5560"/>
                  </a:lnTo>
                  <a:lnTo>
                    <a:pt x="44" y="6192"/>
                  </a:lnTo>
                  <a:lnTo>
                    <a:pt x="66" y="6519"/>
                  </a:lnTo>
                  <a:lnTo>
                    <a:pt x="110" y="6824"/>
                  </a:lnTo>
                  <a:lnTo>
                    <a:pt x="175" y="7151"/>
                  </a:lnTo>
                  <a:lnTo>
                    <a:pt x="262" y="7435"/>
                  </a:lnTo>
                  <a:lnTo>
                    <a:pt x="371" y="7740"/>
                  </a:lnTo>
                  <a:lnTo>
                    <a:pt x="502" y="8002"/>
                  </a:lnTo>
                  <a:lnTo>
                    <a:pt x="502" y="8023"/>
                  </a:lnTo>
                  <a:lnTo>
                    <a:pt x="502" y="8023"/>
                  </a:lnTo>
                  <a:lnTo>
                    <a:pt x="546" y="8111"/>
                  </a:lnTo>
                  <a:lnTo>
                    <a:pt x="546" y="8111"/>
                  </a:lnTo>
                  <a:lnTo>
                    <a:pt x="1897" y="7304"/>
                  </a:lnTo>
                  <a:lnTo>
                    <a:pt x="3249" y="6519"/>
                  </a:lnTo>
                  <a:lnTo>
                    <a:pt x="5952" y="4993"/>
                  </a:lnTo>
                  <a:lnTo>
                    <a:pt x="5952" y="4993"/>
                  </a:lnTo>
                  <a:lnTo>
                    <a:pt x="6345" y="4775"/>
                  </a:lnTo>
                  <a:lnTo>
                    <a:pt x="6759" y="4579"/>
                  </a:lnTo>
                  <a:lnTo>
                    <a:pt x="7151" y="4426"/>
                  </a:lnTo>
                  <a:lnTo>
                    <a:pt x="7369" y="4361"/>
                  </a:lnTo>
                  <a:lnTo>
                    <a:pt x="7587" y="4317"/>
                  </a:lnTo>
                  <a:lnTo>
                    <a:pt x="7587" y="4317"/>
                  </a:lnTo>
                  <a:lnTo>
                    <a:pt x="7805" y="4274"/>
                  </a:lnTo>
                  <a:lnTo>
                    <a:pt x="8023" y="4274"/>
                  </a:lnTo>
                  <a:lnTo>
                    <a:pt x="8023" y="4274"/>
                  </a:lnTo>
                  <a:lnTo>
                    <a:pt x="8198" y="4274"/>
                  </a:lnTo>
                  <a:lnTo>
                    <a:pt x="8394" y="4296"/>
                  </a:lnTo>
                  <a:lnTo>
                    <a:pt x="8590" y="4339"/>
                  </a:lnTo>
                  <a:lnTo>
                    <a:pt x="8765" y="4405"/>
                  </a:lnTo>
                  <a:lnTo>
                    <a:pt x="8765" y="4405"/>
                  </a:lnTo>
                  <a:lnTo>
                    <a:pt x="8895" y="4470"/>
                  </a:lnTo>
                  <a:lnTo>
                    <a:pt x="9026" y="4535"/>
                  </a:lnTo>
                  <a:lnTo>
                    <a:pt x="9135" y="4623"/>
                  </a:lnTo>
                  <a:lnTo>
                    <a:pt x="9244" y="4710"/>
                  </a:lnTo>
                  <a:lnTo>
                    <a:pt x="9244" y="4710"/>
                  </a:lnTo>
                  <a:lnTo>
                    <a:pt x="9353" y="4819"/>
                  </a:lnTo>
                  <a:lnTo>
                    <a:pt x="9440" y="4950"/>
                  </a:lnTo>
                  <a:lnTo>
                    <a:pt x="9506" y="5080"/>
                  </a:lnTo>
                  <a:lnTo>
                    <a:pt x="9571" y="5211"/>
                  </a:lnTo>
                  <a:lnTo>
                    <a:pt x="9680" y="5495"/>
                  </a:lnTo>
                  <a:lnTo>
                    <a:pt x="9746" y="5800"/>
                  </a:lnTo>
                  <a:lnTo>
                    <a:pt x="9746" y="5800"/>
                  </a:lnTo>
                  <a:lnTo>
                    <a:pt x="11686" y="5298"/>
                  </a:lnTo>
                  <a:lnTo>
                    <a:pt x="12645" y="5037"/>
                  </a:lnTo>
                  <a:lnTo>
                    <a:pt x="13125" y="4884"/>
                  </a:lnTo>
                  <a:lnTo>
                    <a:pt x="13604" y="4732"/>
                  </a:lnTo>
                  <a:lnTo>
                    <a:pt x="13604" y="4732"/>
                  </a:lnTo>
                  <a:lnTo>
                    <a:pt x="15021" y="3053"/>
                  </a:lnTo>
                  <a:lnTo>
                    <a:pt x="15021" y="3053"/>
                  </a:lnTo>
                  <a:lnTo>
                    <a:pt x="15501" y="2508"/>
                  </a:lnTo>
                  <a:lnTo>
                    <a:pt x="16002" y="1985"/>
                  </a:lnTo>
                  <a:lnTo>
                    <a:pt x="16482" y="1440"/>
                  </a:lnTo>
                  <a:lnTo>
                    <a:pt x="16940" y="895"/>
                  </a:lnTo>
                  <a:lnTo>
                    <a:pt x="16940" y="895"/>
                  </a:lnTo>
                  <a:lnTo>
                    <a:pt x="17180" y="568"/>
                  </a:lnTo>
                  <a:lnTo>
                    <a:pt x="17180" y="568"/>
                  </a:lnTo>
                  <a:lnTo>
                    <a:pt x="17027" y="350"/>
                  </a:lnTo>
                  <a:lnTo>
                    <a:pt x="16831" y="132"/>
                  </a:lnTo>
                  <a:lnTo>
                    <a:pt x="16831" y="132"/>
                  </a:lnTo>
                  <a:lnTo>
                    <a:pt x="16678"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3" name="Google Shape;11493;p80"/>
            <p:cNvSpPr/>
            <p:nvPr/>
          </p:nvSpPr>
          <p:spPr>
            <a:xfrm rot="-947327">
              <a:off x="5665467" y="3511053"/>
              <a:ext cx="722197" cy="533616"/>
            </a:xfrm>
            <a:custGeom>
              <a:rect b="b" l="l" r="r" t="t"/>
              <a:pathLst>
                <a:path extrusionOk="0" h="21344" w="28887">
                  <a:moveTo>
                    <a:pt x="328" y="7565"/>
                  </a:moveTo>
                  <a:lnTo>
                    <a:pt x="153" y="7827"/>
                  </a:lnTo>
                  <a:lnTo>
                    <a:pt x="66" y="7958"/>
                  </a:lnTo>
                  <a:lnTo>
                    <a:pt x="1" y="8088"/>
                  </a:lnTo>
                  <a:lnTo>
                    <a:pt x="1025" y="8612"/>
                  </a:lnTo>
                  <a:lnTo>
                    <a:pt x="1418" y="8808"/>
                  </a:lnTo>
                  <a:lnTo>
                    <a:pt x="1636" y="8939"/>
                  </a:lnTo>
                  <a:lnTo>
                    <a:pt x="1832" y="9069"/>
                  </a:lnTo>
                  <a:lnTo>
                    <a:pt x="2530" y="9026"/>
                  </a:lnTo>
                  <a:lnTo>
                    <a:pt x="2072" y="8677"/>
                  </a:lnTo>
                  <a:lnTo>
                    <a:pt x="1614" y="8372"/>
                  </a:lnTo>
                  <a:lnTo>
                    <a:pt x="1287" y="8154"/>
                  </a:lnTo>
                  <a:lnTo>
                    <a:pt x="960" y="7979"/>
                  </a:lnTo>
                  <a:lnTo>
                    <a:pt x="633" y="7783"/>
                  </a:lnTo>
                  <a:lnTo>
                    <a:pt x="328" y="7565"/>
                  </a:lnTo>
                  <a:close/>
                  <a:moveTo>
                    <a:pt x="2813" y="9244"/>
                  </a:moveTo>
                  <a:lnTo>
                    <a:pt x="2334" y="9309"/>
                  </a:lnTo>
                  <a:lnTo>
                    <a:pt x="1854" y="9331"/>
                  </a:lnTo>
                  <a:lnTo>
                    <a:pt x="1788" y="9396"/>
                  </a:lnTo>
                  <a:lnTo>
                    <a:pt x="1701" y="9462"/>
                  </a:lnTo>
                  <a:lnTo>
                    <a:pt x="1243" y="9593"/>
                  </a:lnTo>
                  <a:lnTo>
                    <a:pt x="764" y="9723"/>
                  </a:lnTo>
                  <a:lnTo>
                    <a:pt x="459" y="9789"/>
                  </a:lnTo>
                  <a:lnTo>
                    <a:pt x="633" y="9963"/>
                  </a:lnTo>
                  <a:lnTo>
                    <a:pt x="807" y="10116"/>
                  </a:lnTo>
                  <a:lnTo>
                    <a:pt x="1004" y="10247"/>
                  </a:lnTo>
                  <a:lnTo>
                    <a:pt x="1200" y="10377"/>
                  </a:lnTo>
                  <a:lnTo>
                    <a:pt x="1636" y="10138"/>
                  </a:lnTo>
                  <a:lnTo>
                    <a:pt x="2050" y="9876"/>
                  </a:lnTo>
                  <a:lnTo>
                    <a:pt x="2421" y="9571"/>
                  </a:lnTo>
                  <a:lnTo>
                    <a:pt x="2813" y="9244"/>
                  </a:lnTo>
                  <a:close/>
                  <a:moveTo>
                    <a:pt x="2813" y="9593"/>
                  </a:moveTo>
                  <a:lnTo>
                    <a:pt x="2508" y="9854"/>
                  </a:lnTo>
                  <a:lnTo>
                    <a:pt x="2159" y="10094"/>
                  </a:lnTo>
                  <a:lnTo>
                    <a:pt x="1832" y="10334"/>
                  </a:lnTo>
                  <a:lnTo>
                    <a:pt x="1461" y="10530"/>
                  </a:lnTo>
                  <a:lnTo>
                    <a:pt x="1767" y="10704"/>
                  </a:lnTo>
                  <a:lnTo>
                    <a:pt x="2050" y="10879"/>
                  </a:lnTo>
                  <a:lnTo>
                    <a:pt x="2312" y="10595"/>
                  </a:lnTo>
                  <a:lnTo>
                    <a:pt x="2443" y="10465"/>
                  </a:lnTo>
                  <a:lnTo>
                    <a:pt x="2573" y="10356"/>
                  </a:lnTo>
                  <a:lnTo>
                    <a:pt x="2617" y="10334"/>
                  </a:lnTo>
                  <a:lnTo>
                    <a:pt x="2682" y="10334"/>
                  </a:lnTo>
                  <a:lnTo>
                    <a:pt x="2770" y="9963"/>
                  </a:lnTo>
                  <a:lnTo>
                    <a:pt x="2813" y="9593"/>
                  </a:lnTo>
                  <a:close/>
                  <a:moveTo>
                    <a:pt x="15370" y="0"/>
                  </a:moveTo>
                  <a:lnTo>
                    <a:pt x="15261" y="698"/>
                  </a:lnTo>
                  <a:lnTo>
                    <a:pt x="15131" y="1395"/>
                  </a:lnTo>
                  <a:lnTo>
                    <a:pt x="14956" y="2071"/>
                  </a:lnTo>
                  <a:lnTo>
                    <a:pt x="14760" y="2747"/>
                  </a:lnTo>
                  <a:lnTo>
                    <a:pt x="14520" y="3401"/>
                  </a:lnTo>
                  <a:lnTo>
                    <a:pt x="14280" y="4077"/>
                  </a:lnTo>
                  <a:lnTo>
                    <a:pt x="13757" y="5407"/>
                  </a:lnTo>
                  <a:lnTo>
                    <a:pt x="13256" y="6759"/>
                  </a:lnTo>
                  <a:lnTo>
                    <a:pt x="13016" y="7413"/>
                  </a:lnTo>
                  <a:lnTo>
                    <a:pt x="12820" y="8088"/>
                  </a:lnTo>
                  <a:lnTo>
                    <a:pt x="12645" y="8786"/>
                  </a:lnTo>
                  <a:lnTo>
                    <a:pt x="12493" y="9462"/>
                  </a:lnTo>
                  <a:lnTo>
                    <a:pt x="12405" y="10159"/>
                  </a:lnTo>
                  <a:lnTo>
                    <a:pt x="12384" y="10508"/>
                  </a:lnTo>
                  <a:lnTo>
                    <a:pt x="12384" y="10857"/>
                  </a:lnTo>
                  <a:lnTo>
                    <a:pt x="12384" y="11533"/>
                  </a:lnTo>
                  <a:lnTo>
                    <a:pt x="12362" y="11860"/>
                  </a:lnTo>
                  <a:lnTo>
                    <a:pt x="12340" y="12187"/>
                  </a:lnTo>
                  <a:lnTo>
                    <a:pt x="12711" y="11882"/>
                  </a:lnTo>
                  <a:lnTo>
                    <a:pt x="13081" y="11577"/>
                  </a:lnTo>
                  <a:lnTo>
                    <a:pt x="13190" y="11031"/>
                  </a:lnTo>
                  <a:lnTo>
                    <a:pt x="13343" y="10508"/>
                  </a:lnTo>
                  <a:lnTo>
                    <a:pt x="13496" y="9963"/>
                  </a:lnTo>
                  <a:lnTo>
                    <a:pt x="13692" y="9440"/>
                  </a:lnTo>
                  <a:lnTo>
                    <a:pt x="14084" y="8394"/>
                  </a:lnTo>
                  <a:lnTo>
                    <a:pt x="14498" y="7347"/>
                  </a:lnTo>
                  <a:lnTo>
                    <a:pt x="14891" y="6279"/>
                  </a:lnTo>
                  <a:lnTo>
                    <a:pt x="15087" y="5756"/>
                  </a:lnTo>
                  <a:lnTo>
                    <a:pt x="15261" y="5232"/>
                  </a:lnTo>
                  <a:lnTo>
                    <a:pt x="15414" y="4709"/>
                  </a:lnTo>
                  <a:lnTo>
                    <a:pt x="15567" y="4164"/>
                  </a:lnTo>
                  <a:lnTo>
                    <a:pt x="15697" y="3619"/>
                  </a:lnTo>
                  <a:lnTo>
                    <a:pt x="15785" y="3096"/>
                  </a:lnTo>
                  <a:lnTo>
                    <a:pt x="15763" y="2834"/>
                  </a:lnTo>
                  <a:lnTo>
                    <a:pt x="15785" y="2573"/>
                  </a:lnTo>
                  <a:lnTo>
                    <a:pt x="15828" y="2355"/>
                  </a:lnTo>
                  <a:lnTo>
                    <a:pt x="15872" y="2137"/>
                  </a:lnTo>
                  <a:lnTo>
                    <a:pt x="15894" y="1723"/>
                  </a:lnTo>
                  <a:lnTo>
                    <a:pt x="15850" y="1243"/>
                  </a:lnTo>
                  <a:lnTo>
                    <a:pt x="15828" y="1025"/>
                  </a:lnTo>
                  <a:lnTo>
                    <a:pt x="15785" y="807"/>
                  </a:lnTo>
                  <a:lnTo>
                    <a:pt x="15719" y="589"/>
                  </a:lnTo>
                  <a:lnTo>
                    <a:pt x="15610" y="371"/>
                  </a:lnTo>
                  <a:lnTo>
                    <a:pt x="15501" y="175"/>
                  </a:lnTo>
                  <a:lnTo>
                    <a:pt x="15370" y="0"/>
                  </a:lnTo>
                  <a:close/>
                  <a:moveTo>
                    <a:pt x="3097" y="9462"/>
                  </a:moveTo>
                  <a:lnTo>
                    <a:pt x="3031" y="9920"/>
                  </a:lnTo>
                  <a:lnTo>
                    <a:pt x="2922" y="10399"/>
                  </a:lnTo>
                  <a:lnTo>
                    <a:pt x="3009" y="10486"/>
                  </a:lnTo>
                  <a:lnTo>
                    <a:pt x="3053" y="10595"/>
                  </a:lnTo>
                  <a:lnTo>
                    <a:pt x="3118" y="11119"/>
                  </a:lnTo>
                  <a:lnTo>
                    <a:pt x="3162" y="11664"/>
                  </a:lnTo>
                  <a:lnTo>
                    <a:pt x="3162" y="11686"/>
                  </a:lnTo>
                  <a:lnTo>
                    <a:pt x="3729" y="12122"/>
                  </a:lnTo>
                  <a:lnTo>
                    <a:pt x="4274" y="12536"/>
                  </a:lnTo>
                  <a:lnTo>
                    <a:pt x="5364" y="13321"/>
                  </a:lnTo>
                  <a:lnTo>
                    <a:pt x="6454" y="14084"/>
                  </a:lnTo>
                  <a:lnTo>
                    <a:pt x="7544" y="14825"/>
                  </a:lnTo>
                  <a:lnTo>
                    <a:pt x="8678" y="15544"/>
                  </a:lnTo>
                  <a:lnTo>
                    <a:pt x="9179" y="15871"/>
                  </a:lnTo>
                  <a:lnTo>
                    <a:pt x="9441" y="16024"/>
                  </a:lnTo>
                  <a:lnTo>
                    <a:pt x="9702" y="16155"/>
                  </a:lnTo>
                  <a:lnTo>
                    <a:pt x="9986" y="16285"/>
                  </a:lnTo>
                  <a:lnTo>
                    <a:pt x="10269" y="16373"/>
                  </a:lnTo>
                  <a:lnTo>
                    <a:pt x="10552" y="16460"/>
                  </a:lnTo>
                  <a:lnTo>
                    <a:pt x="10836" y="16504"/>
                  </a:lnTo>
                  <a:lnTo>
                    <a:pt x="11032" y="16525"/>
                  </a:lnTo>
                  <a:lnTo>
                    <a:pt x="11294" y="16525"/>
                  </a:lnTo>
                  <a:lnTo>
                    <a:pt x="11446" y="16504"/>
                  </a:lnTo>
                  <a:lnTo>
                    <a:pt x="11621" y="16460"/>
                  </a:lnTo>
                  <a:lnTo>
                    <a:pt x="11773" y="16416"/>
                  </a:lnTo>
                  <a:lnTo>
                    <a:pt x="11751" y="16656"/>
                  </a:lnTo>
                  <a:lnTo>
                    <a:pt x="11773" y="16787"/>
                  </a:lnTo>
                  <a:lnTo>
                    <a:pt x="11795" y="16918"/>
                  </a:lnTo>
                  <a:lnTo>
                    <a:pt x="11839" y="17070"/>
                  </a:lnTo>
                  <a:lnTo>
                    <a:pt x="11904" y="17179"/>
                  </a:lnTo>
                  <a:lnTo>
                    <a:pt x="12035" y="17441"/>
                  </a:lnTo>
                  <a:lnTo>
                    <a:pt x="12209" y="17681"/>
                  </a:lnTo>
                  <a:lnTo>
                    <a:pt x="12427" y="17877"/>
                  </a:lnTo>
                  <a:lnTo>
                    <a:pt x="12667" y="18051"/>
                  </a:lnTo>
                  <a:lnTo>
                    <a:pt x="12841" y="18160"/>
                  </a:lnTo>
                  <a:lnTo>
                    <a:pt x="13038" y="18248"/>
                  </a:lnTo>
                  <a:lnTo>
                    <a:pt x="13430" y="18422"/>
                  </a:lnTo>
                  <a:lnTo>
                    <a:pt x="13844" y="18553"/>
                  </a:lnTo>
                  <a:lnTo>
                    <a:pt x="14280" y="18662"/>
                  </a:lnTo>
                  <a:lnTo>
                    <a:pt x="16373" y="19185"/>
                  </a:lnTo>
                  <a:lnTo>
                    <a:pt x="18488" y="19708"/>
                  </a:lnTo>
                  <a:lnTo>
                    <a:pt x="18640" y="19381"/>
                  </a:lnTo>
                  <a:lnTo>
                    <a:pt x="18684" y="19272"/>
                  </a:lnTo>
                  <a:lnTo>
                    <a:pt x="18684" y="19229"/>
                  </a:lnTo>
                  <a:lnTo>
                    <a:pt x="18684" y="19185"/>
                  </a:lnTo>
                  <a:lnTo>
                    <a:pt x="18640" y="19163"/>
                  </a:lnTo>
                  <a:lnTo>
                    <a:pt x="18488" y="19163"/>
                  </a:lnTo>
                  <a:lnTo>
                    <a:pt x="18313" y="19141"/>
                  </a:lnTo>
                  <a:lnTo>
                    <a:pt x="18161" y="19098"/>
                  </a:lnTo>
                  <a:lnTo>
                    <a:pt x="18095" y="19054"/>
                  </a:lnTo>
                  <a:lnTo>
                    <a:pt x="18074" y="18989"/>
                  </a:lnTo>
                  <a:lnTo>
                    <a:pt x="18074" y="18945"/>
                  </a:lnTo>
                  <a:lnTo>
                    <a:pt x="18074" y="18880"/>
                  </a:lnTo>
                  <a:lnTo>
                    <a:pt x="18117" y="18814"/>
                  </a:lnTo>
                  <a:lnTo>
                    <a:pt x="18161" y="18749"/>
                  </a:lnTo>
                  <a:lnTo>
                    <a:pt x="18270" y="18684"/>
                  </a:lnTo>
                  <a:lnTo>
                    <a:pt x="18379" y="18618"/>
                  </a:lnTo>
                  <a:lnTo>
                    <a:pt x="18968" y="18335"/>
                  </a:lnTo>
                  <a:lnTo>
                    <a:pt x="19556" y="18073"/>
                  </a:lnTo>
                  <a:lnTo>
                    <a:pt x="19927" y="17899"/>
                  </a:lnTo>
                  <a:lnTo>
                    <a:pt x="20145" y="17790"/>
                  </a:lnTo>
                  <a:lnTo>
                    <a:pt x="20341" y="17746"/>
                  </a:lnTo>
                  <a:lnTo>
                    <a:pt x="20385" y="17681"/>
                  </a:lnTo>
                  <a:lnTo>
                    <a:pt x="18728" y="17310"/>
                  </a:lnTo>
                  <a:lnTo>
                    <a:pt x="17071" y="16940"/>
                  </a:lnTo>
                  <a:lnTo>
                    <a:pt x="15436" y="16525"/>
                  </a:lnTo>
                  <a:lnTo>
                    <a:pt x="13779" y="16111"/>
                  </a:lnTo>
                  <a:lnTo>
                    <a:pt x="13365" y="16002"/>
                  </a:lnTo>
                  <a:lnTo>
                    <a:pt x="12950" y="15871"/>
                  </a:lnTo>
                  <a:lnTo>
                    <a:pt x="12558" y="15719"/>
                  </a:lnTo>
                  <a:lnTo>
                    <a:pt x="12362" y="15610"/>
                  </a:lnTo>
                  <a:lnTo>
                    <a:pt x="12166" y="15501"/>
                  </a:lnTo>
                  <a:lnTo>
                    <a:pt x="11948" y="15326"/>
                  </a:lnTo>
                  <a:lnTo>
                    <a:pt x="11730" y="15130"/>
                  </a:lnTo>
                  <a:lnTo>
                    <a:pt x="11555" y="14890"/>
                  </a:lnTo>
                  <a:lnTo>
                    <a:pt x="11403" y="14650"/>
                  </a:lnTo>
                  <a:lnTo>
                    <a:pt x="11359" y="14520"/>
                  </a:lnTo>
                  <a:lnTo>
                    <a:pt x="11315" y="14389"/>
                  </a:lnTo>
                  <a:lnTo>
                    <a:pt x="11294" y="14236"/>
                  </a:lnTo>
                  <a:lnTo>
                    <a:pt x="11272" y="14105"/>
                  </a:lnTo>
                  <a:lnTo>
                    <a:pt x="11294" y="13866"/>
                  </a:lnTo>
                  <a:lnTo>
                    <a:pt x="11119" y="13909"/>
                  </a:lnTo>
                  <a:lnTo>
                    <a:pt x="10967" y="13953"/>
                  </a:lnTo>
                  <a:lnTo>
                    <a:pt x="10792" y="13975"/>
                  </a:lnTo>
                  <a:lnTo>
                    <a:pt x="10552" y="13975"/>
                  </a:lnTo>
                  <a:lnTo>
                    <a:pt x="10356" y="13953"/>
                  </a:lnTo>
                  <a:lnTo>
                    <a:pt x="10051" y="13909"/>
                  </a:lnTo>
                  <a:lnTo>
                    <a:pt x="9768" y="13844"/>
                  </a:lnTo>
                  <a:lnTo>
                    <a:pt x="9506" y="13735"/>
                  </a:lnTo>
                  <a:lnTo>
                    <a:pt x="9223" y="13626"/>
                  </a:lnTo>
                  <a:lnTo>
                    <a:pt x="8961" y="13473"/>
                  </a:lnTo>
                  <a:lnTo>
                    <a:pt x="8699" y="13321"/>
                  </a:lnTo>
                  <a:lnTo>
                    <a:pt x="8176" y="13015"/>
                  </a:lnTo>
                  <a:lnTo>
                    <a:pt x="7064" y="12274"/>
                  </a:lnTo>
                  <a:lnTo>
                    <a:pt x="5952" y="11533"/>
                  </a:lnTo>
                  <a:lnTo>
                    <a:pt x="4862" y="10770"/>
                  </a:lnTo>
                  <a:lnTo>
                    <a:pt x="3772" y="9985"/>
                  </a:lnTo>
                  <a:lnTo>
                    <a:pt x="3097" y="9462"/>
                  </a:lnTo>
                  <a:close/>
                  <a:moveTo>
                    <a:pt x="18924" y="19665"/>
                  </a:moveTo>
                  <a:lnTo>
                    <a:pt x="18859" y="19686"/>
                  </a:lnTo>
                  <a:lnTo>
                    <a:pt x="18771" y="19774"/>
                  </a:lnTo>
                  <a:lnTo>
                    <a:pt x="18989" y="19817"/>
                  </a:lnTo>
                  <a:lnTo>
                    <a:pt x="18989" y="19795"/>
                  </a:lnTo>
                  <a:lnTo>
                    <a:pt x="18989" y="19730"/>
                  </a:lnTo>
                  <a:lnTo>
                    <a:pt x="18968" y="19686"/>
                  </a:lnTo>
                  <a:lnTo>
                    <a:pt x="18924" y="19665"/>
                  </a:lnTo>
                  <a:close/>
                  <a:moveTo>
                    <a:pt x="20646" y="17746"/>
                  </a:moveTo>
                  <a:lnTo>
                    <a:pt x="20559" y="17877"/>
                  </a:lnTo>
                  <a:lnTo>
                    <a:pt x="20559" y="17964"/>
                  </a:lnTo>
                  <a:lnTo>
                    <a:pt x="20537" y="18073"/>
                  </a:lnTo>
                  <a:lnTo>
                    <a:pt x="20385" y="18466"/>
                  </a:lnTo>
                  <a:lnTo>
                    <a:pt x="20210" y="18880"/>
                  </a:lnTo>
                  <a:lnTo>
                    <a:pt x="19818" y="19730"/>
                  </a:lnTo>
                  <a:lnTo>
                    <a:pt x="19687" y="19970"/>
                  </a:lnTo>
                  <a:lnTo>
                    <a:pt x="20276" y="20101"/>
                  </a:lnTo>
                  <a:lnTo>
                    <a:pt x="20428" y="19839"/>
                  </a:lnTo>
                  <a:lnTo>
                    <a:pt x="20624" y="19468"/>
                  </a:lnTo>
                  <a:lnTo>
                    <a:pt x="20733" y="19272"/>
                  </a:lnTo>
                  <a:lnTo>
                    <a:pt x="20842" y="19098"/>
                  </a:lnTo>
                  <a:lnTo>
                    <a:pt x="20908" y="19054"/>
                  </a:lnTo>
                  <a:lnTo>
                    <a:pt x="20951" y="18749"/>
                  </a:lnTo>
                  <a:lnTo>
                    <a:pt x="20995" y="18444"/>
                  </a:lnTo>
                  <a:lnTo>
                    <a:pt x="21039" y="18139"/>
                  </a:lnTo>
                  <a:lnTo>
                    <a:pt x="21039" y="17833"/>
                  </a:lnTo>
                  <a:lnTo>
                    <a:pt x="20646" y="17746"/>
                  </a:lnTo>
                  <a:close/>
                  <a:moveTo>
                    <a:pt x="21278" y="17877"/>
                  </a:moveTo>
                  <a:lnTo>
                    <a:pt x="21257" y="18182"/>
                  </a:lnTo>
                  <a:lnTo>
                    <a:pt x="21235" y="18487"/>
                  </a:lnTo>
                  <a:lnTo>
                    <a:pt x="21191" y="18793"/>
                  </a:lnTo>
                  <a:lnTo>
                    <a:pt x="21148" y="19098"/>
                  </a:lnTo>
                  <a:lnTo>
                    <a:pt x="21191" y="19163"/>
                  </a:lnTo>
                  <a:lnTo>
                    <a:pt x="21213" y="19229"/>
                  </a:lnTo>
                  <a:lnTo>
                    <a:pt x="21344" y="19665"/>
                  </a:lnTo>
                  <a:lnTo>
                    <a:pt x="21431" y="20079"/>
                  </a:lnTo>
                  <a:lnTo>
                    <a:pt x="21496" y="20362"/>
                  </a:lnTo>
                  <a:lnTo>
                    <a:pt x="22107" y="20493"/>
                  </a:lnTo>
                  <a:lnTo>
                    <a:pt x="22085" y="20428"/>
                  </a:lnTo>
                  <a:lnTo>
                    <a:pt x="21954" y="19686"/>
                  </a:lnTo>
                  <a:lnTo>
                    <a:pt x="21823" y="18923"/>
                  </a:lnTo>
                  <a:lnTo>
                    <a:pt x="21736" y="18466"/>
                  </a:lnTo>
                  <a:lnTo>
                    <a:pt x="21714" y="18204"/>
                  </a:lnTo>
                  <a:lnTo>
                    <a:pt x="21693" y="17964"/>
                  </a:lnTo>
                  <a:lnTo>
                    <a:pt x="21278" y="17877"/>
                  </a:lnTo>
                  <a:close/>
                  <a:moveTo>
                    <a:pt x="28385" y="17397"/>
                  </a:moveTo>
                  <a:lnTo>
                    <a:pt x="28364" y="17572"/>
                  </a:lnTo>
                  <a:lnTo>
                    <a:pt x="28320" y="17724"/>
                  </a:lnTo>
                  <a:lnTo>
                    <a:pt x="28255" y="17899"/>
                  </a:lnTo>
                  <a:lnTo>
                    <a:pt x="28189" y="18051"/>
                  </a:lnTo>
                  <a:lnTo>
                    <a:pt x="28102" y="18204"/>
                  </a:lnTo>
                  <a:lnTo>
                    <a:pt x="27993" y="18335"/>
                  </a:lnTo>
                  <a:lnTo>
                    <a:pt x="27884" y="18444"/>
                  </a:lnTo>
                  <a:lnTo>
                    <a:pt x="27731" y="18553"/>
                  </a:lnTo>
                  <a:lnTo>
                    <a:pt x="27513" y="18684"/>
                  </a:lnTo>
                  <a:lnTo>
                    <a:pt x="27274" y="18749"/>
                  </a:lnTo>
                  <a:lnTo>
                    <a:pt x="27034" y="18793"/>
                  </a:lnTo>
                  <a:lnTo>
                    <a:pt x="26772" y="18814"/>
                  </a:lnTo>
                  <a:lnTo>
                    <a:pt x="26358" y="18793"/>
                  </a:lnTo>
                  <a:lnTo>
                    <a:pt x="25944" y="18727"/>
                  </a:lnTo>
                  <a:lnTo>
                    <a:pt x="24418" y="18466"/>
                  </a:lnTo>
                  <a:lnTo>
                    <a:pt x="22870" y="18182"/>
                  </a:lnTo>
                  <a:lnTo>
                    <a:pt x="22870" y="18182"/>
                  </a:lnTo>
                  <a:lnTo>
                    <a:pt x="22979" y="18248"/>
                  </a:lnTo>
                  <a:lnTo>
                    <a:pt x="23807" y="18836"/>
                  </a:lnTo>
                  <a:lnTo>
                    <a:pt x="24025" y="18989"/>
                  </a:lnTo>
                  <a:lnTo>
                    <a:pt x="24243" y="19163"/>
                  </a:lnTo>
                  <a:lnTo>
                    <a:pt x="24440" y="19338"/>
                  </a:lnTo>
                  <a:lnTo>
                    <a:pt x="24592" y="19556"/>
                  </a:lnTo>
                  <a:lnTo>
                    <a:pt x="24614" y="19599"/>
                  </a:lnTo>
                  <a:lnTo>
                    <a:pt x="24636" y="19665"/>
                  </a:lnTo>
                  <a:lnTo>
                    <a:pt x="24614" y="19730"/>
                  </a:lnTo>
                  <a:lnTo>
                    <a:pt x="24614" y="19774"/>
                  </a:lnTo>
                  <a:lnTo>
                    <a:pt x="24570" y="19817"/>
                  </a:lnTo>
                  <a:lnTo>
                    <a:pt x="24527" y="19861"/>
                  </a:lnTo>
                  <a:lnTo>
                    <a:pt x="24483" y="19883"/>
                  </a:lnTo>
                  <a:lnTo>
                    <a:pt x="24396" y="19883"/>
                  </a:lnTo>
                  <a:lnTo>
                    <a:pt x="23633" y="19817"/>
                  </a:lnTo>
                  <a:lnTo>
                    <a:pt x="23589" y="19817"/>
                  </a:lnTo>
                  <a:lnTo>
                    <a:pt x="23546" y="19839"/>
                  </a:lnTo>
                  <a:lnTo>
                    <a:pt x="23502" y="19861"/>
                  </a:lnTo>
                  <a:lnTo>
                    <a:pt x="23458" y="19883"/>
                  </a:lnTo>
                  <a:lnTo>
                    <a:pt x="23458" y="19926"/>
                  </a:lnTo>
                  <a:lnTo>
                    <a:pt x="23480" y="20013"/>
                  </a:lnTo>
                  <a:lnTo>
                    <a:pt x="23546" y="20122"/>
                  </a:lnTo>
                  <a:lnTo>
                    <a:pt x="23611" y="20210"/>
                  </a:lnTo>
                  <a:lnTo>
                    <a:pt x="23676" y="20319"/>
                  </a:lnTo>
                  <a:lnTo>
                    <a:pt x="23720" y="20428"/>
                  </a:lnTo>
                  <a:lnTo>
                    <a:pt x="23742" y="20558"/>
                  </a:lnTo>
                  <a:lnTo>
                    <a:pt x="23742" y="20667"/>
                  </a:lnTo>
                  <a:lnTo>
                    <a:pt x="23044" y="20188"/>
                  </a:lnTo>
                  <a:lnTo>
                    <a:pt x="22957" y="20144"/>
                  </a:lnTo>
                  <a:lnTo>
                    <a:pt x="22892" y="20122"/>
                  </a:lnTo>
                  <a:lnTo>
                    <a:pt x="22848" y="20122"/>
                  </a:lnTo>
                  <a:lnTo>
                    <a:pt x="22804" y="20144"/>
                  </a:lnTo>
                  <a:lnTo>
                    <a:pt x="22783" y="20188"/>
                  </a:lnTo>
                  <a:lnTo>
                    <a:pt x="22783" y="20253"/>
                  </a:lnTo>
                  <a:lnTo>
                    <a:pt x="22739" y="20428"/>
                  </a:lnTo>
                  <a:lnTo>
                    <a:pt x="22652" y="20602"/>
                  </a:lnTo>
                  <a:lnTo>
                    <a:pt x="24549" y="20951"/>
                  </a:lnTo>
                  <a:lnTo>
                    <a:pt x="26445" y="21278"/>
                  </a:lnTo>
                  <a:lnTo>
                    <a:pt x="26859" y="21321"/>
                  </a:lnTo>
                  <a:lnTo>
                    <a:pt x="27274" y="21343"/>
                  </a:lnTo>
                  <a:lnTo>
                    <a:pt x="27513" y="21343"/>
                  </a:lnTo>
                  <a:lnTo>
                    <a:pt x="27775" y="21300"/>
                  </a:lnTo>
                  <a:lnTo>
                    <a:pt x="28015" y="21212"/>
                  </a:lnTo>
                  <a:lnTo>
                    <a:pt x="28233" y="21103"/>
                  </a:lnTo>
                  <a:lnTo>
                    <a:pt x="28385" y="20994"/>
                  </a:lnTo>
                  <a:lnTo>
                    <a:pt x="28516" y="20842"/>
                  </a:lnTo>
                  <a:lnTo>
                    <a:pt x="28625" y="20689"/>
                  </a:lnTo>
                  <a:lnTo>
                    <a:pt x="28712" y="20515"/>
                  </a:lnTo>
                  <a:lnTo>
                    <a:pt x="28778" y="20340"/>
                  </a:lnTo>
                  <a:lnTo>
                    <a:pt x="28843" y="20144"/>
                  </a:lnTo>
                  <a:lnTo>
                    <a:pt x="28865" y="19970"/>
                  </a:lnTo>
                  <a:lnTo>
                    <a:pt x="28887" y="19774"/>
                  </a:lnTo>
                  <a:lnTo>
                    <a:pt x="28887" y="19512"/>
                  </a:lnTo>
                  <a:lnTo>
                    <a:pt x="28865" y="19250"/>
                  </a:lnTo>
                  <a:lnTo>
                    <a:pt x="28821" y="19011"/>
                  </a:lnTo>
                  <a:lnTo>
                    <a:pt x="28756" y="18749"/>
                  </a:lnTo>
                  <a:lnTo>
                    <a:pt x="28603" y="18269"/>
                  </a:lnTo>
                  <a:lnTo>
                    <a:pt x="28473" y="17790"/>
                  </a:lnTo>
                  <a:lnTo>
                    <a:pt x="28385" y="17397"/>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4" name="Google Shape;11494;p80"/>
            <p:cNvSpPr/>
            <p:nvPr/>
          </p:nvSpPr>
          <p:spPr>
            <a:xfrm rot="-947327">
              <a:off x="6192248" y="3963915"/>
              <a:ext cx="5475" cy="3850"/>
            </a:xfrm>
            <a:custGeom>
              <a:rect b="b" l="l" r="r" t="t"/>
              <a:pathLst>
                <a:path extrusionOk="0" fill="none" h="154" w="219">
                  <a:moveTo>
                    <a:pt x="153" y="1"/>
                  </a:moveTo>
                  <a:lnTo>
                    <a:pt x="153" y="1"/>
                  </a:lnTo>
                  <a:lnTo>
                    <a:pt x="88" y="22"/>
                  </a:lnTo>
                  <a:lnTo>
                    <a:pt x="0" y="110"/>
                  </a:lnTo>
                  <a:lnTo>
                    <a:pt x="0" y="110"/>
                  </a:lnTo>
                  <a:lnTo>
                    <a:pt x="218" y="153"/>
                  </a:lnTo>
                  <a:lnTo>
                    <a:pt x="218" y="131"/>
                  </a:lnTo>
                  <a:lnTo>
                    <a:pt x="218" y="131"/>
                  </a:lnTo>
                  <a:lnTo>
                    <a:pt x="218" y="66"/>
                  </a:lnTo>
                  <a:lnTo>
                    <a:pt x="197" y="22"/>
                  </a:lnTo>
                  <a:lnTo>
                    <a:pt x="197" y="22"/>
                  </a:lnTo>
                  <a:lnTo>
                    <a:pt x="153"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5" name="Google Shape;11495;p80"/>
            <p:cNvSpPr/>
            <p:nvPr/>
          </p:nvSpPr>
          <p:spPr>
            <a:xfrm rot="-947327">
              <a:off x="6245275" y="3901057"/>
              <a:ext cx="24001" cy="65452"/>
            </a:xfrm>
            <a:custGeom>
              <a:rect b="b" l="l" r="r" t="t"/>
              <a:pathLst>
                <a:path extrusionOk="0" fill="none" h="2618" w="960">
                  <a:moveTo>
                    <a:pt x="131" y="1"/>
                  </a:moveTo>
                  <a:lnTo>
                    <a:pt x="131" y="1"/>
                  </a:lnTo>
                  <a:lnTo>
                    <a:pt x="110" y="306"/>
                  </a:lnTo>
                  <a:lnTo>
                    <a:pt x="88" y="611"/>
                  </a:lnTo>
                  <a:lnTo>
                    <a:pt x="44" y="917"/>
                  </a:lnTo>
                  <a:lnTo>
                    <a:pt x="1" y="1222"/>
                  </a:lnTo>
                  <a:lnTo>
                    <a:pt x="1" y="1222"/>
                  </a:lnTo>
                  <a:lnTo>
                    <a:pt x="44" y="1287"/>
                  </a:lnTo>
                  <a:lnTo>
                    <a:pt x="66" y="1353"/>
                  </a:lnTo>
                  <a:lnTo>
                    <a:pt x="66" y="1353"/>
                  </a:lnTo>
                  <a:lnTo>
                    <a:pt x="197" y="1789"/>
                  </a:lnTo>
                  <a:lnTo>
                    <a:pt x="284" y="2203"/>
                  </a:lnTo>
                  <a:lnTo>
                    <a:pt x="284" y="2203"/>
                  </a:lnTo>
                  <a:lnTo>
                    <a:pt x="349" y="2486"/>
                  </a:lnTo>
                  <a:lnTo>
                    <a:pt x="349" y="2486"/>
                  </a:lnTo>
                  <a:lnTo>
                    <a:pt x="960" y="2617"/>
                  </a:lnTo>
                  <a:lnTo>
                    <a:pt x="960" y="2617"/>
                  </a:lnTo>
                  <a:lnTo>
                    <a:pt x="938" y="2552"/>
                  </a:lnTo>
                  <a:lnTo>
                    <a:pt x="938" y="2552"/>
                  </a:lnTo>
                  <a:lnTo>
                    <a:pt x="807" y="1810"/>
                  </a:lnTo>
                  <a:lnTo>
                    <a:pt x="676" y="1047"/>
                  </a:lnTo>
                  <a:lnTo>
                    <a:pt x="676" y="1047"/>
                  </a:lnTo>
                  <a:lnTo>
                    <a:pt x="589" y="590"/>
                  </a:lnTo>
                  <a:lnTo>
                    <a:pt x="567" y="328"/>
                  </a:lnTo>
                  <a:lnTo>
                    <a:pt x="546" y="88"/>
                  </a:lnTo>
                  <a:lnTo>
                    <a:pt x="546" y="88"/>
                  </a:lnTo>
                  <a:lnTo>
                    <a:pt x="131"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6" name="Google Shape;11496;p80"/>
            <p:cNvSpPr/>
            <p:nvPr/>
          </p:nvSpPr>
          <p:spPr>
            <a:xfrm rot="-947327">
              <a:off x="6208164" y="3906655"/>
              <a:ext cx="33826" cy="58877"/>
            </a:xfrm>
            <a:custGeom>
              <a:rect b="b" l="l" r="r" t="t"/>
              <a:pathLst>
                <a:path extrusionOk="0" fill="none" h="2355" w="1353">
                  <a:moveTo>
                    <a:pt x="960" y="0"/>
                  </a:moveTo>
                  <a:lnTo>
                    <a:pt x="960" y="0"/>
                  </a:lnTo>
                  <a:lnTo>
                    <a:pt x="873" y="131"/>
                  </a:lnTo>
                  <a:lnTo>
                    <a:pt x="873" y="131"/>
                  </a:lnTo>
                  <a:lnTo>
                    <a:pt x="873" y="218"/>
                  </a:lnTo>
                  <a:lnTo>
                    <a:pt x="851" y="327"/>
                  </a:lnTo>
                  <a:lnTo>
                    <a:pt x="851" y="327"/>
                  </a:lnTo>
                  <a:lnTo>
                    <a:pt x="699" y="720"/>
                  </a:lnTo>
                  <a:lnTo>
                    <a:pt x="524" y="1134"/>
                  </a:lnTo>
                  <a:lnTo>
                    <a:pt x="524" y="1134"/>
                  </a:lnTo>
                  <a:lnTo>
                    <a:pt x="132" y="1984"/>
                  </a:lnTo>
                  <a:lnTo>
                    <a:pt x="132" y="1984"/>
                  </a:lnTo>
                  <a:lnTo>
                    <a:pt x="1" y="2224"/>
                  </a:lnTo>
                  <a:lnTo>
                    <a:pt x="1" y="2224"/>
                  </a:lnTo>
                  <a:lnTo>
                    <a:pt x="590" y="2355"/>
                  </a:lnTo>
                  <a:lnTo>
                    <a:pt x="590" y="2355"/>
                  </a:lnTo>
                  <a:lnTo>
                    <a:pt x="742" y="2093"/>
                  </a:lnTo>
                  <a:lnTo>
                    <a:pt x="742" y="2093"/>
                  </a:lnTo>
                  <a:lnTo>
                    <a:pt x="938" y="1722"/>
                  </a:lnTo>
                  <a:lnTo>
                    <a:pt x="1047" y="1526"/>
                  </a:lnTo>
                  <a:lnTo>
                    <a:pt x="1156" y="1352"/>
                  </a:lnTo>
                  <a:lnTo>
                    <a:pt x="1156" y="1352"/>
                  </a:lnTo>
                  <a:lnTo>
                    <a:pt x="1222" y="1308"/>
                  </a:lnTo>
                  <a:lnTo>
                    <a:pt x="1222" y="1308"/>
                  </a:lnTo>
                  <a:lnTo>
                    <a:pt x="1265" y="1003"/>
                  </a:lnTo>
                  <a:lnTo>
                    <a:pt x="1309" y="698"/>
                  </a:lnTo>
                  <a:lnTo>
                    <a:pt x="1353" y="393"/>
                  </a:lnTo>
                  <a:lnTo>
                    <a:pt x="1353" y="87"/>
                  </a:lnTo>
                  <a:lnTo>
                    <a:pt x="1353" y="87"/>
                  </a:lnTo>
                  <a:lnTo>
                    <a:pt x="960"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7" name="Google Shape;11497;p80"/>
            <p:cNvSpPr/>
            <p:nvPr/>
          </p:nvSpPr>
          <p:spPr>
            <a:xfrm rot="-947327">
              <a:off x="6280230" y="3860731"/>
              <a:ext cx="155905" cy="98678"/>
            </a:xfrm>
            <a:custGeom>
              <a:rect b="b" l="l" r="r" t="t"/>
              <a:pathLst>
                <a:path extrusionOk="0" fill="none" h="3947" w="6236">
                  <a:moveTo>
                    <a:pt x="5734" y="0"/>
                  </a:moveTo>
                  <a:lnTo>
                    <a:pt x="5734" y="0"/>
                  </a:lnTo>
                  <a:lnTo>
                    <a:pt x="5713" y="175"/>
                  </a:lnTo>
                  <a:lnTo>
                    <a:pt x="5669" y="327"/>
                  </a:lnTo>
                  <a:lnTo>
                    <a:pt x="5604" y="502"/>
                  </a:lnTo>
                  <a:lnTo>
                    <a:pt x="5538" y="654"/>
                  </a:lnTo>
                  <a:lnTo>
                    <a:pt x="5451" y="807"/>
                  </a:lnTo>
                  <a:lnTo>
                    <a:pt x="5342" y="938"/>
                  </a:lnTo>
                  <a:lnTo>
                    <a:pt x="5233" y="1047"/>
                  </a:lnTo>
                  <a:lnTo>
                    <a:pt x="5080" y="1156"/>
                  </a:lnTo>
                  <a:lnTo>
                    <a:pt x="5080" y="1156"/>
                  </a:lnTo>
                  <a:lnTo>
                    <a:pt x="4862" y="1287"/>
                  </a:lnTo>
                  <a:lnTo>
                    <a:pt x="4623" y="1352"/>
                  </a:lnTo>
                  <a:lnTo>
                    <a:pt x="4383" y="1396"/>
                  </a:lnTo>
                  <a:lnTo>
                    <a:pt x="4121" y="1417"/>
                  </a:lnTo>
                  <a:lnTo>
                    <a:pt x="4121" y="1417"/>
                  </a:lnTo>
                  <a:lnTo>
                    <a:pt x="3707" y="1396"/>
                  </a:lnTo>
                  <a:lnTo>
                    <a:pt x="3293" y="1330"/>
                  </a:lnTo>
                  <a:lnTo>
                    <a:pt x="3293" y="1330"/>
                  </a:lnTo>
                  <a:lnTo>
                    <a:pt x="1767" y="1069"/>
                  </a:lnTo>
                  <a:lnTo>
                    <a:pt x="219" y="785"/>
                  </a:lnTo>
                  <a:lnTo>
                    <a:pt x="219" y="785"/>
                  </a:lnTo>
                  <a:lnTo>
                    <a:pt x="328" y="851"/>
                  </a:lnTo>
                  <a:lnTo>
                    <a:pt x="328" y="851"/>
                  </a:lnTo>
                  <a:lnTo>
                    <a:pt x="1156" y="1439"/>
                  </a:lnTo>
                  <a:lnTo>
                    <a:pt x="1156" y="1439"/>
                  </a:lnTo>
                  <a:lnTo>
                    <a:pt x="1374" y="1592"/>
                  </a:lnTo>
                  <a:lnTo>
                    <a:pt x="1592" y="1766"/>
                  </a:lnTo>
                  <a:lnTo>
                    <a:pt x="1789" y="1941"/>
                  </a:lnTo>
                  <a:lnTo>
                    <a:pt x="1941" y="2159"/>
                  </a:lnTo>
                  <a:lnTo>
                    <a:pt x="1941" y="2159"/>
                  </a:lnTo>
                  <a:lnTo>
                    <a:pt x="1963" y="2202"/>
                  </a:lnTo>
                  <a:lnTo>
                    <a:pt x="1985" y="2268"/>
                  </a:lnTo>
                  <a:lnTo>
                    <a:pt x="1963" y="2333"/>
                  </a:lnTo>
                  <a:lnTo>
                    <a:pt x="1963" y="2377"/>
                  </a:lnTo>
                  <a:lnTo>
                    <a:pt x="1919" y="2420"/>
                  </a:lnTo>
                  <a:lnTo>
                    <a:pt x="1876" y="2464"/>
                  </a:lnTo>
                  <a:lnTo>
                    <a:pt x="1832" y="2486"/>
                  </a:lnTo>
                  <a:lnTo>
                    <a:pt x="1767" y="2486"/>
                  </a:lnTo>
                  <a:lnTo>
                    <a:pt x="1767" y="2486"/>
                  </a:lnTo>
                  <a:lnTo>
                    <a:pt x="1745" y="2486"/>
                  </a:lnTo>
                  <a:lnTo>
                    <a:pt x="982" y="2420"/>
                  </a:lnTo>
                  <a:lnTo>
                    <a:pt x="982" y="2420"/>
                  </a:lnTo>
                  <a:lnTo>
                    <a:pt x="938" y="2420"/>
                  </a:lnTo>
                  <a:lnTo>
                    <a:pt x="938" y="2420"/>
                  </a:lnTo>
                  <a:lnTo>
                    <a:pt x="895" y="2442"/>
                  </a:lnTo>
                  <a:lnTo>
                    <a:pt x="851" y="2464"/>
                  </a:lnTo>
                  <a:lnTo>
                    <a:pt x="851" y="2464"/>
                  </a:lnTo>
                  <a:lnTo>
                    <a:pt x="807" y="2486"/>
                  </a:lnTo>
                  <a:lnTo>
                    <a:pt x="807" y="2529"/>
                  </a:lnTo>
                  <a:lnTo>
                    <a:pt x="829" y="2616"/>
                  </a:lnTo>
                  <a:lnTo>
                    <a:pt x="895" y="2725"/>
                  </a:lnTo>
                  <a:lnTo>
                    <a:pt x="960" y="2813"/>
                  </a:lnTo>
                  <a:lnTo>
                    <a:pt x="960" y="2813"/>
                  </a:lnTo>
                  <a:lnTo>
                    <a:pt x="1025" y="2922"/>
                  </a:lnTo>
                  <a:lnTo>
                    <a:pt x="1069" y="3031"/>
                  </a:lnTo>
                  <a:lnTo>
                    <a:pt x="1091" y="3161"/>
                  </a:lnTo>
                  <a:lnTo>
                    <a:pt x="1091" y="3270"/>
                  </a:lnTo>
                  <a:lnTo>
                    <a:pt x="1091" y="3270"/>
                  </a:lnTo>
                  <a:lnTo>
                    <a:pt x="393" y="2791"/>
                  </a:lnTo>
                  <a:lnTo>
                    <a:pt x="393" y="2791"/>
                  </a:lnTo>
                  <a:lnTo>
                    <a:pt x="306" y="2747"/>
                  </a:lnTo>
                  <a:lnTo>
                    <a:pt x="241" y="2725"/>
                  </a:lnTo>
                  <a:lnTo>
                    <a:pt x="241" y="2725"/>
                  </a:lnTo>
                  <a:lnTo>
                    <a:pt x="197" y="2725"/>
                  </a:lnTo>
                  <a:lnTo>
                    <a:pt x="197" y="2725"/>
                  </a:lnTo>
                  <a:lnTo>
                    <a:pt x="153" y="2747"/>
                  </a:lnTo>
                  <a:lnTo>
                    <a:pt x="132" y="2791"/>
                  </a:lnTo>
                  <a:lnTo>
                    <a:pt x="132" y="2856"/>
                  </a:lnTo>
                  <a:lnTo>
                    <a:pt x="132" y="2856"/>
                  </a:lnTo>
                  <a:lnTo>
                    <a:pt x="88" y="3031"/>
                  </a:lnTo>
                  <a:lnTo>
                    <a:pt x="1" y="3205"/>
                  </a:lnTo>
                  <a:lnTo>
                    <a:pt x="1" y="3205"/>
                  </a:lnTo>
                  <a:lnTo>
                    <a:pt x="1898" y="3554"/>
                  </a:lnTo>
                  <a:lnTo>
                    <a:pt x="3794" y="3881"/>
                  </a:lnTo>
                  <a:lnTo>
                    <a:pt x="3794" y="3881"/>
                  </a:lnTo>
                  <a:lnTo>
                    <a:pt x="4208" y="3924"/>
                  </a:lnTo>
                  <a:lnTo>
                    <a:pt x="4623" y="3946"/>
                  </a:lnTo>
                  <a:lnTo>
                    <a:pt x="4623" y="3946"/>
                  </a:lnTo>
                  <a:lnTo>
                    <a:pt x="4862" y="3946"/>
                  </a:lnTo>
                  <a:lnTo>
                    <a:pt x="5124" y="3903"/>
                  </a:lnTo>
                  <a:lnTo>
                    <a:pt x="5364" y="3815"/>
                  </a:lnTo>
                  <a:lnTo>
                    <a:pt x="5582" y="3706"/>
                  </a:lnTo>
                  <a:lnTo>
                    <a:pt x="5582" y="3706"/>
                  </a:lnTo>
                  <a:lnTo>
                    <a:pt x="5734" y="3597"/>
                  </a:lnTo>
                  <a:lnTo>
                    <a:pt x="5865" y="3445"/>
                  </a:lnTo>
                  <a:lnTo>
                    <a:pt x="5974" y="3292"/>
                  </a:lnTo>
                  <a:lnTo>
                    <a:pt x="6061" y="3118"/>
                  </a:lnTo>
                  <a:lnTo>
                    <a:pt x="6127" y="2943"/>
                  </a:lnTo>
                  <a:lnTo>
                    <a:pt x="6192" y="2747"/>
                  </a:lnTo>
                  <a:lnTo>
                    <a:pt x="6214" y="2573"/>
                  </a:lnTo>
                  <a:lnTo>
                    <a:pt x="6236" y="2377"/>
                  </a:lnTo>
                  <a:lnTo>
                    <a:pt x="6236" y="2377"/>
                  </a:lnTo>
                  <a:lnTo>
                    <a:pt x="6236" y="2115"/>
                  </a:lnTo>
                  <a:lnTo>
                    <a:pt x="6214" y="1853"/>
                  </a:lnTo>
                  <a:lnTo>
                    <a:pt x="6170" y="1614"/>
                  </a:lnTo>
                  <a:lnTo>
                    <a:pt x="6105" y="1352"/>
                  </a:lnTo>
                  <a:lnTo>
                    <a:pt x="5952" y="872"/>
                  </a:lnTo>
                  <a:lnTo>
                    <a:pt x="5822" y="393"/>
                  </a:lnTo>
                  <a:lnTo>
                    <a:pt x="5822" y="393"/>
                  </a:lnTo>
                  <a:lnTo>
                    <a:pt x="5734"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8" name="Google Shape;11498;p80"/>
            <p:cNvSpPr/>
            <p:nvPr/>
          </p:nvSpPr>
          <p:spPr>
            <a:xfrm rot="-947327">
              <a:off x="5710630" y="3834976"/>
              <a:ext cx="33826" cy="32176"/>
            </a:xfrm>
            <a:custGeom>
              <a:rect b="b" l="l" r="r" t="t"/>
              <a:pathLst>
                <a:path extrusionOk="0" fill="none" h="1287" w="1353">
                  <a:moveTo>
                    <a:pt x="1352" y="1"/>
                  </a:moveTo>
                  <a:lnTo>
                    <a:pt x="1352" y="1"/>
                  </a:lnTo>
                  <a:lnTo>
                    <a:pt x="1047" y="262"/>
                  </a:lnTo>
                  <a:lnTo>
                    <a:pt x="698" y="502"/>
                  </a:lnTo>
                  <a:lnTo>
                    <a:pt x="371" y="742"/>
                  </a:lnTo>
                  <a:lnTo>
                    <a:pt x="0" y="938"/>
                  </a:lnTo>
                  <a:lnTo>
                    <a:pt x="0" y="938"/>
                  </a:lnTo>
                  <a:lnTo>
                    <a:pt x="306" y="1112"/>
                  </a:lnTo>
                  <a:lnTo>
                    <a:pt x="589" y="1287"/>
                  </a:lnTo>
                  <a:lnTo>
                    <a:pt x="589" y="1287"/>
                  </a:lnTo>
                  <a:lnTo>
                    <a:pt x="851" y="1003"/>
                  </a:lnTo>
                  <a:lnTo>
                    <a:pt x="982" y="873"/>
                  </a:lnTo>
                  <a:lnTo>
                    <a:pt x="1112" y="764"/>
                  </a:lnTo>
                  <a:lnTo>
                    <a:pt x="1112" y="764"/>
                  </a:lnTo>
                  <a:lnTo>
                    <a:pt x="1156" y="742"/>
                  </a:lnTo>
                  <a:lnTo>
                    <a:pt x="1221" y="742"/>
                  </a:lnTo>
                  <a:lnTo>
                    <a:pt x="1221" y="742"/>
                  </a:lnTo>
                  <a:lnTo>
                    <a:pt x="1309" y="371"/>
                  </a:lnTo>
                  <a:lnTo>
                    <a:pt x="1352"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9" name="Google Shape;11499;p80"/>
            <p:cNvSpPr/>
            <p:nvPr/>
          </p:nvSpPr>
          <p:spPr>
            <a:xfrm rot="-947327">
              <a:off x="5767767" y="3762866"/>
              <a:ext cx="436588" cy="256208"/>
            </a:xfrm>
            <a:custGeom>
              <a:rect b="b" l="l" r="r" t="t"/>
              <a:pathLst>
                <a:path extrusionOk="0" fill="none" h="10248" w="17463">
                  <a:moveTo>
                    <a:pt x="175" y="1"/>
                  </a:moveTo>
                  <a:lnTo>
                    <a:pt x="175" y="1"/>
                  </a:lnTo>
                  <a:lnTo>
                    <a:pt x="109" y="459"/>
                  </a:lnTo>
                  <a:lnTo>
                    <a:pt x="0" y="938"/>
                  </a:lnTo>
                  <a:lnTo>
                    <a:pt x="0" y="938"/>
                  </a:lnTo>
                  <a:lnTo>
                    <a:pt x="87" y="1025"/>
                  </a:lnTo>
                  <a:lnTo>
                    <a:pt x="131" y="1134"/>
                  </a:lnTo>
                  <a:lnTo>
                    <a:pt x="131" y="1134"/>
                  </a:lnTo>
                  <a:lnTo>
                    <a:pt x="196" y="1658"/>
                  </a:lnTo>
                  <a:lnTo>
                    <a:pt x="240" y="2203"/>
                  </a:lnTo>
                  <a:lnTo>
                    <a:pt x="240" y="2203"/>
                  </a:lnTo>
                  <a:lnTo>
                    <a:pt x="240" y="2225"/>
                  </a:lnTo>
                  <a:lnTo>
                    <a:pt x="240" y="2225"/>
                  </a:lnTo>
                  <a:lnTo>
                    <a:pt x="807" y="2661"/>
                  </a:lnTo>
                  <a:lnTo>
                    <a:pt x="1352" y="3075"/>
                  </a:lnTo>
                  <a:lnTo>
                    <a:pt x="1352" y="3075"/>
                  </a:lnTo>
                  <a:lnTo>
                    <a:pt x="2442" y="3860"/>
                  </a:lnTo>
                  <a:lnTo>
                    <a:pt x="3532" y="4623"/>
                  </a:lnTo>
                  <a:lnTo>
                    <a:pt x="4622" y="5364"/>
                  </a:lnTo>
                  <a:lnTo>
                    <a:pt x="5756" y="6083"/>
                  </a:lnTo>
                  <a:lnTo>
                    <a:pt x="5756" y="6083"/>
                  </a:lnTo>
                  <a:lnTo>
                    <a:pt x="6257" y="6410"/>
                  </a:lnTo>
                  <a:lnTo>
                    <a:pt x="6519" y="6563"/>
                  </a:lnTo>
                  <a:lnTo>
                    <a:pt x="6780" y="6694"/>
                  </a:lnTo>
                  <a:lnTo>
                    <a:pt x="7064" y="6824"/>
                  </a:lnTo>
                  <a:lnTo>
                    <a:pt x="7347" y="6912"/>
                  </a:lnTo>
                  <a:lnTo>
                    <a:pt x="7630" y="6999"/>
                  </a:lnTo>
                  <a:lnTo>
                    <a:pt x="7914" y="7043"/>
                  </a:lnTo>
                  <a:lnTo>
                    <a:pt x="7914" y="7043"/>
                  </a:lnTo>
                  <a:lnTo>
                    <a:pt x="7914" y="7043"/>
                  </a:lnTo>
                  <a:lnTo>
                    <a:pt x="8110" y="7064"/>
                  </a:lnTo>
                  <a:lnTo>
                    <a:pt x="8110" y="7064"/>
                  </a:lnTo>
                  <a:lnTo>
                    <a:pt x="8197" y="7064"/>
                  </a:lnTo>
                  <a:lnTo>
                    <a:pt x="8197" y="7064"/>
                  </a:lnTo>
                  <a:lnTo>
                    <a:pt x="8372" y="7064"/>
                  </a:lnTo>
                  <a:lnTo>
                    <a:pt x="8524" y="7043"/>
                  </a:lnTo>
                  <a:lnTo>
                    <a:pt x="8699" y="6999"/>
                  </a:lnTo>
                  <a:lnTo>
                    <a:pt x="8851" y="6955"/>
                  </a:lnTo>
                  <a:lnTo>
                    <a:pt x="8851" y="6955"/>
                  </a:lnTo>
                  <a:lnTo>
                    <a:pt x="8829" y="7195"/>
                  </a:lnTo>
                  <a:lnTo>
                    <a:pt x="8829" y="7195"/>
                  </a:lnTo>
                  <a:lnTo>
                    <a:pt x="8851" y="7326"/>
                  </a:lnTo>
                  <a:lnTo>
                    <a:pt x="8873" y="7457"/>
                  </a:lnTo>
                  <a:lnTo>
                    <a:pt x="8917" y="7609"/>
                  </a:lnTo>
                  <a:lnTo>
                    <a:pt x="8982" y="7718"/>
                  </a:lnTo>
                  <a:lnTo>
                    <a:pt x="8982" y="7718"/>
                  </a:lnTo>
                  <a:lnTo>
                    <a:pt x="9113" y="7980"/>
                  </a:lnTo>
                  <a:lnTo>
                    <a:pt x="9287" y="8220"/>
                  </a:lnTo>
                  <a:lnTo>
                    <a:pt x="9505" y="8416"/>
                  </a:lnTo>
                  <a:lnTo>
                    <a:pt x="9745" y="8590"/>
                  </a:lnTo>
                  <a:lnTo>
                    <a:pt x="9745" y="8590"/>
                  </a:lnTo>
                  <a:lnTo>
                    <a:pt x="9919" y="8699"/>
                  </a:lnTo>
                  <a:lnTo>
                    <a:pt x="10116" y="8787"/>
                  </a:lnTo>
                  <a:lnTo>
                    <a:pt x="10508" y="8961"/>
                  </a:lnTo>
                  <a:lnTo>
                    <a:pt x="10922" y="9092"/>
                  </a:lnTo>
                  <a:lnTo>
                    <a:pt x="11358" y="9201"/>
                  </a:lnTo>
                  <a:lnTo>
                    <a:pt x="11358" y="9201"/>
                  </a:lnTo>
                  <a:lnTo>
                    <a:pt x="13451" y="9724"/>
                  </a:lnTo>
                  <a:lnTo>
                    <a:pt x="15566" y="10247"/>
                  </a:lnTo>
                  <a:lnTo>
                    <a:pt x="15566" y="10247"/>
                  </a:lnTo>
                  <a:lnTo>
                    <a:pt x="15718" y="9920"/>
                  </a:lnTo>
                  <a:lnTo>
                    <a:pt x="15718" y="9920"/>
                  </a:lnTo>
                  <a:lnTo>
                    <a:pt x="15762" y="9811"/>
                  </a:lnTo>
                  <a:lnTo>
                    <a:pt x="15762" y="9768"/>
                  </a:lnTo>
                  <a:lnTo>
                    <a:pt x="15762" y="9724"/>
                  </a:lnTo>
                  <a:lnTo>
                    <a:pt x="15762" y="9724"/>
                  </a:lnTo>
                  <a:lnTo>
                    <a:pt x="15718" y="9702"/>
                  </a:lnTo>
                  <a:lnTo>
                    <a:pt x="15697" y="9702"/>
                  </a:lnTo>
                  <a:lnTo>
                    <a:pt x="15697" y="9702"/>
                  </a:lnTo>
                  <a:lnTo>
                    <a:pt x="15631" y="9702"/>
                  </a:lnTo>
                  <a:lnTo>
                    <a:pt x="15631" y="9702"/>
                  </a:lnTo>
                  <a:lnTo>
                    <a:pt x="15566" y="9702"/>
                  </a:lnTo>
                  <a:lnTo>
                    <a:pt x="15566" y="9702"/>
                  </a:lnTo>
                  <a:lnTo>
                    <a:pt x="15391" y="9680"/>
                  </a:lnTo>
                  <a:lnTo>
                    <a:pt x="15239" y="9637"/>
                  </a:lnTo>
                  <a:lnTo>
                    <a:pt x="15239" y="9637"/>
                  </a:lnTo>
                  <a:lnTo>
                    <a:pt x="15173" y="9593"/>
                  </a:lnTo>
                  <a:lnTo>
                    <a:pt x="15152" y="9528"/>
                  </a:lnTo>
                  <a:lnTo>
                    <a:pt x="15152" y="9528"/>
                  </a:lnTo>
                  <a:lnTo>
                    <a:pt x="15152" y="9484"/>
                  </a:lnTo>
                  <a:lnTo>
                    <a:pt x="15152" y="9419"/>
                  </a:lnTo>
                  <a:lnTo>
                    <a:pt x="15195" y="9353"/>
                  </a:lnTo>
                  <a:lnTo>
                    <a:pt x="15239" y="9288"/>
                  </a:lnTo>
                  <a:lnTo>
                    <a:pt x="15239" y="9288"/>
                  </a:lnTo>
                  <a:lnTo>
                    <a:pt x="15348" y="9223"/>
                  </a:lnTo>
                  <a:lnTo>
                    <a:pt x="15457" y="9157"/>
                  </a:lnTo>
                  <a:lnTo>
                    <a:pt x="15457" y="9157"/>
                  </a:lnTo>
                  <a:lnTo>
                    <a:pt x="16046" y="8874"/>
                  </a:lnTo>
                  <a:lnTo>
                    <a:pt x="16634" y="8612"/>
                  </a:lnTo>
                  <a:lnTo>
                    <a:pt x="16634" y="8612"/>
                  </a:lnTo>
                  <a:lnTo>
                    <a:pt x="17005" y="8438"/>
                  </a:lnTo>
                  <a:lnTo>
                    <a:pt x="17223" y="8329"/>
                  </a:lnTo>
                  <a:lnTo>
                    <a:pt x="17419" y="8285"/>
                  </a:lnTo>
                  <a:lnTo>
                    <a:pt x="17419" y="8285"/>
                  </a:lnTo>
                  <a:lnTo>
                    <a:pt x="17419" y="8285"/>
                  </a:lnTo>
                  <a:lnTo>
                    <a:pt x="17463" y="8220"/>
                  </a:lnTo>
                  <a:lnTo>
                    <a:pt x="17463" y="8220"/>
                  </a:lnTo>
                  <a:lnTo>
                    <a:pt x="15806" y="7849"/>
                  </a:lnTo>
                  <a:lnTo>
                    <a:pt x="14149" y="7479"/>
                  </a:lnTo>
                  <a:lnTo>
                    <a:pt x="12514" y="7064"/>
                  </a:lnTo>
                  <a:lnTo>
                    <a:pt x="10857" y="6650"/>
                  </a:lnTo>
                  <a:lnTo>
                    <a:pt x="10857" y="6650"/>
                  </a:lnTo>
                  <a:lnTo>
                    <a:pt x="10443" y="6541"/>
                  </a:lnTo>
                  <a:lnTo>
                    <a:pt x="10028" y="6410"/>
                  </a:lnTo>
                  <a:lnTo>
                    <a:pt x="9636" y="6258"/>
                  </a:lnTo>
                  <a:lnTo>
                    <a:pt x="9440" y="6149"/>
                  </a:lnTo>
                  <a:lnTo>
                    <a:pt x="9244" y="6040"/>
                  </a:lnTo>
                  <a:lnTo>
                    <a:pt x="9244" y="6040"/>
                  </a:lnTo>
                  <a:lnTo>
                    <a:pt x="9026" y="5865"/>
                  </a:lnTo>
                  <a:lnTo>
                    <a:pt x="8808" y="5669"/>
                  </a:lnTo>
                  <a:lnTo>
                    <a:pt x="8633" y="5429"/>
                  </a:lnTo>
                  <a:lnTo>
                    <a:pt x="8481" y="5189"/>
                  </a:lnTo>
                  <a:lnTo>
                    <a:pt x="8481" y="5189"/>
                  </a:lnTo>
                  <a:lnTo>
                    <a:pt x="8437" y="5059"/>
                  </a:lnTo>
                  <a:lnTo>
                    <a:pt x="8393" y="4928"/>
                  </a:lnTo>
                  <a:lnTo>
                    <a:pt x="8372" y="4775"/>
                  </a:lnTo>
                  <a:lnTo>
                    <a:pt x="8350" y="4644"/>
                  </a:lnTo>
                  <a:lnTo>
                    <a:pt x="8350" y="4644"/>
                  </a:lnTo>
                  <a:lnTo>
                    <a:pt x="8372" y="4405"/>
                  </a:lnTo>
                  <a:lnTo>
                    <a:pt x="8372" y="4405"/>
                  </a:lnTo>
                  <a:lnTo>
                    <a:pt x="8197" y="4448"/>
                  </a:lnTo>
                  <a:lnTo>
                    <a:pt x="8045" y="4492"/>
                  </a:lnTo>
                  <a:lnTo>
                    <a:pt x="7870" y="4514"/>
                  </a:lnTo>
                  <a:lnTo>
                    <a:pt x="7718" y="4514"/>
                  </a:lnTo>
                  <a:lnTo>
                    <a:pt x="7718" y="4514"/>
                  </a:lnTo>
                  <a:lnTo>
                    <a:pt x="7630" y="4514"/>
                  </a:lnTo>
                  <a:lnTo>
                    <a:pt x="7630" y="4514"/>
                  </a:lnTo>
                  <a:lnTo>
                    <a:pt x="7434" y="4492"/>
                  </a:lnTo>
                  <a:lnTo>
                    <a:pt x="7434" y="4492"/>
                  </a:lnTo>
                  <a:lnTo>
                    <a:pt x="7434" y="4492"/>
                  </a:lnTo>
                  <a:lnTo>
                    <a:pt x="7129" y="4448"/>
                  </a:lnTo>
                  <a:lnTo>
                    <a:pt x="6846" y="4383"/>
                  </a:lnTo>
                  <a:lnTo>
                    <a:pt x="6584" y="4274"/>
                  </a:lnTo>
                  <a:lnTo>
                    <a:pt x="6301" y="4165"/>
                  </a:lnTo>
                  <a:lnTo>
                    <a:pt x="6039" y="4012"/>
                  </a:lnTo>
                  <a:lnTo>
                    <a:pt x="5777" y="3860"/>
                  </a:lnTo>
                  <a:lnTo>
                    <a:pt x="5254" y="3554"/>
                  </a:lnTo>
                  <a:lnTo>
                    <a:pt x="5254" y="3554"/>
                  </a:lnTo>
                  <a:lnTo>
                    <a:pt x="4142" y="2813"/>
                  </a:lnTo>
                  <a:lnTo>
                    <a:pt x="3030" y="2072"/>
                  </a:lnTo>
                  <a:lnTo>
                    <a:pt x="1940" y="1309"/>
                  </a:lnTo>
                  <a:lnTo>
                    <a:pt x="850" y="524"/>
                  </a:lnTo>
                  <a:lnTo>
                    <a:pt x="850" y="524"/>
                  </a:lnTo>
                  <a:lnTo>
                    <a:pt x="175"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0" name="Google Shape;11500;p80"/>
            <p:cNvSpPr/>
            <p:nvPr/>
          </p:nvSpPr>
          <p:spPr>
            <a:xfrm rot="-947327">
              <a:off x="5683137" y="3830063"/>
              <a:ext cx="58902" cy="28376"/>
            </a:xfrm>
            <a:custGeom>
              <a:rect b="b" l="l" r="r" t="t"/>
              <a:pathLst>
                <a:path extrusionOk="0" fill="none" h="1135" w="2356">
                  <a:moveTo>
                    <a:pt x="2355" y="1"/>
                  </a:moveTo>
                  <a:lnTo>
                    <a:pt x="2355" y="1"/>
                  </a:lnTo>
                  <a:lnTo>
                    <a:pt x="1876" y="66"/>
                  </a:lnTo>
                  <a:lnTo>
                    <a:pt x="1396" y="88"/>
                  </a:lnTo>
                  <a:lnTo>
                    <a:pt x="1396" y="88"/>
                  </a:lnTo>
                  <a:lnTo>
                    <a:pt x="1330" y="153"/>
                  </a:lnTo>
                  <a:lnTo>
                    <a:pt x="1243" y="219"/>
                  </a:lnTo>
                  <a:lnTo>
                    <a:pt x="1243" y="219"/>
                  </a:lnTo>
                  <a:lnTo>
                    <a:pt x="785" y="350"/>
                  </a:lnTo>
                  <a:lnTo>
                    <a:pt x="306" y="480"/>
                  </a:lnTo>
                  <a:lnTo>
                    <a:pt x="306" y="480"/>
                  </a:lnTo>
                  <a:lnTo>
                    <a:pt x="1" y="546"/>
                  </a:lnTo>
                  <a:lnTo>
                    <a:pt x="1" y="546"/>
                  </a:lnTo>
                  <a:lnTo>
                    <a:pt x="175" y="720"/>
                  </a:lnTo>
                  <a:lnTo>
                    <a:pt x="349" y="873"/>
                  </a:lnTo>
                  <a:lnTo>
                    <a:pt x="546" y="1004"/>
                  </a:lnTo>
                  <a:lnTo>
                    <a:pt x="742" y="1134"/>
                  </a:lnTo>
                  <a:lnTo>
                    <a:pt x="742" y="1134"/>
                  </a:lnTo>
                  <a:lnTo>
                    <a:pt x="1178" y="895"/>
                  </a:lnTo>
                  <a:lnTo>
                    <a:pt x="1592" y="633"/>
                  </a:lnTo>
                  <a:lnTo>
                    <a:pt x="1963" y="328"/>
                  </a:lnTo>
                  <a:lnTo>
                    <a:pt x="2355"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1" name="Google Shape;11501;p80"/>
            <p:cNvSpPr/>
            <p:nvPr/>
          </p:nvSpPr>
          <p:spPr>
            <a:xfrm rot="-947327">
              <a:off x="5661881" y="3792045"/>
              <a:ext cx="63252" cy="37626"/>
            </a:xfrm>
            <a:custGeom>
              <a:rect b="b" l="l" r="r" t="t"/>
              <a:pathLst>
                <a:path extrusionOk="0" fill="none" h="1505" w="2530">
                  <a:moveTo>
                    <a:pt x="328" y="0"/>
                  </a:moveTo>
                  <a:lnTo>
                    <a:pt x="328" y="0"/>
                  </a:lnTo>
                  <a:lnTo>
                    <a:pt x="153" y="262"/>
                  </a:lnTo>
                  <a:lnTo>
                    <a:pt x="66" y="393"/>
                  </a:lnTo>
                  <a:lnTo>
                    <a:pt x="1" y="523"/>
                  </a:lnTo>
                  <a:lnTo>
                    <a:pt x="1" y="523"/>
                  </a:lnTo>
                  <a:lnTo>
                    <a:pt x="1025" y="1047"/>
                  </a:lnTo>
                  <a:lnTo>
                    <a:pt x="1025" y="1047"/>
                  </a:lnTo>
                  <a:lnTo>
                    <a:pt x="1418" y="1243"/>
                  </a:lnTo>
                  <a:lnTo>
                    <a:pt x="1636" y="1374"/>
                  </a:lnTo>
                  <a:lnTo>
                    <a:pt x="1832" y="1504"/>
                  </a:lnTo>
                  <a:lnTo>
                    <a:pt x="1832" y="1504"/>
                  </a:lnTo>
                  <a:lnTo>
                    <a:pt x="1832" y="1504"/>
                  </a:lnTo>
                  <a:lnTo>
                    <a:pt x="2530" y="1461"/>
                  </a:lnTo>
                  <a:lnTo>
                    <a:pt x="2530" y="1461"/>
                  </a:lnTo>
                  <a:lnTo>
                    <a:pt x="2072" y="1112"/>
                  </a:lnTo>
                  <a:lnTo>
                    <a:pt x="1614" y="807"/>
                  </a:lnTo>
                  <a:lnTo>
                    <a:pt x="1614" y="807"/>
                  </a:lnTo>
                  <a:lnTo>
                    <a:pt x="1287" y="589"/>
                  </a:lnTo>
                  <a:lnTo>
                    <a:pt x="960" y="414"/>
                  </a:lnTo>
                  <a:lnTo>
                    <a:pt x="633" y="218"/>
                  </a:lnTo>
                  <a:lnTo>
                    <a:pt x="328"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2" name="Google Shape;11502;p80"/>
            <p:cNvSpPr/>
            <p:nvPr/>
          </p:nvSpPr>
          <p:spPr>
            <a:xfrm rot="-947327">
              <a:off x="5943129" y="3517593"/>
              <a:ext cx="88853" cy="304684"/>
            </a:xfrm>
            <a:custGeom>
              <a:rect b="b" l="l" r="r" t="t"/>
              <a:pathLst>
                <a:path extrusionOk="0" fill="none" h="12187" w="3554">
                  <a:moveTo>
                    <a:pt x="3030" y="0"/>
                  </a:moveTo>
                  <a:lnTo>
                    <a:pt x="3030" y="0"/>
                  </a:lnTo>
                  <a:lnTo>
                    <a:pt x="2921" y="698"/>
                  </a:lnTo>
                  <a:lnTo>
                    <a:pt x="2791" y="1395"/>
                  </a:lnTo>
                  <a:lnTo>
                    <a:pt x="2616" y="2071"/>
                  </a:lnTo>
                  <a:lnTo>
                    <a:pt x="2420" y="2747"/>
                  </a:lnTo>
                  <a:lnTo>
                    <a:pt x="2180" y="3401"/>
                  </a:lnTo>
                  <a:lnTo>
                    <a:pt x="1940" y="4077"/>
                  </a:lnTo>
                  <a:lnTo>
                    <a:pt x="1417" y="5407"/>
                  </a:lnTo>
                  <a:lnTo>
                    <a:pt x="916" y="6759"/>
                  </a:lnTo>
                  <a:lnTo>
                    <a:pt x="676" y="7413"/>
                  </a:lnTo>
                  <a:lnTo>
                    <a:pt x="480" y="8088"/>
                  </a:lnTo>
                  <a:lnTo>
                    <a:pt x="305" y="8786"/>
                  </a:lnTo>
                  <a:lnTo>
                    <a:pt x="153" y="9462"/>
                  </a:lnTo>
                  <a:lnTo>
                    <a:pt x="65" y="10159"/>
                  </a:lnTo>
                  <a:lnTo>
                    <a:pt x="44" y="10508"/>
                  </a:lnTo>
                  <a:lnTo>
                    <a:pt x="44" y="10857"/>
                  </a:lnTo>
                  <a:lnTo>
                    <a:pt x="44" y="10857"/>
                  </a:lnTo>
                  <a:lnTo>
                    <a:pt x="44" y="11533"/>
                  </a:lnTo>
                  <a:lnTo>
                    <a:pt x="22" y="11860"/>
                  </a:lnTo>
                  <a:lnTo>
                    <a:pt x="0" y="12187"/>
                  </a:lnTo>
                  <a:lnTo>
                    <a:pt x="0" y="12187"/>
                  </a:lnTo>
                  <a:lnTo>
                    <a:pt x="371" y="11882"/>
                  </a:lnTo>
                  <a:lnTo>
                    <a:pt x="741" y="11577"/>
                  </a:lnTo>
                  <a:lnTo>
                    <a:pt x="741" y="11577"/>
                  </a:lnTo>
                  <a:lnTo>
                    <a:pt x="850" y="11031"/>
                  </a:lnTo>
                  <a:lnTo>
                    <a:pt x="1003" y="10508"/>
                  </a:lnTo>
                  <a:lnTo>
                    <a:pt x="1156" y="9963"/>
                  </a:lnTo>
                  <a:lnTo>
                    <a:pt x="1352" y="9440"/>
                  </a:lnTo>
                  <a:lnTo>
                    <a:pt x="1744" y="8394"/>
                  </a:lnTo>
                  <a:lnTo>
                    <a:pt x="2158" y="7347"/>
                  </a:lnTo>
                  <a:lnTo>
                    <a:pt x="2551" y="6279"/>
                  </a:lnTo>
                  <a:lnTo>
                    <a:pt x="2747" y="5756"/>
                  </a:lnTo>
                  <a:lnTo>
                    <a:pt x="2921" y="5232"/>
                  </a:lnTo>
                  <a:lnTo>
                    <a:pt x="3074" y="4709"/>
                  </a:lnTo>
                  <a:lnTo>
                    <a:pt x="3227" y="4164"/>
                  </a:lnTo>
                  <a:lnTo>
                    <a:pt x="3357" y="3619"/>
                  </a:lnTo>
                  <a:lnTo>
                    <a:pt x="3445" y="3096"/>
                  </a:lnTo>
                  <a:lnTo>
                    <a:pt x="3445" y="3096"/>
                  </a:lnTo>
                  <a:lnTo>
                    <a:pt x="3423" y="2834"/>
                  </a:lnTo>
                  <a:lnTo>
                    <a:pt x="3445" y="2573"/>
                  </a:lnTo>
                  <a:lnTo>
                    <a:pt x="3445" y="2573"/>
                  </a:lnTo>
                  <a:lnTo>
                    <a:pt x="3488" y="2355"/>
                  </a:lnTo>
                  <a:lnTo>
                    <a:pt x="3488" y="2355"/>
                  </a:lnTo>
                  <a:lnTo>
                    <a:pt x="3488" y="2355"/>
                  </a:lnTo>
                  <a:lnTo>
                    <a:pt x="3532" y="2137"/>
                  </a:lnTo>
                  <a:lnTo>
                    <a:pt x="3532" y="2137"/>
                  </a:lnTo>
                  <a:lnTo>
                    <a:pt x="3554" y="1723"/>
                  </a:lnTo>
                  <a:lnTo>
                    <a:pt x="3554" y="1723"/>
                  </a:lnTo>
                  <a:lnTo>
                    <a:pt x="3510" y="1243"/>
                  </a:lnTo>
                  <a:lnTo>
                    <a:pt x="3488" y="1025"/>
                  </a:lnTo>
                  <a:lnTo>
                    <a:pt x="3445" y="807"/>
                  </a:lnTo>
                  <a:lnTo>
                    <a:pt x="3379" y="589"/>
                  </a:lnTo>
                  <a:lnTo>
                    <a:pt x="3270" y="371"/>
                  </a:lnTo>
                  <a:lnTo>
                    <a:pt x="3161" y="175"/>
                  </a:lnTo>
                  <a:lnTo>
                    <a:pt x="3030"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3" name="Google Shape;11503;p80"/>
            <p:cNvSpPr/>
            <p:nvPr/>
          </p:nvSpPr>
          <p:spPr>
            <a:xfrm rot="-947327">
              <a:off x="5670665" y="3801711"/>
              <a:ext cx="80677" cy="89953"/>
            </a:xfrm>
            <a:custGeom>
              <a:rect b="b" l="l" r="r" t="t"/>
              <a:pathLst>
                <a:path extrusionOk="0" h="3598" w="3227">
                  <a:moveTo>
                    <a:pt x="66" y="0"/>
                  </a:moveTo>
                  <a:lnTo>
                    <a:pt x="22" y="175"/>
                  </a:lnTo>
                  <a:lnTo>
                    <a:pt x="0" y="371"/>
                  </a:lnTo>
                  <a:lnTo>
                    <a:pt x="0" y="567"/>
                  </a:lnTo>
                  <a:lnTo>
                    <a:pt x="22" y="763"/>
                  </a:lnTo>
                  <a:lnTo>
                    <a:pt x="66" y="960"/>
                  </a:lnTo>
                  <a:lnTo>
                    <a:pt x="131" y="1134"/>
                  </a:lnTo>
                  <a:lnTo>
                    <a:pt x="240" y="1330"/>
                  </a:lnTo>
                  <a:lnTo>
                    <a:pt x="349" y="1483"/>
                  </a:lnTo>
                  <a:lnTo>
                    <a:pt x="458" y="1635"/>
                  </a:lnTo>
                  <a:lnTo>
                    <a:pt x="524" y="1701"/>
                  </a:lnTo>
                  <a:lnTo>
                    <a:pt x="829" y="1635"/>
                  </a:lnTo>
                  <a:lnTo>
                    <a:pt x="1308" y="1505"/>
                  </a:lnTo>
                  <a:lnTo>
                    <a:pt x="1766" y="1374"/>
                  </a:lnTo>
                  <a:lnTo>
                    <a:pt x="1853" y="1308"/>
                  </a:lnTo>
                  <a:lnTo>
                    <a:pt x="1919" y="1243"/>
                  </a:lnTo>
                  <a:lnTo>
                    <a:pt x="2399" y="1221"/>
                  </a:lnTo>
                  <a:lnTo>
                    <a:pt x="2878" y="1156"/>
                  </a:lnTo>
                  <a:lnTo>
                    <a:pt x="2878" y="1156"/>
                  </a:lnTo>
                  <a:lnTo>
                    <a:pt x="2486" y="1483"/>
                  </a:lnTo>
                  <a:lnTo>
                    <a:pt x="2115" y="1788"/>
                  </a:lnTo>
                  <a:lnTo>
                    <a:pt x="1701" y="2050"/>
                  </a:lnTo>
                  <a:lnTo>
                    <a:pt x="1265" y="2289"/>
                  </a:lnTo>
                  <a:lnTo>
                    <a:pt x="1526" y="2442"/>
                  </a:lnTo>
                  <a:lnTo>
                    <a:pt x="1897" y="2246"/>
                  </a:lnTo>
                  <a:lnTo>
                    <a:pt x="2224" y="2006"/>
                  </a:lnTo>
                  <a:lnTo>
                    <a:pt x="2573" y="1766"/>
                  </a:lnTo>
                  <a:lnTo>
                    <a:pt x="2878" y="1505"/>
                  </a:lnTo>
                  <a:lnTo>
                    <a:pt x="2835" y="1875"/>
                  </a:lnTo>
                  <a:lnTo>
                    <a:pt x="2747" y="2246"/>
                  </a:lnTo>
                  <a:lnTo>
                    <a:pt x="2682" y="2246"/>
                  </a:lnTo>
                  <a:lnTo>
                    <a:pt x="2638" y="2268"/>
                  </a:lnTo>
                  <a:lnTo>
                    <a:pt x="2508" y="2377"/>
                  </a:lnTo>
                  <a:lnTo>
                    <a:pt x="2377" y="2507"/>
                  </a:lnTo>
                  <a:lnTo>
                    <a:pt x="2115" y="2791"/>
                  </a:lnTo>
                  <a:lnTo>
                    <a:pt x="2159" y="2813"/>
                  </a:lnTo>
                  <a:lnTo>
                    <a:pt x="2704" y="3205"/>
                  </a:lnTo>
                  <a:lnTo>
                    <a:pt x="3227" y="3598"/>
                  </a:lnTo>
                  <a:lnTo>
                    <a:pt x="3227" y="3576"/>
                  </a:lnTo>
                  <a:lnTo>
                    <a:pt x="3183" y="3031"/>
                  </a:lnTo>
                  <a:lnTo>
                    <a:pt x="3118" y="2507"/>
                  </a:lnTo>
                  <a:lnTo>
                    <a:pt x="3074" y="2398"/>
                  </a:lnTo>
                  <a:lnTo>
                    <a:pt x="2987" y="2311"/>
                  </a:lnTo>
                  <a:lnTo>
                    <a:pt x="3096" y="1832"/>
                  </a:lnTo>
                  <a:lnTo>
                    <a:pt x="3162" y="1374"/>
                  </a:lnTo>
                  <a:lnTo>
                    <a:pt x="2595" y="938"/>
                  </a:lnTo>
                  <a:lnTo>
                    <a:pt x="1897" y="981"/>
                  </a:lnTo>
                  <a:lnTo>
                    <a:pt x="1701" y="851"/>
                  </a:lnTo>
                  <a:lnTo>
                    <a:pt x="1483" y="720"/>
                  </a:lnTo>
                  <a:lnTo>
                    <a:pt x="1090" y="524"/>
                  </a:lnTo>
                  <a:lnTo>
                    <a:pt x="6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4" name="Google Shape;11504;p80"/>
            <p:cNvSpPr/>
            <p:nvPr/>
          </p:nvSpPr>
          <p:spPr>
            <a:xfrm rot="-947327">
              <a:off x="5670665" y="3801711"/>
              <a:ext cx="80677" cy="89953"/>
            </a:xfrm>
            <a:custGeom>
              <a:rect b="b" l="l" r="r" t="t"/>
              <a:pathLst>
                <a:path extrusionOk="0" fill="none" h="3598" w="3227">
                  <a:moveTo>
                    <a:pt x="66" y="0"/>
                  </a:moveTo>
                  <a:lnTo>
                    <a:pt x="66" y="0"/>
                  </a:lnTo>
                  <a:lnTo>
                    <a:pt x="22" y="175"/>
                  </a:lnTo>
                  <a:lnTo>
                    <a:pt x="22" y="175"/>
                  </a:lnTo>
                  <a:lnTo>
                    <a:pt x="0" y="371"/>
                  </a:lnTo>
                  <a:lnTo>
                    <a:pt x="0" y="567"/>
                  </a:lnTo>
                  <a:lnTo>
                    <a:pt x="22" y="763"/>
                  </a:lnTo>
                  <a:lnTo>
                    <a:pt x="66" y="960"/>
                  </a:lnTo>
                  <a:lnTo>
                    <a:pt x="131" y="1134"/>
                  </a:lnTo>
                  <a:lnTo>
                    <a:pt x="240" y="1330"/>
                  </a:lnTo>
                  <a:lnTo>
                    <a:pt x="349" y="1483"/>
                  </a:lnTo>
                  <a:lnTo>
                    <a:pt x="458" y="1635"/>
                  </a:lnTo>
                  <a:lnTo>
                    <a:pt x="458" y="1635"/>
                  </a:lnTo>
                  <a:lnTo>
                    <a:pt x="524" y="1701"/>
                  </a:lnTo>
                  <a:lnTo>
                    <a:pt x="524" y="1701"/>
                  </a:lnTo>
                  <a:lnTo>
                    <a:pt x="829" y="1635"/>
                  </a:lnTo>
                  <a:lnTo>
                    <a:pt x="829" y="1635"/>
                  </a:lnTo>
                  <a:lnTo>
                    <a:pt x="1308" y="1505"/>
                  </a:lnTo>
                  <a:lnTo>
                    <a:pt x="1766" y="1374"/>
                  </a:lnTo>
                  <a:lnTo>
                    <a:pt x="1766" y="1374"/>
                  </a:lnTo>
                  <a:lnTo>
                    <a:pt x="1853" y="1308"/>
                  </a:lnTo>
                  <a:lnTo>
                    <a:pt x="1919" y="1243"/>
                  </a:lnTo>
                  <a:lnTo>
                    <a:pt x="1919" y="1243"/>
                  </a:lnTo>
                  <a:lnTo>
                    <a:pt x="2399" y="1221"/>
                  </a:lnTo>
                  <a:lnTo>
                    <a:pt x="2878" y="1156"/>
                  </a:lnTo>
                  <a:lnTo>
                    <a:pt x="2878" y="1156"/>
                  </a:lnTo>
                  <a:lnTo>
                    <a:pt x="2486" y="1483"/>
                  </a:lnTo>
                  <a:lnTo>
                    <a:pt x="2115" y="1788"/>
                  </a:lnTo>
                  <a:lnTo>
                    <a:pt x="1701" y="2050"/>
                  </a:lnTo>
                  <a:lnTo>
                    <a:pt x="1265" y="2289"/>
                  </a:lnTo>
                  <a:lnTo>
                    <a:pt x="1265" y="2289"/>
                  </a:lnTo>
                  <a:lnTo>
                    <a:pt x="1526" y="2442"/>
                  </a:lnTo>
                  <a:lnTo>
                    <a:pt x="1526" y="2442"/>
                  </a:lnTo>
                  <a:lnTo>
                    <a:pt x="1897" y="2246"/>
                  </a:lnTo>
                  <a:lnTo>
                    <a:pt x="2224" y="2006"/>
                  </a:lnTo>
                  <a:lnTo>
                    <a:pt x="2573" y="1766"/>
                  </a:lnTo>
                  <a:lnTo>
                    <a:pt x="2878" y="1505"/>
                  </a:lnTo>
                  <a:lnTo>
                    <a:pt x="2878" y="1505"/>
                  </a:lnTo>
                  <a:lnTo>
                    <a:pt x="2835" y="1875"/>
                  </a:lnTo>
                  <a:lnTo>
                    <a:pt x="2747" y="2246"/>
                  </a:lnTo>
                  <a:lnTo>
                    <a:pt x="2747" y="2246"/>
                  </a:lnTo>
                  <a:lnTo>
                    <a:pt x="2682" y="2246"/>
                  </a:lnTo>
                  <a:lnTo>
                    <a:pt x="2638" y="2268"/>
                  </a:lnTo>
                  <a:lnTo>
                    <a:pt x="2638" y="2268"/>
                  </a:lnTo>
                  <a:lnTo>
                    <a:pt x="2508" y="2377"/>
                  </a:lnTo>
                  <a:lnTo>
                    <a:pt x="2377" y="2507"/>
                  </a:lnTo>
                  <a:lnTo>
                    <a:pt x="2115" y="2791"/>
                  </a:lnTo>
                  <a:lnTo>
                    <a:pt x="2115" y="2791"/>
                  </a:lnTo>
                  <a:lnTo>
                    <a:pt x="2159" y="2813"/>
                  </a:lnTo>
                  <a:lnTo>
                    <a:pt x="2159" y="2813"/>
                  </a:lnTo>
                  <a:lnTo>
                    <a:pt x="2704" y="3205"/>
                  </a:lnTo>
                  <a:lnTo>
                    <a:pt x="3227" y="3598"/>
                  </a:lnTo>
                  <a:lnTo>
                    <a:pt x="3227" y="3598"/>
                  </a:lnTo>
                  <a:lnTo>
                    <a:pt x="3227" y="3576"/>
                  </a:lnTo>
                  <a:lnTo>
                    <a:pt x="3227" y="3576"/>
                  </a:lnTo>
                  <a:lnTo>
                    <a:pt x="3183" y="3031"/>
                  </a:lnTo>
                  <a:lnTo>
                    <a:pt x="3118" y="2507"/>
                  </a:lnTo>
                  <a:lnTo>
                    <a:pt x="3118" y="2507"/>
                  </a:lnTo>
                  <a:lnTo>
                    <a:pt x="3074" y="2398"/>
                  </a:lnTo>
                  <a:lnTo>
                    <a:pt x="2987" y="2311"/>
                  </a:lnTo>
                  <a:lnTo>
                    <a:pt x="2987" y="2311"/>
                  </a:lnTo>
                  <a:lnTo>
                    <a:pt x="3096" y="1832"/>
                  </a:lnTo>
                  <a:lnTo>
                    <a:pt x="3162" y="1374"/>
                  </a:lnTo>
                  <a:lnTo>
                    <a:pt x="3162" y="1374"/>
                  </a:lnTo>
                  <a:lnTo>
                    <a:pt x="2595" y="938"/>
                  </a:lnTo>
                  <a:lnTo>
                    <a:pt x="2595" y="938"/>
                  </a:lnTo>
                  <a:lnTo>
                    <a:pt x="1897" y="981"/>
                  </a:lnTo>
                  <a:lnTo>
                    <a:pt x="1897" y="981"/>
                  </a:lnTo>
                  <a:lnTo>
                    <a:pt x="1897" y="981"/>
                  </a:lnTo>
                  <a:lnTo>
                    <a:pt x="1701" y="851"/>
                  </a:lnTo>
                  <a:lnTo>
                    <a:pt x="1483" y="720"/>
                  </a:lnTo>
                  <a:lnTo>
                    <a:pt x="1090" y="524"/>
                  </a:lnTo>
                  <a:lnTo>
                    <a:pt x="1090" y="524"/>
                  </a:lnTo>
                  <a:lnTo>
                    <a:pt x="66"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5" name="Google Shape;11505;p80"/>
            <p:cNvSpPr/>
            <p:nvPr/>
          </p:nvSpPr>
          <p:spPr>
            <a:xfrm rot="-947327">
              <a:off x="6168607" y="3898021"/>
              <a:ext cx="164080" cy="74702"/>
            </a:xfrm>
            <a:custGeom>
              <a:rect b="b" l="l" r="r" t="t"/>
              <a:pathLst>
                <a:path extrusionOk="0" h="2988" w="6563">
                  <a:moveTo>
                    <a:pt x="2312" y="1"/>
                  </a:moveTo>
                  <a:lnTo>
                    <a:pt x="2268" y="66"/>
                  </a:lnTo>
                  <a:lnTo>
                    <a:pt x="2072" y="110"/>
                  </a:lnTo>
                  <a:lnTo>
                    <a:pt x="1854" y="219"/>
                  </a:lnTo>
                  <a:lnTo>
                    <a:pt x="1483" y="393"/>
                  </a:lnTo>
                  <a:lnTo>
                    <a:pt x="895" y="655"/>
                  </a:lnTo>
                  <a:lnTo>
                    <a:pt x="306" y="938"/>
                  </a:lnTo>
                  <a:lnTo>
                    <a:pt x="197" y="1004"/>
                  </a:lnTo>
                  <a:lnTo>
                    <a:pt x="88" y="1069"/>
                  </a:lnTo>
                  <a:lnTo>
                    <a:pt x="44" y="1134"/>
                  </a:lnTo>
                  <a:lnTo>
                    <a:pt x="1" y="1200"/>
                  </a:lnTo>
                  <a:lnTo>
                    <a:pt x="1" y="1265"/>
                  </a:lnTo>
                  <a:lnTo>
                    <a:pt x="1" y="1309"/>
                  </a:lnTo>
                  <a:lnTo>
                    <a:pt x="22" y="1374"/>
                  </a:lnTo>
                  <a:lnTo>
                    <a:pt x="88" y="1418"/>
                  </a:lnTo>
                  <a:lnTo>
                    <a:pt x="240" y="1461"/>
                  </a:lnTo>
                  <a:lnTo>
                    <a:pt x="415" y="1483"/>
                  </a:lnTo>
                  <a:lnTo>
                    <a:pt x="567" y="1483"/>
                  </a:lnTo>
                  <a:lnTo>
                    <a:pt x="611" y="1505"/>
                  </a:lnTo>
                  <a:lnTo>
                    <a:pt x="611" y="1549"/>
                  </a:lnTo>
                  <a:lnTo>
                    <a:pt x="611" y="1592"/>
                  </a:lnTo>
                  <a:lnTo>
                    <a:pt x="567" y="1701"/>
                  </a:lnTo>
                  <a:lnTo>
                    <a:pt x="415" y="2028"/>
                  </a:lnTo>
                  <a:lnTo>
                    <a:pt x="698" y="2094"/>
                  </a:lnTo>
                  <a:lnTo>
                    <a:pt x="786" y="2006"/>
                  </a:lnTo>
                  <a:lnTo>
                    <a:pt x="851" y="1985"/>
                  </a:lnTo>
                  <a:lnTo>
                    <a:pt x="895" y="2006"/>
                  </a:lnTo>
                  <a:lnTo>
                    <a:pt x="916" y="2050"/>
                  </a:lnTo>
                  <a:lnTo>
                    <a:pt x="916" y="2115"/>
                  </a:lnTo>
                  <a:lnTo>
                    <a:pt x="916" y="2137"/>
                  </a:lnTo>
                  <a:lnTo>
                    <a:pt x="1614" y="2290"/>
                  </a:lnTo>
                  <a:lnTo>
                    <a:pt x="1745" y="2050"/>
                  </a:lnTo>
                  <a:lnTo>
                    <a:pt x="2137" y="1200"/>
                  </a:lnTo>
                  <a:lnTo>
                    <a:pt x="2312" y="786"/>
                  </a:lnTo>
                  <a:lnTo>
                    <a:pt x="2464" y="393"/>
                  </a:lnTo>
                  <a:lnTo>
                    <a:pt x="2486" y="284"/>
                  </a:lnTo>
                  <a:lnTo>
                    <a:pt x="2486" y="197"/>
                  </a:lnTo>
                  <a:lnTo>
                    <a:pt x="2573" y="66"/>
                  </a:lnTo>
                  <a:lnTo>
                    <a:pt x="2312" y="1"/>
                  </a:lnTo>
                  <a:close/>
                  <a:moveTo>
                    <a:pt x="2966" y="153"/>
                  </a:moveTo>
                  <a:lnTo>
                    <a:pt x="2966" y="459"/>
                  </a:lnTo>
                  <a:lnTo>
                    <a:pt x="2922" y="764"/>
                  </a:lnTo>
                  <a:lnTo>
                    <a:pt x="2878" y="1069"/>
                  </a:lnTo>
                  <a:lnTo>
                    <a:pt x="2835" y="1374"/>
                  </a:lnTo>
                  <a:lnTo>
                    <a:pt x="2769" y="1418"/>
                  </a:lnTo>
                  <a:lnTo>
                    <a:pt x="2660" y="1592"/>
                  </a:lnTo>
                  <a:lnTo>
                    <a:pt x="2551" y="1788"/>
                  </a:lnTo>
                  <a:lnTo>
                    <a:pt x="2355" y="2159"/>
                  </a:lnTo>
                  <a:lnTo>
                    <a:pt x="2203" y="2421"/>
                  </a:lnTo>
                  <a:lnTo>
                    <a:pt x="3423" y="2682"/>
                  </a:lnTo>
                  <a:lnTo>
                    <a:pt x="3358" y="2399"/>
                  </a:lnTo>
                  <a:lnTo>
                    <a:pt x="3271" y="1985"/>
                  </a:lnTo>
                  <a:lnTo>
                    <a:pt x="3140" y="1549"/>
                  </a:lnTo>
                  <a:lnTo>
                    <a:pt x="3118" y="1483"/>
                  </a:lnTo>
                  <a:lnTo>
                    <a:pt x="3075" y="1418"/>
                  </a:lnTo>
                  <a:lnTo>
                    <a:pt x="3118" y="1113"/>
                  </a:lnTo>
                  <a:lnTo>
                    <a:pt x="3162" y="807"/>
                  </a:lnTo>
                  <a:lnTo>
                    <a:pt x="3184" y="502"/>
                  </a:lnTo>
                  <a:lnTo>
                    <a:pt x="3205" y="197"/>
                  </a:lnTo>
                  <a:lnTo>
                    <a:pt x="2966" y="153"/>
                  </a:lnTo>
                  <a:close/>
                  <a:moveTo>
                    <a:pt x="3620" y="284"/>
                  </a:moveTo>
                  <a:lnTo>
                    <a:pt x="3641" y="524"/>
                  </a:lnTo>
                  <a:lnTo>
                    <a:pt x="3663" y="786"/>
                  </a:lnTo>
                  <a:lnTo>
                    <a:pt x="3750" y="1243"/>
                  </a:lnTo>
                  <a:lnTo>
                    <a:pt x="3881" y="2006"/>
                  </a:lnTo>
                  <a:lnTo>
                    <a:pt x="4012" y="2748"/>
                  </a:lnTo>
                  <a:lnTo>
                    <a:pt x="4034" y="2813"/>
                  </a:lnTo>
                  <a:lnTo>
                    <a:pt x="4579" y="2922"/>
                  </a:lnTo>
                  <a:lnTo>
                    <a:pt x="4666" y="2748"/>
                  </a:lnTo>
                  <a:lnTo>
                    <a:pt x="4710" y="2573"/>
                  </a:lnTo>
                  <a:lnTo>
                    <a:pt x="4710" y="2508"/>
                  </a:lnTo>
                  <a:lnTo>
                    <a:pt x="4731" y="2464"/>
                  </a:lnTo>
                  <a:lnTo>
                    <a:pt x="4775" y="2442"/>
                  </a:lnTo>
                  <a:lnTo>
                    <a:pt x="4819" y="2442"/>
                  </a:lnTo>
                  <a:lnTo>
                    <a:pt x="4884" y="2464"/>
                  </a:lnTo>
                  <a:lnTo>
                    <a:pt x="4971" y="2508"/>
                  </a:lnTo>
                  <a:lnTo>
                    <a:pt x="5669" y="2987"/>
                  </a:lnTo>
                  <a:lnTo>
                    <a:pt x="5669" y="2878"/>
                  </a:lnTo>
                  <a:lnTo>
                    <a:pt x="5647" y="2748"/>
                  </a:lnTo>
                  <a:lnTo>
                    <a:pt x="5603" y="2639"/>
                  </a:lnTo>
                  <a:lnTo>
                    <a:pt x="5538" y="2530"/>
                  </a:lnTo>
                  <a:lnTo>
                    <a:pt x="5473" y="2442"/>
                  </a:lnTo>
                  <a:lnTo>
                    <a:pt x="5407" y="2333"/>
                  </a:lnTo>
                  <a:lnTo>
                    <a:pt x="5385" y="2246"/>
                  </a:lnTo>
                  <a:lnTo>
                    <a:pt x="5385" y="2203"/>
                  </a:lnTo>
                  <a:lnTo>
                    <a:pt x="5429" y="2181"/>
                  </a:lnTo>
                  <a:lnTo>
                    <a:pt x="5473" y="2159"/>
                  </a:lnTo>
                  <a:lnTo>
                    <a:pt x="5516" y="2137"/>
                  </a:lnTo>
                  <a:lnTo>
                    <a:pt x="5560" y="2137"/>
                  </a:lnTo>
                  <a:lnTo>
                    <a:pt x="6323" y="2203"/>
                  </a:lnTo>
                  <a:lnTo>
                    <a:pt x="6410" y="2203"/>
                  </a:lnTo>
                  <a:lnTo>
                    <a:pt x="6454" y="2181"/>
                  </a:lnTo>
                  <a:lnTo>
                    <a:pt x="6497" y="2137"/>
                  </a:lnTo>
                  <a:lnTo>
                    <a:pt x="6541" y="2094"/>
                  </a:lnTo>
                  <a:lnTo>
                    <a:pt x="6541" y="2050"/>
                  </a:lnTo>
                  <a:lnTo>
                    <a:pt x="6563" y="1985"/>
                  </a:lnTo>
                  <a:lnTo>
                    <a:pt x="6541" y="1919"/>
                  </a:lnTo>
                  <a:lnTo>
                    <a:pt x="6519" y="1876"/>
                  </a:lnTo>
                  <a:lnTo>
                    <a:pt x="6367" y="1658"/>
                  </a:lnTo>
                  <a:lnTo>
                    <a:pt x="6170" y="1483"/>
                  </a:lnTo>
                  <a:lnTo>
                    <a:pt x="5952" y="1309"/>
                  </a:lnTo>
                  <a:lnTo>
                    <a:pt x="5734" y="1156"/>
                  </a:lnTo>
                  <a:lnTo>
                    <a:pt x="4906" y="568"/>
                  </a:lnTo>
                  <a:lnTo>
                    <a:pt x="4797" y="502"/>
                  </a:lnTo>
                  <a:lnTo>
                    <a:pt x="3620" y="284"/>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6" name="Google Shape;11506;p80"/>
            <p:cNvSpPr/>
            <p:nvPr/>
          </p:nvSpPr>
          <p:spPr>
            <a:xfrm rot="-947327">
              <a:off x="6258342" y="3892678"/>
              <a:ext cx="73602" cy="67602"/>
            </a:xfrm>
            <a:custGeom>
              <a:rect b="b" l="l" r="r" t="t"/>
              <a:pathLst>
                <a:path extrusionOk="0" fill="none" h="2704" w="2944">
                  <a:moveTo>
                    <a:pt x="1" y="0"/>
                  </a:moveTo>
                  <a:lnTo>
                    <a:pt x="1" y="0"/>
                  </a:lnTo>
                  <a:lnTo>
                    <a:pt x="22" y="240"/>
                  </a:lnTo>
                  <a:lnTo>
                    <a:pt x="44" y="502"/>
                  </a:lnTo>
                  <a:lnTo>
                    <a:pt x="131" y="959"/>
                  </a:lnTo>
                  <a:lnTo>
                    <a:pt x="131" y="959"/>
                  </a:lnTo>
                  <a:lnTo>
                    <a:pt x="262" y="1722"/>
                  </a:lnTo>
                  <a:lnTo>
                    <a:pt x="393" y="2464"/>
                  </a:lnTo>
                  <a:lnTo>
                    <a:pt x="393" y="2464"/>
                  </a:lnTo>
                  <a:lnTo>
                    <a:pt x="415" y="2529"/>
                  </a:lnTo>
                  <a:lnTo>
                    <a:pt x="415" y="2529"/>
                  </a:lnTo>
                  <a:lnTo>
                    <a:pt x="960" y="2638"/>
                  </a:lnTo>
                  <a:lnTo>
                    <a:pt x="960" y="2638"/>
                  </a:lnTo>
                  <a:lnTo>
                    <a:pt x="1047" y="2464"/>
                  </a:lnTo>
                  <a:lnTo>
                    <a:pt x="1091" y="2289"/>
                  </a:lnTo>
                  <a:lnTo>
                    <a:pt x="1091" y="2289"/>
                  </a:lnTo>
                  <a:lnTo>
                    <a:pt x="1091" y="2224"/>
                  </a:lnTo>
                  <a:lnTo>
                    <a:pt x="1112" y="2180"/>
                  </a:lnTo>
                  <a:lnTo>
                    <a:pt x="1156" y="2158"/>
                  </a:lnTo>
                  <a:lnTo>
                    <a:pt x="1156" y="2158"/>
                  </a:lnTo>
                  <a:lnTo>
                    <a:pt x="1200" y="2158"/>
                  </a:lnTo>
                  <a:lnTo>
                    <a:pt x="1200" y="2158"/>
                  </a:lnTo>
                  <a:lnTo>
                    <a:pt x="1265" y="2180"/>
                  </a:lnTo>
                  <a:lnTo>
                    <a:pt x="1352" y="2224"/>
                  </a:lnTo>
                  <a:lnTo>
                    <a:pt x="1352" y="2224"/>
                  </a:lnTo>
                  <a:lnTo>
                    <a:pt x="2050" y="2703"/>
                  </a:lnTo>
                  <a:lnTo>
                    <a:pt x="2050" y="2703"/>
                  </a:lnTo>
                  <a:lnTo>
                    <a:pt x="2050" y="2594"/>
                  </a:lnTo>
                  <a:lnTo>
                    <a:pt x="2028" y="2464"/>
                  </a:lnTo>
                  <a:lnTo>
                    <a:pt x="1984" y="2355"/>
                  </a:lnTo>
                  <a:lnTo>
                    <a:pt x="1919" y="2246"/>
                  </a:lnTo>
                  <a:lnTo>
                    <a:pt x="1919" y="2246"/>
                  </a:lnTo>
                  <a:lnTo>
                    <a:pt x="1854" y="2158"/>
                  </a:lnTo>
                  <a:lnTo>
                    <a:pt x="1788" y="2049"/>
                  </a:lnTo>
                  <a:lnTo>
                    <a:pt x="1766" y="1962"/>
                  </a:lnTo>
                  <a:lnTo>
                    <a:pt x="1766" y="1919"/>
                  </a:lnTo>
                  <a:lnTo>
                    <a:pt x="1810" y="1897"/>
                  </a:lnTo>
                  <a:lnTo>
                    <a:pt x="1810" y="1897"/>
                  </a:lnTo>
                  <a:lnTo>
                    <a:pt x="1854" y="1875"/>
                  </a:lnTo>
                  <a:lnTo>
                    <a:pt x="1897" y="1853"/>
                  </a:lnTo>
                  <a:lnTo>
                    <a:pt x="1897" y="1853"/>
                  </a:lnTo>
                  <a:lnTo>
                    <a:pt x="1941" y="1853"/>
                  </a:lnTo>
                  <a:lnTo>
                    <a:pt x="2704" y="1919"/>
                  </a:lnTo>
                  <a:lnTo>
                    <a:pt x="2704" y="1919"/>
                  </a:lnTo>
                  <a:lnTo>
                    <a:pt x="2726" y="1919"/>
                  </a:lnTo>
                  <a:lnTo>
                    <a:pt x="2726" y="1919"/>
                  </a:lnTo>
                  <a:lnTo>
                    <a:pt x="2791" y="1919"/>
                  </a:lnTo>
                  <a:lnTo>
                    <a:pt x="2835" y="1897"/>
                  </a:lnTo>
                  <a:lnTo>
                    <a:pt x="2878" y="1853"/>
                  </a:lnTo>
                  <a:lnTo>
                    <a:pt x="2922" y="1810"/>
                  </a:lnTo>
                  <a:lnTo>
                    <a:pt x="2922" y="1766"/>
                  </a:lnTo>
                  <a:lnTo>
                    <a:pt x="2944" y="1701"/>
                  </a:lnTo>
                  <a:lnTo>
                    <a:pt x="2922" y="1635"/>
                  </a:lnTo>
                  <a:lnTo>
                    <a:pt x="2900" y="1592"/>
                  </a:lnTo>
                  <a:lnTo>
                    <a:pt x="2900" y="1592"/>
                  </a:lnTo>
                  <a:lnTo>
                    <a:pt x="2748" y="1374"/>
                  </a:lnTo>
                  <a:lnTo>
                    <a:pt x="2551" y="1199"/>
                  </a:lnTo>
                  <a:lnTo>
                    <a:pt x="2333" y="1025"/>
                  </a:lnTo>
                  <a:lnTo>
                    <a:pt x="2115" y="872"/>
                  </a:lnTo>
                  <a:lnTo>
                    <a:pt x="2115" y="872"/>
                  </a:lnTo>
                  <a:lnTo>
                    <a:pt x="1287" y="284"/>
                  </a:lnTo>
                  <a:lnTo>
                    <a:pt x="1287" y="284"/>
                  </a:lnTo>
                  <a:lnTo>
                    <a:pt x="1178" y="218"/>
                  </a:lnTo>
                  <a:lnTo>
                    <a:pt x="1178" y="218"/>
                  </a:lnTo>
                  <a:lnTo>
                    <a:pt x="1"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7" name="Google Shape;11507;p80"/>
            <p:cNvSpPr/>
            <p:nvPr/>
          </p:nvSpPr>
          <p:spPr>
            <a:xfrm rot="-947327">
              <a:off x="6223582" y="3905105"/>
              <a:ext cx="30551" cy="63252"/>
            </a:xfrm>
            <a:custGeom>
              <a:rect b="b" l="l" r="r" t="t"/>
              <a:pathLst>
                <a:path extrusionOk="0" fill="none" h="2530" w="1222">
                  <a:moveTo>
                    <a:pt x="764" y="0"/>
                  </a:moveTo>
                  <a:lnTo>
                    <a:pt x="764" y="0"/>
                  </a:lnTo>
                  <a:lnTo>
                    <a:pt x="764" y="306"/>
                  </a:lnTo>
                  <a:lnTo>
                    <a:pt x="720" y="611"/>
                  </a:lnTo>
                  <a:lnTo>
                    <a:pt x="676" y="916"/>
                  </a:lnTo>
                  <a:lnTo>
                    <a:pt x="633" y="1221"/>
                  </a:lnTo>
                  <a:lnTo>
                    <a:pt x="633" y="1221"/>
                  </a:lnTo>
                  <a:lnTo>
                    <a:pt x="567" y="1265"/>
                  </a:lnTo>
                  <a:lnTo>
                    <a:pt x="567" y="1265"/>
                  </a:lnTo>
                  <a:lnTo>
                    <a:pt x="458" y="1439"/>
                  </a:lnTo>
                  <a:lnTo>
                    <a:pt x="349" y="1635"/>
                  </a:lnTo>
                  <a:lnTo>
                    <a:pt x="153" y="2006"/>
                  </a:lnTo>
                  <a:lnTo>
                    <a:pt x="153" y="2006"/>
                  </a:lnTo>
                  <a:lnTo>
                    <a:pt x="1" y="2268"/>
                  </a:lnTo>
                  <a:lnTo>
                    <a:pt x="1" y="2268"/>
                  </a:lnTo>
                  <a:lnTo>
                    <a:pt x="1221" y="2529"/>
                  </a:lnTo>
                  <a:lnTo>
                    <a:pt x="1221" y="2529"/>
                  </a:lnTo>
                  <a:lnTo>
                    <a:pt x="1156" y="2246"/>
                  </a:lnTo>
                  <a:lnTo>
                    <a:pt x="1156" y="2246"/>
                  </a:lnTo>
                  <a:lnTo>
                    <a:pt x="1069" y="1832"/>
                  </a:lnTo>
                  <a:lnTo>
                    <a:pt x="938" y="1396"/>
                  </a:lnTo>
                  <a:lnTo>
                    <a:pt x="938" y="1396"/>
                  </a:lnTo>
                  <a:lnTo>
                    <a:pt x="916" y="1330"/>
                  </a:lnTo>
                  <a:lnTo>
                    <a:pt x="873" y="1265"/>
                  </a:lnTo>
                  <a:lnTo>
                    <a:pt x="873" y="1265"/>
                  </a:lnTo>
                  <a:lnTo>
                    <a:pt x="916" y="960"/>
                  </a:lnTo>
                  <a:lnTo>
                    <a:pt x="960" y="654"/>
                  </a:lnTo>
                  <a:lnTo>
                    <a:pt x="982" y="349"/>
                  </a:lnTo>
                  <a:lnTo>
                    <a:pt x="1003" y="44"/>
                  </a:lnTo>
                  <a:lnTo>
                    <a:pt x="1003" y="44"/>
                  </a:lnTo>
                  <a:lnTo>
                    <a:pt x="764"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8" name="Google Shape;11508;p80"/>
            <p:cNvSpPr/>
            <p:nvPr/>
          </p:nvSpPr>
          <p:spPr>
            <a:xfrm rot="-947327">
              <a:off x="6168115" y="3911918"/>
              <a:ext cx="64352" cy="57252"/>
            </a:xfrm>
            <a:custGeom>
              <a:rect b="b" l="l" r="r" t="t"/>
              <a:pathLst>
                <a:path extrusionOk="0" fill="none" h="2290" w="2574">
                  <a:moveTo>
                    <a:pt x="2312" y="1"/>
                  </a:moveTo>
                  <a:lnTo>
                    <a:pt x="2312" y="1"/>
                  </a:lnTo>
                  <a:lnTo>
                    <a:pt x="2268" y="66"/>
                  </a:lnTo>
                  <a:lnTo>
                    <a:pt x="2268" y="66"/>
                  </a:lnTo>
                  <a:lnTo>
                    <a:pt x="2268" y="66"/>
                  </a:lnTo>
                  <a:lnTo>
                    <a:pt x="2072" y="110"/>
                  </a:lnTo>
                  <a:lnTo>
                    <a:pt x="1854" y="219"/>
                  </a:lnTo>
                  <a:lnTo>
                    <a:pt x="1483" y="393"/>
                  </a:lnTo>
                  <a:lnTo>
                    <a:pt x="1483" y="393"/>
                  </a:lnTo>
                  <a:lnTo>
                    <a:pt x="895" y="655"/>
                  </a:lnTo>
                  <a:lnTo>
                    <a:pt x="306" y="938"/>
                  </a:lnTo>
                  <a:lnTo>
                    <a:pt x="306" y="938"/>
                  </a:lnTo>
                  <a:lnTo>
                    <a:pt x="197" y="1004"/>
                  </a:lnTo>
                  <a:lnTo>
                    <a:pt x="88" y="1069"/>
                  </a:lnTo>
                  <a:lnTo>
                    <a:pt x="88" y="1069"/>
                  </a:lnTo>
                  <a:lnTo>
                    <a:pt x="44" y="1134"/>
                  </a:lnTo>
                  <a:lnTo>
                    <a:pt x="1" y="1200"/>
                  </a:lnTo>
                  <a:lnTo>
                    <a:pt x="1" y="1265"/>
                  </a:lnTo>
                  <a:lnTo>
                    <a:pt x="1" y="1309"/>
                  </a:lnTo>
                  <a:lnTo>
                    <a:pt x="1" y="1309"/>
                  </a:lnTo>
                  <a:lnTo>
                    <a:pt x="22" y="1374"/>
                  </a:lnTo>
                  <a:lnTo>
                    <a:pt x="88" y="1418"/>
                  </a:lnTo>
                  <a:lnTo>
                    <a:pt x="88" y="1418"/>
                  </a:lnTo>
                  <a:lnTo>
                    <a:pt x="240" y="1461"/>
                  </a:lnTo>
                  <a:lnTo>
                    <a:pt x="415" y="1483"/>
                  </a:lnTo>
                  <a:lnTo>
                    <a:pt x="415" y="1483"/>
                  </a:lnTo>
                  <a:lnTo>
                    <a:pt x="480" y="1483"/>
                  </a:lnTo>
                  <a:lnTo>
                    <a:pt x="480" y="1483"/>
                  </a:lnTo>
                  <a:lnTo>
                    <a:pt x="546" y="1483"/>
                  </a:lnTo>
                  <a:lnTo>
                    <a:pt x="546" y="1483"/>
                  </a:lnTo>
                  <a:lnTo>
                    <a:pt x="567" y="1483"/>
                  </a:lnTo>
                  <a:lnTo>
                    <a:pt x="611" y="1505"/>
                  </a:lnTo>
                  <a:lnTo>
                    <a:pt x="611" y="1505"/>
                  </a:lnTo>
                  <a:lnTo>
                    <a:pt x="611" y="1549"/>
                  </a:lnTo>
                  <a:lnTo>
                    <a:pt x="611" y="1592"/>
                  </a:lnTo>
                  <a:lnTo>
                    <a:pt x="567" y="1701"/>
                  </a:lnTo>
                  <a:lnTo>
                    <a:pt x="567" y="1701"/>
                  </a:lnTo>
                  <a:lnTo>
                    <a:pt x="415" y="2028"/>
                  </a:lnTo>
                  <a:lnTo>
                    <a:pt x="415" y="2028"/>
                  </a:lnTo>
                  <a:lnTo>
                    <a:pt x="698" y="2094"/>
                  </a:lnTo>
                  <a:lnTo>
                    <a:pt x="698" y="2094"/>
                  </a:lnTo>
                  <a:lnTo>
                    <a:pt x="786" y="2006"/>
                  </a:lnTo>
                  <a:lnTo>
                    <a:pt x="851" y="1985"/>
                  </a:lnTo>
                  <a:lnTo>
                    <a:pt x="851" y="1985"/>
                  </a:lnTo>
                  <a:lnTo>
                    <a:pt x="895" y="2006"/>
                  </a:lnTo>
                  <a:lnTo>
                    <a:pt x="895" y="2006"/>
                  </a:lnTo>
                  <a:lnTo>
                    <a:pt x="916" y="2050"/>
                  </a:lnTo>
                  <a:lnTo>
                    <a:pt x="916" y="2115"/>
                  </a:lnTo>
                  <a:lnTo>
                    <a:pt x="916" y="2137"/>
                  </a:lnTo>
                  <a:lnTo>
                    <a:pt x="916" y="2137"/>
                  </a:lnTo>
                  <a:lnTo>
                    <a:pt x="1614" y="2290"/>
                  </a:lnTo>
                  <a:lnTo>
                    <a:pt x="1614" y="2290"/>
                  </a:lnTo>
                  <a:lnTo>
                    <a:pt x="1745" y="2050"/>
                  </a:lnTo>
                  <a:lnTo>
                    <a:pt x="1745" y="2050"/>
                  </a:lnTo>
                  <a:lnTo>
                    <a:pt x="2137" y="1200"/>
                  </a:lnTo>
                  <a:lnTo>
                    <a:pt x="2137" y="1200"/>
                  </a:lnTo>
                  <a:lnTo>
                    <a:pt x="2312" y="786"/>
                  </a:lnTo>
                  <a:lnTo>
                    <a:pt x="2464" y="393"/>
                  </a:lnTo>
                  <a:lnTo>
                    <a:pt x="2464" y="393"/>
                  </a:lnTo>
                  <a:lnTo>
                    <a:pt x="2486" y="284"/>
                  </a:lnTo>
                  <a:lnTo>
                    <a:pt x="2486" y="197"/>
                  </a:lnTo>
                  <a:lnTo>
                    <a:pt x="2486" y="197"/>
                  </a:lnTo>
                  <a:lnTo>
                    <a:pt x="2573" y="66"/>
                  </a:lnTo>
                  <a:lnTo>
                    <a:pt x="2573" y="66"/>
                  </a:lnTo>
                  <a:lnTo>
                    <a:pt x="2312"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9" name="Google Shape;11509;p80"/>
            <p:cNvSpPr/>
            <p:nvPr/>
          </p:nvSpPr>
          <p:spPr>
            <a:xfrm rot="-947327">
              <a:off x="6034865" y="3588322"/>
              <a:ext cx="155355" cy="81777"/>
            </a:xfrm>
            <a:custGeom>
              <a:rect b="b" l="l" r="r" t="t"/>
              <a:pathLst>
                <a:path extrusionOk="0" h="3271" w="6214">
                  <a:moveTo>
                    <a:pt x="240" y="0"/>
                  </a:moveTo>
                  <a:lnTo>
                    <a:pt x="131" y="327"/>
                  </a:lnTo>
                  <a:lnTo>
                    <a:pt x="44" y="654"/>
                  </a:lnTo>
                  <a:lnTo>
                    <a:pt x="0" y="872"/>
                  </a:lnTo>
                  <a:lnTo>
                    <a:pt x="0" y="1156"/>
                  </a:lnTo>
                  <a:lnTo>
                    <a:pt x="22" y="1439"/>
                  </a:lnTo>
                  <a:lnTo>
                    <a:pt x="87" y="1723"/>
                  </a:lnTo>
                  <a:lnTo>
                    <a:pt x="131" y="1853"/>
                  </a:lnTo>
                  <a:lnTo>
                    <a:pt x="196" y="1984"/>
                  </a:lnTo>
                  <a:lnTo>
                    <a:pt x="305" y="2159"/>
                  </a:lnTo>
                  <a:lnTo>
                    <a:pt x="436" y="2311"/>
                  </a:lnTo>
                  <a:lnTo>
                    <a:pt x="589" y="2442"/>
                  </a:lnTo>
                  <a:lnTo>
                    <a:pt x="763" y="2573"/>
                  </a:lnTo>
                  <a:lnTo>
                    <a:pt x="938" y="2682"/>
                  </a:lnTo>
                  <a:lnTo>
                    <a:pt x="1112" y="2769"/>
                  </a:lnTo>
                  <a:lnTo>
                    <a:pt x="1308" y="2835"/>
                  </a:lnTo>
                  <a:lnTo>
                    <a:pt x="1526" y="2900"/>
                  </a:lnTo>
                  <a:lnTo>
                    <a:pt x="1919" y="2965"/>
                  </a:lnTo>
                  <a:lnTo>
                    <a:pt x="2333" y="3009"/>
                  </a:lnTo>
                  <a:lnTo>
                    <a:pt x="3140" y="3074"/>
                  </a:lnTo>
                  <a:lnTo>
                    <a:pt x="3706" y="3162"/>
                  </a:lnTo>
                  <a:lnTo>
                    <a:pt x="4251" y="3271"/>
                  </a:lnTo>
                  <a:lnTo>
                    <a:pt x="4644" y="2965"/>
                  </a:lnTo>
                  <a:lnTo>
                    <a:pt x="5036" y="2660"/>
                  </a:lnTo>
                  <a:lnTo>
                    <a:pt x="5429" y="2355"/>
                  </a:lnTo>
                  <a:lnTo>
                    <a:pt x="5777" y="2006"/>
                  </a:lnTo>
                  <a:lnTo>
                    <a:pt x="6213" y="1526"/>
                  </a:lnTo>
                  <a:lnTo>
                    <a:pt x="5363" y="1178"/>
                  </a:lnTo>
                  <a:lnTo>
                    <a:pt x="4927" y="1025"/>
                  </a:lnTo>
                  <a:lnTo>
                    <a:pt x="4469" y="894"/>
                  </a:lnTo>
                  <a:lnTo>
                    <a:pt x="4033" y="785"/>
                  </a:lnTo>
                  <a:lnTo>
                    <a:pt x="3576" y="676"/>
                  </a:lnTo>
                  <a:lnTo>
                    <a:pt x="3118" y="589"/>
                  </a:lnTo>
                  <a:lnTo>
                    <a:pt x="2660" y="545"/>
                  </a:lnTo>
                  <a:lnTo>
                    <a:pt x="1831" y="480"/>
                  </a:lnTo>
                  <a:lnTo>
                    <a:pt x="1439" y="415"/>
                  </a:lnTo>
                  <a:lnTo>
                    <a:pt x="1025" y="349"/>
                  </a:lnTo>
                  <a:lnTo>
                    <a:pt x="829" y="284"/>
                  </a:lnTo>
                  <a:lnTo>
                    <a:pt x="632" y="218"/>
                  </a:lnTo>
                  <a:lnTo>
                    <a:pt x="436" y="109"/>
                  </a:lnTo>
                  <a:lnTo>
                    <a:pt x="240"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0" name="Google Shape;11510;p80"/>
            <p:cNvSpPr/>
            <p:nvPr/>
          </p:nvSpPr>
          <p:spPr>
            <a:xfrm rot="-947327">
              <a:off x="6034865" y="3588322"/>
              <a:ext cx="155355" cy="81777"/>
            </a:xfrm>
            <a:custGeom>
              <a:rect b="b" l="l" r="r" t="t"/>
              <a:pathLst>
                <a:path extrusionOk="0" fill="none" h="3271" w="6214">
                  <a:moveTo>
                    <a:pt x="240" y="0"/>
                  </a:moveTo>
                  <a:lnTo>
                    <a:pt x="240" y="0"/>
                  </a:lnTo>
                  <a:lnTo>
                    <a:pt x="131" y="327"/>
                  </a:lnTo>
                  <a:lnTo>
                    <a:pt x="44" y="654"/>
                  </a:lnTo>
                  <a:lnTo>
                    <a:pt x="44" y="654"/>
                  </a:lnTo>
                  <a:lnTo>
                    <a:pt x="44" y="654"/>
                  </a:lnTo>
                  <a:lnTo>
                    <a:pt x="0" y="872"/>
                  </a:lnTo>
                  <a:lnTo>
                    <a:pt x="0" y="872"/>
                  </a:lnTo>
                  <a:lnTo>
                    <a:pt x="0" y="1156"/>
                  </a:lnTo>
                  <a:lnTo>
                    <a:pt x="22" y="1439"/>
                  </a:lnTo>
                  <a:lnTo>
                    <a:pt x="87" y="1723"/>
                  </a:lnTo>
                  <a:lnTo>
                    <a:pt x="131" y="1853"/>
                  </a:lnTo>
                  <a:lnTo>
                    <a:pt x="196" y="1984"/>
                  </a:lnTo>
                  <a:lnTo>
                    <a:pt x="196" y="1984"/>
                  </a:lnTo>
                  <a:lnTo>
                    <a:pt x="305" y="2159"/>
                  </a:lnTo>
                  <a:lnTo>
                    <a:pt x="436" y="2311"/>
                  </a:lnTo>
                  <a:lnTo>
                    <a:pt x="589" y="2442"/>
                  </a:lnTo>
                  <a:lnTo>
                    <a:pt x="763" y="2573"/>
                  </a:lnTo>
                  <a:lnTo>
                    <a:pt x="938" y="2682"/>
                  </a:lnTo>
                  <a:lnTo>
                    <a:pt x="1112" y="2769"/>
                  </a:lnTo>
                  <a:lnTo>
                    <a:pt x="1308" y="2835"/>
                  </a:lnTo>
                  <a:lnTo>
                    <a:pt x="1526" y="2900"/>
                  </a:lnTo>
                  <a:lnTo>
                    <a:pt x="1526" y="2900"/>
                  </a:lnTo>
                  <a:lnTo>
                    <a:pt x="1919" y="2965"/>
                  </a:lnTo>
                  <a:lnTo>
                    <a:pt x="2333" y="3009"/>
                  </a:lnTo>
                  <a:lnTo>
                    <a:pt x="3140" y="3074"/>
                  </a:lnTo>
                  <a:lnTo>
                    <a:pt x="3140" y="3074"/>
                  </a:lnTo>
                  <a:lnTo>
                    <a:pt x="3706" y="3162"/>
                  </a:lnTo>
                  <a:lnTo>
                    <a:pt x="4251" y="3271"/>
                  </a:lnTo>
                  <a:lnTo>
                    <a:pt x="4251" y="3271"/>
                  </a:lnTo>
                  <a:lnTo>
                    <a:pt x="4644" y="2965"/>
                  </a:lnTo>
                  <a:lnTo>
                    <a:pt x="5036" y="2660"/>
                  </a:lnTo>
                  <a:lnTo>
                    <a:pt x="5429" y="2355"/>
                  </a:lnTo>
                  <a:lnTo>
                    <a:pt x="5777" y="2006"/>
                  </a:lnTo>
                  <a:lnTo>
                    <a:pt x="5777" y="2006"/>
                  </a:lnTo>
                  <a:lnTo>
                    <a:pt x="6213" y="1526"/>
                  </a:lnTo>
                  <a:lnTo>
                    <a:pt x="6213" y="1526"/>
                  </a:lnTo>
                  <a:lnTo>
                    <a:pt x="5363" y="1178"/>
                  </a:lnTo>
                  <a:lnTo>
                    <a:pt x="4927" y="1025"/>
                  </a:lnTo>
                  <a:lnTo>
                    <a:pt x="4469" y="894"/>
                  </a:lnTo>
                  <a:lnTo>
                    <a:pt x="4033" y="785"/>
                  </a:lnTo>
                  <a:lnTo>
                    <a:pt x="3576" y="676"/>
                  </a:lnTo>
                  <a:lnTo>
                    <a:pt x="3118" y="589"/>
                  </a:lnTo>
                  <a:lnTo>
                    <a:pt x="2660" y="545"/>
                  </a:lnTo>
                  <a:lnTo>
                    <a:pt x="2660" y="545"/>
                  </a:lnTo>
                  <a:lnTo>
                    <a:pt x="1831" y="480"/>
                  </a:lnTo>
                  <a:lnTo>
                    <a:pt x="1439" y="415"/>
                  </a:lnTo>
                  <a:lnTo>
                    <a:pt x="1025" y="349"/>
                  </a:lnTo>
                  <a:lnTo>
                    <a:pt x="1025" y="349"/>
                  </a:lnTo>
                  <a:lnTo>
                    <a:pt x="829" y="284"/>
                  </a:lnTo>
                  <a:lnTo>
                    <a:pt x="632" y="218"/>
                  </a:lnTo>
                  <a:lnTo>
                    <a:pt x="436" y="109"/>
                  </a:lnTo>
                  <a:lnTo>
                    <a:pt x="240"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1" name="Google Shape;11511;p80"/>
            <p:cNvSpPr/>
            <p:nvPr/>
          </p:nvSpPr>
          <p:spPr>
            <a:xfrm rot="-947327">
              <a:off x="6464550" y="3593409"/>
              <a:ext cx="28376" cy="75777"/>
            </a:xfrm>
            <a:custGeom>
              <a:rect b="b" l="l" r="r" t="t"/>
              <a:pathLst>
                <a:path extrusionOk="0" h="3031" w="1135">
                  <a:moveTo>
                    <a:pt x="872" y="0"/>
                  </a:moveTo>
                  <a:lnTo>
                    <a:pt x="0" y="3030"/>
                  </a:lnTo>
                  <a:lnTo>
                    <a:pt x="0" y="3030"/>
                  </a:lnTo>
                  <a:lnTo>
                    <a:pt x="153" y="2987"/>
                  </a:lnTo>
                  <a:lnTo>
                    <a:pt x="284" y="2921"/>
                  </a:lnTo>
                  <a:lnTo>
                    <a:pt x="415" y="2834"/>
                  </a:lnTo>
                  <a:lnTo>
                    <a:pt x="545" y="2747"/>
                  </a:lnTo>
                  <a:lnTo>
                    <a:pt x="654" y="2638"/>
                  </a:lnTo>
                  <a:lnTo>
                    <a:pt x="742" y="2507"/>
                  </a:lnTo>
                  <a:lnTo>
                    <a:pt x="829" y="2398"/>
                  </a:lnTo>
                  <a:lnTo>
                    <a:pt x="916" y="2246"/>
                  </a:lnTo>
                  <a:lnTo>
                    <a:pt x="981" y="2115"/>
                  </a:lnTo>
                  <a:lnTo>
                    <a:pt x="1025" y="1962"/>
                  </a:lnTo>
                  <a:lnTo>
                    <a:pt x="1112" y="1657"/>
                  </a:lnTo>
                  <a:lnTo>
                    <a:pt x="1134" y="1352"/>
                  </a:lnTo>
                  <a:lnTo>
                    <a:pt x="1112" y="1025"/>
                  </a:lnTo>
                  <a:lnTo>
                    <a:pt x="1090" y="763"/>
                  </a:lnTo>
                  <a:lnTo>
                    <a:pt x="1025" y="502"/>
                  </a:lnTo>
                  <a:lnTo>
                    <a:pt x="960" y="240"/>
                  </a:lnTo>
                  <a:lnTo>
                    <a:pt x="872" y="0"/>
                  </a:lnTo>
                  <a:close/>
                </a:path>
              </a:pathLst>
            </a:custGeom>
            <a:solidFill>
              <a:srgbClr val="EBD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2" name="Google Shape;11512;p80"/>
            <p:cNvSpPr/>
            <p:nvPr/>
          </p:nvSpPr>
          <p:spPr>
            <a:xfrm rot="-947327">
              <a:off x="6464550" y="3593409"/>
              <a:ext cx="28376" cy="75777"/>
            </a:xfrm>
            <a:custGeom>
              <a:rect b="b" l="l" r="r" t="t"/>
              <a:pathLst>
                <a:path extrusionOk="0" fill="none" h="3031" w="1135">
                  <a:moveTo>
                    <a:pt x="872" y="0"/>
                  </a:moveTo>
                  <a:lnTo>
                    <a:pt x="0" y="3030"/>
                  </a:lnTo>
                  <a:lnTo>
                    <a:pt x="0" y="3030"/>
                  </a:lnTo>
                  <a:lnTo>
                    <a:pt x="153" y="2987"/>
                  </a:lnTo>
                  <a:lnTo>
                    <a:pt x="284" y="2921"/>
                  </a:lnTo>
                  <a:lnTo>
                    <a:pt x="415" y="2834"/>
                  </a:lnTo>
                  <a:lnTo>
                    <a:pt x="545" y="2747"/>
                  </a:lnTo>
                  <a:lnTo>
                    <a:pt x="545" y="2747"/>
                  </a:lnTo>
                  <a:lnTo>
                    <a:pt x="654" y="2638"/>
                  </a:lnTo>
                  <a:lnTo>
                    <a:pt x="742" y="2507"/>
                  </a:lnTo>
                  <a:lnTo>
                    <a:pt x="829" y="2398"/>
                  </a:lnTo>
                  <a:lnTo>
                    <a:pt x="916" y="2246"/>
                  </a:lnTo>
                  <a:lnTo>
                    <a:pt x="916" y="2246"/>
                  </a:lnTo>
                  <a:lnTo>
                    <a:pt x="981" y="2115"/>
                  </a:lnTo>
                  <a:lnTo>
                    <a:pt x="1025" y="1962"/>
                  </a:lnTo>
                  <a:lnTo>
                    <a:pt x="1112" y="1657"/>
                  </a:lnTo>
                  <a:lnTo>
                    <a:pt x="1134" y="1352"/>
                  </a:lnTo>
                  <a:lnTo>
                    <a:pt x="1112" y="1025"/>
                  </a:lnTo>
                  <a:lnTo>
                    <a:pt x="1112" y="1025"/>
                  </a:lnTo>
                  <a:lnTo>
                    <a:pt x="1090" y="763"/>
                  </a:lnTo>
                  <a:lnTo>
                    <a:pt x="1025" y="502"/>
                  </a:lnTo>
                  <a:lnTo>
                    <a:pt x="960" y="240"/>
                  </a:lnTo>
                  <a:lnTo>
                    <a:pt x="872"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3" name="Google Shape;11513;p80"/>
            <p:cNvSpPr/>
            <p:nvPr/>
          </p:nvSpPr>
          <p:spPr>
            <a:xfrm rot="-947327">
              <a:off x="6319996" y="3595812"/>
              <a:ext cx="181530" cy="201156"/>
            </a:xfrm>
            <a:custGeom>
              <a:rect b="b" l="l" r="r" t="t"/>
              <a:pathLst>
                <a:path extrusionOk="0" h="8046" w="7261">
                  <a:moveTo>
                    <a:pt x="1" y="1"/>
                  </a:moveTo>
                  <a:lnTo>
                    <a:pt x="306" y="1287"/>
                  </a:lnTo>
                  <a:lnTo>
                    <a:pt x="589" y="2595"/>
                  </a:lnTo>
                  <a:lnTo>
                    <a:pt x="1134" y="2835"/>
                  </a:lnTo>
                  <a:lnTo>
                    <a:pt x="1679" y="3053"/>
                  </a:lnTo>
                  <a:lnTo>
                    <a:pt x="2224" y="3271"/>
                  </a:lnTo>
                  <a:lnTo>
                    <a:pt x="2769" y="3445"/>
                  </a:lnTo>
                  <a:lnTo>
                    <a:pt x="3336" y="3598"/>
                  </a:lnTo>
                  <a:lnTo>
                    <a:pt x="3881" y="3751"/>
                  </a:lnTo>
                  <a:lnTo>
                    <a:pt x="4470" y="3838"/>
                  </a:lnTo>
                  <a:lnTo>
                    <a:pt x="5037" y="3903"/>
                  </a:lnTo>
                  <a:lnTo>
                    <a:pt x="5451" y="3925"/>
                  </a:lnTo>
                  <a:lnTo>
                    <a:pt x="5691" y="3925"/>
                  </a:lnTo>
                  <a:lnTo>
                    <a:pt x="5931" y="3882"/>
                  </a:lnTo>
                  <a:lnTo>
                    <a:pt x="6170" y="3838"/>
                  </a:lnTo>
                  <a:lnTo>
                    <a:pt x="6388" y="3772"/>
                  </a:lnTo>
                  <a:lnTo>
                    <a:pt x="7260" y="742"/>
                  </a:lnTo>
                  <a:lnTo>
                    <a:pt x="7108" y="393"/>
                  </a:lnTo>
                  <a:lnTo>
                    <a:pt x="6955" y="45"/>
                  </a:lnTo>
                  <a:lnTo>
                    <a:pt x="6890" y="241"/>
                  </a:lnTo>
                  <a:lnTo>
                    <a:pt x="6803" y="459"/>
                  </a:lnTo>
                  <a:lnTo>
                    <a:pt x="6737" y="590"/>
                  </a:lnTo>
                  <a:lnTo>
                    <a:pt x="6650" y="720"/>
                  </a:lnTo>
                  <a:lnTo>
                    <a:pt x="6563" y="829"/>
                  </a:lnTo>
                  <a:lnTo>
                    <a:pt x="6432" y="938"/>
                  </a:lnTo>
                  <a:lnTo>
                    <a:pt x="6279" y="1047"/>
                  </a:lnTo>
                  <a:lnTo>
                    <a:pt x="6105" y="1156"/>
                  </a:lnTo>
                  <a:lnTo>
                    <a:pt x="5931" y="1222"/>
                  </a:lnTo>
                  <a:lnTo>
                    <a:pt x="5756" y="1287"/>
                  </a:lnTo>
                  <a:lnTo>
                    <a:pt x="5560" y="1331"/>
                  </a:lnTo>
                  <a:lnTo>
                    <a:pt x="5364" y="1353"/>
                  </a:lnTo>
                  <a:lnTo>
                    <a:pt x="4971" y="1374"/>
                  </a:lnTo>
                  <a:lnTo>
                    <a:pt x="4557" y="1353"/>
                  </a:lnTo>
                  <a:lnTo>
                    <a:pt x="3969" y="1287"/>
                  </a:lnTo>
                  <a:lnTo>
                    <a:pt x="3380" y="1200"/>
                  </a:lnTo>
                  <a:lnTo>
                    <a:pt x="2791" y="1047"/>
                  </a:lnTo>
                  <a:lnTo>
                    <a:pt x="2224" y="895"/>
                  </a:lnTo>
                  <a:lnTo>
                    <a:pt x="1658" y="699"/>
                  </a:lnTo>
                  <a:lnTo>
                    <a:pt x="1113" y="481"/>
                  </a:lnTo>
                  <a:lnTo>
                    <a:pt x="546" y="241"/>
                  </a:lnTo>
                  <a:lnTo>
                    <a:pt x="1" y="1"/>
                  </a:lnTo>
                  <a:close/>
                  <a:moveTo>
                    <a:pt x="1134" y="5429"/>
                  </a:moveTo>
                  <a:lnTo>
                    <a:pt x="1309" y="6498"/>
                  </a:lnTo>
                  <a:lnTo>
                    <a:pt x="1396" y="7021"/>
                  </a:lnTo>
                  <a:lnTo>
                    <a:pt x="1505" y="7544"/>
                  </a:lnTo>
                  <a:lnTo>
                    <a:pt x="1636" y="8045"/>
                  </a:lnTo>
                  <a:lnTo>
                    <a:pt x="1549" y="7479"/>
                  </a:lnTo>
                  <a:lnTo>
                    <a:pt x="1134" y="5429"/>
                  </a:lnTo>
                  <a:close/>
                </a:path>
              </a:pathLst>
            </a:custGeom>
            <a:solidFill>
              <a:srgbClr val="DCC7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4" name="Google Shape;11514;p80"/>
            <p:cNvSpPr/>
            <p:nvPr/>
          </p:nvSpPr>
          <p:spPr>
            <a:xfrm rot="-947327">
              <a:off x="6368930" y="3744251"/>
              <a:ext cx="12550" cy="65427"/>
            </a:xfrm>
            <a:custGeom>
              <a:rect b="b" l="l" r="r" t="t"/>
              <a:pathLst>
                <a:path extrusionOk="0" fill="none" h="2617" w="502">
                  <a:moveTo>
                    <a:pt x="0" y="0"/>
                  </a:moveTo>
                  <a:lnTo>
                    <a:pt x="0" y="0"/>
                  </a:lnTo>
                  <a:lnTo>
                    <a:pt x="175" y="1069"/>
                  </a:lnTo>
                  <a:lnTo>
                    <a:pt x="262" y="1592"/>
                  </a:lnTo>
                  <a:lnTo>
                    <a:pt x="371" y="2115"/>
                  </a:lnTo>
                  <a:lnTo>
                    <a:pt x="371" y="2115"/>
                  </a:lnTo>
                  <a:lnTo>
                    <a:pt x="502" y="2616"/>
                  </a:lnTo>
                  <a:lnTo>
                    <a:pt x="502" y="2616"/>
                  </a:lnTo>
                  <a:lnTo>
                    <a:pt x="415" y="2050"/>
                  </a:lnTo>
                  <a:lnTo>
                    <a:pt x="415" y="2050"/>
                  </a:lnTo>
                  <a:lnTo>
                    <a:pt x="0"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5" name="Google Shape;11515;p80"/>
            <p:cNvSpPr/>
            <p:nvPr/>
          </p:nvSpPr>
          <p:spPr>
            <a:xfrm rot="-947327">
              <a:off x="6305983" y="3597755"/>
              <a:ext cx="181530" cy="98153"/>
            </a:xfrm>
            <a:custGeom>
              <a:rect b="b" l="l" r="r" t="t"/>
              <a:pathLst>
                <a:path extrusionOk="0" fill="none" h="3926" w="7261">
                  <a:moveTo>
                    <a:pt x="1" y="1"/>
                  </a:moveTo>
                  <a:lnTo>
                    <a:pt x="1" y="1"/>
                  </a:lnTo>
                  <a:lnTo>
                    <a:pt x="306" y="1287"/>
                  </a:lnTo>
                  <a:lnTo>
                    <a:pt x="589" y="2595"/>
                  </a:lnTo>
                  <a:lnTo>
                    <a:pt x="589" y="2595"/>
                  </a:lnTo>
                  <a:lnTo>
                    <a:pt x="1134" y="2835"/>
                  </a:lnTo>
                  <a:lnTo>
                    <a:pt x="1679" y="3053"/>
                  </a:lnTo>
                  <a:lnTo>
                    <a:pt x="2224" y="3271"/>
                  </a:lnTo>
                  <a:lnTo>
                    <a:pt x="2769" y="3445"/>
                  </a:lnTo>
                  <a:lnTo>
                    <a:pt x="3336" y="3598"/>
                  </a:lnTo>
                  <a:lnTo>
                    <a:pt x="3881" y="3751"/>
                  </a:lnTo>
                  <a:lnTo>
                    <a:pt x="4470" y="3838"/>
                  </a:lnTo>
                  <a:lnTo>
                    <a:pt x="5037" y="3903"/>
                  </a:lnTo>
                  <a:lnTo>
                    <a:pt x="5037" y="3903"/>
                  </a:lnTo>
                  <a:lnTo>
                    <a:pt x="5451" y="3925"/>
                  </a:lnTo>
                  <a:lnTo>
                    <a:pt x="5451" y="3925"/>
                  </a:lnTo>
                  <a:lnTo>
                    <a:pt x="5691" y="3925"/>
                  </a:lnTo>
                  <a:lnTo>
                    <a:pt x="5931" y="3882"/>
                  </a:lnTo>
                  <a:lnTo>
                    <a:pt x="6170" y="3838"/>
                  </a:lnTo>
                  <a:lnTo>
                    <a:pt x="6388" y="3772"/>
                  </a:lnTo>
                  <a:lnTo>
                    <a:pt x="7260" y="742"/>
                  </a:lnTo>
                  <a:lnTo>
                    <a:pt x="7260" y="742"/>
                  </a:lnTo>
                  <a:lnTo>
                    <a:pt x="7108" y="393"/>
                  </a:lnTo>
                  <a:lnTo>
                    <a:pt x="6955" y="45"/>
                  </a:lnTo>
                  <a:lnTo>
                    <a:pt x="6955" y="45"/>
                  </a:lnTo>
                  <a:lnTo>
                    <a:pt x="6890" y="241"/>
                  </a:lnTo>
                  <a:lnTo>
                    <a:pt x="6803" y="459"/>
                  </a:lnTo>
                  <a:lnTo>
                    <a:pt x="6803" y="459"/>
                  </a:lnTo>
                  <a:lnTo>
                    <a:pt x="6737" y="590"/>
                  </a:lnTo>
                  <a:lnTo>
                    <a:pt x="6650" y="720"/>
                  </a:lnTo>
                  <a:lnTo>
                    <a:pt x="6563" y="829"/>
                  </a:lnTo>
                  <a:lnTo>
                    <a:pt x="6432" y="938"/>
                  </a:lnTo>
                  <a:lnTo>
                    <a:pt x="6432" y="938"/>
                  </a:lnTo>
                  <a:lnTo>
                    <a:pt x="6279" y="1047"/>
                  </a:lnTo>
                  <a:lnTo>
                    <a:pt x="6105" y="1156"/>
                  </a:lnTo>
                  <a:lnTo>
                    <a:pt x="5931" y="1222"/>
                  </a:lnTo>
                  <a:lnTo>
                    <a:pt x="5756" y="1287"/>
                  </a:lnTo>
                  <a:lnTo>
                    <a:pt x="5560" y="1331"/>
                  </a:lnTo>
                  <a:lnTo>
                    <a:pt x="5364" y="1353"/>
                  </a:lnTo>
                  <a:lnTo>
                    <a:pt x="4971" y="1374"/>
                  </a:lnTo>
                  <a:lnTo>
                    <a:pt x="4971" y="1374"/>
                  </a:lnTo>
                  <a:lnTo>
                    <a:pt x="4557" y="1353"/>
                  </a:lnTo>
                  <a:lnTo>
                    <a:pt x="4557" y="1353"/>
                  </a:lnTo>
                  <a:lnTo>
                    <a:pt x="3969" y="1287"/>
                  </a:lnTo>
                  <a:lnTo>
                    <a:pt x="3380" y="1200"/>
                  </a:lnTo>
                  <a:lnTo>
                    <a:pt x="2791" y="1047"/>
                  </a:lnTo>
                  <a:lnTo>
                    <a:pt x="2224" y="895"/>
                  </a:lnTo>
                  <a:lnTo>
                    <a:pt x="1658" y="699"/>
                  </a:lnTo>
                  <a:lnTo>
                    <a:pt x="1113" y="481"/>
                  </a:lnTo>
                  <a:lnTo>
                    <a:pt x="546" y="241"/>
                  </a:lnTo>
                  <a:lnTo>
                    <a:pt x="1"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6" name="Google Shape;11516;p80"/>
            <p:cNvSpPr/>
            <p:nvPr/>
          </p:nvSpPr>
          <p:spPr>
            <a:xfrm rot="-947327">
              <a:off x="5660526" y="3125200"/>
              <a:ext cx="440438" cy="388087"/>
            </a:xfrm>
            <a:custGeom>
              <a:rect b="b" l="l" r="r" t="t"/>
              <a:pathLst>
                <a:path extrusionOk="0" h="15523" w="17617">
                  <a:moveTo>
                    <a:pt x="1549" y="0"/>
                  </a:moveTo>
                  <a:lnTo>
                    <a:pt x="1309" y="44"/>
                  </a:lnTo>
                  <a:lnTo>
                    <a:pt x="1069" y="109"/>
                  </a:lnTo>
                  <a:lnTo>
                    <a:pt x="873" y="197"/>
                  </a:lnTo>
                  <a:lnTo>
                    <a:pt x="720" y="327"/>
                  </a:lnTo>
                  <a:lnTo>
                    <a:pt x="568" y="458"/>
                  </a:lnTo>
                  <a:lnTo>
                    <a:pt x="437" y="633"/>
                  </a:lnTo>
                  <a:lnTo>
                    <a:pt x="306" y="807"/>
                  </a:lnTo>
                  <a:lnTo>
                    <a:pt x="219" y="981"/>
                  </a:lnTo>
                  <a:lnTo>
                    <a:pt x="132" y="1178"/>
                  </a:lnTo>
                  <a:lnTo>
                    <a:pt x="66" y="1396"/>
                  </a:lnTo>
                  <a:lnTo>
                    <a:pt x="23" y="1657"/>
                  </a:lnTo>
                  <a:lnTo>
                    <a:pt x="1" y="1941"/>
                  </a:lnTo>
                  <a:lnTo>
                    <a:pt x="1" y="2224"/>
                  </a:lnTo>
                  <a:lnTo>
                    <a:pt x="23" y="2486"/>
                  </a:lnTo>
                  <a:lnTo>
                    <a:pt x="66" y="3031"/>
                  </a:lnTo>
                  <a:lnTo>
                    <a:pt x="110" y="3576"/>
                  </a:lnTo>
                  <a:lnTo>
                    <a:pt x="110" y="4295"/>
                  </a:lnTo>
                  <a:lnTo>
                    <a:pt x="88" y="5015"/>
                  </a:lnTo>
                  <a:lnTo>
                    <a:pt x="45" y="5712"/>
                  </a:lnTo>
                  <a:lnTo>
                    <a:pt x="23" y="6432"/>
                  </a:lnTo>
                  <a:lnTo>
                    <a:pt x="23" y="7849"/>
                  </a:lnTo>
                  <a:lnTo>
                    <a:pt x="23" y="9244"/>
                  </a:lnTo>
                  <a:lnTo>
                    <a:pt x="66" y="10661"/>
                  </a:lnTo>
                  <a:lnTo>
                    <a:pt x="110" y="12056"/>
                  </a:lnTo>
                  <a:lnTo>
                    <a:pt x="154" y="12710"/>
                  </a:lnTo>
                  <a:lnTo>
                    <a:pt x="175" y="13016"/>
                  </a:lnTo>
                  <a:lnTo>
                    <a:pt x="219" y="13343"/>
                  </a:lnTo>
                  <a:lnTo>
                    <a:pt x="284" y="13648"/>
                  </a:lnTo>
                  <a:lnTo>
                    <a:pt x="372" y="13953"/>
                  </a:lnTo>
                  <a:lnTo>
                    <a:pt x="481" y="14236"/>
                  </a:lnTo>
                  <a:lnTo>
                    <a:pt x="611" y="14520"/>
                  </a:lnTo>
                  <a:lnTo>
                    <a:pt x="720" y="14694"/>
                  </a:lnTo>
                  <a:lnTo>
                    <a:pt x="895" y="14934"/>
                  </a:lnTo>
                  <a:lnTo>
                    <a:pt x="1091" y="15130"/>
                  </a:lnTo>
                  <a:lnTo>
                    <a:pt x="1309" y="15305"/>
                  </a:lnTo>
                  <a:lnTo>
                    <a:pt x="1440" y="15370"/>
                  </a:lnTo>
                  <a:lnTo>
                    <a:pt x="1571" y="15435"/>
                  </a:lnTo>
                  <a:lnTo>
                    <a:pt x="1767" y="15501"/>
                  </a:lnTo>
                  <a:lnTo>
                    <a:pt x="1963" y="15523"/>
                  </a:lnTo>
                  <a:lnTo>
                    <a:pt x="2377" y="15523"/>
                  </a:lnTo>
                  <a:lnTo>
                    <a:pt x="2573" y="15479"/>
                  </a:lnTo>
                  <a:lnTo>
                    <a:pt x="2770" y="15414"/>
                  </a:lnTo>
                  <a:lnTo>
                    <a:pt x="2966" y="15348"/>
                  </a:lnTo>
                  <a:lnTo>
                    <a:pt x="3162" y="15261"/>
                  </a:lnTo>
                  <a:lnTo>
                    <a:pt x="3511" y="15065"/>
                  </a:lnTo>
                  <a:lnTo>
                    <a:pt x="3838" y="14847"/>
                  </a:lnTo>
                  <a:lnTo>
                    <a:pt x="4514" y="14367"/>
                  </a:lnTo>
                  <a:lnTo>
                    <a:pt x="4841" y="14149"/>
                  </a:lnTo>
                  <a:lnTo>
                    <a:pt x="5190" y="13953"/>
                  </a:lnTo>
                  <a:lnTo>
                    <a:pt x="5538" y="13757"/>
                  </a:lnTo>
                  <a:lnTo>
                    <a:pt x="5887" y="13582"/>
                  </a:lnTo>
                  <a:lnTo>
                    <a:pt x="6628" y="13255"/>
                  </a:lnTo>
                  <a:lnTo>
                    <a:pt x="7370" y="12994"/>
                  </a:lnTo>
                  <a:lnTo>
                    <a:pt x="8133" y="12754"/>
                  </a:lnTo>
                  <a:lnTo>
                    <a:pt x="8918" y="12536"/>
                  </a:lnTo>
                  <a:lnTo>
                    <a:pt x="10487" y="12122"/>
                  </a:lnTo>
                  <a:lnTo>
                    <a:pt x="11294" y="11925"/>
                  </a:lnTo>
                  <a:lnTo>
                    <a:pt x="12057" y="11729"/>
                  </a:lnTo>
                  <a:lnTo>
                    <a:pt x="12842" y="11511"/>
                  </a:lnTo>
                  <a:lnTo>
                    <a:pt x="13605" y="11250"/>
                  </a:lnTo>
                  <a:lnTo>
                    <a:pt x="14346" y="10966"/>
                  </a:lnTo>
                  <a:lnTo>
                    <a:pt x="14717" y="10814"/>
                  </a:lnTo>
                  <a:lnTo>
                    <a:pt x="15065" y="10661"/>
                  </a:lnTo>
                  <a:lnTo>
                    <a:pt x="15414" y="10465"/>
                  </a:lnTo>
                  <a:lnTo>
                    <a:pt x="15763" y="10269"/>
                  </a:lnTo>
                  <a:lnTo>
                    <a:pt x="16112" y="10072"/>
                  </a:lnTo>
                  <a:lnTo>
                    <a:pt x="16439" y="9833"/>
                  </a:lnTo>
                  <a:lnTo>
                    <a:pt x="16635" y="9702"/>
                  </a:lnTo>
                  <a:lnTo>
                    <a:pt x="16831" y="9527"/>
                  </a:lnTo>
                  <a:lnTo>
                    <a:pt x="17006" y="9353"/>
                  </a:lnTo>
                  <a:lnTo>
                    <a:pt x="17180" y="9179"/>
                  </a:lnTo>
                  <a:lnTo>
                    <a:pt x="17311" y="8982"/>
                  </a:lnTo>
                  <a:lnTo>
                    <a:pt x="17442" y="8764"/>
                  </a:lnTo>
                  <a:lnTo>
                    <a:pt x="17529" y="8546"/>
                  </a:lnTo>
                  <a:lnTo>
                    <a:pt x="17594" y="8307"/>
                  </a:lnTo>
                  <a:lnTo>
                    <a:pt x="17616" y="8154"/>
                  </a:lnTo>
                  <a:lnTo>
                    <a:pt x="17616" y="8001"/>
                  </a:lnTo>
                  <a:lnTo>
                    <a:pt x="17594" y="7849"/>
                  </a:lnTo>
                  <a:lnTo>
                    <a:pt x="17551" y="7718"/>
                  </a:lnTo>
                  <a:lnTo>
                    <a:pt x="17529" y="7565"/>
                  </a:lnTo>
                  <a:lnTo>
                    <a:pt x="17463" y="7413"/>
                  </a:lnTo>
                  <a:lnTo>
                    <a:pt x="17333" y="7129"/>
                  </a:lnTo>
                  <a:lnTo>
                    <a:pt x="17136" y="6868"/>
                  </a:lnTo>
                  <a:lnTo>
                    <a:pt x="16940" y="6628"/>
                  </a:lnTo>
                  <a:lnTo>
                    <a:pt x="16766" y="6475"/>
                  </a:lnTo>
                  <a:lnTo>
                    <a:pt x="16570" y="6344"/>
                  </a:lnTo>
                  <a:lnTo>
                    <a:pt x="16177" y="6083"/>
                  </a:lnTo>
                  <a:lnTo>
                    <a:pt x="15785" y="5865"/>
                  </a:lnTo>
                  <a:lnTo>
                    <a:pt x="15349" y="5647"/>
                  </a:lnTo>
                  <a:lnTo>
                    <a:pt x="13845" y="4927"/>
                  </a:lnTo>
                  <a:lnTo>
                    <a:pt x="12318" y="4208"/>
                  </a:lnTo>
                  <a:lnTo>
                    <a:pt x="10771" y="3510"/>
                  </a:lnTo>
                  <a:lnTo>
                    <a:pt x="9245" y="2834"/>
                  </a:lnTo>
                  <a:lnTo>
                    <a:pt x="7697" y="2159"/>
                  </a:lnTo>
                  <a:lnTo>
                    <a:pt x="6127" y="1526"/>
                  </a:lnTo>
                  <a:lnTo>
                    <a:pt x="4579" y="894"/>
                  </a:lnTo>
                  <a:lnTo>
                    <a:pt x="2988" y="306"/>
                  </a:lnTo>
                  <a:lnTo>
                    <a:pt x="2530" y="153"/>
                  </a:lnTo>
                  <a:lnTo>
                    <a:pt x="2268" y="88"/>
                  </a:lnTo>
                  <a:lnTo>
                    <a:pt x="2028" y="22"/>
                  </a:lnTo>
                  <a:lnTo>
                    <a:pt x="178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7" name="Google Shape;11517;p80"/>
            <p:cNvSpPr/>
            <p:nvPr/>
          </p:nvSpPr>
          <p:spPr>
            <a:xfrm rot="-947327">
              <a:off x="5660526" y="3125200"/>
              <a:ext cx="440438" cy="388087"/>
            </a:xfrm>
            <a:custGeom>
              <a:rect b="b" l="l" r="r" t="t"/>
              <a:pathLst>
                <a:path extrusionOk="0" fill="none" h="15523" w="17617">
                  <a:moveTo>
                    <a:pt x="16439" y="9833"/>
                  </a:moveTo>
                  <a:lnTo>
                    <a:pt x="16439" y="9833"/>
                  </a:lnTo>
                  <a:lnTo>
                    <a:pt x="16112" y="10072"/>
                  </a:lnTo>
                  <a:lnTo>
                    <a:pt x="15763" y="10269"/>
                  </a:lnTo>
                  <a:lnTo>
                    <a:pt x="15414" y="10465"/>
                  </a:lnTo>
                  <a:lnTo>
                    <a:pt x="15065" y="10661"/>
                  </a:lnTo>
                  <a:lnTo>
                    <a:pt x="14717" y="10814"/>
                  </a:lnTo>
                  <a:lnTo>
                    <a:pt x="14346" y="10966"/>
                  </a:lnTo>
                  <a:lnTo>
                    <a:pt x="13605" y="11250"/>
                  </a:lnTo>
                  <a:lnTo>
                    <a:pt x="12842" y="11511"/>
                  </a:lnTo>
                  <a:lnTo>
                    <a:pt x="12057" y="11729"/>
                  </a:lnTo>
                  <a:lnTo>
                    <a:pt x="11294" y="11925"/>
                  </a:lnTo>
                  <a:lnTo>
                    <a:pt x="10487" y="12122"/>
                  </a:lnTo>
                  <a:lnTo>
                    <a:pt x="8918" y="12536"/>
                  </a:lnTo>
                  <a:lnTo>
                    <a:pt x="8133" y="12754"/>
                  </a:lnTo>
                  <a:lnTo>
                    <a:pt x="7370" y="12994"/>
                  </a:lnTo>
                  <a:lnTo>
                    <a:pt x="6628" y="13255"/>
                  </a:lnTo>
                  <a:lnTo>
                    <a:pt x="5887" y="13582"/>
                  </a:lnTo>
                  <a:lnTo>
                    <a:pt x="5538" y="13757"/>
                  </a:lnTo>
                  <a:lnTo>
                    <a:pt x="5190" y="13953"/>
                  </a:lnTo>
                  <a:lnTo>
                    <a:pt x="4841" y="14149"/>
                  </a:lnTo>
                  <a:lnTo>
                    <a:pt x="4514" y="14367"/>
                  </a:lnTo>
                  <a:lnTo>
                    <a:pt x="4514" y="14367"/>
                  </a:lnTo>
                  <a:lnTo>
                    <a:pt x="3838" y="14847"/>
                  </a:lnTo>
                  <a:lnTo>
                    <a:pt x="3511" y="15065"/>
                  </a:lnTo>
                  <a:lnTo>
                    <a:pt x="3162" y="15261"/>
                  </a:lnTo>
                  <a:lnTo>
                    <a:pt x="3162" y="15261"/>
                  </a:lnTo>
                  <a:lnTo>
                    <a:pt x="2966" y="15348"/>
                  </a:lnTo>
                  <a:lnTo>
                    <a:pt x="2770" y="15414"/>
                  </a:lnTo>
                  <a:lnTo>
                    <a:pt x="2573" y="15479"/>
                  </a:lnTo>
                  <a:lnTo>
                    <a:pt x="2377" y="15523"/>
                  </a:lnTo>
                  <a:lnTo>
                    <a:pt x="2159" y="15523"/>
                  </a:lnTo>
                  <a:lnTo>
                    <a:pt x="1963" y="15523"/>
                  </a:lnTo>
                  <a:lnTo>
                    <a:pt x="1767" y="15501"/>
                  </a:lnTo>
                  <a:lnTo>
                    <a:pt x="1571" y="15435"/>
                  </a:lnTo>
                  <a:lnTo>
                    <a:pt x="1571" y="15435"/>
                  </a:lnTo>
                  <a:lnTo>
                    <a:pt x="1440" y="15370"/>
                  </a:lnTo>
                  <a:lnTo>
                    <a:pt x="1309" y="15305"/>
                  </a:lnTo>
                  <a:lnTo>
                    <a:pt x="1091" y="15130"/>
                  </a:lnTo>
                  <a:lnTo>
                    <a:pt x="895" y="14934"/>
                  </a:lnTo>
                  <a:lnTo>
                    <a:pt x="720" y="14694"/>
                  </a:lnTo>
                  <a:lnTo>
                    <a:pt x="720" y="14694"/>
                  </a:lnTo>
                  <a:lnTo>
                    <a:pt x="611" y="14520"/>
                  </a:lnTo>
                  <a:lnTo>
                    <a:pt x="611" y="14520"/>
                  </a:lnTo>
                  <a:lnTo>
                    <a:pt x="611" y="14520"/>
                  </a:lnTo>
                  <a:lnTo>
                    <a:pt x="481" y="14236"/>
                  </a:lnTo>
                  <a:lnTo>
                    <a:pt x="372" y="13953"/>
                  </a:lnTo>
                  <a:lnTo>
                    <a:pt x="284" y="13648"/>
                  </a:lnTo>
                  <a:lnTo>
                    <a:pt x="219" y="13343"/>
                  </a:lnTo>
                  <a:lnTo>
                    <a:pt x="175" y="13016"/>
                  </a:lnTo>
                  <a:lnTo>
                    <a:pt x="154" y="12710"/>
                  </a:lnTo>
                  <a:lnTo>
                    <a:pt x="110" y="12056"/>
                  </a:lnTo>
                  <a:lnTo>
                    <a:pt x="110" y="12056"/>
                  </a:lnTo>
                  <a:lnTo>
                    <a:pt x="66" y="10661"/>
                  </a:lnTo>
                  <a:lnTo>
                    <a:pt x="23" y="9244"/>
                  </a:lnTo>
                  <a:lnTo>
                    <a:pt x="23" y="7849"/>
                  </a:lnTo>
                  <a:lnTo>
                    <a:pt x="23" y="6432"/>
                  </a:lnTo>
                  <a:lnTo>
                    <a:pt x="23" y="6432"/>
                  </a:lnTo>
                  <a:lnTo>
                    <a:pt x="45" y="5712"/>
                  </a:lnTo>
                  <a:lnTo>
                    <a:pt x="88" y="5015"/>
                  </a:lnTo>
                  <a:lnTo>
                    <a:pt x="110" y="4295"/>
                  </a:lnTo>
                  <a:lnTo>
                    <a:pt x="110" y="3576"/>
                  </a:lnTo>
                  <a:lnTo>
                    <a:pt x="110" y="3576"/>
                  </a:lnTo>
                  <a:lnTo>
                    <a:pt x="66" y="3031"/>
                  </a:lnTo>
                  <a:lnTo>
                    <a:pt x="23" y="2486"/>
                  </a:lnTo>
                  <a:lnTo>
                    <a:pt x="1" y="2224"/>
                  </a:lnTo>
                  <a:lnTo>
                    <a:pt x="1" y="1941"/>
                  </a:lnTo>
                  <a:lnTo>
                    <a:pt x="23" y="1657"/>
                  </a:lnTo>
                  <a:lnTo>
                    <a:pt x="66" y="1396"/>
                  </a:lnTo>
                  <a:lnTo>
                    <a:pt x="66" y="1396"/>
                  </a:lnTo>
                  <a:lnTo>
                    <a:pt x="132" y="1178"/>
                  </a:lnTo>
                  <a:lnTo>
                    <a:pt x="219" y="981"/>
                  </a:lnTo>
                  <a:lnTo>
                    <a:pt x="306" y="807"/>
                  </a:lnTo>
                  <a:lnTo>
                    <a:pt x="437" y="633"/>
                  </a:lnTo>
                  <a:lnTo>
                    <a:pt x="568" y="458"/>
                  </a:lnTo>
                  <a:lnTo>
                    <a:pt x="720" y="327"/>
                  </a:lnTo>
                  <a:lnTo>
                    <a:pt x="873" y="197"/>
                  </a:lnTo>
                  <a:lnTo>
                    <a:pt x="1069" y="109"/>
                  </a:lnTo>
                  <a:lnTo>
                    <a:pt x="1069" y="109"/>
                  </a:lnTo>
                  <a:lnTo>
                    <a:pt x="1309" y="44"/>
                  </a:lnTo>
                  <a:lnTo>
                    <a:pt x="1549" y="0"/>
                  </a:lnTo>
                  <a:lnTo>
                    <a:pt x="1789" y="0"/>
                  </a:lnTo>
                  <a:lnTo>
                    <a:pt x="2028" y="22"/>
                  </a:lnTo>
                  <a:lnTo>
                    <a:pt x="2268" y="88"/>
                  </a:lnTo>
                  <a:lnTo>
                    <a:pt x="2530" y="153"/>
                  </a:lnTo>
                  <a:lnTo>
                    <a:pt x="2988" y="306"/>
                  </a:lnTo>
                  <a:lnTo>
                    <a:pt x="2988" y="306"/>
                  </a:lnTo>
                  <a:lnTo>
                    <a:pt x="4579" y="894"/>
                  </a:lnTo>
                  <a:lnTo>
                    <a:pt x="6127" y="1526"/>
                  </a:lnTo>
                  <a:lnTo>
                    <a:pt x="7697" y="2159"/>
                  </a:lnTo>
                  <a:lnTo>
                    <a:pt x="9245" y="2834"/>
                  </a:lnTo>
                  <a:lnTo>
                    <a:pt x="10771" y="3510"/>
                  </a:lnTo>
                  <a:lnTo>
                    <a:pt x="12318" y="4208"/>
                  </a:lnTo>
                  <a:lnTo>
                    <a:pt x="13845" y="4927"/>
                  </a:lnTo>
                  <a:lnTo>
                    <a:pt x="15349" y="5647"/>
                  </a:lnTo>
                  <a:lnTo>
                    <a:pt x="15349" y="5647"/>
                  </a:lnTo>
                  <a:lnTo>
                    <a:pt x="15785" y="5865"/>
                  </a:lnTo>
                  <a:lnTo>
                    <a:pt x="16177" y="6083"/>
                  </a:lnTo>
                  <a:lnTo>
                    <a:pt x="16570" y="6344"/>
                  </a:lnTo>
                  <a:lnTo>
                    <a:pt x="16766" y="6475"/>
                  </a:lnTo>
                  <a:lnTo>
                    <a:pt x="16940" y="6628"/>
                  </a:lnTo>
                  <a:lnTo>
                    <a:pt x="16940" y="6628"/>
                  </a:lnTo>
                  <a:lnTo>
                    <a:pt x="17136" y="6868"/>
                  </a:lnTo>
                  <a:lnTo>
                    <a:pt x="17333" y="7129"/>
                  </a:lnTo>
                  <a:lnTo>
                    <a:pt x="17463" y="7413"/>
                  </a:lnTo>
                  <a:lnTo>
                    <a:pt x="17529" y="7565"/>
                  </a:lnTo>
                  <a:lnTo>
                    <a:pt x="17551" y="7718"/>
                  </a:lnTo>
                  <a:lnTo>
                    <a:pt x="17551" y="7718"/>
                  </a:lnTo>
                  <a:lnTo>
                    <a:pt x="17594" y="7849"/>
                  </a:lnTo>
                  <a:lnTo>
                    <a:pt x="17616" y="8001"/>
                  </a:lnTo>
                  <a:lnTo>
                    <a:pt x="17616" y="8154"/>
                  </a:lnTo>
                  <a:lnTo>
                    <a:pt x="17594" y="8307"/>
                  </a:lnTo>
                  <a:lnTo>
                    <a:pt x="17594" y="8307"/>
                  </a:lnTo>
                  <a:lnTo>
                    <a:pt x="17529" y="8546"/>
                  </a:lnTo>
                  <a:lnTo>
                    <a:pt x="17442" y="8764"/>
                  </a:lnTo>
                  <a:lnTo>
                    <a:pt x="17311" y="8982"/>
                  </a:lnTo>
                  <a:lnTo>
                    <a:pt x="17180" y="9179"/>
                  </a:lnTo>
                  <a:lnTo>
                    <a:pt x="17006" y="9353"/>
                  </a:lnTo>
                  <a:lnTo>
                    <a:pt x="16831" y="9527"/>
                  </a:lnTo>
                  <a:lnTo>
                    <a:pt x="16635" y="9702"/>
                  </a:lnTo>
                  <a:lnTo>
                    <a:pt x="16439" y="9833"/>
                  </a:lnTo>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8" name="Google Shape;11518;p80"/>
            <p:cNvSpPr/>
            <p:nvPr/>
          </p:nvSpPr>
          <p:spPr>
            <a:xfrm rot="-947327">
              <a:off x="5700502" y="3303332"/>
              <a:ext cx="425163" cy="204406"/>
            </a:xfrm>
            <a:custGeom>
              <a:rect b="b" l="l" r="r" t="t"/>
              <a:pathLst>
                <a:path extrusionOk="0" h="8176" w="17006">
                  <a:moveTo>
                    <a:pt x="11511" y="0"/>
                  </a:moveTo>
                  <a:lnTo>
                    <a:pt x="11250" y="22"/>
                  </a:lnTo>
                  <a:lnTo>
                    <a:pt x="10988" y="87"/>
                  </a:lnTo>
                  <a:lnTo>
                    <a:pt x="10683" y="196"/>
                  </a:lnTo>
                  <a:lnTo>
                    <a:pt x="10378" y="349"/>
                  </a:lnTo>
                  <a:lnTo>
                    <a:pt x="10094" y="502"/>
                  </a:lnTo>
                  <a:lnTo>
                    <a:pt x="9789" y="633"/>
                  </a:lnTo>
                  <a:lnTo>
                    <a:pt x="9571" y="698"/>
                  </a:lnTo>
                  <a:lnTo>
                    <a:pt x="9375" y="742"/>
                  </a:lnTo>
                  <a:lnTo>
                    <a:pt x="8961" y="785"/>
                  </a:lnTo>
                  <a:lnTo>
                    <a:pt x="8546" y="807"/>
                  </a:lnTo>
                  <a:lnTo>
                    <a:pt x="8132" y="785"/>
                  </a:lnTo>
                  <a:lnTo>
                    <a:pt x="7282" y="720"/>
                  </a:lnTo>
                  <a:lnTo>
                    <a:pt x="6846" y="698"/>
                  </a:lnTo>
                  <a:lnTo>
                    <a:pt x="6432" y="698"/>
                  </a:lnTo>
                  <a:lnTo>
                    <a:pt x="6170" y="720"/>
                  </a:lnTo>
                  <a:lnTo>
                    <a:pt x="5887" y="763"/>
                  </a:lnTo>
                  <a:lnTo>
                    <a:pt x="5625" y="829"/>
                  </a:lnTo>
                  <a:lnTo>
                    <a:pt x="5363" y="894"/>
                  </a:lnTo>
                  <a:lnTo>
                    <a:pt x="5102" y="981"/>
                  </a:lnTo>
                  <a:lnTo>
                    <a:pt x="4862" y="1090"/>
                  </a:lnTo>
                  <a:lnTo>
                    <a:pt x="4622" y="1221"/>
                  </a:lnTo>
                  <a:lnTo>
                    <a:pt x="4382" y="1352"/>
                  </a:lnTo>
                  <a:lnTo>
                    <a:pt x="4143" y="1505"/>
                  </a:lnTo>
                  <a:lnTo>
                    <a:pt x="3925" y="1679"/>
                  </a:lnTo>
                  <a:lnTo>
                    <a:pt x="3728" y="1853"/>
                  </a:lnTo>
                  <a:lnTo>
                    <a:pt x="3532" y="2028"/>
                  </a:lnTo>
                  <a:lnTo>
                    <a:pt x="3336" y="2246"/>
                  </a:lnTo>
                  <a:lnTo>
                    <a:pt x="3183" y="2442"/>
                  </a:lnTo>
                  <a:lnTo>
                    <a:pt x="3009" y="2682"/>
                  </a:lnTo>
                  <a:lnTo>
                    <a:pt x="2878" y="2900"/>
                  </a:lnTo>
                  <a:lnTo>
                    <a:pt x="2638" y="3358"/>
                  </a:lnTo>
                  <a:lnTo>
                    <a:pt x="2442" y="3815"/>
                  </a:lnTo>
                  <a:lnTo>
                    <a:pt x="2202" y="4273"/>
                  </a:lnTo>
                  <a:lnTo>
                    <a:pt x="2071" y="4491"/>
                  </a:lnTo>
                  <a:lnTo>
                    <a:pt x="1919" y="4709"/>
                  </a:lnTo>
                  <a:lnTo>
                    <a:pt x="1744" y="4905"/>
                  </a:lnTo>
                  <a:lnTo>
                    <a:pt x="1570" y="5123"/>
                  </a:lnTo>
                  <a:lnTo>
                    <a:pt x="1396" y="5320"/>
                  </a:lnTo>
                  <a:lnTo>
                    <a:pt x="1243" y="5560"/>
                  </a:lnTo>
                  <a:lnTo>
                    <a:pt x="1178" y="5690"/>
                  </a:lnTo>
                  <a:lnTo>
                    <a:pt x="1112" y="5843"/>
                  </a:lnTo>
                  <a:lnTo>
                    <a:pt x="1003" y="6148"/>
                  </a:lnTo>
                  <a:lnTo>
                    <a:pt x="894" y="6453"/>
                  </a:lnTo>
                  <a:lnTo>
                    <a:pt x="829" y="6606"/>
                  </a:lnTo>
                  <a:lnTo>
                    <a:pt x="763" y="6737"/>
                  </a:lnTo>
                  <a:lnTo>
                    <a:pt x="698" y="6824"/>
                  </a:lnTo>
                  <a:lnTo>
                    <a:pt x="611" y="6911"/>
                  </a:lnTo>
                  <a:lnTo>
                    <a:pt x="524" y="6998"/>
                  </a:lnTo>
                  <a:lnTo>
                    <a:pt x="436" y="7064"/>
                  </a:lnTo>
                  <a:lnTo>
                    <a:pt x="327" y="7107"/>
                  </a:lnTo>
                  <a:lnTo>
                    <a:pt x="218" y="7151"/>
                  </a:lnTo>
                  <a:lnTo>
                    <a:pt x="109" y="7173"/>
                  </a:lnTo>
                  <a:lnTo>
                    <a:pt x="0" y="7173"/>
                  </a:lnTo>
                  <a:lnTo>
                    <a:pt x="109" y="7347"/>
                  </a:lnTo>
                  <a:lnTo>
                    <a:pt x="284" y="7587"/>
                  </a:lnTo>
                  <a:lnTo>
                    <a:pt x="480" y="7783"/>
                  </a:lnTo>
                  <a:lnTo>
                    <a:pt x="698" y="7958"/>
                  </a:lnTo>
                  <a:lnTo>
                    <a:pt x="829" y="8023"/>
                  </a:lnTo>
                  <a:lnTo>
                    <a:pt x="960" y="8088"/>
                  </a:lnTo>
                  <a:lnTo>
                    <a:pt x="1156" y="8154"/>
                  </a:lnTo>
                  <a:lnTo>
                    <a:pt x="1352" y="8176"/>
                  </a:lnTo>
                  <a:lnTo>
                    <a:pt x="1766" y="8176"/>
                  </a:lnTo>
                  <a:lnTo>
                    <a:pt x="1962" y="8132"/>
                  </a:lnTo>
                  <a:lnTo>
                    <a:pt x="2159" y="8067"/>
                  </a:lnTo>
                  <a:lnTo>
                    <a:pt x="2355" y="8001"/>
                  </a:lnTo>
                  <a:lnTo>
                    <a:pt x="2551" y="7914"/>
                  </a:lnTo>
                  <a:lnTo>
                    <a:pt x="2900" y="7718"/>
                  </a:lnTo>
                  <a:lnTo>
                    <a:pt x="3227" y="7500"/>
                  </a:lnTo>
                  <a:lnTo>
                    <a:pt x="3903" y="7020"/>
                  </a:lnTo>
                  <a:lnTo>
                    <a:pt x="4230" y="6802"/>
                  </a:lnTo>
                  <a:lnTo>
                    <a:pt x="4579" y="6606"/>
                  </a:lnTo>
                  <a:lnTo>
                    <a:pt x="4927" y="6410"/>
                  </a:lnTo>
                  <a:lnTo>
                    <a:pt x="5276" y="6235"/>
                  </a:lnTo>
                  <a:lnTo>
                    <a:pt x="6017" y="5908"/>
                  </a:lnTo>
                  <a:lnTo>
                    <a:pt x="6759" y="5647"/>
                  </a:lnTo>
                  <a:lnTo>
                    <a:pt x="7522" y="5407"/>
                  </a:lnTo>
                  <a:lnTo>
                    <a:pt x="8307" y="5189"/>
                  </a:lnTo>
                  <a:lnTo>
                    <a:pt x="9876" y="4775"/>
                  </a:lnTo>
                  <a:lnTo>
                    <a:pt x="10683" y="4578"/>
                  </a:lnTo>
                  <a:lnTo>
                    <a:pt x="11446" y="4382"/>
                  </a:lnTo>
                  <a:lnTo>
                    <a:pt x="12231" y="4164"/>
                  </a:lnTo>
                  <a:lnTo>
                    <a:pt x="12994" y="3903"/>
                  </a:lnTo>
                  <a:lnTo>
                    <a:pt x="13735" y="3619"/>
                  </a:lnTo>
                  <a:lnTo>
                    <a:pt x="14106" y="3467"/>
                  </a:lnTo>
                  <a:lnTo>
                    <a:pt x="14454" y="3314"/>
                  </a:lnTo>
                  <a:lnTo>
                    <a:pt x="14803" y="3118"/>
                  </a:lnTo>
                  <a:lnTo>
                    <a:pt x="15152" y="2922"/>
                  </a:lnTo>
                  <a:lnTo>
                    <a:pt x="15501" y="2725"/>
                  </a:lnTo>
                  <a:lnTo>
                    <a:pt x="15828" y="2486"/>
                  </a:lnTo>
                  <a:lnTo>
                    <a:pt x="16024" y="2355"/>
                  </a:lnTo>
                  <a:lnTo>
                    <a:pt x="16220" y="2180"/>
                  </a:lnTo>
                  <a:lnTo>
                    <a:pt x="16395" y="2006"/>
                  </a:lnTo>
                  <a:lnTo>
                    <a:pt x="16569" y="1832"/>
                  </a:lnTo>
                  <a:lnTo>
                    <a:pt x="16700" y="1635"/>
                  </a:lnTo>
                  <a:lnTo>
                    <a:pt x="16831" y="1417"/>
                  </a:lnTo>
                  <a:lnTo>
                    <a:pt x="16918" y="1199"/>
                  </a:lnTo>
                  <a:lnTo>
                    <a:pt x="16983" y="960"/>
                  </a:lnTo>
                  <a:lnTo>
                    <a:pt x="17005" y="807"/>
                  </a:lnTo>
                  <a:lnTo>
                    <a:pt x="17005" y="654"/>
                  </a:lnTo>
                  <a:lnTo>
                    <a:pt x="16983" y="502"/>
                  </a:lnTo>
                  <a:lnTo>
                    <a:pt x="16940" y="371"/>
                  </a:lnTo>
                  <a:lnTo>
                    <a:pt x="16525" y="436"/>
                  </a:lnTo>
                  <a:lnTo>
                    <a:pt x="16089" y="545"/>
                  </a:lnTo>
                  <a:lnTo>
                    <a:pt x="15675" y="633"/>
                  </a:lnTo>
                  <a:lnTo>
                    <a:pt x="15457" y="654"/>
                  </a:lnTo>
                  <a:lnTo>
                    <a:pt x="15239" y="676"/>
                  </a:lnTo>
                  <a:lnTo>
                    <a:pt x="14978" y="676"/>
                  </a:lnTo>
                  <a:lnTo>
                    <a:pt x="14694" y="654"/>
                  </a:lnTo>
                  <a:lnTo>
                    <a:pt x="14433" y="611"/>
                  </a:lnTo>
                  <a:lnTo>
                    <a:pt x="14171" y="545"/>
                  </a:lnTo>
                  <a:lnTo>
                    <a:pt x="13626" y="414"/>
                  </a:lnTo>
                  <a:lnTo>
                    <a:pt x="13103" y="240"/>
                  </a:lnTo>
                  <a:lnTo>
                    <a:pt x="12558" y="109"/>
                  </a:lnTo>
                  <a:lnTo>
                    <a:pt x="12296" y="44"/>
                  </a:lnTo>
                  <a:lnTo>
                    <a:pt x="1203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9" name="Google Shape;11519;p80"/>
            <p:cNvSpPr/>
            <p:nvPr/>
          </p:nvSpPr>
          <p:spPr>
            <a:xfrm rot="-947327">
              <a:off x="5721299" y="3328132"/>
              <a:ext cx="18551" cy="21826"/>
            </a:xfrm>
            <a:custGeom>
              <a:rect b="b" l="l" r="r" t="t"/>
              <a:pathLst>
                <a:path extrusionOk="0" h="873" w="742">
                  <a:moveTo>
                    <a:pt x="524" y="0"/>
                  </a:moveTo>
                  <a:lnTo>
                    <a:pt x="415" y="22"/>
                  </a:lnTo>
                  <a:lnTo>
                    <a:pt x="328" y="66"/>
                  </a:lnTo>
                  <a:lnTo>
                    <a:pt x="262" y="131"/>
                  </a:lnTo>
                  <a:lnTo>
                    <a:pt x="44" y="480"/>
                  </a:lnTo>
                  <a:lnTo>
                    <a:pt x="1" y="589"/>
                  </a:lnTo>
                  <a:lnTo>
                    <a:pt x="1" y="676"/>
                  </a:lnTo>
                  <a:lnTo>
                    <a:pt x="44" y="785"/>
                  </a:lnTo>
                  <a:lnTo>
                    <a:pt x="131" y="851"/>
                  </a:lnTo>
                  <a:lnTo>
                    <a:pt x="219" y="872"/>
                  </a:lnTo>
                  <a:lnTo>
                    <a:pt x="328" y="872"/>
                  </a:lnTo>
                  <a:lnTo>
                    <a:pt x="415" y="829"/>
                  </a:lnTo>
                  <a:lnTo>
                    <a:pt x="480" y="763"/>
                  </a:lnTo>
                  <a:lnTo>
                    <a:pt x="698" y="393"/>
                  </a:lnTo>
                  <a:lnTo>
                    <a:pt x="742" y="306"/>
                  </a:lnTo>
                  <a:lnTo>
                    <a:pt x="742" y="197"/>
                  </a:lnTo>
                  <a:lnTo>
                    <a:pt x="698" y="109"/>
                  </a:lnTo>
                  <a:lnTo>
                    <a:pt x="611" y="44"/>
                  </a:lnTo>
                  <a:lnTo>
                    <a:pt x="52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0" name="Google Shape;11520;p80"/>
            <p:cNvSpPr/>
            <p:nvPr/>
          </p:nvSpPr>
          <p:spPr>
            <a:xfrm rot="-947327">
              <a:off x="5764161" y="3291373"/>
              <a:ext cx="29451" cy="28376"/>
            </a:xfrm>
            <a:custGeom>
              <a:rect b="b" l="l" r="r" t="t"/>
              <a:pathLst>
                <a:path extrusionOk="0" h="1135" w="1178">
                  <a:moveTo>
                    <a:pt x="654" y="1"/>
                  </a:moveTo>
                  <a:lnTo>
                    <a:pt x="524" y="22"/>
                  </a:lnTo>
                  <a:lnTo>
                    <a:pt x="393" y="66"/>
                  </a:lnTo>
                  <a:lnTo>
                    <a:pt x="262" y="153"/>
                  </a:lnTo>
                  <a:lnTo>
                    <a:pt x="175" y="219"/>
                  </a:lnTo>
                  <a:lnTo>
                    <a:pt x="109" y="284"/>
                  </a:lnTo>
                  <a:lnTo>
                    <a:pt x="44" y="371"/>
                  </a:lnTo>
                  <a:lnTo>
                    <a:pt x="0" y="458"/>
                  </a:lnTo>
                  <a:lnTo>
                    <a:pt x="0" y="567"/>
                  </a:lnTo>
                  <a:lnTo>
                    <a:pt x="0" y="676"/>
                  </a:lnTo>
                  <a:lnTo>
                    <a:pt x="22" y="764"/>
                  </a:lnTo>
                  <a:lnTo>
                    <a:pt x="66" y="873"/>
                  </a:lnTo>
                  <a:lnTo>
                    <a:pt x="131" y="982"/>
                  </a:lnTo>
                  <a:lnTo>
                    <a:pt x="240" y="1069"/>
                  </a:lnTo>
                  <a:lnTo>
                    <a:pt x="371" y="1112"/>
                  </a:lnTo>
                  <a:lnTo>
                    <a:pt x="502" y="1134"/>
                  </a:lnTo>
                  <a:lnTo>
                    <a:pt x="654" y="1112"/>
                  </a:lnTo>
                  <a:lnTo>
                    <a:pt x="763" y="1069"/>
                  </a:lnTo>
                  <a:lnTo>
                    <a:pt x="916" y="982"/>
                  </a:lnTo>
                  <a:lnTo>
                    <a:pt x="1003" y="938"/>
                  </a:lnTo>
                  <a:lnTo>
                    <a:pt x="1069" y="851"/>
                  </a:lnTo>
                  <a:lnTo>
                    <a:pt x="1134" y="764"/>
                  </a:lnTo>
                  <a:lnTo>
                    <a:pt x="1156" y="676"/>
                  </a:lnTo>
                  <a:lnTo>
                    <a:pt x="1178" y="567"/>
                  </a:lnTo>
                  <a:lnTo>
                    <a:pt x="1178" y="458"/>
                  </a:lnTo>
                  <a:lnTo>
                    <a:pt x="1156" y="371"/>
                  </a:lnTo>
                  <a:lnTo>
                    <a:pt x="1112" y="262"/>
                  </a:lnTo>
                  <a:lnTo>
                    <a:pt x="1047" y="153"/>
                  </a:lnTo>
                  <a:lnTo>
                    <a:pt x="938" y="66"/>
                  </a:lnTo>
                  <a:lnTo>
                    <a:pt x="807" y="22"/>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1" name="Google Shape;11521;p80"/>
            <p:cNvSpPr/>
            <p:nvPr/>
          </p:nvSpPr>
          <p:spPr>
            <a:xfrm rot="-947327">
              <a:off x="5716409" y="3247459"/>
              <a:ext cx="26726" cy="27276"/>
            </a:xfrm>
            <a:custGeom>
              <a:rect b="b" l="l" r="r" t="t"/>
              <a:pathLst>
                <a:path extrusionOk="0" h="1091" w="1069">
                  <a:moveTo>
                    <a:pt x="546" y="1"/>
                  </a:moveTo>
                  <a:lnTo>
                    <a:pt x="393" y="23"/>
                  </a:lnTo>
                  <a:lnTo>
                    <a:pt x="284" y="66"/>
                  </a:lnTo>
                  <a:lnTo>
                    <a:pt x="175" y="154"/>
                  </a:lnTo>
                  <a:lnTo>
                    <a:pt x="88" y="263"/>
                  </a:lnTo>
                  <a:lnTo>
                    <a:pt x="23" y="393"/>
                  </a:lnTo>
                  <a:lnTo>
                    <a:pt x="23" y="437"/>
                  </a:lnTo>
                  <a:lnTo>
                    <a:pt x="1" y="524"/>
                  </a:lnTo>
                  <a:lnTo>
                    <a:pt x="1" y="633"/>
                  </a:lnTo>
                  <a:lnTo>
                    <a:pt x="23" y="742"/>
                  </a:lnTo>
                  <a:lnTo>
                    <a:pt x="66" y="829"/>
                  </a:lnTo>
                  <a:lnTo>
                    <a:pt x="132" y="917"/>
                  </a:lnTo>
                  <a:lnTo>
                    <a:pt x="197" y="982"/>
                  </a:lnTo>
                  <a:lnTo>
                    <a:pt x="284" y="1047"/>
                  </a:lnTo>
                  <a:lnTo>
                    <a:pt x="371" y="1069"/>
                  </a:lnTo>
                  <a:lnTo>
                    <a:pt x="524" y="1091"/>
                  </a:lnTo>
                  <a:lnTo>
                    <a:pt x="655" y="1069"/>
                  </a:lnTo>
                  <a:lnTo>
                    <a:pt x="786" y="1026"/>
                  </a:lnTo>
                  <a:lnTo>
                    <a:pt x="895" y="938"/>
                  </a:lnTo>
                  <a:lnTo>
                    <a:pt x="982" y="829"/>
                  </a:lnTo>
                  <a:lnTo>
                    <a:pt x="1025" y="720"/>
                  </a:lnTo>
                  <a:lnTo>
                    <a:pt x="1047" y="677"/>
                  </a:lnTo>
                  <a:lnTo>
                    <a:pt x="1069" y="568"/>
                  </a:lnTo>
                  <a:lnTo>
                    <a:pt x="1047" y="459"/>
                  </a:lnTo>
                  <a:lnTo>
                    <a:pt x="1025" y="372"/>
                  </a:lnTo>
                  <a:lnTo>
                    <a:pt x="1004" y="263"/>
                  </a:lnTo>
                  <a:lnTo>
                    <a:pt x="938" y="175"/>
                  </a:lnTo>
                  <a:lnTo>
                    <a:pt x="851" y="110"/>
                  </a:lnTo>
                  <a:lnTo>
                    <a:pt x="786" y="66"/>
                  </a:lnTo>
                  <a:lnTo>
                    <a:pt x="677" y="23"/>
                  </a:lnTo>
                  <a:lnTo>
                    <a:pt x="54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2" name="Google Shape;11522;p80"/>
            <p:cNvSpPr/>
            <p:nvPr/>
          </p:nvSpPr>
          <p:spPr>
            <a:xfrm rot="-947327">
              <a:off x="5688129" y="3275122"/>
              <a:ext cx="18576" cy="17451"/>
            </a:xfrm>
            <a:custGeom>
              <a:rect b="b" l="l" r="r" t="t"/>
              <a:pathLst>
                <a:path extrusionOk="0" h="698" w="743">
                  <a:moveTo>
                    <a:pt x="480" y="0"/>
                  </a:moveTo>
                  <a:lnTo>
                    <a:pt x="415" y="22"/>
                  </a:lnTo>
                  <a:lnTo>
                    <a:pt x="350" y="44"/>
                  </a:lnTo>
                  <a:lnTo>
                    <a:pt x="132" y="197"/>
                  </a:lnTo>
                  <a:lnTo>
                    <a:pt x="66" y="262"/>
                  </a:lnTo>
                  <a:lnTo>
                    <a:pt x="44" y="306"/>
                  </a:lnTo>
                  <a:lnTo>
                    <a:pt x="23" y="371"/>
                  </a:lnTo>
                  <a:lnTo>
                    <a:pt x="1" y="415"/>
                  </a:lnTo>
                  <a:lnTo>
                    <a:pt x="1" y="458"/>
                  </a:lnTo>
                  <a:lnTo>
                    <a:pt x="44" y="567"/>
                  </a:lnTo>
                  <a:lnTo>
                    <a:pt x="88" y="611"/>
                  </a:lnTo>
                  <a:lnTo>
                    <a:pt x="132" y="654"/>
                  </a:lnTo>
                  <a:lnTo>
                    <a:pt x="197" y="676"/>
                  </a:lnTo>
                  <a:lnTo>
                    <a:pt x="262" y="698"/>
                  </a:lnTo>
                  <a:lnTo>
                    <a:pt x="328" y="676"/>
                  </a:lnTo>
                  <a:lnTo>
                    <a:pt x="393" y="654"/>
                  </a:lnTo>
                  <a:lnTo>
                    <a:pt x="611" y="502"/>
                  </a:lnTo>
                  <a:lnTo>
                    <a:pt x="698" y="436"/>
                  </a:lnTo>
                  <a:lnTo>
                    <a:pt x="720" y="393"/>
                  </a:lnTo>
                  <a:lnTo>
                    <a:pt x="742" y="349"/>
                  </a:lnTo>
                  <a:lnTo>
                    <a:pt x="742" y="284"/>
                  </a:lnTo>
                  <a:lnTo>
                    <a:pt x="742" y="240"/>
                  </a:lnTo>
                  <a:lnTo>
                    <a:pt x="720" y="153"/>
                  </a:lnTo>
                  <a:lnTo>
                    <a:pt x="677" y="88"/>
                  </a:lnTo>
                  <a:lnTo>
                    <a:pt x="611" y="44"/>
                  </a:lnTo>
                  <a:lnTo>
                    <a:pt x="546" y="22"/>
                  </a:lnTo>
                  <a:lnTo>
                    <a:pt x="48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3" name="Google Shape;11523;p80"/>
            <p:cNvSpPr/>
            <p:nvPr/>
          </p:nvSpPr>
          <p:spPr>
            <a:xfrm rot="-947327">
              <a:off x="5870095" y="3263668"/>
              <a:ext cx="29451" cy="27826"/>
            </a:xfrm>
            <a:custGeom>
              <a:rect b="b" l="l" r="r" t="t"/>
              <a:pathLst>
                <a:path extrusionOk="0" h="1113" w="1178">
                  <a:moveTo>
                    <a:pt x="654" y="1"/>
                  </a:moveTo>
                  <a:lnTo>
                    <a:pt x="524" y="23"/>
                  </a:lnTo>
                  <a:lnTo>
                    <a:pt x="393" y="66"/>
                  </a:lnTo>
                  <a:lnTo>
                    <a:pt x="262" y="132"/>
                  </a:lnTo>
                  <a:lnTo>
                    <a:pt x="175" y="175"/>
                  </a:lnTo>
                  <a:lnTo>
                    <a:pt x="109" y="262"/>
                  </a:lnTo>
                  <a:lnTo>
                    <a:pt x="44" y="350"/>
                  </a:lnTo>
                  <a:lnTo>
                    <a:pt x="22" y="437"/>
                  </a:lnTo>
                  <a:lnTo>
                    <a:pt x="0" y="546"/>
                  </a:lnTo>
                  <a:lnTo>
                    <a:pt x="0" y="655"/>
                  </a:lnTo>
                  <a:lnTo>
                    <a:pt x="22" y="742"/>
                  </a:lnTo>
                  <a:lnTo>
                    <a:pt x="66" y="829"/>
                  </a:lnTo>
                  <a:lnTo>
                    <a:pt x="131" y="938"/>
                  </a:lnTo>
                  <a:lnTo>
                    <a:pt x="240" y="1025"/>
                  </a:lnTo>
                  <a:lnTo>
                    <a:pt x="371" y="1091"/>
                  </a:lnTo>
                  <a:lnTo>
                    <a:pt x="524" y="1113"/>
                  </a:lnTo>
                  <a:lnTo>
                    <a:pt x="654" y="1091"/>
                  </a:lnTo>
                  <a:lnTo>
                    <a:pt x="785" y="1047"/>
                  </a:lnTo>
                  <a:lnTo>
                    <a:pt x="916" y="982"/>
                  </a:lnTo>
                  <a:lnTo>
                    <a:pt x="1003" y="916"/>
                  </a:lnTo>
                  <a:lnTo>
                    <a:pt x="1069" y="851"/>
                  </a:lnTo>
                  <a:lnTo>
                    <a:pt x="1134" y="764"/>
                  </a:lnTo>
                  <a:lnTo>
                    <a:pt x="1156" y="677"/>
                  </a:lnTo>
                  <a:lnTo>
                    <a:pt x="1178" y="568"/>
                  </a:lnTo>
                  <a:lnTo>
                    <a:pt x="1178" y="459"/>
                  </a:lnTo>
                  <a:lnTo>
                    <a:pt x="1156" y="350"/>
                  </a:lnTo>
                  <a:lnTo>
                    <a:pt x="1112" y="262"/>
                  </a:lnTo>
                  <a:lnTo>
                    <a:pt x="1025" y="153"/>
                  </a:lnTo>
                  <a:lnTo>
                    <a:pt x="938" y="66"/>
                  </a:lnTo>
                  <a:lnTo>
                    <a:pt x="807" y="23"/>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4" name="Google Shape;11524;p80"/>
            <p:cNvSpPr/>
            <p:nvPr/>
          </p:nvSpPr>
          <p:spPr>
            <a:xfrm rot="-947327">
              <a:off x="5665505" y="3226498"/>
              <a:ext cx="14750" cy="15300"/>
            </a:xfrm>
            <a:custGeom>
              <a:rect b="b" l="l" r="r" t="t"/>
              <a:pathLst>
                <a:path extrusionOk="0" h="612" w="590">
                  <a:moveTo>
                    <a:pt x="328" y="1"/>
                  </a:moveTo>
                  <a:lnTo>
                    <a:pt x="262" y="23"/>
                  </a:lnTo>
                  <a:lnTo>
                    <a:pt x="197" y="44"/>
                  </a:lnTo>
                  <a:lnTo>
                    <a:pt x="153" y="66"/>
                  </a:lnTo>
                  <a:lnTo>
                    <a:pt x="88" y="153"/>
                  </a:lnTo>
                  <a:lnTo>
                    <a:pt x="44" y="197"/>
                  </a:lnTo>
                  <a:lnTo>
                    <a:pt x="23" y="241"/>
                  </a:lnTo>
                  <a:lnTo>
                    <a:pt x="1" y="284"/>
                  </a:lnTo>
                  <a:lnTo>
                    <a:pt x="1" y="350"/>
                  </a:lnTo>
                  <a:lnTo>
                    <a:pt x="1" y="393"/>
                  </a:lnTo>
                  <a:lnTo>
                    <a:pt x="23" y="437"/>
                  </a:lnTo>
                  <a:lnTo>
                    <a:pt x="66" y="524"/>
                  </a:lnTo>
                  <a:lnTo>
                    <a:pt x="132" y="568"/>
                  </a:lnTo>
                  <a:lnTo>
                    <a:pt x="197" y="589"/>
                  </a:lnTo>
                  <a:lnTo>
                    <a:pt x="262" y="611"/>
                  </a:lnTo>
                  <a:lnTo>
                    <a:pt x="328" y="589"/>
                  </a:lnTo>
                  <a:lnTo>
                    <a:pt x="393" y="568"/>
                  </a:lnTo>
                  <a:lnTo>
                    <a:pt x="437" y="524"/>
                  </a:lnTo>
                  <a:lnTo>
                    <a:pt x="524" y="459"/>
                  </a:lnTo>
                  <a:lnTo>
                    <a:pt x="546" y="415"/>
                  </a:lnTo>
                  <a:lnTo>
                    <a:pt x="568" y="371"/>
                  </a:lnTo>
                  <a:lnTo>
                    <a:pt x="589" y="328"/>
                  </a:lnTo>
                  <a:lnTo>
                    <a:pt x="589" y="262"/>
                  </a:lnTo>
                  <a:lnTo>
                    <a:pt x="589" y="219"/>
                  </a:lnTo>
                  <a:lnTo>
                    <a:pt x="568" y="175"/>
                  </a:lnTo>
                  <a:lnTo>
                    <a:pt x="524" y="88"/>
                  </a:lnTo>
                  <a:lnTo>
                    <a:pt x="480" y="44"/>
                  </a:lnTo>
                  <a:lnTo>
                    <a:pt x="415" y="23"/>
                  </a:lnTo>
                  <a:lnTo>
                    <a:pt x="32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5" name="Google Shape;11525;p80"/>
            <p:cNvSpPr/>
            <p:nvPr/>
          </p:nvSpPr>
          <p:spPr>
            <a:xfrm rot="-947327">
              <a:off x="5932467" y="3240424"/>
              <a:ext cx="28901" cy="26751"/>
            </a:xfrm>
            <a:custGeom>
              <a:rect b="b" l="l" r="r" t="t"/>
              <a:pathLst>
                <a:path extrusionOk="0" h="1070" w="1156">
                  <a:moveTo>
                    <a:pt x="632" y="1"/>
                  </a:moveTo>
                  <a:lnTo>
                    <a:pt x="501" y="23"/>
                  </a:lnTo>
                  <a:lnTo>
                    <a:pt x="392" y="44"/>
                  </a:lnTo>
                  <a:lnTo>
                    <a:pt x="305" y="66"/>
                  </a:lnTo>
                  <a:lnTo>
                    <a:pt x="218" y="132"/>
                  </a:lnTo>
                  <a:lnTo>
                    <a:pt x="131" y="197"/>
                  </a:lnTo>
                  <a:lnTo>
                    <a:pt x="65" y="284"/>
                  </a:lnTo>
                  <a:lnTo>
                    <a:pt x="22" y="371"/>
                  </a:lnTo>
                  <a:lnTo>
                    <a:pt x="0" y="480"/>
                  </a:lnTo>
                  <a:lnTo>
                    <a:pt x="0" y="568"/>
                  </a:lnTo>
                  <a:lnTo>
                    <a:pt x="22" y="677"/>
                  </a:lnTo>
                  <a:lnTo>
                    <a:pt x="65" y="807"/>
                  </a:lnTo>
                  <a:lnTo>
                    <a:pt x="153" y="916"/>
                  </a:lnTo>
                  <a:lnTo>
                    <a:pt x="262" y="1004"/>
                  </a:lnTo>
                  <a:lnTo>
                    <a:pt x="371" y="1047"/>
                  </a:lnTo>
                  <a:lnTo>
                    <a:pt x="523" y="1069"/>
                  </a:lnTo>
                  <a:lnTo>
                    <a:pt x="654" y="1047"/>
                  </a:lnTo>
                  <a:lnTo>
                    <a:pt x="763" y="1025"/>
                  </a:lnTo>
                  <a:lnTo>
                    <a:pt x="850" y="1004"/>
                  </a:lnTo>
                  <a:lnTo>
                    <a:pt x="937" y="938"/>
                  </a:lnTo>
                  <a:lnTo>
                    <a:pt x="1025" y="873"/>
                  </a:lnTo>
                  <a:lnTo>
                    <a:pt x="1068" y="807"/>
                  </a:lnTo>
                  <a:lnTo>
                    <a:pt x="1112" y="698"/>
                  </a:lnTo>
                  <a:lnTo>
                    <a:pt x="1134" y="611"/>
                  </a:lnTo>
                  <a:lnTo>
                    <a:pt x="1155" y="502"/>
                  </a:lnTo>
                  <a:lnTo>
                    <a:pt x="1134" y="393"/>
                  </a:lnTo>
                  <a:lnTo>
                    <a:pt x="1090" y="262"/>
                  </a:lnTo>
                  <a:lnTo>
                    <a:pt x="1003" y="153"/>
                  </a:lnTo>
                  <a:lnTo>
                    <a:pt x="894" y="88"/>
                  </a:lnTo>
                  <a:lnTo>
                    <a:pt x="763" y="23"/>
                  </a:lnTo>
                  <a:lnTo>
                    <a:pt x="632" y="1"/>
                  </a:lnTo>
                  <a:close/>
                </a:path>
              </a:pathLst>
            </a:custGeom>
            <a:solidFill>
              <a:srgbClr val="D7650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6" name="Google Shape;11526;p80"/>
            <p:cNvSpPr/>
            <p:nvPr/>
          </p:nvSpPr>
          <p:spPr>
            <a:xfrm rot="-947327">
              <a:off x="5932467" y="3240424"/>
              <a:ext cx="28901" cy="26751"/>
            </a:xfrm>
            <a:custGeom>
              <a:rect b="b" l="l" r="r" t="t"/>
              <a:pathLst>
                <a:path extrusionOk="0" fill="none" h="1070" w="1156">
                  <a:moveTo>
                    <a:pt x="1134" y="393"/>
                  </a:moveTo>
                  <a:lnTo>
                    <a:pt x="1134" y="393"/>
                  </a:lnTo>
                  <a:lnTo>
                    <a:pt x="1090" y="262"/>
                  </a:lnTo>
                  <a:lnTo>
                    <a:pt x="1090" y="262"/>
                  </a:lnTo>
                  <a:lnTo>
                    <a:pt x="1003" y="153"/>
                  </a:lnTo>
                  <a:lnTo>
                    <a:pt x="894" y="88"/>
                  </a:lnTo>
                  <a:lnTo>
                    <a:pt x="894" y="88"/>
                  </a:lnTo>
                  <a:lnTo>
                    <a:pt x="763" y="23"/>
                  </a:lnTo>
                  <a:lnTo>
                    <a:pt x="763" y="23"/>
                  </a:lnTo>
                  <a:lnTo>
                    <a:pt x="632" y="1"/>
                  </a:lnTo>
                  <a:lnTo>
                    <a:pt x="501" y="23"/>
                  </a:lnTo>
                  <a:lnTo>
                    <a:pt x="392" y="44"/>
                  </a:lnTo>
                  <a:lnTo>
                    <a:pt x="392" y="44"/>
                  </a:lnTo>
                  <a:lnTo>
                    <a:pt x="305" y="66"/>
                  </a:lnTo>
                  <a:lnTo>
                    <a:pt x="218" y="132"/>
                  </a:lnTo>
                  <a:lnTo>
                    <a:pt x="218" y="132"/>
                  </a:lnTo>
                  <a:lnTo>
                    <a:pt x="131" y="197"/>
                  </a:lnTo>
                  <a:lnTo>
                    <a:pt x="65" y="284"/>
                  </a:lnTo>
                  <a:lnTo>
                    <a:pt x="65" y="284"/>
                  </a:lnTo>
                  <a:lnTo>
                    <a:pt x="22" y="371"/>
                  </a:lnTo>
                  <a:lnTo>
                    <a:pt x="0" y="480"/>
                  </a:lnTo>
                  <a:lnTo>
                    <a:pt x="0" y="480"/>
                  </a:lnTo>
                  <a:lnTo>
                    <a:pt x="0" y="568"/>
                  </a:lnTo>
                  <a:lnTo>
                    <a:pt x="22" y="677"/>
                  </a:lnTo>
                  <a:lnTo>
                    <a:pt x="22" y="677"/>
                  </a:lnTo>
                  <a:lnTo>
                    <a:pt x="65" y="807"/>
                  </a:lnTo>
                  <a:lnTo>
                    <a:pt x="65" y="807"/>
                  </a:lnTo>
                  <a:lnTo>
                    <a:pt x="153" y="916"/>
                  </a:lnTo>
                  <a:lnTo>
                    <a:pt x="262" y="1004"/>
                  </a:lnTo>
                  <a:lnTo>
                    <a:pt x="262" y="1004"/>
                  </a:lnTo>
                  <a:lnTo>
                    <a:pt x="371" y="1047"/>
                  </a:lnTo>
                  <a:lnTo>
                    <a:pt x="371" y="1047"/>
                  </a:lnTo>
                  <a:lnTo>
                    <a:pt x="523" y="1069"/>
                  </a:lnTo>
                  <a:lnTo>
                    <a:pt x="654" y="1047"/>
                  </a:lnTo>
                  <a:lnTo>
                    <a:pt x="654" y="1047"/>
                  </a:lnTo>
                  <a:lnTo>
                    <a:pt x="763" y="1025"/>
                  </a:lnTo>
                  <a:lnTo>
                    <a:pt x="763" y="1025"/>
                  </a:lnTo>
                  <a:lnTo>
                    <a:pt x="850" y="1004"/>
                  </a:lnTo>
                  <a:lnTo>
                    <a:pt x="937" y="938"/>
                  </a:lnTo>
                  <a:lnTo>
                    <a:pt x="937" y="938"/>
                  </a:lnTo>
                  <a:lnTo>
                    <a:pt x="1025" y="873"/>
                  </a:lnTo>
                  <a:lnTo>
                    <a:pt x="1068" y="807"/>
                  </a:lnTo>
                  <a:lnTo>
                    <a:pt x="1068" y="807"/>
                  </a:lnTo>
                  <a:lnTo>
                    <a:pt x="1112" y="698"/>
                  </a:lnTo>
                  <a:lnTo>
                    <a:pt x="1134" y="611"/>
                  </a:lnTo>
                  <a:lnTo>
                    <a:pt x="1134" y="611"/>
                  </a:lnTo>
                  <a:lnTo>
                    <a:pt x="1155" y="502"/>
                  </a:lnTo>
                  <a:lnTo>
                    <a:pt x="1134" y="393"/>
                  </a:lnTo>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7" name="Google Shape;11527;p80"/>
            <p:cNvSpPr/>
            <p:nvPr/>
          </p:nvSpPr>
          <p:spPr>
            <a:xfrm rot="-947327">
              <a:off x="5744335" y="3201740"/>
              <a:ext cx="30001" cy="27276"/>
            </a:xfrm>
            <a:custGeom>
              <a:rect b="b" l="l" r="r" t="t"/>
              <a:pathLst>
                <a:path extrusionOk="0" h="1091" w="1200">
                  <a:moveTo>
                    <a:pt x="676" y="0"/>
                  </a:moveTo>
                  <a:lnTo>
                    <a:pt x="524" y="22"/>
                  </a:lnTo>
                  <a:lnTo>
                    <a:pt x="393" y="65"/>
                  </a:lnTo>
                  <a:lnTo>
                    <a:pt x="306" y="109"/>
                  </a:lnTo>
                  <a:lnTo>
                    <a:pt x="218" y="153"/>
                  </a:lnTo>
                  <a:lnTo>
                    <a:pt x="153" y="218"/>
                  </a:lnTo>
                  <a:lnTo>
                    <a:pt x="88" y="305"/>
                  </a:lnTo>
                  <a:lnTo>
                    <a:pt x="44" y="392"/>
                  </a:lnTo>
                  <a:lnTo>
                    <a:pt x="22" y="501"/>
                  </a:lnTo>
                  <a:lnTo>
                    <a:pt x="0" y="610"/>
                  </a:lnTo>
                  <a:lnTo>
                    <a:pt x="22" y="698"/>
                  </a:lnTo>
                  <a:lnTo>
                    <a:pt x="66" y="828"/>
                  </a:lnTo>
                  <a:lnTo>
                    <a:pt x="153" y="937"/>
                  </a:lnTo>
                  <a:lnTo>
                    <a:pt x="262" y="1025"/>
                  </a:lnTo>
                  <a:lnTo>
                    <a:pt x="393" y="1068"/>
                  </a:lnTo>
                  <a:lnTo>
                    <a:pt x="524" y="1090"/>
                  </a:lnTo>
                  <a:lnTo>
                    <a:pt x="654" y="1090"/>
                  </a:lnTo>
                  <a:lnTo>
                    <a:pt x="807" y="1047"/>
                  </a:lnTo>
                  <a:lnTo>
                    <a:pt x="894" y="1003"/>
                  </a:lnTo>
                  <a:lnTo>
                    <a:pt x="981" y="959"/>
                  </a:lnTo>
                  <a:lnTo>
                    <a:pt x="1047" y="894"/>
                  </a:lnTo>
                  <a:lnTo>
                    <a:pt x="1112" y="807"/>
                  </a:lnTo>
                  <a:lnTo>
                    <a:pt x="1156" y="719"/>
                  </a:lnTo>
                  <a:lnTo>
                    <a:pt x="1178" y="610"/>
                  </a:lnTo>
                  <a:lnTo>
                    <a:pt x="1199" y="501"/>
                  </a:lnTo>
                  <a:lnTo>
                    <a:pt x="1178" y="414"/>
                  </a:lnTo>
                  <a:lnTo>
                    <a:pt x="1112" y="283"/>
                  </a:lnTo>
                  <a:lnTo>
                    <a:pt x="1047" y="174"/>
                  </a:lnTo>
                  <a:lnTo>
                    <a:pt x="938" y="87"/>
                  </a:lnTo>
                  <a:lnTo>
                    <a:pt x="807" y="22"/>
                  </a:lnTo>
                  <a:lnTo>
                    <a:pt x="67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8" name="Google Shape;11528;p80"/>
            <p:cNvSpPr/>
            <p:nvPr/>
          </p:nvSpPr>
          <p:spPr>
            <a:xfrm rot="-947327">
              <a:off x="5831201" y="3299671"/>
              <a:ext cx="19626" cy="18551"/>
            </a:xfrm>
            <a:custGeom>
              <a:rect b="b" l="l" r="r" t="t"/>
              <a:pathLst>
                <a:path extrusionOk="0" h="742" w="785">
                  <a:moveTo>
                    <a:pt x="458" y="0"/>
                  </a:moveTo>
                  <a:lnTo>
                    <a:pt x="392" y="22"/>
                  </a:lnTo>
                  <a:lnTo>
                    <a:pt x="349" y="66"/>
                  </a:lnTo>
                  <a:lnTo>
                    <a:pt x="87" y="284"/>
                  </a:lnTo>
                  <a:lnTo>
                    <a:pt x="44" y="327"/>
                  </a:lnTo>
                  <a:lnTo>
                    <a:pt x="22" y="371"/>
                  </a:lnTo>
                  <a:lnTo>
                    <a:pt x="0" y="415"/>
                  </a:lnTo>
                  <a:lnTo>
                    <a:pt x="0" y="480"/>
                  </a:lnTo>
                  <a:lnTo>
                    <a:pt x="0" y="524"/>
                  </a:lnTo>
                  <a:lnTo>
                    <a:pt x="22" y="567"/>
                  </a:lnTo>
                  <a:lnTo>
                    <a:pt x="65" y="654"/>
                  </a:lnTo>
                  <a:lnTo>
                    <a:pt x="153" y="720"/>
                  </a:lnTo>
                  <a:lnTo>
                    <a:pt x="262" y="742"/>
                  </a:lnTo>
                  <a:lnTo>
                    <a:pt x="327" y="720"/>
                  </a:lnTo>
                  <a:lnTo>
                    <a:pt x="392" y="698"/>
                  </a:lnTo>
                  <a:lnTo>
                    <a:pt x="436" y="654"/>
                  </a:lnTo>
                  <a:lnTo>
                    <a:pt x="698" y="436"/>
                  </a:lnTo>
                  <a:lnTo>
                    <a:pt x="741" y="393"/>
                  </a:lnTo>
                  <a:lnTo>
                    <a:pt x="763" y="349"/>
                  </a:lnTo>
                  <a:lnTo>
                    <a:pt x="785" y="306"/>
                  </a:lnTo>
                  <a:lnTo>
                    <a:pt x="785" y="262"/>
                  </a:lnTo>
                  <a:lnTo>
                    <a:pt x="785" y="197"/>
                  </a:lnTo>
                  <a:lnTo>
                    <a:pt x="763" y="153"/>
                  </a:lnTo>
                  <a:lnTo>
                    <a:pt x="719" y="66"/>
                  </a:lnTo>
                  <a:lnTo>
                    <a:pt x="6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9" name="Google Shape;11529;p80"/>
            <p:cNvSpPr/>
            <p:nvPr/>
          </p:nvSpPr>
          <p:spPr>
            <a:xfrm rot="-947327">
              <a:off x="5674846" y="3319556"/>
              <a:ext cx="28926" cy="29451"/>
            </a:xfrm>
            <a:custGeom>
              <a:rect b="b" l="l" r="r" t="t"/>
              <a:pathLst>
                <a:path extrusionOk="0" h="1178" w="1157">
                  <a:moveTo>
                    <a:pt x="633" y="1"/>
                  </a:moveTo>
                  <a:lnTo>
                    <a:pt x="502" y="22"/>
                  </a:lnTo>
                  <a:lnTo>
                    <a:pt x="371" y="66"/>
                  </a:lnTo>
                  <a:lnTo>
                    <a:pt x="262" y="153"/>
                  </a:lnTo>
                  <a:lnTo>
                    <a:pt x="175" y="262"/>
                  </a:lnTo>
                  <a:lnTo>
                    <a:pt x="88" y="349"/>
                  </a:lnTo>
                  <a:lnTo>
                    <a:pt x="44" y="437"/>
                  </a:lnTo>
                  <a:lnTo>
                    <a:pt x="22" y="546"/>
                  </a:lnTo>
                  <a:lnTo>
                    <a:pt x="1" y="633"/>
                  </a:lnTo>
                  <a:lnTo>
                    <a:pt x="22" y="742"/>
                  </a:lnTo>
                  <a:lnTo>
                    <a:pt x="44" y="851"/>
                  </a:lnTo>
                  <a:lnTo>
                    <a:pt x="88" y="938"/>
                  </a:lnTo>
                  <a:lnTo>
                    <a:pt x="153" y="1003"/>
                  </a:lnTo>
                  <a:lnTo>
                    <a:pt x="262" y="1091"/>
                  </a:lnTo>
                  <a:lnTo>
                    <a:pt x="393" y="1156"/>
                  </a:lnTo>
                  <a:lnTo>
                    <a:pt x="524" y="1178"/>
                  </a:lnTo>
                  <a:lnTo>
                    <a:pt x="655" y="1156"/>
                  </a:lnTo>
                  <a:lnTo>
                    <a:pt x="785" y="1112"/>
                  </a:lnTo>
                  <a:lnTo>
                    <a:pt x="894" y="1025"/>
                  </a:lnTo>
                  <a:lnTo>
                    <a:pt x="1003" y="916"/>
                  </a:lnTo>
                  <a:lnTo>
                    <a:pt x="1069" y="829"/>
                  </a:lnTo>
                  <a:lnTo>
                    <a:pt x="1112" y="742"/>
                  </a:lnTo>
                  <a:lnTo>
                    <a:pt x="1156" y="633"/>
                  </a:lnTo>
                  <a:lnTo>
                    <a:pt x="1156" y="524"/>
                  </a:lnTo>
                  <a:lnTo>
                    <a:pt x="1156" y="437"/>
                  </a:lnTo>
                  <a:lnTo>
                    <a:pt x="1112" y="328"/>
                  </a:lnTo>
                  <a:lnTo>
                    <a:pt x="1069" y="240"/>
                  </a:lnTo>
                  <a:lnTo>
                    <a:pt x="1003" y="175"/>
                  </a:lnTo>
                  <a:lnTo>
                    <a:pt x="916" y="88"/>
                  </a:lnTo>
                  <a:lnTo>
                    <a:pt x="785" y="22"/>
                  </a:lnTo>
                  <a:lnTo>
                    <a:pt x="63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0" name="Google Shape;11530;p80"/>
            <p:cNvSpPr/>
            <p:nvPr/>
          </p:nvSpPr>
          <p:spPr>
            <a:xfrm rot="-947327">
              <a:off x="5690944" y="3148638"/>
              <a:ext cx="309059" cy="149904"/>
            </a:xfrm>
            <a:custGeom>
              <a:rect b="b" l="l" r="r" t="t"/>
              <a:pathLst>
                <a:path extrusionOk="0" h="5996" w="12362">
                  <a:moveTo>
                    <a:pt x="415" y="0"/>
                  </a:moveTo>
                  <a:lnTo>
                    <a:pt x="241" y="22"/>
                  </a:lnTo>
                  <a:lnTo>
                    <a:pt x="175" y="44"/>
                  </a:lnTo>
                  <a:lnTo>
                    <a:pt x="110" y="87"/>
                  </a:lnTo>
                  <a:lnTo>
                    <a:pt x="44" y="131"/>
                  </a:lnTo>
                  <a:lnTo>
                    <a:pt x="23" y="196"/>
                  </a:lnTo>
                  <a:lnTo>
                    <a:pt x="1" y="283"/>
                  </a:lnTo>
                  <a:lnTo>
                    <a:pt x="1" y="392"/>
                  </a:lnTo>
                  <a:lnTo>
                    <a:pt x="23" y="458"/>
                  </a:lnTo>
                  <a:lnTo>
                    <a:pt x="66" y="523"/>
                  </a:lnTo>
                  <a:lnTo>
                    <a:pt x="153" y="632"/>
                  </a:lnTo>
                  <a:lnTo>
                    <a:pt x="284" y="698"/>
                  </a:lnTo>
                  <a:lnTo>
                    <a:pt x="415" y="763"/>
                  </a:lnTo>
                  <a:lnTo>
                    <a:pt x="895" y="1025"/>
                  </a:lnTo>
                  <a:lnTo>
                    <a:pt x="1374" y="1264"/>
                  </a:lnTo>
                  <a:lnTo>
                    <a:pt x="2377" y="1722"/>
                  </a:lnTo>
                  <a:lnTo>
                    <a:pt x="2377" y="1700"/>
                  </a:lnTo>
                  <a:lnTo>
                    <a:pt x="2399" y="1591"/>
                  </a:lnTo>
                  <a:lnTo>
                    <a:pt x="2443" y="1504"/>
                  </a:lnTo>
                  <a:lnTo>
                    <a:pt x="2508" y="1417"/>
                  </a:lnTo>
                  <a:lnTo>
                    <a:pt x="2573" y="1352"/>
                  </a:lnTo>
                  <a:lnTo>
                    <a:pt x="2661" y="1308"/>
                  </a:lnTo>
                  <a:lnTo>
                    <a:pt x="2748" y="1264"/>
                  </a:lnTo>
                  <a:lnTo>
                    <a:pt x="2879" y="1221"/>
                  </a:lnTo>
                  <a:lnTo>
                    <a:pt x="3009" y="1199"/>
                  </a:lnTo>
                  <a:lnTo>
                    <a:pt x="3118" y="1221"/>
                  </a:lnTo>
                  <a:lnTo>
                    <a:pt x="3118" y="1221"/>
                  </a:lnTo>
                  <a:lnTo>
                    <a:pt x="2268" y="807"/>
                  </a:lnTo>
                  <a:lnTo>
                    <a:pt x="1418" y="371"/>
                  </a:lnTo>
                  <a:lnTo>
                    <a:pt x="1026" y="174"/>
                  </a:lnTo>
                  <a:lnTo>
                    <a:pt x="808" y="87"/>
                  </a:lnTo>
                  <a:lnTo>
                    <a:pt x="611" y="22"/>
                  </a:lnTo>
                  <a:lnTo>
                    <a:pt x="415" y="0"/>
                  </a:lnTo>
                  <a:close/>
                  <a:moveTo>
                    <a:pt x="3336" y="1330"/>
                  </a:moveTo>
                  <a:lnTo>
                    <a:pt x="3424" y="1395"/>
                  </a:lnTo>
                  <a:lnTo>
                    <a:pt x="3467" y="1482"/>
                  </a:lnTo>
                  <a:lnTo>
                    <a:pt x="3533" y="1613"/>
                  </a:lnTo>
                  <a:lnTo>
                    <a:pt x="3554" y="1700"/>
                  </a:lnTo>
                  <a:lnTo>
                    <a:pt x="3533" y="1809"/>
                  </a:lnTo>
                  <a:lnTo>
                    <a:pt x="3511" y="1918"/>
                  </a:lnTo>
                  <a:lnTo>
                    <a:pt x="3467" y="2006"/>
                  </a:lnTo>
                  <a:lnTo>
                    <a:pt x="3402" y="2093"/>
                  </a:lnTo>
                  <a:lnTo>
                    <a:pt x="3336" y="2158"/>
                  </a:lnTo>
                  <a:lnTo>
                    <a:pt x="4492" y="2660"/>
                  </a:lnTo>
                  <a:lnTo>
                    <a:pt x="5647" y="3161"/>
                  </a:lnTo>
                  <a:lnTo>
                    <a:pt x="6803" y="3684"/>
                  </a:lnTo>
                  <a:lnTo>
                    <a:pt x="7370" y="3968"/>
                  </a:lnTo>
                  <a:lnTo>
                    <a:pt x="7915" y="4273"/>
                  </a:lnTo>
                  <a:lnTo>
                    <a:pt x="8569" y="4665"/>
                  </a:lnTo>
                  <a:lnTo>
                    <a:pt x="9223" y="5058"/>
                  </a:lnTo>
                  <a:lnTo>
                    <a:pt x="9244" y="5014"/>
                  </a:lnTo>
                  <a:lnTo>
                    <a:pt x="9310" y="4927"/>
                  </a:lnTo>
                  <a:lnTo>
                    <a:pt x="9397" y="4862"/>
                  </a:lnTo>
                  <a:lnTo>
                    <a:pt x="9484" y="4796"/>
                  </a:lnTo>
                  <a:lnTo>
                    <a:pt x="9571" y="4774"/>
                  </a:lnTo>
                  <a:lnTo>
                    <a:pt x="9680" y="4753"/>
                  </a:lnTo>
                  <a:lnTo>
                    <a:pt x="9811" y="4731"/>
                  </a:lnTo>
                  <a:lnTo>
                    <a:pt x="9942" y="4753"/>
                  </a:lnTo>
                  <a:lnTo>
                    <a:pt x="10073" y="4818"/>
                  </a:lnTo>
                  <a:lnTo>
                    <a:pt x="10182" y="4883"/>
                  </a:lnTo>
                  <a:lnTo>
                    <a:pt x="10269" y="4992"/>
                  </a:lnTo>
                  <a:lnTo>
                    <a:pt x="10313" y="5123"/>
                  </a:lnTo>
                  <a:lnTo>
                    <a:pt x="10334" y="5232"/>
                  </a:lnTo>
                  <a:lnTo>
                    <a:pt x="10313" y="5341"/>
                  </a:lnTo>
                  <a:lnTo>
                    <a:pt x="10291" y="5428"/>
                  </a:lnTo>
                  <a:lnTo>
                    <a:pt x="10247" y="5537"/>
                  </a:lnTo>
                  <a:lnTo>
                    <a:pt x="10225" y="5559"/>
                  </a:lnTo>
                  <a:lnTo>
                    <a:pt x="10596" y="5712"/>
                  </a:lnTo>
                  <a:lnTo>
                    <a:pt x="10967" y="5843"/>
                  </a:lnTo>
                  <a:lnTo>
                    <a:pt x="11359" y="5930"/>
                  </a:lnTo>
                  <a:lnTo>
                    <a:pt x="11752" y="5995"/>
                  </a:lnTo>
                  <a:lnTo>
                    <a:pt x="11773" y="5952"/>
                  </a:lnTo>
                  <a:lnTo>
                    <a:pt x="11817" y="5930"/>
                  </a:lnTo>
                  <a:lnTo>
                    <a:pt x="11882" y="5886"/>
                  </a:lnTo>
                  <a:lnTo>
                    <a:pt x="11948" y="5864"/>
                  </a:lnTo>
                  <a:lnTo>
                    <a:pt x="12079" y="5864"/>
                  </a:lnTo>
                  <a:lnTo>
                    <a:pt x="12144" y="5908"/>
                  </a:lnTo>
                  <a:lnTo>
                    <a:pt x="12188" y="5930"/>
                  </a:lnTo>
                  <a:lnTo>
                    <a:pt x="12231" y="5973"/>
                  </a:lnTo>
                  <a:lnTo>
                    <a:pt x="12275" y="5952"/>
                  </a:lnTo>
                  <a:lnTo>
                    <a:pt x="12318" y="5864"/>
                  </a:lnTo>
                  <a:lnTo>
                    <a:pt x="12362" y="5777"/>
                  </a:lnTo>
                  <a:lnTo>
                    <a:pt x="12362" y="5690"/>
                  </a:lnTo>
                  <a:lnTo>
                    <a:pt x="12362" y="5581"/>
                  </a:lnTo>
                  <a:lnTo>
                    <a:pt x="12318" y="5407"/>
                  </a:lnTo>
                  <a:lnTo>
                    <a:pt x="12231" y="5232"/>
                  </a:lnTo>
                  <a:lnTo>
                    <a:pt x="12100" y="5101"/>
                  </a:lnTo>
                  <a:lnTo>
                    <a:pt x="11970" y="4971"/>
                  </a:lnTo>
                  <a:lnTo>
                    <a:pt x="11817" y="4862"/>
                  </a:lnTo>
                  <a:lnTo>
                    <a:pt x="11468" y="4687"/>
                  </a:lnTo>
                  <a:lnTo>
                    <a:pt x="10465" y="4229"/>
                  </a:lnTo>
                  <a:lnTo>
                    <a:pt x="9462" y="3793"/>
                  </a:lnTo>
                  <a:lnTo>
                    <a:pt x="8438" y="3379"/>
                  </a:lnTo>
                  <a:lnTo>
                    <a:pt x="7413" y="2987"/>
                  </a:lnTo>
                  <a:lnTo>
                    <a:pt x="5364" y="2180"/>
                  </a:lnTo>
                  <a:lnTo>
                    <a:pt x="4361" y="1766"/>
                  </a:lnTo>
                  <a:lnTo>
                    <a:pt x="3336" y="133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1" name="Google Shape;11531;p80"/>
            <p:cNvSpPr/>
            <p:nvPr/>
          </p:nvSpPr>
          <p:spPr>
            <a:xfrm rot="-947327">
              <a:off x="5777291" y="3169890"/>
              <a:ext cx="225657" cy="116678"/>
            </a:xfrm>
            <a:custGeom>
              <a:rect b="b" l="l" r="r" t="t"/>
              <a:pathLst>
                <a:path extrusionOk="0" fill="none" h="4667" w="9026">
                  <a:moveTo>
                    <a:pt x="0" y="1"/>
                  </a:moveTo>
                  <a:lnTo>
                    <a:pt x="0" y="1"/>
                  </a:lnTo>
                  <a:lnTo>
                    <a:pt x="88" y="66"/>
                  </a:lnTo>
                  <a:lnTo>
                    <a:pt x="131" y="153"/>
                  </a:lnTo>
                  <a:lnTo>
                    <a:pt x="131" y="153"/>
                  </a:lnTo>
                  <a:lnTo>
                    <a:pt x="197" y="284"/>
                  </a:lnTo>
                  <a:lnTo>
                    <a:pt x="197" y="284"/>
                  </a:lnTo>
                  <a:lnTo>
                    <a:pt x="218" y="371"/>
                  </a:lnTo>
                  <a:lnTo>
                    <a:pt x="197" y="480"/>
                  </a:lnTo>
                  <a:lnTo>
                    <a:pt x="197" y="480"/>
                  </a:lnTo>
                  <a:lnTo>
                    <a:pt x="175" y="589"/>
                  </a:lnTo>
                  <a:lnTo>
                    <a:pt x="131" y="677"/>
                  </a:lnTo>
                  <a:lnTo>
                    <a:pt x="131" y="677"/>
                  </a:lnTo>
                  <a:lnTo>
                    <a:pt x="66" y="764"/>
                  </a:lnTo>
                  <a:lnTo>
                    <a:pt x="0" y="829"/>
                  </a:lnTo>
                  <a:lnTo>
                    <a:pt x="0" y="829"/>
                  </a:lnTo>
                  <a:lnTo>
                    <a:pt x="0" y="829"/>
                  </a:lnTo>
                  <a:lnTo>
                    <a:pt x="0" y="829"/>
                  </a:lnTo>
                  <a:lnTo>
                    <a:pt x="1156" y="1331"/>
                  </a:lnTo>
                  <a:lnTo>
                    <a:pt x="2311" y="1832"/>
                  </a:lnTo>
                  <a:lnTo>
                    <a:pt x="3467" y="2355"/>
                  </a:lnTo>
                  <a:lnTo>
                    <a:pt x="4034" y="2639"/>
                  </a:lnTo>
                  <a:lnTo>
                    <a:pt x="4579" y="2944"/>
                  </a:lnTo>
                  <a:lnTo>
                    <a:pt x="4579" y="2944"/>
                  </a:lnTo>
                  <a:lnTo>
                    <a:pt x="5233" y="3336"/>
                  </a:lnTo>
                  <a:lnTo>
                    <a:pt x="5887" y="3729"/>
                  </a:lnTo>
                  <a:lnTo>
                    <a:pt x="5887" y="3729"/>
                  </a:lnTo>
                  <a:lnTo>
                    <a:pt x="5908" y="3685"/>
                  </a:lnTo>
                  <a:lnTo>
                    <a:pt x="5908" y="3685"/>
                  </a:lnTo>
                  <a:lnTo>
                    <a:pt x="5974" y="3598"/>
                  </a:lnTo>
                  <a:lnTo>
                    <a:pt x="6061" y="3533"/>
                  </a:lnTo>
                  <a:lnTo>
                    <a:pt x="6061" y="3533"/>
                  </a:lnTo>
                  <a:lnTo>
                    <a:pt x="6148" y="3467"/>
                  </a:lnTo>
                  <a:lnTo>
                    <a:pt x="6235" y="3445"/>
                  </a:lnTo>
                  <a:lnTo>
                    <a:pt x="6344" y="3424"/>
                  </a:lnTo>
                  <a:lnTo>
                    <a:pt x="6344" y="3424"/>
                  </a:lnTo>
                  <a:lnTo>
                    <a:pt x="6475" y="3402"/>
                  </a:lnTo>
                  <a:lnTo>
                    <a:pt x="6475" y="3402"/>
                  </a:lnTo>
                  <a:lnTo>
                    <a:pt x="6606" y="3424"/>
                  </a:lnTo>
                  <a:lnTo>
                    <a:pt x="6606" y="3424"/>
                  </a:lnTo>
                  <a:lnTo>
                    <a:pt x="6737" y="3489"/>
                  </a:lnTo>
                  <a:lnTo>
                    <a:pt x="6737" y="3489"/>
                  </a:lnTo>
                  <a:lnTo>
                    <a:pt x="6846" y="3554"/>
                  </a:lnTo>
                  <a:lnTo>
                    <a:pt x="6933" y="3663"/>
                  </a:lnTo>
                  <a:lnTo>
                    <a:pt x="6933" y="3663"/>
                  </a:lnTo>
                  <a:lnTo>
                    <a:pt x="6977" y="3794"/>
                  </a:lnTo>
                  <a:lnTo>
                    <a:pt x="6977" y="3794"/>
                  </a:lnTo>
                  <a:lnTo>
                    <a:pt x="6998" y="3903"/>
                  </a:lnTo>
                  <a:lnTo>
                    <a:pt x="6977" y="4012"/>
                  </a:lnTo>
                  <a:lnTo>
                    <a:pt x="6977" y="4012"/>
                  </a:lnTo>
                  <a:lnTo>
                    <a:pt x="6955" y="4099"/>
                  </a:lnTo>
                  <a:lnTo>
                    <a:pt x="6911" y="4208"/>
                  </a:lnTo>
                  <a:lnTo>
                    <a:pt x="6911" y="4208"/>
                  </a:lnTo>
                  <a:lnTo>
                    <a:pt x="6889" y="4230"/>
                  </a:lnTo>
                  <a:lnTo>
                    <a:pt x="6889" y="4230"/>
                  </a:lnTo>
                  <a:lnTo>
                    <a:pt x="7260" y="4383"/>
                  </a:lnTo>
                  <a:lnTo>
                    <a:pt x="7631" y="4514"/>
                  </a:lnTo>
                  <a:lnTo>
                    <a:pt x="8023" y="4601"/>
                  </a:lnTo>
                  <a:lnTo>
                    <a:pt x="8416" y="4666"/>
                  </a:lnTo>
                  <a:lnTo>
                    <a:pt x="8416" y="4666"/>
                  </a:lnTo>
                  <a:lnTo>
                    <a:pt x="8416" y="4666"/>
                  </a:lnTo>
                  <a:lnTo>
                    <a:pt x="8416" y="4666"/>
                  </a:lnTo>
                  <a:lnTo>
                    <a:pt x="8437" y="4623"/>
                  </a:lnTo>
                  <a:lnTo>
                    <a:pt x="8481" y="4601"/>
                  </a:lnTo>
                  <a:lnTo>
                    <a:pt x="8481" y="4601"/>
                  </a:lnTo>
                  <a:lnTo>
                    <a:pt x="8546" y="4557"/>
                  </a:lnTo>
                  <a:lnTo>
                    <a:pt x="8546" y="4557"/>
                  </a:lnTo>
                  <a:lnTo>
                    <a:pt x="8612" y="4535"/>
                  </a:lnTo>
                  <a:lnTo>
                    <a:pt x="8677" y="4535"/>
                  </a:lnTo>
                  <a:lnTo>
                    <a:pt x="8677" y="4535"/>
                  </a:lnTo>
                  <a:lnTo>
                    <a:pt x="8677" y="4535"/>
                  </a:lnTo>
                  <a:lnTo>
                    <a:pt x="8677" y="4535"/>
                  </a:lnTo>
                  <a:lnTo>
                    <a:pt x="8743" y="4535"/>
                  </a:lnTo>
                  <a:lnTo>
                    <a:pt x="8743" y="4535"/>
                  </a:lnTo>
                  <a:lnTo>
                    <a:pt x="8808" y="4579"/>
                  </a:lnTo>
                  <a:lnTo>
                    <a:pt x="8852" y="4601"/>
                  </a:lnTo>
                  <a:lnTo>
                    <a:pt x="8852" y="4601"/>
                  </a:lnTo>
                  <a:lnTo>
                    <a:pt x="8895" y="4644"/>
                  </a:lnTo>
                  <a:lnTo>
                    <a:pt x="8895" y="4644"/>
                  </a:lnTo>
                  <a:lnTo>
                    <a:pt x="8939" y="4623"/>
                  </a:lnTo>
                  <a:lnTo>
                    <a:pt x="8939" y="4623"/>
                  </a:lnTo>
                  <a:lnTo>
                    <a:pt x="8982" y="4535"/>
                  </a:lnTo>
                  <a:lnTo>
                    <a:pt x="9026" y="4448"/>
                  </a:lnTo>
                  <a:lnTo>
                    <a:pt x="9026" y="4448"/>
                  </a:lnTo>
                  <a:lnTo>
                    <a:pt x="9026" y="4361"/>
                  </a:lnTo>
                  <a:lnTo>
                    <a:pt x="9026" y="4252"/>
                  </a:lnTo>
                  <a:lnTo>
                    <a:pt x="8982" y="4078"/>
                  </a:lnTo>
                  <a:lnTo>
                    <a:pt x="8895" y="3903"/>
                  </a:lnTo>
                  <a:lnTo>
                    <a:pt x="8764" y="3772"/>
                  </a:lnTo>
                  <a:lnTo>
                    <a:pt x="8764" y="3772"/>
                  </a:lnTo>
                  <a:lnTo>
                    <a:pt x="8634" y="3642"/>
                  </a:lnTo>
                  <a:lnTo>
                    <a:pt x="8481" y="3533"/>
                  </a:lnTo>
                  <a:lnTo>
                    <a:pt x="8132" y="3358"/>
                  </a:lnTo>
                  <a:lnTo>
                    <a:pt x="8132" y="3358"/>
                  </a:lnTo>
                  <a:lnTo>
                    <a:pt x="7129" y="2900"/>
                  </a:lnTo>
                  <a:lnTo>
                    <a:pt x="6126" y="2464"/>
                  </a:lnTo>
                  <a:lnTo>
                    <a:pt x="5102" y="2050"/>
                  </a:lnTo>
                  <a:lnTo>
                    <a:pt x="4077" y="1658"/>
                  </a:lnTo>
                  <a:lnTo>
                    <a:pt x="2028" y="851"/>
                  </a:lnTo>
                  <a:lnTo>
                    <a:pt x="1025" y="437"/>
                  </a:lnTo>
                  <a:lnTo>
                    <a:pt x="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2" name="Google Shape;11532;p80"/>
            <p:cNvSpPr/>
            <p:nvPr/>
          </p:nvSpPr>
          <p:spPr>
            <a:xfrm rot="-947327">
              <a:off x="5680769" y="3182091"/>
              <a:ext cx="77977" cy="43076"/>
            </a:xfrm>
            <a:custGeom>
              <a:rect b="b" l="l" r="r" t="t"/>
              <a:pathLst>
                <a:path extrusionOk="0" fill="none" h="1723" w="3119">
                  <a:moveTo>
                    <a:pt x="415" y="0"/>
                  </a:moveTo>
                  <a:lnTo>
                    <a:pt x="415" y="0"/>
                  </a:lnTo>
                  <a:lnTo>
                    <a:pt x="241" y="22"/>
                  </a:lnTo>
                  <a:lnTo>
                    <a:pt x="175" y="44"/>
                  </a:lnTo>
                  <a:lnTo>
                    <a:pt x="110" y="87"/>
                  </a:lnTo>
                  <a:lnTo>
                    <a:pt x="44" y="131"/>
                  </a:lnTo>
                  <a:lnTo>
                    <a:pt x="23" y="196"/>
                  </a:lnTo>
                  <a:lnTo>
                    <a:pt x="1" y="283"/>
                  </a:lnTo>
                  <a:lnTo>
                    <a:pt x="1" y="392"/>
                  </a:lnTo>
                  <a:lnTo>
                    <a:pt x="1" y="392"/>
                  </a:lnTo>
                  <a:lnTo>
                    <a:pt x="23" y="458"/>
                  </a:lnTo>
                  <a:lnTo>
                    <a:pt x="66" y="523"/>
                  </a:lnTo>
                  <a:lnTo>
                    <a:pt x="153" y="632"/>
                  </a:lnTo>
                  <a:lnTo>
                    <a:pt x="284" y="698"/>
                  </a:lnTo>
                  <a:lnTo>
                    <a:pt x="415" y="763"/>
                  </a:lnTo>
                  <a:lnTo>
                    <a:pt x="415" y="763"/>
                  </a:lnTo>
                  <a:lnTo>
                    <a:pt x="895" y="1025"/>
                  </a:lnTo>
                  <a:lnTo>
                    <a:pt x="1374" y="1264"/>
                  </a:lnTo>
                  <a:lnTo>
                    <a:pt x="2377" y="1722"/>
                  </a:lnTo>
                  <a:lnTo>
                    <a:pt x="2377" y="1722"/>
                  </a:lnTo>
                  <a:lnTo>
                    <a:pt x="2377" y="1700"/>
                  </a:lnTo>
                  <a:lnTo>
                    <a:pt x="2377" y="1700"/>
                  </a:lnTo>
                  <a:lnTo>
                    <a:pt x="2399" y="1591"/>
                  </a:lnTo>
                  <a:lnTo>
                    <a:pt x="2443" y="1504"/>
                  </a:lnTo>
                  <a:lnTo>
                    <a:pt x="2443" y="1504"/>
                  </a:lnTo>
                  <a:lnTo>
                    <a:pt x="2508" y="1417"/>
                  </a:lnTo>
                  <a:lnTo>
                    <a:pt x="2573" y="1352"/>
                  </a:lnTo>
                  <a:lnTo>
                    <a:pt x="2573" y="1352"/>
                  </a:lnTo>
                  <a:lnTo>
                    <a:pt x="2661" y="1308"/>
                  </a:lnTo>
                  <a:lnTo>
                    <a:pt x="2748" y="1264"/>
                  </a:lnTo>
                  <a:lnTo>
                    <a:pt x="2748" y="1264"/>
                  </a:lnTo>
                  <a:lnTo>
                    <a:pt x="2879" y="1221"/>
                  </a:lnTo>
                  <a:lnTo>
                    <a:pt x="2879" y="1221"/>
                  </a:lnTo>
                  <a:lnTo>
                    <a:pt x="3009" y="1199"/>
                  </a:lnTo>
                  <a:lnTo>
                    <a:pt x="3009" y="1199"/>
                  </a:lnTo>
                  <a:lnTo>
                    <a:pt x="3118" y="1221"/>
                  </a:lnTo>
                  <a:lnTo>
                    <a:pt x="3118" y="1221"/>
                  </a:lnTo>
                  <a:lnTo>
                    <a:pt x="2268" y="807"/>
                  </a:lnTo>
                  <a:lnTo>
                    <a:pt x="1418" y="371"/>
                  </a:lnTo>
                  <a:lnTo>
                    <a:pt x="1418" y="371"/>
                  </a:lnTo>
                  <a:lnTo>
                    <a:pt x="1026" y="174"/>
                  </a:lnTo>
                  <a:lnTo>
                    <a:pt x="808" y="87"/>
                  </a:lnTo>
                  <a:lnTo>
                    <a:pt x="611" y="22"/>
                  </a:lnTo>
                  <a:lnTo>
                    <a:pt x="611" y="22"/>
                  </a:lnTo>
                  <a:lnTo>
                    <a:pt x="415"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3" name="Google Shape;11533;p80"/>
            <p:cNvSpPr/>
            <p:nvPr/>
          </p:nvSpPr>
          <p:spPr>
            <a:xfrm rot="-947327">
              <a:off x="5932705" y="3240391"/>
              <a:ext cx="27826" cy="20751"/>
            </a:xfrm>
            <a:custGeom>
              <a:rect b="b" l="l" r="r" t="t"/>
              <a:pathLst>
                <a:path extrusionOk="0" h="830" w="1113">
                  <a:moveTo>
                    <a:pt x="589" y="1"/>
                  </a:moveTo>
                  <a:lnTo>
                    <a:pt x="458" y="23"/>
                  </a:lnTo>
                  <a:lnTo>
                    <a:pt x="349" y="44"/>
                  </a:lnTo>
                  <a:lnTo>
                    <a:pt x="262" y="66"/>
                  </a:lnTo>
                  <a:lnTo>
                    <a:pt x="175" y="132"/>
                  </a:lnTo>
                  <a:lnTo>
                    <a:pt x="88" y="197"/>
                  </a:lnTo>
                  <a:lnTo>
                    <a:pt x="22" y="284"/>
                  </a:lnTo>
                  <a:lnTo>
                    <a:pt x="1" y="328"/>
                  </a:lnTo>
                  <a:lnTo>
                    <a:pt x="502" y="589"/>
                  </a:lnTo>
                  <a:lnTo>
                    <a:pt x="1003" y="829"/>
                  </a:lnTo>
                  <a:lnTo>
                    <a:pt x="1025" y="807"/>
                  </a:lnTo>
                  <a:lnTo>
                    <a:pt x="1069" y="698"/>
                  </a:lnTo>
                  <a:lnTo>
                    <a:pt x="1091" y="611"/>
                  </a:lnTo>
                  <a:lnTo>
                    <a:pt x="1112" y="502"/>
                  </a:lnTo>
                  <a:lnTo>
                    <a:pt x="1091" y="393"/>
                  </a:lnTo>
                  <a:lnTo>
                    <a:pt x="1047" y="262"/>
                  </a:lnTo>
                  <a:lnTo>
                    <a:pt x="960" y="153"/>
                  </a:lnTo>
                  <a:lnTo>
                    <a:pt x="851" y="88"/>
                  </a:lnTo>
                  <a:lnTo>
                    <a:pt x="720" y="23"/>
                  </a:lnTo>
                  <a:lnTo>
                    <a:pt x="58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4" name="Google Shape;11534;p80"/>
            <p:cNvSpPr/>
            <p:nvPr/>
          </p:nvSpPr>
          <p:spPr>
            <a:xfrm rot="-947327">
              <a:off x="5932705" y="3240391"/>
              <a:ext cx="27826" cy="20751"/>
            </a:xfrm>
            <a:custGeom>
              <a:rect b="b" l="l" r="r" t="t"/>
              <a:pathLst>
                <a:path extrusionOk="0" fill="none" h="830" w="1113">
                  <a:moveTo>
                    <a:pt x="589" y="1"/>
                  </a:moveTo>
                  <a:lnTo>
                    <a:pt x="589" y="1"/>
                  </a:lnTo>
                  <a:lnTo>
                    <a:pt x="458" y="23"/>
                  </a:lnTo>
                  <a:lnTo>
                    <a:pt x="349" y="44"/>
                  </a:lnTo>
                  <a:lnTo>
                    <a:pt x="349" y="44"/>
                  </a:lnTo>
                  <a:lnTo>
                    <a:pt x="262" y="66"/>
                  </a:lnTo>
                  <a:lnTo>
                    <a:pt x="175" y="132"/>
                  </a:lnTo>
                  <a:lnTo>
                    <a:pt x="175" y="132"/>
                  </a:lnTo>
                  <a:lnTo>
                    <a:pt x="88" y="197"/>
                  </a:lnTo>
                  <a:lnTo>
                    <a:pt x="22" y="284"/>
                  </a:lnTo>
                  <a:lnTo>
                    <a:pt x="22" y="284"/>
                  </a:lnTo>
                  <a:lnTo>
                    <a:pt x="1" y="328"/>
                  </a:lnTo>
                  <a:lnTo>
                    <a:pt x="1" y="328"/>
                  </a:lnTo>
                  <a:lnTo>
                    <a:pt x="502" y="589"/>
                  </a:lnTo>
                  <a:lnTo>
                    <a:pt x="1003" y="829"/>
                  </a:lnTo>
                  <a:lnTo>
                    <a:pt x="1003" y="829"/>
                  </a:lnTo>
                  <a:lnTo>
                    <a:pt x="1025" y="807"/>
                  </a:lnTo>
                  <a:lnTo>
                    <a:pt x="1025" y="807"/>
                  </a:lnTo>
                  <a:lnTo>
                    <a:pt x="1069" y="698"/>
                  </a:lnTo>
                  <a:lnTo>
                    <a:pt x="1091" y="611"/>
                  </a:lnTo>
                  <a:lnTo>
                    <a:pt x="1091" y="611"/>
                  </a:lnTo>
                  <a:lnTo>
                    <a:pt x="1112" y="502"/>
                  </a:lnTo>
                  <a:lnTo>
                    <a:pt x="1091" y="393"/>
                  </a:lnTo>
                  <a:lnTo>
                    <a:pt x="1091" y="393"/>
                  </a:lnTo>
                  <a:lnTo>
                    <a:pt x="1047" y="262"/>
                  </a:lnTo>
                  <a:lnTo>
                    <a:pt x="1047" y="262"/>
                  </a:lnTo>
                  <a:lnTo>
                    <a:pt x="960" y="153"/>
                  </a:lnTo>
                  <a:lnTo>
                    <a:pt x="851" y="88"/>
                  </a:lnTo>
                  <a:lnTo>
                    <a:pt x="851" y="88"/>
                  </a:lnTo>
                  <a:lnTo>
                    <a:pt x="720" y="23"/>
                  </a:lnTo>
                  <a:lnTo>
                    <a:pt x="720" y="23"/>
                  </a:lnTo>
                  <a:lnTo>
                    <a:pt x="589"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5" name="Google Shape;11535;p80"/>
            <p:cNvSpPr/>
            <p:nvPr/>
          </p:nvSpPr>
          <p:spPr>
            <a:xfrm rot="-947327">
              <a:off x="5744429" y="3201727"/>
              <a:ext cx="29451" cy="24001"/>
            </a:xfrm>
            <a:custGeom>
              <a:rect b="b" l="l" r="r" t="t"/>
              <a:pathLst>
                <a:path extrusionOk="0" h="960" w="1178">
                  <a:moveTo>
                    <a:pt x="632" y="0"/>
                  </a:moveTo>
                  <a:lnTo>
                    <a:pt x="502" y="22"/>
                  </a:lnTo>
                  <a:lnTo>
                    <a:pt x="371" y="65"/>
                  </a:lnTo>
                  <a:lnTo>
                    <a:pt x="284" y="109"/>
                  </a:lnTo>
                  <a:lnTo>
                    <a:pt x="196" y="153"/>
                  </a:lnTo>
                  <a:lnTo>
                    <a:pt x="131" y="218"/>
                  </a:lnTo>
                  <a:lnTo>
                    <a:pt x="66" y="305"/>
                  </a:lnTo>
                  <a:lnTo>
                    <a:pt x="22" y="392"/>
                  </a:lnTo>
                  <a:lnTo>
                    <a:pt x="0" y="501"/>
                  </a:lnTo>
                  <a:lnTo>
                    <a:pt x="0" y="523"/>
                  </a:lnTo>
                  <a:lnTo>
                    <a:pt x="959" y="959"/>
                  </a:lnTo>
                  <a:lnTo>
                    <a:pt x="1025" y="894"/>
                  </a:lnTo>
                  <a:lnTo>
                    <a:pt x="1090" y="807"/>
                  </a:lnTo>
                  <a:lnTo>
                    <a:pt x="1134" y="719"/>
                  </a:lnTo>
                  <a:lnTo>
                    <a:pt x="1156" y="610"/>
                  </a:lnTo>
                  <a:lnTo>
                    <a:pt x="1177" y="501"/>
                  </a:lnTo>
                  <a:lnTo>
                    <a:pt x="1156" y="414"/>
                  </a:lnTo>
                  <a:lnTo>
                    <a:pt x="1090" y="283"/>
                  </a:lnTo>
                  <a:lnTo>
                    <a:pt x="1047" y="196"/>
                  </a:lnTo>
                  <a:lnTo>
                    <a:pt x="959" y="131"/>
                  </a:lnTo>
                  <a:lnTo>
                    <a:pt x="741" y="22"/>
                  </a:lnTo>
                  <a:lnTo>
                    <a:pt x="63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6" name="Google Shape;11536;p80"/>
            <p:cNvSpPr/>
            <p:nvPr/>
          </p:nvSpPr>
          <p:spPr>
            <a:xfrm rot="-947327">
              <a:off x="5744429" y="3201727"/>
              <a:ext cx="29451" cy="24001"/>
            </a:xfrm>
            <a:custGeom>
              <a:rect b="b" l="l" r="r" t="t"/>
              <a:pathLst>
                <a:path extrusionOk="0" fill="none" h="960" w="1178">
                  <a:moveTo>
                    <a:pt x="632" y="0"/>
                  </a:moveTo>
                  <a:lnTo>
                    <a:pt x="632" y="0"/>
                  </a:lnTo>
                  <a:lnTo>
                    <a:pt x="502" y="22"/>
                  </a:lnTo>
                  <a:lnTo>
                    <a:pt x="502" y="22"/>
                  </a:lnTo>
                  <a:lnTo>
                    <a:pt x="371" y="65"/>
                  </a:lnTo>
                  <a:lnTo>
                    <a:pt x="371" y="65"/>
                  </a:lnTo>
                  <a:lnTo>
                    <a:pt x="284" y="109"/>
                  </a:lnTo>
                  <a:lnTo>
                    <a:pt x="196" y="153"/>
                  </a:lnTo>
                  <a:lnTo>
                    <a:pt x="196" y="153"/>
                  </a:lnTo>
                  <a:lnTo>
                    <a:pt x="131" y="218"/>
                  </a:lnTo>
                  <a:lnTo>
                    <a:pt x="66" y="305"/>
                  </a:lnTo>
                  <a:lnTo>
                    <a:pt x="66" y="305"/>
                  </a:lnTo>
                  <a:lnTo>
                    <a:pt x="22" y="392"/>
                  </a:lnTo>
                  <a:lnTo>
                    <a:pt x="0" y="501"/>
                  </a:lnTo>
                  <a:lnTo>
                    <a:pt x="0" y="501"/>
                  </a:lnTo>
                  <a:lnTo>
                    <a:pt x="0" y="523"/>
                  </a:lnTo>
                  <a:lnTo>
                    <a:pt x="0" y="523"/>
                  </a:lnTo>
                  <a:lnTo>
                    <a:pt x="959" y="959"/>
                  </a:lnTo>
                  <a:lnTo>
                    <a:pt x="959" y="959"/>
                  </a:lnTo>
                  <a:lnTo>
                    <a:pt x="959" y="959"/>
                  </a:lnTo>
                  <a:lnTo>
                    <a:pt x="959" y="959"/>
                  </a:lnTo>
                  <a:lnTo>
                    <a:pt x="1025" y="894"/>
                  </a:lnTo>
                  <a:lnTo>
                    <a:pt x="1090" y="807"/>
                  </a:lnTo>
                  <a:lnTo>
                    <a:pt x="1090" y="807"/>
                  </a:lnTo>
                  <a:lnTo>
                    <a:pt x="1134" y="719"/>
                  </a:lnTo>
                  <a:lnTo>
                    <a:pt x="1156" y="610"/>
                  </a:lnTo>
                  <a:lnTo>
                    <a:pt x="1156" y="610"/>
                  </a:lnTo>
                  <a:lnTo>
                    <a:pt x="1177" y="501"/>
                  </a:lnTo>
                  <a:lnTo>
                    <a:pt x="1156" y="414"/>
                  </a:lnTo>
                  <a:lnTo>
                    <a:pt x="1156" y="414"/>
                  </a:lnTo>
                  <a:lnTo>
                    <a:pt x="1090" y="283"/>
                  </a:lnTo>
                  <a:lnTo>
                    <a:pt x="1090" y="283"/>
                  </a:lnTo>
                  <a:lnTo>
                    <a:pt x="1047" y="196"/>
                  </a:lnTo>
                  <a:lnTo>
                    <a:pt x="959" y="131"/>
                  </a:lnTo>
                  <a:lnTo>
                    <a:pt x="959" y="131"/>
                  </a:lnTo>
                  <a:lnTo>
                    <a:pt x="741" y="22"/>
                  </a:lnTo>
                  <a:lnTo>
                    <a:pt x="741" y="22"/>
                  </a:lnTo>
                  <a:lnTo>
                    <a:pt x="632" y="0"/>
                  </a:lnTo>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7" name="Google Shape;11537;p80"/>
            <p:cNvSpPr/>
            <p:nvPr/>
          </p:nvSpPr>
          <p:spPr>
            <a:xfrm rot="-947327">
              <a:off x="5760667" y="3372232"/>
              <a:ext cx="260533" cy="106303"/>
            </a:xfrm>
            <a:custGeom>
              <a:rect b="b" l="l" r="r" t="t"/>
              <a:pathLst>
                <a:path extrusionOk="0" h="4252" w="10421">
                  <a:moveTo>
                    <a:pt x="4077" y="1"/>
                  </a:moveTo>
                  <a:lnTo>
                    <a:pt x="3793" y="44"/>
                  </a:lnTo>
                  <a:lnTo>
                    <a:pt x="3532" y="110"/>
                  </a:lnTo>
                  <a:lnTo>
                    <a:pt x="3270" y="197"/>
                  </a:lnTo>
                  <a:lnTo>
                    <a:pt x="3074" y="328"/>
                  </a:lnTo>
                  <a:lnTo>
                    <a:pt x="2900" y="458"/>
                  </a:lnTo>
                  <a:lnTo>
                    <a:pt x="2725" y="611"/>
                  </a:lnTo>
                  <a:lnTo>
                    <a:pt x="2573" y="764"/>
                  </a:lnTo>
                  <a:lnTo>
                    <a:pt x="2420" y="960"/>
                  </a:lnTo>
                  <a:lnTo>
                    <a:pt x="2267" y="1134"/>
                  </a:lnTo>
                  <a:lnTo>
                    <a:pt x="2006" y="1527"/>
                  </a:lnTo>
                  <a:lnTo>
                    <a:pt x="1766" y="1941"/>
                  </a:lnTo>
                  <a:lnTo>
                    <a:pt x="1483" y="2333"/>
                  </a:lnTo>
                  <a:lnTo>
                    <a:pt x="1352" y="2508"/>
                  </a:lnTo>
                  <a:lnTo>
                    <a:pt x="1199" y="2704"/>
                  </a:lnTo>
                  <a:lnTo>
                    <a:pt x="1025" y="2856"/>
                  </a:lnTo>
                  <a:lnTo>
                    <a:pt x="850" y="3009"/>
                  </a:lnTo>
                  <a:lnTo>
                    <a:pt x="589" y="3162"/>
                  </a:lnTo>
                  <a:lnTo>
                    <a:pt x="305" y="3358"/>
                  </a:lnTo>
                  <a:lnTo>
                    <a:pt x="175" y="3467"/>
                  </a:lnTo>
                  <a:lnTo>
                    <a:pt x="66" y="3598"/>
                  </a:lnTo>
                  <a:lnTo>
                    <a:pt x="0" y="3729"/>
                  </a:lnTo>
                  <a:lnTo>
                    <a:pt x="0" y="3816"/>
                  </a:lnTo>
                  <a:lnTo>
                    <a:pt x="0" y="3881"/>
                  </a:lnTo>
                  <a:lnTo>
                    <a:pt x="22" y="3990"/>
                  </a:lnTo>
                  <a:lnTo>
                    <a:pt x="66" y="4077"/>
                  </a:lnTo>
                  <a:lnTo>
                    <a:pt x="131" y="4143"/>
                  </a:lnTo>
                  <a:lnTo>
                    <a:pt x="218" y="4186"/>
                  </a:lnTo>
                  <a:lnTo>
                    <a:pt x="327" y="4208"/>
                  </a:lnTo>
                  <a:lnTo>
                    <a:pt x="436" y="4230"/>
                  </a:lnTo>
                  <a:lnTo>
                    <a:pt x="632" y="4252"/>
                  </a:lnTo>
                  <a:lnTo>
                    <a:pt x="959" y="4208"/>
                  </a:lnTo>
                  <a:lnTo>
                    <a:pt x="1286" y="4143"/>
                  </a:lnTo>
                  <a:lnTo>
                    <a:pt x="1635" y="4034"/>
                  </a:lnTo>
                  <a:lnTo>
                    <a:pt x="1962" y="3903"/>
                  </a:lnTo>
                  <a:lnTo>
                    <a:pt x="2289" y="3772"/>
                  </a:lnTo>
                  <a:lnTo>
                    <a:pt x="2616" y="3620"/>
                  </a:lnTo>
                  <a:lnTo>
                    <a:pt x="3205" y="3314"/>
                  </a:lnTo>
                  <a:lnTo>
                    <a:pt x="3924" y="2900"/>
                  </a:lnTo>
                  <a:lnTo>
                    <a:pt x="4273" y="2726"/>
                  </a:lnTo>
                  <a:lnTo>
                    <a:pt x="4644" y="2529"/>
                  </a:lnTo>
                  <a:lnTo>
                    <a:pt x="4949" y="2399"/>
                  </a:lnTo>
                  <a:lnTo>
                    <a:pt x="5254" y="2290"/>
                  </a:lnTo>
                  <a:lnTo>
                    <a:pt x="5865" y="2115"/>
                  </a:lnTo>
                  <a:lnTo>
                    <a:pt x="6497" y="1963"/>
                  </a:lnTo>
                  <a:lnTo>
                    <a:pt x="7151" y="1832"/>
                  </a:lnTo>
                  <a:lnTo>
                    <a:pt x="7783" y="1701"/>
                  </a:lnTo>
                  <a:lnTo>
                    <a:pt x="8415" y="1570"/>
                  </a:lnTo>
                  <a:lnTo>
                    <a:pt x="9047" y="1418"/>
                  </a:lnTo>
                  <a:lnTo>
                    <a:pt x="9680" y="1221"/>
                  </a:lnTo>
                  <a:lnTo>
                    <a:pt x="9963" y="1091"/>
                  </a:lnTo>
                  <a:lnTo>
                    <a:pt x="10094" y="1025"/>
                  </a:lnTo>
                  <a:lnTo>
                    <a:pt x="10225" y="916"/>
                  </a:lnTo>
                  <a:lnTo>
                    <a:pt x="10312" y="807"/>
                  </a:lnTo>
                  <a:lnTo>
                    <a:pt x="10377" y="655"/>
                  </a:lnTo>
                  <a:lnTo>
                    <a:pt x="10421" y="524"/>
                  </a:lnTo>
                  <a:lnTo>
                    <a:pt x="10421" y="437"/>
                  </a:lnTo>
                  <a:lnTo>
                    <a:pt x="10399" y="371"/>
                  </a:lnTo>
                  <a:lnTo>
                    <a:pt x="10181" y="371"/>
                  </a:lnTo>
                  <a:lnTo>
                    <a:pt x="9941" y="393"/>
                  </a:lnTo>
                  <a:lnTo>
                    <a:pt x="9723" y="458"/>
                  </a:lnTo>
                  <a:lnTo>
                    <a:pt x="9505" y="524"/>
                  </a:lnTo>
                  <a:lnTo>
                    <a:pt x="9047" y="676"/>
                  </a:lnTo>
                  <a:lnTo>
                    <a:pt x="8829" y="742"/>
                  </a:lnTo>
                  <a:lnTo>
                    <a:pt x="8611" y="785"/>
                  </a:lnTo>
                  <a:lnTo>
                    <a:pt x="8502" y="807"/>
                  </a:lnTo>
                  <a:lnTo>
                    <a:pt x="8437" y="785"/>
                  </a:lnTo>
                  <a:lnTo>
                    <a:pt x="8393" y="764"/>
                  </a:lnTo>
                  <a:lnTo>
                    <a:pt x="8350" y="720"/>
                  </a:lnTo>
                  <a:lnTo>
                    <a:pt x="8328" y="676"/>
                  </a:lnTo>
                  <a:lnTo>
                    <a:pt x="8284" y="567"/>
                  </a:lnTo>
                  <a:lnTo>
                    <a:pt x="8241" y="502"/>
                  </a:lnTo>
                  <a:lnTo>
                    <a:pt x="8175" y="458"/>
                  </a:lnTo>
                  <a:lnTo>
                    <a:pt x="8088" y="437"/>
                  </a:lnTo>
                  <a:lnTo>
                    <a:pt x="8023" y="415"/>
                  </a:lnTo>
                  <a:lnTo>
                    <a:pt x="7827" y="415"/>
                  </a:lnTo>
                  <a:lnTo>
                    <a:pt x="7652" y="437"/>
                  </a:lnTo>
                  <a:lnTo>
                    <a:pt x="7369" y="480"/>
                  </a:lnTo>
                  <a:lnTo>
                    <a:pt x="7107" y="458"/>
                  </a:lnTo>
                  <a:lnTo>
                    <a:pt x="6824" y="437"/>
                  </a:lnTo>
                  <a:lnTo>
                    <a:pt x="6540" y="393"/>
                  </a:lnTo>
                  <a:lnTo>
                    <a:pt x="5995" y="284"/>
                  </a:lnTo>
                  <a:lnTo>
                    <a:pt x="5450" y="153"/>
                  </a:lnTo>
                  <a:lnTo>
                    <a:pt x="4905" y="44"/>
                  </a:lnTo>
                  <a:lnTo>
                    <a:pt x="4622"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8" name="Google Shape;11538;p80"/>
            <p:cNvSpPr/>
            <p:nvPr/>
          </p:nvSpPr>
          <p:spPr>
            <a:xfrm rot="-947327">
              <a:off x="5768055" y="3237222"/>
              <a:ext cx="18026" cy="13650"/>
            </a:xfrm>
            <a:custGeom>
              <a:rect b="b" l="l" r="r" t="t"/>
              <a:pathLst>
                <a:path extrusionOk="0" h="546" w="721">
                  <a:moveTo>
                    <a:pt x="219" y="1"/>
                  </a:moveTo>
                  <a:lnTo>
                    <a:pt x="175" y="23"/>
                  </a:lnTo>
                  <a:lnTo>
                    <a:pt x="88" y="66"/>
                  </a:lnTo>
                  <a:lnTo>
                    <a:pt x="44" y="110"/>
                  </a:lnTo>
                  <a:lnTo>
                    <a:pt x="23" y="153"/>
                  </a:lnTo>
                  <a:lnTo>
                    <a:pt x="1" y="219"/>
                  </a:lnTo>
                  <a:lnTo>
                    <a:pt x="1" y="262"/>
                  </a:lnTo>
                  <a:lnTo>
                    <a:pt x="23" y="328"/>
                  </a:lnTo>
                  <a:lnTo>
                    <a:pt x="44" y="393"/>
                  </a:lnTo>
                  <a:lnTo>
                    <a:pt x="88" y="459"/>
                  </a:lnTo>
                  <a:lnTo>
                    <a:pt x="132" y="480"/>
                  </a:lnTo>
                  <a:lnTo>
                    <a:pt x="197" y="524"/>
                  </a:lnTo>
                  <a:lnTo>
                    <a:pt x="262" y="524"/>
                  </a:lnTo>
                  <a:lnTo>
                    <a:pt x="459" y="546"/>
                  </a:lnTo>
                  <a:lnTo>
                    <a:pt x="546" y="524"/>
                  </a:lnTo>
                  <a:lnTo>
                    <a:pt x="633" y="480"/>
                  </a:lnTo>
                  <a:lnTo>
                    <a:pt x="677" y="437"/>
                  </a:lnTo>
                  <a:lnTo>
                    <a:pt x="698" y="393"/>
                  </a:lnTo>
                  <a:lnTo>
                    <a:pt x="698" y="350"/>
                  </a:lnTo>
                  <a:lnTo>
                    <a:pt x="720" y="284"/>
                  </a:lnTo>
                  <a:lnTo>
                    <a:pt x="698" y="219"/>
                  </a:lnTo>
                  <a:lnTo>
                    <a:pt x="677" y="153"/>
                  </a:lnTo>
                  <a:lnTo>
                    <a:pt x="633" y="110"/>
                  </a:lnTo>
                  <a:lnTo>
                    <a:pt x="589" y="66"/>
                  </a:lnTo>
                  <a:lnTo>
                    <a:pt x="524" y="44"/>
                  </a:lnTo>
                  <a:lnTo>
                    <a:pt x="459" y="23"/>
                  </a:lnTo>
                  <a:lnTo>
                    <a:pt x="262"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9" name="Google Shape;11539;p80"/>
            <p:cNvSpPr/>
            <p:nvPr/>
          </p:nvSpPr>
          <p:spPr>
            <a:xfrm rot="-947327">
              <a:off x="5800246" y="3274664"/>
              <a:ext cx="17451" cy="14200"/>
            </a:xfrm>
            <a:custGeom>
              <a:rect b="b" l="l" r="r" t="t"/>
              <a:pathLst>
                <a:path extrusionOk="0" h="568" w="698">
                  <a:moveTo>
                    <a:pt x="240" y="0"/>
                  </a:moveTo>
                  <a:lnTo>
                    <a:pt x="153" y="44"/>
                  </a:lnTo>
                  <a:lnTo>
                    <a:pt x="66" y="109"/>
                  </a:lnTo>
                  <a:lnTo>
                    <a:pt x="44" y="153"/>
                  </a:lnTo>
                  <a:lnTo>
                    <a:pt x="22" y="197"/>
                  </a:lnTo>
                  <a:lnTo>
                    <a:pt x="0" y="262"/>
                  </a:lnTo>
                  <a:lnTo>
                    <a:pt x="22" y="327"/>
                  </a:lnTo>
                  <a:lnTo>
                    <a:pt x="44" y="393"/>
                  </a:lnTo>
                  <a:lnTo>
                    <a:pt x="87" y="458"/>
                  </a:lnTo>
                  <a:lnTo>
                    <a:pt x="131" y="502"/>
                  </a:lnTo>
                  <a:lnTo>
                    <a:pt x="196" y="524"/>
                  </a:lnTo>
                  <a:lnTo>
                    <a:pt x="349" y="567"/>
                  </a:lnTo>
                  <a:lnTo>
                    <a:pt x="458" y="567"/>
                  </a:lnTo>
                  <a:lnTo>
                    <a:pt x="545" y="545"/>
                  </a:lnTo>
                  <a:lnTo>
                    <a:pt x="632" y="480"/>
                  </a:lnTo>
                  <a:lnTo>
                    <a:pt x="654" y="436"/>
                  </a:lnTo>
                  <a:lnTo>
                    <a:pt x="676" y="371"/>
                  </a:lnTo>
                  <a:lnTo>
                    <a:pt x="698" y="306"/>
                  </a:lnTo>
                  <a:lnTo>
                    <a:pt x="676" y="240"/>
                  </a:lnTo>
                  <a:lnTo>
                    <a:pt x="654" y="175"/>
                  </a:lnTo>
                  <a:lnTo>
                    <a:pt x="611" y="131"/>
                  </a:lnTo>
                  <a:lnTo>
                    <a:pt x="567" y="88"/>
                  </a:lnTo>
                  <a:lnTo>
                    <a:pt x="502" y="66"/>
                  </a:lnTo>
                  <a:lnTo>
                    <a:pt x="349" y="22"/>
                  </a:lnTo>
                  <a:lnTo>
                    <a:pt x="284"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0" name="Google Shape;11540;p80"/>
            <p:cNvSpPr/>
            <p:nvPr/>
          </p:nvSpPr>
          <p:spPr>
            <a:xfrm rot="-947327">
              <a:off x="5740847" y="3365690"/>
              <a:ext cx="13650" cy="17476"/>
            </a:xfrm>
            <a:custGeom>
              <a:rect b="b" l="l" r="r" t="t"/>
              <a:pathLst>
                <a:path extrusionOk="0" h="699" w="546">
                  <a:moveTo>
                    <a:pt x="218" y="1"/>
                  </a:moveTo>
                  <a:lnTo>
                    <a:pt x="153" y="22"/>
                  </a:lnTo>
                  <a:lnTo>
                    <a:pt x="109" y="66"/>
                  </a:lnTo>
                  <a:lnTo>
                    <a:pt x="66" y="110"/>
                  </a:lnTo>
                  <a:lnTo>
                    <a:pt x="22" y="175"/>
                  </a:lnTo>
                  <a:lnTo>
                    <a:pt x="22" y="262"/>
                  </a:lnTo>
                  <a:lnTo>
                    <a:pt x="0" y="437"/>
                  </a:lnTo>
                  <a:lnTo>
                    <a:pt x="0" y="480"/>
                  </a:lnTo>
                  <a:lnTo>
                    <a:pt x="22" y="546"/>
                  </a:lnTo>
                  <a:lnTo>
                    <a:pt x="66" y="611"/>
                  </a:lnTo>
                  <a:lnTo>
                    <a:pt x="109" y="655"/>
                  </a:lnTo>
                  <a:lnTo>
                    <a:pt x="153" y="676"/>
                  </a:lnTo>
                  <a:lnTo>
                    <a:pt x="197" y="698"/>
                  </a:lnTo>
                  <a:lnTo>
                    <a:pt x="327" y="698"/>
                  </a:lnTo>
                  <a:lnTo>
                    <a:pt x="393" y="676"/>
                  </a:lnTo>
                  <a:lnTo>
                    <a:pt x="436" y="633"/>
                  </a:lnTo>
                  <a:lnTo>
                    <a:pt x="480" y="567"/>
                  </a:lnTo>
                  <a:lnTo>
                    <a:pt x="502" y="502"/>
                  </a:lnTo>
                  <a:lnTo>
                    <a:pt x="524" y="437"/>
                  </a:lnTo>
                  <a:lnTo>
                    <a:pt x="545" y="262"/>
                  </a:lnTo>
                  <a:lnTo>
                    <a:pt x="545" y="197"/>
                  </a:lnTo>
                  <a:lnTo>
                    <a:pt x="524" y="153"/>
                  </a:lnTo>
                  <a:lnTo>
                    <a:pt x="480" y="66"/>
                  </a:lnTo>
                  <a:lnTo>
                    <a:pt x="436" y="44"/>
                  </a:lnTo>
                  <a:lnTo>
                    <a:pt x="393" y="22"/>
                  </a:lnTo>
                  <a:lnTo>
                    <a:pt x="327"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1" name="Google Shape;11541;p80"/>
            <p:cNvSpPr/>
            <p:nvPr/>
          </p:nvSpPr>
          <p:spPr>
            <a:xfrm rot="-947327">
              <a:off x="5666577" y="3251181"/>
              <a:ext cx="14200" cy="13650"/>
            </a:xfrm>
            <a:custGeom>
              <a:rect b="b" l="l" r="r" t="t"/>
              <a:pathLst>
                <a:path extrusionOk="0" h="546" w="568">
                  <a:moveTo>
                    <a:pt x="153" y="0"/>
                  </a:moveTo>
                  <a:lnTo>
                    <a:pt x="66" y="66"/>
                  </a:lnTo>
                  <a:lnTo>
                    <a:pt x="23" y="109"/>
                  </a:lnTo>
                  <a:lnTo>
                    <a:pt x="1" y="175"/>
                  </a:lnTo>
                  <a:lnTo>
                    <a:pt x="1" y="262"/>
                  </a:lnTo>
                  <a:lnTo>
                    <a:pt x="1" y="327"/>
                  </a:lnTo>
                  <a:lnTo>
                    <a:pt x="23" y="371"/>
                  </a:lnTo>
                  <a:lnTo>
                    <a:pt x="66" y="436"/>
                  </a:lnTo>
                  <a:lnTo>
                    <a:pt x="110" y="480"/>
                  </a:lnTo>
                  <a:lnTo>
                    <a:pt x="153" y="502"/>
                  </a:lnTo>
                  <a:lnTo>
                    <a:pt x="197" y="523"/>
                  </a:lnTo>
                  <a:lnTo>
                    <a:pt x="241" y="545"/>
                  </a:lnTo>
                  <a:lnTo>
                    <a:pt x="350" y="545"/>
                  </a:lnTo>
                  <a:lnTo>
                    <a:pt x="393" y="523"/>
                  </a:lnTo>
                  <a:lnTo>
                    <a:pt x="480" y="480"/>
                  </a:lnTo>
                  <a:lnTo>
                    <a:pt x="524" y="436"/>
                  </a:lnTo>
                  <a:lnTo>
                    <a:pt x="546" y="371"/>
                  </a:lnTo>
                  <a:lnTo>
                    <a:pt x="568" y="284"/>
                  </a:lnTo>
                  <a:lnTo>
                    <a:pt x="546" y="218"/>
                  </a:lnTo>
                  <a:lnTo>
                    <a:pt x="524" y="175"/>
                  </a:lnTo>
                  <a:lnTo>
                    <a:pt x="480" y="109"/>
                  </a:lnTo>
                  <a:lnTo>
                    <a:pt x="437" y="66"/>
                  </a:lnTo>
                  <a:lnTo>
                    <a:pt x="393" y="44"/>
                  </a:lnTo>
                  <a:lnTo>
                    <a:pt x="350" y="22"/>
                  </a:lnTo>
                  <a:lnTo>
                    <a:pt x="30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2" name="Google Shape;11542;p80"/>
            <p:cNvSpPr/>
            <p:nvPr/>
          </p:nvSpPr>
          <p:spPr>
            <a:xfrm rot="-947327">
              <a:off x="5927043" y="3272602"/>
              <a:ext cx="14750" cy="14200"/>
            </a:xfrm>
            <a:custGeom>
              <a:rect b="b" l="l" r="r" t="t"/>
              <a:pathLst>
                <a:path extrusionOk="0" h="568" w="590">
                  <a:moveTo>
                    <a:pt x="262" y="1"/>
                  </a:moveTo>
                  <a:lnTo>
                    <a:pt x="218" y="22"/>
                  </a:lnTo>
                  <a:lnTo>
                    <a:pt x="131" y="44"/>
                  </a:lnTo>
                  <a:lnTo>
                    <a:pt x="44" y="110"/>
                  </a:lnTo>
                  <a:lnTo>
                    <a:pt x="22" y="153"/>
                  </a:lnTo>
                  <a:lnTo>
                    <a:pt x="0" y="197"/>
                  </a:lnTo>
                  <a:lnTo>
                    <a:pt x="0" y="262"/>
                  </a:lnTo>
                  <a:lnTo>
                    <a:pt x="0" y="349"/>
                  </a:lnTo>
                  <a:lnTo>
                    <a:pt x="22" y="393"/>
                  </a:lnTo>
                  <a:lnTo>
                    <a:pt x="66" y="458"/>
                  </a:lnTo>
                  <a:lnTo>
                    <a:pt x="109" y="502"/>
                  </a:lnTo>
                  <a:lnTo>
                    <a:pt x="175" y="524"/>
                  </a:lnTo>
                  <a:lnTo>
                    <a:pt x="262" y="546"/>
                  </a:lnTo>
                  <a:lnTo>
                    <a:pt x="306" y="567"/>
                  </a:lnTo>
                  <a:lnTo>
                    <a:pt x="371" y="546"/>
                  </a:lnTo>
                  <a:lnTo>
                    <a:pt x="458" y="524"/>
                  </a:lnTo>
                  <a:lnTo>
                    <a:pt x="524" y="458"/>
                  </a:lnTo>
                  <a:lnTo>
                    <a:pt x="567" y="415"/>
                  </a:lnTo>
                  <a:lnTo>
                    <a:pt x="589" y="371"/>
                  </a:lnTo>
                  <a:lnTo>
                    <a:pt x="589" y="306"/>
                  </a:lnTo>
                  <a:lnTo>
                    <a:pt x="589" y="219"/>
                  </a:lnTo>
                  <a:lnTo>
                    <a:pt x="567" y="175"/>
                  </a:lnTo>
                  <a:lnTo>
                    <a:pt x="524" y="110"/>
                  </a:lnTo>
                  <a:lnTo>
                    <a:pt x="458" y="66"/>
                  </a:lnTo>
                  <a:lnTo>
                    <a:pt x="393" y="44"/>
                  </a:lnTo>
                  <a:lnTo>
                    <a:pt x="327" y="22"/>
                  </a:lnTo>
                  <a:lnTo>
                    <a:pt x="262"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3" name="Google Shape;11543;p80"/>
            <p:cNvSpPr/>
            <p:nvPr/>
          </p:nvSpPr>
          <p:spPr>
            <a:xfrm rot="-947327">
              <a:off x="5979300" y="3239411"/>
              <a:ext cx="444238" cy="438788"/>
            </a:xfrm>
            <a:custGeom>
              <a:rect b="b" l="l" r="r" t="t"/>
              <a:pathLst>
                <a:path extrusionOk="0" h="17551" w="17769">
                  <a:moveTo>
                    <a:pt x="9157" y="1"/>
                  </a:moveTo>
                  <a:lnTo>
                    <a:pt x="8961" y="44"/>
                  </a:lnTo>
                  <a:lnTo>
                    <a:pt x="8743" y="88"/>
                  </a:lnTo>
                  <a:lnTo>
                    <a:pt x="8547" y="175"/>
                  </a:lnTo>
                  <a:lnTo>
                    <a:pt x="8372" y="284"/>
                  </a:lnTo>
                  <a:lnTo>
                    <a:pt x="8198" y="393"/>
                  </a:lnTo>
                  <a:lnTo>
                    <a:pt x="7958" y="568"/>
                  </a:lnTo>
                  <a:lnTo>
                    <a:pt x="7762" y="764"/>
                  </a:lnTo>
                  <a:lnTo>
                    <a:pt x="7587" y="982"/>
                  </a:lnTo>
                  <a:lnTo>
                    <a:pt x="7435" y="1200"/>
                  </a:lnTo>
                  <a:lnTo>
                    <a:pt x="7108" y="1658"/>
                  </a:lnTo>
                  <a:lnTo>
                    <a:pt x="6781" y="2094"/>
                  </a:lnTo>
                  <a:lnTo>
                    <a:pt x="6323" y="2639"/>
                  </a:lnTo>
                  <a:lnTo>
                    <a:pt x="5843" y="3184"/>
                  </a:lnTo>
                  <a:lnTo>
                    <a:pt x="5342" y="3707"/>
                  </a:lnTo>
                  <a:lnTo>
                    <a:pt x="4862" y="4252"/>
                  </a:lnTo>
                  <a:lnTo>
                    <a:pt x="3947" y="5320"/>
                  </a:lnTo>
                  <a:lnTo>
                    <a:pt x="3031" y="6410"/>
                  </a:lnTo>
                  <a:lnTo>
                    <a:pt x="2137" y="7522"/>
                  </a:lnTo>
                  <a:lnTo>
                    <a:pt x="1265" y="8634"/>
                  </a:lnTo>
                  <a:lnTo>
                    <a:pt x="873" y="9135"/>
                  </a:lnTo>
                  <a:lnTo>
                    <a:pt x="698" y="9419"/>
                  </a:lnTo>
                  <a:lnTo>
                    <a:pt x="524" y="9680"/>
                  </a:lnTo>
                  <a:lnTo>
                    <a:pt x="371" y="9964"/>
                  </a:lnTo>
                  <a:lnTo>
                    <a:pt x="241" y="10247"/>
                  </a:lnTo>
                  <a:lnTo>
                    <a:pt x="132" y="10531"/>
                  </a:lnTo>
                  <a:lnTo>
                    <a:pt x="66" y="10836"/>
                  </a:lnTo>
                  <a:lnTo>
                    <a:pt x="23" y="11054"/>
                  </a:lnTo>
                  <a:lnTo>
                    <a:pt x="1" y="11337"/>
                  </a:lnTo>
                  <a:lnTo>
                    <a:pt x="23" y="11642"/>
                  </a:lnTo>
                  <a:lnTo>
                    <a:pt x="88" y="11904"/>
                  </a:lnTo>
                  <a:lnTo>
                    <a:pt x="153" y="12057"/>
                  </a:lnTo>
                  <a:lnTo>
                    <a:pt x="219" y="12187"/>
                  </a:lnTo>
                  <a:lnTo>
                    <a:pt x="328" y="12340"/>
                  </a:lnTo>
                  <a:lnTo>
                    <a:pt x="459" y="12493"/>
                  </a:lnTo>
                  <a:lnTo>
                    <a:pt x="611" y="12645"/>
                  </a:lnTo>
                  <a:lnTo>
                    <a:pt x="764" y="12754"/>
                  </a:lnTo>
                  <a:lnTo>
                    <a:pt x="960" y="12863"/>
                  </a:lnTo>
                  <a:lnTo>
                    <a:pt x="1134" y="12950"/>
                  </a:lnTo>
                  <a:lnTo>
                    <a:pt x="1331" y="13016"/>
                  </a:lnTo>
                  <a:lnTo>
                    <a:pt x="1527" y="13081"/>
                  </a:lnTo>
                  <a:lnTo>
                    <a:pt x="1941" y="13147"/>
                  </a:lnTo>
                  <a:lnTo>
                    <a:pt x="2333" y="13212"/>
                  </a:lnTo>
                  <a:lnTo>
                    <a:pt x="3162" y="13277"/>
                  </a:lnTo>
                  <a:lnTo>
                    <a:pt x="3554" y="13321"/>
                  </a:lnTo>
                  <a:lnTo>
                    <a:pt x="3969" y="13386"/>
                  </a:lnTo>
                  <a:lnTo>
                    <a:pt x="4361" y="13474"/>
                  </a:lnTo>
                  <a:lnTo>
                    <a:pt x="4732" y="13561"/>
                  </a:lnTo>
                  <a:lnTo>
                    <a:pt x="5516" y="13801"/>
                  </a:lnTo>
                  <a:lnTo>
                    <a:pt x="6258" y="14062"/>
                  </a:lnTo>
                  <a:lnTo>
                    <a:pt x="6999" y="14389"/>
                  </a:lnTo>
                  <a:lnTo>
                    <a:pt x="7740" y="14716"/>
                  </a:lnTo>
                  <a:lnTo>
                    <a:pt x="9223" y="15436"/>
                  </a:lnTo>
                  <a:lnTo>
                    <a:pt x="9964" y="15806"/>
                  </a:lnTo>
                  <a:lnTo>
                    <a:pt x="10683" y="16155"/>
                  </a:lnTo>
                  <a:lnTo>
                    <a:pt x="11424" y="16482"/>
                  </a:lnTo>
                  <a:lnTo>
                    <a:pt x="12187" y="16787"/>
                  </a:lnTo>
                  <a:lnTo>
                    <a:pt x="12929" y="17049"/>
                  </a:lnTo>
                  <a:lnTo>
                    <a:pt x="13321" y="17180"/>
                  </a:lnTo>
                  <a:lnTo>
                    <a:pt x="13713" y="17267"/>
                  </a:lnTo>
                  <a:lnTo>
                    <a:pt x="14084" y="17354"/>
                  </a:lnTo>
                  <a:lnTo>
                    <a:pt x="14477" y="17441"/>
                  </a:lnTo>
                  <a:lnTo>
                    <a:pt x="14891" y="17507"/>
                  </a:lnTo>
                  <a:lnTo>
                    <a:pt x="15283" y="17529"/>
                  </a:lnTo>
                  <a:lnTo>
                    <a:pt x="15523" y="17550"/>
                  </a:lnTo>
                  <a:lnTo>
                    <a:pt x="15785" y="17550"/>
                  </a:lnTo>
                  <a:lnTo>
                    <a:pt x="16024" y="17529"/>
                  </a:lnTo>
                  <a:lnTo>
                    <a:pt x="16286" y="17507"/>
                  </a:lnTo>
                  <a:lnTo>
                    <a:pt x="16526" y="17441"/>
                  </a:lnTo>
                  <a:lnTo>
                    <a:pt x="16744" y="17376"/>
                  </a:lnTo>
                  <a:lnTo>
                    <a:pt x="16962" y="17267"/>
                  </a:lnTo>
                  <a:lnTo>
                    <a:pt x="17158" y="17114"/>
                  </a:lnTo>
                  <a:lnTo>
                    <a:pt x="17289" y="17005"/>
                  </a:lnTo>
                  <a:lnTo>
                    <a:pt x="17376" y="16896"/>
                  </a:lnTo>
                  <a:lnTo>
                    <a:pt x="17463" y="16766"/>
                  </a:lnTo>
                  <a:lnTo>
                    <a:pt x="17529" y="16635"/>
                  </a:lnTo>
                  <a:lnTo>
                    <a:pt x="17594" y="16482"/>
                  </a:lnTo>
                  <a:lnTo>
                    <a:pt x="17659" y="16330"/>
                  </a:lnTo>
                  <a:lnTo>
                    <a:pt x="17725" y="16024"/>
                  </a:lnTo>
                  <a:lnTo>
                    <a:pt x="17768" y="15719"/>
                  </a:lnTo>
                  <a:lnTo>
                    <a:pt x="17747" y="15392"/>
                  </a:lnTo>
                  <a:lnTo>
                    <a:pt x="17725" y="15152"/>
                  </a:lnTo>
                  <a:lnTo>
                    <a:pt x="17681" y="14934"/>
                  </a:lnTo>
                  <a:lnTo>
                    <a:pt x="17529" y="14476"/>
                  </a:lnTo>
                  <a:lnTo>
                    <a:pt x="17376" y="14040"/>
                  </a:lnTo>
                  <a:lnTo>
                    <a:pt x="17180" y="13604"/>
                  </a:lnTo>
                  <a:lnTo>
                    <a:pt x="16482" y="12057"/>
                  </a:lnTo>
                  <a:lnTo>
                    <a:pt x="15763" y="10531"/>
                  </a:lnTo>
                  <a:lnTo>
                    <a:pt x="15043" y="8983"/>
                  </a:lnTo>
                  <a:lnTo>
                    <a:pt x="14302" y="7457"/>
                  </a:lnTo>
                  <a:lnTo>
                    <a:pt x="13539" y="5952"/>
                  </a:lnTo>
                  <a:lnTo>
                    <a:pt x="12754" y="4448"/>
                  </a:lnTo>
                  <a:lnTo>
                    <a:pt x="11969" y="2944"/>
                  </a:lnTo>
                  <a:lnTo>
                    <a:pt x="11141" y="1461"/>
                  </a:lnTo>
                  <a:lnTo>
                    <a:pt x="10879" y="1025"/>
                  </a:lnTo>
                  <a:lnTo>
                    <a:pt x="10727" y="807"/>
                  </a:lnTo>
                  <a:lnTo>
                    <a:pt x="10574" y="611"/>
                  </a:lnTo>
                  <a:lnTo>
                    <a:pt x="10400" y="437"/>
                  </a:lnTo>
                  <a:lnTo>
                    <a:pt x="10225" y="284"/>
                  </a:lnTo>
                  <a:lnTo>
                    <a:pt x="10007" y="153"/>
                  </a:lnTo>
                  <a:lnTo>
                    <a:pt x="9789" y="66"/>
                  </a:lnTo>
                  <a:lnTo>
                    <a:pt x="957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4" name="Google Shape;11544;p80"/>
            <p:cNvSpPr/>
            <p:nvPr/>
          </p:nvSpPr>
          <p:spPr>
            <a:xfrm rot="-947327">
              <a:off x="5979300" y="3239411"/>
              <a:ext cx="444238" cy="438788"/>
            </a:xfrm>
            <a:custGeom>
              <a:rect b="b" l="l" r="r" t="t"/>
              <a:pathLst>
                <a:path extrusionOk="0" fill="none" h="17551" w="17769">
                  <a:moveTo>
                    <a:pt x="15283" y="17529"/>
                  </a:moveTo>
                  <a:lnTo>
                    <a:pt x="15283" y="17529"/>
                  </a:lnTo>
                  <a:lnTo>
                    <a:pt x="14891" y="17507"/>
                  </a:lnTo>
                  <a:lnTo>
                    <a:pt x="14477" y="17441"/>
                  </a:lnTo>
                  <a:lnTo>
                    <a:pt x="14084" y="17354"/>
                  </a:lnTo>
                  <a:lnTo>
                    <a:pt x="13713" y="17267"/>
                  </a:lnTo>
                  <a:lnTo>
                    <a:pt x="13321" y="17180"/>
                  </a:lnTo>
                  <a:lnTo>
                    <a:pt x="12929" y="17049"/>
                  </a:lnTo>
                  <a:lnTo>
                    <a:pt x="12187" y="16787"/>
                  </a:lnTo>
                  <a:lnTo>
                    <a:pt x="11424" y="16482"/>
                  </a:lnTo>
                  <a:lnTo>
                    <a:pt x="10683" y="16155"/>
                  </a:lnTo>
                  <a:lnTo>
                    <a:pt x="9964" y="15806"/>
                  </a:lnTo>
                  <a:lnTo>
                    <a:pt x="9223" y="15436"/>
                  </a:lnTo>
                  <a:lnTo>
                    <a:pt x="7740" y="14716"/>
                  </a:lnTo>
                  <a:lnTo>
                    <a:pt x="6999" y="14389"/>
                  </a:lnTo>
                  <a:lnTo>
                    <a:pt x="6258" y="14062"/>
                  </a:lnTo>
                  <a:lnTo>
                    <a:pt x="5516" y="13801"/>
                  </a:lnTo>
                  <a:lnTo>
                    <a:pt x="4732" y="13561"/>
                  </a:lnTo>
                  <a:lnTo>
                    <a:pt x="4361" y="13474"/>
                  </a:lnTo>
                  <a:lnTo>
                    <a:pt x="3969" y="13386"/>
                  </a:lnTo>
                  <a:lnTo>
                    <a:pt x="3554" y="13321"/>
                  </a:lnTo>
                  <a:lnTo>
                    <a:pt x="3162" y="13277"/>
                  </a:lnTo>
                  <a:lnTo>
                    <a:pt x="3162" y="13277"/>
                  </a:lnTo>
                  <a:lnTo>
                    <a:pt x="2333" y="13212"/>
                  </a:lnTo>
                  <a:lnTo>
                    <a:pt x="1941" y="13147"/>
                  </a:lnTo>
                  <a:lnTo>
                    <a:pt x="1527" y="13081"/>
                  </a:lnTo>
                  <a:lnTo>
                    <a:pt x="1527" y="13081"/>
                  </a:lnTo>
                  <a:lnTo>
                    <a:pt x="1331" y="13016"/>
                  </a:lnTo>
                  <a:lnTo>
                    <a:pt x="1134" y="12950"/>
                  </a:lnTo>
                  <a:lnTo>
                    <a:pt x="960" y="12863"/>
                  </a:lnTo>
                  <a:lnTo>
                    <a:pt x="764" y="12754"/>
                  </a:lnTo>
                  <a:lnTo>
                    <a:pt x="611" y="12645"/>
                  </a:lnTo>
                  <a:lnTo>
                    <a:pt x="459" y="12493"/>
                  </a:lnTo>
                  <a:lnTo>
                    <a:pt x="328" y="12340"/>
                  </a:lnTo>
                  <a:lnTo>
                    <a:pt x="219" y="12187"/>
                  </a:lnTo>
                  <a:lnTo>
                    <a:pt x="219" y="12187"/>
                  </a:lnTo>
                  <a:lnTo>
                    <a:pt x="153" y="12057"/>
                  </a:lnTo>
                  <a:lnTo>
                    <a:pt x="88" y="11904"/>
                  </a:lnTo>
                  <a:lnTo>
                    <a:pt x="23" y="11642"/>
                  </a:lnTo>
                  <a:lnTo>
                    <a:pt x="1" y="11337"/>
                  </a:lnTo>
                  <a:lnTo>
                    <a:pt x="23" y="11054"/>
                  </a:lnTo>
                  <a:lnTo>
                    <a:pt x="23" y="11054"/>
                  </a:lnTo>
                  <a:lnTo>
                    <a:pt x="66" y="10836"/>
                  </a:lnTo>
                  <a:lnTo>
                    <a:pt x="66" y="10836"/>
                  </a:lnTo>
                  <a:lnTo>
                    <a:pt x="66" y="10836"/>
                  </a:lnTo>
                  <a:lnTo>
                    <a:pt x="132" y="10531"/>
                  </a:lnTo>
                  <a:lnTo>
                    <a:pt x="241" y="10247"/>
                  </a:lnTo>
                  <a:lnTo>
                    <a:pt x="371" y="9964"/>
                  </a:lnTo>
                  <a:lnTo>
                    <a:pt x="524" y="9680"/>
                  </a:lnTo>
                  <a:lnTo>
                    <a:pt x="698" y="9419"/>
                  </a:lnTo>
                  <a:lnTo>
                    <a:pt x="873" y="9135"/>
                  </a:lnTo>
                  <a:lnTo>
                    <a:pt x="1265" y="8634"/>
                  </a:lnTo>
                  <a:lnTo>
                    <a:pt x="1265" y="8634"/>
                  </a:lnTo>
                  <a:lnTo>
                    <a:pt x="2137" y="7522"/>
                  </a:lnTo>
                  <a:lnTo>
                    <a:pt x="3031" y="6410"/>
                  </a:lnTo>
                  <a:lnTo>
                    <a:pt x="3947" y="5320"/>
                  </a:lnTo>
                  <a:lnTo>
                    <a:pt x="4862" y="4252"/>
                  </a:lnTo>
                  <a:lnTo>
                    <a:pt x="4862" y="4252"/>
                  </a:lnTo>
                  <a:lnTo>
                    <a:pt x="5342" y="3707"/>
                  </a:lnTo>
                  <a:lnTo>
                    <a:pt x="5843" y="3184"/>
                  </a:lnTo>
                  <a:lnTo>
                    <a:pt x="6323" y="2639"/>
                  </a:lnTo>
                  <a:lnTo>
                    <a:pt x="6781" y="2094"/>
                  </a:lnTo>
                  <a:lnTo>
                    <a:pt x="6781" y="2094"/>
                  </a:lnTo>
                  <a:lnTo>
                    <a:pt x="7108" y="1658"/>
                  </a:lnTo>
                  <a:lnTo>
                    <a:pt x="7435" y="1200"/>
                  </a:lnTo>
                  <a:lnTo>
                    <a:pt x="7587" y="982"/>
                  </a:lnTo>
                  <a:lnTo>
                    <a:pt x="7762" y="764"/>
                  </a:lnTo>
                  <a:lnTo>
                    <a:pt x="7958" y="568"/>
                  </a:lnTo>
                  <a:lnTo>
                    <a:pt x="8198" y="393"/>
                  </a:lnTo>
                  <a:lnTo>
                    <a:pt x="8198" y="393"/>
                  </a:lnTo>
                  <a:lnTo>
                    <a:pt x="8372" y="284"/>
                  </a:lnTo>
                  <a:lnTo>
                    <a:pt x="8547" y="175"/>
                  </a:lnTo>
                  <a:lnTo>
                    <a:pt x="8743" y="88"/>
                  </a:lnTo>
                  <a:lnTo>
                    <a:pt x="8961" y="44"/>
                  </a:lnTo>
                  <a:lnTo>
                    <a:pt x="9157" y="1"/>
                  </a:lnTo>
                  <a:lnTo>
                    <a:pt x="9375" y="1"/>
                  </a:lnTo>
                  <a:lnTo>
                    <a:pt x="9571" y="1"/>
                  </a:lnTo>
                  <a:lnTo>
                    <a:pt x="9789" y="66"/>
                  </a:lnTo>
                  <a:lnTo>
                    <a:pt x="9789" y="66"/>
                  </a:lnTo>
                  <a:lnTo>
                    <a:pt x="10007" y="153"/>
                  </a:lnTo>
                  <a:lnTo>
                    <a:pt x="10225" y="284"/>
                  </a:lnTo>
                  <a:lnTo>
                    <a:pt x="10400" y="437"/>
                  </a:lnTo>
                  <a:lnTo>
                    <a:pt x="10574" y="611"/>
                  </a:lnTo>
                  <a:lnTo>
                    <a:pt x="10727" y="807"/>
                  </a:lnTo>
                  <a:lnTo>
                    <a:pt x="10879" y="1025"/>
                  </a:lnTo>
                  <a:lnTo>
                    <a:pt x="11141" y="1461"/>
                  </a:lnTo>
                  <a:lnTo>
                    <a:pt x="11141" y="1461"/>
                  </a:lnTo>
                  <a:lnTo>
                    <a:pt x="11969" y="2944"/>
                  </a:lnTo>
                  <a:lnTo>
                    <a:pt x="12754" y="4448"/>
                  </a:lnTo>
                  <a:lnTo>
                    <a:pt x="13539" y="5952"/>
                  </a:lnTo>
                  <a:lnTo>
                    <a:pt x="14302" y="7457"/>
                  </a:lnTo>
                  <a:lnTo>
                    <a:pt x="15043" y="8983"/>
                  </a:lnTo>
                  <a:lnTo>
                    <a:pt x="15763" y="10531"/>
                  </a:lnTo>
                  <a:lnTo>
                    <a:pt x="16482" y="12057"/>
                  </a:lnTo>
                  <a:lnTo>
                    <a:pt x="17180" y="13604"/>
                  </a:lnTo>
                  <a:lnTo>
                    <a:pt x="17180" y="13604"/>
                  </a:lnTo>
                  <a:lnTo>
                    <a:pt x="17376" y="14040"/>
                  </a:lnTo>
                  <a:lnTo>
                    <a:pt x="17529" y="14476"/>
                  </a:lnTo>
                  <a:lnTo>
                    <a:pt x="17681" y="14934"/>
                  </a:lnTo>
                  <a:lnTo>
                    <a:pt x="17725" y="15152"/>
                  </a:lnTo>
                  <a:lnTo>
                    <a:pt x="17747" y="15392"/>
                  </a:lnTo>
                  <a:lnTo>
                    <a:pt x="17747" y="15392"/>
                  </a:lnTo>
                  <a:lnTo>
                    <a:pt x="17768" y="15719"/>
                  </a:lnTo>
                  <a:lnTo>
                    <a:pt x="17725" y="16024"/>
                  </a:lnTo>
                  <a:lnTo>
                    <a:pt x="17659" y="16330"/>
                  </a:lnTo>
                  <a:lnTo>
                    <a:pt x="17594" y="16482"/>
                  </a:lnTo>
                  <a:lnTo>
                    <a:pt x="17529" y="16635"/>
                  </a:lnTo>
                  <a:lnTo>
                    <a:pt x="17529" y="16635"/>
                  </a:lnTo>
                  <a:lnTo>
                    <a:pt x="17463" y="16766"/>
                  </a:lnTo>
                  <a:lnTo>
                    <a:pt x="17376" y="16896"/>
                  </a:lnTo>
                  <a:lnTo>
                    <a:pt x="17289" y="17005"/>
                  </a:lnTo>
                  <a:lnTo>
                    <a:pt x="17158" y="17114"/>
                  </a:lnTo>
                  <a:lnTo>
                    <a:pt x="17158" y="17114"/>
                  </a:lnTo>
                  <a:lnTo>
                    <a:pt x="16962" y="17267"/>
                  </a:lnTo>
                  <a:lnTo>
                    <a:pt x="16744" y="17376"/>
                  </a:lnTo>
                  <a:lnTo>
                    <a:pt x="16526" y="17441"/>
                  </a:lnTo>
                  <a:lnTo>
                    <a:pt x="16286" y="17507"/>
                  </a:lnTo>
                  <a:lnTo>
                    <a:pt x="16024" y="17529"/>
                  </a:lnTo>
                  <a:lnTo>
                    <a:pt x="15785" y="17550"/>
                  </a:lnTo>
                  <a:lnTo>
                    <a:pt x="15523" y="17550"/>
                  </a:lnTo>
                  <a:lnTo>
                    <a:pt x="15283" y="17529"/>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5" name="Google Shape;11545;p80"/>
            <p:cNvSpPr/>
            <p:nvPr/>
          </p:nvSpPr>
          <p:spPr>
            <a:xfrm rot="-947327">
              <a:off x="6010629" y="3465348"/>
              <a:ext cx="438238" cy="209331"/>
            </a:xfrm>
            <a:custGeom>
              <a:rect b="b" l="l" r="r" t="t"/>
              <a:pathLst>
                <a:path extrusionOk="0" h="8373" w="17529">
                  <a:moveTo>
                    <a:pt x="6388" y="1"/>
                  </a:moveTo>
                  <a:lnTo>
                    <a:pt x="6127" y="23"/>
                  </a:lnTo>
                  <a:lnTo>
                    <a:pt x="5843" y="44"/>
                  </a:lnTo>
                  <a:lnTo>
                    <a:pt x="5582" y="88"/>
                  </a:lnTo>
                  <a:lnTo>
                    <a:pt x="5320" y="175"/>
                  </a:lnTo>
                  <a:lnTo>
                    <a:pt x="5059" y="262"/>
                  </a:lnTo>
                  <a:lnTo>
                    <a:pt x="4579" y="459"/>
                  </a:lnTo>
                  <a:lnTo>
                    <a:pt x="4121" y="677"/>
                  </a:lnTo>
                  <a:lnTo>
                    <a:pt x="3642" y="873"/>
                  </a:lnTo>
                  <a:lnTo>
                    <a:pt x="3402" y="960"/>
                  </a:lnTo>
                  <a:lnTo>
                    <a:pt x="3162" y="1026"/>
                  </a:lnTo>
                  <a:lnTo>
                    <a:pt x="2878" y="1069"/>
                  </a:lnTo>
                  <a:lnTo>
                    <a:pt x="2617" y="1113"/>
                  </a:lnTo>
                  <a:lnTo>
                    <a:pt x="2333" y="1156"/>
                  </a:lnTo>
                  <a:lnTo>
                    <a:pt x="2072" y="1222"/>
                  </a:lnTo>
                  <a:lnTo>
                    <a:pt x="1919" y="1287"/>
                  </a:lnTo>
                  <a:lnTo>
                    <a:pt x="1788" y="1374"/>
                  </a:lnTo>
                  <a:lnTo>
                    <a:pt x="1505" y="1549"/>
                  </a:lnTo>
                  <a:lnTo>
                    <a:pt x="1222" y="1701"/>
                  </a:lnTo>
                  <a:lnTo>
                    <a:pt x="1069" y="1767"/>
                  </a:lnTo>
                  <a:lnTo>
                    <a:pt x="916" y="1832"/>
                  </a:lnTo>
                  <a:lnTo>
                    <a:pt x="807" y="1854"/>
                  </a:lnTo>
                  <a:lnTo>
                    <a:pt x="698" y="1876"/>
                  </a:lnTo>
                  <a:lnTo>
                    <a:pt x="589" y="1876"/>
                  </a:lnTo>
                  <a:lnTo>
                    <a:pt x="459" y="1854"/>
                  </a:lnTo>
                  <a:lnTo>
                    <a:pt x="350" y="1832"/>
                  </a:lnTo>
                  <a:lnTo>
                    <a:pt x="241" y="1789"/>
                  </a:lnTo>
                  <a:lnTo>
                    <a:pt x="153" y="1723"/>
                  </a:lnTo>
                  <a:lnTo>
                    <a:pt x="66" y="1658"/>
                  </a:lnTo>
                  <a:lnTo>
                    <a:pt x="23" y="1876"/>
                  </a:lnTo>
                  <a:lnTo>
                    <a:pt x="1" y="2159"/>
                  </a:lnTo>
                  <a:lnTo>
                    <a:pt x="23" y="2464"/>
                  </a:lnTo>
                  <a:lnTo>
                    <a:pt x="88" y="2726"/>
                  </a:lnTo>
                  <a:lnTo>
                    <a:pt x="153" y="2879"/>
                  </a:lnTo>
                  <a:lnTo>
                    <a:pt x="219" y="3009"/>
                  </a:lnTo>
                  <a:lnTo>
                    <a:pt x="328" y="3162"/>
                  </a:lnTo>
                  <a:lnTo>
                    <a:pt x="459" y="3315"/>
                  </a:lnTo>
                  <a:lnTo>
                    <a:pt x="611" y="3467"/>
                  </a:lnTo>
                  <a:lnTo>
                    <a:pt x="764" y="3576"/>
                  </a:lnTo>
                  <a:lnTo>
                    <a:pt x="960" y="3685"/>
                  </a:lnTo>
                  <a:lnTo>
                    <a:pt x="1134" y="3772"/>
                  </a:lnTo>
                  <a:lnTo>
                    <a:pt x="1331" y="3838"/>
                  </a:lnTo>
                  <a:lnTo>
                    <a:pt x="1527" y="3903"/>
                  </a:lnTo>
                  <a:lnTo>
                    <a:pt x="1941" y="3969"/>
                  </a:lnTo>
                  <a:lnTo>
                    <a:pt x="2333" y="4034"/>
                  </a:lnTo>
                  <a:lnTo>
                    <a:pt x="3162" y="4099"/>
                  </a:lnTo>
                  <a:lnTo>
                    <a:pt x="3554" y="4143"/>
                  </a:lnTo>
                  <a:lnTo>
                    <a:pt x="3969" y="4208"/>
                  </a:lnTo>
                  <a:lnTo>
                    <a:pt x="4361" y="4296"/>
                  </a:lnTo>
                  <a:lnTo>
                    <a:pt x="4732" y="4383"/>
                  </a:lnTo>
                  <a:lnTo>
                    <a:pt x="5516" y="4623"/>
                  </a:lnTo>
                  <a:lnTo>
                    <a:pt x="6258" y="4884"/>
                  </a:lnTo>
                  <a:lnTo>
                    <a:pt x="6999" y="5211"/>
                  </a:lnTo>
                  <a:lnTo>
                    <a:pt x="7740" y="5538"/>
                  </a:lnTo>
                  <a:lnTo>
                    <a:pt x="9223" y="6258"/>
                  </a:lnTo>
                  <a:lnTo>
                    <a:pt x="9964" y="6628"/>
                  </a:lnTo>
                  <a:lnTo>
                    <a:pt x="10683" y="6977"/>
                  </a:lnTo>
                  <a:lnTo>
                    <a:pt x="11424" y="7304"/>
                  </a:lnTo>
                  <a:lnTo>
                    <a:pt x="12187" y="7609"/>
                  </a:lnTo>
                  <a:lnTo>
                    <a:pt x="12929" y="7871"/>
                  </a:lnTo>
                  <a:lnTo>
                    <a:pt x="13321" y="8002"/>
                  </a:lnTo>
                  <a:lnTo>
                    <a:pt x="13713" y="8089"/>
                  </a:lnTo>
                  <a:lnTo>
                    <a:pt x="14084" y="8176"/>
                  </a:lnTo>
                  <a:lnTo>
                    <a:pt x="14477" y="8263"/>
                  </a:lnTo>
                  <a:lnTo>
                    <a:pt x="14891" y="8329"/>
                  </a:lnTo>
                  <a:lnTo>
                    <a:pt x="15283" y="8351"/>
                  </a:lnTo>
                  <a:lnTo>
                    <a:pt x="15523" y="8372"/>
                  </a:lnTo>
                  <a:lnTo>
                    <a:pt x="15785" y="8372"/>
                  </a:lnTo>
                  <a:lnTo>
                    <a:pt x="16024" y="8351"/>
                  </a:lnTo>
                  <a:lnTo>
                    <a:pt x="16286" y="8329"/>
                  </a:lnTo>
                  <a:lnTo>
                    <a:pt x="16526" y="8263"/>
                  </a:lnTo>
                  <a:lnTo>
                    <a:pt x="16744" y="8198"/>
                  </a:lnTo>
                  <a:lnTo>
                    <a:pt x="16962" y="8089"/>
                  </a:lnTo>
                  <a:lnTo>
                    <a:pt x="17158" y="7936"/>
                  </a:lnTo>
                  <a:lnTo>
                    <a:pt x="17289" y="7827"/>
                  </a:lnTo>
                  <a:lnTo>
                    <a:pt x="17376" y="7718"/>
                  </a:lnTo>
                  <a:lnTo>
                    <a:pt x="17463" y="7588"/>
                  </a:lnTo>
                  <a:lnTo>
                    <a:pt x="17529" y="7457"/>
                  </a:lnTo>
                  <a:lnTo>
                    <a:pt x="17158" y="7239"/>
                  </a:lnTo>
                  <a:lnTo>
                    <a:pt x="16766" y="7021"/>
                  </a:lnTo>
                  <a:lnTo>
                    <a:pt x="16373" y="6825"/>
                  </a:lnTo>
                  <a:lnTo>
                    <a:pt x="16199" y="6716"/>
                  </a:lnTo>
                  <a:lnTo>
                    <a:pt x="16024" y="6585"/>
                  </a:lnTo>
                  <a:lnTo>
                    <a:pt x="15806" y="6410"/>
                  </a:lnTo>
                  <a:lnTo>
                    <a:pt x="15610" y="6214"/>
                  </a:lnTo>
                  <a:lnTo>
                    <a:pt x="15436" y="5996"/>
                  </a:lnTo>
                  <a:lnTo>
                    <a:pt x="15261" y="5778"/>
                  </a:lnTo>
                  <a:lnTo>
                    <a:pt x="14956" y="5320"/>
                  </a:lnTo>
                  <a:lnTo>
                    <a:pt x="14651" y="4862"/>
                  </a:lnTo>
                  <a:lnTo>
                    <a:pt x="14324" y="4405"/>
                  </a:lnTo>
                  <a:lnTo>
                    <a:pt x="14150" y="4187"/>
                  </a:lnTo>
                  <a:lnTo>
                    <a:pt x="13975" y="3990"/>
                  </a:lnTo>
                  <a:lnTo>
                    <a:pt x="13801" y="3794"/>
                  </a:lnTo>
                  <a:lnTo>
                    <a:pt x="13583" y="3642"/>
                  </a:lnTo>
                  <a:lnTo>
                    <a:pt x="13365" y="3489"/>
                  </a:lnTo>
                  <a:lnTo>
                    <a:pt x="13125" y="3358"/>
                  </a:lnTo>
                  <a:lnTo>
                    <a:pt x="12820" y="3249"/>
                  </a:lnTo>
                  <a:lnTo>
                    <a:pt x="12493" y="3162"/>
                  </a:lnTo>
                  <a:lnTo>
                    <a:pt x="12166" y="3097"/>
                  </a:lnTo>
                  <a:lnTo>
                    <a:pt x="11839" y="2988"/>
                  </a:lnTo>
                  <a:lnTo>
                    <a:pt x="11642" y="2900"/>
                  </a:lnTo>
                  <a:lnTo>
                    <a:pt x="11468" y="2813"/>
                  </a:lnTo>
                  <a:lnTo>
                    <a:pt x="11294" y="2704"/>
                  </a:lnTo>
                  <a:lnTo>
                    <a:pt x="11119" y="2595"/>
                  </a:lnTo>
                  <a:lnTo>
                    <a:pt x="10792" y="2334"/>
                  </a:lnTo>
                  <a:lnTo>
                    <a:pt x="10465" y="2028"/>
                  </a:lnTo>
                  <a:lnTo>
                    <a:pt x="9855" y="1440"/>
                  </a:lnTo>
                  <a:lnTo>
                    <a:pt x="9550" y="1135"/>
                  </a:lnTo>
                  <a:lnTo>
                    <a:pt x="9223" y="873"/>
                  </a:lnTo>
                  <a:lnTo>
                    <a:pt x="9005" y="720"/>
                  </a:lnTo>
                  <a:lnTo>
                    <a:pt x="8765" y="568"/>
                  </a:lnTo>
                  <a:lnTo>
                    <a:pt x="8525" y="437"/>
                  </a:lnTo>
                  <a:lnTo>
                    <a:pt x="8263" y="328"/>
                  </a:lnTo>
                  <a:lnTo>
                    <a:pt x="8002" y="241"/>
                  </a:lnTo>
                  <a:lnTo>
                    <a:pt x="7740" y="153"/>
                  </a:lnTo>
                  <a:lnTo>
                    <a:pt x="7478" y="88"/>
                  </a:lnTo>
                  <a:lnTo>
                    <a:pt x="7217" y="44"/>
                  </a:lnTo>
                  <a:lnTo>
                    <a:pt x="693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6" name="Google Shape;11546;p80"/>
            <p:cNvSpPr/>
            <p:nvPr/>
          </p:nvSpPr>
          <p:spPr>
            <a:xfrm rot="-947327">
              <a:off x="6121682" y="3408471"/>
              <a:ext cx="22926" cy="16375"/>
            </a:xfrm>
            <a:custGeom>
              <a:rect b="b" l="l" r="r" t="t"/>
              <a:pathLst>
                <a:path extrusionOk="0" h="655" w="917">
                  <a:moveTo>
                    <a:pt x="676" y="0"/>
                  </a:moveTo>
                  <a:lnTo>
                    <a:pt x="567" y="22"/>
                  </a:lnTo>
                  <a:lnTo>
                    <a:pt x="175" y="153"/>
                  </a:lnTo>
                  <a:lnTo>
                    <a:pt x="88" y="196"/>
                  </a:lnTo>
                  <a:lnTo>
                    <a:pt x="22" y="284"/>
                  </a:lnTo>
                  <a:lnTo>
                    <a:pt x="1" y="371"/>
                  </a:lnTo>
                  <a:lnTo>
                    <a:pt x="1" y="480"/>
                  </a:lnTo>
                  <a:lnTo>
                    <a:pt x="66" y="567"/>
                  </a:lnTo>
                  <a:lnTo>
                    <a:pt x="153" y="632"/>
                  </a:lnTo>
                  <a:lnTo>
                    <a:pt x="240" y="654"/>
                  </a:lnTo>
                  <a:lnTo>
                    <a:pt x="349" y="632"/>
                  </a:lnTo>
                  <a:lnTo>
                    <a:pt x="742" y="523"/>
                  </a:lnTo>
                  <a:lnTo>
                    <a:pt x="829" y="458"/>
                  </a:lnTo>
                  <a:lnTo>
                    <a:pt x="894" y="371"/>
                  </a:lnTo>
                  <a:lnTo>
                    <a:pt x="916" y="284"/>
                  </a:lnTo>
                  <a:lnTo>
                    <a:pt x="916" y="175"/>
                  </a:lnTo>
                  <a:lnTo>
                    <a:pt x="851" y="87"/>
                  </a:lnTo>
                  <a:lnTo>
                    <a:pt x="764" y="22"/>
                  </a:lnTo>
                  <a:lnTo>
                    <a:pt x="67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7" name="Google Shape;11547;p80"/>
            <p:cNvSpPr/>
            <p:nvPr/>
          </p:nvSpPr>
          <p:spPr>
            <a:xfrm rot="-947327">
              <a:off x="6176613" y="3408494"/>
              <a:ext cx="30551" cy="27276"/>
            </a:xfrm>
            <a:custGeom>
              <a:rect b="b" l="l" r="r" t="t"/>
              <a:pathLst>
                <a:path extrusionOk="0" h="1091" w="1222">
                  <a:moveTo>
                    <a:pt x="524" y="0"/>
                  </a:moveTo>
                  <a:lnTo>
                    <a:pt x="437" y="22"/>
                  </a:lnTo>
                  <a:lnTo>
                    <a:pt x="328" y="44"/>
                  </a:lnTo>
                  <a:lnTo>
                    <a:pt x="241" y="88"/>
                  </a:lnTo>
                  <a:lnTo>
                    <a:pt x="153" y="153"/>
                  </a:lnTo>
                  <a:lnTo>
                    <a:pt x="88" y="240"/>
                  </a:lnTo>
                  <a:lnTo>
                    <a:pt x="44" y="327"/>
                  </a:lnTo>
                  <a:lnTo>
                    <a:pt x="23" y="436"/>
                  </a:lnTo>
                  <a:lnTo>
                    <a:pt x="1" y="567"/>
                  </a:lnTo>
                  <a:lnTo>
                    <a:pt x="44" y="698"/>
                  </a:lnTo>
                  <a:lnTo>
                    <a:pt x="88" y="829"/>
                  </a:lnTo>
                  <a:lnTo>
                    <a:pt x="197" y="938"/>
                  </a:lnTo>
                  <a:lnTo>
                    <a:pt x="306" y="1003"/>
                  </a:lnTo>
                  <a:lnTo>
                    <a:pt x="437" y="1047"/>
                  </a:lnTo>
                  <a:lnTo>
                    <a:pt x="590" y="1090"/>
                  </a:lnTo>
                  <a:lnTo>
                    <a:pt x="808" y="1090"/>
                  </a:lnTo>
                  <a:lnTo>
                    <a:pt x="895" y="1047"/>
                  </a:lnTo>
                  <a:lnTo>
                    <a:pt x="1004" y="1003"/>
                  </a:lnTo>
                  <a:lnTo>
                    <a:pt x="1069" y="938"/>
                  </a:lnTo>
                  <a:lnTo>
                    <a:pt x="1135" y="851"/>
                  </a:lnTo>
                  <a:lnTo>
                    <a:pt x="1200" y="763"/>
                  </a:lnTo>
                  <a:lnTo>
                    <a:pt x="1222" y="676"/>
                  </a:lnTo>
                  <a:lnTo>
                    <a:pt x="1222" y="524"/>
                  </a:lnTo>
                  <a:lnTo>
                    <a:pt x="1200" y="393"/>
                  </a:lnTo>
                  <a:lnTo>
                    <a:pt x="1135" y="262"/>
                  </a:lnTo>
                  <a:lnTo>
                    <a:pt x="1047" y="175"/>
                  </a:lnTo>
                  <a:lnTo>
                    <a:pt x="938" y="88"/>
                  </a:lnTo>
                  <a:lnTo>
                    <a:pt x="808" y="44"/>
                  </a:lnTo>
                  <a:lnTo>
                    <a:pt x="633" y="22"/>
                  </a:lnTo>
                  <a:lnTo>
                    <a:pt x="52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8" name="Google Shape;11548;p80"/>
            <p:cNvSpPr/>
            <p:nvPr/>
          </p:nvSpPr>
          <p:spPr>
            <a:xfrm rot="-947327">
              <a:off x="6169208" y="3342437"/>
              <a:ext cx="27826" cy="27276"/>
            </a:xfrm>
            <a:custGeom>
              <a:rect b="b" l="l" r="r" t="t"/>
              <a:pathLst>
                <a:path extrusionOk="0" h="1091" w="1113">
                  <a:moveTo>
                    <a:pt x="546" y="0"/>
                  </a:moveTo>
                  <a:lnTo>
                    <a:pt x="393" y="22"/>
                  </a:lnTo>
                  <a:lnTo>
                    <a:pt x="284" y="88"/>
                  </a:lnTo>
                  <a:lnTo>
                    <a:pt x="241" y="109"/>
                  </a:lnTo>
                  <a:lnTo>
                    <a:pt x="154" y="197"/>
                  </a:lnTo>
                  <a:lnTo>
                    <a:pt x="88" y="262"/>
                  </a:lnTo>
                  <a:lnTo>
                    <a:pt x="45" y="349"/>
                  </a:lnTo>
                  <a:lnTo>
                    <a:pt x="23" y="458"/>
                  </a:lnTo>
                  <a:lnTo>
                    <a:pt x="1" y="567"/>
                  </a:lnTo>
                  <a:lnTo>
                    <a:pt x="23" y="654"/>
                  </a:lnTo>
                  <a:lnTo>
                    <a:pt x="45" y="763"/>
                  </a:lnTo>
                  <a:lnTo>
                    <a:pt x="88" y="851"/>
                  </a:lnTo>
                  <a:lnTo>
                    <a:pt x="197" y="960"/>
                  </a:lnTo>
                  <a:lnTo>
                    <a:pt x="306" y="1025"/>
                  </a:lnTo>
                  <a:lnTo>
                    <a:pt x="437" y="1069"/>
                  </a:lnTo>
                  <a:lnTo>
                    <a:pt x="568" y="1091"/>
                  </a:lnTo>
                  <a:lnTo>
                    <a:pt x="699" y="1047"/>
                  </a:lnTo>
                  <a:lnTo>
                    <a:pt x="829" y="1003"/>
                  </a:lnTo>
                  <a:lnTo>
                    <a:pt x="873" y="960"/>
                  </a:lnTo>
                  <a:lnTo>
                    <a:pt x="960" y="894"/>
                  </a:lnTo>
                  <a:lnTo>
                    <a:pt x="1026" y="807"/>
                  </a:lnTo>
                  <a:lnTo>
                    <a:pt x="1069" y="720"/>
                  </a:lnTo>
                  <a:lnTo>
                    <a:pt x="1091" y="633"/>
                  </a:lnTo>
                  <a:lnTo>
                    <a:pt x="1113" y="524"/>
                  </a:lnTo>
                  <a:lnTo>
                    <a:pt x="1091" y="436"/>
                  </a:lnTo>
                  <a:lnTo>
                    <a:pt x="1069" y="327"/>
                  </a:lnTo>
                  <a:lnTo>
                    <a:pt x="1004" y="240"/>
                  </a:lnTo>
                  <a:lnTo>
                    <a:pt x="917" y="131"/>
                  </a:lnTo>
                  <a:lnTo>
                    <a:pt x="808" y="44"/>
                  </a:lnTo>
                  <a:lnTo>
                    <a:pt x="67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9" name="Google Shape;11549;p80"/>
            <p:cNvSpPr/>
            <p:nvPr/>
          </p:nvSpPr>
          <p:spPr>
            <a:xfrm rot="-947327">
              <a:off x="6243608" y="3397866"/>
              <a:ext cx="18026" cy="15300"/>
            </a:xfrm>
            <a:custGeom>
              <a:rect b="b" l="l" r="r" t="t"/>
              <a:pathLst>
                <a:path extrusionOk="0" h="612" w="721">
                  <a:moveTo>
                    <a:pt x="219" y="1"/>
                  </a:moveTo>
                  <a:lnTo>
                    <a:pt x="175" y="23"/>
                  </a:lnTo>
                  <a:lnTo>
                    <a:pt x="131" y="45"/>
                  </a:lnTo>
                  <a:lnTo>
                    <a:pt x="88" y="88"/>
                  </a:lnTo>
                  <a:lnTo>
                    <a:pt x="44" y="110"/>
                  </a:lnTo>
                  <a:lnTo>
                    <a:pt x="22" y="154"/>
                  </a:lnTo>
                  <a:lnTo>
                    <a:pt x="1" y="219"/>
                  </a:lnTo>
                  <a:lnTo>
                    <a:pt x="1" y="284"/>
                  </a:lnTo>
                  <a:lnTo>
                    <a:pt x="1" y="350"/>
                  </a:lnTo>
                  <a:lnTo>
                    <a:pt x="44" y="415"/>
                  </a:lnTo>
                  <a:lnTo>
                    <a:pt x="88" y="481"/>
                  </a:lnTo>
                  <a:lnTo>
                    <a:pt x="153" y="502"/>
                  </a:lnTo>
                  <a:lnTo>
                    <a:pt x="349" y="590"/>
                  </a:lnTo>
                  <a:lnTo>
                    <a:pt x="437" y="611"/>
                  </a:lnTo>
                  <a:lnTo>
                    <a:pt x="480" y="611"/>
                  </a:lnTo>
                  <a:lnTo>
                    <a:pt x="546" y="590"/>
                  </a:lnTo>
                  <a:lnTo>
                    <a:pt x="589" y="568"/>
                  </a:lnTo>
                  <a:lnTo>
                    <a:pt x="633" y="546"/>
                  </a:lnTo>
                  <a:lnTo>
                    <a:pt x="655" y="502"/>
                  </a:lnTo>
                  <a:lnTo>
                    <a:pt x="698" y="459"/>
                  </a:lnTo>
                  <a:lnTo>
                    <a:pt x="720" y="393"/>
                  </a:lnTo>
                  <a:lnTo>
                    <a:pt x="720" y="328"/>
                  </a:lnTo>
                  <a:lnTo>
                    <a:pt x="698" y="263"/>
                  </a:lnTo>
                  <a:lnTo>
                    <a:pt x="676" y="197"/>
                  </a:lnTo>
                  <a:lnTo>
                    <a:pt x="633" y="154"/>
                  </a:lnTo>
                  <a:lnTo>
                    <a:pt x="567" y="110"/>
                  </a:lnTo>
                  <a:lnTo>
                    <a:pt x="371" y="45"/>
                  </a:lnTo>
                  <a:lnTo>
                    <a:pt x="28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0" name="Google Shape;11550;p80"/>
            <p:cNvSpPr/>
            <p:nvPr/>
          </p:nvSpPr>
          <p:spPr>
            <a:xfrm rot="-947327">
              <a:off x="6276672" y="3455605"/>
              <a:ext cx="30001" cy="27826"/>
            </a:xfrm>
            <a:custGeom>
              <a:rect b="b" l="l" r="r" t="t"/>
              <a:pathLst>
                <a:path extrusionOk="0" h="1113" w="1200">
                  <a:moveTo>
                    <a:pt x="524" y="1"/>
                  </a:moveTo>
                  <a:lnTo>
                    <a:pt x="436" y="23"/>
                  </a:lnTo>
                  <a:lnTo>
                    <a:pt x="327" y="44"/>
                  </a:lnTo>
                  <a:lnTo>
                    <a:pt x="240" y="88"/>
                  </a:lnTo>
                  <a:lnTo>
                    <a:pt x="153" y="153"/>
                  </a:lnTo>
                  <a:lnTo>
                    <a:pt x="88" y="241"/>
                  </a:lnTo>
                  <a:lnTo>
                    <a:pt x="44" y="328"/>
                  </a:lnTo>
                  <a:lnTo>
                    <a:pt x="22" y="437"/>
                  </a:lnTo>
                  <a:lnTo>
                    <a:pt x="0" y="568"/>
                  </a:lnTo>
                  <a:lnTo>
                    <a:pt x="44" y="699"/>
                  </a:lnTo>
                  <a:lnTo>
                    <a:pt x="88" y="829"/>
                  </a:lnTo>
                  <a:lnTo>
                    <a:pt x="197" y="938"/>
                  </a:lnTo>
                  <a:lnTo>
                    <a:pt x="306" y="1004"/>
                  </a:lnTo>
                  <a:lnTo>
                    <a:pt x="436" y="1047"/>
                  </a:lnTo>
                  <a:lnTo>
                    <a:pt x="589" y="1091"/>
                  </a:lnTo>
                  <a:lnTo>
                    <a:pt x="676" y="1113"/>
                  </a:lnTo>
                  <a:lnTo>
                    <a:pt x="785" y="1091"/>
                  </a:lnTo>
                  <a:lnTo>
                    <a:pt x="894" y="1069"/>
                  </a:lnTo>
                  <a:lnTo>
                    <a:pt x="981" y="1026"/>
                  </a:lnTo>
                  <a:lnTo>
                    <a:pt x="1069" y="960"/>
                  </a:lnTo>
                  <a:lnTo>
                    <a:pt x="1112" y="873"/>
                  </a:lnTo>
                  <a:lnTo>
                    <a:pt x="1178" y="786"/>
                  </a:lnTo>
                  <a:lnTo>
                    <a:pt x="1199" y="677"/>
                  </a:lnTo>
                  <a:lnTo>
                    <a:pt x="1199" y="546"/>
                  </a:lnTo>
                  <a:lnTo>
                    <a:pt x="1178" y="415"/>
                  </a:lnTo>
                  <a:lnTo>
                    <a:pt x="1112" y="284"/>
                  </a:lnTo>
                  <a:lnTo>
                    <a:pt x="1025" y="175"/>
                  </a:lnTo>
                  <a:lnTo>
                    <a:pt x="916" y="110"/>
                  </a:lnTo>
                  <a:lnTo>
                    <a:pt x="785" y="66"/>
                  </a:lnTo>
                  <a:lnTo>
                    <a:pt x="633" y="23"/>
                  </a:lnTo>
                  <a:lnTo>
                    <a:pt x="52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1" name="Google Shape;11551;p80"/>
            <p:cNvSpPr/>
            <p:nvPr/>
          </p:nvSpPr>
          <p:spPr>
            <a:xfrm rot="-947327">
              <a:off x="6074477" y="3467991"/>
              <a:ext cx="16375" cy="13100"/>
            </a:xfrm>
            <a:custGeom>
              <a:rect b="b" l="l" r="r" t="t"/>
              <a:pathLst>
                <a:path extrusionOk="0" h="524" w="655">
                  <a:moveTo>
                    <a:pt x="197" y="0"/>
                  </a:moveTo>
                  <a:lnTo>
                    <a:pt x="154" y="22"/>
                  </a:lnTo>
                  <a:lnTo>
                    <a:pt x="110" y="44"/>
                  </a:lnTo>
                  <a:lnTo>
                    <a:pt x="66" y="87"/>
                  </a:lnTo>
                  <a:lnTo>
                    <a:pt x="45" y="131"/>
                  </a:lnTo>
                  <a:lnTo>
                    <a:pt x="23" y="175"/>
                  </a:lnTo>
                  <a:lnTo>
                    <a:pt x="1" y="284"/>
                  </a:lnTo>
                  <a:lnTo>
                    <a:pt x="23" y="349"/>
                  </a:lnTo>
                  <a:lnTo>
                    <a:pt x="45" y="414"/>
                  </a:lnTo>
                  <a:lnTo>
                    <a:pt x="88" y="458"/>
                  </a:lnTo>
                  <a:lnTo>
                    <a:pt x="154" y="502"/>
                  </a:lnTo>
                  <a:lnTo>
                    <a:pt x="219" y="523"/>
                  </a:lnTo>
                  <a:lnTo>
                    <a:pt x="459" y="523"/>
                  </a:lnTo>
                  <a:lnTo>
                    <a:pt x="502" y="502"/>
                  </a:lnTo>
                  <a:lnTo>
                    <a:pt x="546" y="480"/>
                  </a:lnTo>
                  <a:lnTo>
                    <a:pt x="590" y="436"/>
                  </a:lnTo>
                  <a:lnTo>
                    <a:pt x="611" y="393"/>
                  </a:lnTo>
                  <a:lnTo>
                    <a:pt x="633" y="349"/>
                  </a:lnTo>
                  <a:lnTo>
                    <a:pt x="655" y="240"/>
                  </a:lnTo>
                  <a:lnTo>
                    <a:pt x="633" y="175"/>
                  </a:lnTo>
                  <a:lnTo>
                    <a:pt x="611" y="109"/>
                  </a:lnTo>
                  <a:lnTo>
                    <a:pt x="568" y="66"/>
                  </a:lnTo>
                  <a:lnTo>
                    <a:pt x="502" y="22"/>
                  </a:lnTo>
                  <a:lnTo>
                    <a:pt x="43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2" name="Google Shape;11552;p80"/>
            <p:cNvSpPr/>
            <p:nvPr/>
          </p:nvSpPr>
          <p:spPr>
            <a:xfrm rot="-947327">
              <a:off x="6149250" y="3291719"/>
              <a:ext cx="15825" cy="13100"/>
            </a:xfrm>
            <a:custGeom>
              <a:rect b="b" l="l" r="r" t="t"/>
              <a:pathLst>
                <a:path extrusionOk="0" h="524" w="633">
                  <a:moveTo>
                    <a:pt x="240" y="1"/>
                  </a:moveTo>
                  <a:lnTo>
                    <a:pt x="196" y="23"/>
                  </a:lnTo>
                  <a:lnTo>
                    <a:pt x="153" y="23"/>
                  </a:lnTo>
                  <a:lnTo>
                    <a:pt x="87" y="66"/>
                  </a:lnTo>
                  <a:lnTo>
                    <a:pt x="66" y="88"/>
                  </a:lnTo>
                  <a:lnTo>
                    <a:pt x="22" y="132"/>
                  </a:lnTo>
                  <a:lnTo>
                    <a:pt x="22" y="175"/>
                  </a:lnTo>
                  <a:lnTo>
                    <a:pt x="0" y="284"/>
                  </a:lnTo>
                  <a:lnTo>
                    <a:pt x="0" y="350"/>
                  </a:lnTo>
                  <a:lnTo>
                    <a:pt x="44" y="415"/>
                  </a:lnTo>
                  <a:lnTo>
                    <a:pt x="87" y="459"/>
                  </a:lnTo>
                  <a:lnTo>
                    <a:pt x="153" y="502"/>
                  </a:lnTo>
                  <a:lnTo>
                    <a:pt x="218" y="524"/>
                  </a:lnTo>
                  <a:lnTo>
                    <a:pt x="393" y="524"/>
                  </a:lnTo>
                  <a:lnTo>
                    <a:pt x="436" y="502"/>
                  </a:lnTo>
                  <a:lnTo>
                    <a:pt x="480" y="502"/>
                  </a:lnTo>
                  <a:lnTo>
                    <a:pt x="523" y="459"/>
                  </a:lnTo>
                  <a:lnTo>
                    <a:pt x="567" y="437"/>
                  </a:lnTo>
                  <a:lnTo>
                    <a:pt x="589" y="393"/>
                  </a:lnTo>
                  <a:lnTo>
                    <a:pt x="611" y="350"/>
                  </a:lnTo>
                  <a:lnTo>
                    <a:pt x="632" y="241"/>
                  </a:lnTo>
                  <a:lnTo>
                    <a:pt x="611" y="175"/>
                  </a:lnTo>
                  <a:lnTo>
                    <a:pt x="589" y="110"/>
                  </a:lnTo>
                  <a:lnTo>
                    <a:pt x="545" y="66"/>
                  </a:lnTo>
                  <a:lnTo>
                    <a:pt x="480" y="23"/>
                  </a:lnTo>
                  <a:lnTo>
                    <a:pt x="4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3" name="Google Shape;11553;p80"/>
            <p:cNvSpPr/>
            <p:nvPr/>
          </p:nvSpPr>
          <p:spPr>
            <a:xfrm rot="-947327">
              <a:off x="6340725" y="3477866"/>
              <a:ext cx="28901" cy="27826"/>
            </a:xfrm>
            <a:custGeom>
              <a:rect b="b" l="l" r="r" t="t"/>
              <a:pathLst>
                <a:path extrusionOk="0" h="1113" w="1156">
                  <a:moveTo>
                    <a:pt x="458" y="1"/>
                  </a:moveTo>
                  <a:lnTo>
                    <a:pt x="349" y="23"/>
                  </a:lnTo>
                  <a:lnTo>
                    <a:pt x="262" y="66"/>
                  </a:lnTo>
                  <a:lnTo>
                    <a:pt x="174" y="132"/>
                  </a:lnTo>
                  <a:lnTo>
                    <a:pt x="109" y="197"/>
                  </a:lnTo>
                  <a:lnTo>
                    <a:pt x="44" y="306"/>
                  </a:lnTo>
                  <a:lnTo>
                    <a:pt x="0" y="415"/>
                  </a:lnTo>
                  <a:lnTo>
                    <a:pt x="0" y="568"/>
                  </a:lnTo>
                  <a:lnTo>
                    <a:pt x="22" y="698"/>
                  </a:lnTo>
                  <a:lnTo>
                    <a:pt x="87" y="829"/>
                  </a:lnTo>
                  <a:lnTo>
                    <a:pt x="174" y="916"/>
                  </a:lnTo>
                  <a:lnTo>
                    <a:pt x="305" y="1004"/>
                  </a:lnTo>
                  <a:lnTo>
                    <a:pt x="393" y="1047"/>
                  </a:lnTo>
                  <a:lnTo>
                    <a:pt x="480" y="1091"/>
                  </a:lnTo>
                  <a:lnTo>
                    <a:pt x="589" y="1091"/>
                  </a:lnTo>
                  <a:lnTo>
                    <a:pt x="698" y="1113"/>
                  </a:lnTo>
                  <a:lnTo>
                    <a:pt x="785" y="1069"/>
                  </a:lnTo>
                  <a:lnTo>
                    <a:pt x="894" y="1025"/>
                  </a:lnTo>
                  <a:lnTo>
                    <a:pt x="959" y="960"/>
                  </a:lnTo>
                  <a:lnTo>
                    <a:pt x="1047" y="895"/>
                  </a:lnTo>
                  <a:lnTo>
                    <a:pt x="1090" y="807"/>
                  </a:lnTo>
                  <a:lnTo>
                    <a:pt x="1134" y="677"/>
                  </a:lnTo>
                  <a:lnTo>
                    <a:pt x="1156" y="546"/>
                  </a:lnTo>
                  <a:lnTo>
                    <a:pt x="1112" y="415"/>
                  </a:lnTo>
                  <a:lnTo>
                    <a:pt x="1047" y="284"/>
                  </a:lnTo>
                  <a:lnTo>
                    <a:pt x="959" y="175"/>
                  </a:lnTo>
                  <a:lnTo>
                    <a:pt x="850" y="110"/>
                  </a:lnTo>
                  <a:lnTo>
                    <a:pt x="763" y="44"/>
                  </a:lnTo>
                  <a:lnTo>
                    <a:pt x="654" y="23"/>
                  </a:lnTo>
                  <a:lnTo>
                    <a:pt x="56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4" name="Google Shape;11554;p80"/>
            <p:cNvSpPr/>
            <p:nvPr/>
          </p:nvSpPr>
          <p:spPr>
            <a:xfrm rot="-947327">
              <a:off x="6340725" y="3477866"/>
              <a:ext cx="28901" cy="27826"/>
            </a:xfrm>
            <a:custGeom>
              <a:rect b="b" l="l" r="r" t="t"/>
              <a:pathLst>
                <a:path extrusionOk="0" fill="none" h="1113" w="1156">
                  <a:moveTo>
                    <a:pt x="1090" y="807"/>
                  </a:moveTo>
                  <a:lnTo>
                    <a:pt x="1090" y="807"/>
                  </a:lnTo>
                  <a:lnTo>
                    <a:pt x="1134" y="677"/>
                  </a:lnTo>
                  <a:lnTo>
                    <a:pt x="1134" y="677"/>
                  </a:lnTo>
                  <a:lnTo>
                    <a:pt x="1156" y="546"/>
                  </a:lnTo>
                  <a:lnTo>
                    <a:pt x="1112" y="415"/>
                  </a:lnTo>
                  <a:lnTo>
                    <a:pt x="1112" y="415"/>
                  </a:lnTo>
                  <a:lnTo>
                    <a:pt x="1047" y="284"/>
                  </a:lnTo>
                  <a:lnTo>
                    <a:pt x="1047" y="284"/>
                  </a:lnTo>
                  <a:lnTo>
                    <a:pt x="959" y="175"/>
                  </a:lnTo>
                  <a:lnTo>
                    <a:pt x="850" y="110"/>
                  </a:lnTo>
                  <a:lnTo>
                    <a:pt x="763" y="44"/>
                  </a:lnTo>
                  <a:lnTo>
                    <a:pt x="763" y="44"/>
                  </a:lnTo>
                  <a:lnTo>
                    <a:pt x="654" y="23"/>
                  </a:lnTo>
                  <a:lnTo>
                    <a:pt x="567" y="1"/>
                  </a:lnTo>
                  <a:lnTo>
                    <a:pt x="567" y="1"/>
                  </a:lnTo>
                  <a:lnTo>
                    <a:pt x="458" y="1"/>
                  </a:lnTo>
                  <a:lnTo>
                    <a:pt x="349" y="23"/>
                  </a:lnTo>
                  <a:lnTo>
                    <a:pt x="349" y="23"/>
                  </a:lnTo>
                  <a:lnTo>
                    <a:pt x="262" y="66"/>
                  </a:lnTo>
                  <a:lnTo>
                    <a:pt x="174" y="132"/>
                  </a:lnTo>
                  <a:lnTo>
                    <a:pt x="174" y="132"/>
                  </a:lnTo>
                  <a:lnTo>
                    <a:pt x="109" y="197"/>
                  </a:lnTo>
                  <a:lnTo>
                    <a:pt x="44" y="306"/>
                  </a:lnTo>
                  <a:lnTo>
                    <a:pt x="44" y="306"/>
                  </a:lnTo>
                  <a:lnTo>
                    <a:pt x="0" y="415"/>
                  </a:lnTo>
                  <a:lnTo>
                    <a:pt x="0" y="415"/>
                  </a:lnTo>
                  <a:lnTo>
                    <a:pt x="0" y="568"/>
                  </a:lnTo>
                  <a:lnTo>
                    <a:pt x="22" y="698"/>
                  </a:lnTo>
                  <a:lnTo>
                    <a:pt x="22" y="698"/>
                  </a:lnTo>
                  <a:lnTo>
                    <a:pt x="87" y="829"/>
                  </a:lnTo>
                  <a:lnTo>
                    <a:pt x="87" y="829"/>
                  </a:lnTo>
                  <a:lnTo>
                    <a:pt x="174" y="916"/>
                  </a:lnTo>
                  <a:lnTo>
                    <a:pt x="305" y="1004"/>
                  </a:lnTo>
                  <a:lnTo>
                    <a:pt x="305" y="1004"/>
                  </a:lnTo>
                  <a:lnTo>
                    <a:pt x="393" y="1047"/>
                  </a:lnTo>
                  <a:lnTo>
                    <a:pt x="393" y="1047"/>
                  </a:lnTo>
                  <a:lnTo>
                    <a:pt x="480" y="1091"/>
                  </a:lnTo>
                  <a:lnTo>
                    <a:pt x="589" y="1091"/>
                  </a:lnTo>
                  <a:lnTo>
                    <a:pt x="589" y="1091"/>
                  </a:lnTo>
                  <a:lnTo>
                    <a:pt x="698" y="1113"/>
                  </a:lnTo>
                  <a:lnTo>
                    <a:pt x="785" y="1069"/>
                  </a:lnTo>
                  <a:lnTo>
                    <a:pt x="785" y="1069"/>
                  </a:lnTo>
                  <a:lnTo>
                    <a:pt x="894" y="1025"/>
                  </a:lnTo>
                  <a:lnTo>
                    <a:pt x="959" y="960"/>
                  </a:lnTo>
                  <a:lnTo>
                    <a:pt x="959" y="960"/>
                  </a:lnTo>
                  <a:lnTo>
                    <a:pt x="1047" y="895"/>
                  </a:lnTo>
                  <a:lnTo>
                    <a:pt x="1090" y="807"/>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5" name="Google Shape;11555;p80"/>
            <p:cNvSpPr/>
            <p:nvPr/>
          </p:nvSpPr>
          <p:spPr>
            <a:xfrm rot="-947327">
              <a:off x="6389465" y="3528111"/>
              <a:ext cx="14725" cy="13650"/>
            </a:xfrm>
            <a:custGeom>
              <a:rect b="b" l="l" r="r" t="t"/>
              <a:pathLst>
                <a:path extrusionOk="0" fill="none" h="546" w="589">
                  <a:moveTo>
                    <a:pt x="545" y="415"/>
                  </a:moveTo>
                  <a:lnTo>
                    <a:pt x="545" y="415"/>
                  </a:lnTo>
                  <a:lnTo>
                    <a:pt x="589" y="371"/>
                  </a:lnTo>
                  <a:lnTo>
                    <a:pt x="589" y="328"/>
                  </a:lnTo>
                  <a:lnTo>
                    <a:pt x="589" y="328"/>
                  </a:lnTo>
                  <a:lnTo>
                    <a:pt x="589" y="262"/>
                  </a:lnTo>
                  <a:lnTo>
                    <a:pt x="589" y="262"/>
                  </a:lnTo>
                  <a:lnTo>
                    <a:pt x="589" y="197"/>
                  </a:lnTo>
                  <a:lnTo>
                    <a:pt x="545" y="132"/>
                  </a:lnTo>
                  <a:lnTo>
                    <a:pt x="545" y="132"/>
                  </a:lnTo>
                  <a:lnTo>
                    <a:pt x="502" y="66"/>
                  </a:lnTo>
                  <a:lnTo>
                    <a:pt x="502" y="66"/>
                  </a:lnTo>
                  <a:lnTo>
                    <a:pt x="458" y="44"/>
                  </a:lnTo>
                  <a:lnTo>
                    <a:pt x="393" y="23"/>
                  </a:lnTo>
                  <a:lnTo>
                    <a:pt x="393" y="23"/>
                  </a:lnTo>
                  <a:lnTo>
                    <a:pt x="327" y="1"/>
                  </a:lnTo>
                  <a:lnTo>
                    <a:pt x="327" y="1"/>
                  </a:lnTo>
                  <a:lnTo>
                    <a:pt x="262" y="1"/>
                  </a:lnTo>
                  <a:lnTo>
                    <a:pt x="218" y="1"/>
                  </a:lnTo>
                  <a:lnTo>
                    <a:pt x="218" y="1"/>
                  </a:lnTo>
                  <a:lnTo>
                    <a:pt x="175" y="23"/>
                  </a:lnTo>
                  <a:lnTo>
                    <a:pt x="131" y="44"/>
                  </a:lnTo>
                  <a:lnTo>
                    <a:pt x="131" y="44"/>
                  </a:lnTo>
                  <a:lnTo>
                    <a:pt x="87" y="88"/>
                  </a:lnTo>
                  <a:lnTo>
                    <a:pt x="44" y="132"/>
                  </a:lnTo>
                  <a:lnTo>
                    <a:pt x="44" y="132"/>
                  </a:lnTo>
                  <a:lnTo>
                    <a:pt x="22" y="175"/>
                  </a:lnTo>
                  <a:lnTo>
                    <a:pt x="0" y="219"/>
                  </a:lnTo>
                  <a:lnTo>
                    <a:pt x="0" y="219"/>
                  </a:lnTo>
                  <a:lnTo>
                    <a:pt x="0" y="284"/>
                  </a:lnTo>
                  <a:lnTo>
                    <a:pt x="0" y="284"/>
                  </a:lnTo>
                  <a:lnTo>
                    <a:pt x="22" y="350"/>
                  </a:lnTo>
                  <a:lnTo>
                    <a:pt x="44" y="415"/>
                  </a:lnTo>
                  <a:lnTo>
                    <a:pt x="44" y="415"/>
                  </a:lnTo>
                  <a:lnTo>
                    <a:pt x="87" y="459"/>
                  </a:lnTo>
                  <a:lnTo>
                    <a:pt x="87" y="459"/>
                  </a:lnTo>
                  <a:lnTo>
                    <a:pt x="153" y="502"/>
                  </a:lnTo>
                  <a:lnTo>
                    <a:pt x="218" y="524"/>
                  </a:lnTo>
                  <a:lnTo>
                    <a:pt x="218" y="524"/>
                  </a:lnTo>
                  <a:lnTo>
                    <a:pt x="284" y="546"/>
                  </a:lnTo>
                  <a:lnTo>
                    <a:pt x="284" y="546"/>
                  </a:lnTo>
                  <a:lnTo>
                    <a:pt x="327" y="546"/>
                  </a:lnTo>
                  <a:lnTo>
                    <a:pt x="393" y="524"/>
                  </a:lnTo>
                  <a:lnTo>
                    <a:pt x="393" y="524"/>
                  </a:lnTo>
                  <a:lnTo>
                    <a:pt x="436" y="524"/>
                  </a:lnTo>
                  <a:lnTo>
                    <a:pt x="480" y="502"/>
                  </a:lnTo>
                  <a:lnTo>
                    <a:pt x="480" y="502"/>
                  </a:lnTo>
                  <a:lnTo>
                    <a:pt x="523" y="459"/>
                  </a:lnTo>
                  <a:lnTo>
                    <a:pt x="545" y="415"/>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6" name="Google Shape;11556;p80"/>
            <p:cNvSpPr/>
            <p:nvPr/>
          </p:nvSpPr>
          <p:spPr>
            <a:xfrm rot="-947327">
              <a:off x="6220891" y="3326460"/>
              <a:ext cx="29451" cy="27826"/>
            </a:xfrm>
            <a:custGeom>
              <a:rect b="b" l="l" r="r" t="t"/>
              <a:pathLst>
                <a:path extrusionOk="0" h="1113" w="1178">
                  <a:moveTo>
                    <a:pt x="458" y="1"/>
                  </a:moveTo>
                  <a:lnTo>
                    <a:pt x="349" y="23"/>
                  </a:lnTo>
                  <a:lnTo>
                    <a:pt x="262" y="66"/>
                  </a:lnTo>
                  <a:lnTo>
                    <a:pt x="175" y="132"/>
                  </a:lnTo>
                  <a:lnTo>
                    <a:pt x="109" y="197"/>
                  </a:lnTo>
                  <a:lnTo>
                    <a:pt x="44" y="306"/>
                  </a:lnTo>
                  <a:lnTo>
                    <a:pt x="0" y="415"/>
                  </a:lnTo>
                  <a:lnTo>
                    <a:pt x="0" y="568"/>
                  </a:lnTo>
                  <a:lnTo>
                    <a:pt x="22" y="698"/>
                  </a:lnTo>
                  <a:lnTo>
                    <a:pt x="87" y="829"/>
                  </a:lnTo>
                  <a:lnTo>
                    <a:pt x="175" y="916"/>
                  </a:lnTo>
                  <a:lnTo>
                    <a:pt x="305" y="1004"/>
                  </a:lnTo>
                  <a:lnTo>
                    <a:pt x="414" y="1069"/>
                  </a:lnTo>
                  <a:lnTo>
                    <a:pt x="523" y="1091"/>
                  </a:lnTo>
                  <a:lnTo>
                    <a:pt x="611" y="1113"/>
                  </a:lnTo>
                  <a:lnTo>
                    <a:pt x="720" y="1113"/>
                  </a:lnTo>
                  <a:lnTo>
                    <a:pt x="829" y="1091"/>
                  </a:lnTo>
                  <a:lnTo>
                    <a:pt x="916" y="1047"/>
                  </a:lnTo>
                  <a:lnTo>
                    <a:pt x="1003" y="982"/>
                  </a:lnTo>
                  <a:lnTo>
                    <a:pt x="1068" y="895"/>
                  </a:lnTo>
                  <a:lnTo>
                    <a:pt x="1134" y="807"/>
                  </a:lnTo>
                  <a:lnTo>
                    <a:pt x="1177" y="677"/>
                  </a:lnTo>
                  <a:lnTo>
                    <a:pt x="1177" y="546"/>
                  </a:lnTo>
                  <a:lnTo>
                    <a:pt x="1156" y="415"/>
                  </a:lnTo>
                  <a:lnTo>
                    <a:pt x="1090" y="284"/>
                  </a:lnTo>
                  <a:lnTo>
                    <a:pt x="1003" y="175"/>
                  </a:lnTo>
                  <a:lnTo>
                    <a:pt x="872" y="110"/>
                  </a:lnTo>
                  <a:lnTo>
                    <a:pt x="763" y="44"/>
                  </a:lnTo>
                  <a:lnTo>
                    <a:pt x="65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7" name="Google Shape;11557;p80"/>
            <p:cNvSpPr/>
            <p:nvPr/>
          </p:nvSpPr>
          <p:spPr>
            <a:xfrm rot="-947327">
              <a:off x="6227137" y="3458606"/>
              <a:ext cx="21826" cy="13100"/>
            </a:xfrm>
            <a:custGeom>
              <a:rect b="b" l="l" r="r" t="t"/>
              <a:pathLst>
                <a:path extrusionOk="0" h="524" w="873">
                  <a:moveTo>
                    <a:pt x="197" y="0"/>
                  </a:moveTo>
                  <a:lnTo>
                    <a:pt x="131" y="22"/>
                  </a:lnTo>
                  <a:lnTo>
                    <a:pt x="88" y="44"/>
                  </a:lnTo>
                  <a:lnTo>
                    <a:pt x="66" y="87"/>
                  </a:lnTo>
                  <a:lnTo>
                    <a:pt x="22" y="131"/>
                  </a:lnTo>
                  <a:lnTo>
                    <a:pt x="0" y="174"/>
                  </a:lnTo>
                  <a:lnTo>
                    <a:pt x="0" y="283"/>
                  </a:lnTo>
                  <a:lnTo>
                    <a:pt x="22" y="371"/>
                  </a:lnTo>
                  <a:lnTo>
                    <a:pt x="88" y="458"/>
                  </a:lnTo>
                  <a:lnTo>
                    <a:pt x="153" y="501"/>
                  </a:lnTo>
                  <a:lnTo>
                    <a:pt x="218" y="523"/>
                  </a:lnTo>
                  <a:lnTo>
                    <a:pt x="611" y="523"/>
                  </a:lnTo>
                  <a:lnTo>
                    <a:pt x="676" y="501"/>
                  </a:lnTo>
                  <a:lnTo>
                    <a:pt x="720" y="480"/>
                  </a:lnTo>
                  <a:lnTo>
                    <a:pt x="763" y="458"/>
                  </a:lnTo>
                  <a:lnTo>
                    <a:pt x="807" y="436"/>
                  </a:lnTo>
                  <a:lnTo>
                    <a:pt x="829" y="392"/>
                  </a:lnTo>
                  <a:lnTo>
                    <a:pt x="851" y="327"/>
                  </a:lnTo>
                  <a:lnTo>
                    <a:pt x="872" y="240"/>
                  </a:lnTo>
                  <a:lnTo>
                    <a:pt x="829" y="131"/>
                  </a:lnTo>
                  <a:lnTo>
                    <a:pt x="763" y="44"/>
                  </a:lnTo>
                  <a:lnTo>
                    <a:pt x="720" y="22"/>
                  </a:lnTo>
                  <a:lnTo>
                    <a:pt x="6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8" name="Google Shape;11558;p80"/>
            <p:cNvSpPr/>
            <p:nvPr/>
          </p:nvSpPr>
          <p:spPr>
            <a:xfrm rot="-947327">
              <a:off x="6089340" y="3372549"/>
              <a:ext cx="30551" cy="26726"/>
            </a:xfrm>
            <a:custGeom>
              <a:rect b="b" l="l" r="r" t="t"/>
              <a:pathLst>
                <a:path extrusionOk="0" h="1069" w="1222">
                  <a:moveTo>
                    <a:pt x="655" y="1"/>
                  </a:moveTo>
                  <a:lnTo>
                    <a:pt x="502" y="22"/>
                  </a:lnTo>
                  <a:lnTo>
                    <a:pt x="393" y="44"/>
                  </a:lnTo>
                  <a:lnTo>
                    <a:pt x="306" y="88"/>
                  </a:lnTo>
                  <a:lnTo>
                    <a:pt x="197" y="131"/>
                  </a:lnTo>
                  <a:lnTo>
                    <a:pt x="132" y="197"/>
                  </a:lnTo>
                  <a:lnTo>
                    <a:pt x="66" y="284"/>
                  </a:lnTo>
                  <a:lnTo>
                    <a:pt x="23" y="393"/>
                  </a:lnTo>
                  <a:lnTo>
                    <a:pt x="1" y="480"/>
                  </a:lnTo>
                  <a:lnTo>
                    <a:pt x="1" y="589"/>
                  </a:lnTo>
                  <a:lnTo>
                    <a:pt x="23" y="720"/>
                  </a:lnTo>
                  <a:lnTo>
                    <a:pt x="88" y="851"/>
                  </a:lnTo>
                  <a:lnTo>
                    <a:pt x="197" y="960"/>
                  </a:lnTo>
                  <a:lnTo>
                    <a:pt x="306" y="1025"/>
                  </a:lnTo>
                  <a:lnTo>
                    <a:pt x="437" y="1069"/>
                  </a:lnTo>
                  <a:lnTo>
                    <a:pt x="720" y="1069"/>
                  </a:lnTo>
                  <a:lnTo>
                    <a:pt x="829" y="1047"/>
                  </a:lnTo>
                  <a:lnTo>
                    <a:pt x="917" y="1004"/>
                  </a:lnTo>
                  <a:lnTo>
                    <a:pt x="1004" y="938"/>
                  </a:lnTo>
                  <a:lnTo>
                    <a:pt x="1091" y="873"/>
                  </a:lnTo>
                  <a:lnTo>
                    <a:pt x="1156" y="786"/>
                  </a:lnTo>
                  <a:lnTo>
                    <a:pt x="1178" y="698"/>
                  </a:lnTo>
                  <a:lnTo>
                    <a:pt x="1222" y="589"/>
                  </a:lnTo>
                  <a:lnTo>
                    <a:pt x="1222" y="502"/>
                  </a:lnTo>
                  <a:lnTo>
                    <a:pt x="1200" y="371"/>
                  </a:lnTo>
                  <a:lnTo>
                    <a:pt x="1135" y="240"/>
                  </a:lnTo>
                  <a:lnTo>
                    <a:pt x="1026" y="131"/>
                  </a:lnTo>
                  <a:lnTo>
                    <a:pt x="917" y="44"/>
                  </a:lnTo>
                  <a:lnTo>
                    <a:pt x="78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9" name="Google Shape;11559;p80"/>
            <p:cNvSpPr/>
            <p:nvPr/>
          </p:nvSpPr>
          <p:spPr>
            <a:xfrm rot="-947327">
              <a:off x="6219371" y="3246932"/>
              <a:ext cx="157555" cy="310709"/>
            </a:xfrm>
            <a:custGeom>
              <a:rect b="b" l="l" r="r" t="t"/>
              <a:pathLst>
                <a:path extrusionOk="0" h="12428" w="6302">
                  <a:moveTo>
                    <a:pt x="306" y="1"/>
                  </a:moveTo>
                  <a:lnTo>
                    <a:pt x="241" y="22"/>
                  </a:lnTo>
                  <a:lnTo>
                    <a:pt x="153" y="44"/>
                  </a:lnTo>
                  <a:lnTo>
                    <a:pt x="88" y="110"/>
                  </a:lnTo>
                  <a:lnTo>
                    <a:pt x="44" y="175"/>
                  </a:lnTo>
                  <a:lnTo>
                    <a:pt x="1" y="262"/>
                  </a:lnTo>
                  <a:lnTo>
                    <a:pt x="1" y="328"/>
                  </a:lnTo>
                  <a:lnTo>
                    <a:pt x="1" y="393"/>
                  </a:lnTo>
                  <a:lnTo>
                    <a:pt x="1" y="458"/>
                  </a:lnTo>
                  <a:lnTo>
                    <a:pt x="44" y="589"/>
                  </a:lnTo>
                  <a:lnTo>
                    <a:pt x="110" y="720"/>
                  </a:lnTo>
                  <a:lnTo>
                    <a:pt x="306" y="1243"/>
                  </a:lnTo>
                  <a:lnTo>
                    <a:pt x="524" y="1745"/>
                  </a:lnTo>
                  <a:lnTo>
                    <a:pt x="982" y="2747"/>
                  </a:lnTo>
                  <a:lnTo>
                    <a:pt x="1004" y="2726"/>
                  </a:lnTo>
                  <a:lnTo>
                    <a:pt x="1091" y="2660"/>
                  </a:lnTo>
                  <a:lnTo>
                    <a:pt x="1178" y="2617"/>
                  </a:lnTo>
                  <a:lnTo>
                    <a:pt x="1265" y="2595"/>
                  </a:lnTo>
                  <a:lnTo>
                    <a:pt x="1396" y="2595"/>
                  </a:lnTo>
                  <a:lnTo>
                    <a:pt x="1483" y="2617"/>
                  </a:lnTo>
                  <a:lnTo>
                    <a:pt x="1592" y="2638"/>
                  </a:lnTo>
                  <a:lnTo>
                    <a:pt x="1701" y="2704"/>
                  </a:lnTo>
                  <a:lnTo>
                    <a:pt x="1810" y="2769"/>
                  </a:lnTo>
                  <a:lnTo>
                    <a:pt x="1897" y="2835"/>
                  </a:lnTo>
                  <a:lnTo>
                    <a:pt x="1505" y="1963"/>
                  </a:lnTo>
                  <a:lnTo>
                    <a:pt x="1134" y="1091"/>
                  </a:lnTo>
                  <a:lnTo>
                    <a:pt x="960" y="676"/>
                  </a:lnTo>
                  <a:lnTo>
                    <a:pt x="851" y="480"/>
                  </a:lnTo>
                  <a:lnTo>
                    <a:pt x="742" y="284"/>
                  </a:lnTo>
                  <a:lnTo>
                    <a:pt x="655" y="175"/>
                  </a:lnTo>
                  <a:lnTo>
                    <a:pt x="546" y="88"/>
                  </a:lnTo>
                  <a:lnTo>
                    <a:pt x="415" y="22"/>
                  </a:lnTo>
                  <a:lnTo>
                    <a:pt x="306" y="1"/>
                  </a:lnTo>
                  <a:close/>
                  <a:moveTo>
                    <a:pt x="2006" y="3074"/>
                  </a:moveTo>
                  <a:lnTo>
                    <a:pt x="2006" y="3183"/>
                  </a:lnTo>
                  <a:lnTo>
                    <a:pt x="2006" y="3271"/>
                  </a:lnTo>
                  <a:lnTo>
                    <a:pt x="1963" y="3401"/>
                  </a:lnTo>
                  <a:lnTo>
                    <a:pt x="1897" y="3489"/>
                  </a:lnTo>
                  <a:lnTo>
                    <a:pt x="1832" y="3576"/>
                  </a:lnTo>
                  <a:lnTo>
                    <a:pt x="1745" y="3641"/>
                  </a:lnTo>
                  <a:lnTo>
                    <a:pt x="1658" y="3685"/>
                  </a:lnTo>
                  <a:lnTo>
                    <a:pt x="1570" y="3707"/>
                  </a:lnTo>
                  <a:lnTo>
                    <a:pt x="1440" y="3707"/>
                  </a:lnTo>
                  <a:lnTo>
                    <a:pt x="2028" y="4840"/>
                  </a:lnTo>
                  <a:lnTo>
                    <a:pt x="2595" y="5974"/>
                  </a:lnTo>
                  <a:lnTo>
                    <a:pt x="3118" y="7151"/>
                  </a:lnTo>
                  <a:lnTo>
                    <a:pt x="3358" y="7718"/>
                  </a:lnTo>
                  <a:lnTo>
                    <a:pt x="3598" y="8328"/>
                  </a:lnTo>
                  <a:lnTo>
                    <a:pt x="3859" y="9048"/>
                  </a:lnTo>
                  <a:lnTo>
                    <a:pt x="4099" y="9767"/>
                  </a:lnTo>
                  <a:lnTo>
                    <a:pt x="4143" y="9746"/>
                  </a:lnTo>
                  <a:lnTo>
                    <a:pt x="4230" y="9724"/>
                  </a:lnTo>
                  <a:lnTo>
                    <a:pt x="4361" y="9724"/>
                  </a:lnTo>
                  <a:lnTo>
                    <a:pt x="4448" y="9746"/>
                  </a:lnTo>
                  <a:lnTo>
                    <a:pt x="4557" y="9767"/>
                  </a:lnTo>
                  <a:lnTo>
                    <a:pt x="4644" y="9833"/>
                  </a:lnTo>
                  <a:lnTo>
                    <a:pt x="4753" y="9898"/>
                  </a:lnTo>
                  <a:lnTo>
                    <a:pt x="4841" y="10007"/>
                  </a:lnTo>
                  <a:lnTo>
                    <a:pt x="4906" y="10138"/>
                  </a:lnTo>
                  <a:lnTo>
                    <a:pt x="4950" y="10269"/>
                  </a:lnTo>
                  <a:lnTo>
                    <a:pt x="4928" y="10400"/>
                  </a:lnTo>
                  <a:lnTo>
                    <a:pt x="4884" y="10530"/>
                  </a:lnTo>
                  <a:lnTo>
                    <a:pt x="4841" y="10618"/>
                  </a:lnTo>
                  <a:lnTo>
                    <a:pt x="4753" y="10683"/>
                  </a:lnTo>
                  <a:lnTo>
                    <a:pt x="4688" y="10748"/>
                  </a:lnTo>
                  <a:lnTo>
                    <a:pt x="4579" y="10792"/>
                  </a:lnTo>
                  <a:lnTo>
                    <a:pt x="4535" y="10814"/>
                  </a:lnTo>
                  <a:lnTo>
                    <a:pt x="4732" y="11163"/>
                  </a:lnTo>
                  <a:lnTo>
                    <a:pt x="4928" y="11511"/>
                  </a:lnTo>
                  <a:lnTo>
                    <a:pt x="5168" y="11838"/>
                  </a:lnTo>
                  <a:lnTo>
                    <a:pt x="5429" y="12122"/>
                  </a:lnTo>
                  <a:lnTo>
                    <a:pt x="5538" y="12122"/>
                  </a:lnTo>
                  <a:lnTo>
                    <a:pt x="5604" y="12144"/>
                  </a:lnTo>
                  <a:lnTo>
                    <a:pt x="5669" y="12165"/>
                  </a:lnTo>
                  <a:lnTo>
                    <a:pt x="5713" y="12187"/>
                  </a:lnTo>
                  <a:lnTo>
                    <a:pt x="5756" y="12253"/>
                  </a:lnTo>
                  <a:lnTo>
                    <a:pt x="5800" y="12318"/>
                  </a:lnTo>
                  <a:lnTo>
                    <a:pt x="5800" y="12383"/>
                  </a:lnTo>
                  <a:lnTo>
                    <a:pt x="5800" y="12427"/>
                  </a:lnTo>
                  <a:lnTo>
                    <a:pt x="5865" y="12427"/>
                  </a:lnTo>
                  <a:lnTo>
                    <a:pt x="5952" y="12405"/>
                  </a:lnTo>
                  <a:lnTo>
                    <a:pt x="6040" y="12362"/>
                  </a:lnTo>
                  <a:lnTo>
                    <a:pt x="6105" y="12296"/>
                  </a:lnTo>
                  <a:lnTo>
                    <a:pt x="6170" y="12209"/>
                  </a:lnTo>
                  <a:lnTo>
                    <a:pt x="6258" y="12056"/>
                  </a:lnTo>
                  <a:lnTo>
                    <a:pt x="6279" y="11860"/>
                  </a:lnTo>
                  <a:lnTo>
                    <a:pt x="6301" y="11664"/>
                  </a:lnTo>
                  <a:lnTo>
                    <a:pt x="6258" y="11490"/>
                  </a:lnTo>
                  <a:lnTo>
                    <a:pt x="6214" y="11293"/>
                  </a:lnTo>
                  <a:lnTo>
                    <a:pt x="6061" y="10945"/>
                  </a:lnTo>
                  <a:lnTo>
                    <a:pt x="5582" y="9942"/>
                  </a:lnTo>
                  <a:lnTo>
                    <a:pt x="5102" y="8961"/>
                  </a:lnTo>
                  <a:lnTo>
                    <a:pt x="4579" y="7980"/>
                  </a:lnTo>
                  <a:lnTo>
                    <a:pt x="4056" y="6999"/>
                  </a:lnTo>
                  <a:lnTo>
                    <a:pt x="3009" y="5037"/>
                  </a:lnTo>
                  <a:lnTo>
                    <a:pt x="2486" y="4056"/>
                  </a:lnTo>
                  <a:lnTo>
                    <a:pt x="2006" y="3074"/>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0" name="Google Shape;11560;p80"/>
            <p:cNvSpPr/>
            <p:nvPr/>
          </p:nvSpPr>
          <p:spPr>
            <a:xfrm rot="-947327">
              <a:off x="6265123" y="3317438"/>
              <a:ext cx="121579" cy="233857"/>
            </a:xfrm>
            <a:custGeom>
              <a:rect b="b" l="l" r="r" t="t"/>
              <a:pathLst>
                <a:path extrusionOk="0" fill="none" h="9354" w="4863">
                  <a:moveTo>
                    <a:pt x="567" y="0"/>
                  </a:moveTo>
                  <a:lnTo>
                    <a:pt x="567" y="0"/>
                  </a:lnTo>
                  <a:lnTo>
                    <a:pt x="567" y="109"/>
                  </a:lnTo>
                  <a:lnTo>
                    <a:pt x="567" y="197"/>
                  </a:lnTo>
                  <a:lnTo>
                    <a:pt x="567" y="197"/>
                  </a:lnTo>
                  <a:lnTo>
                    <a:pt x="524" y="327"/>
                  </a:lnTo>
                  <a:lnTo>
                    <a:pt x="524" y="327"/>
                  </a:lnTo>
                  <a:lnTo>
                    <a:pt x="458" y="415"/>
                  </a:lnTo>
                  <a:lnTo>
                    <a:pt x="393" y="502"/>
                  </a:lnTo>
                  <a:lnTo>
                    <a:pt x="393" y="502"/>
                  </a:lnTo>
                  <a:lnTo>
                    <a:pt x="306" y="567"/>
                  </a:lnTo>
                  <a:lnTo>
                    <a:pt x="219" y="611"/>
                  </a:lnTo>
                  <a:lnTo>
                    <a:pt x="219" y="611"/>
                  </a:lnTo>
                  <a:lnTo>
                    <a:pt x="131" y="633"/>
                  </a:lnTo>
                  <a:lnTo>
                    <a:pt x="66" y="633"/>
                  </a:lnTo>
                  <a:lnTo>
                    <a:pt x="66" y="633"/>
                  </a:lnTo>
                  <a:lnTo>
                    <a:pt x="1" y="633"/>
                  </a:lnTo>
                  <a:lnTo>
                    <a:pt x="1" y="633"/>
                  </a:lnTo>
                  <a:lnTo>
                    <a:pt x="1" y="633"/>
                  </a:lnTo>
                  <a:lnTo>
                    <a:pt x="1" y="633"/>
                  </a:lnTo>
                  <a:lnTo>
                    <a:pt x="589" y="1766"/>
                  </a:lnTo>
                  <a:lnTo>
                    <a:pt x="1156" y="2900"/>
                  </a:lnTo>
                  <a:lnTo>
                    <a:pt x="1679" y="4077"/>
                  </a:lnTo>
                  <a:lnTo>
                    <a:pt x="1919" y="4644"/>
                  </a:lnTo>
                  <a:lnTo>
                    <a:pt x="2159" y="5254"/>
                  </a:lnTo>
                  <a:lnTo>
                    <a:pt x="2159" y="5254"/>
                  </a:lnTo>
                  <a:lnTo>
                    <a:pt x="2420" y="5974"/>
                  </a:lnTo>
                  <a:lnTo>
                    <a:pt x="2660" y="6693"/>
                  </a:lnTo>
                  <a:lnTo>
                    <a:pt x="2660" y="6693"/>
                  </a:lnTo>
                  <a:lnTo>
                    <a:pt x="2704" y="6672"/>
                  </a:lnTo>
                  <a:lnTo>
                    <a:pt x="2704" y="6672"/>
                  </a:lnTo>
                  <a:lnTo>
                    <a:pt x="2791" y="6650"/>
                  </a:lnTo>
                  <a:lnTo>
                    <a:pt x="2857" y="6650"/>
                  </a:lnTo>
                  <a:lnTo>
                    <a:pt x="2857" y="6650"/>
                  </a:lnTo>
                  <a:lnTo>
                    <a:pt x="2922" y="6650"/>
                  </a:lnTo>
                  <a:lnTo>
                    <a:pt x="2922" y="6650"/>
                  </a:lnTo>
                  <a:lnTo>
                    <a:pt x="2922" y="6650"/>
                  </a:lnTo>
                  <a:lnTo>
                    <a:pt x="2922" y="6650"/>
                  </a:lnTo>
                  <a:lnTo>
                    <a:pt x="3009" y="6672"/>
                  </a:lnTo>
                  <a:lnTo>
                    <a:pt x="3118" y="6693"/>
                  </a:lnTo>
                  <a:lnTo>
                    <a:pt x="3205" y="6759"/>
                  </a:lnTo>
                  <a:lnTo>
                    <a:pt x="3205" y="6759"/>
                  </a:lnTo>
                  <a:lnTo>
                    <a:pt x="3314" y="6824"/>
                  </a:lnTo>
                  <a:lnTo>
                    <a:pt x="3402" y="6933"/>
                  </a:lnTo>
                  <a:lnTo>
                    <a:pt x="3402" y="6933"/>
                  </a:lnTo>
                  <a:lnTo>
                    <a:pt x="3467" y="7064"/>
                  </a:lnTo>
                  <a:lnTo>
                    <a:pt x="3467" y="7064"/>
                  </a:lnTo>
                  <a:lnTo>
                    <a:pt x="3511" y="7195"/>
                  </a:lnTo>
                  <a:lnTo>
                    <a:pt x="3489" y="7326"/>
                  </a:lnTo>
                  <a:lnTo>
                    <a:pt x="3489" y="7326"/>
                  </a:lnTo>
                  <a:lnTo>
                    <a:pt x="3445" y="7456"/>
                  </a:lnTo>
                  <a:lnTo>
                    <a:pt x="3445" y="7456"/>
                  </a:lnTo>
                  <a:lnTo>
                    <a:pt x="3402" y="7544"/>
                  </a:lnTo>
                  <a:lnTo>
                    <a:pt x="3314" y="7609"/>
                  </a:lnTo>
                  <a:lnTo>
                    <a:pt x="3314" y="7609"/>
                  </a:lnTo>
                  <a:lnTo>
                    <a:pt x="3249" y="7674"/>
                  </a:lnTo>
                  <a:lnTo>
                    <a:pt x="3140" y="7718"/>
                  </a:lnTo>
                  <a:lnTo>
                    <a:pt x="3140" y="7718"/>
                  </a:lnTo>
                  <a:lnTo>
                    <a:pt x="3096" y="7740"/>
                  </a:lnTo>
                  <a:lnTo>
                    <a:pt x="3096" y="7740"/>
                  </a:lnTo>
                  <a:lnTo>
                    <a:pt x="3293" y="8089"/>
                  </a:lnTo>
                  <a:lnTo>
                    <a:pt x="3489" y="8437"/>
                  </a:lnTo>
                  <a:lnTo>
                    <a:pt x="3729" y="8764"/>
                  </a:lnTo>
                  <a:lnTo>
                    <a:pt x="3990" y="9048"/>
                  </a:lnTo>
                  <a:lnTo>
                    <a:pt x="3990" y="9048"/>
                  </a:lnTo>
                  <a:lnTo>
                    <a:pt x="3990" y="9048"/>
                  </a:lnTo>
                  <a:lnTo>
                    <a:pt x="3990" y="9048"/>
                  </a:lnTo>
                  <a:lnTo>
                    <a:pt x="4034" y="9048"/>
                  </a:lnTo>
                  <a:lnTo>
                    <a:pt x="4034" y="9048"/>
                  </a:lnTo>
                  <a:lnTo>
                    <a:pt x="4099" y="9048"/>
                  </a:lnTo>
                  <a:lnTo>
                    <a:pt x="4099" y="9048"/>
                  </a:lnTo>
                  <a:lnTo>
                    <a:pt x="4165" y="9070"/>
                  </a:lnTo>
                  <a:lnTo>
                    <a:pt x="4165" y="9070"/>
                  </a:lnTo>
                  <a:lnTo>
                    <a:pt x="4230" y="9091"/>
                  </a:lnTo>
                  <a:lnTo>
                    <a:pt x="4274" y="9113"/>
                  </a:lnTo>
                  <a:lnTo>
                    <a:pt x="4274" y="9113"/>
                  </a:lnTo>
                  <a:lnTo>
                    <a:pt x="4317" y="9179"/>
                  </a:lnTo>
                  <a:lnTo>
                    <a:pt x="4317" y="9179"/>
                  </a:lnTo>
                  <a:lnTo>
                    <a:pt x="4361" y="9244"/>
                  </a:lnTo>
                  <a:lnTo>
                    <a:pt x="4361" y="9309"/>
                  </a:lnTo>
                  <a:lnTo>
                    <a:pt x="4361" y="9309"/>
                  </a:lnTo>
                  <a:lnTo>
                    <a:pt x="4361" y="9353"/>
                  </a:lnTo>
                  <a:lnTo>
                    <a:pt x="4361" y="9353"/>
                  </a:lnTo>
                  <a:lnTo>
                    <a:pt x="4426" y="9353"/>
                  </a:lnTo>
                  <a:lnTo>
                    <a:pt x="4426" y="9353"/>
                  </a:lnTo>
                  <a:lnTo>
                    <a:pt x="4426" y="9353"/>
                  </a:lnTo>
                  <a:lnTo>
                    <a:pt x="4426" y="9353"/>
                  </a:lnTo>
                  <a:lnTo>
                    <a:pt x="4513" y="9331"/>
                  </a:lnTo>
                  <a:lnTo>
                    <a:pt x="4601" y="9288"/>
                  </a:lnTo>
                  <a:lnTo>
                    <a:pt x="4601" y="9288"/>
                  </a:lnTo>
                  <a:lnTo>
                    <a:pt x="4666" y="9222"/>
                  </a:lnTo>
                  <a:lnTo>
                    <a:pt x="4731" y="9135"/>
                  </a:lnTo>
                  <a:lnTo>
                    <a:pt x="4819" y="8982"/>
                  </a:lnTo>
                  <a:lnTo>
                    <a:pt x="4840" y="8786"/>
                  </a:lnTo>
                  <a:lnTo>
                    <a:pt x="4862" y="8590"/>
                  </a:lnTo>
                  <a:lnTo>
                    <a:pt x="4862" y="8590"/>
                  </a:lnTo>
                  <a:lnTo>
                    <a:pt x="4819" y="8416"/>
                  </a:lnTo>
                  <a:lnTo>
                    <a:pt x="4775" y="8219"/>
                  </a:lnTo>
                  <a:lnTo>
                    <a:pt x="4622" y="7871"/>
                  </a:lnTo>
                  <a:lnTo>
                    <a:pt x="4622" y="7871"/>
                  </a:lnTo>
                  <a:lnTo>
                    <a:pt x="4143" y="6868"/>
                  </a:lnTo>
                  <a:lnTo>
                    <a:pt x="3663" y="5887"/>
                  </a:lnTo>
                  <a:lnTo>
                    <a:pt x="3140" y="4906"/>
                  </a:lnTo>
                  <a:lnTo>
                    <a:pt x="2617" y="3925"/>
                  </a:lnTo>
                  <a:lnTo>
                    <a:pt x="1570" y="1963"/>
                  </a:lnTo>
                  <a:lnTo>
                    <a:pt x="1047" y="982"/>
                  </a:lnTo>
                  <a:lnTo>
                    <a:pt x="567"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1" name="Google Shape;11561;p80"/>
            <p:cNvSpPr/>
            <p:nvPr/>
          </p:nvSpPr>
          <p:spPr>
            <a:xfrm rot="-947327">
              <a:off x="6188820" y="3266435"/>
              <a:ext cx="47451" cy="70877"/>
            </a:xfrm>
            <a:custGeom>
              <a:rect b="b" l="l" r="r" t="t"/>
              <a:pathLst>
                <a:path extrusionOk="0" fill="none" h="2835" w="1898">
                  <a:moveTo>
                    <a:pt x="306" y="1"/>
                  </a:moveTo>
                  <a:lnTo>
                    <a:pt x="306" y="1"/>
                  </a:lnTo>
                  <a:lnTo>
                    <a:pt x="241" y="22"/>
                  </a:lnTo>
                  <a:lnTo>
                    <a:pt x="153" y="44"/>
                  </a:lnTo>
                  <a:lnTo>
                    <a:pt x="88" y="110"/>
                  </a:lnTo>
                  <a:lnTo>
                    <a:pt x="44" y="175"/>
                  </a:lnTo>
                  <a:lnTo>
                    <a:pt x="44" y="175"/>
                  </a:lnTo>
                  <a:lnTo>
                    <a:pt x="1" y="262"/>
                  </a:lnTo>
                  <a:lnTo>
                    <a:pt x="1" y="328"/>
                  </a:lnTo>
                  <a:lnTo>
                    <a:pt x="1" y="393"/>
                  </a:lnTo>
                  <a:lnTo>
                    <a:pt x="1" y="458"/>
                  </a:lnTo>
                  <a:lnTo>
                    <a:pt x="44" y="589"/>
                  </a:lnTo>
                  <a:lnTo>
                    <a:pt x="110" y="720"/>
                  </a:lnTo>
                  <a:lnTo>
                    <a:pt x="110" y="720"/>
                  </a:lnTo>
                  <a:lnTo>
                    <a:pt x="306" y="1243"/>
                  </a:lnTo>
                  <a:lnTo>
                    <a:pt x="524" y="1745"/>
                  </a:lnTo>
                  <a:lnTo>
                    <a:pt x="982" y="2747"/>
                  </a:lnTo>
                  <a:lnTo>
                    <a:pt x="982" y="2747"/>
                  </a:lnTo>
                  <a:lnTo>
                    <a:pt x="1004" y="2726"/>
                  </a:lnTo>
                  <a:lnTo>
                    <a:pt x="1004" y="2726"/>
                  </a:lnTo>
                  <a:lnTo>
                    <a:pt x="1091" y="2660"/>
                  </a:lnTo>
                  <a:lnTo>
                    <a:pt x="1178" y="2617"/>
                  </a:lnTo>
                  <a:lnTo>
                    <a:pt x="1178" y="2617"/>
                  </a:lnTo>
                  <a:lnTo>
                    <a:pt x="1265" y="2595"/>
                  </a:lnTo>
                  <a:lnTo>
                    <a:pt x="1331" y="2595"/>
                  </a:lnTo>
                  <a:lnTo>
                    <a:pt x="1331" y="2595"/>
                  </a:lnTo>
                  <a:lnTo>
                    <a:pt x="1396" y="2595"/>
                  </a:lnTo>
                  <a:lnTo>
                    <a:pt x="1396" y="2595"/>
                  </a:lnTo>
                  <a:lnTo>
                    <a:pt x="1396" y="2595"/>
                  </a:lnTo>
                  <a:lnTo>
                    <a:pt x="1396" y="2595"/>
                  </a:lnTo>
                  <a:lnTo>
                    <a:pt x="1483" y="2617"/>
                  </a:lnTo>
                  <a:lnTo>
                    <a:pt x="1592" y="2638"/>
                  </a:lnTo>
                  <a:lnTo>
                    <a:pt x="1592" y="2638"/>
                  </a:lnTo>
                  <a:lnTo>
                    <a:pt x="1701" y="2704"/>
                  </a:lnTo>
                  <a:lnTo>
                    <a:pt x="1701" y="2704"/>
                  </a:lnTo>
                  <a:lnTo>
                    <a:pt x="1810" y="2769"/>
                  </a:lnTo>
                  <a:lnTo>
                    <a:pt x="1897" y="2835"/>
                  </a:lnTo>
                  <a:lnTo>
                    <a:pt x="1897" y="2835"/>
                  </a:lnTo>
                  <a:lnTo>
                    <a:pt x="1505" y="1963"/>
                  </a:lnTo>
                  <a:lnTo>
                    <a:pt x="1134" y="1091"/>
                  </a:lnTo>
                  <a:lnTo>
                    <a:pt x="1134" y="1091"/>
                  </a:lnTo>
                  <a:lnTo>
                    <a:pt x="960" y="676"/>
                  </a:lnTo>
                  <a:lnTo>
                    <a:pt x="851" y="480"/>
                  </a:lnTo>
                  <a:lnTo>
                    <a:pt x="742" y="284"/>
                  </a:lnTo>
                  <a:lnTo>
                    <a:pt x="742" y="284"/>
                  </a:lnTo>
                  <a:lnTo>
                    <a:pt x="655" y="175"/>
                  </a:lnTo>
                  <a:lnTo>
                    <a:pt x="546" y="88"/>
                  </a:lnTo>
                  <a:lnTo>
                    <a:pt x="415" y="22"/>
                  </a:lnTo>
                  <a:lnTo>
                    <a:pt x="306"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2" name="Google Shape;11562;p80"/>
            <p:cNvSpPr/>
            <p:nvPr/>
          </p:nvSpPr>
          <p:spPr>
            <a:xfrm rot="-947327">
              <a:off x="6348131" y="3476839"/>
              <a:ext cx="21276" cy="27276"/>
            </a:xfrm>
            <a:custGeom>
              <a:rect b="b" l="l" r="r" t="t"/>
              <a:pathLst>
                <a:path extrusionOk="0" h="1091" w="851">
                  <a:moveTo>
                    <a:pt x="131" y="1"/>
                  </a:moveTo>
                  <a:lnTo>
                    <a:pt x="44" y="23"/>
                  </a:lnTo>
                  <a:lnTo>
                    <a:pt x="0" y="44"/>
                  </a:lnTo>
                  <a:lnTo>
                    <a:pt x="218" y="568"/>
                  </a:lnTo>
                  <a:lnTo>
                    <a:pt x="436" y="1091"/>
                  </a:lnTo>
                  <a:lnTo>
                    <a:pt x="480" y="1069"/>
                  </a:lnTo>
                  <a:lnTo>
                    <a:pt x="589" y="1025"/>
                  </a:lnTo>
                  <a:lnTo>
                    <a:pt x="654" y="960"/>
                  </a:lnTo>
                  <a:lnTo>
                    <a:pt x="742" y="895"/>
                  </a:lnTo>
                  <a:lnTo>
                    <a:pt x="785" y="807"/>
                  </a:lnTo>
                  <a:lnTo>
                    <a:pt x="829" y="677"/>
                  </a:lnTo>
                  <a:lnTo>
                    <a:pt x="851" y="546"/>
                  </a:lnTo>
                  <a:lnTo>
                    <a:pt x="807" y="415"/>
                  </a:lnTo>
                  <a:lnTo>
                    <a:pt x="742" y="284"/>
                  </a:lnTo>
                  <a:lnTo>
                    <a:pt x="654" y="175"/>
                  </a:lnTo>
                  <a:lnTo>
                    <a:pt x="545" y="110"/>
                  </a:lnTo>
                  <a:lnTo>
                    <a:pt x="458" y="44"/>
                  </a:lnTo>
                  <a:lnTo>
                    <a:pt x="349" y="23"/>
                  </a:lnTo>
                  <a:lnTo>
                    <a:pt x="26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3" name="Google Shape;11563;p80"/>
            <p:cNvSpPr/>
            <p:nvPr/>
          </p:nvSpPr>
          <p:spPr>
            <a:xfrm rot="-947327">
              <a:off x="6348131" y="3476839"/>
              <a:ext cx="21276" cy="27276"/>
            </a:xfrm>
            <a:custGeom>
              <a:rect b="b" l="l" r="r" t="t"/>
              <a:pathLst>
                <a:path extrusionOk="0" fill="none" h="1091" w="851">
                  <a:moveTo>
                    <a:pt x="197" y="1"/>
                  </a:moveTo>
                  <a:lnTo>
                    <a:pt x="197" y="1"/>
                  </a:lnTo>
                  <a:lnTo>
                    <a:pt x="131" y="1"/>
                  </a:lnTo>
                  <a:lnTo>
                    <a:pt x="44" y="23"/>
                  </a:lnTo>
                  <a:lnTo>
                    <a:pt x="44" y="23"/>
                  </a:lnTo>
                  <a:lnTo>
                    <a:pt x="0" y="44"/>
                  </a:lnTo>
                  <a:lnTo>
                    <a:pt x="0" y="44"/>
                  </a:lnTo>
                  <a:lnTo>
                    <a:pt x="218" y="568"/>
                  </a:lnTo>
                  <a:lnTo>
                    <a:pt x="436" y="1091"/>
                  </a:lnTo>
                  <a:lnTo>
                    <a:pt x="436" y="1091"/>
                  </a:lnTo>
                  <a:lnTo>
                    <a:pt x="480" y="1069"/>
                  </a:lnTo>
                  <a:lnTo>
                    <a:pt x="480" y="1069"/>
                  </a:lnTo>
                  <a:lnTo>
                    <a:pt x="589" y="1025"/>
                  </a:lnTo>
                  <a:lnTo>
                    <a:pt x="654" y="960"/>
                  </a:lnTo>
                  <a:lnTo>
                    <a:pt x="654" y="960"/>
                  </a:lnTo>
                  <a:lnTo>
                    <a:pt x="742" y="895"/>
                  </a:lnTo>
                  <a:lnTo>
                    <a:pt x="785" y="807"/>
                  </a:lnTo>
                  <a:lnTo>
                    <a:pt x="785" y="807"/>
                  </a:lnTo>
                  <a:lnTo>
                    <a:pt x="829" y="677"/>
                  </a:lnTo>
                  <a:lnTo>
                    <a:pt x="829" y="677"/>
                  </a:lnTo>
                  <a:lnTo>
                    <a:pt x="851" y="546"/>
                  </a:lnTo>
                  <a:lnTo>
                    <a:pt x="807" y="415"/>
                  </a:lnTo>
                  <a:lnTo>
                    <a:pt x="807" y="415"/>
                  </a:lnTo>
                  <a:lnTo>
                    <a:pt x="742" y="284"/>
                  </a:lnTo>
                  <a:lnTo>
                    <a:pt x="742" y="284"/>
                  </a:lnTo>
                  <a:lnTo>
                    <a:pt x="654" y="175"/>
                  </a:lnTo>
                  <a:lnTo>
                    <a:pt x="545" y="110"/>
                  </a:lnTo>
                  <a:lnTo>
                    <a:pt x="458" y="44"/>
                  </a:lnTo>
                  <a:lnTo>
                    <a:pt x="458" y="44"/>
                  </a:lnTo>
                  <a:lnTo>
                    <a:pt x="349" y="23"/>
                  </a:lnTo>
                  <a:lnTo>
                    <a:pt x="262" y="1"/>
                  </a:lnTo>
                  <a:lnTo>
                    <a:pt x="262" y="1"/>
                  </a:lnTo>
                  <a:lnTo>
                    <a:pt x="262" y="1"/>
                  </a:lnTo>
                  <a:lnTo>
                    <a:pt x="262" y="1"/>
                  </a:lnTo>
                  <a:lnTo>
                    <a:pt x="197"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4" name="Google Shape;11564;p80"/>
            <p:cNvSpPr/>
            <p:nvPr/>
          </p:nvSpPr>
          <p:spPr>
            <a:xfrm rot="-947327">
              <a:off x="6224620" y="3325943"/>
              <a:ext cx="25651" cy="27826"/>
            </a:xfrm>
            <a:custGeom>
              <a:rect b="b" l="l" r="r" t="t"/>
              <a:pathLst>
                <a:path extrusionOk="0" h="1113" w="1026">
                  <a:moveTo>
                    <a:pt x="284" y="1"/>
                  </a:moveTo>
                  <a:lnTo>
                    <a:pt x="197" y="23"/>
                  </a:lnTo>
                  <a:lnTo>
                    <a:pt x="110" y="66"/>
                  </a:lnTo>
                  <a:lnTo>
                    <a:pt x="23" y="132"/>
                  </a:lnTo>
                  <a:lnTo>
                    <a:pt x="1" y="153"/>
                  </a:lnTo>
                  <a:lnTo>
                    <a:pt x="459" y="1113"/>
                  </a:lnTo>
                  <a:lnTo>
                    <a:pt x="589" y="1113"/>
                  </a:lnTo>
                  <a:lnTo>
                    <a:pt x="677" y="1091"/>
                  </a:lnTo>
                  <a:lnTo>
                    <a:pt x="764" y="1047"/>
                  </a:lnTo>
                  <a:lnTo>
                    <a:pt x="851" y="982"/>
                  </a:lnTo>
                  <a:lnTo>
                    <a:pt x="916" y="895"/>
                  </a:lnTo>
                  <a:lnTo>
                    <a:pt x="982" y="807"/>
                  </a:lnTo>
                  <a:lnTo>
                    <a:pt x="1025" y="677"/>
                  </a:lnTo>
                  <a:lnTo>
                    <a:pt x="1025" y="589"/>
                  </a:lnTo>
                  <a:lnTo>
                    <a:pt x="1025" y="480"/>
                  </a:lnTo>
                  <a:lnTo>
                    <a:pt x="916" y="241"/>
                  </a:lnTo>
                  <a:lnTo>
                    <a:pt x="829" y="175"/>
                  </a:lnTo>
                  <a:lnTo>
                    <a:pt x="720" y="110"/>
                  </a:lnTo>
                  <a:lnTo>
                    <a:pt x="611" y="44"/>
                  </a:lnTo>
                  <a:lnTo>
                    <a:pt x="502" y="23"/>
                  </a:lnTo>
                  <a:lnTo>
                    <a:pt x="41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5" name="Google Shape;11565;p80"/>
            <p:cNvSpPr/>
            <p:nvPr/>
          </p:nvSpPr>
          <p:spPr>
            <a:xfrm rot="-947327">
              <a:off x="6224620" y="3325943"/>
              <a:ext cx="25651" cy="27826"/>
            </a:xfrm>
            <a:custGeom>
              <a:rect b="b" l="l" r="r" t="t"/>
              <a:pathLst>
                <a:path extrusionOk="0" fill="none" h="1113" w="1026">
                  <a:moveTo>
                    <a:pt x="350" y="1"/>
                  </a:moveTo>
                  <a:lnTo>
                    <a:pt x="350" y="1"/>
                  </a:lnTo>
                  <a:lnTo>
                    <a:pt x="284" y="1"/>
                  </a:lnTo>
                  <a:lnTo>
                    <a:pt x="197" y="23"/>
                  </a:lnTo>
                  <a:lnTo>
                    <a:pt x="197" y="23"/>
                  </a:lnTo>
                  <a:lnTo>
                    <a:pt x="110" y="66"/>
                  </a:lnTo>
                  <a:lnTo>
                    <a:pt x="23" y="132"/>
                  </a:lnTo>
                  <a:lnTo>
                    <a:pt x="23" y="132"/>
                  </a:lnTo>
                  <a:lnTo>
                    <a:pt x="1" y="153"/>
                  </a:lnTo>
                  <a:lnTo>
                    <a:pt x="1" y="153"/>
                  </a:lnTo>
                  <a:lnTo>
                    <a:pt x="459" y="1113"/>
                  </a:lnTo>
                  <a:lnTo>
                    <a:pt x="459" y="1113"/>
                  </a:lnTo>
                  <a:lnTo>
                    <a:pt x="459" y="1113"/>
                  </a:lnTo>
                  <a:lnTo>
                    <a:pt x="459" y="1113"/>
                  </a:lnTo>
                  <a:lnTo>
                    <a:pt x="524" y="1113"/>
                  </a:lnTo>
                  <a:lnTo>
                    <a:pt x="524" y="1113"/>
                  </a:lnTo>
                  <a:lnTo>
                    <a:pt x="589" y="1113"/>
                  </a:lnTo>
                  <a:lnTo>
                    <a:pt x="677" y="1091"/>
                  </a:lnTo>
                  <a:lnTo>
                    <a:pt x="677" y="1091"/>
                  </a:lnTo>
                  <a:lnTo>
                    <a:pt x="764" y="1047"/>
                  </a:lnTo>
                  <a:lnTo>
                    <a:pt x="851" y="982"/>
                  </a:lnTo>
                  <a:lnTo>
                    <a:pt x="851" y="982"/>
                  </a:lnTo>
                  <a:lnTo>
                    <a:pt x="916" y="895"/>
                  </a:lnTo>
                  <a:lnTo>
                    <a:pt x="982" y="807"/>
                  </a:lnTo>
                  <a:lnTo>
                    <a:pt x="982" y="807"/>
                  </a:lnTo>
                  <a:lnTo>
                    <a:pt x="1025" y="677"/>
                  </a:lnTo>
                  <a:lnTo>
                    <a:pt x="1025" y="677"/>
                  </a:lnTo>
                  <a:lnTo>
                    <a:pt x="1025" y="589"/>
                  </a:lnTo>
                  <a:lnTo>
                    <a:pt x="1025" y="480"/>
                  </a:lnTo>
                  <a:lnTo>
                    <a:pt x="1025" y="480"/>
                  </a:lnTo>
                  <a:lnTo>
                    <a:pt x="916" y="241"/>
                  </a:lnTo>
                  <a:lnTo>
                    <a:pt x="916" y="241"/>
                  </a:lnTo>
                  <a:lnTo>
                    <a:pt x="829" y="175"/>
                  </a:lnTo>
                  <a:lnTo>
                    <a:pt x="720" y="110"/>
                  </a:lnTo>
                  <a:lnTo>
                    <a:pt x="720" y="110"/>
                  </a:lnTo>
                  <a:lnTo>
                    <a:pt x="611" y="44"/>
                  </a:lnTo>
                  <a:lnTo>
                    <a:pt x="611" y="44"/>
                  </a:lnTo>
                  <a:lnTo>
                    <a:pt x="502" y="23"/>
                  </a:lnTo>
                  <a:lnTo>
                    <a:pt x="415" y="1"/>
                  </a:lnTo>
                  <a:lnTo>
                    <a:pt x="415" y="1"/>
                  </a:lnTo>
                  <a:lnTo>
                    <a:pt x="415" y="1"/>
                  </a:lnTo>
                  <a:lnTo>
                    <a:pt x="415" y="1"/>
                  </a:lnTo>
                  <a:lnTo>
                    <a:pt x="35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6" name="Google Shape;11566;p80"/>
            <p:cNvSpPr/>
            <p:nvPr/>
          </p:nvSpPr>
          <p:spPr>
            <a:xfrm rot="-947327">
              <a:off x="6068331" y="3518104"/>
              <a:ext cx="258908" cy="128129"/>
            </a:xfrm>
            <a:custGeom>
              <a:rect b="b" l="l" r="r" t="t"/>
              <a:pathLst>
                <a:path extrusionOk="0" h="5125" w="10356">
                  <a:moveTo>
                    <a:pt x="4295" y="1"/>
                  </a:moveTo>
                  <a:lnTo>
                    <a:pt x="4077" y="23"/>
                  </a:lnTo>
                  <a:lnTo>
                    <a:pt x="3837" y="66"/>
                  </a:lnTo>
                  <a:lnTo>
                    <a:pt x="3619" y="132"/>
                  </a:lnTo>
                  <a:lnTo>
                    <a:pt x="3162" y="263"/>
                  </a:lnTo>
                  <a:lnTo>
                    <a:pt x="2682" y="393"/>
                  </a:lnTo>
                  <a:lnTo>
                    <a:pt x="2224" y="524"/>
                  </a:lnTo>
                  <a:lnTo>
                    <a:pt x="1984" y="568"/>
                  </a:lnTo>
                  <a:lnTo>
                    <a:pt x="1766" y="611"/>
                  </a:lnTo>
                  <a:lnTo>
                    <a:pt x="1527" y="633"/>
                  </a:lnTo>
                  <a:lnTo>
                    <a:pt x="1287" y="633"/>
                  </a:lnTo>
                  <a:lnTo>
                    <a:pt x="1003" y="590"/>
                  </a:lnTo>
                  <a:lnTo>
                    <a:pt x="654" y="546"/>
                  </a:lnTo>
                  <a:lnTo>
                    <a:pt x="480" y="546"/>
                  </a:lnTo>
                  <a:lnTo>
                    <a:pt x="306" y="590"/>
                  </a:lnTo>
                  <a:lnTo>
                    <a:pt x="175" y="655"/>
                  </a:lnTo>
                  <a:lnTo>
                    <a:pt x="109" y="699"/>
                  </a:lnTo>
                  <a:lnTo>
                    <a:pt x="66" y="742"/>
                  </a:lnTo>
                  <a:lnTo>
                    <a:pt x="22" y="851"/>
                  </a:lnTo>
                  <a:lnTo>
                    <a:pt x="0" y="938"/>
                  </a:lnTo>
                  <a:lnTo>
                    <a:pt x="22" y="1047"/>
                  </a:lnTo>
                  <a:lnTo>
                    <a:pt x="44" y="1135"/>
                  </a:lnTo>
                  <a:lnTo>
                    <a:pt x="109" y="1222"/>
                  </a:lnTo>
                  <a:lnTo>
                    <a:pt x="175" y="1309"/>
                  </a:lnTo>
                  <a:lnTo>
                    <a:pt x="327" y="1440"/>
                  </a:lnTo>
                  <a:lnTo>
                    <a:pt x="589" y="1636"/>
                  </a:lnTo>
                  <a:lnTo>
                    <a:pt x="894" y="1789"/>
                  </a:lnTo>
                  <a:lnTo>
                    <a:pt x="1221" y="1919"/>
                  </a:lnTo>
                  <a:lnTo>
                    <a:pt x="1570" y="2050"/>
                  </a:lnTo>
                  <a:lnTo>
                    <a:pt x="1919" y="2137"/>
                  </a:lnTo>
                  <a:lnTo>
                    <a:pt x="2246" y="2246"/>
                  </a:lnTo>
                  <a:lnTo>
                    <a:pt x="2922" y="2399"/>
                  </a:lnTo>
                  <a:lnTo>
                    <a:pt x="3728" y="2552"/>
                  </a:lnTo>
                  <a:lnTo>
                    <a:pt x="4121" y="2639"/>
                  </a:lnTo>
                  <a:lnTo>
                    <a:pt x="4535" y="2748"/>
                  </a:lnTo>
                  <a:lnTo>
                    <a:pt x="4840" y="2835"/>
                  </a:lnTo>
                  <a:lnTo>
                    <a:pt x="5145" y="2944"/>
                  </a:lnTo>
                  <a:lnTo>
                    <a:pt x="5734" y="3206"/>
                  </a:lnTo>
                  <a:lnTo>
                    <a:pt x="6323" y="3489"/>
                  </a:lnTo>
                  <a:lnTo>
                    <a:pt x="6911" y="3816"/>
                  </a:lnTo>
                  <a:lnTo>
                    <a:pt x="7478" y="4121"/>
                  </a:lnTo>
                  <a:lnTo>
                    <a:pt x="8067" y="4448"/>
                  </a:lnTo>
                  <a:lnTo>
                    <a:pt x="8655" y="4732"/>
                  </a:lnTo>
                  <a:lnTo>
                    <a:pt x="9244" y="4993"/>
                  </a:lnTo>
                  <a:lnTo>
                    <a:pt x="9549" y="5081"/>
                  </a:lnTo>
                  <a:lnTo>
                    <a:pt x="9702" y="5102"/>
                  </a:lnTo>
                  <a:lnTo>
                    <a:pt x="9854" y="5124"/>
                  </a:lnTo>
                  <a:lnTo>
                    <a:pt x="10007" y="5081"/>
                  </a:lnTo>
                  <a:lnTo>
                    <a:pt x="10160" y="5037"/>
                  </a:lnTo>
                  <a:lnTo>
                    <a:pt x="10290" y="4928"/>
                  </a:lnTo>
                  <a:lnTo>
                    <a:pt x="10334" y="4884"/>
                  </a:lnTo>
                  <a:lnTo>
                    <a:pt x="10356" y="4797"/>
                  </a:lnTo>
                  <a:lnTo>
                    <a:pt x="10181" y="4666"/>
                  </a:lnTo>
                  <a:lnTo>
                    <a:pt x="9985" y="4536"/>
                  </a:lnTo>
                  <a:lnTo>
                    <a:pt x="9789" y="4448"/>
                  </a:lnTo>
                  <a:lnTo>
                    <a:pt x="9571" y="4339"/>
                  </a:lnTo>
                  <a:lnTo>
                    <a:pt x="9135" y="4187"/>
                  </a:lnTo>
                  <a:lnTo>
                    <a:pt x="8917" y="4078"/>
                  </a:lnTo>
                  <a:lnTo>
                    <a:pt x="8699" y="3969"/>
                  </a:lnTo>
                  <a:lnTo>
                    <a:pt x="8612" y="3903"/>
                  </a:lnTo>
                  <a:lnTo>
                    <a:pt x="8568" y="3860"/>
                  </a:lnTo>
                  <a:lnTo>
                    <a:pt x="8568" y="3816"/>
                  </a:lnTo>
                  <a:lnTo>
                    <a:pt x="8546" y="3751"/>
                  </a:lnTo>
                  <a:lnTo>
                    <a:pt x="8568" y="3707"/>
                  </a:lnTo>
                  <a:lnTo>
                    <a:pt x="8590" y="3598"/>
                  </a:lnTo>
                  <a:lnTo>
                    <a:pt x="8612" y="3511"/>
                  </a:lnTo>
                  <a:lnTo>
                    <a:pt x="8590" y="3445"/>
                  </a:lnTo>
                  <a:lnTo>
                    <a:pt x="8546" y="3358"/>
                  </a:lnTo>
                  <a:lnTo>
                    <a:pt x="8481" y="3293"/>
                  </a:lnTo>
                  <a:lnTo>
                    <a:pt x="8350" y="3184"/>
                  </a:lnTo>
                  <a:lnTo>
                    <a:pt x="8198" y="3075"/>
                  </a:lnTo>
                  <a:lnTo>
                    <a:pt x="7958" y="2922"/>
                  </a:lnTo>
                  <a:lnTo>
                    <a:pt x="7762" y="2748"/>
                  </a:lnTo>
                  <a:lnTo>
                    <a:pt x="7565" y="2552"/>
                  </a:lnTo>
                  <a:lnTo>
                    <a:pt x="7369" y="2334"/>
                  </a:lnTo>
                  <a:lnTo>
                    <a:pt x="7020" y="1876"/>
                  </a:lnTo>
                  <a:lnTo>
                    <a:pt x="6693" y="1440"/>
                  </a:lnTo>
                  <a:lnTo>
                    <a:pt x="6344" y="982"/>
                  </a:lnTo>
                  <a:lnTo>
                    <a:pt x="6148" y="786"/>
                  </a:lnTo>
                  <a:lnTo>
                    <a:pt x="5952" y="590"/>
                  </a:lnTo>
                  <a:lnTo>
                    <a:pt x="5734" y="415"/>
                  </a:lnTo>
                  <a:lnTo>
                    <a:pt x="5494" y="263"/>
                  </a:lnTo>
                  <a:lnTo>
                    <a:pt x="5254" y="132"/>
                  </a:lnTo>
                  <a:lnTo>
                    <a:pt x="4993" y="45"/>
                  </a:lnTo>
                  <a:lnTo>
                    <a:pt x="4753"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7" name="Google Shape;11567;p80"/>
            <p:cNvSpPr/>
            <p:nvPr/>
          </p:nvSpPr>
          <p:spPr>
            <a:xfrm rot="-947327">
              <a:off x="6222687" y="3365534"/>
              <a:ext cx="16375" cy="16375"/>
            </a:xfrm>
            <a:custGeom>
              <a:rect b="b" l="l" r="r" t="t"/>
              <a:pathLst>
                <a:path extrusionOk="0" h="655" w="655">
                  <a:moveTo>
                    <a:pt x="197" y="1"/>
                  </a:moveTo>
                  <a:lnTo>
                    <a:pt x="132" y="22"/>
                  </a:lnTo>
                  <a:lnTo>
                    <a:pt x="88" y="44"/>
                  </a:lnTo>
                  <a:lnTo>
                    <a:pt x="44" y="88"/>
                  </a:lnTo>
                  <a:lnTo>
                    <a:pt x="23" y="153"/>
                  </a:lnTo>
                  <a:lnTo>
                    <a:pt x="1" y="219"/>
                  </a:lnTo>
                  <a:lnTo>
                    <a:pt x="1" y="284"/>
                  </a:lnTo>
                  <a:lnTo>
                    <a:pt x="1" y="349"/>
                  </a:lnTo>
                  <a:lnTo>
                    <a:pt x="44" y="415"/>
                  </a:lnTo>
                  <a:lnTo>
                    <a:pt x="88" y="458"/>
                  </a:lnTo>
                  <a:lnTo>
                    <a:pt x="219" y="589"/>
                  </a:lnTo>
                  <a:lnTo>
                    <a:pt x="262" y="633"/>
                  </a:lnTo>
                  <a:lnTo>
                    <a:pt x="306" y="655"/>
                  </a:lnTo>
                  <a:lnTo>
                    <a:pt x="459" y="655"/>
                  </a:lnTo>
                  <a:lnTo>
                    <a:pt x="502" y="633"/>
                  </a:lnTo>
                  <a:lnTo>
                    <a:pt x="546" y="611"/>
                  </a:lnTo>
                  <a:lnTo>
                    <a:pt x="589" y="567"/>
                  </a:lnTo>
                  <a:lnTo>
                    <a:pt x="611" y="502"/>
                  </a:lnTo>
                  <a:lnTo>
                    <a:pt x="633" y="437"/>
                  </a:lnTo>
                  <a:lnTo>
                    <a:pt x="655" y="371"/>
                  </a:lnTo>
                  <a:lnTo>
                    <a:pt x="633" y="306"/>
                  </a:lnTo>
                  <a:lnTo>
                    <a:pt x="611" y="240"/>
                  </a:lnTo>
                  <a:lnTo>
                    <a:pt x="546" y="197"/>
                  </a:lnTo>
                  <a:lnTo>
                    <a:pt x="437" y="66"/>
                  </a:lnTo>
                  <a:lnTo>
                    <a:pt x="393" y="22"/>
                  </a:lnTo>
                  <a:lnTo>
                    <a:pt x="328"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8" name="Google Shape;11568;p80"/>
            <p:cNvSpPr/>
            <p:nvPr/>
          </p:nvSpPr>
          <p:spPr>
            <a:xfrm rot="-947327">
              <a:off x="6223176" y="3415382"/>
              <a:ext cx="15275" cy="16400"/>
            </a:xfrm>
            <a:custGeom>
              <a:rect b="b" l="l" r="r" t="t"/>
              <a:pathLst>
                <a:path extrusionOk="0" h="656" w="611">
                  <a:moveTo>
                    <a:pt x="197" y="1"/>
                  </a:moveTo>
                  <a:lnTo>
                    <a:pt x="153" y="23"/>
                  </a:lnTo>
                  <a:lnTo>
                    <a:pt x="110" y="45"/>
                  </a:lnTo>
                  <a:lnTo>
                    <a:pt x="66" y="88"/>
                  </a:lnTo>
                  <a:lnTo>
                    <a:pt x="22" y="154"/>
                  </a:lnTo>
                  <a:lnTo>
                    <a:pt x="1" y="219"/>
                  </a:lnTo>
                  <a:lnTo>
                    <a:pt x="1" y="284"/>
                  </a:lnTo>
                  <a:lnTo>
                    <a:pt x="1" y="350"/>
                  </a:lnTo>
                  <a:lnTo>
                    <a:pt x="44" y="415"/>
                  </a:lnTo>
                  <a:lnTo>
                    <a:pt x="131" y="546"/>
                  </a:lnTo>
                  <a:lnTo>
                    <a:pt x="153" y="590"/>
                  </a:lnTo>
                  <a:lnTo>
                    <a:pt x="197" y="611"/>
                  </a:lnTo>
                  <a:lnTo>
                    <a:pt x="240" y="633"/>
                  </a:lnTo>
                  <a:lnTo>
                    <a:pt x="306" y="655"/>
                  </a:lnTo>
                  <a:lnTo>
                    <a:pt x="393" y="655"/>
                  </a:lnTo>
                  <a:lnTo>
                    <a:pt x="458" y="633"/>
                  </a:lnTo>
                  <a:lnTo>
                    <a:pt x="502" y="611"/>
                  </a:lnTo>
                  <a:lnTo>
                    <a:pt x="546" y="568"/>
                  </a:lnTo>
                  <a:lnTo>
                    <a:pt x="589" y="502"/>
                  </a:lnTo>
                  <a:lnTo>
                    <a:pt x="611" y="437"/>
                  </a:lnTo>
                  <a:lnTo>
                    <a:pt x="611" y="372"/>
                  </a:lnTo>
                  <a:lnTo>
                    <a:pt x="589" y="306"/>
                  </a:lnTo>
                  <a:lnTo>
                    <a:pt x="567" y="241"/>
                  </a:lnTo>
                  <a:lnTo>
                    <a:pt x="480" y="110"/>
                  </a:lnTo>
                  <a:lnTo>
                    <a:pt x="437" y="66"/>
                  </a:lnTo>
                  <a:lnTo>
                    <a:pt x="393" y="45"/>
                  </a:lnTo>
                  <a:lnTo>
                    <a:pt x="349" y="23"/>
                  </a:lnTo>
                  <a:lnTo>
                    <a:pt x="306"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9" name="Google Shape;11569;p80"/>
            <p:cNvSpPr/>
            <p:nvPr/>
          </p:nvSpPr>
          <p:spPr>
            <a:xfrm rot="-947327">
              <a:off x="6114723" y="3446387"/>
              <a:ext cx="16926" cy="16375"/>
            </a:xfrm>
            <a:custGeom>
              <a:rect b="b" l="l" r="r" t="t"/>
              <a:pathLst>
                <a:path extrusionOk="0" h="655" w="677">
                  <a:moveTo>
                    <a:pt x="393" y="1"/>
                  </a:moveTo>
                  <a:lnTo>
                    <a:pt x="328" y="23"/>
                  </a:lnTo>
                  <a:lnTo>
                    <a:pt x="262" y="66"/>
                  </a:lnTo>
                  <a:lnTo>
                    <a:pt x="219" y="110"/>
                  </a:lnTo>
                  <a:lnTo>
                    <a:pt x="66" y="219"/>
                  </a:lnTo>
                  <a:lnTo>
                    <a:pt x="44" y="262"/>
                  </a:lnTo>
                  <a:lnTo>
                    <a:pt x="23" y="328"/>
                  </a:lnTo>
                  <a:lnTo>
                    <a:pt x="1" y="415"/>
                  </a:lnTo>
                  <a:lnTo>
                    <a:pt x="23" y="459"/>
                  </a:lnTo>
                  <a:lnTo>
                    <a:pt x="44" y="524"/>
                  </a:lnTo>
                  <a:lnTo>
                    <a:pt x="66" y="568"/>
                  </a:lnTo>
                  <a:lnTo>
                    <a:pt x="110" y="611"/>
                  </a:lnTo>
                  <a:lnTo>
                    <a:pt x="153" y="633"/>
                  </a:lnTo>
                  <a:lnTo>
                    <a:pt x="219" y="655"/>
                  </a:lnTo>
                  <a:lnTo>
                    <a:pt x="350" y="655"/>
                  </a:lnTo>
                  <a:lnTo>
                    <a:pt x="415" y="611"/>
                  </a:lnTo>
                  <a:lnTo>
                    <a:pt x="480" y="568"/>
                  </a:lnTo>
                  <a:lnTo>
                    <a:pt x="611" y="437"/>
                  </a:lnTo>
                  <a:lnTo>
                    <a:pt x="633" y="415"/>
                  </a:lnTo>
                  <a:lnTo>
                    <a:pt x="655" y="350"/>
                  </a:lnTo>
                  <a:lnTo>
                    <a:pt x="677" y="262"/>
                  </a:lnTo>
                  <a:lnTo>
                    <a:pt x="677" y="197"/>
                  </a:lnTo>
                  <a:lnTo>
                    <a:pt x="655" y="153"/>
                  </a:lnTo>
                  <a:lnTo>
                    <a:pt x="611" y="110"/>
                  </a:lnTo>
                  <a:lnTo>
                    <a:pt x="589" y="66"/>
                  </a:lnTo>
                  <a:lnTo>
                    <a:pt x="524" y="44"/>
                  </a:lnTo>
                  <a:lnTo>
                    <a:pt x="459" y="23"/>
                  </a:lnTo>
                  <a:lnTo>
                    <a:pt x="39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0" name="Google Shape;11570;p80"/>
            <p:cNvSpPr/>
            <p:nvPr/>
          </p:nvSpPr>
          <p:spPr>
            <a:xfrm rot="-947327">
              <a:off x="6135233" y="3309684"/>
              <a:ext cx="13125" cy="14750"/>
            </a:xfrm>
            <a:custGeom>
              <a:rect b="b" l="l" r="r" t="t"/>
              <a:pathLst>
                <a:path extrusionOk="0" h="590" w="525">
                  <a:moveTo>
                    <a:pt x="241" y="1"/>
                  </a:moveTo>
                  <a:lnTo>
                    <a:pt x="175" y="23"/>
                  </a:lnTo>
                  <a:lnTo>
                    <a:pt x="110" y="45"/>
                  </a:lnTo>
                  <a:lnTo>
                    <a:pt x="66" y="88"/>
                  </a:lnTo>
                  <a:lnTo>
                    <a:pt x="23" y="154"/>
                  </a:lnTo>
                  <a:lnTo>
                    <a:pt x="1" y="219"/>
                  </a:lnTo>
                  <a:lnTo>
                    <a:pt x="1" y="284"/>
                  </a:lnTo>
                  <a:lnTo>
                    <a:pt x="1" y="350"/>
                  </a:lnTo>
                  <a:lnTo>
                    <a:pt x="23" y="393"/>
                  </a:lnTo>
                  <a:lnTo>
                    <a:pt x="44" y="437"/>
                  </a:lnTo>
                  <a:lnTo>
                    <a:pt x="66" y="481"/>
                  </a:lnTo>
                  <a:lnTo>
                    <a:pt x="88" y="524"/>
                  </a:lnTo>
                  <a:lnTo>
                    <a:pt x="132" y="568"/>
                  </a:lnTo>
                  <a:lnTo>
                    <a:pt x="197" y="568"/>
                  </a:lnTo>
                  <a:lnTo>
                    <a:pt x="284" y="590"/>
                  </a:lnTo>
                  <a:lnTo>
                    <a:pt x="350" y="568"/>
                  </a:lnTo>
                  <a:lnTo>
                    <a:pt x="415" y="546"/>
                  </a:lnTo>
                  <a:lnTo>
                    <a:pt x="480" y="502"/>
                  </a:lnTo>
                  <a:lnTo>
                    <a:pt x="502" y="437"/>
                  </a:lnTo>
                  <a:lnTo>
                    <a:pt x="524" y="372"/>
                  </a:lnTo>
                  <a:lnTo>
                    <a:pt x="524" y="306"/>
                  </a:lnTo>
                  <a:lnTo>
                    <a:pt x="524" y="241"/>
                  </a:lnTo>
                  <a:lnTo>
                    <a:pt x="524" y="197"/>
                  </a:lnTo>
                  <a:lnTo>
                    <a:pt x="502" y="154"/>
                  </a:lnTo>
                  <a:lnTo>
                    <a:pt x="480" y="110"/>
                  </a:lnTo>
                  <a:lnTo>
                    <a:pt x="437" y="66"/>
                  </a:lnTo>
                  <a:lnTo>
                    <a:pt x="393" y="45"/>
                  </a:lnTo>
                  <a:lnTo>
                    <a:pt x="350" y="23"/>
                  </a:lnTo>
                  <a:lnTo>
                    <a:pt x="24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1" name="Google Shape;11571;p80"/>
            <p:cNvSpPr/>
            <p:nvPr/>
          </p:nvSpPr>
          <p:spPr>
            <a:xfrm rot="-947327">
              <a:off x="6321567" y="3495861"/>
              <a:ext cx="14200" cy="14750"/>
            </a:xfrm>
            <a:custGeom>
              <a:rect b="b" l="l" r="r" t="t"/>
              <a:pathLst>
                <a:path extrusionOk="0" h="590" w="568">
                  <a:moveTo>
                    <a:pt x="197" y="1"/>
                  </a:moveTo>
                  <a:lnTo>
                    <a:pt x="153" y="23"/>
                  </a:lnTo>
                  <a:lnTo>
                    <a:pt x="110" y="45"/>
                  </a:lnTo>
                  <a:lnTo>
                    <a:pt x="44" y="88"/>
                  </a:lnTo>
                  <a:lnTo>
                    <a:pt x="23" y="154"/>
                  </a:lnTo>
                  <a:lnTo>
                    <a:pt x="1" y="219"/>
                  </a:lnTo>
                  <a:lnTo>
                    <a:pt x="1" y="284"/>
                  </a:lnTo>
                  <a:lnTo>
                    <a:pt x="1" y="350"/>
                  </a:lnTo>
                  <a:lnTo>
                    <a:pt x="44" y="415"/>
                  </a:lnTo>
                  <a:lnTo>
                    <a:pt x="88" y="481"/>
                  </a:lnTo>
                  <a:lnTo>
                    <a:pt x="110" y="524"/>
                  </a:lnTo>
                  <a:lnTo>
                    <a:pt x="153" y="546"/>
                  </a:lnTo>
                  <a:lnTo>
                    <a:pt x="197" y="590"/>
                  </a:lnTo>
                  <a:lnTo>
                    <a:pt x="350" y="590"/>
                  </a:lnTo>
                  <a:lnTo>
                    <a:pt x="393" y="568"/>
                  </a:lnTo>
                  <a:lnTo>
                    <a:pt x="437" y="546"/>
                  </a:lnTo>
                  <a:lnTo>
                    <a:pt x="502" y="502"/>
                  </a:lnTo>
                  <a:lnTo>
                    <a:pt x="546" y="459"/>
                  </a:lnTo>
                  <a:lnTo>
                    <a:pt x="568" y="393"/>
                  </a:lnTo>
                  <a:lnTo>
                    <a:pt x="568" y="306"/>
                  </a:lnTo>
                  <a:lnTo>
                    <a:pt x="546" y="241"/>
                  </a:lnTo>
                  <a:lnTo>
                    <a:pt x="524" y="175"/>
                  </a:lnTo>
                  <a:lnTo>
                    <a:pt x="480" y="110"/>
                  </a:lnTo>
                  <a:lnTo>
                    <a:pt x="437" y="88"/>
                  </a:lnTo>
                  <a:lnTo>
                    <a:pt x="393" y="45"/>
                  </a:lnTo>
                  <a:lnTo>
                    <a:pt x="350" y="23"/>
                  </a:lnTo>
                  <a:lnTo>
                    <a:pt x="306"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2" name="Google Shape;11572;p80"/>
            <p:cNvSpPr/>
            <p:nvPr/>
          </p:nvSpPr>
          <p:spPr>
            <a:xfrm rot="-947327">
              <a:off x="5949641" y="3591583"/>
              <a:ext cx="428438" cy="352111"/>
            </a:xfrm>
            <a:custGeom>
              <a:rect b="b" l="l" r="r" t="t"/>
              <a:pathLst>
                <a:path extrusionOk="0" h="14084" w="17137">
                  <a:moveTo>
                    <a:pt x="13059" y="0"/>
                  </a:moveTo>
                  <a:lnTo>
                    <a:pt x="12863" y="22"/>
                  </a:lnTo>
                  <a:lnTo>
                    <a:pt x="12689" y="44"/>
                  </a:lnTo>
                  <a:lnTo>
                    <a:pt x="12514" y="87"/>
                  </a:lnTo>
                  <a:lnTo>
                    <a:pt x="12340" y="174"/>
                  </a:lnTo>
                  <a:lnTo>
                    <a:pt x="12166" y="240"/>
                  </a:lnTo>
                  <a:lnTo>
                    <a:pt x="11991" y="349"/>
                  </a:lnTo>
                  <a:lnTo>
                    <a:pt x="11839" y="458"/>
                  </a:lnTo>
                  <a:lnTo>
                    <a:pt x="11555" y="698"/>
                  </a:lnTo>
                  <a:lnTo>
                    <a:pt x="11294" y="959"/>
                  </a:lnTo>
                  <a:lnTo>
                    <a:pt x="10770" y="1526"/>
                  </a:lnTo>
                  <a:lnTo>
                    <a:pt x="10509" y="1788"/>
                  </a:lnTo>
                  <a:lnTo>
                    <a:pt x="10225" y="2028"/>
                  </a:lnTo>
                  <a:lnTo>
                    <a:pt x="9942" y="2267"/>
                  </a:lnTo>
                  <a:lnTo>
                    <a:pt x="9659" y="2485"/>
                  </a:lnTo>
                  <a:lnTo>
                    <a:pt x="9048" y="2900"/>
                  </a:lnTo>
                  <a:lnTo>
                    <a:pt x="8416" y="3292"/>
                  </a:lnTo>
                  <a:lnTo>
                    <a:pt x="7784" y="3641"/>
                  </a:lnTo>
                  <a:lnTo>
                    <a:pt x="7108" y="3990"/>
                  </a:lnTo>
                  <a:lnTo>
                    <a:pt x="5756" y="4622"/>
                  </a:lnTo>
                  <a:lnTo>
                    <a:pt x="4405" y="5276"/>
                  </a:lnTo>
                  <a:lnTo>
                    <a:pt x="3729" y="5625"/>
                  </a:lnTo>
                  <a:lnTo>
                    <a:pt x="3097" y="5973"/>
                  </a:lnTo>
                  <a:lnTo>
                    <a:pt x="2464" y="6366"/>
                  </a:lnTo>
                  <a:lnTo>
                    <a:pt x="1876" y="6802"/>
                  </a:lnTo>
                  <a:lnTo>
                    <a:pt x="1570" y="7020"/>
                  </a:lnTo>
                  <a:lnTo>
                    <a:pt x="1309" y="7260"/>
                  </a:lnTo>
                  <a:lnTo>
                    <a:pt x="1025" y="7521"/>
                  </a:lnTo>
                  <a:lnTo>
                    <a:pt x="786" y="7783"/>
                  </a:lnTo>
                  <a:lnTo>
                    <a:pt x="480" y="8132"/>
                  </a:lnTo>
                  <a:lnTo>
                    <a:pt x="350" y="8306"/>
                  </a:lnTo>
                  <a:lnTo>
                    <a:pt x="219" y="8502"/>
                  </a:lnTo>
                  <a:lnTo>
                    <a:pt x="132" y="8720"/>
                  </a:lnTo>
                  <a:lnTo>
                    <a:pt x="66" y="8917"/>
                  </a:lnTo>
                  <a:lnTo>
                    <a:pt x="23" y="9135"/>
                  </a:lnTo>
                  <a:lnTo>
                    <a:pt x="1" y="9374"/>
                  </a:lnTo>
                  <a:lnTo>
                    <a:pt x="23" y="9505"/>
                  </a:lnTo>
                  <a:lnTo>
                    <a:pt x="44" y="9658"/>
                  </a:lnTo>
                  <a:lnTo>
                    <a:pt x="88" y="9789"/>
                  </a:lnTo>
                  <a:lnTo>
                    <a:pt x="132" y="9919"/>
                  </a:lnTo>
                  <a:lnTo>
                    <a:pt x="284" y="10159"/>
                  </a:lnTo>
                  <a:lnTo>
                    <a:pt x="459" y="10399"/>
                  </a:lnTo>
                  <a:lnTo>
                    <a:pt x="677" y="10595"/>
                  </a:lnTo>
                  <a:lnTo>
                    <a:pt x="895" y="10770"/>
                  </a:lnTo>
                  <a:lnTo>
                    <a:pt x="1091" y="10879"/>
                  </a:lnTo>
                  <a:lnTo>
                    <a:pt x="1287" y="10988"/>
                  </a:lnTo>
                  <a:lnTo>
                    <a:pt x="1679" y="11140"/>
                  </a:lnTo>
                  <a:lnTo>
                    <a:pt x="2094" y="11271"/>
                  </a:lnTo>
                  <a:lnTo>
                    <a:pt x="2508" y="11380"/>
                  </a:lnTo>
                  <a:lnTo>
                    <a:pt x="4012" y="11773"/>
                  </a:lnTo>
                  <a:lnTo>
                    <a:pt x="5538" y="12143"/>
                  </a:lnTo>
                  <a:lnTo>
                    <a:pt x="7042" y="12492"/>
                  </a:lnTo>
                  <a:lnTo>
                    <a:pt x="8569" y="12841"/>
                  </a:lnTo>
                  <a:lnTo>
                    <a:pt x="10095" y="13168"/>
                  </a:lnTo>
                  <a:lnTo>
                    <a:pt x="11621" y="13451"/>
                  </a:lnTo>
                  <a:lnTo>
                    <a:pt x="13147" y="13735"/>
                  </a:lnTo>
                  <a:lnTo>
                    <a:pt x="14673" y="13996"/>
                  </a:lnTo>
                  <a:lnTo>
                    <a:pt x="15152" y="14062"/>
                  </a:lnTo>
                  <a:lnTo>
                    <a:pt x="15370" y="14083"/>
                  </a:lnTo>
                  <a:lnTo>
                    <a:pt x="15610" y="14083"/>
                  </a:lnTo>
                  <a:lnTo>
                    <a:pt x="15828" y="14062"/>
                  </a:lnTo>
                  <a:lnTo>
                    <a:pt x="16068" y="14018"/>
                  </a:lnTo>
                  <a:lnTo>
                    <a:pt x="16264" y="13931"/>
                  </a:lnTo>
                  <a:lnTo>
                    <a:pt x="16460" y="13822"/>
                  </a:lnTo>
                  <a:lnTo>
                    <a:pt x="16613" y="13713"/>
                  </a:lnTo>
                  <a:lnTo>
                    <a:pt x="16744" y="13560"/>
                  </a:lnTo>
                  <a:lnTo>
                    <a:pt x="16853" y="13408"/>
                  </a:lnTo>
                  <a:lnTo>
                    <a:pt x="16962" y="13255"/>
                  </a:lnTo>
                  <a:lnTo>
                    <a:pt x="17027" y="13059"/>
                  </a:lnTo>
                  <a:lnTo>
                    <a:pt x="17071" y="12884"/>
                  </a:lnTo>
                  <a:lnTo>
                    <a:pt x="17114" y="12688"/>
                  </a:lnTo>
                  <a:lnTo>
                    <a:pt x="17136" y="12492"/>
                  </a:lnTo>
                  <a:lnTo>
                    <a:pt x="17136" y="12230"/>
                  </a:lnTo>
                  <a:lnTo>
                    <a:pt x="17114" y="11969"/>
                  </a:lnTo>
                  <a:lnTo>
                    <a:pt x="17049" y="11729"/>
                  </a:lnTo>
                  <a:lnTo>
                    <a:pt x="17005" y="11489"/>
                  </a:lnTo>
                  <a:lnTo>
                    <a:pt x="16853" y="11009"/>
                  </a:lnTo>
                  <a:lnTo>
                    <a:pt x="16722" y="10508"/>
                  </a:lnTo>
                  <a:lnTo>
                    <a:pt x="16591" y="9854"/>
                  </a:lnTo>
                  <a:lnTo>
                    <a:pt x="16482" y="9200"/>
                  </a:lnTo>
                  <a:lnTo>
                    <a:pt x="16373" y="8546"/>
                  </a:lnTo>
                  <a:lnTo>
                    <a:pt x="16264" y="7914"/>
                  </a:lnTo>
                  <a:lnTo>
                    <a:pt x="16024" y="6627"/>
                  </a:lnTo>
                  <a:lnTo>
                    <a:pt x="15763" y="5341"/>
                  </a:lnTo>
                  <a:lnTo>
                    <a:pt x="15479" y="4077"/>
                  </a:lnTo>
                  <a:lnTo>
                    <a:pt x="15174" y="2812"/>
                  </a:lnTo>
                  <a:lnTo>
                    <a:pt x="15043" y="2246"/>
                  </a:lnTo>
                  <a:lnTo>
                    <a:pt x="14956" y="1962"/>
                  </a:lnTo>
                  <a:lnTo>
                    <a:pt x="14847" y="1679"/>
                  </a:lnTo>
                  <a:lnTo>
                    <a:pt x="14738" y="1417"/>
                  </a:lnTo>
                  <a:lnTo>
                    <a:pt x="14607" y="1155"/>
                  </a:lnTo>
                  <a:lnTo>
                    <a:pt x="14455" y="916"/>
                  </a:lnTo>
                  <a:lnTo>
                    <a:pt x="14280" y="676"/>
                  </a:lnTo>
                  <a:lnTo>
                    <a:pt x="14150" y="523"/>
                  </a:lnTo>
                  <a:lnTo>
                    <a:pt x="13953" y="349"/>
                  </a:lnTo>
                  <a:lnTo>
                    <a:pt x="13735" y="196"/>
                  </a:lnTo>
                  <a:lnTo>
                    <a:pt x="13496" y="87"/>
                  </a:lnTo>
                  <a:lnTo>
                    <a:pt x="13234" y="22"/>
                  </a:lnTo>
                  <a:lnTo>
                    <a:pt x="1305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3" name="Google Shape;11573;p80"/>
            <p:cNvSpPr/>
            <p:nvPr/>
          </p:nvSpPr>
          <p:spPr>
            <a:xfrm rot="-947327">
              <a:off x="5949641" y="3591583"/>
              <a:ext cx="428438" cy="352111"/>
            </a:xfrm>
            <a:custGeom>
              <a:rect b="b" l="l" r="r" t="t"/>
              <a:pathLst>
                <a:path extrusionOk="0" fill="none" h="14084" w="17137">
                  <a:moveTo>
                    <a:pt x="786" y="7783"/>
                  </a:moveTo>
                  <a:lnTo>
                    <a:pt x="786" y="7783"/>
                  </a:lnTo>
                  <a:lnTo>
                    <a:pt x="1025" y="7521"/>
                  </a:lnTo>
                  <a:lnTo>
                    <a:pt x="1309" y="7260"/>
                  </a:lnTo>
                  <a:lnTo>
                    <a:pt x="1570" y="7020"/>
                  </a:lnTo>
                  <a:lnTo>
                    <a:pt x="1876" y="6802"/>
                  </a:lnTo>
                  <a:lnTo>
                    <a:pt x="2464" y="6366"/>
                  </a:lnTo>
                  <a:lnTo>
                    <a:pt x="3097" y="5973"/>
                  </a:lnTo>
                  <a:lnTo>
                    <a:pt x="3729" y="5625"/>
                  </a:lnTo>
                  <a:lnTo>
                    <a:pt x="4405" y="5276"/>
                  </a:lnTo>
                  <a:lnTo>
                    <a:pt x="5756" y="4622"/>
                  </a:lnTo>
                  <a:lnTo>
                    <a:pt x="7108" y="3990"/>
                  </a:lnTo>
                  <a:lnTo>
                    <a:pt x="7784" y="3641"/>
                  </a:lnTo>
                  <a:lnTo>
                    <a:pt x="8416" y="3292"/>
                  </a:lnTo>
                  <a:lnTo>
                    <a:pt x="9048" y="2900"/>
                  </a:lnTo>
                  <a:lnTo>
                    <a:pt x="9659" y="2485"/>
                  </a:lnTo>
                  <a:lnTo>
                    <a:pt x="9942" y="2267"/>
                  </a:lnTo>
                  <a:lnTo>
                    <a:pt x="10225" y="2028"/>
                  </a:lnTo>
                  <a:lnTo>
                    <a:pt x="10509" y="1788"/>
                  </a:lnTo>
                  <a:lnTo>
                    <a:pt x="10770" y="1526"/>
                  </a:lnTo>
                  <a:lnTo>
                    <a:pt x="10770" y="1526"/>
                  </a:lnTo>
                  <a:lnTo>
                    <a:pt x="11294" y="959"/>
                  </a:lnTo>
                  <a:lnTo>
                    <a:pt x="11555" y="698"/>
                  </a:lnTo>
                  <a:lnTo>
                    <a:pt x="11839" y="458"/>
                  </a:lnTo>
                  <a:lnTo>
                    <a:pt x="11839" y="458"/>
                  </a:lnTo>
                  <a:lnTo>
                    <a:pt x="11991" y="349"/>
                  </a:lnTo>
                  <a:lnTo>
                    <a:pt x="12166" y="240"/>
                  </a:lnTo>
                  <a:lnTo>
                    <a:pt x="12340" y="174"/>
                  </a:lnTo>
                  <a:lnTo>
                    <a:pt x="12514" y="87"/>
                  </a:lnTo>
                  <a:lnTo>
                    <a:pt x="12689" y="44"/>
                  </a:lnTo>
                  <a:lnTo>
                    <a:pt x="12863" y="22"/>
                  </a:lnTo>
                  <a:lnTo>
                    <a:pt x="13059" y="0"/>
                  </a:lnTo>
                  <a:lnTo>
                    <a:pt x="13234" y="22"/>
                  </a:lnTo>
                  <a:lnTo>
                    <a:pt x="13234" y="22"/>
                  </a:lnTo>
                  <a:lnTo>
                    <a:pt x="13496" y="87"/>
                  </a:lnTo>
                  <a:lnTo>
                    <a:pt x="13735" y="196"/>
                  </a:lnTo>
                  <a:lnTo>
                    <a:pt x="13953" y="349"/>
                  </a:lnTo>
                  <a:lnTo>
                    <a:pt x="14150" y="523"/>
                  </a:lnTo>
                  <a:lnTo>
                    <a:pt x="14150" y="523"/>
                  </a:lnTo>
                  <a:lnTo>
                    <a:pt x="14280" y="676"/>
                  </a:lnTo>
                  <a:lnTo>
                    <a:pt x="14280" y="676"/>
                  </a:lnTo>
                  <a:lnTo>
                    <a:pt x="14280" y="676"/>
                  </a:lnTo>
                  <a:lnTo>
                    <a:pt x="14455" y="916"/>
                  </a:lnTo>
                  <a:lnTo>
                    <a:pt x="14607" y="1155"/>
                  </a:lnTo>
                  <a:lnTo>
                    <a:pt x="14738" y="1417"/>
                  </a:lnTo>
                  <a:lnTo>
                    <a:pt x="14847" y="1679"/>
                  </a:lnTo>
                  <a:lnTo>
                    <a:pt x="14956" y="1962"/>
                  </a:lnTo>
                  <a:lnTo>
                    <a:pt x="15043" y="2246"/>
                  </a:lnTo>
                  <a:lnTo>
                    <a:pt x="15174" y="2812"/>
                  </a:lnTo>
                  <a:lnTo>
                    <a:pt x="15174" y="2812"/>
                  </a:lnTo>
                  <a:lnTo>
                    <a:pt x="15479" y="4077"/>
                  </a:lnTo>
                  <a:lnTo>
                    <a:pt x="15763" y="5341"/>
                  </a:lnTo>
                  <a:lnTo>
                    <a:pt x="16024" y="6627"/>
                  </a:lnTo>
                  <a:lnTo>
                    <a:pt x="16264" y="7914"/>
                  </a:lnTo>
                  <a:lnTo>
                    <a:pt x="16264" y="7914"/>
                  </a:lnTo>
                  <a:lnTo>
                    <a:pt x="16373" y="8546"/>
                  </a:lnTo>
                  <a:lnTo>
                    <a:pt x="16482" y="9200"/>
                  </a:lnTo>
                  <a:lnTo>
                    <a:pt x="16591" y="9854"/>
                  </a:lnTo>
                  <a:lnTo>
                    <a:pt x="16722" y="10508"/>
                  </a:lnTo>
                  <a:lnTo>
                    <a:pt x="16722" y="10508"/>
                  </a:lnTo>
                  <a:lnTo>
                    <a:pt x="16853" y="11009"/>
                  </a:lnTo>
                  <a:lnTo>
                    <a:pt x="17005" y="11489"/>
                  </a:lnTo>
                  <a:lnTo>
                    <a:pt x="17049" y="11729"/>
                  </a:lnTo>
                  <a:lnTo>
                    <a:pt x="17114" y="11969"/>
                  </a:lnTo>
                  <a:lnTo>
                    <a:pt x="17136" y="12230"/>
                  </a:lnTo>
                  <a:lnTo>
                    <a:pt x="17136" y="12492"/>
                  </a:lnTo>
                  <a:lnTo>
                    <a:pt x="17136" y="12492"/>
                  </a:lnTo>
                  <a:lnTo>
                    <a:pt x="17114" y="12688"/>
                  </a:lnTo>
                  <a:lnTo>
                    <a:pt x="17071" y="12884"/>
                  </a:lnTo>
                  <a:lnTo>
                    <a:pt x="17027" y="13059"/>
                  </a:lnTo>
                  <a:lnTo>
                    <a:pt x="16962" y="13255"/>
                  </a:lnTo>
                  <a:lnTo>
                    <a:pt x="16853" y="13408"/>
                  </a:lnTo>
                  <a:lnTo>
                    <a:pt x="16744" y="13560"/>
                  </a:lnTo>
                  <a:lnTo>
                    <a:pt x="16613" y="13713"/>
                  </a:lnTo>
                  <a:lnTo>
                    <a:pt x="16460" y="13822"/>
                  </a:lnTo>
                  <a:lnTo>
                    <a:pt x="16460" y="13822"/>
                  </a:lnTo>
                  <a:lnTo>
                    <a:pt x="16264" y="13931"/>
                  </a:lnTo>
                  <a:lnTo>
                    <a:pt x="16068" y="14018"/>
                  </a:lnTo>
                  <a:lnTo>
                    <a:pt x="15828" y="14062"/>
                  </a:lnTo>
                  <a:lnTo>
                    <a:pt x="15610" y="14083"/>
                  </a:lnTo>
                  <a:lnTo>
                    <a:pt x="15370" y="14083"/>
                  </a:lnTo>
                  <a:lnTo>
                    <a:pt x="15152" y="14062"/>
                  </a:lnTo>
                  <a:lnTo>
                    <a:pt x="14673" y="13996"/>
                  </a:lnTo>
                  <a:lnTo>
                    <a:pt x="14673" y="13996"/>
                  </a:lnTo>
                  <a:lnTo>
                    <a:pt x="13147" y="13735"/>
                  </a:lnTo>
                  <a:lnTo>
                    <a:pt x="11621" y="13451"/>
                  </a:lnTo>
                  <a:lnTo>
                    <a:pt x="10095" y="13168"/>
                  </a:lnTo>
                  <a:lnTo>
                    <a:pt x="8569" y="12841"/>
                  </a:lnTo>
                  <a:lnTo>
                    <a:pt x="7042" y="12492"/>
                  </a:lnTo>
                  <a:lnTo>
                    <a:pt x="5538" y="12143"/>
                  </a:lnTo>
                  <a:lnTo>
                    <a:pt x="4012" y="11773"/>
                  </a:lnTo>
                  <a:lnTo>
                    <a:pt x="2508" y="11380"/>
                  </a:lnTo>
                  <a:lnTo>
                    <a:pt x="2508" y="11380"/>
                  </a:lnTo>
                  <a:lnTo>
                    <a:pt x="2094" y="11271"/>
                  </a:lnTo>
                  <a:lnTo>
                    <a:pt x="1679" y="11140"/>
                  </a:lnTo>
                  <a:lnTo>
                    <a:pt x="1287" y="10988"/>
                  </a:lnTo>
                  <a:lnTo>
                    <a:pt x="1091" y="10879"/>
                  </a:lnTo>
                  <a:lnTo>
                    <a:pt x="895" y="10770"/>
                  </a:lnTo>
                  <a:lnTo>
                    <a:pt x="895" y="10770"/>
                  </a:lnTo>
                  <a:lnTo>
                    <a:pt x="677" y="10595"/>
                  </a:lnTo>
                  <a:lnTo>
                    <a:pt x="459" y="10399"/>
                  </a:lnTo>
                  <a:lnTo>
                    <a:pt x="284" y="10159"/>
                  </a:lnTo>
                  <a:lnTo>
                    <a:pt x="132" y="9919"/>
                  </a:lnTo>
                  <a:lnTo>
                    <a:pt x="132" y="9919"/>
                  </a:lnTo>
                  <a:lnTo>
                    <a:pt x="88" y="9789"/>
                  </a:lnTo>
                  <a:lnTo>
                    <a:pt x="44" y="9658"/>
                  </a:lnTo>
                  <a:lnTo>
                    <a:pt x="23" y="9505"/>
                  </a:lnTo>
                  <a:lnTo>
                    <a:pt x="1" y="9374"/>
                  </a:lnTo>
                  <a:lnTo>
                    <a:pt x="1" y="9374"/>
                  </a:lnTo>
                  <a:lnTo>
                    <a:pt x="23" y="9135"/>
                  </a:lnTo>
                  <a:lnTo>
                    <a:pt x="66" y="8917"/>
                  </a:lnTo>
                  <a:lnTo>
                    <a:pt x="132" y="8720"/>
                  </a:lnTo>
                  <a:lnTo>
                    <a:pt x="219" y="8502"/>
                  </a:lnTo>
                  <a:lnTo>
                    <a:pt x="350" y="8306"/>
                  </a:lnTo>
                  <a:lnTo>
                    <a:pt x="480" y="8132"/>
                  </a:lnTo>
                  <a:lnTo>
                    <a:pt x="786" y="7783"/>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4" name="Google Shape;11574;p80"/>
            <p:cNvSpPr/>
            <p:nvPr/>
          </p:nvSpPr>
          <p:spPr>
            <a:xfrm rot="-947327">
              <a:off x="5936826" y="3603261"/>
              <a:ext cx="357036" cy="248007"/>
            </a:xfrm>
            <a:custGeom>
              <a:rect b="b" l="l" r="r" t="t"/>
              <a:pathLst>
                <a:path extrusionOk="0" h="9920" w="14281">
                  <a:moveTo>
                    <a:pt x="13059" y="0"/>
                  </a:moveTo>
                  <a:lnTo>
                    <a:pt x="12863" y="22"/>
                  </a:lnTo>
                  <a:lnTo>
                    <a:pt x="12689" y="44"/>
                  </a:lnTo>
                  <a:lnTo>
                    <a:pt x="12514" y="87"/>
                  </a:lnTo>
                  <a:lnTo>
                    <a:pt x="12340" y="174"/>
                  </a:lnTo>
                  <a:lnTo>
                    <a:pt x="12166" y="240"/>
                  </a:lnTo>
                  <a:lnTo>
                    <a:pt x="11991" y="349"/>
                  </a:lnTo>
                  <a:lnTo>
                    <a:pt x="11839" y="458"/>
                  </a:lnTo>
                  <a:lnTo>
                    <a:pt x="11555" y="698"/>
                  </a:lnTo>
                  <a:lnTo>
                    <a:pt x="11294" y="959"/>
                  </a:lnTo>
                  <a:lnTo>
                    <a:pt x="10770" y="1526"/>
                  </a:lnTo>
                  <a:lnTo>
                    <a:pt x="10509" y="1788"/>
                  </a:lnTo>
                  <a:lnTo>
                    <a:pt x="10225" y="2028"/>
                  </a:lnTo>
                  <a:lnTo>
                    <a:pt x="9942" y="2267"/>
                  </a:lnTo>
                  <a:lnTo>
                    <a:pt x="9659" y="2485"/>
                  </a:lnTo>
                  <a:lnTo>
                    <a:pt x="9048" y="2900"/>
                  </a:lnTo>
                  <a:lnTo>
                    <a:pt x="8416" y="3292"/>
                  </a:lnTo>
                  <a:lnTo>
                    <a:pt x="7784" y="3641"/>
                  </a:lnTo>
                  <a:lnTo>
                    <a:pt x="7108" y="3990"/>
                  </a:lnTo>
                  <a:lnTo>
                    <a:pt x="5756" y="4622"/>
                  </a:lnTo>
                  <a:lnTo>
                    <a:pt x="4405" y="5276"/>
                  </a:lnTo>
                  <a:lnTo>
                    <a:pt x="3729" y="5625"/>
                  </a:lnTo>
                  <a:lnTo>
                    <a:pt x="3097" y="5973"/>
                  </a:lnTo>
                  <a:lnTo>
                    <a:pt x="2464" y="6366"/>
                  </a:lnTo>
                  <a:lnTo>
                    <a:pt x="1876" y="6802"/>
                  </a:lnTo>
                  <a:lnTo>
                    <a:pt x="1570" y="7020"/>
                  </a:lnTo>
                  <a:lnTo>
                    <a:pt x="1309" y="7260"/>
                  </a:lnTo>
                  <a:lnTo>
                    <a:pt x="1025" y="7521"/>
                  </a:lnTo>
                  <a:lnTo>
                    <a:pt x="786" y="7783"/>
                  </a:lnTo>
                  <a:lnTo>
                    <a:pt x="480" y="8132"/>
                  </a:lnTo>
                  <a:lnTo>
                    <a:pt x="350" y="8306"/>
                  </a:lnTo>
                  <a:lnTo>
                    <a:pt x="219" y="8502"/>
                  </a:lnTo>
                  <a:lnTo>
                    <a:pt x="132" y="8720"/>
                  </a:lnTo>
                  <a:lnTo>
                    <a:pt x="66" y="8917"/>
                  </a:lnTo>
                  <a:lnTo>
                    <a:pt x="23" y="9135"/>
                  </a:lnTo>
                  <a:lnTo>
                    <a:pt x="1" y="9374"/>
                  </a:lnTo>
                  <a:lnTo>
                    <a:pt x="23" y="9505"/>
                  </a:lnTo>
                  <a:lnTo>
                    <a:pt x="44" y="9658"/>
                  </a:lnTo>
                  <a:lnTo>
                    <a:pt x="88" y="9789"/>
                  </a:lnTo>
                  <a:lnTo>
                    <a:pt x="132" y="9919"/>
                  </a:lnTo>
                  <a:lnTo>
                    <a:pt x="502" y="9767"/>
                  </a:lnTo>
                  <a:lnTo>
                    <a:pt x="873" y="9592"/>
                  </a:lnTo>
                  <a:lnTo>
                    <a:pt x="1243" y="9440"/>
                  </a:lnTo>
                  <a:lnTo>
                    <a:pt x="1440" y="9374"/>
                  </a:lnTo>
                  <a:lnTo>
                    <a:pt x="1636" y="9309"/>
                  </a:lnTo>
                  <a:lnTo>
                    <a:pt x="1876" y="9265"/>
                  </a:lnTo>
                  <a:lnTo>
                    <a:pt x="2137" y="9244"/>
                  </a:lnTo>
                  <a:lnTo>
                    <a:pt x="2377" y="9222"/>
                  </a:lnTo>
                  <a:lnTo>
                    <a:pt x="2639" y="9244"/>
                  </a:lnTo>
                  <a:lnTo>
                    <a:pt x="3140" y="9265"/>
                  </a:lnTo>
                  <a:lnTo>
                    <a:pt x="3663" y="9309"/>
                  </a:lnTo>
                  <a:lnTo>
                    <a:pt x="4165" y="9353"/>
                  </a:lnTo>
                  <a:lnTo>
                    <a:pt x="4666" y="9353"/>
                  </a:lnTo>
                  <a:lnTo>
                    <a:pt x="4906" y="9309"/>
                  </a:lnTo>
                  <a:lnTo>
                    <a:pt x="5124" y="9265"/>
                  </a:lnTo>
                  <a:lnTo>
                    <a:pt x="5364" y="9200"/>
                  </a:lnTo>
                  <a:lnTo>
                    <a:pt x="5582" y="9091"/>
                  </a:lnTo>
                  <a:lnTo>
                    <a:pt x="5843" y="8917"/>
                  </a:lnTo>
                  <a:lnTo>
                    <a:pt x="6105" y="8742"/>
                  </a:lnTo>
                  <a:lnTo>
                    <a:pt x="6345" y="8546"/>
                  </a:lnTo>
                  <a:lnTo>
                    <a:pt x="6585" y="8372"/>
                  </a:lnTo>
                  <a:lnTo>
                    <a:pt x="6759" y="8284"/>
                  </a:lnTo>
                  <a:lnTo>
                    <a:pt x="6933" y="8197"/>
                  </a:lnTo>
                  <a:lnTo>
                    <a:pt x="7304" y="8088"/>
                  </a:lnTo>
                  <a:lnTo>
                    <a:pt x="7675" y="8001"/>
                  </a:lnTo>
                  <a:lnTo>
                    <a:pt x="8067" y="7936"/>
                  </a:lnTo>
                  <a:lnTo>
                    <a:pt x="8852" y="7848"/>
                  </a:lnTo>
                  <a:lnTo>
                    <a:pt x="9244" y="7783"/>
                  </a:lnTo>
                  <a:lnTo>
                    <a:pt x="9615" y="7718"/>
                  </a:lnTo>
                  <a:lnTo>
                    <a:pt x="9855" y="7630"/>
                  </a:lnTo>
                  <a:lnTo>
                    <a:pt x="10095" y="7543"/>
                  </a:lnTo>
                  <a:lnTo>
                    <a:pt x="10334" y="7456"/>
                  </a:lnTo>
                  <a:lnTo>
                    <a:pt x="10552" y="7325"/>
                  </a:lnTo>
                  <a:lnTo>
                    <a:pt x="10770" y="7194"/>
                  </a:lnTo>
                  <a:lnTo>
                    <a:pt x="10967" y="7064"/>
                  </a:lnTo>
                  <a:lnTo>
                    <a:pt x="11163" y="6911"/>
                  </a:lnTo>
                  <a:lnTo>
                    <a:pt x="11359" y="6736"/>
                  </a:lnTo>
                  <a:lnTo>
                    <a:pt x="11533" y="6562"/>
                  </a:lnTo>
                  <a:lnTo>
                    <a:pt x="11708" y="6366"/>
                  </a:lnTo>
                  <a:lnTo>
                    <a:pt x="11860" y="6170"/>
                  </a:lnTo>
                  <a:lnTo>
                    <a:pt x="12013" y="5973"/>
                  </a:lnTo>
                  <a:lnTo>
                    <a:pt x="12144" y="5755"/>
                  </a:lnTo>
                  <a:lnTo>
                    <a:pt x="12253" y="5537"/>
                  </a:lnTo>
                  <a:lnTo>
                    <a:pt x="12362" y="5298"/>
                  </a:lnTo>
                  <a:lnTo>
                    <a:pt x="12449" y="5058"/>
                  </a:lnTo>
                  <a:lnTo>
                    <a:pt x="12580" y="4622"/>
                  </a:lnTo>
                  <a:lnTo>
                    <a:pt x="12689" y="4164"/>
                  </a:lnTo>
                  <a:lnTo>
                    <a:pt x="12798" y="3706"/>
                  </a:lnTo>
                  <a:lnTo>
                    <a:pt x="12885" y="3488"/>
                  </a:lnTo>
                  <a:lnTo>
                    <a:pt x="12972" y="3270"/>
                  </a:lnTo>
                  <a:lnTo>
                    <a:pt x="13103" y="3052"/>
                  </a:lnTo>
                  <a:lnTo>
                    <a:pt x="13234" y="2834"/>
                  </a:lnTo>
                  <a:lnTo>
                    <a:pt x="13343" y="2616"/>
                  </a:lnTo>
                  <a:lnTo>
                    <a:pt x="13452" y="2376"/>
                  </a:lnTo>
                  <a:lnTo>
                    <a:pt x="13517" y="2093"/>
                  </a:lnTo>
                  <a:lnTo>
                    <a:pt x="13561" y="1788"/>
                  </a:lnTo>
                  <a:lnTo>
                    <a:pt x="13605" y="1482"/>
                  </a:lnTo>
                  <a:lnTo>
                    <a:pt x="13626" y="1352"/>
                  </a:lnTo>
                  <a:lnTo>
                    <a:pt x="13670" y="1199"/>
                  </a:lnTo>
                  <a:lnTo>
                    <a:pt x="13714" y="1112"/>
                  </a:lnTo>
                  <a:lnTo>
                    <a:pt x="13779" y="1025"/>
                  </a:lnTo>
                  <a:lnTo>
                    <a:pt x="13910" y="872"/>
                  </a:lnTo>
                  <a:lnTo>
                    <a:pt x="13997" y="807"/>
                  </a:lnTo>
                  <a:lnTo>
                    <a:pt x="14084" y="741"/>
                  </a:lnTo>
                  <a:lnTo>
                    <a:pt x="14193" y="698"/>
                  </a:lnTo>
                  <a:lnTo>
                    <a:pt x="14280" y="676"/>
                  </a:lnTo>
                  <a:lnTo>
                    <a:pt x="14150" y="523"/>
                  </a:lnTo>
                  <a:lnTo>
                    <a:pt x="13953" y="349"/>
                  </a:lnTo>
                  <a:lnTo>
                    <a:pt x="13735" y="196"/>
                  </a:lnTo>
                  <a:lnTo>
                    <a:pt x="13496" y="87"/>
                  </a:lnTo>
                  <a:lnTo>
                    <a:pt x="13234" y="22"/>
                  </a:lnTo>
                  <a:lnTo>
                    <a:pt x="13059"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5" name="Google Shape;11575;p80"/>
            <p:cNvSpPr/>
            <p:nvPr/>
          </p:nvSpPr>
          <p:spPr>
            <a:xfrm rot="-947327">
              <a:off x="6284838" y="3745161"/>
              <a:ext cx="15850" cy="21301"/>
            </a:xfrm>
            <a:custGeom>
              <a:rect b="b" l="l" r="r" t="t"/>
              <a:pathLst>
                <a:path extrusionOk="0" h="852" w="634">
                  <a:moveTo>
                    <a:pt x="372" y="1"/>
                  </a:moveTo>
                  <a:lnTo>
                    <a:pt x="284" y="23"/>
                  </a:lnTo>
                  <a:lnTo>
                    <a:pt x="219" y="88"/>
                  </a:lnTo>
                  <a:lnTo>
                    <a:pt x="154" y="154"/>
                  </a:lnTo>
                  <a:lnTo>
                    <a:pt x="23" y="524"/>
                  </a:lnTo>
                  <a:lnTo>
                    <a:pt x="1" y="611"/>
                  </a:lnTo>
                  <a:lnTo>
                    <a:pt x="23" y="720"/>
                  </a:lnTo>
                  <a:lnTo>
                    <a:pt x="88" y="786"/>
                  </a:lnTo>
                  <a:lnTo>
                    <a:pt x="175" y="829"/>
                  </a:lnTo>
                  <a:lnTo>
                    <a:pt x="263" y="851"/>
                  </a:lnTo>
                  <a:lnTo>
                    <a:pt x="350" y="829"/>
                  </a:lnTo>
                  <a:lnTo>
                    <a:pt x="437" y="764"/>
                  </a:lnTo>
                  <a:lnTo>
                    <a:pt x="481" y="699"/>
                  </a:lnTo>
                  <a:lnTo>
                    <a:pt x="611" y="328"/>
                  </a:lnTo>
                  <a:lnTo>
                    <a:pt x="633" y="241"/>
                  </a:lnTo>
                  <a:lnTo>
                    <a:pt x="611" y="132"/>
                  </a:lnTo>
                  <a:lnTo>
                    <a:pt x="546" y="66"/>
                  </a:lnTo>
                  <a:lnTo>
                    <a:pt x="481" y="23"/>
                  </a:lnTo>
                  <a:lnTo>
                    <a:pt x="37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6" name="Google Shape;11576;p80"/>
            <p:cNvSpPr/>
            <p:nvPr/>
          </p:nvSpPr>
          <p:spPr>
            <a:xfrm rot="-947327">
              <a:off x="6241721" y="3781409"/>
              <a:ext cx="26726" cy="26751"/>
            </a:xfrm>
            <a:custGeom>
              <a:rect b="b" l="l" r="r" t="t"/>
              <a:pathLst>
                <a:path extrusionOk="0" h="1070" w="1069">
                  <a:moveTo>
                    <a:pt x="632" y="1"/>
                  </a:moveTo>
                  <a:lnTo>
                    <a:pt x="501" y="23"/>
                  </a:lnTo>
                  <a:lnTo>
                    <a:pt x="392" y="45"/>
                  </a:lnTo>
                  <a:lnTo>
                    <a:pt x="283" y="132"/>
                  </a:lnTo>
                  <a:lnTo>
                    <a:pt x="153" y="219"/>
                  </a:lnTo>
                  <a:lnTo>
                    <a:pt x="87" y="284"/>
                  </a:lnTo>
                  <a:lnTo>
                    <a:pt x="44" y="372"/>
                  </a:lnTo>
                  <a:lnTo>
                    <a:pt x="0" y="459"/>
                  </a:lnTo>
                  <a:lnTo>
                    <a:pt x="0" y="546"/>
                  </a:lnTo>
                  <a:lnTo>
                    <a:pt x="0" y="655"/>
                  </a:lnTo>
                  <a:lnTo>
                    <a:pt x="22" y="742"/>
                  </a:lnTo>
                  <a:lnTo>
                    <a:pt x="44" y="829"/>
                  </a:lnTo>
                  <a:lnTo>
                    <a:pt x="109" y="917"/>
                  </a:lnTo>
                  <a:lnTo>
                    <a:pt x="196" y="982"/>
                  </a:lnTo>
                  <a:lnTo>
                    <a:pt x="305" y="1047"/>
                  </a:lnTo>
                  <a:lnTo>
                    <a:pt x="436" y="1069"/>
                  </a:lnTo>
                  <a:lnTo>
                    <a:pt x="567" y="1069"/>
                  </a:lnTo>
                  <a:lnTo>
                    <a:pt x="676" y="1026"/>
                  </a:lnTo>
                  <a:lnTo>
                    <a:pt x="785" y="960"/>
                  </a:lnTo>
                  <a:lnTo>
                    <a:pt x="916" y="851"/>
                  </a:lnTo>
                  <a:lnTo>
                    <a:pt x="981" y="786"/>
                  </a:lnTo>
                  <a:lnTo>
                    <a:pt x="1025" y="720"/>
                  </a:lnTo>
                  <a:lnTo>
                    <a:pt x="1068" y="633"/>
                  </a:lnTo>
                  <a:lnTo>
                    <a:pt x="1068" y="524"/>
                  </a:lnTo>
                  <a:lnTo>
                    <a:pt x="1068" y="437"/>
                  </a:lnTo>
                  <a:lnTo>
                    <a:pt x="1046" y="350"/>
                  </a:lnTo>
                  <a:lnTo>
                    <a:pt x="1025" y="263"/>
                  </a:lnTo>
                  <a:lnTo>
                    <a:pt x="959" y="175"/>
                  </a:lnTo>
                  <a:lnTo>
                    <a:pt x="872" y="88"/>
                  </a:lnTo>
                  <a:lnTo>
                    <a:pt x="763" y="45"/>
                  </a:lnTo>
                  <a:lnTo>
                    <a:pt x="63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7" name="Google Shape;11577;p80"/>
            <p:cNvSpPr/>
            <p:nvPr/>
          </p:nvSpPr>
          <p:spPr>
            <a:xfrm rot="-947327">
              <a:off x="6295351" y="3813554"/>
              <a:ext cx="24551" cy="25651"/>
            </a:xfrm>
            <a:custGeom>
              <a:rect b="b" l="l" r="r" t="t"/>
              <a:pathLst>
                <a:path extrusionOk="0" h="1026" w="982">
                  <a:moveTo>
                    <a:pt x="545" y="0"/>
                  </a:moveTo>
                  <a:lnTo>
                    <a:pt x="415" y="22"/>
                  </a:lnTo>
                  <a:lnTo>
                    <a:pt x="284" y="44"/>
                  </a:lnTo>
                  <a:lnTo>
                    <a:pt x="175" y="131"/>
                  </a:lnTo>
                  <a:lnTo>
                    <a:pt x="109" y="218"/>
                  </a:lnTo>
                  <a:lnTo>
                    <a:pt x="44" y="327"/>
                  </a:lnTo>
                  <a:lnTo>
                    <a:pt x="22" y="458"/>
                  </a:lnTo>
                  <a:lnTo>
                    <a:pt x="0" y="502"/>
                  </a:lnTo>
                  <a:lnTo>
                    <a:pt x="22" y="589"/>
                  </a:lnTo>
                  <a:lnTo>
                    <a:pt x="44" y="676"/>
                  </a:lnTo>
                  <a:lnTo>
                    <a:pt x="66" y="763"/>
                  </a:lnTo>
                  <a:lnTo>
                    <a:pt x="131" y="851"/>
                  </a:lnTo>
                  <a:lnTo>
                    <a:pt x="197" y="916"/>
                  </a:lnTo>
                  <a:lnTo>
                    <a:pt x="284" y="960"/>
                  </a:lnTo>
                  <a:lnTo>
                    <a:pt x="371" y="1003"/>
                  </a:lnTo>
                  <a:lnTo>
                    <a:pt x="458" y="1025"/>
                  </a:lnTo>
                  <a:lnTo>
                    <a:pt x="589" y="1003"/>
                  </a:lnTo>
                  <a:lnTo>
                    <a:pt x="698" y="981"/>
                  </a:lnTo>
                  <a:lnTo>
                    <a:pt x="807" y="894"/>
                  </a:lnTo>
                  <a:lnTo>
                    <a:pt x="894" y="807"/>
                  </a:lnTo>
                  <a:lnTo>
                    <a:pt x="960" y="698"/>
                  </a:lnTo>
                  <a:lnTo>
                    <a:pt x="981" y="567"/>
                  </a:lnTo>
                  <a:lnTo>
                    <a:pt x="981" y="524"/>
                  </a:lnTo>
                  <a:lnTo>
                    <a:pt x="981" y="436"/>
                  </a:lnTo>
                  <a:lnTo>
                    <a:pt x="960" y="349"/>
                  </a:lnTo>
                  <a:lnTo>
                    <a:pt x="916" y="262"/>
                  </a:lnTo>
                  <a:lnTo>
                    <a:pt x="872" y="175"/>
                  </a:lnTo>
                  <a:lnTo>
                    <a:pt x="807" y="109"/>
                  </a:lnTo>
                  <a:lnTo>
                    <a:pt x="720" y="66"/>
                  </a:lnTo>
                  <a:lnTo>
                    <a:pt x="633" y="22"/>
                  </a:lnTo>
                  <a:lnTo>
                    <a:pt x="54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8" name="Google Shape;11578;p80"/>
            <p:cNvSpPr/>
            <p:nvPr/>
          </p:nvSpPr>
          <p:spPr>
            <a:xfrm rot="-947327">
              <a:off x="6324549" y="3791552"/>
              <a:ext cx="16375" cy="16926"/>
            </a:xfrm>
            <a:custGeom>
              <a:rect b="b" l="l" r="r" t="t"/>
              <a:pathLst>
                <a:path extrusionOk="0" h="677" w="655">
                  <a:moveTo>
                    <a:pt x="371" y="1"/>
                  </a:moveTo>
                  <a:lnTo>
                    <a:pt x="306" y="22"/>
                  </a:lnTo>
                  <a:lnTo>
                    <a:pt x="262" y="66"/>
                  </a:lnTo>
                  <a:lnTo>
                    <a:pt x="88" y="240"/>
                  </a:lnTo>
                  <a:lnTo>
                    <a:pt x="22" y="328"/>
                  </a:lnTo>
                  <a:lnTo>
                    <a:pt x="0" y="415"/>
                  </a:lnTo>
                  <a:lnTo>
                    <a:pt x="22" y="502"/>
                  </a:lnTo>
                  <a:lnTo>
                    <a:pt x="66" y="589"/>
                  </a:lnTo>
                  <a:lnTo>
                    <a:pt x="109" y="633"/>
                  </a:lnTo>
                  <a:lnTo>
                    <a:pt x="153" y="655"/>
                  </a:lnTo>
                  <a:lnTo>
                    <a:pt x="218" y="676"/>
                  </a:lnTo>
                  <a:lnTo>
                    <a:pt x="284" y="676"/>
                  </a:lnTo>
                  <a:lnTo>
                    <a:pt x="349" y="655"/>
                  </a:lnTo>
                  <a:lnTo>
                    <a:pt x="393" y="611"/>
                  </a:lnTo>
                  <a:lnTo>
                    <a:pt x="567" y="437"/>
                  </a:lnTo>
                  <a:lnTo>
                    <a:pt x="633" y="349"/>
                  </a:lnTo>
                  <a:lnTo>
                    <a:pt x="654" y="262"/>
                  </a:lnTo>
                  <a:lnTo>
                    <a:pt x="633" y="175"/>
                  </a:lnTo>
                  <a:lnTo>
                    <a:pt x="589" y="88"/>
                  </a:lnTo>
                  <a:lnTo>
                    <a:pt x="545" y="44"/>
                  </a:lnTo>
                  <a:lnTo>
                    <a:pt x="502" y="22"/>
                  </a:lnTo>
                  <a:lnTo>
                    <a:pt x="43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9" name="Google Shape;11579;p80"/>
            <p:cNvSpPr/>
            <p:nvPr/>
          </p:nvSpPr>
          <p:spPr>
            <a:xfrm rot="-947327">
              <a:off x="6224252" y="3840825"/>
              <a:ext cx="16375" cy="14200"/>
            </a:xfrm>
            <a:custGeom>
              <a:rect b="b" l="l" r="r" t="t"/>
              <a:pathLst>
                <a:path extrusionOk="0" h="568" w="655">
                  <a:moveTo>
                    <a:pt x="371" y="0"/>
                  </a:moveTo>
                  <a:lnTo>
                    <a:pt x="306" y="22"/>
                  </a:lnTo>
                  <a:lnTo>
                    <a:pt x="153" y="109"/>
                  </a:lnTo>
                  <a:lnTo>
                    <a:pt x="66" y="175"/>
                  </a:lnTo>
                  <a:lnTo>
                    <a:pt x="22" y="240"/>
                  </a:lnTo>
                  <a:lnTo>
                    <a:pt x="0" y="349"/>
                  </a:lnTo>
                  <a:lnTo>
                    <a:pt x="22" y="436"/>
                  </a:lnTo>
                  <a:lnTo>
                    <a:pt x="66" y="480"/>
                  </a:lnTo>
                  <a:lnTo>
                    <a:pt x="109" y="523"/>
                  </a:lnTo>
                  <a:lnTo>
                    <a:pt x="175" y="567"/>
                  </a:lnTo>
                  <a:lnTo>
                    <a:pt x="284" y="567"/>
                  </a:lnTo>
                  <a:lnTo>
                    <a:pt x="349" y="545"/>
                  </a:lnTo>
                  <a:lnTo>
                    <a:pt x="524" y="458"/>
                  </a:lnTo>
                  <a:lnTo>
                    <a:pt x="589" y="393"/>
                  </a:lnTo>
                  <a:lnTo>
                    <a:pt x="633" y="305"/>
                  </a:lnTo>
                  <a:lnTo>
                    <a:pt x="654" y="218"/>
                  </a:lnTo>
                  <a:lnTo>
                    <a:pt x="633" y="131"/>
                  </a:lnTo>
                  <a:lnTo>
                    <a:pt x="589" y="66"/>
                  </a:lnTo>
                  <a:lnTo>
                    <a:pt x="545" y="44"/>
                  </a:lnTo>
                  <a:lnTo>
                    <a:pt x="50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0" name="Google Shape;11580;p80"/>
            <p:cNvSpPr/>
            <p:nvPr/>
          </p:nvSpPr>
          <p:spPr>
            <a:xfrm rot="-947327">
              <a:off x="6150704" y="3826412"/>
              <a:ext cx="26726" cy="26176"/>
            </a:xfrm>
            <a:custGeom>
              <a:rect b="b" l="l" r="r" t="t"/>
              <a:pathLst>
                <a:path extrusionOk="0" h="1047" w="1069">
                  <a:moveTo>
                    <a:pt x="502" y="0"/>
                  </a:moveTo>
                  <a:lnTo>
                    <a:pt x="393" y="44"/>
                  </a:lnTo>
                  <a:lnTo>
                    <a:pt x="284" y="109"/>
                  </a:lnTo>
                  <a:lnTo>
                    <a:pt x="153" y="196"/>
                  </a:lnTo>
                  <a:lnTo>
                    <a:pt x="88" y="262"/>
                  </a:lnTo>
                  <a:lnTo>
                    <a:pt x="44" y="349"/>
                  </a:lnTo>
                  <a:lnTo>
                    <a:pt x="0" y="436"/>
                  </a:lnTo>
                  <a:lnTo>
                    <a:pt x="0" y="523"/>
                  </a:lnTo>
                  <a:lnTo>
                    <a:pt x="0" y="632"/>
                  </a:lnTo>
                  <a:lnTo>
                    <a:pt x="22" y="720"/>
                  </a:lnTo>
                  <a:lnTo>
                    <a:pt x="44" y="807"/>
                  </a:lnTo>
                  <a:lnTo>
                    <a:pt x="109" y="872"/>
                  </a:lnTo>
                  <a:lnTo>
                    <a:pt x="197" y="959"/>
                  </a:lnTo>
                  <a:lnTo>
                    <a:pt x="306" y="1025"/>
                  </a:lnTo>
                  <a:lnTo>
                    <a:pt x="437" y="1047"/>
                  </a:lnTo>
                  <a:lnTo>
                    <a:pt x="567" y="1047"/>
                  </a:lnTo>
                  <a:lnTo>
                    <a:pt x="698" y="1003"/>
                  </a:lnTo>
                  <a:lnTo>
                    <a:pt x="785" y="938"/>
                  </a:lnTo>
                  <a:lnTo>
                    <a:pt x="916" y="850"/>
                  </a:lnTo>
                  <a:lnTo>
                    <a:pt x="982" y="785"/>
                  </a:lnTo>
                  <a:lnTo>
                    <a:pt x="1025" y="698"/>
                  </a:lnTo>
                  <a:lnTo>
                    <a:pt x="1069" y="611"/>
                  </a:lnTo>
                  <a:lnTo>
                    <a:pt x="1069" y="523"/>
                  </a:lnTo>
                  <a:lnTo>
                    <a:pt x="1069" y="436"/>
                  </a:lnTo>
                  <a:lnTo>
                    <a:pt x="1047" y="327"/>
                  </a:lnTo>
                  <a:lnTo>
                    <a:pt x="1025" y="240"/>
                  </a:lnTo>
                  <a:lnTo>
                    <a:pt x="960" y="175"/>
                  </a:lnTo>
                  <a:lnTo>
                    <a:pt x="873" y="87"/>
                  </a:lnTo>
                  <a:lnTo>
                    <a:pt x="764" y="22"/>
                  </a:lnTo>
                  <a:lnTo>
                    <a:pt x="63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1" name="Google Shape;11581;p80"/>
            <p:cNvSpPr/>
            <p:nvPr/>
          </p:nvSpPr>
          <p:spPr>
            <a:xfrm rot="-947327">
              <a:off x="6273187" y="3679545"/>
              <a:ext cx="13650" cy="14200"/>
            </a:xfrm>
            <a:custGeom>
              <a:rect b="b" l="l" r="r" t="t"/>
              <a:pathLst>
                <a:path extrusionOk="0" h="568" w="546">
                  <a:moveTo>
                    <a:pt x="262" y="0"/>
                  </a:moveTo>
                  <a:lnTo>
                    <a:pt x="218" y="22"/>
                  </a:lnTo>
                  <a:lnTo>
                    <a:pt x="153" y="44"/>
                  </a:lnTo>
                  <a:lnTo>
                    <a:pt x="109" y="109"/>
                  </a:lnTo>
                  <a:lnTo>
                    <a:pt x="44" y="175"/>
                  </a:lnTo>
                  <a:lnTo>
                    <a:pt x="0" y="262"/>
                  </a:lnTo>
                  <a:lnTo>
                    <a:pt x="0" y="371"/>
                  </a:lnTo>
                  <a:lnTo>
                    <a:pt x="44" y="458"/>
                  </a:lnTo>
                  <a:lnTo>
                    <a:pt x="109" y="523"/>
                  </a:lnTo>
                  <a:lnTo>
                    <a:pt x="153" y="545"/>
                  </a:lnTo>
                  <a:lnTo>
                    <a:pt x="218" y="567"/>
                  </a:lnTo>
                  <a:lnTo>
                    <a:pt x="284" y="567"/>
                  </a:lnTo>
                  <a:lnTo>
                    <a:pt x="349" y="545"/>
                  </a:lnTo>
                  <a:lnTo>
                    <a:pt x="393" y="502"/>
                  </a:lnTo>
                  <a:lnTo>
                    <a:pt x="436" y="458"/>
                  </a:lnTo>
                  <a:lnTo>
                    <a:pt x="523" y="371"/>
                  </a:lnTo>
                  <a:lnTo>
                    <a:pt x="545" y="284"/>
                  </a:lnTo>
                  <a:lnTo>
                    <a:pt x="545" y="196"/>
                  </a:lnTo>
                  <a:lnTo>
                    <a:pt x="523" y="109"/>
                  </a:lnTo>
                  <a:lnTo>
                    <a:pt x="458" y="44"/>
                  </a:lnTo>
                  <a:lnTo>
                    <a:pt x="39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2" name="Google Shape;11582;p80"/>
            <p:cNvSpPr/>
            <p:nvPr/>
          </p:nvSpPr>
          <p:spPr>
            <a:xfrm rot="-947327">
              <a:off x="6357506" y="3833615"/>
              <a:ext cx="13100" cy="14200"/>
            </a:xfrm>
            <a:custGeom>
              <a:rect b="b" l="l" r="r" t="t"/>
              <a:pathLst>
                <a:path extrusionOk="0" h="568" w="524">
                  <a:moveTo>
                    <a:pt x="241" y="1"/>
                  </a:moveTo>
                  <a:lnTo>
                    <a:pt x="175" y="23"/>
                  </a:lnTo>
                  <a:lnTo>
                    <a:pt x="132" y="66"/>
                  </a:lnTo>
                  <a:lnTo>
                    <a:pt x="88" y="110"/>
                  </a:lnTo>
                  <a:lnTo>
                    <a:pt x="44" y="197"/>
                  </a:lnTo>
                  <a:lnTo>
                    <a:pt x="1" y="284"/>
                  </a:lnTo>
                  <a:lnTo>
                    <a:pt x="1" y="371"/>
                  </a:lnTo>
                  <a:lnTo>
                    <a:pt x="44" y="459"/>
                  </a:lnTo>
                  <a:lnTo>
                    <a:pt x="88" y="524"/>
                  </a:lnTo>
                  <a:lnTo>
                    <a:pt x="153" y="546"/>
                  </a:lnTo>
                  <a:lnTo>
                    <a:pt x="219" y="568"/>
                  </a:lnTo>
                  <a:lnTo>
                    <a:pt x="284" y="568"/>
                  </a:lnTo>
                  <a:lnTo>
                    <a:pt x="350" y="546"/>
                  </a:lnTo>
                  <a:lnTo>
                    <a:pt x="393" y="502"/>
                  </a:lnTo>
                  <a:lnTo>
                    <a:pt x="437" y="459"/>
                  </a:lnTo>
                  <a:lnTo>
                    <a:pt x="480" y="371"/>
                  </a:lnTo>
                  <a:lnTo>
                    <a:pt x="524" y="284"/>
                  </a:lnTo>
                  <a:lnTo>
                    <a:pt x="524" y="197"/>
                  </a:lnTo>
                  <a:lnTo>
                    <a:pt x="480" y="110"/>
                  </a:lnTo>
                  <a:lnTo>
                    <a:pt x="437" y="44"/>
                  </a:lnTo>
                  <a:lnTo>
                    <a:pt x="371" y="23"/>
                  </a:lnTo>
                  <a:lnTo>
                    <a:pt x="30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3" name="Google Shape;11583;p80"/>
            <p:cNvSpPr/>
            <p:nvPr/>
          </p:nvSpPr>
          <p:spPr>
            <a:xfrm rot="-947327">
              <a:off x="6098819" y="3859742"/>
              <a:ext cx="26726" cy="25101"/>
            </a:xfrm>
            <a:custGeom>
              <a:rect b="b" l="l" r="r" t="t"/>
              <a:pathLst>
                <a:path extrusionOk="0" h="1004" w="1069">
                  <a:moveTo>
                    <a:pt x="480" y="1"/>
                  </a:moveTo>
                  <a:lnTo>
                    <a:pt x="371" y="44"/>
                  </a:lnTo>
                  <a:lnTo>
                    <a:pt x="283" y="66"/>
                  </a:lnTo>
                  <a:lnTo>
                    <a:pt x="196" y="131"/>
                  </a:lnTo>
                  <a:lnTo>
                    <a:pt x="131" y="197"/>
                  </a:lnTo>
                  <a:lnTo>
                    <a:pt x="65" y="262"/>
                  </a:lnTo>
                  <a:lnTo>
                    <a:pt x="22" y="349"/>
                  </a:lnTo>
                  <a:lnTo>
                    <a:pt x="0" y="437"/>
                  </a:lnTo>
                  <a:lnTo>
                    <a:pt x="0" y="546"/>
                  </a:lnTo>
                  <a:lnTo>
                    <a:pt x="22" y="633"/>
                  </a:lnTo>
                  <a:lnTo>
                    <a:pt x="44" y="720"/>
                  </a:lnTo>
                  <a:lnTo>
                    <a:pt x="109" y="829"/>
                  </a:lnTo>
                  <a:lnTo>
                    <a:pt x="218" y="916"/>
                  </a:lnTo>
                  <a:lnTo>
                    <a:pt x="327" y="960"/>
                  </a:lnTo>
                  <a:lnTo>
                    <a:pt x="458" y="1003"/>
                  </a:lnTo>
                  <a:lnTo>
                    <a:pt x="567" y="982"/>
                  </a:lnTo>
                  <a:lnTo>
                    <a:pt x="698" y="960"/>
                  </a:lnTo>
                  <a:lnTo>
                    <a:pt x="785" y="916"/>
                  </a:lnTo>
                  <a:lnTo>
                    <a:pt x="872" y="873"/>
                  </a:lnTo>
                  <a:lnTo>
                    <a:pt x="937" y="807"/>
                  </a:lnTo>
                  <a:lnTo>
                    <a:pt x="1003" y="720"/>
                  </a:lnTo>
                  <a:lnTo>
                    <a:pt x="1025" y="633"/>
                  </a:lnTo>
                  <a:lnTo>
                    <a:pt x="1068" y="546"/>
                  </a:lnTo>
                  <a:lnTo>
                    <a:pt x="1068" y="458"/>
                  </a:lnTo>
                  <a:lnTo>
                    <a:pt x="1046" y="349"/>
                  </a:lnTo>
                  <a:lnTo>
                    <a:pt x="1025" y="262"/>
                  </a:lnTo>
                  <a:lnTo>
                    <a:pt x="937" y="153"/>
                  </a:lnTo>
                  <a:lnTo>
                    <a:pt x="850" y="88"/>
                  </a:lnTo>
                  <a:lnTo>
                    <a:pt x="741" y="22"/>
                  </a:lnTo>
                  <a:lnTo>
                    <a:pt x="61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4" name="Google Shape;11584;p80"/>
            <p:cNvSpPr/>
            <p:nvPr/>
          </p:nvSpPr>
          <p:spPr>
            <a:xfrm rot="-947327">
              <a:off x="6098819" y="3859742"/>
              <a:ext cx="26726" cy="25101"/>
            </a:xfrm>
            <a:custGeom>
              <a:rect b="b" l="l" r="r" t="t"/>
              <a:pathLst>
                <a:path extrusionOk="0" fill="none" h="1004" w="1069">
                  <a:moveTo>
                    <a:pt x="44" y="720"/>
                  </a:moveTo>
                  <a:lnTo>
                    <a:pt x="44" y="720"/>
                  </a:lnTo>
                  <a:lnTo>
                    <a:pt x="109" y="829"/>
                  </a:lnTo>
                  <a:lnTo>
                    <a:pt x="109" y="829"/>
                  </a:lnTo>
                  <a:lnTo>
                    <a:pt x="218" y="916"/>
                  </a:lnTo>
                  <a:lnTo>
                    <a:pt x="327" y="960"/>
                  </a:lnTo>
                  <a:lnTo>
                    <a:pt x="327" y="960"/>
                  </a:lnTo>
                  <a:lnTo>
                    <a:pt x="458" y="1003"/>
                  </a:lnTo>
                  <a:lnTo>
                    <a:pt x="458" y="1003"/>
                  </a:lnTo>
                  <a:lnTo>
                    <a:pt x="567" y="982"/>
                  </a:lnTo>
                  <a:lnTo>
                    <a:pt x="698" y="960"/>
                  </a:lnTo>
                  <a:lnTo>
                    <a:pt x="785" y="916"/>
                  </a:lnTo>
                  <a:lnTo>
                    <a:pt x="785" y="916"/>
                  </a:lnTo>
                  <a:lnTo>
                    <a:pt x="872" y="873"/>
                  </a:lnTo>
                  <a:lnTo>
                    <a:pt x="937" y="807"/>
                  </a:lnTo>
                  <a:lnTo>
                    <a:pt x="937" y="807"/>
                  </a:lnTo>
                  <a:lnTo>
                    <a:pt x="1003" y="720"/>
                  </a:lnTo>
                  <a:lnTo>
                    <a:pt x="1025" y="633"/>
                  </a:lnTo>
                  <a:lnTo>
                    <a:pt x="1025" y="633"/>
                  </a:lnTo>
                  <a:lnTo>
                    <a:pt x="1068" y="546"/>
                  </a:lnTo>
                  <a:lnTo>
                    <a:pt x="1068" y="458"/>
                  </a:lnTo>
                  <a:lnTo>
                    <a:pt x="1068" y="458"/>
                  </a:lnTo>
                  <a:lnTo>
                    <a:pt x="1046" y="349"/>
                  </a:lnTo>
                  <a:lnTo>
                    <a:pt x="1025" y="262"/>
                  </a:lnTo>
                  <a:lnTo>
                    <a:pt x="1025" y="262"/>
                  </a:lnTo>
                  <a:lnTo>
                    <a:pt x="937" y="153"/>
                  </a:lnTo>
                  <a:lnTo>
                    <a:pt x="937" y="153"/>
                  </a:lnTo>
                  <a:lnTo>
                    <a:pt x="850" y="88"/>
                  </a:lnTo>
                  <a:lnTo>
                    <a:pt x="741" y="22"/>
                  </a:lnTo>
                  <a:lnTo>
                    <a:pt x="741" y="22"/>
                  </a:lnTo>
                  <a:lnTo>
                    <a:pt x="610" y="1"/>
                  </a:lnTo>
                  <a:lnTo>
                    <a:pt x="610" y="1"/>
                  </a:lnTo>
                  <a:lnTo>
                    <a:pt x="480" y="1"/>
                  </a:lnTo>
                  <a:lnTo>
                    <a:pt x="371" y="44"/>
                  </a:lnTo>
                  <a:lnTo>
                    <a:pt x="371" y="44"/>
                  </a:lnTo>
                  <a:lnTo>
                    <a:pt x="283" y="66"/>
                  </a:lnTo>
                  <a:lnTo>
                    <a:pt x="283" y="66"/>
                  </a:lnTo>
                  <a:lnTo>
                    <a:pt x="196" y="131"/>
                  </a:lnTo>
                  <a:lnTo>
                    <a:pt x="131" y="197"/>
                  </a:lnTo>
                  <a:lnTo>
                    <a:pt x="131" y="197"/>
                  </a:lnTo>
                  <a:lnTo>
                    <a:pt x="65" y="262"/>
                  </a:lnTo>
                  <a:lnTo>
                    <a:pt x="22" y="349"/>
                  </a:lnTo>
                  <a:lnTo>
                    <a:pt x="22" y="349"/>
                  </a:lnTo>
                  <a:lnTo>
                    <a:pt x="0" y="437"/>
                  </a:lnTo>
                  <a:lnTo>
                    <a:pt x="0" y="546"/>
                  </a:lnTo>
                  <a:lnTo>
                    <a:pt x="0" y="546"/>
                  </a:lnTo>
                  <a:lnTo>
                    <a:pt x="22" y="633"/>
                  </a:lnTo>
                  <a:lnTo>
                    <a:pt x="44" y="72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5" name="Google Shape;11585;p80"/>
            <p:cNvSpPr/>
            <p:nvPr/>
          </p:nvSpPr>
          <p:spPr>
            <a:xfrm rot="-947327">
              <a:off x="6275700" y="3860134"/>
              <a:ext cx="26751" cy="25651"/>
            </a:xfrm>
            <a:custGeom>
              <a:rect b="b" l="l" r="r" t="t"/>
              <a:pathLst>
                <a:path extrusionOk="0" h="1026" w="1070">
                  <a:moveTo>
                    <a:pt x="502" y="1"/>
                  </a:moveTo>
                  <a:lnTo>
                    <a:pt x="371" y="45"/>
                  </a:lnTo>
                  <a:lnTo>
                    <a:pt x="262" y="110"/>
                  </a:lnTo>
                  <a:lnTo>
                    <a:pt x="175" y="154"/>
                  </a:lnTo>
                  <a:lnTo>
                    <a:pt x="110" y="219"/>
                  </a:lnTo>
                  <a:lnTo>
                    <a:pt x="66" y="284"/>
                  </a:lnTo>
                  <a:lnTo>
                    <a:pt x="23" y="372"/>
                  </a:lnTo>
                  <a:lnTo>
                    <a:pt x="1" y="481"/>
                  </a:lnTo>
                  <a:lnTo>
                    <a:pt x="1" y="568"/>
                  </a:lnTo>
                  <a:lnTo>
                    <a:pt x="1" y="677"/>
                  </a:lnTo>
                  <a:lnTo>
                    <a:pt x="44" y="764"/>
                  </a:lnTo>
                  <a:lnTo>
                    <a:pt x="110" y="851"/>
                  </a:lnTo>
                  <a:lnTo>
                    <a:pt x="197" y="938"/>
                  </a:lnTo>
                  <a:lnTo>
                    <a:pt x="306" y="1004"/>
                  </a:lnTo>
                  <a:lnTo>
                    <a:pt x="437" y="1026"/>
                  </a:lnTo>
                  <a:lnTo>
                    <a:pt x="568" y="1026"/>
                  </a:lnTo>
                  <a:lnTo>
                    <a:pt x="677" y="982"/>
                  </a:lnTo>
                  <a:lnTo>
                    <a:pt x="807" y="917"/>
                  </a:lnTo>
                  <a:lnTo>
                    <a:pt x="873" y="873"/>
                  </a:lnTo>
                  <a:lnTo>
                    <a:pt x="938" y="808"/>
                  </a:lnTo>
                  <a:lnTo>
                    <a:pt x="1004" y="742"/>
                  </a:lnTo>
                  <a:lnTo>
                    <a:pt x="1047" y="655"/>
                  </a:lnTo>
                  <a:lnTo>
                    <a:pt x="1069" y="568"/>
                  </a:lnTo>
                  <a:lnTo>
                    <a:pt x="1069" y="459"/>
                  </a:lnTo>
                  <a:lnTo>
                    <a:pt x="1069" y="372"/>
                  </a:lnTo>
                  <a:lnTo>
                    <a:pt x="1025" y="284"/>
                  </a:lnTo>
                  <a:lnTo>
                    <a:pt x="960" y="175"/>
                  </a:lnTo>
                  <a:lnTo>
                    <a:pt x="873" y="88"/>
                  </a:lnTo>
                  <a:lnTo>
                    <a:pt x="764" y="23"/>
                  </a:lnTo>
                  <a:lnTo>
                    <a:pt x="63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6" name="Google Shape;11586;p80"/>
            <p:cNvSpPr/>
            <p:nvPr/>
          </p:nvSpPr>
          <p:spPr>
            <a:xfrm rot="-947327">
              <a:off x="6190142" y="3794454"/>
              <a:ext cx="16375" cy="18026"/>
            </a:xfrm>
            <a:custGeom>
              <a:rect b="b" l="l" r="r" t="t"/>
              <a:pathLst>
                <a:path extrusionOk="0" h="721" w="655">
                  <a:moveTo>
                    <a:pt x="306" y="1"/>
                  </a:moveTo>
                  <a:lnTo>
                    <a:pt x="263" y="45"/>
                  </a:lnTo>
                  <a:lnTo>
                    <a:pt x="219" y="88"/>
                  </a:lnTo>
                  <a:lnTo>
                    <a:pt x="23" y="328"/>
                  </a:lnTo>
                  <a:lnTo>
                    <a:pt x="1" y="415"/>
                  </a:lnTo>
                  <a:lnTo>
                    <a:pt x="1" y="524"/>
                  </a:lnTo>
                  <a:lnTo>
                    <a:pt x="23" y="611"/>
                  </a:lnTo>
                  <a:lnTo>
                    <a:pt x="88" y="677"/>
                  </a:lnTo>
                  <a:lnTo>
                    <a:pt x="175" y="720"/>
                  </a:lnTo>
                  <a:lnTo>
                    <a:pt x="284" y="720"/>
                  </a:lnTo>
                  <a:lnTo>
                    <a:pt x="328" y="699"/>
                  </a:lnTo>
                  <a:lnTo>
                    <a:pt x="393" y="655"/>
                  </a:lnTo>
                  <a:lnTo>
                    <a:pt x="437" y="611"/>
                  </a:lnTo>
                  <a:lnTo>
                    <a:pt x="611" y="372"/>
                  </a:lnTo>
                  <a:lnTo>
                    <a:pt x="655" y="284"/>
                  </a:lnTo>
                  <a:lnTo>
                    <a:pt x="655" y="175"/>
                  </a:lnTo>
                  <a:lnTo>
                    <a:pt x="633" y="88"/>
                  </a:lnTo>
                  <a:lnTo>
                    <a:pt x="568" y="23"/>
                  </a:lnTo>
                  <a:lnTo>
                    <a:pt x="48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7" name="Google Shape;11587;p80"/>
            <p:cNvSpPr/>
            <p:nvPr/>
          </p:nvSpPr>
          <p:spPr>
            <a:xfrm rot="-947327">
              <a:off x="6318112" y="3738952"/>
              <a:ext cx="26201" cy="27276"/>
            </a:xfrm>
            <a:custGeom>
              <a:rect b="b" l="l" r="r" t="t"/>
              <a:pathLst>
                <a:path extrusionOk="0" h="1091" w="1048">
                  <a:moveTo>
                    <a:pt x="590" y="0"/>
                  </a:moveTo>
                  <a:lnTo>
                    <a:pt x="459" y="22"/>
                  </a:lnTo>
                  <a:lnTo>
                    <a:pt x="350" y="44"/>
                  </a:lnTo>
                  <a:lnTo>
                    <a:pt x="241" y="131"/>
                  </a:lnTo>
                  <a:lnTo>
                    <a:pt x="154" y="218"/>
                  </a:lnTo>
                  <a:lnTo>
                    <a:pt x="88" y="349"/>
                  </a:lnTo>
                  <a:lnTo>
                    <a:pt x="23" y="415"/>
                  </a:lnTo>
                  <a:lnTo>
                    <a:pt x="1" y="524"/>
                  </a:lnTo>
                  <a:lnTo>
                    <a:pt x="1" y="611"/>
                  </a:lnTo>
                  <a:lnTo>
                    <a:pt x="1" y="698"/>
                  </a:lnTo>
                  <a:lnTo>
                    <a:pt x="23" y="807"/>
                  </a:lnTo>
                  <a:lnTo>
                    <a:pt x="66" y="872"/>
                  </a:lnTo>
                  <a:lnTo>
                    <a:pt x="132" y="960"/>
                  </a:lnTo>
                  <a:lnTo>
                    <a:pt x="197" y="1025"/>
                  </a:lnTo>
                  <a:lnTo>
                    <a:pt x="306" y="1069"/>
                  </a:lnTo>
                  <a:lnTo>
                    <a:pt x="437" y="1090"/>
                  </a:lnTo>
                  <a:lnTo>
                    <a:pt x="568" y="1090"/>
                  </a:lnTo>
                  <a:lnTo>
                    <a:pt x="699" y="1047"/>
                  </a:lnTo>
                  <a:lnTo>
                    <a:pt x="786" y="981"/>
                  </a:lnTo>
                  <a:lnTo>
                    <a:pt x="873" y="894"/>
                  </a:lnTo>
                  <a:lnTo>
                    <a:pt x="960" y="763"/>
                  </a:lnTo>
                  <a:lnTo>
                    <a:pt x="1004" y="676"/>
                  </a:lnTo>
                  <a:lnTo>
                    <a:pt x="1026" y="589"/>
                  </a:lnTo>
                  <a:lnTo>
                    <a:pt x="1047" y="502"/>
                  </a:lnTo>
                  <a:lnTo>
                    <a:pt x="1026" y="393"/>
                  </a:lnTo>
                  <a:lnTo>
                    <a:pt x="1004" y="306"/>
                  </a:lnTo>
                  <a:lnTo>
                    <a:pt x="960" y="218"/>
                  </a:lnTo>
                  <a:lnTo>
                    <a:pt x="895" y="153"/>
                  </a:lnTo>
                  <a:lnTo>
                    <a:pt x="829" y="88"/>
                  </a:lnTo>
                  <a:lnTo>
                    <a:pt x="720" y="44"/>
                  </a:lnTo>
                  <a:lnTo>
                    <a:pt x="59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8" name="Google Shape;11588;p80"/>
            <p:cNvSpPr/>
            <p:nvPr/>
          </p:nvSpPr>
          <p:spPr>
            <a:xfrm rot="-947327">
              <a:off x="6056041" y="3849266"/>
              <a:ext cx="224582" cy="68677"/>
            </a:xfrm>
            <a:custGeom>
              <a:rect b="b" l="l" r="r" t="t"/>
              <a:pathLst>
                <a:path extrusionOk="0" h="2747" w="8983">
                  <a:moveTo>
                    <a:pt x="894" y="0"/>
                  </a:moveTo>
                  <a:lnTo>
                    <a:pt x="524" y="22"/>
                  </a:lnTo>
                  <a:lnTo>
                    <a:pt x="502" y="22"/>
                  </a:lnTo>
                  <a:lnTo>
                    <a:pt x="458" y="87"/>
                  </a:lnTo>
                  <a:lnTo>
                    <a:pt x="415" y="131"/>
                  </a:lnTo>
                  <a:lnTo>
                    <a:pt x="349" y="174"/>
                  </a:lnTo>
                  <a:lnTo>
                    <a:pt x="306" y="196"/>
                  </a:lnTo>
                  <a:lnTo>
                    <a:pt x="240" y="196"/>
                  </a:lnTo>
                  <a:lnTo>
                    <a:pt x="175" y="174"/>
                  </a:lnTo>
                  <a:lnTo>
                    <a:pt x="110" y="153"/>
                  </a:lnTo>
                  <a:lnTo>
                    <a:pt x="88" y="131"/>
                  </a:lnTo>
                  <a:lnTo>
                    <a:pt x="44" y="153"/>
                  </a:lnTo>
                  <a:lnTo>
                    <a:pt x="1" y="240"/>
                  </a:lnTo>
                  <a:lnTo>
                    <a:pt x="1" y="327"/>
                  </a:lnTo>
                  <a:lnTo>
                    <a:pt x="1" y="414"/>
                  </a:lnTo>
                  <a:lnTo>
                    <a:pt x="22" y="501"/>
                  </a:lnTo>
                  <a:lnTo>
                    <a:pt x="110" y="654"/>
                  </a:lnTo>
                  <a:lnTo>
                    <a:pt x="219" y="785"/>
                  </a:lnTo>
                  <a:lnTo>
                    <a:pt x="349" y="894"/>
                  </a:lnTo>
                  <a:lnTo>
                    <a:pt x="502" y="981"/>
                  </a:lnTo>
                  <a:lnTo>
                    <a:pt x="655" y="1046"/>
                  </a:lnTo>
                  <a:lnTo>
                    <a:pt x="1003" y="1155"/>
                  </a:lnTo>
                  <a:lnTo>
                    <a:pt x="1984" y="1395"/>
                  </a:lnTo>
                  <a:lnTo>
                    <a:pt x="2987" y="1592"/>
                  </a:lnTo>
                  <a:lnTo>
                    <a:pt x="3990" y="1788"/>
                  </a:lnTo>
                  <a:lnTo>
                    <a:pt x="4993" y="1962"/>
                  </a:lnTo>
                  <a:lnTo>
                    <a:pt x="6977" y="2333"/>
                  </a:lnTo>
                  <a:lnTo>
                    <a:pt x="7980" y="2529"/>
                  </a:lnTo>
                  <a:lnTo>
                    <a:pt x="8982" y="2747"/>
                  </a:lnTo>
                  <a:lnTo>
                    <a:pt x="8895" y="2682"/>
                  </a:lnTo>
                  <a:lnTo>
                    <a:pt x="8830" y="2616"/>
                  </a:lnTo>
                  <a:lnTo>
                    <a:pt x="8764" y="2529"/>
                  </a:lnTo>
                  <a:lnTo>
                    <a:pt x="8721" y="2442"/>
                  </a:lnTo>
                  <a:lnTo>
                    <a:pt x="8721" y="2333"/>
                  </a:lnTo>
                  <a:lnTo>
                    <a:pt x="8721" y="2246"/>
                  </a:lnTo>
                  <a:lnTo>
                    <a:pt x="8743" y="2137"/>
                  </a:lnTo>
                  <a:lnTo>
                    <a:pt x="8786" y="2049"/>
                  </a:lnTo>
                  <a:lnTo>
                    <a:pt x="8830" y="1984"/>
                  </a:lnTo>
                  <a:lnTo>
                    <a:pt x="7696" y="1744"/>
                  </a:lnTo>
                  <a:lnTo>
                    <a:pt x="6541" y="1504"/>
                  </a:lnTo>
                  <a:lnTo>
                    <a:pt x="5407" y="1221"/>
                  </a:lnTo>
                  <a:lnTo>
                    <a:pt x="4840" y="1068"/>
                  </a:lnTo>
                  <a:lnTo>
                    <a:pt x="4295" y="894"/>
                  </a:lnTo>
                  <a:lnTo>
                    <a:pt x="2965" y="414"/>
                  </a:lnTo>
                  <a:lnTo>
                    <a:pt x="2944" y="458"/>
                  </a:lnTo>
                  <a:lnTo>
                    <a:pt x="2922" y="545"/>
                  </a:lnTo>
                  <a:lnTo>
                    <a:pt x="2856" y="632"/>
                  </a:lnTo>
                  <a:lnTo>
                    <a:pt x="2791" y="698"/>
                  </a:lnTo>
                  <a:lnTo>
                    <a:pt x="2704" y="741"/>
                  </a:lnTo>
                  <a:lnTo>
                    <a:pt x="2617" y="785"/>
                  </a:lnTo>
                  <a:lnTo>
                    <a:pt x="2508" y="807"/>
                  </a:lnTo>
                  <a:lnTo>
                    <a:pt x="2399" y="828"/>
                  </a:lnTo>
                  <a:lnTo>
                    <a:pt x="2377" y="828"/>
                  </a:lnTo>
                  <a:lnTo>
                    <a:pt x="2246" y="785"/>
                  </a:lnTo>
                  <a:lnTo>
                    <a:pt x="2137" y="741"/>
                  </a:lnTo>
                  <a:lnTo>
                    <a:pt x="2028" y="654"/>
                  </a:lnTo>
                  <a:lnTo>
                    <a:pt x="1963" y="545"/>
                  </a:lnTo>
                  <a:lnTo>
                    <a:pt x="1941" y="458"/>
                  </a:lnTo>
                  <a:lnTo>
                    <a:pt x="1919" y="371"/>
                  </a:lnTo>
                  <a:lnTo>
                    <a:pt x="1919" y="262"/>
                  </a:lnTo>
                  <a:lnTo>
                    <a:pt x="1941" y="174"/>
                  </a:lnTo>
                  <a:lnTo>
                    <a:pt x="1963" y="131"/>
                  </a:lnTo>
                  <a:lnTo>
                    <a:pt x="1701" y="87"/>
                  </a:lnTo>
                  <a:lnTo>
                    <a:pt x="1418" y="44"/>
                  </a:lnTo>
                  <a:lnTo>
                    <a:pt x="1156" y="22"/>
                  </a:lnTo>
                  <a:lnTo>
                    <a:pt x="894"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9" name="Google Shape;11589;p80"/>
            <p:cNvSpPr/>
            <p:nvPr/>
          </p:nvSpPr>
          <p:spPr>
            <a:xfrm rot="-947327">
              <a:off x="6056041" y="3849266"/>
              <a:ext cx="224582" cy="68677"/>
            </a:xfrm>
            <a:custGeom>
              <a:rect b="b" l="l" r="r" t="t"/>
              <a:pathLst>
                <a:path extrusionOk="0" fill="none" h="2747" w="8983">
                  <a:moveTo>
                    <a:pt x="894" y="0"/>
                  </a:moveTo>
                  <a:lnTo>
                    <a:pt x="894" y="0"/>
                  </a:lnTo>
                  <a:lnTo>
                    <a:pt x="524" y="22"/>
                  </a:lnTo>
                  <a:lnTo>
                    <a:pt x="524" y="22"/>
                  </a:lnTo>
                  <a:lnTo>
                    <a:pt x="502" y="22"/>
                  </a:lnTo>
                  <a:lnTo>
                    <a:pt x="502" y="22"/>
                  </a:lnTo>
                  <a:lnTo>
                    <a:pt x="458" y="87"/>
                  </a:lnTo>
                  <a:lnTo>
                    <a:pt x="458" y="87"/>
                  </a:lnTo>
                  <a:lnTo>
                    <a:pt x="415" y="131"/>
                  </a:lnTo>
                  <a:lnTo>
                    <a:pt x="415" y="131"/>
                  </a:lnTo>
                  <a:lnTo>
                    <a:pt x="349" y="174"/>
                  </a:lnTo>
                  <a:lnTo>
                    <a:pt x="306" y="196"/>
                  </a:lnTo>
                  <a:lnTo>
                    <a:pt x="306" y="196"/>
                  </a:lnTo>
                  <a:lnTo>
                    <a:pt x="240" y="196"/>
                  </a:lnTo>
                  <a:lnTo>
                    <a:pt x="240" y="196"/>
                  </a:lnTo>
                  <a:lnTo>
                    <a:pt x="175" y="174"/>
                  </a:lnTo>
                  <a:lnTo>
                    <a:pt x="110" y="153"/>
                  </a:lnTo>
                  <a:lnTo>
                    <a:pt x="110" y="153"/>
                  </a:lnTo>
                  <a:lnTo>
                    <a:pt x="88" y="131"/>
                  </a:lnTo>
                  <a:lnTo>
                    <a:pt x="88" y="131"/>
                  </a:lnTo>
                  <a:lnTo>
                    <a:pt x="44" y="153"/>
                  </a:lnTo>
                  <a:lnTo>
                    <a:pt x="44" y="153"/>
                  </a:lnTo>
                  <a:lnTo>
                    <a:pt x="1" y="240"/>
                  </a:lnTo>
                  <a:lnTo>
                    <a:pt x="1" y="327"/>
                  </a:lnTo>
                  <a:lnTo>
                    <a:pt x="1" y="327"/>
                  </a:lnTo>
                  <a:lnTo>
                    <a:pt x="1" y="414"/>
                  </a:lnTo>
                  <a:lnTo>
                    <a:pt x="22" y="501"/>
                  </a:lnTo>
                  <a:lnTo>
                    <a:pt x="110" y="654"/>
                  </a:lnTo>
                  <a:lnTo>
                    <a:pt x="219" y="785"/>
                  </a:lnTo>
                  <a:lnTo>
                    <a:pt x="349" y="894"/>
                  </a:lnTo>
                  <a:lnTo>
                    <a:pt x="349" y="894"/>
                  </a:lnTo>
                  <a:lnTo>
                    <a:pt x="502" y="981"/>
                  </a:lnTo>
                  <a:lnTo>
                    <a:pt x="655" y="1046"/>
                  </a:lnTo>
                  <a:lnTo>
                    <a:pt x="1003" y="1155"/>
                  </a:lnTo>
                  <a:lnTo>
                    <a:pt x="1003" y="1155"/>
                  </a:lnTo>
                  <a:lnTo>
                    <a:pt x="1984" y="1395"/>
                  </a:lnTo>
                  <a:lnTo>
                    <a:pt x="2987" y="1592"/>
                  </a:lnTo>
                  <a:lnTo>
                    <a:pt x="3990" y="1788"/>
                  </a:lnTo>
                  <a:lnTo>
                    <a:pt x="4993" y="1962"/>
                  </a:lnTo>
                  <a:lnTo>
                    <a:pt x="6977" y="2333"/>
                  </a:lnTo>
                  <a:lnTo>
                    <a:pt x="7980" y="2529"/>
                  </a:lnTo>
                  <a:lnTo>
                    <a:pt x="8982" y="2747"/>
                  </a:lnTo>
                  <a:lnTo>
                    <a:pt x="8982" y="2747"/>
                  </a:lnTo>
                  <a:lnTo>
                    <a:pt x="8895" y="2682"/>
                  </a:lnTo>
                  <a:lnTo>
                    <a:pt x="8830" y="2616"/>
                  </a:lnTo>
                  <a:lnTo>
                    <a:pt x="8830" y="2616"/>
                  </a:lnTo>
                  <a:lnTo>
                    <a:pt x="8764" y="2529"/>
                  </a:lnTo>
                  <a:lnTo>
                    <a:pt x="8764" y="2529"/>
                  </a:lnTo>
                  <a:lnTo>
                    <a:pt x="8721" y="2442"/>
                  </a:lnTo>
                  <a:lnTo>
                    <a:pt x="8721" y="2333"/>
                  </a:lnTo>
                  <a:lnTo>
                    <a:pt x="8721" y="2333"/>
                  </a:lnTo>
                  <a:lnTo>
                    <a:pt x="8721" y="2246"/>
                  </a:lnTo>
                  <a:lnTo>
                    <a:pt x="8743" y="2137"/>
                  </a:lnTo>
                  <a:lnTo>
                    <a:pt x="8743" y="2137"/>
                  </a:lnTo>
                  <a:lnTo>
                    <a:pt x="8786" y="2049"/>
                  </a:lnTo>
                  <a:lnTo>
                    <a:pt x="8830" y="1984"/>
                  </a:lnTo>
                  <a:lnTo>
                    <a:pt x="8830" y="1984"/>
                  </a:lnTo>
                  <a:lnTo>
                    <a:pt x="8830" y="1984"/>
                  </a:lnTo>
                  <a:lnTo>
                    <a:pt x="8830" y="1984"/>
                  </a:lnTo>
                  <a:lnTo>
                    <a:pt x="7696" y="1744"/>
                  </a:lnTo>
                  <a:lnTo>
                    <a:pt x="6541" y="1504"/>
                  </a:lnTo>
                  <a:lnTo>
                    <a:pt x="5407" y="1221"/>
                  </a:lnTo>
                  <a:lnTo>
                    <a:pt x="4840" y="1068"/>
                  </a:lnTo>
                  <a:lnTo>
                    <a:pt x="4295" y="894"/>
                  </a:lnTo>
                  <a:lnTo>
                    <a:pt x="4295" y="894"/>
                  </a:lnTo>
                  <a:lnTo>
                    <a:pt x="2965" y="414"/>
                  </a:lnTo>
                  <a:lnTo>
                    <a:pt x="2965" y="414"/>
                  </a:lnTo>
                  <a:lnTo>
                    <a:pt x="2944" y="458"/>
                  </a:lnTo>
                  <a:lnTo>
                    <a:pt x="2944" y="458"/>
                  </a:lnTo>
                  <a:lnTo>
                    <a:pt x="2922" y="545"/>
                  </a:lnTo>
                  <a:lnTo>
                    <a:pt x="2856" y="632"/>
                  </a:lnTo>
                  <a:lnTo>
                    <a:pt x="2856" y="632"/>
                  </a:lnTo>
                  <a:lnTo>
                    <a:pt x="2791" y="698"/>
                  </a:lnTo>
                  <a:lnTo>
                    <a:pt x="2704" y="741"/>
                  </a:lnTo>
                  <a:lnTo>
                    <a:pt x="2617" y="785"/>
                  </a:lnTo>
                  <a:lnTo>
                    <a:pt x="2617" y="785"/>
                  </a:lnTo>
                  <a:lnTo>
                    <a:pt x="2508" y="807"/>
                  </a:lnTo>
                  <a:lnTo>
                    <a:pt x="2399" y="828"/>
                  </a:lnTo>
                  <a:lnTo>
                    <a:pt x="2399" y="828"/>
                  </a:lnTo>
                  <a:lnTo>
                    <a:pt x="2377" y="828"/>
                  </a:lnTo>
                  <a:lnTo>
                    <a:pt x="2377" y="828"/>
                  </a:lnTo>
                  <a:lnTo>
                    <a:pt x="2246" y="785"/>
                  </a:lnTo>
                  <a:lnTo>
                    <a:pt x="2246" y="785"/>
                  </a:lnTo>
                  <a:lnTo>
                    <a:pt x="2137" y="741"/>
                  </a:lnTo>
                  <a:lnTo>
                    <a:pt x="2028" y="654"/>
                  </a:lnTo>
                  <a:lnTo>
                    <a:pt x="2028" y="654"/>
                  </a:lnTo>
                  <a:lnTo>
                    <a:pt x="1963" y="545"/>
                  </a:lnTo>
                  <a:lnTo>
                    <a:pt x="1963" y="545"/>
                  </a:lnTo>
                  <a:lnTo>
                    <a:pt x="1941" y="458"/>
                  </a:lnTo>
                  <a:lnTo>
                    <a:pt x="1919" y="371"/>
                  </a:lnTo>
                  <a:lnTo>
                    <a:pt x="1919" y="371"/>
                  </a:lnTo>
                  <a:lnTo>
                    <a:pt x="1919" y="262"/>
                  </a:lnTo>
                  <a:lnTo>
                    <a:pt x="1941" y="174"/>
                  </a:lnTo>
                  <a:lnTo>
                    <a:pt x="1941" y="174"/>
                  </a:lnTo>
                  <a:lnTo>
                    <a:pt x="1963" y="131"/>
                  </a:lnTo>
                  <a:lnTo>
                    <a:pt x="1963" y="131"/>
                  </a:lnTo>
                  <a:lnTo>
                    <a:pt x="1701" y="87"/>
                  </a:lnTo>
                  <a:lnTo>
                    <a:pt x="1418" y="44"/>
                  </a:lnTo>
                  <a:lnTo>
                    <a:pt x="1156" y="22"/>
                  </a:lnTo>
                  <a:lnTo>
                    <a:pt x="894"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0" name="Google Shape;11590;p80"/>
            <p:cNvSpPr/>
            <p:nvPr/>
          </p:nvSpPr>
          <p:spPr>
            <a:xfrm rot="-947327">
              <a:off x="6099867" y="3867298"/>
              <a:ext cx="26176" cy="17476"/>
            </a:xfrm>
            <a:custGeom>
              <a:rect b="b" l="l" r="r" t="t"/>
              <a:pathLst>
                <a:path extrusionOk="0" h="699" w="1047">
                  <a:moveTo>
                    <a:pt x="44" y="1"/>
                  </a:moveTo>
                  <a:lnTo>
                    <a:pt x="22" y="44"/>
                  </a:lnTo>
                  <a:lnTo>
                    <a:pt x="0" y="132"/>
                  </a:lnTo>
                  <a:lnTo>
                    <a:pt x="0" y="241"/>
                  </a:lnTo>
                  <a:lnTo>
                    <a:pt x="22" y="328"/>
                  </a:lnTo>
                  <a:lnTo>
                    <a:pt x="44" y="415"/>
                  </a:lnTo>
                  <a:lnTo>
                    <a:pt x="109" y="524"/>
                  </a:lnTo>
                  <a:lnTo>
                    <a:pt x="218" y="611"/>
                  </a:lnTo>
                  <a:lnTo>
                    <a:pt x="327" y="655"/>
                  </a:lnTo>
                  <a:lnTo>
                    <a:pt x="458" y="698"/>
                  </a:lnTo>
                  <a:lnTo>
                    <a:pt x="480" y="698"/>
                  </a:lnTo>
                  <a:lnTo>
                    <a:pt x="589" y="677"/>
                  </a:lnTo>
                  <a:lnTo>
                    <a:pt x="698" y="655"/>
                  </a:lnTo>
                  <a:lnTo>
                    <a:pt x="785" y="611"/>
                  </a:lnTo>
                  <a:lnTo>
                    <a:pt x="872" y="568"/>
                  </a:lnTo>
                  <a:lnTo>
                    <a:pt x="937" y="502"/>
                  </a:lnTo>
                  <a:lnTo>
                    <a:pt x="1003" y="415"/>
                  </a:lnTo>
                  <a:lnTo>
                    <a:pt x="1025" y="328"/>
                  </a:lnTo>
                  <a:lnTo>
                    <a:pt x="1046" y="284"/>
                  </a:lnTo>
                  <a:lnTo>
                    <a:pt x="545" y="132"/>
                  </a:lnTo>
                  <a:lnTo>
                    <a:pt x="4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1" name="Google Shape;11591;p80"/>
            <p:cNvSpPr/>
            <p:nvPr/>
          </p:nvSpPr>
          <p:spPr>
            <a:xfrm rot="-947327">
              <a:off x="6099867" y="3867298"/>
              <a:ext cx="26176" cy="17476"/>
            </a:xfrm>
            <a:custGeom>
              <a:rect b="b" l="l" r="r" t="t"/>
              <a:pathLst>
                <a:path extrusionOk="0" fill="none" h="699" w="1047">
                  <a:moveTo>
                    <a:pt x="44" y="1"/>
                  </a:moveTo>
                  <a:lnTo>
                    <a:pt x="44" y="1"/>
                  </a:lnTo>
                  <a:lnTo>
                    <a:pt x="22" y="44"/>
                  </a:lnTo>
                  <a:lnTo>
                    <a:pt x="22" y="44"/>
                  </a:lnTo>
                  <a:lnTo>
                    <a:pt x="0" y="132"/>
                  </a:lnTo>
                  <a:lnTo>
                    <a:pt x="0" y="241"/>
                  </a:lnTo>
                  <a:lnTo>
                    <a:pt x="0" y="241"/>
                  </a:lnTo>
                  <a:lnTo>
                    <a:pt x="22" y="328"/>
                  </a:lnTo>
                  <a:lnTo>
                    <a:pt x="44" y="415"/>
                  </a:lnTo>
                  <a:lnTo>
                    <a:pt x="44" y="415"/>
                  </a:lnTo>
                  <a:lnTo>
                    <a:pt x="109" y="524"/>
                  </a:lnTo>
                  <a:lnTo>
                    <a:pt x="109" y="524"/>
                  </a:lnTo>
                  <a:lnTo>
                    <a:pt x="218" y="611"/>
                  </a:lnTo>
                  <a:lnTo>
                    <a:pt x="327" y="655"/>
                  </a:lnTo>
                  <a:lnTo>
                    <a:pt x="327" y="655"/>
                  </a:lnTo>
                  <a:lnTo>
                    <a:pt x="458" y="698"/>
                  </a:lnTo>
                  <a:lnTo>
                    <a:pt x="458" y="698"/>
                  </a:lnTo>
                  <a:lnTo>
                    <a:pt x="480" y="698"/>
                  </a:lnTo>
                  <a:lnTo>
                    <a:pt x="480" y="698"/>
                  </a:lnTo>
                  <a:lnTo>
                    <a:pt x="589" y="677"/>
                  </a:lnTo>
                  <a:lnTo>
                    <a:pt x="698" y="655"/>
                  </a:lnTo>
                  <a:lnTo>
                    <a:pt x="785" y="611"/>
                  </a:lnTo>
                  <a:lnTo>
                    <a:pt x="785" y="611"/>
                  </a:lnTo>
                  <a:lnTo>
                    <a:pt x="872" y="568"/>
                  </a:lnTo>
                  <a:lnTo>
                    <a:pt x="937" y="502"/>
                  </a:lnTo>
                  <a:lnTo>
                    <a:pt x="937" y="502"/>
                  </a:lnTo>
                  <a:lnTo>
                    <a:pt x="1003" y="415"/>
                  </a:lnTo>
                  <a:lnTo>
                    <a:pt x="1025" y="328"/>
                  </a:lnTo>
                  <a:lnTo>
                    <a:pt x="1025" y="328"/>
                  </a:lnTo>
                  <a:lnTo>
                    <a:pt x="1046" y="284"/>
                  </a:lnTo>
                  <a:lnTo>
                    <a:pt x="1046" y="284"/>
                  </a:lnTo>
                  <a:lnTo>
                    <a:pt x="545" y="132"/>
                  </a:lnTo>
                  <a:lnTo>
                    <a:pt x="44" y="1"/>
                  </a:lnTo>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2" name="Google Shape;11592;p80"/>
            <p:cNvSpPr/>
            <p:nvPr/>
          </p:nvSpPr>
          <p:spPr>
            <a:xfrm rot="-947327">
              <a:off x="6289975" y="3860742"/>
              <a:ext cx="74702" cy="30551"/>
            </a:xfrm>
            <a:custGeom>
              <a:rect b="b" l="l" r="r" t="t"/>
              <a:pathLst>
                <a:path extrusionOk="0" h="1222" w="2988">
                  <a:moveTo>
                    <a:pt x="589" y="1"/>
                  </a:moveTo>
                  <a:lnTo>
                    <a:pt x="589" y="23"/>
                  </a:lnTo>
                  <a:lnTo>
                    <a:pt x="589" y="132"/>
                  </a:lnTo>
                  <a:lnTo>
                    <a:pt x="567" y="219"/>
                  </a:lnTo>
                  <a:lnTo>
                    <a:pt x="524" y="306"/>
                  </a:lnTo>
                  <a:lnTo>
                    <a:pt x="458" y="372"/>
                  </a:lnTo>
                  <a:lnTo>
                    <a:pt x="393" y="437"/>
                  </a:lnTo>
                  <a:lnTo>
                    <a:pt x="327" y="481"/>
                  </a:lnTo>
                  <a:lnTo>
                    <a:pt x="197" y="546"/>
                  </a:lnTo>
                  <a:lnTo>
                    <a:pt x="109" y="590"/>
                  </a:lnTo>
                  <a:lnTo>
                    <a:pt x="0" y="590"/>
                  </a:lnTo>
                  <a:lnTo>
                    <a:pt x="851" y="808"/>
                  </a:lnTo>
                  <a:lnTo>
                    <a:pt x="1679" y="1047"/>
                  </a:lnTo>
                  <a:lnTo>
                    <a:pt x="2093" y="1156"/>
                  </a:lnTo>
                  <a:lnTo>
                    <a:pt x="2290" y="1200"/>
                  </a:lnTo>
                  <a:lnTo>
                    <a:pt x="2486" y="1222"/>
                  </a:lnTo>
                  <a:lnTo>
                    <a:pt x="2617" y="1222"/>
                  </a:lnTo>
                  <a:lnTo>
                    <a:pt x="2726" y="1200"/>
                  </a:lnTo>
                  <a:lnTo>
                    <a:pt x="2813" y="1178"/>
                  </a:lnTo>
                  <a:lnTo>
                    <a:pt x="2900" y="1135"/>
                  </a:lnTo>
                  <a:lnTo>
                    <a:pt x="2944" y="1069"/>
                  </a:lnTo>
                  <a:lnTo>
                    <a:pt x="2987" y="982"/>
                  </a:lnTo>
                  <a:lnTo>
                    <a:pt x="2987" y="895"/>
                  </a:lnTo>
                  <a:lnTo>
                    <a:pt x="2965" y="786"/>
                  </a:lnTo>
                  <a:lnTo>
                    <a:pt x="2944" y="720"/>
                  </a:lnTo>
                  <a:lnTo>
                    <a:pt x="2900" y="677"/>
                  </a:lnTo>
                  <a:lnTo>
                    <a:pt x="2791" y="611"/>
                  </a:lnTo>
                  <a:lnTo>
                    <a:pt x="2660" y="568"/>
                  </a:lnTo>
                  <a:lnTo>
                    <a:pt x="2529" y="524"/>
                  </a:lnTo>
                  <a:lnTo>
                    <a:pt x="1570" y="241"/>
                  </a:lnTo>
                  <a:lnTo>
                    <a:pt x="58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3" name="Google Shape;11593;p80"/>
            <p:cNvSpPr/>
            <p:nvPr/>
          </p:nvSpPr>
          <p:spPr>
            <a:xfrm rot="-947327">
              <a:off x="6289975" y="3860742"/>
              <a:ext cx="74702" cy="30551"/>
            </a:xfrm>
            <a:custGeom>
              <a:rect b="b" l="l" r="r" t="t"/>
              <a:pathLst>
                <a:path extrusionOk="0" fill="none" h="1222" w="2988">
                  <a:moveTo>
                    <a:pt x="589" y="1"/>
                  </a:moveTo>
                  <a:lnTo>
                    <a:pt x="589" y="1"/>
                  </a:lnTo>
                  <a:lnTo>
                    <a:pt x="589" y="23"/>
                  </a:lnTo>
                  <a:lnTo>
                    <a:pt x="589" y="23"/>
                  </a:lnTo>
                  <a:lnTo>
                    <a:pt x="589" y="132"/>
                  </a:lnTo>
                  <a:lnTo>
                    <a:pt x="567" y="219"/>
                  </a:lnTo>
                  <a:lnTo>
                    <a:pt x="567" y="219"/>
                  </a:lnTo>
                  <a:lnTo>
                    <a:pt x="524" y="306"/>
                  </a:lnTo>
                  <a:lnTo>
                    <a:pt x="458" y="372"/>
                  </a:lnTo>
                  <a:lnTo>
                    <a:pt x="458" y="372"/>
                  </a:lnTo>
                  <a:lnTo>
                    <a:pt x="393" y="437"/>
                  </a:lnTo>
                  <a:lnTo>
                    <a:pt x="327" y="481"/>
                  </a:lnTo>
                  <a:lnTo>
                    <a:pt x="327" y="481"/>
                  </a:lnTo>
                  <a:lnTo>
                    <a:pt x="197" y="546"/>
                  </a:lnTo>
                  <a:lnTo>
                    <a:pt x="197" y="546"/>
                  </a:lnTo>
                  <a:lnTo>
                    <a:pt x="109" y="590"/>
                  </a:lnTo>
                  <a:lnTo>
                    <a:pt x="0" y="590"/>
                  </a:lnTo>
                  <a:lnTo>
                    <a:pt x="0" y="590"/>
                  </a:lnTo>
                  <a:lnTo>
                    <a:pt x="851" y="808"/>
                  </a:lnTo>
                  <a:lnTo>
                    <a:pt x="1679" y="1047"/>
                  </a:lnTo>
                  <a:lnTo>
                    <a:pt x="1679" y="1047"/>
                  </a:lnTo>
                  <a:lnTo>
                    <a:pt x="2093" y="1156"/>
                  </a:lnTo>
                  <a:lnTo>
                    <a:pt x="2290" y="1200"/>
                  </a:lnTo>
                  <a:lnTo>
                    <a:pt x="2486" y="1222"/>
                  </a:lnTo>
                  <a:lnTo>
                    <a:pt x="2486" y="1222"/>
                  </a:lnTo>
                  <a:lnTo>
                    <a:pt x="2529" y="1222"/>
                  </a:lnTo>
                  <a:lnTo>
                    <a:pt x="2529" y="1222"/>
                  </a:lnTo>
                  <a:lnTo>
                    <a:pt x="2617" y="1222"/>
                  </a:lnTo>
                  <a:lnTo>
                    <a:pt x="2726" y="1200"/>
                  </a:lnTo>
                  <a:lnTo>
                    <a:pt x="2813" y="1178"/>
                  </a:lnTo>
                  <a:lnTo>
                    <a:pt x="2900" y="1135"/>
                  </a:lnTo>
                  <a:lnTo>
                    <a:pt x="2944" y="1069"/>
                  </a:lnTo>
                  <a:lnTo>
                    <a:pt x="2987" y="982"/>
                  </a:lnTo>
                  <a:lnTo>
                    <a:pt x="2987" y="895"/>
                  </a:lnTo>
                  <a:lnTo>
                    <a:pt x="2965" y="786"/>
                  </a:lnTo>
                  <a:lnTo>
                    <a:pt x="2965" y="786"/>
                  </a:lnTo>
                  <a:lnTo>
                    <a:pt x="2944" y="720"/>
                  </a:lnTo>
                  <a:lnTo>
                    <a:pt x="2900" y="677"/>
                  </a:lnTo>
                  <a:lnTo>
                    <a:pt x="2791" y="611"/>
                  </a:lnTo>
                  <a:lnTo>
                    <a:pt x="2660" y="568"/>
                  </a:lnTo>
                  <a:lnTo>
                    <a:pt x="2529" y="524"/>
                  </a:lnTo>
                  <a:lnTo>
                    <a:pt x="2529" y="524"/>
                  </a:lnTo>
                  <a:lnTo>
                    <a:pt x="1570" y="241"/>
                  </a:lnTo>
                  <a:lnTo>
                    <a:pt x="589"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4" name="Google Shape;11594;p80"/>
            <p:cNvSpPr/>
            <p:nvPr/>
          </p:nvSpPr>
          <p:spPr>
            <a:xfrm rot="-947327">
              <a:off x="6276442" y="3865481"/>
              <a:ext cx="26751" cy="20201"/>
            </a:xfrm>
            <a:custGeom>
              <a:rect b="b" l="l" r="r" t="t"/>
              <a:pathLst>
                <a:path extrusionOk="0" h="808" w="1070">
                  <a:moveTo>
                    <a:pt x="110" y="1"/>
                  </a:moveTo>
                  <a:lnTo>
                    <a:pt x="66" y="66"/>
                  </a:lnTo>
                  <a:lnTo>
                    <a:pt x="23" y="154"/>
                  </a:lnTo>
                  <a:lnTo>
                    <a:pt x="1" y="263"/>
                  </a:lnTo>
                  <a:lnTo>
                    <a:pt x="1" y="350"/>
                  </a:lnTo>
                  <a:lnTo>
                    <a:pt x="1" y="459"/>
                  </a:lnTo>
                  <a:lnTo>
                    <a:pt x="44" y="546"/>
                  </a:lnTo>
                  <a:lnTo>
                    <a:pt x="110" y="633"/>
                  </a:lnTo>
                  <a:lnTo>
                    <a:pt x="175" y="699"/>
                  </a:lnTo>
                  <a:lnTo>
                    <a:pt x="262" y="764"/>
                  </a:lnTo>
                  <a:lnTo>
                    <a:pt x="480" y="808"/>
                  </a:lnTo>
                  <a:lnTo>
                    <a:pt x="589" y="808"/>
                  </a:lnTo>
                  <a:lnTo>
                    <a:pt x="677" y="764"/>
                  </a:lnTo>
                  <a:lnTo>
                    <a:pt x="807" y="699"/>
                  </a:lnTo>
                  <a:lnTo>
                    <a:pt x="873" y="655"/>
                  </a:lnTo>
                  <a:lnTo>
                    <a:pt x="938" y="590"/>
                  </a:lnTo>
                  <a:lnTo>
                    <a:pt x="1004" y="524"/>
                  </a:lnTo>
                  <a:lnTo>
                    <a:pt x="1047" y="437"/>
                  </a:lnTo>
                  <a:lnTo>
                    <a:pt x="1069" y="350"/>
                  </a:lnTo>
                  <a:lnTo>
                    <a:pt x="1069" y="241"/>
                  </a:lnTo>
                  <a:lnTo>
                    <a:pt x="1069" y="219"/>
                  </a:lnTo>
                  <a:lnTo>
                    <a:pt x="11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5" name="Google Shape;11595;p80"/>
            <p:cNvSpPr/>
            <p:nvPr/>
          </p:nvSpPr>
          <p:spPr>
            <a:xfrm rot="-947327">
              <a:off x="6020369" y="3637325"/>
              <a:ext cx="221307" cy="132479"/>
            </a:xfrm>
            <a:custGeom>
              <a:rect b="b" l="l" r="r" t="t"/>
              <a:pathLst>
                <a:path extrusionOk="0" h="5299" w="8852">
                  <a:moveTo>
                    <a:pt x="8393" y="1"/>
                  </a:moveTo>
                  <a:lnTo>
                    <a:pt x="8197" y="22"/>
                  </a:lnTo>
                  <a:lnTo>
                    <a:pt x="7914" y="110"/>
                  </a:lnTo>
                  <a:lnTo>
                    <a:pt x="7630" y="241"/>
                  </a:lnTo>
                  <a:lnTo>
                    <a:pt x="7325" y="393"/>
                  </a:lnTo>
                  <a:lnTo>
                    <a:pt x="7064" y="568"/>
                  </a:lnTo>
                  <a:lnTo>
                    <a:pt x="6519" y="960"/>
                  </a:lnTo>
                  <a:lnTo>
                    <a:pt x="6039" y="1331"/>
                  </a:lnTo>
                  <a:lnTo>
                    <a:pt x="5450" y="1832"/>
                  </a:lnTo>
                  <a:lnTo>
                    <a:pt x="5167" y="2072"/>
                  </a:lnTo>
                  <a:lnTo>
                    <a:pt x="4862" y="2290"/>
                  </a:lnTo>
                  <a:lnTo>
                    <a:pt x="4622" y="2464"/>
                  </a:lnTo>
                  <a:lnTo>
                    <a:pt x="4360" y="2617"/>
                  </a:lnTo>
                  <a:lnTo>
                    <a:pt x="3837" y="2900"/>
                  </a:lnTo>
                  <a:lnTo>
                    <a:pt x="3292" y="3162"/>
                  </a:lnTo>
                  <a:lnTo>
                    <a:pt x="2725" y="3402"/>
                  </a:lnTo>
                  <a:lnTo>
                    <a:pt x="1613" y="3859"/>
                  </a:lnTo>
                  <a:lnTo>
                    <a:pt x="1068" y="4121"/>
                  </a:lnTo>
                  <a:lnTo>
                    <a:pt x="545" y="4404"/>
                  </a:lnTo>
                  <a:lnTo>
                    <a:pt x="305" y="4557"/>
                  </a:lnTo>
                  <a:lnTo>
                    <a:pt x="196" y="4666"/>
                  </a:lnTo>
                  <a:lnTo>
                    <a:pt x="109" y="4775"/>
                  </a:lnTo>
                  <a:lnTo>
                    <a:pt x="44" y="4884"/>
                  </a:lnTo>
                  <a:lnTo>
                    <a:pt x="0" y="5037"/>
                  </a:lnTo>
                  <a:lnTo>
                    <a:pt x="0" y="5167"/>
                  </a:lnTo>
                  <a:lnTo>
                    <a:pt x="44" y="5298"/>
                  </a:lnTo>
                  <a:lnTo>
                    <a:pt x="240" y="5255"/>
                  </a:lnTo>
                  <a:lnTo>
                    <a:pt x="436" y="5189"/>
                  </a:lnTo>
                  <a:lnTo>
                    <a:pt x="632" y="5102"/>
                  </a:lnTo>
                  <a:lnTo>
                    <a:pt x="829" y="4993"/>
                  </a:lnTo>
                  <a:lnTo>
                    <a:pt x="1199" y="4775"/>
                  </a:lnTo>
                  <a:lnTo>
                    <a:pt x="1395" y="4688"/>
                  </a:lnTo>
                  <a:lnTo>
                    <a:pt x="1592" y="4601"/>
                  </a:lnTo>
                  <a:lnTo>
                    <a:pt x="1679" y="4557"/>
                  </a:lnTo>
                  <a:lnTo>
                    <a:pt x="1744" y="4557"/>
                  </a:lnTo>
                  <a:lnTo>
                    <a:pt x="1788" y="4579"/>
                  </a:lnTo>
                  <a:lnTo>
                    <a:pt x="1831" y="4601"/>
                  </a:lnTo>
                  <a:lnTo>
                    <a:pt x="1853" y="4644"/>
                  </a:lnTo>
                  <a:lnTo>
                    <a:pt x="1919" y="4731"/>
                  </a:lnTo>
                  <a:lnTo>
                    <a:pt x="1962" y="4775"/>
                  </a:lnTo>
                  <a:lnTo>
                    <a:pt x="2049" y="4819"/>
                  </a:lnTo>
                  <a:lnTo>
                    <a:pt x="2202" y="4819"/>
                  </a:lnTo>
                  <a:lnTo>
                    <a:pt x="2355" y="4797"/>
                  </a:lnTo>
                  <a:lnTo>
                    <a:pt x="2507" y="4731"/>
                  </a:lnTo>
                  <a:lnTo>
                    <a:pt x="2769" y="4666"/>
                  </a:lnTo>
                  <a:lnTo>
                    <a:pt x="3009" y="4622"/>
                  </a:lnTo>
                  <a:lnTo>
                    <a:pt x="3270" y="4601"/>
                  </a:lnTo>
                  <a:lnTo>
                    <a:pt x="3532" y="4579"/>
                  </a:lnTo>
                  <a:lnTo>
                    <a:pt x="4033" y="4579"/>
                  </a:lnTo>
                  <a:lnTo>
                    <a:pt x="4557" y="4601"/>
                  </a:lnTo>
                  <a:lnTo>
                    <a:pt x="5080" y="4601"/>
                  </a:lnTo>
                  <a:lnTo>
                    <a:pt x="5341" y="4579"/>
                  </a:lnTo>
                  <a:lnTo>
                    <a:pt x="5603" y="4557"/>
                  </a:lnTo>
                  <a:lnTo>
                    <a:pt x="5843" y="4492"/>
                  </a:lnTo>
                  <a:lnTo>
                    <a:pt x="6083" y="4404"/>
                  </a:lnTo>
                  <a:lnTo>
                    <a:pt x="6322" y="4295"/>
                  </a:lnTo>
                  <a:lnTo>
                    <a:pt x="6519" y="4165"/>
                  </a:lnTo>
                  <a:lnTo>
                    <a:pt x="6693" y="4034"/>
                  </a:lnTo>
                  <a:lnTo>
                    <a:pt x="6824" y="3859"/>
                  </a:lnTo>
                  <a:lnTo>
                    <a:pt x="6955" y="3707"/>
                  </a:lnTo>
                  <a:lnTo>
                    <a:pt x="7064" y="3532"/>
                  </a:lnTo>
                  <a:lnTo>
                    <a:pt x="7260" y="3140"/>
                  </a:lnTo>
                  <a:lnTo>
                    <a:pt x="7434" y="2726"/>
                  </a:lnTo>
                  <a:lnTo>
                    <a:pt x="7587" y="2312"/>
                  </a:lnTo>
                  <a:lnTo>
                    <a:pt x="7761" y="1919"/>
                  </a:lnTo>
                  <a:lnTo>
                    <a:pt x="7870" y="1723"/>
                  </a:lnTo>
                  <a:lnTo>
                    <a:pt x="7979" y="1527"/>
                  </a:lnTo>
                  <a:lnTo>
                    <a:pt x="8088" y="1352"/>
                  </a:lnTo>
                  <a:lnTo>
                    <a:pt x="8241" y="1200"/>
                  </a:lnTo>
                  <a:lnTo>
                    <a:pt x="8437" y="1004"/>
                  </a:lnTo>
                  <a:lnTo>
                    <a:pt x="8655" y="764"/>
                  </a:lnTo>
                  <a:lnTo>
                    <a:pt x="8742" y="633"/>
                  </a:lnTo>
                  <a:lnTo>
                    <a:pt x="8829" y="502"/>
                  </a:lnTo>
                  <a:lnTo>
                    <a:pt x="8851" y="371"/>
                  </a:lnTo>
                  <a:lnTo>
                    <a:pt x="8851" y="306"/>
                  </a:lnTo>
                  <a:lnTo>
                    <a:pt x="8851" y="241"/>
                  </a:lnTo>
                  <a:lnTo>
                    <a:pt x="8808" y="153"/>
                  </a:lnTo>
                  <a:lnTo>
                    <a:pt x="8742" y="88"/>
                  </a:lnTo>
                  <a:lnTo>
                    <a:pt x="8655" y="22"/>
                  </a:lnTo>
                  <a:lnTo>
                    <a:pt x="8568"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6" name="Google Shape;11596;p80"/>
            <p:cNvSpPr/>
            <p:nvPr/>
          </p:nvSpPr>
          <p:spPr>
            <a:xfrm rot="-947327">
              <a:off x="6259509" y="3844401"/>
              <a:ext cx="16375" cy="12025"/>
            </a:xfrm>
            <a:custGeom>
              <a:rect b="b" l="l" r="r" t="t"/>
              <a:pathLst>
                <a:path extrusionOk="0" h="481" w="655">
                  <a:moveTo>
                    <a:pt x="196" y="0"/>
                  </a:moveTo>
                  <a:lnTo>
                    <a:pt x="109" y="44"/>
                  </a:lnTo>
                  <a:lnTo>
                    <a:pt x="44" y="109"/>
                  </a:lnTo>
                  <a:lnTo>
                    <a:pt x="22" y="197"/>
                  </a:lnTo>
                  <a:lnTo>
                    <a:pt x="0" y="284"/>
                  </a:lnTo>
                  <a:lnTo>
                    <a:pt x="22" y="349"/>
                  </a:lnTo>
                  <a:lnTo>
                    <a:pt x="66" y="393"/>
                  </a:lnTo>
                  <a:lnTo>
                    <a:pt x="109" y="436"/>
                  </a:lnTo>
                  <a:lnTo>
                    <a:pt x="175" y="480"/>
                  </a:lnTo>
                  <a:lnTo>
                    <a:pt x="458" y="480"/>
                  </a:lnTo>
                  <a:lnTo>
                    <a:pt x="545" y="436"/>
                  </a:lnTo>
                  <a:lnTo>
                    <a:pt x="611" y="371"/>
                  </a:lnTo>
                  <a:lnTo>
                    <a:pt x="654" y="284"/>
                  </a:lnTo>
                  <a:lnTo>
                    <a:pt x="654" y="197"/>
                  </a:lnTo>
                  <a:lnTo>
                    <a:pt x="632" y="131"/>
                  </a:lnTo>
                  <a:lnTo>
                    <a:pt x="611" y="66"/>
                  </a:lnTo>
                  <a:lnTo>
                    <a:pt x="567" y="44"/>
                  </a:lnTo>
                  <a:lnTo>
                    <a:pt x="50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7" name="Google Shape;11597;p80"/>
            <p:cNvSpPr/>
            <p:nvPr/>
          </p:nvSpPr>
          <p:spPr>
            <a:xfrm rot="-947327">
              <a:off x="6224247" y="3815943"/>
              <a:ext cx="15850" cy="12000"/>
            </a:xfrm>
            <a:custGeom>
              <a:rect b="b" l="l" r="r" t="t"/>
              <a:pathLst>
                <a:path extrusionOk="0" h="480" w="634">
                  <a:moveTo>
                    <a:pt x="175" y="0"/>
                  </a:moveTo>
                  <a:lnTo>
                    <a:pt x="88" y="44"/>
                  </a:lnTo>
                  <a:lnTo>
                    <a:pt x="23" y="131"/>
                  </a:lnTo>
                  <a:lnTo>
                    <a:pt x="1" y="218"/>
                  </a:lnTo>
                  <a:lnTo>
                    <a:pt x="1" y="283"/>
                  </a:lnTo>
                  <a:lnTo>
                    <a:pt x="23" y="327"/>
                  </a:lnTo>
                  <a:lnTo>
                    <a:pt x="66" y="392"/>
                  </a:lnTo>
                  <a:lnTo>
                    <a:pt x="110" y="436"/>
                  </a:lnTo>
                  <a:lnTo>
                    <a:pt x="153" y="458"/>
                  </a:lnTo>
                  <a:lnTo>
                    <a:pt x="219" y="480"/>
                  </a:lnTo>
                  <a:lnTo>
                    <a:pt x="459" y="480"/>
                  </a:lnTo>
                  <a:lnTo>
                    <a:pt x="546" y="436"/>
                  </a:lnTo>
                  <a:lnTo>
                    <a:pt x="589" y="349"/>
                  </a:lnTo>
                  <a:lnTo>
                    <a:pt x="633" y="262"/>
                  </a:lnTo>
                  <a:lnTo>
                    <a:pt x="633" y="196"/>
                  </a:lnTo>
                  <a:lnTo>
                    <a:pt x="611" y="131"/>
                  </a:lnTo>
                  <a:lnTo>
                    <a:pt x="568" y="87"/>
                  </a:lnTo>
                  <a:lnTo>
                    <a:pt x="524" y="44"/>
                  </a:lnTo>
                  <a:lnTo>
                    <a:pt x="459" y="22"/>
                  </a:lnTo>
                  <a:lnTo>
                    <a:pt x="415"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8" name="Google Shape;11598;p80"/>
            <p:cNvSpPr/>
            <p:nvPr/>
          </p:nvSpPr>
          <p:spPr>
            <a:xfrm rot="-947327">
              <a:off x="6264788" y="3718933"/>
              <a:ext cx="12550" cy="16375"/>
            </a:xfrm>
            <a:custGeom>
              <a:rect b="b" l="l" r="r" t="t"/>
              <a:pathLst>
                <a:path extrusionOk="0" h="655" w="502">
                  <a:moveTo>
                    <a:pt x="196" y="0"/>
                  </a:moveTo>
                  <a:lnTo>
                    <a:pt x="131" y="22"/>
                  </a:lnTo>
                  <a:lnTo>
                    <a:pt x="87" y="44"/>
                  </a:lnTo>
                  <a:lnTo>
                    <a:pt x="44" y="87"/>
                  </a:lnTo>
                  <a:lnTo>
                    <a:pt x="22" y="153"/>
                  </a:lnTo>
                  <a:lnTo>
                    <a:pt x="0" y="218"/>
                  </a:lnTo>
                  <a:lnTo>
                    <a:pt x="0" y="284"/>
                  </a:lnTo>
                  <a:lnTo>
                    <a:pt x="22" y="458"/>
                  </a:lnTo>
                  <a:lnTo>
                    <a:pt x="65" y="545"/>
                  </a:lnTo>
                  <a:lnTo>
                    <a:pt x="109" y="611"/>
                  </a:lnTo>
                  <a:lnTo>
                    <a:pt x="218" y="633"/>
                  </a:lnTo>
                  <a:lnTo>
                    <a:pt x="305" y="654"/>
                  </a:lnTo>
                  <a:lnTo>
                    <a:pt x="371" y="633"/>
                  </a:lnTo>
                  <a:lnTo>
                    <a:pt x="414" y="589"/>
                  </a:lnTo>
                  <a:lnTo>
                    <a:pt x="458" y="545"/>
                  </a:lnTo>
                  <a:lnTo>
                    <a:pt x="480" y="480"/>
                  </a:lnTo>
                  <a:lnTo>
                    <a:pt x="502" y="436"/>
                  </a:lnTo>
                  <a:lnTo>
                    <a:pt x="502" y="371"/>
                  </a:lnTo>
                  <a:lnTo>
                    <a:pt x="480" y="196"/>
                  </a:lnTo>
                  <a:lnTo>
                    <a:pt x="458" y="109"/>
                  </a:lnTo>
                  <a:lnTo>
                    <a:pt x="393" y="44"/>
                  </a:lnTo>
                  <a:lnTo>
                    <a:pt x="305"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9" name="Google Shape;11599;p80"/>
            <p:cNvSpPr/>
            <p:nvPr/>
          </p:nvSpPr>
          <p:spPr>
            <a:xfrm rot="-947327">
              <a:off x="6352547" y="3812824"/>
              <a:ext cx="13650" cy="12550"/>
            </a:xfrm>
            <a:custGeom>
              <a:rect b="b" l="l" r="r" t="t"/>
              <a:pathLst>
                <a:path extrusionOk="0" h="502" w="546">
                  <a:moveTo>
                    <a:pt x="197" y="0"/>
                  </a:moveTo>
                  <a:lnTo>
                    <a:pt x="109" y="22"/>
                  </a:lnTo>
                  <a:lnTo>
                    <a:pt x="44" y="88"/>
                  </a:lnTo>
                  <a:lnTo>
                    <a:pt x="22" y="153"/>
                  </a:lnTo>
                  <a:lnTo>
                    <a:pt x="0" y="218"/>
                  </a:lnTo>
                  <a:lnTo>
                    <a:pt x="0" y="284"/>
                  </a:lnTo>
                  <a:lnTo>
                    <a:pt x="22" y="349"/>
                  </a:lnTo>
                  <a:lnTo>
                    <a:pt x="66" y="393"/>
                  </a:lnTo>
                  <a:lnTo>
                    <a:pt x="109" y="436"/>
                  </a:lnTo>
                  <a:lnTo>
                    <a:pt x="153" y="458"/>
                  </a:lnTo>
                  <a:lnTo>
                    <a:pt x="240" y="502"/>
                  </a:lnTo>
                  <a:lnTo>
                    <a:pt x="349" y="502"/>
                  </a:lnTo>
                  <a:lnTo>
                    <a:pt x="415" y="458"/>
                  </a:lnTo>
                  <a:lnTo>
                    <a:pt x="502" y="393"/>
                  </a:lnTo>
                  <a:lnTo>
                    <a:pt x="524" y="349"/>
                  </a:lnTo>
                  <a:lnTo>
                    <a:pt x="545" y="284"/>
                  </a:lnTo>
                  <a:lnTo>
                    <a:pt x="524" y="218"/>
                  </a:lnTo>
                  <a:lnTo>
                    <a:pt x="502" y="153"/>
                  </a:lnTo>
                  <a:lnTo>
                    <a:pt x="480" y="109"/>
                  </a:lnTo>
                  <a:lnTo>
                    <a:pt x="436" y="66"/>
                  </a:lnTo>
                  <a:lnTo>
                    <a:pt x="393" y="44"/>
                  </a:lnTo>
                  <a:lnTo>
                    <a:pt x="30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0" name="Google Shape;11600;p80"/>
            <p:cNvSpPr/>
            <p:nvPr/>
          </p:nvSpPr>
          <p:spPr>
            <a:xfrm rot="-947327">
              <a:off x="6111613" y="3840087"/>
              <a:ext cx="14200" cy="12575"/>
            </a:xfrm>
            <a:custGeom>
              <a:rect b="b" l="l" r="r" t="t"/>
              <a:pathLst>
                <a:path extrusionOk="0" h="503" w="568">
                  <a:moveTo>
                    <a:pt x="262" y="1"/>
                  </a:moveTo>
                  <a:lnTo>
                    <a:pt x="175" y="23"/>
                  </a:lnTo>
                  <a:lnTo>
                    <a:pt x="88" y="66"/>
                  </a:lnTo>
                  <a:lnTo>
                    <a:pt x="44" y="132"/>
                  </a:lnTo>
                  <a:lnTo>
                    <a:pt x="1" y="241"/>
                  </a:lnTo>
                  <a:lnTo>
                    <a:pt x="23" y="306"/>
                  </a:lnTo>
                  <a:lnTo>
                    <a:pt x="23" y="350"/>
                  </a:lnTo>
                  <a:lnTo>
                    <a:pt x="66" y="415"/>
                  </a:lnTo>
                  <a:lnTo>
                    <a:pt x="110" y="459"/>
                  </a:lnTo>
                  <a:lnTo>
                    <a:pt x="175" y="480"/>
                  </a:lnTo>
                  <a:lnTo>
                    <a:pt x="241" y="502"/>
                  </a:lnTo>
                  <a:lnTo>
                    <a:pt x="306" y="502"/>
                  </a:lnTo>
                  <a:lnTo>
                    <a:pt x="393" y="480"/>
                  </a:lnTo>
                  <a:lnTo>
                    <a:pt x="480" y="437"/>
                  </a:lnTo>
                  <a:lnTo>
                    <a:pt x="546" y="371"/>
                  </a:lnTo>
                  <a:lnTo>
                    <a:pt x="568" y="284"/>
                  </a:lnTo>
                  <a:lnTo>
                    <a:pt x="568" y="219"/>
                  </a:lnTo>
                  <a:lnTo>
                    <a:pt x="546" y="153"/>
                  </a:lnTo>
                  <a:lnTo>
                    <a:pt x="502" y="110"/>
                  </a:lnTo>
                  <a:lnTo>
                    <a:pt x="459" y="66"/>
                  </a:lnTo>
                  <a:lnTo>
                    <a:pt x="415" y="23"/>
                  </a:lnTo>
                  <a:lnTo>
                    <a:pt x="350" y="23"/>
                  </a:lnTo>
                  <a:lnTo>
                    <a:pt x="262"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1" name="Google Shape;11601;p80"/>
            <p:cNvSpPr/>
            <p:nvPr/>
          </p:nvSpPr>
          <p:spPr>
            <a:xfrm rot="-947327">
              <a:off x="5622625" y="3488548"/>
              <a:ext cx="399012" cy="424613"/>
            </a:xfrm>
            <a:custGeom>
              <a:rect b="b" l="l" r="r" t="t"/>
              <a:pathLst>
                <a:path extrusionOk="0" h="16984" w="15960">
                  <a:moveTo>
                    <a:pt x="14063" y="1"/>
                  </a:moveTo>
                  <a:lnTo>
                    <a:pt x="13757" y="44"/>
                  </a:lnTo>
                  <a:lnTo>
                    <a:pt x="13539" y="88"/>
                  </a:lnTo>
                  <a:lnTo>
                    <a:pt x="13321" y="153"/>
                  </a:lnTo>
                  <a:lnTo>
                    <a:pt x="12929" y="306"/>
                  </a:lnTo>
                  <a:lnTo>
                    <a:pt x="12515" y="502"/>
                  </a:lnTo>
                  <a:lnTo>
                    <a:pt x="12122" y="720"/>
                  </a:lnTo>
                  <a:lnTo>
                    <a:pt x="10749" y="1505"/>
                  </a:lnTo>
                  <a:lnTo>
                    <a:pt x="9354" y="2290"/>
                  </a:lnTo>
                  <a:lnTo>
                    <a:pt x="7980" y="3096"/>
                  </a:lnTo>
                  <a:lnTo>
                    <a:pt x="6607" y="3903"/>
                  </a:lnTo>
                  <a:lnTo>
                    <a:pt x="5255" y="4732"/>
                  </a:lnTo>
                  <a:lnTo>
                    <a:pt x="3903" y="5582"/>
                  </a:lnTo>
                  <a:lnTo>
                    <a:pt x="2573" y="6454"/>
                  </a:lnTo>
                  <a:lnTo>
                    <a:pt x="1244" y="7348"/>
                  </a:lnTo>
                  <a:lnTo>
                    <a:pt x="851" y="7631"/>
                  </a:lnTo>
                  <a:lnTo>
                    <a:pt x="677" y="7784"/>
                  </a:lnTo>
                  <a:lnTo>
                    <a:pt x="502" y="7936"/>
                  </a:lnTo>
                  <a:lnTo>
                    <a:pt x="350" y="8111"/>
                  </a:lnTo>
                  <a:lnTo>
                    <a:pt x="219" y="8307"/>
                  </a:lnTo>
                  <a:lnTo>
                    <a:pt x="110" y="8503"/>
                  </a:lnTo>
                  <a:lnTo>
                    <a:pt x="45" y="8721"/>
                  </a:lnTo>
                  <a:lnTo>
                    <a:pt x="1" y="8917"/>
                  </a:lnTo>
                  <a:lnTo>
                    <a:pt x="1" y="9113"/>
                  </a:lnTo>
                  <a:lnTo>
                    <a:pt x="23" y="9310"/>
                  </a:lnTo>
                  <a:lnTo>
                    <a:pt x="88" y="9506"/>
                  </a:lnTo>
                  <a:lnTo>
                    <a:pt x="154" y="9702"/>
                  </a:lnTo>
                  <a:lnTo>
                    <a:pt x="241" y="9877"/>
                  </a:lnTo>
                  <a:lnTo>
                    <a:pt x="350" y="10029"/>
                  </a:lnTo>
                  <a:lnTo>
                    <a:pt x="481" y="10204"/>
                  </a:lnTo>
                  <a:lnTo>
                    <a:pt x="655" y="10400"/>
                  </a:lnTo>
                  <a:lnTo>
                    <a:pt x="873" y="10552"/>
                  </a:lnTo>
                  <a:lnTo>
                    <a:pt x="1069" y="10705"/>
                  </a:lnTo>
                  <a:lnTo>
                    <a:pt x="1287" y="10836"/>
                  </a:lnTo>
                  <a:lnTo>
                    <a:pt x="1745" y="11097"/>
                  </a:lnTo>
                  <a:lnTo>
                    <a:pt x="2181" y="11381"/>
                  </a:lnTo>
                  <a:lnTo>
                    <a:pt x="2748" y="11773"/>
                  </a:lnTo>
                  <a:lnTo>
                    <a:pt x="3271" y="12166"/>
                  </a:lnTo>
                  <a:lnTo>
                    <a:pt x="3816" y="12602"/>
                  </a:lnTo>
                  <a:lnTo>
                    <a:pt x="4339" y="12994"/>
                  </a:lnTo>
                  <a:lnTo>
                    <a:pt x="5429" y="13779"/>
                  </a:lnTo>
                  <a:lnTo>
                    <a:pt x="6519" y="14542"/>
                  </a:lnTo>
                  <a:lnTo>
                    <a:pt x="7631" y="15283"/>
                  </a:lnTo>
                  <a:lnTo>
                    <a:pt x="8743" y="16024"/>
                  </a:lnTo>
                  <a:lnTo>
                    <a:pt x="9266" y="16330"/>
                  </a:lnTo>
                  <a:lnTo>
                    <a:pt x="9528" y="16482"/>
                  </a:lnTo>
                  <a:lnTo>
                    <a:pt x="9790" y="16635"/>
                  </a:lnTo>
                  <a:lnTo>
                    <a:pt x="10073" y="16744"/>
                  </a:lnTo>
                  <a:lnTo>
                    <a:pt x="10335" y="16853"/>
                  </a:lnTo>
                  <a:lnTo>
                    <a:pt x="10618" y="16918"/>
                  </a:lnTo>
                  <a:lnTo>
                    <a:pt x="10923" y="16962"/>
                  </a:lnTo>
                  <a:lnTo>
                    <a:pt x="11119" y="16984"/>
                  </a:lnTo>
                  <a:lnTo>
                    <a:pt x="11403" y="16984"/>
                  </a:lnTo>
                  <a:lnTo>
                    <a:pt x="11664" y="16940"/>
                  </a:lnTo>
                  <a:lnTo>
                    <a:pt x="11926" y="16853"/>
                  </a:lnTo>
                  <a:lnTo>
                    <a:pt x="12166" y="16722"/>
                  </a:lnTo>
                  <a:lnTo>
                    <a:pt x="12297" y="16613"/>
                  </a:lnTo>
                  <a:lnTo>
                    <a:pt x="12427" y="16460"/>
                  </a:lnTo>
                  <a:lnTo>
                    <a:pt x="12558" y="16308"/>
                  </a:lnTo>
                  <a:lnTo>
                    <a:pt x="12645" y="16155"/>
                  </a:lnTo>
                  <a:lnTo>
                    <a:pt x="12733" y="15981"/>
                  </a:lnTo>
                  <a:lnTo>
                    <a:pt x="12798" y="15785"/>
                  </a:lnTo>
                  <a:lnTo>
                    <a:pt x="12842" y="15610"/>
                  </a:lnTo>
                  <a:lnTo>
                    <a:pt x="12885" y="15414"/>
                  </a:lnTo>
                  <a:lnTo>
                    <a:pt x="12929" y="15022"/>
                  </a:lnTo>
                  <a:lnTo>
                    <a:pt x="12951" y="14651"/>
                  </a:lnTo>
                  <a:lnTo>
                    <a:pt x="12951" y="13866"/>
                  </a:lnTo>
                  <a:lnTo>
                    <a:pt x="12951" y="13495"/>
                  </a:lnTo>
                  <a:lnTo>
                    <a:pt x="12994" y="13125"/>
                  </a:lnTo>
                  <a:lnTo>
                    <a:pt x="13038" y="12732"/>
                  </a:lnTo>
                  <a:lnTo>
                    <a:pt x="13081" y="12362"/>
                  </a:lnTo>
                  <a:lnTo>
                    <a:pt x="13234" y="11642"/>
                  </a:lnTo>
                  <a:lnTo>
                    <a:pt x="13430" y="10901"/>
                  </a:lnTo>
                  <a:lnTo>
                    <a:pt x="13670" y="10182"/>
                  </a:lnTo>
                  <a:lnTo>
                    <a:pt x="13932" y="9462"/>
                  </a:lnTo>
                  <a:lnTo>
                    <a:pt x="14477" y="8023"/>
                  </a:lnTo>
                  <a:lnTo>
                    <a:pt x="15044" y="6585"/>
                  </a:lnTo>
                  <a:lnTo>
                    <a:pt x="15283" y="5865"/>
                  </a:lnTo>
                  <a:lnTo>
                    <a:pt x="15501" y="5146"/>
                  </a:lnTo>
                  <a:lnTo>
                    <a:pt x="15698" y="4404"/>
                  </a:lnTo>
                  <a:lnTo>
                    <a:pt x="15850" y="3685"/>
                  </a:lnTo>
                  <a:lnTo>
                    <a:pt x="15894" y="3293"/>
                  </a:lnTo>
                  <a:lnTo>
                    <a:pt x="15937" y="2922"/>
                  </a:lnTo>
                  <a:lnTo>
                    <a:pt x="15959" y="2551"/>
                  </a:lnTo>
                  <a:lnTo>
                    <a:pt x="15959" y="2181"/>
                  </a:lnTo>
                  <a:lnTo>
                    <a:pt x="15937" y="1701"/>
                  </a:lnTo>
                  <a:lnTo>
                    <a:pt x="15894" y="1483"/>
                  </a:lnTo>
                  <a:lnTo>
                    <a:pt x="15850" y="1243"/>
                  </a:lnTo>
                  <a:lnTo>
                    <a:pt x="15785" y="1025"/>
                  </a:lnTo>
                  <a:lnTo>
                    <a:pt x="15698" y="807"/>
                  </a:lnTo>
                  <a:lnTo>
                    <a:pt x="15567" y="611"/>
                  </a:lnTo>
                  <a:lnTo>
                    <a:pt x="15414" y="437"/>
                  </a:lnTo>
                  <a:lnTo>
                    <a:pt x="15305" y="350"/>
                  </a:lnTo>
                  <a:lnTo>
                    <a:pt x="15196" y="262"/>
                  </a:lnTo>
                  <a:lnTo>
                    <a:pt x="15065" y="197"/>
                  </a:lnTo>
                  <a:lnTo>
                    <a:pt x="14935" y="132"/>
                  </a:lnTo>
                  <a:lnTo>
                    <a:pt x="14651" y="44"/>
                  </a:lnTo>
                  <a:lnTo>
                    <a:pt x="14346"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2" name="Google Shape;11602;p80"/>
            <p:cNvSpPr/>
            <p:nvPr/>
          </p:nvSpPr>
          <p:spPr>
            <a:xfrm rot="-947327">
              <a:off x="5622625" y="3488548"/>
              <a:ext cx="399012" cy="424613"/>
            </a:xfrm>
            <a:custGeom>
              <a:rect b="b" l="l" r="r" t="t"/>
              <a:pathLst>
                <a:path extrusionOk="0" fill="none" h="16984" w="15960">
                  <a:moveTo>
                    <a:pt x="15959" y="2181"/>
                  </a:moveTo>
                  <a:lnTo>
                    <a:pt x="15959" y="2181"/>
                  </a:lnTo>
                  <a:lnTo>
                    <a:pt x="15959" y="2551"/>
                  </a:lnTo>
                  <a:lnTo>
                    <a:pt x="15937" y="2922"/>
                  </a:lnTo>
                  <a:lnTo>
                    <a:pt x="15894" y="3293"/>
                  </a:lnTo>
                  <a:lnTo>
                    <a:pt x="15850" y="3685"/>
                  </a:lnTo>
                  <a:lnTo>
                    <a:pt x="15698" y="4404"/>
                  </a:lnTo>
                  <a:lnTo>
                    <a:pt x="15501" y="5146"/>
                  </a:lnTo>
                  <a:lnTo>
                    <a:pt x="15283" y="5865"/>
                  </a:lnTo>
                  <a:lnTo>
                    <a:pt x="15044" y="6585"/>
                  </a:lnTo>
                  <a:lnTo>
                    <a:pt x="14477" y="8023"/>
                  </a:lnTo>
                  <a:lnTo>
                    <a:pt x="13932" y="9462"/>
                  </a:lnTo>
                  <a:lnTo>
                    <a:pt x="13670" y="10182"/>
                  </a:lnTo>
                  <a:lnTo>
                    <a:pt x="13430" y="10901"/>
                  </a:lnTo>
                  <a:lnTo>
                    <a:pt x="13234" y="11642"/>
                  </a:lnTo>
                  <a:lnTo>
                    <a:pt x="13081" y="12362"/>
                  </a:lnTo>
                  <a:lnTo>
                    <a:pt x="13038" y="12732"/>
                  </a:lnTo>
                  <a:lnTo>
                    <a:pt x="12994" y="13125"/>
                  </a:lnTo>
                  <a:lnTo>
                    <a:pt x="12951" y="13495"/>
                  </a:lnTo>
                  <a:lnTo>
                    <a:pt x="12951" y="13866"/>
                  </a:lnTo>
                  <a:lnTo>
                    <a:pt x="12951" y="13866"/>
                  </a:lnTo>
                  <a:lnTo>
                    <a:pt x="12951" y="14651"/>
                  </a:lnTo>
                  <a:lnTo>
                    <a:pt x="12929" y="15022"/>
                  </a:lnTo>
                  <a:lnTo>
                    <a:pt x="12885" y="15414"/>
                  </a:lnTo>
                  <a:lnTo>
                    <a:pt x="12885" y="15414"/>
                  </a:lnTo>
                  <a:lnTo>
                    <a:pt x="12842" y="15610"/>
                  </a:lnTo>
                  <a:lnTo>
                    <a:pt x="12798" y="15785"/>
                  </a:lnTo>
                  <a:lnTo>
                    <a:pt x="12733" y="15981"/>
                  </a:lnTo>
                  <a:lnTo>
                    <a:pt x="12645" y="16155"/>
                  </a:lnTo>
                  <a:lnTo>
                    <a:pt x="12558" y="16308"/>
                  </a:lnTo>
                  <a:lnTo>
                    <a:pt x="12427" y="16460"/>
                  </a:lnTo>
                  <a:lnTo>
                    <a:pt x="12297" y="16613"/>
                  </a:lnTo>
                  <a:lnTo>
                    <a:pt x="12166" y="16722"/>
                  </a:lnTo>
                  <a:lnTo>
                    <a:pt x="12166" y="16722"/>
                  </a:lnTo>
                  <a:lnTo>
                    <a:pt x="11926" y="16853"/>
                  </a:lnTo>
                  <a:lnTo>
                    <a:pt x="11664" y="16940"/>
                  </a:lnTo>
                  <a:lnTo>
                    <a:pt x="11403" y="16984"/>
                  </a:lnTo>
                  <a:lnTo>
                    <a:pt x="11119" y="16984"/>
                  </a:lnTo>
                  <a:lnTo>
                    <a:pt x="11119" y="16984"/>
                  </a:lnTo>
                  <a:lnTo>
                    <a:pt x="10923" y="16962"/>
                  </a:lnTo>
                  <a:lnTo>
                    <a:pt x="10923" y="16962"/>
                  </a:lnTo>
                  <a:lnTo>
                    <a:pt x="10923" y="16962"/>
                  </a:lnTo>
                  <a:lnTo>
                    <a:pt x="10618" y="16918"/>
                  </a:lnTo>
                  <a:lnTo>
                    <a:pt x="10335" y="16853"/>
                  </a:lnTo>
                  <a:lnTo>
                    <a:pt x="10073" y="16744"/>
                  </a:lnTo>
                  <a:lnTo>
                    <a:pt x="9790" y="16635"/>
                  </a:lnTo>
                  <a:lnTo>
                    <a:pt x="9528" y="16482"/>
                  </a:lnTo>
                  <a:lnTo>
                    <a:pt x="9266" y="16330"/>
                  </a:lnTo>
                  <a:lnTo>
                    <a:pt x="8743" y="16024"/>
                  </a:lnTo>
                  <a:lnTo>
                    <a:pt x="8743" y="16024"/>
                  </a:lnTo>
                  <a:lnTo>
                    <a:pt x="7631" y="15283"/>
                  </a:lnTo>
                  <a:lnTo>
                    <a:pt x="6519" y="14542"/>
                  </a:lnTo>
                  <a:lnTo>
                    <a:pt x="5429" y="13779"/>
                  </a:lnTo>
                  <a:lnTo>
                    <a:pt x="4339" y="12994"/>
                  </a:lnTo>
                  <a:lnTo>
                    <a:pt x="4339" y="12994"/>
                  </a:lnTo>
                  <a:lnTo>
                    <a:pt x="3816" y="12602"/>
                  </a:lnTo>
                  <a:lnTo>
                    <a:pt x="3271" y="12166"/>
                  </a:lnTo>
                  <a:lnTo>
                    <a:pt x="2748" y="11773"/>
                  </a:lnTo>
                  <a:lnTo>
                    <a:pt x="2181" y="11381"/>
                  </a:lnTo>
                  <a:lnTo>
                    <a:pt x="2181" y="11381"/>
                  </a:lnTo>
                  <a:lnTo>
                    <a:pt x="1745" y="11097"/>
                  </a:lnTo>
                  <a:lnTo>
                    <a:pt x="1287" y="10836"/>
                  </a:lnTo>
                  <a:lnTo>
                    <a:pt x="1069" y="10705"/>
                  </a:lnTo>
                  <a:lnTo>
                    <a:pt x="873" y="10552"/>
                  </a:lnTo>
                  <a:lnTo>
                    <a:pt x="655" y="10400"/>
                  </a:lnTo>
                  <a:lnTo>
                    <a:pt x="481" y="10204"/>
                  </a:lnTo>
                  <a:lnTo>
                    <a:pt x="481" y="10204"/>
                  </a:lnTo>
                  <a:lnTo>
                    <a:pt x="350" y="10029"/>
                  </a:lnTo>
                  <a:lnTo>
                    <a:pt x="241" y="9877"/>
                  </a:lnTo>
                  <a:lnTo>
                    <a:pt x="154" y="9702"/>
                  </a:lnTo>
                  <a:lnTo>
                    <a:pt x="88" y="9506"/>
                  </a:lnTo>
                  <a:lnTo>
                    <a:pt x="23" y="9310"/>
                  </a:lnTo>
                  <a:lnTo>
                    <a:pt x="1" y="9113"/>
                  </a:lnTo>
                  <a:lnTo>
                    <a:pt x="1" y="8917"/>
                  </a:lnTo>
                  <a:lnTo>
                    <a:pt x="45" y="8721"/>
                  </a:lnTo>
                  <a:lnTo>
                    <a:pt x="45" y="8721"/>
                  </a:lnTo>
                  <a:lnTo>
                    <a:pt x="110" y="8503"/>
                  </a:lnTo>
                  <a:lnTo>
                    <a:pt x="219" y="8307"/>
                  </a:lnTo>
                  <a:lnTo>
                    <a:pt x="350" y="8111"/>
                  </a:lnTo>
                  <a:lnTo>
                    <a:pt x="502" y="7936"/>
                  </a:lnTo>
                  <a:lnTo>
                    <a:pt x="677" y="7784"/>
                  </a:lnTo>
                  <a:lnTo>
                    <a:pt x="851" y="7631"/>
                  </a:lnTo>
                  <a:lnTo>
                    <a:pt x="1244" y="7348"/>
                  </a:lnTo>
                  <a:lnTo>
                    <a:pt x="1244" y="7348"/>
                  </a:lnTo>
                  <a:lnTo>
                    <a:pt x="2573" y="6454"/>
                  </a:lnTo>
                  <a:lnTo>
                    <a:pt x="3903" y="5582"/>
                  </a:lnTo>
                  <a:lnTo>
                    <a:pt x="5255" y="4732"/>
                  </a:lnTo>
                  <a:lnTo>
                    <a:pt x="6607" y="3903"/>
                  </a:lnTo>
                  <a:lnTo>
                    <a:pt x="7980" y="3096"/>
                  </a:lnTo>
                  <a:lnTo>
                    <a:pt x="9354" y="2290"/>
                  </a:lnTo>
                  <a:lnTo>
                    <a:pt x="10749" y="1505"/>
                  </a:lnTo>
                  <a:lnTo>
                    <a:pt x="12122" y="720"/>
                  </a:lnTo>
                  <a:lnTo>
                    <a:pt x="12122" y="720"/>
                  </a:lnTo>
                  <a:lnTo>
                    <a:pt x="12515" y="502"/>
                  </a:lnTo>
                  <a:lnTo>
                    <a:pt x="12929" y="306"/>
                  </a:lnTo>
                  <a:lnTo>
                    <a:pt x="13321" y="153"/>
                  </a:lnTo>
                  <a:lnTo>
                    <a:pt x="13539" y="88"/>
                  </a:lnTo>
                  <a:lnTo>
                    <a:pt x="13757" y="44"/>
                  </a:lnTo>
                  <a:lnTo>
                    <a:pt x="13757" y="44"/>
                  </a:lnTo>
                  <a:lnTo>
                    <a:pt x="14063" y="1"/>
                  </a:lnTo>
                  <a:lnTo>
                    <a:pt x="14346" y="1"/>
                  </a:lnTo>
                  <a:lnTo>
                    <a:pt x="14651" y="44"/>
                  </a:lnTo>
                  <a:lnTo>
                    <a:pt x="14935" y="132"/>
                  </a:lnTo>
                  <a:lnTo>
                    <a:pt x="14935" y="132"/>
                  </a:lnTo>
                  <a:lnTo>
                    <a:pt x="15065" y="197"/>
                  </a:lnTo>
                  <a:lnTo>
                    <a:pt x="15196" y="262"/>
                  </a:lnTo>
                  <a:lnTo>
                    <a:pt x="15305" y="350"/>
                  </a:lnTo>
                  <a:lnTo>
                    <a:pt x="15414" y="437"/>
                  </a:lnTo>
                  <a:lnTo>
                    <a:pt x="15414" y="437"/>
                  </a:lnTo>
                  <a:lnTo>
                    <a:pt x="15567" y="611"/>
                  </a:lnTo>
                  <a:lnTo>
                    <a:pt x="15698" y="807"/>
                  </a:lnTo>
                  <a:lnTo>
                    <a:pt x="15785" y="1025"/>
                  </a:lnTo>
                  <a:lnTo>
                    <a:pt x="15850" y="1243"/>
                  </a:lnTo>
                  <a:lnTo>
                    <a:pt x="15894" y="1483"/>
                  </a:lnTo>
                  <a:lnTo>
                    <a:pt x="15937" y="1701"/>
                  </a:lnTo>
                  <a:lnTo>
                    <a:pt x="15959" y="218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3" name="Google Shape;11603;p80"/>
            <p:cNvSpPr/>
            <p:nvPr/>
          </p:nvSpPr>
          <p:spPr>
            <a:xfrm rot="-947327">
              <a:off x="5839116" y="3461803"/>
              <a:ext cx="178805" cy="421338"/>
            </a:xfrm>
            <a:custGeom>
              <a:rect b="b" l="l" r="r" t="t"/>
              <a:pathLst>
                <a:path extrusionOk="0" h="16853" w="7152">
                  <a:moveTo>
                    <a:pt x="6127" y="1"/>
                  </a:moveTo>
                  <a:lnTo>
                    <a:pt x="5952" y="371"/>
                  </a:lnTo>
                  <a:lnTo>
                    <a:pt x="5800" y="764"/>
                  </a:lnTo>
                  <a:lnTo>
                    <a:pt x="5625" y="1134"/>
                  </a:lnTo>
                  <a:lnTo>
                    <a:pt x="5538" y="1330"/>
                  </a:lnTo>
                  <a:lnTo>
                    <a:pt x="5429" y="1505"/>
                  </a:lnTo>
                  <a:lnTo>
                    <a:pt x="5276" y="1701"/>
                  </a:lnTo>
                  <a:lnTo>
                    <a:pt x="5124" y="1897"/>
                  </a:lnTo>
                  <a:lnTo>
                    <a:pt x="4927" y="2093"/>
                  </a:lnTo>
                  <a:lnTo>
                    <a:pt x="4753" y="2268"/>
                  </a:lnTo>
                  <a:lnTo>
                    <a:pt x="4339" y="2595"/>
                  </a:lnTo>
                  <a:lnTo>
                    <a:pt x="3925" y="2922"/>
                  </a:lnTo>
                  <a:lnTo>
                    <a:pt x="3532" y="3249"/>
                  </a:lnTo>
                  <a:lnTo>
                    <a:pt x="3336" y="3423"/>
                  </a:lnTo>
                  <a:lnTo>
                    <a:pt x="3162" y="3619"/>
                  </a:lnTo>
                  <a:lnTo>
                    <a:pt x="3009" y="3794"/>
                  </a:lnTo>
                  <a:lnTo>
                    <a:pt x="2856" y="4012"/>
                  </a:lnTo>
                  <a:lnTo>
                    <a:pt x="2747" y="4230"/>
                  </a:lnTo>
                  <a:lnTo>
                    <a:pt x="2660" y="4470"/>
                  </a:lnTo>
                  <a:lnTo>
                    <a:pt x="2573" y="4775"/>
                  </a:lnTo>
                  <a:lnTo>
                    <a:pt x="2508" y="5080"/>
                  </a:lnTo>
                  <a:lnTo>
                    <a:pt x="2464" y="5385"/>
                  </a:lnTo>
                  <a:lnTo>
                    <a:pt x="2399" y="5691"/>
                  </a:lnTo>
                  <a:lnTo>
                    <a:pt x="2333" y="5887"/>
                  </a:lnTo>
                  <a:lnTo>
                    <a:pt x="2268" y="6061"/>
                  </a:lnTo>
                  <a:lnTo>
                    <a:pt x="2093" y="6410"/>
                  </a:lnTo>
                  <a:lnTo>
                    <a:pt x="1875" y="6737"/>
                  </a:lnTo>
                  <a:lnTo>
                    <a:pt x="1614" y="7064"/>
                  </a:lnTo>
                  <a:lnTo>
                    <a:pt x="1112" y="7674"/>
                  </a:lnTo>
                  <a:lnTo>
                    <a:pt x="851" y="8001"/>
                  </a:lnTo>
                  <a:lnTo>
                    <a:pt x="633" y="8328"/>
                  </a:lnTo>
                  <a:lnTo>
                    <a:pt x="502" y="8546"/>
                  </a:lnTo>
                  <a:lnTo>
                    <a:pt x="393" y="8786"/>
                  </a:lnTo>
                  <a:lnTo>
                    <a:pt x="284" y="9004"/>
                  </a:lnTo>
                  <a:lnTo>
                    <a:pt x="197" y="9266"/>
                  </a:lnTo>
                  <a:lnTo>
                    <a:pt x="131" y="9506"/>
                  </a:lnTo>
                  <a:lnTo>
                    <a:pt x="66" y="9767"/>
                  </a:lnTo>
                  <a:lnTo>
                    <a:pt x="44" y="10007"/>
                  </a:lnTo>
                  <a:lnTo>
                    <a:pt x="22" y="10269"/>
                  </a:lnTo>
                  <a:lnTo>
                    <a:pt x="1" y="10530"/>
                  </a:lnTo>
                  <a:lnTo>
                    <a:pt x="22" y="10792"/>
                  </a:lnTo>
                  <a:lnTo>
                    <a:pt x="44" y="11054"/>
                  </a:lnTo>
                  <a:lnTo>
                    <a:pt x="66" y="11293"/>
                  </a:lnTo>
                  <a:lnTo>
                    <a:pt x="131" y="11555"/>
                  </a:lnTo>
                  <a:lnTo>
                    <a:pt x="197" y="11795"/>
                  </a:lnTo>
                  <a:lnTo>
                    <a:pt x="284" y="12035"/>
                  </a:lnTo>
                  <a:lnTo>
                    <a:pt x="393" y="12274"/>
                  </a:lnTo>
                  <a:lnTo>
                    <a:pt x="611" y="12710"/>
                  </a:lnTo>
                  <a:lnTo>
                    <a:pt x="851" y="13125"/>
                  </a:lnTo>
                  <a:lnTo>
                    <a:pt x="1069" y="13539"/>
                  </a:lnTo>
                  <a:lnTo>
                    <a:pt x="1178" y="13757"/>
                  </a:lnTo>
                  <a:lnTo>
                    <a:pt x="1265" y="13997"/>
                  </a:lnTo>
                  <a:lnTo>
                    <a:pt x="1330" y="14236"/>
                  </a:lnTo>
                  <a:lnTo>
                    <a:pt x="1374" y="14498"/>
                  </a:lnTo>
                  <a:lnTo>
                    <a:pt x="1439" y="14738"/>
                  </a:lnTo>
                  <a:lnTo>
                    <a:pt x="1548" y="14978"/>
                  </a:lnTo>
                  <a:lnTo>
                    <a:pt x="1701" y="15239"/>
                  </a:lnTo>
                  <a:lnTo>
                    <a:pt x="1875" y="15501"/>
                  </a:lnTo>
                  <a:lnTo>
                    <a:pt x="2050" y="15741"/>
                  </a:lnTo>
                  <a:lnTo>
                    <a:pt x="2137" y="15872"/>
                  </a:lnTo>
                  <a:lnTo>
                    <a:pt x="2202" y="16024"/>
                  </a:lnTo>
                  <a:lnTo>
                    <a:pt x="2224" y="16111"/>
                  </a:lnTo>
                  <a:lnTo>
                    <a:pt x="2246" y="16220"/>
                  </a:lnTo>
                  <a:lnTo>
                    <a:pt x="2246" y="16438"/>
                  </a:lnTo>
                  <a:lnTo>
                    <a:pt x="2246" y="16547"/>
                  </a:lnTo>
                  <a:lnTo>
                    <a:pt x="2202" y="16656"/>
                  </a:lnTo>
                  <a:lnTo>
                    <a:pt x="2159" y="16744"/>
                  </a:lnTo>
                  <a:lnTo>
                    <a:pt x="2115" y="16831"/>
                  </a:lnTo>
                  <a:lnTo>
                    <a:pt x="2311" y="16853"/>
                  </a:lnTo>
                  <a:lnTo>
                    <a:pt x="2595" y="16853"/>
                  </a:lnTo>
                  <a:lnTo>
                    <a:pt x="2856" y="16809"/>
                  </a:lnTo>
                  <a:lnTo>
                    <a:pt x="3118" y="16722"/>
                  </a:lnTo>
                  <a:lnTo>
                    <a:pt x="3358" y="16591"/>
                  </a:lnTo>
                  <a:lnTo>
                    <a:pt x="3489" y="16482"/>
                  </a:lnTo>
                  <a:lnTo>
                    <a:pt x="3619" y="16329"/>
                  </a:lnTo>
                  <a:lnTo>
                    <a:pt x="3750" y="16177"/>
                  </a:lnTo>
                  <a:lnTo>
                    <a:pt x="3837" y="16024"/>
                  </a:lnTo>
                  <a:lnTo>
                    <a:pt x="3925" y="15850"/>
                  </a:lnTo>
                  <a:lnTo>
                    <a:pt x="3990" y="15654"/>
                  </a:lnTo>
                  <a:lnTo>
                    <a:pt x="4034" y="15479"/>
                  </a:lnTo>
                  <a:lnTo>
                    <a:pt x="4077" y="15283"/>
                  </a:lnTo>
                  <a:lnTo>
                    <a:pt x="4121" y="14891"/>
                  </a:lnTo>
                  <a:lnTo>
                    <a:pt x="4143" y="14520"/>
                  </a:lnTo>
                  <a:lnTo>
                    <a:pt x="4143" y="13735"/>
                  </a:lnTo>
                  <a:lnTo>
                    <a:pt x="4143" y="13364"/>
                  </a:lnTo>
                  <a:lnTo>
                    <a:pt x="4186" y="12994"/>
                  </a:lnTo>
                  <a:lnTo>
                    <a:pt x="4230" y="12601"/>
                  </a:lnTo>
                  <a:lnTo>
                    <a:pt x="4273" y="12231"/>
                  </a:lnTo>
                  <a:lnTo>
                    <a:pt x="4426" y="11511"/>
                  </a:lnTo>
                  <a:lnTo>
                    <a:pt x="4622" y="10770"/>
                  </a:lnTo>
                  <a:lnTo>
                    <a:pt x="4862" y="10051"/>
                  </a:lnTo>
                  <a:lnTo>
                    <a:pt x="5124" y="9331"/>
                  </a:lnTo>
                  <a:lnTo>
                    <a:pt x="5669" y="7892"/>
                  </a:lnTo>
                  <a:lnTo>
                    <a:pt x="6236" y="6454"/>
                  </a:lnTo>
                  <a:lnTo>
                    <a:pt x="6475" y="5734"/>
                  </a:lnTo>
                  <a:lnTo>
                    <a:pt x="6693" y="5015"/>
                  </a:lnTo>
                  <a:lnTo>
                    <a:pt x="6890" y="4273"/>
                  </a:lnTo>
                  <a:lnTo>
                    <a:pt x="7042" y="3554"/>
                  </a:lnTo>
                  <a:lnTo>
                    <a:pt x="7086" y="3162"/>
                  </a:lnTo>
                  <a:lnTo>
                    <a:pt x="7129" y="2791"/>
                  </a:lnTo>
                  <a:lnTo>
                    <a:pt x="7151" y="2420"/>
                  </a:lnTo>
                  <a:lnTo>
                    <a:pt x="7151" y="2050"/>
                  </a:lnTo>
                  <a:lnTo>
                    <a:pt x="7129" y="1570"/>
                  </a:lnTo>
                  <a:lnTo>
                    <a:pt x="7086" y="1352"/>
                  </a:lnTo>
                  <a:lnTo>
                    <a:pt x="7042" y="1112"/>
                  </a:lnTo>
                  <a:lnTo>
                    <a:pt x="6977" y="894"/>
                  </a:lnTo>
                  <a:lnTo>
                    <a:pt x="6890" y="676"/>
                  </a:lnTo>
                  <a:lnTo>
                    <a:pt x="6759" y="480"/>
                  </a:lnTo>
                  <a:lnTo>
                    <a:pt x="6606" y="306"/>
                  </a:lnTo>
                  <a:lnTo>
                    <a:pt x="6497" y="219"/>
                  </a:lnTo>
                  <a:lnTo>
                    <a:pt x="6388" y="131"/>
                  </a:lnTo>
                  <a:lnTo>
                    <a:pt x="6257" y="66"/>
                  </a:lnTo>
                  <a:lnTo>
                    <a:pt x="6127"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4" name="Google Shape;11604;p80"/>
            <p:cNvSpPr/>
            <p:nvPr/>
          </p:nvSpPr>
          <p:spPr>
            <a:xfrm rot="-947327">
              <a:off x="5789719" y="3764475"/>
              <a:ext cx="16375" cy="21826"/>
            </a:xfrm>
            <a:custGeom>
              <a:rect b="b" l="l" r="r" t="t"/>
              <a:pathLst>
                <a:path extrusionOk="0" h="873" w="655">
                  <a:moveTo>
                    <a:pt x="240" y="0"/>
                  </a:moveTo>
                  <a:lnTo>
                    <a:pt x="153" y="22"/>
                  </a:lnTo>
                  <a:lnTo>
                    <a:pt x="65" y="88"/>
                  </a:lnTo>
                  <a:lnTo>
                    <a:pt x="22" y="153"/>
                  </a:lnTo>
                  <a:lnTo>
                    <a:pt x="0" y="262"/>
                  </a:lnTo>
                  <a:lnTo>
                    <a:pt x="22" y="349"/>
                  </a:lnTo>
                  <a:lnTo>
                    <a:pt x="174" y="720"/>
                  </a:lnTo>
                  <a:lnTo>
                    <a:pt x="218" y="785"/>
                  </a:lnTo>
                  <a:lnTo>
                    <a:pt x="305" y="851"/>
                  </a:lnTo>
                  <a:lnTo>
                    <a:pt x="414" y="872"/>
                  </a:lnTo>
                  <a:lnTo>
                    <a:pt x="501" y="851"/>
                  </a:lnTo>
                  <a:lnTo>
                    <a:pt x="589" y="785"/>
                  </a:lnTo>
                  <a:lnTo>
                    <a:pt x="632" y="698"/>
                  </a:lnTo>
                  <a:lnTo>
                    <a:pt x="654" y="611"/>
                  </a:lnTo>
                  <a:lnTo>
                    <a:pt x="632" y="524"/>
                  </a:lnTo>
                  <a:lnTo>
                    <a:pt x="480" y="153"/>
                  </a:lnTo>
                  <a:lnTo>
                    <a:pt x="414" y="66"/>
                  </a:lnTo>
                  <a:lnTo>
                    <a:pt x="327" y="22"/>
                  </a:lnTo>
                  <a:lnTo>
                    <a:pt x="240"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5" name="Google Shape;11605;p80"/>
            <p:cNvSpPr/>
            <p:nvPr/>
          </p:nvSpPr>
          <p:spPr>
            <a:xfrm rot="-947327">
              <a:off x="5785499" y="3705591"/>
              <a:ext cx="25626" cy="28351"/>
            </a:xfrm>
            <a:custGeom>
              <a:rect b="b" l="l" r="r" t="t"/>
              <a:pathLst>
                <a:path extrusionOk="0" h="1134" w="1025">
                  <a:moveTo>
                    <a:pt x="436" y="0"/>
                  </a:moveTo>
                  <a:lnTo>
                    <a:pt x="327" y="22"/>
                  </a:lnTo>
                  <a:lnTo>
                    <a:pt x="196" y="87"/>
                  </a:lnTo>
                  <a:lnTo>
                    <a:pt x="109" y="196"/>
                  </a:lnTo>
                  <a:lnTo>
                    <a:pt x="44" y="305"/>
                  </a:lnTo>
                  <a:lnTo>
                    <a:pt x="22" y="436"/>
                  </a:lnTo>
                  <a:lnTo>
                    <a:pt x="0" y="589"/>
                  </a:lnTo>
                  <a:lnTo>
                    <a:pt x="0" y="676"/>
                  </a:lnTo>
                  <a:lnTo>
                    <a:pt x="22" y="785"/>
                  </a:lnTo>
                  <a:lnTo>
                    <a:pt x="65" y="872"/>
                  </a:lnTo>
                  <a:lnTo>
                    <a:pt x="109" y="959"/>
                  </a:lnTo>
                  <a:lnTo>
                    <a:pt x="174" y="1025"/>
                  </a:lnTo>
                  <a:lnTo>
                    <a:pt x="262" y="1068"/>
                  </a:lnTo>
                  <a:lnTo>
                    <a:pt x="349" y="1112"/>
                  </a:lnTo>
                  <a:lnTo>
                    <a:pt x="458" y="1134"/>
                  </a:lnTo>
                  <a:lnTo>
                    <a:pt x="567" y="1134"/>
                  </a:lnTo>
                  <a:lnTo>
                    <a:pt x="698" y="1090"/>
                  </a:lnTo>
                  <a:lnTo>
                    <a:pt x="807" y="1025"/>
                  </a:lnTo>
                  <a:lnTo>
                    <a:pt x="916" y="937"/>
                  </a:lnTo>
                  <a:lnTo>
                    <a:pt x="959" y="807"/>
                  </a:lnTo>
                  <a:lnTo>
                    <a:pt x="1003" y="698"/>
                  </a:lnTo>
                  <a:lnTo>
                    <a:pt x="1003" y="545"/>
                  </a:lnTo>
                  <a:lnTo>
                    <a:pt x="1025" y="436"/>
                  </a:lnTo>
                  <a:lnTo>
                    <a:pt x="981" y="349"/>
                  </a:lnTo>
                  <a:lnTo>
                    <a:pt x="959" y="262"/>
                  </a:lnTo>
                  <a:lnTo>
                    <a:pt x="894" y="174"/>
                  </a:lnTo>
                  <a:lnTo>
                    <a:pt x="828" y="109"/>
                  </a:lnTo>
                  <a:lnTo>
                    <a:pt x="741" y="44"/>
                  </a:lnTo>
                  <a:lnTo>
                    <a:pt x="6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6" name="Google Shape;11606;p80"/>
            <p:cNvSpPr/>
            <p:nvPr/>
          </p:nvSpPr>
          <p:spPr>
            <a:xfrm rot="-947327">
              <a:off x="5724199" y="3720582"/>
              <a:ext cx="25651" cy="25651"/>
            </a:xfrm>
            <a:custGeom>
              <a:rect b="b" l="l" r="r" t="t"/>
              <a:pathLst>
                <a:path extrusionOk="0" h="1026" w="1026">
                  <a:moveTo>
                    <a:pt x="459" y="1"/>
                  </a:moveTo>
                  <a:lnTo>
                    <a:pt x="350" y="23"/>
                  </a:lnTo>
                  <a:lnTo>
                    <a:pt x="263" y="44"/>
                  </a:lnTo>
                  <a:lnTo>
                    <a:pt x="175" y="110"/>
                  </a:lnTo>
                  <a:lnTo>
                    <a:pt x="88" y="197"/>
                  </a:lnTo>
                  <a:lnTo>
                    <a:pt x="23" y="328"/>
                  </a:lnTo>
                  <a:lnTo>
                    <a:pt x="1" y="437"/>
                  </a:lnTo>
                  <a:lnTo>
                    <a:pt x="1" y="568"/>
                  </a:lnTo>
                  <a:lnTo>
                    <a:pt x="45" y="698"/>
                  </a:lnTo>
                  <a:lnTo>
                    <a:pt x="110" y="807"/>
                  </a:lnTo>
                  <a:lnTo>
                    <a:pt x="132" y="851"/>
                  </a:lnTo>
                  <a:lnTo>
                    <a:pt x="197" y="916"/>
                  </a:lnTo>
                  <a:lnTo>
                    <a:pt x="284" y="960"/>
                  </a:lnTo>
                  <a:lnTo>
                    <a:pt x="372" y="1004"/>
                  </a:lnTo>
                  <a:lnTo>
                    <a:pt x="481" y="1025"/>
                  </a:lnTo>
                  <a:lnTo>
                    <a:pt x="568" y="1025"/>
                  </a:lnTo>
                  <a:lnTo>
                    <a:pt x="655" y="1004"/>
                  </a:lnTo>
                  <a:lnTo>
                    <a:pt x="764" y="982"/>
                  </a:lnTo>
                  <a:lnTo>
                    <a:pt x="829" y="916"/>
                  </a:lnTo>
                  <a:lnTo>
                    <a:pt x="938" y="829"/>
                  </a:lnTo>
                  <a:lnTo>
                    <a:pt x="982" y="698"/>
                  </a:lnTo>
                  <a:lnTo>
                    <a:pt x="1026" y="589"/>
                  </a:lnTo>
                  <a:lnTo>
                    <a:pt x="1026" y="459"/>
                  </a:lnTo>
                  <a:lnTo>
                    <a:pt x="982" y="328"/>
                  </a:lnTo>
                  <a:lnTo>
                    <a:pt x="917" y="219"/>
                  </a:lnTo>
                  <a:lnTo>
                    <a:pt x="873" y="175"/>
                  </a:lnTo>
                  <a:lnTo>
                    <a:pt x="808" y="110"/>
                  </a:lnTo>
                  <a:lnTo>
                    <a:pt x="720" y="66"/>
                  </a:lnTo>
                  <a:lnTo>
                    <a:pt x="633" y="23"/>
                  </a:lnTo>
                  <a:lnTo>
                    <a:pt x="54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7" name="Google Shape;11607;p80"/>
            <p:cNvSpPr/>
            <p:nvPr/>
          </p:nvSpPr>
          <p:spPr>
            <a:xfrm rot="-947327">
              <a:off x="5730503" y="3761301"/>
              <a:ext cx="12550" cy="18551"/>
            </a:xfrm>
            <a:custGeom>
              <a:rect b="b" l="l" r="r" t="t"/>
              <a:pathLst>
                <a:path extrusionOk="0" h="742" w="502">
                  <a:moveTo>
                    <a:pt x="218" y="1"/>
                  </a:moveTo>
                  <a:lnTo>
                    <a:pt x="153" y="22"/>
                  </a:lnTo>
                  <a:lnTo>
                    <a:pt x="109" y="44"/>
                  </a:lnTo>
                  <a:lnTo>
                    <a:pt x="44" y="110"/>
                  </a:lnTo>
                  <a:lnTo>
                    <a:pt x="22" y="153"/>
                  </a:lnTo>
                  <a:lnTo>
                    <a:pt x="0" y="219"/>
                  </a:lnTo>
                  <a:lnTo>
                    <a:pt x="22" y="480"/>
                  </a:lnTo>
                  <a:lnTo>
                    <a:pt x="22" y="567"/>
                  </a:lnTo>
                  <a:lnTo>
                    <a:pt x="44" y="611"/>
                  </a:lnTo>
                  <a:lnTo>
                    <a:pt x="66" y="655"/>
                  </a:lnTo>
                  <a:lnTo>
                    <a:pt x="109" y="698"/>
                  </a:lnTo>
                  <a:lnTo>
                    <a:pt x="153" y="720"/>
                  </a:lnTo>
                  <a:lnTo>
                    <a:pt x="240" y="742"/>
                  </a:lnTo>
                  <a:lnTo>
                    <a:pt x="306" y="742"/>
                  </a:lnTo>
                  <a:lnTo>
                    <a:pt x="371" y="720"/>
                  </a:lnTo>
                  <a:lnTo>
                    <a:pt x="415" y="698"/>
                  </a:lnTo>
                  <a:lnTo>
                    <a:pt x="458" y="655"/>
                  </a:lnTo>
                  <a:lnTo>
                    <a:pt x="502" y="589"/>
                  </a:lnTo>
                  <a:lnTo>
                    <a:pt x="502" y="524"/>
                  </a:lnTo>
                  <a:lnTo>
                    <a:pt x="502" y="284"/>
                  </a:lnTo>
                  <a:lnTo>
                    <a:pt x="502" y="175"/>
                  </a:lnTo>
                  <a:lnTo>
                    <a:pt x="458" y="88"/>
                  </a:lnTo>
                  <a:lnTo>
                    <a:pt x="415" y="66"/>
                  </a:lnTo>
                  <a:lnTo>
                    <a:pt x="371" y="22"/>
                  </a:lnTo>
                  <a:lnTo>
                    <a:pt x="28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8" name="Google Shape;11608;p80"/>
            <p:cNvSpPr/>
            <p:nvPr/>
          </p:nvSpPr>
          <p:spPr>
            <a:xfrm rot="-947327">
              <a:off x="5770743" y="3655723"/>
              <a:ext cx="13650" cy="17476"/>
            </a:xfrm>
            <a:custGeom>
              <a:rect b="b" l="l" r="r" t="t"/>
              <a:pathLst>
                <a:path extrusionOk="0" h="699" w="546">
                  <a:moveTo>
                    <a:pt x="262" y="1"/>
                  </a:moveTo>
                  <a:lnTo>
                    <a:pt x="219" y="22"/>
                  </a:lnTo>
                  <a:lnTo>
                    <a:pt x="153" y="66"/>
                  </a:lnTo>
                  <a:lnTo>
                    <a:pt x="110" y="110"/>
                  </a:lnTo>
                  <a:lnTo>
                    <a:pt x="66" y="175"/>
                  </a:lnTo>
                  <a:lnTo>
                    <a:pt x="22" y="349"/>
                  </a:lnTo>
                  <a:lnTo>
                    <a:pt x="1" y="437"/>
                  </a:lnTo>
                  <a:lnTo>
                    <a:pt x="22" y="546"/>
                  </a:lnTo>
                  <a:lnTo>
                    <a:pt x="44" y="589"/>
                  </a:lnTo>
                  <a:lnTo>
                    <a:pt x="88" y="611"/>
                  </a:lnTo>
                  <a:lnTo>
                    <a:pt x="175" y="676"/>
                  </a:lnTo>
                  <a:lnTo>
                    <a:pt x="240" y="698"/>
                  </a:lnTo>
                  <a:lnTo>
                    <a:pt x="306" y="676"/>
                  </a:lnTo>
                  <a:lnTo>
                    <a:pt x="349" y="676"/>
                  </a:lnTo>
                  <a:lnTo>
                    <a:pt x="415" y="633"/>
                  </a:lnTo>
                  <a:lnTo>
                    <a:pt x="458" y="589"/>
                  </a:lnTo>
                  <a:lnTo>
                    <a:pt x="480" y="524"/>
                  </a:lnTo>
                  <a:lnTo>
                    <a:pt x="546" y="349"/>
                  </a:lnTo>
                  <a:lnTo>
                    <a:pt x="546" y="240"/>
                  </a:lnTo>
                  <a:lnTo>
                    <a:pt x="546" y="153"/>
                  </a:lnTo>
                  <a:lnTo>
                    <a:pt x="502" y="110"/>
                  </a:lnTo>
                  <a:lnTo>
                    <a:pt x="480" y="66"/>
                  </a:lnTo>
                  <a:lnTo>
                    <a:pt x="393" y="22"/>
                  </a:lnTo>
                  <a:lnTo>
                    <a:pt x="32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9" name="Google Shape;11609;p80"/>
            <p:cNvSpPr/>
            <p:nvPr/>
          </p:nvSpPr>
          <p:spPr>
            <a:xfrm rot="-947327">
              <a:off x="5821382" y="3608200"/>
              <a:ext cx="25651" cy="28376"/>
            </a:xfrm>
            <a:custGeom>
              <a:rect b="b" l="l" r="r" t="t"/>
              <a:pathLst>
                <a:path extrusionOk="0" h="1135" w="1026">
                  <a:moveTo>
                    <a:pt x="459" y="1"/>
                  </a:moveTo>
                  <a:lnTo>
                    <a:pt x="328" y="44"/>
                  </a:lnTo>
                  <a:lnTo>
                    <a:pt x="219" y="110"/>
                  </a:lnTo>
                  <a:lnTo>
                    <a:pt x="132" y="219"/>
                  </a:lnTo>
                  <a:lnTo>
                    <a:pt x="66" y="328"/>
                  </a:lnTo>
                  <a:lnTo>
                    <a:pt x="44" y="459"/>
                  </a:lnTo>
                  <a:lnTo>
                    <a:pt x="23" y="589"/>
                  </a:lnTo>
                  <a:lnTo>
                    <a:pt x="1" y="677"/>
                  </a:lnTo>
                  <a:lnTo>
                    <a:pt x="44" y="786"/>
                  </a:lnTo>
                  <a:lnTo>
                    <a:pt x="66" y="873"/>
                  </a:lnTo>
                  <a:lnTo>
                    <a:pt x="132" y="960"/>
                  </a:lnTo>
                  <a:lnTo>
                    <a:pt x="197" y="1025"/>
                  </a:lnTo>
                  <a:lnTo>
                    <a:pt x="284" y="1069"/>
                  </a:lnTo>
                  <a:lnTo>
                    <a:pt x="371" y="1113"/>
                  </a:lnTo>
                  <a:lnTo>
                    <a:pt x="459" y="1134"/>
                  </a:lnTo>
                  <a:lnTo>
                    <a:pt x="589" y="1134"/>
                  </a:lnTo>
                  <a:lnTo>
                    <a:pt x="698" y="1091"/>
                  </a:lnTo>
                  <a:lnTo>
                    <a:pt x="829" y="1025"/>
                  </a:lnTo>
                  <a:lnTo>
                    <a:pt x="916" y="938"/>
                  </a:lnTo>
                  <a:lnTo>
                    <a:pt x="982" y="807"/>
                  </a:lnTo>
                  <a:lnTo>
                    <a:pt x="1004" y="698"/>
                  </a:lnTo>
                  <a:lnTo>
                    <a:pt x="1025" y="546"/>
                  </a:lnTo>
                  <a:lnTo>
                    <a:pt x="1025" y="459"/>
                  </a:lnTo>
                  <a:lnTo>
                    <a:pt x="1004" y="371"/>
                  </a:lnTo>
                  <a:lnTo>
                    <a:pt x="982" y="262"/>
                  </a:lnTo>
                  <a:lnTo>
                    <a:pt x="916" y="197"/>
                  </a:lnTo>
                  <a:lnTo>
                    <a:pt x="851" y="110"/>
                  </a:lnTo>
                  <a:lnTo>
                    <a:pt x="764" y="66"/>
                  </a:lnTo>
                  <a:lnTo>
                    <a:pt x="677" y="23"/>
                  </a:lnTo>
                  <a:lnTo>
                    <a:pt x="58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0" name="Google Shape;11610;p80"/>
            <p:cNvSpPr/>
            <p:nvPr/>
          </p:nvSpPr>
          <p:spPr>
            <a:xfrm rot="-947327">
              <a:off x="5849789" y="3810202"/>
              <a:ext cx="12550" cy="15275"/>
            </a:xfrm>
            <a:custGeom>
              <a:rect b="b" l="l" r="r" t="t"/>
              <a:pathLst>
                <a:path extrusionOk="0" h="611" w="502">
                  <a:moveTo>
                    <a:pt x="218" y="0"/>
                  </a:moveTo>
                  <a:lnTo>
                    <a:pt x="153" y="22"/>
                  </a:lnTo>
                  <a:lnTo>
                    <a:pt x="87" y="66"/>
                  </a:lnTo>
                  <a:lnTo>
                    <a:pt x="44" y="109"/>
                  </a:lnTo>
                  <a:lnTo>
                    <a:pt x="22" y="175"/>
                  </a:lnTo>
                  <a:lnTo>
                    <a:pt x="0" y="218"/>
                  </a:lnTo>
                  <a:lnTo>
                    <a:pt x="0" y="284"/>
                  </a:lnTo>
                  <a:lnTo>
                    <a:pt x="0" y="393"/>
                  </a:lnTo>
                  <a:lnTo>
                    <a:pt x="44" y="502"/>
                  </a:lnTo>
                  <a:lnTo>
                    <a:pt x="65" y="524"/>
                  </a:lnTo>
                  <a:lnTo>
                    <a:pt x="109" y="567"/>
                  </a:lnTo>
                  <a:lnTo>
                    <a:pt x="196" y="611"/>
                  </a:lnTo>
                  <a:lnTo>
                    <a:pt x="283" y="611"/>
                  </a:lnTo>
                  <a:lnTo>
                    <a:pt x="349" y="589"/>
                  </a:lnTo>
                  <a:lnTo>
                    <a:pt x="414" y="567"/>
                  </a:lnTo>
                  <a:lnTo>
                    <a:pt x="458" y="502"/>
                  </a:lnTo>
                  <a:lnTo>
                    <a:pt x="480" y="458"/>
                  </a:lnTo>
                  <a:lnTo>
                    <a:pt x="501" y="393"/>
                  </a:lnTo>
                  <a:lnTo>
                    <a:pt x="501" y="327"/>
                  </a:lnTo>
                  <a:lnTo>
                    <a:pt x="501" y="218"/>
                  </a:lnTo>
                  <a:lnTo>
                    <a:pt x="458" y="131"/>
                  </a:lnTo>
                  <a:lnTo>
                    <a:pt x="436" y="88"/>
                  </a:lnTo>
                  <a:lnTo>
                    <a:pt x="392" y="44"/>
                  </a:lnTo>
                  <a:lnTo>
                    <a:pt x="305" y="22"/>
                  </a:lnTo>
                  <a:lnTo>
                    <a:pt x="21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1" name="Google Shape;11611;p80"/>
            <p:cNvSpPr/>
            <p:nvPr/>
          </p:nvSpPr>
          <p:spPr>
            <a:xfrm rot="-947327">
              <a:off x="5678321" y="3754935"/>
              <a:ext cx="13125" cy="14750"/>
            </a:xfrm>
            <a:custGeom>
              <a:rect b="b" l="l" r="r" t="t"/>
              <a:pathLst>
                <a:path extrusionOk="0" h="590" w="525">
                  <a:moveTo>
                    <a:pt x="219" y="1"/>
                  </a:moveTo>
                  <a:lnTo>
                    <a:pt x="153" y="23"/>
                  </a:lnTo>
                  <a:lnTo>
                    <a:pt x="110" y="66"/>
                  </a:lnTo>
                  <a:lnTo>
                    <a:pt x="44" y="110"/>
                  </a:lnTo>
                  <a:lnTo>
                    <a:pt x="23" y="153"/>
                  </a:lnTo>
                  <a:lnTo>
                    <a:pt x="1" y="219"/>
                  </a:lnTo>
                  <a:lnTo>
                    <a:pt x="1" y="284"/>
                  </a:lnTo>
                  <a:lnTo>
                    <a:pt x="23" y="393"/>
                  </a:lnTo>
                  <a:lnTo>
                    <a:pt x="66" y="481"/>
                  </a:lnTo>
                  <a:lnTo>
                    <a:pt x="88" y="524"/>
                  </a:lnTo>
                  <a:lnTo>
                    <a:pt x="132" y="546"/>
                  </a:lnTo>
                  <a:lnTo>
                    <a:pt x="219" y="590"/>
                  </a:lnTo>
                  <a:lnTo>
                    <a:pt x="306" y="590"/>
                  </a:lnTo>
                  <a:lnTo>
                    <a:pt x="371" y="568"/>
                  </a:lnTo>
                  <a:lnTo>
                    <a:pt x="437" y="546"/>
                  </a:lnTo>
                  <a:lnTo>
                    <a:pt x="480" y="502"/>
                  </a:lnTo>
                  <a:lnTo>
                    <a:pt x="502" y="437"/>
                  </a:lnTo>
                  <a:lnTo>
                    <a:pt x="524" y="371"/>
                  </a:lnTo>
                  <a:lnTo>
                    <a:pt x="524" y="306"/>
                  </a:lnTo>
                  <a:lnTo>
                    <a:pt x="502" y="219"/>
                  </a:lnTo>
                  <a:lnTo>
                    <a:pt x="459" y="132"/>
                  </a:lnTo>
                  <a:lnTo>
                    <a:pt x="437" y="88"/>
                  </a:lnTo>
                  <a:lnTo>
                    <a:pt x="393" y="44"/>
                  </a:lnTo>
                  <a:lnTo>
                    <a:pt x="30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2" name="Google Shape;11612;p80"/>
            <p:cNvSpPr/>
            <p:nvPr/>
          </p:nvSpPr>
          <p:spPr>
            <a:xfrm rot="-947327">
              <a:off x="5837564" y="3548097"/>
              <a:ext cx="25651" cy="26726"/>
            </a:xfrm>
            <a:custGeom>
              <a:rect b="b" l="l" r="r" t="t"/>
              <a:pathLst>
                <a:path extrusionOk="0" h="1069" w="1026">
                  <a:moveTo>
                    <a:pt x="459" y="0"/>
                  </a:moveTo>
                  <a:lnTo>
                    <a:pt x="328" y="44"/>
                  </a:lnTo>
                  <a:lnTo>
                    <a:pt x="219" y="109"/>
                  </a:lnTo>
                  <a:lnTo>
                    <a:pt x="132" y="196"/>
                  </a:lnTo>
                  <a:lnTo>
                    <a:pt x="66" y="305"/>
                  </a:lnTo>
                  <a:lnTo>
                    <a:pt x="23" y="414"/>
                  </a:lnTo>
                  <a:lnTo>
                    <a:pt x="1" y="502"/>
                  </a:lnTo>
                  <a:lnTo>
                    <a:pt x="1" y="589"/>
                  </a:lnTo>
                  <a:lnTo>
                    <a:pt x="1" y="676"/>
                  </a:lnTo>
                  <a:lnTo>
                    <a:pt x="23" y="785"/>
                  </a:lnTo>
                  <a:lnTo>
                    <a:pt x="66" y="872"/>
                  </a:lnTo>
                  <a:lnTo>
                    <a:pt x="154" y="938"/>
                  </a:lnTo>
                  <a:lnTo>
                    <a:pt x="219" y="1003"/>
                  </a:lnTo>
                  <a:lnTo>
                    <a:pt x="306" y="1047"/>
                  </a:lnTo>
                  <a:lnTo>
                    <a:pt x="437" y="1068"/>
                  </a:lnTo>
                  <a:lnTo>
                    <a:pt x="568" y="1068"/>
                  </a:lnTo>
                  <a:lnTo>
                    <a:pt x="677" y="1025"/>
                  </a:lnTo>
                  <a:lnTo>
                    <a:pt x="808" y="959"/>
                  </a:lnTo>
                  <a:lnTo>
                    <a:pt x="895" y="872"/>
                  </a:lnTo>
                  <a:lnTo>
                    <a:pt x="960" y="763"/>
                  </a:lnTo>
                  <a:lnTo>
                    <a:pt x="982" y="654"/>
                  </a:lnTo>
                  <a:lnTo>
                    <a:pt x="1026" y="567"/>
                  </a:lnTo>
                  <a:lnTo>
                    <a:pt x="1026" y="480"/>
                  </a:lnTo>
                  <a:lnTo>
                    <a:pt x="1004" y="393"/>
                  </a:lnTo>
                  <a:lnTo>
                    <a:pt x="982" y="284"/>
                  </a:lnTo>
                  <a:lnTo>
                    <a:pt x="938" y="196"/>
                  </a:lnTo>
                  <a:lnTo>
                    <a:pt x="873" y="131"/>
                  </a:lnTo>
                  <a:lnTo>
                    <a:pt x="786" y="66"/>
                  </a:lnTo>
                  <a:lnTo>
                    <a:pt x="699" y="22"/>
                  </a:lnTo>
                  <a:lnTo>
                    <a:pt x="56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3" name="Google Shape;11613;p80"/>
            <p:cNvSpPr/>
            <p:nvPr/>
          </p:nvSpPr>
          <p:spPr>
            <a:xfrm rot="-947327">
              <a:off x="5705012" y="3671673"/>
              <a:ext cx="25651" cy="27826"/>
            </a:xfrm>
            <a:custGeom>
              <a:rect b="b" l="l" r="r" t="t"/>
              <a:pathLst>
                <a:path extrusionOk="0" h="1113" w="1026">
                  <a:moveTo>
                    <a:pt x="459" y="1"/>
                  </a:moveTo>
                  <a:lnTo>
                    <a:pt x="350" y="45"/>
                  </a:lnTo>
                  <a:lnTo>
                    <a:pt x="219" y="110"/>
                  </a:lnTo>
                  <a:lnTo>
                    <a:pt x="132" y="197"/>
                  </a:lnTo>
                  <a:lnTo>
                    <a:pt x="88" y="328"/>
                  </a:lnTo>
                  <a:lnTo>
                    <a:pt x="23" y="437"/>
                  </a:lnTo>
                  <a:lnTo>
                    <a:pt x="1" y="524"/>
                  </a:lnTo>
                  <a:lnTo>
                    <a:pt x="1" y="633"/>
                  </a:lnTo>
                  <a:lnTo>
                    <a:pt x="1" y="720"/>
                  </a:lnTo>
                  <a:lnTo>
                    <a:pt x="45" y="808"/>
                  </a:lnTo>
                  <a:lnTo>
                    <a:pt x="88" y="895"/>
                  </a:lnTo>
                  <a:lnTo>
                    <a:pt x="154" y="982"/>
                  </a:lnTo>
                  <a:lnTo>
                    <a:pt x="241" y="1047"/>
                  </a:lnTo>
                  <a:lnTo>
                    <a:pt x="328" y="1091"/>
                  </a:lnTo>
                  <a:lnTo>
                    <a:pt x="437" y="1113"/>
                  </a:lnTo>
                  <a:lnTo>
                    <a:pt x="568" y="1113"/>
                  </a:lnTo>
                  <a:lnTo>
                    <a:pt x="699" y="1069"/>
                  </a:lnTo>
                  <a:lnTo>
                    <a:pt x="808" y="1004"/>
                  </a:lnTo>
                  <a:lnTo>
                    <a:pt x="895" y="917"/>
                  </a:lnTo>
                  <a:lnTo>
                    <a:pt x="960" y="786"/>
                  </a:lnTo>
                  <a:lnTo>
                    <a:pt x="1004" y="677"/>
                  </a:lnTo>
                  <a:lnTo>
                    <a:pt x="1026" y="568"/>
                  </a:lnTo>
                  <a:lnTo>
                    <a:pt x="1026" y="481"/>
                  </a:lnTo>
                  <a:lnTo>
                    <a:pt x="1026" y="393"/>
                  </a:lnTo>
                  <a:lnTo>
                    <a:pt x="1004" y="284"/>
                  </a:lnTo>
                  <a:lnTo>
                    <a:pt x="960" y="197"/>
                  </a:lnTo>
                  <a:lnTo>
                    <a:pt x="873" y="132"/>
                  </a:lnTo>
                  <a:lnTo>
                    <a:pt x="808" y="66"/>
                  </a:lnTo>
                  <a:lnTo>
                    <a:pt x="720" y="23"/>
                  </a:lnTo>
                  <a:lnTo>
                    <a:pt x="59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4" name="Google Shape;11614;p80"/>
            <p:cNvSpPr/>
            <p:nvPr/>
          </p:nvSpPr>
          <p:spPr>
            <a:xfrm rot="-947327">
              <a:off x="5828232" y="3663396"/>
              <a:ext cx="13100" cy="20176"/>
            </a:xfrm>
            <a:custGeom>
              <a:rect b="b" l="l" r="r" t="t"/>
              <a:pathLst>
                <a:path extrusionOk="0" h="807" w="524">
                  <a:moveTo>
                    <a:pt x="197" y="0"/>
                  </a:moveTo>
                  <a:lnTo>
                    <a:pt x="109" y="22"/>
                  </a:lnTo>
                  <a:lnTo>
                    <a:pt x="44" y="87"/>
                  </a:lnTo>
                  <a:lnTo>
                    <a:pt x="0" y="153"/>
                  </a:lnTo>
                  <a:lnTo>
                    <a:pt x="0" y="218"/>
                  </a:lnTo>
                  <a:lnTo>
                    <a:pt x="0" y="284"/>
                  </a:lnTo>
                  <a:lnTo>
                    <a:pt x="22" y="589"/>
                  </a:lnTo>
                  <a:lnTo>
                    <a:pt x="66" y="676"/>
                  </a:lnTo>
                  <a:lnTo>
                    <a:pt x="88" y="720"/>
                  </a:lnTo>
                  <a:lnTo>
                    <a:pt x="131" y="763"/>
                  </a:lnTo>
                  <a:lnTo>
                    <a:pt x="218" y="807"/>
                  </a:lnTo>
                  <a:lnTo>
                    <a:pt x="306" y="807"/>
                  </a:lnTo>
                  <a:lnTo>
                    <a:pt x="393" y="763"/>
                  </a:lnTo>
                  <a:lnTo>
                    <a:pt x="480" y="698"/>
                  </a:lnTo>
                  <a:lnTo>
                    <a:pt x="502" y="654"/>
                  </a:lnTo>
                  <a:lnTo>
                    <a:pt x="524" y="589"/>
                  </a:lnTo>
                  <a:lnTo>
                    <a:pt x="524" y="523"/>
                  </a:lnTo>
                  <a:lnTo>
                    <a:pt x="480" y="196"/>
                  </a:lnTo>
                  <a:lnTo>
                    <a:pt x="458" y="109"/>
                  </a:lnTo>
                  <a:lnTo>
                    <a:pt x="436" y="66"/>
                  </a:lnTo>
                  <a:lnTo>
                    <a:pt x="393" y="44"/>
                  </a:lnTo>
                  <a:lnTo>
                    <a:pt x="30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5" name="Google Shape;11615;p80"/>
            <p:cNvSpPr/>
            <p:nvPr/>
          </p:nvSpPr>
          <p:spPr>
            <a:xfrm rot="-947327">
              <a:off x="5758441" y="3790244"/>
              <a:ext cx="25651" cy="28376"/>
            </a:xfrm>
            <a:custGeom>
              <a:rect b="b" l="l" r="r" t="t"/>
              <a:pathLst>
                <a:path extrusionOk="0" h="1135" w="1026">
                  <a:moveTo>
                    <a:pt x="437" y="1"/>
                  </a:moveTo>
                  <a:lnTo>
                    <a:pt x="306" y="45"/>
                  </a:lnTo>
                  <a:lnTo>
                    <a:pt x="197" y="110"/>
                  </a:lnTo>
                  <a:lnTo>
                    <a:pt x="88" y="219"/>
                  </a:lnTo>
                  <a:lnTo>
                    <a:pt x="45" y="328"/>
                  </a:lnTo>
                  <a:lnTo>
                    <a:pt x="1" y="437"/>
                  </a:lnTo>
                  <a:lnTo>
                    <a:pt x="1" y="568"/>
                  </a:lnTo>
                  <a:lnTo>
                    <a:pt x="45" y="720"/>
                  </a:lnTo>
                  <a:lnTo>
                    <a:pt x="66" y="808"/>
                  </a:lnTo>
                  <a:lnTo>
                    <a:pt x="110" y="895"/>
                  </a:lnTo>
                  <a:lnTo>
                    <a:pt x="175" y="982"/>
                  </a:lnTo>
                  <a:lnTo>
                    <a:pt x="241" y="1047"/>
                  </a:lnTo>
                  <a:lnTo>
                    <a:pt x="328" y="1091"/>
                  </a:lnTo>
                  <a:lnTo>
                    <a:pt x="415" y="1135"/>
                  </a:lnTo>
                  <a:lnTo>
                    <a:pt x="611" y="1135"/>
                  </a:lnTo>
                  <a:lnTo>
                    <a:pt x="742" y="1091"/>
                  </a:lnTo>
                  <a:lnTo>
                    <a:pt x="851" y="1026"/>
                  </a:lnTo>
                  <a:lnTo>
                    <a:pt x="938" y="938"/>
                  </a:lnTo>
                  <a:lnTo>
                    <a:pt x="1004" y="829"/>
                  </a:lnTo>
                  <a:lnTo>
                    <a:pt x="1026" y="699"/>
                  </a:lnTo>
                  <a:lnTo>
                    <a:pt x="1026" y="568"/>
                  </a:lnTo>
                  <a:lnTo>
                    <a:pt x="1004" y="415"/>
                  </a:lnTo>
                  <a:lnTo>
                    <a:pt x="960" y="328"/>
                  </a:lnTo>
                  <a:lnTo>
                    <a:pt x="917" y="241"/>
                  </a:lnTo>
                  <a:lnTo>
                    <a:pt x="873" y="154"/>
                  </a:lnTo>
                  <a:lnTo>
                    <a:pt x="786" y="88"/>
                  </a:lnTo>
                  <a:lnTo>
                    <a:pt x="699" y="45"/>
                  </a:lnTo>
                  <a:lnTo>
                    <a:pt x="611" y="23"/>
                  </a:lnTo>
                  <a:lnTo>
                    <a:pt x="52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6" name="Google Shape;11616;p80"/>
            <p:cNvSpPr/>
            <p:nvPr/>
          </p:nvSpPr>
          <p:spPr>
            <a:xfrm rot="-947327">
              <a:off x="5692795" y="3528509"/>
              <a:ext cx="211506" cy="129754"/>
            </a:xfrm>
            <a:custGeom>
              <a:rect b="b" l="l" r="r" t="t"/>
              <a:pathLst>
                <a:path extrusionOk="0" h="5190" w="8460">
                  <a:moveTo>
                    <a:pt x="7870" y="1"/>
                  </a:moveTo>
                  <a:lnTo>
                    <a:pt x="7718" y="23"/>
                  </a:lnTo>
                  <a:lnTo>
                    <a:pt x="7543" y="66"/>
                  </a:lnTo>
                  <a:lnTo>
                    <a:pt x="7369" y="132"/>
                  </a:lnTo>
                  <a:lnTo>
                    <a:pt x="7064" y="284"/>
                  </a:lnTo>
                  <a:lnTo>
                    <a:pt x="6148" y="808"/>
                  </a:lnTo>
                  <a:lnTo>
                    <a:pt x="5276" y="1353"/>
                  </a:lnTo>
                  <a:lnTo>
                    <a:pt x="4382" y="1919"/>
                  </a:lnTo>
                  <a:lnTo>
                    <a:pt x="3532" y="2486"/>
                  </a:lnTo>
                  <a:lnTo>
                    <a:pt x="1788" y="3620"/>
                  </a:lnTo>
                  <a:lnTo>
                    <a:pt x="894" y="4187"/>
                  </a:lnTo>
                  <a:lnTo>
                    <a:pt x="0" y="4732"/>
                  </a:lnTo>
                  <a:lnTo>
                    <a:pt x="153" y="4710"/>
                  </a:lnTo>
                  <a:lnTo>
                    <a:pt x="197" y="4710"/>
                  </a:lnTo>
                  <a:lnTo>
                    <a:pt x="327" y="4732"/>
                  </a:lnTo>
                  <a:lnTo>
                    <a:pt x="415" y="4775"/>
                  </a:lnTo>
                  <a:lnTo>
                    <a:pt x="480" y="4841"/>
                  </a:lnTo>
                  <a:lnTo>
                    <a:pt x="567" y="4906"/>
                  </a:lnTo>
                  <a:lnTo>
                    <a:pt x="611" y="4993"/>
                  </a:lnTo>
                  <a:lnTo>
                    <a:pt x="633" y="5102"/>
                  </a:lnTo>
                  <a:lnTo>
                    <a:pt x="633" y="5190"/>
                  </a:lnTo>
                  <a:lnTo>
                    <a:pt x="1657" y="4557"/>
                  </a:lnTo>
                  <a:lnTo>
                    <a:pt x="2682" y="3947"/>
                  </a:lnTo>
                  <a:lnTo>
                    <a:pt x="3728" y="3358"/>
                  </a:lnTo>
                  <a:lnTo>
                    <a:pt x="4251" y="3075"/>
                  </a:lnTo>
                  <a:lnTo>
                    <a:pt x="4797" y="2813"/>
                  </a:lnTo>
                  <a:lnTo>
                    <a:pt x="6105" y="2225"/>
                  </a:lnTo>
                  <a:lnTo>
                    <a:pt x="6083" y="2181"/>
                  </a:lnTo>
                  <a:lnTo>
                    <a:pt x="6061" y="2072"/>
                  </a:lnTo>
                  <a:lnTo>
                    <a:pt x="6061" y="1985"/>
                  </a:lnTo>
                  <a:lnTo>
                    <a:pt x="6061" y="1898"/>
                  </a:lnTo>
                  <a:lnTo>
                    <a:pt x="6083" y="1810"/>
                  </a:lnTo>
                  <a:lnTo>
                    <a:pt x="6126" y="1701"/>
                  </a:lnTo>
                  <a:lnTo>
                    <a:pt x="6192" y="1592"/>
                  </a:lnTo>
                  <a:lnTo>
                    <a:pt x="6279" y="1505"/>
                  </a:lnTo>
                  <a:lnTo>
                    <a:pt x="6388" y="1440"/>
                  </a:lnTo>
                  <a:lnTo>
                    <a:pt x="6475" y="1396"/>
                  </a:lnTo>
                  <a:lnTo>
                    <a:pt x="6628" y="1396"/>
                  </a:lnTo>
                  <a:lnTo>
                    <a:pt x="6759" y="1418"/>
                  </a:lnTo>
                  <a:lnTo>
                    <a:pt x="6846" y="1462"/>
                  </a:lnTo>
                  <a:lnTo>
                    <a:pt x="6933" y="1527"/>
                  </a:lnTo>
                  <a:lnTo>
                    <a:pt x="6998" y="1592"/>
                  </a:lnTo>
                  <a:lnTo>
                    <a:pt x="7042" y="1680"/>
                  </a:lnTo>
                  <a:lnTo>
                    <a:pt x="7064" y="1723"/>
                  </a:lnTo>
                  <a:lnTo>
                    <a:pt x="7369" y="1527"/>
                  </a:lnTo>
                  <a:lnTo>
                    <a:pt x="7674" y="1309"/>
                  </a:lnTo>
                  <a:lnTo>
                    <a:pt x="7958" y="1047"/>
                  </a:lnTo>
                  <a:lnTo>
                    <a:pt x="8219" y="786"/>
                  </a:lnTo>
                  <a:lnTo>
                    <a:pt x="8197" y="699"/>
                  </a:lnTo>
                  <a:lnTo>
                    <a:pt x="8219" y="633"/>
                  </a:lnTo>
                  <a:lnTo>
                    <a:pt x="8219" y="568"/>
                  </a:lnTo>
                  <a:lnTo>
                    <a:pt x="8263" y="502"/>
                  </a:lnTo>
                  <a:lnTo>
                    <a:pt x="8306" y="459"/>
                  </a:lnTo>
                  <a:lnTo>
                    <a:pt x="8350" y="437"/>
                  </a:lnTo>
                  <a:lnTo>
                    <a:pt x="8415" y="415"/>
                  </a:lnTo>
                  <a:lnTo>
                    <a:pt x="8459" y="415"/>
                  </a:lnTo>
                  <a:lnTo>
                    <a:pt x="8459" y="350"/>
                  </a:lnTo>
                  <a:lnTo>
                    <a:pt x="8437" y="263"/>
                  </a:lnTo>
                  <a:lnTo>
                    <a:pt x="8394" y="197"/>
                  </a:lnTo>
                  <a:lnTo>
                    <a:pt x="8285" y="110"/>
                  </a:lnTo>
                  <a:lnTo>
                    <a:pt x="8154" y="45"/>
                  </a:lnTo>
                  <a:lnTo>
                    <a:pt x="8023" y="23"/>
                  </a:lnTo>
                  <a:lnTo>
                    <a:pt x="7870"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7" name="Google Shape;11617;p80"/>
            <p:cNvSpPr/>
            <p:nvPr/>
          </p:nvSpPr>
          <p:spPr>
            <a:xfrm rot="-947327">
              <a:off x="5692795" y="3528509"/>
              <a:ext cx="211506" cy="129754"/>
            </a:xfrm>
            <a:custGeom>
              <a:rect b="b" l="l" r="r" t="t"/>
              <a:pathLst>
                <a:path extrusionOk="0" fill="none" h="5190" w="8460">
                  <a:moveTo>
                    <a:pt x="7870" y="1"/>
                  </a:moveTo>
                  <a:lnTo>
                    <a:pt x="7870" y="1"/>
                  </a:lnTo>
                  <a:lnTo>
                    <a:pt x="7718" y="23"/>
                  </a:lnTo>
                  <a:lnTo>
                    <a:pt x="7718" y="23"/>
                  </a:lnTo>
                  <a:lnTo>
                    <a:pt x="7543" y="66"/>
                  </a:lnTo>
                  <a:lnTo>
                    <a:pt x="7369" y="132"/>
                  </a:lnTo>
                  <a:lnTo>
                    <a:pt x="7064" y="284"/>
                  </a:lnTo>
                  <a:lnTo>
                    <a:pt x="7064" y="284"/>
                  </a:lnTo>
                  <a:lnTo>
                    <a:pt x="6148" y="808"/>
                  </a:lnTo>
                  <a:lnTo>
                    <a:pt x="5276" y="1353"/>
                  </a:lnTo>
                  <a:lnTo>
                    <a:pt x="4382" y="1919"/>
                  </a:lnTo>
                  <a:lnTo>
                    <a:pt x="3532" y="2486"/>
                  </a:lnTo>
                  <a:lnTo>
                    <a:pt x="1788" y="3620"/>
                  </a:lnTo>
                  <a:lnTo>
                    <a:pt x="894" y="4187"/>
                  </a:lnTo>
                  <a:lnTo>
                    <a:pt x="0" y="4732"/>
                  </a:lnTo>
                  <a:lnTo>
                    <a:pt x="0" y="4732"/>
                  </a:lnTo>
                  <a:lnTo>
                    <a:pt x="153" y="4710"/>
                  </a:lnTo>
                  <a:lnTo>
                    <a:pt x="153" y="4710"/>
                  </a:lnTo>
                  <a:lnTo>
                    <a:pt x="197" y="4710"/>
                  </a:lnTo>
                  <a:lnTo>
                    <a:pt x="197" y="4710"/>
                  </a:lnTo>
                  <a:lnTo>
                    <a:pt x="327" y="4732"/>
                  </a:lnTo>
                  <a:lnTo>
                    <a:pt x="327" y="4732"/>
                  </a:lnTo>
                  <a:lnTo>
                    <a:pt x="415" y="4775"/>
                  </a:lnTo>
                  <a:lnTo>
                    <a:pt x="480" y="4841"/>
                  </a:lnTo>
                  <a:lnTo>
                    <a:pt x="480" y="4841"/>
                  </a:lnTo>
                  <a:lnTo>
                    <a:pt x="567" y="4906"/>
                  </a:lnTo>
                  <a:lnTo>
                    <a:pt x="611" y="4993"/>
                  </a:lnTo>
                  <a:lnTo>
                    <a:pt x="611" y="4993"/>
                  </a:lnTo>
                  <a:lnTo>
                    <a:pt x="633" y="5102"/>
                  </a:lnTo>
                  <a:lnTo>
                    <a:pt x="633" y="5190"/>
                  </a:lnTo>
                  <a:lnTo>
                    <a:pt x="633" y="5190"/>
                  </a:lnTo>
                  <a:lnTo>
                    <a:pt x="633" y="5190"/>
                  </a:lnTo>
                  <a:lnTo>
                    <a:pt x="633" y="5190"/>
                  </a:lnTo>
                  <a:lnTo>
                    <a:pt x="1657" y="4557"/>
                  </a:lnTo>
                  <a:lnTo>
                    <a:pt x="2682" y="3947"/>
                  </a:lnTo>
                  <a:lnTo>
                    <a:pt x="3728" y="3358"/>
                  </a:lnTo>
                  <a:lnTo>
                    <a:pt x="4251" y="3075"/>
                  </a:lnTo>
                  <a:lnTo>
                    <a:pt x="4797" y="2813"/>
                  </a:lnTo>
                  <a:lnTo>
                    <a:pt x="4797" y="2813"/>
                  </a:lnTo>
                  <a:lnTo>
                    <a:pt x="6105" y="2225"/>
                  </a:lnTo>
                  <a:lnTo>
                    <a:pt x="6105" y="2225"/>
                  </a:lnTo>
                  <a:lnTo>
                    <a:pt x="6083" y="2181"/>
                  </a:lnTo>
                  <a:lnTo>
                    <a:pt x="6083" y="2181"/>
                  </a:lnTo>
                  <a:lnTo>
                    <a:pt x="6061" y="2072"/>
                  </a:lnTo>
                  <a:lnTo>
                    <a:pt x="6061" y="1985"/>
                  </a:lnTo>
                  <a:lnTo>
                    <a:pt x="6061" y="1985"/>
                  </a:lnTo>
                  <a:lnTo>
                    <a:pt x="6061" y="1898"/>
                  </a:lnTo>
                  <a:lnTo>
                    <a:pt x="6083" y="1810"/>
                  </a:lnTo>
                  <a:lnTo>
                    <a:pt x="6126" y="1701"/>
                  </a:lnTo>
                  <a:lnTo>
                    <a:pt x="6126" y="1701"/>
                  </a:lnTo>
                  <a:lnTo>
                    <a:pt x="6192" y="1592"/>
                  </a:lnTo>
                  <a:lnTo>
                    <a:pt x="6279" y="1505"/>
                  </a:lnTo>
                  <a:lnTo>
                    <a:pt x="6279" y="1505"/>
                  </a:lnTo>
                  <a:lnTo>
                    <a:pt x="6388" y="1440"/>
                  </a:lnTo>
                  <a:lnTo>
                    <a:pt x="6388" y="1440"/>
                  </a:lnTo>
                  <a:lnTo>
                    <a:pt x="6475" y="1396"/>
                  </a:lnTo>
                  <a:lnTo>
                    <a:pt x="6584" y="1396"/>
                  </a:lnTo>
                  <a:lnTo>
                    <a:pt x="6584" y="1396"/>
                  </a:lnTo>
                  <a:lnTo>
                    <a:pt x="6628" y="1396"/>
                  </a:lnTo>
                  <a:lnTo>
                    <a:pt x="6628" y="1396"/>
                  </a:lnTo>
                  <a:lnTo>
                    <a:pt x="6759" y="1418"/>
                  </a:lnTo>
                  <a:lnTo>
                    <a:pt x="6759" y="1418"/>
                  </a:lnTo>
                  <a:lnTo>
                    <a:pt x="6846" y="1462"/>
                  </a:lnTo>
                  <a:lnTo>
                    <a:pt x="6933" y="1527"/>
                  </a:lnTo>
                  <a:lnTo>
                    <a:pt x="6933" y="1527"/>
                  </a:lnTo>
                  <a:lnTo>
                    <a:pt x="6998" y="1592"/>
                  </a:lnTo>
                  <a:lnTo>
                    <a:pt x="7042" y="1680"/>
                  </a:lnTo>
                  <a:lnTo>
                    <a:pt x="7042" y="1680"/>
                  </a:lnTo>
                  <a:lnTo>
                    <a:pt x="7064" y="1723"/>
                  </a:lnTo>
                  <a:lnTo>
                    <a:pt x="7064" y="1723"/>
                  </a:lnTo>
                  <a:lnTo>
                    <a:pt x="7369" y="1527"/>
                  </a:lnTo>
                  <a:lnTo>
                    <a:pt x="7674" y="1309"/>
                  </a:lnTo>
                  <a:lnTo>
                    <a:pt x="7958" y="1047"/>
                  </a:lnTo>
                  <a:lnTo>
                    <a:pt x="8219" y="786"/>
                  </a:lnTo>
                  <a:lnTo>
                    <a:pt x="8219" y="786"/>
                  </a:lnTo>
                  <a:lnTo>
                    <a:pt x="8219" y="786"/>
                  </a:lnTo>
                  <a:lnTo>
                    <a:pt x="8219" y="786"/>
                  </a:lnTo>
                  <a:lnTo>
                    <a:pt x="8197" y="699"/>
                  </a:lnTo>
                  <a:lnTo>
                    <a:pt x="8197" y="699"/>
                  </a:lnTo>
                  <a:lnTo>
                    <a:pt x="8219" y="633"/>
                  </a:lnTo>
                  <a:lnTo>
                    <a:pt x="8219" y="633"/>
                  </a:lnTo>
                  <a:lnTo>
                    <a:pt x="8219" y="568"/>
                  </a:lnTo>
                  <a:lnTo>
                    <a:pt x="8263" y="502"/>
                  </a:lnTo>
                  <a:lnTo>
                    <a:pt x="8263" y="502"/>
                  </a:lnTo>
                  <a:lnTo>
                    <a:pt x="8306" y="459"/>
                  </a:lnTo>
                  <a:lnTo>
                    <a:pt x="8306" y="459"/>
                  </a:lnTo>
                  <a:lnTo>
                    <a:pt x="8350" y="437"/>
                  </a:lnTo>
                  <a:lnTo>
                    <a:pt x="8415" y="415"/>
                  </a:lnTo>
                  <a:lnTo>
                    <a:pt x="8415" y="415"/>
                  </a:lnTo>
                  <a:lnTo>
                    <a:pt x="8459" y="415"/>
                  </a:lnTo>
                  <a:lnTo>
                    <a:pt x="8459" y="415"/>
                  </a:lnTo>
                  <a:lnTo>
                    <a:pt x="8459" y="350"/>
                  </a:lnTo>
                  <a:lnTo>
                    <a:pt x="8459" y="350"/>
                  </a:lnTo>
                  <a:lnTo>
                    <a:pt x="8437" y="263"/>
                  </a:lnTo>
                  <a:lnTo>
                    <a:pt x="8394" y="197"/>
                  </a:lnTo>
                  <a:lnTo>
                    <a:pt x="8394" y="197"/>
                  </a:lnTo>
                  <a:lnTo>
                    <a:pt x="8285" y="110"/>
                  </a:lnTo>
                  <a:lnTo>
                    <a:pt x="8154" y="45"/>
                  </a:lnTo>
                  <a:lnTo>
                    <a:pt x="8023" y="23"/>
                  </a:lnTo>
                  <a:lnTo>
                    <a:pt x="7870"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8" name="Google Shape;11618;p80"/>
            <p:cNvSpPr/>
            <p:nvPr/>
          </p:nvSpPr>
          <p:spPr>
            <a:xfrm rot="-947327">
              <a:off x="5836758" y="3548285"/>
              <a:ext cx="25101" cy="20726"/>
            </a:xfrm>
            <a:custGeom>
              <a:rect b="b" l="l" r="r" t="t"/>
              <a:pathLst>
                <a:path extrusionOk="0" h="829" w="1004">
                  <a:moveTo>
                    <a:pt x="415" y="0"/>
                  </a:moveTo>
                  <a:lnTo>
                    <a:pt x="328" y="44"/>
                  </a:lnTo>
                  <a:lnTo>
                    <a:pt x="219" y="109"/>
                  </a:lnTo>
                  <a:lnTo>
                    <a:pt x="132" y="196"/>
                  </a:lnTo>
                  <a:lnTo>
                    <a:pt x="66" y="305"/>
                  </a:lnTo>
                  <a:lnTo>
                    <a:pt x="23" y="414"/>
                  </a:lnTo>
                  <a:lnTo>
                    <a:pt x="1" y="502"/>
                  </a:lnTo>
                  <a:lnTo>
                    <a:pt x="1" y="589"/>
                  </a:lnTo>
                  <a:lnTo>
                    <a:pt x="1" y="676"/>
                  </a:lnTo>
                  <a:lnTo>
                    <a:pt x="23" y="785"/>
                  </a:lnTo>
                  <a:lnTo>
                    <a:pt x="45" y="829"/>
                  </a:lnTo>
                  <a:lnTo>
                    <a:pt x="524" y="589"/>
                  </a:lnTo>
                  <a:lnTo>
                    <a:pt x="1004" y="327"/>
                  </a:lnTo>
                  <a:lnTo>
                    <a:pt x="982" y="284"/>
                  </a:lnTo>
                  <a:lnTo>
                    <a:pt x="938" y="196"/>
                  </a:lnTo>
                  <a:lnTo>
                    <a:pt x="873" y="131"/>
                  </a:lnTo>
                  <a:lnTo>
                    <a:pt x="786" y="66"/>
                  </a:lnTo>
                  <a:lnTo>
                    <a:pt x="699" y="22"/>
                  </a:lnTo>
                  <a:lnTo>
                    <a:pt x="56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9" name="Google Shape;11619;p80"/>
            <p:cNvSpPr/>
            <p:nvPr/>
          </p:nvSpPr>
          <p:spPr>
            <a:xfrm rot="-947327">
              <a:off x="5836758" y="3548285"/>
              <a:ext cx="25101" cy="20726"/>
            </a:xfrm>
            <a:custGeom>
              <a:rect b="b" l="l" r="r" t="t"/>
              <a:pathLst>
                <a:path extrusionOk="0" fill="none" h="829" w="1004">
                  <a:moveTo>
                    <a:pt x="524" y="0"/>
                  </a:moveTo>
                  <a:lnTo>
                    <a:pt x="524" y="0"/>
                  </a:lnTo>
                  <a:lnTo>
                    <a:pt x="415" y="0"/>
                  </a:lnTo>
                  <a:lnTo>
                    <a:pt x="328" y="44"/>
                  </a:lnTo>
                  <a:lnTo>
                    <a:pt x="328" y="44"/>
                  </a:lnTo>
                  <a:lnTo>
                    <a:pt x="219" y="109"/>
                  </a:lnTo>
                  <a:lnTo>
                    <a:pt x="219" y="109"/>
                  </a:lnTo>
                  <a:lnTo>
                    <a:pt x="132" y="196"/>
                  </a:lnTo>
                  <a:lnTo>
                    <a:pt x="66" y="305"/>
                  </a:lnTo>
                  <a:lnTo>
                    <a:pt x="23" y="414"/>
                  </a:lnTo>
                  <a:lnTo>
                    <a:pt x="23" y="414"/>
                  </a:lnTo>
                  <a:lnTo>
                    <a:pt x="1" y="502"/>
                  </a:lnTo>
                  <a:lnTo>
                    <a:pt x="1" y="589"/>
                  </a:lnTo>
                  <a:lnTo>
                    <a:pt x="1" y="589"/>
                  </a:lnTo>
                  <a:lnTo>
                    <a:pt x="1" y="676"/>
                  </a:lnTo>
                  <a:lnTo>
                    <a:pt x="23" y="785"/>
                  </a:lnTo>
                  <a:lnTo>
                    <a:pt x="23" y="785"/>
                  </a:lnTo>
                  <a:lnTo>
                    <a:pt x="45" y="829"/>
                  </a:lnTo>
                  <a:lnTo>
                    <a:pt x="45" y="829"/>
                  </a:lnTo>
                  <a:lnTo>
                    <a:pt x="524" y="589"/>
                  </a:lnTo>
                  <a:lnTo>
                    <a:pt x="1004" y="327"/>
                  </a:lnTo>
                  <a:lnTo>
                    <a:pt x="1004" y="327"/>
                  </a:lnTo>
                  <a:lnTo>
                    <a:pt x="982" y="284"/>
                  </a:lnTo>
                  <a:lnTo>
                    <a:pt x="982" y="284"/>
                  </a:lnTo>
                  <a:lnTo>
                    <a:pt x="938" y="196"/>
                  </a:lnTo>
                  <a:lnTo>
                    <a:pt x="873" y="131"/>
                  </a:lnTo>
                  <a:lnTo>
                    <a:pt x="873" y="131"/>
                  </a:lnTo>
                  <a:lnTo>
                    <a:pt x="786" y="66"/>
                  </a:lnTo>
                  <a:lnTo>
                    <a:pt x="699" y="22"/>
                  </a:lnTo>
                  <a:lnTo>
                    <a:pt x="699" y="22"/>
                  </a:lnTo>
                  <a:lnTo>
                    <a:pt x="568" y="0"/>
                  </a:lnTo>
                  <a:lnTo>
                    <a:pt x="568" y="0"/>
                  </a:lnTo>
                  <a:lnTo>
                    <a:pt x="524" y="0"/>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0" name="Google Shape;11620;p80"/>
            <p:cNvSpPr/>
            <p:nvPr/>
          </p:nvSpPr>
          <p:spPr>
            <a:xfrm rot="-947327">
              <a:off x="5652060" y="3685161"/>
              <a:ext cx="63252" cy="49626"/>
            </a:xfrm>
            <a:custGeom>
              <a:rect b="b" l="l" r="r" t="t"/>
              <a:pathLst>
                <a:path extrusionOk="0" h="1985" w="2530">
                  <a:moveTo>
                    <a:pt x="2529" y="1"/>
                  </a:moveTo>
                  <a:lnTo>
                    <a:pt x="1744" y="437"/>
                  </a:lnTo>
                  <a:lnTo>
                    <a:pt x="959" y="851"/>
                  </a:lnTo>
                  <a:lnTo>
                    <a:pt x="567" y="1047"/>
                  </a:lnTo>
                  <a:lnTo>
                    <a:pt x="393" y="1156"/>
                  </a:lnTo>
                  <a:lnTo>
                    <a:pt x="218" y="1287"/>
                  </a:lnTo>
                  <a:lnTo>
                    <a:pt x="153" y="1352"/>
                  </a:lnTo>
                  <a:lnTo>
                    <a:pt x="87" y="1440"/>
                  </a:lnTo>
                  <a:lnTo>
                    <a:pt x="44" y="1527"/>
                  </a:lnTo>
                  <a:lnTo>
                    <a:pt x="0" y="1636"/>
                  </a:lnTo>
                  <a:lnTo>
                    <a:pt x="0" y="1723"/>
                  </a:lnTo>
                  <a:lnTo>
                    <a:pt x="22" y="1810"/>
                  </a:lnTo>
                  <a:lnTo>
                    <a:pt x="87" y="1897"/>
                  </a:lnTo>
                  <a:lnTo>
                    <a:pt x="196" y="1963"/>
                  </a:lnTo>
                  <a:lnTo>
                    <a:pt x="262" y="1985"/>
                  </a:lnTo>
                  <a:lnTo>
                    <a:pt x="414" y="1985"/>
                  </a:lnTo>
                  <a:lnTo>
                    <a:pt x="502" y="1941"/>
                  </a:lnTo>
                  <a:lnTo>
                    <a:pt x="698" y="1832"/>
                  </a:lnTo>
                  <a:lnTo>
                    <a:pt x="1614" y="1374"/>
                  </a:lnTo>
                  <a:lnTo>
                    <a:pt x="2507" y="873"/>
                  </a:lnTo>
                  <a:lnTo>
                    <a:pt x="2486" y="851"/>
                  </a:lnTo>
                  <a:lnTo>
                    <a:pt x="2420" y="764"/>
                  </a:lnTo>
                  <a:lnTo>
                    <a:pt x="2377" y="677"/>
                  </a:lnTo>
                  <a:lnTo>
                    <a:pt x="2333" y="589"/>
                  </a:lnTo>
                  <a:lnTo>
                    <a:pt x="2333" y="502"/>
                  </a:lnTo>
                  <a:lnTo>
                    <a:pt x="2333" y="393"/>
                  </a:lnTo>
                  <a:lnTo>
                    <a:pt x="2355" y="306"/>
                  </a:lnTo>
                  <a:lnTo>
                    <a:pt x="2420" y="197"/>
                  </a:lnTo>
                  <a:lnTo>
                    <a:pt x="2464" y="88"/>
                  </a:lnTo>
                  <a:lnTo>
                    <a:pt x="2529"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1" name="Google Shape;11621;p80"/>
            <p:cNvSpPr/>
            <p:nvPr/>
          </p:nvSpPr>
          <p:spPr>
            <a:xfrm rot="-947327">
              <a:off x="5652060" y="3685161"/>
              <a:ext cx="63252" cy="49626"/>
            </a:xfrm>
            <a:custGeom>
              <a:rect b="b" l="l" r="r" t="t"/>
              <a:pathLst>
                <a:path extrusionOk="0" fill="none" h="1985" w="2530">
                  <a:moveTo>
                    <a:pt x="2529" y="1"/>
                  </a:moveTo>
                  <a:lnTo>
                    <a:pt x="2529" y="1"/>
                  </a:lnTo>
                  <a:lnTo>
                    <a:pt x="1744" y="437"/>
                  </a:lnTo>
                  <a:lnTo>
                    <a:pt x="959" y="851"/>
                  </a:lnTo>
                  <a:lnTo>
                    <a:pt x="959" y="851"/>
                  </a:lnTo>
                  <a:lnTo>
                    <a:pt x="567" y="1047"/>
                  </a:lnTo>
                  <a:lnTo>
                    <a:pt x="393" y="1156"/>
                  </a:lnTo>
                  <a:lnTo>
                    <a:pt x="218" y="1287"/>
                  </a:lnTo>
                  <a:lnTo>
                    <a:pt x="218" y="1287"/>
                  </a:lnTo>
                  <a:lnTo>
                    <a:pt x="153" y="1352"/>
                  </a:lnTo>
                  <a:lnTo>
                    <a:pt x="87" y="1440"/>
                  </a:lnTo>
                  <a:lnTo>
                    <a:pt x="44" y="1527"/>
                  </a:lnTo>
                  <a:lnTo>
                    <a:pt x="0" y="1636"/>
                  </a:lnTo>
                  <a:lnTo>
                    <a:pt x="0" y="1723"/>
                  </a:lnTo>
                  <a:lnTo>
                    <a:pt x="22" y="1810"/>
                  </a:lnTo>
                  <a:lnTo>
                    <a:pt x="87" y="1897"/>
                  </a:lnTo>
                  <a:lnTo>
                    <a:pt x="196" y="1963"/>
                  </a:lnTo>
                  <a:lnTo>
                    <a:pt x="196" y="1963"/>
                  </a:lnTo>
                  <a:lnTo>
                    <a:pt x="262" y="1985"/>
                  </a:lnTo>
                  <a:lnTo>
                    <a:pt x="327" y="1985"/>
                  </a:lnTo>
                  <a:lnTo>
                    <a:pt x="327" y="1985"/>
                  </a:lnTo>
                  <a:lnTo>
                    <a:pt x="414" y="1985"/>
                  </a:lnTo>
                  <a:lnTo>
                    <a:pt x="502" y="1941"/>
                  </a:lnTo>
                  <a:lnTo>
                    <a:pt x="698" y="1832"/>
                  </a:lnTo>
                  <a:lnTo>
                    <a:pt x="698" y="1832"/>
                  </a:lnTo>
                  <a:lnTo>
                    <a:pt x="1614" y="1374"/>
                  </a:lnTo>
                  <a:lnTo>
                    <a:pt x="2507" y="873"/>
                  </a:lnTo>
                  <a:lnTo>
                    <a:pt x="2507" y="873"/>
                  </a:lnTo>
                  <a:lnTo>
                    <a:pt x="2486" y="851"/>
                  </a:lnTo>
                  <a:lnTo>
                    <a:pt x="2486" y="851"/>
                  </a:lnTo>
                  <a:lnTo>
                    <a:pt x="2420" y="764"/>
                  </a:lnTo>
                  <a:lnTo>
                    <a:pt x="2377" y="677"/>
                  </a:lnTo>
                  <a:lnTo>
                    <a:pt x="2377" y="677"/>
                  </a:lnTo>
                  <a:lnTo>
                    <a:pt x="2333" y="589"/>
                  </a:lnTo>
                  <a:lnTo>
                    <a:pt x="2333" y="502"/>
                  </a:lnTo>
                  <a:lnTo>
                    <a:pt x="2333" y="502"/>
                  </a:lnTo>
                  <a:lnTo>
                    <a:pt x="2333" y="393"/>
                  </a:lnTo>
                  <a:lnTo>
                    <a:pt x="2355" y="306"/>
                  </a:lnTo>
                  <a:lnTo>
                    <a:pt x="2355" y="306"/>
                  </a:lnTo>
                  <a:lnTo>
                    <a:pt x="2420" y="197"/>
                  </a:lnTo>
                  <a:lnTo>
                    <a:pt x="2420" y="197"/>
                  </a:lnTo>
                  <a:lnTo>
                    <a:pt x="2464" y="88"/>
                  </a:lnTo>
                  <a:lnTo>
                    <a:pt x="2529"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2" name="Google Shape;11622;p80"/>
            <p:cNvSpPr/>
            <p:nvPr/>
          </p:nvSpPr>
          <p:spPr>
            <a:xfrm rot="-947327">
              <a:off x="5704642" y="3671725"/>
              <a:ext cx="25651" cy="25101"/>
            </a:xfrm>
            <a:custGeom>
              <a:rect b="b" l="l" r="r" t="t"/>
              <a:pathLst>
                <a:path extrusionOk="0" h="1004" w="1026">
                  <a:moveTo>
                    <a:pt x="546" y="1"/>
                  </a:moveTo>
                  <a:lnTo>
                    <a:pt x="393" y="23"/>
                  </a:lnTo>
                  <a:lnTo>
                    <a:pt x="197" y="132"/>
                  </a:lnTo>
                  <a:lnTo>
                    <a:pt x="132" y="219"/>
                  </a:lnTo>
                  <a:lnTo>
                    <a:pt x="88" y="328"/>
                  </a:lnTo>
                  <a:lnTo>
                    <a:pt x="23" y="437"/>
                  </a:lnTo>
                  <a:lnTo>
                    <a:pt x="1" y="524"/>
                  </a:lnTo>
                  <a:lnTo>
                    <a:pt x="1" y="633"/>
                  </a:lnTo>
                  <a:lnTo>
                    <a:pt x="1" y="720"/>
                  </a:lnTo>
                  <a:lnTo>
                    <a:pt x="45" y="808"/>
                  </a:lnTo>
                  <a:lnTo>
                    <a:pt x="88" y="895"/>
                  </a:lnTo>
                  <a:lnTo>
                    <a:pt x="154" y="982"/>
                  </a:lnTo>
                  <a:lnTo>
                    <a:pt x="175" y="1004"/>
                  </a:lnTo>
                  <a:lnTo>
                    <a:pt x="1026" y="481"/>
                  </a:lnTo>
                  <a:lnTo>
                    <a:pt x="1026" y="393"/>
                  </a:lnTo>
                  <a:lnTo>
                    <a:pt x="1004" y="284"/>
                  </a:lnTo>
                  <a:lnTo>
                    <a:pt x="960" y="197"/>
                  </a:lnTo>
                  <a:lnTo>
                    <a:pt x="873" y="132"/>
                  </a:lnTo>
                  <a:lnTo>
                    <a:pt x="808" y="66"/>
                  </a:lnTo>
                  <a:lnTo>
                    <a:pt x="720" y="23"/>
                  </a:lnTo>
                  <a:lnTo>
                    <a:pt x="59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3" name="Google Shape;11623;p80"/>
            <p:cNvSpPr/>
            <p:nvPr/>
          </p:nvSpPr>
          <p:spPr>
            <a:xfrm rot="-947327">
              <a:off x="5704642" y="3671725"/>
              <a:ext cx="25651" cy="25101"/>
            </a:xfrm>
            <a:custGeom>
              <a:rect b="b" l="l" r="r" t="t"/>
              <a:pathLst>
                <a:path extrusionOk="0" fill="none" h="1004" w="1026">
                  <a:moveTo>
                    <a:pt x="546" y="1"/>
                  </a:moveTo>
                  <a:lnTo>
                    <a:pt x="546" y="1"/>
                  </a:lnTo>
                  <a:lnTo>
                    <a:pt x="393" y="23"/>
                  </a:lnTo>
                  <a:lnTo>
                    <a:pt x="393" y="23"/>
                  </a:lnTo>
                  <a:lnTo>
                    <a:pt x="197" y="132"/>
                  </a:lnTo>
                  <a:lnTo>
                    <a:pt x="197" y="132"/>
                  </a:lnTo>
                  <a:lnTo>
                    <a:pt x="132" y="219"/>
                  </a:lnTo>
                  <a:lnTo>
                    <a:pt x="88" y="328"/>
                  </a:lnTo>
                  <a:lnTo>
                    <a:pt x="88" y="328"/>
                  </a:lnTo>
                  <a:lnTo>
                    <a:pt x="23" y="437"/>
                  </a:lnTo>
                  <a:lnTo>
                    <a:pt x="23" y="437"/>
                  </a:lnTo>
                  <a:lnTo>
                    <a:pt x="1" y="524"/>
                  </a:lnTo>
                  <a:lnTo>
                    <a:pt x="1" y="633"/>
                  </a:lnTo>
                  <a:lnTo>
                    <a:pt x="1" y="633"/>
                  </a:lnTo>
                  <a:lnTo>
                    <a:pt x="1" y="720"/>
                  </a:lnTo>
                  <a:lnTo>
                    <a:pt x="45" y="808"/>
                  </a:lnTo>
                  <a:lnTo>
                    <a:pt x="45" y="808"/>
                  </a:lnTo>
                  <a:lnTo>
                    <a:pt x="88" y="895"/>
                  </a:lnTo>
                  <a:lnTo>
                    <a:pt x="154" y="982"/>
                  </a:lnTo>
                  <a:lnTo>
                    <a:pt x="154" y="982"/>
                  </a:lnTo>
                  <a:lnTo>
                    <a:pt x="175" y="1004"/>
                  </a:lnTo>
                  <a:lnTo>
                    <a:pt x="175" y="1004"/>
                  </a:lnTo>
                  <a:lnTo>
                    <a:pt x="1026" y="481"/>
                  </a:lnTo>
                  <a:lnTo>
                    <a:pt x="1026" y="481"/>
                  </a:lnTo>
                  <a:lnTo>
                    <a:pt x="1026" y="481"/>
                  </a:lnTo>
                  <a:lnTo>
                    <a:pt x="1026" y="481"/>
                  </a:lnTo>
                  <a:lnTo>
                    <a:pt x="1026" y="393"/>
                  </a:lnTo>
                  <a:lnTo>
                    <a:pt x="1004" y="284"/>
                  </a:lnTo>
                  <a:lnTo>
                    <a:pt x="1004" y="284"/>
                  </a:lnTo>
                  <a:lnTo>
                    <a:pt x="960" y="197"/>
                  </a:lnTo>
                  <a:lnTo>
                    <a:pt x="873" y="132"/>
                  </a:lnTo>
                  <a:lnTo>
                    <a:pt x="873" y="132"/>
                  </a:lnTo>
                  <a:lnTo>
                    <a:pt x="808" y="66"/>
                  </a:lnTo>
                  <a:lnTo>
                    <a:pt x="720" y="23"/>
                  </a:lnTo>
                  <a:lnTo>
                    <a:pt x="720" y="23"/>
                  </a:lnTo>
                  <a:lnTo>
                    <a:pt x="590" y="1"/>
                  </a:lnTo>
                  <a:lnTo>
                    <a:pt x="590" y="1"/>
                  </a:lnTo>
                  <a:lnTo>
                    <a:pt x="546"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4" name="Google Shape;11624;p80"/>
            <p:cNvSpPr/>
            <p:nvPr/>
          </p:nvSpPr>
          <p:spPr>
            <a:xfrm rot="-947327">
              <a:off x="5888578" y="3576600"/>
              <a:ext cx="109578" cy="250732"/>
            </a:xfrm>
            <a:custGeom>
              <a:rect b="b" l="l" r="r" t="t"/>
              <a:pathLst>
                <a:path extrusionOk="0" h="10029" w="4383">
                  <a:moveTo>
                    <a:pt x="4034" y="1"/>
                  </a:moveTo>
                  <a:lnTo>
                    <a:pt x="3925" y="175"/>
                  </a:lnTo>
                  <a:lnTo>
                    <a:pt x="3816" y="371"/>
                  </a:lnTo>
                  <a:lnTo>
                    <a:pt x="3750" y="589"/>
                  </a:lnTo>
                  <a:lnTo>
                    <a:pt x="3685" y="785"/>
                  </a:lnTo>
                  <a:lnTo>
                    <a:pt x="3554" y="1221"/>
                  </a:lnTo>
                  <a:lnTo>
                    <a:pt x="3489" y="1418"/>
                  </a:lnTo>
                  <a:lnTo>
                    <a:pt x="3401" y="1636"/>
                  </a:lnTo>
                  <a:lnTo>
                    <a:pt x="3336" y="1723"/>
                  </a:lnTo>
                  <a:lnTo>
                    <a:pt x="3292" y="1745"/>
                  </a:lnTo>
                  <a:lnTo>
                    <a:pt x="3249" y="1766"/>
                  </a:lnTo>
                  <a:lnTo>
                    <a:pt x="3205" y="1788"/>
                  </a:lnTo>
                  <a:lnTo>
                    <a:pt x="3162" y="1766"/>
                  </a:lnTo>
                  <a:lnTo>
                    <a:pt x="3053" y="1745"/>
                  </a:lnTo>
                  <a:lnTo>
                    <a:pt x="2965" y="1766"/>
                  </a:lnTo>
                  <a:lnTo>
                    <a:pt x="2900" y="1788"/>
                  </a:lnTo>
                  <a:lnTo>
                    <a:pt x="2835" y="1832"/>
                  </a:lnTo>
                  <a:lnTo>
                    <a:pt x="2791" y="1875"/>
                  </a:lnTo>
                  <a:lnTo>
                    <a:pt x="2682" y="2028"/>
                  </a:lnTo>
                  <a:lnTo>
                    <a:pt x="2595" y="2181"/>
                  </a:lnTo>
                  <a:lnTo>
                    <a:pt x="2464" y="2399"/>
                  </a:lnTo>
                  <a:lnTo>
                    <a:pt x="2311" y="2617"/>
                  </a:lnTo>
                  <a:lnTo>
                    <a:pt x="2137" y="2813"/>
                  </a:lnTo>
                  <a:lnTo>
                    <a:pt x="1963" y="3009"/>
                  </a:lnTo>
                  <a:lnTo>
                    <a:pt x="1570" y="3358"/>
                  </a:lnTo>
                  <a:lnTo>
                    <a:pt x="1178" y="3707"/>
                  </a:lnTo>
                  <a:lnTo>
                    <a:pt x="785" y="4077"/>
                  </a:lnTo>
                  <a:lnTo>
                    <a:pt x="611" y="4273"/>
                  </a:lnTo>
                  <a:lnTo>
                    <a:pt x="437" y="4491"/>
                  </a:lnTo>
                  <a:lnTo>
                    <a:pt x="306" y="4710"/>
                  </a:lnTo>
                  <a:lnTo>
                    <a:pt x="175" y="4928"/>
                  </a:lnTo>
                  <a:lnTo>
                    <a:pt x="88" y="5167"/>
                  </a:lnTo>
                  <a:lnTo>
                    <a:pt x="22" y="5429"/>
                  </a:lnTo>
                  <a:lnTo>
                    <a:pt x="1" y="5647"/>
                  </a:lnTo>
                  <a:lnTo>
                    <a:pt x="1" y="5865"/>
                  </a:lnTo>
                  <a:lnTo>
                    <a:pt x="22" y="6083"/>
                  </a:lnTo>
                  <a:lnTo>
                    <a:pt x="66" y="6279"/>
                  </a:lnTo>
                  <a:lnTo>
                    <a:pt x="197" y="6715"/>
                  </a:lnTo>
                  <a:lnTo>
                    <a:pt x="349" y="7129"/>
                  </a:lnTo>
                  <a:lnTo>
                    <a:pt x="524" y="7544"/>
                  </a:lnTo>
                  <a:lnTo>
                    <a:pt x="698" y="7980"/>
                  </a:lnTo>
                  <a:lnTo>
                    <a:pt x="764" y="8176"/>
                  </a:lnTo>
                  <a:lnTo>
                    <a:pt x="807" y="8394"/>
                  </a:lnTo>
                  <a:lnTo>
                    <a:pt x="829" y="8612"/>
                  </a:lnTo>
                  <a:lnTo>
                    <a:pt x="851" y="8830"/>
                  </a:lnTo>
                  <a:lnTo>
                    <a:pt x="851" y="9113"/>
                  </a:lnTo>
                  <a:lnTo>
                    <a:pt x="829" y="9440"/>
                  </a:lnTo>
                  <a:lnTo>
                    <a:pt x="851" y="9615"/>
                  </a:lnTo>
                  <a:lnTo>
                    <a:pt x="894" y="9767"/>
                  </a:lnTo>
                  <a:lnTo>
                    <a:pt x="960" y="9876"/>
                  </a:lnTo>
                  <a:lnTo>
                    <a:pt x="1003" y="9942"/>
                  </a:lnTo>
                  <a:lnTo>
                    <a:pt x="1069" y="9985"/>
                  </a:lnTo>
                  <a:lnTo>
                    <a:pt x="1178" y="10007"/>
                  </a:lnTo>
                  <a:lnTo>
                    <a:pt x="1265" y="10029"/>
                  </a:lnTo>
                  <a:lnTo>
                    <a:pt x="1352" y="10007"/>
                  </a:lnTo>
                  <a:lnTo>
                    <a:pt x="1439" y="9964"/>
                  </a:lnTo>
                  <a:lnTo>
                    <a:pt x="1505" y="9898"/>
                  </a:lnTo>
                  <a:lnTo>
                    <a:pt x="1592" y="9833"/>
                  </a:lnTo>
                  <a:lnTo>
                    <a:pt x="1701" y="9680"/>
                  </a:lnTo>
                  <a:lnTo>
                    <a:pt x="1854" y="9397"/>
                  </a:lnTo>
                  <a:lnTo>
                    <a:pt x="1984" y="9113"/>
                  </a:lnTo>
                  <a:lnTo>
                    <a:pt x="2072" y="8786"/>
                  </a:lnTo>
                  <a:lnTo>
                    <a:pt x="2159" y="8459"/>
                  </a:lnTo>
                  <a:lnTo>
                    <a:pt x="2224" y="8132"/>
                  </a:lnTo>
                  <a:lnTo>
                    <a:pt x="2290" y="7805"/>
                  </a:lnTo>
                  <a:lnTo>
                    <a:pt x="2377" y="7173"/>
                  </a:lnTo>
                  <a:lnTo>
                    <a:pt x="2464" y="6410"/>
                  </a:lnTo>
                  <a:lnTo>
                    <a:pt x="2508" y="6018"/>
                  </a:lnTo>
                  <a:lnTo>
                    <a:pt x="2573" y="5647"/>
                  </a:lnTo>
                  <a:lnTo>
                    <a:pt x="2638" y="5342"/>
                  </a:lnTo>
                  <a:lnTo>
                    <a:pt x="2726" y="5037"/>
                  </a:lnTo>
                  <a:lnTo>
                    <a:pt x="2922" y="4470"/>
                  </a:lnTo>
                  <a:lnTo>
                    <a:pt x="3140" y="3881"/>
                  </a:lnTo>
                  <a:lnTo>
                    <a:pt x="3380" y="3314"/>
                  </a:lnTo>
                  <a:lnTo>
                    <a:pt x="3881" y="2202"/>
                  </a:lnTo>
                  <a:lnTo>
                    <a:pt x="4121" y="1614"/>
                  </a:lnTo>
                  <a:lnTo>
                    <a:pt x="4295" y="1025"/>
                  </a:lnTo>
                  <a:lnTo>
                    <a:pt x="4361" y="742"/>
                  </a:lnTo>
                  <a:lnTo>
                    <a:pt x="4383" y="589"/>
                  </a:lnTo>
                  <a:lnTo>
                    <a:pt x="4383" y="458"/>
                  </a:lnTo>
                  <a:lnTo>
                    <a:pt x="4339" y="306"/>
                  </a:lnTo>
                  <a:lnTo>
                    <a:pt x="4274" y="175"/>
                  </a:lnTo>
                  <a:lnTo>
                    <a:pt x="4165" y="66"/>
                  </a:lnTo>
                  <a:lnTo>
                    <a:pt x="4034" y="1"/>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5" name="Google Shape;11625;p80"/>
            <p:cNvSpPr/>
            <p:nvPr/>
          </p:nvSpPr>
          <p:spPr>
            <a:xfrm rot="-947327">
              <a:off x="5742116" y="3679401"/>
              <a:ext cx="15300" cy="15850"/>
            </a:xfrm>
            <a:custGeom>
              <a:rect b="b" l="l" r="r" t="t"/>
              <a:pathLst>
                <a:path extrusionOk="0" h="634" w="612">
                  <a:moveTo>
                    <a:pt x="328" y="1"/>
                  </a:moveTo>
                  <a:lnTo>
                    <a:pt x="263" y="23"/>
                  </a:lnTo>
                  <a:lnTo>
                    <a:pt x="219" y="66"/>
                  </a:lnTo>
                  <a:lnTo>
                    <a:pt x="154" y="110"/>
                  </a:lnTo>
                  <a:lnTo>
                    <a:pt x="45" y="241"/>
                  </a:lnTo>
                  <a:lnTo>
                    <a:pt x="1" y="328"/>
                  </a:lnTo>
                  <a:lnTo>
                    <a:pt x="1" y="415"/>
                  </a:lnTo>
                  <a:lnTo>
                    <a:pt x="45" y="524"/>
                  </a:lnTo>
                  <a:lnTo>
                    <a:pt x="66" y="546"/>
                  </a:lnTo>
                  <a:lnTo>
                    <a:pt x="110" y="590"/>
                  </a:lnTo>
                  <a:lnTo>
                    <a:pt x="154" y="611"/>
                  </a:lnTo>
                  <a:lnTo>
                    <a:pt x="219" y="633"/>
                  </a:lnTo>
                  <a:lnTo>
                    <a:pt x="284" y="633"/>
                  </a:lnTo>
                  <a:lnTo>
                    <a:pt x="350" y="611"/>
                  </a:lnTo>
                  <a:lnTo>
                    <a:pt x="393" y="590"/>
                  </a:lnTo>
                  <a:lnTo>
                    <a:pt x="437" y="524"/>
                  </a:lnTo>
                  <a:lnTo>
                    <a:pt x="568" y="393"/>
                  </a:lnTo>
                  <a:lnTo>
                    <a:pt x="611" y="306"/>
                  </a:lnTo>
                  <a:lnTo>
                    <a:pt x="611" y="219"/>
                  </a:lnTo>
                  <a:lnTo>
                    <a:pt x="568" y="132"/>
                  </a:lnTo>
                  <a:lnTo>
                    <a:pt x="546" y="88"/>
                  </a:lnTo>
                  <a:lnTo>
                    <a:pt x="502" y="45"/>
                  </a:lnTo>
                  <a:lnTo>
                    <a:pt x="459" y="23"/>
                  </a:lnTo>
                  <a:lnTo>
                    <a:pt x="39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6" name="Google Shape;11626;p80"/>
            <p:cNvSpPr/>
            <p:nvPr/>
          </p:nvSpPr>
          <p:spPr>
            <a:xfrm rot="-947327">
              <a:off x="5788562" y="3675888"/>
              <a:ext cx="15275" cy="14750"/>
            </a:xfrm>
            <a:custGeom>
              <a:rect b="b" l="l" r="r" t="t"/>
              <a:pathLst>
                <a:path extrusionOk="0" h="590" w="611">
                  <a:moveTo>
                    <a:pt x="327" y="1"/>
                  </a:moveTo>
                  <a:lnTo>
                    <a:pt x="262" y="22"/>
                  </a:lnTo>
                  <a:lnTo>
                    <a:pt x="218" y="66"/>
                  </a:lnTo>
                  <a:lnTo>
                    <a:pt x="87" y="153"/>
                  </a:lnTo>
                  <a:lnTo>
                    <a:pt x="66" y="197"/>
                  </a:lnTo>
                  <a:lnTo>
                    <a:pt x="44" y="240"/>
                  </a:lnTo>
                  <a:lnTo>
                    <a:pt x="0" y="328"/>
                  </a:lnTo>
                  <a:lnTo>
                    <a:pt x="22" y="415"/>
                  </a:lnTo>
                  <a:lnTo>
                    <a:pt x="22" y="458"/>
                  </a:lnTo>
                  <a:lnTo>
                    <a:pt x="66" y="502"/>
                  </a:lnTo>
                  <a:lnTo>
                    <a:pt x="109" y="546"/>
                  </a:lnTo>
                  <a:lnTo>
                    <a:pt x="175" y="589"/>
                  </a:lnTo>
                  <a:lnTo>
                    <a:pt x="284" y="589"/>
                  </a:lnTo>
                  <a:lnTo>
                    <a:pt x="349" y="567"/>
                  </a:lnTo>
                  <a:lnTo>
                    <a:pt x="414" y="546"/>
                  </a:lnTo>
                  <a:lnTo>
                    <a:pt x="523" y="458"/>
                  </a:lnTo>
                  <a:lnTo>
                    <a:pt x="589" y="371"/>
                  </a:lnTo>
                  <a:lnTo>
                    <a:pt x="611" y="284"/>
                  </a:lnTo>
                  <a:lnTo>
                    <a:pt x="611" y="175"/>
                  </a:lnTo>
                  <a:lnTo>
                    <a:pt x="589" y="131"/>
                  </a:lnTo>
                  <a:lnTo>
                    <a:pt x="567" y="88"/>
                  </a:lnTo>
                  <a:lnTo>
                    <a:pt x="523" y="44"/>
                  </a:lnTo>
                  <a:lnTo>
                    <a:pt x="458" y="22"/>
                  </a:lnTo>
                  <a:lnTo>
                    <a:pt x="39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7" name="Google Shape;11627;p80"/>
            <p:cNvSpPr/>
            <p:nvPr/>
          </p:nvSpPr>
          <p:spPr>
            <a:xfrm rot="-947327">
              <a:off x="5826539" y="3773910"/>
              <a:ext cx="15300" cy="15275"/>
            </a:xfrm>
            <a:custGeom>
              <a:rect b="b" l="l" r="r" t="t"/>
              <a:pathLst>
                <a:path extrusionOk="0" h="611" w="612">
                  <a:moveTo>
                    <a:pt x="219" y="0"/>
                  </a:moveTo>
                  <a:lnTo>
                    <a:pt x="110" y="22"/>
                  </a:lnTo>
                  <a:lnTo>
                    <a:pt x="66" y="66"/>
                  </a:lnTo>
                  <a:lnTo>
                    <a:pt x="44" y="88"/>
                  </a:lnTo>
                  <a:lnTo>
                    <a:pt x="22" y="153"/>
                  </a:lnTo>
                  <a:lnTo>
                    <a:pt x="1" y="218"/>
                  </a:lnTo>
                  <a:lnTo>
                    <a:pt x="1" y="284"/>
                  </a:lnTo>
                  <a:lnTo>
                    <a:pt x="22" y="349"/>
                  </a:lnTo>
                  <a:lnTo>
                    <a:pt x="44" y="393"/>
                  </a:lnTo>
                  <a:lnTo>
                    <a:pt x="110" y="436"/>
                  </a:lnTo>
                  <a:lnTo>
                    <a:pt x="240" y="567"/>
                  </a:lnTo>
                  <a:lnTo>
                    <a:pt x="328" y="611"/>
                  </a:lnTo>
                  <a:lnTo>
                    <a:pt x="415" y="611"/>
                  </a:lnTo>
                  <a:lnTo>
                    <a:pt x="502" y="567"/>
                  </a:lnTo>
                  <a:lnTo>
                    <a:pt x="546" y="545"/>
                  </a:lnTo>
                  <a:lnTo>
                    <a:pt x="567" y="502"/>
                  </a:lnTo>
                  <a:lnTo>
                    <a:pt x="611" y="458"/>
                  </a:lnTo>
                  <a:lnTo>
                    <a:pt x="611" y="393"/>
                  </a:lnTo>
                  <a:lnTo>
                    <a:pt x="611" y="327"/>
                  </a:lnTo>
                  <a:lnTo>
                    <a:pt x="611" y="262"/>
                  </a:lnTo>
                  <a:lnTo>
                    <a:pt x="567" y="197"/>
                  </a:lnTo>
                  <a:lnTo>
                    <a:pt x="524" y="153"/>
                  </a:lnTo>
                  <a:lnTo>
                    <a:pt x="393" y="44"/>
                  </a:lnTo>
                  <a:lnTo>
                    <a:pt x="30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8" name="Google Shape;11628;p80"/>
            <p:cNvSpPr/>
            <p:nvPr/>
          </p:nvSpPr>
          <p:spPr>
            <a:xfrm rot="-947327">
              <a:off x="5696689" y="3768823"/>
              <a:ext cx="14200" cy="12550"/>
            </a:xfrm>
            <a:custGeom>
              <a:rect b="b" l="l" r="r" t="t"/>
              <a:pathLst>
                <a:path extrusionOk="0" h="502" w="568">
                  <a:moveTo>
                    <a:pt x="284" y="0"/>
                  </a:moveTo>
                  <a:lnTo>
                    <a:pt x="219" y="22"/>
                  </a:lnTo>
                  <a:lnTo>
                    <a:pt x="131" y="44"/>
                  </a:lnTo>
                  <a:lnTo>
                    <a:pt x="88" y="66"/>
                  </a:lnTo>
                  <a:lnTo>
                    <a:pt x="44" y="109"/>
                  </a:lnTo>
                  <a:lnTo>
                    <a:pt x="22" y="196"/>
                  </a:lnTo>
                  <a:lnTo>
                    <a:pt x="1" y="305"/>
                  </a:lnTo>
                  <a:lnTo>
                    <a:pt x="22" y="349"/>
                  </a:lnTo>
                  <a:lnTo>
                    <a:pt x="66" y="414"/>
                  </a:lnTo>
                  <a:lnTo>
                    <a:pt x="110" y="458"/>
                  </a:lnTo>
                  <a:lnTo>
                    <a:pt x="175" y="502"/>
                  </a:lnTo>
                  <a:lnTo>
                    <a:pt x="349" y="502"/>
                  </a:lnTo>
                  <a:lnTo>
                    <a:pt x="437" y="458"/>
                  </a:lnTo>
                  <a:lnTo>
                    <a:pt x="480" y="436"/>
                  </a:lnTo>
                  <a:lnTo>
                    <a:pt x="524" y="393"/>
                  </a:lnTo>
                  <a:lnTo>
                    <a:pt x="546" y="305"/>
                  </a:lnTo>
                  <a:lnTo>
                    <a:pt x="568" y="218"/>
                  </a:lnTo>
                  <a:lnTo>
                    <a:pt x="546" y="153"/>
                  </a:lnTo>
                  <a:lnTo>
                    <a:pt x="502" y="87"/>
                  </a:lnTo>
                  <a:lnTo>
                    <a:pt x="458" y="44"/>
                  </a:lnTo>
                  <a:lnTo>
                    <a:pt x="393" y="22"/>
                  </a:lnTo>
                  <a:lnTo>
                    <a:pt x="328"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9" name="Google Shape;11629;p80"/>
            <p:cNvSpPr/>
            <p:nvPr/>
          </p:nvSpPr>
          <p:spPr>
            <a:xfrm rot="-947327">
              <a:off x="5856606" y="3578707"/>
              <a:ext cx="13650" cy="13650"/>
            </a:xfrm>
            <a:custGeom>
              <a:rect b="b" l="l" r="r" t="t"/>
              <a:pathLst>
                <a:path extrusionOk="0" h="546" w="546">
                  <a:moveTo>
                    <a:pt x="262" y="0"/>
                  </a:moveTo>
                  <a:lnTo>
                    <a:pt x="197" y="22"/>
                  </a:lnTo>
                  <a:lnTo>
                    <a:pt x="153" y="44"/>
                  </a:lnTo>
                  <a:lnTo>
                    <a:pt x="88" y="87"/>
                  </a:lnTo>
                  <a:lnTo>
                    <a:pt x="44" y="131"/>
                  </a:lnTo>
                  <a:lnTo>
                    <a:pt x="22" y="174"/>
                  </a:lnTo>
                  <a:lnTo>
                    <a:pt x="1" y="262"/>
                  </a:lnTo>
                  <a:lnTo>
                    <a:pt x="1" y="349"/>
                  </a:lnTo>
                  <a:lnTo>
                    <a:pt x="22" y="414"/>
                  </a:lnTo>
                  <a:lnTo>
                    <a:pt x="44" y="436"/>
                  </a:lnTo>
                  <a:lnTo>
                    <a:pt x="88" y="502"/>
                  </a:lnTo>
                  <a:lnTo>
                    <a:pt x="153" y="523"/>
                  </a:lnTo>
                  <a:lnTo>
                    <a:pt x="219" y="545"/>
                  </a:lnTo>
                  <a:lnTo>
                    <a:pt x="284" y="545"/>
                  </a:lnTo>
                  <a:lnTo>
                    <a:pt x="349" y="523"/>
                  </a:lnTo>
                  <a:lnTo>
                    <a:pt x="393" y="480"/>
                  </a:lnTo>
                  <a:lnTo>
                    <a:pt x="458" y="436"/>
                  </a:lnTo>
                  <a:lnTo>
                    <a:pt x="502" y="393"/>
                  </a:lnTo>
                  <a:lnTo>
                    <a:pt x="524" y="349"/>
                  </a:lnTo>
                  <a:lnTo>
                    <a:pt x="546" y="262"/>
                  </a:lnTo>
                  <a:lnTo>
                    <a:pt x="546" y="174"/>
                  </a:lnTo>
                  <a:lnTo>
                    <a:pt x="524" y="131"/>
                  </a:lnTo>
                  <a:lnTo>
                    <a:pt x="502" y="87"/>
                  </a:lnTo>
                  <a:lnTo>
                    <a:pt x="437" y="44"/>
                  </a:lnTo>
                  <a:lnTo>
                    <a:pt x="393"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0" name="Google Shape;11630;p80"/>
            <p:cNvSpPr/>
            <p:nvPr/>
          </p:nvSpPr>
          <p:spPr>
            <a:xfrm rot="-947327">
              <a:off x="5578900" y="3214212"/>
              <a:ext cx="39826" cy="168980"/>
            </a:xfrm>
            <a:custGeom>
              <a:rect b="b" l="l" r="r" t="t"/>
              <a:pathLst>
                <a:path extrusionOk="0" h="6759" w="1593">
                  <a:moveTo>
                    <a:pt x="1374" y="1"/>
                  </a:moveTo>
                  <a:lnTo>
                    <a:pt x="1178" y="22"/>
                  </a:lnTo>
                  <a:lnTo>
                    <a:pt x="1004" y="88"/>
                  </a:lnTo>
                  <a:lnTo>
                    <a:pt x="829" y="197"/>
                  </a:lnTo>
                  <a:lnTo>
                    <a:pt x="699" y="328"/>
                  </a:lnTo>
                  <a:lnTo>
                    <a:pt x="590" y="480"/>
                  </a:lnTo>
                  <a:lnTo>
                    <a:pt x="481" y="655"/>
                  </a:lnTo>
                  <a:lnTo>
                    <a:pt x="393" y="807"/>
                  </a:lnTo>
                  <a:lnTo>
                    <a:pt x="241" y="1200"/>
                  </a:lnTo>
                  <a:lnTo>
                    <a:pt x="154" y="1592"/>
                  </a:lnTo>
                  <a:lnTo>
                    <a:pt x="110" y="2006"/>
                  </a:lnTo>
                  <a:lnTo>
                    <a:pt x="88" y="2399"/>
                  </a:lnTo>
                  <a:lnTo>
                    <a:pt x="132" y="2769"/>
                  </a:lnTo>
                  <a:lnTo>
                    <a:pt x="175" y="3118"/>
                  </a:lnTo>
                  <a:lnTo>
                    <a:pt x="197" y="3467"/>
                  </a:lnTo>
                  <a:lnTo>
                    <a:pt x="197" y="3641"/>
                  </a:lnTo>
                  <a:lnTo>
                    <a:pt x="175" y="3816"/>
                  </a:lnTo>
                  <a:lnTo>
                    <a:pt x="132" y="4034"/>
                  </a:lnTo>
                  <a:lnTo>
                    <a:pt x="88" y="4252"/>
                  </a:lnTo>
                  <a:lnTo>
                    <a:pt x="45" y="4492"/>
                  </a:lnTo>
                  <a:lnTo>
                    <a:pt x="1" y="4710"/>
                  </a:lnTo>
                  <a:lnTo>
                    <a:pt x="1" y="4840"/>
                  </a:lnTo>
                  <a:lnTo>
                    <a:pt x="23" y="4993"/>
                  </a:lnTo>
                  <a:lnTo>
                    <a:pt x="88" y="5385"/>
                  </a:lnTo>
                  <a:lnTo>
                    <a:pt x="219" y="5821"/>
                  </a:lnTo>
                  <a:lnTo>
                    <a:pt x="306" y="6039"/>
                  </a:lnTo>
                  <a:lnTo>
                    <a:pt x="415" y="6236"/>
                  </a:lnTo>
                  <a:lnTo>
                    <a:pt x="502" y="6410"/>
                  </a:lnTo>
                  <a:lnTo>
                    <a:pt x="633" y="6563"/>
                  </a:lnTo>
                  <a:lnTo>
                    <a:pt x="742" y="6672"/>
                  </a:lnTo>
                  <a:lnTo>
                    <a:pt x="873" y="6737"/>
                  </a:lnTo>
                  <a:lnTo>
                    <a:pt x="960" y="6759"/>
                  </a:lnTo>
                  <a:lnTo>
                    <a:pt x="1026" y="6759"/>
                  </a:lnTo>
                  <a:lnTo>
                    <a:pt x="1091" y="6737"/>
                  </a:lnTo>
                  <a:lnTo>
                    <a:pt x="1156" y="6715"/>
                  </a:lnTo>
                  <a:lnTo>
                    <a:pt x="1244" y="6650"/>
                  </a:lnTo>
                  <a:lnTo>
                    <a:pt x="1309" y="6584"/>
                  </a:lnTo>
                  <a:lnTo>
                    <a:pt x="1462" y="6410"/>
                  </a:lnTo>
                  <a:lnTo>
                    <a:pt x="1527" y="6279"/>
                  </a:lnTo>
                  <a:lnTo>
                    <a:pt x="1571" y="6148"/>
                  </a:lnTo>
                  <a:lnTo>
                    <a:pt x="1592" y="6018"/>
                  </a:lnTo>
                  <a:lnTo>
                    <a:pt x="1592" y="5865"/>
                  </a:lnTo>
                  <a:lnTo>
                    <a:pt x="1571" y="5734"/>
                  </a:lnTo>
                  <a:lnTo>
                    <a:pt x="1527" y="5603"/>
                  </a:lnTo>
                  <a:lnTo>
                    <a:pt x="1483" y="5473"/>
                  </a:lnTo>
                  <a:lnTo>
                    <a:pt x="1396" y="5342"/>
                  </a:lnTo>
                  <a:lnTo>
                    <a:pt x="1287" y="5167"/>
                  </a:lnTo>
                  <a:lnTo>
                    <a:pt x="1222" y="5102"/>
                  </a:lnTo>
                  <a:lnTo>
                    <a:pt x="1178" y="5015"/>
                  </a:lnTo>
                  <a:lnTo>
                    <a:pt x="1135" y="4884"/>
                  </a:lnTo>
                  <a:lnTo>
                    <a:pt x="1135" y="4775"/>
                  </a:lnTo>
                  <a:lnTo>
                    <a:pt x="1135" y="4535"/>
                  </a:lnTo>
                  <a:lnTo>
                    <a:pt x="1156" y="4295"/>
                  </a:lnTo>
                  <a:lnTo>
                    <a:pt x="1156" y="4165"/>
                  </a:lnTo>
                  <a:lnTo>
                    <a:pt x="1135" y="4056"/>
                  </a:lnTo>
                  <a:lnTo>
                    <a:pt x="1091" y="3903"/>
                  </a:lnTo>
                  <a:lnTo>
                    <a:pt x="1026" y="3729"/>
                  </a:lnTo>
                  <a:lnTo>
                    <a:pt x="873" y="3423"/>
                  </a:lnTo>
                  <a:lnTo>
                    <a:pt x="808" y="3227"/>
                  </a:lnTo>
                  <a:lnTo>
                    <a:pt x="786" y="3009"/>
                  </a:lnTo>
                  <a:lnTo>
                    <a:pt x="786" y="2791"/>
                  </a:lnTo>
                  <a:lnTo>
                    <a:pt x="786" y="2573"/>
                  </a:lnTo>
                  <a:lnTo>
                    <a:pt x="829" y="2355"/>
                  </a:lnTo>
                  <a:lnTo>
                    <a:pt x="895" y="2137"/>
                  </a:lnTo>
                  <a:lnTo>
                    <a:pt x="1026" y="1701"/>
                  </a:lnTo>
                  <a:lnTo>
                    <a:pt x="1200" y="1287"/>
                  </a:lnTo>
                  <a:lnTo>
                    <a:pt x="1353" y="873"/>
                  </a:lnTo>
                  <a:lnTo>
                    <a:pt x="1483" y="458"/>
                  </a:lnTo>
                  <a:lnTo>
                    <a:pt x="1527" y="240"/>
                  </a:lnTo>
                  <a:lnTo>
                    <a:pt x="1571" y="22"/>
                  </a:lnTo>
                  <a:lnTo>
                    <a:pt x="146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1" name="Google Shape;11631;p80"/>
            <p:cNvSpPr/>
            <p:nvPr/>
          </p:nvSpPr>
          <p:spPr>
            <a:xfrm rot="-947327">
              <a:off x="5603681" y="3116998"/>
              <a:ext cx="270358" cy="89953"/>
            </a:xfrm>
            <a:custGeom>
              <a:rect b="b" l="l" r="r" t="t"/>
              <a:pathLst>
                <a:path extrusionOk="0" h="3598" w="10814">
                  <a:moveTo>
                    <a:pt x="3161" y="0"/>
                  </a:moveTo>
                  <a:lnTo>
                    <a:pt x="2791" y="44"/>
                  </a:lnTo>
                  <a:lnTo>
                    <a:pt x="2420" y="109"/>
                  </a:lnTo>
                  <a:lnTo>
                    <a:pt x="1657" y="284"/>
                  </a:lnTo>
                  <a:lnTo>
                    <a:pt x="1483" y="327"/>
                  </a:lnTo>
                  <a:lnTo>
                    <a:pt x="1286" y="327"/>
                  </a:lnTo>
                  <a:lnTo>
                    <a:pt x="1090" y="306"/>
                  </a:lnTo>
                  <a:lnTo>
                    <a:pt x="894" y="284"/>
                  </a:lnTo>
                  <a:lnTo>
                    <a:pt x="763" y="306"/>
                  </a:lnTo>
                  <a:lnTo>
                    <a:pt x="611" y="349"/>
                  </a:lnTo>
                  <a:lnTo>
                    <a:pt x="458" y="415"/>
                  </a:lnTo>
                  <a:lnTo>
                    <a:pt x="305" y="502"/>
                  </a:lnTo>
                  <a:lnTo>
                    <a:pt x="175" y="589"/>
                  </a:lnTo>
                  <a:lnTo>
                    <a:pt x="66" y="720"/>
                  </a:lnTo>
                  <a:lnTo>
                    <a:pt x="22" y="785"/>
                  </a:lnTo>
                  <a:lnTo>
                    <a:pt x="0" y="851"/>
                  </a:lnTo>
                  <a:lnTo>
                    <a:pt x="0" y="938"/>
                  </a:lnTo>
                  <a:lnTo>
                    <a:pt x="22" y="1003"/>
                  </a:lnTo>
                  <a:lnTo>
                    <a:pt x="44" y="1069"/>
                  </a:lnTo>
                  <a:lnTo>
                    <a:pt x="109" y="1112"/>
                  </a:lnTo>
                  <a:lnTo>
                    <a:pt x="153" y="1156"/>
                  </a:lnTo>
                  <a:lnTo>
                    <a:pt x="240" y="1178"/>
                  </a:lnTo>
                  <a:lnTo>
                    <a:pt x="393" y="1199"/>
                  </a:lnTo>
                  <a:lnTo>
                    <a:pt x="589" y="1178"/>
                  </a:lnTo>
                  <a:lnTo>
                    <a:pt x="785" y="1134"/>
                  </a:lnTo>
                  <a:lnTo>
                    <a:pt x="981" y="1090"/>
                  </a:lnTo>
                  <a:lnTo>
                    <a:pt x="1265" y="1003"/>
                  </a:lnTo>
                  <a:lnTo>
                    <a:pt x="1897" y="807"/>
                  </a:lnTo>
                  <a:lnTo>
                    <a:pt x="2224" y="720"/>
                  </a:lnTo>
                  <a:lnTo>
                    <a:pt x="2551" y="676"/>
                  </a:lnTo>
                  <a:lnTo>
                    <a:pt x="2878" y="654"/>
                  </a:lnTo>
                  <a:lnTo>
                    <a:pt x="3205" y="698"/>
                  </a:lnTo>
                  <a:lnTo>
                    <a:pt x="3358" y="720"/>
                  </a:lnTo>
                  <a:lnTo>
                    <a:pt x="3488" y="763"/>
                  </a:lnTo>
                  <a:lnTo>
                    <a:pt x="3641" y="829"/>
                  </a:lnTo>
                  <a:lnTo>
                    <a:pt x="3772" y="916"/>
                  </a:lnTo>
                  <a:lnTo>
                    <a:pt x="3946" y="1025"/>
                  </a:lnTo>
                  <a:lnTo>
                    <a:pt x="4077" y="1156"/>
                  </a:lnTo>
                  <a:lnTo>
                    <a:pt x="4382" y="1396"/>
                  </a:lnTo>
                  <a:lnTo>
                    <a:pt x="4600" y="1548"/>
                  </a:lnTo>
                  <a:lnTo>
                    <a:pt x="4840" y="1657"/>
                  </a:lnTo>
                  <a:lnTo>
                    <a:pt x="5080" y="1744"/>
                  </a:lnTo>
                  <a:lnTo>
                    <a:pt x="5341" y="1832"/>
                  </a:lnTo>
                  <a:lnTo>
                    <a:pt x="5865" y="1984"/>
                  </a:lnTo>
                  <a:lnTo>
                    <a:pt x="6104" y="2050"/>
                  </a:lnTo>
                  <a:lnTo>
                    <a:pt x="6366" y="2137"/>
                  </a:lnTo>
                  <a:lnTo>
                    <a:pt x="6693" y="2311"/>
                  </a:lnTo>
                  <a:lnTo>
                    <a:pt x="7020" y="2486"/>
                  </a:lnTo>
                  <a:lnTo>
                    <a:pt x="7347" y="2682"/>
                  </a:lnTo>
                  <a:lnTo>
                    <a:pt x="7674" y="2856"/>
                  </a:lnTo>
                  <a:lnTo>
                    <a:pt x="7892" y="2965"/>
                  </a:lnTo>
                  <a:lnTo>
                    <a:pt x="8132" y="3074"/>
                  </a:lnTo>
                  <a:lnTo>
                    <a:pt x="8633" y="3249"/>
                  </a:lnTo>
                  <a:lnTo>
                    <a:pt x="9135" y="3401"/>
                  </a:lnTo>
                  <a:lnTo>
                    <a:pt x="9636" y="3532"/>
                  </a:lnTo>
                  <a:lnTo>
                    <a:pt x="9941" y="3576"/>
                  </a:lnTo>
                  <a:lnTo>
                    <a:pt x="10116" y="3597"/>
                  </a:lnTo>
                  <a:lnTo>
                    <a:pt x="10268" y="3597"/>
                  </a:lnTo>
                  <a:lnTo>
                    <a:pt x="10421" y="3554"/>
                  </a:lnTo>
                  <a:lnTo>
                    <a:pt x="10552" y="3510"/>
                  </a:lnTo>
                  <a:lnTo>
                    <a:pt x="10683" y="3423"/>
                  </a:lnTo>
                  <a:lnTo>
                    <a:pt x="10770" y="3292"/>
                  </a:lnTo>
                  <a:lnTo>
                    <a:pt x="10792" y="3183"/>
                  </a:lnTo>
                  <a:lnTo>
                    <a:pt x="10813" y="3052"/>
                  </a:lnTo>
                  <a:lnTo>
                    <a:pt x="10792" y="2922"/>
                  </a:lnTo>
                  <a:lnTo>
                    <a:pt x="10726" y="2791"/>
                  </a:lnTo>
                  <a:lnTo>
                    <a:pt x="10661" y="2682"/>
                  </a:lnTo>
                  <a:lnTo>
                    <a:pt x="10574" y="2573"/>
                  </a:lnTo>
                  <a:lnTo>
                    <a:pt x="10465" y="2464"/>
                  </a:lnTo>
                  <a:lnTo>
                    <a:pt x="10356" y="2377"/>
                  </a:lnTo>
                  <a:lnTo>
                    <a:pt x="10050" y="2224"/>
                  </a:lnTo>
                  <a:lnTo>
                    <a:pt x="9723" y="2071"/>
                  </a:lnTo>
                  <a:lnTo>
                    <a:pt x="9396" y="1984"/>
                  </a:lnTo>
                  <a:lnTo>
                    <a:pt x="9048" y="1897"/>
                  </a:lnTo>
                  <a:lnTo>
                    <a:pt x="8502" y="1810"/>
                  </a:lnTo>
                  <a:lnTo>
                    <a:pt x="7957" y="1723"/>
                  </a:lnTo>
                  <a:lnTo>
                    <a:pt x="7412" y="1679"/>
                  </a:lnTo>
                  <a:lnTo>
                    <a:pt x="6540" y="1679"/>
                  </a:lnTo>
                  <a:lnTo>
                    <a:pt x="6192" y="1657"/>
                  </a:lnTo>
                  <a:lnTo>
                    <a:pt x="6039" y="1635"/>
                  </a:lnTo>
                  <a:lnTo>
                    <a:pt x="5886" y="1592"/>
                  </a:lnTo>
                  <a:lnTo>
                    <a:pt x="5734" y="1548"/>
                  </a:lnTo>
                  <a:lnTo>
                    <a:pt x="5581" y="1461"/>
                  </a:lnTo>
                  <a:lnTo>
                    <a:pt x="5429" y="1374"/>
                  </a:lnTo>
                  <a:lnTo>
                    <a:pt x="5298" y="1243"/>
                  </a:lnTo>
                  <a:lnTo>
                    <a:pt x="5080" y="960"/>
                  </a:lnTo>
                  <a:lnTo>
                    <a:pt x="4840" y="676"/>
                  </a:lnTo>
                  <a:lnTo>
                    <a:pt x="4731" y="545"/>
                  </a:lnTo>
                  <a:lnTo>
                    <a:pt x="4600" y="415"/>
                  </a:lnTo>
                  <a:lnTo>
                    <a:pt x="4448" y="284"/>
                  </a:lnTo>
                  <a:lnTo>
                    <a:pt x="4295" y="197"/>
                  </a:lnTo>
                  <a:lnTo>
                    <a:pt x="4121" y="131"/>
                  </a:lnTo>
                  <a:lnTo>
                    <a:pt x="3924" y="66"/>
                  </a:lnTo>
                  <a:lnTo>
                    <a:pt x="3750" y="22"/>
                  </a:lnTo>
                  <a:lnTo>
                    <a:pt x="355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2" name="Google Shape;11632;p80"/>
            <p:cNvSpPr/>
            <p:nvPr/>
          </p:nvSpPr>
          <p:spPr>
            <a:xfrm rot="-947327">
              <a:off x="5520842" y="3625008"/>
              <a:ext cx="164630" cy="153180"/>
            </a:xfrm>
            <a:custGeom>
              <a:rect b="b" l="l" r="r" t="t"/>
              <a:pathLst>
                <a:path extrusionOk="0" h="6127" w="6585">
                  <a:moveTo>
                    <a:pt x="4687" y="1"/>
                  </a:moveTo>
                  <a:lnTo>
                    <a:pt x="4295" y="44"/>
                  </a:lnTo>
                  <a:lnTo>
                    <a:pt x="3881" y="110"/>
                  </a:lnTo>
                  <a:lnTo>
                    <a:pt x="3510" y="197"/>
                  </a:lnTo>
                  <a:lnTo>
                    <a:pt x="3161" y="306"/>
                  </a:lnTo>
                  <a:lnTo>
                    <a:pt x="2747" y="458"/>
                  </a:lnTo>
                  <a:lnTo>
                    <a:pt x="2355" y="611"/>
                  </a:lnTo>
                  <a:lnTo>
                    <a:pt x="1984" y="807"/>
                  </a:lnTo>
                  <a:lnTo>
                    <a:pt x="1832" y="938"/>
                  </a:lnTo>
                  <a:lnTo>
                    <a:pt x="1657" y="1069"/>
                  </a:lnTo>
                  <a:lnTo>
                    <a:pt x="1439" y="1287"/>
                  </a:lnTo>
                  <a:lnTo>
                    <a:pt x="1243" y="1527"/>
                  </a:lnTo>
                  <a:lnTo>
                    <a:pt x="1068" y="1788"/>
                  </a:lnTo>
                  <a:lnTo>
                    <a:pt x="938" y="2072"/>
                  </a:lnTo>
                  <a:lnTo>
                    <a:pt x="829" y="2355"/>
                  </a:lnTo>
                  <a:lnTo>
                    <a:pt x="785" y="2660"/>
                  </a:lnTo>
                  <a:lnTo>
                    <a:pt x="741" y="2966"/>
                  </a:lnTo>
                  <a:lnTo>
                    <a:pt x="763" y="3293"/>
                  </a:lnTo>
                  <a:lnTo>
                    <a:pt x="785" y="3576"/>
                  </a:lnTo>
                  <a:lnTo>
                    <a:pt x="785" y="3729"/>
                  </a:lnTo>
                  <a:lnTo>
                    <a:pt x="785" y="3881"/>
                  </a:lnTo>
                  <a:lnTo>
                    <a:pt x="741" y="3990"/>
                  </a:lnTo>
                  <a:lnTo>
                    <a:pt x="698" y="4077"/>
                  </a:lnTo>
                  <a:lnTo>
                    <a:pt x="589" y="4274"/>
                  </a:lnTo>
                  <a:lnTo>
                    <a:pt x="436" y="4448"/>
                  </a:lnTo>
                  <a:lnTo>
                    <a:pt x="305" y="4622"/>
                  </a:lnTo>
                  <a:lnTo>
                    <a:pt x="175" y="4797"/>
                  </a:lnTo>
                  <a:lnTo>
                    <a:pt x="66" y="4993"/>
                  </a:lnTo>
                  <a:lnTo>
                    <a:pt x="22" y="5080"/>
                  </a:lnTo>
                  <a:lnTo>
                    <a:pt x="0" y="5167"/>
                  </a:lnTo>
                  <a:lnTo>
                    <a:pt x="0" y="5276"/>
                  </a:lnTo>
                  <a:lnTo>
                    <a:pt x="22" y="5385"/>
                  </a:lnTo>
                  <a:lnTo>
                    <a:pt x="44" y="5473"/>
                  </a:lnTo>
                  <a:lnTo>
                    <a:pt x="87" y="5538"/>
                  </a:lnTo>
                  <a:lnTo>
                    <a:pt x="196" y="5691"/>
                  </a:lnTo>
                  <a:lnTo>
                    <a:pt x="327" y="5800"/>
                  </a:lnTo>
                  <a:lnTo>
                    <a:pt x="480" y="5909"/>
                  </a:lnTo>
                  <a:lnTo>
                    <a:pt x="611" y="5996"/>
                  </a:lnTo>
                  <a:lnTo>
                    <a:pt x="741" y="6061"/>
                  </a:lnTo>
                  <a:lnTo>
                    <a:pt x="894" y="6105"/>
                  </a:lnTo>
                  <a:lnTo>
                    <a:pt x="1047" y="6127"/>
                  </a:lnTo>
                  <a:lnTo>
                    <a:pt x="1199" y="6127"/>
                  </a:lnTo>
                  <a:lnTo>
                    <a:pt x="1352" y="6061"/>
                  </a:lnTo>
                  <a:lnTo>
                    <a:pt x="1417" y="6018"/>
                  </a:lnTo>
                  <a:lnTo>
                    <a:pt x="1483" y="5974"/>
                  </a:lnTo>
                  <a:lnTo>
                    <a:pt x="1526" y="5909"/>
                  </a:lnTo>
                  <a:lnTo>
                    <a:pt x="1548" y="5843"/>
                  </a:lnTo>
                  <a:lnTo>
                    <a:pt x="1570" y="5734"/>
                  </a:lnTo>
                  <a:lnTo>
                    <a:pt x="1570" y="5625"/>
                  </a:lnTo>
                  <a:lnTo>
                    <a:pt x="1526" y="5516"/>
                  </a:lnTo>
                  <a:lnTo>
                    <a:pt x="1483" y="5407"/>
                  </a:lnTo>
                  <a:lnTo>
                    <a:pt x="1396" y="5189"/>
                  </a:lnTo>
                  <a:lnTo>
                    <a:pt x="1352" y="5080"/>
                  </a:lnTo>
                  <a:lnTo>
                    <a:pt x="1330" y="4971"/>
                  </a:lnTo>
                  <a:lnTo>
                    <a:pt x="1330" y="4819"/>
                  </a:lnTo>
                  <a:lnTo>
                    <a:pt x="1352" y="4666"/>
                  </a:lnTo>
                  <a:lnTo>
                    <a:pt x="1396" y="4513"/>
                  </a:lnTo>
                  <a:lnTo>
                    <a:pt x="1461" y="4361"/>
                  </a:lnTo>
                  <a:lnTo>
                    <a:pt x="1592" y="4077"/>
                  </a:lnTo>
                  <a:lnTo>
                    <a:pt x="1657" y="3925"/>
                  </a:lnTo>
                  <a:lnTo>
                    <a:pt x="1679" y="3772"/>
                  </a:lnTo>
                  <a:lnTo>
                    <a:pt x="1701" y="3598"/>
                  </a:lnTo>
                  <a:lnTo>
                    <a:pt x="1679" y="3445"/>
                  </a:lnTo>
                  <a:lnTo>
                    <a:pt x="1635" y="3118"/>
                  </a:lnTo>
                  <a:lnTo>
                    <a:pt x="1635" y="2835"/>
                  </a:lnTo>
                  <a:lnTo>
                    <a:pt x="1679" y="2573"/>
                  </a:lnTo>
                  <a:lnTo>
                    <a:pt x="1788" y="2312"/>
                  </a:lnTo>
                  <a:lnTo>
                    <a:pt x="1919" y="2072"/>
                  </a:lnTo>
                  <a:lnTo>
                    <a:pt x="2093" y="1832"/>
                  </a:lnTo>
                  <a:lnTo>
                    <a:pt x="2289" y="1636"/>
                  </a:lnTo>
                  <a:lnTo>
                    <a:pt x="2507" y="1461"/>
                  </a:lnTo>
                  <a:lnTo>
                    <a:pt x="2747" y="1330"/>
                  </a:lnTo>
                  <a:lnTo>
                    <a:pt x="3009" y="1221"/>
                  </a:lnTo>
                  <a:lnTo>
                    <a:pt x="3270" y="1134"/>
                  </a:lnTo>
                  <a:lnTo>
                    <a:pt x="3532" y="1091"/>
                  </a:lnTo>
                  <a:lnTo>
                    <a:pt x="3815" y="1069"/>
                  </a:lnTo>
                  <a:lnTo>
                    <a:pt x="4099" y="1047"/>
                  </a:lnTo>
                  <a:lnTo>
                    <a:pt x="4382" y="1069"/>
                  </a:lnTo>
                  <a:lnTo>
                    <a:pt x="4644" y="1112"/>
                  </a:lnTo>
                  <a:lnTo>
                    <a:pt x="4927" y="1156"/>
                  </a:lnTo>
                  <a:lnTo>
                    <a:pt x="5298" y="1243"/>
                  </a:lnTo>
                  <a:lnTo>
                    <a:pt x="5472" y="1287"/>
                  </a:lnTo>
                  <a:lnTo>
                    <a:pt x="5668" y="1309"/>
                  </a:lnTo>
                  <a:lnTo>
                    <a:pt x="5865" y="1330"/>
                  </a:lnTo>
                  <a:lnTo>
                    <a:pt x="6039" y="1287"/>
                  </a:lnTo>
                  <a:lnTo>
                    <a:pt x="6213" y="1243"/>
                  </a:lnTo>
                  <a:lnTo>
                    <a:pt x="6301" y="1178"/>
                  </a:lnTo>
                  <a:lnTo>
                    <a:pt x="6366" y="1134"/>
                  </a:lnTo>
                  <a:lnTo>
                    <a:pt x="6475" y="1003"/>
                  </a:lnTo>
                  <a:lnTo>
                    <a:pt x="6540" y="873"/>
                  </a:lnTo>
                  <a:lnTo>
                    <a:pt x="6584" y="764"/>
                  </a:lnTo>
                  <a:lnTo>
                    <a:pt x="6562" y="676"/>
                  </a:lnTo>
                  <a:lnTo>
                    <a:pt x="6497" y="567"/>
                  </a:lnTo>
                  <a:lnTo>
                    <a:pt x="6431" y="480"/>
                  </a:lnTo>
                  <a:lnTo>
                    <a:pt x="6322" y="393"/>
                  </a:lnTo>
                  <a:lnTo>
                    <a:pt x="6192" y="306"/>
                  </a:lnTo>
                  <a:lnTo>
                    <a:pt x="6017" y="219"/>
                  </a:lnTo>
                  <a:lnTo>
                    <a:pt x="5843" y="153"/>
                  </a:lnTo>
                  <a:lnTo>
                    <a:pt x="5668" y="88"/>
                  </a:lnTo>
                  <a:lnTo>
                    <a:pt x="5472" y="44"/>
                  </a:lnTo>
                  <a:lnTo>
                    <a:pt x="5276" y="22"/>
                  </a:lnTo>
                  <a:lnTo>
                    <a:pt x="508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3" name="Google Shape;11633;p80"/>
            <p:cNvSpPr/>
            <p:nvPr/>
          </p:nvSpPr>
          <p:spPr>
            <a:xfrm rot="-947327">
              <a:off x="5561600" y="3816572"/>
              <a:ext cx="143929" cy="193506"/>
            </a:xfrm>
            <a:custGeom>
              <a:rect b="b" l="l" r="r" t="t"/>
              <a:pathLst>
                <a:path extrusionOk="0" h="7740" w="5757">
                  <a:moveTo>
                    <a:pt x="873" y="1"/>
                  </a:moveTo>
                  <a:lnTo>
                    <a:pt x="786" y="22"/>
                  </a:lnTo>
                  <a:lnTo>
                    <a:pt x="677" y="66"/>
                  </a:lnTo>
                  <a:lnTo>
                    <a:pt x="589" y="131"/>
                  </a:lnTo>
                  <a:lnTo>
                    <a:pt x="502" y="240"/>
                  </a:lnTo>
                  <a:lnTo>
                    <a:pt x="415" y="349"/>
                  </a:lnTo>
                  <a:lnTo>
                    <a:pt x="371" y="458"/>
                  </a:lnTo>
                  <a:lnTo>
                    <a:pt x="328" y="589"/>
                  </a:lnTo>
                  <a:lnTo>
                    <a:pt x="284" y="851"/>
                  </a:lnTo>
                  <a:lnTo>
                    <a:pt x="262" y="1112"/>
                  </a:lnTo>
                  <a:lnTo>
                    <a:pt x="219" y="1483"/>
                  </a:lnTo>
                  <a:lnTo>
                    <a:pt x="175" y="1832"/>
                  </a:lnTo>
                  <a:lnTo>
                    <a:pt x="66" y="2529"/>
                  </a:lnTo>
                  <a:lnTo>
                    <a:pt x="1" y="2922"/>
                  </a:lnTo>
                  <a:lnTo>
                    <a:pt x="1" y="3118"/>
                  </a:lnTo>
                  <a:lnTo>
                    <a:pt x="1" y="3314"/>
                  </a:lnTo>
                  <a:lnTo>
                    <a:pt x="23" y="3510"/>
                  </a:lnTo>
                  <a:lnTo>
                    <a:pt x="66" y="3685"/>
                  </a:lnTo>
                  <a:lnTo>
                    <a:pt x="132" y="3881"/>
                  </a:lnTo>
                  <a:lnTo>
                    <a:pt x="219" y="4034"/>
                  </a:lnTo>
                  <a:lnTo>
                    <a:pt x="371" y="4252"/>
                  </a:lnTo>
                  <a:lnTo>
                    <a:pt x="546" y="4426"/>
                  </a:lnTo>
                  <a:lnTo>
                    <a:pt x="938" y="4753"/>
                  </a:lnTo>
                  <a:lnTo>
                    <a:pt x="1222" y="5015"/>
                  </a:lnTo>
                  <a:lnTo>
                    <a:pt x="1483" y="5320"/>
                  </a:lnTo>
                  <a:lnTo>
                    <a:pt x="1723" y="5647"/>
                  </a:lnTo>
                  <a:lnTo>
                    <a:pt x="1941" y="5974"/>
                  </a:lnTo>
                  <a:lnTo>
                    <a:pt x="2159" y="6388"/>
                  </a:lnTo>
                  <a:lnTo>
                    <a:pt x="2290" y="6563"/>
                  </a:lnTo>
                  <a:lnTo>
                    <a:pt x="2443" y="6715"/>
                  </a:lnTo>
                  <a:lnTo>
                    <a:pt x="2552" y="6781"/>
                  </a:lnTo>
                  <a:lnTo>
                    <a:pt x="2661" y="6846"/>
                  </a:lnTo>
                  <a:lnTo>
                    <a:pt x="2900" y="6933"/>
                  </a:lnTo>
                  <a:lnTo>
                    <a:pt x="4601" y="7587"/>
                  </a:lnTo>
                  <a:lnTo>
                    <a:pt x="4906" y="7696"/>
                  </a:lnTo>
                  <a:lnTo>
                    <a:pt x="5059" y="7740"/>
                  </a:lnTo>
                  <a:lnTo>
                    <a:pt x="5233" y="7740"/>
                  </a:lnTo>
                  <a:lnTo>
                    <a:pt x="5386" y="7718"/>
                  </a:lnTo>
                  <a:lnTo>
                    <a:pt x="5538" y="7653"/>
                  </a:lnTo>
                  <a:lnTo>
                    <a:pt x="5669" y="7544"/>
                  </a:lnTo>
                  <a:lnTo>
                    <a:pt x="5713" y="7478"/>
                  </a:lnTo>
                  <a:lnTo>
                    <a:pt x="5734" y="7413"/>
                  </a:lnTo>
                  <a:lnTo>
                    <a:pt x="5756" y="7326"/>
                  </a:lnTo>
                  <a:lnTo>
                    <a:pt x="5756" y="7260"/>
                  </a:lnTo>
                  <a:lnTo>
                    <a:pt x="5734" y="7108"/>
                  </a:lnTo>
                  <a:lnTo>
                    <a:pt x="5647" y="6955"/>
                  </a:lnTo>
                  <a:lnTo>
                    <a:pt x="5538" y="6824"/>
                  </a:lnTo>
                  <a:lnTo>
                    <a:pt x="5407" y="6737"/>
                  </a:lnTo>
                  <a:lnTo>
                    <a:pt x="5255" y="6672"/>
                  </a:lnTo>
                  <a:lnTo>
                    <a:pt x="4950" y="6584"/>
                  </a:lnTo>
                  <a:lnTo>
                    <a:pt x="4426" y="6432"/>
                  </a:lnTo>
                  <a:lnTo>
                    <a:pt x="4165" y="6345"/>
                  </a:lnTo>
                  <a:lnTo>
                    <a:pt x="3925" y="6214"/>
                  </a:lnTo>
                  <a:lnTo>
                    <a:pt x="3707" y="6083"/>
                  </a:lnTo>
                  <a:lnTo>
                    <a:pt x="3511" y="5930"/>
                  </a:lnTo>
                  <a:lnTo>
                    <a:pt x="3424" y="5843"/>
                  </a:lnTo>
                  <a:lnTo>
                    <a:pt x="3336" y="5734"/>
                  </a:lnTo>
                  <a:lnTo>
                    <a:pt x="3271" y="5625"/>
                  </a:lnTo>
                  <a:lnTo>
                    <a:pt x="3227" y="5516"/>
                  </a:lnTo>
                  <a:lnTo>
                    <a:pt x="3184" y="5364"/>
                  </a:lnTo>
                  <a:lnTo>
                    <a:pt x="3140" y="5189"/>
                  </a:lnTo>
                  <a:lnTo>
                    <a:pt x="3097" y="5015"/>
                  </a:lnTo>
                  <a:lnTo>
                    <a:pt x="3031" y="4862"/>
                  </a:lnTo>
                  <a:lnTo>
                    <a:pt x="2944" y="4753"/>
                  </a:lnTo>
                  <a:lnTo>
                    <a:pt x="2857" y="4666"/>
                  </a:lnTo>
                  <a:lnTo>
                    <a:pt x="2748" y="4579"/>
                  </a:lnTo>
                  <a:lnTo>
                    <a:pt x="2639" y="4513"/>
                  </a:lnTo>
                  <a:lnTo>
                    <a:pt x="2399" y="4383"/>
                  </a:lnTo>
                  <a:lnTo>
                    <a:pt x="2181" y="4252"/>
                  </a:lnTo>
                  <a:lnTo>
                    <a:pt x="1985" y="4121"/>
                  </a:lnTo>
                  <a:lnTo>
                    <a:pt x="1810" y="3968"/>
                  </a:lnTo>
                  <a:lnTo>
                    <a:pt x="1679" y="3794"/>
                  </a:lnTo>
                  <a:lnTo>
                    <a:pt x="1527" y="3598"/>
                  </a:lnTo>
                  <a:lnTo>
                    <a:pt x="1418" y="3401"/>
                  </a:lnTo>
                  <a:lnTo>
                    <a:pt x="1331" y="3183"/>
                  </a:lnTo>
                  <a:lnTo>
                    <a:pt x="1243" y="2965"/>
                  </a:lnTo>
                  <a:lnTo>
                    <a:pt x="1200" y="2747"/>
                  </a:lnTo>
                  <a:lnTo>
                    <a:pt x="1156" y="2529"/>
                  </a:lnTo>
                  <a:lnTo>
                    <a:pt x="1134" y="2290"/>
                  </a:lnTo>
                  <a:lnTo>
                    <a:pt x="1134" y="2072"/>
                  </a:lnTo>
                  <a:lnTo>
                    <a:pt x="1134" y="1832"/>
                  </a:lnTo>
                  <a:lnTo>
                    <a:pt x="1178" y="1374"/>
                  </a:lnTo>
                  <a:lnTo>
                    <a:pt x="1243" y="916"/>
                  </a:lnTo>
                  <a:lnTo>
                    <a:pt x="1287" y="655"/>
                  </a:lnTo>
                  <a:lnTo>
                    <a:pt x="1309" y="524"/>
                  </a:lnTo>
                  <a:lnTo>
                    <a:pt x="1287" y="393"/>
                  </a:lnTo>
                  <a:lnTo>
                    <a:pt x="1265" y="262"/>
                  </a:lnTo>
                  <a:lnTo>
                    <a:pt x="1200" y="153"/>
                  </a:lnTo>
                  <a:lnTo>
                    <a:pt x="1091" y="66"/>
                  </a:lnTo>
                  <a:lnTo>
                    <a:pt x="982" y="22"/>
                  </a:lnTo>
                  <a:lnTo>
                    <a:pt x="87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4" name="Google Shape;11634;p80"/>
            <p:cNvSpPr/>
            <p:nvPr/>
          </p:nvSpPr>
          <p:spPr>
            <a:xfrm rot="-947327">
              <a:off x="5749747" y="3917182"/>
              <a:ext cx="162980" cy="58352"/>
            </a:xfrm>
            <a:custGeom>
              <a:rect b="b" l="l" r="r" t="t"/>
              <a:pathLst>
                <a:path extrusionOk="0" h="2334" w="6519">
                  <a:moveTo>
                    <a:pt x="6104" y="1"/>
                  </a:moveTo>
                  <a:lnTo>
                    <a:pt x="5995" y="22"/>
                  </a:lnTo>
                  <a:lnTo>
                    <a:pt x="5755" y="131"/>
                  </a:lnTo>
                  <a:lnTo>
                    <a:pt x="5559" y="262"/>
                  </a:lnTo>
                  <a:lnTo>
                    <a:pt x="5319" y="393"/>
                  </a:lnTo>
                  <a:lnTo>
                    <a:pt x="5058" y="502"/>
                  </a:lnTo>
                  <a:lnTo>
                    <a:pt x="4818" y="611"/>
                  </a:lnTo>
                  <a:lnTo>
                    <a:pt x="4535" y="676"/>
                  </a:lnTo>
                  <a:lnTo>
                    <a:pt x="4273" y="698"/>
                  </a:lnTo>
                  <a:lnTo>
                    <a:pt x="3990" y="720"/>
                  </a:lnTo>
                  <a:lnTo>
                    <a:pt x="3728" y="698"/>
                  </a:lnTo>
                  <a:lnTo>
                    <a:pt x="3445" y="676"/>
                  </a:lnTo>
                  <a:lnTo>
                    <a:pt x="3183" y="611"/>
                  </a:lnTo>
                  <a:lnTo>
                    <a:pt x="3052" y="589"/>
                  </a:lnTo>
                  <a:lnTo>
                    <a:pt x="2921" y="589"/>
                  </a:lnTo>
                  <a:lnTo>
                    <a:pt x="2725" y="633"/>
                  </a:lnTo>
                  <a:lnTo>
                    <a:pt x="2551" y="698"/>
                  </a:lnTo>
                  <a:lnTo>
                    <a:pt x="2376" y="785"/>
                  </a:lnTo>
                  <a:lnTo>
                    <a:pt x="2202" y="894"/>
                  </a:lnTo>
                  <a:lnTo>
                    <a:pt x="2028" y="1003"/>
                  </a:lnTo>
                  <a:lnTo>
                    <a:pt x="1853" y="1112"/>
                  </a:lnTo>
                  <a:lnTo>
                    <a:pt x="1679" y="1178"/>
                  </a:lnTo>
                  <a:lnTo>
                    <a:pt x="1483" y="1221"/>
                  </a:lnTo>
                  <a:lnTo>
                    <a:pt x="1308" y="1200"/>
                  </a:lnTo>
                  <a:lnTo>
                    <a:pt x="1134" y="1178"/>
                  </a:lnTo>
                  <a:lnTo>
                    <a:pt x="785" y="1091"/>
                  </a:lnTo>
                  <a:lnTo>
                    <a:pt x="698" y="1069"/>
                  </a:lnTo>
                  <a:lnTo>
                    <a:pt x="589" y="1069"/>
                  </a:lnTo>
                  <a:lnTo>
                    <a:pt x="392" y="1112"/>
                  </a:lnTo>
                  <a:lnTo>
                    <a:pt x="218" y="1178"/>
                  </a:lnTo>
                  <a:lnTo>
                    <a:pt x="87" y="1287"/>
                  </a:lnTo>
                  <a:lnTo>
                    <a:pt x="44" y="1352"/>
                  </a:lnTo>
                  <a:lnTo>
                    <a:pt x="0" y="1418"/>
                  </a:lnTo>
                  <a:lnTo>
                    <a:pt x="0" y="1483"/>
                  </a:lnTo>
                  <a:lnTo>
                    <a:pt x="0" y="1570"/>
                  </a:lnTo>
                  <a:lnTo>
                    <a:pt x="22" y="1636"/>
                  </a:lnTo>
                  <a:lnTo>
                    <a:pt x="65" y="1701"/>
                  </a:lnTo>
                  <a:lnTo>
                    <a:pt x="153" y="1788"/>
                  </a:lnTo>
                  <a:lnTo>
                    <a:pt x="262" y="1854"/>
                  </a:lnTo>
                  <a:lnTo>
                    <a:pt x="480" y="1941"/>
                  </a:lnTo>
                  <a:lnTo>
                    <a:pt x="741" y="2028"/>
                  </a:lnTo>
                  <a:lnTo>
                    <a:pt x="1025" y="2072"/>
                  </a:lnTo>
                  <a:lnTo>
                    <a:pt x="1308" y="2137"/>
                  </a:lnTo>
                  <a:lnTo>
                    <a:pt x="1897" y="2202"/>
                  </a:lnTo>
                  <a:lnTo>
                    <a:pt x="2420" y="2268"/>
                  </a:lnTo>
                  <a:lnTo>
                    <a:pt x="2703" y="2311"/>
                  </a:lnTo>
                  <a:lnTo>
                    <a:pt x="2856" y="2333"/>
                  </a:lnTo>
                  <a:lnTo>
                    <a:pt x="2987" y="2311"/>
                  </a:lnTo>
                  <a:lnTo>
                    <a:pt x="3161" y="2246"/>
                  </a:lnTo>
                  <a:lnTo>
                    <a:pt x="3314" y="2181"/>
                  </a:lnTo>
                  <a:lnTo>
                    <a:pt x="3597" y="2006"/>
                  </a:lnTo>
                  <a:lnTo>
                    <a:pt x="3772" y="1919"/>
                  </a:lnTo>
                  <a:lnTo>
                    <a:pt x="3968" y="1832"/>
                  </a:lnTo>
                  <a:lnTo>
                    <a:pt x="4338" y="1723"/>
                  </a:lnTo>
                  <a:lnTo>
                    <a:pt x="5101" y="1548"/>
                  </a:lnTo>
                  <a:lnTo>
                    <a:pt x="5494" y="1418"/>
                  </a:lnTo>
                  <a:lnTo>
                    <a:pt x="5668" y="1352"/>
                  </a:lnTo>
                  <a:lnTo>
                    <a:pt x="5843" y="1265"/>
                  </a:lnTo>
                  <a:lnTo>
                    <a:pt x="6017" y="1156"/>
                  </a:lnTo>
                  <a:lnTo>
                    <a:pt x="6170" y="1047"/>
                  </a:lnTo>
                  <a:lnTo>
                    <a:pt x="6301" y="894"/>
                  </a:lnTo>
                  <a:lnTo>
                    <a:pt x="6410" y="742"/>
                  </a:lnTo>
                  <a:lnTo>
                    <a:pt x="6497" y="567"/>
                  </a:lnTo>
                  <a:lnTo>
                    <a:pt x="6519" y="480"/>
                  </a:lnTo>
                  <a:lnTo>
                    <a:pt x="6519" y="393"/>
                  </a:lnTo>
                  <a:lnTo>
                    <a:pt x="6519" y="306"/>
                  </a:lnTo>
                  <a:lnTo>
                    <a:pt x="6497" y="219"/>
                  </a:lnTo>
                  <a:lnTo>
                    <a:pt x="6453" y="131"/>
                  </a:lnTo>
                  <a:lnTo>
                    <a:pt x="6410" y="66"/>
                  </a:lnTo>
                  <a:lnTo>
                    <a:pt x="6301" y="22"/>
                  </a:lnTo>
                  <a:lnTo>
                    <a:pt x="621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5" name="Google Shape;11635;p80"/>
            <p:cNvSpPr/>
            <p:nvPr/>
          </p:nvSpPr>
          <p:spPr>
            <a:xfrm rot="-947327">
              <a:off x="6238835" y="3135487"/>
              <a:ext cx="214756" cy="230582"/>
            </a:xfrm>
            <a:custGeom>
              <a:rect b="b" l="l" r="r" t="t"/>
              <a:pathLst>
                <a:path extrusionOk="0" h="9223" w="8590">
                  <a:moveTo>
                    <a:pt x="4186" y="0"/>
                  </a:moveTo>
                  <a:lnTo>
                    <a:pt x="3946" y="22"/>
                  </a:lnTo>
                  <a:lnTo>
                    <a:pt x="3706" y="44"/>
                  </a:lnTo>
                  <a:lnTo>
                    <a:pt x="1395" y="262"/>
                  </a:lnTo>
                  <a:lnTo>
                    <a:pt x="1047" y="284"/>
                  </a:lnTo>
                  <a:lnTo>
                    <a:pt x="785" y="306"/>
                  </a:lnTo>
                  <a:lnTo>
                    <a:pt x="523" y="349"/>
                  </a:lnTo>
                  <a:lnTo>
                    <a:pt x="284" y="415"/>
                  </a:lnTo>
                  <a:lnTo>
                    <a:pt x="175" y="458"/>
                  </a:lnTo>
                  <a:lnTo>
                    <a:pt x="87" y="502"/>
                  </a:lnTo>
                  <a:lnTo>
                    <a:pt x="22" y="567"/>
                  </a:lnTo>
                  <a:lnTo>
                    <a:pt x="0" y="654"/>
                  </a:lnTo>
                  <a:lnTo>
                    <a:pt x="0" y="742"/>
                  </a:lnTo>
                  <a:lnTo>
                    <a:pt x="22" y="851"/>
                  </a:lnTo>
                  <a:lnTo>
                    <a:pt x="66" y="894"/>
                  </a:lnTo>
                  <a:lnTo>
                    <a:pt x="109" y="938"/>
                  </a:lnTo>
                  <a:lnTo>
                    <a:pt x="262" y="1003"/>
                  </a:lnTo>
                  <a:lnTo>
                    <a:pt x="414" y="1025"/>
                  </a:lnTo>
                  <a:lnTo>
                    <a:pt x="611" y="1047"/>
                  </a:lnTo>
                  <a:lnTo>
                    <a:pt x="1003" y="1025"/>
                  </a:lnTo>
                  <a:lnTo>
                    <a:pt x="1286" y="1003"/>
                  </a:lnTo>
                  <a:lnTo>
                    <a:pt x="1832" y="960"/>
                  </a:lnTo>
                  <a:lnTo>
                    <a:pt x="2398" y="938"/>
                  </a:lnTo>
                  <a:lnTo>
                    <a:pt x="2682" y="960"/>
                  </a:lnTo>
                  <a:lnTo>
                    <a:pt x="2965" y="960"/>
                  </a:lnTo>
                  <a:lnTo>
                    <a:pt x="3249" y="1003"/>
                  </a:lnTo>
                  <a:lnTo>
                    <a:pt x="3532" y="1047"/>
                  </a:lnTo>
                  <a:lnTo>
                    <a:pt x="3772" y="1112"/>
                  </a:lnTo>
                  <a:lnTo>
                    <a:pt x="4012" y="1178"/>
                  </a:lnTo>
                  <a:lnTo>
                    <a:pt x="4251" y="1287"/>
                  </a:lnTo>
                  <a:lnTo>
                    <a:pt x="4469" y="1374"/>
                  </a:lnTo>
                  <a:lnTo>
                    <a:pt x="4905" y="1614"/>
                  </a:lnTo>
                  <a:lnTo>
                    <a:pt x="5341" y="1897"/>
                  </a:lnTo>
                  <a:lnTo>
                    <a:pt x="5734" y="2202"/>
                  </a:lnTo>
                  <a:lnTo>
                    <a:pt x="6126" y="2529"/>
                  </a:lnTo>
                  <a:lnTo>
                    <a:pt x="6497" y="2878"/>
                  </a:lnTo>
                  <a:lnTo>
                    <a:pt x="6846" y="3227"/>
                  </a:lnTo>
                  <a:lnTo>
                    <a:pt x="7064" y="3467"/>
                  </a:lnTo>
                  <a:lnTo>
                    <a:pt x="7216" y="3707"/>
                  </a:lnTo>
                  <a:lnTo>
                    <a:pt x="7304" y="3816"/>
                  </a:lnTo>
                  <a:lnTo>
                    <a:pt x="7347" y="3968"/>
                  </a:lnTo>
                  <a:lnTo>
                    <a:pt x="7369" y="4099"/>
                  </a:lnTo>
                  <a:lnTo>
                    <a:pt x="7369" y="4230"/>
                  </a:lnTo>
                  <a:lnTo>
                    <a:pt x="7347" y="4339"/>
                  </a:lnTo>
                  <a:lnTo>
                    <a:pt x="7325" y="4448"/>
                  </a:lnTo>
                  <a:lnTo>
                    <a:pt x="7238" y="4666"/>
                  </a:lnTo>
                  <a:lnTo>
                    <a:pt x="7194" y="4884"/>
                  </a:lnTo>
                  <a:lnTo>
                    <a:pt x="7194" y="4993"/>
                  </a:lnTo>
                  <a:lnTo>
                    <a:pt x="7216" y="5102"/>
                  </a:lnTo>
                  <a:lnTo>
                    <a:pt x="7260" y="5233"/>
                  </a:lnTo>
                  <a:lnTo>
                    <a:pt x="7347" y="5342"/>
                  </a:lnTo>
                  <a:lnTo>
                    <a:pt x="7434" y="5451"/>
                  </a:lnTo>
                  <a:lnTo>
                    <a:pt x="7522" y="5581"/>
                  </a:lnTo>
                  <a:lnTo>
                    <a:pt x="7565" y="5669"/>
                  </a:lnTo>
                  <a:lnTo>
                    <a:pt x="7587" y="5778"/>
                  </a:lnTo>
                  <a:lnTo>
                    <a:pt x="7609" y="5887"/>
                  </a:lnTo>
                  <a:lnTo>
                    <a:pt x="7609" y="5996"/>
                  </a:lnTo>
                  <a:lnTo>
                    <a:pt x="7565" y="6235"/>
                  </a:lnTo>
                  <a:lnTo>
                    <a:pt x="7500" y="6453"/>
                  </a:lnTo>
                  <a:lnTo>
                    <a:pt x="7413" y="6693"/>
                  </a:lnTo>
                  <a:lnTo>
                    <a:pt x="7347" y="6933"/>
                  </a:lnTo>
                  <a:lnTo>
                    <a:pt x="7304" y="7173"/>
                  </a:lnTo>
                  <a:lnTo>
                    <a:pt x="7304" y="7282"/>
                  </a:lnTo>
                  <a:lnTo>
                    <a:pt x="7325" y="7391"/>
                  </a:lnTo>
                  <a:lnTo>
                    <a:pt x="7369" y="7631"/>
                  </a:lnTo>
                  <a:lnTo>
                    <a:pt x="7391" y="7762"/>
                  </a:lnTo>
                  <a:lnTo>
                    <a:pt x="7391" y="7871"/>
                  </a:lnTo>
                  <a:lnTo>
                    <a:pt x="7369" y="7958"/>
                  </a:lnTo>
                  <a:lnTo>
                    <a:pt x="7347" y="8023"/>
                  </a:lnTo>
                  <a:lnTo>
                    <a:pt x="7260" y="8176"/>
                  </a:lnTo>
                  <a:lnTo>
                    <a:pt x="7129" y="8285"/>
                  </a:lnTo>
                  <a:lnTo>
                    <a:pt x="6998" y="8394"/>
                  </a:lnTo>
                  <a:lnTo>
                    <a:pt x="6889" y="8525"/>
                  </a:lnTo>
                  <a:lnTo>
                    <a:pt x="6780" y="8655"/>
                  </a:lnTo>
                  <a:lnTo>
                    <a:pt x="6758" y="8743"/>
                  </a:lnTo>
                  <a:lnTo>
                    <a:pt x="6737" y="8808"/>
                  </a:lnTo>
                  <a:lnTo>
                    <a:pt x="6737" y="8895"/>
                  </a:lnTo>
                  <a:lnTo>
                    <a:pt x="6737" y="8982"/>
                  </a:lnTo>
                  <a:lnTo>
                    <a:pt x="6780" y="9048"/>
                  </a:lnTo>
                  <a:lnTo>
                    <a:pt x="6824" y="9113"/>
                  </a:lnTo>
                  <a:lnTo>
                    <a:pt x="6889" y="9157"/>
                  </a:lnTo>
                  <a:lnTo>
                    <a:pt x="6955" y="9200"/>
                  </a:lnTo>
                  <a:lnTo>
                    <a:pt x="7020" y="9222"/>
                  </a:lnTo>
                  <a:lnTo>
                    <a:pt x="7260" y="9222"/>
                  </a:lnTo>
                  <a:lnTo>
                    <a:pt x="7413" y="9157"/>
                  </a:lnTo>
                  <a:lnTo>
                    <a:pt x="7543" y="9070"/>
                  </a:lnTo>
                  <a:lnTo>
                    <a:pt x="7652" y="8961"/>
                  </a:lnTo>
                  <a:lnTo>
                    <a:pt x="7761" y="8830"/>
                  </a:lnTo>
                  <a:lnTo>
                    <a:pt x="7870" y="8677"/>
                  </a:lnTo>
                  <a:lnTo>
                    <a:pt x="7979" y="8503"/>
                  </a:lnTo>
                  <a:lnTo>
                    <a:pt x="8067" y="8328"/>
                  </a:lnTo>
                  <a:lnTo>
                    <a:pt x="8154" y="8154"/>
                  </a:lnTo>
                  <a:lnTo>
                    <a:pt x="8197" y="7958"/>
                  </a:lnTo>
                  <a:lnTo>
                    <a:pt x="8263" y="7762"/>
                  </a:lnTo>
                  <a:lnTo>
                    <a:pt x="8285" y="7565"/>
                  </a:lnTo>
                  <a:lnTo>
                    <a:pt x="8306" y="7369"/>
                  </a:lnTo>
                  <a:lnTo>
                    <a:pt x="8328" y="6955"/>
                  </a:lnTo>
                  <a:lnTo>
                    <a:pt x="8350" y="6759"/>
                  </a:lnTo>
                  <a:lnTo>
                    <a:pt x="8394" y="6562"/>
                  </a:lnTo>
                  <a:lnTo>
                    <a:pt x="8503" y="6301"/>
                  </a:lnTo>
                  <a:lnTo>
                    <a:pt x="8546" y="6170"/>
                  </a:lnTo>
                  <a:lnTo>
                    <a:pt x="8590" y="6039"/>
                  </a:lnTo>
                  <a:lnTo>
                    <a:pt x="8568" y="5908"/>
                  </a:lnTo>
                  <a:lnTo>
                    <a:pt x="8546" y="5799"/>
                  </a:lnTo>
                  <a:lnTo>
                    <a:pt x="8459" y="5581"/>
                  </a:lnTo>
                  <a:lnTo>
                    <a:pt x="8350" y="5363"/>
                  </a:lnTo>
                  <a:lnTo>
                    <a:pt x="8306" y="5254"/>
                  </a:lnTo>
                  <a:lnTo>
                    <a:pt x="8285" y="5124"/>
                  </a:lnTo>
                  <a:lnTo>
                    <a:pt x="8241" y="4927"/>
                  </a:lnTo>
                  <a:lnTo>
                    <a:pt x="8263" y="4753"/>
                  </a:lnTo>
                  <a:lnTo>
                    <a:pt x="8306" y="4557"/>
                  </a:lnTo>
                  <a:lnTo>
                    <a:pt x="8350" y="4361"/>
                  </a:lnTo>
                  <a:lnTo>
                    <a:pt x="8481" y="3968"/>
                  </a:lnTo>
                  <a:lnTo>
                    <a:pt x="8503" y="3772"/>
                  </a:lnTo>
                  <a:lnTo>
                    <a:pt x="8524" y="3554"/>
                  </a:lnTo>
                  <a:lnTo>
                    <a:pt x="8503" y="3336"/>
                  </a:lnTo>
                  <a:lnTo>
                    <a:pt x="8437" y="3118"/>
                  </a:lnTo>
                  <a:lnTo>
                    <a:pt x="8328" y="2922"/>
                  </a:lnTo>
                  <a:lnTo>
                    <a:pt x="8176" y="2726"/>
                  </a:lnTo>
                  <a:lnTo>
                    <a:pt x="8001" y="2573"/>
                  </a:lnTo>
                  <a:lnTo>
                    <a:pt x="7827" y="2399"/>
                  </a:lnTo>
                  <a:lnTo>
                    <a:pt x="7631" y="2268"/>
                  </a:lnTo>
                  <a:lnTo>
                    <a:pt x="7413" y="2159"/>
                  </a:lnTo>
                  <a:lnTo>
                    <a:pt x="6998" y="1941"/>
                  </a:lnTo>
                  <a:lnTo>
                    <a:pt x="6562" y="1744"/>
                  </a:lnTo>
                  <a:lnTo>
                    <a:pt x="6366" y="1635"/>
                  </a:lnTo>
                  <a:lnTo>
                    <a:pt x="6148" y="1526"/>
                  </a:lnTo>
                  <a:lnTo>
                    <a:pt x="5974" y="1374"/>
                  </a:lnTo>
                  <a:lnTo>
                    <a:pt x="5799" y="1221"/>
                  </a:lnTo>
                  <a:lnTo>
                    <a:pt x="5647" y="1069"/>
                  </a:lnTo>
                  <a:lnTo>
                    <a:pt x="5516" y="916"/>
                  </a:lnTo>
                  <a:lnTo>
                    <a:pt x="5254" y="589"/>
                  </a:lnTo>
                  <a:lnTo>
                    <a:pt x="5123" y="436"/>
                  </a:lnTo>
                  <a:lnTo>
                    <a:pt x="4971" y="306"/>
                  </a:lnTo>
                  <a:lnTo>
                    <a:pt x="4818" y="175"/>
                  </a:lnTo>
                  <a:lnTo>
                    <a:pt x="4622" y="88"/>
                  </a:lnTo>
                  <a:lnTo>
                    <a:pt x="4404" y="22"/>
                  </a:lnTo>
                  <a:lnTo>
                    <a:pt x="418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6" name="Google Shape;11636;p80"/>
            <p:cNvSpPr/>
            <p:nvPr/>
          </p:nvSpPr>
          <p:spPr>
            <a:xfrm rot="-947327">
              <a:off x="6414903" y="3722490"/>
              <a:ext cx="81777" cy="176080"/>
            </a:xfrm>
            <a:custGeom>
              <a:rect b="b" l="l" r="r" t="t"/>
              <a:pathLst>
                <a:path extrusionOk="0" h="7043" w="3271">
                  <a:moveTo>
                    <a:pt x="2703" y="1"/>
                  </a:moveTo>
                  <a:lnTo>
                    <a:pt x="2660" y="44"/>
                  </a:lnTo>
                  <a:lnTo>
                    <a:pt x="2594" y="88"/>
                  </a:lnTo>
                  <a:lnTo>
                    <a:pt x="2551" y="153"/>
                  </a:lnTo>
                  <a:lnTo>
                    <a:pt x="2464" y="306"/>
                  </a:lnTo>
                  <a:lnTo>
                    <a:pt x="2420" y="524"/>
                  </a:lnTo>
                  <a:lnTo>
                    <a:pt x="2376" y="1047"/>
                  </a:lnTo>
                  <a:lnTo>
                    <a:pt x="2333" y="1309"/>
                  </a:lnTo>
                  <a:lnTo>
                    <a:pt x="2311" y="1549"/>
                  </a:lnTo>
                  <a:lnTo>
                    <a:pt x="2246" y="1788"/>
                  </a:lnTo>
                  <a:lnTo>
                    <a:pt x="2180" y="2006"/>
                  </a:lnTo>
                  <a:lnTo>
                    <a:pt x="2049" y="2246"/>
                  </a:lnTo>
                  <a:lnTo>
                    <a:pt x="1897" y="2486"/>
                  </a:lnTo>
                  <a:lnTo>
                    <a:pt x="1701" y="2748"/>
                  </a:lnTo>
                  <a:lnTo>
                    <a:pt x="1613" y="2878"/>
                  </a:lnTo>
                  <a:lnTo>
                    <a:pt x="1548" y="3031"/>
                  </a:lnTo>
                  <a:lnTo>
                    <a:pt x="1526" y="3140"/>
                  </a:lnTo>
                  <a:lnTo>
                    <a:pt x="1526" y="3249"/>
                  </a:lnTo>
                  <a:lnTo>
                    <a:pt x="1570" y="3467"/>
                  </a:lnTo>
                  <a:lnTo>
                    <a:pt x="1613" y="3685"/>
                  </a:lnTo>
                  <a:lnTo>
                    <a:pt x="1679" y="3903"/>
                  </a:lnTo>
                  <a:lnTo>
                    <a:pt x="1701" y="4099"/>
                  </a:lnTo>
                  <a:lnTo>
                    <a:pt x="1701" y="4274"/>
                  </a:lnTo>
                  <a:lnTo>
                    <a:pt x="1679" y="4448"/>
                  </a:lnTo>
                  <a:lnTo>
                    <a:pt x="1635" y="4623"/>
                  </a:lnTo>
                  <a:lnTo>
                    <a:pt x="1592" y="4797"/>
                  </a:lnTo>
                  <a:lnTo>
                    <a:pt x="1526" y="4971"/>
                  </a:lnTo>
                  <a:lnTo>
                    <a:pt x="1439" y="5124"/>
                  </a:lnTo>
                  <a:lnTo>
                    <a:pt x="1352" y="5277"/>
                  </a:lnTo>
                  <a:lnTo>
                    <a:pt x="1134" y="5560"/>
                  </a:lnTo>
                  <a:lnTo>
                    <a:pt x="872" y="5822"/>
                  </a:lnTo>
                  <a:lnTo>
                    <a:pt x="589" y="6061"/>
                  </a:lnTo>
                  <a:lnTo>
                    <a:pt x="305" y="6279"/>
                  </a:lnTo>
                  <a:lnTo>
                    <a:pt x="174" y="6367"/>
                  </a:lnTo>
                  <a:lnTo>
                    <a:pt x="65" y="6497"/>
                  </a:lnTo>
                  <a:lnTo>
                    <a:pt x="22" y="6541"/>
                  </a:lnTo>
                  <a:lnTo>
                    <a:pt x="0" y="6606"/>
                  </a:lnTo>
                  <a:lnTo>
                    <a:pt x="0" y="6694"/>
                  </a:lnTo>
                  <a:lnTo>
                    <a:pt x="0" y="6759"/>
                  </a:lnTo>
                  <a:lnTo>
                    <a:pt x="22" y="6824"/>
                  </a:lnTo>
                  <a:lnTo>
                    <a:pt x="87" y="6890"/>
                  </a:lnTo>
                  <a:lnTo>
                    <a:pt x="153" y="6955"/>
                  </a:lnTo>
                  <a:lnTo>
                    <a:pt x="218" y="6977"/>
                  </a:lnTo>
                  <a:lnTo>
                    <a:pt x="371" y="7021"/>
                  </a:lnTo>
                  <a:lnTo>
                    <a:pt x="501" y="7042"/>
                  </a:lnTo>
                  <a:lnTo>
                    <a:pt x="654" y="7021"/>
                  </a:lnTo>
                  <a:lnTo>
                    <a:pt x="785" y="6977"/>
                  </a:lnTo>
                  <a:lnTo>
                    <a:pt x="916" y="6933"/>
                  </a:lnTo>
                  <a:lnTo>
                    <a:pt x="1047" y="6846"/>
                  </a:lnTo>
                  <a:lnTo>
                    <a:pt x="1177" y="6759"/>
                  </a:lnTo>
                  <a:lnTo>
                    <a:pt x="1265" y="6650"/>
                  </a:lnTo>
                  <a:lnTo>
                    <a:pt x="1461" y="6432"/>
                  </a:lnTo>
                  <a:lnTo>
                    <a:pt x="1613" y="6192"/>
                  </a:lnTo>
                  <a:lnTo>
                    <a:pt x="1766" y="5931"/>
                  </a:lnTo>
                  <a:lnTo>
                    <a:pt x="1919" y="5691"/>
                  </a:lnTo>
                  <a:lnTo>
                    <a:pt x="2115" y="5407"/>
                  </a:lnTo>
                  <a:lnTo>
                    <a:pt x="2311" y="5146"/>
                  </a:lnTo>
                  <a:lnTo>
                    <a:pt x="2507" y="4862"/>
                  </a:lnTo>
                  <a:lnTo>
                    <a:pt x="2573" y="4732"/>
                  </a:lnTo>
                  <a:lnTo>
                    <a:pt x="2660" y="4579"/>
                  </a:lnTo>
                  <a:lnTo>
                    <a:pt x="2725" y="4317"/>
                  </a:lnTo>
                  <a:lnTo>
                    <a:pt x="2769" y="4078"/>
                  </a:lnTo>
                  <a:lnTo>
                    <a:pt x="2791" y="3816"/>
                  </a:lnTo>
                  <a:lnTo>
                    <a:pt x="2791" y="3554"/>
                  </a:lnTo>
                  <a:lnTo>
                    <a:pt x="2791" y="3031"/>
                  </a:lnTo>
                  <a:lnTo>
                    <a:pt x="2812" y="2769"/>
                  </a:lnTo>
                  <a:lnTo>
                    <a:pt x="2834" y="2508"/>
                  </a:lnTo>
                  <a:lnTo>
                    <a:pt x="2900" y="2246"/>
                  </a:lnTo>
                  <a:lnTo>
                    <a:pt x="2987" y="2006"/>
                  </a:lnTo>
                  <a:lnTo>
                    <a:pt x="3161" y="1483"/>
                  </a:lnTo>
                  <a:lnTo>
                    <a:pt x="3227" y="1243"/>
                  </a:lnTo>
                  <a:lnTo>
                    <a:pt x="3270" y="982"/>
                  </a:lnTo>
                  <a:lnTo>
                    <a:pt x="3270" y="720"/>
                  </a:lnTo>
                  <a:lnTo>
                    <a:pt x="3248" y="611"/>
                  </a:lnTo>
                  <a:lnTo>
                    <a:pt x="3227" y="480"/>
                  </a:lnTo>
                  <a:lnTo>
                    <a:pt x="3183" y="350"/>
                  </a:lnTo>
                  <a:lnTo>
                    <a:pt x="3139" y="241"/>
                  </a:lnTo>
                  <a:lnTo>
                    <a:pt x="3074" y="153"/>
                  </a:lnTo>
                  <a:lnTo>
                    <a:pt x="3030" y="88"/>
                  </a:lnTo>
                  <a:lnTo>
                    <a:pt x="2965" y="44"/>
                  </a:lnTo>
                  <a:lnTo>
                    <a:pt x="290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37" name="Google Shape;11637;p80"/>
          <p:cNvGrpSpPr/>
          <p:nvPr/>
        </p:nvGrpSpPr>
        <p:grpSpPr>
          <a:xfrm>
            <a:off x="6695300" y="2483879"/>
            <a:ext cx="1493925" cy="1570675"/>
            <a:chOff x="7172575" y="2660725"/>
            <a:chExt cx="1493925" cy="1570675"/>
          </a:xfrm>
        </p:grpSpPr>
        <p:sp>
          <p:nvSpPr>
            <p:cNvPr id="11638" name="Google Shape;11638;p80"/>
            <p:cNvSpPr/>
            <p:nvPr/>
          </p:nvSpPr>
          <p:spPr>
            <a:xfrm>
              <a:off x="7172575" y="2736925"/>
              <a:ext cx="1493925" cy="1494475"/>
            </a:xfrm>
            <a:custGeom>
              <a:rect b="b" l="l" r="r" t="t"/>
              <a:pathLst>
                <a:path extrusionOk="0" h="59779" w="59757">
                  <a:moveTo>
                    <a:pt x="29104" y="0"/>
                  </a:moveTo>
                  <a:lnTo>
                    <a:pt x="28341" y="22"/>
                  </a:lnTo>
                  <a:lnTo>
                    <a:pt x="27578" y="88"/>
                  </a:lnTo>
                  <a:lnTo>
                    <a:pt x="26815" y="153"/>
                  </a:lnTo>
                  <a:lnTo>
                    <a:pt x="26074" y="240"/>
                  </a:lnTo>
                  <a:lnTo>
                    <a:pt x="25333" y="349"/>
                  </a:lnTo>
                  <a:lnTo>
                    <a:pt x="24592" y="458"/>
                  </a:lnTo>
                  <a:lnTo>
                    <a:pt x="23850" y="611"/>
                  </a:lnTo>
                  <a:lnTo>
                    <a:pt x="23131" y="763"/>
                  </a:lnTo>
                  <a:lnTo>
                    <a:pt x="22412" y="938"/>
                  </a:lnTo>
                  <a:lnTo>
                    <a:pt x="21692" y="1134"/>
                  </a:lnTo>
                  <a:lnTo>
                    <a:pt x="20995" y="1330"/>
                  </a:lnTo>
                  <a:lnTo>
                    <a:pt x="20297" y="1570"/>
                  </a:lnTo>
                  <a:lnTo>
                    <a:pt x="19599" y="1810"/>
                  </a:lnTo>
                  <a:lnTo>
                    <a:pt x="18924" y="2071"/>
                  </a:lnTo>
                  <a:lnTo>
                    <a:pt x="18248" y="2333"/>
                  </a:lnTo>
                  <a:lnTo>
                    <a:pt x="17572" y="2638"/>
                  </a:lnTo>
                  <a:lnTo>
                    <a:pt x="16918" y="2943"/>
                  </a:lnTo>
                  <a:lnTo>
                    <a:pt x="16264" y="3270"/>
                  </a:lnTo>
                  <a:lnTo>
                    <a:pt x="15632" y="3598"/>
                  </a:lnTo>
                  <a:lnTo>
                    <a:pt x="14999" y="3946"/>
                  </a:lnTo>
                  <a:lnTo>
                    <a:pt x="14389" y="4317"/>
                  </a:lnTo>
                  <a:lnTo>
                    <a:pt x="13779" y="4709"/>
                  </a:lnTo>
                  <a:lnTo>
                    <a:pt x="13168" y="5102"/>
                  </a:lnTo>
                  <a:lnTo>
                    <a:pt x="12579" y="5516"/>
                  </a:lnTo>
                  <a:lnTo>
                    <a:pt x="11991" y="5930"/>
                  </a:lnTo>
                  <a:lnTo>
                    <a:pt x="11424" y="6366"/>
                  </a:lnTo>
                  <a:lnTo>
                    <a:pt x="10857" y="6824"/>
                  </a:lnTo>
                  <a:lnTo>
                    <a:pt x="10312" y="7282"/>
                  </a:lnTo>
                  <a:lnTo>
                    <a:pt x="9789" y="7761"/>
                  </a:lnTo>
                  <a:lnTo>
                    <a:pt x="9266" y="8241"/>
                  </a:lnTo>
                  <a:lnTo>
                    <a:pt x="8743" y="8743"/>
                  </a:lnTo>
                  <a:lnTo>
                    <a:pt x="8241" y="9266"/>
                  </a:lnTo>
                  <a:lnTo>
                    <a:pt x="7762" y="9789"/>
                  </a:lnTo>
                  <a:lnTo>
                    <a:pt x="7282" y="10312"/>
                  </a:lnTo>
                  <a:lnTo>
                    <a:pt x="6824" y="10879"/>
                  </a:lnTo>
                  <a:lnTo>
                    <a:pt x="6366" y="11424"/>
                  </a:lnTo>
                  <a:lnTo>
                    <a:pt x="5930" y="11991"/>
                  </a:lnTo>
                  <a:lnTo>
                    <a:pt x="5494" y="12579"/>
                  </a:lnTo>
                  <a:lnTo>
                    <a:pt x="5102" y="13168"/>
                  </a:lnTo>
                  <a:lnTo>
                    <a:pt x="4709" y="13779"/>
                  </a:lnTo>
                  <a:lnTo>
                    <a:pt x="4317" y="14389"/>
                  </a:lnTo>
                  <a:lnTo>
                    <a:pt x="3946" y="14999"/>
                  </a:lnTo>
                  <a:lnTo>
                    <a:pt x="3598" y="15632"/>
                  </a:lnTo>
                  <a:lnTo>
                    <a:pt x="3271" y="16286"/>
                  </a:lnTo>
                  <a:lnTo>
                    <a:pt x="2944" y="16918"/>
                  </a:lnTo>
                  <a:lnTo>
                    <a:pt x="2638" y="17572"/>
                  </a:lnTo>
                  <a:lnTo>
                    <a:pt x="2333" y="18248"/>
                  </a:lnTo>
                  <a:lnTo>
                    <a:pt x="2072" y="18924"/>
                  </a:lnTo>
                  <a:lnTo>
                    <a:pt x="1810" y="19599"/>
                  </a:lnTo>
                  <a:lnTo>
                    <a:pt x="1570" y="20297"/>
                  </a:lnTo>
                  <a:lnTo>
                    <a:pt x="1330" y="20995"/>
                  </a:lnTo>
                  <a:lnTo>
                    <a:pt x="1134" y="21692"/>
                  </a:lnTo>
                  <a:lnTo>
                    <a:pt x="938" y="22412"/>
                  </a:lnTo>
                  <a:lnTo>
                    <a:pt x="763" y="23131"/>
                  </a:lnTo>
                  <a:lnTo>
                    <a:pt x="589" y="23851"/>
                  </a:lnTo>
                  <a:lnTo>
                    <a:pt x="458" y="24592"/>
                  </a:lnTo>
                  <a:lnTo>
                    <a:pt x="327" y="25333"/>
                  </a:lnTo>
                  <a:lnTo>
                    <a:pt x="240" y="26074"/>
                  </a:lnTo>
                  <a:lnTo>
                    <a:pt x="153" y="26815"/>
                  </a:lnTo>
                  <a:lnTo>
                    <a:pt x="88" y="27578"/>
                  </a:lnTo>
                  <a:lnTo>
                    <a:pt x="22" y="28341"/>
                  </a:lnTo>
                  <a:lnTo>
                    <a:pt x="0" y="29105"/>
                  </a:lnTo>
                  <a:lnTo>
                    <a:pt x="0" y="29889"/>
                  </a:lnTo>
                  <a:lnTo>
                    <a:pt x="0" y="30652"/>
                  </a:lnTo>
                  <a:lnTo>
                    <a:pt x="22" y="31415"/>
                  </a:lnTo>
                  <a:lnTo>
                    <a:pt x="88" y="32178"/>
                  </a:lnTo>
                  <a:lnTo>
                    <a:pt x="153" y="32941"/>
                  </a:lnTo>
                  <a:lnTo>
                    <a:pt x="240" y="33683"/>
                  </a:lnTo>
                  <a:lnTo>
                    <a:pt x="327" y="34424"/>
                  </a:lnTo>
                  <a:lnTo>
                    <a:pt x="458" y="35165"/>
                  </a:lnTo>
                  <a:lnTo>
                    <a:pt x="589" y="35906"/>
                  </a:lnTo>
                  <a:lnTo>
                    <a:pt x="763" y="36626"/>
                  </a:lnTo>
                  <a:lnTo>
                    <a:pt x="938" y="37345"/>
                  </a:lnTo>
                  <a:lnTo>
                    <a:pt x="1134" y="38065"/>
                  </a:lnTo>
                  <a:lnTo>
                    <a:pt x="1330" y="38762"/>
                  </a:lnTo>
                  <a:lnTo>
                    <a:pt x="1570" y="39460"/>
                  </a:lnTo>
                  <a:lnTo>
                    <a:pt x="1810" y="40158"/>
                  </a:lnTo>
                  <a:lnTo>
                    <a:pt x="2072" y="40833"/>
                  </a:lnTo>
                  <a:lnTo>
                    <a:pt x="2333" y="41509"/>
                  </a:lnTo>
                  <a:lnTo>
                    <a:pt x="2638" y="42185"/>
                  </a:lnTo>
                  <a:lnTo>
                    <a:pt x="2944" y="42839"/>
                  </a:lnTo>
                  <a:lnTo>
                    <a:pt x="3271" y="43493"/>
                  </a:lnTo>
                  <a:lnTo>
                    <a:pt x="3598" y="44125"/>
                  </a:lnTo>
                  <a:lnTo>
                    <a:pt x="3946" y="44758"/>
                  </a:lnTo>
                  <a:lnTo>
                    <a:pt x="4317" y="45368"/>
                  </a:lnTo>
                  <a:lnTo>
                    <a:pt x="4709" y="46000"/>
                  </a:lnTo>
                  <a:lnTo>
                    <a:pt x="5102" y="46589"/>
                  </a:lnTo>
                  <a:lnTo>
                    <a:pt x="5494" y="47177"/>
                  </a:lnTo>
                  <a:lnTo>
                    <a:pt x="5930" y="47766"/>
                  </a:lnTo>
                  <a:lnTo>
                    <a:pt x="6366" y="48333"/>
                  </a:lnTo>
                  <a:lnTo>
                    <a:pt x="6824" y="48900"/>
                  </a:lnTo>
                  <a:lnTo>
                    <a:pt x="7282" y="49445"/>
                  </a:lnTo>
                  <a:lnTo>
                    <a:pt x="7762" y="49968"/>
                  </a:lnTo>
                  <a:lnTo>
                    <a:pt x="8241" y="50491"/>
                  </a:lnTo>
                  <a:lnTo>
                    <a:pt x="8743" y="51014"/>
                  </a:lnTo>
                  <a:lnTo>
                    <a:pt x="9266" y="51516"/>
                  </a:lnTo>
                  <a:lnTo>
                    <a:pt x="9789" y="51995"/>
                  </a:lnTo>
                  <a:lnTo>
                    <a:pt x="10312" y="52475"/>
                  </a:lnTo>
                  <a:lnTo>
                    <a:pt x="10857" y="52933"/>
                  </a:lnTo>
                  <a:lnTo>
                    <a:pt x="11424" y="53391"/>
                  </a:lnTo>
                  <a:lnTo>
                    <a:pt x="11991" y="53827"/>
                  </a:lnTo>
                  <a:lnTo>
                    <a:pt x="12579" y="54263"/>
                  </a:lnTo>
                  <a:lnTo>
                    <a:pt x="13168" y="54655"/>
                  </a:lnTo>
                  <a:lnTo>
                    <a:pt x="13779" y="55069"/>
                  </a:lnTo>
                  <a:lnTo>
                    <a:pt x="14389" y="55440"/>
                  </a:lnTo>
                  <a:lnTo>
                    <a:pt x="14999" y="55811"/>
                  </a:lnTo>
                  <a:lnTo>
                    <a:pt x="15632" y="56159"/>
                  </a:lnTo>
                  <a:lnTo>
                    <a:pt x="16264" y="56508"/>
                  </a:lnTo>
                  <a:lnTo>
                    <a:pt x="16918" y="56813"/>
                  </a:lnTo>
                  <a:lnTo>
                    <a:pt x="17572" y="57119"/>
                  </a:lnTo>
                  <a:lnTo>
                    <a:pt x="18248" y="57424"/>
                  </a:lnTo>
                  <a:lnTo>
                    <a:pt x="18924" y="57685"/>
                  </a:lnTo>
                  <a:lnTo>
                    <a:pt x="19599" y="57947"/>
                  </a:lnTo>
                  <a:lnTo>
                    <a:pt x="20297" y="58187"/>
                  </a:lnTo>
                  <a:lnTo>
                    <a:pt x="20995" y="58427"/>
                  </a:lnTo>
                  <a:lnTo>
                    <a:pt x="21692" y="58623"/>
                  </a:lnTo>
                  <a:lnTo>
                    <a:pt x="22412" y="58819"/>
                  </a:lnTo>
                  <a:lnTo>
                    <a:pt x="23131" y="58994"/>
                  </a:lnTo>
                  <a:lnTo>
                    <a:pt x="23850" y="59168"/>
                  </a:lnTo>
                  <a:lnTo>
                    <a:pt x="24592" y="59299"/>
                  </a:lnTo>
                  <a:lnTo>
                    <a:pt x="25333" y="59430"/>
                  </a:lnTo>
                  <a:lnTo>
                    <a:pt x="26074" y="59517"/>
                  </a:lnTo>
                  <a:lnTo>
                    <a:pt x="26815" y="59604"/>
                  </a:lnTo>
                  <a:lnTo>
                    <a:pt x="27578" y="59691"/>
                  </a:lnTo>
                  <a:lnTo>
                    <a:pt x="28341" y="59735"/>
                  </a:lnTo>
                  <a:lnTo>
                    <a:pt x="29104" y="59757"/>
                  </a:lnTo>
                  <a:lnTo>
                    <a:pt x="29868" y="59778"/>
                  </a:lnTo>
                  <a:lnTo>
                    <a:pt x="30652" y="59757"/>
                  </a:lnTo>
                  <a:lnTo>
                    <a:pt x="31415" y="59735"/>
                  </a:lnTo>
                  <a:lnTo>
                    <a:pt x="32178" y="59691"/>
                  </a:lnTo>
                  <a:lnTo>
                    <a:pt x="32941" y="59604"/>
                  </a:lnTo>
                  <a:lnTo>
                    <a:pt x="33683" y="59517"/>
                  </a:lnTo>
                  <a:lnTo>
                    <a:pt x="34424" y="59430"/>
                  </a:lnTo>
                  <a:lnTo>
                    <a:pt x="35165" y="59299"/>
                  </a:lnTo>
                  <a:lnTo>
                    <a:pt x="35906" y="59168"/>
                  </a:lnTo>
                  <a:lnTo>
                    <a:pt x="36626" y="58994"/>
                  </a:lnTo>
                  <a:lnTo>
                    <a:pt x="37345" y="58819"/>
                  </a:lnTo>
                  <a:lnTo>
                    <a:pt x="38065" y="58623"/>
                  </a:lnTo>
                  <a:lnTo>
                    <a:pt x="38762" y="58427"/>
                  </a:lnTo>
                  <a:lnTo>
                    <a:pt x="39460" y="58187"/>
                  </a:lnTo>
                  <a:lnTo>
                    <a:pt x="40157" y="57947"/>
                  </a:lnTo>
                  <a:lnTo>
                    <a:pt x="40833" y="57685"/>
                  </a:lnTo>
                  <a:lnTo>
                    <a:pt x="41509" y="57424"/>
                  </a:lnTo>
                  <a:lnTo>
                    <a:pt x="42185" y="57119"/>
                  </a:lnTo>
                  <a:lnTo>
                    <a:pt x="42839" y="56813"/>
                  </a:lnTo>
                  <a:lnTo>
                    <a:pt x="43493" y="56508"/>
                  </a:lnTo>
                  <a:lnTo>
                    <a:pt x="44125" y="56159"/>
                  </a:lnTo>
                  <a:lnTo>
                    <a:pt x="44757" y="55811"/>
                  </a:lnTo>
                  <a:lnTo>
                    <a:pt x="45368" y="55440"/>
                  </a:lnTo>
                  <a:lnTo>
                    <a:pt x="45978" y="55069"/>
                  </a:lnTo>
                  <a:lnTo>
                    <a:pt x="46589" y="54655"/>
                  </a:lnTo>
                  <a:lnTo>
                    <a:pt x="47177" y="54263"/>
                  </a:lnTo>
                  <a:lnTo>
                    <a:pt x="47766" y="53827"/>
                  </a:lnTo>
                  <a:lnTo>
                    <a:pt x="48333" y="53391"/>
                  </a:lnTo>
                  <a:lnTo>
                    <a:pt x="48878" y="52933"/>
                  </a:lnTo>
                  <a:lnTo>
                    <a:pt x="49445" y="52475"/>
                  </a:lnTo>
                  <a:lnTo>
                    <a:pt x="49968" y="51995"/>
                  </a:lnTo>
                  <a:lnTo>
                    <a:pt x="50491" y="51516"/>
                  </a:lnTo>
                  <a:lnTo>
                    <a:pt x="51014" y="51014"/>
                  </a:lnTo>
                  <a:lnTo>
                    <a:pt x="51516" y="50491"/>
                  </a:lnTo>
                  <a:lnTo>
                    <a:pt x="51995" y="49968"/>
                  </a:lnTo>
                  <a:lnTo>
                    <a:pt x="52475" y="49445"/>
                  </a:lnTo>
                  <a:lnTo>
                    <a:pt x="52933" y="48900"/>
                  </a:lnTo>
                  <a:lnTo>
                    <a:pt x="53391" y="48333"/>
                  </a:lnTo>
                  <a:lnTo>
                    <a:pt x="53827" y="47766"/>
                  </a:lnTo>
                  <a:lnTo>
                    <a:pt x="54241" y="47177"/>
                  </a:lnTo>
                  <a:lnTo>
                    <a:pt x="54655" y="46589"/>
                  </a:lnTo>
                  <a:lnTo>
                    <a:pt x="55047" y="46000"/>
                  </a:lnTo>
                  <a:lnTo>
                    <a:pt x="55440" y="45368"/>
                  </a:lnTo>
                  <a:lnTo>
                    <a:pt x="55810" y="44758"/>
                  </a:lnTo>
                  <a:lnTo>
                    <a:pt x="56159" y="44125"/>
                  </a:lnTo>
                  <a:lnTo>
                    <a:pt x="56486" y="43493"/>
                  </a:lnTo>
                  <a:lnTo>
                    <a:pt x="56813" y="42839"/>
                  </a:lnTo>
                  <a:lnTo>
                    <a:pt x="57118" y="42185"/>
                  </a:lnTo>
                  <a:lnTo>
                    <a:pt x="57424" y="41509"/>
                  </a:lnTo>
                  <a:lnTo>
                    <a:pt x="57685" y="40833"/>
                  </a:lnTo>
                  <a:lnTo>
                    <a:pt x="57947" y="40158"/>
                  </a:lnTo>
                  <a:lnTo>
                    <a:pt x="58187" y="39460"/>
                  </a:lnTo>
                  <a:lnTo>
                    <a:pt x="58427" y="38762"/>
                  </a:lnTo>
                  <a:lnTo>
                    <a:pt x="58623" y="38065"/>
                  </a:lnTo>
                  <a:lnTo>
                    <a:pt x="58819" y="37345"/>
                  </a:lnTo>
                  <a:lnTo>
                    <a:pt x="58993" y="36626"/>
                  </a:lnTo>
                  <a:lnTo>
                    <a:pt x="59168" y="35906"/>
                  </a:lnTo>
                  <a:lnTo>
                    <a:pt x="59299" y="35165"/>
                  </a:lnTo>
                  <a:lnTo>
                    <a:pt x="59429" y="34424"/>
                  </a:lnTo>
                  <a:lnTo>
                    <a:pt x="59517" y="33683"/>
                  </a:lnTo>
                  <a:lnTo>
                    <a:pt x="59604" y="32941"/>
                  </a:lnTo>
                  <a:lnTo>
                    <a:pt x="59669" y="32178"/>
                  </a:lnTo>
                  <a:lnTo>
                    <a:pt x="59735" y="31415"/>
                  </a:lnTo>
                  <a:lnTo>
                    <a:pt x="59756" y="30652"/>
                  </a:lnTo>
                  <a:lnTo>
                    <a:pt x="59756" y="29889"/>
                  </a:lnTo>
                  <a:lnTo>
                    <a:pt x="59756" y="29105"/>
                  </a:lnTo>
                  <a:lnTo>
                    <a:pt x="59735" y="28341"/>
                  </a:lnTo>
                  <a:lnTo>
                    <a:pt x="59669" y="27578"/>
                  </a:lnTo>
                  <a:lnTo>
                    <a:pt x="59604" y="26815"/>
                  </a:lnTo>
                  <a:lnTo>
                    <a:pt x="59517" y="26074"/>
                  </a:lnTo>
                  <a:lnTo>
                    <a:pt x="59429" y="25333"/>
                  </a:lnTo>
                  <a:lnTo>
                    <a:pt x="59299" y="24592"/>
                  </a:lnTo>
                  <a:lnTo>
                    <a:pt x="59168" y="23851"/>
                  </a:lnTo>
                  <a:lnTo>
                    <a:pt x="58993" y="23131"/>
                  </a:lnTo>
                  <a:lnTo>
                    <a:pt x="58819" y="22412"/>
                  </a:lnTo>
                  <a:lnTo>
                    <a:pt x="58623" y="21692"/>
                  </a:lnTo>
                  <a:lnTo>
                    <a:pt x="58427" y="20995"/>
                  </a:lnTo>
                  <a:lnTo>
                    <a:pt x="58187" y="20297"/>
                  </a:lnTo>
                  <a:lnTo>
                    <a:pt x="57947" y="19599"/>
                  </a:lnTo>
                  <a:lnTo>
                    <a:pt x="57685" y="18924"/>
                  </a:lnTo>
                  <a:lnTo>
                    <a:pt x="57424" y="18248"/>
                  </a:lnTo>
                  <a:lnTo>
                    <a:pt x="57118" y="17572"/>
                  </a:lnTo>
                  <a:lnTo>
                    <a:pt x="56813" y="16918"/>
                  </a:lnTo>
                  <a:lnTo>
                    <a:pt x="56486" y="16286"/>
                  </a:lnTo>
                  <a:lnTo>
                    <a:pt x="56159" y="15632"/>
                  </a:lnTo>
                  <a:lnTo>
                    <a:pt x="55810" y="14999"/>
                  </a:lnTo>
                  <a:lnTo>
                    <a:pt x="55440" y="14389"/>
                  </a:lnTo>
                  <a:lnTo>
                    <a:pt x="55047" y="13779"/>
                  </a:lnTo>
                  <a:lnTo>
                    <a:pt x="54655" y="13168"/>
                  </a:lnTo>
                  <a:lnTo>
                    <a:pt x="54241" y="12579"/>
                  </a:lnTo>
                  <a:lnTo>
                    <a:pt x="53827" y="11991"/>
                  </a:lnTo>
                  <a:lnTo>
                    <a:pt x="53391" y="11424"/>
                  </a:lnTo>
                  <a:lnTo>
                    <a:pt x="52933" y="10879"/>
                  </a:lnTo>
                  <a:lnTo>
                    <a:pt x="52475" y="10312"/>
                  </a:lnTo>
                  <a:lnTo>
                    <a:pt x="51995" y="9789"/>
                  </a:lnTo>
                  <a:lnTo>
                    <a:pt x="51516" y="9266"/>
                  </a:lnTo>
                  <a:lnTo>
                    <a:pt x="51014" y="8743"/>
                  </a:lnTo>
                  <a:lnTo>
                    <a:pt x="50491" y="8241"/>
                  </a:lnTo>
                  <a:lnTo>
                    <a:pt x="49968" y="7761"/>
                  </a:lnTo>
                  <a:lnTo>
                    <a:pt x="49445" y="7282"/>
                  </a:lnTo>
                  <a:lnTo>
                    <a:pt x="48878" y="6824"/>
                  </a:lnTo>
                  <a:lnTo>
                    <a:pt x="48333" y="6366"/>
                  </a:lnTo>
                  <a:lnTo>
                    <a:pt x="47766" y="5930"/>
                  </a:lnTo>
                  <a:lnTo>
                    <a:pt x="47177" y="5516"/>
                  </a:lnTo>
                  <a:lnTo>
                    <a:pt x="46589" y="5102"/>
                  </a:lnTo>
                  <a:lnTo>
                    <a:pt x="45978" y="4709"/>
                  </a:lnTo>
                  <a:lnTo>
                    <a:pt x="45368" y="4317"/>
                  </a:lnTo>
                  <a:lnTo>
                    <a:pt x="44757" y="3946"/>
                  </a:lnTo>
                  <a:lnTo>
                    <a:pt x="44125" y="3598"/>
                  </a:lnTo>
                  <a:lnTo>
                    <a:pt x="43493" y="3270"/>
                  </a:lnTo>
                  <a:lnTo>
                    <a:pt x="42839" y="2943"/>
                  </a:lnTo>
                  <a:lnTo>
                    <a:pt x="42185" y="2638"/>
                  </a:lnTo>
                  <a:lnTo>
                    <a:pt x="41509" y="2333"/>
                  </a:lnTo>
                  <a:lnTo>
                    <a:pt x="40833" y="2071"/>
                  </a:lnTo>
                  <a:lnTo>
                    <a:pt x="40157" y="1810"/>
                  </a:lnTo>
                  <a:lnTo>
                    <a:pt x="39460" y="1570"/>
                  </a:lnTo>
                  <a:lnTo>
                    <a:pt x="38762" y="1330"/>
                  </a:lnTo>
                  <a:lnTo>
                    <a:pt x="38065" y="1134"/>
                  </a:lnTo>
                  <a:lnTo>
                    <a:pt x="37345" y="938"/>
                  </a:lnTo>
                  <a:lnTo>
                    <a:pt x="36626" y="763"/>
                  </a:lnTo>
                  <a:lnTo>
                    <a:pt x="35906" y="611"/>
                  </a:lnTo>
                  <a:lnTo>
                    <a:pt x="35165" y="458"/>
                  </a:lnTo>
                  <a:lnTo>
                    <a:pt x="34424" y="349"/>
                  </a:lnTo>
                  <a:lnTo>
                    <a:pt x="33683" y="240"/>
                  </a:lnTo>
                  <a:lnTo>
                    <a:pt x="32941" y="153"/>
                  </a:lnTo>
                  <a:lnTo>
                    <a:pt x="32178" y="88"/>
                  </a:lnTo>
                  <a:lnTo>
                    <a:pt x="31415" y="22"/>
                  </a:lnTo>
                  <a:lnTo>
                    <a:pt x="30652"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9" name="Google Shape;11639;p80"/>
            <p:cNvSpPr/>
            <p:nvPr/>
          </p:nvSpPr>
          <p:spPr>
            <a:xfrm>
              <a:off x="7172575" y="2660725"/>
              <a:ext cx="1493925" cy="1494475"/>
            </a:xfrm>
            <a:custGeom>
              <a:rect b="b" l="l" r="r" t="t"/>
              <a:pathLst>
                <a:path extrusionOk="0" h="59779" w="59757">
                  <a:moveTo>
                    <a:pt x="29104" y="0"/>
                  </a:moveTo>
                  <a:lnTo>
                    <a:pt x="28341" y="22"/>
                  </a:lnTo>
                  <a:lnTo>
                    <a:pt x="27578" y="88"/>
                  </a:lnTo>
                  <a:lnTo>
                    <a:pt x="26815" y="153"/>
                  </a:lnTo>
                  <a:lnTo>
                    <a:pt x="26074" y="240"/>
                  </a:lnTo>
                  <a:lnTo>
                    <a:pt x="25333" y="349"/>
                  </a:lnTo>
                  <a:lnTo>
                    <a:pt x="24592" y="458"/>
                  </a:lnTo>
                  <a:lnTo>
                    <a:pt x="23850" y="611"/>
                  </a:lnTo>
                  <a:lnTo>
                    <a:pt x="23131" y="763"/>
                  </a:lnTo>
                  <a:lnTo>
                    <a:pt x="22412" y="938"/>
                  </a:lnTo>
                  <a:lnTo>
                    <a:pt x="21692" y="1134"/>
                  </a:lnTo>
                  <a:lnTo>
                    <a:pt x="20995" y="1330"/>
                  </a:lnTo>
                  <a:lnTo>
                    <a:pt x="20297" y="1570"/>
                  </a:lnTo>
                  <a:lnTo>
                    <a:pt x="19599" y="1810"/>
                  </a:lnTo>
                  <a:lnTo>
                    <a:pt x="18924" y="2071"/>
                  </a:lnTo>
                  <a:lnTo>
                    <a:pt x="18248" y="2333"/>
                  </a:lnTo>
                  <a:lnTo>
                    <a:pt x="17572" y="2638"/>
                  </a:lnTo>
                  <a:lnTo>
                    <a:pt x="16918" y="2943"/>
                  </a:lnTo>
                  <a:lnTo>
                    <a:pt x="16264" y="3270"/>
                  </a:lnTo>
                  <a:lnTo>
                    <a:pt x="15632" y="3598"/>
                  </a:lnTo>
                  <a:lnTo>
                    <a:pt x="14999" y="3946"/>
                  </a:lnTo>
                  <a:lnTo>
                    <a:pt x="14389" y="4317"/>
                  </a:lnTo>
                  <a:lnTo>
                    <a:pt x="13779" y="4709"/>
                  </a:lnTo>
                  <a:lnTo>
                    <a:pt x="13168" y="5102"/>
                  </a:lnTo>
                  <a:lnTo>
                    <a:pt x="12579" y="5516"/>
                  </a:lnTo>
                  <a:lnTo>
                    <a:pt x="11991" y="5930"/>
                  </a:lnTo>
                  <a:lnTo>
                    <a:pt x="11424" y="6366"/>
                  </a:lnTo>
                  <a:lnTo>
                    <a:pt x="10857" y="6824"/>
                  </a:lnTo>
                  <a:lnTo>
                    <a:pt x="10312" y="7282"/>
                  </a:lnTo>
                  <a:lnTo>
                    <a:pt x="9789" y="7761"/>
                  </a:lnTo>
                  <a:lnTo>
                    <a:pt x="9266" y="8241"/>
                  </a:lnTo>
                  <a:lnTo>
                    <a:pt x="8743" y="8743"/>
                  </a:lnTo>
                  <a:lnTo>
                    <a:pt x="8241" y="9266"/>
                  </a:lnTo>
                  <a:lnTo>
                    <a:pt x="7762" y="9789"/>
                  </a:lnTo>
                  <a:lnTo>
                    <a:pt x="7282" y="10312"/>
                  </a:lnTo>
                  <a:lnTo>
                    <a:pt x="6824" y="10879"/>
                  </a:lnTo>
                  <a:lnTo>
                    <a:pt x="6366" y="11424"/>
                  </a:lnTo>
                  <a:lnTo>
                    <a:pt x="5930" y="11991"/>
                  </a:lnTo>
                  <a:lnTo>
                    <a:pt x="5494" y="12579"/>
                  </a:lnTo>
                  <a:lnTo>
                    <a:pt x="5102" y="13168"/>
                  </a:lnTo>
                  <a:lnTo>
                    <a:pt x="4709" y="13779"/>
                  </a:lnTo>
                  <a:lnTo>
                    <a:pt x="4317" y="14389"/>
                  </a:lnTo>
                  <a:lnTo>
                    <a:pt x="3946" y="14999"/>
                  </a:lnTo>
                  <a:lnTo>
                    <a:pt x="3598" y="15632"/>
                  </a:lnTo>
                  <a:lnTo>
                    <a:pt x="3271" y="16286"/>
                  </a:lnTo>
                  <a:lnTo>
                    <a:pt x="2944" y="16918"/>
                  </a:lnTo>
                  <a:lnTo>
                    <a:pt x="2638" y="17572"/>
                  </a:lnTo>
                  <a:lnTo>
                    <a:pt x="2333" y="18248"/>
                  </a:lnTo>
                  <a:lnTo>
                    <a:pt x="2072" y="18924"/>
                  </a:lnTo>
                  <a:lnTo>
                    <a:pt x="1810" y="19599"/>
                  </a:lnTo>
                  <a:lnTo>
                    <a:pt x="1570" y="20297"/>
                  </a:lnTo>
                  <a:lnTo>
                    <a:pt x="1330" y="20995"/>
                  </a:lnTo>
                  <a:lnTo>
                    <a:pt x="1134" y="21692"/>
                  </a:lnTo>
                  <a:lnTo>
                    <a:pt x="938" y="22412"/>
                  </a:lnTo>
                  <a:lnTo>
                    <a:pt x="763" y="23131"/>
                  </a:lnTo>
                  <a:lnTo>
                    <a:pt x="589" y="23851"/>
                  </a:lnTo>
                  <a:lnTo>
                    <a:pt x="458" y="24592"/>
                  </a:lnTo>
                  <a:lnTo>
                    <a:pt x="327" y="25333"/>
                  </a:lnTo>
                  <a:lnTo>
                    <a:pt x="240" y="26074"/>
                  </a:lnTo>
                  <a:lnTo>
                    <a:pt x="153" y="26815"/>
                  </a:lnTo>
                  <a:lnTo>
                    <a:pt x="88" y="27578"/>
                  </a:lnTo>
                  <a:lnTo>
                    <a:pt x="22" y="28341"/>
                  </a:lnTo>
                  <a:lnTo>
                    <a:pt x="0" y="29105"/>
                  </a:lnTo>
                  <a:lnTo>
                    <a:pt x="0" y="29889"/>
                  </a:lnTo>
                  <a:lnTo>
                    <a:pt x="0" y="30652"/>
                  </a:lnTo>
                  <a:lnTo>
                    <a:pt x="22" y="31415"/>
                  </a:lnTo>
                  <a:lnTo>
                    <a:pt x="88" y="32178"/>
                  </a:lnTo>
                  <a:lnTo>
                    <a:pt x="153" y="32941"/>
                  </a:lnTo>
                  <a:lnTo>
                    <a:pt x="240" y="33683"/>
                  </a:lnTo>
                  <a:lnTo>
                    <a:pt x="327" y="34424"/>
                  </a:lnTo>
                  <a:lnTo>
                    <a:pt x="458" y="35165"/>
                  </a:lnTo>
                  <a:lnTo>
                    <a:pt x="589" y="35906"/>
                  </a:lnTo>
                  <a:lnTo>
                    <a:pt x="763" y="36626"/>
                  </a:lnTo>
                  <a:lnTo>
                    <a:pt x="938" y="37345"/>
                  </a:lnTo>
                  <a:lnTo>
                    <a:pt x="1134" y="38065"/>
                  </a:lnTo>
                  <a:lnTo>
                    <a:pt x="1330" y="38762"/>
                  </a:lnTo>
                  <a:lnTo>
                    <a:pt x="1570" y="39460"/>
                  </a:lnTo>
                  <a:lnTo>
                    <a:pt x="1810" y="40158"/>
                  </a:lnTo>
                  <a:lnTo>
                    <a:pt x="2072" y="40833"/>
                  </a:lnTo>
                  <a:lnTo>
                    <a:pt x="2333" y="41509"/>
                  </a:lnTo>
                  <a:lnTo>
                    <a:pt x="2638" y="42185"/>
                  </a:lnTo>
                  <a:lnTo>
                    <a:pt x="2944" y="42839"/>
                  </a:lnTo>
                  <a:lnTo>
                    <a:pt x="3271" y="43493"/>
                  </a:lnTo>
                  <a:lnTo>
                    <a:pt x="3598" y="44125"/>
                  </a:lnTo>
                  <a:lnTo>
                    <a:pt x="3946" y="44758"/>
                  </a:lnTo>
                  <a:lnTo>
                    <a:pt x="4317" y="45368"/>
                  </a:lnTo>
                  <a:lnTo>
                    <a:pt x="4709" y="46000"/>
                  </a:lnTo>
                  <a:lnTo>
                    <a:pt x="5102" y="46589"/>
                  </a:lnTo>
                  <a:lnTo>
                    <a:pt x="5494" y="47177"/>
                  </a:lnTo>
                  <a:lnTo>
                    <a:pt x="5930" y="47766"/>
                  </a:lnTo>
                  <a:lnTo>
                    <a:pt x="6366" y="48333"/>
                  </a:lnTo>
                  <a:lnTo>
                    <a:pt x="6824" y="48900"/>
                  </a:lnTo>
                  <a:lnTo>
                    <a:pt x="7282" y="49445"/>
                  </a:lnTo>
                  <a:lnTo>
                    <a:pt x="7762" y="49968"/>
                  </a:lnTo>
                  <a:lnTo>
                    <a:pt x="8241" y="50491"/>
                  </a:lnTo>
                  <a:lnTo>
                    <a:pt x="8743" y="51014"/>
                  </a:lnTo>
                  <a:lnTo>
                    <a:pt x="9266" y="51516"/>
                  </a:lnTo>
                  <a:lnTo>
                    <a:pt x="9789" y="51995"/>
                  </a:lnTo>
                  <a:lnTo>
                    <a:pt x="10312" y="52475"/>
                  </a:lnTo>
                  <a:lnTo>
                    <a:pt x="10857" y="52933"/>
                  </a:lnTo>
                  <a:lnTo>
                    <a:pt x="11424" y="53391"/>
                  </a:lnTo>
                  <a:lnTo>
                    <a:pt x="11991" y="53827"/>
                  </a:lnTo>
                  <a:lnTo>
                    <a:pt x="12579" y="54263"/>
                  </a:lnTo>
                  <a:lnTo>
                    <a:pt x="13168" y="54655"/>
                  </a:lnTo>
                  <a:lnTo>
                    <a:pt x="13779" y="55069"/>
                  </a:lnTo>
                  <a:lnTo>
                    <a:pt x="14389" y="55440"/>
                  </a:lnTo>
                  <a:lnTo>
                    <a:pt x="14999" y="55811"/>
                  </a:lnTo>
                  <a:lnTo>
                    <a:pt x="15632" y="56159"/>
                  </a:lnTo>
                  <a:lnTo>
                    <a:pt x="16264" y="56508"/>
                  </a:lnTo>
                  <a:lnTo>
                    <a:pt x="16918" y="56813"/>
                  </a:lnTo>
                  <a:lnTo>
                    <a:pt x="17572" y="57119"/>
                  </a:lnTo>
                  <a:lnTo>
                    <a:pt x="18248" y="57424"/>
                  </a:lnTo>
                  <a:lnTo>
                    <a:pt x="18924" y="57685"/>
                  </a:lnTo>
                  <a:lnTo>
                    <a:pt x="19599" y="57947"/>
                  </a:lnTo>
                  <a:lnTo>
                    <a:pt x="20297" y="58187"/>
                  </a:lnTo>
                  <a:lnTo>
                    <a:pt x="20995" y="58427"/>
                  </a:lnTo>
                  <a:lnTo>
                    <a:pt x="21692" y="58623"/>
                  </a:lnTo>
                  <a:lnTo>
                    <a:pt x="22412" y="58819"/>
                  </a:lnTo>
                  <a:lnTo>
                    <a:pt x="23131" y="58994"/>
                  </a:lnTo>
                  <a:lnTo>
                    <a:pt x="23850" y="59168"/>
                  </a:lnTo>
                  <a:lnTo>
                    <a:pt x="24592" y="59299"/>
                  </a:lnTo>
                  <a:lnTo>
                    <a:pt x="25333" y="59430"/>
                  </a:lnTo>
                  <a:lnTo>
                    <a:pt x="26074" y="59517"/>
                  </a:lnTo>
                  <a:lnTo>
                    <a:pt x="26815" y="59604"/>
                  </a:lnTo>
                  <a:lnTo>
                    <a:pt x="27578" y="59691"/>
                  </a:lnTo>
                  <a:lnTo>
                    <a:pt x="28341" y="59735"/>
                  </a:lnTo>
                  <a:lnTo>
                    <a:pt x="29104" y="59757"/>
                  </a:lnTo>
                  <a:lnTo>
                    <a:pt x="29868" y="59778"/>
                  </a:lnTo>
                  <a:lnTo>
                    <a:pt x="30652" y="59757"/>
                  </a:lnTo>
                  <a:lnTo>
                    <a:pt x="31415" y="59735"/>
                  </a:lnTo>
                  <a:lnTo>
                    <a:pt x="32178" y="59691"/>
                  </a:lnTo>
                  <a:lnTo>
                    <a:pt x="32941" y="59604"/>
                  </a:lnTo>
                  <a:lnTo>
                    <a:pt x="33683" y="59517"/>
                  </a:lnTo>
                  <a:lnTo>
                    <a:pt x="34424" y="59430"/>
                  </a:lnTo>
                  <a:lnTo>
                    <a:pt x="35165" y="59299"/>
                  </a:lnTo>
                  <a:lnTo>
                    <a:pt x="35906" y="59168"/>
                  </a:lnTo>
                  <a:lnTo>
                    <a:pt x="36626" y="58994"/>
                  </a:lnTo>
                  <a:lnTo>
                    <a:pt x="37345" y="58819"/>
                  </a:lnTo>
                  <a:lnTo>
                    <a:pt x="38065" y="58623"/>
                  </a:lnTo>
                  <a:lnTo>
                    <a:pt x="38762" y="58427"/>
                  </a:lnTo>
                  <a:lnTo>
                    <a:pt x="39460" y="58187"/>
                  </a:lnTo>
                  <a:lnTo>
                    <a:pt x="40157" y="57947"/>
                  </a:lnTo>
                  <a:lnTo>
                    <a:pt x="40833" y="57685"/>
                  </a:lnTo>
                  <a:lnTo>
                    <a:pt x="41509" y="57424"/>
                  </a:lnTo>
                  <a:lnTo>
                    <a:pt x="42185" y="57119"/>
                  </a:lnTo>
                  <a:lnTo>
                    <a:pt x="42839" y="56813"/>
                  </a:lnTo>
                  <a:lnTo>
                    <a:pt x="43493" y="56508"/>
                  </a:lnTo>
                  <a:lnTo>
                    <a:pt x="44125" y="56159"/>
                  </a:lnTo>
                  <a:lnTo>
                    <a:pt x="44757" y="55811"/>
                  </a:lnTo>
                  <a:lnTo>
                    <a:pt x="45368" y="55440"/>
                  </a:lnTo>
                  <a:lnTo>
                    <a:pt x="45978" y="55069"/>
                  </a:lnTo>
                  <a:lnTo>
                    <a:pt x="46589" y="54655"/>
                  </a:lnTo>
                  <a:lnTo>
                    <a:pt x="47177" y="54263"/>
                  </a:lnTo>
                  <a:lnTo>
                    <a:pt x="47766" y="53827"/>
                  </a:lnTo>
                  <a:lnTo>
                    <a:pt x="48333" y="53391"/>
                  </a:lnTo>
                  <a:lnTo>
                    <a:pt x="48878" y="52933"/>
                  </a:lnTo>
                  <a:lnTo>
                    <a:pt x="49445" y="52475"/>
                  </a:lnTo>
                  <a:lnTo>
                    <a:pt x="49968" y="51995"/>
                  </a:lnTo>
                  <a:lnTo>
                    <a:pt x="50491" y="51516"/>
                  </a:lnTo>
                  <a:lnTo>
                    <a:pt x="51014" y="51014"/>
                  </a:lnTo>
                  <a:lnTo>
                    <a:pt x="51516" y="50491"/>
                  </a:lnTo>
                  <a:lnTo>
                    <a:pt x="51995" y="49968"/>
                  </a:lnTo>
                  <a:lnTo>
                    <a:pt x="52475" y="49445"/>
                  </a:lnTo>
                  <a:lnTo>
                    <a:pt x="52933" y="48900"/>
                  </a:lnTo>
                  <a:lnTo>
                    <a:pt x="53391" y="48333"/>
                  </a:lnTo>
                  <a:lnTo>
                    <a:pt x="53827" y="47766"/>
                  </a:lnTo>
                  <a:lnTo>
                    <a:pt x="54241" y="47177"/>
                  </a:lnTo>
                  <a:lnTo>
                    <a:pt x="54655" y="46589"/>
                  </a:lnTo>
                  <a:lnTo>
                    <a:pt x="55047" y="46000"/>
                  </a:lnTo>
                  <a:lnTo>
                    <a:pt x="55440" y="45368"/>
                  </a:lnTo>
                  <a:lnTo>
                    <a:pt x="55810" y="44758"/>
                  </a:lnTo>
                  <a:lnTo>
                    <a:pt x="56159" y="44125"/>
                  </a:lnTo>
                  <a:lnTo>
                    <a:pt x="56486" y="43493"/>
                  </a:lnTo>
                  <a:lnTo>
                    <a:pt x="56813" y="42839"/>
                  </a:lnTo>
                  <a:lnTo>
                    <a:pt x="57118" y="42185"/>
                  </a:lnTo>
                  <a:lnTo>
                    <a:pt x="57424" y="41509"/>
                  </a:lnTo>
                  <a:lnTo>
                    <a:pt x="57685" y="40833"/>
                  </a:lnTo>
                  <a:lnTo>
                    <a:pt x="57947" y="40158"/>
                  </a:lnTo>
                  <a:lnTo>
                    <a:pt x="58187" y="39460"/>
                  </a:lnTo>
                  <a:lnTo>
                    <a:pt x="58427" y="38762"/>
                  </a:lnTo>
                  <a:lnTo>
                    <a:pt x="58623" y="38065"/>
                  </a:lnTo>
                  <a:lnTo>
                    <a:pt x="58819" y="37345"/>
                  </a:lnTo>
                  <a:lnTo>
                    <a:pt x="58993" y="36626"/>
                  </a:lnTo>
                  <a:lnTo>
                    <a:pt x="59168" y="35906"/>
                  </a:lnTo>
                  <a:lnTo>
                    <a:pt x="59299" y="35165"/>
                  </a:lnTo>
                  <a:lnTo>
                    <a:pt x="59429" y="34424"/>
                  </a:lnTo>
                  <a:lnTo>
                    <a:pt x="59517" y="33683"/>
                  </a:lnTo>
                  <a:lnTo>
                    <a:pt x="59604" y="32941"/>
                  </a:lnTo>
                  <a:lnTo>
                    <a:pt x="59669" y="32178"/>
                  </a:lnTo>
                  <a:lnTo>
                    <a:pt x="59735" y="31415"/>
                  </a:lnTo>
                  <a:lnTo>
                    <a:pt x="59756" y="30652"/>
                  </a:lnTo>
                  <a:lnTo>
                    <a:pt x="59756" y="29889"/>
                  </a:lnTo>
                  <a:lnTo>
                    <a:pt x="59756" y="29105"/>
                  </a:lnTo>
                  <a:lnTo>
                    <a:pt x="59735" y="28341"/>
                  </a:lnTo>
                  <a:lnTo>
                    <a:pt x="59669" y="27578"/>
                  </a:lnTo>
                  <a:lnTo>
                    <a:pt x="59604" y="26815"/>
                  </a:lnTo>
                  <a:lnTo>
                    <a:pt x="59517" y="26074"/>
                  </a:lnTo>
                  <a:lnTo>
                    <a:pt x="59429" y="25333"/>
                  </a:lnTo>
                  <a:lnTo>
                    <a:pt x="59299" y="24592"/>
                  </a:lnTo>
                  <a:lnTo>
                    <a:pt x="59168" y="23851"/>
                  </a:lnTo>
                  <a:lnTo>
                    <a:pt x="58993" y="23131"/>
                  </a:lnTo>
                  <a:lnTo>
                    <a:pt x="58819" y="22412"/>
                  </a:lnTo>
                  <a:lnTo>
                    <a:pt x="58623" y="21692"/>
                  </a:lnTo>
                  <a:lnTo>
                    <a:pt x="58427" y="20995"/>
                  </a:lnTo>
                  <a:lnTo>
                    <a:pt x="58187" y="20297"/>
                  </a:lnTo>
                  <a:lnTo>
                    <a:pt x="57947" y="19599"/>
                  </a:lnTo>
                  <a:lnTo>
                    <a:pt x="57685" y="18924"/>
                  </a:lnTo>
                  <a:lnTo>
                    <a:pt x="57424" y="18248"/>
                  </a:lnTo>
                  <a:lnTo>
                    <a:pt x="57118" y="17572"/>
                  </a:lnTo>
                  <a:lnTo>
                    <a:pt x="56813" y="16918"/>
                  </a:lnTo>
                  <a:lnTo>
                    <a:pt x="56486" y="16286"/>
                  </a:lnTo>
                  <a:lnTo>
                    <a:pt x="56159" y="15632"/>
                  </a:lnTo>
                  <a:lnTo>
                    <a:pt x="55810" y="14999"/>
                  </a:lnTo>
                  <a:lnTo>
                    <a:pt x="55440" y="14389"/>
                  </a:lnTo>
                  <a:lnTo>
                    <a:pt x="55047" y="13779"/>
                  </a:lnTo>
                  <a:lnTo>
                    <a:pt x="54655" y="13168"/>
                  </a:lnTo>
                  <a:lnTo>
                    <a:pt x="54241" y="12579"/>
                  </a:lnTo>
                  <a:lnTo>
                    <a:pt x="53827" y="11991"/>
                  </a:lnTo>
                  <a:lnTo>
                    <a:pt x="53391" y="11424"/>
                  </a:lnTo>
                  <a:lnTo>
                    <a:pt x="52933" y="10879"/>
                  </a:lnTo>
                  <a:lnTo>
                    <a:pt x="52475" y="10312"/>
                  </a:lnTo>
                  <a:lnTo>
                    <a:pt x="51995" y="9789"/>
                  </a:lnTo>
                  <a:lnTo>
                    <a:pt x="51516" y="9266"/>
                  </a:lnTo>
                  <a:lnTo>
                    <a:pt x="51014" y="8743"/>
                  </a:lnTo>
                  <a:lnTo>
                    <a:pt x="50491" y="8241"/>
                  </a:lnTo>
                  <a:lnTo>
                    <a:pt x="49968" y="7761"/>
                  </a:lnTo>
                  <a:lnTo>
                    <a:pt x="49445" y="7282"/>
                  </a:lnTo>
                  <a:lnTo>
                    <a:pt x="48878" y="6824"/>
                  </a:lnTo>
                  <a:lnTo>
                    <a:pt x="48333" y="6366"/>
                  </a:lnTo>
                  <a:lnTo>
                    <a:pt x="47766" y="5930"/>
                  </a:lnTo>
                  <a:lnTo>
                    <a:pt x="47177" y="5516"/>
                  </a:lnTo>
                  <a:lnTo>
                    <a:pt x="46589" y="5102"/>
                  </a:lnTo>
                  <a:lnTo>
                    <a:pt x="45978" y="4709"/>
                  </a:lnTo>
                  <a:lnTo>
                    <a:pt x="45368" y="4317"/>
                  </a:lnTo>
                  <a:lnTo>
                    <a:pt x="44757" y="3946"/>
                  </a:lnTo>
                  <a:lnTo>
                    <a:pt x="44125" y="3598"/>
                  </a:lnTo>
                  <a:lnTo>
                    <a:pt x="43493" y="3270"/>
                  </a:lnTo>
                  <a:lnTo>
                    <a:pt x="42839" y="2943"/>
                  </a:lnTo>
                  <a:lnTo>
                    <a:pt x="42185" y="2638"/>
                  </a:lnTo>
                  <a:lnTo>
                    <a:pt x="41509" y="2333"/>
                  </a:lnTo>
                  <a:lnTo>
                    <a:pt x="40833" y="2071"/>
                  </a:lnTo>
                  <a:lnTo>
                    <a:pt x="40157" y="1810"/>
                  </a:lnTo>
                  <a:lnTo>
                    <a:pt x="39460" y="1570"/>
                  </a:lnTo>
                  <a:lnTo>
                    <a:pt x="38762" y="1330"/>
                  </a:lnTo>
                  <a:lnTo>
                    <a:pt x="38065" y="1134"/>
                  </a:lnTo>
                  <a:lnTo>
                    <a:pt x="37345" y="938"/>
                  </a:lnTo>
                  <a:lnTo>
                    <a:pt x="36626" y="763"/>
                  </a:lnTo>
                  <a:lnTo>
                    <a:pt x="35906" y="611"/>
                  </a:lnTo>
                  <a:lnTo>
                    <a:pt x="35165" y="458"/>
                  </a:lnTo>
                  <a:lnTo>
                    <a:pt x="34424" y="349"/>
                  </a:lnTo>
                  <a:lnTo>
                    <a:pt x="33683" y="240"/>
                  </a:lnTo>
                  <a:lnTo>
                    <a:pt x="32941" y="153"/>
                  </a:lnTo>
                  <a:lnTo>
                    <a:pt x="32178" y="88"/>
                  </a:lnTo>
                  <a:lnTo>
                    <a:pt x="31415" y="22"/>
                  </a:lnTo>
                  <a:lnTo>
                    <a:pt x="3065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0" name="Google Shape;11640;p80"/>
            <p:cNvSpPr/>
            <p:nvPr/>
          </p:nvSpPr>
          <p:spPr>
            <a:xfrm>
              <a:off x="7247250" y="2735400"/>
              <a:ext cx="1344575" cy="1344575"/>
            </a:xfrm>
            <a:custGeom>
              <a:rect b="b" l="l" r="r" t="t"/>
              <a:pathLst>
                <a:path extrusionOk="0" h="53783" w="53783">
                  <a:moveTo>
                    <a:pt x="26205" y="0"/>
                  </a:moveTo>
                  <a:lnTo>
                    <a:pt x="25507" y="22"/>
                  </a:lnTo>
                  <a:lnTo>
                    <a:pt x="24831" y="65"/>
                  </a:lnTo>
                  <a:lnTo>
                    <a:pt x="24134" y="131"/>
                  </a:lnTo>
                  <a:lnTo>
                    <a:pt x="23458" y="218"/>
                  </a:lnTo>
                  <a:lnTo>
                    <a:pt x="22804" y="305"/>
                  </a:lnTo>
                  <a:lnTo>
                    <a:pt x="22128" y="414"/>
                  </a:lnTo>
                  <a:lnTo>
                    <a:pt x="21474" y="545"/>
                  </a:lnTo>
                  <a:lnTo>
                    <a:pt x="20820" y="676"/>
                  </a:lnTo>
                  <a:lnTo>
                    <a:pt x="20166" y="850"/>
                  </a:lnTo>
                  <a:lnTo>
                    <a:pt x="19534" y="1025"/>
                  </a:lnTo>
                  <a:lnTo>
                    <a:pt x="18901" y="1199"/>
                  </a:lnTo>
                  <a:lnTo>
                    <a:pt x="18269" y="1417"/>
                  </a:lnTo>
                  <a:lnTo>
                    <a:pt x="17637" y="1635"/>
                  </a:lnTo>
                  <a:lnTo>
                    <a:pt x="17027" y="1853"/>
                  </a:lnTo>
                  <a:lnTo>
                    <a:pt x="16416" y="2115"/>
                  </a:lnTo>
                  <a:lnTo>
                    <a:pt x="15828" y="2376"/>
                  </a:lnTo>
                  <a:lnTo>
                    <a:pt x="15239" y="2660"/>
                  </a:lnTo>
                  <a:lnTo>
                    <a:pt x="14650" y="2943"/>
                  </a:lnTo>
                  <a:lnTo>
                    <a:pt x="14062" y="3248"/>
                  </a:lnTo>
                  <a:lnTo>
                    <a:pt x="13495" y="3554"/>
                  </a:lnTo>
                  <a:lnTo>
                    <a:pt x="12950" y="3881"/>
                  </a:lnTo>
                  <a:lnTo>
                    <a:pt x="12405" y="4229"/>
                  </a:lnTo>
                  <a:lnTo>
                    <a:pt x="11860" y="4600"/>
                  </a:lnTo>
                  <a:lnTo>
                    <a:pt x="11315" y="4971"/>
                  </a:lnTo>
                  <a:lnTo>
                    <a:pt x="10792" y="5341"/>
                  </a:lnTo>
                  <a:lnTo>
                    <a:pt x="10290" y="5734"/>
                  </a:lnTo>
                  <a:lnTo>
                    <a:pt x="9789" y="6148"/>
                  </a:lnTo>
                  <a:lnTo>
                    <a:pt x="9287" y="6562"/>
                  </a:lnTo>
                  <a:lnTo>
                    <a:pt x="8808" y="6976"/>
                  </a:lnTo>
                  <a:lnTo>
                    <a:pt x="8328" y="7434"/>
                  </a:lnTo>
                  <a:lnTo>
                    <a:pt x="7870" y="7870"/>
                  </a:lnTo>
                  <a:lnTo>
                    <a:pt x="7412" y="8328"/>
                  </a:lnTo>
                  <a:lnTo>
                    <a:pt x="6976" y="8808"/>
                  </a:lnTo>
                  <a:lnTo>
                    <a:pt x="6562" y="9287"/>
                  </a:lnTo>
                  <a:lnTo>
                    <a:pt x="6126" y="9789"/>
                  </a:lnTo>
                  <a:lnTo>
                    <a:pt x="5734" y="10290"/>
                  </a:lnTo>
                  <a:lnTo>
                    <a:pt x="5341" y="10792"/>
                  </a:lnTo>
                  <a:lnTo>
                    <a:pt x="4949" y="11315"/>
                  </a:lnTo>
                  <a:lnTo>
                    <a:pt x="4578" y="11860"/>
                  </a:lnTo>
                  <a:lnTo>
                    <a:pt x="4229" y="12405"/>
                  </a:lnTo>
                  <a:lnTo>
                    <a:pt x="3881" y="12950"/>
                  </a:lnTo>
                  <a:lnTo>
                    <a:pt x="3554" y="13517"/>
                  </a:lnTo>
                  <a:lnTo>
                    <a:pt x="3248" y="14083"/>
                  </a:lnTo>
                  <a:lnTo>
                    <a:pt x="2943" y="14650"/>
                  </a:lnTo>
                  <a:lnTo>
                    <a:pt x="2638" y="15239"/>
                  </a:lnTo>
                  <a:lnTo>
                    <a:pt x="2376" y="15828"/>
                  </a:lnTo>
                  <a:lnTo>
                    <a:pt x="2115" y="16416"/>
                  </a:lnTo>
                  <a:lnTo>
                    <a:pt x="1853" y="17027"/>
                  </a:lnTo>
                  <a:lnTo>
                    <a:pt x="1635" y="17637"/>
                  </a:lnTo>
                  <a:lnTo>
                    <a:pt x="1417" y="18269"/>
                  </a:lnTo>
                  <a:lnTo>
                    <a:pt x="1199" y="18901"/>
                  </a:lnTo>
                  <a:lnTo>
                    <a:pt x="1025" y="19534"/>
                  </a:lnTo>
                  <a:lnTo>
                    <a:pt x="850" y="20166"/>
                  </a:lnTo>
                  <a:lnTo>
                    <a:pt x="676" y="20820"/>
                  </a:lnTo>
                  <a:lnTo>
                    <a:pt x="545" y="21474"/>
                  </a:lnTo>
                  <a:lnTo>
                    <a:pt x="414" y="22128"/>
                  </a:lnTo>
                  <a:lnTo>
                    <a:pt x="305" y="22804"/>
                  </a:lnTo>
                  <a:lnTo>
                    <a:pt x="218" y="23458"/>
                  </a:lnTo>
                  <a:lnTo>
                    <a:pt x="131" y="24134"/>
                  </a:lnTo>
                  <a:lnTo>
                    <a:pt x="66" y="24831"/>
                  </a:lnTo>
                  <a:lnTo>
                    <a:pt x="22" y="25507"/>
                  </a:lnTo>
                  <a:lnTo>
                    <a:pt x="0" y="26205"/>
                  </a:lnTo>
                  <a:lnTo>
                    <a:pt x="0" y="26902"/>
                  </a:lnTo>
                  <a:lnTo>
                    <a:pt x="0" y="27578"/>
                  </a:lnTo>
                  <a:lnTo>
                    <a:pt x="22" y="28276"/>
                  </a:lnTo>
                  <a:lnTo>
                    <a:pt x="66" y="28973"/>
                  </a:lnTo>
                  <a:lnTo>
                    <a:pt x="131" y="29649"/>
                  </a:lnTo>
                  <a:lnTo>
                    <a:pt x="218" y="30325"/>
                  </a:lnTo>
                  <a:lnTo>
                    <a:pt x="305" y="30979"/>
                  </a:lnTo>
                  <a:lnTo>
                    <a:pt x="414" y="31655"/>
                  </a:lnTo>
                  <a:lnTo>
                    <a:pt x="545" y="32309"/>
                  </a:lnTo>
                  <a:lnTo>
                    <a:pt x="676" y="32963"/>
                  </a:lnTo>
                  <a:lnTo>
                    <a:pt x="850" y="33617"/>
                  </a:lnTo>
                  <a:lnTo>
                    <a:pt x="1025" y="34249"/>
                  </a:lnTo>
                  <a:lnTo>
                    <a:pt x="1199" y="34881"/>
                  </a:lnTo>
                  <a:lnTo>
                    <a:pt x="1417" y="35514"/>
                  </a:lnTo>
                  <a:lnTo>
                    <a:pt x="1635" y="36146"/>
                  </a:lnTo>
                  <a:lnTo>
                    <a:pt x="1853" y="36756"/>
                  </a:lnTo>
                  <a:lnTo>
                    <a:pt x="2115" y="37367"/>
                  </a:lnTo>
                  <a:lnTo>
                    <a:pt x="2376" y="37955"/>
                  </a:lnTo>
                  <a:lnTo>
                    <a:pt x="2638" y="38544"/>
                  </a:lnTo>
                  <a:lnTo>
                    <a:pt x="2943" y="39133"/>
                  </a:lnTo>
                  <a:lnTo>
                    <a:pt x="3248" y="39721"/>
                  </a:lnTo>
                  <a:lnTo>
                    <a:pt x="3554" y="40288"/>
                  </a:lnTo>
                  <a:lnTo>
                    <a:pt x="3881" y="40833"/>
                  </a:lnTo>
                  <a:lnTo>
                    <a:pt x="4229" y="41400"/>
                  </a:lnTo>
                  <a:lnTo>
                    <a:pt x="4578" y="41923"/>
                  </a:lnTo>
                  <a:lnTo>
                    <a:pt x="4949" y="42468"/>
                  </a:lnTo>
                  <a:lnTo>
                    <a:pt x="5341" y="42991"/>
                  </a:lnTo>
                  <a:lnTo>
                    <a:pt x="5734" y="43493"/>
                  </a:lnTo>
                  <a:lnTo>
                    <a:pt x="6126" y="43994"/>
                  </a:lnTo>
                  <a:lnTo>
                    <a:pt x="6562" y="44496"/>
                  </a:lnTo>
                  <a:lnTo>
                    <a:pt x="6976" y="44975"/>
                  </a:lnTo>
                  <a:lnTo>
                    <a:pt x="7412" y="45455"/>
                  </a:lnTo>
                  <a:lnTo>
                    <a:pt x="7870" y="45913"/>
                  </a:lnTo>
                  <a:lnTo>
                    <a:pt x="8328" y="46371"/>
                  </a:lnTo>
                  <a:lnTo>
                    <a:pt x="8808" y="46807"/>
                  </a:lnTo>
                  <a:lnTo>
                    <a:pt x="9287" y="47221"/>
                  </a:lnTo>
                  <a:lnTo>
                    <a:pt x="9789" y="47657"/>
                  </a:lnTo>
                  <a:lnTo>
                    <a:pt x="10290" y="48049"/>
                  </a:lnTo>
                  <a:lnTo>
                    <a:pt x="10792" y="48442"/>
                  </a:lnTo>
                  <a:lnTo>
                    <a:pt x="11315" y="48834"/>
                  </a:lnTo>
                  <a:lnTo>
                    <a:pt x="11860" y="49205"/>
                  </a:lnTo>
                  <a:lnTo>
                    <a:pt x="12405" y="49553"/>
                  </a:lnTo>
                  <a:lnTo>
                    <a:pt x="12950" y="49902"/>
                  </a:lnTo>
                  <a:lnTo>
                    <a:pt x="13495" y="50229"/>
                  </a:lnTo>
                  <a:lnTo>
                    <a:pt x="14062" y="50535"/>
                  </a:lnTo>
                  <a:lnTo>
                    <a:pt x="14650" y="50840"/>
                  </a:lnTo>
                  <a:lnTo>
                    <a:pt x="15239" y="51145"/>
                  </a:lnTo>
                  <a:lnTo>
                    <a:pt x="15828" y="51407"/>
                  </a:lnTo>
                  <a:lnTo>
                    <a:pt x="16416" y="51668"/>
                  </a:lnTo>
                  <a:lnTo>
                    <a:pt x="17027" y="51930"/>
                  </a:lnTo>
                  <a:lnTo>
                    <a:pt x="17637" y="52148"/>
                  </a:lnTo>
                  <a:lnTo>
                    <a:pt x="18269" y="52388"/>
                  </a:lnTo>
                  <a:lnTo>
                    <a:pt x="18901" y="52584"/>
                  </a:lnTo>
                  <a:lnTo>
                    <a:pt x="19534" y="52780"/>
                  </a:lnTo>
                  <a:lnTo>
                    <a:pt x="20166" y="52933"/>
                  </a:lnTo>
                  <a:lnTo>
                    <a:pt x="20820" y="53107"/>
                  </a:lnTo>
                  <a:lnTo>
                    <a:pt x="21474" y="53238"/>
                  </a:lnTo>
                  <a:lnTo>
                    <a:pt x="22128" y="53369"/>
                  </a:lnTo>
                  <a:lnTo>
                    <a:pt x="22804" y="53478"/>
                  </a:lnTo>
                  <a:lnTo>
                    <a:pt x="23458" y="53565"/>
                  </a:lnTo>
                  <a:lnTo>
                    <a:pt x="24134" y="53652"/>
                  </a:lnTo>
                  <a:lnTo>
                    <a:pt x="24831" y="53717"/>
                  </a:lnTo>
                  <a:lnTo>
                    <a:pt x="25507" y="53761"/>
                  </a:lnTo>
                  <a:lnTo>
                    <a:pt x="26205" y="53783"/>
                  </a:lnTo>
                  <a:lnTo>
                    <a:pt x="27578" y="53783"/>
                  </a:lnTo>
                  <a:lnTo>
                    <a:pt x="28276" y="53761"/>
                  </a:lnTo>
                  <a:lnTo>
                    <a:pt x="28952" y="53717"/>
                  </a:lnTo>
                  <a:lnTo>
                    <a:pt x="29649" y="53652"/>
                  </a:lnTo>
                  <a:lnTo>
                    <a:pt x="30325" y="53565"/>
                  </a:lnTo>
                  <a:lnTo>
                    <a:pt x="30979" y="53478"/>
                  </a:lnTo>
                  <a:lnTo>
                    <a:pt x="31655" y="53369"/>
                  </a:lnTo>
                  <a:lnTo>
                    <a:pt x="32309" y="53238"/>
                  </a:lnTo>
                  <a:lnTo>
                    <a:pt x="32963" y="53107"/>
                  </a:lnTo>
                  <a:lnTo>
                    <a:pt x="33617" y="52933"/>
                  </a:lnTo>
                  <a:lnTo>
                    <a:pt x="34249" y="52780"/>
                  </a:lnTo>
                  <a:lnTo>
                    <a:pt x="34881" y="52584"/>
                  </a:lnTo>
                  <a:lnTo>
                    <a:pt x="35514" y="52388"/>
                  </a:lnTo>
                  <a:lnTo>
                    <a:pt x="36146" y="52148"/>
                  </a:lnTo>
                  <a:lnTo>
                    <a:pt x="36756" y="51930"/>
                  </a:lnTo>
                  <a:lnTo>
                    <a:pt x="37367" y="51668"/>
                  </a:lnTo>
                  <a:lnTo>
                    <a:pt x="37955" y="51407"/>
                  </a:lnTo>
                  <a:lnTo>
                    <a:pt x="38544" y="51145"/>
                  </a:lnTo>
                  <a:lnTo>
                    <a:pt x="39133" y="50840"/>
                  </a:lnTo>
                  <a:lnTo>
                    <a:pt x="39721" y="50535"/>
                  </a:lnTo>
                  <a:lnTo>
                    <a:pt x="40288" y="50229"/>
                  </a:lnTo>
                  <a:lnTo>
                    <a:pt x="40833" y="49902"/>
                  </a:lnTo>
                  <a:lnTo>
                    <a:pt x="41378" y="49553"/>
                  </a:lnTo>
                  <a:lnTo>
                    <a:pt x="41923" y="49205"/>
                  </a:lnTo>
                  <a:lnTo>
                    <a:pt x="42468" y="48834"/>
                  </a:lnTo>
                  <a:lnTo>
                    <a:pt x="42991" y="48442"/>
                  </a:lnTo>
                  <a:lnTo>
                    <a:pt x="43493" y="48049"/>
                  </a:lnTo>
                  <a:lnTo>
                    <a:pt x="43994" y="47657"/>
                  </a:lnTo>
                  <a:lnTo>
                    <a:pt x="44496" y="47221"/>
                  </a:lnTo>
                  <a:lnTo>
                    <a:pt x="44975" y="46807"/>
                  </a:lnTo>
                  <a:lnTo>
                    <a:pt x="45455" y="46371"/>
                  </a:lnTo>
                  <a:lnTo>
                    <a:pt x="45913" y="45913"/>
                  </a:lnTo>
                  <a:lnTo>
                    <a:pt x="46370" y="45455"/>
                  </a:lnTo>
                  <a:lnTo>
                    <a:pt x="46806" y="44975"/>
                  </a:lnTo>
                  <a:lnTo>
                    <a:pt x="47221" y="44496"/>
                  </a:lnTo>
                  <a:lnTo>
                    <a:pt x="47635" y="43994"/>
                  </a:lnTo>
                  <a:lnTo>
                    <a:pt x="48049" y="43493"/>
                  </a:lnTo>
                  <a:lnTo>
                    <a:pt x="48441" y="42991"/>
                  </a:lnTo>
                  <a:lnTo>
                    <a:pt x="48834" y="42468"/>
                  </a:lnTo>
                  <a:lnTo>
                    <a:pt x="49183" y="41923"/>
                  </a:lnTo>
                  <a:lnTo>
                    <a:pt x="49553" y="41400"/>
                  </a:lnTo>
                  <a:lnTo>
                    <a:pt x="49902" y="40833"/>
                  </a:lnTo>
                  <a:lnTo>
                    <a:pt x="50229" y="40288"/>
                  </a:lnTo>
                  <a:lnTo>
                    <a:pt x="50534" y="39721"/>
                  </a:lnTo>
                  <a:lnTo>
                    <a:pt x="50840" y="39133"/>
                  </a:lnTo>
                  <a:lnTo>
                    <a:pt x="51145" y="38544"/>
                  </a:lnTo>
                  <a:lnTo>
                    <a:pt x="51406" y="37955"/>
                  </a:lnTo>
                  <a:lnTo>
                    <a:pt x="51668" y="37367"/>
                  </a:lnTo>
                  <a:lnTo>
                    <a:pt x="51930" y="36756"/>
                  </a:lnTo>
                  <a:lnTo>
                    <a:pt x="52148" y="36146"/>
                  </a:lnTo>
                  <a:lnTo>
                    <a:pt x="52366" y="35514"/>
                  </a:lnTo>
                  <a:lnTo>
                    <a:pt x="52584" y="34881"/>
                  </a:lnTo>
                  <a:lnTo>
                    <a:pt x="52758" y="34249"/>
                  </a:lnTo>
                  <a:lnTo>
                    <a:pt x="52932" y="33617"/>
                  </a:lnTo>
                  <a:lnTo>
                    <a:pt x="53107" y="32963"/>
                  </a:lnTo>
                  <a:lnTo>
                    <a:pt x="53238" y="32309"/>
                  </a:lnTo>
                  <a:lnTo>
                    <a:pt x="53368" y="31655"/>
                  </a:lnTo>
                  <a:lnTo>
                    <a:pt x="53477" y="30979"/>
                  </a:lnTo>
                  <a:lnTo>
                    <a:pt x="53565" y="30325"/>
                  </a:lnTo>
                  <a:lnTo>
                    <a:pt x="53652" y="29649"/>
                  </a:lnTo>
                  <a:lnTo>
                    <a:pt x="53717" y="28973"/>
                  </a:lnTo>
                  <a:lnTo>
                    <a:pt x="53761" y="28276"/>
                  </a:lnTo>
                  <a:lnTo>
                    <a:pt x="53783" y="27578"/>
                  </a:lnTo>
                  <a:lnTo>
                    <a:pt x="53783" y="26902"/>
                  </a:lnTo>
                  <a:lnTo>
                    <a:pt x="53783" y="26205"/>
                  </a:lnTo>
                  <a:lnTo>
                    <a:pt x="53761" y="25507"/>
                  </a:lnTo>
                  <a:lnTo>
                    <a:pt x="53717" y="24831"/>
                  </a:lnTo>
                  <a:lnTo>
                    <a:pt x="53652" y="24134"/>
                  </a:lnTo>
                  <a:lnTo>
                    <a:pt x="53565" y="23458"/>
                  </a:lnTo>
                  <a:lnTo>
                    <a:pt x="53477" y="22804"/>
                  </a:lnTo>
                  <a:lnTo>
                    <a:pt x="53368" y="22128"/>
                  </a:lnTo>
                  <a:lnTo>
                    <a:pt x="53238" y="21474"/>
                  </a:lnTo>
                  <a:lnTo>
                    <a:pt x="53107" y="20820"/>
                  </a:lnTo>
                  <a:lnTo>
                    <a:pt x="52932" y="20166"/>
                  </a:lnTo>
                  <a:lnTo>
                    <a:pt x="52758" y="19534"/>
                  </a:lnTo>
                  <a:lnTo>
                    <a:pt x="52584" y="18901"/>
                  </a:lnTo>
                  <a:lnTo>
                    <a:pt x="52366" y="18269"/>
                  </a:lnTo>
                  <a:lnTo>
                    <a:pt x="52148" y="17637"/>
                  </a:lnTo>
                  <a:lnTo>
                    <a:pt x="51930" y="17027"/>
                  </a:lnTo>
                  <a:lnTo>
                    <a:pt x="51668" y="16416"/>
                  </a:lnTo>
                  <a:lnTo>
                    <a:pt x="51406" y="15828"/>
                  </a:lnTo>
                  <a:lnTo>
                    <a:pt x="51145" y="15239"/>
                  </a:lnTo>
                  <a:lnTo>
                    <a:pt x="50840" y="14650"/>
                  </a:lnTo>
                  <a:lnTo>
                    <a:pt x="50534" y="14083"/>
                  </a:lnTo>
                  <a:lnTo>
                    <a:pt x="50229" y="13517"/>
                  </a:lnTo>
                  <a:lnTo>
                    <a:pt x="49902" y="12950"/>
                  </a:lnTo>
                  <a:lnTo>
                    <a:pt x="49553" y="12405"/>
                  </a:lnTo>
                  <a:lnTo>
                    <a:pt x="49183" y="11860"/>
                  </a:lnTo>
                  <a:lnTo>
                    <a:pt x="48834" y="11315"/>
                  </a:lnTo>
                  <a:lnTo>
                    <a:pt x="48441" y="10792"/>
                  </a:lnTo>
                  <a:lnTo>
                    <a:pt x="48049" y="10290"/>
                  </a:lnTo>
                  <a:lnTo>
                    <a:pt x="47635" y="9789"/>
                  </a:lnTo>
                  <a:lnTo>
                    <a:pt x="47221" y="9287"/>
                  </a:lnTo>
                  <a:lnTo>
                    <a:pt x="46806" y="8808"/>
                  </a:lnTo>
                  <a:lnTo>
                    <a:pt x="46370" y="8328"/>
                  </a:lnTo>
                  <a:lnTo>
                    <a:pt x="45913" y="7870"/>
                  </a:lnTo>
                  <a:lnTo>
                    <a:pt x="45455" y="7434"/>
                  </a:lnTo>
                  <a:lnTo>
                    <a:pt x="44975" y="6976"/>
                  </a:lnTo>
                  <a:lnTo>
                    <a:pt x="44496" y="6562"/>
                  </a:lnTo>
                  <a:lnTo>
                    <a:pt x="43994" y="6148"/>
                  </a:lnTo>
                  <a:lnTo>
                    <a:pt x="43493" y="5734"/>
                  </a:lnTo>
                  <a:lnTo>
                    <a:pt x="42991" y="5341"/>
                  </a:lnTo>
                  <a:lnTo>
                    <a:pt x="42468" y="4971"/>
                  </a:lnTo>
                  <a:lnTo>
                    <a:pt x="41923" y="4600"/>
                  </a:lnTo>
                  <a:lnTo>
                    <a:pt x="41378" y="4229"/>
                  </a:lnTo>
                  <a:lnTo>
                    <a:pt x="40833" y="3881"/>
                  </a:lnTo>
                  <a:lnTo>
                    <a:pt x="40288" y="3554"/>
                  </a:lnTo>
                  <a:lnTo>
                    <a:pt x="39721" y="3248"/>
                  </a:lnTo>
                  <a:lnTo>
                    <a:pt x="39133" y="2943"/>
                  </a:lnTo>
                  <a:lnTo>
                    <a:pt x="38544" y="2660"/>
                  </a:lnTo>
                  <a:lnTo>
                    <a:pt x="37955" y="2376"/>
                  </a:lnTo>
                  <a:lnTo>
                    <a:pt x="37367" y="2115"/>
                  </a:lnTo>
                  <a:lnTo>
                    <a:pt x="36756" y="1853"/>
                  </a:lnTo>
                  <a:lnTo>
                    <a:pt x="36146" y="1635"/>
                  </a:lnTo>
                  <a:lnTo>
                    <a:pt x="35514" y="1417"/>
                  </a:lnTo>
                  <a:lnTo>
                    <a:pt x="34881" y="1199"/>
                  </a:lnTo>
                  <a:lnTo>
                    <a:pt x="34249" y="1025"/>
                  </a:lnTo>
                  <a:lnTo>
                    <a:pt x="33617" y="850"/>
                  </a:lnTo>
                  <a:lnTo>
                    <a:pt x="32963" y="676"/>
                  </a:lnTo>
                  <a:lnTo>
                    <a:pt x="32309" y="545"/>
                  </a:lnTo>
                  <a:lnTo>
                    <a:pt x="31655" y="414"/>
                  </a:lnTo>
                  <a:lnTo>
                    <a:pt x="30979" y="305"/>
                  </a:lnTo>
                  <a:lnTo>
                    <a:pt x="30325" y="218"/>
                  </a:lnTo>
                  <a:lnTo>
                    <a:pt x="29649" y="131"/>
                  </a:lnTo>
                  <a:lnTo>
                    <a:pt x="28952" y="65"/>
                  </a:lnTo>
                  <a:lnTo>
                    <a:pt x="28276" y="22"/>
                  </a:lnTo>
                  <a:lnTo>
                    <a:pt x="27578"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1" name="Google Shape;11641;p80"/>
            <p:cNvSpPr/>
            <p:nvPr/>
          </p:nvSpPr>
          <p:spPr>
            <a:xfrm>
              <a:off x="7247250" y="2735400"/>
              <a:ext cx="1344575" cy="1344575"/>
            </a:xfrm>
            <a:custGeom>
              <a:rect b="b" l="l" r="r" t="t"/>
              <a:pathLst>
                <a:path extrusionOk="0" fill="none" h="53783" w="53783">
                  <a:moveTo>
                    <a:pt x="53783" y="26902"/>
                  </a:moveTo>
                  <a:lnTo>
                    <a:pt x="53783" y="26902"/>
                  </a:lnTo>
                  <a:lnTo>
                    <a:pt x="53783" y="27578"/>
                  </a:lnTo>
                  <a:lnTo>
                    <a:pt x="53761" y="28276"/>
                  </a:lnTo>
                  <a:lnTo>
                    <a:pt x="53717" y="28973"/>
                  </a:lnTo>
                  <a:lnTo>
                    <a:pt x="53652" y="29649"/>
                  </a:lnTo>
                  <a:lnTo>
                    <a:pt x="53565" y="30325"/>
                  </a:lnTo>
                  <a:lnTo>
                    <a:pt x="53477" y="30979"/>
                  </a:lnTo>
                  <a:lnTo>
                    <a:pt x="53368" y="31655"/>
                  </a:lnTo>
                  <a:lnTo>
                    <a:pt x="53238" y="32309"/>
                  </a:lnTo>
                  <a:lnTo>
                    <a:pt x="53107" y="32963"/>
                  </a:lnTo>
                  <a:lnTo>
                    <a:pt x="52932" y="33617"/>
                  </a:lnTo>
                  <a:lnTo>
                    <a:pt x="52758" y="34249"/>
                  </a:lnTo>
                  <a:lnTo>
                    <a:pt x="52584" y="34881"/>
                  </a:lnTo>
                  <a:lnTo>
                    <a:pt x="52366" y="35514"/>
                  </a:lnTo>
                  <a:lnTo>
                    <a:pt x="52148" y="36146"/>
                  </a:lnTo>
                  <a:lnTo>
                    <a:pt x="51930" y="36756"/>
                  </a:lnTo>
                  <a:lnTo>
                    <a:pt x="51668" y="37367"/>
                  </a:lnTo>
                  <a:lnTo>
                    <a:pt x="51406" y="37955"/>
                  </a:lnTo>
                  <a:lnTo>
                    <a:pt x="51145" y="38544"/>
                  </a:lnTo>
                  <a:lnTo>
                    <a:pt x="50840" y="39133"/>
                  </a:lnTo>
                  <a:lnTo>
                    <a:pt x="50534" y="39721"/>
                  </a:lnTo>
                  <a:lnTo>
                    <a:pt x="50229" y="40288"/>
                  </a:lnTo>
                  <a:lnTo>
                    <a:pt x="49902" y="40833"/>
                  </a:lnTo>
                  <a:lnTo>
                    <a:pt x="49553" y="41400"/>
                  </a:lnTo>
                  <a:lnTo>
                    <a:pt x="49183" y="41923"/>
                  </a:lnTo>
                  <a:lnTo>
                    <a:pt x="48834" y="42468"/>
                  </a:lnTo>
                  <a:lnTo>
                    <a:pt x="48441" y="42991"/>
                  </a:lnTo>
                  <a:lnTo>
                    <a:pt x="48049" y="43493"/>
                  </a:lnTo>
                  <a:lnTo>
                    <a:pt x="47635" y="43994"/>
                  </a:lnTo>
                  <a:lnTo>
                    <a:pt x="47221" y="44496"/>
                  </a:lnTo>
                  <a:lnTo>
                    <a:pt x="46806" y="44975"/>
                  </a:lnTo>
                  <a:lnTo>
                    <a:pt x="46370" y="45455"/>
                  </a:lnTo>
                  <a:lnTo>
                    <a:pt x="45913" y="45913"/>
                  </a:lnTo>
                  <a:lnTo>
                    <a:pt x="45455" y="46371"/>
                  </a:lnTo>
                  <a:lnTo>
                    <a:pt x="44975" y="46807"/>
                  </a:lnTo>
                  <a:lnTo>
                    <a:pt x="44496" y="47221"/>
                  </a:lnTo>
                  <a:lnTo>
                    <a:pt x="43994" y="47657"/>
                  </a:lnTo>
                  <a:lnTo>
                    <a:pt x="43493" y="48049"/>
                  </a:lnTo>
                  <a:lnTo>
                    <a:pt x="42991" y="48442"/>
                  </a:lnTo>
                  <a:lnTo>
                    <a:pt x="42468" y="48834"/>
                  </a:lnTo>
                  <a:lnTo>
                    <a:pt x="41923" y="49205"/>
                  </a:lnTo>
                  <a:lnTo>
                    <a:pt x="41378" y="49553"/>
                  </a:lnTo>
                  <a:lnTo>
                    <a:pt x="40833" y="49902"/>
                  </a:lnTo>
                  <a:lnTo>
                    <a:pt x="40288" y="50229"/>
                  </a:lnTo>
                  <a:lnTo>
                    <a:pt x="39721" y="50535"/>
                  </a:lnTo>
                  <a:lnTo>
                    <a:pt x="39133" y="50840"/>
                  </a:lnTo>
                  <a:lnTo>
                    <a:pt x="38544" y="51145"/>
                  </a:lnTo>
                  <a:lnTo>
                    <a:pt x="37955" y="51407"/>
                  </a:lnTo>
                  <a:lnTo>
                    <a:pt x="37367" y="51668"/>
                  </a:lnTo>
                  <a:lnTo>
                    <a:pt x="36756" y="51930"/>
                  </a:lnTo>
                  <a:lnTo>
                    <a:pt x="36146" y="52148"/>
                  </a:lnTo>
                  <a:lnTo>
                    <a:pt x="35514" y="52388"/>
                  </a:lnTo>
                  <a:lnTo>
                    <a:pt x="34881" y="52584"/>
                  </a:lnTo>
                  <a:lnTo>
                    <a:pt x="34249" y="52780"/>
                  </a:lnTo>
                  <a:lnTo>
                    <a:pt x="33617" y="52933"/>
                  </a:lnTo>
                  <a:lnTo>
                    <a:pt x="32963" y="53107"/>
                  </a:lnTo>
                  <a:lnTo>
                    <a:pt x="32309" y="53238"/>
                  </a:lnTo>
                  <a:lnTo>
                    <a:pt x="31655" y="53369"/>
                  </a:lnTo>
                  <a:lnTo>
                    <a:pt x="30979" y="53478"/>
                  </a:lnTo>
                  <a:lnTo>
                    <a:pt x="30325" y="53565"/>
                  </a:lnTo>
                  <a:lnTo>
                    <a:pt x="29649" y="53652"/>
                  </a:lnTo>
                  <a:lnTo>
                    <a:pt x="28952" y="53717"/>
                  </a:lnTo>
                  <a:lnTo>
                    <a:pt x="28276" y="53761"/>
                  </a:lnTo>
                  <a:lnTo>
                    <a:pt x="27578" y="53783"/>
                  </a:lnTo>
                  <a:lnTo>
                    <a:pt x="26881" y="53783"/>
                  </a:lnTo>
                  <a:lnTo>
                    <a:pt x="26881" y="53783"/>
                  </a:lnTo>
                  <a:lnTo>
                    <a:pt x="26205" y="53783"/>
                  </a:lnTo>
                  <a:lnTo>
                    <a:pt x="25507" y="53761"/>
                  </a:lnTo>
                  <a:lnTo>
                    <a:pt x="24831" y="53717"/>
                  </a:lnTo>
                  <a:lnTo>
                    <a:pt x="24134" y="53652"/>
                  </a:lnTo>
                  <a:lnTo>
                    <a:pt x="23458" y="53565"/>
                  </a:lnTo>
                  <a:lnTo>
                    <a:pt x="22804" y="53478"/>
                  </a:lnTo>
                  <a:lnTo>
                    <a:pt x="22128" y="53369"/>
                  </a:lnTo>
                  <a:lnTo>
                    <a:pt x="21474" y="53238"/>
                  </a:lnTo>
                  <a:lnTo>
                    <a:pt x="20820" y="53107"/>
                  </a:lnTo>
                  <a:lnTo>
                    <a:pt x="20166" y="52933"/>
                  </a:lnTo>
                  <a:lnTo>
                    <a:pt x="19534" y="52780"/>
                  </a:lnTo>
                  <a:lnTo>
                    <a:pt x="18901" y="52584"/>
                  </a:lnTo>
                  <a:lnTo>
                    <a:pt x="18269" y="52388"/>
                  </a:lnTo>
                  <a:lnTo>
                    <a:pt x="17637" y="52148"/>
                  </a:lnTo>
                  <a:lnTo>
                    <a:pt x="17027" y="51930"/>
                  </a:lnTo>
                  <a:lnTo>
                    <a:pt x="16416" y="51668"/>
                  </a:lnTo>
                  <a:lnTo>
                    <a:pt x="15828" y="51407"/>
                  </a:lnTo>
                  <a:lnTo>
                    <a:pt x="15239" y="51145"/>
                  </a:lnTo>
                  <a:lnTo>
                    <a:pt x="14650" y="50840"/>
                  </a:lnTo>
                  <a:lnTo>
                    <a:pt x="14062" y="50535"/>
                  </a:lnTo>
                  <a:lnTo>
                    <a:pt x="13495" y="50229"/>
                  </a:lnTo>
                  <a:lnTo>
                    <a:pt x="12950" y="49902"/>
                  </a:lnTo>
                  <a:lnTo>
                    <a:pt x="12405" y="49553"/>
                  </a:lnTo>
                  <a:lnTo>
                    <a:pt x="11860" y="49205"/>
                  </a:lnTo>
                  <a:lnTo>
                    <a:pt x="11315" y="48834"/>
                  </a:lnTo>
                  <a:lnTo>
                    <a:pt x="10792" y="48442"/>
                  </a:lnTo>
                  <a:lnTo>
                    <a:pt x="10290" y="48049"/>
                  </a:lnTo>
                  <a:lnTo>
                    <a:pt x="9789" y="47657"/>
                  </a:lnTo>
                  <a:lnTo>
                    <a:pt x="9287" y="47221"/>
                  </a:lnTo>
                  <a:lnTo>
                    <a:pt x="8808" y="46807"/>
                  </a:lnTo>
                  <a:lnTo>
                    <a:pt x="8328" y="46371"/>
                  </a:lnTo>
                  <a:lnTo>
                    <a:pt x="7870" y="45913"/>
                  </a:lnTo>
                  <a:lnTo>
                    <a:pt x="7412" y="45455"/>
                  </a:lnTo>
                  <a:lnTo>
                    <a:pt x="6976" y="44975"/>
                  </a:lnTo>
                  <a:lnTo>
                    <a:pt x="6562" y="44496"/>
                  </a:lnTo>
                  <a:lnTo>
                    <a:pt x="6126" y="43994"/>
                  </a:lnTo>
                  <a:lnTo>
                    <a:pt x="5734" y="43493"/>
                  </a:lnTo>
                  <a:lnTo>
                    <a:pt x="5341" y="42991"/>
                  </a:lnTo>
                  <a:lnTo>
                    <a:pt x="4949" y="42468"/>
                  </a:lnTo>
                  <a:lnTo>
                    <a:pt x="4578" y="41923"/>
                  </a:lnTo>
                  <a:lnTo>
                    <a:pt x="4229" y="41400"/>
                  </a:lnTo>
                  <a:lnTo>
                    <a:pt x="3881" y="40833"/>
                  </a:lnTo>
                  <a:lnTo>
                    <a:pt x="3554" y="40288"/>
                  </a:lnTo>
                  <a:lnTo>
                    <a:pt x="3248" y="39721"/>
                  </a:lnTo>
                  <a:lnTo>
                    <a:pt x="2943" y="39133"/>
                  </a:lnTo>
                  <a:lnTo>
                    <a:pt x="2638" y="38544"/>
                  </a:lnTo>
                  <a:lnTo>
                    <a:pt x="2376" y="37955"/>
                  </a:lnTo>
                  <a:lnTo>
                    <a:pt x="2115" y="37367"/>
                  </a:lnTo>
                  <a:lnTo>
                    <a:pt x="1853" y="36756"/>
                  </a:lnTo>
                  <a:lnTo>
                    <a:pt x="1635" y="36146"/>
                  </a:lnTo>
                  <a:lnTo>
                    <a:pt x="1417" y="35514"/>
                  </a:lnTo>
                  <a:lnTo>
                    <a:pt x="1199" y="34881"/>
                  </a:lnTo>
                  <a:lnTo>
                    <a:pt x="1025" y="34249"/>
                  </a:lnTo>
                  <a:lnTo>
                    <a:pt x="850" y="33617"/>
                  </a:lnTo>
                  <a:lnTo>
                    <a:pt x="676" y="32963"/>
                  </a:lnTo>
                  <a:lnTo>
                    <a:pt x="545" y="32309"/>
                  </a:lnTo>
                  <a:lnTo>
                    <a:pt x="414" y="31655"/>
                  </a:lnTo>
                  <a:lnTo>
                    <a:pt x="305" y="30979"/>
                  </a:lnTo>
                  <a:lnTo>
                    <a:pt x="218" y="30325"/>
                  </a:lnTo>
                  <a:lnTo>
                    <a:pt x="131" y="29649"/>
                  </a:lnTo>
                  <a:lnTo>
                    <a:pt x="66" y="28973"/>
                  </a:lnTo>
                  <a:lnTo>
                    <a:pt x="22" y="28276"/>
                  </a:lnTo>
                  <a:lnTo>
                    <a:pt x="0" y="27578"/>
                  </a:lnTo>
                  <a:lnTo>
                    <a:pt x="0" y="26902"/>
                  </a:lnTo>
                  <a:lnTo>
                    <a:pt x="0" y="26902"/>
                  </a:lnTo>
                  <a:lnTo>
                    <a:pt x="0" y="26205"/>
                  </a:lnTo>
                  <a:lnTo>
                    <a:pt x="22" y="25507"/>
                  </a:lnTo>
                  <a:lnTo>
                    <a:pt x="66" y="24831"/>
                  </a:lnTo>
                  <a:lnTo>
                    <a:pt x="131" y="24134"/>
                  </a:lnTo>
                  <a:lnTo>
                    <a:pt x="218" y="23458"/>
                  </a:lnTo>
                  <a:lnTo>
                    <a:pt x="305" y="22804"/>
                  </a:lnTo>
                  <a:lnTo>
                    <a:pt x="414" y="22128"/>
                  </a:lnTo>
                  <a:lnTo>
                    <a:pt x="545" y="21474"/>
                  </a:lnTo>
                  <a:lnTo>
                    <a:pt x="676" y="20820"/>
                  </a:lnTo>
                  <a:lnTo>
                    <a:pt x="850" y="20166"/>
                  </a:lnTo>
                  <a:lnTo>
                    <a:pt x="1025" y="19534"/>
                  </a:lnTo>
                  <a:lnTo>
                    <a:pt x="1199" y="18901"/>
                  </a:lnTo>
                  <a:lnTo>
                    <a:pt x="1417" y="18269"/>
                  </a:lnTo>
                  <a:lnTo>
                    <a:pt x="1635" y="17637"/>
                  </a:lnTo>
                  <a:lnTo>
                    <a:pt x="1853" y="17027"/>
                  </a:lnTo>
                  <a:lnTo>
                    <a:pt x="2115" y="16416"/>
                  </a:lnTo>
                  <a:lnTo>
                    <a:pt x="2376" y="15828"/>
                  </a:lnTo>
                  <a:lnTo>
                    <a:pt x="2638" y="15239"/>
                  </a:lnTo>
                  <a:lnTo>
                    <a:pt x="2943" y="14650"/>
                  </a:lnTo>
                  <a:lnTo>
                    <a:pt x="3248" y="14083"/>
                  </a:lnTo>
                  <a:lnTo>
                    <a:pt x="3554" y="13517"/>
                  </a:lnTo>
                  <a:lnTo>
                    <a:pt x="3881" y="12950"/>
                  </a:lnTo>
                  <a:lnTo>
                    <a:pt x="4229" y="12405"/>
                  </a:lnTo>
                  <a:lnTo>
                    <a:pt x="4578" y="11860"/>
                  </a:lnTo>
                  <a:lnTo>
                    <a:pt x="4949" y="11315"/>
                  </a:lnTo>
                  <a:lnTo>
                    <a:pt x="5341" y="10792"/>
                  </a:lnTo>
                  <a:lnTo>
                    <a:pt x="5734" y="10290"/>
                  </a:lnTo>
                  <a:lnTo>
                    <a:pt x="6126" y="9789"/>
                  </a:lnTo>
                  <a:lnTo>
                    <a:pt x="6562" y="9287"/>
                  </a:lnTo>
                  <a:lnTo>
                    <a:pt x="6976" y="8808"/>
                  </a:lnTo>
                  <a:lnTo>
                    <a:pt x="7412" y="8328"/>
                  </a:lnTo>
                  <a:lnTo>
                    <a:pt x="7870" y="7870"/>
                  </a:lnTo>
                  <a:lnTo>
                    <a:pt x="8328" y="7434"/>
                  </a:lnTo>
                  <a:lnTo>
                    <a:pt x="8808" y="6976"/>
                  </a:lnTo>
                  <a:lnTo>
                    <a:pt x="9287" y="6562"/>
                  </a:lnTo>
                  <a:lnTo>
                    <a:pt x="9789" y="6148"/>
                  </a:lnTo>
                  <a:lnTo>
                    <a:pt x="10290" y="5734"/>
                  </a:lnTo>
                  <a:lnTo>
                    <a:pt x="10792" y="5341"/>
                  </a:lnTo>
                  <a:lnTo>
                    <a:pt x="11315" y="4971"/>
                  </a:lnTo>
                  <a:lnTo>
                    <a:pt x="11860" y="4600"/>
                  </a:lnTo>
                  <a:lnTo>
                    <a:pt x="12405" y="4229"/>
                  </a:lnTo>
                  <a:lnTo>
                    <a:pt x="12950" y="3881"/>
                  </a:lnTo>
                  <a:lnTo>
                    <a:pt x="13495" y="3554"/>
                  </a:lnTo>
                  <a:lnTo>
                    <a:pt x="14062" y="3248"/>
                  </a:lnTo>
                  <a:lnTo>
                    <a:pt x="14650" y="2943"/>
                  </a:lnTo>
                  <a:lnTo>
                    <a:pt x="15239" y="2660"/>
                  </a:lnTo>
                  <a:lnTo>
                    <a:pt x="15828" y="2376"/>
                  </a:lnTo>
                  <a:lnTo>
                    <a:pt x="16416" y="2115"/>
                  </a:lnTo>
                  <a:lnTo>
                    <a:pt x="17027" y="1853"/>
                  </a:lnTo>
                  <a:lnTo>
                    <a:pt x="17637" y="1635"/>
                  </a:lnTo>
                  <a:lnTo>
                    <a:pt x="18269" y="1417"/>
                  </a:lnTo>
                  <a:lnTo>
                    <a:pt x="18901" y="1199"/>
                  </a:lnTo>
                  <a:lnTo>
                    <a:pt x="19534" y="1025"/>
                  </a:lnTo>
                  <a:lnTo>
                    <a:pt x="20166" y="850"/>
                  </a:lnTo>
                  <a:lnTo>
                    <a:pt x="20820" y="676"/>
                  </a:lnTo>
                  <a:lnTo>
                    <a:pt x="21474" y="545"/>
                  </a:lnTo>
                  <a:lnTo>
                    <a:pt x="22128" y="414"/>
                  </a:lnTo>
                  <a:lnTo>
                    <a:pt x="22804" y="305"/>
                  </a:lnTo>
                  <a:lnTo>
                    <a:pt x="23458" y="218"/>
                  </a:lnTo>
                  <a:lnTo>
                    <a:pt x="24134" y="131"/>
                  </a:lnTo>
                  <a:lnTo>
                    <a:pt x="24831" y="65"/>
                  </a:lnTo>
                  <a:lnTo>
                    <a:pt x="25507" y="22"/>
                  </a:lnTo>
                  <a:lnTo>
                    <a:pt x="26205" y="0"/>
                  </a:lnTo>
                  <a:lnTo>
                    <a:pt x="26881" y="0"/>
                  </a:lnTo>
                  <a:lnTo>
                    <a:pt x="26881" y="0"/>
                  </a:lnTo>
                  <a:lnTo>
                    <a:pt x="27578" y="0"/>
                  </a:lnTo>
                  <a:lnTo>
                    <a:pt x="28276" y="22"/>
                  </a:lnTo>
                  <a:lnTo>
                    <a:pt x="28952" y="65"/>
                  </a:lnTo>
                  <a:lnTo>
                    <a:pt x="29649" y="131"/>
                  </a:lnTo>
                  <a:lnTo>
                    <a:pt x="30325" y="218"/>
                  </a:lnTo>
                  <a:lnTo>
                    <a:pt x="30979" y="305"/>
                  </a:lnTo>
                  <a:lnTo>
                    <a:pt x="31655" y="414"/>
                  </a:lnTo>
                  <a:lnTo>
                    <a:pt x="32309" y="545"/>
                  </a:lnTo>
                  <a:lnTo>
                    <a:pt x="32963" y="676"/>
                  </a:lnTo>
                  <a:lnTo>
                    <a:pt x="33617" y="850"/>
                  </a:lnTo>
                  <a:lnTo>
                    <a:pt x="34249" y="1025"/>
                  </a:lnTo>
                  <a:lnTo>
                    <a:pt x="34881" y="1199"/>
                  </a:lnTo>
                  <a:lnTo>
                    <a:pt x="35514" y="1417"/>
                  </a:lnTo>
                  <a:lnTo>
                    <a:pt x="36146" y="1635"/>
                  </a:lnTo>
                  <a:lnTo>
                    <a:pt x="36756" y="1853"/>
                  </a:lnTo>
                  <a:lnTo>
                    <a:pt x="37367" y="2115"/>
                  </a:lnTo>
                  <a:lnTo>
                    <a:pt x="37955" y="2376"/>
                  </a:lnTo>
                  <a:lnTo>
                    <a:pt x="38544" y="2660"/>
                  </a:lnTo>
                  <a:lnTo>
                    <a:pt x="39133" y="2943"/>
                  </a:lnTo>
                  <a:lnTo>
                    <a:pt x="39721" y="3248"/>
                  </a:lnTo>
                  <a:lnTo>
                    <a:pt x="40288" y="3554"/>
                  </a:lnTo>
                  <a:lnTo>
                    <a:pt x="40833" y="3881"/>
                  </a:lnTo>
                  <a:lnTo>
                    <a:pt x="41378" y="4229"/>
                  </a:lnTo>
                  <a:lnTo>
                    <a:pt x="41923" y="4600"/>
                  </a:lnTo>
                  <a:lnTo>
                    <a:pt x="42468" y="4971"/>
                  </a:lnTo>
                  <a:lnTo>
                    <a:pt x="42991" y="5341"/>
                  </a:lnTo>
                  <a:lnTo>
                    <a:pt x="43493" y="5734"/>
                  </a:lnTo>
                  <a:lnTo>
                    <a:pt x="43994" y="6148"/>
                  </a:lnTo>
                  <a:lnTo>
                    <a:pt x="44496" y="6562"/>
                  </a:lnTo>
                  <a:lnTo>
                    <a:pt x="44975" y="6976"/>
                  </a:lnTo>
                  <a:lnTo>
                    <a:pt x="45455" y="7434"/>
                  </a:lnTo>
                  <a:lnTo>
                    <a:pt x="45913" y="7870"/>
                  </a:lnTo>
                  <a:lnTo>
                    <a:pt x="46370" y="8328"/>
                  </a:lnTo>
                  <a:lnTo>
                    <a:pt x="46806" y="8808"/>
                  </a:lnTo>
                  <a:lnTo>
                    <a:pt x="47221" y="9287"/>
                  </a:lnTo>
                  <a:lnTo>
                    <a:pt x="47635" y="9789"/>
                  </a:lnTo>
                  <a:lnTo>
                    <a:pt x="48049" y="10290"/>
                  </a:lnTo>
                  <a:lnTo>
                    <a:pt x="48441" y="10792"/>
                  </a:lnTo>
                  <a:lnTo>
                    <a:pt x="48834" y="11315"/>
                  </a:lnTo>
                  <a:lnTo>
                    <a:pt x="49183" y="11860"/>
                  </a:lnTo>
                  <a:lnTo>
                    <a:pt x="49553" y="12405"/>
                  </a:lnTo>
                  <a:lnTo>
                    <a:pt x="49902" y="12950"/>
                  </a:lnTo>
                  <a:lnTo>
                    <a:pt x="50229" y="13517"/>
                  </a:lnTo>
                  <a:lnTo>
                    <a:pt x="50534" y="14083"/>
                  </a:lnTo>
                  <a:lnTo>
                    <a:pt x="50840" y="14650"/>
                  </a:lnTo>
                  <a:lnTo>
                    <a:pt x="51145" y="15239"/>
                  </a:lnTo>
                  <a:lnTo>
                    <a:pt x="51406" y="15828"/>
                  </a:lnTo>
                  <a:lnTo>
                    <a:pt x="51668" y="16416"/>
                  </a:lnTo>
                  <a:lnTo>
                    <a:pt x="51930" y="17027"/>
                  </a:lnTo>
                  <a:lnTo>
                    <a:pt x="52148" y="17637"/>
                  </a:lnTo>
                  <a:lnTo>
                    <a:pt x="52366" y="18269"/>
                  </a:lnTo>
                  <a:lnTo>
                    <a:pt x="52584" y="18901"/>
                  </a:lnTo>
                  <a:lnTo>
                    <a:pt x="52758" y="19534"/>
                  </a:lnTo>
                  <a:lnTo>
                    <a:pt x="52932" y="20166"/>
                  </a:lnTo>
                  <a:lnTo>
                    <a:pt x="53107" y="20820"/>
                  </a:lnTo>
                  <a:lnTo>
                    <a:pt x="53238" y="21474"/>
                  </a:lnTo>
                  <a:lnTo>
                    <a:pt x="53368" y="22128"/>
                  </a:lnTo>
                  <a:lnTo>
                    <a:pt x="53477" y="22804"/>
                  </a:lnTo>
                  <a:lnTo>
                    <a:pt x="53565" y="23458"/>
                  </a:lnTo>
                  <a:lnTo>
                    <a:pt x="53652" y="24134"/>
                  </a:lnTo>
                  <a:lnTo>
                    <a:pt x="53717" y="24831"/>
                  </a:lnTo>
                  <a:lnTo>
                    <a:pt x="53761" y="25507"/>
                  </a:lnTo>
                  <a:lnTo>
                    <a:pt x="53783" y="26205"/>
                  </a:lnTo>
                  <a:lnTo>
                    <a:pt x="53783" y="26902"/>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2" name="Google Shape;11642;p80"/>
            <p:cNvSpPr/>
            <p:nvPr/>
          </p:nvSpPr>
          <p:spPr>
            <a:xfrm>
              <a:off x="7330625" y="2818775"/>
              <a:ext cx="1177825" cy="1177825"/>
            </a:xfrm>
            <a:custGeom>
              <a:rect b="b" l="l" r="r" t="t"/>
              <a:pathLst>
                <a:path extrusionOk="0" h="47113" w="47113">
                  <a:moveTo>
                    <a:pt x="23546" y="1"/>
                  </a:moveTo>
                  <a:lnTo>
                    <a:pt x="22957" y="22"/>
                  </a:lnTo>
                  <a:lnTo>
                    <a:pt x="22346" y="44"/>
                  </a:lnTo>
                  <a:lnTo>
                    <a:pt x="21736" y="66"/>
                  </a:lnTo>
                  <a:lnTo>
                    <a:pt x="21147" y="131"/>
                  </a:lnTo>
                  <a:lnTo>
                    <a:pt x="20559" y="197"/>
                  </a:lnTo>
                  <a:lnTo>
                    <a:pt x="19970" y="284"/>
                  </a:lnTo>
                  <a:lnTo>
                    <a:pt x="19382" y="371"/>
                  </a:lnTo>
                  <a:lnTo>
                    <a:pt x="18815" y="480"/>
                  </a:lnTo>
                  <a:lnTo>
                    <a:pt x="18226" y="611"/>
                  </a:lnTo>
                  <a:lnTo>
                    <a:pt x="17659" y="742"/>
                  </a:lnTo>
                  <a:lnTo>
                    <a:pt x="17114" y="894"/>
                  </a:lnTo>
                  <a:lnTo>
                    <a:pt x="16547" y="1069"/>
                  </a:lnTo>
                  <a:lnTo>
                    <a:pt x="16002" y="1243"/>
                  </a:lnTo>
                  <a:lnTo>
                    <a:pt x="15457" y="1439"/>
                  </a:lnTo>
                  <a:lnTo>
                    <a:pt x="14912" y="1636"/>
                  </a:lnTo>
                  <a:lnTo>
                    <a:pt x="14389" y="1854"/>
                  </a:lnTo>
                  <a:lnTo>
                    <a:pt x="13866" y="2093"/>
                  </a:lnTo>
                  <a:lnTo>
                    <a:pt x="13343" y="2333"/>
                  </a:lnTo>
                  <a:lnTo>
                    <a:pt x="12841" y="2573"/>
                  </a:lnTo>
                  <a:lnTo>
                    <a:pt x="12340" y="2857"/>
                  </a:lnTo>
                  <a:lnTo>
                    <a:pt x="11838" y="3118"/>
                  </a:lnTo>
                  <a:lnTo>
                    <a:pt x="11337" y="3423"/>
                  </a:lnTo>
                  <a:lnTo>
                    <a:pt x="10857" y="3707"/>
                  </a:lnTo>
                  <a:lnTo>
                    <a:pt x="10378" y="4034"/>
                  </a:lnTo>
                  <a:lnTo>
                    <a:pt x="9920" y="4361"/>
                  </a:lnTo>
                  <a:lnTo>
                    <a:pt x="9462" y="4688"/>
                  </a:lnTo>
                  <a:lnTo>
                    <a:pt x="9004" y="5037"/>
                  </a:lnTo>
                  <a:lnTo>
                    <a:pt x="8568" y="5385"/>
                  </a:lnTo>
                  <a:lnTo>
                    <a:pt x="8132" y="5756"/>
                  </a:lnTo>
                  <a:lnTo>
                    <a:pt x="7718" y="6127"/>
                  </a:lnTo>
                  <a:lnTo>
                    <a:pt x="7304" y="6519"/>
                  </a:lnTo>
                  <a:lnTo>
                    <a:pt x="6912" y="6911"/>
                  </a:lnTo>
                  <a:lnTo>
                    <a:pt x="6497" y="7304"/>
                  </a:lnTo>
                  <a:lnTo>
                    <a:pt x="6127" y="7718"/>
                  </a:lnTo>
                  <a:lnTo>
                    <a:pt x="5756" y="8154"/>
                  </a:lnTo>
                  <a:lnTo>
                    <a:pt x="5385" y="8568"/>
                  </a:lnTo>
                  <a:lnTo>
                    <a:pt x="5037" y="9026"/>
                  </a:lnTo>
                  <a:lnTo>
                    <a:pt x="4688" y="9462"/>
                  </a:lnTo>
                  <a:lnTo>
                    <a:pt x="4339" y="9920"/>
                  </a:lnTo>
                  <a:lnTo>
                    <a:pt x="4034" y="10400"/>
                  </a:lnTo>
                  <a:lnTo>
                    <a:pt x="3707" y="10857"/>
                  </a:lnTo>
                  <a:lnTo>
                    <a:pt x="3423" y="11337"/>
                  </a:lnTo>
                  <a:lnTo>
                    <a:pt x="3118" y="11838"/>
                  </a:lnTo>
                  <a:lnTo>
                    <a:pt x="2857" y="12340"/>
                  </a:lnTo>
                  <a:lnTo>
                    <a:pt x="2573" y="12841"/>
                  </a:lnTo>
                  <a:lnTo>
                    <a:pt x="2333" y="13343"/>
                  </a:lnTo>
                  <a:lnTo>
                    <a:pt x="2094" y="13866"/>
                  </a:lnTo>
                  <a:lnTo>
                    <a:pt x="1854" y="14389"/>
                  </a:lnTo>
                  <a:lnTo>
                    <a:pt x="1636" y="14912"/>
                  </a:lnTo>
                  <a:lnTo>
                    <a:pt x="1440" y="15457"/>
                  </a:lnTo>
                  <a:lnTo>
                    <a:pt x="1243" y="16002"/>
                  </a:lnTo>
                  <a:lnTo>
                    <a:pt x="1069" y="16547"/>
                  </a:lnTo>
                  <a:lnTo>
                    <a:pt x="894" y="17114"/>
                  </a:lnTo>
                  <a:lnTo>
                    <a:pt x="742" y="17681"/>
                  </a:lnTo>
                  <a:lnTo>
                    <a:pt x="611" y="18248"/>
                  </a:lnTo>
                  <a:lnTo>
                    <a:pt x="480" y="18815"/>
                  </a:lnTo>
                  <a:lnTo>
                    <a:pt x="371" y="19382"/>
                  </a:lnTo>
                  <a:lnTo>
                    <a:pt x="284" y="19970"/>
                  </a:lnTo>
                  <a:lnTo>
                    <a:pt x="197" y="20559"/>
                  </a:lnTo>
                  <a:lnTo>
                    <a:pt x="131" y="21147"/>
                  </a:lnTo>
                  <a:lnTo>
                    <a:pt x="66" y="21736"/>
                  </a:lnTo>
                  <a:lnTo>
                    <a:pt x="44" y="22347"/>
                  </a:lnTo>
                  <a:lnTo>
                    <a:pt x="22" y="22957"/>
                  </a:lnTo>
                  <a:lnTo>
                    <a:pt x="1" y="23567"/>
                  </a:lnTo>
                  <a:lnTo>
                    <a:pt x="22" y="24156"/>
                  </a:lnTo>
                  <a:lnTo>
                    <a:pt x="44" y="24766"/>
                  </a:lnTo>
                  <a:lnTo>
                    <a:pt x="66" y="25377"/>
                  </a:lnTo>
                  <a:lnTo>
                    <a:pt x="131" y="25965"/>
                  </a:lnTo>
                  <a:lnTo>
                    <a:pt x="197" y="26554"/>
                  </a:lnTo>
                  <a:lnTo>
                    <a:pt x="284" y="27143"/>
                  </a:lnTo>
                  <a:lnTo>
                    <a:pt x="371" y="27731"/>
                  </a:lnTo>
                  <a:lnTo>
                    <a:pt x="480" y="28298"/>
                  </a:lnTo>
                  <a:lnTo>
                    <a:pt x="611" y="28887"/>
                  </a:lnTo>
                  <a:lnTo>
                    <a:pt x="742" y="29454"/>
                  </a:lnTo>
                  <a:lnTo>
                    <a:pt x="894" y="29999"/>
                  </a:lnTo>
                  <a:lnTo>
                    <a:pt x="1069" y="30565"/>
                  </a:lnTo>
                  <a:lnTo>
                    <a:pt x="1243" y="31110"/>
                  </a:lnTo>
                  <a:lnTo>
                    <a:pt x="1440" y="31655"/>
                  </a:lnTo>
                  <a:lnTo>
                    <a:pt x="1636" y="32201"/>
                  </a:lnTo>
                  <a:lnTo>
                    <a:pt x="1854" y="32724"/>
                  </a:lnTo>
                  <a:lnTo>
                    <a:pt x="2094" y="33247"/>
                  </a:lnTo>
                  <a:lnTo>
                    <a:pt x="2333" y="33770"/>
                  </a:lnTo>
                  <a:lnTo>
                    <a:pt x="2573" y="34272"/>
                  </a:lnTo>
                  <a:lnTo>
                    <a:pt x="2857" y="34795"/>
                  </a:lnTo>
                  <a:lnTo>
                    <a:pt x="3118" y="35274"/>
                  </a:lnTo>
                  <a:lnTo>
                    <a:pt x="3423" y="35776"/>
                  </a:lnTo>
                  <a:lnTo>
                    <a:pt x="3707" y="36255"/>
                  </a:lnTo>
                  <a:lnTo>
                    <a:pt x="4034" y="36735"/>
                  </a:lnTo>
                  <a:lnTo>
                    <a:pt x="4339" y="37193"/>
                  </a:lnTo>
                  <a:lnTo>
                    <a:pt x="4688" y="37651"/>
                  </a:lnTo>
                  <a:lnTo>
                    <a:pt x="5037" y="38109"/>
                  </a:lnTo>
                  <a:lnTo>
                    <a:pt x="5385" y="38545"/>
                  </a:lnTo>
                  <a:lnTo>
                    <a:pt x="5756" y="38981"/>
                  </a:lnTo>
                  <a:lnTo>
                    <a:pt x="6127" y="39395"/>
                  </a:lnTo>
                  <a:lnTo>
                    <a:pt x="6497" y="39809"/>
                  </a:lnTo>
                  <a:lnTo>
                    <a:pt x="6912" y="40223"/>
                  </a:lnTo>
                  <a:lnTo>
                    <a:pt x="7304" y="40616"/>
                  </a:lnTo>
                  <a:lnTo>
                    <a:pt x="7718" y="40986"/>
                  </a:lnTo>
                  <a:lnTo>
                    <a:pt x="8132" y="41357"/>
                  </a:lnTo>
                  <a:lnTo>
                    <a:pt x="8568" y="41727"/>
                  </a:lnTo>
                  <a:lnTo>
                    <a:pt x="9004" y="42098"/>
                  </a:lnTo>
                  <a:lnTo>
                    <a:pt x="9462" y="42425"/>
                  </a:lnTo>
                  <a:lnTo>
                    <a:pt x="9920" y="42774"/>
                  </a:lnTo>
                  <a:lnTo>
                    <a:pt x="10378" y="43079"/>
                  </a:lnTo>
                  <a:lnTo>
                    <a:pt x="10857" y="43406"/>
                  </a:lnTo>
                  <a:lnTo>
                    <a:pt x="11337" y="43711"/>
                  </a:lnTo>
                  <a:lnTo>
                    <a:pt x="11838" y="43995"/>
                  </a:lnTo>
                  <a:lnTo>
                    <a:pt x="12340" y="44278"/>
                  </a:lnTo>
                  <a:lnTo>
                    <a:pt x="12841" y="44540"/>
                  </a:lnTo>
                  <a:lnTo>
                    <a:pt x="13343" y="44780"/>
                  </a:lnTo>
                  <a:lnTo>
                    <a:pt x="13866" y="45019"/>
                  </a:lnTo>
                  <a:lnTo>
                    <a:pt x="14389" y="45259"/>
                  </a:lnTo>
                  <a:lnTo>
                    <a:pt x="14912" y="45477"/>
                  </a:lnTo>
                  <a:lnTo>
                    <a:pt x="15457" y="45673"/>
                  </a:lnTo>
                  <a:lnTo>
                    <a:pt x="16002" y="45870"/>
                  </a:lnTo>
                  <a:lnTo>
                    <a:pt x="16547" y="46044"/>
                  </a:lnTo>
                  <a:lnTo>
                    <a:pt x="17114" y="46218"/>
                  </a:lnTo>
                  <a:lnTo>
                    <a:pt x="17659" y="46371"/>
                  </a:lnTo>
                  <a:lnTo>
                    <a:pt x="18226" y="46502"/>
                  </a:lnTo>
                  <a:lnTo>
                    <a:pt x="18815" y="46633"/>
                  </a:lnTo>
                  <a:lnTo>
                    <a:pt x="19382" y="46742"/>
                  </a:lnTo>
                  <a:lnTo>
                    <a:pt x="19970" y="46829"/>
                  </a:lnTo>
                  <a:lnTo>
                    <a:pt x="20559" y="46916"/>
                  </a:lnTo>
                  <a:lnTo>
                    <a:pt x="21147" y="46981"/>
                  </a:lnTo>
                  <a:lnTo>
                    <a:pt x="21736" y="47047"/>
                  </a:lnTo>
                  <a:lnTo>
                    <a:pt x="22346" y="47091"/>
                  </a:lnTo>
                  <a:lnTo>
                    <a:pt x="22957" y="47112"/>
                  </a:lnTo>
                  <a:lnTo>
                    <a:pt x="24156" y="47112"/>
                  </a:lnTo>
                  <a:lnTo>
                    <a:pt x="24766" y="47091"/>
                  </a:lnTo>
                  <a:lnTo>
                    <a:pt x="25377" y="47047"/>
                  </a:lnTo>
                  <a:lnTo>
                    <a:pt x="25965" y="46981"/>
                  </a:lnTo>
                  <a:lnTo>
                    <a:pt x="26554" y="46916"/>
                  </a:lnTo>
                  <a:lnTo>
                    <a:pt x="27143" y="46829"/>
                  </a:lnTo>
                  <a:lnTo>
                    <a:pt x="27731" y="46742"/>
                  </a:lnTo>
                  <a:lnTo>
                    <a:pt x="28298" y="46633"/>
                  </a:lnTo>
                  <a:lnTo>
                    <a:pt x="28865" y="46502"/>
                  </a:lnTo>
                  <a:lnTo>
                    <a:pt x="29432" y="46371"/>
                  </a:lnTo>
                  <a:lnTo>
                    <a:pt x="29999" y="46218"/>
                  </a:lnTo>
                  <a:lnTo>
                    <a:pt x="30565" y="46044"/>
                  </a:lnTo>
                  <a:lnTo>
                    <a:pt x="31110" y="45870"/>
                  </a:lnTo>
                  <a:lnTo>
                    <a:pt x="31655" y="45673"/>
                  </a:lnTo>
                  <a:lnTo>
                    <a:pt x="32200" y="45477"/>
                  </a:lnTo>
                  <a:lnTo>
                    <a:pt x="32724" y="45259"/>
                  </a:lnTo>
                  <a:lnTo>
                    <a:pt x="33247" y="45019"/>
                  </a:lnTo>
                  <a:lnTo>
                    <a:pt x="33770" y="44780"/>
                  </a:lnTo>
                  <a:lnTo>
                    <a:pt x="34272" y="44540"/>
                  </a:lnTo>
                  <a:lnTo>
                    <a:pt x="34773" y="44278"/>
                  </a:lnTo>
                  <a:lnTo>
                    <a:pt x="35274" y="43995"/>
                  </a:lnTo>
                  <a:lnTo>
                    <a:pt x="35776" y="43711"/>
                  </a:lnTo>
                  <a:lnTo>
                    <a:pt x="36255" y="43406"/>
                  </a:lnTo>
                  <a:lnTo>
                    <a:pt x="36713" y="43079"/>
                  </a:lnTo>
                  <a:lnTo>
                    <a:pt x="37193" y="42774"/>
                  </a:lnTo>
                  <a:lnTo>
                    <a:pt x="37651" y="42425"/>
                  </a:lnTo>
                  <a:lnTo>
                    <a:pt x="38087" y="42098"/>
                  </a:lnTo>
                  <a:lnTo>
                    <a:pt x="38544" y="41727"/>
                  </a:lnTo>
                  <a:lnTo>
                    <a:pt x="38959" y="41357"/>
                  </a:lnTo>
                  <a:lnTo>
                    <a:pt x="39395" y="40986"/>
                  </a:lnTo>
                  <a:lnTo>
                    <a:pt x="39809" y="40616"/>
                  </a:lnTo>
                  <a:lnTo>
                    <a:pt x="40201" y="40223"/>
                  </a:lnTo>
                  <a:lnTo>
                    <a:pt x="40594" y="39809"/>
                  </a:lnTo>
                  <a:lnTo>
                    <a:pt x="40986" y="39395"/>
                  </a:lnTo>
                  <a:lnTo>
                    <a:pt x="41357" y="38981"/>
                  </a:lnTo>
                  <a:lnTo>
                    <a:pt x="41727" y="38545"/>
                  </a:lnTo>
                  <a:lnTo>
                    <a:pt x="42076" y="38109"/>
                  </a:lnTo>
                  <a:lnTo>
                    <a:pt x="42425" y="37651"/>
                  </a:lnTo>
                  <a:lnTo>
                    <a:pt x="42752" y="37193"/>
                  </a:lnTo>
                  <a:lnTo>
                    <a:pt x="43079" y="36735"/>
                  </a:lnTo>
                  <a:lnTo>
                    <a:pt x="43406" y="36255"/>
                  </a:lnTo>
                  <a:lnTo>
                    <a:pt x="43689" y="35776"/>
                  </a:lnTo>
                  <a:lnTo>
                    <a:pt x="43995" y="35274"/>
                  </a:lnTo>
                  <a:lnTo>
                    <a:pt x="44256" y="34795"/>
                  </a:lnTo>
                  <a:lnTo>
                    <a:pt x="44540" y="34272"/>
                  </a:lnTo>
                  <a:lnTo>
                    <a:pt x="44779" y="33770"/>
                  </a:lnTo>
                  <a:lnTo>
                    <a:pt x="45019" y="33247"/>
                  </a:lnTo>
                  <a:lnTo>
                    <a:pt x="45259" y="32724"/>
                  </a:lnTo>
                  <a:lnTo>
                    <a:pt x="45477" y="32201"/>
                  </a:lnTo>
                  <a:lnTo>
                    <a:pt x="45673" y="31655"/>
                  </a:lnTo>
                  <a:lnTo>
                    <a:pt x="45870" y="31110"/>
                  </a:lnTo>
                  <a:lnTo>
                    <a:pt x="46044" y="30565"/>
                  </a:lnTo>
                  <a:lnTo>
                    <a:pt x="46218" y="29999"/>
                  </a:lnTo>
                  <a:lnTo>
                    <a:pt x="46371" y="29454"/>
                  </a:lnTo>
                  <a:lnTo>
                    <a:pt x="46502" y="28887"/>
                  </a:lnTo>
                  <a:lnTo>
                    <a:pt x="46633" y="28298"/>
                  </a:lnTo>
                  <a:lnTo>
                    <a:pt x="46742" y="27731"/>
                  </a:lnTo>
                  <a:lnTo>
                    <a:pt x="46829" y="27143"/>
                  </a:lnTo>
                  <a:lnTo>
                    <a:pt x="46916" y="26554"/>
                  </a:lnTo>
                  <a:lnTo>
                    <a:pt x="46981" y="25965"/>
                  </a:lnTo>
                  <a:lnTo>
                    <a:pt x="47047" y="25377"/>
                  </a:lnTo>
                  <a:lnTo>
                    <a:pt x="47069" y="24766"/>
                  </a:lnTo>
                  <a:lnTo>
                    <a:pt x="47090" y="24156"/>
                  </a:lnTo>
                  <a:lnTo>
                    <a:pt x="47112" y="23567"/>
                  </a:lnTo>
                  <a:lnTo>
                    <a:pt x="47090" y="22957"/>
                  </a:lnTo>
                  <a:lnTo>
                    <a:pt x="47069" y="22347"/>
                  </a:lnTo>
                  <a:lnTo>
                    <a:pt x="47047" y="21736"/>
                  </a:lnTo>
                  <a:lnTo>
                    <a:pt x="46981" y="21147"/>
                  </a:lnTo>
                  <a:lnTo>
                    <a:pt x="46916" y="20559"/>
                  </a:lnTo>
                  <a:lnTo>
                    <a:pt x="46829" y="19970"/>
                  </a:lnTo>
                  <a:lnTo>
                    <a:pt x="46742" y="19382"/>
                  </a:lnTo>
                  <a:lnTo>
                    <a:pt x="46633" y="18815"/>
                  </a:lnTo>
                  <a:lnTo>
                    <a:pt x="46502" y="18248"/>
                  </a:lnTo>
                  <a:lnTo>
                    <a:pt x="46371" y="17681"/>
                  </a:lnTo>
                  <a:lnTo>
                    <a:pt x="46218" y="17114"/>
                  </a:lnTo>
                  <a:lnTo>
                    <a:pt x="46044" y="16547"/>
                  </a:lnTo>
                  <a:lnTo>
                    <a:pt x="45870" y="16002"/>
                  </a:lnTo>
                  <a:lnTo>
                    <a:pt x="45673" y="15457"/>
                  </a:lnTo>
                  <a:lnTo>
                    <a:pt x="45477" y="14912"/>
                  </a:lnTo>
                  <a:lnTo>
                    <a:pt x="45259" y="14389"/>
                  </a:lnTo>
                  <a:lnTo>
                    <a:pt x="45019" y="13866"/>
                  </a:lnTo>
                  <a:lnTo>
                    <a:pt x="44779" y="13343"/>
                  </a:lnTo>
                  <a:lnTo>
                    <a:pt x="44540" y="12841"/>
                  </a:lnTo>
                  <a:lnTo>
                    <a:pt x="44256" y="12340"/>
                  </a:lnTo>
                  <a:lnTo>
                    <a:pt x="43995" y="11838"/>
                  </a:lnTo>
                  <a:lnTo>
                    <a:pt x="43689" y="11337"/>
                  </a:lnTo>
                  <a:lnTo>
                    <a:pt x="43406" y="10857"/>
                  </a:lnTo>
                  <a:lnTo>
                    <a:pt x="43079" y="10400"/>
                  </a:lnTo>
                  <a:lnTo>
                    <a:pt x="42752" y="9920"/>
                  </a:lnTo>
                  <a:lnTo>
                    <a:pt x="42425" y="9462"/>
                  </a:lnTo>
                  <a:lnTo>
                    <a:pt x="42076" y="9026"/>
                  </a:lnTo>
                  <a:lnTo>
                    <a:pt x="41727" y="8568"/>
                  </a:lnTo>
                  <a:lnTo>
                    <a:pt x="41357" y="8154"/>
                  </a:lnTo>
                  <a:lnTo>
                    <a:pt x="40986" y="7718"/>
                  </a:lnTo>
                  <a:lnTo>
                    <a:pt x="40594" y="7304"/>
                  </a:lnTo>
                  <a:lnTo>
                    <a:pt x="40201" y="6911"/>
                  </a:lnTo>
                  <a:lnTo>
                    <a:pt x="39809" y="6519"/>
                  </a:lnTo>
                  <a:lnTo>
                    <a:pt x="39395" y="6127"/>
                  </a:lnTo>
                  <a:lnTo>
                    <a:pt x="38959" y="5756"/>
                  </a:lnTo>
                  <a:lnTo>
                    <a:pt x="38544" y="5385"/>
                  </a:lnTo>
                  <a:lnTo>
                    <a:pt x="38087" y="5037"/>
                  </a:lnTo>
                  <a:lnTo>
                    <a:pt x="37651" y="4688"/>
                  </a:lnTo>
                  <a:lnTo>
                    <a:pt x="37193" y="4361"/>
                  </a:lnTo>
                  <a:lnTo>
                    <a:pt x="36713" y="4034"/>
                  </a:lnTo>
                  <a:lnTo>
                    <a:pt x="36255" y="3707"/>
                  </a:lnTo>
                  <a:lnTo>
                    <a:pt x="35776" y="3423"/>
                  </a:lnTo>
                  <a:lnTo>
                    <a:pt x="35274" y="3118"/>
                  </a:lnTo>
                  <a:lnTo>
                    <a:pt x="34773" y="2857"/>
                  </a:lnTo>
                  <a:lnTo>
                    <a:pt x="34272" y="2573"/>
                  </a:lnTo>
                  <a:lnTo>
                    <a:pt x="33770" y="2333"/>
                  </a:lnTo>
                  <a:lnTo>
                    <a:pt x="33247" y="2093"/>
                  </a:lnTo>
                  <a:lnTo>
                    <a:pt x="32724" y="1854"/>
                  </a:lnTo>
                  <a:lnTo>
                    <a:pt x="32200" y="1636"/>
                  </a:lnTo>
                  <a:lnTo>
                    <a:pt x="31655" y="1439"/>
                  </a:lnTo>
                  <a:lnTo>
                    <a:pt x="31110" y="1243"/>
                  </a:lnTo>
                  <a:lnTo>
                    <a:pt x="30565" y="1069"/>
                  </a:lnTo>
                  <a:lnTo>
                    <a:pt x="29999" y="894"/>
                  </a:lnTo>
                  <a:lnTo>
                    <a:pt x="29432" y="742"/>
                  </a:lnTo>
                  <a:lnTo>
                    <a:pt x="28865" y="611"/>
                  </a:lnTo>
                  <a:lnTo>
                    <a:pt x="28298" y="480"/>
                  </a:lnTo>
                  <a:lnTo>
                    <a:pt x="27731" y="371"/>
                  </a:lnTo>
                  <a:lnTo>
                    <a:pt x="27143" y="284"/>
                  </a:lnTo>
                  <a:lnTo>
                    <a:pt x="26554" y="197"/>
                  </a:lnTo>
                  <a:lnTo>
                    <a:pt x="25965" y="131"/>
                  </a:lnTo>
                  <a:lnTo>
                    <a:pt x="25377" y="66"/>
                  </a:lnTo>
                  <a:lnTo>
                    <a:pt x="24766" y="44"/>
                  </a:lnTo>
                  <a:lnTo>
                    <a:pt x="24156" y="22"/>
                  </a:lnTo>
                  <a:lnTo>
                    <a:pt x="23546"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3" name="Google Shape;11643;p80"/>
            <p:cNvSpPr/>
            <p:nvPr/>
          </p:nvSpPr>
          <p:spPr>
            <a:xfrm>
              <a:off x="7330625" y="2818775"/>
              <a:ext cx="1177825" cy="1177825"/>
            </a:xfrm>
            <a:custGeom>
              <a:rect b="b" l="l" r="r" t="t"/>
              <a:pathLst>
                <a:path extrusionOk="0" fill="none" h="47113" w="47113">
                  <a:moveTo>
                    <a:pt x="47112" y="23567"/>
                  </a:moveTo>
                  <a:lnTo>
                    <a:pt x="47112" y="23567"/>
                  </a:lnTo>
                  <a:lnTo>
                    <a:pt x="47090" y="24156"/>
                  </a:lnTo>
                  <a:lnTo>
                    <a:pt x="47069" y="24766"/>
                  </a:lnTo>
                  <a:lnTo>
                    <a:pt x="47047" y="25377"/>
                  </a:lnTo>
                  <a:lnTo>
                    <a:pt x="46981" y="25965"/>
                  </a:lnTo>
                  <a:lnTo>
                    <a:pt x="46916" y="26554"/>
                  </a:lnTo>
                  <a:lnTo>
                    <a:pt x="46829" y="27143"/>
                  </a:lnTo>
                  <a:lnTo>
                    <a:pt x="46742" y="27731"/>
                  </a:lnTo>
                  <a:lnTo>
                    <a:pt x="46633" y="28298"/>
                  </a:lnTo>
                  <a:lnTo>
                    <a:pt x="46502" y="28887"/>
                  </a:lnTo>
                  <a:lnTo>
                    <a:pt x="46371" y="29454"/>
                  </a:lnTo>
                  <a:lnTo>
                    <a:pt x="46218" y="29999"/>
                  </a:lnTo>
                  <a:lnTo>
                    <a:pt x="46044" y="30565"/>
                  </a:lnTo>
                  <a:lnTo>
                    <a:pt x="45870" y="31110"/>
                  </a:lnTo>
                  <a:lnTo>
                    <a:pt x="45673" y="31655"/>
                  </a:lnTo>
                  <a:lnTo>
                    <a:pt x="45477" y="32201"/>
                  </a:lnTo>
                  <a:lnTo>
                    <a:pt x="45259" y="32724"/>
                  </a:lnTo>
                  <a:lnTo>
                    <a:pt x="45019" y="33247"/>
                  </a:lnTo>
                  <a:lnTo>
                    <a:pt x="44779" y="33770"/>
                  </a:lnTo>
                  <a:lnTo>
                    <a:pt x="44540" y="34272"/>
                  </a:lnTo>
                  <a:lnTo>
                    <a:pt x="44256" y="34795"/>
                  </a:lnTo>
                  <a:lnTo>
                    <a:pt x="43995" y="35274"/>
                  </a:lnTo>
                  <a:lnTo>
                    <a:pt x="43689" y="35776"/>
                  </a:lnTo>
                  <a:lnTo>
                    <a:pt x="43406" y="36255"/>
                  </a:lnTo>
                  <a:lnTo>
                    <a:pt x="43079" y="36735"/>
                  </a:lnTo>
                  <a:lnTo>
                    <a:pt x="42752" y="37193"/>
                  </a:lnTo>
                  <a:lnTo>
                    <a:pt x="42425" y="37651"/>
                  </a:lnTo>
                  <a:lnTo>
                    <a:pt x="42076" y="38109"/>
                  </a:lnTo>
                  <a:lnTo>
                    <a:pt x="41727" y="38545"/>
                  </a:lnTo>
                  <a:lnTo>
                    <a:pt x="41357" y="38981"/>
                  </a:lnTo>
                  <a:lnTo>
                    <a:pt x="40986" y="39395"/>
                  </a:lnTo>
                  <a:lnTo>
                    <a:pt x="40594" y="39809"/>
                  </a:lnTo>
                  <a:lnTo>
                    <a:pt x="40201" y="40223"/>
                  </a:lnTo>
                  <a:lnTo>
                    <a:pt x="39809" y="40616"/>
                  </a:lnTo>
                  <a:lnTo>
                    <a:pt x="39395" y="40986"/>
                  </a:lnTo>
                  <a:lnTo>
                    <a:pt x="38959" y="41357"/>
                  </a:lnTo>
                  <a:lnTo>
                    <a:pt x="38544" y="41727"/>
                  </a:lnTo>
                  <a:lnTo>
                    <a:pt x="38087" y="42098"/>
                  </a:lnTo>
                  <a:lnTo>
                    <a:pt x="37651" y="42425"/>
                  </a:lnTo>
                  <a:lnTo>
                    <a:pt x="37193" y="42774"/>
                  </a:lnTo>
                  <a:lnTo>
                    <a:pt x="36713" y="43079"/>
                  </a:lnTo>
                  <a:lnTo>
                    <a:pt x="36255" y="43406"/>
                  </a:lnTo>
                  <a:lnTo>
                    <a:pt x="35776" y="43711"/>
                  </a:lnTo>
                  <a:lnTo>
                    <a:pt x="35274" y="43995"/>
                  </a:lnTo>
                  <a:lnTo>
                    <a:pt x="34773" y="44278"/>
                  </a:lnTo>
                  <a:lnTo>
                    <a:pt x="34272" y="44540"/>
                  </a:lnTo>
                  <a:lnTo>
                    <a:pt x="33770" y="44780"/>
                  </a:lnTo>
                  <a:lnTo>
                    <a:pt x="33247" y="45019"/>
                  </a:lnTo>
                  <a:lnTo>
                    <a:pt x="32724" y="45259"/>
                  </a:lnTo>
                  <a:lnTo>
                    <a:pt x="32200" y="45477"/>
                  </a:lnTo>
                  <a:lnTo>
                    <a:pt x="31655" y="45673"/>
                  </a:lnTo>
                  <a:lnTo>
                    <a:pt x="31110" y="45870"/>
                  </a:lnTo>
                  <a:lnTo>
                    <a:pt x="30565" y="46044"/>
                  </a:lnTo>
                  <a:lnTo>
                    <a:pt x="29999" y="46218"/>
                  </a:lnTo>
                  <a:lnTo>
                    <a:pt x="29432" y="46371"/>
                  </a:lnTo>
                  <a:lnTo>
                    <a:pt x="28865" y="46502"/>
                  </a:lnTo>
                  <a:lnTo>
                    <a:pt x="28298" y="46633"/>
                  </a:lnTo>
                  <a:lnTo>
                    <a:pt x="27731" y="46742"/>
                  </a:lnTo>
                  <a:lnTo>
                    <a:pt x="27143" y="46829"/>
                  </a:lnTo>
                  <a:lnTo>
                    <a:pt x="26554" y="46916"/>
                  </a:lnTo>
                  <a:lnTo>
                    <a:pt x="25965" y="46981"/>
                  </a:lnTo>
                  <a:lnTo>
                    <a:pt x="25377" y="47047"/>
                  </a:lnTo>
                  <a:lnTo>
                    <a:pt x="24766" y="47091"/>
                  </a:lnTo>
                  <a:lnTo>
                    <a:pt x="24156" y="47112"/>
                  </a:lnTo>
                  <a:lnTo>
                    <a:pt x="23546" y="47112"/>
                  </a:lnTo>
                  <a:lnTo>
                    <a:pt x="23546" y="47112"/>
                  </a:lnTo>
                  <a:lnTo>
                    <a:pt x="22957" y="47112"/>
                  </a:lnTo>
                  <a:lnTo>
                    <a:pt x="22346" y="47091"/>
                  </a:lnTo>
                  <a:lnTo>
                    <a:pt x="21736" y="47047"/>
                  </a:lnTo>
                  <a:lnTo>
                    <a:pt x="21147" y="46981"/>
                  </a:lnTo>
                  <a:lnTo>
                    <a:pt x="20559" y="46916"/>
                  </a:lnTo>
                  <a:lnTo>
                    <a:pt x="19970" y="46829"/>
                  </a:lnTo>
                  <a:lnTo>
                    <a:pt x="19382" y="46742"/>
                  </a:lnTo>
                  <a:lnTo>
                    <a:pt x="18815" y="46633"/>
                  </a:lnTo>
                  <a:lnTo>
                    <a:pt x="18226" y="46502"/>
                  </a:lnTo>
                  <a:lnTo>
                    <a:pt x="17659" y="46371"/>
                  </a:lnTo>
                  <a:lnTo>
                    <a:pt x="17114" y="46218"/>
                  </a:lnTo>
                  <a:lnTo>
                    <a:pt x="16547" y="46044"/>
                  </a:lnTo>
                  <a:lnTo>
                    <a:pt x="16002" y="45870"/>
                  </a:lnTo>
                  <a:lnTo>
                    <a:pt x="15457" y="45673"/>
                  </a:lnTo>
                  <a:lnTo>
                    <a:pt x="14912" y="45477"/>
                  </a:lnTo>
                  <a:lnTo>
                    <a:pt x="14389" y="45259"/>
                  </a:lnTo>
                  <a:lnTo>
                    <a:pt x="13866" y="45019"/>
                  </a:lnTo>
                  <a:lnTo>
                    <a:pt x="13343" y="44780"/>
                  </a:lnTo>
                  <a:lnTo>
                    <a:pt x="12841" y="44540"/>
                  </a:lnTo>
                  <a:lnTo>
                    <a:pt x="12340" y="44278"/>
                  </a:lnTo>
                  <a:lnTo>
                    <a:pt x="11838" y="43995"/>
                  </a:lnTo>
                  <a:lnTo>
                    <a:pt x="11337" y="43711"/>
                  </a:lnTo>
                  <a:lnTo>
                    <a:pt x="10857" y="43406"/>
                  </a:lnTo>
                  <a:lnTo>
                    <a:pt x="10378" y="43079"/>
                  </a:lnTo>
                  <a:lnTo>
                    <a:pt x="9920" y="42774"/>
                  </a:lnTo>
                  <a:lnTo>
                    <a:pt x="9462" y="42425"/>
                  </a:lnTo>
                  <a:lnTo>
                    <a:pt x="9004" y="42098"/>
                  </a:lnTo>
                  <a:lnTo>
                    <a:pt x="8568" y="41727"/>
                  </a:lnTo>
                  <a:lnTo>
                    <a:pt x="8132" y="41357"/>
                  </a:lnTo>
                  <a:lnTo>
                    <a:pt x="7718" y="40986"/>
                  </a:lnTo>
                  <a:lnTo>
                    <a:pt x="7304" y="40616"/>
                  </a:lnTo>
                  <a:lnTo>
                    <a:pt x="6912" y="40223"/>
                  </a:lnTo>
                  <a:lnTo>
                    <a:pt x="6497" y="39809"/>
                  </a:lnTo>
                  <a:lnTo>
                    <a:pt x="6127" y="39395"/>
                  </a:lnTo>
                  <a:lnTo>
                    <a:pt x="5756" y="38981"/>
                  </a:lnTo>
                  <a:lnTo>
                    <a:pt x="5385" y="38545"/>
                  </a:lnTo>
                  <a:lnTo>
                    <a:pt x="5037" y="38109"/>
                  </a:lnTo>
                  <a:lnTo>
                    <a:pt x="4688" y="37651"/>
                  </a:lnTo>
                  <a:lnTo>
                    <a:pt x="4339" y="37193"/>
                  </a:lnTo>
                  <a:lnTo>
                    <a:pt x="4034" y="36735"/>
                  </a:lnTo>
                  <a:lnTo>
                    <a:pt x="3707" y="36255"/>
                  </a:lnTo>
                  <a:lnTo>
                    <a:pt x="3423" y="35776"/>
                  </a:lnTo>
                  <a:lnTo>
                    <a:pt x="3118" y="35274"/>
                  </a:lnTo>
                  <a:lnTo>
                    <a:pt x="2857" y="34795"/>
                  </a:lnTo>
                  <a:lnTo>
                    <a:pt x="2573" y="34272"/>
                  </a:lnTo>
                  <a:lnTo>
                    <a:pt x="2333" y="33770"/>
                  </a:lnTo>
                  <a:lnTo>
                    <a:pt x="2094" y="33247"/>
                  </a:lnTo>
                  <a:lnTo>
                    <a:pt x="1854" y="32724"/>
                  </a:lnTo>
                  <a:lnTo>
                    <a:pt x="1636" y="32201"/>
                  </a:lnTo>
                  <a:lnTo>
                    <a:pt x="1440" y="31655"/>
                  </a:lnTo>
                  <a:lnTo>
                    <a:pt x="1243" y="31110"/>
                  </a:lnTo>
                  <a:lnTo>
                    <a:pt x="1069" y="30565"/>
                  </a:lnTo>
                  <a:lnTo>
                    <a:pt x="894" y="29999"/>
                  </a:lnTo>
                  <a:lnTo>
                    <a:pt x="742" y="29454"/>
                  </a:lnTo>
                  <a:lnTo>
                    <a:pt x="611" y="28887"/>
                  </a:lnTo>
                  <a:lnTo>
                    <a:pt x="480" y="28298"/>
                  </a:lnTo>
                  <a:lnTo>
                    <a:pt x="371" y="27731"/>
                  </a:lnTo>
                  <a:lnTo>
                    <a:pt x="284" y="27143"/>
                  </a:lnTo>
                  <a:lnTo>
                    <a:pt x="197" y="26554"/>
                  </a:lnTo>
                  <a:lnTo>
                    <a:pt x="131" y="25965"/>
                  </a:lnTo>
                  <a:lnTo>
                    <a:pt x="66" y="25377"/>
                  </a:lnTo>
                  <a:lnTo>
                    <a:pt x="44" y="24766"/>
                  </a:lnTo>
                  <a:lnTo>
                    <a:pt x="22" y="24156"/>
                  </a:lnTo>
                  <a:lnTo>
                    <a:pt x="1" y="23567"/>
                  </a:lnTo>
                  <a:lnTo>
                    <a:pt x="1" y="23567"/>
                  </a:lnTo>
                  <a:lnTo>
                    <a:pt x="22" y="22957"/>
                  </a:lnTo>
                  <a:lnTo>
                    <a:pt x="44" y="22347"/>
                  </a:lnTo>
                  <a:lnTo>
                    <a:pt x="66" y="21736"/>
                  </a:lnTo>
                  <a:lnTo>
                    <a:pt x="131" y="21147"/>
                  </a:lnTo>
                  <a:lnTo>
                    <a:pt x="197" y="20559"/>
                  </a:lnTo>
                  <a:lnTo>
                    <a:pt x="284" y="19970"/>
                  </a:lnTo>
                  <a:lnTo>
                    <a:pt x="371" y="19382"/>
                  </a:lnTo>
                  <a:lnTo>
                    <a:pt x="480" y="18815"/>
                  </a:lnTo>
                  <a:lnTo>
                    <a:pt x="611" y="18248"/>
                  </a:lnTo>
                  <a:lnTo>
                    <a:pt x="742" y="17681"/>
                  </a:lnTo>
                  <a:lnTo>
                    <a:pt x="894" y="17114"/>
                  </a:lnTo>
                  <a:lnTo>
                    <a:pt x="1069" y="16547"/>
                  </a:lnTo>
                  <a:lnTo>
                    <a:pt x="1243" y="16002"/>
                  </a:lnTo>
                  <a:lnTo>
                    <a:pt x="1440" y="15457"/>
                  </a:lnTo>
                  <a:lnTo>
                    <a:pt x="1636" y="14912"/>
                  </a:lnTo>
                  <a:lnTo>
                    <a:pt x="1854" y="14389"/>
                  </a:lnTo>
                  <a:lnTo>
                    <a:pt x="2094" y="13866"/>
                  </a:lnTo>
                  <a:lnTo>
                    <a:pt x="2333" y="13343"/>
                  </a:lnTo>
                  <a:lnTo>
                    <a:pt x="2573" y="12841"/>
                  </a:lnTo>
                  <a:lnTo>
                    <a:pt x="2857" y="12340"/>
                  </a:lnTo>
                  <a:lnTo>
                    <a:pt x="3118" y="11838"/>
                  </a:lnTo>
                  <a:lnTo>
                    <a:pt x="3423" y="11337"/>
                  </a:lnTo>
                  <a:lnTo>
                    <a:pt x="3707" y="10857"/>
                  </a:lnTo>
                  <a:lnTo>
                    <a:pt x="4034" y="10400"/>
                  </a:lnTo>
                  <a:lnTo>
                    <a:pt x="4339" y="9920"/>
                  </a:lnTo>
                  <a:lnTo>
                    <a:pt x="4688" y="9462"/>
                  </a:lnTo>
                  <a:lnTo>
                    <a:pt x="5037" y="9026"/>
                  </a:lnTo>
                  <a:lnTo>
                    <a:pt x="5385" y="8568"/>
                  </a:lnTo>
                  <a:lnTo>
                    <a:pt x="5756" y="8154"/>
                  </a:lnTo>
                  <a:lnTo>
                    <a:pt x="6127" y="7718"/>
                  </a:lnTo>
                  <a:lnTo>
                    <a:pt x="6497" y="7304"/>
                  </a:lnTo>
                  <a:lnTo>
                    <a:pt x="6912" y="6911"/>
                  </a:lnTo>
                  <a:lnTo>
                    <a:pt x="7304" y="6519"/>
                  </a:lnTo>
                  <a:lnTo>
                    <a:pt x="7718" y="6127"/>
                  </a:lnTo>
                  <a:lnTo>
                    <a:pt x="8132" y="5756"/>
                  </a:lnTo>
                  <a:lnTo>
                    <a:pt x="8568" y="5385"/>
                  </a:lnTo>
                  <a:lnTo>
                    <a:pt x="9004" y="5037"/>
                  </a:lnTo>
                  <a:lnTo>
                    <a:pt x="9462" y="4688"/>
                  </a:lnTo>
                  <a:lnTo>
                    <a:pt x="9920" y="4361"/>
                  </a:lnTo>
                  <a:lnTo>
                    <a:pt x="10378" y="4034"/>
                  </a:lnTo>
                  <a:lnTo>
                    <a:pt x="10857" y="3707"/>
                  </a:lnTo>
                  <a:lnTo>
                    <a:pt x="11337" y="3423"/>
                  </a:lnTo>
                  <a:lnTo>
                    <a:pt x="11838" y="3118"/>
                  </a:lnTo>
                  <a:lnTo>
                    <a:pt x="12340" y="2857"/>
                  </a:lnTo>
                  <a:lnTo>
                    <a:pt x="12841" y="2573"/>
                  </a:lnTo>
                  <a:lnTo>
                    <a:pt x="13343" y="2333"/>
                  </a:lnTo>
                  <a:lnTo>
                    <a:pt x="13866" y="2093"/>
                  </a:lnTo>
                  <a:lnTo>
                    <a:pt x="14389" y="1854"/>
                  </a:lnTo>
                  <a:lnTo>
                    <a:pt x="14912" y="1636"/>
                  </a:lnTo>
                  <a:lnTo>
                    <a:pt x="15457" y="1439"/>
                  </a:lnTo>
                  <a:lnTo>
                    <a:pt x="16002" y="1243"/>
                  </a:lnTo>
                  <a:lnTo>
                    <a:pt x="16547" y="1069"/>
                  </a:lnTo>
                  <a:lnTo>
                    <a:pt x="17114" y="894"/>
                  </a:lnTo>
                  <a:lnTo>
                    <a:pt x="17659" y="742"/>
                  </a:lnTo>
                  <a:lnTo>
                    <a:pt x="18226" y="611"/>
                  </a:lnTo>
                  <a:lnTo>
                    <a:pt x="18815" y="480"/>
                  </a:lnTo>
                  <a:lnTo>
                    <a:pt x="19382" y="371"/>
                  </a:lnTo>
                  <a:lnTo>
                    <a:pt x="19970" y="284"/>
                  </a:lnTo>
                  <a:lnTo>
                    <a:pt x="20559" y="197"/>
                  </a:lnTo>
                  <a:lnTo>
                    <a:pt x="21147" y="131"/>
                  </a:lnTo>
                  <a:lnTo>
                    <a:pt x="21736" y="66"/>
                  </a:lnTo>
                  <a:lnTo>
                    <a:pt x="22346" y="44"/>
                  </a:lnTo>
                  <a:lnTo>
                    <a:pt x="22957" y="22"/>
                  </a:lnTo>
                  <a:lnTo>
                    <a:pt x="23546" y="1"/>
                  </a:lnTo>
                  <a:lnTo>
                    <a:pt x="23546" y="1"/>
                  </a:lnTo>
                  <a:lnTo>
                    <a:pt x="24156" y="22"/>
                  </a:lnTo>
                  <a:lnTo>
                    <a:pt x="24766" y="44"/>
                  </a:lnTo>
                  <a:lnTo>
                    <a:pt x="25377" y="66"/>
                  </a:lnTo>
                  <a:lnTo>
                    <a:pt x="25965" y="131"/>
                  </a:lnTo>
                  <a:lnTo>
                    <a:pt x="26554" y="197"/>
                  </a:lnTo>
                  <a:lnTo>
                    <a:pt x="27143" y="284"/>
                  </a:lnTo>
                  <a:lnTo>
                    <a:pt x="27731" y="371"/>
                  </a:lnTo>
                  <a:lnTo>
                    <a:pt x="28298" y="480"/>
                  </a:lnTo>
                  <a:lnTo>
                    <a:pt x="28865" y="611"/>
                  </a:lnTo>
                  <a:lnTo>
                    <a:pt x="29432" y="742"/>
                  </a:lnTo>
                  <a:lnTo>
                    <a:pt x="29999" y="894"/>
                  </a:lnTo>
                  <a:lnTo>
                    <a:pt x="30565" y="1069"/>
                  </a:lnTo>
                  <a:lnTo>
                    <a:pt x="31110" y="1243"/>
                  </a:lnTo>
                  <a:lnTo>
                    <a:pt x="31655" y="1439"/>
                  </a:lnTo>
                  <a:lnTo>
                    <a:pt x="32200" y="1636"/>
                  </a:lnTo>
                  <a:lnTo>
                    <a:pt x="32724" y="1854"/>
                  </a:lnTo>
                  <a:lnTo>
                    <a:pt x="33247" y="2093"/>
                  </a:lnTo>
                  <a:lnTo>
                    <a:pt x="33770" y="2333"/>
                  </a:lnTo>
                  <a:lnTo>
                    <a:pt x="34272" y="2573"/>
                  </a:lnTo>
                  <a:lnTo>
                    <a:pt x="34773" y="2857"/>
                  </a:lnTo>
                  <a:lnTo>
                    <a:pt x="35274" y="3118"/>
                  </a:lnTo>
                  <a:lnTo>
                    <a:pt x="35776" y="3423"/>
                  </a:lnTo>
                  <a:lnTo>
                    <a:pt x="36255" y="3707"/>
                  </a:lnTo>
                  <a:lnTo>
                    <a:pt x="36713" y="4034"/>
                  </a:lnTo>
                  <a:lnTo>
                    <a:pt x="37193" y="4361"/>
                  </a:lnTo>
                  <a:lnTo>
                    <a:pt x="37651" y="4688"/>
                  </a:lnTo>
                  <a:lnTo>
                    <a:pt x="38087" y="5037"/>
                  </a:lnTo>
                  <a:lnTo>
                    <a:pt x="38544" y="5385"/>
                  </a:lnTo>
                  <a:lnTo>
                    <a:pt x="38959" y="5756"/>
                  </a:lnTo>
                  <a:lnTo>
                    <a:pt x="39395" y="6127"/>
                  </a:lnTo>
                  <a:lnTo>
                    <a:pt x="39809" y="6519"/>
                  </a:lnTo>
                  <a:lnTo>
                    <a:pt x="40201" y="6911"/>
                  </a:lnTo>
                  <a:lnTo>
                    <a:pt x="40594" y="7304"/>
                  </a:lnTo>
                  <a:lnTo>
                    <a:pt x="40986" y="7718"/>
                  </a:lnTo>
                  <a:lnTo>
                    <a:pt x="41357" y="8154"/>
                  </a:lnTo>
                  <a:lnTo>
                    <a:pt x="41727" y="8568"/>
                  </a:lnTo>
                  <a:lnTo>
                    <a:pt x="42076" y="9026"/>
                  </a:lnTo>
                  <a:lnTo>
                    <a:pt x="42425" y="9462"/>
                  </a:lnTo>
                  <a:lnTo>
                    <a:pt x="42752" y="9920"/>
                  </a:lnTo>
                  <a:lnTo>
                    <a:pt x="43079" y="10400"/>
                  </a:lnTo>
                  <a:lnTo>
                    <a:pt x="43406" y="10857"/>
                  </a:lnTo>
                  <a:lnTo>
                    <a:pt x="43689" y="11337"/>
                  </a:lnTo>
                  <a:lnTo>
                    <a:pt x="43995" y="11838"/>
                  </a:lnTo>
                  <a:lnTo>
                    <a:pt x="44256" y="12340"/>
                  </a:lnTo>
                  <a:lnTo>
                    <a:pt x="44540" y="12841"/>
                  </a:lnTo>
                  <a:lnTo>
                    <a:pt x="44779" y="13343"/>
                  </a:lnTo>
                  <a:lnTo>
                    <a:pt x="45019" y="13866"/>
                  </a:lnTo>
                  <a:lnTo>
                    <a:pt x="45259" y="14389"/>
                  </a:lnTo>
                  <a:lnTo>
                    <a:pt x="45477" y="14912"/>
                  </a:lnTo>
                  <a:lnTo>
                    <a:pt x="45673" y="15457"/>
                  </a:lnTo>
                  <a:lnTo>
                    <a:pt x="45870" y="16002"/>
                  </a:lnTo>
                  <a:lnTo>
                    <a:pt x="46044" y="16547"/>
                  </a:lnTo>
                  <a:lnTo>
                    <a:pt x="46218" y="17114"/>
                  </a:lnTo>
                  <a:lnTo>
                    <a:pt x="46371" y="17681"/>
                  </a:lnTo>
                  <a:lnTo>
                    <a:pt x="46502" y="18248"/>
                  </a:lnTo>
                  <a:lnTo>
                    <a:pt x="46633" y="18815"/>
                  </a:lnTo>
                  <a:lnTo>
                    <a:pt x="46742" y="19382"/>
                  </a:lnTo>
                  <a:lnTo>
                    <a:pt x="46829" y="19970"/>
                  </a:lnTo>
                  <a:lnTo>
                    <a:pt x="46916" y="20559"/>
                  </a:lnTo>
                  <a:lnTo>
                    <a:pt x="46981" y="21147"/>
                  </a:lnTo>
                  <a:lnTo>
                    <a:pt x="47047" y="21736"/>
                  </a:lnTo>
                  <a:lnTo>
                    <a:pt x="47069" y="22347"/>
                  </a:lnTo>
                  <a:lnTo>
                    <a:pt x="47090" y="22957"/>
                  </a:lnTo>
                  <a:lnTo>
                    <a:pt x="47112" y="23567"/>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4" name="Google Shape;11644;p80"/>
            <p:cNvSpPr/>
            <p:nvPr/>
          </p:nvSpPr>
          <p:spPr>
            <a:xfrm>
              <a:off x="7454350" y="2942500"/>
              <a:ext cx="930375" cy="930375"/>
            </a:xfrm>
            <a:custGeom>
              <a:rect b="b" l="l" r="r" t="t"/>
              <a:pathLst>
                <a:path extrusionOk="0" h="37215" w="37215">
                  <a:moveTo>
                    <a:pt x="18597" y="0"/>
                  </a:moveTo>
                  <a:lnTo>
                    <a:pt x="17659" y="22"/>
                  </a:lnTo>
                  <a:lnTo>
                    <a:pt x="16700" y="109"/>
                  </a:lnTo>
                  <a:lnTo>
                    <a:pt x="15784" y="218"/>
                  </a:lnTo>
                  <a:lnTo>
                    <a:pt x="14847" y="393"/>
                  </a:lnTo>
                  <a:lnTo>
                    <a:pt x="13953" y="589"/>
                  </a:lnTo>
                  <a:lnTo>
                    <a:pt x="13081" y="851"/>
                  </a:lnTo>
                  <a:lnTo>
                    <a:pt x="12209" y="1134"/>
                  </a:lnTo>
                  <a:lnTo>
                    <a:pt x="11359" y="1461"/>
                  </a:lnTo>
                  <a:lnTo>
                    <a:pt x="10530" y="1832"/>
                  </a:lnTo>
                  <a:lnTo>
                    <a:pt x="9745" y="2246"/>
                  </a:lnTo>
                  <a:lnTo>
                    <a:pt x="8961" y="2704"/>
                  </a:lnTo>
                  <a:lnTo>
                    <a:pt x="8198" y="3183"/>
                  </a:lnTo>
                  <a:lnTo>
                    <a:pt x="7478" y="3707"/>
                  </a:lnTo>
                  <a:lnTo>
                    <a:pt x="6780" y="4252"/>
                  </a:lnTo>
                  <a:lnTo>
                    <a:pt x="6105" y="4840"/>
                  </a:lnTo>
                  <a:lnTo>
                    <a:pt x="5451" y="5451"/>
                  </a:lnTo>
                  <a:lnTo>
                    <a:pt x="4840" y="6105"/>
                  </a:lnTo>
                  <a:lnTo>
                    <a:pt x="4252" y="6780"/>
                  </a:lnTo>
                  <a:lnTo>
                    <a:pt x="3707" y="7478"/>
                  </a:lnTo>
                  <a:lnTo>
                    <a:pt x="3183" y="8198"/>
                  </a:lnTo>
                  <a:lnTo>
                    <a:pt x="2704" y="8961"/>
                  </a:lnTo>
                  <a:lnTo>
                    <a:pt x="2246" y="9745"/>
                  </a:lnTo>
                  <a:lnTo>
                    <a:pt x="1832" y="10552"/>
                  </a:lnTo>
                  <a:lnTo>
                    <a:pt x="1461" y="11359"/>
                  </a:lnTo>
                  <a:lnTo>
                    <a:pt x="1134" y="12209"/>
                  </a:lnTo>
                  <a:lnTo>
                    <a:pt x="829" y="13081"/>
                  </a:lnTo>
                  <a:lnTo>
                    <a:pt x="589" y="13953"/>
                  </a:lnTo>
                  <a:lnTo>
                    <a:pt x="371" y="14869"/>
                  </a:lnTo>
                  <a:lnTo>
                    <a:pt x="218" y="15784"/>
                  </a:lnTo>
                  <a:lnTo>
                    <a:pt x="88" y="16700"/>
                  </a:lnTo>
                  <a:lnTo>
                    <a:pt x="22" y="17659"/>
                  </a:lnTo>
                  <a:lnTo>
                    <a:pt x="0" y="18618"/>
                  </a:lnTo>
                  <a:lnTo>
                    <a:pt x="22" y="19578"/>
                  </a:lnTo>
                  <a:lnTo>
                    <a:pt x="88" y="20515"/>
                  </a:lnTo>
                  <a:lnTo>
                    <a:pt x="218" y="21452"/>
                  </a:lnTo>
                  <a:lnTo>
                    <a:pt x="371" y="22368"/>
                  </a:lnTo>
                  <a:lnTo>
                    <a:pt x="589" y="23262"/>
                  </a:lnTo>
                  <a:lnTo>
                    <a:pt x="829" y="24134"/>
                  </a:lnTo>
                  <a:lnTo>
                    <a:pt x="1134" y="25006"/>
                  </a:lnTo>
                  <a:lnTo>
                    <a:pt x="1461" y="25856"/>
                  </a:lnTo>
                  <a:lnTo>
                    <a:pt x="1832" y="26685"/>
                  </a:lnTo>
                  <a:lnTo>
                    <a:pt x="2246" y="27470"/>
                  </a:lnTo>
                  <a:lnTo>
                    <a:pt x="2704" y="28254"/>
                  </a:lnTo>
                  <a:lnTo>
                    <a:pt x="3183" y="29017"/>
                  </a:lnTo>
                  <a:lnTo>
                    <a:pt x="3707" y="29737"/>
                  </a:lnTo>
                  <a:lnTo>
                    <a:pt x="4252" y="30434"/>
                  </a:lnTo>
                  <a:lnTo>
                    <a:pt x="4840" y="31110"/>
                  </a:lnTo>
                  <a:lnTo>
                    <a:pt x="5451" y="31764"/>
                  </a:lnTo>
                  <a:lnTo>
                    <a:pt x="6105" y="32375"/>
                  </a:lnTo>
                  <a:lnTo>
                    <a:pt x="6780" y="32963"/>
                  </a:lnTo>
                  <a:lnTo>
                    <a:pt x="7478" y="33508"/>
                  </a:lnTo>
                  <a:lnTo>
                    <a:pt x="8198" y="34032"/>
                  </a:lnTo>
                  <a:lnTo>
                    <a:pt x="8961" y="34511"/>
                  </a:lnTo>
                  <a:lnTo>
                    <a:pt x="9745" y="34969"/>
                  </a:lnTo>
                  <a:lnTo>
                    <a:pt x="10530" y="35383"/>
                  </a:lnTo>
                  <a:lnTo>
                    <a:pt x="11359" y="35754"/>
                  </a:lnTo>
                  <a:lnTo>
                    <a:pt x="12209" y="36081"/>
                  </a:lnTo>
                  <a:lnTo>
                    <a:pt x="13081" y="36386"/>
                  </a:lnTo>
                  <a:lnTo>
                    <a:pt x="13953" y="36626"/>
                  </a:lnTo>
                  <a:lnTo>
                    <a:pt x="14847" y="36844"/>
                  </a:lnTo>
                  <a:lnTo>
                    <a:pt x="15784" y="36996"/>
                  </a:lnTo>
                  <a:lnTo>
                    <a:pt x="16700" y="37127"/>
                  </a:lnTo>
                  <a:lnTo>
                    <a:pt x="17659" y="37193"/>
                  </a:lnTo>
                  <a:lnTo>
                    <a:pt x="18597" y="37215"/>
                  </a:lnTo>
                  <a:lnTo>
                    <a:pt x="19556" y="37193"/>
                  </a:lnTo>
                  <a:lnTo>
                    <a:pt x="20515" y="37127"/>
                  </a:lnTo>
                  <a:lnTo>
                    <a:pt x="21431" y="36996"/>
                  </a:lnTo>
                  <a:lnTo>
                    <a:pt x="22346" y="36844"/>
                  </a:lnTo>
                  <a:lnTo>
                    <a:pt x="23262" y="36626"/>
                  </a:lnTo>
                  <a:lnTo>
                    <a:pt x="24134" y="36386"/>
                  </a:lnTo>
                  <a:lnTo>
                    <a:pt x="25006" y="36081"/>
                  </a:lnTo>
                  <a:lnTo>
                    <a:pt x="25856" y="35754"/>
                  </a:lnTo>
                  <a:lnTo>
                    <a:pt x="26663" y="35383"/>
                  </a:lnTo>
                  <a:lnTo>
                    <a:pt x="27469" y="34969"/>
                  </a:lnTo>
                  <a:lnTo>
                    <a:pt x="28254" y="34511"/>
                  </a:lnTo>
                  <a:lnTo>
                    <a:pt x="29017" y="34032"/>
                  </a:lnTo>
                  <a:lnTo>
                    <a:pt x="29737" y="33508"/>
                  </a:lnTo>
                  <a:lnTo>
                    <a:pt x="30434" y="32963"/>
                  </a:lnTo>
                  <a:lnTo>
                    <a:pt x="31110" y="32375"/>
                  </a:lnTo>
                  <a:lnTo>
                    <a:pt x="31764" y="31764"/>
                  </a:lnTo>
                  <a:lnTo>
                    <a:pt x="32375" y="31110"/>
                  </a:lnTo>
                  <a:lnTo>
                    <a:pt x="32963" y="30434"/>
                  </a:lnTo>
                  <a:lnTo>
                    <a:pt x="33508" y="29737"/>
                  </a:lnTo>
                  <a:lnTo>
                    <a:pt x="34031" y="29017"/>
                  </a:lnTo>
                  <a:lnTo>
                    <a:pt x="34511" y="28254"/>
                  </a:lnTo>
                  <a:lnTo>
                    <a:pt x="34969" y="27470"/>
                  </a:lnTo>
                  <a:lnTo>
                    <a:pt x="35383" y="26685"/>
                  </a:lnTo>
                  <a:lnTo>
                    <a:pt x="35754" y="25856"/>
                  </a:lnTo>
                  <a:lnTo>
                    <a:pt x="36081" y="25006"/>
                  </a:lnTo>
                  <a:lnTo>
                    <a:pt x="36386" y="24134"/>
                  </a:lnTo>
                  <a:lnTo>
                    <a:pt x="36626" y="23262"/>
                  </a:lnTo>
                  <a:lnTo>
                    <a:pt x="36844" y="22368"/>
                  </a:lnTo>
                  <a:lnTo>
                    <a:pt x="36996" y="21452"/>
                  </a:lnTo>
                  <a:lnTo>
                    <a:pt x="37105" y="20515"/>
                  </a:lnTo>
                  <a:lnTo>
                    <a:pt x="37193" y="19578"/>
                  </a:lnTo>
                  <a:lnTo>
                    <a:pt x="37214" y="18618"/>
                  </a:lnTo>
                  <a:lnTo>
                    <a:pt x="37193" y="17659"/>
                  </a:lnTo>
                  <a:lnTo>
                    <a:pt x="37105" y="16700"/>
                  </a:lnTo>
                  <a:lnTo>
                    <a:pt x="36996" y="15784"/>
                  </a:lnTo>
                  <a:lnTo>
                    <a:pt x="36844" y="14869"/>
                  </a:lnTo>
                  <a:lnTo>
                    <a:pt x="36626" y="13953"/>
                  </a:lnTo>
                  <a:lnTo>
                    <a:pt x="36386" y="13081"/>
                  </a:lnTo>
                  <a:lnTo>
                    <a:pt x="36081" y="12209"/>
                  </a:lnTo>
                  <a:lnTo>
                    <a:pt x="35754" y="11359"/>
                  </a:lnTo>
                  <a:lnTo>
                    <a:pt x="35383" y="10552"/>
                  </a:lnTo>
                  <a:lnTo>
                    <a:pt x="34969" y="9745"/>
                  </a:lnTo>
                  <a:lnTo>
                    <a:pt x="34511" y="8961"/>
                  </a:lnTo>
                  <a:lnTo>
                    <a:pt x="34031" y="8198"/>
                  </a:lnTo>
                  <a:lnTo>
                    <a:pt x="33508" y="7478"/>
                  </a:lnTo>
                  <a:lnTo>
                    <a:pt x="32963" y="6780"/>
                  </a:lnTo>
                  <a:lnTo>
                    <a:pt x="32375" y="6105"/>
                  </a:lnTo>
                  <a:lnTo>
                    <a:pt x="31764" y="5451"/>
                  </a:lnTo>
                  <a:lnTo>
                    <a:pt x="31110" y="4840"/>
                  </a:lnTo>
                  <a:lnTo>
                    <a:pt x="30434" y="4252"/>
                  </a:lnTo>
                  <a:lnTo>
                    <a:pt x="29737" y="3707"/>
                  </a:lnTo>
                  <a:lnTo>
                    <a:pt x="29017" y="3183"/>
                  </a:lnTo>
                  <a:lnTo>
                    <a:pt x="28254" y="2704"/>
                  </a:lnTo>
                  <a:lnTo>
                    <a:pt x="27469" y="2246"/>
                  </a:lnTo>
                  <a:lnTo>
                    <a:pt x="26663" y="1832"/>
                  </a:lnTo>
                  <a:lnTo>
                    <a:pt x="25856" y="1461"/>
                  </a:lnTo>
                  <a:lnTo>
                    <a:pt x="25006" y="1134"/>
                  </a:lnTo>
                  <a:lnTo>
                    <a:pt x="24134" y="851"/>
                  </a:lnTo>
                  <a:lnTo>
                    <a:pt x="23262" y="589"/>
                  </a:lnTo>
                  <a:lnTo>
                    <a:pt x="22346" y="393"/>
                  </a:lnTo>
                  <a:lnTo>
                    <a:pt x="21431" y="218"/>
                  </a:lnTo>
                  <a:lnTo>
                    <a:pt x="20515" y="109"/>
                  </a:lnTo>
                  <a:lnTo>
                    <a:pt x="19556" y="22"/>
                  </a:lnTo>
                  <a:lnTo>
                    <a:pt x="18597" y="0"/>
                  </a:lnTo>
                  <a:close/>
                </a:path>
              </a:pathLst>
            </a:custGeom>
            <a:solidFill>
              <a:srgbClr val="000000">
                <a:alpha val="14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5" name="Google Shape;11645;p80"/>
            <p:cNvSpPr/>
            <p:nvPr/>
          </p:nvSpPr>
          <p:spPr>
            <a:xfrm>
              <a:off x="7454350" y="2942500"/>
              <a:ext cx="930375" cy="930375"/>
            </a:xfrm>
            <a:custGeom>
              <a:rect b="b" l="l" r="r" t="t"/>
              <a:pathLst>
                <a:path extrusionOk="0" fill="none" h="37215" w="37215">
                  <a:moveTo>
                    <a:pt x="37214" y="18618"/>
                  </a:moveTo>
                  <a:lnTo>
                    <a:pt x="37214" y="18618"/>
                  </a:lnTo>
                  <a:lnTo>
                    <a:pt x="37193" y="19578"/>
                  </a:lnTo>
                  <a:lnTo>
                    <a:pt x="37105" y="20515"/>
                  </a:lnTo>
                  <a:lnTo>
                    <a:pt x="36996" y="21452"/>
                  </a:lnTo>
                  <a:lnTo>
                    <a:pt x="36844" y="22368"/>
                  </a:lnTo>
                  <a:lnTo>
                    <a:pt x="36626" y="23262"/>
                  </a:lnTo>
                  <a:lnTo>
                    <a:pt x="36386" y="24134"/>
                  </a:lnTo>
                  <a:lnTo>
                    <a:pt x="36081" y="25006"/>
                  </a:lnTo>
                  <a:lnTo>
                    <a:pt x="35754" y="25856"/>
                  </a:lnTo>
                  <a:lnTo>
                    <a:pt x="35383" y="26685"/>
                  </a:lnTo>
                  <a:lnTo>
                    <a:pt x="34969" y="27470"/>
                  </a:lnTo>
                  <a:lnTo>
                    <a:pt x="34511" y="28254"/>
                  </a:lnTo>
                  <a:lnTo>
                    <a:pt x="34031" y="29017"/>
                  </a:lnTo>
                  <a:lnTo>
                    <a:pt x="33508" y="29737"/>
                  </a:lnTo>
                  <a:lnTo>
                    <a:pt x="32963" y="30434"/>
                  </a:lnTo>
                  <a:lnTo>
                    <a:pt x="32375" y="31110"/>
                  </a:lnTo>
                  <a:lnTo>
                    <a:pt x="31764" y="31764"/>
                  </a:lnTo>
                  <a:lnTo>
                    <a:pt x="31110" y="32375"/>
                  </a:lnTo>
                  <a:lnTo>
                    <a:pt x="30434" y="32963"/>
                  </a:lnTo>
                  <a:lnTo>
                    <a:pt x="29737" y="33508"/>
                  </a:lnTo>
                  <a:lnTo>
                    <a:pt x="29017" y="34032"/>
                  </a:lnTo>
                  <a:lnTo>
                    <a:pt x="28254" y="34511"/>
                  </a:lnTo>
                  <a:lnTo>
                    <a:pt x="27469" y="34969"/>
                  </a:lnTo>
                  <a:lnTo>
                    <a:pt x="26663" y="35383"/>
                  </a:lnTo>
                  <a:lnTo>
                    <a:pt x="25856" y="35754"/>
                  </a:lnTo>
                  <a:lnTo>
                    <a:pt x="25006" y="36081"/>
                  </a:lnTo>
                  <a:lnTo>
                    <a:pt x="24134" y="36386"/>
                  </a:lnTo>
                  <a:lnTo>
                    <a:pt x="23262" y="36626"/>
                  </a:lnTo>
                  <a:lnTo>
                    <a:pt x="22346" y="36844"/>
                  </a:lnTo>
                  <a:lnTo>
                    <a:pt x="21431" y="36996"/>
                  </a:lnTo>
                  <a:lnTo>
                    <a:pt x="20515" y="37127"/>
                  </a:lnTo>
                  <a:lnTo>
                    <a:pt x="19556" y="37193"/>
                  </a:lnTo>
                  <a:lnTo>
                    <a:pt x="18597" y="37215"/>
                  </a:lnTo>
                  <a:lnTo>
                    <a:pt x="18597" y="37215"/>
                  </a:lnTo>
                  <a:lnTo>
                    <a:pt x="17659" y="37193"/>
                  </a:lnTo>
                  <a:lnTo>
                    <a:pt x="16700" y="37127"/>
                  </a:lnTo>
                  <a:lnTo>
                    <a:pt x="15784" y="36996"/>
                  </a:lnTo>
                  <a:lnTo>
                    <a:pt x="14847" y="36844"/>
                  </a:lnTo>
                  <a:lnTo>
                    <a:pt x="13953" y="36626"/>
                  </a:lnTo>
                  <a:lnTo>
                    <a:pt x="13081" y="36386"/>
                  </a:lnTo>
                  <a:lnTo>
                    <a:pt x="12209" y="36081"/>
                  </a:lnTo>
                  <a:lnTo>
                    <a:pt x="11359" y="35754"/>
                  </a:lnTo>
                  <a:lnTo>
                    <a:pt x="10530" y="35383"/>
                  </a:lnTo>
                  <a:lnTo>
                    <a:pt x="9745" y="34969"/>
                  </a:lnTo>
                  <a:lnTo>
                    <a:pt x="8961" y="34511"/>
                  </a:lnTo>
                  <a:lnTo>
                    <a:pt x="8198" y="34032"/>
                  </a:lnTo>
                  <a:lnTo>
                    <a:pt x="7478" y="33508"/>
                  </a:lnTo>
                  <a:lnTo>
                    <a:pt x="6780" y="32963"/>
                  </a:lnTo>
                  <a:lnTo>
                    <a:pt x="6105" y="32375"/>
                  </a:lnTo>
                  <a:lnTo>
                    <a:pt x="5451" y="31764"/>
                  </a:lnTo>
                  <a:lnTo>
                    <a:pt x="4840" y="31110"/>
                  </a:lnTo>
                  <a:lnTo>
                    <a:pt x="4252" y="30434"/>
                  </a:lnTo>
                  <a:lnTo>
                    <a:pt x="3707" y="29737"/>
                  </a:lnTo>
                  <a:lnTo>
                    <a:pt x="3183" y="29017"/>
                  </a:lnTo>
                  <a:lnTo>
                    <a:pt x="2704" y="28254"/>
                  </a:lnTo>
                  <a:lnTo>
                    <a:pt x="2246" y="27470"/>
                  </a:lnTo>
                  <a:lnTo>
                    <a:pt x="1832" y="26685"/>
                  </a:lnTo>
                  <a:lnTo>
                    <a:pt x="1461" y="25856"/>
                  </a:lnTo>
                  <a:lnTo>
                    <a:pt x="1134" y="25006"/>
                  </a:lnTo>
                  <a:lnTo>
                    <a:pt x="829" y="24134"/>
                  </a:lnTo>
                  <a:lnTo>
                    <a:pt x="589" y="23262"/>
                  </a:lnTo>
                  <a:lnTo>
                    <a:pt x="371" y="22368"/>
                  </a:lnTo>
                  <a:lnTo>
                    <a:pt x="218" y="21452"/>
                  </a:lnTo>
                  <a:lnTo>
                    <a:pt x="88" y="20515"/>
                  </a:lnTo>
                  <a:lnTo>
                    <a:pt x="22" y="19578"/>
                  </a:lnTo>
                  <a:lnTo>
                    <a:pt x="0" y="18618"/>
                  </a:lnTo>
                  <a:lnTo>
                    <a:pt x="0" y="18618"/>
                  </a:lnTo>
                  <a:lnTo>
                    <a:pt x="22" y="17659"/>
                  </a:lnTo>
                  <a:lnTo>
                    <a:pt x="88" y="16700"/>
                  </a:lnTo>
                  <a:lnTo>
                    <a:pt x="218" y="15784"/>
                  </a:lnTo>
                  <a:lnTo>
                    <a:pt x="371" y="14869"/>
                  </a:lnTo>
                  <a:lnTo>
                    <a:pt x="589" y="13953"/>
                  </a:lnTo>
                  <a:lnTo>
                    <a:pt x="829" y="13081"/>
                  </a:lnTo>
                  <a:lnTo>
                    <a:pt x="1134" y="12209"/>
                  </a:lnTo>
                  <a:lnTo>
                    <a:pt x="1461" y="11359"/>
                  </a:lnTo>
                  <a:lnTo>
                    <a:pt x="1832" y="10552"/>
                  </a:lnTo>
                  <a:lnTo>
                    <a:pt x="2246" y="9745"/>
                  </a:lnTo>
                  <a:lnTo>
                    <a:pt x="2704" y="8961"/>
                  </a:lnTo>
                  <a:lnTo>
                    <a:pt x="3183" y="8198"/>
                  </a:lnTo>
                  <a:lnTo>
                    <a:pt x="3707" y="7478"/>
                  </a:lnTo>
                  <a:lnTo>
                    <a:pt x="4252" y="6780"/>
                  </a:lnTo>
                  <a:lnTo>
                    <a:pt x="4840" y="6105"/>
                  </a:lnTo>
                  <a:lnTo>
                    <a:pt x="5451" y="5451"/>
                  </a:lnTo>
                  <a:lnTo>
                    <a:pt x="6105" y="4840"/>
                  </a:lnTo>
                  <a:lnTo>
                    <a:pt x="6780" y="4252"/>
                  </a:lnTo>
                  <a:lnTo>
                    <a:pt x="7478" y="3707"/>
                  </a:lnTo>
                  <a:lnTo>
                    <a:pt x="8198" y="3183"/>
                  </a:lnTo>
                  <a:lnTo>
                    <a:pt x="8961" y="2704"/>
                  </a:lnTo>
                  <a:lnTo>
                    <a:pt x="9745" y="2246"/>
                  </a:lnTo>
                  <a:lnTo>
                    <a:pt x="10530" y="1832"/>
                  </a:lnTo>
                  <a:lnTo>
                    <a:pt x="11359" y="1461"/>
                  </a:lnTo>
                  <a:lnTo>
                    <a:pt x="12209" y="1134"/>
                  </a:lnTo>
                  <a:lnTo>
                    <a:pt x="13081" y="851"/>
                  </a:lnTo>
                  <a:lnTo>
                    <a:pt x="13953" y="589"/>
                  </a:lnTo>
                  <a:lnTo>
                    <a:pt x="14847" y="393"/>
                  </a:lnTo>
                  <a:lnTo>
                    <a:pt x="15784" y="218"/>
                  </a:lnTo>
                  <a:lnTo>
                    <a:pt x="16700" y="109"/>
                  </a:lnTo>
                  <a:lnTo>
                    <a:pt x="17659" y="22"/>
                  </a:lnTo>
                  <a:lnTo>
                    <a:pt x="18597" y="0"/>
                  </a:lnTo>
                  <a:lnTo>
                    <a:pt x="18597" y="0"/>
                  </a:lnTo>
                  <a:lnTo>
                    <a:pt x="19556" y="22"/>
                  </a:lnTo>
                  <a:lnTo>
                    <a:pt x="20515" y="109"/>
                  </a:lnTo>
                  <a:lnTo>
                    <a:pt x="21431" y="218"/>
                  </a:lnTo>
                  <a:lnTo>
                    <a:pt x="22346" y="393"/>
                  </a:lnTo>
                  <a:lnTo>
                    <a:pt x="23262" y="589"/>
                  </a:lnTo>
                  <a:lnTo>
                    <a:pt x="24134" y="851"/>
                  </a:lnTo>
                  <a:lnTo>
                    <a:pt x="25006" y="1134"/>
                  </a:lnTo>
                  <a:lnTo>
                    <a:pt x="25856" y="1461"/>
                  </a:lnTo>
                  <a:lnTo>
                    <a:pt x="26663" y="1832"/>
                  </a:lnTo>
                  <a:lnTo>
                    <a:pt x="27469" y="2246"/>
                  </a:lnTo>
                  <a:lnTo>
                    <a:pt x="28254" y="2704"/>
                  </a:lnTo>
                  <a:lnTo>
                    <a:pt x="29017" y="3183"/>
                  </a:lnTo>
                  <a:lnTo>
                    <a:pt x="29737" y="3707"/>
                  </a:lnTo>
                  <a:lnTo>
                    <a:pt x="30434" y="4252"/>
                  </a:lnTo>
                  <a:lnTo>
                    <a:pt x="31110" y="4840"/>
                  </a:lnTo>
                  <a:lnTo>
                    <a:pt x="31764" y="5451"/>
                  </a:lnTo>
                  <a:lnTo>
                    <a:pt x="32375" y="6105"/>
                  </a:lnTo>
                  <a:lnTo>
                    <a:pt x="32963" y="6780"/>
                  </a:lnTo>
                  <a:lnTo>
                    <a:pt x="33508" y="7478"/>
                  </a:lnTo>
                  <a:lnTo>
                    <a:pt x="34031" y="8198"/>
                  </a:lnTo>
                  <a:lnTo>
                    <a:pt x="34511" y="8961"/>
                  </a:lnTo>
                  <a:lnTo>
                    <a:pt x="34969" y="9745"/>
                  </a:lnTo>
                  <a:lnTo>
                    <a:pt x="35383" y="10552"/>
                  </a:lnTo>
                  <a:lnTo>
                    <a:pt x="35754" y="11359"/>
                  </a:lnTo>
                  <a:lnTo>
                    <a:pt x="36081" y="12209"/>
                  </a:lnTo>
                  <a:lnTo>
                    <a:pt x="36386" y="13081"/>
                  </a:lnTo>
                  <a:lnTo>
                    <a:pt x="36626" y="13953"/>
                  </a:lnTo>
                  <a:lnTo>
                    <a:pt x="36844" y="14869"/>
                  </a:lnTo>
                  <a:lnTo>
                    <a:pt x="36996" y="15784"/>
                  </a:lnTo>
                  <a:lnTo>
                    <a:pt x="37105" y="16700"/>
                  </a:lnTo>
                  <a:lnTo>
                    <a:pt x="37193" y="17659"/>
                  </a:lnTo>
                  <a:lnTo>
                    <a:pt x="37214" y="18618"/>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6" name="Google Shape;11646;p80"/>
            <p:cNvSpPr/>
            <p:nvPr/>
          </p:nvSpPr>
          <p:spPr>
            <a:xfrm>
              <a:off x="7525200" y="3322375"/>
              <a:ext cx="596275" cy="421325"/>
            </a:xfrm>
            <a:custGeom>
              <a:rect b="b" l="l" r="r" t="t"/>
              <a:pathLst>
                <a:path extrusionOk="0" h="16853" w="23851">
                  <a:moveTo>
                    <a:pt x="5037" y="1"/>
                  </a:moveTo>
                  <a:lnTo>
                    <a:pt x="4928" y="22"/>
                  </a:lnTo>
                  <a:lnTo>
                    <a:pt x="4688" y="110"/>
                  </a:lnTo>
                  <a:lnTo>
                    <a:pt x="4470" y="219"/>
                  </a:lnTo>
                  <a:lnTo>
                    <a:pt x="4252" y="371"/>
                  </a:lnTo>
                  <a:lnTo>
                    <a:pt x="3532" y="916"/>
                  </a:lnTo>
                  <a:lnTo>
                    <a:pt x="3140" y="1200"/>
                  </a:lnTo>
                  <a:lnTo>
                    <a:pt x="2747" y="1505"/>
                  </a:lnTo>
                  <a:lnTo>
                    <a:pt x="2377" y="1832"/>
                  </a:lnTo>
                  <a:lnTo>
                    <a:pt x="2050" y="2181"/>
                  </a:lnTo>
                  <a:lnTo>
                    <a:pt x="1919" y="2355"/>
                  </a:lnTo>
                  <a:lnTo>
                    <a:pt x="1766" y="2551"/>
                  </a:lnTo>
                  <a:lnTo>
                    <a:pt x="1657" y="2726"/>
                  </a:lnTo>
                  <a:lnTo>
                    <a:pt x="1570" y="2922"/>
                  </a:lnTo>
                  <a:lnTo>
                    <a:pt x="1396" y="3249"/>
                  </a:lnTo>
                  <a:lnTo>
                    <a:pt x="1221" y="3532"/>
                  </a:lnTo>
                  <a:lnTo>
                    <a:pt x="1003" y="3794"/>
                  </a:lnTo>
                  <a:lnTo>
                    <a:pt x="742" y="4077"/>
                  </a:lnTo>
                  <a:lnTo>
                    <a:pt x="480" y="4339"/>
                  </a:lnTo>
                  <a:lnTo>
                    <a:pt x="349" y="4492"/>
                  </a:lnTo>
                  <a:lnTo>
                    <a:pt x="240" y="4622"/>
                  </a:lnTo>
                  <a:lnTo>
                    <a:pt x="131" y="4775"/>
                  </a:lnTo>
                  <a:lnTo>
                    <a:pt x="66" y="4949"/>
                  </a:lnTo>
                  <a:lnTo>
                    <a:pt x="22" y="5124"/>
                  </a:lnTo>
                  <a:lnTo>
                    <a:pt x="1" y="5298"/>
                  </a:lnTo>
                  <a:lnTo>
                    <a:pt x="1" y="5407"/>
                  </a:lnTo>
                  <a:lnTo>
                    <a:pt x="22" y="5494"/>
                  </a:lnTo>
                  <a:lnTo>
                    <a:pt x="44" y="5582"/>
                  </a:lnTo>
                  <a:lnTo>
                    <a:pt x="88" y="5669"/>
                  </a:lnTo>
                  <a:lnTo>
                    <a:pt x="175" y="5756"/>
                  </a:lnTo>
                  <a:lnTo>
                    <a:pt x="284" y="5821"/>
                  </a:lnTo>
                  <a:lnTo>
                    <a:pt x="393" y="5843"/>
                  </a:lnTo>
                  <a:lnTo>
                    <a:pt x="524" y="5865"/>
                  </a:lnTo>
                  <a:lnTo>
                    <a:pt x="720" y="5843"/>
                  </a:lnTo>
                  <a:lnTo>
                    <a:pt x="938" y="5778"/>
                  </a:lnTo>
                  <a:lnTo>
                    <a:pt x="1352" y="5647"/>
                  </a:lnTo>
                  <a:lnTo>
                    <a:pt x="1636" y="5560"/>
                  </a:lnTo>
                  <a:lnTo>
                    <a:pt x="1919" y="5494"/>
                  </a:lnTo>
                  <a:lnTo>
                    <a:pt x="2224" y="5451"/>
                  </a:lnTo>
                  <a:lnTo>
                    <a:pt x="2508" y="5429"/>
                  </a:lnTo>
                  <a:lnTo>
                    <a:pt x="2791" y="5451"/>
                  </a:lnTo>
                  <a:lnTo>
                    <a:pt x="3053" y="5473"/>
                  </a:lnTo>
                  <a:lnTo>
                    <a:pt x="3314" y="5538"/>
                  </a:lnTo>
                  <a:lnTo>
                    <a:pt x="3576" y="5625"/>
                  </a:lnTo>
                  <a:lnTo>
                    <a:pt x="3794" y="5691"/>
                  </a:lnTo>
                  <a:lnTo>
                    <a:pt x="3990" y="5800"/>
                  </a:lnTo>
                  <a:lnTo>
                    <a:pt x="4143" y="5930"/>
                  </a:lnTo>
                  <a:lnTo>
                    <a:pt x="4295" y="6083"/>
                  </a:lnTo>
                  <a:lnTo>
                    <a:pt x="4361" y="6236"/>
                  </a:lnTo>
                  <a:lnTo>
                    <a:pt x="4426" y="6388"/>
                  </a:lnTo>
                  <a:lnTo>
                    <a:pt x="4448" y="6563"/>
                  </a:lnTo>
                  <a:lnTo>
                    <a:pt x="4448" y="6715"/>
                  </a:lnTo>
                  <a:lnTo>
                    <a:pt x="4448" y="6955"/>
                  </a:lnTo>
                  <a:lnTo>
                    <a:pt x="4404" y="7173"/>
                  </a:lnTo>
                  <a:lnTo>
                    <a:pt x="4339" y="7369"/>
                  </a:lnTo>
                  <a:lnTo>
                    <a:pt x="4252" y="7587"/>
                  </a:lnTo>
                  <a:lnTo>
                    <a:pt x="4143" y="7784"/>
                  </a:lnTo>
                  <a:lnTo>
                    <a:pt x="4012" y="7980"/>
                  </a:lnTo>
                  <a:lnTo>
                    <a:pt x="3881" y="8154"/>
                  </a:lnTo>
                  <a:lnTo>
                    <a:pt x="3728" y="8329"/>
                  </a:lnTo>
                  <a:lnTo>
                    <a:pt x="3380" y="8677"/>
                  </a:lnTo>
                  <a:lnTo>
                    <a:pt x="3009" y="8983"/>
                  </a:lnTo>
                  <a:lnTo>
                    <a:pt x="2617" y="9288"/>
                  </a:lnTo>
                  <a:lnTo>
                    <a:pt x="2202" y="9549"/>
                  </a:lnTo>
                  <a:lnTo>
                    <a:pt x="1810" y="9833"/>
                  </a:lnTo>
                  <a:lnTo>
                    <a:pt x="1418" y="10138"/>
                  </a:lnTo>
                  <a:lnTo>
                    <a:pt x="1047" y="10465"/>
                  </a:lnTo>
                  <a:lnTo>
                    <a:pt x="720" y="10814"/>
                  </a:lnTo>
                  <a:lnTo>
                    <a:pt x="567" y="11010"/>
                  </a:lnTo>
                  <a:lnTo>
                    <a:pt x="437" y="11184"/>
                  </a:lnTo>
                  <a:lnTo>
                    <a:pt x="328" y="11381"/>
                  </a:lnTo>
                  <a:lnTo>
                    <a:pt x="240" y="11577"/>
                  </a:lnTo>
                  <a:lnTo>
                    <a:pt x="153" y="11795"/>
                  </a:lnTo>
                  <a:lnTo>
                    <a:pt x="110" y="12013"/>
                  </a:lnTo>
                  <a:lnTo>
                    <a:pt x="88" y="12231"/>
                  </a:lnTo>
                  <a:lnTo>
                    <a:pt x="88" y="12449"/>
                  </a:lnTo>
                  <a:lnTo>
                    <a:pt x="110" y="12602"/>
                  </a:lnTo>
                  <a:lnTo>
                    <a:pt x="153" y="12754"/>
                  </a:lnTo>
                  <a:lnTo>
                    <a:pt x="197" y="12885"/>
                  </a:lnTo>
                  <a:lnTo>
                    <a:pt x="306" y="12994"/>
                  </a:lnTo>
                  <a:lnTo>
                    <a:pt x="415" y="13059"/>
                  </a:lnTo>
                  <a:lnTo>
                    <a:pt x="524" y="13125"/>
                  </a:lnTo>
                  <a:lnTo>
                    <a:pt x="655" y="13168"/>
                  </a:lnTo>
                  <a:lnTo>
                    <a:pt x="785" y="13190"/>
                  </a:lnTo>
                  <a:lnTo>
                    <a:pt x="1047" y="13212"/>
                  </a:lnTo>
                  <a:lnTo>
                    <a:pt x="1309" y="13212"/>
                  </a:lnTo>
                  <a:lnTo>
                    <a:pt x="1745" y="13190"/>
                  </a:lnTo>
                  <a:lnTo>
                    <a:pt x="2159" y="13125"/>
                  </a:lnTo>
                  <a:lnTo>
                    <a:pt x="2573" y="13016"/>
                  </a:lnTo>
                  <a:lnTo>
                    <a:pt x="3009" y="12885"/>
                  </a:lnTo>
                  <a:lnTo>
                    <a:pt x="3423" y="12732"/>
                  </a:lnTo>
                  <a:lnTo>
                    <a:pt x="3816" y="12580"/>
                  </a:lnTo>
                  <a:lnTo>
                    <a:pt x="4644" y="12231"/>
                  </a:lnTo>
                  <a:lnTo>
                    <a:pt x="5211" y="12013"/>
                  </a:lnTo>
                  <a:lnTo>
                    <a:pt x="5494" y="11926"/>
                  </a:lnTo>
                  <a:lnTo>
                    <a:pt x="5800" y="11838"/>
                  </a:lnTo>
                  <a:lnTo>
                    <a:pt x="6105" y="11773"/>
                  </a:lnTo>
                  <a:lnTo>
                    <a:pt x="6388" y="11729"/>
                  </a:lnTo>
                  <a:lnTo>
                    <a:pt x="6693" y="11686"/>
                  </a:lnTo>
                  <a:lnTo>
                    <a:pt x="6999" y="11686"/>
                  </a:lnTo>
                  <a:lnTo>
                    <a:pt x="7391" y="11708"/>
                  </a:lnTo>
                  <a:lnTo>
                    <a:pt x="7587" y="11729"/>
                  </a:lnTo>
                  <a:lnTo>
                    <a:pt x="7783" y="11773"/>
                  </a:lnTo>
                  <a:lnTo>
                    <a:pt x="7958" y="11838"/>
                  </a:lnTo>
                  <a:lnTo>
                    <a:pt x="8154" y="11904"/>
                  </a:lnTo>
                  <a:lnTo>
                    <a:pt x="8328" y="11991"/>
                  </a:lnTo>
                  <a:lnTo>
                    <a:pt x="8503" y="12078"/>
                  </a:lnTo>
                  <a:lnTo>
                    <a:pt x="8743" y="12275"/>
                  </a:lnTo>
                  <a:lnTo>
                    <a:pt x="8852" y="12384"/>
                  </a:lnTo>
                  <a:lnTo>
                    <a:pt x="8961" y="12493"/>
                  </a:lnTo>
                  <a:lnTo>
                    <a:pt x="9070" y="12623"/>
                  </a:lnTo>
                  <a:lnTo>
                    <a:pt x="9135" y="12754"/>
                  </a:lnTo>
                  <a:lnTo>
                    <a:pt x="9200" y="12907"/>
                  </a:lnTo>
                  <a:lnTo>
                    <a:pt x="9266" y="13038"/>
                  </a:lnTo>
                  <a:lnTo>
                    <a:pt x="9309" y="13277"/>
                  </a:lnTo>
                  <a:lnTo>
                    <a:pt x="9331" y="13517"/>
                  </a:lnTo>
                  <a:lnTo>
                    <a:pt x="9309" y="13757"/>
                  </a:lnTo>
                  <a:lnTo>
                    <a:pt x="9266" y="14019"/>
                  </a:lnTo>
                  <a:lnTo>
                    <a:pt x="9157" y="14498"/>
                  </a:lnTo>
                  <a:lnTo>
                    <a:pt x="9026" y="15000"/>
                  </a:lnTo>
                  <a:lnTo>
                    <a:pt x="9004" y="15239"/>
                  </a:lnTo>
                  <a:lnTo>
                    <a:pt x="8982" y="15501"/>
                  </a:lnTo>
                  <a:lnTo>
                    <a:pt x="9004" y="15741"/>
                  </a:lnTo>
                  <a:lnTo>
                    <a:pt x="9048" y="16002"/>
                  </a:lnTo>
                  <a:lnTo>
                    <a:pt x="9135" y="16220"/>
                  </a:lnTo>
                  <a:lnTo>
                    <a:pt x="9266" y="16438"/>
                  </a:lnTo>
                  <a:lnTo>
                    <a:pt x="9331" y="16526"/>
                  </a:lnTo>
                  <a:lnTo>
                    <a:pt x="9418" y="16613"/>
                  </a:lnTo>
                  <a:lnTo>
                    <a:pt x="9527" y="16678"/>
                  </a:lnTo>
                  <a:lnTo>
                    <a:pt x="9636" y="16744"/>
                  </a:lnTo>
                  <a:lnTo>
                    <a:pt x="9745" y="16787"/>
                  </a:lnTo>
                  <a:lnTo>
                    <a:pt x="9876" y="16809"/>
                  </a:lnTo>
                  <a:lnTo>
                    <a:pt x="10116" y="16853"/>
                  </a:lnTo>
                  <a:lnTo>
                    <a:pt x="10269" y="16831"/>
                  </a:lnTo>
                  <a:lnTo>
                    <a:pt x="10443" y="16809"/>
                  </a:lnTo>
                  <a:lnTo>
                    <a:pt x="10748" y="16722"/>
                  </a:lnTo>
                  <a:lnTo>
                    <a:pt x="11075" y="16591"/>
                  </a:lnTo>
                  <a:lnTo>
                    <a:pt x="11381" y="16438"/>
                  </a:lnTo>
                  <a:lnTo>
                    <a:pt x="14890" y="14585"/>
                  </a:lnTo>
                  <a:lnTo>
                    <a:pt x="15326" y="14367"/>
                  </a:lnTo>
                  <a:lnTo>
                    <a:pt x="15763" y="14193"/>
                  </a:lnTo>
                  <a:lnTo>
                    <a:pt x="15981" y="14106"/>
                  </a:lnTo>
                  <a:lnTo>
                    <a:pt x="16220" y="14040"/>
                  </a:lnTo>
                  <a:lnTo>
                    <a:pt x="16438" y="13997"/>
                  </a:lnTo>
                  <a:lnTo>
                    <a:pt x="16678" y="13953"/>
                  </a:lnTo>
                  <a:lnTo>
                    <a:pt x="16787" y="13953"/>
                  </a:lnTo>
                  <a:lnTo>
                    <a:pt x="17027" y="13975"/>
                  </a:lnTo>
                  <a:lnTo>
                    <a:pt x="17245" y="14019"/>
                  </a:lnTo>
                  <a:lnTo>
                    <a:pt x="17463" y="14084"/>
                  </a:lnTo>
                  <a:lnTo>
                    <a:pt x="17659" y="14171"/>
                  </a:lnTo>
                  <a:lnTo>
                    <a:pt x="17855" y="14302"/>
                  </a:lnTo>
                  <a:lnTo>
                    <a:pt x="18008" y="14433"/>
                  </a:lnTo>
                  <a:lnTo>
                    <a:pt x="18139" y="14607"/>
                  </a:lnTo>
                  <a:lnTo>
                    <a:pt x="18226" y="14803"/>
                  </a:lnTo>
                  <a:lnTo>
                    <a:pt x="18270" y="15000"/>
                  </a:lnTo>
                  <a:lnTo>
                    <a:pt x="18313" y="15196"/>
                  </a:lnTo>
                  <a:lnTo>
                    <a:pt x="18379" y="15370"/>
                  </a:lnTo>
                  <a:lnTo>
                    <a:pt x="18422" y="15457"/>
                  </a:lnTo>
                  <a:lnTo>
                    <a:pt x="18488" y="15545"/>
                  </a:lnTo>
                  <a:lnTo>
                    <a:pt x="18531" y="15610"/>
                  </a:lnTo>
                  <a:lnTo>
                    <a:pt x="18618" y="15654"/>
                  </a:lnTo>
                  <a:lnTo>
                    <a:pt x="18771" y="15741"/>
                  </a:lnTo>
                  <a:lnTo>
                    <a:pt x="18967" y="15784"/>
                  </a:lnTo>
                  <a:lnTo>
                    <a:pt x="19163" y="15806"/>
                  </a:lnTo>
                  <a:lnTo>
                    <a:pt x="19447" y="15763"/>
                  </a:lnTo>
                  <a:lnTo>
                    <a:pt x="19730" y="15719"/>
                  </a:lnTo>
                  <a:lnTo>
                    <a:pt x="20014" y="15654"/>
                  </a:lnTo>
                  <a:lnTo>
                    <a:pt x="20275" y="15566"/>
                  </a:lnTo>
                  <a:lnTo>
                    <a:pt x="20537" y="15457"/>
                  </a:lnTo>
                  <a:lnTo>
                    <a:pt x="20798" y="15327"/>
                  </a:lnTo>
                  <a:lnTo>
                    <a:pt x="21038" y="15196"/>
                  </a:lnTo>
                  <a:lnTo>
                    <a:pt x="21518" y="14891"/>
                  </a:lnTo>
                  <a:lnTo>
                    <a:pt x="21976" y="14564"/>
                  </a:lnTo>
                  <a:lnTo>
                    <a:pt x="22412" y="14193"/>
                  </a:lnTo>
                  <a:lnTo>
                    <a:pt x="22826" y="13801"/>
                  </a:lnTo>
                  <a:lnTo>
                    <a:pt x="23240" y="13408"/>
                  </a:lnTo>
                  <a:lnTo>
                    <a:pt x="23480" y="13168"/>
                  </a:lnTo>
                  <a:lnTo>
                    <a:pt x="23589" y="13038"/>
                  </a:lnTo>
                  <a:lnTo>
                    <a:pt x="23698" y="12907"/>
                  </a:lnTo>
                  <a:lnTo>
                    <a:pt x="23763" y="12754"/>
                  </a:lnTo>
                  <a:lnTo>
                    <a:pt x="23829" y="12602"/>
                  </a:lnTo>
                  <a:lnTo>
                    <a:pt x="23851" y="12449"/>
                  </a:lnTo>
                  <a:lnTo>
                    <a:pt x="23851" y="12296"/>
                  </a:lnTo>
                  <a:lnTo>
                    <a:pt x="23807" y="12144"/>
                  </a:lnTo>
                  <a:lnTo>
                    <a:pt x="23742" y="12013"/>
                  </a:lnTo>
                  <a:lnTo>
                    <a:pt x="23654" y="11904"/>
                  </a:lnTo>
                  <a:lnTo>
                    <a:pt x="23545" y="11795"/>
                  </a:lnTo>
                  <a:lnTo>
                    <a:pt x="23415" y="11708"/>
                  </a:lnTo>
                  <a:lnTo>
                    <a:pt x="23284" y="11620"/>
                  </a:lnTo>
                  <a:lnTo>
                    <a:pt x="22957" y="11468"/>
                  </a:lnTo>
                  <a:lnTo>
                    <a:pt x="22630" y="11315"/>
                  </a:lnTo>
                  <a:lnTo>
                    <a:pt x="22325" y="11141"/>
                  </a:lnTo>
                  <a:lnTo>
                    <a:pt x="22172" y="11054"/>
                  </a:lnTo>
                  <a:lnTo>
                    <a:pt x="22041" y="10945"/>
                  </a:lnTo>
                  <a:lnTo>
                    <a:pt x="21932" y="10836"/>
                  </a:lnTo>
                  <a:lnTo>
                    <a:pt x="21845" y="10705"/>
                  </a:lnTo>
                  <a:lnTo>
                    <a:pt x="21758" y="10530"/>
                  </a:lnTo>
                  <a:lnTo>
                    <a:pt x="21714" y="10356"/>
                  </a:lnTo>
                  <a:lnTo>
                    <a:pt x="21692" y="10160"/>
                  </a:lnTo>
                  <a:lnTo>
                    <a:pt x="21736" y="9985"/>
                  </a:lnTo>
                  <a:lnTo>
                    <a:pt x="21780" y="9789"/>
                  </a:lnTo>
                  <a:lnTo>
                    <a:pt x="21845" y="9615"/>
                  </a:lnTo>
                  <a:lnTo>
                    <a:pt x="21954" y="9440"/>
                  </a:lnTo>
                  <a:lnTo>
                    <a:pt x="22063" y="9288"/>
                  </a:lnTo>
                  <a:lnTo>
                    <a:pt x="22325" y="9026"/>
                  </a:lnTo>
                  <a:lnTo>
                    <a:pt x="22543" y="8743"/>
                  </a:lnTo>
                  <a:lnTo>
                    <a:pt x="22652" y="8590"/>
                  </a:lnTo>
                  <a:lnTo>
                    <a:pt x="22717" y="8438"/>
                  </a:lnTo>
                  <a:lnTo>
                    <a:pt x="22761" y="8285"/>
                  </a:lnTo>
                  <a:lnTo>
                    <a:pt x="22761" y="8132"/>
                  </a:lnTo>
                  <a:lnTo>
                    <a:pt x="22739" y="8023"/>
                  </a:lnTo>
                  <a:lnTo>
                    <a:pt x="22695" y="7914"/>
                  </a:lnTo>
                  <a:lnTo>
                    <a:pt x="22630" y="7827"/>
                  </a:lnTo>
                  <a:lnTo>
                    <a:pt x="22543" y="7740"/>
                  </a:lnTo>
                  <a:lnTo>
                    <a:pt x="22455" y="7653"/>
                  </a:lnTo>
                  <a:lnTo>
                    <a:pt x="22368" y="7587"/>
                  </a:lnTo>
                  <a:lnTo>
                    <a:pt x="22150" y="7500"/>
                  </a:lnTo>
                  <a:lnTo>
                    <a:pt x="21976" y="7457"/>
                  </a:lnTo>
                  <a:lnTo>
                    <a:pt x="21801" y="7413"/>
                  </a:lnTo>
                  <a:lnTo>
                    <a:pt x="21213" y="7413"/>
                  </a:lnTo>
                  <a:lnTo>
                    <a:pt x="19730" y="7435"/>
                  </a:lnTo>
                  <a:lnTo>
                    <a:pt x="19512" y="7435"/>
                  </a:lnTo>
                  <a:lnTo>
                    <a:pt x="19011" y="7413"/>
                  </a:lnTo>
                  <a:lnTo>
                    <a:pt x="18771" y="7391"/>
                  </a:lnTo>
                  <a:lnTo>
                    <a:pt x="18531" y="7348"/>
                  </a:lnTo>
                  <a:lnTo>
                    <a:pt x="18313" y="7282"/>
                  </a:lnTo>
                  <a:lnTo>
                    <a:pt x="18095" y="7195"/>
                  </a:lnTo>
                  <a:lnTo>
                    <a:pt x="17921" y="7064"/>
                  </a:lnTo>
                  <a:lnTo>
                    <a:pt x="17746" y="6911"/>
                  </a:lnTo>
                  <a:lnTo>
                    <a:pt x="17659" y="6802"/>
                  </a:lnTo>
                  <a:lnTo>
                    <a:pt x="17594" y="6693"/>
                  </a:lnTo>
                  <a:lnTo>
                    <a:pt x="17528" y="6584"/>
                  </a:lnTo>
                  <a:lnTo>
                    <a:pt x="17485" y="6475"/>
                  </a:lnTo>
                  <a:lnTo>
                    <a:pt x="17441" y="6214"/>
                  </a:lnTo>
                  <a:lnTo>
                    <a:pt x="17419" y="5952"/>
                  </a:lnTo>
                  <a:lnTo>
                    <a:pt x="17463" y="5691"/>
                  </a:lnTo>
                  <a:lnTo>
                    <a:pt x="17528" y="5429"/>
                  </a:lnTo>
                  <a:lnTo>
                    <a:pt x="17637" y="5189"/>
                  </a:lnTo>
                  <a:lnTo>
                    <a:pt x="17746" y="4949"/>
                  </a:lnTo>
                  <a:lnTo>
                    <a:pt x="17899" y="4731"/>
                  </a:lnTo>
                  <a:lnTo>
                    <a:pt x="18052" y="4513"/>
                  </a:lnTo>
                  <a:lnTo>
                    <a:pt x="18400" y="4099"/>
                  </a:lnTo>
                  <a:lnTo>
                    <a:pt x="18749" y="3707"/>
                  </a:lnTo>
                  <a:lnTo>
                    <a:pt x="18924" y="3489"/>
                  </a:lnTo>
                  <a:lnTo>
                    <a:pt x="19076" y="3271"/>
                  </a:lnTo>
                  <a:lnTo>
                    <a:pt x="19207" y="3031"/>
                  </a:lnTo>
                  <a:lnTo>
                    <a:pt x="19338" y="2791"/>
                  </a:lnTo>
                  <a:lnTo>
                    <a:pt x="19403" y="2530"/>
                  </a:lnTo>
                  <a:lnTo>
                    <a:pt x="19469" y="2290"/>
                  </a:lnTo>
                  <a:lnTo>
                    <a:pt x="19469" y="2028"/>
                  </a:lnTo>
                  <a:lnTo>
                    <a:pt x="19447" y="1766"/>
                  </a:lnTo>
                  <a:lnTo>
                    <a:pt x="19425" y="1636"/>
                  </a:lnTo>
                  <a:lnTo>
                    <a:pt x="19381" y="1527"/>
                  </a:lnTo>
                  <a:lnTo>
                    <a:pt x="19316" y="1418"/>
                  </a:lnTo>
                  <a:lnTo>
                    <a:pt x="19251" y="1309"/>
                  </a:lnTo>
                  <a:lnTo>
                    <a:pt x="19120" y="1156"/>
                  </a:lnTo>
                  <a:lnTo>
                    <a:pt x="18967" y="1025"/>
                  </a:lnTo>
                  <a:lnTo>
                    <a:pt x="18815" y="916"/>
                  </a:lnTo>
                  <a:lnTo>
                    <a:pt x="18640" y="851"/>
                  </a:lnTo>
                  <a:lnTo>
                    <a:pt x="18444" y="785"/>
                  </a:lnTo>
                  <a:lnTo>
                    <a:pt x="18248" y="742"/>
                  </a:lnTo>
                  <a:lnTo>
                    <a:pt x="18052" y="720"/>
                  </a:lnTo>
                  <a:lnTo>
                    <a:pt x="17834" y="698"/>
                  </a:lnTo>
                  <a:lnTo>
                    <a:pt x="17550" y="720"/>
                  </a:lnTo>
                  <a:lnTo>
                    <a:pt x="17245" y="764"/>
                  </a:lnTo>
                  <a:lnTo>
                    <a:pt x="16962" y="829"/>
                  </a:lnTo>
                  <a:lnTo>
                    <a:pt x="16678" y="894"/>
                  </a:lnTo>
                  <a:lnTo>
                    <a:pt x="16264" y="1069"/>
                  </a:lnTo>
                  <a:lnTo>
                    <a:pt x="15850" y="1243"/>
                  </a:lnTo>
                  <a:lnTo>
                    <a:pt x="15436" y="1439"/>
                  </a:lnTo>
                  <a:lnTo>
                    <a:pt x="15043" y="1657"/>
                  </a:lnTo>
                  <a:lnTo>
                    <a:pt x="14258" y="2115"/>
                  </a:lnTo>
                  <a:lnTo>
                    <a:pt x="13517" y="2617"/>
                  </a:lnTo>
                  <a:lnTo>
                    <a:pt x="13146" y="2857"/>
                  </a:lnTo>
                  <a:lnTo>
                    <a:pt x="12776" y="3053"/>
                  </a:lnTo>
                  <a:lnTo>
                    <a:pt x="12580" y="3140"/>
                  </a:lnTo>
                  <a:lnTo>
                    <a:pt x="12383" y="3227"/>
                  </a:lnTo>
                  <a:lnTo>
                    <a:pt x="12165" y="3271"/>
                  </a:lnTo>
                  <a:lnTo>
                    <a:pt x="11969" y="3314"/>
                  </a:lnTo>
                  <a:lnTo>
                    <a:pt x="11795" y="3336"/>
                  </a:lnTo>
                  <a:lnTo>
                    <a:pt x="11599" y="3314"/>
                  </a:lnTo>
                  <a:lnTo>
                    <a:pt x="11402" y="3271"/>
                  </a:lnTo>
                  <a:lnTo>
                    <a:pt x="11206" y="3205"/>
                  </a:lnTo>
                  <a:lnTo>
                    <a:pt x="11032" y="3118"/>
                  </a:lnTo>
                  <a:lnTo>
                    <a:pt x="10879" y="3009"/>
                  </a:lnTo>
                  <a:lnTo>
                    <a:pt x="10748" y="2900"/>
                  </a:lnTo>
                  <a:lnTo>
                    <a:pt x="10661" y="2748"/>
                  </a:lnTo>
                  <a:lnTo>
                    <a:pt x="10596" y="2573"/>
                  </a:lnTo>
                  <a:lnTo>
                    <a:pt x="10574" y="2355"/>
                  </a:lnTo>
                  <a:lnTo>
                    <a:pt x="10574" y="2115"/>
                  </a:lnTo>
                  <a:lnTo>
                    <a:pt x="10574" y="1897"/>
                  </a:lnTo>
                  <a:lnTo>
                    <a:pt x="10552" y="1788"/>
                  </a:lnTo>
                  <a:lnTo>
                    <a:pt x="10530" y="1679"/>
                  </a:lnTo>
                  <a:lnTo>
                    <a:pt x="10465" y="1548"/>
                  </a:lnTo>
                  <a:lnTo>
                    <a:pt x="10378" y="1439"/>
                  </a:lnTo>
                  <a:lnTo>
                    <a:pt x="10269" y="1330"/>
                  </a:lnTo>
                  <a:lnTo>
                    <a:pt x="10138" y="1243"/>
                  </a:lnTo>
                  <a:lnTo>
                    <a:pt x="9985" y="1178"/>
                  </a:lnTo>
                  <a:lnTo>
                    <a:pt x="9833" y="1134"/>
                  </a:lnTo>
                  <a:lnTo>
                    <a:pt x="9658" y="1112"/>
                  </a:lnTo>
                  <a:lnTo>
                    <a:pt x="9309" y="1112"/>
                  </a:lnTo>
                  <a:lnTo>
                    <a:pt x="9135" y="1156"/>
                  </a:lnTo>
                  <a:lnTo>
                    <a:pt x="8939" y="1200"/>
                  </a:lnTo>
                  <a:lnTo>
                    <a:pt x="8743" y="1265"/>
                  </a:lnTo>
                  <a:lnTo>
                    <a:pt x="8372" y="1439"/>
                  </a:lnTo>
                  <a:lnTo>
                    <a:pt x="7980" y="1614"/>
                  </a:lnTo>
                  <a:lnTo>
                    <a:pt x="7609" y="1766"/>
                  </a:lnTo>
                  <a:lnTo>
                    <a:pt x="7369" y="1832"/>
                  </a:lnTo>
                  <a:lnTo>
                    <a:pt x="7151" y="1875"/>
                  </a:lnTo>
                  <a:lnTo>
                    <a:pt x="6911" y="1919"/>
                  </a:lnTo>
                  <a:lnTo>
                    <a:pt x="6432" y="1919"/>
                  </a:lnTo>
                  <a:lnTo>
                    <a:pt x="6214" y="1897"/>
                  </a:lnTo>
                  <a:lnTo>
                    <a:pt x="5974" y="1854"/>
                  </a:lnTo>
                  <a:lnTo>
                    <a:pt x="5756" y="1788"/>
                  </a:lnTo>
                  <a:lnTo>
                    <a:pt x="5778" y="1483"/>
                  </a:lnTo>
                  <a:lnTo>
                    <a:pt x="5778" y="1178"/>
                  </a:lnTo>
                  <a:lnTo>
                    <a:pt x="5756" y="873"/>
                  </a:lnTo>
                  <a:lnTo>
                    <a:pt x="5734" y="567"/>
                  </a:lnTo>
                  <a:lnTo>
                    <a:pt x="5669" y="371"/>
                  </a:lnTo>
                  <a:lnTo>
                    <a:pt x="5625" y="262"/>
                  </a:lnTo>
                  <a:lnTo>
                    <a:pt x="5560" y="175"/>
                  </a:lnTo>
                  <a:lnTo>
                    <a:pt x="5473" y="88"/>
                  </a:lnTo>
                  <a:lnTo>
                    <a:pt x="5385" y="44"/>
                  </a:lnTo>
                  <a:lnTo>
                    <a:pt x="527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7" name="Google Shape;11647;p80"/>
            <p:cNvSpPr/>
            <p:nvPr/>
          </p:nvSpPr>
          <p:spPr>
            <a:xfrm>
              <a:off x="7525200" y="3322375"/>
              <a:ext cx="596275" cy="421325"/>
            </a:xfrm>
            <a:custGeom>
              <a:rect b="b" l="l" r="r" t="t"/>
              <a:pathLst>
                <a:path extrusionOk="0" fill="none" h="16853" w="23851">
                  <a:moveTo>
                    <a:pt x="5167" y="1"/>
                  </a:moveTo>
                  <a:lnTo>
                    <a:pt x="5167" y="1"/>
                  </a:lnTo>
                  <a:lnTo>
                    <a:pt x="5037" y="1"/>
                  </a:lnTo>
                  <a:lnTo>
                    <a:pt x="4928" y="22"/>
                  </a:lnTo>
                  <a:lnTo>
                    <a:pt x="4688" y="110"/>
                  </a:lnTo>
                  <a:lnTo>
                    <a:pt x="4470" y="219"/>
                  </a:lnTo>
                  <a:lnTo>
                    <a:pt x="4252" y="371"/>
                  </a:lnTo>
                  <a:lnTo>
                    <a:pt x="4252" y="371"/>
                  </a:lnTo>
                  <a:lnTo>
                    <a:pt x="3532" y="916"/>
                  </a:lnTo>
                  <a:lnTo>
                    <a:pt x="3140" y="1200"/>
                  </a:lnTo>
                  <a:lnTo>
                    <a:pt x="2747" y="1505"/>
                  </a:lnTo>
                  <a:lnTo>
                    <a:pt x="2377" y="1832"/>
                  </a:lnTo>
                  <a:lnTo>
                    <a:pt x="2050" y="2181"/>
                  </a:lnTo>
                  <a:lnTo>
                    <a:pt x="1919" y="2355"/>
                  </a:lnTo>
                  <a:lnTo>
                    <a:pt x="1766" y="2551"/>
                  </a:lnTo>
                  <a:lnTo>
                    <a:pt x="1657" y="2726"/>
                  </a:lnTo>
                  <a:lnTo>
                    <a:pt x="1570" y="2922"/>
                  </a:lnTo>
                  <a:lnTo>
                    <a:pt x="1570" y="2922"/>
                  </a:lnTo>
                  <a:lnTo>
                    <a:pt x="1396" y="3249"/>
                  </a:lnTo>
                  <a:lnTo>
                    <a:pt x="1221" y="3532"/>
                  </a:lnTo>
                  <a:lnTo>
                    <a:pt x="1003" y="3794"/>
                  </a:lnTo>
                  <a:lnTo>
                    <a:pt x="742" y="4077"/>
                  </a:lnTo>
                  <a:lnTo>
                    <a:pt x="742" y="4077"/>
                  </a:lnTo>
                  <a:lnTo>
                    <a:pt x="480" y="4339"/>
                  </a:lnTo>
                  <a:lnTo>
                    <a:pt x="349" y="4492"/>
                  </a:lnTo>
                  <a:lnTo>
                    <a:pt x="240" y="4622"/>
                  </a:lnTo>
                  <a:lnTo>
                    <a:pt x="131" y="4775"/>
                  </a:lnTo>
                  <a:lnTo>
                    <a:pt x="66" y="4949"/>
                  </a:lnTo>
                  <a:lnTo>
                    <a:pt x="22" y="5124"/>
                  </a:lnTo>
                  <a:lnTo>
                    <a:pt x="1" y="5298"/>
                  </a:lnTo>
                  <a:lnTo>
                    <a:pt x="1" y="5298"/>
                  </a:lnTo>
                  <a:lnTo>
                    <a:pt x="1" y="5407"/>
                  </a:lnTo>
                  <a:lnTo>
                    <a:pt x="22" y="5494"/>
                  </a:lnTo>
                  <a:lnTo>
                    <a:pt x="44" y="5582"/>
                  </a:lnTo>
                  <a:lnTo>
                    <a:pt x="88" y="5669"/>
                  </a:lnTo>
                  <a:lnTo>
                    <a:pt x="88" y="5669"/>
                  </a:lnTo>
                  <a:lnTo>
                    <a:pt x="175" y="5756"/>
                  </a:lnTo>
                  <a:lnTo>
                    <a:pt x="284" y="5821"/>
                  </a:lnTo>
                  <a:lnTo>
                    <a:pt x="393" y="5843"/>
                  </a:lnTo>
                  <a:lnTo>
                    <a:pt x="524" y="5865"/>
                  </a:lnTo>
                  <a:lnTo>
                    <a:pt x="524" y="5865"/>
                  </a:lnTo>
                  <a:lnTo>
                    <a:pt x="720" y="5843"/>
                  </a:lnTo>
                  <a:lnTo>
                    <a:pt x="938" y="5778"/>
                  </a:lnTo>
                  <a:lnTo>
                    <a:pt x="1352" y="5647"/>
                  </a:lnTo>
                  <a:lnTo>
                    <a:pt x="1352" y="5647"/>
                  </a:lnTo>
                  <a:lnTo>
                    <a:pt x="1636" y="5560"/>
                  </a:lnTo>
                  <a:lnTo>
                    <a:pt x="1919" y="5494"/>
                  </a:lnTo>
                  <a:lnTo>
                    <a:pt x="2224" y="5451"/>
                  </a:lnTo>
                  <a:lnTo>
                    <a:pt x="2508" y="5429"/>
                  </a:lnTo>
                  <a:lnTo>
                    <a:pt x="2508" y="5429"/>
                  </a:lnTo>
                  <a:lnTo>
                    <a:pt x="2791" y="5451"/>
                  </a:lnTo>
                  <a:lnTo>
                    <a:pt x="3053" y="5473"/>
                  </a:lnTo>
                  <a:lnTo>
                    <a:pt x="3314" y="5538"/>
                  </a:lnTo>
                  <a:lnTo>
                    <a:pt x="3576" y="5625"/>
                  </a:lnTo>
                  <a:lnTo>
                    <a:pt x="3576" y="5625"/>
                  </a:lnTo>
                  <a:lnTo>
                    <a:pt x="3794" y="5691"/>
                  </a:lnTo>
                  <a:lnTo>
                    <a:pt x="3990" y="5800"/>
                  </a:lnTo>
                  <a:lnTo>
                    <a:pt x="4143" y="5930"/>
                  </a:lnTo>
                  <a:lnTo>
                    <a:pt x="4295" y="6083"/>
                  </a:lnTo>
                  <a:lnTo>
                    <a:pt x="4295" y="6083"/>
                  </a:lnTo>
                  <a:lnTo>
                    <a:pt x="4361" y="6236"/>
                  </a:lnTo>
                  <a:lnTo>
                    <a:pt x="4426" y="6388"/>
                  </a:lnTo>
                  <a:lnTo>
                    <a:pt x="4448" y="6563"/>
                  </a:lnTo>
                  <a:lnTo>
                    <a:pt x="4448" y="6715"/>
                  </a:lnTo>
                  <a:lnTo>
                    <a:pt x="4448" y="6715"/>
                  </a:lnTo>
                  <a:lnTo>
                    <a:pt x="4448" y="6955"/>
                  </a:lnTo>
                  <a:lnTo>
                    <a:pt x="4404" y="7173"/>
                  </a:lnTo>
                  <a:lnTo>
                    <a:pt x="4339" y="7369"/>
                  </a:lnTo>
                  <a:lnTo>
                    <a:pt x="4252" y="7587"/>
                  </a:lnTo>
                  <a:lnTo>
                    <a:pt x="4143" y="7784"/>
                  </a:lnTo>
                  <a:lnTo>
                    <a:pt x="4012" y="7980"/>
                  </a:lnTo>
                  <a:lnTo>
                    <a:pt x="3881" y="8154"/>
                  </a:lnTo>
                  <a:lnTo>
                    <a:pt x="3728" y="8329"/>
                  </a:lnTo>
                  <a:lnTo>
                    <a:pt x="3380" y="8677"/>
                  </a:lnTo>
                  <a:lnTo>
                    <a:pt x="3009" y="8983"/>
                  </a:lnTo>
                  <a:lnTo>
                    <a:pt x="2617" y="9288"/>
                  </a:lnTo>
                  <a:lnTo>
                    <a:pt x="2202" y="9549"/>
                  </a:lnTo>
                  <a:lnTo>
                    <a:pt x="2202" y="9549"/>
                  </a:lnTo>
                  <a:lnTo>
                    <a:pt x="1810" y="9833"/>
                  </a:lnTo>
                  <a:lnTo>
                    <a:pt x="1418" y="10138"/>
                  </a:lnTo>
                  <a:lnTo>
                    <a:pt x="1047" y="10465"/>
                  </a:lnTo>
                  <a:lnTo>
                    <a:pt x="720" y="10814"/>
                  </a:lnTo>
                  <a:lnTo>
                    <a:pt x="567" y="11010"/>
                  </a:lnTo>
                  <a:lnTo>
                    <a:pt x="437" y="11184"/>
                  </a:lnTo>
                  <a:lnTo>
                    <a:pt x="328" y="11381"/>
                  </a:lnTo>
                  <a:lnTo>
                    <a:pt x="240" y="11577"/>
                  </a:lnTo>
                  <a:lnTo>
                    <a:pt x="153" y="11795"/>
                  </a:lnTo>
                  <a:lnTo>
                    <a:pt x="110" y="12013"/>
                  </a:lnTo>
                  <a:lnTo>
                    <a:pt x="88" y="12231"/>
                  </a:lnTo>
                  <a:lnTo>
                    <a:pt x="88" y="12449"/>
                  </a:lnTo>
                  <a:lnTo>
                    <a:pt x="88" y="12449"/>
                  </a:lnTo>
                  <a:lnTo>
                    <a:pt x="110" y="12602"/>
                  </a:lnTo>
                  <a:lnTo>
                    <a:pt x="153" y="12754"/>
                  </a:lnTo>
                  <a:lnTo>
                    <a:pt x="197" y="12885"/>
                  </a:lnTo>
                  <a:lnTo>
                    <a:pt x="306" y="12994"/>
                  </a:lnTo>
                  <a:lnTo>
                    <a:pt x="306" y="12994"/>
                  </a:lnTo>
                  <a:lnTo>
                    <a:pt x="415" y="13059"/>
                  </a:lnTo>
                  <a:lnTo>
                    <a:pt x="524" y="13125"/>
                  </a:lnTo>
                  <a:lnTo>
                    <a:pt x="655" y="13168"/>
                  </a:lnTo>
                  <a:lnTo>
                    <a:pt x="785" y="13190"/>
                  </a:lnTo>
                  <a:lnTo>
                    <a:pt x="785" y="13190"/>
                  </a:lnTo>
                  <a:lnTo>
                    <a:pt x="1047" y="13212"/>
                  </a:lnTo>
                  <a:lnTo>
                    <a:pt x="1309" y="13212"/>
                  </a:lnTo>
                  <a:lnTo>
                    <a:pt x="1309" y="13212"/>
                  </a:lnTo>
                  <a:lnTo>
                    <a:pt x="1745" y="13190"/>
                  </a:lnTo>
                  <a:lnTo>
                    <a:pt x="2159" y="13125"/>
                  </a:lnTo>
                  <a:lnTo>
                    <a:pt x="2573" y="13016"/>
                  </a:lnTo>
                  <a:lnTo>
                    <a:pt x="3009" y="12885"/>
                  </a:lnTo>
                  <a:lnTo>
                    <a:pt x="3423" y="12732"/>
                  </a:lnTo>
                  <a:lnTo>
                    <a:pt x="3816" y="12580"/>
                  </a:lnTo>
                  <a:lnTo>
                    <a:pt x="4644" y="12231"/>
                  </a:lnTo>
                  <a:lnTo>
                    <a:pt x="4644" y="12231"/>
                  </a:lnTo>
                  <a:lnTo>
                    <a:pt x="5211" y="12013"/>
                  </a:lnTo>
                  <a:lnTo>
                    <a:pt x="5494" y="11926"/>
                  </a:lnTo>
                  <a:lnTo>
                    <a:pt x="5800" y="11838"/>
                  </a:lnTo>
                  <a:lnTo>
                    <a:pt x="6105" y="11773"/>
                  </a:lnTo>
                  <a:lnTo>
                    <a:pt x="6388" y="11729"/>
                  </a:lnTo>
                  <a:lnTo>
                    <a:pt x="6693" y="11686"/>
                  </a:lnTo>
                  <a:lnTo>
                    <a:pt x="6999" y="11686"/>
                  </a:lnTo>
                  <a:lnTo>
                    <a:pt x="6999" y="11686"/>
                  </a:lnTo>
                  <a:lnTo>
                    <a:pt x="7391" y="11708"/>
                  </a:lnTo>
                  <a:lnTo>
                    <a:pt x="7587" y="11729"/>
                  </a:lnTo>
                  <a:lnTo>
                    <a:pt x="7783" y="11773"/>
                  </a:lnTo>
                  <a:lnTo>
                    <a:pt x="7958" y="11838"/>
                  </a:lnTo>
                  <a:lnTo>
                    <a:pt x="8154" y="11904"/>
                  </a:lnTo>
                  <a:lnTo>
                    <a:pt x="8328" y="11991"/>
                  </a:lnTo>
                  <a:lnTo>
                    <a:pt x="8503" y="12078"/>
                  </a:lnTo>
                  <a:lnTo>
                    <a:pt x="8503" y="12078"/>
                  </a:lnTo>
                  <a:lnTo>
                    <a:pt x="8743" y="12275"/>
                  </a:lnTo>
                  <a:lnTo>
                    <a:pt x="8852" y="12384"/>
                  </a:lnTo>
                  <a:lnTo>
                    <a:pt x="8961" y="12493"/>
                  </a:lnTo>
                  <a:lnTo>
                    <a:pt x="9070" y="12623"/>
                  </a:lnTo>
                  <a:lnTo>
                    <a:pt x="9135" y="12754"/>
                  </a:lnTo>
                  <a:lnTo>
                    <a:pt x="9200" y="12907"/>
                  </a:lnTo>
                  <a:lnTo>
                    <a:pt x="9266" y="13038"/>
                  </a:lnTo>
                  <a:lnTo>
                    <a:pt x="9266" y="13038"/>
                  </a:lnTo>
                  <a:lnTo>
                    <a:pt x="9309" y="13277"/>
                  </a:lnTo>
                  <a:lnTo>
                    <a:pt x="9331" y="13517"/>
                  </a:lnTo>
                  <a:lnTo>
                    <a:pt x="9309" y="13757"/>
                  </a:lnTo>
                  <a:lnTo>
                    <a:pt x="9266" y="14019"/>
                  </a:lnTo>
                  <a:lnTo>
                    <a:pt x="9157" y="14498"/>
                  </a:lnTo>
                  <a:lnTo>
                    <a:pt x="9026" y="15000"/>
                  </a:lnTo>
                  <a:lnTo>
                    <a:pt x="9026" y="15000"/>
                  </a:lnTo>
                  <a:lnTo>
                    <a:pt x="9004" y="15239"/>
                  </a:lnTo>
                  <a:lnTo>
                    <a:pt x="8982" y="15501"/>
                  </a:lnTo>
                  <a:lnTo>
                    <a:pt x="9004" y="15741"/>
                  </a:lnTo>
                  <a:lnTo>
                    <a:pt x="9048" y="16002"/>
                  </a:lnTo>
                  <a:lnTo>
                    <a:pt x="9135" y="16220"/>
                  </a:lnTo>
                  <a:lnTo>
                    <a:pt x="9266" y="16438"/>
                  </a:lnTo>
                  <a:lnTo>
                    <a:pt x="9331" y="16526"/>
                  </a:lnTo>
                  <a:lnTo>
                    <a:pt x="9418" y="16613"/>
                  </a:lnTo>
                  <a:lnTo>
                    <a:pt x="9527" y="16678"/>
                  </a:lnTo>
                  <a:lnTo>
                    <a:pt x="9636" y="16744"/>
                  </a:lnTo>
                  <a:lnTo>
                    <a:pt x="9636" y="16744"/>
                  </a:lnTo>
                  <a:lnTo>
                    <a:pt x="9745" y="16787"/>
                  </a:lnTo>
                  <a:lnTo>
                    <a:pt x="9876" y="16809"/>
                  </a:lnTo>
                  <a:lnTo>
                    <a:pt x="10116" y="16853"/>
                  </a:lnTo>
                  <a:lnTo>
                    <a:pt x="10116" y="16853"/>
                  </a:lnTo>
                  <a:lnTo>
                    <a:pt x="10269" y="16831"/>
                  </a:lnTo>
                  <a:lnTo>
                    <a:pt x="10443" y="16809"/>
                  </a:lnTo>
                  <a:lnTo>
                    <a:pt x="10748" y="16722"/>
                  </a:lnTo>
                  <a:lnTo>
                    <a:pt x="11075" y="16591"/>
                  </a:lnTo>
                  <a:lnTo>
                    <a:pt x="11381" y="16438"/>
                  </a:lnTo>
                  <a:lnTo>
                    <a:pt x="11381" y="16438"/>
                  </a:lnTo>
                  <a:lnTo>
                    <a:pt x="14890" y="14585"/>
                  </a:lnTo>
                  <a:lnTo>
                    <a:pt x="14890" y="14585"/>
                  </a:lnTo>
                  <a:lnTo>
                    <a:pt x="15326" y="14367"/>
                  </a:lnTo>
                  <a:lnTo>
                    <a:pt x="15763" y="14193"/>
                  </a:lnTo>
                  <a:lnTo>
                    <a:pt x="15981" y="14106"/>
                  </a:lnTo>
                  <a:lnTo>
                    <a:pt x="16220" y="14040"/>
                  </a:lnTo>
                  <a:lnTo>
                    <a:pt x="16438" y="13997"/>
                  </a:lnTo>
                  <a:lnTo>
                    <a:pt x="16678" y="13953"/>
                  </a:lnTo>
                  <a:lnTo>
                    <a:pt x="16678" y="13953"/>
                  </a:lnTo>
                  <a:lnTo>
                    <a:pt x="16787" y="13953"/>
                  </a:lnTo>
                  <a:lnTo>
                    <a:pt x="16787" y="13953"/>
                  </a:lnTo>
                  <a:lnTo>
                    <a:pt x="17027" y="13975"/>
                  </a:lnTo>
                  <a:lnTo>
                    <a:pt x="17245" y="14019"/>
                  </a:lnTo>
                  <a:lnTo>
                    <a:pt x="17463" y="14084"/>
                  </a:lnTo>
                  <a:lnTo>
                    <a:pt x="17659" y="14171"/>
                  </a:lnTo>
                  <a:lnTo>
                    <a:pt x="17855" y="14302"/>
                  </a:lnTo>
                  <a:lnTo>
                    <a:pt x="18008" y="14433"/>
                  </a:lnTo>
                  <a:lnTo>
                    <a:pt x="18139" y="14607"/>
                  </a:lnTo>
                  <a:lnTo>
                    <a:pt x="18226" y="14803"/>
                  </a:lnTo>
                  <a:lnTo>
                    <a:pt x="18226" y="14803"/>
                  </a:lnTo>
                  <a:lnTo>
                    <a:pt x="18270" y="15000"/>
                  </a:lnTo>
                  <a:lnTo>
                    <a:pt x="18313" y="15196"/>
                  </a:lnTo>
                  <a:lnTo>
                    <a:pt x="18379" y="15370"/>
                  </a:lnTo>
                  <a:lnTo>
                    <a:pt x="18422" y="15457"/>
                  </a:lnTo>
                  <a:lnTo>
                    <a:pt x="18488" y="15545"/>
                  </a:lnTo>
                  <a:lnTo>
                    <a:pt x="18488" y="15545"/>
                  </a:lnTo>
                  <a:lnTo>
                    <a:pt x="18531" y="15610"/>
                  </a:lnTo>
                  <a:lnTo>
                    <a:pt x="18618" y="15654"/>
                  </a:lnTo>
                  <a:lnTo>
                    <a:pt x="18771" y="15741"/>
                  </a:lnTo>
                  <a:lnTo>
                    <a:pt x="18967" y="15784"/>
                  </a:lnTo>
                  <a:lnTo>
                    <a:pt x="19163" y="15806"/>
                  </a:lnTo>
                  <a:lnTo>
                    <a:pt x="19163" y="15806"/>
                  </a:lnTo>
                  <a:lnTo>
                    <a:pt x="19447" y="15763"/>
                  </a:lnTo>
                  <a:lnTo>
                    <a:pt x="19447" y="15763"/>
                  </a:lnTo>
                  <a:lnTo>
                    <a:pt x="19730" y="15719"/>
                  </a:lnTo>
                  <a:lnTo>
                    <a:pt x="20014" y="15654"/>
                  </a:lnTo>
                  <a:lnTo>
                    <a:pt x="20275" y="15566"/>
                  </a:lnTo>
                  <a:lnTo>
                    <a:pt x="20537" y="15457"/>
                  </a:lnTo>
                  <a:lnTo>
                    <a:pt x="20798" y="15327"/>
                  </a:lnTo>
                  <a:lnTo>
                    <a:pt x="21038" y="15196"/>
                  </a:lnTo>
                  <a:lnTo>
                    <a:pt x="21518" y="14891"/>
                  </a:lnTo>
                  <a:lnTo>
                    <a:pt x="21976" y="14564"/>
                  </a:lnTo>
                  <a:lnTo>
                    <a:pt x="22412" y="14193"/>
                  </a:lnTo>
                  <a:lnTo>
                    <a:pt x="22826" y="13801"/>
                  </a:lnTo>
                  <a:lnTo>
                    <a:pt x="23240" y="13408"/>
                  </a:lnTo>
                  <a:lnTo>
                    <a:pt x="23240" y="13408"/>
                  </a:lnTo>
                  <a:lnTo>
                    <a:pt x="23480" y="13168"/>
                  </a:lnTo>
                  <a:lnTo>
                    <a:pt x="23589" y="13038"/>
                  </a:lnTo>
                  <a:lnTo>
                    <a:pt x="23698" y="12907"/>
                  </a:lnTo>
                  <a:lnTo>
                    <a:pt x="23763" y="12754"/>
                  </a:lnTo>
                  <a:lnTo>
                    <a:pt x="23829" y="12602"/>
                  </a:lnTo>
                  <a:lnTo>
                    <a:pt x="23851" y="12449"/>
                  </a:lnTo>
                  <a:lnTo>
                    <a:pt x="23851" y="12296"/>
                  </a:lnTo>
                  <a:lnTo>
                    <a:pt x="23851" y="12296"/>
                  </a:lnTo>
                  <a:lnTo>
                    <a:pt x="23807" y="12144"/>
                  </a:lnTo>
                  <a:lnTo>
                    <a:pt x="23742" y="12013"/>
                  </a:lnTo>
                  <a:lnTo>
                    <a:pt x="23654" y="11904"/>
                  </a:lnTo>
                  <a:lnTo>
                    <a:pt x="23545" y="11795"/>
                  </a:lnTo>
                  <a:lnTo>
                    <a:pt x="23415" y="11708"/>
                  </a:lnTo>
                  <a:lnTo>
                    <a:pt x="23284" y="11620"/>
                  </a:lnTo>
                  <a:lnTo>
                    <a:pt x="22957" y="11468"/>
                  </a:lnTo>
                  <a:lnTo>
                    <a:pt x="22630" y="11315"/>
                  </a:lnTo>
                  <a:lnTo>
                    <a:pt x="22325" y="11141"/>
                  </a:lnTo>
                  <a:lnTo>
                    <a:pt x="22172" y="11054"/>
                  </a:lnTo>
                  <a:lnTo>
                    <a:pt x="22041" y="10945"/>
                  </a:lnTo>
                  <a:lnTo>
                    <a:pt x="21932" y="10836"/>
                  </a:lnTo>
                  <a:lnTo>
                    <a:pt x="21845" y="10705"/>
                  </a:lnTo>
                  <a:lnTo>
                    <a:pt x="21845" y="10705"/>
                  </a:lnTo>
                  <a:lnTo>
                    <a:pt x="21758" y="10530"/>
                  </a:lnTo>
                  <a:lnTo>
                    <a:pt x="21714" y="10356"/>
                  </a:lnTo>
                  <a:lnTo>
                    <a:pt x="21692" y="10160"/>
                  </a:lnTo>
                  <a:lnTo>
                    <a:pt x="21736" y="9985"/>
                  </a:lnTo>
                  <a:lnTo>
                    <a:pt x="21780" y="9789"/>
                  </a:lnTo>
                  <a:lnTo>
                    <a:pt x="21845" y="9615"/>
                  </a:lnTo>
                  <a:lnTo>
                    <a:pt x="21954" y="9440"/>
                  </a:lnTo>
                  <a:lnTo>
                    <a:pt x="22063" y="9288"/>
                  </a:lnTo>
                  <a:lnTo>
                    <a:pt x="22063" y="9288"/>
                  </a:lnTo>
                  <a:lnTo>
                    <a:pt x="22325" y="9026"/>
                  </a:lnTo>
                  <a:lnTo>
                    <a:pt x="22543" y="8743"/>
                  </a:lnTo>
                  <a:lnTo>
                    <a:pt x="22652" y="8590"/>
                  </a:lnTo>
                  <a:lnTo>
                    <a:pt x="22717" y="8438"/>
                  </a:lnTo>
                  <a:lnTo>
                    <a:pt x="22761" y="8285"/>
                  </a:lnTo>
                  <a:lnTo>
                    <a:pt x="22761" y="8132"/>
                  </a:lnTo>
                  <a:lnTo>
                    <a:pt x="22761" y="8132"/>
                  </a:lnTo>
                  <a:lnTo>
                    <a:pt x="22739" y="8023"/>
                  </a:lnTo>
                  <a:lnTo>
                    <a:pt x="22695" y="7914"/>
                  </a:lnTo>
                  <a:lnTo>
                    <a:pt x="22630" y="7827"/>
                  </a:lnTo>
                  <a:lnTo>
                    <a:pt x="22543" y="7740"/>
                  </a:lnTo>
                  <a:lnTo>
                    <a:pt x="22455" y="7653"/>
                  </a:lnTo>
                  <a:lnTo>
                    <a:pt x="22368" y="7587"/>
                  </a:lnTo>
                  <a:lnTo>
                    <a:pt x="22150" y="7500"/>
                  </a:lnTo>
                  <a:lnTo>
                    <a:pt x="22150" y="7500"/>
                  </a:lnTo>
                  <a:lnTo>
                    <a:pt x="21976" y="7457"/>
                  </a:lnTo>
                  <a:lnTo>
                    <a:pt x="21801" y="7413"/>
                  </a:lnTo>
                  <a:lnTo>
                    <a:pt x="21431" y="7413"/>
                  </a:lnTo>
                  <a:lnTo>
                    <a:pt x="21431" y="7413"/>
                  </a:lnTo>
                  <a:lnTo>
                    <a:pt x="21213" y="7413"/>
                  </a:lnTo>
                  <a:lnTo>
                    <a:pt x="21213" y="7413"/>
                  </a:lnTo>
                  <a:lnTo>
                    <a:pt x="19730" y="7435"/>
                  </a:lnTo>
                  <a:lnTo>
                    <a:pt x="19730" y="7435"/>
                  </a:lnTo>
                  <a:lnTo>
                    <a:pt x="19512" y="7435"/>
                  </a:lnTo>
                  <a:lnTo>
                    <a:pt x="19512" y="7435"/>
                  </a:lnTo>
                  <a:lnTo>
                    <a:pt x="19011" y="7413"/>
                  </a:lnTo>
                  <a:lnTo>
                    <a:pt x="18771" y="7391"/>
                  </a:lnTo>
                  <a:lnTo>
                    <a:pt x="18531" y="7348"/>
                  </a:lnTo>
                  <a:lnTo>
                    <a:pt x="18313" y="7282"/>
                  </a:lnTo>
                  <a:lnTo>
                    <a:pt x="18095" y="7195"/>
                  </a:lnTo>
                  <a:lnTo>
                    <a:pt x="17921" y="7064"/>
                  </a:lnTo>
                  <a:lnTo>
                    <a:pt x="17746" y="6911"/>
                  </a:lnTo>
                  <a:lnTo>
                    <a:pt x="17746" y="6911"/>
                  </a:lnTo>
                  <a:lnTo>
                    <a:pt x="17659" y="6802"/>
                  </a:lnTo>
                  <a:lnTo>
                    <a:pt x="17594" y="6693"/>
                  </a:lnTo>
                  <a:lnTo>
                    <a:pt x="17528" y="6584"/>
                  </a:lnTo>
                  <a:lnTo>
                    <a:pt x="17485" y="6475"/>
                  </a:lnTo>
                  <a:lnTo>
                    <a:pt x="17441" y="6214"/>
                  </a:lnTo>
                  <a:lnTo>
                    <a:pt x="17419" y="5952"/>
                  </a:lnTo>
                  <a:lnTo>
                    <a:pt x="17463" y="5691"/>
                  </a:lnTo>
                  <a:lnTo>
                    <a:pt x="17528" y="5429"/>
                  </a:lnTo>
                  <a:lnTo>
                    <a:pt x="17637" y="5189"/>
                  </a:lnTo>
                  <a:lnTo>
                    <a:pt x="17746" y="4949"/>
                  </a:lnTo>
                  <a:lnTo>
                    <a:pt x="17746" y="4949"/>
                  </a:lnTo>
                  <a:lnTo>
                    <a:pt x="17899" y="4731"/>
                  </a:lnTo>
                  <a:lnTo>
                    <a:pt x="18052" y="4513"/>
                  </a:lnTo>
                  <a:lnTo>
                    <a:pt x="18400" y="4099"/>
                  </a:lnTo>
                  <a:lnTo>
                    <a:pt x="18749" y="3707"/>
                  </a:lnTo>
                  <a:lnTo>
                    <a:pt x="18924" y="3489"/>
                  </a:lnTo>
                  <a:lnTo>
                    <a:pt x="19076" y="3271"/>
                  </a:lnTo>
                  <a:lnTo>
                    <a:pt x="19076" y="3271"/>
                  </a:lnTo>
                  <a:lnTo>
                    <a:pt x="19207" y="3031"/>
                  </a:lnTo>
                  <a:lnTo>
                    <a:pt x="19338" y="2791"/>
                  </a:lnTo>
                  <a:lnTo>
                    <a:pt x="19403" y="2530"/>
                  </a:lnTo>
                  <a:lnTo>
                    <a:pt x="19469" y="2290"/>
                  </a:lnTo>
                  <a:lnTo>
                    <a:pt x="19469" y="2028"/>
                  </a:lnTo>
                  <a:lnTo>
                    <a:pt x="19447" y="1766"/>
                  </a:lnTo>
                  <a:lnTo>
                    <a:pt x="19425" y="1636"/>
                  </a:lnTo>
                  <a:lnTo>
                    <a:pt x="19381" y="1527"/>
                  </a:lnTo>
                  <a:lnTo>
                    <a:pt x="19316" y="1418"/>
                  </a:lnTo>
                  <a:lnTo>
                    <a:pt x="19251" y="1309"/>
                  </a:lnTo>
                  <a:lnTo>
                    <a:pt x="19251" y="1309"/>
                  </a:lnTo>
                  <a:lnTo>
                    <a:pt x="19120" y="1156"/>
                  </a:lnTo>
                  <a:lnTo>
                    <a:pt x="18967" y="1025"/>
                  </a:lnTo>
                  <a:lnTo>
                    <a:pt x="18815" y="916"/>
                  </a:lnTo>
                  <a:lnTo>
                    <a:pt x="18640" y="851"/>
                  </a:lnTo>
                  <a:lnTo>
                    <a:pt x="18444" y="785"/>
                  </a:lnTo>
                  <a:lnTo>
                    <a:pt x="18248" y="742"/>
                  </a:lnTo>
                  <a:lnTo>
                    <a:pt x="18052" y="720"/>
                  </a:lnTo>
                  <a:lnTo>
                    <a:pt x="17834" y="698"/>
                  </a:lnTo>
                  <a:lnTo>
                    <a:pt x="17834" y="698"/>
                  </a:lnTo>
                  <a:lnTo>
                    <a:pt x="17550" y="720"/>
                  </a:lnTo>
                  <a:lnTo>
                    <a:pt x="17245" y="764"/>
                  </a:lnTo>
                  <a:lnTo>
                    <a:pt x="16962" y="829"/>
                  </a:lnTo>
                  <a:lnTo>
                    <a:pt x="16678" y="894"/>
                  </a:lnTo>
                  <a:lnTo>
                    <a:pt x="16678" y="894"/>
                  </a:lnTo>
                  <a:lnTo>
                    <a:pt x="16264" y="1069"/>
                  </a:lnTo>
                  <a:lnTo>
                    <a:pt x="15850" y="1243"/>
                  </a:lnTo>
                  <a:lnTo>
                    <a:pt x="15436" y="1439"/>
                  </a:lnTo>
                  <a:lnTo>
                    <a:pt x="15043" y="1657"/>
                  </a:lnTo>
                  <a:lnTo>
                    <a:pt x="14258" y="2115"/>
                  </a:lnTo>
                  <a:lnTo>
                    <a:pt x="13517" y="2617"/>
                  </a:lnTo>
                  <a:lnTo>
                    <a:pt x="13517" y="2617"/>
                  </a:lnTo>
                  <a:lnTo>
                    <a:pt x="13146" y="2857"/>
                  </a:lnTo>
                  <a:lnTo>
                    <a:pt x="12776" y="3053"/>
                  </a:lnTo>
                  <a:lnTo>
                    <a:pt x="12580" y="3140"/>
                  </a:lnTo>
                  <a:lnTo>
                    <a:pt x="12383" y="3227"/>
                  </a:lnTo>
                  <a:lnTo>
                    <a:pt x="12165" y="3271"/>
                  </a:lnTo>
                  <a:lnTo>
                    <a:pt x="11969" y="3314"/>
                  </a:lnTo>
                  <a:lnTo>
                    <a:pt x="11969" y="3314"/>
                  </a:lnTo>
                  <a:lnTo>
                    <a:pt x="11795" y="3336"/>
                  </a:lnTo>
                  <a:lnTo>
                    <a:pt x="11795" y="3336"/>
                  </a:lnTo>
                  <a:lnTo>
                    <a:pt x="11599" y="3314"/>
                  </a:lnTo>
                  <a:lnTo>
                    <a:pt x="11402" y="3271"/>
                  </a:lnTo>
                  <a:lnTo>
                    <a:pt x="11206" y="3205"/>
                  </a:lnTo>
                  <a:lnTo>
                    <a:pt x="11032" y="3118"/>
                  </a:lnTo>
                  <a:lnTo>
                    <a:pt x="10879" y="3009"/>
                  </a:lnTo>
                  <a:lnTo>
                    <a:pt x="10748" y="2900"/>
                  </a:lnTo>
                  <a:lnTo>
                    <a:pt x="10661" y="2748"/>
                  </a:lnTo>
                  <a:lnTo>
                    <a:pt x="10596" y="2573"/>
                  </a:lnTo>
                  <a:lnTo>
                    <a:pt x="10596" y="2573"/>
                  </a:lnTo>
                  <a:lnTo>
                    <a:pt x="10574" y="2355"/>
                  </a:lnTo>
                  <a:lnTo>
                    <a:pt x="10574" y="2115"/>
                  </a:lnTo>
                  <a:lnTo>
                    <a:pt x="10574" y="1897"/>
                  </a:lnTo>
                  <a:lnTo>
                    <a:pt x="10552" y="1788"/>
                  </a:lnTo>
                  <a:lnTo>
                    <a:pt x="10530" y="1679"/>
                  </a:lnTo>
                  <a:lnTo>
                    <a:pt x="10530" y="1679"/>
                  </a:lnTo>
                  <a:lnTo>
                    <a:pt x="10465" y="1548"/>
                  </a:lnTo>
                  <a:lnTo>
                    <a:pt x="10378" y="1439"/>
                  </a:lnTo>
                  <a:lnTo>
                    <a:pt x="10269" y="1330"/>
                  </a:lnTo>
                  <a:lnTo>
                    <a:pt x="10138" y="1243"/>
                  </a:lnTo>
                  <a:lnTo>
                    <a:pt x="9985" y="1178"/>
                  </a:lnTo>
                  <a:lnTo>
                    <a:pt x="9833" y="1134"/>
                  </a:lnTo>
                  <a:lnTo>
                    <a:pt x="9658" y="1112"/>
                  </a:lnTo>
                  <a:lnTo>
                    <a:pt x="9484" y="1112"/>
                  </a:lnTo>
                  <a:lnTo>
                    <a:pt x="9484" y="1112"/>
                  </a:lnTo>
                  <a:lnTo>
                    <a:pt x="9309" y="1112"/>
                  </a:lnTo>
                  <a:lnTo>
                    <a:pt x="9135" y="1156"/>
                  </a:lnTo>
                  <a:lnTo>
                    <a:pt x="9135" y="1156"/>
                  </a:lnTo>
                  <a:lnTo>
                    <a:pt x="8939" y="1200"/>
                  </a:lnTo>
                  <a:lnTo>
                    <a:pt x="8743" y="1265"/>
                  </a:lnTo>
                  <a:lnTo>
                    <a:pt x="8372" y="1439"/>
                  </a:lnTo>
                  <a:lnTo>
                    <a:pt x="7980" y="1614"/>
                  </a:lnTo>
                  <a:lnTo>
                    <a:pt x="7609" y="1766"/>
                  </a:lnTo>
                  <a:lnTo>
                    <a:pt x="7609" y="1766"/>
                  </a:lnTo>
                  <a:lnTo>
                    <a:pt x="7369" y="1832"/>
                  </a:lnTo>
                  <a:lnTo>
                    <a:pt x="7151" y="1875"/>
                  </a:lnTo>
                  <a:lnTo>
                    <a:pt x="6911" y="1919"/>
                  </a:lnTo>
                  <a:lnTo>
                    <a:pt x="6672" y="1919"/>
                  </a:lnTo>
                  <a:lnTo>
                    <a:pt x="6672" y="1919"/>
                  </a:lnTo>
                  <a:lnTo>
                    <a:pt x="6432" y="1919"/>
                  </a:lnTo>
                  <a:lnTo>
                    <a:pt x="6214" y="1897"/>
                  </a:lnTo>
                  <a:lnTo>
                    <a:pt x="5974" y="1854"/>
                  </a:lnTo>
                  <a:lnTo>
                    <a:pt x="5756" y="1788"/>
                  </a:lnTo>
                  <a:lnTo>
                    <a:pt x="5756" y="1788"/>
                  </a:lnTo>
                  <a:lnTo>
                    <a:pt x="5778" y="1483"/>
                  </a:lnTo>
                  <a:lnTo>
                    <a:pt x="5778" y="1178"/>
                  </a:lnTo>
                  <a:lnTo>
                    <a:pt x="5756" y="873"/>
                  </a:lnTo>
                  <a:lnTo>
                    <a:pt x="5734" y="567"/>
                  </a:lnTo>
                  <a:lnTo>
                    <a:pt x="5734" y="567"/>
                  </a:lnTo>
                  <a:lnTo>
                    <a:pt x="5669" y="371"/>
                  </a:lnTo>
                  <a:lnTo>
                    <a:pt x="5625" y="262"/>
                  </a:lnTo>
                  <a:lnTo>
                    <a:pt x="5560" y="175"/>
                  </a:lnTo>
                  <a:lnTo>
                    <a:pt x="5560" y="175"/>
                  </a:lnTo>
                  <a:lnTo>
                    <a:pt x="5473" y="88"/>
                  </a:lnTo>
                  <a:lnTo>
                    <a:pt x="5385" y="44"/>
                  </a:lnTo>
                  <a:lnTo>
                    <a:pt x="5276" y="1"/>
                  </a:lnTo>
                  <a:lnTo>
                    <a:pt x="5167"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8" name="Google Shape;11648;p80"/>
            <p:cNvSpPr/>
            <p:nvPr/>
          </p:nvSpPr>
          <p:spPr>
            <a:xfrm>
              <a:off x="7726325" y="3004075"/>
              <a:ext cx="437125" cy="308525"/>
            </a:xfrm>
            <a:custGeom>
              <a:rect b="b" l="l" r="r" t="t"/>
              <a:pathLst>
                <a:path extrusionOk="0" h="12341" w="17485">
                  <a:moveTo>
                    <a:pt x="3793" y="1"/>
                  </a:moveTo>
                  <a:lnTo>
                    <a:pt x="3619" y="23"/>
                  </a:lnTo>
                  <a:lnTo>
                    <a:pt x="3445" y="88"/>
                  </a:lnTo>
                  <a:lnTo>
                    <a:pt x="3270" y="175"/>
                  </a:lnTo>
                  <a:lnTo>
                    <a:pt x="3118" y="263"/>
                  </a:lnTo>
                  <a:lnTo>
                    <a:pt x="2594" y="677"/>
                  </a:lnTo>
                  <a:lnTo>
                    <a:pt x="2311" y="895"/>
                  </a:lnTo>
                  <a:lnTo>
                    <a:pt x="2028" y="1113"/>
                  </a:lnTo>
                  <a:lnTo>
                    <a:pt x="1744" y="1353"/>
                  </a:lnTo>
                  <a:lnTo>
                    <a:pt x="1504" y="1592"/>
                  </a:lnTo>
                  <a:lnTo>
                    <a:pt x="1308" y="1876"/>
                  </a:lnTo>
                  <a:lnTo>
                    <a:pt x="1221" y="2007"/>
                  </a:lnTo>
                  <a:lnTo>
                    <a:pt x="1155" y="2137"/>
                  </a:lnTo>
                  <a:lnTo>
                    <a:pt x="1025" y="2377"/>
                  </a:lnTo>
                  <a:lnTo>
                    <a:pt x="894" y="2595"/>
                  </a:lnTo>
                  <a:lnTo>
                    <a:pt x="741" y="2791"/>
                  </a:lnTo>
                  <a:lnTo>
                    <a:pt x="545" y="2988"/>
                  </a:lnTo>
                  <a:lnTo>
                    <a:pt x="349" y="3184"/>
                  </a:lnTo>
                  <a:lnTo>
                    <a:pt x="174" y="3402"/>
                  </a:lnTo>
                  <a:lnTo>
                    <a:pt x="109" y="3511"/>
                  </a:lnTo>
                  <a:lnTo>
                    <a:pt x="44" y="3620"/>
                  </a:lnTo>
                  <a:lnTo>
                    <a:pt x="22" y="3751"/>
                  </a:lnTo>
                  <a:lnTo>
                    <a:pt x="0" y="3903"/>
                  </a:lnTo>
                  <a:lnTo>
                    <a:pt x="22" y="4034"/>
                  </a:lnTo>
                  <a:lnTo>
                    <a:pt x="44" y="4099"/>
                  </a:lnTo>
                  <a:lnTo>
                    <a:pt x="65" y="4165"/>
                  </a:lnTo>
                  <a:lnTo>
                    <a:pt x="131" y="4230"/>
                  </a:lnTo>
                  <a:lnTo>
                    <a:pt x="218" y="4274"/>
                  </a:lnTo>
                  <a:lnTo>
                    <a:pt x="305" y="4296"/>
                  </a:lnTo>
                  <a:lnTo>
                    <a:pt x="392" y="4296"/>
                  </a:lnTo>
                  <a:lnTo>
                    <a:pt x="545" y="4274"/>
                  </a:lnTo>
                  <a:lnTo>
                    <a:pt x="698" y="4252"/>
                  </a:lnTo>
                  <a:lnTo>
                    <a:pt x="1003" y="4143"/>
                  </a:lnTo>
                  <a:lnTo>
                    <a:pt x="1199" y="4078"/>
                  </a:lnTo>
                  <a:lnTo>
                    <a:pt x="1417" y="4034"/>
                  </a:lnTo>
                  <a:lnTo>
                    <a:pt x="1635" y="3990"/>
                  </a:lnTo>
                  <a:lnTo>
                    <a:pt x="2049" y="3990"/>
                  </a:lnTo>
                  <a:lnTo>
                    <a:pt x="2246" y="4012"/>
                  </a:lnTo>
                  <a:lnTo>
                    <a:pt x="2442" y="4056"/>
                  </a:lnTo>
                  <a:lnTo>
                    <a:pt x="2638" y="4121"/>
                  </a:lnTo>
                  <a:lnTo>
                    <a:pt x="2791" y="4187"/>
                  </a:lnTo>
                  <a:lnTo>
                    <a:pt x="2921" y="4252"/>
                  </a:lnTo>
                  <a:lnTo>
                    <a:pt x="3052" y="4339"/>
                  </a:lnTo>
                  <a:lnTo>
                    <a:pt x="3161" y="4470"/>
                  </a:lnTo>
                  <a:lnTo>
                    <a:pt x="3205" y="4579"/>
                  </a:lnTo>
                  <a:lnTo>
                    <a:pt x="3248" y="4688"/>
                  </a:lnTo>
                  <a:lnTo>
                    <a:pt x="3270" y="4819"/>
                  </a:lnTo>
                  <a:lnTo>
                    <a:pt x="3270" y="4928"/>
                  </a:lnTo>
                  <a:lnTo>
                    <a:pt x="3248" y="5102"/>
                  </a:lnTo>
                  <a:lnTo>
                    <a:pt x="3227" y="5255"/>
                  </a:lnTo>
                  <a:lnTo>
                    <a:pt x="3183" y="5408"/>
                  </a:lnTo>
                  <a:lnTo>
                    <a:pt x="3118" y="5560"/>
                  </a:lnTo>
                  <a:lnTo>
                    <a:pt x="3030" y="5713"/>
                  </a:lnTo>
                  <a:lnTo>
                    <a:pt x="2943" y="5844"/>
                  </a:lnTo>
                  <a:lnTo>
                    <a:pt x="2725" y="6105"/>
                  </a:lnTo>
                  <a:lnTo>
                    <a:pt x="2485" y="6367"/>
                  </a:lnTo>
                  <a:lnTo>
                    <a:pt x="2202" y="6585"/>
                  </a:lnTo>
                  <a:lnTo>
                    <a:pt x="1919" y="6803"/>
                  </a:lnTo>
                  <a:lnTo>
                    <a:pt x="1613" y="7021"/>
                  </a:lnTo>
                  <a:lnTo>
                    <a:pt x="1330" y="7217"/>
                  </a:lnTo>
                  <a:lnTo>
                    <a:pt x="1046" y="7435"/>
                  </a:lnTo>
                  <a:lnTo>
                    <a:pt x="785" y="7675"/>
                  </a:lnTo>
                  <a:lnTo>
                    <a:pt x="523" y="7936"/>
                  </a:lnTo>
                  <a:lnTo>
                    <a:pt x="327" y="8198"/>
                  </a:lnTo>
                  <a:lnTo>
                    <a:pt x="240" y="8351"/>
                  </a:lnTo>
                  <a:lnTo>
                    <a:pt x="174" y="8503"/>
                  </a:lnTo>
                  <a:lnTo>
                    <a:pt x="131" y="8656"/>
                  </a:lnTo>
                  <a:lnTo>
                    <a:pt x="87" y="8808"/>
                  </a:lnTo>
                  <a:lnTo>
                    <a:pt x="65" y="8961"/>
                  </a:lnTo>
                  <a:lnTo>
                    <a:pt x="65" y="9135"/>
                  </a:lnTo>
                  <a:lnTo>
                    <a:pt x="87" y="9244"/>
                  </a:lnTo>
                  <a:lnTo>
                    <a:pt x="109" y="9353"/>
                  </a:lnTo>
                  <a:lnTo>
                    <a:pt x="153" y="9441"/>
                  </a:lnTo>
                  <a:lnTo>
                    <a:pt x="218" y="9528"/>
                  </a:lnTo>
                  <a:lnTo>
                    <a:pt x="305" y="9571"/>
                  </a:lnTo>
                  <a:lnTo>
                    <a:pt x="392" y="9615"/>
                  </a:lnTo>
                  <a:lnTo>
                    <a:pt x="589" y="9659"/>
                  </a:lnTo>
                  <a:lnTo>
                    <a:pt x="785" y="9681"/>
                  </a:lnTo>
                  <a:lnTo>
                    <a:pt x="959" y="9702"/>
                  </a:lnTo>
                  <a:lnTo>
                    <a:pt x="1286" y="9681"/>
                  </a:lnTo>
                  <a:lnTo>
                    <a:pt x="1591" y="9637"/>
                  </a:lnTo>
                  <a:lnTo>
                    <a:pt x="1897" y="9550"/>
                  </a:lnTo>
                  <a:lnTo>
                    <a:pt x="2202" y="9462"/>
                  </a:lnTo>
                  <a:lnTo>
                    <a:pt x="2812" y="9223"/>
                  </a:lnTo>
                  <a:lnTo>
                    <a:pt x="3401" y="8961"/>
                  </a:lnTo>
                  <a:lnTo>
                    <a:pt x="3815" y="8808"/>
                  </a:lnTo>
                  <a:lnTo>
                    <a:pt x="4251" y="8678"/>
                  </a:lnTo>
                  <a:lnTo>
                    <a:pt x="4687" y="8590"/>
                  </a:lnTo>
                  <a:lnTo>
                    <a:pt x="4905" y="8569"/>
                  </a:lnTo>
                  <a:lnTo>
                    <a:pt x="5123" y="8569"/>
                  </a:lnTo>
                  <a:lnTo>
                    <a:pt x="5428" y="8590"/>
                  </a:lnTo>
                  <a:lnTo>
                    <a:pt x="5712" y="8634"/>
                  </a:lnTo>
                  <a:lnTo>
                    <a:pt x="5973" y="8721"/>
                  </a:lnTo>
                  <a:lnTo>
                    <a:pt x="6235" y="8852"/>
                  </a:lnTo>
                  <a:lnTo>
                    <a:pt x="6409" y="9005"/>
                  </a:lnTo>
                  <a:lnTo>
                    <a:pt x="6584" y="9157"/>
                  </a:lnTo>
                  <a:lnTo>
                    <a:pt x="6715" y="9353"/>
                  </a:lnTo>
                  <a:lnTo>
                    <a:pt x="6780" y="9571"/>
                  </a:lnTo>
                  <a:lnTo>
                    <a:pt x="6824" y="9746"/>
                  </a:lnTo>
                  <a:lnTo>
                    <a:pt x="6845" y="9920"/>
                  </a:lnTo>
                  <a:lnTo>
                    <a:pt x="6824" y="10095"/>
                  </a:lnTo>
                  <a:lnTo>
                    <a:pt x="6802" y="10269"/>
                  </a:lnTo>
                  <a:lnTo>
                    <a:pt x="6715" y="10640"/>
                  </a:lnTo>
                  <a:lnTo>
                    <a:pt x="6627" y="10989"/>
                  </a:lnTo>
                  <a:lnTo>
                    <a:pt x="6606" y="11163"/>
                  </a:lnTo>
                  <a:lnTo>
                    <a:pt x="6584" y="11359"/>
                  </a:lnTo>
                  <a:lnTo>
                    <a:pt x="6606" y="11555"/>
                  </a:lnTo>
                  <a:lnTo>
                    <a:pt x="6627" y="11730"/>
                  </a:lnTo>
                  <a:lnTo>
                    <a:pt x="6693" y="11904"/>
                  </a:lnTo>
                  <a:lnTo>
                    <a:pt x="6780" y="12057"/>
                  </a:lnTo>
                  <a:lnTo>
                    <a:pt x="6911" y="12188"/>
                  </a:lnTo>
                  <a:lnTo>
                    <a:pt x="7063" y="12275"/>
                  </a:lnTo>
                  <a:lnTo>
                    <a:pt x="7238" y="12340"/>
                  </a:lnTo>
                  <a:lnTo>
                    <a:pt x="7412" y="12340"/>
                  </a:lnTo>
                  <a:lnTo>
                    <a:pt x="7652" y="12318"/>
                  </a:lnTo>
                  <a:lnTo>
                    <a:pt x="7892" y="12253"/>
                  </a:lnTo>
                  <a:lnTo>
                    <a:pt x="8132" y="12166"/>
                  </a:lnTo>
                  <a:lnTo>
                    <a:pt x="8350" y="12057"/>
                  </a:lnTo>
                  <a:lnTo>
                    <a:pt x="10922" y="10705"/>
                  </a:lnTo>
                  <a:lnTo>
                    <a:pt x="11249" y="10531"/>
                  </a:lnTo>
                  <a:lnTo>
                    <a:pt x="11554" y="10400"/>
                  </a:lnTo>
                  <a:lnTo>
                    <a:pt x="11881" y="10291"/>
                  </a:lnTo>
                  <a:lnTo>
                    <a:pt x="12056" y="10247"/>
                  </a:lnTo>
                  <a:lnTo>
                    <a:pt x="12230" y="10247"/>
                  </a:lnTo>
                  <a:lnTo>
                    <a:pt x="12317" y="10226"/>
                  </a:lnTo>
                  <a:lnTo>
                    <a:pt x="12492" y="10247"/>
                  </a:lnTo>
                  <a:lnTo>
                    <a:pt x="12644" y="10269"/>
                  </a:lnTo>
                  <a:lnTo>
                    <a:pt x="12819" y="10335"/>
                  </a:lnTo>
                  <a:lnTo>
                    <a:pt x="12950" y="10400"/>
                  </a:lnTo>
                  <a:lnTo>
                    <a:pt x="13102" y="10487"/>
                  </a:lnTo>
                  <a:lnTo>
                    <a:pt x="13211" y="10596"/>
                  </a:lnTo>
                  <a:lnTo>
                    <a:pt x="13299" y="10705"/>
                  </a:lnTo>
                  <a:lnTo>
                    <a:pt x="13364" y="10858"/>
                  </a:lnTo>
                  <a:lnTo>
                    <a:pt x="13408" y="10989"/>
                  </a:lnTo>
                  <a:lnTo>
                    <a:pt x="13429" y="11141"/>
                  </a:lnTo>
                  <a:lnTo>
                    <a:pt x="13473" y="11272"/>
                  </a:lnTo>
                  <a:lnTo>
                    <a:pt x="13560" y="11403"/>
                  </a:lnTo>
                  <a:lnTo>
                    <a:pt x="13647" y="11490"/>
                  </a:lnTo>
                  <a:lnTo>
                    <a:pt x="13778" y="11534"/>
                  </a:lnTo>
                  <a:lnTo>
                    <a:pt x="13909" y="11577"/>
                  </a:lnTo>
                  <a:lnTo>
                    <a:pt x="14040" y="11577"/>
                  </a:lnTo>
                  <a:lnTo>
                    <a:pt x="14258" y="11555"/>
                  </a:lnTo>
                  <a:lnTo>
                    <a:pt x="14476" y="11534"/>
                  </a:lnTo>
                  <a:lnTo>
                    <a:pt x="14672" y="11468"/>
                  </a:lnTo>
                  <a:lnTo>
                    <a:pt x="15064" y="11337"/>
                  </a:lnTo>
                  <a:lnTo>
                    <a:pt x="15435" y="11141"/>
                  </a:lnTo>
                  <a:lnTo>
                    <a:pt x="15784" y="10923"/>
                  </a:lnTo>
                  <a:lnTo>
                    <a:pt x="16111" y="10662"/>
                  </a:lnTo>
                  <a:lnTo>
                    <a:pt x="16438" y="10400"/>
                  </a:lnTo>
                  <a:lnTo>
                    <a:pt x="17048" y="9833"/>
                  </a:lnTo>
                  <a:lnTo>
                    <a:pt x="17223" y="9659"/>
                  </a:lnTo>
                  <a:lnTo>
                    <a:pt x="17375" y="9462"/>
                  </a:lnTo>
                  <a:lnTo>
                    <a:pt x="17419" y="9353"/>
                  </a:lnTo>
                  <a:lnTo>
                    <a:pt x="17462" y="9244"/>
                  </a:lnTo>
                  <a:lnTo>
                    <a:pt x="17484" y="9135"/>
                  </a:lnTo>
                  <a:lnTo>
                    <a:pt x="17484" y="9005"/>
                  </a:lnTo>
                  <a:lnTo>
                    <a:pt x="17462" y="8896"/>
                  </a:lnTo>
                  <a:lnTo>
                    <a:pt x="17419" y="8808"/>
                  </a:lnTo>
                  <a:lnTo>
                    <a:pt x="17353" y="8721"/>
                  </a:lnTo>
                  <a:lnTo>
                    <a:pt x="17266" y="8656"/>
                  </a:lnTo>
                  <a:lnTo>
                    <a:pt x="17070" y="8525"/>
                  </a:lnTo>
                  <a:lnTo>
                    <a:pt x="16830" y="8394"/>
                  </a:lnTo>
                  <a:lnTo>
                    <a:pt x="16590" y="8285"/>
                  </a:lnTo>
                  <a:lnTo>
                    <a:pt x="16372" y="8176"/>
                  </a:lnTo>
                  <a:lnTo>
                    <a:pt x="16176" y="8024"/>
                  </a:lnTo>
                  <a:lnTo>
                    <a:pt x="16089" y="7936"/>
                  </a:lnTo>
                  <a:lnTo>
                    <a:pt x="16024" y="7849"/>
                  </a:lnTo>
                  <a:lnTo>
                    <a:pt x="15958" y="7718"/>
                  </a:lnTo>
                  <a:lnTo>
                    <a:pt x="15915" y="7588"/>
                  </a:lnTo>
                  <a:lnTo>
                    <a:pt x="15915" y="7457"/>
                  </a:lnTo>
                  <a:lnTo>
                    <a:pt x="15936" y="7326"/>
                  </a:lnTo>
                  <a:lnTo>
                    <a:pt x="15958" y="7173"/>
                  </a:lnTo>
                  <a:lnTo>
                    <a:pt x="16024" y="7043"/>
                  </a:lnTo>
                  <a:lnTo>
                    <a:pt x="16089" y="6934"/>
                  </a:lnTo>
                  <a:lnTo>
                    <a:pt x="16176" y="6803"/>
                  </a:lnTo>
                  <a:lnTo>
                    <a:pt x="16372" y="6607"/>
                  </a:lnTo>
                  <a:lnTo>
                    <a:pt x="16547" y="6410"/>
                  </a:lnTo>
                  <a:lnTo>
                    <a:pt x="16612" y="6301"/>
                  </a:lnTo>
                  <a:lnTo>
                    <a:pt x="16656" y="6192"/>
                  </a:lnTo>
                  <a:lnTo>
                    <a:pt x="16699" y="6083"/>
                  </a:lnTo>
                  <a:lnTo>
                    <a:pt x="16699" y="5953"/>
                  </a:lnTo>
                  <a:lnTo>
                    <a:pt x="16678" y="5887"/>
                  </a:lnTo>
                  <a:lnTo>
                    <a:pt x="16634" y="5800"/>
                  </a:lnTo>
                  <a:lnTo>
                    <a:pt x="16547" y="5669"/>
                  </a:lnTo>
                  <a:lnTo>
                    <a:pt x="16394" y="5560"/>
                  </a:lnTo>
                  <a:lnTo>
                    <a:pt x="16242" y="5495"/>
                  </a:lnTo>
                  <a:lnTo>
                    <a:pt x="16111" y="5473"/>
                  </a:lnTo>
                  <a:lnTo>
                    <a:pt x="15980" y="5451"/>
                  </a:lnTo>
                  <a:lnTo>
                    <a:pt x="15718" y="5429"/>
                  </a:lnTo>
                  <a:lnTo>
                    <a:pt x="15566" y="5429"/>
                  </a:lnTo>
                  <a:lnTo>
                    <a:pt x="14476" y="5451"/>
                  </a:lnTo>
                  <a:lnTo>
                    <a:pt x="13953" y="5451"/>
                  </a:lnTo>
                  <a:lnTo>
                    <a:pt x="13756" y="5429"/>
                  </a:lnTo>
                  <a:lnTo>
                    <a:pt x="13582" y="5386"/>
                  </a:lnTo>
                  <a:lnTo>
                    <a:pt x="13429" y="5342"/>
                  </a:lnTo>
                  <a:lnTo>
                    <a:pt x="13277" y="5277"/>
                  </a:lnTo>
                  <a:lnTo>
                    <a:pt x="13124" y="5190"/>
                  </a:lnTo>
                  <a:lnTo>
                    <a:pt x="13015" y="5059"/>
                  </a:lnTo>
                  <a:lnTo>
                    <a:pt x="12906" y="4906"/>
                  </a:lnTo>
                  <a:lnTo>
                    <a:pt x="12819" y="4754"/>
                  </a:lnTo>
                  <a:lnTo>
                    <a:pt x="12797" y="4557"/>
                  </a:lnTo>
                  <a:lnTo>
                    <a:pt x="12775" y="4361"/>
                  </a:lnTo>
                  <a:lnTo>
                    <a:pt x="12797" y="4187"/>
                  </a:lnTo>
                  <a:lnTo>
                    <a:pt x="12862" y="3990"/>
                  </a:lnTo>
                  <a:lnTo>
                    <a:pt x="12928" y="3794"/>
                  </a:lnTo>
                  <a:lnTo>
                    <a:pt x="13015" y="3642"/>
                  </a:lnTo>
                  <a:lnTo>
                    <a:pt x="13124" y="3467"/>
                  </a:lnTo>
                  <a:lnTo>
                    <a:pt x="13255" y="3315"/>
                  </a:lnTo>
                  <a:lnTo>
                    <a:pt x="13495" y="3009"/>
                  </a:lnTo>
                  <a:lnTo>
                    <a:pt x="13756" y="2704"/>
                  </a:lnTo>
                  <a:lnTo>
                    <a:pt x="13996" y="2399"/>
                  </a:lnTo>
                  <a:lnTo>
                    <a:pt x="14083" y="2225"/>
                  </a:lnTo>
                  <a:lnTo>
                    <a:pt x="14171" y="2050"/>
                  </a:lnTo>
                  <a:lnTo>
                    <a:pt x="14236" y="1854"/>
                  </a:lnTo>
                  <a:lnTo>
                    <a:pt x="14280" y="1680"/>
                  </a:lnTo>
                  <a:lnTo>
                    <a:pt x="14280" y="1483"/>
                  </a:lnTo>
                  <a:lnTo>
                    <a:pt x="14258" y="1287"/>
                  </a:lnTo>
                  <a:lnTo>
                    <a:pt x="14214" y="1113"/>
                  </a:lnTo>
                  <a:lnTo>
                    <a:pt x="14105" y="960"/>
                  </a:lnTo>
                  <a:lnTo>
                    <a:pt x="14018" y="851"/>
                  </a:lnTo>
                  <a:lnTo>
                    <a:pt x="13909" y="764"/>
                  </a:lnTo>
                  <a:lnTo>
                    <a:pt x="13800" y="677"/>
                  </a:lnTo>
                  <a:lnTo>
                    <a:pt x="13669" y="611"/>
                  </a:lnTo>
                  <a:lnTo>
                    <a:pt x="13538" y="568"/>
                  </a:lnTo>
                  <a:lnTo>
                    <a:pt x="13386" y="546"/>
                  </a:lnTo>
                  <a:lnTo>
                    <a:pt x="13081" y="524"/>
                  </a:lnTo>
                  <a:lnTo>
                    <a:pt x="12862" y="524"/>
                  </a:lnTo>
                  <a:lnTo>
                    <a:pt x="12644" y="568"/>
                  </a:lnTo>
                  <a:lnTo>
                    <a:pt x="12426" y="611"/>
                  </a:lnTo>
                  <a:lnTo>
                    <a:pt x="12230" y="655"/>
                  </a:lnTo>
                  <a:lnTo>
                    <a:pt x="11925" y="786"/>
                  </a:lnTo>
                  <a:lnTo>
                    <a:pt x="11620" y="917"/>
                  </a:lnTo>
                  <a:lnTo>
                    <a:pt x="11315" y="1047"/>
                  </a:lnTo>
                  <a:lnTo>
                    <a:pt x="11031" y="1222"/>
                  </a:lnTo>
                  <a:lnTo>
                    <a:pt x="10464" y="1549"/>
                  </a:lnTo>
                  <a:lnTo>
                    <a:pt x="9898" y="1919"/>
                  </a:lnTo>
                  <a:lnTo>
                    <a:pt x="9636" y="2094"/>
                  </a:lnTo>
                  <a:lnTo>
                    <a:pt x="9374" y="2246"/>
                  </a:lnTo>
                  <a:lnTo>
                    <a:pt x="9091" y="2355"/>
                  </a:lnTo>
                  <a:lnTo>
                    <a:pt x="8938" y="2399"/>
                  </a:lnTo>
                  <a:lnTo>
                    <a:pt x="8764" y="2443"/>
                  </a:lnTo>
                  <a:lnTo>
                    <a:pt x="8502" y="2443"/>
                  </a:lnTo>
                  <a:lnTo>
                    <a:pt x="8372" y="2399"/>
                  </a:lnTo>
                  <a:lnTo>
                    <a:pt x="8219" y="2355"/>
                  </a:lnTo>
                  <a:lnTo>
                    <a:pt x="8088" y="2290"/>
                  </a:lnTo>
                  <a:lnTo>
                    <a:pt x="7979" y="2225"/>
                  </a:lnTo>
                  <a:lnTo>
                    <a:pt x="7892" y="2116"/>
                  </a:lnTo>
                  <a:lnTo>
                    <a:pt x="7827" y="2007"/>
                  </a:lnTo>
                  <a:lnTo>
                    <a:pt x="7783" y="1876"/>
                  </a:lnTo>
                  <a:lnTo>
                    <a:pt x="7761" y="1723"/>
                  </a:lnTo>
                  <a:lnTo>
                    <a:pt x="7761" y="1549"/>
                  </a:lnTo>
                  <a:lnTo>
                    <a:pt x="7761" y="1396"/>
                  </a:lnTo>
                  <a:lnTo>
                    <a:pt x="7718" y="1244"/>
                  </a:lnTo>
                  <a:lnTo>
                    <a:pt x="7674" y="1135"/>
                  </a:lnTo>
                  <a:lnTo>
                    <a:pt x="7609" y="1047"/>
                  </a:lnTo>
                  <a:lnTo>
                    <a:pt x="7521" y="982"/>
                  </a:lnTo>
                  <a:lnTo>
                    <a:pt x="7434" y="917"/>
                  </a:lnTo>
                  <a:lnTo>
                    <a:pt x="7325" y="873"/>
                  </a:lnTo>
                  <a:lnTo>
                    <a:pt x="7216" y="829"/>
                  </a:lnTo>
                  <a:lnTo>
                    <a:pt x="7085" y="829"/>
                  </a:lnTo>
                  <a:lnTo>
                    <a:pt x="6954" y="808"/>
                  </a:lnTo>
                  <a:lnTo>
                    <a:pt x="6824" y="829"/>
                  </a:lnTo>
                  <a:lnTo>
                    <a:pt x="6693" y="851"/>
                  </a:lnTo>
                  <a:lnTo>
                    <a:pt x="6409" y="938"/>
                  </a:lnTo>
                  <a:lnTo>
                    <a:pt x="6126" y="1047"/>
                  </a:lnTo>
                  <a:lnTo>
                    <a:pt x="5864" y="1178"/>
                  </a:lnTo>
                  <a:lnTo>
                    <a:pt x="5581" y="1309"/>
                  </a:lnTo>
                  <a:lnTo>
                    <a:pt x="5407" y="1353"/>
                  </a:lnTo>
                  <a:lnTo>
                    <a:pt x="5232" y="1374"/>
                  </a:lnTo>
                  <a:lnTo>
                    <a:pt x="5058" y="1396"/>
                  </a:lnTo>
                  <a:lnTo>
                    <a:pt x="4883" y="1418"/>
                  </a:lnTo>
                  <a:lnTo>
                    <a:pt x="4731" y="1396"/>
                  </a:lnTo>
                  <a:lnTo>
                    <a:pt x="4556" y="1396"/>
                  </a:lnTo>
                  <a:lnTo>
                    <a:pt x="4382" y="1353"/>
                  </a:lnTo>
                  <a:lnTo>
                    <a:pt x="4229" y="1309"/>
                  </a:lnTo>
                  <a:lnTo>
                    <a:pt x="4251" y="1091"/>
                  </a:lnTo>
                  <a:lnTo>
                    <a:pt x="4251" y="873"/>
                  </a:lnTo>
                  <a:lnTo>
                    <a:pt x="4229" y="655"/>
                  </a:lnTo>
                  <a:lnTo>
                    <a:pt x="4208" y="415"/>
                  </a:lnTo>
                  <a:lnTo>
                    <a:pt x="4164" y="263"/>
                  </a:lnTo>
                  <a:lnTo>
                    <a:pt x="4120" y="197"/>
                  </a:lnTo>
                  <a:lnTo>
                    <a:pt x="4077" y="132"/>
                  </a:lnTo>
                  <a:lnTo>
                    <a:pt x="4011" y="66"/>
                  </a:lnTo>
                  <a:lnTo>
                    <a:pt x="3946" y="23"/>
                  </a:lnTo>
                  <a:lnTo>
                    <a:pt x="388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9" name="Google Shape;11649;p80"/>
            <p:cNvSpPr/>
            <p:nvPr/>
          </p:nvSpPr>
          <p:spPr>
            <a:xfrm>
              <a:off x="7726325" y="3004075"/>
              <a:ext cx="437125" cy="308525"/>
            </a:xfrm>
            <a:custGeom>
              <a:rect b="b" l="l" r="r" t="t"/>
              <a:pathLst>
                <a:path extrusionOk="0" fill="none" h="12341" w="17485">
                  <a:moveTo>
                    <a:pt x="3793" y="1"/>
                  </a:moveTo>
                  <a:lnTo>
                    <a:pt x="3793" y="1"/>
                  </a:lnTo>
                  <a:lnTo>
                    <a:pt x="3619" y="23"/>
                  </a:lnTo>
                  <a:lnTo>
                    <a:pt x="3445" y="88"/>
                  </a:lnTo>
                  <a:lnTo>
                    <a:pt x="3270" y="175"/>
                  </a:lnTo>
                  <a:lnTo>
                    <a:pt x="3118" y="263"/>
                  </a:lnTo>
                  <a:lnTo>
                    <a:pt x="3118" y="263"/>
                  </a:lnTo>
                  <a:lnTo>
                    <a:pt x="2594" y="677"/>
                  </a:lnTo>
                  <a:lnTo>
                    <a:pt x="2311" y="895"/>
                  </a:lnTo>
                  <a:lnTo>
                    <a:pt x="2028" y="1113"/>
                  </a:lnTo>
                  <a:lnTo>
                    <a:pt x="1744" y="1353"/>
                  </a:lnTo>
                  <a:lnTo>
                    <a:pt x="1504" y="1592"/>
                  </a:lnTo>
                  <a:lnTo>
                    <a:pt x="1308" y="1876"/>
                  </a:lnTo>
                  <a:lnTo>
                    <a:pt x="1221" y="2007"/>
                  </a:lnTo>
                  <a:lnTo>
                    <a:pt x="1155" y="2137"/>
                  </a:lnTo>
                  <a:lnTo>
                    <a:pt x="1155" y="2137"/>
                  </a:lnTo>
                  <a:lnTo>
                    <a:pt x="1025" y="2377"/>
                  </a:lnTo>
                  <a:lnTo>
                    <a:pt x="894" y="2595"/>
                  </a:lnTo>
                  <a:lnTo>
                    <a:pt x="741" y="2791"/>
                  </a:lnTo>
                  <a:lnTo>
                    <a:pt x="545" y="2988"/>
                  </a:lnTo>
                  <a:lnTo>
                    <a:pt x="545" y="2988"/>
                  </a:lnTo>
                  <a:lnTo>
                    <a:pt x="349" y="3184"/>
                  </a:lnTo>
                  <a:lnTo>
                    <a:pt x="174" y="3402"/>
                  </a:lnTo>
                  <a:lnTo>
                    <a:pt x="109" y="3511"/>
                  </a:lnTo>
                  <a:lnTo>
                    <a:pt x="44" y="3620"/>
                  </a:lnTo>
                  <a:lnTo>
                    <a:pt x="22" y="3751"/>
                  </a:lnTo>
                  <a:lnTo>
                    <a:pt x="0" y="3903"/>
                  </a:lnTo>
                  <a:lnTo>
                    <a:pt x="0" y="3903"/>
                  </a:lnTo>
                  <a:lnTo>
                    <a:pt x="22" y="4034"/>
                  </a:lnTo>
                  <a:lnTo>
                    <a:pt x="44" y="4099"/>
                  </a:lnTo>
                  <a:lnTo>
                    <a:pt x="65" y="4165"/>
                  </a:lnTo>
                  <a:lnTo>
                    <a:pt x="65" y="4165"/>
                  </a:lnTo>
                  <a:lnTo>
                    <a:pt x="131" y="4230"/>
                  </a:lnTo>
                  <a:lnTo>
                    <a:pt x="218" y="4274"/>
                  </a:lnTo>
                  <a:lnTo>
                    <a:pt x="305" y="4296"/>
                  </a:lnTo>
                  <a:lnTo>
                    <a:pt x="392" y="4296"/>
                  </a:lnTo>
                  <a:lnTo>
                    <a:pt x="392" y="4296"/>
                  </a:lnTo>
                  <a:lnTo>
                    <a:pt x="545" y="4274"/>
                  </a:lnTo>
                  <a:lnTo>
                    <a:pt x="698" y="4252"/>
                  </a:lnTo>
                  <a:lnTo>
                    <a:pt x="1003" y="4143"/>
                  </a:lnTo>
                  <a:lnTo>
                    <a:pt x="1003" y="4143"/>
                  </a:lnTo>
                  <a:lnTo>
                    <a:pt x="1199" y="4078"/>
                  </a:lnTo>
                  <a:lnTo>
                    <a:pt x="1417" y="4034"/>
                  </a:lnTo>
                  <a:lnTo>
                    <a:pt x="1635" y="3990"/>
                  </a:lnTo>
                  <a:lnTo>
                    <a:pt x="1853" y="3990"/>
                  </a:lnTo>
                  <a:lnTo>
                    <a:pt x="1853" y="3990"/>
                  </a:lnTo>
                  <a:lnTo>
                    <a:pt x="2049" y="3990"/>
                  </a:lnTo>
                  <a:lnTo>
                    <a:pt x="2246" y="4012"/>
                  </a:lnTo>
                  <a:lnTo>
                    <a:pt x="2442" y="4056"/>
                  </a:lnTo>
                  <a:lnTo>
                    <a:pt x="2638" y="4121"/>
                  </a:lnTo>
                  <a:lnTo>
                    <a:pt x="2638" y="4121"/>
                  </a:lnTo>
                  <a:lnTo>
                    <a:pt x="2791" y="4187"/>
                  </a:lnTo>
                  <a:lnTo>
                    <a:pt x="2921" y="4252"/>
                  </a:lnTo>
                  <a:lnTo>
                    <a:pt x="3052" y="4339"/>
                  </a:lnTo>
                  <a:lnTo>
                    <a:pt x="3161" y="4470"/>
                  </a:lnTo>
                  <a:lnTo>
                    <a:pt x="3161" y="4470"/>
                  </a:lnTo>
                  <a:lnTo>
                    <a:pt x="3205" y="4579"/>
                  </a:lnTo>
                  <a:lnTo>
                    <a:pt x="3248" y="4688"/>
                  </a:lnTo>
                  <a:lnTo>
                    <a:pt x="3270" y="4819"/>
                  </a:lnTo>
                  <a:lnTo>
                    <a:pt x="3270" y="4928"/>
                  </a:lnTo>
                  <a:lnTo>
                    <a:pt x="3270" y="4928"/>
                  </a:lnTo>
                  <a:lnTo>
                    <a:pt x="3248" y="5102"/>
                  </a:lnTo>
                  <a:lnTo>
                    <a:pt x="3227" y="5255"/>
                  </a:lnTo>
                  <a:lnTo>
                    <a:pt x="3183" y="5408"/>
                  </a:lnTo>
                  <a:lnTo>
                    <a:pt x="3118" y="5560"/>
                  </a:lnTo>
                  <a:lnTo>
                    <a:pt x="3030" y="5713"/>
                  </a:lnTo>
                  <a:lnTo>
                    <a:pt x="2943" y="5844"/>
                  </a:lnTo>
                  <a:lnTo>
                    <a:pt x="2725" y="6105"/>
                  </a:lnTo>
                  <a:lnTo>
                    <a:pt x="2485" y="6367"/>
                  </a:lnTo>
                  <a:lnTo>
                    <a:pt x="2202" y="6585"/>
                  </a:lnTo>
                  <a:lnTo>
                    <a:pt x="1919" y="6803"/>
                  </a:lnTo>
                  <a:lnTo>
                    <a:pt x="1613" y="7021"/>
                  </a:lnTo>
                  <a:lnTo>
                    <a:pt x="1613" y="7021"/>
                  </a:lnTo>
                  <a:lnTo>
                    <a:pt x="1330" y="7217"/>
                  </a:lnTo>
                  <a:lnTo>
                    <a:pt x="1046" y="7435"/>
                  </a:lnTo>
                  <a:lnTo>
                    <a:pt x="785" y="7675"/>
                  </a:lnTo>
                  <a:lnTo>
                    <a:pt x="523" y="7936"/>
                  </a:lnTo>
                  <a:lnTo>
                    <a:pt x="327" y="8198"/>
                  </a:lnTo>
                  <a:lnTo>
                    <a:pt x="240" y="8351"/>
                  </a:lnTo>
                  <a:lnTo>
                    <a:pt x="174" y="8503"/>
                  </a:lnTo>
                  <a:lnTo>
                    <a:pt x="131" y="8656"/>
                  </a:lnTo>
                  <a:lnTo>
                    <a:pt x="87" y="8808"/>
                  </a:lnTo>
                  <a:lnTo>
                    <a:pt x="65" y="8961"/>
                  </a:lnTo>
                  <a:lnTo>
                    <a:pt x="65" y="9135"/>
                  </a:lnTo>
                  <a:lnTo>
                    <a:pt x="65" y="9135"/>
                  </a:lnTo>
                  <a:lnTo>
                    <a:pt x="87" y="9244"/>
                  </a:lnTo>
                  <a:lnTo>
                    <a:pt x="109" y="9353"/>
                  </a:lnTo>
                  <a:lnTo>
                    <a:pt x="153" y="9441"/>
                  </a:lnTo>
                  <a:lnTo>
                    <a:pt x="218" y="9528"/>
                  </a:lnTo>
                  <a:lnTo>
                    <a:pt x="218" y="9528"/>
                  </a:lnTo>
                  <a:lnTo>
                    <a:pt x="305" y="9571"/>
                  </a:lnTo>
                  <a:lnTo>
                    <a:pt x="392" y="9615"/>
                  </a:lnTo>
                  <a:lnTo>
                    <a:pt x="589" y="9659"/>
                  </a:lnTo>
                  <a:lnTo>
                    <a:pt x="589" y="9659"/>
                  </a:lnTo>
                  <a:lnTo>
                    <a:pt x="785" y="9681"/>
                  </a:lnTo>
                  <a:lnTo>
                    <a:pt x="959" y="9702"/>
                  </a:lnTo>
                  <a:lnTo>
                    <a:pt x="959" y="9702"/>
                  </a:lnTo>
                  <a:lnTo>
                    <a:pt x="1286" y="9681"/>
                  </a:lnTo>
                  <a:lnTo>
                    <a:pt x="1591" y="9637"/>
                  </a:lnTo>
                  <a:lnTo>
                    <a:pt x="1897" y="9550"/>
                  </a:lnTo>
                  <a:lnTo>
                    <a:pt x="2202" y="9462"/>
                  </a:lnTo>
                  <a:lnTo>
                    <a:pt x="2812" y="9223"/>
                  </a:lnTo>
                  <a:lnTo>
                    <a:pt x="3401" y="8961"/>
                  </a:lnTo>
                  <a:lnTo>
                    <a:pt x="3401" y="8961"/>
                  </a:lnTo>
                  <a:lnTo>
                    <a:pt x="3815" y="8808"/>
                  </a:lnTo>
                  <a:lnTo>
                    <a:pt x="4251" y="8678"/>
                  </a:lnTo>
                  <a:lnTo>
                    <a:pt x="4687" y="8590"/>
                  </a:lnTo>
                  <a:lnTo>
                    <a:pt x="4905" y="8569"/>
                  </a:lnTo>
                  <a:lnTo>
                    <a:pt x="5123" y="8569"/>
                  </a:lnTo>
                  <a:lnTo>
                    <a:pt x="5123" y="8569"/>
                  </a:lnTo>
                  <a:lnTo>
                    <a:pt x="5428" y="8590"/>
                  </a:lnTo>
                  <a:lnTo>
                    <a:pt x="5712" y="8634"/>
                  </a:lnTo>
                  <a:lnTo>
                    <a:pt x="5973" y="8721"/>
                  </a:lnTo>
                  <a:lnTo>
                    <a:pt x="6235" y="8852"/>
                  </a:lnTo>
                  <a:lnTo>
                    <a:pt x="6235" y="8852"/>
                  </a:lnTo>
                  <a:lnTo>
                    <a:pt x="6409" y="9005"/>
                  </a:lnTo>
                  <a:lnTo>
                    <a:pt x="6584" y="9157"/>
                  </a:lnTo>
                  <a:lnTo>
                    <a:pt x="6715" y="9353"/>
                  </a:lnTo>
                  <a:lnTo>
                    <a:pt x="6780" y="9571"/>
                  </a:lnTo>
                  <a:lnTo>
                    <a:pt x="6780" y="9571"/>
                  </a:lnTo>
                  <a:lnTo>
                    <a:pt x="6824" y="9746"/>
                  </a:lnTo>
                  <a:lnTo>
                    <a:pt x="6845" y="9920"/>
                  </a:lnTo>
                  <a:lnTo>
                    <a:pt x="6824" y="10095"/>
                  </a:lnTo>
                  <a:lnTo>
                    <a:pt x="6802" y="10269"/>
                  </a:lnTo>
                  <a:lnTo>
                    <a:pt x="6715" y="10640"/>
                  </a:lnTo>
                  <a:lnTo>
                    <a:pt x="6627" y="10989"/>
                  </a:lnTo>
                  <a:lnTo>
                    <a:pt x="6627" y="10989"/>
                  </a:lnTo>
                  <a:lnTo>
                    <a:pt x="6606" y="11163"/>
                  </a:lnTo>
                  <a:lnTo>
                    <a:pt x="6584" y="11359"/>
                  </a:lnTo>
                  <a:lnTo>
                    <a:pt x="6606" y="11555"/>
                  </a:lnTo>
                  <a:lnTo>
                    <a:pt x="6627" y="11730"/>
                  </a:lnTo>
                  <a:lnTo>
                    <a:pt x="6693" y="11904"/>
                  </a:lnTo>
                  <a:lnTo>
                    <a:pt x="6780" y="12057"/>
                  </a:lnTo>
                  <a:lnTo>
                    <a:pt x="6911" y="12188"/>
                  </a:lnTo>
                  <a:lnTo>
                    <a:pt x="7063" y="12275"/>
                  </a:lnTo>
                  <a:lnTo>
                    <a:pt x="7063" y="12275"/>
                  </a:lnTo>
                  <a:lnTo>
                    <a:pt x="7238" y="12340"/>
                  </a:lnTo>
                  <a:lnTo>
                    <a:pt x="7412" y="12340"/>
                  </a:lnTo>
                  <a:lnTo>
                    <a:pt x="7412" y="12340"/>
                  </a:lnTo>
                  <a:lnTo>
                    <a:pt x="7652" y="12318"/>
                  </a:lnTo>
                  <a:lnTo>
                    <a:pt x="7892" y="12253"/>
                  </a:lnTo>
                  <a:lnTo>
                    <a:pt x="8132" y="12166"/>
                  </a:lnTo>
                  <a:lnTo>
                    <a:pt x="8350" y="12057"/>
                  </a:lnTo>
                  <a:lnTo>
                    <a:pt x="8350" y="12057"/>
                  </a:lnTo>
                  <a:lnTo>
                    <a:pt x="10922" y="10705"/>
                  </a:lnTo>
                  <a:lnTo>
                    <a:pt x="10922" y="10705"/>
                  </a:lnTo>
                  <a:lnTo>
                    <a:pt x="11249" y="10531"/>
                  </a:lnTo>
                  <a:lnTo>
                    <a:pt x="11554" y="10400"/>
                  </a:lnTo>
                  <a:lnTo>
                    <a:pt x="11881" y="10291"/>
                  </a:lnTo>
                  <a:lnTo>
                    <a:pt x="12056" y="10247"/>
                  </a:lnTo>
                  <a:lnTo>
                    <a:pt x="12230" y="10247"/>
                  </a:lnTo>
                  <a:lnTo>
                    <a:pt x="12230" y="10247"/>
                  </a:lnTo>
                  <a:lnTo>
                    <a:pt x="12317" y="10226"/>
                  </a:lnTo>
                  <a:lnTo>
                    <a:pt x="12317" y="10226"/>
                  </a:lnTo>
                  <a:lnTo>
                    <a:pt x="12492" y="10247"/>
                  </a:lnTo>
                  <a:lnTo>
                    <a:pt x="12644" y="10269"/>
                  </a:lnTo>
                  <a:lnTo>
                    <a:pt x="12819" y="10335"/>
                  </a:lnTo>
                  <a:lnTo>
                    <a:pt x="12950" y="10400"/>
                  </a:lnTo>
                  <a:lnTo>
                    <a:pt x="13102" y="10487"/>
                  </a:lnTo>
                  <a:lnTo>
                    <a:pt x="13211" y="10596"/>
                  </a:lnTo>
                  <a:lnTo>
                    <a:pt x="13299" y="10705"/>
                  </a:lnTo>
                  <a:lnTo>
                    <a:pt x="13364" y="10858"/>
                  </a:lnTo>
                  <a:lnTo>
                    <a:pt x="13364" y="10858"/>
                  </a:lnTo>
                  <a:lnTo>
                    <a:pt x="13408" y="10989"/>
                  </a:lnTo>
                  <a:lnTo>
                    <a:pt x="13429" y="11141"/>
                  </a:lnTo>
                  <a:lnTo>
                    <a:pt x="13473" y="11272"/>
                  </a:lnTo>
                  <a:lnTo>
                    <a:pt x="13560" y="11403"/>
                  </a:lnTo>
                  <a:lnTo>
                    <a:pt x="13560" y="11403"/>
                  </a:lnTo>
                  <a:lnTo>
                    <a:pt x="13647" y="11490"/>
                  </a:lnTo>
                  <a:lnTo>
                    <a:pt x="13778" y="11534"/>
                  </a:lnTo>
                  <a:lnTo>
                    <a:pt x="13909" y="11577"/>
                  </a:lnTo>
                  <a:lnTo>
                    <a:pt x="14040" y="11577"/>
                  </a:lnTo>
                  <a:lnTo>
                    <a:pt x="14040" y="11577"/>
                  </a:lnTo>
                  <a:lnTo>
                    <a:pt x="14258" y="11555"/>
                  </a:lnTo>
                  <a:lnTo>
                    <a:pt x="14258" y="11555"/>
                  </a:lnTo>
                  <a:lnTo>
                    <a:pt x="14476" y="11534"/>
                  </a:lnTo>
                  <a:lnTo>
                    <a:pt x="14672" y="11468"/>
                  </a:lnTo>
                  <a:lnTo>
                    <a:pt x="15064" y="11337"/>
                  </a:lnTo>
                  <a:lnTo>
                    <a:pt x="15435" y="11141"/>
                  </a:lnTo>
                  <a:lnTo>
                    <a:pt x="15784" y="10923"/>
                  </a:lnTo>
                  <a:lnTo>
                    <a:pt x="16111" y="10662"/>
                  </a:lnTo>
                  <a:lnTo>
                    <a:pt x="16438" y="10400"/>
                  </a:lnTo>
                  <a:lnTo>
                    <a:pt x="17048" y="9833"/>
                  </a:lnTo>
                  <a:lnTo>
                    <a:pt x="17048" y="9833"/>
                  </a:lnTo>
                  <a:lnTo>
                    <a:pt x="17223" y="9659"/>
                  </a:lnTo>
                  <a:lnTo>
                    <a:pt x="17375" y="9462"/>
                  </a:lnTo>
                  <a:lnTo>
                    <a:pt x="17419" y="9353"/>
                  </a:lnTo>
                  <a:lnTo>
                    <a:pt x="17462" y="9244"/>
                  </a:lnTo>
                  <a:lnTo>
                    <a:pt x="17484" y="9135"/>
                  </a:lnTo>
                  <a:lnTo>
                    <a:pt x="17484" y="9005"/>
                  </a:lnTo>
                  <a:lnTo>
                    <a:pt x="17484" y="9005"/>
                  </a:lnTo>
                  <a:lnTo>
                    <a:pt x="17462" y="8896"/>
                  </a:lnTo>
                  <a:lnTo>
                    <a:pt x="17419" y="8808"/>
                  </a:lnTo>
                  <a:lnTo>
                    <a:pt x="17353" y="8721"/>
                  </a:lnTo>
                  <a:lnTo>
                    <a:pt x="17266" y="8656"/>
                  </a:lnTo>
                  <a:lnTo>
                    <a:pt x="17070" y="8525"/>
                  </a:lnTo>
                  <a:lnTo>
                    <a:pt x="16830" y="8394"/>
                  </a:lnTo>
                  <a:lnTo>
                    <a:pt x="16590" y="8285"/>
                  </a:lnTo>
                  <a:lnTo>
                    <a:pt x="16372" y="8176"/>
                  </a:lnTo>
                  <a:lnTo>
                    <a:pt x="16176" y="8024"/>
                  </a:lnTo>
                  <a:lnTo>
                    <a:pt x="16089" y="7936"/>
                  </a:lnTo>
                  <a:lnTo>
                    <a:pt x="16024" y="7849"/>
                  </a:lnTo>
                  <a:lnTo>
                    <a:pt x="16024" y="7849"/>
                  </a:lnTo>
                  <a:lnTo>
                    <a:pt x="15958" y="7718"/>
                  </a:lnTo>
                  <a:lnTo>
                    <a:pt x="15915" y="7588"/>
                  </a:lnTo>
                  <a:lnTo>
                    <a:pt x="15915" y="7457"/>
                  </a:lnTo>
                  <a:lnTo>
                    <a:pt x="15936" y="7326"/>
                  </a:lnTo>
                  <a:lnTo>
                    <a:pt x="15958" y="7173"/>
                  </a:lnTo>
                  <a:lnTo>
                    <a:pt x="16024" y="7043"/>
                  </a:lnTo>
                  <a:lnTo>
                    <a:pt x="16089" y="6934"/>
                  </a:lnTo>
                  <a:lnTo>
                    <a:pt x="16176" y="6803"/>
                  </a:lnTo>
                  <a:lnTo>
                    <a:pt x="16176" y="6803"/>
                  </a:lnTo>
                  <a:lnTo>
                    <a:pt x="16372" y="6607"/>
                  </a:lnTo>
                  <a:lnTo>
                    <a:pt x="16547" y="6410"/>
                  </a:lnTo>
                  <a:lnTo>
                    <a:pt x="16612" y="6301"/>
                  </a:lnTo>
                  <a:lnTo>
                    <a:pt x="16656" y="6192"/>
                  </a:lnTo>
                  <a:lnTo>
                    <a:pt x="16699" y="6083"/>
                  </a:lnTo>
                  <a:lnTo>
                    <a:pt x="16699" y="5953"/>
                  </a:lnTo>
                  <a:lnTo>
                    <a:pt x="16699" y="5953"/>
                  </a:lnTo>
                  <a:lnTo>
                    <a:pt x="16678" y="5887"/>
                  </a:lnTo>
                  <a:lnTo>
                    <a:pt x="16634" y="5800"/>
                  </a:lnTo>
                  <a:lnTo>
                    <a:pt x="16547" y="5669"/>
                  </a:lnTo>
                  <a:lnTo>
                    <a:pt x="16394" y="5560"/>
                  </a:lnTo>
                  <a:lnTo>
                    <a:pt x="16242" y="5495"/>
                  </a:lnTo>
                  <a:lnTo>
                    <a:pt x="16242" y="5495"/>
                  </a:lnTo>
                  <a:lnTo>
                    <a:pt x="16111" y="5473"/>
                  </a:lnTo>
                  <a:lnTo>
                    <a:pt x="15980" y="5451"/>
                  </a:lnTo>
                  <a:lnTo>
                    <a:pt x="15718" y="5429"/>
                  </a:lnTo>
                  <a:lnTo>
                    <a:pt x="15718" y="5429"/>
                  </a:lnTo>
                  <a:lnTo>
                    <a:pt x="15566" y="5429"/>
                  </a:lnTo>
                  <a:lnTo>
                    <a:pt x="15566" y="5429"/>
                  </a:lnTo>
                  <a:lnTo>
                    <a:pt x="14476" y="5451"/>
                  </a:lnTo>
                  <a:lnTo>
                    <a:pt x="14476" y="5451"/>
                  </a:lnTo>
                  <a:lnTo>
                    <a:pt x="14301" y="5451"/>
                  </a:lnTo>
                  <a:lnTo>
                    <a:pt x="14301" y="5451"/>
                  </a:lnTo>
                  <a:lnTo>
                    <a:pt x="13953" y="5451"/>
                  </a:lnTo>
                  <a:lnTo>
                    <a:pt x="13756" y="5429"/>
                  </a:lnTo>
                  <a:lnTo>
                    <a:pt x="13582" y="5386"/>
                  </a:lnTo>
                  <a:lnTo>
                    <a:pt x="13429" y="5342"/>
                  </a:lnTo>
                  <a:lnTo>
                    <a:pt x="13277" y="5277"/>
                  </a:lnTo>
                  <a:lnTo>
                    <a:pt x="13124" y="5190"/>
                  </a:lnTo>
                  <a:lnTo>
                    <a:pt x="13015" y="5059"/>
                  </a:lnTo>
                  <a:lnTo>
                    <a:pt x="13015" y="5059"/>
                  </a:lnTo>
                  <a:lnTo>
                    <a:pt x="12906" y="4906"/>
                  </a:lnTo>
                  <a:lnTo>
                    <a:pt x="12819" y="4754"/>
                  </a:lnTo>
                  <a:lnTo>
                    <a:pt x="12797" y="4557"/>
                  </a:lnTo>
                  <a:lnTo>
                    <a:pt x="12775" y="4361"/>
                  </a:lnTo>
                  <a:lnTo>
                    <a:pt x="12797" y="4187"/>
                  </a:lnTo>
                  <a:lnTo>
                    <a:pt x="12862" y="3990"/>
                  </a:lnTo>
                  <a:lnTo>
                    <a:pt x="12928" y="3794"/>
                  </a:lnTo>
                  <a:lnTo>
                    <a:pt x="13015" y="3642"/>
                  </a:lnTo>
                  <a:lnTo>
                    <a:pt x="13015" y="3642"/>
                  </a:lnTo>
                  <a:lnTo>
                    <a:pt x="13124" y="3467"/>
                  </a:lnTo>
                  <a:lnTo>
                    <a:pt x="13255" y="3315"/>
                  </a:lnTo>
                  <a:lnTo>
                    <a:pt x="13495" y="3009"/>
                  </a:lnTo>
                  <a:lnTo>
                    <a:pt x="13756" y="2704"/>
                  </a:lnTo>
                  <a:lnTo>
                    <a:pt x="13996" y="2399"/>
                  </a:lnTo>
                  <a:lnTo>
                    <a:pt x="13996" y="2399"/>
                  </a:lnTo>
                  <a:lnTo>
                    <a:pt x="14083" y="2225"/>
                  </a:lnTo>
                  <a:lnTo>
                    <a:pt x="14171" y="2050"/>
                  </a:lnTo>
                  <a:lnTo>
                    <a:pt x="14236" y="1854"/>
                  </a:lnTo>
                  <a:lnTo>
                    <a:pt x="14280" y="1680"/>
                  </a:lnTo>
                  <a:lnTo>
                    <a:pt x="14280" y="1483"/>
                  </a:lnTo>
                  <a:lnTo>
                    <a:pt x="14258" y="1287"/>
                  </a:lnTo>
                  <a:lnTo>
                    <a:pt x="14214" y="1113"/>
                  </a:lnTo>
                  <a:lnTo>
                    <a:pt x="14105" y="960"/>
                  </a:lnTo>
                  <a:lnTo>
                    <a:pt x="14105" y="960"/>
                  </a:lnTo>
                  <a:lnTo>
                    <a:pt x="14018" y="851"/>
                  </a:lnTo>
                  <a:lnTo>
                    <a:pt x="13909" y="764"/>
                  </a:lnTo>
                  <a:lnTo>
                    <a:pt x="13800" y="677"/>
                  </a:lnTo>
                  <a:lnTo>
                    <a:pt x="13669" y="611"/>
                  </a:lnTo>
                  <a:lnTo>
                    <a:pt x="13538" y="568"/>
                  </a:lnTo>
                  <a:lnTo>
                    <a:pt x="13386" y="546"/>
                  </a:lnTo>
                  <a:lnTo>
                    <a:pt x="13081" y="524"/>
                  </a:lnTo>
                  <a:lnTo>
                    <a:pt x="13081" y="524"/>
                  </a:lnTo>
                  <a:lnTo>
                    <a:pt x="12862" y="524"/>
                  </a:lnTo>
                  <a:lnTo>
                    <a:pt x="12644" y="568"/>
                  </a:lnTo>
                  <a:lnTo>
                    <a:pt x="12426" y="611"/>
                  </a:lnTo>
                  <a:lnTo>
                    <a:pt x="12230" y="655"/>
                  </a:lnTo>
                  <a:lnTo>
                    <a:pt x="12230" y="655"/>
                  </a:lnTo>
                  <a:lnTo>
                    <a:pt x="11925" y="786"/>
                  </a:lnTo>
                  <a:lnTo>
                    <a:pt x="11620" y="917"/>
                  </a:lnTo>
                  <a:lnTo>
                    <a:pt x="11315" y="1047"/>
                  </a:lnTo>
                  <a:lnTo>
                    <a:pt x="11031" y="1222"/>
                  </a:lnTo>
                  <a:lnTo>
                    <a:pt x="10464" y="1549"/>
                  </a:lnTo>
                  <a:lnTo>
                    <a:pt x="9898" y="1919"/>
                  </a:lnTo>
                  <a:lnTo>
                    <a:pt x="9898" y="1919"/>
                  </a:lnTo>
                  <a:lnTo>
                    <a:pt x="9636" y="2094"/>
                  </a:lnTo>
                  <a:lnTo>
                    <a:pt x="9374" y="2246"/>
                  </a:lnTo>
                  <a:lnTo>
                    <a:pt x="9091" y="2355"/>
                  </a:lnTo>
                  <a:lnTo>
                    <a:pt x="8938" y="2399"/>
                  </a:lnTo>
                  <a:lnTo>
                    <a:pt x="8764" y="2443"/>
                  </a:lnTo>
                  <a:lnTo>
                    <a:pt x="8764" y="2443"/>
                  </a:lnTo>
                  <a:lnTo>
                    <a:pt x="8655" y="2443"/>
                  </a:lnTo>
                  <a:lnTo>
                    <a:pt x="8655" y="2443"/>
                  </a:lnTo>
                  <a:lnTo>
                    <a:pt x="8502" y="2443"/>
                  </a:lnTo>
                  <a:lnTo>
                    <a:pt x="8372" y="2399"/>
                  </a:lnTo>
                  <a:lnTo>
                    <a:pt x="8219" y="2355"/>
                  </a:lnTo>
                  <a:lnTo>
                    <a:pt x="8088" y="2290"/>
                  </a:lnTo>
                  <a:lnTo>
                    <a:pt x="7979" y="2225"/>
                  </a:lnTo>
                  <a:lnTo>
                    <a:pt x="7892" y="2116"/>
                  </a:lnTo>
                  <a:lnTo>
                    <a:pt x="7827" y="2007"/>
                  </a:lnTo>
                  <a:lnTo>
                    <a:pt x="7783" y="1876"/>
                  </a:lnTo>
                  <a:lnTo>
                    <a:pt x="7783" y="1876"/>
                  </a:lnTo>
                  <a:lnTo>
                    <a:pt x="7761" y="1723"/>
                  </a:lnTo>
                  <a:lnTo>
                    <a:pt x="7761" y="1549"/>
                  </a:lnTo>
                  <a:lnTo>
                    <a:pt x="7761" y="1396"/>
                  </a:lnTo>
                  <a:lnTo>
                    <a:pt x="7718" y="1244"/>
                  </a:lnTo>
                  <a:lnTo>
                    <a:pt x="7718" y="1244"/>
                  </a:lnTo>
                  <a:lnTo>
                    <a:pt x="7674" y="1135"/>
                  </a:lnTo>
                  <a:lnTo>
                    <a:pt x="7609" y="1047"/>
                  </a:lnTo>
                  <a:lnTo>
                    <a:pt x="7521" y="982"/>
                  </a:lnTo>
                  <a:lnTo>
                    <a:pt x="7434" y="917"/>
                  </a:lnTo>
                  <a:lnTo>
                    <a:pt x="7325" y="873"/>
                  </a:lnTo>
                  <a:lnTo>
                    <a:pt x="7216" y="829"/>
                  </a:lnTo>
                  <a:lnTo>
                    <a:pt x="7085" y="829"/>
                  </a:lnTo>
                  <a:lnTo>
                    <a:pt x="6954" y="808"/>
                  </a:lnTo>
                  <a:lnTo>
                    <a:pt x="6954" y="808"/>
                  </a:lnTo>
                  <a:lnTo>
                    <a:pt x="6824" y="829"/>
                  </a:lnTo>
                  <a:lnTo>
                    <a:pt x="6693" y="851"/>
                  </a:lnTo>
                  <a:lnTo>
                    <a:pt x="6693" y="851"/>
                  </a:lnTo>
                  <a:lnTo>
                    <a:pt x="6409" y="938"/>
                  </a:lnTo>
                  <a:lnTo>
                    <a:pt x="6126" y="1047"/>
                  </a:lnTo>
                  <a:lnTo>
                    <a:pt x="5864" y="1178"/>
                  </a:lnTo>
                  <a:lnTo>
                    <a:pt x="5581" y="1309"/>
                  </a:lnTo>
                  <a:lnTo>
                    <a:pt x="5581" y="1309"/>
                  </a:lnTo>
                  <a:lnTo>
                    <a:pt x="5407" y="1353"/>
                  </a:lnTo>
                  <a:lnTo>
                    <a:pt x="5232" y="1374"/>
                  </a:lnTo>
                  <a:lnTo>
                    <a:pt x="5058" y="1396"/>
                  </a:lnTo>
                  <a:lnTo>
                    <a:pt x="4883" y="1418"/>
                  </a:lnTo>
                  <a:lnTo>
                    <a:pt x="4883" y="1418"/>
                  </a:lnTo>
                  <a:lnTo>
                    <a:pt x="4731" y="1396"/>
                  </a:lnTo>
                  <a:lnTo>
                    <a:pt x="4556" y="1396"/>
                  </a:lnTo>
                  <a:lnTo>
                    <a:pt x="4382" y="1353"/>
                  </a:lnTo>
                  <a:lnTo>
                    <a:pt x="4229" y="1309"/>
                  </a:lnTo>
                  <a:lnTo>
                    <a:pt x="4229" y="1309"/>
                  </a:lnTo>
                  <a:lnTo>
                    <a:pt x="4251" y="1091"/>
                  </a:lnTo>
                  <a:lnTo>
                    <a:pt x="4251" y="873"/>
                  </a:lnTo>
                  <a:lnTo>
                    <a:pt x="4229" y="655"/>
                  </a:lnTo>
                  <a:lnTo>
                    <a:pt x="4208" y="415"/>
                  </a:lnTo>
                  <a:lnTo>
                    <a:pt x="4208" y="415"/>
                  </a:lnTo>
                  <a:lnTo>
                    <a:pt x="4164" y="263"/>
                  </a:lnTo>
                  <a:lnTo>
                    <a:pt x="4120" y="197"/>
                  </a:lnTo>
                  <a:lnTo>
                    <a:pt x="4077" y="132"/>
                  </a:lnTo>
                  <a:lnTo>
                    <a:pt x="4077" y="132"/>
                  </a:lnTo>
                  <a:lnTo>
                    <a:pt x="4011" y="66"/>
                  </a:lnTo>
                  <a:lnTo>
                    <a:pt x="3946" y="23"/>
                  </a:lnTo>
                  <a:lnTo>
                    <a:pt x="3881" y="1"/>
                  </a:lnTo>
                  <a:lnTo>
                    <a:pt x="3793" y="1"/>
                  </a:lnTo>
                </a:path>
              </a:pathLst>
            </a:cu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0" name="Google Shape;11650;p80"/>
            <p:cNvSpPr/>
            <p:nvPr/>
          </p:nvSpPr>
          <p:spPr>
            <a:xfrm>
              <a:off x="8009725" y="3150700"/>
              <a:ext cx="251275" cy="170075"/>
            </a:xfrm>
            <a:custGeom>
              <a:rect b="b" l="l" r="r" t="t"/>
              <a:pathLst>
                <a:path extrusionOk="0" h="6803" w="10051">
                  <a:moveTo>
                    <a:pt x="9222" y="0"/>
                  </a:moveTo>
                  <a:lnTo>
                    <a:pt x="8525" y="109"/>
                  </a:lnTo>
                  <a:lnTo>
                    <a:pt x="7827" y="218"/>
                  </a:lnTo>
                  <a:lnTo>
                    <a:pt x="7129" y="306"/>
                  </a:lnTo>
                  <a:lnTo>
                    <a:pt x="6410" y="371"/>
                  </a:lnTo>
                  <a:lnTo>
                    <a:pt x="5712" y="415"/>
                  </a:lnTo>
                  <a:lnTo>
                    <a:pt x="4993" y="458"/>
                  </a:lnTo>
                  <a:lnTo>
                    <a:pt x="4295" y="480"/>
                  </a:lnTo>
                  <a:lnTo>
                    <a:pt x="2682" y="480"/>
                  </a:lnTo>
                  <a:lnTo>
                    <a:pt x="1766" y="524"/>
                  </a:lnTo>
                  <a:lnTo>
                    <a:pt x="1308" y="545"/>
                  </a:lnTo>
                  <a:lnTo>
                    <a:pt x="872" y="611"/>
                  </a:lnTo>
                  <a:lnTo>
                    <a:pt x="415" y="676"/>
                  </a:lnTo>
                  <a:lnTo>
                    <a:pt x="0" y="763"/>
                  </a:lnTo>
                  <a:lnTo>
                    <a:pt x="611" y="2246"/>
                  </a:lnTo>
                  <a:lnTo>
                    <a:pt x="1178" y="3750"/>
                  </a:lnTo>
                  <a:lnTo>
                    <a:pt x="1679" y="5276"/>
                  </a:lnTo>
                  <a:lnTo>
                    <a:pt x="2159" y="6802"/>
                  </a:lnTo>
                  <a:lnTo>
                    <a:pt x="4077" y="6759"/>
                  </a:lnTo>
                  <a:lnTo>
                    <a:pt x="6105" y="6693"/>
                  </a:lnTo>
                  <a:lnTo>
                    <a:pt x="8132" y="6693"/>
                  </a:lnTo>
                  <a:lnTo>
                    <a:pt x="9113" y="6737"/>
                  </a:lnTo>
                  <a:lnTo>
                    <a:pt x="10051" y="6802"/>
                  </a:lnTo>
                  <a:lnTo>
                    <a:pt x="10051" y="6802"/>
                  </a:lnTo>
                  <a:lnTo>
                    <a:pt x="9898" y="5952"/>
                  </a:lnTo>
                  <a:lnTo>
                    <a:pt x="9745" y="5124"/>
                  </a:lnTo>
                  <a:lnTo>
                    <a:pt x="9615" y="4273"/>
                  </a:lnTo>
                  <a:lnTo>
                    <a:pt x="9506" y="3423"/>
                  </a:lnTo>
                  <a:lnTo>
                    <a:pt x="9418" y="2551"/>
                  </a:lnTo>
                  <a:lnTo>
                    <a:pt x="9331" y="1701"/>
                  </a:lnTo>
                  <a:lnTo>
                    <a:pt x="9266" y="851"/>
                  </a:lnTo>
                  <a:lnTo>
                    <a:pt x="9222"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1" name="Google Shape;11651;p80"/>
            <p:cNvSpPr/>
            <p:nvPr/>
          </p:nvSpPr>
          <p:spPr>
            <a:xfrm>
              <a:off x="7966675" y="3169775"/>
              <a:ext cx="97025" cy="203325"/>
            </a:xfrm>
            <a:custGeom>
              <a:rect b="b" l="l" r="r" t="t"/>
              <a:pathLst>
                <a:path extrusionOk="0" h="8133" w="3881">
                  <a:moveTo>
                    <a:pt x="1722" y="0"/>
                  </a:moveTo>
                  <a:lnTo>
                    <a:pt x="0" y="2987"/>
                  </a:lnTo>
                  <a:lnTo>
                    <a:pt x="2202" y="8132"/>
                  </a:lnTo>
                  <a:lnTo>
                    <a:pt x="3881" y="6039"/>
                  </a:lnTo>
                  <a:lnTo>
                    <a:pt x="172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2" name="Google Shape;11652;p80"/>
            <p:cNvSpPr/>
            <p:nvPr/>
          </p:nvSpPr>
          <p:spPr>
            <a:xfrm>
              <a:off x="7749200" y="3173575"/>
              <a:ext cx="148275" cy="210425"/>
            </a:xfrm>
            <a:custGeom>
              <a:rect b="b" l="l" r="r" t="t"/>
              <a:pathLst>
                <a:path extrusionOk="0" h="8417" w="5931">
                  <a:moveTo>
                    <a:pt x="5930" y="1"/>
                  </a:moveTo>
                  <a:lnTo>
                    <a:pt x="5189" y="88"/>
                  </a:lnTo>
                  <a:lnTo>
                    <a:pt x="4448" y="175"/>
                  </a:lnTo>
                  <a:lnTo>
                    <a:pt x="3707" y="241"/>
                  </a:lnTo>
                  <a:lnTo>
                    <a:pt x="2966" y="306"/>
                  </a:lnTo>
                  <a:lnTo>
                    <a:pt x="2224" y="350"/>
                  </a:lnTo>
                  <a:lnTo>
                    <a:pt x="1483" y="372"/>
                  </a:lnTo>
                  <a:lnTo>
                    <a:pt x="1" y="372"/>
                  </a:lnTo>
                  <a:lnTo>
                    <a:pt x="66" y="982"/>
                  </a:lnTo>
                  <a:lnTo>
                    <a:pt x="110" y="1592"/>
                  </a:lnTo>
                  <a:lnTo>
                    <a:pt x="153" y="2203"/>
                  </a:lnTo>
                  <a:lnTo>
                    <a:pt x="175" y="2835"/>
                  </a:lnTo>
                  <a:lnTo>
                    <a:pt x="175" y="3446"/>
                  </a:lnTo>
                  <a:lnTo>
                    <a:pt x="175" y="4056"/>
                  </a:lnTo>
                  <a:lnTo>
                    <a:pt x="153" y="4666"/>
                  </a:lnTo>
                  <a:lnTo>
                    <a:pt x="131" y="5299"/>
                  </a:lnTo>
                  <a:lnTo>
                    <a:pt x="88" y="6062"/>
                  </a:lnTo>
                  <a:lnTo>
                    <a:pt x="66" y="6846"/>
                  </a:lnTo>
                  <a:lnTo>
                    <a:pt x="88" y="7261"/>
                  </a:lnTo>
                  <a:lnTo>
                    <a:pt x="110" y="7653"/>
                  </a:lnTo>
                  <a:lnTo>
                    <a:pt x="131" y="8046"/>
                  </a:lnTo>
                  <a:lnTo>
                    <a:pt x="197" y="8416"/>
                  </a:lnTo>
                  <a:lnTo>
                    <a:pt x="1505" y="7958"/>
                  </a:lnTo>
                  <a:lnTo>
                    <a:pt x="2835" y="7544"/>
                  </a:lnTo>
                  <a:lnTo>
                    <a:pt x="4186" y="7173"/>
                  </a:lnTo>
                  <a:lnTo>
                    <a:pt x="5538" y="6825"/>
                  </a:lnTo>
                  <a:lnTo>
                    <a:pt x="5582" y="5168"/>
                  </a:lnTo>
                  <a:lnTo>
                    <a:pt x="5647" y="3402"/>
                  </a:lnTo>
                  <a:lnTo>
                    <a:pt x="5691" y="2530"/>
                  </a:lnTo>
                  <a:lnTo>
                    <a:pt x="5756" y="1658"/>
                  </a:lnTo>
                  <a:lnTo>
                    <a:pt x="5821" y="808"/>
                  </a:lnTo>
                  <a:lnTo>
                    <a:pt x="593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3" name="Google Shape;11653;p80"/>
            <p:cNvSpPr/>
            <p:nvPr/>
          </p:nvSpPr>
          <p:spPr>
            <a:xfrm>
              <a:off x="7754100" y="3344175"/>
              <a:ext cx="176625" cy="80700"/>
            </a:xfrm>
            <a:custGeom>
              <a:rect b="b" l="l" r="r" t="t"/>
              <a:pathLst>
                <a:path extrusionOk="0" h="3228" w="7065">
                  <a:moveTo>
                    <a:pt x="5342" y="1"/>
                  </a:moveTo>
                  <a:lnTo>
                    <a:pt x="1" y="1592"/>
                  </a:lnTo>
                  <a:lnTo>
                    <a:pt x="2508" y="3227"/>
                  </a:lnTo>
                  <a:lnTo>
                    <a:pt x="7064" y="1570"/>
                  </a:lnTo>
                  <a:lnTo>
                    <a:pt x="534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4" name="Google Shape;11654;p80"/>
            <p:cNvSpPr/>
            <p:nvPr/>
          </p:nvSpPr>
          <p:spPr>
            <a:xfrm>
              <a:off x="7590050" y="3437925"/>
              <a:ext cx="187525" cy="143900"/>
            </a:xfrm>
            <a:custGeom>
              <a:rect b="b" l="l" r="r" t="t"/>
              <a:pathLst>
                <a:path extrusionOk="0" h="5756" w="7501">
                  <a:moveTo>
                    <a:pt x="720" y="0"/>
                  </a:moveTo>
                  <a:lnTo>
                    <a:pt x="350" y="22"/>
                  </a:lnTo>
                  <a:lnTo>
                    <a:pt x="1" y="44"/>
                  </a:lnTo>
                  <a:lnTo>
                    <a:pt x="350" y="1287"/>
                  </a:lnTo>
                  <a:lnTo>
                    <a:pt x="677" y="2529"/>
                  </a:lnTo>
                  <a:lnTo>
                    <a:pt x="960" y="3794"/>
                  </a:lnTo>
                  <a:lnTo>
                    <a:pt x="1200" y="5058"/>
                  </a:lnTo>
                  <a:lnTo>
                    <a:pt x="2748" y="5189"/>
                  </a:lnTo>
                  <a:lnTo>
                    <a:pt x="4361" y="5320"/>
                  </a:lnTo>
                  <a:lnTo>
                    <a:pt x="5189" y="5407"/>
                  </a:lnTo>
                  <a:lnTo>
                    <a:pt x="5974" y="5516"/>
                  </a:lnTo>
                  <a:lnTo>
                    <a:pt x="6759" y="5625"/>
                  </a:lnTo>
                  <a:lnTo>
                    <a:pt x="7500" y="5756"/>
                  </a:lnTo>
                  <a:lnTo>
                    <a:pt x="7457" y="5058"/>
                  </a:lnTo>
                  <a:lnTo>
                    <a:pt x="7413" y="4382"/>
                  </a:lnTo>
                  <a:lnTo>
                    <a:pt x="7370" y="3685"/>
                  </a:lnTo>
                  <a:lnTo>
                    <a:pt x="7370" y="3009"/>
                  </a:lnTo>
                  <a:lnTo>
                    <a:pt x="7370" y="2311"/>
                  </a:lnTo>
                  <a:lnTo>
                    <a:pt x="7370" y="1614"/>
                  </a:lnTo>
                  <a:lnTo>
                    <a:pt x="7391" y="938"/>
                  </a:lnTo>
                  <a:lnTo>
                    <a:pt x="7435" y="262"/>
                  </a:lnTo>
                  <a:lnTo>
                    <a:pt x="6301" y="306"/>
                  </a:lnTo>
                  <a:lnTo>
                    <a:pt x="5168" y="306"/>
                  </a:lnTo>
                  <a:lnTo>
                    <a:pt x="4012" y="240"/>
                  </a:lnTo>
                  <a:lnTo>
                    <a:pt x="2879" y="131"/>
                  </a:lnTo>
                  <a:lnTo>
                    <a:pt x="2181" y="66"/>
                  </a:lnTo>
                  <a:lnTo>
                    <a:pt x="1440" y="22"/>
                  </a:lnTo>
                  <a:lnTo>
                    <a:pt x="720"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5" name="Google Shape;11655;p80"/>
            <p:cNvSpPr/>
            <p:nvPr/>
          </p:nvSpPr>
          <p:spPr>
            <a:xfrm>
              <a:off x="7549175" y="3439025"/>
              <a:ext cx="70875" cy="163525"/>
            </a:xfrm>
            <a:custGeom>
              <a:rect b="b" l="l" r="r" t="t"/>
              <a:pathLst>
                <a:path extrusionOk="0" h="6541" w="2835">
                  <a:moveTo>
                    <a:pt x="1636" y="0"/>
                  </a:moveTo>
                  <a:lnTo>
                    <a:pt x="1" y="2245"/>
                  </a:lnTo>
                  <a:lnTo>
                    <a:pt x="1309" y="6540"/>
                  </a:lnTo>
                  <a:lnTo>
                    <a:pt x="2835" y="5014"/>
                  </a:lnTo>
                  <a:lnTo>
                    <a:pt x="1636"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6" name="Google Shape;11656;p80"/>
            <p:cNvSpPr/>
            <p:nvPr/>
          </p:nvSpPr>
          <p:spPr>
            <a:xfrm>
              <a:off x="7651100" y="3562200"/>
              <a:ext cx="200600" cy="167325"/>
            </a:xfrm>
            <a:custGeom>
              <a:rect b="b" l="l" r="r" t="t"/>
              <a:pathLst>
                <a:path extrusionOk="0" h="6693" w="8024">
                  <a:moveTo>
                    <a:pt x="4709" y="0"/>
                  </a:moveTo>
                  <a:lnTo>
                    <a:pt x="4034" y="719"/>
                  </a:lnTo>
                  <a:lnTo>
                    <a:pt x="3314" y="1395"/>
                  </a:lnTo>
                  <a:lnTo>
                    <a:pt x="2595" y="2027"/>
                  </a:lnTo>
                  <a:lnTo>
                    <a:pt x="1832" y="2660"/>
                  </a:lnTo>
                  <a:lnTo>
                    <a:pt x="1352" y="3030"/>
                  </a:lnTo>
                  <a:lnTo>
                    <a:pt x="873" y="3445"/>
                  </a:lnTo>
                  <a:lnTo>
                    <a:pt x="415" y="3859"/>
                  </a:lnTo>
                  <a:lnTo>
                    <a:pt x="197" y="4099"/>
                  </a:lnTo>
                  <a:lnTo>
                    <a:pt x="1" y="4317"/>
                  </a:lnTo>
                  <a:lnTo>
                    <a:pt x="960" y="4862"/>
                  </a:lnTo>
                  <a:lnTo>
                    <a:pt x="1897" y="5450"/>
                  </a:lnTo>
                  <a:lnTo>
                    <a:pt x="2835" y="6061"/>
                  </a:lnTo>
                  <a:lnTo>
                    <a:pt x="3728" y="6693"/>
                  </a:lnTo>
                  <a:lnTo>
                    <a:pt x="4753" y="5843"/>
                  </a:lnTo>
                  <a:lnTo>
                    <a:pt x="5843" y="4971"/>
                  </a:lnTo>
                  <a:lnTo>
                    <a:pt x="6388" y="4535"/>
                  </a:lnTo>
                  <a:lnTo>
                    <a:pt x="6933" y="4099"/>
                  </a:lnTo>
                  <a:lnTo>
                    <a:pt x="7478" y="3706"/>
                  </a:lnTo>
                  <a:lnTo>
                    <a:pt x="8023" y="3357"/>
                  </a:lnTo>
                  <a:lnTo>
                    <a:pt x="7151" y="2573"/>
                  </a:lnTo>
                  <a:lnTo>
                    <a:pt x="6301" y="1744"/>
                  </a:lnTo>
                  <a:lnTo>
                    <a:pt x="5473" y="894"/>
                  </a:lnTo>
                  <a:lnTo>
                    <a:pt x="4709"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7" name="Google Shape;11657;p80"/>
            <p:cNvSpPr/>
            <p:nvPr/>
          </p:nvSpPr>
          <p:spPr>
            <a:xfrm>
              <a:off x="7651100" y="3670100"/>
              <a:ext cx="93225" cy="105750"/>
            </a:xfrm>
            <a:custGeom>
              <a:rect b="b" l="l" r="r" t="t"/>
              <a:pathLst>
                <a:path extrusionOk="0" h="4230" w="3729">
                  <a:moveTo>
                    <a:pt x="1" y="1"/>
                  </a:moveTo>
                  <a:lnTo>
                    <a:pt x="328" y="2355"/>
                  </a:lnTo>
                  <a:lnTo>
                    <a:pt x="3707" y="4230"/>
                  </a:lnTo>
                  <a:lnTo>
                    <a:pt x="3728" y="2377"/>
                  </a:lnTo>
                  <a:lnTo>
                    <a:pt x="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8" name="Google Shape;11658;p80"/>
            <p:cNvSpPr/>
            <p:nvPr/>
          </p:nvSpPr>
          <p:spPr>
            <a:xfrm>
              <a:off x="7851675" y="3472250"/>
              <a:ext cx="189675" cy="267100"/>
            </a:xfrm>
            <a:custGeom>
              <a:rect b="b" l="l" r="r" t="t"/>
              <a:pathLst>
                <a:path extrusionOk="0" h="10684" w="7587">
                  <a:moveTo>
                    <a:pt x="5690" y="1"/>
                  </a:moveTo>
                  <a:lnTo>
                    <a:pt x="4295" y="786"/>
                  </a:lnTo>
                  <a:lnTo>
                    <a:pt x="2900" y="1527"/>
                  </a:lnTo>
                  <a:lnTo>
                    <a:pt x="1461" y="2225"/>
                  </a:lnTo>
                  <a:lnTo>
                    <a:pt x="0" y="2879"/>
                  </a:lnTo>
                  <a:lnTo>
                    <a:pt x="284" y="4775"/>
                  </a:lnTo>
                  <a:lnTo>
                    <a:pt x="589" y="6781"/>
                  </a:lnTo>
                  <a:lnTo>
                    <a:pt x="720" y="7784"/>
                  </a:lnTo>
                  <a:lnTo>
                    <a:pt x="829" y="8765"/>
                  </a:lnTo>
                  <a:lnTo>
                    <a:pt x="938" y="9746"/>
                  </a:lnTo>
                  <a:lnTo>
                    <a:pt x="981" y="10683"/>
                  </a:lnTo>
                  <a:lnTo>
                    <a:pt x="1788" y="10422"/>
                  </a:lnTo>
                  <a:lnTo>
                    <a:pt x="2595" y="10160"/>
                  </a:lnTo>
                  <a:lnTo>
                    <a:pt x="3423" y="9920"/>
                  </a:lnTo>
                  <a:lnTo>
                    <a:pt x="4251" y="9724"/>
                  </a:lnTo>
                  <a:lnTo>
                    <a:pt x="5080" y="9506"/>
                  </a:lnTo>
                  <a:lnTo>
                    <a:pt x="5908" y="9332"/>
                  </a:lnTo>
                  <a:lnTo>
                    <a:pt x="6758" y="9157"/>
                  </a:lnTo>
                  <a:lnTo>
                    <a:pt x="7587" y="9005"/>
                  </a:lnTo>
                  <a:lnTo>
                    <a:pt x="7391" y="8329"/>
                  </a:lnTo>
                  <a:lnTo>
                    <a:pt x="7194" y="7653"/>
                  </a:lnTo>
                  <a:lnTo>
                    <a:pt x="7042" y="6977"/>
                  </a:lnTo>
                  <a:lnTo>
                    <a:pt x="6867" y="6280"/>
                  </a:lnTo>
                  <a:lnTo>
                    <a:pt x="6737" y="5582"/>
                  </a:lnTo>
                  <a:lnTo>
                    <a:pt x="6606" y="4906"/>
                  </a:lnTo>
                  <a:lnTo>
                    <a:pt x="6519" y="4208"/>
                  </a:lnTo>
                  <a:lnTo>
                    <a:pt x="6410" y="3489"/>
                  </a:lnTo>
                  <a:lnTo>
                    <a:pt x="6301" y="2617"/>
                  </a:lnTo>
                  <a:lnTo>
                    <a:pt x="6148" y="1723"/>
                  </a:lnTo>
                  <a:lnTo>
                    <a:pt x="6061" y="1265"/>
                  </a:lnTo>
                  <a:lnTo>
                    <a:pt x="5952" y="829"/>
                  </a:lnTo>
                  <a:lnTo>
                    <a:pt x="5843" y="415"/>
                  </a:lnTo>
                  <a:lnTo>
                    <a:pt x="569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9" name="Google Shape;11659;p80"/>
            <p:cNvSpPr/>
            <p:nvPr/>
          </p:nvSpPr>
          <p:spPr>
            <a:xfrm>
              <a:off x="7794975" y="3439025"/>
              <a:ext cx="198975" cy="105200"/>
            </a:xfrm>
            <a:custGeom>
              <a:rect b="b" l="l" r="r" t="t"/>
              <a:pathLst>
                <a:path extrusionOk="0" h="4208" w="7959">
                  <a:moveTo>
                    <a:pt x="4797" y="0"/>
                  </a:moveTo>
                  <a:lnTo>
                    <a:pt x="1" y="2812"/>
                  </a:lnTo>
                  <a:lnTo>
                    <a:pt x="2268" y="4208"/>
                  </a:lnTo>
                  <a:lnTo>
                    <a:pt x="7958" y="1330"/>
                  </a:lnTo>
                  <a:lnTo>
                    <a:pt x="479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0" name="Google Shape;11660;p80"/>
            <p:cNvSpPr/>
            <p:nvPr/>
          </p:nvSpPr>
          <p:spPr>
            <a:xfrm>
              <a:off x="8096375" y="3401950"/>
              <a:ext cx="190250" cy="210950"/>
            </a:xfrm>
            <a:custGeom>
              <a:rect b="b" l="l" r="r" t="t"/>
              <a:pathLst>
                <a:path extrusionOk="0" h="8438" w="7610">
                  <a:moveTo>
                    <a:pt x="3576" y="1"/>
                  </a:moveTo>
                  <a:lnTo>
                    <a:pt x="2726" y="1112"/>
                  </a:lnTo>
                  <a:lnTo>
                    <a:pt x="1832" y="2181"/>
                  </a:lnTo>
                  <a:lnTo>
                    <a:pt x="938" y="3249"/>
                  </a:lnTo>
                  <a:lnTo>
                    <a:pt x="1" y="4317"/>
                  </a:lnTo>
                  <a:lnTo>
                    <a:pt x="764" y="5276"/>
                  </a:lnTo>
                  <a:lnTo>
                    <a:pt x="1549" y="6323"/>
                  </a:lnTo>
                  <a:lnTo>
                    <a:pt x="1941" y="6846"/>
                  </a:lnTo>
                  <a:lnTo>
                    <a:pt x="2312" y="7391"/>
                  </a:lnTo>
                  <a:lnTo>
                    <a:pt x="2660" y="7914"/>
                  </a:lnTo>
                  <a:lnTo>
                    <a:pt x="2987" y="8437"/>
                  </a:lnTo>
                  <a:lnTo>
                    <a:pt x="4078" y="7391"/>
                  </a:lnTo>
                  <a:lnTo>
                    <a:pt x="5233" y="6388"/>
                  </a:lnTo>
                  <a:lnTo>
                    <a:pt x="6410" y="5385"/>
                  </a:lnTo>
                  <a:lnTo>
                    <a:pt x="7609" y="4448"/>
                  </a:lnTo>
                  <a:lnTo>
                    <a:pt x="7260" y="4143"/>
                  </a:lnTo>
                  <a:lnTo>
                    <a:pt x="6912" y="3816"/>
                  </a:lnTo>
                  <a:lnTo>
                    <a:pt x="6585" y="3489"/>
                  </a:lnTo>
                  <a:lnTo>
                    <a:pt x="6279" y="3162"/>
                  </a:lnTo>
                  <a:lnTo>
                    <a:pt x="5974" y="2813"/>
                  </a:lnTo>
                  <a:lnTo>
                    <a:pt x="5669" y="2464"/>
                  </a:lnTo>
                  <a:lnTo>
                    <a:pt x="5386" y="2115"/>
                  </a:lnTo>
                  <a:lnTo>
                    <a:pt x="5124" y="1745"/>
                  </a:lnTo>
                  <a:lnTo>
                    <a:pt x="4775" y="1265"/>
                  </a:lnTo>
                  <a:lnTo>
                    <a:pt x="4405" y="807"/>
                  </a:lnTo>
                  <a:lnTo>
                    <a:pt x="4208" y="589"/>
                  </a:lnTo>
                  <a:lnTo>
                    <a:pt x="4012" y="371"/>
                  </a:lnTo>
                  <a:lnTo>
                    <a:pt x="3794" y="175"/>
                  </a:lnTo>
                  <a:lnTo>
                    <a:pt x="357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1" name="Google Shape;11661;p80"/>
            <p:cNvSpPr/>
            <p:nvPr/>
          </p:nvSpPr>
          <p:spPr>
            <a:xfrm>
              <a:off x="8042425" y="3401950"/>
              <a:ext cx="143375" cy="112850"/>
            </a:xfrm>
            <a:custGeom>
              <a:rect b="b" l="l" r="r" t="t"/>
              <a:pathLst>
                <a:path extrusionOk="0" h="4514" w="5735">
                  <a:moveTo>
                    <a:pt x="5734" y="1"/>
                  </a:moveTo>
                  <a:lnTo>
                    <a:pt x="2900" y="676"/>
                  </a:lnTo>
                  <a:lnTo>
                    <a:pt x="0" y="4513"/>
                  </a:lnTo>
                  <a:lnTo>
                    <a:pt x="2159" y="4317"/>
                  </a:lnTo>
                  <a:lnTo>
                    <a:pt x="573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2" name="Google Shape;11662;p80"/>
            <p:cNvSpPr/>
            <p:nvPr/>
          </p:nvSpPr>
          <p:spPr>
            <a:xfrm>
              <a:off x="8107825" y="3289675"/>
              <a:ext cx="210950" cy="190250"/>
            </a:xfrm>
            <a:custGeom>
              <a:rect b="b" l="l" r="r" t="t"/>
              <a:pathLst>
                <a:path extrusionOk="0" h="7610" w="8438">
                  <a:moveTo>
                    <a:pt x="4099" y="1"/>
                  </a:moveTo>
                  <a:lnTo>
                    <a:pt x="3140" y="764"/>
                  </a:lnTo>
                  <a:lnTo>
                    <a:pt x="2093" y="1570"/>
                  </a:lnTo>
                  <a:lnTo>
                    <a:pt x="1570" y="1963"/>
                  </a:lnTo>
                  <a:lnTo>
                    <a:pt x="1047" y="2355"/>
                  </a:lnTo>
                  <a:lnTo>
                    <a:pt x="524" y="2704"/>
                  </a:lnTo>
                  <a:lnTo>
                    <a:pt x="1" y="3009"/>
                  </a:lnTo>
                  <a:lnTo>
                    <a:pt x="1047" y="4099"/>
                  </a:lnTo>
                  <a:lnTo>
                    <a:pt x="2072" y="5255"/>
                  </a:lnTo>
                  <a:lnTo>
                    <a:pt x="3074" y="6410"/>
                  </a:lnTo>
                  <a:lnTo>
                    <a:pt x="4034" y="7609"/>
                  </a:lnTo>
                  <a:lnTo>
                    <a:pt x="4339" y="7260"/>
                  </a:lnTo>
                  <a:lnTo>
                    <a:pt x="4644" y="6911"/>
                  </a:lnTo>
                  <a:lnTo>
                    <a:pt x="4971" y="6584"/>
                  </a:lnTo>
                  <a:lnTo>
                    <a:pt x="5298" y="6257"/>
                  </a:lnTo>
                  <a:lnTo>
                    <a:pt x="5647" y="5952"/>
                  </a:lnTo>
                  <a:lnTo>
                    <a:pt x="5996" y="5669"/>
                  </a:lnTo>
                  <a:lnTo>
                    <a:pt x="6345" y="5385"/>
                  </a:lnTo>
                  <a:lnTo>
                    <a:pt x="6715" y="5102"/>
                  </a:lnTo>
                  <a:lnTo>
                    <a:pt x="7173" y="4753"/>
                  </a:lnTo>
                  <a:lnTo>
                    <a:pt x="7631" y="4383"/>
                  </a:lnTo>
                  <a:lnTo>
                    <a:pt x="7849" y="4186"/>
                  </a:lnTo>
                  <a:lnTo>
                    <a:pt x="8067" y="3968"/>
                  </a:lnTo>
                  <a:lnTo>
                    <a:pt x="8263" y="3750"/>
                  </a:lnTo>
                  <a:lnTo>
                    <a:pt x="8437" y="3532"/>
                  </a:lnTo>
                  <a:lnTo>
                    <a:pt x="7326" y="2682"/>
                  </a:lnTo>
                  <a:lnTo>
                    <a:pt x="6236" y="1810"/>
                  </a:lnTo>
                  <a:lnTo>
                    <a:pt x="5167" y="916"/>
                  </a:lnTo>
                  <a:lnTo>
                    <a:pt x="409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3" name="Google Shape;11663;p80"/>
            <p:cNvSpPr/>
            <p:nvPr/>
          </p:nvSpPr>
          <p:spPr>
            <a:xfrm>
              <a:off x="8204850" y="3235725"/>
              <a:ext cx="113925" cy="142275"/>
            </a:xfrm>
            <a:custGeom>
              <a:rect b="b" l="l" r="r" t="t"/>
              <a:pathLst>
                <a:path extrusionOk="0" h="5691" w="4557">
                  <a:moveTo>
                    <a:pt x="0" y="0"/>
                  </a:moveTo>
                  <a:lnTo>
                    <a:pt x="218" y="2159"/>
                  </a:lnTo>
                  <a:lnTo>
                    <a:pt x="4556" y="5690"/>
                  </a:lnTo>
                  <a:lnTo>
                    <a:pt x="4556" y="5690"/>
                  </a:lnTo>
                  <a:lnTo>
                    <a:pt x="3859" y="2878"/>
                  </a:lnTo>
                  <a:lnTo>
                    <a:pt x="0"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4" name="Google Shape;11664;p80"/>
            <p:cNvSpPr/>
            <p:nvPr/>
          </p:nvSpPr>
          <p:spPr>
            <a:xfrm>
              <a:off x="7649475" y="3062400"/>
              <a:ext cx="147725" cy="163000"/>
            </a:xfrm>
            <a:custGeom>
              <a:rect b="b" l="l" r="r" t="t"/>
              <a:pathLst>
                <a:path extrusionOk="0" h="6520" w="5909">
                  <a:moveTo>
                    <a:pt x="2769" y="1"/>
                  </a:moveTo>
                  <a:lnTo>
                    <a:pt x="2115" y="851"/>
                  </a:lnTo>
                  <a:lnTo>
                    <a:pt x="1439" y="1679"/>
                  </a:lnTo>
                  <a:lnTo>
                    <a:pt x="741" y="2508"/>
                  </a:lnTo>
                  <a:lnTo>
                    <a:pt x="0" y="3336"/>
                  </a:lnTo>
                  <a:lnTo>
                    <a:pt x="589" y="4077"/>
                  </a:lnTo>
                  <a:lnTo>
                    <a:pt x="1221" y="4884"/>
                  </a:lnTo>
                  <a:lnTo>
                    <a:pt x="1526" y="5298"/>
                  </a:lnTo>
                  <a:lnTo>
                    <a:pt x="1810" y="5712"/>
                  </a:lnTo>
                  <a:lnTo>
                    <a:pt x="2071" y="6127"/>
                  </a:lnTo>
                  <a:lnTo>
                    <a:pt x="2311" y="6519"/>
                  </a:lnTo>
                  <a:lnTo>
                    <a:pt x="3183" y="5712"/>
                  </a:lnTo>
                  <a:lnTo>
                    <a:pt x="4055" y="4928"/>
                  </a:lnTo>
                  <a:lnTo>
                    <a:pt x="4971" y="4165"/>
                  </a:lnTo>
                  <a:lnTo>
                    <a:pt x="5908" y="3423"/>
                  </a:lnTo>
                  <a:lnTo>
                    <a:pt x="5363" y="2944"/>
                  </a:lnTo>
                  <a:lnTo>
                    <a:pt x="4862" y="2442"/>
                  </a:lnTo>
                  <a:lnTo>
                    <a:pt x="4404" y="1897"/>
                  </a:lnTo>
                  <a:lnTo>
                    <a:pt x="3990" y="1330"/>
                  </a:lnTo>
                  <a:lnTo>
                    <a:pt x="3728" y="982"/>
                  </a:lnTo>
                  <a:lnTo>
                    <a:pt x="3423" y="611"/>
                  </a:lnTo>
                  <a:lnTo>
                    <a:pt x="3118" y="284"/>
                  </a:lnTo>
                  <a:lnTo>
                    <a:pt x="2943" y="131"/>
                  </a:lnTo>
                  <a:lnTo>
                    <a:pt x="2769"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5" name="Google Shape;11665;p80"/>
            <p:cNvSpPr/>
            <p:nvPr/>
          </p:nvSpPr>
          <p:spPr>
            <a:xfrm>
              <a:off x="7608050" y="3062400"/>
              <a:ext cx="110650" cy="87225"/>
            </a:xfrm>
            <a:custGeom>
              <a:rect b="b" l="l" r="r" t="t"/>
              <a:pathLst>
                <a:path extrusionOk="0" h="3489" w="4426">
                  <a:moveTo>
                    <a:pt x="4426" y="1"/>
                  </a:moveTo>
                  <a:lnTo>
                    <a:pt x="2246" y="502"/>
                  </a:lnTo>
                  <a:lnTo>
                    <a:pt x="0" y="3489"/>
                  </a:lnTo>
                  <a:lnTo>
                    <a:pt x="0" y="3489"/>
                  </a:lnTo>
                  <a:lnTo>
                    <a:pt x="1657" y="3336"/>
                  </a:lnTo>
                  <a:lnTo>
                    <a:pt x="442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6" name="Google Shape;11666;p80"/>
            <p:cNvSpPr/>
            <p:nvPr/>
          </p:nvSpPr>
          <p:spPr>
            <a:xfrm>
              <a:off x="8000450" y="3623775"/>
              <a:ext cx="164075" cy="181525"/>
            </a:xfrm>
            <a:custGeom>
              <a:rect b="b" l="l" r="r" t="t"/>
              <a:pathLst>
                <a:path extrusionOk="0" h="7261" w="6563">
                  <a:moveTo>
                    <a:pt x="3097" y="1"/>
                  </a:moveTo>
                  <a:lnTo>
                    <a:pt x="2355" y="960"/>
                  </a:lnTo>
                  <a:lnTo>
                    <a:pt x="1592" y="1897"/>
                  </a:lnTo>
                  <a:lnTo>
                    <a:pt x="807" y="2813"/>
                  </a:lnTo>
                  <a:lnTo>
                    <a:pt x="1" y="3707"/>
                  </a:lnTo>
                  <a:lnTo>
                    <a:pt x="677" y="4557"/>
                  </a:lnTo>
                  <a:lnTo>
                    <a:pt x="1352" y="5451"/>
                  </a:lnTo>
                  <a:lnTo>
                    <a:pt x="1701" y="5909"/>
                  </a:lnTo>
                  <a:lnTo>
                    <a:pt x="2007" y="6366"/>
                  </a:lnTo>
                  <a:lnTo>
                    <a:pt x="2312" y="6824"/>
                  </a:lnTo>
                  <a:lnTo>
                    <a:pt x="2573" y="7260"/>
                  </a:lnTo>
                  <a:lnTo>
                    <a:pt x="3533" y="6366"/>
                  </a:lnTo>
                  <a:lnTo>
                    <a:pt x="4514" y="5494"/>
                  </a:lnTo>
                  <a:lnTo>
                    <a:pt x="5538" y="4644"/>
                  </a:lnTo>
                  <a:lnTo>
                    <a:pt x="6563" y="3837"/>
                  </a:lnTo>
                  <a:lnTo>
                    <a:pt x="5974" y="3292"/>
                  </a:lnTo>
                  <a:lnTo>
                    <a:pt x="5407" y="2726"/>
                  </a:lnTo>
                  <a:lnTo>
                    <a:pt x="4906" y="2137"/>
                  </a:lnTo>
                  <a:lnTo>
                    <a:pt x="4426" y="1505"/>
                  </a:lnTo>
                  <a:lnTo>
                    <a:pt x="4143" y="1112"/>
                  </a:lnTo>
                  <a:lnTo>
                    <a:pt x="3816" y="698"/>
                  </a:lnTo>
                  <a:lnTo>
                    <a:pt x="3467" y="328"/>
                  </a:lnTo>
                  <a:lnTo>
                    <a:pt x="3271" y="175"/>
                  </a:lnTo>
                  <a:lnTo>
                    <a:pt x="309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7" name="Google Shape;11667;p80"/>
            <p:cNvSpPr/>
            <p:nvPr/>
          </p:nvSpPr>
          <p:spPr>
            <a:xfrm>
              <a:off x="7954125" y="3623775"/>
              <a:ext cx="123750" cy="97575"/>
            </a:xfrm>
            <a:custGeom>
              <a:rect b="b" l="l" r="r" t="t"/>
              <a:pathLst>
                <a:path extrusionOk="0" h="3903" w="4950">
                  <a:moveTo>
                    <a:pt x="4950" y="1"/>
                  </a:moveTo>
                  <a:lnTo>
                    <a:pt x="2508" y="589"/>
                  </a:lnTo>
                  <a:lnTo>
                    <a:pt x="1" y="3903"/>
                  </a:lnTo>
                  <a:lnTo>
                    <a:pt x="1854" y="3707"/>
                  </a:lnTo>
                  <a:lnTo>
                    <a:pt x="495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8" name="Google Shape;11668;p80"/>
            <p:cNvSpPr/>
            <p:nvPr/>
          </p:nvSpPr>
          <p:spPr>
            <a:xfrm>
              <a:off x="7548100" y="3224275"/>
              <a:ext cx="119375" cy="133550"/>
            </a:xfrm>
            <a:custGeom>
              <a:rect b="b" l="l" r="r" t="t"/>
              <a:pathLst>
                <a:path extrusionOk="0" h="5342" w="4775">
                  <a:moveTo>
                    <a:pt x="4033" y="0"/>
                  </a:moveTo>
                  <a:lnTo>
                    <a:pt x="3423" y="218"/>
                  </a:lnTo>
                  <a:lnTo>
                    <a:pt x="2812" y="371"/>
                  </a:lnTo>
                  <a:lnTo>
                    <a:pt x="2202" y="502"/>
                  </a:lnTo>
                  <a:lnTo>
                    <a:pt x="1570" y="567"/>
                  </a:lnTo>
                  <a:lnTo>
                    <a:pt x="1177" y="589"/>
                  </a:lnTo>
                  <a:lnTo>
                    <a:pt x="785" y="654"/>
                  </a:lnTo>
                  <a:lnTo>
                    <a:pt x="371" y="742"/>
                  </a:lnTo>
                  <a:lnTo>
                    <a:pt x="196" y="807"/>
                  </a:lnTo>
                  <a:lnTo>
                    <a:pt x="0" y="894"/>
                  </a:lnTo>
                  <a:lnTo>
                    <a:pt x="349" y="1984"/>
                  </a:lnTo>
                  <a:lnTo>
                    <a:pt x="698" y="3074"/>
                  </a:lnTo>
                  <a:lnTo>
                    <a:pt x="1003" y="4208"/>
                  </a:lnTo>
                  <a:lnTo>
                    <a:pt x="1308" y="5342"/>
                  </a:lnTo>
                  <a:lnTo>
                    <a:pt x="2158" y="5233"/>
                  </a:lnTo>
                  <a:lnTo>
                    <a:pt x="3030" y="5124"/>
                  </a:lnTo>
                  <a:lnTo>
                    <a:pt x="3488" y="5080"/>
                  </a:lnTo>
                  <a:lnTo>
                    <a:pt x="3924" y="5058"/>
                  </a:lnTo>
                  <a:lnTo>
                    <a:pt x="4775" y="5058"/>
                  </a:lnTo>
                  <a:lnTo>
                    <a:pt x="4557" y="3816"/>
                  </a:lnTo>
                  <a:lnTo>
                    <a:pt x="4339" y="2551"/>
                  </a:lnTo>
                  <a:lnTo>
                    <a:pt x="4164" y="1287"/>
                  </a:lnTo>
                  <a:lnTo>
                    <a:pt x="403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9" name="Google Shape;11669;p80"/>
            <p:cNvSpPr/>
            <p:nvPr/>
          </p:nvSpPr>
          <p:spPr>
            <a:xfrm>
              <a:off x="7533375" y="3246625"/>
              <a:ext cx="47450" cy="151525"/>
            </a:xfrm>
            <a:custGeom>
              <a:rect b="b" l="l" r="r" t="t"/>
              <a:pathLst>
                <a:path extrusionOk="0" h="6061" w="1898">
                  <a:moveTo>
                    <a:pt x="589" y="0"/>
                  </a:moveTo>
                  <a:lnTo>
                    <a:pt x="1" y="2289"/>
                  </a:lnTo>
                  <a:lnTo>
                    <a:pt x="1265" y="6061"/>
                  </a:lnTo>
                  <a:lnTo>
                    <a:pt x="1897" y="4448"/>
                  </a:lnTo>
                  <a:lnTo>
                    <a:pt x="589"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0" name="Google Shape;11670;p80"/>
            <p:cNvSpPr/>
            <p:nvPr/>
          </p:nvSpPr>
          <p:spPr>
            <a:xfrm>
              <a:off x="7828775" y="2976825"/>
              <a:ext cx="158625" cy="143375"/>
            </a:xfrm>
            <a:custGeom>
              <a:rect b="b" l="l" r="r" t="t"/>
              <a:pathLst>
                <a:path extrusionOk="0" h="5735" w="6345">
                  <a:moveTo>
                    <a:pt x="2311" y="1"/>
                  </a:moveTo>
                  <a:lnTo>
                    <a:pt x="2006" y="568"/>
                  </a:lnTo>
                  <a:lnTo>
                    <a:pt x="1679" y="1113"/>
                  </a:lnTo>
                  <a:lnTo>
                    <a:pt x="1309" y="1614"/>
                  </a:lnTo>
                  <a:lnTo>
                    <a:pt x="894" y="2094"/>
                  </a:lnTo>
                  <a:lnTo>
                    <a:pt x="633" y="2399"/>
                  </a:lnTo>
                  <a:lnTo>
                    <a:pt x="393" y="2704"/>
                  </a:lnTo>
                  <a:lnTo>
                    <a:pt x="175" y="3053"/>
                  </a:lnTo>
                  <a:lnTo>
                    <a:pt x="66" y="3227"/>
                  </a:lnTo>
                  <a:lnTo>
                    <a:pt x="1" y="3424"/>
                  </a:lnTo>
                  <a:lnTo>
                    <a:pt x="1003" y="3969"/>
                  </a:lnTo>
                  <a:lnTo>
                    <a:pt x="2006" y="4535"/>
                  </a:lnTo>
                  <a:lnTo>
                    <a:pt x="3009" y="5124"/>
                  </a:lnTo>
                  <a:lnTo>
                    <a:pt x="4012" y="5734"/>
                  </a:lnTo>
                  <a:lnTo>
                    <a:pt x="4557" y="5080"/>
                  </a:lnTo>
                  <a:lnTo>
                    <a:pt x="5124" y="4383"/>
                  </a:lnTo>
                  <a:lnTo>
                    <a:pt x="5429" y="4056"/>
                  </a:lnTo>
                  <a:lnTo>
                    <a:pt x="5712" y="3729"/>
                  </a:lnTo>
                  <a:lnTo>
                    <a:pt x="6018" y="3424"/>
                  </a:lnTo>
                  <a:lnTo>
                    <a:pt x="6345" y="3140"/>
                  </a:lnTo>
                  <a:lnTo>
                    <a:pt x="5320" y="2399"/>
                  </a:lnTo>
                  <a:lnTo>
                    <a:pt x="4295" y="1614"/>
                  </a:lnTo>
                  <a:lnTo>
                    <a:pt x="3293" y="829"/>
                  </a:lnTo>
                  <a:lnTo>
                    <a:pt x="23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1" name="Google Shape;11671;p80"/>
            <p:cNvSpPr/>
            <p:nvPr/>
          </p:nvSpPr>
          <p:spPr>
            <a:xfrm>
              <a:off x="7828775" y="3062400"/>
              <a:ext cx="117200" cy="97575"/>
            </a:xfrm>
            <a:custGeom>
              <a:rect b="b" l="l" r="r" t="t"/>
              <a:pathLst>
                <a:path extrusionOk="0" h="3903" w="4688">
                  <a:moveTo>
                    <a:pt x="1" y="1"/>
                  </a:moveTo>
                  <a:lnTo>
                    <a:pt x="1156" y="2050"/>
                  </a:lnTo>
                  <a:lnTo>
                    <a:pt x="4688" y="3903"/>
                  </a:lnTo>
                  <a:lnTo>
                    <a:pt x="4012" y="2311"/>
                  </a:lnTo>
                  <a:lnTo>
                    <a:pt x="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2" name="Google Shape;11672;p80"/>
            <p:cNvSpPr/>
            <p:nvPr/>
          </p:nvSpPr>
          <p:spPr>
            <a:xfrm>
              <a:off x="7646750" y="3200850"/>
              <a:ext cx="180950" cy="375525"/>
            </a:xfrm>
            <a:custGeom>
              <a:rect b="b" l="l" r="r" t="t"/>
              <a:pathLst>
                <a:path extrusionOk="0" h="15021" w="7238">
                  <a:moveTo>
                    <a:pt x="2682" y="4556"/>
                  </a:moveTo>
                  <a:lnTo>
                    <a:pt x="2834" y="4578"/>
                  </a:lnTo>
                  <a:lnTo>
                    <a:pt x="3009" y="4644"/>
                  </a:lnTo>
                  <a:lnTo>
                    <a:pt x="3183" y="4774"/>
                  </a:lnTo>
                  <a:lnTo>
                    <a:pt x="3379" y="4927"/>
                  </a:lnTo>
                  <a:lnTo>
                    <a:pt x="3575" y="5123"/>
                  </a:lnTo>
                  <a:lnTo>
                    <a:pt x="3793" y="5363"/>
                  </a:lnTo>
                  <a:lnTo>
                    <a:pt x="3990" y="5625"/>
                  </a:lnTo>
                  <a:lnTo>
                    <a:pt x="4208" y="5930"/>
                  </a:lnTo>
                  <a:lnTo>
                    <a:pt x="4426" y="6257"/>
                  </a:lnTo>
                  <a:lnTo>
                    <a:pt x="4644" y="6627"/>
                  </a:lnTo>
                  <a:lnTo>
                    <a:pt x="4862" y="7020"/>
                  </a:lnTo>
                  <a:lnTo>
                    <a:pt x="5058" y="7456"/>
                  </a:lnTo>
                  <a:lnTo>
                    <a:pt x="5276" y="7892"/>
                  </a:lnTo>
                  <a:lnTo>
                    <a:pt x="5472" y="8350"/>
                  </a:lnTo>
                  <a:lnTo>
                    <a:pt x="5647" y="8829"/>
                  </a:lnTo>
                  <a:lnTo>
                    <a:pt x="5821" y="9331"/>
                  </a:lnTo>
                  <a:lnTo>
                    <a:pt x="5974" y="9810"/>
                  </a:lnTo>
                  <a:lnTo>
                    <a:pt x="6126" y="10268"/>
                  </a:lnTo>
                  <a:lnTo>
                    <a:pt x="6235" y="10726"/>
                  </a:lnTo>
                  <a:lnTo>
                    <a:pt x="6344" y="11162"/>
                  </a:lnTo>
                  <a:lnTo>
                    <a:pt x="6410" y="11576"/>
                  </a:lnTo>
                  <a:lnTo>
                    <a:pt x="6475" y="11969"/>
                  </a:lnTo>
                  <a:lnTo>
                    <a:pt x="6519" y="12339"/>
                  </a:lnTo>
                  <a:lnTo>
                    <a:pt x="6540" y="12688"/>
                  </a:lnTo>
                  <a:lnTo>
                    <a:pt x="6540" y="12993"/>
                  </a:lnTo>
                  <a:lnTo>
                    <a:pt x="6519" y="13277"/>
                  </a:lnTo>
                  <a:lnTo>
                    <a:pt x="6475" y="13517"/>
                  </a:lnTo>
                  <a:lnTo>
                    <a:pt x="6410" y="13735"/>
                  </a:lnTo>
                  <a:lnTo>
                    <a:pt x="6322" y="13887"/>
                  </a:lnTo>
                  <a:lnTo>
                    <a:pt x="6213" y="14018"/>
                  </a:lnTo>
                  <a:lnTo>
                    <a:pt x="6083" y="14105"/>
                  </a:lnTo>
                  <a:lnTo>
                    <a:pt x="5930" y="14127"/>
                  </a:lnTo>
                  <a:lnTo>
                    <a:pt x="5777" y="14105"/>
                  </a:lnTo>
                  <a:lnTo>
                    <a:pt x="5603" y="14040"/>
                  </a:lnTo>
                  <a:lnTo>
                    <a:pt x="5407" y="13909"/>
                  </a:lnTo>
                  <a:lnTo>
                    <a:pt x="5232" y="13756"/>
                  </a:lnTo>
                  <a:lnTo>
                    <a:pt x="5014" y="13560"/>
                  </a:lnTo>
                  <a:lnTo>
                    <a:pt x="4818" y="13320"/>
                  </a:lnTo>
                  <a:lnTo>
                    <a:pt x="4600" y="13059"/>
                  </a:lnTo>
                  <a:lnTo>
                    <a:pt x="4382" y="12754"/>
                  </a:lnTo>
                  <a:lnTo>
                    <a:pt x="4186" y="12427"/>
                  </a:lnTo>
                  <a:lnTo>
                    <a:pt x="3968" y="12056"/>
                  </a:lnTo>
                  <a:lnTo>
                    <a:pt x="3750" y="11663"/>
                  </a:lnTo>
                  <a:lnTo>
                    <a:pt x="3532" y="11249"/>
                  </a:lnTo>
                  <a:lnTo>
                    <a:pt x="3336" y="10791"/>
                  </a:lnTo>
                  <a:lnTo>
                    <a:pt x="3139" y="10334"/>
                  </a:lnTo>
                  <a:lnTo>
                    <a:pt x="2943" y="9854"/>
                  </a:lnTo>
                  <a:lnTo>
                    <a:pt x="2769" y="9353"/>
                  </a:lnTo>
                  <a:lnTo>
                    <a:pt x="2616" y="8873"/>
                  </a:lnTo>
                  <a:lnTo>
                    <a:pt x="2485" y="8415"/>
                  </a:lnTo>
                  <a:lnTo>
                    <a:pt x="2355" y="7957"/>
                  </a:lnTo>
                  <a:lnTo>
                    <a:pt x="2267" y="7521"/>
                  </a:lnTo>
                  <a:lnTo>
                    <a:pt x="2180" y="7107"/>
                  </a:lnTo>
                  <a:lnTo>
                    <a:pt x="2137" y="6715"/>
                  </a:lnTo>
                  <a:lnTo>
                    <a:pt x="2093" y="6344"/>
                  </a:lnTo>
                  <a:lnTo>
                    <a:pt x="2071" y="5995"/>
                  </a:lnTo>
                  <a:lnTo>
                    <a:pt x="2071" y="5690"/>
                  </a:lnTo>
                  <a:lnTo>
                    <a:pt x="2093" y="5407"/>
                  </a:lnTo>
                  <a:lnTo>
                    <a:pt x="2137" y="5167"/>
                  </a:lnTo>
                  <a:lnTo>
                    <a:pt x="2202" y="4949"/>
                  </a:lnTo>
                  <a:lnTo>
                    <a:pt x="2289" y="4796"/>
                  </a:lnTo>
                  <a:lnTo>
                    <a:pt x="2398" y="4665"/>
                  </a:lnTo>
                  <a:lnTo>
                    <a:pt x="2529" y="4578"/>
                  </a:lnTo>
                  <a:lnTo>
                    <a:pt x="2594" y="4578"/>
                  </a:lnTo>
                  <a:lnTo>
                    <a:pt x="2682" y="4556"/>
                  </a:lnTo>
                  <a:close/>
                  <a:moveTo>
                    <a:pt x="1068" y="0"/>
                  </a:moveTo>
                  <a:lnTo>
                    <a:pt x="959" y="22"/>
                  </a:lnTo>
                  <a:lnTo>
                    <a:pt x="829" y="44"/>
                  </a:lnTo>
                  <a:lnTo>
                    <a:pt x="720" y="109"/>
                  </a:lnTo>
                  <a:lnTo>
                    <a:pt x="611" y="174"/>
                  </a:lnTo>
                  <a:lnTo>
                    <a:pt x="502" y="262"/>
                  </a:lnTo>
                  <a:lnTo>
                    <a:pt x="414" y="371"/>
                  </a:lnTo>
                  <a:lnTo>
                    <a:pt x="349" y="501"/>
                  </a:lnTo>
                  <a:lnTo>
                    <a:pt x="262" y="632"/>
                  </a:lnTo>
                  <a:lnTo>
                    <a:pt x="196" y="807"/>
                  </a:lnTo>
                  <a:lnTo>
                    <a:pt x="153" y="981"/>
                  </a:lnTo>
                  <a:lnTo>
                    <a:pt x="66" y="1352"/>
                  </a:lnTo>
                  <a:lnTo>
                    <a:pt x="22" y="1810"/>
                  </a:lnTo>
                  <a:lnTo>
                    <a:pt x="0" y="2311"/>
                  </a:lnTo>
                  <a:lnTo>
                    <a:pt x="22" y="2834"/>
                  </a:lnTo>
                  <a:lnTo>
                    <a:pt x="66" y="3423"/>
                  </a:lnTo>
                  <a:lnTo>
                    <a:pt x="153" y="4055"/>
                  </a:lnTo>
                  <a:lnTo>
                    <a:pt x="262" y="4709"/>
                  </a:lnTo>
                  <a:lnTo>
                    <a:pt x="414" y="5407"/>
                  </a:lnTo>
                  <a:lnTo>
                    <a:pt x="589" y="6104"/>
                  </a:lnTo>
                  <a:lnTo>
                    <a:pt x="807" y="6846"/>
                  </a:lnTo>
                  <a:lnTo>
                    <a:pt x="1047" y="7609"/>
                  </a:lnTo>
                  <a:lnTo>
                    <a:pt x="1308" y="8372"/>
                  </a:lnTo>
                  <a:lnTo>
                    <a:pt x="1613" y="9135"/>
                  </a:lnTo>
                  <a:lnTo>
                    <a:pt x="1919" y="9854"/>
                  </a:lnTo>
                  <a:lnTo>
                    <a:pt x="2246" y="10552"/>
                  </a:lnTo>
                  <a:lnTo>
                    <a:pt x="2594" y="11206"/>
                  </a:lnTo>
                  <a:lnTo>
                    <a:pt x="2921" y="11816"/>
                  </a:lnTo>
                  <a:lnTo>
                    <a:pt x="3270" y="12383"/>
                  </a:lnTo>
                  <a:lnTo>
                    <a:pt x="3619" y="12906"/>
                  </a:lnTo>
                  <a:lnTo>
                    <a:pt x="3968" y="13386"/>
                  </a:lnTo>
                  <a:lnTo>
                    <a:pt x="4317" y="13822"/>
                  </a:lnTo>
                  <a:lnTo>
                    <a:pt x="4644" y="14171"/>
                  </a:lnTo>
                  <a:lnTo>
                    <a:pt x="4971" y="14476"/>
                  </a:lnTo>
                  <a:lnTo>
                    <a:pt x="5298" y="14716"/>
                  </a:lnTo>
                  <a:lnTo>
                    <a:pt x="5450" y="14803"/>
                  </a:lnTo>
                  <a:lnTo>
                    <a:pt x="5603" y="14890"/>
                  </a:lnTo>
                  <a:lnTo>
                    <a:pt x="5734" y="14955"/>
                  </a:lnTo>
                  <a:lnTo>
                    <a:pt x="5886" y="14999"/>
                  </a:lnTo>
                  <a:lnTo>
                    <a:pt x="6017" y="15021"/>
                  </a:lnTo>
                  <a:lnTo>
                    <a:pt x="6148" y="15021"/>
                  </a:lnTo>
                  <a:lnTo>
                    <a:pt x="6279" y="14999"/>
                  </a:lnTo>
                  <a:lnTo>
                    <a:pt x="6410" y="14977"/>
                  </a:lnTo>
                  <a:lnTo>
                    <a:pt x="6519" y="14912"/>
                  </a:lnTo>
                  <a:lnTo>
                    <a:pt x="6628" y="14846"/>
                  </a:lnTo>
                  <a:lnTo>
                    <a:pt x="6715" y="14759"/>
                  </a:lnTo>
                  <a:lnTo>
                    <a:pt x="6802" y="14650"/>
                  </a:lnTo>
                  <a:lnTo>
                    <a:pt x="6889" y="14519"/>
                  </a:lnTo>
                  <a:lnTo>
                    <a:pt x="6955" y="14367"/>
                  </a:lnTo>
                  <a:lnTo>
                    <a:pt x="7020" y="14214"/>
                  </a:lnTo>
                  <a:lnTo>
                    <a:pt x="7085" y="14040"/>
                  </a:lnTo>
                  <a:lnTo>
                    <a:pt x="7173" y="13647"/>
                  </a:lnTo>
                  <a:lnTo>
                    <a:pt x="7216" y="13211"/>
                  </a:lnTo>
                  <a:lnTo>
                    <a:pt x="7238" y="12710"/>
                  </a:lnTo>
                  <a:lnTo>
                    <a:pt x="7216" y="12165"/>
                  </a:lnTo>
                  <a:lnTo>
                    <a:pt x="7173" y="11598"/>
                  </a:lnTo>
                  <a:lnTo>
                    <a:pt x="7085" y="10966"/>
                  </a:lnTo>
                  <a:lnTo>
                    <a:pt x="6976" y="10312"/>
                  </a:lnTo>
                  <a:lnTo>
                    <a:pt x="6824" y="9614"/>
                  </a:lnTo>
                  <a:lnTo>
                    <a:pt x="6649" y="8895"/>
                  </a:lnTo>
                  <a:lnTo>
                    <a:pt x="6431" y="8175"/>
                  </a:lnTo>
                  <a:lnTo>
                    <a:pt x="6192" y="7412"/>
                  </a:lnTo>
                  <a:lnTo>
                    <a:pt x="5908" y="6649"/>
                  </a:lnTo>
                  <a:lnTo>
                    <a:pt x="5625" y="5886"/>
                  </a:lnTo>
                  <a:lnTo>
                    <a:pt x="5298" y="5167"/>
                  </a:lnTo>
                  <a:lnTo>
                    <a:pt x="4992" y="4469"/>
                  </a:lnTo>
                  <a:lnTo>
                    <a:pt x="4644" y="3815"/>
                  </a:lnTo>
                  <a:lnTo>
                    <a:pt x="4317" y="3205"/>
                  </a:lnTo>
                  <a:lnTo>
                    <a:pt x="3968" y="2616"/>
                  </a:lnTo>
                  <a:lnTo>
                    <a:pt x="3619" y="2093"/>
                  </a:lnTo>
                  <a:lnTo>
                    <a:pt x="3270" y="1635"/>
                  </a:lnTo>
                  <a:lnTo>
                    <a:pt x="2921" y="1199"/>
                  </a:lnTo>
                  <a:lnTo>
                    <a:pt x="2594" y="850"/>
                  </a:lnTo>
                  <a:lnTo>
                    <a:pt x="2267" y="545"/>
                  </a:lnTo>
                  <a:lnTo>
                    <a:pt x="1940" y="305"/>
                  </a:lnTo>
                  <a:lnTo>
                    <a:pt x="1788" y="196"/>
                  </a:lnTo>
                  <a:lnTo>
                    <a:pt x="1635" y="131"/>
                  </a:lnTo>
                  <a:lnTo>
                    <a:pt x="1483" y="65"/>
                  </a:lnTo>
                  <a:lnTo>
                    <a:pt x="1352" y="22"/>
                  </a:lnTo>
                  <a:lnTo>
                    <a:pt x="119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3" name="Google Shape;11673;p80"/>
            <p:cNvSpPr/>
            <p:nvPr/>
          </p:nvSpPr>
          <p:spPr>
            <a:xfrm>
              <a:off x="7699600" y="3310925"/>
              <a:ext cx="109575" cy="246925"/>
            </a:xfrm>
            <a:custGeom>
              <a:rect b="b" l="l" r="r" t="t"/>
              <a:pathLst>
                <a:path extrusionOk="0" h="9877" w="4383">
                  <a:moveTo>
                    <a:pt x="480" y="88"/>
                  </a:moveTo>
                  <a:lnTo>
                    <a:pt x="589" y="110"/>
                  </a:lnTo>
                  <a:lnTo>
                    <a:pt x="720" y="175"/>
                  </a:lnTo>
                  <a:lnTo>
                    <a:pt x="873" y="284"/>
                  </a:lnTo>
                  <a:lnTo>
                    <a:pt x="1047" y="415"/>
                  </a:lnTo>
                  <a:lnTo>
                    <a:pt x="1287" y="698"/>
                  </a:lnTo>
                  <a:lnTo>
                    <a:pt x="1570" y="1069"/>
                  </a:lnTo>
                  <a:lnTo>
                    <a:pt x="1854" y="1505"/>
                  </a:lnTo>
                  <a:lnTo>
                    <a:pt x="2137" y="2006"/>
                  </a:lnTo>
                  <a:lnTo>
                    <a:pt x="2442" y="2573"/>
                  </a:lnTo>
                  <a:lnTo>
                    <a:pt x="2726" y="3184"/>
                  </a:lnTo>
                  <a:lnTo>
                    <a:pt x="3009" y="3838"/>
                  </a:lnTo>
                  <a:lnTo>
                    <a:pt x="3293" y="4535"/>
                  </a:lnTo>
                  <a:lnTo>
                    <a:pt x="3511" y="5168"/>
                  </a:lnTo>
                  <a:lnTo>
                    <a:pt x="3707" y="5800"/>
                  </a:lnTo>
                  <a:lnTo>
                    <a:pt x="3881" y="6410"/>
                  </a:lnTo>
                  <a:lnTo>
                    <a:pt x="4034" y="6977"/>
                  </a:lnTo>
                  <a:lnTo>
                    <a:pt x="4143" y="7500"/>
                  </a:lnTo>
                  <a:lnTo>
                    <a:pt x="4230" y="8002"/>
                  </a:lnTo>
                  <a:lnTo>
                    <a:pt x="4274" y="8460"/>
                  </a:lnTo>
                  <a:lnTo>
                    <a:pt x="4296" y="8852"/>
                  </a:lnTo>
                  <a:lnTo>
                    <a:pt x="4274" y="9201"/>
                  </a:lnTo>
                  <a:lnTo>
                    <a:pt x="4252" y="9353"/>
                  </a:lnTo>
                  <a:lnTo>
                    <a:pt x="4208" y="9484"/>
                  </a:lnTo>
                  <a:lnTo>
                    <a:pt x="4165" y="9593"/>
                  </a:lnTo>
                  <a:lnTo>
                    <a:pt x="4121" y="9659"/>
                  </a:lnTo>
                  <a:lnTo>
                    <a:pt x="4056" y="9724"/>
                  </a:lnTo>
                  <a:lnTo>
                    <a:pt x="3990" y="9768"/>
                  </a:lnTo>
                  <a:lnTo>
                    <a:pt x="3903" y="9789"/>
                  </a:lnTo>
                  <a:lnTo>
                    <a:pt x="3794" y="9768"/>
                  </a:lnTo>
                  <a:lnTo>
                    <a:pt x="3642" y="9702"/>
                  </a:lnTo>
                  <a:lnTo>
                    <a:pt x="3511" y="9593"/>
                  </a:lnTo>
                  <a:lnTo>
                    <a:pt x="3336" y="9462"/>
                  </a:lnTo>
                  <a:lnTo>
                    <a:pt x="3075" y="9179"/>
                  </a:lnTo>
                  <a:lnTo>
                    <a:pt x="2813" y="8808"/>
                  </a:lnTo>
                  <a:lnTo>
                    <a:pt x="2530" y="8372"/>
                  </a:lnTo>
                  <a:lnTo>
                    <a:pt x="2224" y="7871"/>
                  </a:lnTo>
                  <a:lnTo>
                    <a:pt x="1941" y="7304"/>
                  </a:lnTo>
                  <a:lnTo>
                    <a:pt x="1658" y="6694"/>
                  </a:lnTo>
                  <a:lnTo>
                    <a:pt x="1374" y="6040"/>
                  </a:lnTo>
                  <a:lnTo>
                    <a:pt x="1091" y="5342"/>
                  </a:lnTo>
                  <a:lnTo>
                    <a:pt x="851" y="4710"/>
                  </a:lnTo>
                  <a:lnTo>
                    <a:pt x="655" y="4078"/>
                  </a:lnTo>
                  <a:lnTo>
                    <a:pt x="480" y="3467"/>
                  </a:lnTo>
                  <a:lnTo>
                    <a:pt x="350" y="2900"/>
                  </a:lnTo>
                  <a:lnTo>
                    <a:pt x="241" y="2377"/>
                  </a:lnTo>
                  <a:lnTo>
                    <a:pt x="153" y="1876"/>
                  </a:lnTo>
                  <a:lnTo>
                    <a:pt x="110" y="1418"/>
                  </a:lnTo>
                  <a:lnTo>
                    <a:pt x="88" y="1025"/>
                  </a:lnTo>
                  <a:lnTo>
                    <a:pt x="110" y="677"/>
                  </a:lnTo>
                  <a:lnTo>
                    <a:pt x="132" y="524"/>
                  </a:lnTo>
                  <a:lnTo>
                    <a:pt x="153" y="393"/>
                  </a:lnTo>
                  <a:lnTo>
                    <a:pt x="197" y="284"/>
                  </a:lnTo>
                  <a:lnTo>
                    <a:pt x="262" y="219"/>
                  </a:lnTo>
                  <a:lnTo>
                    <a:pt x="328" y="153"/>
                  </a:lnTo>
                  <a:lnTo>
                    <a:pt x="393" y="110"/>
                  </a:lnTo>
                  <a:lnTo>
                    <a:pt x="480" y="88"/>
                  </a:lnTo>
                  <a:close/>
                  <a:moveTo>
                    <a:pt x="480" y="1"/>
                  </a:moveTo>
                  <a:lnTo>
                    <a:pt x="350" y="23"/>
                  </a:lnTo>
                  <a:lnTo>
                    <a:pt x="262" y="88"/>
                  </a:lnTo>
                  <a:lnTo>
                    <a:pt x="197" y="153"/>
                  </a:lnTo>
                  <a:lnTo>
                    <a:pt x="110" y="306"/>
                  </a:lnTo>
                  <a:lnTo>
                    <a:pt x="44" y="502"/>
                  </a:lnTo>
                  <a:lnTo>
                    <a:pt x="1" y="742"/>
                  </a:lnTo>
                  <a:lnTo>
                    <a:pt x="1" y="1025"/>
                  </a:lnTo>
                  <a:lnTo>
                    <a:pt x="23" y="1440"/>
                  </a:lnTo>
                  <a:lnTo>
                    <a:pt x="66" y="1876"/>
                  </a:lnTo>
                  <a:lnTo>
                    <a:pt x="153" y="2377"/>
                  </a:lnTo>
                  <a:lnTo>
                    <a:pt x="262" y="2922"/>
                  </a:lnTo>
                  <a:lnTo>
                    <a:pt x="393" y="3489"/>
                  </a:lnTo>
                  <a:lnTo>
                    <a:pt x="568" y="4099"/>
                  </a:lnTo>
                  <a:lnTo>
                    <a:pt x="786" y="4732"/>
                  </a:lnTo>
                  <a:lnTo>
                    <a:pt x="1004" y="5386"/>
                  </a:lnTo>
                  <a:lnTo>
                    <a:pt x="1374" y="6301"/>
                  </a:lnTo>
                  <a:lnTo>
                    <a:pt x="1767" y="7151"/>
                  </a:lnTo>
                  <a:lnTo>
                    <a:pt x="2159" y="7915"/>
                  </a:lnTo>
                  <a:lnTo>
                    <a:pt x="2551" y="8569"/>
                  </a:lnTo>
                  <a:lnTo>
                    <a:pt x="2748" y="8852"/>
                  </a:lnTo>
                  <a:lnTo>
                    <a:pt x="2922" y="9114"/>
                  </a:lnTo>
                  <a:lnTo>
                    <a:pt x="3097" y="9332"/>
                  </a:lnTo>
                  <a:lnTo>
                    <a:pt x="3271" y="9506"/>
                  </a:lnTo>
                  <a:lnTo>
                    <a:pt x="3445" y="9659"/>
                  </a:lnTo>
                  <a:lnTo>
                    <a:pt x="3598" y="9768"/>
                  </a:lnTo>
                  <a:lnTo>
                    <a:pt x="3751" y="9833"/>
                  </a:lnTo>
                  <a:lnTo>
                    <a:pt x="3903" y="9877"/>
                  </a:lnTo>
                  <a:lnTo>
                    <a:pt x="4034" y="9855"/>
                  </a:lnTo>
                  <a:lnTo>
                    <a:pt x="4121" y="9789"/>
                  </a:lnTo>
                  <a:lnTo>
                    <a:pt x="4187" y="9724"/>
                  </a:lnTo>
                  <a:lnTo>
                    <a:pt x="4274" y="9571"/>
                  </a:lnTo>
                  <a:lnTo>
                    <a:pt x="4339" y="9375"/>
                  </a:lnTo>
                  <a:lnTo>
                    <a:pt x="4361" y="9135"/>
                  </a:lnTo>
                  <a:lnTo>
                    <a:pt x="4383" y="8852"/>
                  </a:lnTo>
                  <a:lnTo>
                    <a:pt x="4361" y="8438"/>
                  </a:lnTo>
                  <a:lnTo>
                    <a:pt x="4317" y="7980"/>
                  </a:lnTo>
                  <a:lnTo>
                    <a:pt x="4230" y="7500"/>
                  </a:lnTo>
                  <a:lnTo>
                    <a:pt x="4121" y="6955"/>
                  </a:lnTo>
                  <a:lnTo>
                    <a:pt x="3969" y="6367"/>
                  </a:lnTo>
                  <a:lnTo>
                    <a:pt x="3794" y="5778"/>
                  </a:lnTo>
                  <a:lnTo>
                    <a:pt x="3598" y="5146"/>
                  </a:lnTo>
                  <a:lnTo>
                    <a:pt x="3358" y="4492"/>
                  </a:lnTo>
                  <a:lnTo>
                    <a:pt x="3009" y="3576"/>
                  </a:lnTo>
                  <a:lnTo>
                    <a:pt x="2617" y="2726"/>
                  </a:lnTo>
                  <a:lnTo>
                    <a:pt x="2224" y="1963"/>
                  </a:lnTo>
                  <a:lnTo>
                    <a:pt x="1832" y="1309"/>
                  </a:lnTo>
                  <a:lnTo>
                    <a:pt x="1636" y="1025"/>
                  </a:lnTo>
                  <a:lnTo>
                    <a:pt x="1461" y="764"/>
                  </a:lnTo>
                  <a:lnTo>
                    <a:pt x="1265" y="546"/>
                  </a:lnTo>
                  <a:lnTo>
                    <a:pt x="1091" y="350"/>
                  </a:lnTo>
                  <a:lnTo>
                    <a:pt x="938" y="219"/>
                  </a:lnTo>
                  <a:lnTo>
                    <a:pt x="764" y="110"/>
                  </a:lnTo>
                  <a:lnTo>
                    <a:pt x="611" y="23"/>
                  </a:lnTo>
                  <a:lnTo>
                    <a:pt x="48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4" name="Google Shape;11674;p80"/>
            <p:cNvSpPr/>
            <p:nvPr/>
          </p:nvSpPr>
          <p:spPr>
            <a:xfrm>
              <a:off x="7703975" y="3315300"/>
              <a:ext cx="100300" cy="238200"/>
            </a:xfrm>
            <a:custGeom>
              <a:rect b="b" l="l" r="r" t="t"/>
              <a:pathLst>
                <a:path extrusionOk="0" h="9528" w="4012">
                  <a:moveTo>
                    <a:pt x="240" y="0"/>
                  </a:moveTo>
                  <a:lnTo>
                    <a:pt x="153" y="66"/>
                  </a:lnTo>
                  <a:lnTo>
                    <a:pt x="87" y="175"/>
                  </a:lnTo>
                  <a:lnTo>
                    <a:pt x="44" y="327"/>
                  </a:lnTo>
                  <a:lnTo>
                    <a:pt x="22" y="523"/>
                  </a:lnTo>
                  <a:lnTo>
                    <a:pt x="0" y="741"/>
                  </a:lnTo>
                  <a:lnTo>
                    <a:pt x="22" y="1025"/>
                  </a:lnTo>
                  <a:lnTo>
                    <a:pt x="44" y="1308"/>
                  </a:lnTo>
                  <a:lnTo>
                    <a:pt x="109" y="1657"/>
                  </a:lnTo>
                  <a:lnTo>
                    <a:pt x="240" y="2398"/>
                  </a:lnTo>
                  <a:lnTo>
                    <a:pt x="458" y="3227"/>
                  </a:lnTo>
                  <a:lnTo>
                    <a:pt x="741" y="4142"/>
                  </a:lnTo>
                  <a:lnTo>
                    <a:pt x="1090" y="5102"/>
                  </a:lnTo>
                  <a:lnTo>
                    <a:pt x="1461" y="6061"/>
                  </a:lnTo>
                  <a:lnTo>
                    <a:pt x="1853" y="6933"/>
                  </a:lnTo>
                  <a:lnTo>
                    <a:pt x="2246" y="7718"/>
                  </a:lnTo>
                  <a:lnTo>
                    <a:pt x="2616" y="8372"/>
                  </a:lnTo>
                  <a:lnTo>
                    <a:pt x="2791" y="8655"/>
                  </a:lnTo>
                  <a:lnTo>
                    <a:pt x="2965" y="8895"/>
                  </a:lnTo>
                  <a:lnTo>
                    <a:pt x="3140" y="9113"/>
                  </a:lnTo>
                  <a:lnTo>
                    <a:pt x="3292" y="9287"/>
                  </a:lnTo>
                  <a:lnTo>
                    <a:pt x="3445" y="9396"/>
                  </a:lnTo>
                  <a:lnTo>
                    <a:pt x="3576" y="9484"/>
                  </a:lnTo>
                  <a:lnTo>
                    <a:pt x="3685" y="9527"/>
                  </a:lnTo>
                  <a:lnTo>
                    <a:pt x="3794" y="9527"/>
                  </a:lnTo>
                  <a:lnTo>
                    <a:pt x="3881" y="9462"/>
                  </a:lnTo>
                  <a:lnTo>
                    <a:pt x="3946" y="9353"/>
                  </a:lnTo>
                  <a:lnTo>
                    <a:pt x="3990" y="9200"/>
                  </a:lnTo>
                  <a:lnTo>
                    <a:pt x="4012" y="9004"/>
                  </a:lnTo>
                  <a:lnTo>
                    <a:pt x="4012" y="8786"/>
                  </a:lnTo>
                  <a:lnTo>
                    <a:pt x="4012" y="8503"/>
                  </a:lnTo>
                  <a:lnTo>
                    <a:pt x="3968" y="8219"/>
                  </a:lnTo>
                  <a:lnTo>
                    <a:pt x="3924" y="7870"/>
                  </a:lnTo>
                  <a:lnTo>
                    <a:pt x="3772" y="7129"/>
                  </a:lnTo>
                  <a:lnTo>
                    <a:pt x="3554" y="6301"/>
                  </a:lnTo>
                  <a:lnTo>
                    <a:pt x="3270" y="5385"/>
                  </a:lnTo>
                  <a:lnTo>
                    <a:pt x="2943" y="4426"/>
                  </a:lnTo>
                  <a:lnTo>
                    <a:pt x="2573" y="3467"/>
                  </a:lnTo>
                  <a:lnTo>
                    <a:pt x="2180" y="2595"/>
                  </a:lnTo>
                  <a:lnTo>
                    <a:pt x="1788" y="1810"/>
                  </a:lnTo>
                  <a:lnTo>
                    <a:pt x="1417" y="1156"/>
                  </a:lnTo>
                  <a:lnTo>
                    <a:pt x="1221" y="872"/>
                  </a:lnTo>
                  <a:lnTo>
                    <a:pt x="1047" y="632"/>
                  </a:lnTo>
                  <a:lnTo>
                    <a:pt x="894" y="414"/>
                  </a:lnTo>
                  <a:lnTo>
                    <a:pt x="741" y="240"/>
                  </a:lnTo>
                  <a:lnTo>
                    <a:pt x="589" y="109"/>
                  </a:lnTo>
                  <a:lnTo>
                    <a:pt x="458" y="44"/>
                  </a:lnTo>
                  <a:lnTo>
                    <a:pt x="34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5" name="Google Shape;11675;p80"/>
            <p:cNvSpPr/>
            <p:nvPr/>
          </p:nvSpPr>
          <p:spPr>
            <a:xfrm>
              <a:off x="7714325" y="3334925"/>
              <a:ext cx="80150" cy="198950"/>
            </a:xfrm>
            <a:custGeom>
              <a:rect b="b" l="l" r="r" t="t"/>
              <a:pathLst>
                <a:path extrusionOk="0" h="7958" w="3206">
                  <a:moveTo>
                    <a:pt x="109" y="0"/>
                  </a:moveTo>
                  <a:lnTo>
                    <a:pt x="66" y="44"/>
                  </a:lnTo>
                  <a:lnTo>
                    <a:pt x="22" y="131"/>
                  </a:lnTo>
                  <a:lnTo>
                    <a:pt x="0" y="240"/>
                  </a:lnTo>
                  <a:lnTo>
                    <a:pt x="0" y="392"/>
                  </a:lnTo>
                  <a:lnTo>
                    <a:pt x="44" y="807"/>
                  </a:lnTo>
                  <a:lnTo>
                    <a:pt x="131" y="1330"/>
                  </a:lnTo>
                  <a:lnTo>
                    <a:pt x="284" y="1940"/>
                  </a:lnTo>
                  <a:lnTo>
                    <a:pt x="480" y="2638"/>
                  </a:lnTo>
                  <a:lnTo>
                    <a:pt x="720" y="3401"/>
                  </a:lnTo>
                  <a:lnTo>
                    <a:pt x="1003" y="4208"/>
                  </a:lnTo>
                  <a:lnTo>
                    <a:pt x="1308" y="4992"/>
                  </a:lnTo>
                  <a:lnTo>
                    <a:pt x="1635" y="5734"/>
                  </a:lnTo>
                  <a:lnTo>
                    <a:pt x="1941" y="6388"/>
                  </a:lnTo>
                  <a:lnTo>
                    <a:pt x="2224" y="6955"/>
                  </a:lnTo>
                  <a:lnTo>
                    <a:pt x="2508" y="7391"/>
                  </a:lnTo>
                  <a:lnTo>
                    <a:pt x="2747" y="7739"/>
                  </a:lnTo>
                  <a:lnTo>
                    <a:pt x="2835" y="7848"/>
                  </a:lnTo>
                  <a:lnTo>
                    <a:pt x="2944" y="7914"/>
                  </a:lnTo>
                  <a:lnTo>
                    <a:pt x="3009" y="7957"/>
                  </a:lnTo>
                  <a:lnTo>
                    <a:pt x="3096" y="7957"/>
                  </a:lnTo>
                  <a:lnTo>
                    <a:pt x="3140" y="7914"/>
                  </a:lnTo>
                  <a:lnTo>
                    <a:pt x="3183" y="7827"/>
                  </a:lnTo>
                  <a:lnTo>
                    <a:pt x="3205" y="7718"/>
                  </a:lnTo>
                  <a:lnTo>
                    <a:pt x="3205" y="7565"/>
                  </a:lnTo>
                  <a:lnTo>
                    <a:pt x="3162" y="7151"/>
                  </a:lnTo>
                  <a:lnTo>
                    <a:pt x="3074" y="6628"/>
                  </a:lnTo>
                  <a:lnTo>
                    <a:pt x="2922" y="6017"/>
                  </a:lnTo>
                  <a:lnTo>
                    <a:pt x="2726" y="5319"/>
                  </a:lnTo>
                  <a:lnTo>
                    <a:pt x="2486" y="4556"/>
                  </a:lnTo>
                  <a:lnTo>
                    <a:pt x="2202" y="3750"/>
                  </a:lnTo>
                  <a:lnTo>
                    <a:pt x="1875" y="2965"/>
                  </a:lnTo>
                  <a:lnTo>
                    <a:pt x="1570" y="2224"/>
                  </a:lnTo>
                  <a:lnTo>
                    <a:pt x="1265" y="1570"/>
                  </a:lnTo>
                  <a:lnTo>
                    <a:pt x="960" y="1003"/>
                  </a:lnTo>
                  <a:lnTo>
                    <a:pt x="698" y="545"/>
                  </a:lnTo>
                  <a:lnTo>
                    <a:pt x="458" y="218"/>
                  </a:lnTo>
                  <a:lnTo>
                    <a:pt x="349" y="109"/>
                  </a:lnTo>
                  <a:lnTo>
                    <a:pt x="262" y="44"/>
                  </a:lnTo>
                  <a:lnTo>
                    <a:pt x="17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6" name="Google Shape;11676;p80"/>
            <p:cNvSpPr/>
            <p:nvPr/>
          </p:nvSpPr>
          <p:spPr>
            <a:xfrm>
              <a:off x="7723050" y="3354000"/>
              <a:ext cx="62700" cy="160800"/>
            </a:xfrm>
            <a:custGeom>
              <a:rect b="b" l="l" r="r" t="t"/>
              <a:pathLst>
                <a:path extrusionOk="0" h="6432" w="2508">
                  <a:moveTo>
                    <a:pt x="44" y="0"/>
                  </a:moveTo>
                  <a:lnTo>
                    <a:pt x="22" y="22"/>
                  </a:lnTo>
                  <a:lnTo>
                    <a:pt x="0" y="87"/>
                  </a:lnTo>
                  <a:lnTo>
                    <a:pt x="0" y="305"/>
                  </a:lnTo>
                  <a:lnTo>
                    <a:pt x="44" y="632"/>
                  </a:lnTo>
                  <a:lnTo>
                    <a:pt x="153" y="1025"/>
                  </a:lnTo>
                  <a:lnTo>
                    <a:pt x="284" y="1526"/>
                  </a:lnTo>
                  <a:lnTo>
                    <a:pt x="458" y="2093"/>
                  </a:lnTo>
                  <a:lnTo>
                    <a:pt x="654" y="2703"/>
                  </a:lnTo>
                  <a:lnTo>
                    <a:pt x="894" y="3357"/>
                  </a:lnTo>
                  <a:lnTo>
                    <a:pt x="1134" y="3990"/>
                  </a:lnTo>
                  <a:lnTo>
                    <a:pt x="1395" y="4600"/>
                  </a:lnTo>
                  <a:lnTo>
                    <a:pt x="1635" y="5123"/>
                  </a:lnTo>
                  <a:lnTo>
                    <a:pt x="1853" y="5581"/>
                  </a:lnTo>
                  <a:lnTo>
                    <a:pt x="2050" y="5952"/>
                  </a:lnTo>
                  <a:lnTo>
                    <a:pt x="2224" y="6235"/>
                  </a:lnTo>
                  <a:lnTo>
                    <a:pt x="2355" y="6388"/>
                  </a:lnTo>
                  <a:lnTo>
                    <a:pt x="2420" y="6431"/>
                  </a:lnTo>
                  <a:lnTo>
                    <a:pt x="2464" y="6431"/>
                  </a:lnTo>
                  <a:lnTo>
                    <a:pt x="2486" y="6410"/>
                  </a:lnTo>
                  <a:lnTo>
                    <a:pt x="2507" y="6344"/>
                  </a:lnTo>
                  <a:lnTo>
                    <a:pt x="2507" y="6126"/>
                  </a:lnTo>
                  <a:lnTo>
                    <a:pt x="2442" y="5799"/>
                  </a:lnTo>
                  <a:lnTo>
                    <a:pt x="2355" y="5385"/>
                  </a:lnTo>
                  <a:lnTo>
                    <a:pt x="2224" y="4905"/>
                  </a:lnTo>
                  <a:lnTo>
                    <a:pt x="2050" y="4338"/>
                  </a:lnTo>
                  <a:lnTo>
                    <a:pt x="1853" y="3728"/>
                  </a:lnTo>
                  <a:lnTo>
                    <a:pt x="1613" y="3074"/>
                  </a:lnTo>
                  <a:lnTo>
                    <a:pt x="1352" y="2442"/>
                  </a:lnTo>
                  <a:lnTo>
                    <a:pt x="1112" y="1831"/>
                  </a:lnTo>
                  <a:lnTo>
                    <a:pt x="872" y="1308"/>
                  </a:lnTo>
                  <a:lnTo>
                    <a:pt x="654" y="850"/>
                  </a:lnTo>
                  <a:lnTo>
                    <a:pt x="458" y="480"/>
                  </a:lnTo>
                  <a:lnTo>
                    <a:pt x="284" y="196"/>
                  </a:lnTo>
                  <a:lnTo>
                    <a:pt x="153" y="44"/>
                  </a:lnTo>
                  <a:lnTo>
                    <a:pt x="8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7" name="Google Shape;11677;p80"/>
            <p:cNvSpPr/>
            <p:nvPr/>
          </p:nvSpPr>
          <p:spPr>
            <a:xfrm>
              <a:off x="7872375" y="3381775"/>
              <a:ext cx="221850" cy="353200"/>
            </a:xfrm>
            <a:custGeom>
              <a:rect b="b" l="l" r="r" t="t"/>
              <a:pathLst>
                <a:path extrusionOk="0" h="14128" w="8874">
                  <a:moveTo>
                    <a:pt x="7718" y="873"/>
                  </a:moveTo>
                  <a:lnTo>
                    <a:pt x="7871" y="917"/>
                  </a:lnTo>
                  <a:lnTo>
                    <a:pt x="7980" y="1026"/>
                  </a:lnTo>
                  <a:lnTo>
                    <a:pt x="8067" y="1156"/>
                  </a:lnTo>
                  <a:lnTo>
                    <a:pt x="8132" y="1331"/>
                  </a:lnTo>
                  <a:lnTo>
                    <a:pt x="8154" y="1549"/>
                  </a:lnTo>
                  <a:lnTo>
                    <a:pt x="8176" y="1789"/>
                  </a:lnTo>
                  <a:lnTo>
                    <a:pt x="8154" y="2072"/>
                  </a:lnTo>
                  <a:lnTo>
                    <a:pt x="8111" y="2377"/>
                  </a:lnTo>
                  <a:lnTo>
                    <a:pt x="8045" y="2726"/>
                  </a:lnTo>
                  <a:lnTo>
                    <a:pt x="7936" y="3075"/>
                  </a:lnTo>
                  <a:lnTo>
                    <a:pt x="7827" y="3467"/>
                  </a:lnTo>
                  <a:lnTo>
                    <a:pt x="7675" y="3860"/>
                  </a:lnTo>
                  <a:lnTo>
                    <a:pt x="7522" y="4274"/>
                  </a:lnTo>
                  <a:lnTo>
                    <a:pt x="7326" y="4710"/>
                  </a:lnTo>
                  <a:lnTo>
                    <a:pt x="7130" y="5146"/>
                  </a:lnTo>
                  <a:lnTo>
                    <a:pt x="6911" y="5604"/>
                  </a:lnTo>
                  <a:lnTo>
                    <a:pt x="6650" y="6062"/>
                  </a:lnTo>
                  <a:lnTo>
                    <a:pt x="6388" y="6498"/>
                  </a:lnTo>
                  <a:lnTo>
                    <a:pt x="6127" y="6934"/>
                  </a:lnTo>
                  <a:lnTo>
                    <a:pt x="5865" y="7348"/>
                  </a:lnTo>
                  <a:lnTo>
                    <a:pt x="5603" y="7718"/>
                  </a:lnTo>
                  <a:lnTo>
                    <a:pt x="5320" y="8089"/>
                  </a:lnTo>
                  <a:lnTo>
                    <a:pt x="5058" y="8416"/>
                  </a:lnTo>
                  <a:lnTo>
                    <a:pt x="4797" y="8721"/>
                  </a:lnTo>
                  <a:lnTo>
                    <a:pt x="4535" y="8983"/>
                  </a:lnTo>
                  <a:lnTo>
                    <a:pt x="4295" y="9223"/>
                  </a:lnTo>
                  <a:lnTo>
                    <a:pt x="4056" y="9419"/>
                  </a:lnTo>
                  <a:lnTo>
                    <a:pt x="3816" y="9593"/>
                  </a:lnTo>
                  <a:lnTo>
                    <a:pt x="3598" y="9702"/>
                  </a:lnTo>
                  <a:lnTo>
                    <a:pt x="3402" y="9790"/>
                  </a:lnTo>
                  <a:lnTo>
                    <a:pt x="3227" y="9833"/>
                  </a:lnTo>
                  <a:lnTo>
                    <a:pt x="3053" y="9833"/>
                  </a:lnTo>
                  <a:lnTo>
                    <a:pt x="2922" y="9790"/>
                  </a:lnTo>
                  <a:lnTo>
                    <a:pt x="2857" y="9746"/>
                  </a:lnTo>
                  <a:lnTo>
                    <a:pt x="2813" y="9702"/>
                  </a:lnTo>
                  <a:lnTo>
                    <a:pt x="2726" y="9550"/>
                  </a:lnTo>
                  <a:lnTo>
                    <a:pt x="2660" y="9375"/>
                  </a:lnTo>
                  <a:lnTo>
                    <a:pt x="2617" y="9157"/>
                  </a:lnTo>
                  <a:lnTo>
                    <a:pt x="2617" y="8917"/>
                  </a:lnTo>
                  <a:lnTo>
                    <a:pt x="2639" y="8634"/>
                  </a:lnTo>
                  <a:lnTo>
                    <a:pt x="2682" y="8329"/>
                  </a:lnTo>
                  <a:lnTo>
                    <a:pt x="2748" y="8002"/>
                  </a:lnTo>
                  <a:lnTo>
                    <a:pt x="2857" y="7631"/>
                  </a:lnTo>
                  <a:lnTo>
                    <a:pt x="2966" y="7239"/>
                  </a:lnTo>
                  <a:lnTo>
                    <a:pt x="3118" y="6846"/>
                  </a:lnTo>
                  <a:lnTo>
                    <a:pt x="3271" y="6432"/>
                  </a:lnTo>
                  <a:lnTo>
                    <a:pt x="3467" y="5996"/>
                  </a:lnTo>
                  <a:lnTo>
                    <a:pt x="3663" y="5560"/>
                  </a:lnTo>
                  <a:lnTo>
                    <a:pt x="3903" y="5102"/>
                  </a:lnTo>
                  <a:lnTo>
                    <a:pt x="4143" y="4645"/>
                  </a:lnTo>
                  <a:lnTo>
                    <a:pt x="4404" y="4208"/>
                  </a:lnTo>
                  <a:lnTo>
                    <a:pt x="4666" y="3772"/>
                  </a:lnTo>
                  <a:lnTo>
                    <a:pt x="4928" y="3358"/>
                  </a:lnTo>
                  <a:lnTo>
                    <a:pt x="5189" y="2988"/>
                  </a:lnTo>
                  <a:lnTo>
                    <a:pt x="5473" y="2617"/>
                  </a:lnTo>
                  <a:lnTo>
                    <a:pt x="5734" y="2290"/>
                  </a:lnTo>
                  <a:lnTo>
                    <a:pt x="5996" y="1985"/>
                  </a:lnTo>
                  <a:lnTo>
                    <a:pt x="6257" y="1723"/>
                  </a:lnTo>
                  <a:lnTo>
                    <a:pt x="6497" y="1483"/>
                  </a:lnTo>
                  <a:lnTo>
                    <a:pt x="6737" y="1287"/>
                  </a:lnTo>
                  <a:lnTo>
                    <a:pt x="6977" y="1135"/>
                  </a:lnTo>
                  <a:lnTo>
                    <a:pt x="7195" y="1004"/>
                  </a:lnTo>
                  <a:lnTo>
                    <a:pt x="7391" y="917"/>
                  </a:lnTo>
                  <a:lnTo>
                    <a:pt x="7566" y="873"/>
                  </a:lnTo>
                  <a:close/>
                  <a:moveTo>
                    <a:pt x="7958" y="1"/>
                  </a:moveTo>
                  <a:lnTo>
                    <a:pt x="7805" y="23"/>
                  </a:lnTo>
                  <a:lnTo>
                    <a:pt x="7675" y="23"/>
                  </a:lnTo>
                  <a:lnTo>
                    <a:pt x="7522" y="66"/>
                  </a:lnTo>
                  <a:lnTo>
                    <a:pt x="7348" y="132"/>
                  </a:lnTo>
                  <a:lnTo>
                    <a:pt x="7195" y="197"/>
                  </a:lnTo>
                  <a:lnTo>
                    <a:pt x="6824" y="372"/>
                  </a:lnTo>
                  <a:lnTo>
                    <a:pt x="6454" y="633"/>
                  </a:lnTo>
                  <a:lnTo>
                    <a:pt x="6083" y="938"/>
                  </a:lnTo>
                  <a:lnTo>
                    <a:pt x="5669" y="1309"/>
                  </a:lnTo>
                  <a:lnTo>
                    <a:pt x="5255" y="1723"/>
                  </a:lnTo>
                  <a:lnTo>
                    <a:pt x="4840" y="2181"/>
                  </a:lnTo>
                  <a:lnTo>
                    <a:pt x="4404" y="2704"/>
                  </a:lnTo>
                  <a:lnTo>
                    <a:pt x="3968" y="3249"/>
                  </a:lnTo>
                  <a:lnTo>
                    <a:pt x="3554" y="3860"/>
                  </a:lnTo>
                  <a:lnTo>
                    <a:pt x="3118" y="4492"/>
                  </a:lnTo>
                  <a:lnTo>
                    <a:pt x="2704" y="5168"/>
                  </a:lnTo>
                  <a:lnTo>
                    <a:pt x="2290" y="5865"/>
                  </a:lnTo>
                  <a:lnTo>
                    <a:pt x="1919" y="6585"/>
                  </a:lnTo>
                  <a:lnTo>
                    <a:pt x="1549" y="7304"/>
                  </a:lnTo>
                  <a:lnTo>
                    <a:pt x="1243" y="7980"/>
                  </a:lnTo>
                  <a:lnTo>
                    <a:pt x="960" y="8678"/>
                  </a:lnTo>
                  <a:lnTo>
                    <a:pt x="698" y="9332"/>
                  </a:lnTo>
                  <a:lnTo>
                    <a:pt x="502" y="9964"/>
                  </a:lnTo>
                  <a:lnTo>
                    <a:pt x="328" y="10574"/>
                  </a:lnTo>
                  <a:lnTo>
                    <a:pt x="175" y="11141"/>
                  </a:lnTo>
                  <a:lnTo>
                    <a:pt x="88" y="11664"/>
                  </a:lnTo>
                  <a:lnTo>
                    <a:pt x="22" y="12166"/>
                  </a:lnTo>
                  <a:lnTo>
                    <a:pt x="1" y="12602"/>
                  </a:lnTo>
                  <a:lnTo>
                    <a:pt x="22" y="13016"/>
                  </a:lnTo>
                  <a:lnTo>
                    <a:pt x="66" y="13190"/>
                  </a:lnTo>
                  <a:lnTo>
                    <a:pt x="88" y="13343"/>
                  </a:lnTo>
                  <a:lnTo>
                    <a:pt x="153" y="13496"/>
                  </a:lnTo>
                  <a:lnTo>
                    <a:pt x="197" y="13626"/>
                  </a:lnTo>
                  <a:lnTo>
                    <a:pt x="284" y="13757"/>
                  </a:lnTo>
                  <a:lnTo>
                    <a:pt x="349" y="13866"/>
                  </a:lnTo>
                  <a:lnTo>
                    <a:pt x="458" y="13953"/>
                  </a:lnTo>
                  <a:lnTo>
                    <a:pt x="567" y="14019"/>
                  </a:lnTo>
                  <a:lnTo>
                    <a:pt x="676" y="14062"/>
                  </a:lnTo>
                  <a:lnTo>
                    <a:pt x="807" y="14106"/>
                  </a:lnTo>
                  <a:lnTo>
                    <a:pt x="938" y="14128"/>
                  </a:lnTo>
                  <a:lnTo>
                    <a:pt x="1069" y="14128"/>
                  </a:lnTo>
                  <a:lnTo>
                    <a:pt x="1221" y="14106"/>
                  </a:lnTo>
                  <a:lnTo>
                    <a:pt x="1374" y="14062"/>
                  </a:lnTo>
                  <a:lnTo>
                    <a:pt x="1527" y="13997"/>
                  </a:lnTo>
                  <a:lnTo>
                    <a:pt x="1701" y="13932"/>
                  </a:lnTo>
                  <a:lnTo>
                    <a:pt x="2050" y="13757"/>
                  </a:lnTo>
                  <a:lnTo>
                    <a:pt x="2421" y="13496"/>
                  </a:lnTo>
                  <a:lnTo>
                    <a:pt x="2813" y="13190"/>
                  </a:lnTo>
                  <a:lnTo>
                    <a:pt x="3205" y="12820"/>
                  </a:lnTo>
                  <a:lnTo>
                    <a:pt x="3620" y="12406"/>
                  </a:lnTo>
                  <a:lnTo>
                    <a:pt x="4056" y="11948"/>
                  </a:lnTo>
                  <a:lnTo>
                    <a:pt x="4470" y="11425"/>
                  </a:lnTo>
                  <a:lnTo>
                    <a:pt x="4906" y="10880"/>
                  </a:lnTo>
                  <a:lnTo>
                    <a:pt x="5342" y="10269"/>
                  </a:lnTo>
                  <a:lnTo>
                    <a:pt x="5756" y="9637"/>
                  </a:lnTo>
                  <a:lnTo>
                    <a:pt x="6170" y="8961"/>
                  </a:lnTo>
                  <a:lnTo>
                    <a:pt x="6584" y="8263"/>
                  </a:lnTo>
                  <a:lnTo>
                    <a:pt x="6977" y="7544"/>
                  </a:lnTo>
                  <a:lnTo>
                    <a:pt x="7326" y="6846"/>
                  </a:lnTo>
                  <a:lnTo>
                    <a:pt x="7631" y="6149"/>
                  </a:lnTo>
                  <a:lnTo>
                    <a:pt x="7936" y="5451"/>
                  </a:lnTo>
                  <a:lnTo>
                    <a:pt x="8176" y="4797"/>
                  </a:lnTo>
                  <a:lnTo>
                    <a:pt x="8394" y="4165"/>
                  </a:lnTo>
                  <a:lnTo>
                    <a:pt x="8568" y="3576"/>
                  </a:lnTo>
                  <a:lnTo>
                    <a:pt x="8699" y="2988"/>
                  </a:lnTo>
                  <a:lnTo>
                    <a:pt x="8808" y="2464"/>
                  </a:lnTo>
                  <a:lnTo>
                    <a:pt x="8852" y="1963"/>
                  </a:lnTo>
                  <a:lnTo>
                    <a:pt x="8874" y="1527"/>
                  </a:lnTo>
                  <a:lnTo>
                    <a:pt x="8852" y="1135"/>
                  </a:lnTo>
                  <a:lnTo>
                    <a:pt x="8830" y="938"/>
                  </a:lnTo>
                  <a:lnTo>
                    <a:pt x="8786" y="786"/>
                  </a:lnTo>
                  <a:lnTo>
                    <a:pt x="8743" y="633"/>
                  </a:lnTo>
                  <a:lnTo>
                    <a:pt x="8677" y="502"/>
                  </a:lnTo>
                  <a:lnTo>
                    <a:pt x="8612" y="372"/>
                  </a:lnTo>
                  <a:lnTo>
                    <a:pt x="8525" y="263"/>
                  </a:lnTo>
                  <a:lnTo>
                    <a:pt x="8438" y="175"/>
                  </a:lnTo>
                  <a:lnTo>
                    <a:pt x="8329" y="110"/>
                  </a:lnTo>
                  <a:lnTo>
                    <a:pt x="8198" y="66"/>
                  </a:lnTo>
                  <a:lnTo>
                    <a:pt x="8089" y="23"/>
                  </a:lnTo>
                  <a:lnTo>
                    <a:pt x="795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8" name="Google Shape;11678;p80"/>
            <p:cNvSpPr/>
            <p:nvPr/>
          </p:nvSpPr>
          <p:spPr>
            <a:xfrm>
              <a:off x="7937225" y="3400325"/>
              <a:ext cx="139550" cy="231100"/>
            </a:xfrm>
            <a:custGeom>
              <a:rect b="b" l="l" r="r" t="t"/>
              <a:pathLst>
                <a:path extrusionOk="0" h="9244" w="5582">
                  <a:moveTo>
                    <a:pt x="5255" y="87"/>
                  </a:moveTo>
                  <a:lnTo>
                    <a:pt x="5320" y="109"/>
                  </a:lnTo>
                  <a:lnTo>
                    <a:pt x="5386" y="196"/>
                  </a:lnTo>
                  <a:lnTo>
                    <a:pt x="5451" y="305"/>
                  </a:lnTo>
                  <a:lnTo>
                    <a:pt x="5495" y="458"/>
                  </a:lnTo>
                  <a:lnTo>
                    <a:pt x="5495" y="654"/>
                  </a:lnTo>
                  <a:lnTo>
                    <a:pt x="5473" y="1025"/>
                  </a:lnTo>
                  <a:lnTo>
                    <a:pt x="5386" y="1483"/>
                  </a:lnTo>
                  <a:lnTo>
                    <a:pt x="5255" y="1984"/>
                  </a:lnTo>
                  <a:lnTo>
                    <a:pt x="5059" y="2551"/>
                  </a:lnTo>
                  <a:lnTo>
                    <a:pt x="4819" y="3161"/>
                  </a:lnTo>
                  <a:lnTo>
                    <a:pt x="4536" y="3815"/>
                  </a:lnTo>
                  <a:lnTo>
                    <a:pt x="4187" y="4491"/>
                  </a:lnTo>
                  <a:lnTo>
                    <a:pt x="3816" y="5189"/>
                  </a:lnTo>
                  <a:lnTo>
                    <a:pt x="3336" y="6017"/>
                  </a:lnTo>
                  <a:lnTo>
                    <a:pt x="2835" y="6780"/>
                  </a:lnTo>
                  <a:lnTo>
                    <a:pt x="2355" y="7456"/>
                  </a:lnTo>
                  <a:lnTo>
                    <a:pt x="1876" y="8045"/>
                  </a:lnTo>
                  <a:lnTo>
                    <a:pt x="1658" y="8284"/>
                  </a:lnTo>
                  <a:lnTo>
                    <a:pt x="1440" y="8502"/>
                  </a:lnTo>
                  <a:lnTo>
                    <a:pt x="1244" y="8699"/>
                  </a:lnTo>
                  <a:lnTo>
                    <a:pt x="1047" y="8851"/>
                  </a:lnTo>
                  <a:lnTo>
                    <a:pt x="873" y="8982"/>
                  </a:lnTo>
                  <a:lnTo>
                    <a:pt x="699" y="9069"/>
                  </a:lnTo>
                  <a:lnTo>
                    <a:pt x="546" y="9135"/>
                  </a:lnTo>
                  <a:lnTo>
                    <a:pt x="437" y="9157"/>
                  </a:lnTo>
                  <a:lnTo>
                    <a:pt x="350" y="9135"/>
                  </a:lnTo>
                  <a:lnTo>
                    <a:pt x="284" y="9113"/>
                  </a:lnTo>
                  <a:lnTo>
                    <a:pt x="197" y="9048"/>
                  </a:lnTo>
                  <a:lnTo>
                    <a:pt x="154" y="8917"/>
                  </a:lnTo>
                  <a:lnTo>
                    <a:pt x="110" y="8764"/>
                  </a:lnTo>
                  <a:lnTo>
                    <a:pt x="88" y="8568"/>
                  </a:lnTo>
                  <a:lnTo>
                    <a:pt x="132" y="8197"/>
                  </a:lnTo>
                  <a:lnTo>
                    <a:pt x="219" y="7761"/>
                  </a:lnTo>
                  <a:lnTo>
                    <a:pt x="350" y="7238"/>
                  </a:lnTo>
                  <a:lnTo>
                    <a:pt x="546" y="6671"/>
                  </a:lnTo>
                  <a:lnTo>
                    <a:pt x="786" y="6061"/>
                  </a:lnTo>
                  <a:lnTo>
                    <a:pt x="1069" y="5429"/>
                  </a:lnTo>
                  <a:lnTo>
                    <a:pt x="1396" y="4731"/>
                  </a:lnTo>
                  <a:lnTo>
                    <a:pt x="1767" y="4033"/>
                  </a:lnTo>
                  <a:lnTo>
                    <a:pt x="2268" y="3205"/>
                  </a:lnTo>
                  <a:lnTo>
                    <a:pt x="2748" y="2442"/>
                  </a:lnTo>
                  <a:lnTo>
                    <a:pt x="3249" y="1766"/>
                  </a:lnTo>
                  <a:lnTo>
                    <a:pt x="3707" y="1199"/>
                  </a:lnTo>
                  <a:lnTo>
                    <a:pt x="3947" y="938"/>
                  </a:lnTo>
                  <a:lnTo>
                    <a:pt x="4165" y="720"/>
                  </a:lnTo>
                  <a:lnTo>
                    <a:pt x="4361" y="523"/>
                  </a:lnTo>
                  <a:lnTo>
                    <a:pt x="4557" y="371"/>
                  </a:lnTo>
                  <a:lnTo>
                    <a:pt x="4732" y="240"/>
                  </a:lnTo>
                  <a:lnTo>
                    <a:pt x="4906" y="153"/>
                  </a:lnTo>
                  <a:lnTo>
                    <a:pt x="5037" y="109"/>
                  </a:lnTo>
                  <a:lnTo>
                    <a:pt x="5168" y="87"/>
                  </a:lnTo>
                  <a:close/>
                  <a:moveTo>
                    <a:pt x="5168" y="0"/>
                  </a:moveTo>
                  <a:lnTo>
                    <a:pt x="5015" y="22"/>
                  </a:lnTo>
                  <a:lnTo>
                    <a:pt x="4863" y="66"/>
                  </a:lnTo>
                  <a:lnTo>
                    <a:pt x="4688" y="175"/>
                  </a:lnTo>
                  <a:lnTo>
                    <a:pt x="4514" y="305"/>
                  </a:lnTo>
                  <a:lnTo>
                    <a:pt x="4208" y="567"/>
                  </a:lnTo>
                  <a:lnTo>
                    <a:pt x="3881" y="894"/>
                  </a:lnTo>
                  <a:lnTo>
                    <a:pt x="3533" y="1265"/>
                  </a:lnTo>
                  <a:lnTo>
                    <a:pt x="3184" y="1722"/>
                  </a:lnTo>
                  <a:lnTo>
                    <a:pt x="2813" y="2224"/>
                  </a:lnTo>
                  <a:lnTo>
                    <a:pt x="2443" y="2769"/>
                  </a:lnTo>
                  <a:lnTo>
                    <a:pt x="2072" y="3379"/>
                  </a:lnTo>
                  <a:lnTo>
                    <a:pt x="1701" y="3990"/>
                  </a:lnTo>
                  <a:lnTo>
                    <a:pt x="1331" y="4709"/>
                  </a:lnTo>
                  <a:lnTo>
                    <a:pt x="982" y="5385"/>
                  </a:lnTo>
                  <a:lnTo>
                    <a:pt x="699" y="6039"/>
                  </a:lnTo>
                  <a:lnTo>
                    <a:pt x="459" y="6649"/>
                  </a:lnTo>
                  <a:lnTo>
                    <a:pt x="263" y="7216"/>
                  </a:lnTo>
                  <a:lnTo>
                    <a:pt x="132" y="7739"/>
                  </a:lnTo>
                  <a:lnTo>
                    <a:pt x="45" y="8197"/>
                  </a:lnTo>
                  <a:lnTo>
                    <a:pt x="23" y="8393"/>
                  </a:lnTo>
                  <a:lnTo>
                    <a:pt x="1" y="8568"/>
                  </a:lnTo>
                  <a:lnTo>
                    <a:pt x="23" y="8786"/>
                  </a:lnTo>
                  <a:lnTo>
                    <a:pt x="66" y="8960"/>
                  </a:lnTo>
                  <a:lnTo>
                    <a:pt x="132" y="9091"/>
                  </a:lnTo>
                  <a:lnTo>
                    <a:pt x="197" y="9157"/>
                  </a:lnTo>
                  <a:lnTo>
                    <a:pt x="241" y="9178"/>
                  </a:lnTo>
                  <a:lnTo>
                    <a:pt x="328" y="9222"/>
                  </a:lnTo>
                  <a:lnTo>
                    <a:pt x="437" y="9244"/>
                  </a:lnTo>
                  <a:lnTo>
                    <a:pt x="568" y="9222"/>
                  </a:lnTo>
                  <a:lnTo>
                    <a:pt x="742" y="9157"/>
                  </a:lnTo>
                  <a:lnTo>
                    <a:pt x="917" y="9048"/>
                  </a:lnTo>
                  <a:lnTo>
                    <a:pt x="1091" y="8917"/>
                  </a:lnTo>
                  <a:lnTo>
                    <a:pt x="1396" y="8677"/>
                  </a:lnTo>
                  <a:lnTo>
                    <a:pt x="1723" y="8350"/>
                  </a:lnTo>
                  <a:lnTo>
                    <a:pt x="2072" y="7957"/>
                  </a:lnTo>
                  <a:lnTo>
                    <a:pt x="2421" y="7500"/>
                  </a:lnTo>
                  <a:lnTo>
                    <a:pt x="2791" y="6998"/>
                  </a:lnTo>
                  <a:lnTo>
                    <a:pt x="3162" y="6453"/>
                  </a:lnTo>
                  <a:lnTo>
                    <a:pt x="3533" y="5865"/>
                  </a:lnTo>
                  <a:lnTo>
                    <a:pt x="3903" y="5232"/>
                  </a:lnTo>
                  <a:lnTo>
                    <a:pt x="4274" y="4535"/>
                  </a:lnTo>
                  <a:lnTo>
                    <a:pt x="4601" y="3837"/>
                  </a:lnTo>
                  <a:lnTo>
                    <a:pt x="4906" y="3183"/>
                  </a:lnTo>
                  <a:lnTo>
                    <a:pt x="5146" y="2573"/>
                  </a:lnTo>
                  <a:lnTo>
                    <a:pt x="5342" y="2006"/>
                  </a:lnTo>
                  <a:lnTo>
                    <a:pt x="5473" y="1483"/>
                  </a:lnTo>
                  <a:lnTo>
                    <a:pt x="5560" y="1047"/>
                  </a:lnTo>
                  <a:lnTo>
                    <a:pt x="5582" y="829"/>
                  </a:lnTo>
                  <a:lnTo>
                    <a:pt x="5582" y="654"/>
                  </a:lnTo>
                  <a:lnTo>
                    <a:pt x="5582" y="436"/>
                  </a:lnTo>
                  <a:lnTo>
                    <a:pt x="5538" y="262"/>
                  </a:lnTo>
                  <a:lnTo>
                    <a:pt x="5473" y="131"/>
                  </a:lnTo>
                  <a:lnTo>
                    <a:pt x="5408" y="87"/>
                  </a:lnTo>
                  <a:lnTo>
                    <a:pt x="5364" y="44"/>
                  </a:lnTo>
                  <a:lnTo>
                    <a:pt x="527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9" name="Google Shape;11679;p80"/>
            <p:cNvSpPr/>
            <p:nvPr/>
          </p:nvSpPr>
          <p:spPr>
            <a:xfrm>
              <a:off x="7941600" y="3404125"/>
              <a:ext cx="131375" cy="222950"/>
            </a:xfrm>
            <a:custGeom>
              <a:rect b="b" l="l" r="r" t="t"/>
              <a:pathLst>
                <a:path extrusionOk="0" h="8918" w="5255">
                  <a:moveTo>
                    <a:pt x="4993" y="1"/>
                  </a:moveTo>
                  <a:lnTo>
                    <a:pt x="4884" y="23"/>
                  </a:lnTo>
                  <a:lnTo>
                    <a:pt x="4731" y="88"/>
                  </a:lnTo>
                  <a:lnTo>
                    <a:pt x="4579" y="197"/>
                  </a:lnTo>
                  <a:lnTo>
                    <a:pt x="4382" y="328"/>
                  </a:lnTo>
                  <a:lnTo>
                    <a:pt x="4186" y="524"/>
                  </a:lnTo>
                  <a:lnTo>
                    <a:pt x="3990" y="742"/>
                  </a:lnTo>
                  <a:lnTo>
                    <a:pt x="3772" y="982"/>
                  </a:lnTo>
                  <a:lnTo>
                    <a:pt x="3292" y="1592"/>
                  </a:lnTo>
                  <a:lnTo>
                    <a:pt x="2791" y="2290"/>
                  </a:lnTo>
                  <a:lnTo>
                    <a:pt x="2268" y="3096"/>
                  </a:lnTo>
                  <a:lnTo>
                    <a:pt x="1766" y="3990"/>
                  </a:lnTo>
                  <a:lnTo>
                    <a:pt x="1287" y="4884"/>
                  </a:lnTo>
                  <a:lnTo>
                    <a:pt x="872" y="5734"/>
                  </a:lnTo>
                  <a:lnTo>
                    <a:pt x="524" y="6541"/>
                  </a:lnTo>
                  <a:lnTo>
                    <a:pt x="262" y="7260"/>
                  </a:lnTo>
                  <a:lnTo>
                    <a:pt x="175" y="7566"/>
                  </a:lnTo>
                  <a:lnTo>
                    <a:pt x="88" y="7871"/>
                  </a:lnTo>
                  <a:lnTo>
                    <a:pt x="44" y="8132"/>
                  </a:lnTo>
                  <a:lnTo>
                    <a:pt x="0" y="8350"/>
                  </a:lnTo>
                  <a:lnTo>
                    <a:pt x="0" y="8547"/>
                  </a:lnTo>
                  <a:lnTo>
                    <a:pt x="22" y="8699"/>
                  </a:lnTo>
                  <a:lnTo>
                    <a:pt x="66" y="8830"/>
                  </a:lnTo>
                  <a:lnTo>
                    <a:pt x="153" y="8896"/>
                  </a:lnTo>
                  <a:lnTo>
                    <a:pt x="262" y="8917"/>
                  </a:lnTo>
                  <a:lnTo>
                    <a:pt x="371" y="8896"/>
                  </a:lnTo>
                  <a:lnTo>
                    <a:pt x="524" y="8830"/>
                  </a:lnTo>
                  <a:lnTo>
                    <a:pt x="676" y="8743"/>
                  </a:lnTo>
                  <a:lnTo>
                    <a:pt x="851" y="8590"/>
                  </a:lnTo>
                  <a:lnTo>
                    <a:pt x="1047" y="8416"/>
                  </a:lnTo>
                  <a:lnTo>
                    <a:pt x="1265" y="8198"/>
                  </a:lnTo>
                  <a:lnTo>
                    <a:pt x="1483" y="7936"/>
                  </a:lnTo>
                  <a:lnTo>
                    <a:pt x="1962" y="7348"/>
                  </a:lnTo>
                  <a:lnTo>
                    <a:pt x="2464" y="6628"/>
                  </a:lnTo>
                  <a:lnTo>
                    <a:pt x="2965" y="5822"/>
                  </a:lnTo>
                  <a:lnTo>
                    <a:pt x="3488" y="4950"/>
                  </a:lnTo>
                  <a:lnTo>
                    <a:pt x="3968" y="4034"/>
                  </a:lnTo>
                  <a:lnTo>
                    <a:pt x="4382" y="3184"/>
                  </a:lnTo>
                  <a:lnTo>
                    <a:pt x="4731" y="2377"/>
                  </a:lnTo>
                  <a:lnTo>
                    <a:pt x="4993" y="1679"/>
                  </a:lnTo>
                  <a:lnTo>
                    <a:pt x="5080" y="1352"/>
                  </a:lnTo>
                  <a:lnTo>
                    <a:pt x="5167" y="1047"/>
                  </a:lnTo>
                  <a:lnTo>
                    <a:pt x="5211" y="786"/>
                  </a:lnTo>
                  <a:lnTo>
                    <a:pt x="5233" y="568"/>
                  </a:lnTo>
                  <a:lnTo>
                    <a:pt x="5254" y="371"/>
                  </a:lnTo>
                  <a:lnTo>
                    <a:pt x="5233" y="219"/>
                  </a:lnTo>
                  <a:lnTo>
                    <a:pt x="5167" y="110"/>
                  </a:lnTo>
                  <a:lnTo>
                    <a:pt x="5102" y="23"/>
                  </a:lnTo>
                  <a:lnTo>
                    <a:pt x="499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0" name="Google Shape;11680;p80"/>
            <p:cNvSpPr/>
            <p:nvPr/>
          </p:nvSpPr>
          <p:spPr>
            <a:xfrm>
              <a:off x="7953575" y="3422650"/>
              <a:ext cx="107400" cy="185900"/>
            </a:xfrm>
            <a:custGeom>
              <a:rect b="b" l="l" r="r" t="t"/>
              <a:pathLst>
                <a:path extrusionOk="0" h="7436" w="4296">
                  <a:moveTo>
                    <a:pt x="4143" y="1"/>
                  </a:moveTo>
                  <a:lnTo>
                    <a:pt x="4056" y="23"/>
                  </a:lnTo>
                  <a:lnTo>
                    <a:pt x="3969" y="88"/>
                  </a:lnTo>
                  <a:lnTo>
                    <a:pt x="3838" y="175"/>
                  </a:lnTo>
                  <a:lnTo>
                    <a:pt x="3554" y="481"/>
                  </a:lnTo>
                  <a:lnTo>
                    <a:pt x="3227" y="873"/>
                  </a:lnTo>
                  <a:lnTo>
                    <a:pt x="2835" y="1396"/>
                  </a:lnTo>
                  <a:lnTo>
                    <a:pt x="2443" y="1985"/>
                  </a:lnTo>
                  <a:lnTo>
                    <a:pt x="2028" y="2661"/>
                  </a:lnTo>
                  <a:lnTo>
                    <a:pt x="1592" y="3402"/>
                  </a:lnTo>
                  <a:lnTo>
                    <a:pt x="1178" y="4165"/>
                  </a:lnTo>
                  <a:lnTo>
                    <a:pt x="829" y="4884"/>
                  </a:lnTo>
                  <a:lnTo>
                    <a:pt x="524" y="5538"/>
                  </a:lnTo>
                  <a:lnTo>
                    <a:pt x="284" y="6127"/>
                  </a:lnTo>
                  <a:lnTo>
                    <a:pt x="110" y="6628"/>
                  </a:lnTo>
                  <a:lnTo>
                    <a:pt x="23" y="7021"/>
                  </a:lnTo>
                  <a:lnTo>
                    <a:pt x="1" y="7173"/>
                  </a:lnTo>
                  <a:lnTo>
                    <a:pt x="1" y="7282"/>
                  </a:lnTo>
                  <a:lnTo>
                    <a:pt x="23" y="7370"/>
                  </a:lnTo>
                  <a:lnTo>
                    <a:pt x="66" y="7435"/>
                  </a:lnTo>
                  <a:lnTo>
                    <a:pt x="154" y="7435"/>
                  </a:lnTo>
                  <a:lnTo>
                    <a:pt x="241" y="7413"/>
                  </a:lnTo>
                  <a:lnTo>
                    <a:pt x="328" y="7348"/>
                  </a:lnTo>
                  <a:lnTo>
                    <a:pt x="459" y="7261"/>
                  </a:lnTo>
                  <a:lnTo>
                    <a:pt x="742" y="6977"/>
                  </a:lnTo>
                  <a:lnTo>
                    <a:pt x="1069" y="6563"/>
                  </a:lnTo>
                  <a:lnTo>
                    <a:pt x="1440" y="6062"/>
                  </a:lnTo>
                  <a:lnTo>
                    <a:pt x="1854" y="5451"/>
                  </a:lnTo>
                  <a:lnTo>
                    <a:pt x="2268" y="4775"/>
                  </a:lnTo>
                  <a:lnTo>
                    <a:pt x="2704" y="4034"/>
                  </a:lnTo>
                  <a:lnTo>
                    <a:pt x="3097" y="3271"/>
                  </a:lnTo>
                  <a:lnTo>
                    <a:pt x="3467" y="2573"/>
                  </a:lnTo>
                  <a:lnTo>
                    <a:pt x="3772" y="1898"/>
                  </a:lnTo>
                  <a:lnTo>
                    <a:pt x="4012" y="1309"/>
                  </a:lnTo>
                  <a:lnTo>
                    <a:pt x="4165" y="829"/>
                  </a:lnTo>
                  <a:lnTo>
                    <a:pt x="4274" y="437"/>
                  </a:lnTo>
                  <a:lnTo>
                    <a:pt x="4296" y="263"/>
                  </a:lnTo>
                  <a:lnTo>
                    <a:pt x="4296" y="154"/>
                  </a:lnTo>
                  <a:lnTo>
                    <a:pt x="4252" y="66"/>
                  </a:lnTo>
                  <a:lnTo>
                    <a:pt x="4209" y="23"/>
                  </a:lnTo>
                  <a:lnTo>
                    <a:pt x="414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1" name="Google Shape;11681;p80"/>
            <p:cNvSpPr/>
            <p:nvPr/>
          </p:nvSpPr>
          <p:spPr>
            <a:xfrm>
              <a:off x="7964475" y="3440650"/>
              <a:ext cx="85600" cy="149900"/>
            </a:xfrm>
            <a:custGeom>
              <a:rect b="b" l="l" r="r" t="t"/>
              <a:pathLst>
                <a:path extrusionOk="0" h="5996" w="3424">
                  <a:moveTo>
                    <a:pt x="3336" y="0"/>
                  </a:moveTo>
                  <a:lnTo>
                    <a:pt x="3293" y="22"/>
                  </a:lnTo>
                  <a:lnTo>
                    <a:pt x="3118" y="175"/>
                  </a:lnTo>
                  <a:lnTo>
                    <a:pt x="2922" y="415"/>
                  </a:lnTo>
                  <a:lnTo>
                    <a:pt x="2661" y="742"/>
                  </a:lnTo>
                  <a:lnTo>
                    <a:pt x="2377" y="1178"/>
                  </a:lnTo>
                  <a:lnTo>
                    <a:pt x="2050" y="1657"/>
                  </a:lnTo>
                  <a:lnTo>
                    <a:pt x="1723" y="2224"/>
                  </a:lnTo>
                  <a:lnTo>
                    <a:pt x="1374" y="2813"/>
                  </a:lnTo>
                  <a:lnTo>
                    <a:pt x="1047" y="3423"/>
                  </a:lnTo>
                  <a:lnTo>
                    <a:pt x="742" y="3990"/>
                  </a:lnTo>
                  <a:lnTo>
                    <a:pt x="502" y="4513"/>
                  </a:lnTo>
                  <a:lnTo>
                    <a:pt x="284" y="4993"/>
                  </a:lnTo>
                  <a:lnTo>
                    <a:pt x="132" y="5385"/>
                  </a:lnTo>
                  <a:lnTo>
                    <a:pt x="45" y="5690"/>
                  </a:lnTo>
                  <a:lnTo>
                    <a:pt x="1" y="5908"/>
                  </a:lnTo>
                  <a:lnTo>
                    <a:pt x="1" y="5974"/>
                  </a:lnTo>
                  <a:lnTo>
                    <a:pt x="45" y="5996"/>
                  </a:lnTo>
                  <a:lnTo>
                    <a:pt x="88" y="5996"/>
                  </a:lnTo>
                  <a:lnTo>
                    <a:pt x="132" y="5974"/>
                  </a:lnTo>
                  <a:lnTo>
                    <a:pt x="306" y="5843"/>
                  </a:lnTo>
                  <a:lnTo>
                    <a:pt x="502" y="5603"/>
                  </a:lnTo>
                  <a:lnTo>
                    <a:pt x="764" y="5254"/>
                  </a:lnTo>
                  <a:lnTo>
                    <a:pt x="1047" y="4840"/>
                  </a:lnTo>
                  <a:lnTo>
                    <a:pt x="1374" y="4339"/>
                  </a:lnTo>
                  <a:lnTo>
                    <a:pt x="1701" y="3794"/>
                  </a:lnTo>
                  <a:lnTo>
                    <a:pt x="2050" y="3183"/>
                  </a:lnTo>
                  <a:lnTo>
                    <a:pt x="2377" y="2573"/>
                  </a:lnTo>
                  <a:lnTo>
                    <a:pt x="2661" y="2006"/>
                  </a:lnTo>
                  <a:lnTo>
                    <a:pt x="2922" y="1483"/>
                  </a:lnTo>
                  <a:lnTo>
                    <a:pt x="3140" y="1003"/>
                  </a:lnTo>
                  <a:lnTo>
                    <a:pt x="3293" y="611"/>
                  </a:lnTo>
                  <a:lnTo>
                    <a:pt x="3380" y="306"/>
                  </a:lnTo>
                  <a:lnTo>
                    <a:pt x="3424" y="109"/>
                  </a:lnTo>
                  <a:lnTo>
                    <a:pt x="3402" y="44"/>
                  </a:lnTo>
                  <a:lnTo>
                    <a:pt x="338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2" name="Google Shape;11682;p80"/>
            <p:cNvSpPr/>
            <p:nvPr/>
          </p:nvSpPr>
          <p:spPr>
            <a:xfrm>
              <a:off x="7996650" y="3282600"/>
              <a:ext cx="312850" cy="129725"/>
            </a:xfrm>
            <a:custGeom>
              <a:rect b="b" l="l" r="r" t="t"/>
              <a:pathLst>
                <a:path extrusionOk="0" h="5189" w="12514">
                  <a:moveTo>
                    <a:pt x="2442" y="567"/>
                  </a:moveTo>
                  <a:lnTo>
                    <a:pt x="2769" y="589"/>
                  </a:lnTo>
                  <a:lnTo>
                    <a:pt x="3488" y="676"/>
                  </a:lnTo>
                  <a:lnTo>
                    <a:pt x="4251" y="829"/>
                  </a:lnTo>
                  <a:lnTo>
                    <a:pt x="5058" y="1025"/>
                  </a:lnTo>
                  <a:lnTo>
                    <a:pt x="5843" y="1286"/>
                  </a:lnTo>
                  <a:lnTo>
                    <a:pt x="6562" y="1548"/>
                  </a:lnTo>
                  <a:lnTo>
                    <a:pt x="7216" y="1853"/>
                  </a:lnTo>
                  <a:lnTo>
                    <a:pt x="7500" y="2006"/>
                  </a:lnTo>
                  <a:lnTo>
                    <a:pt x="7761" y="2158"/>
                  </a:lnTo>
                  <a:lnTo>
                    <a:pt x="8001" y="2311"/>
                  </a:lnTo>
                  <a:lnTo>
                    <a:pt x="8197" y="2464"/>
                  </a:lnTo>
                  <a:lnTo>
                    <a:pt x="8372" y="2594"/>
                  </a:lnTo>
                  <a:lnTo>
                    <a:pt x="8524" y="2747"/>
                  </a:lnTo>
                  <a:lnTo>
                    <a:pt x="8612" y="2900"/>
                  </a:lnTo>
                  <a:lnTo>
                    <a:pt x="8699" y="3030"/>
                  </a:lnTo>
                  <a:lnTo>
                    <a:pt x="8721" y="3161"/>
                  </a:lnTo>
                  <a:lnTo>
                    <a:pt x="8699" y="3270"/>
                  </a:lnTo>
                  <a:lnTo>
                    <a:pt x="8655" y="3379"/>
                  </a:lnTo>
                  <a:lnTo>
                    <a:pt x="8568" y="3488"/>
                  </a:lnTo>
                  <a:lnTo>
                    <a:pt x="8437" y="3554"/>
                  </a:lnTo>
                  <a:lnTo>
                    <a:pt x="8263" y="3619"/>
                  </a:lnTo>
                  <a:lnTo>
                    <a:pt x="8067" y="3685"/>
                  </a:lnTo>
                  <a:lnTo>
                    <a:pt x="7849" y="3706"/>
                  </a:lnTo>
                  <a:lnTo>
                    <a:pt x="7587" y="3728"/>
                  </a:lnTo>
                  <a:lnTo>
                    <a:pt x="7325" y="3750"/>
                  </a:lnTo>
                  <a:lnTo>
                    <a:pt x="7020" y="3750"/>
                  </a:lnTo>
                  <a:lnTo>
                    <a:pt x="6693" y="3728"/>
                  </a:lnTo>
                  <a:lnTo>
                    <a:pt x="5995" y="3641"/>
                  </a:lnTo>
                  <a:lnTo>
                    <a:pt x="5211" y="3488"/>
                  </a:lnTo>
                  <a:lnTo>
                    <a:pt x="4404" y="3292"/>
                  </a:lnTo>
                  <a:lnTo>
                    <a:pt x="3619" y="3030"/>
                  </a:lnTo>
                  <a:lnTo>
                    <a:pt x="2900" y="2769"/>
                  </a:lnTo>
                  <a:lnTo>
                    <a:pt x="2246" y="2464"/>
                  </a:lnTo>
                  <a:lnTo>
                    <a:pt x="1962" y="2311"/>
                  </a:lnTo>
                  <a:lnTo>
                    <a:pt x="1701" y="2158"/>
                  </a:lnTo>
                  <a:lnTo>
                    <a:pt x="1461" y="2006"/>
                  </a:lnTo>
                  <a:lnTo>
                    <a:pt x="1265" y="1853"/>
                  </a:lnTo>
                  <a:lnTo>
                    <a:pt x="1090" y="1722"/>
                  </a:lnTo>
                  <a:lnTo>
                    <a:pt x="959" y="1570"/>
                  </a:lnTo>
                  <a:lnTo>
                    <a:pt x="850" y="1417"/>
                  </a:lnTo>
                  <a:lnTo>
                    <a:pt x="785" y="1286"/>
                  </a:lnTo>
                  <a:lnTo>
                    <a:pt x="741" y="1156"/>
                  </a:lnTo>
                  <a:lnTo>
                    <a:pt x="763" y="1047"/>
                  </a:lnTo>
                  <a:lnTo>
                    <a:pt x="807" y="938"/>
                  </a:lnTo>
                  <a:lnTo>
                    <a:pt x="916" y="829"/>
                  </a:lnTo>
                  <a:lnTo>
                    <a:pt x="1025" y="763"/>
                  </a:lnTo>
                  <a:lnTo>
                    <a:pt x="1199" y="698"/>
                  </a:lnTo>
                  <a:lnTo>
                    <a:pt x="1395" y="632"/>
                  </a:lnTo>
                  <a:lnTo>
                    <a:pt x="1613" y="611"/>
                  </a:lnTo>
                  <a:lnTo>
                    <a:pt x="1875" y="567"/>
                  </a:lnTo>
                  <a:close/>
                  <a:moveTo>
                    <a:pt x="2246" y="0"/>
                  </a:moveTo>
                  <a:lnTo>
                    <a:pt x="1810" y="22"/>
                  </a:lnTo>
                  <a:lnTo>
                    <a:pt x="1395" y="66"/>
                  </a:lnTo>
                  <a:lnTo>
                    <a:pt x="1047" y="131"/>
                  </a:lnTo>
                  <a:lnTo>
                    <a:pt x="741" y="218"/>
                  </a:lnTo>
                  <a:lnTo>
                    <a:pt x="480" y="349"/>
                  </a:lnTo>
                  <a:lnTo>
                    <a:pt x="262" y="480"/>
                  </a:lnTo>
                  <a:lnTo>
                    <a:pt x="196" y="567"/>
                  </a:lnTo>
                  <a:lnTo>
                    <a:pt x="131" y="654"/>
                  </a:lnTo>
                  <a:lnTo>
                    <a:pt x="66" y="741"/>
                  </a:lnTo>
                  <a:lnTo>
                    <a:pt x="44" y="829"/>
                  </a:lnTo>
                  <a:lnTo>
                    <a:pt x="22" y="938"/>
                  </a:lnTo>
                  <a:lnTo>
                    <a:pt x="0" y="1047"/>
                  </a:lnTo>
                  <a:lnTo>
                    <a:pt x="22" y="1156"/>
                  </a:lnTo>
                  <a:lnTo>
                    <a:pt x="44" y="1265"/>
                  </a:lnTo>
                  <a:lnTo>
                    <a:pt x="153" y="1483"/>
                  </a:lnTo>
                  <a:lnTo>
                    <a:pt x="305" y="1722"/>
                  </a:lnTo>
                  <a:lnTo>
                    <a:pt x="523" y="1962"/>
                  </a:lnTo>
                  <a:lnTo>
                    <a:pt x="785" y="2202"/>
                  </a:lnTo>
                  <a:lnTo>
                    <a:pt x="1112" y="2464"/>
                  </a:lnTo>
                  <a:lnTo>
                    <a:pt x="1483" y="2703"/>
                  </a:lnTo>
                  <a:lnTo>
                    <a:pt x="1875" y="2965"/>
                  </a:lnTo>
                  <a:lnTo>
                    <a:pt x="2333" y="3205"/>
                  </a:lnTo>
                  <a:lnTo>
                    <a:pt x="2813" y="3445"/>
                  </a:lnTo>
                  <a:lnTo>
                    <a:pt x="3336" y="3685"/>
                  </a:lnTo>
                  <a:lnTo>
                    <a:pt x="3903" y="3903"/>
                  </a:lnTo>
                  <a:lnTo>
                    <a:pt x="4469" y="4121"/>
                  </a:lnTo>
                  <a:lnTo>
                    <a:pt x="5080" y="4317"/>
                  </a:lnTo>
                  <a:lnTo>
                    <a:pt x="5734" y="4513"/>
                  </a:lnTo>
                  <a:lnTo>
                    <a:pt x="6366" y="4687"/>
                  </a:lnTo>
                  <a:lnTo>
                    <a:pt x="6998" y="4818"/>
                  </a:lnTo>
                  <a:lnTo>
                    <a:pt x="7609" y="4949"/>
                  </a:lnTo>
                  <a:lnTo>
                    <a:pt x="8197" y="5036"/>
                  </a:lnTo>
                  <a:lnTo>
                    <a:pt x="8764" y="5123"/>
                  </a:lnTo>
                  <a:lnTo>
                    <a:pt x="9309" y="5167"/>
                  </a:lnTo>
                  <a:lnTo>
                    <a:pt x="9811" y="5189"/>
                  </a:lnTo>
                  <a:lnTo>
                    <a:pt x="10290" y="5189"/>
                  </a:lnTo>
                  <a:lnTo>
                    <a:pt x="10726" y="5167"/>
                  </a:lnTo>
                  <a:lnTo>
                    <a:pt x="11140" y="5123"/>
                  </a:lnTo>
                  <a:lnTo>
                    <a:pt x="11489" y="5058"/>
                  </a:lnTo>
                  <a:lnTo>
                    <a:pt x="11794" y="4949"/>
                  </a:lnTo>
                  <a:lnTo>
                    <a:pt x="12056" y="4840"/>
                  </a:lnTo>
                  <a:lnTo>
                    <a:pt x="12252" y="4687"/>
                  </a:lnTo>
                  <a:lnTo>
                    <a:pt x="12339" y="4622"/>
                  </a:lnTo>
                  <a:lnTo>
                    <a:pt x="12405" y="4535"/>
                  </a:lnTo>
                  <a:lnTo>
                    <a:pt x="12470" y="4448"/>
                  </a:lnTo>
                  <a:lnTo>
                    <a:pt x="12492" y="4339"/>
                  </a:lnTo>
                  <a:lnTo>
                    <a:pt x="12514" y="4251"/>
                  </a:lnTo>
                  <a:lnTo>
                    <a:pt x="12514" y="4142"/>
                  </a:lnTo>
                  <a:lnTo>
                    <a:pt x="12514" y="4033"/>
                  </a:lnTo>
                  <a:lnTo>
                    <a:pt x="12470" y="3924"/>
                  </a:lnTo>
                  <a:lnTo>
                    <a:pt x="12383" y="3685"/>
                  </a:lnTo>
                  <a:lnTo>
                    <a:pt x="12209" y="3466"/>
                  </a:lnTo>
                  <a:lnTo>
                    <a:pt x="12012" y="3227"/>
                  </a:lnTo>
                  <a:lnTo>
                    <a:pt x="11729" y="2965"/>
                  </a:lnTo>
                  <a:lnTo>
                    <a:pt x="11424" y="2725"/>
                  </a:lnTo>
                  <a:lnTo>
                    <a:pt x="11053" y="2464"/>
                  </a:lnTo>
                  <a:lnTo>
                    <a:pt x="10639" y="2224"/>
                  </a:lnTo>
                  <a:lnTo>
                    <a:pt x="10203" y="1984"/>
                  </a:lnTo>
                  <a:lnTo>
                    <a:pt x="9702" y="1744"/>
                  </a:lnTo>
                  <a:lnTo>
                    <a:pt x="9178" y="1504"/>
                  </a:lnTo>
                  <a:lnTo>
                    <a:pt x="8633" y="1286"/>
                  </a:lnTo>
                  <a:lnTo>
                    <a:pt x="8045" y="1068"/>
                  </a:lnTo>
                  <a:lnTo>
                    <a:pt x="7434" y="850"/>
                  </a:lnTo>
                  <a:lnTo>
                    <a:pt x="6802" y="676"/>
                  </a:lnTo>
                  <a:lnTo>
                    <a:pt x="6170" y="502"/>
                  </a:lnTo>
                  <a:lnTo>
                    <a:pt x="5538" y="349"/>
                  </a:lnTo>
                  <a:lnTo>
                    <a:pt x="4927" y="240"/>
                  </a:lnTo>
                  <a:lnTo>
                    <a:pt x="4339" y="131"/>
                  </a:lnTo>
                  <a:lnTo>
                    <a:pt x="3772" y="66"/>
                  </a:lnTo>
                  <a:lnTo>
                    <a:pt x="3227" y="22"/>
                  </a:lnTo>
                  <a:lnTo>
                    <a:pt x="272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3" name="Google Shape;11683;p80"/>
            <p:cNvSpPr/>
            <p:nvPr/>
          </p:nvSpPr>
          <p:spPr>
            <a:xfrm>
              <a:off x="8011900" y="3298400"/>
              <a:ext cx="206050" cy="76325"/>
            </a:xfrm>
            <a:custGeom>
              <a:rect b="b" l="l" r="r" t="t"/>
              <a:pathLst>
                <a:path extrusionOk="0" h="3053" w="8242">
                  <a:moveTo>
                    <a:pt x="1483" y="88"/>
                  </a:moveTo>
                  <a:lnTo>
                    <a:pt x="1832" y="109"/>
                  </a:lnTo>
                  <a:lnTo>
                    <a:pt x="2203" y="153"/>
                  </a:lnTo>
                  <a:lnTo>
                    <a:pt x="2595" y="218"/>
                  </a:lnTo>
                  <a:lnTo>
                    <a:pt x="3467" y="393"/>
                  </a:lnTo>
                  <a:lnTo>
                    <a:pt x="4383" y="611"/>
                  </a:lnTo>
                  <a:lnTo>
                    <a:pt x="5167" y="851"/>
                  </a:lnTo>
                  <a:lnTo>
                    <a:pt x="5887" y="1112"/>
                  </a:lnTo>
                  <a:lnTo>
                    <a:pt x="6519" y="1374"/>
                  </a:lnTo>
                  <a:lnTo>
                    <a:pt x="7086" y="1657"/>
                  </a:lnTo>
                  <a:lnTo>
                    <a:pt x="7544" y="1919"/>
                  </a:lnTo>
                  <a:lnTo>
                    <a:pt x="7718" y="2050"/>
                  </a:lnTo>
                  <a:lnTo>
                    <a:pt x="7871" y="2180"/>
                  </a:lnTo>
                  <a:lnTo>
                    <a:pt x="8002" y="2311"/>
                  </a:lnTo>
                  <a:lnTo>
                    <a:pt x="8089" y="2420"/>
                  </a:lnTo>
                  <a:lnTo>
                    <a:pt x="8132" y="2507"/>
                  </a:lnTo>
                  <a:lnTo>
                    <a:pt x="8154" y="2616"/>
                  </a:lnTo>
                  <a:lnTo>
                    <a:pt x="8154" y="2660"/>
                  </a:lnTo>
                  <a:lnTo>
                    <a:pt x="8111" y="2725"/>
                  </a:lnTo>
                  <a:lnTo>
                    <a:pt x="8045" y="2791"/>
                  </a:lnTo>
                  <a:lnTo>
                    <a:pt x="7893" y="2856"/>
                  </a:lnTo>
                  <a:lnTo>
                    <a:pt x="7675" y="2922"/>
                  </a:lnTo>
                  <a:lnTo>
                    <a:pt x="7413" y="2965"/>
                  </a:lnTo>
                  <a:lnTo>
                    <a:pt x="6759" y="2965"/>
                  </a:lnTo>
                  <a:lnTo>
                    <a:pt x="6410" y="2944"/>
                  </a:lnTo>
                  <a:lnTo>
                    <a:pt x="6039" y="2900"/>
                  </a:lnTo>
                  <a:lnTo>
                    <a:pt x="5647" y="2834"/>
                  </a:lnTo>
                  <a:lnTo>
                    <a:pt x="4797" y="2660"/>
                  </a:lnTo>
                  <a:lnTo>
                    <a:pt x="3859" y="2442"/>
                  </a:lnTo>
                  <a:lnTo>
                    <a:pt x="3096" y="2202"/>
                  </a:lnTo>
                  <a:lnTo>
                    <a:pt x="2377" y="1941"/>
                  </a:lnTo>
                  <a:lnTo>
                    <a:pt x="1723" y="1679"/>
                  </a:lnTo>
                  <a:lnTo>
                    <a:pt x="1156" y="1396"/>
                  </a:lnTo>
                  <a:lnTo>
                    <a:pt x="698" y="1134"/>
                  </a:lnTo>
                  <a:lnTo>
                    <a:pt x="524" y="1003"/>
                  </a:lnTo>
                  <a:lnTo>
                    <a:pt x="371" y="872"/>
                  </a:lnTo>
                  <a:lnTo>
                    <a:pt x="240" y="763"/>
                  </a:lnTo>
                  <a:lnTo>
                    <a:pt x="153" y="633"/>
                  </a:lnTo>
                  <a:lnTo>
                    <a:pt x="110" y="545"/>
                  </a:lnTo>
                  <a:lnTo>
                    <a:pt x="88" y="458"/>
                  </a:lnTo>
                  <a:lnTo>
                    <a:pt x="110" y="393"/>
                  </a:lnTo>
                  <a:lnTo>
                    <a:pt x="131" y="327"/>
                  </a:lnTo>
                  <a:lnTo>
                    <a:pt x="197" y="262"/>
                  </a:lnTo>
                  <a:lnTo>
                    <a:pt x="349" y="197"/>
                  </a:lnTo>
                  <a:lnTo>
                    <a:pt x="567" y="131"/>
                  </a:lnTo>
                  <a:lnTo>
                    <a:pt x="829" y="88"/>
                  </a:lnTo>
                  <a:close/>
                  <a:moveTo>
                    <a:pt x="1156" y="0"/>
                  </a:moveTo>
                  <a:lnTo>
                    <a:pt x="720" y="22"/>
                  </a:lnTo>
                  <a:lnTo>
                    <a:pt x="546" y="44"/>
                  </a:lnTo>
                  <a:lnTo>
                    <a:pt x="393" y="88"/>
                  </a:lnTo>
                  <a:lnTo>
                    <a:pt x="262" y="131"/>
                  </a:lnTo>
                  <a:lnTo>
                    <a:pt x="153" y="197"/>
                  </a:lnTo>
                  <a:lnTo>
                    <a:pt x="66" y="284"/>
                  </a:lnTo>
                  <a:lnTo>
                    <a:pt x="22" y="371"/>
                  </a:lnTo>
                  <a:lnTo>
                    <a:pt x="1" y="458"/>
                  </a:lnTo>
                  <a:lnTo>
                    <a:pt x="22" y="567"/>
                  </a:lnTo>
                  <a:lnTo>
                    <a:pt x="88" y="698"/>
                  </a:lnTo>
                  <a:lnTo>
                    <a:pt x="175" y="785"/>
                  </a:lnTo>
                  <a:lnTo>
                    <a:pt x="284" y="916"/>
                  </a:lnTo>
                  <a:lnTo>
                    <a:pt x="567" y="1134"/>
                  </a:lnTo>
                  <a:lnTo>
                    <a:pt x="829" y="1308"/>
                  </a:lnTo>
                  <a:lnTo>
                    <a:pt x="1156" y="1483"/>
                  </a:lnTo>
                  <a:lnTo>
                    <a:pt x="1527" y="1679"/>
                  </a:lnTo>
                  <a:lnTo>
                    <a:pt x="1919" y="1853"/>
                  </a:lnTo>
                  <a:lnTo>
                    <a:pt x="2355" y="2028"/>
                  </a:lnTo>
                  <a:lnTo>
                    <a:pt x="2835" y="2202"/>
                  </a:lnTo>
                  <a:lnTo>
                    <a:pt x="3314" y="2355"/>
                  </a:lnTo>
                  <a:lnTo>
                    <a:pt x="3838" y="2529"/>
                  </a:lnTo>
                  <a:lnTo>
                    <a:pt x="4775" y="2747"/>
                  </a:lnTo>
                  <a:lnTo>
                    <a:pt x="5625" y="2922"/>
                  </a:lnTo>
                  <a:lnTo>
                    <a:pt x="6039" y="2987"/>
                  </a:lnTo>
                  <a:lnTo>
                    <a:pt x="6410" y="3031"/>
                  </a:lnTo>
                  <a:lnTo>
                    <a:pt x="6759" y="3053"/>
                  </a:lnTo>
                  <a:lnTo>
                    <a:pt x="7086" y="3053"/>
                  </a:lnTo>
                  <a:lnTo>
                    <a:pt x="7522" y="3031"/>
                  </a:lnTo>
                  <a:lnTo>
                    <a:pt x="7696" y="3009"/>
                  </a:lnTo>
                  <a:lnTo>
                    <a:pt x="7871" y="2965"/>
                  </a:lnTo>
                  <a:lnTo>
                    <a:pt x="8002" y="2922"/>
                  </a:lnTo>
                  <a:lnTo>
                    <a:pt x="8111" y="2856"/>
                  </a:lnTo>
                  <a:lnTo>
                    <a:pt x="8176" y="2769"/>
                  </a:lnTo>
                  <a:lnTo>
                    <a:pt x="8241" y="2682"/>
                  </a:lnTo>
                  <a:lnTo>
                    <a:pt x="8241" y="2616"/>
                  </a:lnTo>
                  <a:lnTo>
                    <a:pt x="8220" y="2486"/>
                  </a:lnTo>
                  <a:lnTo>
                    <a:pt x="8154" y="2377"/>
                  </a:lnTo>
                  <a:lnTo>
                    <a:pt x="8089" y="2268"/>
                  </a:lnTo>
                  <a:lnTo>
                    <a:pt x="7980" y="2159"/>
                  </a:lnTo>
                  <a:lnTo>
                    <a:pt x="7675" y="1919"/>
                  </a:lnTo>
                  <a:lnTo>
                    <a:pt x="7413" y="1744"/>
                  </a:lnTo>
                  <a:lnTo>
                    <a:pt x="7086" y="1570"/>
                  </a:lnTo>
                  <a:lnTo>
                    <a:pt x="6737" y="1374"/>
                  </a:lnTo>
                  <a:lnTo>
                    <a:pt x="6323" y="1199"/>
                  </a:lnTo>
                  <a:lnTo>
                    <a:pt x="5887" y="1025"/>
                  </a:lnTo>
                  <a:lnTo>
                    <a:pt x="5429" y="851"/>
                  </a:lnTo>
                  <a:lnTo>
                    <a:pt x="4928" y="698"/>
                  </a:lnTo>
                  <a:lnTo>
                    <a:pt x="4404" y="524"/>
                  </a:lnTo>
                  <a:lnTo>
                    <a:pt x="3489" y="306"/>
                  </a:lnTo>
                  <a:lnTo>
                    <a:pt x="2617" y="131"/>
                  </a:lnTo>
                  <a:lnTo>
                    <a:pt x="2224" y="66"/>
                  </a:lnTo>
                  <a:lnTo>
                    <a:pt x="1832" y="22"/>
                  </a:lnTo>
                  <a:lnTo>
                    <a:pt x="148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4" name="Google Shape;11684;p80"/>
            <p:cNvSpPr/>
            <p:nvPr/>
          </p:nvSpPr>
          <p:spPr>
            <a:xfrm>
              <a:off x="8015725" y="3302750"/>
              <a:ext cx="198400" cy="67625"/>
            </a:xfrm>
            <a:custGeom>
              <a:rect b="b" l="l" r="r" t="t"/>
              <a:pathLst>
                <a:path extrusionOk="0" h="2705" w="7936">
                  <a:moveTo>
                    <a:pt x="589" y="1"/>
                  </a:moveTo>
                  <a:lnTo>
                    <a:pt x="393" y="23"/>
                  </a:lnTo>
                  <a:lnTo>
                    <a:pt x="240" y="44"/>
                  </a:lnTo>
                  <a:lnTo>
                    <a:pt x="131" y="110"/>
                  </a:lnTo>
                  <a:lnTo>
                    <a:pt x="44" y="153"/>
                  </a:lnTo>
                  <a:lnTo>
                    <a:pt x="0" y="241"/>
                  </a:lnTo>
                  <a:lnTo>
                    <a:pt x="0" y="328"/>
                  </a:lnTo>
                  <a:lnTo>
                    <a:pt x="44" y="415"/>
                  </a:lnTo>
                  <a:lnTo>
                    <a:pt x="109" y="524"/>
                  </a:lnTo>
                  <a:lnTo>
                    <a:pt x="218" y="633"/>
                  </a:lnTo>
                  <a:lnTo>
                    <a:pt x="371" y="742"/>
                  </a:lnTo>
                  <a:lnTo>
                    <a:pt x="545" y="851"/>
                  </a:lnTo>
                  <a:lnTo>
                    <a:pt x="1003" y="1113"/>
                  </a:lnTo>
                  <a:lnTo>
                    <a:pt x="1570" y="1374"/>
                  </a:lnTo>
                  <a:lnTo>
                    <a:pt x="2224" y="1636"/>
                  </a:lnTo>
                  <a:lnTo>
                    <a:pt x="2965" y="1876"/>
                  </a:lnTo>
                  <a:lnTo>
                    <a:pt x="3750" y="2137"/>
                  </a:lnTo>
                  <a:lnTo>
                    <a:pt x="4557" y="2333"/>
                  </a:lnTo>
                  <a:lnTo>
                    <a:pt x="5320" y="2508"/>
                  </a:lnTo>
                  <a:lnTo>
                    <a:pt x="6017" y="2617"/>
                  </a:lnTo>
                  <a:lnTo>
                    <a:pt x="6628" y="2682"/>
                  </a:lnTo>
                  <a:lnTo>
                    <a:pt x="7151" y="2704"/>
                  </a:lnTo>
                  <a:lnTo>
                    <a:pt x="7369" y="2704"/>
                  </a:lnTo>
                  <a:lnTo>
                    <a:pt x="7543" y="2682"/>
                  </a:lnTo>
                  <a:lnTo>
                    <a:pt x="7696" y="2660"/>
                  </a:lnTo>
                  <a:lnTo>
                    <a:pt x="7827" y="2595"/>
                  </a:lnTo>
                  <a:lnTo>
                    <a:pt x="7892" y="2551"/>
                  </a:lnTo>
                  <a:lnTo>
                    <a:pt x="7936" y="2464"/>
                  </a:lnTo>
                  <a:lnTo>
                    <a:pt x="7936" y="2377"/>
                  </a:lnTo>
                  <a:lnTo>
                    <a:pt x="7914" y="2290"/>
                  </a:lnTo>
                  <a:lnTo>
                    <a:pt x="7827" y="2181"/>
                  </a:lnTo>
                  <a:lnTo>
                    <a:pt x="7718" y="2072"/>
                  </a:lnTo>
                  <a:lnTo>
                    <a:pt x="7565" y="1963"/>
                  </a:lnTo>
                  <a:lnTo>
                    <a:pt x="7391" y="1854"/>
                  </a:lnTo>
                  <a:lnTo>
                    <a:pt x="6933" y="1592"/>
                  </a:lnTo>
                  <a:lnTo>
                    <a:pt x="6366" y="1331"/>
                  </a:lnTo>
                  <a:lnTo>
                    <a:pt x="5712" y="1069"/>
                  </a:lnTo>
                  <a:lnTo>
                    <a:pt x="4993" y="829"/>
                  </a:lnTo>
                  <a:lnTo>
                    <a:pt x="4186" y="589"/>
                  </a:lnTo>
                  <a:lnTo>
                    <a:pt x="3379" y="371"/>
                  </a:lnTo>
                  <a:lnTo>
                    <a:pt x="2616" y="197"/>
                  </a:lnTo>
                  <a:lnTo>
                    <a:pt x="1941" y="88"/>
                  </a:lnTo>
                  <a:lnTo>
                    <a:pt x="1308" y="23"/>
                  </a:lnTo>
                  <a:lnTo>
                    <a:pt x="80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5" name="Google Shape;11685;p80"/>
            <p:cNvSpPr/>
            <p:nvPr/>
          </p:nvSpPr>
          <p:spPr>
            <a:xfrm>
              <a:off x="8032075" y="3310400"/>
              <a:ext cx="166250" cy="52325"/>
            </a:xfrm>
            <a:custGeom>
              <a:rect b="b" l="l" r="r" t="t"/>
              <a:pathLst>
                <a:path extrusionOk="0" h="2093" w="6650">
                  <a:moveTo>
                    <a:pt x="175" y="0"/>
                  </a:moveTo>
                  <a:lnTo>
                    <a:pt x="87" y="22"/>
                  </a:lnTo>
                  <a:lnTo>
                    <a:pt x="22" y="65"/>
                  </a:lnTo>
                  <a:lnTo>
                    <a:pt x="0" y="109"/>
                  </a:lnTo>
                  <a:lnTo>
                    <a:pt x="0" y="174"/>
                  </a:lnTo>
                  <a:lnTo>
                    <a:pt x="44" y="240"/>
                  </a:lnTo>
                  <a:lnTo>
                    <a:pt x="109" y="305"/>
                  </a:lnTo>
                  <a:lnTo>
                    <a:pt x="196" y="371"/>
                  </a:lnTo>
                  <a:lnTo>
                    <a:pt x="480" y="545"/>
                  </a:lnTo>
                  <a:lnTo>
                    <a:pt x="872" y="741"/>
                  </a:lnTo>
                  <a:lnTo>
                    <a:pt x="1352" y="937"/>
                  </a:lnTo>
                  <a:lnTo>
                    <a:pt x="1897" y="1134"/>
                  </a:lnTo>
                  <a:lnTo>
                    <a:pt x="2507" y="1352"/>
                  </a:lnTo>
                  <a:lnTo>
                    <a:pt x="3183" y="1548"/>
                  </a:lnTo>
                  <a:lnTo>
                    <a:pt x="3859" y="1722"/>
                  </a:lnTo>
                  <a:lnTo>
                    <a:pt x="4491" y="1875"/>
                  </a:lnTo>
                  <a:lnTo>
                    <a:pt x="5058" y="1984"/>
                  </a:lnTo>
                  <a:lnTo>
                    <a:pt x="5559" y="2049"/>
                  </a:lnTo>
                  <a:lnTo>
                    <a:pt x="5995" y="2093"/>
                  </a:lnTo>
                  <a:lnTo>
                    <a:pt x="6453" y="2093"/>
                  </a:lnTo>
                  <a:lnTo>
                    <a:pt x="6541" y="2071"/>
                  </a:lnTo>
                  <a:lnTo>
                    <a:pt x="6606" y="2027"/>
                  </a:lnTo>
                  <a:lnTo>
                    <a:pt x="6650" y="1984"/>
                  </a:lnTo>
                  <a:lnTo>
                    <a:pt x="6628" y="1918"/>
                  </a:lnTo>
                  <a:lnTo>
                    <a:pt x="6606" y="1853"/>
                  </a:lnTo>
                  <a:lnTo>
                    <a:pt x="6541" y="1788"/>
                  </a:lnTo>
                  <a:lnTo>
                    <a:pt x="6432" y="1722"/>
                  </a:lnTo>
                  <a:lnTo>
                    <a:pt x="6148" y="1548"/>
                  </a:lnTo>
                  <a:lnTo>
                    <a:pt x="5756" y="1352"/>
                  </a:lnTo>
                  <a:lnTo>
                    <a:pt x="5298" y="1155"/>
                  </a:lnTo>
                  <a:lnTo>
                    <a:pt x="4731" y="959"/>
                  </a:lnTo>
                  <a:lnTo>
                    <a:pt x="4121" y="741"/>
                  </a:lnTo>
                  <a:lnTo>
                    <a:pt x="3467" y="545"/>
                  </a:lnTo>
                  <a:lnTo>
                    <a:pt x="2791" y="371"/>
                  </a:lnTo>
                  <a:lnTo>
                    <a:pt x="2159" y="218"/>
                  </a:lnTo>
                  <a:lnTo>
                    <a:pt x="1570" y="109"/>
                  </a:lnTo>
                  <a:lnTo>
                    <a:pt x="1069" y="44"/>
                  </a:lnTo>
                  <a:lnTo>
                    <a:pt x="63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6" name="Google Shape;11686;p80"/>
            <p:cNvSpPr/>
            <p:nvPr/>
          </p:nvSpPr>
          <p:spPr>
            <a:xfrm>
              <a:off x="8047875" y="3316375"/>
              <a:ext cx="134100" cy="40375"/>
            </a:xfrm>
            <a:custGeom>
              <a:rect b="b" l="l" r="r" t="t"/>
              <a:pathLst>
                <a:path extrusionOk="0" h="1615" w="5364">
                  <a:moveTo>
                    <a:pt x="66" y="1"/>
                  </a:moveTo>
                  <a:lnTo>
                    <a:pt x="22" y="23"/>
                  </a:lnTo>
                  <a:lnTo>
                    <a:pt x="0" y="44"/>
                  </a:lnTo>
                  <a:lnTo>
                    <a:pt x="0" y="88"/>
                  </a:lnTo>
                  <a:lnTo>
                    <a:pt x="44" y="132"/>
                  </a:lnTo>
                  <a:lnTo>
                    <a:pt x="175" y="219"/>
                  </a:lnTo>
                  <a:lnTo>
                    <a:pt x="415" y="350"/>
                  </a:lnTo>
                  <a:lnTo>
                    <a:pt x="720" y="480"/>
                  </a:lnTo>
                  <a:lnTo>
                    <a:pt x="1112" y="633"/>
                  </a:lnTo>
                  <a:lnTo>
                    <a:pt x="1570" y="786"/>
                  </a:lnTo>
                  <a:lnTo>
                    <a:pt x="2595" y="1113"/>
                  </a:lnTo>
                  <a:lnTo>
                    <a:pt x="3663" y="1374"/>
                  </a:lnTo>
                  <a:lnTo>
                    <a:pt x="4121" y="1483"/>
                  </a:lnTo>
                  <a:lnTo>
                    <a:pt x="4535" y="1549"/>
                  </a:lnTo>
                  <a:lnTo>
                    <a:pt x="4862" y="1614"/>
                  </a:lnTo>
                  <a:lnTo>
                    <a:pt x="5298" y="1614"/>
                  </a:lnTo>
                  <a:lnTo>
                    <a:pt x="5342" y="1592"/>
                  </a:lnTo>
                  <a:lnTo>
                    <a:pt x="5363" y="1570"/>
                  </a:lnTo>
                  <a:lnTo>
                    <a:pt x="5363" y="1527"/>
                  </a:lnTo>
                  <a:lnTo>
                    <a:pt x="5342" y="1483"/>
                  </a:lnTo>
                  <a:lnTo>
                    <a:pt x="5189" y="1396"/>
                  </a:lnTo>
                  <a:lnTo>
                    <a:pt x="4971" y="1265"/>
                  </a:lnTo>
                  <a:lnTo>
                    <a:pt x="4644" y="1134"/>
                  </a:lnTo>
                  <a:lnTo>
                    <a:pt x="4252" y="982"/>
                  </a:lnTo>
                  <a:lnTo>
                    <a:pt x="3816" y="829"/>
                  </a:lnTo>
                  <a:lnTo>
                    <a:pt x="2769" y="502"/>
                  </a:lnTo>
                  <a:lnTo>
                    <a:pt x="1723" y="241"/>
                  </a:lnTo>
                  <a:lnTo>
                    <a:pt x="1243" y="132"/>
                  </a:lnTo>
                  <a:lnTo>
                    <a:pt x="851" y="66"/>
                  </a:lnTo>
                  <a:lnTo>
                    <a:pt x="502" y="23"/>
                  </a:lnTo>
                  <a:lnTo>
                    <a:pt x="2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7" name="Google Shape;11687;p80"/>
            <p:cNvSpPr/>
            <p:nvPr/>
          </p:nvSpPr>
          <p:spPr>
            <a:xfrm>
              <a:off x="7828775" y="3122350"/>
              <a:ext cx="123750" cy="397900"/>
            </a:xfrm>
            <a:custGeom>
              <a:rect b="b" l="l" r="r" t="t"/>
              <a:pathLst>
                <a:path extrusionOk="0" h="15916" w="4950">
                  <a:moveTo>
                    <a:pt x="2595" y="4840"/>
                  </a:moveTo>
                  <a:lnTo>
                    <a:pt x="2682" y="4862"/>
                  </a:lnTo>
                  <a:lnTo>
                    <a:pt x="2747" y="4884"/>
                  </a:lnTo>
                  <a:lnTo>
                    <a:pt x="2878" y="4971"/>
                  </a:lnTo>
                  <a:lnTo>
                    <a:pt x="3009" y="5102"/>
                  </a:lnTo>
                  <a:lnTo>
                    <a:pt x="3140" y="5277"/>
                  </a:lnTo>
                  <a:lnTo>
                    <a:pt x="3271" y="5495"/>
                  </a:lnTo>
                  <a:lnTo>
                    <a:pt x="3380" y="5756"/>
                  </a:lnTo>
                  <a:lnTo>
                    <a:pt x="3467" y="6040"/>
                  </a:lnTo>
                  <a:lnTo>
                    <a:pt x="3554" y="6367"/>
                  </a:lnTo>
                  <a:lnTo>
                    <a:pt x="3641" y="6737"/>
                  </a:lnTo>
                  <a:lnTo>
                    <a:pt x="3707" y="7130"/>
                  </a:lnTo>
                  <a:lnTo>
                    <a:pt x="3750" y="7566"/>
                  </a:lnTo>
                  <a:lnTo>
                    <a:pt x="3794" y="8002"/>
                  </a:lnTo>
                  <a:lnTo>
                    <a:pt x="3838" y="8459"/>
                  </a:lnTo>
                  <a:lnTo>
                    <a:pt x="3838" y="8961"/>
                  </a:lnTo>
                  <a:lnTo>
                    <a:pt x="3859" y="9462"/>
                  </a:lnTo>
                  <a:lnTo>
                    <a:pt x="3838" y="9986"/>
                  </a:lnTo>
                  <a:lnTo>
                    <a:pt x="3816" y="10487"/>
                  </a:lnTo>
                  <a:lnTo>
                    <a:pt x="3772" y="11010"/>
                  </a:lnTo>
                  <a:lnTo>
                    <a:pt x="3707" y="11490"/>
                  </a:lnTo>
                  <a:lnTo>
                    <a:pt x="3641" y="11948"/>
                  </a:lnTo>
                  <a:lnTo>
                    <a:pt x="3554" y="12384"/>
                  </a:lnTo>
                  <a:lnTo>
                    <a:pt x="3467" y="12798"/>
                  </a:lnTo>
                  <a:lnTo>
                    <a:pt x="3380" y="13190"/>
                  </a:lnTo>
                  <a:lnTo>
                    <a:pt x="3271" y="13539"/>
                  </a:lnTo>
                  <a:lnTo>
                    <a:pt x="3162" y="13866"/>
                  </a:lnTo>
                  <a:lnTo>
                    <a:pt x="3031" y="14149"/>
                  </a:lnTo>
                  <a:lnTo>
                    <a:pt x="2900" y="14411"/>
                  </a:lnTo>
                  <a:lnTo>
                    <a:pt x="2769" y="14607"/>
                  </a:lnTo>
                  <a:lnTo>
                    <a:pt x="2638" y="14782"/>
                  </a:lnTo>
                  <a:lnTo>
                    <a:pt x="2486" y="14891"/>
                  </a:lnTo>
                  <a:lnTo>
                    <a:pt x="2333" y="14978"/>
                  </a:lnTo>
                  <a:lnTo>
                    <a:pt x="2202" y="15000"/>
                  </a:lnTo>
                  <a:lnTo>
                    <a:pt x="2050" y="14956"/>
                  </a:lnTo>
                  <a:lnTo>
                    <a:pt x="1897" y="14869"/>
                  </a:lnTo>
                  <a:lnTo>
                    <a:pt x="1766" y="14738"/>
                  </a:lnTo>
                  <a:lnTo>
                    <a:pt x="1657" y="14564"/>
                  </a:lnTo>
                  <a:lnTo>
                    <a:pt x="1527" y="14346"/>
                  </a:lnTo>
                  <a:lnTo>
                    <a:pt x="1418" y="14084"/>
                  </a:lnTo>
                  <a:lnTo>
                    <a:pt x="1330" y="13801"/>
                  </a:lnTo>
                  <a:lnTo>
                    <a:pt x="1243" y="13474"/>
                  </a:lnTo>
                  <a:lnTo>
                    <a:pt x="1156" y="13103"/>
                  </a:lnTo>
                  <a:lnTo>
                    <a:pt x="1091" y="12711"/>
                  </a:lnTo>
                  <a:lnTo>
                    <a:pt x="1025" y="12296"/>
                  </a:lnTo>
                  <a:lnTo>
                    <a:pt x="982" y="11839"/>
                  </a:lnTo>
                  <a:lnTo>
                    <a:pt x="960" y="11381"/>
                  </a:lnTo>
                  <a:lnTo>
                    <a:pt x="938" y="10879"/>
                  </a:lnTo>
                  <a:lnTo>
                    <a:pt x="938" y="10378"/>
                  </a:lnTo>
                  <a:lnTo>
                    <a:pt x="960" y="9855"/>
                  </a:lnTo>
                  <a:lnTo>
                    <a:pt x="982" y="9353"/>
                  </a:lnTo>
                  <a:lnTo>
                    <a:pt x="1025" y="8852"/>
                  </a:lnTo>
                  <a:lnTo>
                    <a:pt x="1069" y="8350"/>
                  </a:lnTo>
                  <a:lnTo>
                    <a:pt x="1156" y="7893"/>
                  </a:lnTo>
                  <a:lnTo>
                    <a:pt x="1221" y="7457"/>
                  </a:lnTo>
                  <a:lnTo>
                    <a:pt x="1309" y="7042"/>
                  </a:lnTo>
                  <a:lnTo>
                    <a:pt x="1418" y="6650"/>
                  </a:lnTo>
                  <a:lnTo>
                    <a:pt x="1527" y="6301"/>
                  </a:lnTo>
                  <a:lnTo>
                    <a:pt x="1636" y="5974"/>
                  </a:lnTo>
                  <a:lnTo>
                    <a:pt x="1766" y="5691"/>
                  </a:lnTo>
                  <a:lnTo>
                    <a:pt x="1897" y="5429"/>
                  </a:lnTo>
                  <a:lnTo>
                    <a:pt x="2028" y="5233"/>
                  </a:lnTo>
                  <a:lnTo>
                    <a:pt x="2159" y="5059"/>
                  </a:lnTo>
                  <a:lnTo>
                    <a:pt x="2311" y="4950"/>
                  </a:lnTo>
                  <a:lnTo>
                    <a:pt x="2442" y="4862"/>
                  </a:lnTo>
                  <a:lnTo>
                    <a:pt x="2595" y="4840"/>
                  </a:lnTo>
                  <a:close/>
                  <a:moveTo>
                    <a:pt x="2791" y="1"/>
                  </a:moveTo>
                  <a:lnTo>
                    <a:pt x="2660" y="23"/>
                  </a:lnTo>
                  <a:lnTo>
                    <a:pt x="2551" y="44"/>
                  </a:lnTo>
                  <a:lnTo>
                    <a:pt x="2420" y="88"/>
                  </a:lnTo>
                  <a:lnTo>
                    <a:pt x="2290" y="153"/>
                  </a:lnTo>
                  <a:lnTo>
                    <a:pt x="2181" y="241"/>
                  </a:lnTo>
                  <a:lnTo>
                    <a:pt x="2050" y="328"/>
                  </a:lnTo>
                  <a:lnTo>
                    <a:pt x="1941" y="459"/>
                  </a:lnTo>
                  <a:lnTo>
                    <a:pt x="1810" y="589"/>
                  </a:lnTo>
                  <a:lnTo>
                    <a:pt x="1592" y="916"/>
                  </a:lnTo>
                  <a:lnTo>
                    <a:pt x="1374" y="1309"/>
                  </a:lnTo>
                  <a:lnTo>
                    <a:pt x="1156" y="1767"/>
                  </a:lnTo>
                  <a:lnTo>
                    <a:pt x="960" y="2268"/>
                  </a:lnTo>
                  <a:lnTo>
                    <a:pt x="785" y="2835"/>
                  </a:lnTo>
                  <a:lnTo>
                    <a:pt x="611" y="3423"/>
                  </a:lnTo>
                  <a:lnTo>
                    <a:pt x="480" y="4077"/>
                  </a:lnTo>
                  <a:lnTo>
                    <a:pt x="349" y="4775"/>
                  </a:lnTo>
                  <a:lnTo>
                    <a:pt x="219" y="5495"/>
                  </a:lnTo>
                  <a:lnTo>
                    <a:pt x="131" y="6258"/>
                  </a:lnTo>
                  <a:lnTo>
                    <a:pt x="66" y="7042"/>
                  </a:lnTo>
                  <a:lnTo>
                    <a:pt x="22" y="7871"/>
                  </a:lnTo>
                  <a:lnTo>
                    <a:pt x="1" y="8677"/>
                  </a:lnTo>
                  <a:lnTo>
                    <a:pt x="1" y="9462"/>
                  </a:lnTo>
                  <a:lnTo>
                    <a:pt x="44" y="10225"/>
                  </a:lnTo>
                  <a:lnTo>
                    <a:pt x="88" y="10967"/>
                  </a:lnTo>
                  <a:lnTo>
                    <a:pt x="175" y="11664"/>
                  </a:lnTo>
                  <a:lnTo>
                    <a:pt x="262" y="12340"/>
                  </a:lnTo>
                  <a:lnTo>
                    <a:pt x="371" y="12950"/>
                  </a:lnTo>
                  <a:lnTo>
                    <a:pt x="524" y="13517"/>
                  </a:lnTo>
                  <a:lnTo>
                    <a:pt x="676" y="14040"/>
                  </a:lnTo>
                  <a:lnTo>
                    <a:pt x="829" y="14498"/>
                  </a:lnTo>
                  <a:lnTo>
                    <a:pt x="1025" y="14912"/>
                  </a:lnTo>
                  <a:lnTo>
                    <a:pt x="1221" y="15261"/>
                  </a:lnTo>
                  <a:lnTo>
                    <a:pt x="1330" y="15414"/>
                  </a:lnTo>
                  <a:lnTo>
                    <a:pt x="1439" y="15523"/>
                  </a:lnTo>
                  <a:lnTo>
                    <a:pt x="1548" y="15654"/>
                  </a:lnTo>
                  <a:lnTo>
                    <a:pt x="1657" y="15741"/>
                  </a:lnTo>
                  <a:lnTo>
                    <a:pt x="1788" y="15806"/>
                  </a:lnTo>
                  <a:lnTo>
                    <a:pt x="1897" y="15872"/>
                  </a:lnTo>
                  <a:lnTo>
                    <a:pt x="2028" y="15915"/>
                  </a:lnTo>
                  <a:lnTo>
                    <a:pt x="2290" y="15915"/>
                  </a:lnTo>
                  <a:lnTo>
                    <a:pt x="2399" y="15894"/>
                  </a:lnTo>
                  <a:lnTo>
                    <a:pt x="2529" y="15850"/>
                  </a:lnTo>
                  <a:lnTo>
                    <a:pt x="2660" y="15785"/>
                  </a:lnTo>
                  <a:lnTo>
                    <a:pt x="2769" y="15697"/>
                  </a:lnTo>
                  <a:lnTo>
                    <a:pt x="2900" y="15588"/>
                  </a:lnTo>
                  <a:lnTo>
                    <a:pt x="3009" y="15479"/>
                  </a:lnTo>
                  <a:lnTo>
                    <a:pt x="3140" y="15327"/>
                  </a:lnTo>
                  <a:lnTo>
                    <a:pt x="3358" y="15000"/>
                  </a:lnTo>
                  <a:lnTo>
                    <a:pt x="3576" y="14607"/>
                  </a:lnTo>
                  <a:lnTo>
                    <a:pt x="3794" y="14171"/>
                  </a:lnTo>
                  <a:lnTo>
                    <a:pt x="3990" y="13670"/>
                  </a:lnTo>
                  <a:lnTo>
                    <a:pt x="4165" y="13103"/>
                  </a:lnTo>
                  <a:lnTo>
                    <a:pt x="4339" y="12493"/>
                  </a:lnTo>
                  <a:lnTo>
                    <a:pt x="4470" y="11839"/>
                  </a:lnTo>
                  <a:lnTo>
                    <a:pt x="4601" y="11141"/>
                  </a:lnTo>
                  <a:lnTo>
                    <a:pt x="4731" y="10422"/>
                  </a:lnTo>
                  <a:lnTo>
                    <a:pt x="4819" y="9658"/>
                  </a:lnTo>
                  <a:lnTo>
                    <a:pt x="4884" y="8874"/>
                  </a:lnTo>
                  <a:lnTo>
                    <a:pt x="4928" y="8067"/>
                  </a:lnTo>
                  <a:lnTo>
                    <a:pt x="4949" y="7239"/>
                  </a:lnTo>
                  <a:lnTo>
                    <a:pt x="4949" y="6454"/>
                  </a:lnTo>
                  <a:lnTo>
                    <a:pt x="4906" y="5691"/>
                  </a:lnTo>
                  <a:lnTo>
                    <a:pt x="4862" y="4950"/>
                  </a:lnTo>
                  <a:lnTo>
                    <a:pt x="4775" y="4252"/>
                  </a:lnTo>
                  <a:lnTo>
                    <a:pt x="4688" y="3598"/>
                  </a:lnTo>
                  <a:lnTo>
                    <a:pt x="4579" y="2987"/>
                  </a:lnTo>
                  <a:lnTo>
                    <a:pt x="4426" y="2399"/>
                  </a:lnTo>
                  <a:lnTo>
                    <a:pt x="4274" y="1897"/>
                  </a:lnTo>
                  <a:lnTo>
                    <a:pt x="4121" y="1418"/>
                  </a:lnTo>
                  <a:lnTo>
                    <a:pt x="3925" y="1004"/>
                  </a:lnTo>
                  <a:lnTo>
                    <a:pt x="3729" y="677"/>
                  </a:lnTo>
                  <a:lnTo>
                    <a:pt x="3620" y="524"/>
                  </a:lnTo>
                  <a:lnTo>
                    <a:pt x="3511" y="393"/>
                  </a:lnTo>
                  <a:lnTo>
                    <a:pt x="3402" y="284"/>
                  </a:lnTo>
                  <a:lnTo>
                    <a:pt x="3293" y="197"/>
                  </a:lnTo>
                  <a:lnTo>
                    <a:pt x="3162" y="110"/>
                  </a:lnTo>
                  <a:lnTo>
                    <a:pt x="3053" y="66"/>
                  </a:lnTo>
                  <a:lnTo>
                    <a:pt x="2922" y="23"/>
                  </a:lnTo>
                  <a:lnTo>
                    <a:pt x="2791"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8" name="Google Shape;11688;p80"/>
            <p:cNvSpPr/>
            <p:nvPr/>
          </p:nvSpPr>
          <p:spPr>
            <a:xfrm>
              <a:off x="7856575" y="3239525"/>
              <a:ext cx="63800" cy="261650"/>
            </a:xfrm>
            <a:custGeom>
              <a:rect b="b" l="l" r="r" t="t"/>
              <a:pathLst>
                <a:path extrusionOk="0" h="10466" w="2552">
                  <a:moveTo>
                    <a:pt x="1483" y="88"/>
                  </a:moveTo>
                  <a:lnTo>
                    <a:pt x="1592" y="110"/>
                  </a:lnTo>
                  <a:lnTo>
                    <a:pt x="1679" y="175"/>
                  </a:lnTo>
                  <a:lnTo>
                    <a:pt x="1766" y="263"/>
                  </a:lnTo>
                  <a:lnTo>
                    <a:pt x="1853" y="372"/>
                  </a:lnTo>
                  <a:lnTo>
                    <a:pt x="1919" y="524"/>
                  </a:lnTo>
                  <a:lnTo>
                    <a:pt x="2006" y="677"/>
                  </a:lnTo>
                  <a:lnTo>
                    <a:pt x="2093" y="1004"/>
                  </a:lnTo>
                  <a:lnTo>
                    <a:pt x="2202" y="1353"/>
                  </a:lnTo>
                  <a:lnTo>
                    <a:pt x="2268" y="1767"/>
                  </a:lnTo>
                  <a:lnTo>
                    <a:pt x="2355" y="2225"/>
                  </a:lnTo>
                  <a:lnTo>
                    <a:pt x="2399" y="2704"/>
                  </a:lnTo>
                  <a:lnTo>
                    <a:pt x="2442" y="3249"/>
                  </a:lnTo>
                  <a:lnTo>
                    <a:pt x="2464" y="3816"/>
                  </a:lnTo>
                  <a:lnTo>
                    <a:pt x="2464" y="4405"/>
                  </a:lnTo>
                  <a:lnTo>
                    <a:pt x="2464" y="5277"/>
                  </a:lnTo>
                  <a:lnTo>
                    <a:pt x="2399" y="6323"/>
                  </a:lnTo>
                  <a:lnTo>
                    <a:pt x="2290" y="7282"/>
                  </a:lnTo>
                  <a:lnTo>
                    <a:pt x="2137" y="8154"/>
                  </a:lnTo>
                  <a:lnTo>
                    <a:pt x="2050" y="8547"/>
                  </a:lnTo>
                  <a:lnTo>
                    <a:pt x="1962" y="8917"/>
                  </a:lnTo>
                  <a:lnTo>
                    <a:pt x="1853" y="9244"/>
                  </a:lnTo>
                  <a:lnTo>
                    <a:pt x="1766" y="9528"/>
                  </a:lnTo>
                  <a:lnTo>
                    <a:pt x="1657" y="9789"/>
                  </a:lnTo>
                  <a:lnTo>
                    <a:pt x="1526" y="10007"/>
                  </a:lnTo>
                  <a:lnTo>
                    <a:pt x="1417" y="10160"/>
                  </a:lnTo>
                  <a:lnTo>
                    <a:pt x="1308" y="10291"/>
                  </a:lnTo>
                  <a:lnTo>
                    <a:pt x="1199" y="10356"/>
                  </a:lnTo>
                  <a:lnTo>
                    <a:pt x="1090" y="10378"/>
                  </a:lnTo>
                  <a:lnTo>
                    <a:pt x="1069" y="10378"/>
                  </a:lnTo>
                  <a:lnTo>
                    <a:pt x="981" y="10356"/>
                  </a:lnTo>
                  <a:lnTo>
                    <a:pt x="894" y="10291"/>
                  </a:lnTo>
                  <a:lnTo>
                    <a:pt x="807" y="10204"/>
                  </a:lnTo>
                  <a:lnTo>
                    <a:pt x="720" y="10095"/>
                  </a:lnTo>
                  <a:lnTo>
                    <a:pt x="654" y="9942"/>
                  </a:lnTo>
                  <a:lnTo>
                    <a:pt x="567" y="9768"/>
                  </a:lnTo>
                  <a:lnTo>
                    <a:pt x="458" y="9462"/>
                  </a:lnTo>
                  <a:lnTo>
                    <a:pt x="371" y="9114"/>
                  </a:lnTo>
                  <a:lnTo>
                    <a:pt x="284" y="8699"/>
                  </a:lnTo>
                  <a:lnTo>
                    <a:pt x="218" y="8242"/>
                  </a:lnTo>
                  <a:lnTo>
                    <a:pt x="175" y="7740"/>
                  </a:lnTo>
                  <a:lnTo>
                    <a:pt x="131" y="7217"/>
                  </a:lnTo>
                  <a:lnTo>
                    <a:pt x="109" y="6650"/>
                  </a:lnTo>
                  <a:lnTo>
                    <a:pt x="88" y="6062"/>
                  </a:lnTo>
                  <a:lnTo>
                    <a:pt x="109" y="5189"/>
                  </a:lnTo>
                  <a:lnTo>
                    <a:pt x="175" y="4143"/>
                  </a:lnTo>
                  <a:lnTo>
                    <a:pt x="284" y="3184"/>
                  </a:lnTo>
                  <a:lnTo>
                    <a:pt x="436" y="2312"/>
                  </a:lnTo>
                  <a:lnTo>
                    <a:pt x="524" y="1919"/>
                  </a:lnTo>
                  <a:lnTo>
                    <a:pt x="611" y="1549"/>
                  </a:lnTo>
                  <a:lnTo>
                    <a:pt x="720" y="1222"/>
                  </a:lnTo>
                  <a:lnTo>
                    <a:pt x="807" y="938"/>
                  </a:lnTo>
                  <a:lnTo>
                    <a:pt x="916" y="677"/>
                  </a:lnTo>
                  <a:lnTo>
                    <a:pt x="1025" y="459"/>
                  </a:lnTo>
                  <a:lnTo>
                    <a:pt x="1156" y="306"/>
                  </a:lnTo>
                  <a:lnTo>
                    <a:pt x="1265" y="175"/>
                  </a:lnTo>
                  <a:lnTo>
                    <a:pt x="1374" y="110"/>
                  </a:lnTo>
                  <a:lnTo>
                    <a:pt x="1483" y="88"/>
                  </a:lnTo>
                  <a:close/>
                  <a:moveTo>
                    <a:pt x="1417" y="1"/>
                  </a:moveTo>
                  <a:lnTo>
                    <a:pt x="1330" y="23"/>
                  </a:lnTo>
                  <a:lnTo>
                    <a:pt x="1199" y="110"/>
                  </a:lnTo>
                  <a:lnTo>
                    <a:pt x="1090" y="219"/>
                  </a:lnTo>
                  <a:lnTo>
                    <a:pt x="981" y="372"/>
                  </a:lnTo>
                  <a:lnTo>
                    <a:pt x="894" y="546"/>
                  </a:lnTo>
                  <a:lnTo>
                    <a:pt x="785" y="764"/>
                  </a:lnTo>
                  <a:lnTo>
                    <a:pt x="654" y="1135"/>
                  </a:lnTo>
                  <a:lnTo>
                    <a:pt x="524" y="1571"/>
                  </a:lnTo>
                  <a:lnTo>
                    <a:pt x="393" y="2072"/>
                  </a:lnTo>
                  <a:lnTo>
                    <a:pt x="284" y="2617"/>
                  </a:lnTo>
                  <a:lnTo>
                    <a:pt x="197" y="3206"/>
                  </a:lnTo>
                  <a:lnTo>
                    <a:pt x="131" y="3838"/>
                  </a:lnTo>
                  <a:lnTo>
                    <a:pt x="66" y="4492"/>
                  </a:lnTo>
                  <a:lnTo>
                    <a:pt x="22" y="5189"/>
                  </a:lnTo>
                  <a:lnTo>
                    <a:pt x="0" y="6062"/>
                  </a:lnTo>
                  <a:lnTo>
                    <a:pt x="22" y="6955"/>
                  </a:lnTo>
                  <a:lnTo>
                    <a:pt x="88" y="7784"/>
                  </a:lnTo>
                  <a:lnTo>
                    <a:pt x="175" y="8525"/>
                  </a:lnTo>
                  <a:lnTo>
                    <a:pt x="306" y="9157"/>
                  </a:lnTo>
                  <a:lnTo>
                    <a:pt x="371" y="9441"/>
                  </a:lnTo>
                  <a:lnTo>
                    <a:pt x="458" y="9702"/>
                  </a:lnTo>
                  <a:lnTo>
                    <a:pt x="524" y="9920"/>
                  </a:lnTo>
                  <a:lnTo>
                    <a:pt x="633" y="10095"/>
                  </a:lnTo>
                  <a:lnTo>
                    <a:pt x="720" y="10247"/>
                  </a:lnTo>
                  <a:lnTo>
                    <a:pt x="829" y="10356"/>
                  </a:lnTo>
                  <a:lnTo>
                    <a:pt x="938" y="10444"/>
                  </a:lnTo>
                  <a:lnTo>
                    <a:pt x="1069" y="10465"/>
                  </a:lnTo>
                  <a:lnTo>
                    <a:pt x="1156" y="10465"/>
                  </a:lnTo>
                  <a:lnTo>
                    <a:pt x="1221" y="10444"/>
                  </a:lnTo>
                  <a:lnTo>
                    <a:pt x="1374" y="10356"/>
                  </a:lnTo>
                  <a:lnTo>
                    <a:pt x="1483" y="10247"/>
                  </a:lnTo>
                  <a:lnTo>
                    <a:pt x="1592" y="10095"/>
                  </a:lnTo>
                  <a:lnTo>
                    <a:pt x="1679" y="9920"/>
                  </a:lnTo>
                  <a:lnTo>
                    <a:pt x="1788" y="9702"/>
                  </a:lnTo>
                  <a:lnTo>
                    <a:pt x="1919" y="9332"/>
                  </a:lnTo>
                  <a:lnTo>
                    <a:pt x="2050" y="8896"/>
                  </a:lnTo>
                  <a:lnTo>
                    <a:pt x="2181" y="8394"/>
                  </a:lnTo>
                  <a:lnTo>
                    <a:pt x="2290" y="7849"/>
                  </a:lnTo>
                  <a:lnTo>
                    <a:pt x="2377" y="7261"/>
                  </a:lnTo>
                  <a:lnTo>
                    <a:pt x="2442" y="6628"/>
                  </a:lnTo>
                  <a:lnTo>
                    <a:pt x="2508" y="5974"/>
                  </a:lnTo>
                  <a:lnTo>
                    <a:pt x="2551" y="5277"/>
                  </a:lnTo>
                  <a:lnTo>
                    <a:pt x="2551" y="4405"/>
                  </a:lnTo>
                  <a:lnTo>
                    <a:pt x="2551" y="3511"/>
                  </a:lnTo>
                  <a:lnTo>
                    <a:pt x="2486" y="2682"/>
                  </a:lnTo>
                  <a:lnTo>
                    <a:pt x="2399" y="1941"/>
                  </a:lnTo>
                  <a:lnTo>
                    <a:pt x="2268" y="1287"/>
                  </a:lnTo>
                  <a:lnTo>
                    <a:pt x="2202" y="1026"/>
                  </a:lnTo>
                  <a:lnTo>
                    <a:pt x="2115" y="764"/>
                  </a:lnTo>
                  <a:lnTo>
                    <a:pt x="2028" y="546"/>
                  </a:lnTo>
                  <a:lnTo>
                    <a:pt x="1941" y="372"/>
                  </a:lnTo>
                  <a:lnTo>
                    <a:pt x="1853" y="219"/>
                  </a:lnTo>
                  <a:lnTo>
                    <a:pt x="1744" y="110"/>
                  </a:lnTo>
                  <a:lnTo>
                    <a:pt x="1614" y="23"/>
                  </a:lnTo>
                  <a:lnTo>
                    <a:pt x="150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9" name="Google Shape;11689;p80"/>
            <p:cNvSpPr/>
            <p:nvPr/>
          </p:nvSpPr>
          <p:spPr>
            <a:xfrm>
              <a:off x="7863650" y="3243350"/>
              <a:ext cx="50175" cy="254000"/>
            </a:xfrm>
            <a:custGeom>
              <a:rect b="b" l="l" r="r" t="t"/>
              <a:pathLst>
                <a:path extrusionOk="0" h="10160" w="2007">
                  <a:moveTo>
                    <a:pt x="1200" y="0"/>
                  </a:moveTo>
                  <a:lnTo>
                    <a:pt x="1113" y="22"/>
                  </a:lnTo>
                  <a:lnTo>
                    <a:pt x="1004" y="110"/>
                  </a:lnTo>
                  <a:lnTo>
                    <a:pt x="895" y="219"/>
                  </a:lnTo>
                  <a:lnTo>
                    <a:pt x="807" y="393"/>
                  </a:lnTo>
                  <a:lnTo>
                    <a:pt x="720" y="611"/>
                  </a:lnTo>
                  <a:lnTo>
                    <a:pt x="611" y="851"/>
                  </a:lnTo>
                  <a:lnTo>
                    <a:pt x="524" y="1134"/>
                  </a:lnTo>
                  <a:lnTo>
                    <a:pt x="437" y="1461"/>
                  </a:lnTo>
                  <a:lnTo>
                    <a:pt x="306" y="2202"/>
                  </a:lnTo>
                  <a:lnTo>
                    <a:pt x="175" y="3074"/>
                  </a:lnTo>
                  <a:lnTo>
                    <a:pt x="66" y="4012"/>
                  </a:lnTo>
                  <a:lnTo>
                    <a:pt x="23" y="5036"/>
                  </a:lnTo>
                  <a:lnTo>
                    <a:pt x="1" y="6061"/>
                  </a:lnTo>
                  <a:lnTo>
                    <a:pt x="1" y="7020"/>
                  </a:lnTo>
                  <a:lnTo>
                    <a:pt x="66" y="7871"/>
                  </a:lnTo>
                  <a:lnTo>
                    <a:pt x="153" y="8634"/>
                  </a:lnTo>
                  <a:lnTo>
                    <a:pt x="219" y="8961"/>
                  </a:lnTo>
                  <a:lnTo>
                    <a:pt x="284" y="9266"/>
                  </a:lnTo>
                  <a:lnTo>
                    <a:pt x="350" y="9527"/>
                  </a:lnTo>
                  <a:lnTo>
                    <a:pt x="437" y="9745"/>
                  </a:lnTo>
                  <a:lnTo>
                    <a:pt x="524" y="9920"/>
                  </a:lnTo>
                  <a:lnTo>
                    <a:pt x="611" y="10029"/>
                  </a:lnTo>
                  <a:lnTo>
                    <a:pt x="698" y="10116"/>
                  </a:lnTo>
                  <a:lnTo>
                    <a:pt x="807" y="10160"/>
                  </a:lnTo>
                  <a:lnTo>
                    <a:pt x="895" y="10138"/>
                  </a:lnTo>
                  <a:lnTo>
                    <a:pt x="1004" y="10051"/>
                  </a:lnTo>
                  <a:lnTo>
                    <a:pt x="1091" y="9942"/>
                  </a:lnTo>
                  <a:lnTo>
                    <a:pt x="1200" y="9767"/>
                  </a:lnTo>
                  <a:lnTo>
                    <a:pt x="1287" y="9549"/>
                  </a:lnTo>
                  <a:lnTo>
                    <a:pt x="1396" y="9309"/>
                  </a:lnTo>
                  <a:lnTo>
                    <a:pt x="1483" y="9026"/>
                  </a:lnTo>
                  <a:lnTo>
                    <a:pt x="1549" y="8699"/>
                  </a:lnTo>
                  <a:lnTo>
                    <a:pt x="1701" y="7958"/>
                  </a:lnTo>
                  <a:lnTo>
                    <a:pt x="1832" y="7086"/>
                  </a:lnTo>
                  <a:lnTo>
                    <a:pt x="1919" y="6148"/>
                  </a:lnTo>
                  <a:lnTo>
                    <a:pt x="1985" y="5124"/>
                  </a:lnTo>
                  <a:lnTo>
                    <a:pt x="2007" y="4099"/>
                  </a:lnTo>
                  <a:lnTo>
                    <a:pt x="1985" y="3140"/>
                  </a:lnTo>
                  <a:lnTo>
                    <a:pt x="1941" y="2268"/>
                  </a:lnTo>
                  <a:lnTo>
                    <a:pt x="1854" y="1527"/>
                  </a:lnTo>
                  <a:lnTo>
                    <a:pt x="1788" y="1200"/>
                  </a:lnTo>
                  <a:lnTo>
                    <a:pt x="1723" y="894"/>
                  </a:lnTo>
                  <a:lnTo>
                    <a:pt x="1658" y="633"/>
                  </a:lnTo>
                  <a:lnTo>
                    <a:pt x="1570" y="415"/>
                  </a:lnTo>
                  <a:lnTo>
                    <a:pt x="1483" y="240"/>
                  </a:lnTo>
                  <a:lnTo>
                    <a:pt x="1396" y="110"/>
                  </a:lnTo>
                  <a:lnTo>
                    <a:pt x="1309" y="44"/>
                  </a:lnTo>
                  <a:lnTo>
                    <a:pt x="120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0" name="Google Shape;11690;p80"/>
            <p:cNvSpPr/>
            <p:nvPr/>
          </p:nvSpPr>
          <p:spPr>
            <a:xfrm>
              <a:off x="7872375" y="3264050"/>
              <a:ext cx="32725" cy="212600"/>
            </a:xfrm>
            <a:custGeom>
              <a:rect b="b" l="l" r="r" t="t"/>
              <a:pathLst>
                <a:path extrusionOk="0" h="8504" w="1309">
                  <a:moveTo>
                    <a:pt x="829" y="1"/>
                  </a:moveTo>
                  <a:lnTo>
                    <a:pt x="764" y="23"/>
                  </a:lnTo>
                  <a:lnTo>
                    <a:pt x="698" y="88"/>
                  </a:lnTo>
                  <a:lnTo>
                    <a:pt x="633" y="197"/>
                  </a:lnTo>
                  <a:lnTo>
                    <a:pt x="567" y="328"/>
                  </a:lnTo>
                  <a:lnTo>
                    <a:pt x="437" y="720"/>
                  </a:lnTo>
                  <a:lnTo>
                    <a:pt x="328" y="1244"/>
                  </a:lnTo>
                  <a:lnTo>
                    <a:pt x="219" y="1854"/>
                  </a:lnTo>
                  <a:lnTo>
                    <a:pt x="131" y="2573"/>
                  </a:lnTo>
                  <a:lnTo>
                    <a:pt x="66" y="3380"/>
                  </a:lnTo>
                  <a:lnTo>
                    <a:pt x="22" y="4230"/>
                  </a:lnTo>
                  <a:lnTo>
                    <a:pt x="1" y="5081"/>
                  </a:lnTo>
                  <a:lnTo>
                    <a:pt x="1" y="5887"/>
                  </a:lnTo>
                  <a:lnTo>
                    <a:pt x="22" y="6607"/>
                  </a:lnTo>
                  <a:lnTo>
                    <a:pt x="88" y="7239"/>
                  </a:lnTo>
                  <a:lnTo>
                    <a:pt x="153" y="7762"/>
                  </a:lnTo>
                  <a:lnTo>
                    <a:pt x="240" y="8154"/>
                  </a:lnTo>
                  <a:lnTo>
                    <a:pt x="306" y="8285"/>
                  </a:lnTo>
                  <a:lnTo>
                    <a:pt x="349" y="8394"/>
                  </a:lnTo>
                  <a:lnTo>
                    <a:pt x="415" y="8460"/>
                  </a:lnTo>
                  <a:lnTo>
                    <a:pt x="480" y="8503"/>
                  </a:lnTo>
                  <a:lnTo>
                    <a:pt x="546" y="8481"/>
                  </a:lnTo>
                  <a:lnTo>
                    <a:pt x="611" y="8416"/>
                  </a:lnTo>
                  <a:lnTo>
                    <a:pt x="676" y="8307"/>
                  </a:lnTo>
                  <a:lnTo>
                    <a:pt x="742" y="8176"/>
                  </a:lnTo>
                  <a:lnTo>
                    <a:pt x="873" y="7784"/>
                  </a:lnTo>
                  <a:lnTo>
                    <a:pt x="982" y="7261"/>
                  </a:lnTo>
                  <a:lnTo>
                    <a:pt x="1091" y="6650"/>
                  </a:lnTo>
                  <a:lnTo>
                    <a:pt x="1178" y="5931"/>
                  </a:lnTo>
                  <a:lnTo>
                    <a:pt x="1243" y="5124"/>
                  </a:lnTo>
                  <a:lnTo>
                    <a:pt x="1287" y="4274"/>
                  </a:lnTo>
                  <a:lnTo>
                    <a:pt x="1309" y="3424"/>
                  </a:lnTo>
                  <a:lnTo>
                    <a:pt x="1309" y="2617"/>
                  </a:lnTo>
                  <a:lnTo>
                    <a:pt x="1265" y="1898"/>
                  </a:lnTo>
                  <a:lnTo>
                    <a:pt x="1221" y="1265"/>
                  </a:lnTo>
                  <a:lnTo>
                    <a:pt x="1156" y="742"/>
                  </a:lnTo>
                  <a:lnTo>
                    <a:pt x="1047" y="350"/>
                  </a:lnTo>
                  <a:lnTo>
                    <a:pt x="1003" y="197"/>
                  </a:lnTo>
                  <a:lnTo>
                    <a:pt x="938" y="110"/>
                  </a:lnTo>
                  <a:lnTo>
                    <a:pt x="894" y="23"/>
                  </a:lnTo>
                  <a:lnTo>
                    <a:pt x="82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1" name="Google Shape;11691;p80"/>
            <p:cNvSpPr/>
            <p:nvPr/>
          </p:nvSpPr>
          <p:spPr>
            <a:xfrm>
              <a:off x="7878375" y="3284225"/>
              <a:ext cx="20725" cy="171700"/>
            </a:xfrm>
            <a:custGeom>
              <a:rect b="b" l="l" r="r" t="t"/>
              <a:pathLst>
                <a:path extrusionOk="0" h="6868" w="829">
                  <a:moveTo>
                    <a:pt x="545" y="1"/>
                  </a:moveTo>
                  <a:lnTo>
                    <a:pt x="502" y="22"/>
                  </a:lnTo>
                  <a:lnTo>
                    <a:pt x="480" y="88"/>
                  </a:lnTo>
                  <a:lnTo>
                    <a:pt x="393" y="284"/>
                  </a:lnTo>
                  <a:lnTo>
                    <a:pt x="306" y="589"/>
                  </a:lnTo>
                  <a:lnTo>
                    <a:pt x="240" y="1003"/>
                  </a:lnTo>
                  <a:lnTo>
                    <a:pt x="175" y="1505"/>
                  </a:lnTo>
                  <a:lnTo>
                    <a:pt x="109" y="2093"/>
                  </a:lnTo>
                  <a:lnTo>
                    <a:pt x="66" y="2747"/>
                  </a:lnTo>
                  <a:lnTo>
                    <a:pt x="22" y="3423"/>
                  </a:lnTo>
                  <a:lnTo>
                    <a:pt x="0" y="4121"/>
                  </a:lnTo>
                  <a:lnTo>
                    <a:pt x="0" y="4775"/>
                  </a:lnTo>
                  <a:lnTo>
                    <a:pt x="22" y="5342"/>
                  </a:lnTo>
                  <a:lnTo>
                    <a:pt x="44" y="5865"/>
                  </a:lnTo>
                  <a:lnTo>
                    <a:pt x="88" y="6279"/>
                  </a:lnTo>
                  <a:lnTo>
                    <a:pt x="131" y="6606"/>
                  </a:lnTo>
                  <a:lnTo>
                    <a:pt x="197" y="6802"/>
                  </a:lnTo>
                  <a:lnTo>
                    <a:pt x="240" y="6868"/>
                  </a:lnTo>
                  <a:lnTo>
                    <a:pt x="306" y="6868"/>
                  </a:lnTo>
                  <a:lnTo>
                    <a:pt x="349" y="6802"/>
                  </a:lnTo>
                  <a:lnTo>
                    <a:pt x="436" y="6606"/>
                  </a:lnTo>
                  <a:lnTo>
                    <a:pt x="524" y="6301"/>
                  </a:lnTo>
                  <a:lnTo>
                    <a:pt x="589" y="5887"/>
                  </a:lnTo>
                  <a:lnTo>
                    <a:pt x="654" y="5385"/>
                  </a:lnTo>
                  <a:lnTo>
                    <a:pt x="720" y="4797"/>
                  </a:lnTo>
                  <a:lnTo>
                    <a:pt x="763" y="4143"/>
                  </a:lnTo>
                  <a:lnTo>
                    <a:pt x="807" y="3467"/>
                  </a:lnTo>
                  <a:lnTo>
                    <a:pt x="807" y="2769"/>
                  </a:lnTo>
                  <a:lnTo>
                    <a:pt x="829" y="2115"/>
                  </a:lnTo>
                  <a:lnTo>
                    <a:pt x="807" y="1527"/>
                  </a:lnTo>
                  <a:lnTo>
                    <a:pt x="785" y="1025"/>
                  </a:lnTo>
                  <a:lnTo>
                    <a:pt x="742" y="611"/>
                  </a:lnTo>
                  <a:lnTo>
                    <a:pt x="698" y="284"/>
                  </a:lnTo>
                  <a:lnTo>
                    <a:pt x="633" y="88"/>
                  </a:lnTo>
                  <a:lnTo>
                    <a:pt x="589" y="22"/>
                  </a:lnTo>
                  <a:lnTo>
                    <a:pt x="545"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2" name="Google Shape;11692;p80"/>
            <p:cNvSpPr/>
            <p:nvPr/>
          </p:nvSpPr>
          <p:spPr>
            <a:xfrm>
              <a:off x="7548100" y="3083125"/>
              <a:ext cx="239825" cy="286150"/>
            </a:xfrm>
            <a:custGeom>
              <a:rect b="b" l="l" r="r" t="t"/>
              <a:pathLst>
                <a:path extrusionOk="0" h="11446" w="9593">
                  <a:moveTo>
                    <a:pt x="2006" y="0"/>
                  </a:moveTo>
                  <a:lnTo>
                    <a:pt x="1875" y="22"/>
                  </a:lnTo>
                  <a:lnTo>
                    <a:pt x="1766" y="65"/>
                  </a:lnTo>
                  <a:lnTo>
                    <a:pt x="1679" y="153"/>
                  </a:lnTo>
                  <a:lnTo>
                    <a:pt x="1657" y="218"/>
                  </a:lnTo>
                  <a:lnTo>
                    <a:pt x="1635" y="283"/>
                  </a:lnTo>
                  <a:lnTo>
                    <a:pt x="1635" y="349"/>
                  </a:lnTo>
                  <a:lnTo>
                    <a:pt x="1635" y="436"/>
                  </a:lnTo>
                  <a:lnTo>
                    <a:pt x="1788" y="894"/>
                  </a:lnTo>
                  <a:lnTo>
                    <a:pt x="1940" y="1373"/>
                  </a:lnTo>
                  <a:lnTo>
                    <a:pt x="2289" y="2289"/>
                  </a:lnTo>
                  <a:lnTo>
                    <a:pt x="1875" y="2093"/>
                  </a:lnTo>
                  <a:lnTo>
                    <a:pt x="1483" y="1875"/>
                  </a:lnTo>
                  <a:lnTo>
                    <a:pt x="1090" y="1657"/>
                  </a:lnTo>
                  <a:lnTo>
                    <a:pt x="720" y="1395"/>
                  </a:lnTo>
                  <a:lnTo>
                    <a:pt x="654" y="1352"/>
                  </a:lnTo>
                  <a:lnTo>
                    <a:pt x="458" y="1352"/>
                  </a:lnTo>
                  <a:lnTo>
                    <a:pt x="327" y="1417"/>
                  </a:lnTo>
                  <a:lnTo>
                    <a:pt x="284" y="1461"/>
                  </a:lnTo>
                  <a:lnTo>
                    <a:pt x="240" y="1526"/>
                  </a:lnTo>
                  <a:lnTo>
                    <a:pt x="196" y="1592"/>
                  </a:lnTo>
                  <a:lnTo>
                    <a:pt x="196" y="1657"/>
                  </a:lnTo>
                  <a:lnTo>
                    <a:pt x="196" y="1722"/>
                  </a:lnTo>
                  <a:lnTo>
                    <a:pt x="196" y="1788"/>
                  </a:lnTo>
                  <a:lnTo>
                    <a:pt x="262" y="1897"/>
                  </a:lnTo>
                  <a:lnTo>
                    <a:pt x="371" y="2006"/>
                  </a:lnTo>
                  <a:lnTo>
                    <a:pt x="916" y="2355"/>
                  </a:lnTo>
                  <a:lnTo>
                    <a:pt x="1483" y="2682"/>
                  </a:lnTo>
                  <a:lnTo>
                    <a:pt x="2071" y="2965"/>
                  </a:lnTo>
                  <a:lnTo>
                    <a:pt x="2682" y="3205"/>
                  </a:lnTo>
                  <a:lnTo>
                    <a:pt x="2703" y="3270"/>
                  </a:lnTo>
                  <a:lnTo>
                    <a:pt x="2747" y="3336"/>
                  </a:lnTo>
                  <a:lnTo>
                    <a:pt x="2158" y="3270"/>
                  </a:lnTo>
                  <a:lnTo>
                    <a:pt x="1570" y="3183"/>
                  </a:lnTo>
                  <a:lnTo>
                    <a:pt x="1003" y="3052"/>
                  </a:lnTo>
                  <a:lnTo>
                    <a:pt x="436" y="2900"/>
                  </a:lnTo>
                  <a:lnTo>
                    <a:pt x="349" y="2878"/>
                  </a:lnTo>
                  <a:lnTo>
                    <a:pt x="284" y="2878"/>
                  </a:lnTo>
                  <a:lnTo>
                    <a:pt x="218" y="2900"/>
                  </a:lnTo>
                  <a:lnTo>
                    <a:pt x="153" y="2921"/>
                  </a:lnTo>
                  <a:lnTo>
                    <a:pt x="66" y="3009"/>
                  </a:lnTo>
                  <a:lnTo>
                    <a:pt x="22" y="3139"/>
                  </a:lnTo>
                  <a:lnTo>
                    <a:pt x="0" y="3270"/>
                  </a:lnTo>
                  <a:lnTo>
                    <a:pt x="22" y="3379"/>
                  </a:lnTo>
                  <a:lnTo>
                    <a:pt x="66" y="3445"/>
                  </a:lnTo>
                  <a:lnTo>
                    <a:pt x="109" y="3488"/>
                  </a:lnTo>
                  <a:lnTo>
                    <a:pt x="175" y="3532"/>
                  </a:lnTo>
                  <a:lnTo>
                    <a:pt x="240" y="3554"/>
                  </a:lnTo>
                  <a:lnTo>
                    <a:pt x="938" y="3750"/>
                  </a:lnTo>
                  <a:lnTo>
                    <a:pt x="1657" y="3902"/>
                  </a:lnTo>
                  <a:lnTo>
                    <a:pt x="2376" y="4011"/>
                  </a:lnTo>
                  <a:lnTo>
                    <a:pt x="3096" y="4077"/>
                  </a:lnTo>
                  <a:lnTo>
                    <a:pt x="3467" y="4774"/>
                  </a:lnTo>
                  <a:lnTo>
                    <a:pt x="2529" y="4600"/>
                  </a:lnTo>
                  <a:lnTo>
                    <a:pt x="2333" y="4600"/>
                  </a:lnTo>
                  <a:lnTo>
                    <a:pt x="2267" y="4644"/>
                  </a:lnTo>
                  <a:lnTo>
                    <a:pt x="2180" y="4731"/>
                  </a:lnTo>
                  <a:lnTo>
                    <a:pt x="2137" y="4774"/>
                  </a:lnTo>
                  <a:lnTo>
                    <a:pt x="2115" y="4840"/>
                  </a:lnTo>
                  <a:lnTo>
                    <a:pt x="2115" y="4971"/>
                  </a:lnTo>
                  <a:lnTo>
                    <a:pt x="2137" y="5101"/>
                  </a:lnTo>
                  <a:lnTo>
                    <a:pt x="2180" y="5167"/>
                  </a:lnTo>
                  <a:lnTo>
                    <a:pt x="2224" y="5210"/>
                  </a:lnTo>
                  <a:lnTo>
                    <a:pt x="2289" y="5254"/>
                  </a:lnTo>
                  <a:lnTo>
                    <a:pt x="2355" y="5276"/>
                  </a:lnTo>
                  <a:lnTo>
                    <a:pt x="3794" y="5516"/>
                  </a:lnTo>
                  <a:lnTo>
                    <a:pt x="3903" y="5537"/>
                  </a:lnTo>
                  <a:lnTo>
                    <a:pt x="4295" y="6170"/>
                  </a:lnTo>
                  <a:lnTo>
                    <a:pt x="4731" y="6802"/>
                  </a:lnTo>
                  <a:lnTo>
                    <a:pt x="4099" y="6671"/>
                  </a:lnTo>
                  <a:lnTo>
                    <a:pt x="3467" y="6519"/>
                  </a:lnTo>
                  <a:lnTo>
                    <a:pt x="2834" y="6344"/>
                  </a:lnTo>
                  <a:lnTo>
                    <a:pt x="2224" y="6170"/>
                  </a:lnTo>
                  <a:lnTo>
                    <a:pt x="2158" y="6148"/>
                  </a:lnTo>
                  <a:lnTo>
                    <a:pt x="2006" y="6148"/>
                  </a:lnTo>
                  <a:lnTo>
                    <a:pt x="1962" y="6191"/>
                  </a:lnTo>
                  <a:lnTo>
                    <a:pt x="1875" y="6279"/>
                  </a:lnTo>
                  <a:lnTo>
                    <a:pt x="1810" y="6388"/>
                  </a:lnTo>
                  <a:lnTo>
                    <a:pt x="1810" y="6519"/>
                  </a:lnTo>
                  <a:lnTo>
                    <a:pt x="1831" y="6649"/>
                  </a:lnTo>
                  <a:lnTo>
                    <a:pt x="1853" y="6715"/>
                  </a:lnTo>
                  <a:lnTo>
                    <a:pt x="1919" y="6758"/>
                  </a:lnTo>
                  <a:lnTo>
                    <a:pt x="1962" y="6802"/>
                  </a:lnTo>
                  <a:lnTo>
                    <a:pt x="2049" y="6824"/>
                  </a:lnTo>
                  <a:lnTo>
                    <a:pt x="2834" y="7085"/>
                  </a:lnTo>
                  <a:lnTo>
                    <a:pt x="3641" y="7282"/>
                  </a:lnTo>
                  <a:lnTo>
                    <a:pt x="4448" y="7478"/>
                  </a:lnTo>
                  <a:lnTo>
                    <a:pt x="5276" y="7609"/>
                  </a:lnTo>
                  <a:lnTo>
                    <a:pt x="5320" y="7630"/>
                  </a:lnTo>
                  <a:lnTo>
                    <a:pt x="5865" y="8306"/>
                  </a:lnTo>
                  <a:lnTo>
                    <a:pt x="6453" y="8960"/>
                  </a:lnTo>
                  <a:lnTo>
                    <a:pt x="5102" y="8917"/>
                  </a:lnTo>
                  <a:lnTo>
                    <a:pt x="4426" y="8873"/>
                  </a:lnTo>
                  <a:lnTo>
                    <a:pt x="3750" y="8808"/>
                  </a:lnTo>
                  <a:lnTo>
                    <a:pt x="3685" y="8808"/>
                  </a:lnTo>
                  <a:lnTo>
                    <a:pt x="3619" y="8829"/>
                  </a:lnTo>
                  <a:lnTo>
                    <a:pt x="3576" y="8873"/>
                  </a:lnTo>
                  <a:lnTo>
                    <a:pt x="3510" y="8917"/>
                  </a:lnTo>
                  <a:lnTo>
                    <a:pt x="3445" y="9026"/>
                  </a:lnTo>
                  <a:lnTo>
                    <a:pt x="3423" y="9091"/>
                  </a:lnTo>
                  <a:lnTo>
                    <a:pt x="3423" y="9156"/>
                  </a:lnTo>
                  <a:lnTo>
                    <a:pt x="3423" y="9222"/>
                  </a:lnTo>
                  <a:lnTo>
                    <a:pt x="3445" y="9287"/>
                  </a:lnTo>
                  <a:lnTo>
                    <a:pt x="3467" y="9353"/>
                  </a:lnTo>
                  <a:lnTo>
                    <a:pt x="3510" y="9396"/>
                  </a:lnTo>
                  <a:lnTo>
                    <a:pt x="3619" y="9462"/>
                  </a:lnTo>
                  <a:lnTo>
                    <a:pt x="3750" y="9505"/>
                  </a:lnTo>
                  <a:lnTo>
                    <a:pt x="4600" y="9571"/>
                  </a:lnTo>
                  <a:lnTo>
                    <a:pt x="5450" y="9636"/>
                  </a:lnTo>
                  <a:lnTo>
                    <a:pt x="6301" y="9680"/>
                  </a:lnTo>
                  <a:lnTo>
                    <a:pt x="7151" y="9680"/>
                  </a:lnTo>
                  <a:lnTo>
                    <a:pt x="7587" y="10116"/>
                  </a:lnTo>
                  <a:lnTo>
                    <a:pt x="8045" y="10552"/>
                  </a:lnTo>
                  <a:lnTo>
                    <a:pt x="8502" y="10966"/>
                  </a:lnTo>
                  <a:lnTo>
                    <a:pt x="8982" y="11358"/>
                  </a:lnTo>
                  <a:lnTo>
                    <a:pt x="9048" y="11402"/>
                  </a:lnTo>
                  <a:lnTo>
                    <a:pt x="9113" y="11424"/>
                  </a:lnTo>
                  <a:lnTo>
                    <a:pt x="9200" y="11445"/>
                  </a:lnTo>
                  <a:lnTo>
                    <a:pt x="9266" y="11445"/>
                  </a:lnTo>
                  <a:lnTo>
                    <a:pt x="9396" y="11402"/>
                  </a:lnTo>
                  <a:lnTo>
                    <a:pt x="9484" y="11315"/>
                  </a:lnTo>
                  <a:lnTo>
                    <a:pt x="9571" y="11227"/>
                  </a:lnTo>
                  <a:lnTo>
                    <a:pt x="9593" y="11097"/>
                  </a:lnTo>
                  <a:lnTo>
                    <a:pt x="9593" y="11053"/>
                  </a:lnTo>
                  <a:lnTo>
                    <a:pt x="9571" y="10988"/>
                  </a:lnTo>
                  <a:lnTo>
                    <a:pt x="9527" y="10922"/>
                  </a:lnTo>
                  <a:lnTo>
                    <a:pt x="9484" y="10879"/>
                  </a:lnTo>
                  <a:lnTo>
                    <a:pt x="8982" y="10443"/>
                  </a:lnTo>
                  <a:lnTo>
                    <a:pt x="8502" y="10028"/>
                  </a:lnTo>
                  <a:lnTo>
                    <a:pt x="8611" y="8263"/>
                  </a:lnTo>
                  <a:lnTo>
                    <a:pt x="8611" y="8197"/>
                  </a:lnTo>
                  <a:lnTo>
                    <a:pt x="8590" y="8132"/>
                  </a:lnTo>
                  <a:lnTo>
                    <a:pt x="8546" y="8066"/>
                  </a:lnTo>
                  <a:lnTo>
                    <a:pt x="8502" y="8023"/>
                  </a:lnTo>
                  <a:lnTo>
                    <a:pt x="8393" y="7936"/>
                  </a:lnTo>
                  <a:lnTo>
                    <a:pt x="8328" y="7914"/>
                  </a:lnTo>
                  <a:lnTo>
                    <a:pt x="8197" y="7914"/>
                  </a:lnTo>
                  <a:lnTo>
                    <a:pt x="8132" y="7936"/>
                  </a:lnTo>
                  <a:lnTo>
                    <a:pt x="8023" y="8023"/>
                  </a:lnTo>
                  <a:lnTo>
                    <a:pt x="7936" y="8132"/>
                  </a:lnTo>
                  <a:lnTo>
                    <a:pt x="7914" y="8263"/>
                  </a:lnTo>
                  <a:lnTo>
                    <a:pt x="7827" y="9396"/>
                  </a:lnTo>
                  <a:lnTo>
                    <a:pt x="7565" y="9135"/>
                  </a:lnTo>
                  <a:lnTo>
                    <a:pt x="7521" y="8110"/>
                  </a:lnTo>
                  <a:lnTo>
                    <a:pt x="7521" y="7587"/>
                  </a:lnTo>
                  <a:lnTo>
                    <a:pt x="7543" y="7085"/>
                  </a:lnTo>
                  <a:lnTo>
                    <a:pt x="7543" y="6998"/>
                  </a:lnTo>
                  <a:lnTo>
                    <a:pt x="7521" y="6933"/>
                  </a:lnTo>
                  <a:lnTo>
                    <a:pt x="7434" y="6824"/>
                  </a:lnTo>
                  <a:lnTo>
                    <a:pt x="7391" y="6780"/>
                  </a:lnTo>
                  <a:lnTo>
                    <a:pt x="7325" y="6758"/>
                  </a:lnTo>
                  <a:lnTo>
                    <a:pt x="7260" y="6737"/>
                  </a:lnTo>
                  <a:lnTo>
                    <a:pt x="7194" y="6737"/>
                  </a:lnTo>
                  <a:lnTo>
                    <a:pt x="7064" y="6758"/>
                  </a:lnTo>
                  <a:lnTo>
                    <a:pt x="6955" y="6824"/>
                  </a:lnTo>
                  <a:lnTo>
                    <a:pt x="6867" y="6933"/>
                  </a:lnTo>
                  <a:lnTo>
                    <a:pt x="6846" y="6998"/>
                  </a:lnTo>
                  <a:lnTo>
                    <a:pt x="6846" y="7085"/>
                  </a:lnTo>
                  <a:lnTo>
                    <a:pt x="6846" y="7718"/>
                  </a:lnTo>
                  <a:lnTo>
                    <a:pt x="6846" y="8372"/>
                  </a:lnTo>
                  <a:lnTo>
                    <a:pt x="6671" y="8154"/>
                  </a:lnTo>
                  <a:lnTo>
                    <a:pt x="6693" y="8066"/>
                  </a:lnTo>
                  <a:lnTo>
                    <a:pt x="6671" y="7979"/>
                  </a:lnTo>
                  <a:lnTo>
                    <a:pt x="6540" y="7456"/>
                  </a:lnTo>
                  <a:lnTo>
                    <a:pt x="6453" y="6955"/>
                  </a:lnTo>
                  <a:lnTo>
                    <a:pt x="6388" y="6431"/>
                  </a:lnTo>
                  <a:lnTo>
                    <a:pt x="6344" y="5886"/>
                  </a:lnTo>
                  <a:lnTo>
                    <a:pt x="6322" y="5755"/>
                  </a:lnTo>
                  <a:lnTo>
                    <a:pt x="6257" y="5646"/>
                  </a:lnTo>
                  <a:lnTo>
                    <a:pt x="6192" y="5603"/>
                  </a:lnTo>
                  <a:lnTo>
                    <a:pt x="6148" y="5559"/>
                  </a:lnTo>
                  <a:lnTo>
                    <a:pt x="6083" y="5537"/>
                  </a:lnTo>
                  <a:lnTo>
                    <a:pt x="5995" y="5537"/>
                  </a:lnTo>
                  <a:lnTo>
                    <a:pt x="5865" y="5581"/>
                  </a:lnTo>
                  <a:lnTo>
                    <a:pt x="5756" y="5646"/>
                  </a:lnTo>
                  <a:lnTo>
                    <a:pt x="5712" y="5690"/>
                  </a:lnTo>
                  <a:lnTo>
                    <a:pt x="5690" y="5755"/>
                  </a:lnTo>
                  <a:lnTo>
                    <a:pt x="5668" y="5821"/>
                  </a:lnTo>
                  <a:lnTo>
                    <a:pt x="5647" y="5886"/>
                  </a:lnTo>
                  <a:lnTo>
                    <a:pt x="5690" y="6475"/>
                  </a:lnTo>
                  <a:lnTo>
                    <a:pt x="5756" y="7042"/>
                  </a:lnTo>
                  <a:lnTo>
                    <a:pt x="5450" y="6628"/>
                  </a:lnTo>
                  <a:lnTo>
                    <a:pt x="5167" y="6235"/>
                  </a:lnTo>
                  <a:lnTo>
                    <a:pt x="5167" y="6191"/>
                  </a:lnTo>
                  <a:lnTo>
                    <a:pt x="5167" y="5559"/>
                  </a:lnTo>
                  <a:lnTo>
                    <a:pt x="5189" y="4927"/>
                  </a:lnTo>
                  <a:lnTo>
                    <a:pt x="5232" y="4273"/>
                  </a:lnTo>
                  <a:lnTo>
                    <a:pt x="5320" y="3641"/>
                  </a:lnTo>
                  <a:lnTo>
                    <a:pt x="5320" y="3510"/>
                  </a:lnTo>
                  <a:lnTo>
                    <a:pt x="5276" y="3379"/>
                  </a:lnTo>
                  <a:lnTo>
                    <a:pt x="5232" y="3336"/>
                  </a:lnTo>
                  <a:lnTo>
                    <a:pt x="5189" y="3292"/>
                  </a:lnTo>
                  <a:lnTo>
                    <a:pt x="5145" y="3248"/>
                  </a:lnTo>
                  <a:lnTo>
                    <a:pt x="5058" y="3227"/>
                  </a:lnTo>
                  <a:lnTo>
                    <a:pt x="4993" y="3205"/>
                  </a:lnTo>
                  <a:lnTo>
                    <a:pt x="4927" y="3205"/>
                  </a:lnTo>
                  <a:lnTo>
                    <a:pt x="4796" y="3248"/>
                  </a:lnTo>
                  <a:lnTo>
                    <a:pt x="4731" y="3292"/>
                  </a:lnTo>
                  <a:lnTo>
                    <a:pt x="4687" y="3336"/>
                  </a:lnTo>
                  <a:lnTo>
                    <a:pt x="4666" y="3401"/>
                  </a:lnTo>
                  <a:lnTo>
                    <a:pt x="4644" y="3466"/>
                  </a:lnTo>
                  <a:lnTo>
                    <a:pt x="4578" y="3881"/>
                  </a:lnTo>
                  <a:lnTo>
                    <a:pt x="4535" y="4295"/>
                  </a:lnTo>
                  <a:lnTo>
                    <a:pt x="4491" y="5145"/>
                  </a:lnTo>
                  <a:lnTo>
                    <a:pt x="4186" y="4644"/>
                  </a:lnTo>
                  <a:lnTo>
                    <a:pt x="3924" y="4142"/>
                  </a:lnTo>
                  <a:lnTo>
                    <a:pt x="3663" y="3641"/>
                  </a:lnTo>
                  <a:lnTo>
                    <a:pt x="3401" y="3118"/>
                  </a:lnTo>
                  <a:lnTo>
                    <a:pt x="4230" y="1068"/>
                  </a:lnTo>
                  <a:lnTo>
                    <a:pt x="4251" y="1003"/>
                  </a:lnTo>
                  <a:lnTo>
                    <a:pt x="4251" y="937"/>
                  </a:lnTo>
                  <a:lnTo>
                    <a:pt x="4230" y="872"/>
                  </a:lnTo>
                  <a:lnTo>
                    <a:pt x="4208" y="807"/>
                  </a:lnTo>
                  <a:lnTo>
                    <a:pt x="4099" y="698"/>
                  </a:lnTo>
                  <a:lnTo>
                    <a:pt x="4055" y="654"/>
                  </a:lnTo>
                  <a:lnTo>
                    <a:pt x="3990" y="632"/>
                  </a:lnTo>
                  <a:lnTo>
                    <a:pt x="3859" y="632"/>
                  </a:lnTo>
                  <a:lnTo>
                    <a:pt x="3728" y="676"/>
                  </a:lnTo>
                  <a:lnTo>
                    <a:pt x="3641" y="763"/>
                  </a:lnTo>
                  <a:lnTo>
                    <a:pt x="3554" y="872"/>
                  </a:lnTo>
                  <a:lnTo>
                    <a:pt x="3030" y="2224"/>
                  </a:lnTo>
                  <a:lnTo>
                    <a:pt x="2638" y="1243"/>
                  </a:lnTo>
                  <a:lnTo>
                    <a:pt x="2464" y="741"/>
                  </a:lnTo>
                  <a:lnTo>
                    <a:pt x="2311" y="240"/>
                  </a:lnTo>
                  <a:lnTo>
                    <a:pt x="2289" y="174"/>
                  </a:lnTo>
                  <a:lnTo>
                    <a:pt x="2246" y="109"/>
                  </a:lnTo>
                  <a:lnTo>
                    <a:pt x="2202" y="65"/>
                  </a:lnTo>
                  <a:lnTo>
                    <a:pt x="2137" y="44"/>
                  </a:lnTo>
                  <a:lnTo>
                    <a:pt x="200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3" name="Google Shape;11693;p80"/>
            <p:cNvSpPr/>
            <p:nvPr/>
          </p:nvSpPr>
          <p:spPr>
            <a:xfrm>
              <a:off x="7716500" y="3115275"/>
              <a:ext cx="110125" cy="252900"/>
            </a:xfrm>
            <a:custGeom>
              <a:rect b="b" l="l" r="r" t="t"/>
              <a:pathLst>
                <a:path extrusionOk="0" h="10116" w="4405">
                  <a:moveTo>
                    <a:pt x="3249" y="0"/>
                  </a:moveTo>
                  <a:lnTo>
                    <a:pt x="3162" y="44"/>
                  </a:lnTo>
                  <a:lnTo>
                    <a:pt x="3096" y="153"/>
                  </a:lnTo>
                  <a:lnTo>
                    <a:pt x="2835" y="829"/>
                  </a:lnTo>
                  <a:lnTo>
                    <a:pt x="2617" y="1526"/>
                  </a:lnTo>
                  <a:lnTo>
                    <a:pt x="2464" y="1221"/>
                  </a:lnTo>
                  <a:lnTo>
                    <a:pt x="2333" y="916"/>
                  </a:lnTo>
                  <a:lnTo>
                    <a:pt x="2224" y="589"/>
                  </a:lnTo>
                  <a:lnTo>
                    <a:pt x="2115" y="262"/>
                  </a:lnTo>
                  <a:lnTo>
                    <a:pt x="2093" y="218"/>
                  </a:lnTo>
                  <a:lnTo>
                    <a:pt x="2072" y="175"/>
                  </a:lnTo>
                  <a:lnTo>
                    <a:pt x="1984" y="131"/>
                  </a:lnTo>
                  <a:lnTo>
                    <a:pt x="1875" y="109"/>
                  </a:lnTo>
                  <a:lnTo>
                    <a:pt x="1766" y="109"/>
                  </a:lnTo>
                  <a:lnTo>
                    <a:pt x="1679" y="175"/>
                  </a:lnTo>
                  <a:lnTo>
                    <a:pt x="1636" y="262"/>
                  </a:lnTo>
                  <a:lnTo>
                    <a:pt x="1614" y="349"/>
                  </a:lnTo>
                  <a:lnTo>
                    <a:pt x="1614" y="458"/>
                  </a:lnTo>
                  <a:lnTo>
                    <a:pt x="1766" y="916"/>
                  </a:lnTo>
                  <a:lnTo>
                    <a:pt x="1963" y="1374"/>
                  </a:lnTo>
                  <a:lnTo>
                    <a:pt x="2181" y="1810"/>
                  </a:lnTo>
                  <a:lnTo>
                    <a:pt x="2421" y="2224"/>
                  </a:lnTo>
                  <a:lnTo>
                    <a:pt x="2399" y="2289"/>
                  </a:lnTo>
                  <a:lnTo>
                    <a:pt x="2377" y="2333"/>
                  </a:lnTo>
                  <a:lnTo>
                    <a:pt x="2072" y="2028"/>
                  </a:lnTo>
                  <a:lnTo>
                    <a:pt x="1788" y="1701"/>
                  </a:lnTo>
                  <a:lnTo>
                    <a:pt x="1505" y="1352"/>
                  </a:lnTo>
                  <a:lnTo>
                    <a:pt x="1243" y="1003"/>
                  </a:lnTo>
                  <a:lnTo>
                    <a:pt x="1156" y="938"/>
                  </a:lnTo>
                  <a:lnTo>
                    <a:pt x="1069" y="894"/>
                  </a:lnTo>
                  <a:lnTo>
                    <a:pt x="982" y="916"/>
                  </a:lnTo>
                  <a:lnTo>
                    <a:pt x="894" y="960"/>
                  </a:lnTo>
                  <a:lnTo>
                    <a:pt x="829" y="1025"/>
                  </a:lnTo>
                  <a:lnTo>
                    <a:pt x="785" y="1112"/>
                  </a:lnTo>
                  <a:lnTo>
                    <a:pt x="785" y="1199"/>
                  </a:lnTo>
                  <a:lnTo>
                    <a:pt x="829" y="1308"/>
                  </a:lnTo>
                  <a:lnTo>
                    <a:pt x="1156" y="1744"/>
                  </a:lnTo>
                  <a:lnTo>
                    <a:pt x="1483" y="2159"/>
                  </a:lnTo>
                  <a:lnTo>
                    <a:pt x="1854" y="2551"/>
                  </a:lnTo>
                  <a:lnTo>
                    <a:pt x="2246" y="2922"/>
                  </a:lnTo>
                  <a:lnTo>
                    <a:pt x="2137" y="3510"/>
                  </a:lnTo>
                  <a:lnTo>
                    <a:pt x="1679" y="2987"/>
                  </a:lnTo>
                  <a:lnTo>
                    <a:pt x="1592" y="2922"/>
                  </a:lnTo>
                  <a:lnTo>
                    <a:pt x="1505" y="2878"/>
                  </a:lnTo>
                  <a:lnTo>
                    <a:pt x="1396" y="2878"/>
                  </a:lnTo>
                  <a:lnTo>
                    <a:pt x="1309" y="2922"/>
                  </a:lnTo>
                  <a:lnTo>
                    <a:pt x="1243" y="2987"/>
                  </a:lnTo>
                  <a:lnTo>
                    <a:pt x="1221" y="3096"/>
                  </a:lnTo>
                  <a:lnTo>
                    <a:pt x="1221" y="3183"/>
                  </a:lnTo>
                  <a:lnTo>
                    <a:pt x="1221" y="3249"/>
                  </a:lnTo>
                  <a:lnTo>
                    <a:pt x="1265" y="3292"/>
                  </a:lnTo>
                  <a:lnTo>
                    <a:pt x="1984" y="4099"/>
                  </a:lnTo>
                  <a:lnTo>
                    <a:pt x="2028" y="4164"/>
                  </a:lnTo>
                  <a:lnTo>
                    <a:pt x="1963" y="4709"/>
                  </a:lnTo>
                  <a:lnTo>
                    <a:pt x="1919" y="5276"/>
                  </a:lnTo>
                  <a:lnTo>
                    <a:pt x="1614" y="4905"/>
                  </a:lnTo>
                  <a:lnTo>
                    <a:pt x="1330" y="4513"/>
                  </a:lnTo>
                  <a:lnTo>
                    <a:pt x="1047" y="4142"/>
                  </a:lnTo>
                  <a:lnTo>
                    <a:pt x="764" y="3728"/>
                  </a:lnTo>
                  <a:lnTo>
                    <a:pt x="698" y="3663"/>
                  </a:lnTo>
                  <a:lnTo>
                    <a:pt x="611" y="3619"/>
                  </a:lnTo>
                  <a:lnTo>
                    <a:pt x="502" y="3641"/>
                  </a:lnTo>
                  <a:lnTo>
                    <a:pt x="415" y="3685"/>
                  </a:lnTo>
                  <a:lnTo>
                    <a:pt x="349" y="3750"/>
                  </a:lnTo>
                  <a:lnTo>
                    <a:pt x="306" y="3837"/>
                  </a:lnTo>
                  <a:lnTo>
                    <a:pt x="306" y="3946"/>
                  </a:lnTo>
                  <a:lnTo>
                    <a:pt x="349" y="4033"/>
                  </a:lnTo>
                  <a:lnTo>
                    <a:pt x="698" y="4557"/>
                  </a:lnTo>
                  <a:lnTo>
                    <a:pt x="1069" y="5058"/>
                  </a:lnTo>
                  <a:lnTo>
                    <a:pt x="1461" y="5538"/>
                  </a:lnTo>
                  <a:lnTo>
                    <a:pt x="1854" y="5996"/>
                  </a:lnTo>
                  <a:lnTo>
                    <a:pt x="1897" y="6017"/>
                  </a:lnTo>
                  <a:lnTo>
                    <a:pt x="1897" y="6671"/>
                  </a:lnTo>
                  <a:lnTo>
                    <a:pt x="1919" y="7325"/>
                  </a:lnTo>
                  <a:lnTo>
                    <a:pt x="1156" y="6671"/>
                  </a:lnTo>
                  <a:lnTo>
                    <a:pt x="437" y="5996"/>
                  </a:lnTo>
                  <a:lnTo>
                    <a:pt x="393" y="5952"/>
                  </a:lnTo>
                  <a:lnTo>
                    <a:pt x="349" y="5952"/>
                  </a:lnTo>
                  <a:lnTo>
                    <a:pt x="240" y="5930"/>
                  </a:lnTo>
                  <a:lnTo>
                    <a:pt x="131" y="5974"/>
                  </a:lnTo>
                  <a:lnTo>
                    <a:pt x="66" y="6039"/>
                  </a:lnTo>
                  <a:lnTo>
                    <a:pt x="22" y="6126"/>
                  </a:lnTo>
                  <a:lnTo>
                    <a:pt x="1" y="6214"/>
                  </a:lnTo>
                  <a:lnTo>
                    <a:pt x="44" y="6323"/>
                  </a:lnTo>
                  <a:lnTo>
                    <a:pt x="110" y="6388"/>
                  </a:lnTo>
                  <a:lnTo>
                    <a:pt x="567" y="6824"/>
                  </a:lnTo>
                  <a:lnTo>
                    <a:pt x="1025" y="7260"/>
                  </a:lnTo>
                  <a:lnTo>
                    <a:pt x="1505" y="7674"/>
                  </a:lnTo>
                  <a:lnTo>
                    <a:pt x="1984" y="8067"/>
                  </a:lnTo>
                  <a:lnTo>
                    <a:pt x="2093" y="8982"/>
                  </a:lnTo>
                  <a:lnTo>
                    <a:pt x="2181" y="9440"/>
                  </a:lnTo>
                  <a:lnTo>
                    <a:pt x="2268" y="9898"/>
                  </a:lnTo>
                  <a:lnTo>
                    <a:pt x="2312" y="10007"/>
                  </a:lnTo>
                  <a:lnTo>
                    <a:pt x="2399" y="10072"/>
                  </a:lnTo>
                  <a:lnTo>
                    <a:pt x="2486" y="10116"/>
                  </a:lnTo>
                  <a:lnTo>
                    <a:pt x="2595" y="10116"/>
                  </a:lnTo>
                  <a:lnTo>
                    <a:pt x="2682" y="10094"/>
                  </a:lnTo>
                  <a:lnTo>
                    <a:pt x="2748" y="10050"/>
                  </a:lnTo>
                  <a:lnTo>
                    <a:pt x="2791" y="9963"/>
                  </a:lnTo>
                  <a:lnTo>
                    <a:pt x="2791" y="9854"/>
                  </a:lnTo>
                  <a:lnTo>
                    <a:pt x="2682" y="9375"/>
                  </a:lnTo>
                  <a:lnTo>
                    <a:pt x="2617" y="8895"/>
                  </a:lnTo>
                  <a:lnTo>
                    <a:pt x="3489" y="7936"/>
                  </a:lnTo>
                  <a:lnTo>
                    <a:pt x="3554" y="7849"/>
                  </a:lnTo>
                  <a:lnTo>
                    <a:pt x="3554" y="7740"/>
                  </a:lnTo>
                  <a:lnTo>
                    <a:pt x="3511" y="7631"/>
                  </a:lnTo>
                  <a:lnTo>
                    <a:pt x="3467" y="7565"/>
                  </a:lnTo>
                  <a:lnTo>
                    <a:pt x="3358" y="7522"/>
                  </a:lnTo>
                  <a:lnTo>
                    <a:pt x="3271" y="7522"/>
                  </a:lnTo>
                  <a:lnTo>
                    <a:pt x="3184" y="7543"/>
                  </a:lnTo>
                  <a:lnTo>
                    <a:pt x="3096" y="7609"/>
                  </a:lnTo>
                  <a:lnTo>
                    <a:pt x="2530" y="8241"/>
                  </a:lnTo>
                  <a:lnTo>
                    <a:pt x="2486" y="7958"/>
                  </a:lnTo>
                  <a:lnTo>
                    <a:pt x="2944" y="7347"/>
                  </a:lnTo>
                  <a:lnTo>
                    <a:pt x="3423" y="6737"/>
                  </a:lnTo>
                  <a:lnTo>
                    <a:pt x="3467" y="6650"/>
                  </a:lnTo>
                  <a:lnTo>
                    <a:pt x="3489" y="6562"/>
                  </a:lnTo>
                  <a:lnTo>
                    <a:pt x="3445" y="6453"/>
                  </a:lnTo>
                  <a:lnTo>
                    <a:pt x="3380" y="6388"/>
                  </a:lnTo>
                  <a:lnTo>
                    <a:pt x="3293" y="6344"/>
                  </a:lnTo>
                  <a:lnTo>
                    <a:pt x="3205" y="6323"/>
                  </a:lnTo>
                  <a:lnTo>
                    <a:pt x="3096" y="6366"/>
                  </a:lnTo>
                  <a:lnTo>
                    <a:pt x="3031" y="6410"/>
                  </a:lnTo>
                  <a:lnTo>
                    <a:pt x="2726" y="6780"/>
                  </a:lnTo>
                  <a:lnTo>
                    <a:pt x="2421" y="7173"/>
                  </a:lnTo>
                  <a:lnTo>
                    <a:pt x="2421" y="6977"/>
                  </a:lnTo>
                  <a:lnTo>
                    <a:pt x="2464" y="6933"/>
                  </a:lnTo>
                  <a:lnTo>
                    <a:pt x="2508" y="6868"/>
                  </a:lnTo>
                  <a:lnTo>
                    <a:pt x="2682" y="6497"/>
                  </a:lnTo>
                  <a:lnTo>
                    <a:pt x="2857" y="6170"/>
                  </a:lnTo>
                  <a:lnTo>
                    <a:pt x="3053" y="5821"/>
                  </a:lnTo>
                  <a:lnTo>
                    <a:pt x="3293" y="5494"/>
                  </a:lnTo>
                  <a:lnTo>
                    <a:pt x="3336" y="5407"/>
                  </a:lnTo>
                  <a:lnTo>
                    <a:pt x="3336" y="5320"/>
                  </a:lnTo>
                  <a:lnTo>
                    <a:pt x="3314" y="5211"/>
                  </a:lnTo>
                  <a:lnTo>
                    <a:pt x="3249" y="5145"/>
                  </a:lnTo>
                  <a:lnTo>
                    <a:pt x="3162" y="5102"/>
                  </a:lnTo>
                  <a:lnTo>
                    <a:pt x="3053" y="5080"/>
                  </a:lnTo>
                  <a:lnTo>
                    <a:pt x="2966" y="5102"/>
                  </a:lnTo>
                  <a:lnTo>
                    <a:pt x="2878" y="5189"/>
                  </a:lnTo>
                  <a:lnTo>
                    <a:pt x="2639" y="5538"/>
                  </a:lnTo>
                  <a:lnTo>
                    <a:pt x="2421" y="5908"/>
                  </a:lnTo>
                  <a:lnTo>
                    <a:pt x="2442" y="5145"/>
                  </a:lnTo>
                  <a:lnTo>
                    <a:pt x="2464" y="5123"/>
                  </a:lnTo>
                  <a:lnTo>
                    <a:pt x="2748" y="4753"/>
                  </a:lnTo>
                  <a:lnTo>
                    <a:pt x="3075" y="4404"/>
                  </a:lnTo>
                  <a:lnTo>
                    <a:pt x="3380" y="4055"/>
                  </a:lnTo>
                  <a:lnTo>
                    <a:pt x="3729" y="3728"/>
                  </a:lnTo>
                  <a:lnTo>
                    <a:pt x="3794" y="3641"/>
                  </a:lnTo>
                  <a:lnTo>
                    <a:pt x="3838" y="3554"/>
                  </a:lnTo>
                  <a:lnTo>
                    <a:pt x="3838" y="3445"/>
                  </a:lnTo>
                  <a:lnTo>
                    <a:pt x="3794" y="3358"/>
                  </a:lnTo>
                  <a:lnTo>
                    <a:pt x="3707" y="3292"/>
                  </a:lnTo>
                  <a:lnTo>
                    <a:pt x="3620" y="3249"/>
                  </a:lnTo>
                  <a:lnTo>
                    <a:pt x="3511" y="3249"/>
                  </a:lnTo>
                  <a:lnTo>
                    <a:pt x="3467" y="3270"/>
                  </a:lnTo>
                  <a:lnTo>
                    <a:pt x="3423" y="3292"/>
                  </a:lnTo>
                  <a:lnTo>
                    <a:pt x="2966" y="3728"/>
                  </a:lnTo>
                  <a:lnTo>
                    <a:pt x="2551" y="4208"/>
                  </a:lnTo>
                  <a:lnTo>
                    <a:pt x="2682" y="3358"/>
                  </a:lnTo>
                  <a:lnTo>
                    <a:pt x="2857" y="2529"/>
                  </a:lnTo>
                  <a:lnTo>
                    <a:pt x="4317" y="1723"/>
                  </a:lnTo>
                  <a:lnTo>
                    <a:pt x="4339" y="1679"/>
                  </a:lnTo>
                  <a:lnTo>
                    <a:pt x="4383" y="1635"/>
                  </a:lnTo>
                  <a:lnTo>
                    <a:pt x="4404" y="1548"/>
                  </a:lnTo>
                  <a:lnTo>
                    <a:pt x="4404" y="1439"/>
                  </a:lnTo>
                  <a:lnTo>
                    <a:pt x="4361" y="1352"/>
                  </a:lnTo>
                  <a:lnTo>
                    <a:pt x="4295" y="1287"/>
                  </a:lnTo>
                  <a:lnTo>
                    <a:pt x="4208" y="1243"/>
                  </a:lnTo>
                  <a:lnTo>
                    <a:pt x="4099" y="1265"/>
                  </a:lnTo>
                  <a:lnTo>
                    <a:pt x="4012" y="1287"/>
                  </a:lnTo>
                  <a:lnTo>
                    <a:pt x="3053" y="1832"/>
                  </a:lnTo>
                  <a:lnTo>
                    <a:pt x="3053" y="1832"/>
                  </a:lnTo>
                  <a:lnTo>
                    <a:pt x="3293" y="1090"/>
                  </a:lnTo>
                  <a:lnTo>
                    <a:pt x="3576" y="349"/>
                  </a:lnTo>
                  <a:lnTo>
                    <a:pt x="3598" y="240"/>
                  </a:lnTo>
                  <a:lnTo>
                    <a:pt x="3576" y="153"/>
                  </a:lnTo>
                  <a:lnTo>
                    <a:pt x="3511" y="66"/>
                  </a:lnTo>
                  <a:lnTo>
                    <a:pt x="3423" y="22"/>
                  </a:lnTo>
                  <a:lnTo>
                    <a:pt x="333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4" name="Google Shape;11694;p80"/>
            <p:cNvSpPr/>
            <p:nvPr/>
          </p:nvSpPr>
          <p:spPr>
            <a:xfrm>
              <a:off x="7531200" y="3340375"/>
              <a:ext cx="253450" cy="95400"/>
            </a:xfrm>
            <a:custGeom>
              <a:rect b="b" l="l" r="r" t="t"/>
              <a:pathLst>
                <a:path extrusionOk="0" h="3816" w="10138">
                  <a:moveTo>
                    <a:pt x="1417" y="0"/>
                  </a:moveTo>
                  <a:lnTo>
                    <a:pt x="1308" y="22"/>
                  </a:lnTo>
                  <a:lnTo>
                    <a:pt x="1221" y="65"/>
                  </a:lnTo>
                  <a:lnTo>
                    <a:pt x="1156" y="153"/>
                  </a:lnTo>
                  <a:lnTo>
                    <a:pt x="1134" y="240"/>
                  </a:lnTo>
                  <a:lnTo>
                    <a:pt x="1156" y="349"/>
                  </a:lnTo>
                  <a:lnTo>
                    <a:pt x="1199" y="436"/>
                  </a:lnTo>
                  <a:lnTo>
                    <a:pt x="1853" y="1308"/>
                  </a:lnTo>
                  <a:lnTo>
                    <a:pt x="1853" y="1308"/>
                  </a:lnTo>
                  <a:lnTo>
                    <a:pt x="1069" y="1155"/>
                  </a:lnTo>
                  <a:lnTo>
                    <a:pt x="327" y="981"/>
                  </a:lnTo>
                  <a:lnTo>
                    <a:pt x="197" y="959"/>
                  </a:lnTo>
                  <a:lnTo>
                    <a:pt x="109" y="1003"/>
                  </a:lnTo>
                  <a:lnTo>
                    <a:pt x="44" y="1068"/>
                  </a:lnTo>
                  <a:lnTo>
                    <a:pt x="0" y="1155"/>
                  </a:lnTo>
                  <a:lnTo>
                    <a:pt x="0" y="1243"/>
                  </a:lnTo>
                  <a:lnTo>
                    <a:pt x="22" y="1330"/>
                  </a:lnTo>
                  <a:lnTo>
                    <a:pt x="66" y="1417"/>
                  </a:lnTo>
                  <a:lnTo>
                    <a:pt x="175" y="1461"/>
                  </a:lnTo>
                  <a:lnTo>
                    <a:pt x="872" y="1635"/>
                  </a:lnTo>
                  <a:lnTo>
                    <a:pt x="1592" y="1788"/>
                  </a:lnTo>
                  <a:lnTo>
                    <a:pt x="1308" y="1962"/>
                  </a:lnTo>
                  <a:lnTo>
                    <a:pt x="1025" y="2137"/>
                  </a:lnTo>
                  <a:lnTo>
                    <a:pt x="720" y="2289"/>
                  </a:lnTo>
                  <a:lnTo>
                    <a:pt x="415" y="2420"/>
                  </a:lnTo>
                  <a:lnTo>
                    <a:pt x="371" y="2464"/>
                  </a:lnTo>
                  <a:lnTo>
                    <a:pt x="327" y="2485"/>
                  </a:lnTo>
                  <a:lnTo>
                    <a:pt x="284" y="2594"/>
                  </a:lnTo>
                  <a:lnTo>
                    <a:pt x="284" y="2682"/>
                  </a:lnTo>
                  <a:lnTo>
                    <a:pt x="306" y="2791"/>
                  </a:lnTo>
                  <a:lnTo>
                    <a:pt x="371" y="2856"/>
                  </a:lnTo>
                  <a:lnTo>
                    <a:pt x="458" y="2900"/>
                  </a:lnTo>
                  <a:lnTo>
                    <a:pt x="567" y="2921"/>
                  </a:lnTo>
                  <a:lnTo>
                    <a:pt x="654" y="2900"/>
                  </a:lnTo>
                  <a:lnTo>
                    <a:pt x="1090" y="2682"/>
                  </a:lnTo>
                  <a:lnTo>
                    <a:pt x="1526" y="2464"/>
                  </a:lnTo>
                  <a:lnTo>
                    <a:pt x="1941" y="2202"/>
                  </a:lnTo>
                  <a:lnTo>
                    <a:pt x="2333" y="1897"/>
                  </a:lnTo>
                  <a:lnTo>
                    <a:pt x="2377" y="1919"/>
                  </a:lnTo>
                  <a:lnTo>
                    <a:pt x="2442" y="1919"/>
                  </a:lnTo>
                  <a:lnTo>
                    <a:pt x="2159" y="2267"/>
                  </a:lnTo>
                  <a:lnTo>
                    <a:pt x="1875" y="2594"/>
                  </a:lnTo>
                  <a:lnTo>
                    <a:pt x="1570" y="2900"/>
                  </a:lnTo>
                  <a:lnTo>
                    <a:pt x="1243" y="3205"/>
                  </a:lnTo>
                  <a:lnTo>
                    <a:pt x="1178" y="3292"/>
                  </a:lnTo>
                  <a:lnTo>
                    <a:pt x="1156" y="3379"/>
                  </a:lnTo>
                  <a:lnTo>
                    <a:pt x="1178" y="3488"/>
                  </a:lnTo>
                  <a:lnTo>
                    <a:pt x="1243" y="3554"/>
                  </a:lnTo>
                  <a:lnTo>
                    <a:pt x="1308" y="3619"/>
                  </a:lnTo>
                  <a:lnTo>
                    <a:pt x="1396" y="3641"/>
                  </a:lnTo>
                  <a:lnTo>
                    <a:pt x="1505" y="3641"/>
                  </a:lnTo>
                  <a:lnTo>
                    <a:pt x="1592" y="3575"/>
                  </a:lnTo>
                  <a:lnTo>
                    <a:pt x="1984" y="3227"/>
                  </a:lnTo>
                  <a:lnTo>
                    <a:pt x="2355" y="2834"/>
                  </a:lnTo>
                  <a:lnTo>
                    <a:pt x="2704" y="2420"/>
                  </a:lnTo>
                  <a:lnTo>
                    <a:pt x="3031" y="1984"/>
                  </a:lnTo>
                  <a:lnTo>
                    <a:pt x="3619" y="2028"/>
                  </a:lnTo>
                  <a:lnTo>
                    <a:pt x="3161" y="2551"/>
                  </a:lnTo>
                  <a:lnTo>
                    <a:pt x="3096" y="2638"/>
                  </a:lnTo>
                  <a:lnTo>
                    <a:pt x="3074" y="2725"/>
                  </a:lnTo>
                  <a:lnTo>
                    <a:pt x="3096" y="2834"/>
                  </a:lnTo>
                  <a:lnTo>
                    <a:pt x="3140" y="2921"/>
                  </a:lnTo>
                  <a:lnTo>
                    <a:pt x="3227" y="2965"/>
                  </a:lnTo>
                  <a:lnTo>
                    <a:pt x="3314" y="2987"/>
                  </a:lnTo>
                  <a:lnTo>
                    <a:pt x="3423" y="2987"/>
                  </a:lnTo>
                  <a:lnTo>
                    <a:pt x="3467" y="2965"/>
                  </a:lnTo>
                  <a:lnTo>
                    <a:pt x="3510" y="2921"/>
                  </a:lnTo>
                  <a:lnTo>
                    <a:pt x="4230" y="2115"/>
                  </a:lnTo>
                  <a:lnTo>
                    <a:pt x="4273" y="2049"/>
                  </a:lnTo>
                  <a:lnTo>
                    <a:pt x="4840" y="2049"/>
                  </a:lnTo>
                  <a:lnTo>
                    <a:pt x="5407" y="2028"/>
                  </a:lnTo>
                  <a:lnTo>
                    <a:pt x="5407" y="2028"/>
                  </a:lnTo>
                  <a:lnTo>
                    <a:pt x="5080" y="2376"/>
                  </a:lnTo>
                  <a:lnTo>
                    <a:pt x="4731" y="2703"/>
                  </a:lnTo>
                  <a:lnTo>
                    <a:pt x="4382" y="3030"/>
                  </a:lnTo>
                  <a:lnTo>
                    <a:pt x="4012" y="3357"/>
                  </a:lnTo>
                  <a:lnTo>
                    <a:pt x="3946" y="3445"/>
                  </a:lnTo>
                  <a:lnTo>
                    <a:pt x="3924" y="3532"/>
                  </a:lnTo>
                  <a:lnTo>
                    <a:pt x="3946" y="3619"/>
                  </a:lnTo>
                  <a:lnTo>
                    <a:pt x="3990" y="3706"/>
                  </a:lnTo>
                  <a:lnTo>
                    <a:pt x="4077" y="3772"/>
                  </a:lnTo>
                  <a:lnTo>
                    <a:pt x="4164" y="3793"/>
                  </a:lnTo>
                  <a:lnTo>
                    <a:pt x="4273" y="3793"/>
                  </a:lnTo>
                  <a:lnTo>
                    <a:pt x="4361" y="3728"/>
                  </a:lnTo>
                  <a:lnTo>
                    <a:pt x="4840" y="3336"/>
                  </a:lnTo>
                  <a:lnTo>
                    <a:pt x="5276" y="2900"/>
                  </a:lnTo>
                  <a:lnTo>
                    <a:pt x="5712" y="2464"/>
                  </a:lnTo>
                  <a:lnTo>
                    <a:pt x="6126" y="2006"/>
                  </a:lnTo>
                  <a:lnTo>
                    <a:pt x="6148" y="1984"/>
                  </a:lnTo>
                  <a:lnTo>
                    <a:pt x="6802" y="1897"/>
                  </a:lnTo>
                  <a:lnTo>
                    <a:pt x="7456" y="1788"/>
                  </a:lnTo>
                  <a:lnTo>
                    <a:pt x="6889" y="2616"/>
                  </a:lnTo>
                  <a:lnTo>
                    <a:pt x="6301" y="3423"/>
                  </a:lnTo>
                  <a:lnTo>
                    <a:pt x="6279" y="3466"/>
                  </a:lnTo>
                  <a:lnTo>
                    <a:pt x="6257" y="3532"/>
                  </a:lnTo>
                  <a:lnTo>
                    <a:pt x="6257" y="3619"/>
                  </a:lnTo>
                  <a:lnTo>
                    <a:pt x="6301" y="3706"/>
                  </a:lnTo>
                  <a:lnTo>
                    <a:pt x="6388" y="3793"/>
                  </a:lnTo>
                  <a:lnTo>
                    <a:pt x="6475" y="3815"/>
                  </a:lnTo>
                  <a:lnTo>
                    <a:pt x="6562" y="3815"/>
                  </a:lnTo>
                  <a:lnTo>
                    <a:pt x="6650" y="3772"/>
                  </a:lnTo>
                  <a:lnTo>
                    <a:pt x="6737" y="3706"/>
                  </a:lnTo>
                  <a:lnTo>
                    <a:pt x="7107" y="3205"/>
                  </a:lnTo>
                  <a:lnTo>
                    <a:pt x="7478" y="2682"/>
                  </a:lnTo>
                  <a:lnTo>
                    <a:pt x="7827" y="2158"/>
                  </a:lnTo>
                  <a:lnTo>
                    <a:pt x="8176" y="1635"/>
                  </a:lnTo>
                  <a:lnTo>
                    <a:pt x="9069" y="1417"/>
                  </a:lnTo>
                  <a:lnTo>
                    <a:pt x="9527" y="1286"/>
                  </a:lnTo>
                  <a:lnTo>
                    <a:pt x="9963" y="1134"/>
                  </a:lnTo>
                  <a:lnTo>
                    <a:pt x="10051" y="1068"/>
                  </a:lnTo>
                  <a:lnTo>
                    <a:pt x="10116" y="1003"/>
                  </a:lnTo>
                  <a:lnTo>
                    <a:pt x="10138" y="894"/>
                  </a:lnTo>
                  <a:lnTo>
                    <a:pt x="10138" y="807"/>
                  </a:lnTo>
                  <a:lnTo>
                    <a:pt x="10094" y="719"/>
                  </a:lnTo>
                  <a:lnTo>
                    <a:pt x="10051" y="654"/>
                  </a:lnTo>
                  <a:lnTo>
                    <a:pt x="9963" y="610"/>
                  </a:lnTo>
                  <a:lnTo>
                    <a:pt x="9854" y="632"/>
                  </a:lnTo>
                  <a:lnTo>
                    <a:pt x="9396" y="785"/>
                  </a:lnTo>
                  <a:lnTo>
                    <a:pt x="8917" y="916"/>
                  </a:lnTo>
                  <a:lnTo>
                    <a:pt x="7849" y="153"/>
                  </a:lnTo>
                  <a:lnTo>
                    <a:pt x="7761" y="109"/>
                  </a:lnTo>
                  <a:lnTo>
                    <a:pt x="7652" y="131"/>
                  </a:lnTo>
                  <a:lnTo>
                    <a:pt x="7565" y="153"/>
                  </a:lnTo>
                  <a:lnTo>
                    <a:pt x="7500" y="240"/>
                  </a:lnTo>
                  <a:lnTo>
                    <a:pt x="7456" y="327"/>
                  </a:lnTo>
                  <a:lnTo>
                    <a:pt x="7478" y="436"/>
                  </a:lnTo>
                  <a:lnTo>
                    <a:pt x="7500" y="523"/>
                  </a:lnTo>
                  <a:lnTo>
                    <a:pt x="7587" y="589"/>
                  </a:lnTo>
                  <a:lnTo>
                    <a:pt x="8263" y="1090"/>
                  </a:lnTo>
                  <a:lnTo>
                    <a:pt x="8001" y="1155"/>
                  </a:lnTo>
                  <a:lnTo>
                    <a:pt x="7325" y="763"/>
                  </a:lnTo>
                  <a:lnTo>
                    <a:pt x="6693" y="371"/>
                  </a:lnTo>
                  <a:lnTo>
                    <a:pt x="6584" y="327"/>
                  </a:lnTo>
                  <a:lnTo>
                    <a:pt x="6497" y="327"/>
                  </a:lnTo>
                  <a:lnTo>
                    <a:pt x="6388" y="371"/>
                  </a:lnTo>
                  <a:lnTo>
                    <a:pt x="6323" y="436"/>
                  </a:lnTo>
                  <a:lnTo>
                    <a:pt x="6301" y="545"/>
                  </a:lnTo>
                  <a:lnTo>
                    <a:pt x="6301" y="632"/>
                  </a:lnTo>
                  <a:lnTo>
                    <a:pt x="6344" y="719"/>
                  </a:lnTo>
                  <a:lnTo>
                    <a:pt x="6410" y="807"/>
                  </a:lnTo>
                  <a:lnTo>
                    <a:pt x="6824" y="1068"/>
                  </a:lnTo>
                  <a:lnTo>
                    <a:pt x="7238" y="1308"/>
                  </a:lnTo>
                  <a:lnTo>
                    <a:pt x="7020" y="1330"/>
                  </a:lnTo>
                  <a:lnTo>
                    <a:pt x="6977" y="1286"/>
                  </a:lnTo>
                  <a:lnTo>
                    <a:pt x="6911" y="1265"/>
                  </a:lnTo>
                  <a:lnTo>
                    <a:pt x="6541" y="1134"/>
                  </a:lnTo>
                  <a:lnTo>
                    <a:pt x="6170" y="1003"/>
                  </a:lnTo>
                  <a:lnTo>
                    <a:pt x="5821" y="828"/>
                  </a:lnTo>
                  <a:lnTo>
                    <a:pt x="5472" y="632"/>
                  </a:lnTo>
                  <a:lnTo>
                    <a:pt x="5385" y="610"/>
                  </a:lnTo>
                  <a:lnTo>
                    <a:pt x="5276" y="610"/>
                  </a:lnTo>
                  <a:lnTo>
                    <a:pt x="5189" y="654"/>
                  </a:lnTo>
                  <a:lnTo>
                    <a:pt x="5124" y="719"/>
                  </a:lnTo>
                  <a:lnTo>
                    <a:pt x="5080" y="828"/>
                  </a:lnTo>
                  <a:lnTo>
                    <a:pt x="5080" y="916"/>
                  </a:lnTo>
                  <a:lnTo>
                    <a:pt x="5124" y="1003"/>
                  </a:lnTo>
                  <a:lnTo>
                    <a:pt x="5189" y="1090"/>
                  </a:lnTo>
                  <a:lnTo>
                    <a:pt x="5581" y="1286"/>
                  </a:lnTo>
                  <a:lnTo>
                    <a:pt x="5974" y="1461"/>
                  </a:lnTo>
                  <a:lnTo>
                    <a:pt x="5211" y="1526"/>
                  </a:lnTo>
                  <a:lnTo>
                    <a:pt x="5189" y="1504"/>
                  </a:lnTo>
                  <a:lnTo>
                    <a:pt x="4797" y="1265"/>
                  </a:lnTo>
                  <a:lnTo>
                    <a:pt x="4404" y="1003"/>
                  </a:lnTo>
                  <a:lnTo>
                    <a:pt x="4012" y="719"/>
                  </a:lnTo>
                  <a:lnTo>
                    <a:pt x="3641" y="414"/>
                  </a:lnTo>
                  <a:lnTo>
                    <a:pt x="3554" y="371"/>
                  </a:lnTo>
                  <a:lnTo>
                    <a:pt x="3467" y="327"/>
                  </a:lnTo>
                  <a:lnTo>
                    <a:pt x="3379" y="349"/>
                  </a:lnTo>
                  <a:lnTo>
                    <a:pt x="3270" y="392"/>
                  </a:lnTo>
                  <a:lnTo>
                    <a:pt x="3227" y="480"/>
                  </a:lnTo>
                  <a:lnTo>
                    <a:pt x="3205" y="589"/>
                  </a:lnTo>
                  <a:lnTo>
                    <a:pt x="3205" y="698"/>
                  </a:lnTo>
                  <a:lnTo>
                    <a:pt x="3227" y="741"/>
                  </a:lnTo>
                  <a:lnTo>
                    <a:pt x="3270" y="763"/>
                  </a:lnTo>
                  <a:lnTo>
                    <a:pt x="3750" y="1155"/>
                  </a:lnTo>
                  <a:lnTo>
                    <a:pt x="4273" y="1526"/>
                  </a:lnTo>
                  <a:lnTo>
                    <a:pt x="3423" y="1504"/>
                  </a:lnTo>
                  <a:lnTo>
                    <a:pt x="2573" y="1417"/>
                  </a:lnTo>
                  <a:lnTo>
                    <a:pt x="1592" y="87"/>
                  </a:lnTo>
                  <a:lnTo>
                    <a:pt x="1548" y="44"/>
                  </a:lnTo>
                  <a:lnTo>
                    <a:pt x="1505" y="22"/>
                  </a:lnTo>
                  <a:lnTo>
                    <a:pt x="1417"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5" name="Google Shape;11695;p80"/>
            <p:cNvSpPr/>
            <p:nvPr/>
          </p:nvSpPr>
          <p:spPr>
            <a:xfrm>
              <a:off x="7775900" y="3161600"/>
              <a:ext cx="145000" cy="204950"/>
            </a:xfrm>
            <a:custGeom>
              <a:rect b="b" l="l" r="r" t="t"/>
              <a:pathLst>
                <a:path extrusionOk="0" h="8198" w="5800">
                  <a:moveTo>
                    <a:pt x="4296" y="0"/>
                  </a:moveTo>
                  <a:lnTo>
                    <a:pt x="4208" y="44"/>
                  </a:lnTo>
                  <a:lnTo>
                    <a:pt x="4143" y="109"/>
                  </a:lnTo>
                  <a:lnTo>
                    <a:pt x="4099" y="197"/>
                  </a:lnTo>
                  <a:lnTo>
                    <a:pt x="3990" y="611"/>
                  </a:lnTo>
                  <a:lnTo>
                    <a:pt x="3925" y="1069"/>
                  </a:lnTo>
                  <a:lnTo>
                    <a:pt x="3881" y="1505"/>
                  </a:lnTo>
                  <a:lnTo>
                    <a:pt x="3860" y="1941"/>
                  </a:lnTo>
                  <a:lnTo>
                    <a:pt x="3772" y="2028"/>
                  </a:lnTo>
                  <a:lnTo>
                    <a:pt x="3685" y="1635"/>
                  </a:lnTo>
                  <a:lnTo>
                    <a:pt x="3620" y="1221"/>
                  </a:lnTo>
                  <a:lnTo>
                    <a:pt x="3576" y="829"/>
                  </a:lnTo>
                  <a:lnTo>
                    <a:pt x="3554" y="436"/>
                  </a:lnTo>
                  <a:lnTo>
                    <a:pt x="3533" y="327"/>
                  </a:lnTo>
                  <a:lnTo>
                    <a:pt x="3467" y="262"/>
                  </a:lnTo>
                  <a:lnTo>
                    <a:pt x="3380" y="218"/>
                  </a:lnTo>
                  <a:lnTo>
                    <a:pt x="3293" y="218"/>
                  </a:lnTo>
                  <a:lnTo>
                    <a:pt x="3206" y="240"/>
                  </a:lnTo>
                  <a:lnTo>
                    <a:pt x="3140" y="284"/>
                  </a:lnTo>
                  <a:lnTo>
                    <a:pt x="3097" y="349"/>
                  </a:lnTo>
                  <a:lnTo>
                    <a:pt x="3075" y="458"/>
                  </a:lnTo>
                  <a:lnTo>
                    <a:pt x="3118" y="960"/>
                  </a:lnTo>
                  <a:lnTo>
                    <a:pt x="3184" y="1439"/>
                  </a:lnTo>
                  <a:lnTo>
                    <a:pt x="3271" y="1941"/>
                  </a:lnTo>
                  <a:lnTo>
                    <a:pt x="3402" y="2420"/>
                  </a:lnTo>
                  <a:lnTo>
                    <a:pt x="3031" y="2813"/>
                  </a:lnTo>
                  <a:lnTo>
                    <a:pt x="2922" y="2180"/>
                  </a:lnTo>
                  <a:lnTo>
                    <a:pt x="2900" y="2093"/>
                  </a:lnTo>
                  <a:lnTo>
                    <a:pt x="2835" y="2006"/>
                  </a:lnTo>
                  <a:lnTo>
                    <a:pt x="2770" y="1962"/>
                  </a:lnTo>
                  <a:lnTo>
                    <a:pt x="2661" y="1962"/>
                  </a:lnTo>
                  <a:lnTo>
                    <a:pt x="2573" y="1984"/>
                  </a:lnTo>
                  <a:lnTo>
                    <a:pt x="2508" y="2028"/>
                  </a:lnTo>
                  <a:lnTo>
                    <a:pt x="2464" y="2115"/>
                  </a:lnTo>
                  <a:lnTo>
                    <a:pt x="2443" y="2202"/>
                  </a:lnTo>
                  <a:lnTo>
                    <a:pt x="2617" y="3183"/>
                  </a:lnTo>
                  <a:lnTo>
                    <a:pt x="2639" y="3270"/>
                  </a:lnTo>
                  <a:lnTo>
                    <a:pt x="2312" y="3663"/>
                  </a:lnTo>
                  <a:lnTo>
                    <a:pt x="2007" y="4077"/>
                  </a:lnTo>
                  <a:lnTo>
                    <a:pt x="1898" y="3205"/>
                  </a:lnTo>
                  <a:lnTo>
                    <a:pt x="1876" y="2769"/>
                  </a:lnTo>
                  <a:lnTo>
                    <a:pt x="1854" y="2311"/>
                  </a:lnTo>
                  <a:lnTo>
                    <a:pt x="1832" y="2224"/>
                  </a:lnTo>
                  <a:lnTo>
                    <a:pt x="1767" y="2159"/>
                  </a:lnTo>
                  <a:lnTo>
                    <a:pt x="1701" y="2115"/>
                  </a:lnTo>
                  <a:lnTo>
                    <a:pt x="1614" y="2115"/>
                  </a:lnTo>
                  <a:lnTo>
                    <a:pt x="1527" y="2137"/>
                  </a:lnTo>
                  <a:lnTo>
                    <a:pt x="1440" y="2180"/>
                  </a:lnTo>
                  <a:lnTo>
                    <a:pt x="1396" y="2246"/>
                  </a:lnTo>
                  <a:lnTo>
                    <a:pt x="1374" y="2355"/>
                  </a:lnTo>
                  <a:lnTo>
                    <a:pt x="1396" y="2922"/>
                  </a:lnTo>
                  <a:lnTo>
                    <a:pt x="1440" y="3489"/>
                  </a:lnTo>
                  <a:lnTo>
                    <a:pt x="1505" y="4055"/>
                  </a:lnTo>
                  <a:lnTo>
                    <a:pt x="1592" y="4600"/>
                  </a:lnTo>
                  <a:lnTo>
                    <a:pt x="1614" y="4644"/>
                  </a:lnTo>
                  <a:lnTo>
                    <a:pt x="1287" y="5145"/>
                  </a:lnTo>
                  <a:lnTo>
                    <a:pt x="982" y="5669"/>
                  </a:lnTo>
                  <a:lnTo>
                    <a:pt x="720" y="4797"/>
                  </a:lnTo>
                  <a:lnTo>
                    <a:pt x="481" y="3903"/>
                  </a:lnTo>
                  <a:lnTo>
                    <a:pt x="437" y="3816"/>
                  </a:lnTo>
                  <a:lnTo>
                    <a:pt x="372" y="3772"/>
                  </a:lnTo>
                  <a:lnTo>
                    <a:pt x="284" y="3750"/>
                  </a:lnTo>
                  <a:lnTo>
                    <a:pt x="175" y="3750"/>
                  </a:lnTo>
                  <a:lnTo>
                    <a:pt x="110" y="3816"/>
                  </a:lnTo>
                  <a:lnTo>
                    <a:pt x="45" y="3881"/>
                  </a:lnTo>
                  <a:lnTo>
                    <a:pt x="23" y="3968"/>
                  </a:lnTo>
                  <a:lnTo>
                    <a:pt x="45" y="4055"/>
                  </a:lnTo>
                  <a:lnTo>
                    <a:pt x="175" y="4622"/>
                  </a:lnTo>
                  <a:lnTo>
                    <a:pt x="328" y="5189"/>
                  </a:lnTo>
                  <a:lnTo>
                    <a:pt x="502" y="5734"/>
                  </a:lnTo>
                  <a:lnTo>
                    <a:pt x="677" y="6279"/>
                  </a:lnTo>
                  <a:lnTo>
                    <a:pt x="328" y="7042"/>
                  </a:lnTo>
                  <a:lnTo>
                    <a:pt x="175" y="7456"/>
                  </a:lnTo>
                  <a:lnTo>
                    <a:pt x="23" y="7849"/>
                  </a:lnTo>
                  <a:lnTo>
                    <a:pt x="1" y="7958"/>
                  </a:lnTo>
                  <a:lnTo>
                    <a:pt x="23" y="8045"/>
                  </a:lnTo>
                  <a:lnTo>
                    <a:pt x="88" y="8110"/>
                  </a:lnTo>
                  <a:lnTo>
                    <a:pt x="154" y="8154"/>
                  </a:lnTo>
                  <a:lnTo>
                    <a:pt x="241" y="8197"/>
                  </a:lnTo>
                  <a:lnTo>
                    <a:pt x="328" y="8176"/>
                  </a:lnTo>
                  <a:lnTo>
                    <a:pt x="393" y="8132"/>
                  </a:lnTo>
                  <a:lnTo>
                    <a:pt x="437" y="8045"/>
                  </a:lnTo>
                  <a:lnTo>
                    <a:pt x="611" y="7631"/>
                  </a:lnTo>
                  <a:lnTo>
                    <a:pt x="764" y="7216"/>
                  </a:lnTo>
                  <a:lnTo>
                    <a:pt x="1919" y="6911"/>
                  </a:lnTo>
                  <a:lnTo>
                    <a:pt x="2007" y="6868"/>
                  </a:lnTo>
                  <a:lnTo>
                    <a:pt x="2072" y="6780"/>
                  </a:lnTo>
                  <a:lnTo>
                    <a:pt x="2094" y="6693"/>
                  </a:lnTo>
                  <a:lnTo>
                    <a:pt x="2072" y="6606"/>
                  </a:lnTo>
                  <a:lnTo>
                    <a:pt x="2028" y="6519"/>
                  </a:lnTo>
                  <a:lnTo>
                    <a:pt x="1963" y="6475"/>
                  </a:lnTo>
                  <a:lnTo>
                    <a:pt x="1876" y="6453"/>
                  </a:lnTo>
                  <a:lnTo>
                    <a:pt x="1767" y="6453"/>
                  </a:lnTo>
                  <a:lnTo>
                    <a:pt x="1026" y="6671"/>
                  </a:lnTo>
                  <a:lnTo>
                    <a:pt x="1026" y="6671"/>
                  </a:lnTo>
                  <a:lnTo>
                    <a:pt x="1135" y="6432"/>
                  </a:lnTo>
                  <a:lnTo>
                    <a:pt x="1789" y="6170"/>
                  </a:lnTo>
                  <a:lnTo>
                    <a:pt x="2464" y="5952"/>
                  </a:lnTo>
                  <a:lnTo>
                    <a:pt x="2530" y="5908"/>
                  </a:lnTo>
                  <a:lnTo>
                    <a:pt x="2595" y="5821"/>
                  </a:lnTo>
                  <a:lnTo>
                    <a:pt x="2617" y="5734"/>
                  </a:lnTo>
                  <a:lnTo>
                    <a:pt x="2595" y="5647"/>
                  </a:lnTo>
                  <a:lnTo>
                    <a:pt x="2552" y="5560"/>
                  </a:lnTo>
                  <a:lnTo>
                    <a:pt x="2486" y="5516"/>
                  </a:lnTo>
                  <a:lnTo>
                    <a:pt x="2399" y="5494"/>
                  </a:lnTo>
                  <a:lnTo>
                    <a:pt x="2290" y="5494"/>
                  </a:lnTo>
                  <a:lnTo>
                    <a:pt x="1876" y="5647"/>
                  </a:lnTo>
                  <a:lnTo>
                    <a:pt x="1462" y="5799"/>
                  </a:lnTo>
                  <a:lnTo>
                    <a:pt x="1462" y="5799"/>
                  </a:lnTo>
                  <a:lnTo>
                    <a:pt x="1571" y="5625"/>
                  </a:lnTo>
                  <a:lnTo>
                    <a:pt x="1614" y="5625"/>
                  </a:lnTo>
                  <a:lnTo>
                    <a:pt x="1680" y="5603"/>
                  </a:lnTo>
                  <a:lnTo>
                    <a:pt x="1985" y="5407"/>
                  </a:lnTo>
                  <a:lnTo>
                    <a:pt x="2290" y="5211"/>
                  </a:lnTo>
                  <a:lnTo>
                    <a:pt x="2617" y="5058"/>
                  </a:lnTo>
                  <a:lnTo>
                    <a:pt x="2944" y="4927"/>
                  </a:lnTo>
                  <a:lnTo>
                    <a:pt x="3031" y="4862"/>
                  </a:lnTo>
                  <a:lnTo>
                    <a:pt x="3075" y="4797"/>
                  </a:lnTo>
                  <a:lnTo>
                    <a:pt x="3118" y="4709"/>
                  </a:lnTo>
                  <a:lnTo>
                    <a:pt x="3097" y="4622"/>
                  </a:lnTo>
                  <a:lnTo>
                    <a:pt x="3053" y="4535"/>
                  </a:lnTo>
                  <a:lnTo>
                    <a:pt x="2966" y="4491"/>
                  </a:lnTo>
                  <a:lnTo>
                    <a:pt x="2879" y="4448"/>
                  </a:lnTo>
                  <a:lnTo>
                    <a:pt x="2791" y="4470"/>
                  </a:lnTo>
                  <a:lnTo>
                    <a:pt x="2421" y="4622"/>
                  </a:lnTo>
                  <a:lnTo>
                    <a:pt x="2072" y="4797"/>
                  </a:lnTo>
                  <a:lnTo>
                    <a:pt x="2464" y="4230"/>
                  </a:lnTo>
                  <a:lnTo>
                    <a:pt x="2486" y="4230"/>
                  </a:lnTo>
                  <a:lnTo>
                    <a:pt x="2900" y="4077"/>
                  </a:lnTo>
                  <a:lnTo>
                    <a:pt x="3315" y="3946"/>
                  </a:lnTo>
                  <a:lnTo>
                    <a:pt x="3729" y="3837"/>
                  </a:lnTo>
                  <a:lnTo>
                    <a:pt x="4165" y="3750"/>
                  </a:lnTo>
                  <a:lnTo>
                    <a:pt x="4252" y="3728"/>
                  </a:lnTo>
                  <a:lnTo>
                    <a:pt x="4317" y="3663"/>
                  </a:lnTo>
                  <a:lnTo>
                    <a:pt x="4361" y="3598"/>
                  </a:lnTo>
                  <a:lnTo>
                    <a:pt x="4383" y="3489"/>
                  </a:lnTo>
                  <a:lnTo>
                    <a:pt x="4361" y="3401"/>
                  </a:lnTo>
                  <a:lnTo>
                    <a:pt x="4296" y="3336"/>
                  </a:lnTo>
                  <a:lnTo>
                    <a:pt x="4230" y="3270"/>
                  </a:lnTo>
                  <a:lnTo>
                    <a:pt x="4121" y="3270"/>
                  </a:lnTo>
                  <a:lnTo>
                    <a:pt x="3554" y="3401"/>
                  </a:lnTo>
                  <a:lnTo>
                    <a:pt x="3009" y="3554"/>
                  </a:lnTo>
                  <a:lnTo>
                    <a:pt x="3533" y="2965"/>
                  </a:lnTo>
                  <a:lnTo>
                    <a:pt x="4078" y="2398"/>
                  </a:lnTo>
                  <a:lnTo>
                    <a:pt x="5582" y="2464"/>
                  </a:lnTo>
                  <a:lnTo>
                    <a:pt x="5669" y="2442"/>
                  </a:lnTo>
                  <a:lnTo>
                    <a:pt x="5735" y="2398"/>
                  </a:lnTo>
                  <a:lnTo>
                    <a:pt x="5800" y="2311"/>
                  </a:lnTo>
                  <a:lnTo>
                    <a:pt x="5800" y="2224"/>
                  </a:lnTo>
                  <a:lnTo>
                    <a:pt x="5778" y="2115"/>
                  </a:lnTo>
                  <a:lnTo>
                    <a:pt x="5713" y="2050"/>
                  </a:lnTo>
                  <a:lnTo>
                    <a:pt x="5647" y="2006"/>
                  </a:lnTo>
                  <a:lnTo>
                    <a:pt x="5560" y="2006"/>
                  </a:lnTo>
                  <a:lnTo>
                    <a:pt x="4557" y="1941"/>
                  </a:lnTo>
                  <a:lnTo>
                    <a:pt x="5102" y="1483"/>
                  </a:lnTo>
                  <a:lnTo>
                    <a:pt x="5669" y="1047"/>
                  </a:lnTo>
                  <a:lnTo>
                    <a:pt x="5756" y="981"/>
                  </a:lnTo>
                  <a:lnTo>
                    <a:pt x="5778" y="894"/>
                  </a:lnTo>
                  <a:lnTo>
                    <a:pt x="5756" y="807"/>
                  </a:lnTo>
                  <a:lnTo>
                    <a:pt x="5735" y="720"/>
                  </a:lnTo>
                  <a:lnTo>
                    <a:pt x="5669" y="654"/>
                  </a:lnTo>
                  <a:lnTo>
                    <a:pt x="5582" y="611"/>
                  </a:lnTo>
                  <a:lnTo>
                    <a:pt x="5495" y="611"/>
                  </a:lnTo>
                  <a:lnTo>
                    <a:pt x="5408" y="654"/>
                  </a:lnTo>
                  <a:lnTo>
                    <a:pt x="4862" y="1069"/>
                  </a:lnTo>
                  <a:lnTo>
                    <a:pt x="4361" y="1505"/>
                  </a:lnTo>
                  <a:lnTo>
                    <a:pt x="4383" y="1199"/>
                  </a:lnTo>
                  <a:lnTo>
                    <a:pt x="4448" y="894"/>
                  </a:lnTo>
                  <a:lnTo>
                    <a:pt x="4492" y="589"/>
                  </a:lnTo>
                  <a:lnTo>
                    <a:pt x="4579" y="284"/>
                  </a:lnTo>
                  <a:lnTo>
                    <a:pt x="4579" y="197"/>
                  </a:lnTo>
                  <a:lnTo>
                    <a:pt x="4535" y="109"/>
                  </a:lnTo>
                  <a:lnTo>
                    <a:pt x="4470" y="44"/>
                  </a:lnTo>
                  <a:lnTo>
                    <a:pt x="4383"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6" name="Google Shape;11696;p80"/>
            <p:cNvSpPr/>
            <p:nvPr/>
          </p:nvSpPr>
          <p:spPr>
            <a:xfrm>
              <a:off x="7852225" y="3160500"/>
              <a:ext cx="224550" cy="206050"/>
            </a:xfrm>
            <a:custGeom>
              <a:rect b="b" l="l" r="r" t="t"/>
              <a:pathLst>
                <a:path extrusionOk="0" h="8242" w="8982">
                  <a:moveTo>
                    <a:pt x="6213" y="1"/>
                  </a:moveTo>
                  <a:lnTo>
                    <a:pt x="6126" y="23"/>
                  </a:lnTo>
                  <a:lnTo>
                    <a:pt x="6039" y="110"/>
                  </a:lnTo>
                  <a:lnTo>
                    <a:pt x="6017" y="153"/>
                  </a:lnTo>
                  <a:lnTo>
                    <a:pt x="5995" y="219"/>
                  </a:lnTo>
                  <a:lnTo>
                    <a:pt x="5864" y="807"/>
                  </a:lnTo>
                  <a:lnTo>
                    <a:pt x="5777" y="1396"/>
                  </a:lnTo>
                  <a:lnTo>
                    <a:pt x="5734" y="1985"/>
                  </a:lnTo>
                  <a:lnTo>
                    <a:pt x="5712" y="2573"/>
                  </a:lnTo>
                  <a:lnTo>
                    <a:pt x="5167" y="2900"/>
                  </a:lnTo>
                  <a:lnTo>
                    <a:pt x="5254" y="2137"/>
                  </a:lnTo>
                  <a:lnTo>
                    <a:pt x="5254" y="2028"/>
                  </a:lnTo>
                  <a:lnTo>
                    <a:pt x="5210" y="1919"/>
                  </a:lnTo>
                  <a:lnTo>
                    <a:pt x="5145" y="1854"/>
                  </a:lnTo>
                  <a:lnTo>
                    <a:pt x="5036" y="1810"/>
                  </a:lnTo>
                  <a:lnTo>
                    <a:pt x="4927" y="1810"/>
                  </a:lnTo>
                  <a:lnTo>
                    <a:pt x="4818" y="1854"/>
                  </a:lnTo>
                  <a:lnTo>
                    <a:pt x="4731" y="1919"/>
                  </a:lnTo>
                  <a:lnTo>
                    <a:pt x="4709" y="1963"/>
                  </a:lnTo>
                  <a:lnTo>
                    <a:pt x="4687" y="2028"/>
                  </a:lnTo>
                  <a:lnTo>
                    <a:pt x="4556" y="3227"/>
                  </a:lnTo>
                  <a:lnTo>
                    <a:pt x="4556" y="3314"/>
                  </a:lnTo>
                  <a:lnTo>
                    <a:pt x="4055" y="3663"/>
                  </a:lnTo>
                  <a:lnTo>
                    <a:pt x="3575" y="4034"/>
                  </a:lnTo>
                  <a:lnTo>
                    <a:pt x="3575" y="4034"/>
                  </a:lnTo>
                  <a:lnTo>
                    <a:pt x="3641" y="3511"/>
                  </a:lnTo>
                  <a:lnTo>
                    <a:pt x="3728" y="2987"/>
                  </a:lnTo>
                  <a:lnTo>
                    <a:pt x="3837" y="2486"/>
                  </a:lnTo>
                  <a:lnTo>
                    <a:pt x="3968" y="1963"/>
                  </a:lnTo>
                  <a:lnTo>
                    <a:pt x="3968" y="1897"/>
                  </a:lnTo>
                  <a:lnTo>
                    <a:pt x="3968" y="1854"/>
                  </a:lnTo>
                  <a:lnTo>
                    <a:pt x="3924" y="1745"/>
                  </a:lnTo>
                  <a:lnTo>
                    <a:pt x="3859" y="1679"/>
                  </a:lnTo>
                  <a:lnTo>
                    <a:pt x="3750" y="1636"/>
                  </a:lnTo>
                  <a:lnTo>
                    <a:pt x="3641" y="1636"/>
                  </a:lnTo>
                  <a:lnTo>
                    <a:pt x="3554" y="1658"/>
                  </a:lnTo>
                  <a:lnTo>
                    <a:pt x="3466" y="1745"/>
                  </a:lnTo>
                  <a:lnTo>
                    <a:pt x="3423" y="1788"/>
                  </a:lnTo>
                  <a:lnTo>
                    <a:pt x="3401" y="1854"/>
                  </a:lnTo>
                  <a:lnTo>
                    <a:pt x="3248" y="2508"/>
                  </a:lnTo>
                  <a:lnTo>
                    <a:pt x="3118" y="3184"/>
                  </a:lnTo>
                  <a:lnTo>
                    <a:pt x="3009" y="3860"/>
                  </a:lnTo>
                  <a:lnTo>
                    <a:pt x="2921" y="4535"/>
                  </a:lnTo>
                  <a:lnTo>
                    <a:pt x="2921" y="4579"/>
                  </a:lnTo>
                  <a:lnTo>
                    <a:pt x="2398" y="5059"/>
                  </a:lnTo>
                  <a:lnTo>
                    <a:pt x="1875" y="5560"/>
                  </a:lnTo>
                  <a:lnTo>
                    <a:pt x="1853" y="4448"/>
                  </a:lnTo>
                  <a:lnTo>
                    <a:pt x="1875" y="3358"/>
                  </a:lnTo>
                  <a:lnTo>
                    <a:pt x="1875" y="3293"/>
                  </a:lnTo>
                  <a:lnTo>
                    <a:pt x="1853" y="3249"/>
                  </a:lnTo>
                  <a:lnTo>
                    <a:pt x="1788" y="3162"/>
                  </a:lnTo>
                  <a:lnTo>
                    <a:pt x="1679" y="3096"/>
                  </a:lnTo>
                  <a:lnTo>
                    <a:pt x="1570" y="3096"/>
                  </a:lnTo>
                  <a:lnTo>
                    <a:pt x="1461" y="3118"/>
                  </a:lnTo>
                  <a:lnTo>
                    <a:pt x="1373" y="3184"/>
                  </a:lnTo>
                  <a:lnTo>
                    <a:pt x="1330" y="3271"/>
                  </a:lnTo>
                  <a:lnTo>
                    <a:pt x="1308" y="3380"/>
                  </a:lnTo>
                  <a:lnTo>
                    <a:pt x="1286" y="4078"/>
                  </a:lnTo>
                  <a:lnTo>
                    <a:pt x="1286" y="4775"/>
                  </a:lnTo>
                  <a:lnTo>
                    <a:pt x="1308" y="5473"/>
                  </a:lnTo>
                  <a:lnTo>
                    <a:pt x="1330" y="6170"/>
                  </a:lnTo>
                  <a:lnTo>
                    <a:pt x="676" y="6933"/>
                  </a:lnTo>
                  <a:lnTo>
                    <a:pt x="349" y="7348"/>
                  </a:lnTo>
                  <a:lnTo>
                    <a:pt x="65" y="7762"/>
                  </a:lnTo>
                  <a:lnTo>
                    <a:pt x="22" y="7805"/>
                  </a:lnTo>
                  <a:lnTo>
                    <a:pt x="0" y="7871"/>
                  </a:lnTo>
                  <a:lnTo>
                    <a:pt x="0" y="7980"/>
                  </a:lnTo>
                  <a:lnTo>
                    <a:pt x="44" y="8089"/>
                  </a:lnTo>
                  <a:lnTo>
                    <a:pt x="109" y="8176"/>
                  </a:lnTo>
                  <a:lnTo>
                    <a:pt x="196" y="8220"/>
                  </a:lnTo>
                  <a:lnTo>
                    <a:pt x="305" y="8241"/>
                  </a:lnTo>
                  <a:lnTo>
                    <a:pt x="392" y="8220"/>
                  </a:lnTo>
                  <a:lnTo>
                    <a:pt x="436" y="8176"/>
                  </a:lnTo>
                  <a:lnTo>
                    <a:pt x="480" y="8132"/>
                  </a:lnTo>
                  <a:lnTo>
                    <a:pt x="807" y="7696"/>
                  </a:lnTo>
                  <a:lnTo>
                    <a:pt x="1134" y="7282"/>
                  </a:lnTo>
                  <a:lnTo>
                    <a:pt x="2616" y="7282"/>
                  </a:lnTo>
                  <a:lnTo>
                    <a:pt x="2682" y="7260"/>
                  </a:lnTo>
                  <a:lnTo>
                    <a:pt x="2769" y="7195"/>
                  </a:lnTo>
                  <a:lnTo>
                    <a:pt x="2834" y="7086"/>
                  </a:lnTo>
                  <a:lnTo>
                    <a:pt x="2834" y="6977"/>
                  </a:lnTo>
                  <a:lnTo>
                    <a:pt x="2812" y="6868"/>
                  </a:lnTo>
                  <a:lnTo>
                    <a:pt x="2747" y="6781"/>
                  </a:lnTo>
                  <a:lnTo>
                    <a:pt x="2660" y="6737"/>
                  </a:lnTo>
                  <a:lnTo>
                    <a:pt x="2529" y="6715"/>
                  </a:lnTo>
                  <a:lnTo>
                    <a:pt x="1613" y="6715"/>
                  </a:lnTo>
                  <a:lnTo>
                    <a:pt x="1809" y="6476"/>
                  </a:lnTo>
                  <a:lnTo>
                    <a:pt x="2638" y="6410"/>
                  </a:lnTo>
                  <a:lnTo>
                    <a:pt x="3488" y="6345"/>
                  </a:lnTo>
                  <a:lnTo>
                    <a:pt x="3597" y="6323"/>
                  </a:lnTo>
                  <a:lnTo>
                    <a:pt x="3684" y="6258"/>
                  </a:lnTo>
                  <a:lnTo>
                    <a:pt x="3728" y="6170"/>
                  </a:lnTo>
                  <a:lnTo>
                    <a:pt x="3750" y="6061"/>
                  </a:lnTo>
                  <a:lnTo>
                    <a:pt x="3728" y="5952"/>
                  </a:lnTo>
                  <a:lnTo>
                    <a:pt x="3663" y="5865"/>
                  </a:lnTo>
                  <a:lnTo>
                    <a:pt x="3554" y="5800"/>
                  </a:lnTo>
                  <a:lnTo>
                    <a:pt x="3445" y="5778"/>
                  </a:lnTo>
                  <a:lnTo>
                    <a:pt x="2921" y="5822"/>
                  </a:lnTo>
                  <a:lnTo>
                    <a:pt x="2398" y="5865"/>
                  </a:lnTo>
                  <a:lnTo>
                    <a:pt x="2551" y="5691"/>
                  </a:lnTo>
                  <a:lnTo>
                    <a:pt x="2616" y="5713"/>
                  </a:lnTo>
                  <a:lnTo>
                    <a:pt x="2703" y="5691"/>
                  </a:lnTo>
                  <a:lnTo>
                    <a:pt x="3118" y="5560"/>
                  </a:lnTo>
                  <a:lnTo>
                    <a:pt x="3532" y="5451"/>
                  </a:lnTo>
                  <a:lnTo>
                    <a:pt x="3968" y="5386"/>
                  </a:lnTo>
                  <a:lnTo>
                    <a:pt x="4404" y="5320"/>
                  </a:lnTo>
                  <a:lnTo>
                    <a:pt x="4491" y="5298"/>
                  </a:lnTo>
                  <a:lnTo>
                    <a:pt x="4600" y="5233"/>
                  </a:lnTo>
                  <a:lnTo>
                    <a:pt x="4644" y="5124"/>
                  </a:lnTo>
                  <a:lnTo>
                    <a:pt x="4665" y="5080"/>
                  </a:lnTo>
                  <a:lnTo>
                    <a:pt x="4665" y="5015"/>
                  </a:lnTo>
                  <a:lnTo>
                    <a:pt x="4622" y="4906"/>
                  </a:lnTo>
                  <a:lnTo>
                    <a:pt x="4556" y="4819"/>
                  </a:lnTo>
                  <a:lnTo>
                    <a:pt x="4469" y="4775"/>
                  </a:lnTo>
                  <a:lnTo>
                    <a:pt x="4426" y="4753"/>
                  </a:lnTo>
                  <a:lnTo>
                    <a:pt x="4360" y="4753"/>
                  </a:lnTo>
                  <a:lnTo>
                    <a:pt x="3881" y="4819"/>
                  </a:lnTo>
                  <a:lnTo>
                    <a:pt x="3423" y="4906"/>
                  </a:lnTo>
                  <a:lnTo>
                    <a:pt x="3423" y="4906"/>
                  </a:lnTo>
                  <a:lnTo>
                    <a:pt x="4055" y="4383"/>
                  </a:lnTo>
                  <a:lnTo>
                    <a:pt x="4077" y="4383"/>
                  </a:lnTo>
                  <a:lnTo>
                    <a:pt x="4600" y="4339"/>
                  </a:lnTo>
                  <a:lnTo>
                    <a:pt x="5123" y="4317"/>
                  </a:lnTo>
                  <a:lnTo>
                    <a:pt x="5646" y="4339"/>
                  </a:lnTo>
                  <a:lnTo>
                    <a:pt x="6170" y="4361"/>
                  </a:lnTo>
                  <a:lnTo>
                    <a:pt x="6279" y="4361"/>
                  </a:lnTo>
                  <a:lnTo>
                    <a:pt x="6388" y="4317"/>
                  </a:lnTo>
                  <a:lnTo>
                    <a:pt x="6475" y="4252"/>
                  </a:lnTo>
                  <a:lnTo>
                    <a:pt x="6518" y="4143"/>
                  </a:lnTo>
                  <a:lnTo>
                    <a:pt x="6518" y="4034"/>
                  </a:lnTo>
                  <a:lnTo>
                    <a:pt x="6475" y="3925"/>
                  </a:lnTo>
                  <a:lnTo>
                    <a:pt x="6388" y="3838"/>
                  </a:lnTo>
                  <a:lnTo>
                    <a:pt x="6344" y="3816"/>
                  </a:lnTo>
                  <a:lnTo>
                    <a:pt x="6300" y="3794"/>
                  </a:lnTo>
                  <a:lnTo>
                    <a:pt x="5603" y="3751"/>
                  </a:lnTo>
                  <a:lnTo>
                    <a:pt x="4905" y="3751"/>
                  </a:lnTo>
                  <a:lnTo>
                    <a:pt x="5690" y="3249"/>
                  </a:lnTo>
                  <a:lnTo>
                    <a:pt x="6104" y="3009"/>
                  </a:lnTo>
                  <a:lnTo>
                    <a:pt x="6497" y="2769"/>
                  </a:lnTo>
                  <a:lnTo>
                    <a:pt x="8241" y="3358"/>
                  </a:lnTo>
                  <a:lnTo>
                    <a:pt x="8350" y="3358"/>
                  </a:lnTo>
                  <a:lnTo>
                    <a:pt x="8437" y="3314"/>
                  </a:lnTo>
                  <a:lnTo>
                    <a:pt x="8524" y="3227"/>
                  </a:lnTo>
                  <a:lnTo>
                    <a:pt x="8568" y="3140"/>
                  </a:lnTo>
                  <a:lnTo>
                    <a:pt x="8568" y="3009"/>
                  </a:lnTo>
                  <a:lnTo>
                    <a:pt x="8524" y="2922"/>
                  </a:lnTo>
                  <a:lnTo>
                    <a:pt x="8459" y="2835"/>
                  </a:lnTo>
                  <a:lnTo>
                    <a:pt x="8350" y="2791"/>
                  </a:lnTo>
                  <a:lnTo>
                    <a:pt x="7216" y="2421"/>
                  </a:lnTo>
                  <a:lnTo>
                    <a:pt x="8001" y="2050"/>
                  </a:lnTo>
                  <a:lnTo>
                    <a:pt x="8393" y="1897"/>
                  </a:lnTo>
                  <a:lnTo>
                    <a:pt x="8808" y="1745"/>
                  </a:lnTo>
                  <a:lnTo>
                    <a:pt x="8851" y="1701"/>
                  </a:lnTo>
                  <a:lnTo>
                    <a:pt x="8917" y="1679"/>
                  </a:lnTo>
                  <a:lnTo>
                    <a:pt x="8960" y="1592"/>
                  </a:lnTo>
                  <a:lnTo>
                    <a:pt x="8982" y="1483"/>
                  </a:lnTo>
                  <a:lnTo>
                    <a:pt x="8960" y="1374"/>
                  </a:lnTo>
                  <a:lnTo>
                    <a:pt x="8917" y="1287"/>
                  </a:lnTo>
                  <a:lnTo>
                    <a:pt x="8829" y="1222"/>
                  </a:lnTo>
                  <a:lnTo>
                    <a:pt x="8742" y="1178"/>
                  </a:lnTo>
                  <a:lnTo>
                    <a:pt x="8677" y="1178"/>
                  </a:lnTo>
                  <a:lnTo>
                    <a:pt x="8611" y="1200"/>
                  </a:lnTo>
                  <a:lnTo>
                    <a:pt x="7870" y="1505"/>
                  </a:lnTo>
                  <a:lnTo>
                    <a:pt x="7129" y="1832"/>
                  </a:lnTo>
                  <a:lnTo>
                    <a:pt x="7281" y="1483"/>
                  </a:lnTo>
                  <a:lnTo>
                    <a:pt x="7434" y="1156"/>
                  </a:lnTo>
                  <a:lnTo>
                    <a:pt x="7587" y="807"/>
                  </a:lnTo>
                  <a:lnTo>
                    <a:pt x="7783" y="502"/>
                  </a:lnTo>
                  <a:lnTo>
                    <a:pt x="7805" y="437"/>
                  </a:lnTo>
                  <a:lnTo>
                    <a:pt x="7826" y="393"/>
                  </a:lnTo>
                  <a:lnTo>
                    <a:pt x="7805" y="284"/>
                  </a:lnTo>
                  <a:lnTo>
                    <a:pt x="7739" y="175"/>
                  </a:lnTo>
                  <a:lnTo>
                    <a:pt x="7652" y="110"/>
                  </a:lnTo>
                  <a:lnTo>
                    <a:pt x="7543" y="66"/>
                  </a:lnTo>
                  <a:lnTo>
                    <a:pt x="7434" y="88"/>
                  </a:lnTo>
                  <a:lnTo>
                    <a:pt x="7347" y="153"/>
                  </a:lnTo>
                  <a:lnTo>
                    <a:pt x="7260" y="241"/>
                  </a:lnTo>
                  <a:lnTo>
                    <a:pt x="6998" y="698"/>
                  </a:lnTo>
                  <a:lnTo>
                    <a:pt x="6780" y="1178"/>
                  </a:lnTo>
                  <a:lnTo>
                    <a:pt x="6584" y="1679"/>
                  </a:lnTo>
                  <a:lnTo>
                    <a:pt x="6409" y="2181"/>
                  </a:lnTo>
                  <a:lnTo>
                    <a:pt x="6344" y="2203"/>
                  </a:lnTo>
                  <a:lnTo>
                    <a:pt x="6300" y="2246"/>
                  </a:lnTo>
                  <a:lnTo>
                    <a:pt x="6322" y="1767"/>
                  </a:lnTo>
                  <a:lnTo>
                    <a:pt x="6366" y="1287"/>
                  </a:lnTo>
                  <a:lnTo>
                    <a:pt x="6453" y="807"/>
                  </a:lnTo>
                  <a:lnTo>
                    <a:pt x="6540" y="328"/>
                  </a:lnTo>
                  <a:lnTo>
                    <a:pt x="6562" y="262"/>
                  </a:lnTo>
                  <a:lnTo>
                    <a:pt x="6540" y="219"/>
                  </a:lnTo>
                  <a:lnTo>
                    <a:pt x="6497" y="110"/>
                  </a:lnTo>
                  <a:lnTo>
                    <a:pt x="6431" y="44"/>
                  </a:lnTo>
                  <a:lnTo>
                    <a:pt x="6322"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7" name="Google Shape;11697;p80"/>
            <p:cNvSpPr/>
            <p:nvPr/>
          </p:nvSpPr>
          <p:spPr>
            <a:xfrm>
              <a:off x="7853300" y="3303850"/>
              <a:ext cx="207675" cy="83950"/>
            </a:xfrm>
            <a:custGeom>
              <a:rect b="b" l="l" r="r" t="t"/>
              <a:pathLst>
                <a:path extrusionOk="0" h="3358" w="8307">
                  <a:moveTo>
                    <a:pt x="3053" y="0"/>
                  </a:moveTo>
                  <a:lnTo>
                    <a:pt x="2966" y="22"/>
                  </a:lnTo>
                  <a:lnTo>
                    <a:pt x="2922" y="88"/>
                  </a:lnTo>
                  <a:lnTo>
                    <a:pt x="2246" y="872"/>
                  </a:lnTo>
                  <a:lnTo>
                    <a:pt x="1636" y="1701"/>
                  </a:lnTo>
                  <a:lnTo>
                    <a:pt x="894" y="1853"/>
                  </a:lnTo>
                  <a:lnTo>
                    <a:pt x="524" y="1941"/>
                  </a:lnTo>
                  <a:lnTo>
                    <a:pt x="153" y="2028"/>
                  </a:lnTo>
                  <a:lnTo>
                    <a:pt x="66" y="2071"/>
                  </a:lnTo>
                  <a:lnTo>
                    <a:pt x="22" y="2137"/>
                  </a:lnTo>
                  <a:lnTo>
                    <a:pt x="1" y="2224"/>
                  </a:lnTo>
                  <a:lnTo>
                    <a:pt x="1" y="2289"/>
                  </a:lnTo>
                  <a:lnTo>
                    <a:pt x="22" y="2377"/>
                  </a:lnTo>
                  <a:lnTo>
                    <a:pt x="66" y="2420"/>
                  </a:lnTo>
                  <a:lnTo>
                    <a:pt x="131" y="2464"/>
                  </a:lnTo>
                  <a:lnTo>
                    <a:pt x="219" y="2442"/>
                  </a:lnTo>
                  <a:lnTo>
                    <a:pt x="611" y="2355"/>
                  </a:lnTo>
                  <a:lnTo>
                    <a:pt x="1003" y="2246"/>
                  </a:lnTo>
                  <a:lnTo>
                    <a:pt x="1832" y="2922"/>
                  </a:lnTo>
                  <a:lnTo>
                    <a:pt x="1897" y="2965"/>
                  </a:lnTo>
                  <a:lnTo>
                    <a:pt x="1984" y="2965"/>
                  </a:lnTo>
                  <a:lnTo>
                    <a:pt x="2072" y="2944"/>
                  </a:lnTo>
                  <a:lnTo>
                    <a:pt x="2137" y="2878"/>
                  </a:lnTo>
                  <a:lnTo>
                    <a:pt x="2159" y="2791"/>
                  </a:lnTo>
                  <a:lnTo>
                    <a:pt x="2159" y="2726"/>
                  </a:lnTo>
                  <a:lnTo>
                    <a:pt x="2137" y="2638"/>
                  </a:lnTo>
                  <a:lnTo>
                    <a:pt x="2072" y="2573"/>
                  </a:lnTo>
                  <a:lnTo>
                    <a:pt x="1527" y="2137"/>
                  </a:lnTo>
                  <a:lnTo>
                    <a:pt x="1766" y="2115"/>
                  </a:lnTo>
                  <a:lnTo>
                    <a:pt x="2290" y="2442"/>
                  </a:lnTo>
                  <a:lnTo>
                    <a:pt x="2791" y="2813"/>
                  </a:lnTo>
                  <a:lnTo>
                    <a:pt x="2878" y="2856"/>
                  </a:lnTo>
                  <a:lnTo>
                    <a:pt x="2944" y="2856"/>
                  </a:lnTo>
                  <a:lnTo>
                    <a:pt x="3031" y="2813"/>
                  </a:lnTo>
                  <a:lnTo>
                    <a:pt x="3096" y="2769"/>
                  </a:lnTo>
                  <a:lnTo>
                    <a:pt x="3118" y="2682"/>
                  </a:lnTo>
                  <a:lnTo>
                    <a:pt x="3118" y="2616"/>
                  </a:lnTo>
                  <a:lnTo>
                    <a:pt x="3096" y="2529"/>
                  </a:lnTo>
                  <a:lnTo>
                    <a:pt x="3031" y="2464"/>
                  </a:lnTo>
                  <a:lnTo>
                    <a:pt x="2726" y="2246"/>
                  </a:lnTo>
                  <a:lnTo>
                    <a:pt x="2399" y="2028"/>
                  </a:lnTo>
                  <a:lnTo>
                    <a:pt x="2573" y="2006"/>
                  </a:lnTo>
                  <a:lnTo>
                    <a:pt x="2595" y="2028"/>
                  </a:lnTo>
                  <a:lnTo>
                    <a:pt x="2639" y="2071"/>
                  </a:lnTo>
                  <a:lnTo>
                    <a:pt x="2944" y="2180"/>
                  </a:lnTo>
                  <a:lnTo>
                    <a:pt x="3249" y="2311"/>
                  </a:lnTo>
                  <a:lnTo>
                    <a:pt x="3532" y="2464"/>
                  </a:lnTo>
                  <a:lnTo>
                    <a:pt x="3794" y="2638"/>
                  </a:lnTo>
                  <a:lnTo>
                    <a:pt x="3881" y="2682"/>
                  </a:lnTo>
                  <a:lnTo>
                    <a:pt x="3968" y="2682"/>
                  </a:lnTo>
                  <a:lnTo>
                    <a:pt x="4034" y="2638"/>
                  </a:lnTo>
                  <a:lnTo>
                    <a:pt x="4099" y="2595"/>
                  </a:lnTo>
                  <a:lnTo>
                    <a:pt x="4121" y="2507"/>
                  </a:lnTo>
                  <a:lnTo>
                    <a:pt x="4143" y="2420"/>
                  </a:lnTo>
                  <a:lnTo>
                    <a:pt x="4099" y="2355"/>
                  </a:lnTo>
                  <a:lnTo>
                    <a:pt x="4056" y="2289"/>
                  </a:lnTo>
                  <a:lnTo>
                    <a:pt x="3750" y="2115"/>
                  </a:lnTo>
                  <a:lnTo>
                    <a:pt x="3423" y="1941"/>
                  </a:lnTo>
                  <a:lnTo>
                    <a:pt x="4056" y="1941"/>
                  </a:lnTo>
                  <a:lnTo>
                    <a:pt x="4383" y="2159"/>
                  </a:lnTo>
                  <a:lnTo>
                    <a:pt x="4688" y="2398"/>
                  </a:lnTo>
                  <a:lnTo>
                    <a:pt x="4993" y="2638"/>
                  </a:lnTo>
                  <a:lnTo>
                    <a:pt x="5276" y="2900"/>
                  </a:lnTo>
                  <a:lnTo>
                    <a:pt x="5342" y="2965"/>
                  </a:lnTo>
                  <a:lnTo>
                    <a:pt x="5429" y="2987"/>
                  </a:lnTo>
                  <a:lnTo>
                    <a:pt x="5516" y="2987"/>
                  </a:lnTo>
                  <a:lnTo>
                    <a:pt x="5582" y="2944"/>
                  </a:lnTo>
                  <a:lnTo>
                    <a:pt x="5625" y="2878"/>
                  </a:lnTo>
                  <a:lnTo>
                    <a:pt x="5669" y="2791"/>
                  </a:lnTo>
                  <a:lnTo>
                    <a:pt x="5647" y="2704"/>
                  </a:lnTo>
                  <a:lnTo>
                    <a:pt x="5603" y="2638"/>
                  </a:lnTo>
                  <a:lnTo>
                    <a:pt x="5233" y="2289"/>
                  </a:lnTo>
                  <a:lnTo>
                    <a:pt x="4840" y="1962"/>
                  </a:lnTo>
                  <a:lnTo>
                    <a:pt x="5516" y="2028"/>
                  </a:lnTo>
                  <a:lnTo>
                    <a:pt x="6214" y="2137"/>
                  </a:lnTo>
                  <a:lnTo>
                    <a:pt x="6955" y="3271"/>
                  </a:lnTo>
                  <a:lnTo>
                    <a:pt x="7020" y="3336"/>
                  </a:lnTo>
                  <a:lnTo>
                    <a:pt x="7086" y="3358"/>
                  </a:lnTo>
                  <a:lnTo>
                    <a:pt x="7173" y="3336"/>
                  </a:lnTo>
                  <a:lnTo>
                    <a:pt x="7238" y="3314"/>
                  </a:lnTo>
                  <a:lnTo>
                    <a:pt x="7304" y="3249"/>
                  </a:lnTo>
                  <a:lnTo>
                    <a:pt x="7326" y="3162"/>
                  </a:lnTo>
                  <a:lnTo>
                    <a:pt x="7304" y="3096"/>
                  </a:lnTo>
                  <a:lnTo>
                    <a:pt x="7282" y="3009"/>
                  </a:lnTo>
                  <a:lnTo>
                    <a:pt x="6802" y="2268"/>
                  </a:lnTo>
                  <a:lnTo>
                    <a:pt x="6802" y="2268"/>
                  </a:lnTo>
                  <a:lnTo>
                    <a:pt x="7413" y="2420"/>
                  </a:lnTo>
                  <a:lnTo>
                    <a:pt x="8023" y="2616"/>
                  </a:lnTo>
                  <a:lnTo>
                    <a:pt x="8111" y="2616"/>
                  </a:lnTo>
                  <a:lnTo>
                    <a:pt x="8198" y="2595"/>
                  </a:lnTo>
                  <a:lnTo>
                    <a:pt x="8263" y="2551"/>
                  </a:lnTo>
                  <a:lnTo>
                    <a:pt x="8285" y="2486"/>
                  </a:lnTo>
                  <a:lnTo>
                    <a:pt x="8307" y="2398"/>
                  </a:lnTo>
                  <a:lnTo>
                    <a:pt x="8307" y="2333"/>
                  </a:lnTo>
                  <a:lnTo>
                    <a:pt x="8241" y="2246"/>
                  </a:lnTo>
                  <a:lnTo>
                    <a:pt x="8176" y="2202"/>
                  </a:lnTo>
                  <a:lnTo>
                    <a:pt x="7609" y="2028"/>
                  </a:lnTo>
                  <a:lnTo>
                    <a:pt x="7020" y="1875"/>
                  </a:lnTo>
                  <a:lnTo>
                    <a:pt x="7260" y="1744"/>
                  </a:lnTo>
                  <a:lnTo>
                    <a:pt x="7500" y="1614"/>
                  </a:lnTo>
                  <a:lnTo>
                    <a:pt x="7762" y="1505"/>
                  </a:lnTo>
                  <a:lnTo>
                    <a:pt x="8023" y="1417"/>
                  </a:lnTo>
                  <a:lnTo>
                    <a:pt x="8089" y="1374"/>
                  </a:lnTo>
                  <a:lnTo>
                    <a:pt x="8132" y="1287"/>
                  </a:lnTo>
                  <a:lnTo>
                    <a:pt x="8132" y="1199"/>
                  </a:lnTo>
                  <a:lnTo>
                    <a:pt x="8132" y="1134"/>
                  </a:lnTo>
                  <a:lnTo>
                    <a:pt x="8067" y="1069"/>
                  </a:lnTo>
                  <a:lnTo>
                    <a:pt x="8002" y="1025"/>
                  </a:lnTo>
                  <a:lnTo>
                    <a:pt x="7914" y="1003"/>
                  </a:lnTo>
                  <a:lnTo>
                    <a:pt x="7849" y="1025"/>
                  </a:lnTo>
                  <a:lnTo>
                    <a:pt x="7478" y="1178"/>
                  </a:lnTo>
                  <a:lnTo>
                    <a:pt x="7108" y="1330"/>
                  </a:lnTo>
                  <a:lnTo>
                    <a:pt x="6759" y="1526"/>
                  </a:lnTo>
                  <a:lnTo>
                    <a:pt x="6432" y="1744"/>
                  </a:lnTo>
                  <a:lnTo>
                    <a:pt x="6345" y="1744"/>
                  </a:lnTo>
                  <a:lnTo>
                    <a:pt x="6584" y="1461"/>
                  </a:lnTo>
                  <a:lnTo>
                    <a:pt x="6824" y="1221"/>
                  </a:lnTo>
                  <a:lnTo>
                    <a:pt x="7108" y="960"/>
                  </a:lnTo>
                  <a:lnTo>
                    <a:pt x="7369" y="742"/>
                  </a:lnTo>
                  <a:lnTo>
                    <a:pt x="7435" y="676"/>
                  </a:lnTo>
                  <a:lnTo>
                    <a:pt x="7456" y="589"/>
                  </a:lnTo>
                  <a:lnTo>
                    <a:pt x="7435" y="524"/>
                  </a:lnTo>
                  <a:lnTo>
                    <a:pt x="7391" y="458"/>
                  </a:lnTo>
                  <a:lnTo>
                    <a:pt x="7347" y="393"/>
                  </a:lnTo>
                  <a:lnTo>
                    <a:pt x="7260" y="371"/>
                  </a:lnTo>
                  <a:lnTo>
                    <a:pt x="7195" y="371"/>
                  </a:lnTo>
                  <a:lnTo>
                    <a:pt x="7108" y="415"/>
                  </a:lnTo>
                  <a:lnTo>
                    <a:pt x="6759" y="698"/>
                  </a:lnTo>
                  <a:lnTo>
                    <a:pt x="6454" y="1003"/>
                  </a:lnTo>
                  <a:lnTo>
                    <a:pt x="6148" y="1330"/>
                  </a:lnTo>
                  <a:lnTo>
                    <a:pt x="5843" y="1657"/>
                  </a:lnTo>
                  <a:lnTo>
                    <a:pt x="5385" y="1592"/>
                  </a:lnTo>
                  <a:lnTo>
                    <a:pt x="5778" y="1199"/>
                  </a:lnTo>
                  <a:lnTo>
                    <a:pt x="5843" y="1134"/>
                  </a:lnTo>
                  <a:lnTo>
                    <a:pt x="5865" y="1047"/>
                  </a:lnTo>
                  <a:lnTo>
                    <a:pt x="5843" y="960"/>
                  </a:lnTo>
                  <a:lnTo>
                    <a:pt x="5821" y="894"/>
                  </a:lnTo>
                  <a:lnTo>
                    <a:pt x="5756" y="851"/>
                  </a:lnTo>
                  <a:lnTo>
                    <a:pt x="5669" y="829"/>
                  </a:lnTo>
                  <a:lnTo>
                    <a:pt x="5582" y="829"/>
                  </a:lnTo>
                  <a:lnTo>
                    <a:pt x="5516" y="872"/>
                  </a:lnTo>
                  <a:lnTo>
                    <a:pt x="4884" y="1505"/>
                  </a:lnTo>
                  <a:lnTo>
                    <a:pt x="4840" y="1548"/>
                  </a:lnTo>
                  <a:lnTo>
                    <a:pt x="4383" y="1526"/>
                  </a:lnTo>
                  <a:lnTo>
                    <a:pt x="3925" y="1505"/>
                  </a:lnTo>
                  <a:lnTo>
                    <a:pt x="4513" y="981"/>
                  </a:lnTo>
                  <a:lnTo>
                    <a:pt x="4797" y="720"/>
                  </a:lnTo>
                  <a:lnTo>
                    <a:pt x="5124" y="480"/>
                  </a:lnTo>
                  <a:lnTo>
                    <a:pt x="5167" y="415"/>
                  </a:lnTo>
                  <a:lnTo>
                    <a:pt x="5189" y="349"/>
                  </a:lnTo>
                  <a:lnTo>
                    <a:pt x="5189" y="262"/>
                  </a:lnTo>
                  <a:lnTo>
                    <a:pt x="5146" y="197"/>
                  </a:lnTo>
                  <a:lnTo>
                    <a:pt x="5080" y="153"/>
                  </a:lnTo>
                  <a:lnTo>
                    <a:pt x="5015" y="131"/>
                  </a:lnTo>
                  <a:lnTo>
                    <a:pt x="4928" y="131"/>
                  </a:lnTo>
                  <a:lnTo>
                    <a:pt x="4840" y="153"/>
                  </a:lnTo>
                  <a:lnTo>
                    <a:pt x="4448" y="480"/>
                  </a:lnTo>
                  <a:lnTo>
                    <a:pt x="4056" y="807"/>
                  </a:lnTo>
                  <a:lnTo>
                    <a:pt x="3685" y="1134"/>
                  </a:lnTo>
                  <a:lnTo>
                    <a:pt x="3314" y="1483"/>
                  </a:lnTo>
                  <a:lnTo>
                    <a:pt x="3314" y="1526"/>
                  </a:lnTo>
                  <a:lnTo>
                    <a:pt x="2769" y="1548"/>
                  </a:lnTo>
                  <a:lnTo>
                    <a:pt x="2246" y="1614"/>
                  </a:lnTo>
                  <a:lnTo>
                    <a:pt x="2726" y="960"/>
                  </a:lnTo>
                  <a:lnTo>
                    <a:pt x="3249" y="327"/>
                  </a:lnTo>
                  <a:lnTo>
                    <a:pt x="3293" y="240"/>
                  </a:lnTo>
                  <a:lnTo>
                    <a:pt x="3293" y="175"/>
                  </a:lnTo>
                  <a:lnTo>
                    <a:pt x="3271" y="88"/>
                  </a:lnTo>
                  <a:lnTo>
                    <a:pt x="3205" y="22"/>
                  </a:lnTo>
                  <a:lnTo>
                    <a:pt x="3140"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8" name="Google Shape;11698;p80"/>
            <p:cNvSpPr/>
            <p:nvPr/>
          </p:nvSpPr>
          <p:spPr>
            <a:xfrm>
              <a:off x="7790625" y="3157225"/>
              <a:ext cx="80150" cy="206600"/>
            </a:xfrm>
            <a:custGeom>
              <a:rect b="b" l="l" r="r" t="t"/>
              <a:pathLst>
                <a:path extrusionOk="0" h="8264" w="3206">
                  <a:moveTo>
                    <a:pt x="1897" y="1"/>
                  </a:moveTo>
                  <a:lnTo>
                    <a:pt x="1810" y="23"/>
                  </a:lnTo>
                  <a:lnTo>
                    <a:pt x="1745" y="66"/>
                  </a:lnTo>
                  <a:lnTo>
                    <a:pt x="1723" y="154"/>
                  </a:lnTo>
                  <a:lnTo>
                    <a:pt x="1614" y="742"/>
                  </a:lnTo>
                  <a:lnTo>
                    <a:pt x="1527" y="1331"/>
                  </a:lnTo>
                  <a:lnTo>
                    <a:pt x="1374" y="1113"/>
                  </a:lnTo>
                  <a:lnTo>
                    <a:pt x="1221" y="873"/>
                  </a:lnTo>
                  <a:lnTo>
                    <a:pt x="1069" y="633"/>
                  </a:lnTo>
                  <a:lnTo>
                    <a:pt x="938" y="393"/>
                  </a:lnTo>
                  <a:lnTo>
                    <a:pt x="894" y="328"/>
                  </a:lnTo>
                  <a:lnTo>
                    <a:pt x="807" y="306"/>
                  </a:lnTo>
                  <a:lnTo>
                    <a:pt x="720" y="306"/>
                  </a:lnTo>
                  <a:lnTo>
                    <a:pt x="655" y="328"/>
                  </a:lnTo>
                  <a:lnTo>
                    <a:pt x="589" y="393"/>
                  </a:lnTo>
                  <a:lnTo>
                    <a:pt x="546" y="459"/>
                  </a:lnTo>
                  <a:lnTo>
                    <a:pt x="546" y="546"/>
                  </a:lnTo>
                  <a:lnTo>
                    <a:pt x="567" y="611"/>
                  </a:lnTo>
                  <a:lnTo>
                    <a:pt x="764" y="960"/>
                  </a:lnTo>
                  <a:lnTo>
                    <a:pt x="982" y="1309"/>
                  </a:lnTo>
                  <a:lnTo>
                    <a:pt x="1221" y="1614"/>
                  </a:lnTo>
                  <a:lnTo>
                    <a:pt x="1461" y="1919"/>
                  </a:lnTo>
                  <a:lnTo>
                    <a:pt x="1461" y="2028"/>
                  </a:lnTo>
                  <a:lnTo>
                    <a:pt x="1178" y="1810"/>
                  </a:lnTo>
                  <a:lnTo>
                    <a:pt x="894" y="1592"/>
                  </a:lnTo>
                  <a:lnTo>
                    <a:pt x="611" y="1353"/>
                  </a:lnTo>
                  <a:lnTo>
                    <a:pt x="349" y="1113"/>
                  </a:lnTo>
                  <a:lnTo>
                    <a:pt x="284" y="1069"/>
                  </a:lnTo>
                  <a:lnTo>
                    <a:pt x="197" y="1047"/>
                  </a:lnTo>
                  <a:lnTo>
                    <a:pt x="131" y="1069"/>
                  </a:lnTo>
                  <a:lnTo>
                    <a:pt x="66" y="1113"/>
                  </a:lnTo>
                  <a:lnTo>
                    <a:pt x="22" y="1178"/>
                  </a:lnTo>
                  <a:lnTo>
                    <a:pt x="1" y="1265"/>
                  </a:lnTo>
                  <a:lnTo>
                    <a:pt x="1" y="1353"/>
                  </a:lnTo>
                  <a:lnTo>
                    <a:pt x="66" y="1418"/>
                  </a:lnTo>
                  <a:lnTo>
                    <a:pt x="371" y="1723"/>
                  </a:lnTo>
                  <a:lnTo>
                    <a:pt x="720" y="2007"/>
                  </a:lnTo>
                  <a:lnTo>
                    <a:pt x="1069" y="2268"/>
                  </a:lnTo>
                  <a:lnTo>
                    <a:pt x="1439" y="2508"/>
                  </a:lnTo>
                  <a:lnTo>
                    <a:pt x="1439" y="2988"/>
                  </a:lnTo>
                  <a:lnTo>
                    <a:pt x="982" y="2639"/>
                  </a:lnTo>
                  <a:lnTo>
                    <a:pt x="916" y="2595"/>
                  </a:lnTo>
                  <a:lnTo>
                    <a:pt x="829" y="2573"/>
                  </a:lnTo>
                  <a:lnTo>
                    <a:pt x="764" y="2595"/>
                  </a:lnTo>
                  <a:lnTo>
                    <a:pt x="698" y="2639"/>
                  </a:lnTo>
                  <a:lnTo>
                    <a:pt x="655" y="2726"/>
                  </a:lnTo>
                  <a:lnTo>
                    <a:pt x="633" y="2791"/>
                  </a:lnTo>
                  <a:lnTo>
                    <a:pt x="655" y="2879"/>
                  </a:lnTo>
                  <a:lnTo>
                    <a:pt x="698" y="2944"/>
                  </a:lnTo>
                  <a:lnTo>
                    <a:pt x="1396" y="3511"/>
                  </a:lnTo>
                  <a:lnTo>
                    <a:pt x="1461" y="3533"/>
                  </a:lnTo>
                  <a:lnTo>
                    <a:pt x="1483" y="3991"/>
                  </a:lnTo>
                  <a:lnTo>
                    <a:pt x="1527" y="4448"/>
                  </a:lnTo>
                  <a:lnTo>
                    <a:pt x="938" y="3947"/>
                  </a:lnTo>
                  <a:lnTo>
                    <a:pt x="655" y="3664"/>
                  </a:lnTo>
                  <a:lnTo>
                    <a:pt x="371" y="3380"/>
                  </a:lnTo>
                  <a:lnTo>
                    <a:pt x="306" y="3336"/>
                  </a:lnTo>
                  <a:lnTo>
                    <a:pt x="219" y="3315"/>
                  </a:lnTo>
                  <a:lnTo>
                    <a:pt x="153" y="3336"/>
                  </a:lnTo>
                  <a:lnTo>
                    <a:pt x="88" y="3380"/>
                  </a:lnTo>
                  <a:lnTo>
                    <a:pt x="44" y="3445"/>
                  </a:lnTo>
                  <a:lnTo>
                    <a:pt x="22" y="3533"/>
                  </a:lnTo>
                  <a:lnTo>
                    <a:pt x="22" y="3620"/>
                  </a:lnTo>
                  <a:lnTo>
                    <a:pt x="66" y="3685"/>
                  </a:lnTo>
                  <a:lnTo>
                    <a:pt x="437" y="4056"/>
                  </a:lnTo>
                  <a:lnTo>
                    <a:pt x="807" y="4405"/>
                  </a:lnTo>
                  <a:lnTo>
                    <a:pt x="1178" y="4732"/>
                  </a:lnTo>
                  <a:lnTo>
                    <a:pt x="1570" y="5059"/>
                  </a:lnTo>
                  <a:lnTo>
                    <a:pt x="1614" y="5059"/>
                  </a:lnTo>
                  <a:lnTo>
                    <a:pt x="1701" y="5582"/>
                  </a:lnTo>
                  <a:lnTo>
                    <a:pt x="1810" y="6105"/>
                  </a:lnTo>
                  <a:lnTo>
                    <a:pt x="1112" y="5691"/>
                  </a:lnTo>
                  <a:lnTo>
                    <a:pt x="415" y="5255"/>
                  </a:lnTo>
                  <a:lnTo>
                    <a:pt x="349" y="5233"/>
                  </a:lnTo>
                  <a:lnTo>
                    <a:pt x="262" y="5233"/>
                  </a:lnTo>
                  <a:lnTo>
                    <a:pt x="197" y="5277"/>
                  </a:lnTo>
                  <a:lnTo>
                    <a:pt x="131" y="5342"/>
                  </a:lnTo>
                  <a:lnTo>
                    <a:pt x="110" y="5429"/>
                  </a:lnTo>
                  <a:lnTo>
                    <a:pt x="131" y="5495"/>
                  </a:lnTo>
                  <a:lnTo>
                    <a:pt x="153" y="5560"/>
                  </a:lnTo>
                  <a:lnTo>
                    <a:pt x="219" y="5626"/>
                  </a:lnTo>
                  <a:lnTo>
                    <a:pt x="1091" y="6192"/>
                  </a:lnTo>
                  <a:lnTo>
                    <a:pt x="1984" y="6694"/>
                  </a:lnTo>
                  <a:lnTo>
                    <a:pt x="2202" y="7413"/>
                  </a:lnTo>
                  <a:lnTo>
                    <a:pt x="2333" y="7784"/>
                  </a:lnTo>
                  <a:lnTo>
                    <a:pt x="2486" y="8133"/>
                  </a:lnTo>
                  <a:lnTo>
                    <a:pt x="2529" y="8220"/>
                  </a:lnTo>
                  <a:lnTo>
                    <a:pt x="2617" y="8263"/>
                  </a:lnTo>
                  <a:lnTo>
                    <a:pt x="2769" y="8263"/>
                  </a:lnTo>
                  <a:lnTo>
                    <a:pt x="2835" y="8220"/>
                  </a:lnTo>
                  <a:lnTo>
                    <a:pt x="2878" y="8176"/>
                  </a:lnTo>
                  <a:lnTo>
                    <a:pt x="2900" y="8089"/>
                  </a:lnTo>
                  <a:lnTo>
                    <a:pt x="2900" y="8002"/>
                  </a:lnTo>
                  <a:lnTo>
                    <a:pt x="2747" y="7653"/>
                  </a:lnTo>
                  <a:lnTo>
                    <a:pt x="2617" y="7261"/>
                  </a:lnTo>
                  <a:lnTo>
                    <a:pt x="3183" y="6367"/>
                  </a:lnTo>
                  <a:lnTo>
                    <a:pt x="3205" y="6280"/>
                  </a:lnTo>
                  <a:lnTo>
                    <a:pt x="3205" y="6192"/>
                  </a:lnTo>
                  <a:lnTo>
                    <a:pt x="3162" y="6127"/>
                  </a:lnTo>
                  <a:lnTo>
                    <a:pt x="3096" y="6083"/>
                  </a:lnTo>
                  <a:lnTo>
                    <a:pt x="3009" y="6040"/>
                  </a:lnTo>
                  <a:lnTo>
                    <a:pt x="2944" y="6062"/>
                  </a:lnTo>
                  <a:lnTo>
                    <a:pt x="2856" y="6105"/>
                  </a:lnTo>
                  <a:lnTo>
                    <a:pt x="2813" y="6149"/>
                  </a:lnTo>
                  <a:lnTo>
                    <a:pt x="2442" y="6737"/>
                  </a:lnTo>
                  <a:lnTo>
                    <a:pt x="2377" y="6519"/>
                  </a:lnTo>
                  <a:lnTo>
                    <a:pt x="2638" y="5974"/>
                  </a:lnTo>
                  <a:lnTo>
                    <a:pt x="2944" y="5408"/>
                  </a:lnTo>
                  <a:lnTo>
                    <a:pt x="2987" y="5342"/>
                  </a:lnTo>
                  <a:lnTo>
                    <a:pt x="2965" y="5255"/>
                  </a:lnTo>
                  <a:lnTo>
                    <a:pt x="2922" y="5190"/>
                  </a:lnTo>
                  <a:lnTo>
                    <a:pt x="2856" y="5124"/>
                  </a:lnTo>
                  <a:lnTo>
                    <a:pt x="2791" y="5102"/>
                  </a:lnTo>
                  <a:lnTo>
                    <a:pt x="2704" y="5124"/>
                  </a:lnTo>
                  <a:lnTo>
                    <a:pt x="2638" y="5146"/>
                  </a:lnTo>
                  <a:lnTo>
                    <a:pt x="2573" y="5211"/>
                  </a:lnTo>
                  <a:lnTo>
                    <a:pt x="2399" y="5560"/>
                  </a:lnTo>
                  <a:lnTo>
                    <a:pt x="2202" y="5909"/>
                  </a:lnTo>
                  <a:lnTo>
                    <a:pt x="2181" y="5735"/>
                  </a:lnTo>
                  <a:lnTo>
                    <a:pt x="2202" y="5713"/>
                  </a:lnTo>
                  <a:lnTo>
                    <a:pt x="2224" y="5647"/>
                  </a:lnTo>
                  <a:lnTo>
                    <a:pt x="2311" y="5342"/>
                  </a:lnTo>
                  <a:lnTo>
                    <a:pt x="2399" y="5037"/>
                  </a:lnTo>
                  <a:lnTo>
                    <a:pt x="2529" y="4732"/>
                  </a:lnTo>
                  <a:lnTo>
                    <a:pt x="2660" y="4448"/>
                  </a:lnTo>
                  <a:lnTo>
                    <a:pt x="2682" y="4361"/>
                  </a:lnTo>
                  <a:lnTo>
                    <a:pt x="2682" y="4274"/>
                  </a:lnTo>
                  <a:lnTo>
                    <a:pt x="2638" y="4209"/>
                  </a:lnTo>
                  <a:lnTo>
                    <a:pt x="2573" y="4143"/>
                  </a:lnTo>
                  <a:lnTo>
                    <a:pt x="2486" y="4121"/>
                  </a:lnTo>
                  <a:lnTo>
                    <a:pt x="2420" y="4143"/>
                  </a:lnTo>
                  <a:lnTo>
                    <a:pt x="2333" y="4165"/>
                  </a:lnTo>
                  <a:lnTo>
                    <a:pt x="2290" y="4230"/>
                  </a:lnTo>
                  <a:lnTo>
                    <a:pt x="2137" y="4557"/>
                  </a:lnTo>
                  <a:lnTo>
                    <a:pt x="2006" y="4884"/>
                  </a:lnTo>
                  <a:lnTo>
                    <a:pt x="1919" y="4274"/>
                  </a:lnTo>
                  <a:lnTo>
                    <a:pt x="1941" y="4252"/>
                  </a:lnTo>
                  <a:lnTo>
                    <a:pt x="2115" y="3925"/>
                  </a:lnTo>
                  <a:lnTo>
                    <a:pt x="2311" y="3576"/>
                  </a:lnTo>
                  <a:lnTo>
                    <a:pt x="2529" y="3249"/>
                  </a:lnTo>
                  <a:lnTo>
                    <a:pt x="2747" y="2944"/>
                  </a:lnTo>
                  <a:lnTo>
                    <a:pt x="2791" y="2857"/>
                  </a:lnTo>
                  <a:lnTo>
                    <a:pt x="2813" y="2791"/>
                  </a:lnTo>
                  <a:lnTo>
                    <a:pt x="2791" y="2704"/>
                  </a:lnTo>
                  <a:lnTo>
                    <a:pt x="2747" y="2639"/>
                  </a:lnTo>
                  <a:lnTo>
                    <a:pt x="2682" y="2595"/>
                  </a:lnTo>
                  <a:lnTo>
                    <a:pt x="2595" y="2573"/>
                  </a:lnTo>
                  <a:lnTo>
                    <a:pt x="2508" y="2595"/>
                  </a:lnTo>
                  <a:lnTo>
                    <a:pt x="2442" y="2639"/>
                  </a:lnTo>
                  <a:lnTo>
                    <a:pt x="2137" y="3053"/>
                  </a:lnTo>
                  <a:lnTo>
                    <a:pt x="1875" y="3489"/>
                  </a:lnTo>
                  <a:lnTo>
                    <a:pt x="1854" y="2791"/>
                  </a:lnTo>
                  <a:lnTo>
                    <a:pt x="1875" y="2094"/>
                  </a:lnTo>
                  <a:lnTo>
                    <a:pt x="2922" y="1244"/>
                  </a:lnTo>
                  <a:lnTo>
                    <a:pt x="2965" y="1178"/>
                  </a:lnTo>
                  <a:lnTo>
                    <a:pt x="2987" y="1091"/>
                  </a:lnTo>
                  <a:lnTo>
                    <a:pt x="2965" y="1004"/>
                  </a:lnTo>
                  <a:lnTo>
                    <a:pt x="2922" y="938"/>
                  </a:lnTo>
                  <a:lnTo>
                    <a:pt x="2835" y="895"/>
                  </a:lnTo>
                  <a:lnTo>
                    <a:pt x="2769" y="873"/>
                  </a:lnTo>
                  <a:lnTo>
                    <a:pt x="2682" y="895"/>
                  </a:lnTo>
                  <a:lnTo>
                    <a:pt x="2617" y="938"/>
                  </a:lnTo>
                  <a:lnTo>
                    <a:pt x="1941" y="1505"/>
                  </a:lnTo>
                  <a:lnTo>
                    <a:pt x="2028" y="873"/>
                  </a:lnTo>
                  <a:lnTo>
                    <a:pt x="2137" y="241"/>
                  </a:lnTo>
                  <a:lnTo>
                    <a:pt x="2137" y="154"/>
                  </a:lnTo>
                  <a:lnTo>
                    <a:pt x="2093" y="88"/>
                  </a:lnTo>
                  <a:lnTo>
                    <a:pt x="2050" y="23"/>
                  </a:lnTo>
                  <a:lnTo>
                    <a:pt x="1963"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9" name="Google Shape;11699;p80"/>
            <p:cNvSpPr/>
            <p:nvPr/>
          </p:nvSpPr>
          <p:spPr>
            <a:xfrm>
              <a:off x="7854950" y="3352350"/>
              <a:ext cx="172250" cy="115575"/>
            </a:xfrm>
            <a:custGeom>
              <a:rect b="b" l="l" r="r" t="t"/>
              <a:pathLst>
                <a:path extrusionOk="0" h="4623" w="6890">
                  <a:moveTo>
                    <a:pt x="3357" y="1"/>
                  </a:moveTo>
                  <a:lnTo>
                    <a:pt x="2464" y="306"/>
                  </a:lnTo>
                  <a:lnTo>
                    <a:pt x="1570" y="633"/>
                  </a:lnTo>
                  <a:lnTo>
                    <a:pt x="937" y="393"/>
                  </a:lnTo>
                  <a:lnTo>
                    <a:pt x="262" y="175"/>
                  </a:lnTo>
                  <a:lnTo>
                    <a:pt x="174" y="175"/>
                  </a:lnTo>
                  <a:lnTo>
                    <a:pt x="109" y="197"/>
                  </a:lnTo>
                  <a:lnTo>
                    <a:pt x="44" y="240"/>
                  </a:lnTo>
                  <a:lnTo>
                    <a:pt x="0" y="306"/>
                  </a:lnTo>
                  <a:lnTo>
                    <a:pt x="0" y="371"/>
                  </a:lnTo>
                  <a:lnTo>
                    <a:pt x="0" y="437"/>
                  </a:lnTo>
                  <a:lnTo>
                    <a:pt x="44" y="502"/>
                  </a:lnTo>
                  <a:lnTo>
                    <a:pt x="109" y="546"/>
                  </a:lnTo>
                  <a:lnTo>
                    <a:pt x="458" y="655"/>
                  </a:lnTo>
                  <a:lnTo>
                    <a:pt x="807" y="764"/>
                  </a:lnTo>
                  <a:lnTo>
                    <a:pt x="1134" y="1701"/>
                  </a:lnTo>
                  <a:lnTo>
                    <a:pt x="1177" y="1745"/>
                  </a:lnTo>
                  <a:lnTo>
                    <a:pt x="1243" y="1788"/>
                  </a:lnTo>
                  <a:lnTo>
                    <a:pt x="1308" y="1810"/>
                  </a:lnTo>
                  <a:lnTo>
                    <a:pt x="1373" y="1788"/>
                  </a:lnTo>
                  <a:lnTo>
                    <a:pt x="1439" y="1745"/>
                  </a:lnTo>
                  <a:lnTo>
                    <a:pt x="1482" y="1679"/>
                  </a:lnTo>
                  <a:lnTo>
                    <a:pt x="1504" y="1614"/>
                  </a:lnTo>
                  <a:lnTo>
                    <a:pt x="1482" y="1549"/>
                  </a:lnTo>
                  <a:lnTo>
                    <a:pt x="1286" y="938"/>
                  </a:lnTo>
                  <a:lnTo>
                    <a:pt x="1482" y="1025"/>
                  </a:lnTo>
                  <a:lnTo>
                    <a:pt x="1722" y="1549"/>
                  </a:lnTo>
                  <a:lnTo>
                    <a:pt x="1940" y="2072"/>
                  </a:lnTo>
                  <a:lnTo>
                    <a:pt x="1984" y="2137"/>
                  </a:lnTo>
                  <a:lnTo>
                    <a:pt x="2049" y="2181"/>
                  </a:lnTo>
                  <a:lnTo>
                    <a:pt x="2115" y="2203"/>
                  </a:lnTo>
                  <a:lnTo>
                    <a:pt x="2180" y="2181"/>
                  </a:lnTo>
                  <a:lnTo>
                    <a:pt x="2246" y="2137"/>
                  </a:lnTo>
                  <a:lnTo>
                    <a:pt x="2289" y="2072"/>
                  </a:lnTo>
                  <a:lnTo>
                    <a:pt x="2311" y="2006"/>
                  </a:lnTo>
                  <a:lnTo>
                    <a:pt x="2289" y="1919"/>
                  </a:lnTo>
                  <a:lnTo>
                    <a:pt x="2158" y="1592"/>
                  </a:lnTo>
                  <a:lnTo>
                    <a:pt x="2006" y="1265"/>
                  </a:lnTo>
                  <a:lnTo>
                    <a:pt x="2006" y="1265"/>
                  </a:lnTo>
                  <a:lnTo>
                    <a:pt x="2158" y="1331"/>
                  </a:lnTo>
                  <a:lnTo>
                    <a:pt x="2158" y="1374"/>
                  </a:lnTo>
                  <a:lnTo>
                    <a:pt x="2180" y="1418"/>
                  </a:lnTo>
                  <a:lnTo>
                    <a:pt x="2355" y="1658"/>
                  </a:lnTo>
                  <a:lnTo>
                    <a:pt x="2529" y="1897"/>
                  </a:lnTo>
                  <a:lnTo>
                    <a:pt x="2660" y="2159"/>
                  </a:lnTo>
                  <a:lnTo>
                    <a:pt x="2812" y="2421"/>
                  </a:lnTo>
                  <a:lnTo>
                    <a:pt x="2856" y="2486"/>
                  </a:lnTo>
                  <a:lnTo>
                    <a:pt x="2900" y="2530"/>
                  </a:lnTo>
                  <a:lnTo>
                    <a:pt x="2987" y="2551"/>
                  </a:lnTo>
                  <a:lnTo>
                    <a:pt x="3052" y="2530"/>
                  </a:lnTo>
                  <a:lnTo>
                    <a:pt x="3118" y="2486"/>
                  </a:lnTo>
                  <a:lnTo>
                    <a:pt x="3161" y="2421"/>
                  </a:lnTo>
                  <a:lnTo>
                    <a:pt x="3183" y="2355"/>
                  </a:lnTo>
                  <a:lnTo>
                    <a:pt x="3161" y="2268"/>
                  </a:lnTo>
                  <a:lnTo>
                    <a:pt x="3009" y="1985"/>
                  </a:lnTo>
                  <a:lnTo>
                    <a:pt x="2856" y="1701"/>
                  </a:lnTo>
                  <a:lnTo>
                    <a:pt x="2856" y="1701"/>
                  </a:lnTo>
                  <a:lnTo>
                    <a:pt x="3336" y="2006"/>
                  </a:lnTo>
                  <a:lnTo>
                    <a:pt x="3488" y="2333"/>
                  </a:lnTo>
                  <a:lnTo>
                    <a:pt x="3619" y="2682"/>
                  </a:lnTo>
                  <a:lnTo>
                    <a:pt x="3728" y="3009"/>
                  </a:lnTo>
                  <a:lnTo>
                    <a:pt x="3815" y="3358"/>
                  </a:lnTo>
                  <a:lnTo>
                    <a:pt x="3859" y="3423"/>
                  </a:lnTo>
                  <a:lnTo>
                    <a:pt x="3902" y="3489"/>
                  </a:lnTo>
                  <a:lnTo>
                    <a:pt x="3968" y="3511"/>
                  </a:lnTo>
                  <a:lnTo>
                    <a:pt x="4033" y="3532"/>
                  </a:lnTo>
                  <a:lnTo>
                    <a:pt x="4120" y="3489"/>
                  </a:lnTo>
                  <a:lnTo>
                    <a:pt x="4164" y="3445"/>
                  </a:lnTo>
                  <a:lnTo>
                    <a:pt x="4208" y="3380"/>
                  </a:lnTo>
                  <a:lnTo>
                    <a:pt x="4208" y="3314"/>
                  </a:lnTo>
                  <a:lnTo>
                    <a:pt x="4077" y="2857"/>
                  </a:lnTo>
                  <a:lnTo>
                    <a:pt x="3924" y="2399"/>
                  </a:lnTo>
                  <a:lnTo>
                    <a:pt x="4426" y="2791"/>
                  </a:lnTo>
                  <a:lnTo>
                    <a:pt x="4927" y="3205"/>
                  </a:lnTo>
                  <a:lnTo>
                    <a:pt x="4927" y="4448"/>
                  </a:lnTo>
                  <a:lnTo>
                    <a:pt x="4949" y="4535"/>
                  </a:lnTo>
                  <a:lnTo>
                    <a:pt x="5014" y="4579"/>
                  </a:lnTo>
                  <a:lnTo>
                    <a:pt x="5080" y="4622"/>
                  </a:lnTo>
                  <a:lnTo>
                    <a:pt x="5145" y="4622"/>
                  </a:lnTo>
                  <a:lnTo>
                    <a:pt x="5232" y="4601"/>
                  </a:lnTo>
                  <a:lnTo>
                    <a:pt x="5276" y="4535"/>
                  </a:lnTo>
                  <a:lnTo>
                    <a:pt x="5319" y="4492"/>
                  </a:lnTo>
                  <a:lnTo>
                    <a:pt x="5319" y="4404"/>
                  </a:lnTo>
                  <a:lnTo>
                    <a:pt x="5319" y="3598"/>
                  </a:lnTo>
                  <a:lnTo>
                    <a:pt x="5712" y="4012"/>
                  </a:lnTo>
                  <a:lnTo>
                    <a:pt x="6104" y="4448"/>
                  </a:lnTo>
                  <a:lnTo>
                    <a:pt x="6170" y="4513"/>
                  </a:lnTo>
                  <a:lnTo>
                    <a:pt x="6235" y="4535"/>
                  </a:lnTo>
                  <a:lnTo>
                    <a:pt x="6300" y="4513"/>
                  </a:lnTo>
                  <a:lnTo>
                    <a:pt x="6366" y="4492"/>
                  </a:lnTo>
                  <a:lnTo>
                    <a:pt x="6431" y="4426"/>
                  </a:lnTo>
                  <a:lnTo>
                    <a:pt x="6453" y="4361"/>
                  </a:lnTo>
                  <a:lnTo>
                    <a:pt x="6453" y="4295"/>
                  </a:lnTo>
                  <a:lnTo>
                    <a:pt x="6409" y="4208"/>
                  </a:lnTo>
                  <a:lnTo>
                    <a:pt x="6039" y="3794"/>
                  </a:lnTo>
                  <a:lnTo>
                    <a:pt x="5668" y="3402"/>
                  </a:lnTo>
                  <a:lnTo>
                    <a:pt x="6170" y="3445"/>
                  </a:lnTo>
                  <a:lnTo>
                    <a:pt x="6671" y="3532"/>
                  </a:lnTo>
                  <a:lnTo>
                    <a:pt x="6758" y="3511"/>
                  </a:lnTo>
                  <a:lnTo>
                    <a:pt x="6824" y="3489"/>
                  </a:lnTo>
                  <a:lnTo>
                    <a:pt x="6867" y="3423"/>
                  </a:lnTo>
                  <a:lnTo>
                    <a:pt x="6889" y="3358"/>
                  </a:lnTo>
                  <a:lnTo>
                    <a:pt x="6889" y="3271"/>
                  </a:lnTo>
                  <a:lnTo>
                    <a:pt x="6845" y="3205"/>
                  </a:lnTo>
                  <a:lnTo>
                    <a:pt x="6802" y="3162"/>
                  </a:lnTo>
                  <a:lnTo>
                    <a:pt x="6736" y="3140"/>
                  </a:lnTo>
                  <a:lnTo>
                    <a:pt x="6366" y="3075"/>
                  </a:lnTo>
                  <a:lnTo>
                    <a:pt x="5995" y="3031"/>
                  </a:lnTo>
                  <a:lnTo>
                    <a:pt x="5646" y="3009"/>
                  </a:lnTo>
                  <a:lnTo>
                    <a:pt x="5276" y="3009"/>
                  </a:lnTo>
                  <a:lnTo>
                    <a:pt x="5210" y="2966"/>
                  </a:lnTo>
                  <a:lnTo>
                    <a:pt x="5537" y="2857"/>
                  </a:lnTo>
                  <a:lnTo>
                    <a:pt x="5843" y="2791"/>
                  </a:lnTo>
                  <a:lnTo>
                    <a:pt x="6170" y="2726"/>
                  </a:lnTo>
                  <a:lnTo>
                    <a:pt x="6497" y="2682"/>
                  </a:lnTo>
                  <a:lnTo>
                    <a:pt x="6584" y="2660"/>
                  </a:lnTo>
                  <a:lnTo>
                    <a:pt x="6627" y="2617"/>
                  </a:lnTo>
                  <a:lnTo>
                    <a:pt x="6649" y="2551"/>
                  </a:lnTo>
                  <a:lnTo>
                    <a:pt x="6671" y="2486"/>
                  </a:lnTo>
                  <a:lnTo>
                    <a:pt x="6649" y="2399"/>
                  </a:lnTo>
                  <a:lnTo>
                    <a:pt x="6606" y="2355"/>
                  </a:lnTo>
                  <a:lnTo>
                    <a:pt x="6540" y="2312"/>
                  </a:lnTo>
                  <a:lnTo>
                    <a:pt x="6453" y="2312"/>
                  </a:lnTo>
                  <a:lnTo>
                    <a:pt x="6039" y="2355"/>
                  </a:lnTo>
                  <a:lnTo>
                    <a:pt x="5646" y="2442"/>
                  </a:lnTo>
                  <a:lnTo>
                    <a:pt x="5254" y="2530"/>
                  </a:lnTo>
                  <a:lnTo>
                    <a:pt x="4862" y="2660"/>
                  </a:lnTo>
                  <a:lnTo>
                    <a:pt x="4535" y="2377"/>
                  </a:lnTo>
                  <a:lnTo>
                    <a:pt x="5036" y="2268"/>
                  </a:lnTo>
                  <a:lnTo>
                    <a:pt x="5123" y="2246"/>
                  </a:lnTo>
                  <a:lnTo>
                    <a:pt x="5167" y="2181"/>
                  </a:lnTo>
                  <a:lnTo>
                    <a:pt x="5210" y="2115"/>
                  </a:lnTo>
                  <a:lnTo>
                    <a:pt x="5210" y="2050"/>
                  </a:lnTo>
                  <a:lnTo>
                    <a:pt x="5189" y="1985"/>
                  </a:lnTo>
                  <a:lnTo>
                    <a:pt x="5145" y="1919"/>
                  </a:lnTo>
                  <a:lnTo>
                    <a:pt x="5080" y="1876"/>
                  </a:lnTo>
                  <a:lnTo>
                    <a:pt x="4992" y="1876"/>
                  </a:lnTo>
                  <a:lnTo>
                    <a:pt x="4186" y="2050"/>
                  </a:lnTo>
                  <a:lnTo>
                    <a:pt x="4142" y="2072"/>
                  </a:lnTo>
                  <a:lnTo>
                    <a:pt x="3793" y="1832"/>
                  </a:lnTo>
                  <a:lnTo>
                    <a:pt x="3445" y="1614"/>
                  </a:lnTo>
                  <a:lnTo>
                    <a:pt x="4142" y="1483"/>
                  </a:lnTo>
                  <a:lnTo>
                    <a:pt x="4513" y="1440"/>
                  </a:lnTo>
                  <a:lnTo>
                    <a:pt x="4862" y="1396"/>
                  </a:lnTo>
                  <a:lnTo>
                    <a:pt x="4949" y="1374"/>
                  </a:lnTo>
                  <a:lnTo>
                    <a:pt x="4992" y="1331"/>
                  </a:lnTo>
                  <a:lnTo>
                    <a:pt x="5036" y="1265"/>
                  </a:lnTo>
                  <a:lnTo>
                    <a:pt x="5036" y="1178"/>
                  </a:lnTo>
                  <a:lnTo>
                    <a:pt x="5014" y="1113"/>
                  </a:lnTo>
                  <a:lnTo>
                    <a:pt x="4971" y="1069"/>
                  </a:lnTo>
                  <a:lnTo>
                    <a:pt x="4905" y="1025"/>
                  </a:lnTo>
                  <a:lnTo>
                    <a:pt x="4818" y="1004"/>
                  </a:lnTo>
                  <a:lnTo>
                    <a:pt x="4360" y="1047"/>
                  </a:lnTo>
                  <a:lnTo>
                    <a:pt x="3902" y="1113"/>
                  </a:lnTo>
                  <a:lnTo>
                    <a:pt x="3445" y="1200"/>
                  </a:lnTo>
                  <a:lnTo>
                    <a:pt x="2987" y="1309"/>
                  </a:lnTo>
                  <a:lnTo>
                    <a:pt x="2965" y="1309"/>
                  </a:lnTo>
                  <a:lnTo>
                    <a:pt x="2529" y="1069"/>
                  </a:lnTo>
                  <a:lnTo>
                    <a:pt x="2093" y="851"/>
                  </a:lnTo>
                  <a:lnTo>
                    <a:pt x="2791" y="589"/>
                  </a:lnTo>
                  <a:lnTo>
                    <a:pt x="3510" y="371"/>
                  </a:lnTo>
                  <a:lnTo>
                    <a:pt x="3575" y="328"/>
                  </a:lnTo>
                  <a:lnTo>
                    <a:pt x="3619" y="262"/>
                  </a:lnTo>
                  <a:lnTo>
                    <a:pt x="3619" y="175"/>
                  </a:lnTo>
                  <a:lnTo>
                    <a:pt x="3619" y="110"/>
                  </a:lnTo>
                  <a:lnTo>
                    <a:pt x="3575" y="44"/>
                  </a:lnTo>
                  <a:lnTo>
                    <a:pt x="3510"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1703" name="Shape 11703"/>
        <p:cNvGrpSpPr/>
        <p:nvPr/>
      </p:nvGrpSpPr>
      <p:grpSpPr>
        <a:xfrm>
          <a:off x="0" y="0"/>
          <a:ext cx="0" cy="0"/>
          <a:chOff x="0" y="0"/>
          <a:chExt cx="0" cy="0"/>
        </a:xfrm>
      </p:grpSpPr>
      <p:sp>
        <p:nvSpPr>
          <p:cNvPr id="11704" name="Google Shape;11704;p81"/>
          <p:cNvSpPr txBox="1"/>
          <p:nvPr>
            <p:ph type="title"/>
          </p:nvPr>
        </p:nvSpPr>
        <p:spPr>
          <a:xfrm>
            <a:off x="720000" y="365760"/>
            <a:ext cx="7704000" cy="548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RESOURCES</a:t>
            </a:r>
            <a:endParaRPr/>
          </a:p>
        </p:txBody>
      </p:sp>
      <p:sp>
        <p:nvSpPr>
          <p:cNvPr id="11705" name="Google Shape;11705;p81"/>
          <p:cNvSpPr txBox="1"/>
          <p:nvPr>
            <p:ph idx="1" type="subTitle"/>
          </p:nvPr>
        </p:nvSpPr>
        <p:spPr>
          <a:xfrm>
            <a:off x="4608562" y="982650"/>
            <a:ext cx="3815400" cy="361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chemeClr val="dk1"/>
                </a:solidFill>
                <a:latin typeface="Bowlby One"/>
                <a:ea typeface="Bowlby One"/>
                <a:cs typeface="Bowlby One"/>
                <a:sym typeface="Bowlby One"/>
              </a:rPr>
              <a:t>PHOTOS</a:t>
            </a:r>
            <a:r>
              <a:rPr lang="en" sz="2000">
                <a:solidFill>
                  <a:schemeClr val="dk1"/>
                </a:solidFill>
                <a:latin typeface="Bowlby One"/>
                <a:ea typeface="Bowlby One"/>
                <a:cs typeface="Bowlby One"/>
                <a:sym typeface="Bowlby One"/>
              </a:rPr>
              <a:t>:</a:t>
            </a:r>
            <a:endParaRPr sz="3000">
              <a:solidFill>
                <a:schemeClr val="dk1"/>
              </a:solidFill>
              <a:latin typeface="Bowlby One"/>
              <a:ea typeface="Bowlby One"/>
              <a:cs typeface="Bowlby One"/>
              <a:sym typeface="Bowlby One"/>
            </a:endParaRPr>
          </a:p>
          <a:p>
            <a:pPr indent="-226060" lvl="0" marL="274320" rtl="0" algn="l">
              <a:spcBef>
                <a:spcPts val="0"/>
              </a:spcBef>
              <a:spcAft>
                <a:spcPts val="0"/>
              </a:spcAft>
              <a:buSzPts val="1400"/>
              <a:buChar char="●"/>
            </a:pPr>
            <a:r>
              <a:rPr lang="en" u="sng">
                <a:hlinkClick r:id="rId3"/>
              </a:rPr>
              <a:t>Top view on table full of food</a:t>
            </a:r>
            <a:endParaRPr u="sng"/>
          </a:p>
          <a:p>
            <a:pPr indent="-226060" lvl="0" marL="274320" rtl="0" algn="l">
              <a:spcBef>
                <a:spcPts val="0"/>
              </a:spcBef>
              <a:spcAft>
                <a:spcPts val="0"/>
              </a:spcAft>
              <a:buSzPts val="1400"/>
              <a:buChar char="●"/>
            </a:pPr>
            <a:r>
              <a:rPr lang="en" u="sng">
                <a:hlinkClick r:id="rId4"/>
              </a:rPr>
              <a:t>Side view of smiling chef posing</a:t>
            </a:r>
            <a:endParaRPr u="sng"/>
          </a:p>
          <a:p>
            <a:pPr indent="-226060" lvl="0" marL="274320" rtl="0" algn="l">
              <a:spcBef>
                <a:spcPts val="0"/>
              </a:spcBef>
              <a:spcAft>
                <a:spcPts val="0"/>
              </a:spcAft>
              <a:buSzPts val="1400"/>
              <a:buChar char="●"/>
            </a:pPr>
            <a:r>
              <a:rPr lang="en" u="sng">
                <a:hlinkClick r:id="rId5"/>
              </a:rPr>
              <a:t>Female chef in the kitchen dressed in apron and uniform</a:t>
            </a:r>
            <a:endParaRPr u="sng"/>
          </a:p>
          <a:p>
            <a:pPr indent="-226060" lvl="0" marL="274320" rtl="0" algn="l">
              <a:spcBef>
                <a:spcPts val="0"/>
              </a:spcBef>
              <a:spcAft>
                <a:spcPts val="0"/>
              </a:spcAft>
              <a:buSzPts val="1400"/>
              <a:buChar char="●"/>
            </a:pPr>
            <a:r>
              <a:rPr lang="en" u="sng">
                <a:hlinkClick r:id="rId6"/>
              </a:rPr>
              <a:t>Medium shot barista with coffee cup</a:t>
            </a:r>
            <a:endParaRPr u="sng"/>
          </a:p>
          <a:p>
            <a:pPr indent="-226060" lvl="0" marL="274320" rtl="0" algn="l">
              <a:spcBef>
                <a:spcPts val="0"/>
              </a:spcBef>
              <a:spcAft>
                <a:spcPts val="0"/>
              </a:spcAft>
              <a:buSzPts val="1400"/>
              <a:buChar char="●"/>
            </a:pPr>
            <a:r>
              <a:rPr lang="en" u="sng">
                <a:hlinkClick r:id="rId7"/>
              </a:rPr>
              <a:t>Japanese man posing in a restaurant</a:t>
            </a:r>
            <a:endParaRPr u="sng"/>
          </a:p>
          <a:p>
            <a:pPr indent="-226060" lvl="0" marL="274320" rtl="0" algn="l">
              <a:spcBef>
                <a:spcPts val="0"/>
              </a:spcBef>
              <a:spcAft>
                <a:spcPts val="0"/>
              </a:spcAft>
              <a:buSzPts val="1400"/>
              <a:buChar char="●"/>
            </a:pPr>
            <a:r>
              <a:rPr lang="en" u="sng">
                <a:hlinkClick r:id="rId8"/>
              </a:rPr>
              <a:t>Portrait of an elderly man preparing food standing in front of table with vegetable</a:t>
            </a:r>
            <a:endParaRPr u="sng"/>
          </a:p>
          <a:p>
            <a:pPr indent="-226060" lvl="0" marL="274320" rtl="0" algn="l">
              <a:spcBef>
                <a:spcPts val="0"/>
              </a:spcBef>
              <a:spcAft>
                <a:spcPts val="0"/>
              </a:spcAft>
              <a:buSzPts val="1400"/>
              <a:buChar char="●"/>
            </a:pPr>
            <a:r>
              <a:rPr lang="en" u="sng">
                <a:hlinkClick r:id="rId9"/>
              </a:rPr>
              <a:t>Close up hand holding fork</a:t>
            </a:r>
            <a:endParaRPr u="sng"/>
          </a:p>
        </p:txBody>
      </p:sp>
      <p:sp>
        <p:nvSpPr>
          <p:cNvPr id="11706" name="Google Shape;11706;p81"/>
          <p:cNvSpPr txBox="1"/>
          <p:nvPr>
            <p:ph idx="2" type="subTitle"/>
          </p:nvPr>
        </p:nvSpPr>
        <p:spPr>
          <a:xfrm>
            <a:off x="720038" y="982650"/>
            <a:ext cx="3816000" cy="361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Did you like the resources on this template? Get them for free at our other websites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sz="2000">
                <a:solidFill>
                  <a:schemeClr val="dk1"/>
                </a:solidFill>
                <a:latin typeface="Bowlby One"/>
                <a:ea typeface="Bowlby One"/>
                <a:cs typeface="Bowlby One"/>
                <a:sym typeface="Bowlby One"/>
              </a:rPr>
              <a:t>VECTORS:</a:t>
            </a:r>
            <a:endParaRPr sz="2000">
              <a:solidFill>
                <a:schemeClr val="dk1"/>
              </a:solidFill>
              <a:latin typeface="Bowlby One"/>
              <a:ea typeface="Bowlby One"/>
              <a:cs typeface="Bowlby One"/>
              <a:sym typeface="Bowlby One"/>
            </a:endParaRPr>
          </a:p>
          <a:p>
            <a:pPr indent="-226060" lvl="0" marL="274320" rtl="0" algn="l">
              <a:spcBef>
                <a:spcPts val="0"/>
              </a:spcBef>
              <a:spcAft>
                <a:spcPts val="0"/>
              </a:spcAft>
              <a:buSzPts val="1400"/>
              <a:buChar char="●"/>
            </a:pPr>
            <a:r>
              <a:rPr lang="en" u="sng">
                <a:hlinkClick r:id="rId10"/>
              </a:rPr>
              <a:t>Hand drawn potluck invitation</a:t>
            </a:r>
            <a:endParaRPr u="sng"/>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sz="2000">
                <a:solidFill>
                  <a:schemeClr val="dk1"/>
                </a:solidFill>
                <a:latin typeface="Bowlby One"/>
                <a:ea typeface="Bowlby One"/>
                <a:cs typeface="Bowlby One"/>
                <a:sym typeface="Bowlby One"/>
              </a:rPr>
              <a:t>ICONS:</a:t>
            </a:r>
            <a:endParaRPr sz="3000">
              <a:solidFill>
                <a:schemeClr val="dk1"/>
              </a:solidFill>
              <a:latin typeface="Bowlby One"/>
              <a:ea typeface="Bowlby One"/>
              <a:cs typeface="Bowlby One"/>
              <a:sym typeface="Bowlby One"/>
            </a:endParaRPr>
          </a:p>
          <a:p>
            <a:pPr indent="-226060" lvl="0" marL="274320" rtl="0" algn="l">
              <a:spcBef>
                <a:spcPts val="0"/>
              </a:spcBef>
              <a:spcAft>
                <a:spcPts val="0"/>
              </a:spcAft>
              <a:buSzPts val="1400"/>
              <a:buChar char="●"/>
            </a:pPr>
            <a:r>
              <a:rPr lang="en" u="sng">
                <a:hlinkClick r:id="rId11"/>
              </a:rPr>
              <a:t>Icon Pack: Gastronomy | Flat</a:t>
            </a:r>
            <a:endParaRPr u="sng"/>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1710" name="Shape 11710"/>
        <p:cNvGrpSpPr/>
        <p:nvPr/>
      </p:nvGrpSpPr>
      <p:grpSpPr>
        <a:xfrm>
          <a:off x="0" y="0"/>
          <a:ext cx="0" cy="0"/>
          <a:chOff x="0" y="0"/>
          <a:chExt cx="0" cy="0"/>
        </a:xfrm>
      </p:grpSpPr>
      <p:sp>
        <p:nvSpPr>
          <p:cNvPr id="11711" name="Google Shape;11711;p82"/>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Instructions for use</a:t>
            </a:r>
            <a:endParaRPr/>
          </a:p>
        </p:txBody>
      </p:sp>
      <p:sp>
        <p:nvSpPr>
          <p:cNvPr id="11712" name="Google Shape;11712;p82"/>
          <p:cNvSpPr txBox="1"/>
          <p:nvPr/>
        </p:nvSpPr>
        <p:spPr>
          <a:xfrm>
            <a:off x="716700" y="1188000"/>
            <a:ext cx="7710600" cy="3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b="1" lang="en" sz="1100" u="sng">
                <a:solidFill>
                  <a:schemeClr val="hlink"/>
                </a:solidFill>
                <a:hlinkClick r:id="rId3"/>
              </a:rPr>
              <a:t>Slidesgo</a:t>
            </a:r>
            <a:r>
              <a:rPr b="1" lang="en" sz="1100">
                <a:solidFill>
                  <a:schemeClr val="hlink"/>
                </a:solidFill>
              </a:rPr>
              <a:t> </a:t>
            </a:r>
            <a:r>
              <a:rPr lang="en" sz="1100">
                <a:solidFill>
                  <a:schemeClr val="lt1"/>
                </a:solidFill>
              </a:rPr>
              <a:t>by keeping the </a:t>
            </a:r>
            <a:r>
              <a:rPr b="1" lang="en" sz="1100" u="sng">
                <a:solidFill>
                  <a:schemeClr val="hlink"/>
                </a:solidFill>
                <a:hlinkClick action="ppaction://hlinksldjump" r:id="rId4"/>
              </a:rPr>
              <a:t>Thanks</a:t>
            </a:r>
            <a:r>
              <a:rPr b="1" lang="en" sz="1100">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indent="0" lvl="0" marL="0" rtl="0" algn="l">
              <a:spcBef>
                <a:spcPts val="1000"/>
              </a:spcBef>
              <a:spcAft>
                <a:spcPts val="0"/>
              </a:spcAft>
              <a:buClr>
                <a:schemeClr val="dk1"/>
              </a:buClr>
              <a:buSzPts val="1100"/>
              <a:buFont typeface="Arial"/>
              <a:buNone/>
            </a:pPr>
            <a:r>
              <a:rPr b="1" lang="en" sz="1100">
                <a:solidFill>
                  <a:schemeClr val="hlink"/>
                </a:solidFill>
              </a:rPr>
              <a:t>As a Free user, you are allowed to:</a:t>
            </a:r>
            <a:endParaRPr b="1" sz="1100">
              <a:solidFill>
                <a:schemeClr val="hlink"/>
              </a:solidFill>
            </a:endParaRPr>
          </a:p>
          <a:p>
            <a:pPr indent="-298450" lvl="0" marL="457200" rtl="0" algn="l">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indent="0" lvl="0" marL="0" rtl="0" algn="l">
              <a:spcBef>
                <a:spcPts val="1400"/>
              </a:spcBef>
              <a:spcAft>
                <a:spcPts val="0"/>
              </a:spcAft>
              <a:buClr>
                <a:schemeClr val="dk1"/>
              </a:buClr>
              <a:buSzPts val="1100"/>
              <a:buFont typeface="Arial"/>
              <a:buNone/>
            </a:pPr>
            <a:r>
              <a:rPr b="1" lang="en" sz="1100">
                <a:solidFill>
                  <a:schemeClr val="hlink"/>
                </a:solidFill>
              </a:rPr>
              <a:t>You are not allowed to:</a:t>
            </a:r>
            <a:endParaRPr b="1" sz="1100">
              <a:solidFill>
                <a:schemeClr val="hlink"/>
              </a:solidFill>
            </a:endParaRPr>
          </a:p>
          <a:p>
            <a:pPr indent="-298450" lvl="0" marL="457200" rtl="0" algn="l">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indent="0" lvl="0" marL="0" rtl="0" algn="l">
              <a:spcBef>
                <a:spcPts val="0"/>
              </a:spcBef>
              <a:spcAft>
                <a:spcPts val="0"/>
              </a:spcAft>
              <a:buNone/>
            </a:pPr>
            <a:r>
              <a:t/>
            </a:r>
            <a:endParaRPr sz="1100">
              <a:solidFill>
                <a:schemeClr val="lt1"/>
              </a:solidFill>
            </a:endParaRPr>
          </a:p>
          <a:p>
            <a:pPr indent="0" lvl="0" marL="0" rtl="0" algn="l">
              <a:spcBef>
                <a:spcPts val="0"/>
              </a:spcBef>
              <a:spcAft>
                <a:spcPts val="0"/>
              </a:spcAft>
              <a:buNone/>
            </a:pPr>
            <a:r>
              <a:t/>
            </a:r>
            <a:endParaRPr sz="1100">
              <a:solidFill>
                <a:schemeClr val="lt1"/>
              </a:solidFill>
            </a:endParaRPr>
          </a:p>
          <a:p>
            <a:pPr indent="0" lvl="0" marL="0" rtl="0" algn="l">
              <a:spcBef>
                <a:spcPts val="0"/>
              </a:spcBef>
              <a:spcAft>
                <a:spcPts val="0"/>
              </a:spcAft>
              <a:buClr>
                <a:schemeClr val="dk1"/>
              </a:buClr>
              <a:buSzPts val="1100"/>
              <a:buFont typeface="Arial"/>
              <a:buNone/>
            </a:pPr>
            <a:r>
              <a:t/>
            </a:r>
            <a:endParaRPr sz="1100">
              <a:solidFill>
                <a:schemeClr val="lt1"/>
              </a:solidFill>
            </a:endParaRPr>
          </a:p>
          <a:p>
            <a:pPr indent="0" lvl="0" marL="0" rtl="0" algn="l">
              <a:spcBef>
                <a:spcPts val="0"/>
              </a:spcBef>
              <a:spcAft>
                <a:spcPts val="0"/>
              </a:spcAft>
              <a:buClr>
                <a:schemeClr val="dk1"/>
              </a:buClr>
              <a:buSzPts val="1100"/>
              <a:buFont typeface="Arial"/>
              <a:buNone/>
            </a:pPr>
            <a:r>
              <a:t/>
            </a:r>
            <a:endParaRPr sz="1100">
              <a:solidFill>
                <a:schemeClr val="lt1"/>
              </a:solidFill>
            </a:endParaRPr>
          </a:p>
          <a:p>
            <a:pPr indent="0" lvl="0" marL="0" rtl="0" algn="ctr">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indent="0" lvl="0" marL="0" rtl="0" algn="ctr">
              <a:spcBef>
                <a:spcPts val="0"/>
              </a:spcBef>
              <a:spcAft>
                <a:spcPts val="0"/>
              </a:spcAft>
              <a:buClr>
                <a:srgbClr val="0E2A47"/>
              </a:buClr>
              <a:buSzPts val="1100"/>
              <a:buFont typeface="Arial"/>
              <a:buNone/>
            </a:pPr>
            <a:r>
              <a:rPr b="1" lang="en" sz="1100" u="sng">
                <a:solidFill>
                  <a:schemeClr val="hlink"/>
                </a:solidFill>
                <a:hlinkClick r:id="rId5"/>
              </a:rPr>
              <a:t>https://slidesgo.com/faqs</a:t>
            </a:r>
            <a:r>
              <a:rPr lang="en" sz="1100">
                <a:solidFill>
                  <a:schemeClr val="lt1"/>
                </a:solidFill>
              </a:rPr>
              <a:t> and </a:t>
            </a:r>
            <a:r>
              <a:rPr b="1" lang="en" sz="1100"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1716" name="Shape 11716"/>
        <p:cNvGrpSpPr/>
        <p:nvPr/>
      </p:nvGrpSpPr>
      <p:grpSpPr>
        <a:xfrm>
          <a:off x="0" y="0"/>
          <a:ext cx="0" cy="0"/>
          <a:chOff x="0" y="0"/>
          <a:chExt cx="0" cy="0"/>
        </a:xfrm>
      </p:grpSpPr>
      <p:sp>
        <p:nvSpPr>
          <p:cNvPr id="11717" name="Google Shape;11717;p83"/>
          <p:cNvSpPr txBox="1"/>
          <p:nvPr/>
        </p:nvSpPr>
        <p:spPr>
          <a:xfrm>
            <a:off x="716775" y="1188000"/>
            <a:ext cx="7710600" cy="3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b="1" lang="en" sz="1100" u="sng">
                <a:solidFill>
                  <a:schemeClr val="hlink"/>
                </a:solidFill>
                <a:hlinkClick r:id="rId3"/>
              </a:rPr>
              <a:t>Slidesgo</a:t>
            </a:r>
            <a:r>
              <a:rPr b="1" lang="en" sz="1100">
                <a:solidFill>
                  <a:schemeClr val="hlink"/>
                </a:solidFill>
              </a:rPr>
              <a:t> </a:t>
            </a:r>
            <a:r>
              <a:rPr lang="en" sz="1100">
                <a:solidFill>
                  <a:schemeClr val="lt1"/>
                </a:solidFill>
              </a:rPr>
              <a:t>or keeping the "</a:t>
            </a:r>
            <a:r>
              <a:rPr b="1" lang="en" sz="1100" u="sng">
                <a:solidFill>
                  <a:schemeClr val="hlink"/>
                </a:solidFill>
                <a:hlinkClick action="ppaction://hlinksldjump" r:id="rId4"/>
              </a:rPr>
              <a:t>Thanks</a:t>
            </a:r>
            <a:r>
              <a:rPr lang="en" sz="1100">
                <a:solidFill>
                  <a:schemeClr val="lt1"/>
                </a:solidFill>
              </a:rPr>
              <a:t>" slide.</a:t>
            </a:r>
            <a:endParaRPr sz="1100">
              <a:solidFill>
                <a:schemeClr val="lt1"/>
              </a:solidFill>
            </a:endParaRPr>
          </a:p>
          <a:p>
            <a:pPr indent="0" lvl="0" marL="0" rtl="0" algn="l">
              <a:spcBef>
                <a:spcPts val="1000"/>
              </a:spcBef>
              <a:spcAft>
                <a:spcPts val="0"/>
              </a:spcAft>
              <a:buClr>
                <a:schemeClr val="dk1"/>
              </a:buClr>
              <a:buSzPts val="1100"/>
              <a:buFont typeface="Arial"/>
              <a:buNone/>
            </a:pPr>
            <a:r>
              <a:rPr b="1" lang="en" sz="1100">
                <a:solidFill>
                  <a:schemeClr val="hlink"/>
                </a:solidFill>
              </a:rPr>
              <a:t>You are allowed to:</a:t>
            </a:r>
            <a:endParaRPr b="1" sz="1100">
              <a:solidFill>
                <a:schemeClr val="hlink"/>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Hide or delete the “</a:t>
            </a:r>
            <a:r>
              <a:rPr lang="en" sz="1100" u="sng">
                <a:solidFill>
                  <a:schemeClr val="hlink"/>
                </a:solidFill>
                <a:hlinkClick action="ppaction://hlinksldjump" r:id="rId5"/>
              </a:rPr>
              <a:t>Thanks</a:t>
            </a:r>
            <a:r>
              <a:rPr lang="en" sz="1100">
                <a:solidFill>
                  <a:schemeClr val="lt1"/>
                </a:solidFill>
              </a:rPr>
              <a:t>” slide and the mention to Slidesgo in the credits.</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indent="0" lvl="0" marL="0" rtl="0" algn="l">
              <a:spcBef>
                <a:spcPts val="1000"/>
              </a:spcBef>
              <a:spcAft>
                <a:spcPts val="0"/>
              </a:spcAft>
              <a:buClr>
                <a:schemeClr val="dk1"/>
              </a:buClr>
              <a:buSzPts val="1100"/>
              <a:buFont typeface="Arial"/>
              <a:buNone/>
            </a:pPr>
            <a:r>
              <a:rPr b="1" lang="en" sz="1100">
                <a:solidFill>
                  <a:schemeClr val="hlink"/>
                </a:solidFill>
              </a:rPr>
              <a:t>You are not allowed to:</a:t>
            </a:r>
            <a:endParaRPr b="1" sz="1100">
              <a:solidFill>
                <a:schemeClr val="hlink"/>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indent="0" lvl="0" marL="0" rtl="0" algn="l">
              <a:spcBef>
                <a:spcPts val="0"/>
              </a:spcBef>
              <a:spcAft>
                <a:spcPts val="0"/>
              </a:spcAft>
              <a:buClr>
                <a:schemeClr val="dk1"/>
              </a:buClr>
              <a:buSzPts val="1100"/>
              <a:buFont typeface="Arial"/>
              <a:buNone/>
            </a:pPr>
            <a:r>
              <a:t/>
            </a:r>
            <a:endParaRPr sz="1100">
              <a:solidFill>
                <a:schemeClr val="lt1"/>
              </a:solidFill>
            </a:endParaRPr>
          </a:p>
          <a:p>
            <a:pPr indent="0" lvl="0" marL="0" rtl="0" algn="ctr">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indent="0" lvl="0" marL="0" rtl="0" algn="ctr">
              <a:spcBef>
                <a:spcPts val="0"/>
              </a:spcBef>
              <a:spcAft>
                <a:spcPts val="0"/>
              </a:spcAft>
              <a:buClr>
                <a:schemeClr val="dk1"/>
              </a:buClr>
              <a:buSzPts val="1100"/>
              <a:buFont typeface="Arial"/>
              <a:buNone/>
            </a:pPr>
            <a:r>
              <a:rPr b="1" lang="en" sz="1100" u="sng">
                <a:solidFill>
                  <a:schemeClr val="hlink"/>
                </a:solidFill>
                <a:hlinkClick r:id="rId6"/>
              </a:rPr>
              <a:t>https://slidesgo.com/faqs</a:t>
            </a:r>
            <a:r>
              <a:rPr lang="en" sz="1100">
                <a:solidFill>
                  <a:schemeClr val="lt1"/>
                </a:solidFill>
              </a:rPr>
              <a:t> and </a:t>
            </a:r>
            <a:r>
              <a:rPr b="1" lang="en" sz="1100" u="sng">
                <a:solidFill>
                  <a:schemeClr val="hlink"/>
                </a:solidFill>
                <a:hlinkClick r:id="rId7"/>
              </a:rPr>
              <a:t>https://slidesgo.com/slidesgo-school</a:t>
            </a:r>
            <a:endParaRPr sz="1000">
              <a:solidFill>
                <a:schemeClr val="lt1"/>
              </a:solidFill>
            </a:endParaRPr>
          </a:p>
        </p:txBody>
      </p:sp>
      <p:sp>
        <p:nvSpPr>
          <p:cNvPr id="11718" name="Google Shape;11718;p83"/>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1722" name="Shape 11722"/>
        <p:cNvGrpSpPr/>
        <p:nvPr/>
      </p:nvGrpSpPr>
      <p:grpSpPr>
        <a:xfrm>
          <a:off x="0" y="0"/>
          <a:ext cx="0" cy="0"/>
          <a:chOff x="0" y="0"/>
          <a:chExt cx="0" cy="0"/>
        </a:xfrm>
      </p:grpSpPr>
      <p:sp>
        <p:nvSpPr>
          <p:cNvPr id="11723" name="Google Shape;11723;p84"/>
          <p:cNvSpPr txBox="1"/>
          <p:nvPr/>
        </p:nvSpPr>
        <p:spPr>
          <a:xfrm>
            <a:off x="716700" y="1188000"/>
            <a:ext cx="7710600" cy="1373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indent="0" lvl="0" marL="0" rtl="0" algn="ctr">
              <a:spcBef>
                <a:spcPts val="1000"/>
              </a:spcBef>
              <a:spcAft>
                <a:spcPts val="0"/>
              </a:spcAft>
              <a:buClr>
                <a:schemeClr val="dk1"/>
              </a:buClr>
              <a:buSzPts val="1100"/>
              <a:buFont typeface="Arial"/>
              <a:buNone/>
            </a:pPr>
            <a:r>
              <a:rPr b="1" lang="en" sz="1100">
                <a:solidFill>
                  <a:schemeClr val="lt1"/>
                </a:solidFill>
              </a:rPr>
              <a:t>Bowlby One</a:t>
            </a:r>
            <a:endParaRPr b="1" sz="1100">
              <a:solidFill>
                <a:schemeClr val="lt1"/>
              </a:solidFill>
            </a:endParaRPr>
          </a:p>
          <a:p>
            <a:pPr indent="0" lvl="0" marL="0" rtl="0" algn="ctr">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val="tx"/>
                    </a:ext>
                  </a:extLst>
                </a:hlinkClick>
              </a:rPr>
              <a:t>https://fonts.google.com/specimen/Bowlby+One</a:t>
            </a:r>
            <a:r>
              <a:rPr lang="en" sz="1100">
                <a:solidFill>
                  <a:schemeClr val="lt1"/>
                </a:solidFill>
              </a:rPr>
              <a:t>)</a:t>
            </a:r>
            <a:endParaRPr sz="1100">
              <a:solidFill>
                <a:schemeClr val="lt1"/>
              </a:solidFill>
            </a:endParaRPr>
          </a:p>
          <a:p>
            <a:pPr indent="0" lvl="0" marL="0" rtl="0" algn="ctr">
              <a:spcBef>
                <a:spcPts val="0"/>
              </a:spcBef>
              <a:spcAft>
                <a:spcPts val="0"/>
              </a:spcAft>
              <a:buClr>
                <a:schemeClr val="dk1"/>
              </a:buClr>
              <a:buSzPts val="1100"/>
              <a:buFont typeface="Arial"/>
              <a:buNone/>
            </a:pPr>
            <a:r>
              <a:t/>
            </a:r>
            <a:endParaRPr sz="1100">
              <a:solidFill>
                <a:schemeClr val="lt1"/>
              </a:solidFill>
            </a:endParaRPr>
          </a:p>
          <a:p>
            <a:pPr indent="0" lvl="0" marL="0" rtl="0" algn="ctr">
              <a:spcBef>
                <a:spcPts val="0"/>
              </a:spcBef>
              <a:spcAft>
                <a:spcPts val="0"/>
              </a:spcAft>
              <a:buClr>
                <a:schemeClr val="dk1"/>
              </a:buClr>
              <a:buSzPts val="1100"/>
              <a:buFont typeface="Arial"/>
              <a:buNone/>
            </a:pPr>
            <a:r>
              <a:rPr b="1" lang="en" sz="1100">
                <a:solidFill>
                  <a:schemeClr val="lt1"/>
                </a:solidFill>
              </a:rPr>
              <a:t>Open Sans</a:t>
            </a:r>
            <a:endParaRPr b="1" sz="1100">
              <a:solidFill>
                <a:schemeClr val="lt1"/>
              </a:solidFill>
            </a:endParaRPr>
          </a:p>
          <a:p>
            <a:pPr indent="0" lvl="0" marL="0" rtl="0" algn="ctr">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val="tx"/>
                    </a:ext>
                  </a:extLst>
                </a:hlinkClick>
              </a:rPr>
              <a:t>https://fonts.google.com/specimen/Open+Sans</a:t>
            </a:r>
            <a:r>
              <a:rPr lang="en" sz="1100">
                <a:solidFill>
                  <a:schemeClr val="lt1"/>
                </a:solidFill>
              </a:rPr>
              <a:t>)</a:t>
            </a:r>
            <a:endParaRPr sz="1100">
              <a:solidFill>
                <a:schemeClr val="lt1"/>
              </a:solidFill>
            </a:endParaRPr>
          </a:p>
        </p:txBody>
      </p:sp>
      <p:sp>
        <p:nvSpPr>
          <p:cNvPr id="11724" name="Google Shape;11724;p84"/>
          <p:cNvSpPr/>
          <p:nvPr/>
        </p:nvSpPr>
        <p:spPr>
          <a:xfrm>
            <a:off x="2052650" y="2947175"/>
            <a:ext cx="791400" cy="754200"/>
          </a:xfrm>
          <a:prstGeom prst="roundRect">
            <a:avLst>
              <a:gd fmla="val 16667" name="adj"/>
            </a:avLst>
          </a:prstGeom>
          <a:solidFill>
            <a:srgbClr val="70311C"/>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5" name="Google Shape;11725;p84"/>
          <p:cNvSpPr/>
          <p:nvPr/>
        </p:nvSpPr>
        <p:spPr>
          <a:xfrm>
            <a:off x="3114470" y="2947175"/>
            <a:ext cx="791400" cy="754200"/>
          </a:xfrm>
          <a:prstGeom prst="roundRect">
            <a:avLst>
              <a:gd fmla="val 16667" name="adj"/>
            </a:avLst>
          </a:prstGeom>
          <a:solidFill>
            <a:srgbClr val="313131"/>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6" name="Google Shape;11726;p84"/>
          <p:cNvSpPr/>
          <p:nvPr/>
        </p:nvSpPr>
        <p:spPr>
          <a:xfrm>
            <a:off x="4176289" y="2947175"/>
            <a:ext cx="791400" cy="754200"/>
          </a:xfrm>
          <a:prstGeom prst="roundRect">
            <a:avLst>
              <a:gd fmla="val 16667" name="adj"/>
            </a:avLst>
          </a:prstGeom>
          <a:solidFill>
            <a:srgbClr val="DE8B5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7" name="Google Shape;11727;p84"/>
          <p:cNvSpPr txBox="1"/>
          <p:nvPr/>
        </p:nvSpPr>
        <p:spPr>
          <a:xfrm>
            <a:off x="2052650" y="31042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#70311c</a:t>
            </a:r>
            <a:endParaRPr sz="1000">
              <a:solidFill>
                <a:srgbClr val="FFFFFF"/>
              </a:solidFill>
            </a:endParaRPr>
          </a:p>
        </p:txBody>
      </p:sp>
      <p:sp>
        <p:nvSpPr>
          <p:cNvPr id="11728" name="Google Shape;11728;p84"/>
          <p:cNvSpPr txBox="1"/>
          <p:nvPr/>
        </p:nvSpPr>
        <p:spPr>
          <a:xfrm>
            <a:off x="3114475" y="31042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#313131</a:t>
            </a:r>
            <a:endParaRPr sz="1000">
              <a:solidFill>
                <a:srgbClr val="FFFFFF"/>
              </a:solidFill>
            </a:endParaRPr>
          </a:p>
        </p:txBody>
      </p:sp>
      <p:sp>
        <p:nvSpPr>
          <p:cNvPr id="11729" name="Google Shape;11729;p84"/>
          <p:cNvSpPr txBox="1"/>
          <p:nvPr/>
        </p:nvSpPr>
        <p:spPr>
          <a:xfrm>
            <a:off x="4176300" y="31042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#de8b54</a:t>
            </a:r>
            <a:endParaRPr sz="1000">
              <a:solidFill>
                <a:srgbClr val="FFFFFF"/>
              </a:solidFill>
            </a:endParaRPr>
          </a:p>
        </p:txBody>
      </p:sp>
      <p:sp>
        <p:nvSpPr>
          <p:cNvPr id="11730" name="Google Shape;11730;p84"/>
          <p:cNvSpPr/>
          <p:nvPr/>
        </p:nvSpPr>
        <p:spPr>
          <a:xfrm>
            <a:off x="5238125" y="2947175"/>
            <a:ext cx="791400" cy="754200"/>
          </a:xfrm>
          <a:prstGeom prst="roundRect">
            <a:avLst>
              <a:gd fmla="val 16667" name="adj"/>
            </a:avLst>
          </a:prstGeom>
          <a:solidFill>
            <a:srgbClr val="E9BA7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1" name="Google Shape;11731;p84"/>
          <p:cNvSpPr txBox="1"/>
          <p:nvPr/>
        </p:nvSpPr>
        <p:spPr>
          <a:xfrm>
            <a:off x="5238125" y="31042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#e9ba79</a:t>
            </a:r>
            <a:endParaRPr sz="1000">
              <a:solidFill>
                <a:schemeClr val="dk1"/>
              </a:solidFill>
            </a:endParaRPr>
          </a:p>
        </p:txBody>
      </p:sp>
      <p:sp>
        <p:nvSpPr>
          <p:cNvPr id="11732" name="Google Shape;11732;p84"/>
          <p:cNvSpPr/>
          <p:nvPr/>
        </p:nvSpPr>
        <p:spPr>
          <a:xfrm>
            <a:off x="2052650" y="3878275"/>
            <a:ext cx="791400" cy="754200"/>
          </a:xfrm>
          <a:prstGeom prst="roundRect">
            <a:avLst>
              <a:gd fmla="val 16667" name="adj"/>
            </a:avLst>
          </a:prstGeom>
          <a:solidFill>
            <a:srgbClr val="FFB500"/>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3" name="Google Shape;11733;p84"/>
          <p:cNvSpPr/>
          <p:nvPr/>
        </p:nvSpPr>
        <p:spPr>
          <a:xfrm>
            <a:off x="3114470" y="3878275"/>
            <a:ext cx="791400" cy="754200"/>
          </a:xfrm>
          <a:prstGeom prst="roundRect">
            <a:avLst>
              <a:gd fmla="val 16667" name="adj"/>
            </a:avLst>
          </a:prstGeom>
          <a:solidFill>
            <a:srgbClr val="B33C3C"/>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4" name="Google Shape;11734;p84"/>
          <p:cNvSpPr/>
          <p:nvPr/>
        </p:nvSpPr>
        <p:spPr>
          <a:xfrm>
            <a:off x="4176289" y="3878275"/>
            <a:ext cx="791400" cy="754200"/>
          </a:xfrm>
          <a:prstGeom prst="roundRect">
            <a:avLst>
              <a:gd fmla="val 16667" name="adj"/>
            </a:avLst>
          </a:prstGeom>
          <a:solidFill>
            <a:srgbClr val="EFF4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5" name="Google Shape;11735;p84"/>
          <p:cNvSpPr txBox="1"/>
          <p:nvPr/>
        </p:nvSpPr>
        <p:spPr>
          <a:xfrm>
            <a:off x="2052650" y="40353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#ffb500</a:t>
            </a:r>
            <a:endParaRPr sz="1000">
              <a:solidFill>
                <a:schemeClr val="dk1"/>
              </a:solidFill>
            </a:endParaRPr>
          </a:p>
        </p:txBody>
      </p:sp>
      <p:sp>
        <p:nvSpPr>
          <p:cNvPr id="11736" name="Google Shape;11736;p84"/>
          <p:cNvSpPr txBox="1"/>
          <p:nvPr/>
        </p:nvSpPr>
        <p:spPr>
          <a:xfrm>
            <a:off x="3114475" y="40353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#b33c3c</a:t>
            </a:r>
            <a:endParaRPr sz="1000">
              <a:solidFill>
                <a:srgbClr val="FFFFFF"/>
              </a:solidFill>
            </a:endParaRPr>
          </a:p>
        </p:txBody>
      </p:sp>
      <p:sp>
        <p:nvSpPr>
          <p:cNvPr id="11737" name="Google Shape;11737;p84"/>
          <p:cNvSpPr txBox="1"/>
          <p:nvPr/>
        </p:nvSpPr>
        <p:spPr>
          <a:xfrm>
            <a:off x="4176300" y="40353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#eff4ff</a:t>
            </a:r>
            <a:endParaRPr sz="1000">
              <a:solidFill>
                <a:schemeClr val="dk1"/>
              </a:solidFill>
            </a:endParaRPr>
          </a:p>
        </p:txBody>
      </p:sp>
      <p:sp>
        <p:nvSpPr>
          <p:cNvPr id="11738" name="Google Shape;11738;p84"/>
          <p:cNvSpPr/>
          <p:nvPr/>
        </p:nvSpPr>
        <p:spPr>
          <a:xfrm>
            <a:off x="5238125" y="3878275"/>
            <a:ext cx="791400" cy="754200"/>
          </a:xfrm>
          <a:prstGeom prst="roundRect">
            <a:avLst>
              <a:gd fmla="val 16667" name="adj"/>
            </a:avLst>
          </a:prstGeom>
          <a:solidFill>
            <a:srgbClr val="BDCBF8"/>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9" name="Google Shape;11739;p84"/>
          <p:cNvSpPr txBox="1"/>
          <p:nvPr/>
        </p:nvSpPr>
        <p:spPr>
          <a:xfrm>
            <a:off x="5238125" y="40353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#bdcbf8</a:t>
            </a:r>
            <a:endParaRPr sz="1000">
              <a:solidFill>
                <a:schemeClr val="dk1"/>
              </a:solidFill>
            </a:endParaRPr>
          </a:p>
        </p:txBody>
      </p:sp>
      <p:sp>
        <p:nvSpPr>
          <p:cNvPr id="11740" name="Google Shape;11740;p84"/>
          <p:cNvSpPr/>
          <p:nvPr/>
        </p:nvSpPr>
        <p:spPr>
          <a:xfrm>
            <a:off x="6299950" y="2947175"/>
            <a:ext cx="791400" cy="754200"/>
          </a:xfrm>
          <a:prstGeom prst="roundRect">
            <a:avLst>
              <a:gd fmla="val 16667" name="adj"/>
            </a:avLst>
          </a:prstGeom>
          <a:solidFill>
            <a:srgbClr val="FFD79C"/>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1" name="Google Shape;11741;p84"/>
          <p:cNvSpPr txBox="1"/>
          <p:nvPr/>
        </p:nvSpPr>
        <p:spPr>
          <a:xfrm>
            <a:off x="6299950" y="31042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#ffd79c</a:t>
            </a:r>
            <a:endParaRPr sz="1000">
              <a:solidFill>
                <a:schemeClr val="dk1"/>
              </a:solidFill>
            </a:endParaRPr>
          </a:p>
        </p:txBody>
      </p:sp>
      <p:sp>
        <p:nvSpPr>
          <p:cNvPr id="11742" name="Google Shape;11742;p84"/>
          <p:cNvSpPr/>
          <p:nvPr/>
        </p:nvSpPr>
        <p:spPr>
          <a:xfrm>
            <a:off x="6299950" y="3878275"/>
            <a:ext cx="791400" cy="754200"/>
          </a:xfrm>
          <a:prstGeom prst="roundRect">
            <a:avLst>
              <a:gd fmla="val 16667" name="adj"/>
            </a:avLst>
          </a:prstGeom>
          <a:solidFill>
            <a:srgbClr val="849B4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3" name="Google Shape;11743;p84"/>
          <p:cNvSpPr txBox="1"/>
          <p:nvPr/>
        </p:nvSpPr>
        <p:spPr>
          <a:xfrm>
            <a:off x="6299950" y="4035325"/>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#849b44</a:t>
            </a:r>
            <a:endParaRPr sz="1000">
              <a:solidFill>
                <a:srgbClr val="FFFFFF"/>
              </a:solidFill>
            </a:endParaRPr>
          </a:p>
        </p:txBody>
      </p:sp>
      <p:sp>
        <p:nvSpPr>
          <p:cNvPr id="11744" name="Google Shape;11744;p84"/>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Fonts &amp; colors used</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1748" name="Shape 11748"/>
        <p:cNvGrpSpPr/>
        <p:nvPr/>
      </p:nvGrpSpPr>
      <p:grpSpPr>
        <a:xfrm>
          <a:off x="0" y="0"/>
          <a:ext cx="0" cy="0"/>
          <a:chOff x="0" y="0"/>
          <a:chExt cx="0" cy="0"/>
        </a:xfrm>
      </p:grpSpPr>
      <p:sp>
        <p:nvSpPr>
          <p:cNvPr id="11749" name="Google Shape;11749;p85"/>
          <p:cNvSpPr txBox="1"/>
          <p:nvPr/>
        </p:nvSpPr>
        <p:spPr>
          <a:xfrm>
            <a:off x="1472200" y="1188000"/>
            <a:ext cx="6199500" cy="8526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b="1" lang="en" sz="1100">
                <a:solidFill>
                  <a:schemeClr val="hlink"/>
                </a:solidFill>
              </a:rPr>
              <a:t>h</a:t>
            </a:r>
            <a:r>
              <a:rPr b="1" lang="en" sz="1100">
                <a:solidFill>
                  <a:schemeClr val="hlink"/>
                </a:solidFill>
                <a:uFill>
                  <a:noFill/>
                </a:uFill>
                <a:hlinkClick r:id="rId3"/>
              </a:rPr>
              <a:t>ow it works</a:t>
            </a:r>
            <a:r>
              <a:rPr lang="en" sz="1100">
                <a:solidFill>
                  <a:schemeClr val="lt1"/>
                </a:solidFill>
                <a:uFill>
                  <a:noFill/>
                </a:uFill>
                <a:hlinkClick r:id="rId4">
                  <a:extLst>
                    <a:ext uri="{A12FA001-AC4F-418D-AE19-62706E023703}">
                      <ahyp:hlinkClr val="tx"/>
                    </a:ext>
                  </a:extLst>
                </a:hlinkClick>
              </a:rPr>
              <a:t>.</a:t>
            </a:r>
            <a:endParaRPr sz="1100">
              <a:solidFill>
                <a:srgbClr val="869FB2"/>
              </a:solidFill>
            </a:endParaRPr>
          </a:p>
        </p:txBody>
      </p:sp>
      <p:sp>
        <p:nvSpPr>
          <p:cNvPr id="11750" name="Google Shape;11750;p85"/>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solidFill>
                  <a:schemeClr val="lt1"/>
                </a:solidFill>
              </a:rPr>
              <a:t>Storyset</a:t>
            </a:r>
            <a:endParaRPr/>
          </a:p>
        </p:txBody>
      </p:sp>
      <p:pic>
        <p:nvPicPr>
          <p:cNvPr id="11751" name="Google Shape;11751;p85"/>
          <p:cNvPicPr preferRelativeResize="0"/>
          <p:nvPr/>
        </p:nvPicPr>
        <p:blipFill rotWithShape="1">
          <a:blip r:embed="rId5">
            <a:alphaModFix/>
          </a:blip>
          <a:srcRect b="16541" l="0" r="0" t="16547"/>
          <a:stretch/>
        </p:blipFill>
        <p:spPr>
          <a:xfrm>
            <a:off x="723400" y="2607125"/>
            <a:ext cx="1522615" cy="1018800"/>
          </a:xfrm>
          <a:prstGeom prst="rect">
            <a:avLst/>
          </a:prstGeom>
          <a:noFill/>
          <a:ln>
            <a:noFill/>
          </a:ln>
        </p:spPr>
      </p:pic>
      <p:sp>
        <p:nvSpPr>
          <p:cNvPr id="11752" name="Google Shape;11752;p85">
            <a:hlinkClick r:id="rId6"/>
          </p:cNvPr>
          <p:cNvSpPr txBox="1"/>
          <p:nvPr/>
        </p:nvSpPr>
        <p:spPr>
          <a:xfrm>
            <a:off x="881858"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7">
                  <a:extLst>
                    <a:ext uri="{A12FA001-AC4F-418D-AE19-62706E023703}">
                      <ahyp:hlinkClr val="tx"/>
                    </a:ext>
                  </a:extLst>
                </a:hlinkClick>
              </a:rPr>
              <a:t>Pana</a:t>
            </a:r>
            <a:endParaRPr b="1">
              <a:solidFill>
                <a:srgbClr val="869FB2"/>
              </a:solidFill>
            </a:endParaRPr>
          </a:p>
        </p:txBody>
      </p:sp>
      <p:sp>
        <p:nvSpPr>
          <p:cNvPr id="11753" name="Google Shape;11753;p85">
            <a:hlinkClick r:id="rId8"/>
          </p:cNvPr>
          <p:cNvSpPr txBox="1"/>
          <p:nvPr/>
        </p:nvSpPr>
        <p:spPr>
          <a:xfrm>
            <a:off x="2402972"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9">
                  <a:extLst>
                    <a:ext uri="{A12FA001-AC4F-418D-AE19-62706E023703}">
                      <ahyp:hlinkClr val="tx"/>
                    </a:ext>
                  </a:extLst>
                </a:hlinkClick>
              </a:rPr>
              <a:t>Amico</a:t>
            </a:r>
            <a:endParaRPr b="1">
              <a:solidFill>
                <a:srgbClr val="869FB2"/>
              </a:solidFill>
            </a:endParaRPr>
          </a:p>
        </p:txBody>
      </p:sp>
      <p:sp>
        <p:nvSpPr>
          <p:cNvPr id="11754" name="Google Shape;11754;p85">
            <a:hlinkClick r:id="rId10"/>
          </p:cNvPr>
          <p:cNvSpPr txBox="1"/>
          <p:nvPr/>
        </p:nvSpPr>
        <p:spPr>
          <a:xfrm>
            <a:off x="3924087"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1">
                  <a:extLst>
                    <a:ext uri="{A12FA001-AC4F-418D-AE19-62706E023703}">
                      <ahyp:hlinkClr val="tx"/>
                    </a:ext>
                  </a:extLst>
                </a:hlinkClick>
              </a:rPr>
              <a:t>Bro</a:t>
            </a:r>
            <a:endParaRPr b="1">
              <a:solidFill>
                <a:srgbClr val="869FB2"/>
              </a:solidFill>
            </a:endParaRPr>
          </a:p>
        </p:txBody>
      </p:sp>
      <p:sp>
        <p:nvSpPr>
          <p:cNvPr id="11755" name="Google Shape;11755;p85">
            <a:hlinkClick r:id="rId12"/>
          </p:cNvPr>
          <p:cNvSpPr txBox="1"/>
          <p:nvPr/>
        </p:nvSpPr>
        <p:spPr>
          <a:xfrm>
            <a:off x="5445202"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3">
                  <a:extLst>
                    <a:ext uri="{A12FA001-AC4F-418D-AE19-62706E023703}">
                      <ahyp:hlinkClr val="tx"/>
                    </a:ext>
                  </a:extLst>
                </a:hlinkClick>
              </a:rPr>
              <a:t>Rafiki</a:t>
            </a:r>
            <a:endParaRPr b="1">
              <a:solidFill>
                <a:srgbClr val="869FB2"/>
              </a:solidFill>
            </a:endParaRPr>
          </a:p>
        </p:txBody>
      </p:sp>
      <p:pic>
        <p:nvPicPr>
          <p:cNvPr id="11756" name="Google Shape;11756;p85"/>
          <p:cNvPicPr preferRelativeResize="0"/>
          <p:nvPr/>
        </p:nvPicPr>
        <p:blipFill rotWithShape="1">
          <a:blip r:embed="rId14">
            <a:alphaModFix/>
          </a:blip>
          <a:srcRect b="0" l="0" r="0" t="0"/>
          <a:stretch/>
        </p:blipFill>
        <p:spPr>
          <a:xfrm>
            <a:off x="2376355" y="2481308"/>
            <a:ext cx="1270420" cy="1270435"/>
          </a:xfrm>
          <a:prstGeom prst="rect">
            <a:avLst/>
          </a:prstGeom>
          <a:noFill/>
          <a:ln>
            <a:noFill/>
          </a:ln>
        </p:spPr>
      </p:pic>
      <p:pic>
        <p:nvPicPr>
          <p:cNvPr id="11757" name="Google Shape;11757;p85"/>
          <p:cNvPicPr preferRelativeResize="0"/>
          <p:nvPr/>
        </p:nvPicPr>
        <p:blipFill rotWithShape="1">
          <a:blip r:embed="rId15">
            <a:alphaModFix/>
          </a:blip>
          <a:srcRect b="6378" l="0" r="0" t="6378"/>
          <a:stretch/>
        </p:blipFill>
        <p:spPr>
          <a:xfrm>
            <a:off x="3816030" y="2517800"/>
            <a:ext cx="1372495" cy="1197450"/>
          </a:xfrm>
          <a:prstGeom prst="rect">
            <a:avLst/>
          </a:prstGeom>
          <a:noFill/>
          <a:ln>
            <a:noFill/>
          </a:ln>
        </p:spPr>
      </p:pic>
      <p:pic>
        <p:nvPicPr>
          <p:cNvPr id="11758" name="Google Shape;11758;p85"/>
          <p:cNvPicPr preferRelativeResize="0"/>
          <p:nvPr/>
        </p:nvPicPr>
        <p:blipFill rotWithShape="1">
          <a:blip r:embed="rId16">
            <a:alphaModFix/>
          </a:blip>
          <a:srcRect b="9257" l="0" r="0" t="9257"/>
          <a:stretch/>
        </p:blipFill>
        <p:spPr>
          <a:xfrm>
            <a:off x="5306751" y="2557330"/>
            <a:ext cx="1372475" cy="1118390"/>
          </a:xfrm>
          <a:prstGeom prst="rect">
            <a:avLst/>
          </a:prstGeom>
          <a:noFill/>
          <a:ln>
            <a:noFill/>
          </a:ln>
        </p:spPr>
      </p:pic>
      <p:pic>
        <p:nvPicPr>
          <p:cNvPr id="11759" name="Google Shape;11759;p85"/>
          <p:cNvPicPr preferRelativeResize="0"/>
          <p:nvPr/>
        </p:nvPicPr>
        <p:blipFill rotWithShape="1">
          <a:blip r:embed="rId17">
            <a:alphaModFix/>
          </a:blip>
          <a:srcRect b="14844" l="0" r="0" t="14837"/>
          <a:stretch/>
        </p:blipFill>
        <p:spPr>
          <a:xfrm>
            <a:off x="6717734" y="2517795"/>
            <a:ext cx="1702865" cy="1197460"/>
          </a:xfrm>
          <a:prstGeom prst="rect">
            <a:avLst/>
          </a:prstGeom>
          <a:noFill/>
          <a:ln>
            <a:noFill/>
          </a:ln>
        </p:spPr>
      </p:pic>
      <p:sp>
        <p:nvSpPr>
          <p:cNvPr id="11760" name="Google Shape;11760;p85">
            <a:hlinkClick r:id="rId18"/>
          </p:cNvPr>
          <p:cNvSpPr txBox="1"/>
          <p:nvPr/>
        </p:nvSpPr>
        <p:spPr>
          <a:xfrm>
            <a:off x="6966317"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9">
                  <a:extLst>
                    <a:ext uri="{A12FA001-AC4F-418D-AE19-62706E023703}">
                      <ahyp:hlinkClr val="tx"/>
                    </a:ext>
                  </a:extLst>
                </a:hlinkClick>
              </a:rPr>
              <a:t>Cuate</a:t>
            </a:r>
            <a:endParaRPr b="1">
              <a:solidFill>
                <a:srgbClr val="869FB2"/>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1764" name="Shape 11764"/>
        <p:cNvGrpSpPr/>
        <p:nvPr/>
      </p:nvGrpSpPr>
      <p:grpSpPr>
        <a:xfrm>
          <a:off x="0" y="0"/>
          <a:ext cx="0" cy="0"/>
          <a:chOff x="0" y="0"/>
          <a:chExt cx="0" cy="0"/>
        </a:xfrm>
      </p:grpSpPr>
      <p:sp>
        <p:nvSpPr>
          <p:cNvPr id="11765" name="Google Shape;11765;p86"/>
          <p:cNvSpPr txBox="1"/>
          <p:nvPr/>
        </p:nvSpPr>
        <p:spPr>
          <a:xfrm>
            <a:off x="716700" y="1188004"/>
            <a:ext cx="7710600" cy="895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dk1"/>
              </a:buClr>
              <a:buSzPts val="1100"/>
              <a:buFont typeface="Arial"/>
              <a:buNone/>
            </a:pPr>
            <a:r>
              <a:rPr lang="en" sz="1100">
                <a:solidFill>
                  <a:schemeClr val="lt1"/>
                </a:solidFill>
              </a:rPr>
              <a:t>You can easily </a:t>
            </a:r>
            <a:r>
              <a:rPr b="1" lang="en" sz="1100">
                <a:solidFill>
                  <a:schemeClr val="hlink"/>
                </a:solidFill>
              </a:rPr>
              <a:t>resize </a:t>
            </a:r>
            <a:r>
              <a:rPr lang="en" sz="1100">
                <a:solidFill>
                  <a:schemeClr val="lt1"/>
                </a:solidFill>
              </a:rPr>
              <a:t>these resources without losing quality. To </a:t>
            </a:r>
            <a:r>
              <a:rPr b="1" lang="en" sz="1100">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b="1" lang="en" sz="1100">
                <a:solidFill>
                  <a:schemeClr val="hlink"/>
                </a:solidFill>
                <a:uFill>
                  <a:noFill/>
                </a:uFill>
                <a:hlinkClick r:id="rId3"/>
              </a:rPr>
              <a:t>infographics</a:t>
            </a:r>
            <a:r>
              <a:rPr b="1" lang="en" sz="1100">
                <a:solidFill>
                  <a:schemeClr val="hlink"/>
                </a:solidFill>
              </a:rPr>
              <a:t> </a:t>
            </a:r>
            <a:r>
              <a:rPr lang="en" sz="1100">
                <a:solidFill>
                  <a:schemeClr val="lt1"/>
                </a:solidFill>
              </a:rPr>
              <a:t>on Slidesgo.</a:t>
            </a:r>
            <a:endParaRPr sz="1100">
              <a:solidFill>
                <a:srgbClr val="FFFFFF"/>
              </a:solidFill>
            </a:endParaRPr>
          </a:p>
        </p:txBody>
      </p:sp>
      <p:sp>
        <p:nvSpPr>
          <p:cNvPr id="11766" name="Google Shape;11766;p86"/>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Use our editable graphic resources...</a:t>
            </a:r>
            <a:endParaRPr/>
          </a:p>
        </p:txBody>
      </p:sp>
      <p:grpSp>
        <p:nvGrpSpPr>
          <p:cNvPr id="11767" name="Google Shape;11767;p86"/>
          <p:cNvGrpSpPr/>
          <p:nvPr/>
        </p:nvGrpSpPr>
        <p:grpSpPr>
          <a:xfrm>
            <a:off x="5048544" y="3019584"/>
            <a:ext cx="442841" cy="514271"/>
            <a:chOff x="4727025" y="1332775"/>
            <a:chExt cx="59900" cy="69625"/>
          </a:xfrm>
        </p:grpSpPr>
        <p:sp>
          <p:nvSpPr>
            <p:cNvPr id="11768" name="Google Shape;11768;p86"/>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9" name="Google Shape;11769;p86"/>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70" name="Google Shape;11770;p86"/>
          <p:cNvGrpSpPr/>
          <p:nvPr/>
        </p:nvGrpSpPr>
        <p:grpSpPr>
          <a:xfrm>
            <a:off x="5723860" y="2267072"/>
            <a:ext cx="500909" cy="500899"/>
            <a:chOff x="4820425" y="1329900"/>
            <a:chExt cx="70175" cy="70350"/>
          </a:xfrm>
        </p:grpSpPr>
        <p:sp>
          <p:nvSpPr>
            <p:cNvPr id="11771" name="Google Shape;11771;p86"/>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2" name="Google Shape;11772;p86"/>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3" name="Google Shape;11773;p86"/>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4" name="Google Shape;11774;p86"/>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75" name="Google Shape;11775;p86"/>
          <p:cNvGrpSpPr/>
          <p:nvPr/>
        </p:nvGrpSpPr>
        <p:grpSpPr>
          <a:xfrm>
            <a:off x="6376484" y="2278862"/>
            <a:ext cx="538135" cy="493119"/>
            <a:chOff x="4903200" y="1331525"/>
            <a:chExt cx="73575" cy="67425"/>
          </a:xfrm>
        </p:grpSpPr>
        <p:sp>
          <p:nvSpPr>
            <p:cNvPr id="11776" name="Google Shape;11776;p86"/>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77" name="Google Shape;11777;p86"/>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78" name="Google Shape;11778;p86"/>
          <p:cNvGrpSpPr/>
          <p:nvPr/>
        </p:nvGrpSpPr>
        <p:grpSpPr>
          <a:xfrm>
            <a:off x="5636435" y="3020840"/>
            <a:ext cx="544563" cy="511895"/>
            <a:chOff x="4815575" y="1416800"/>
            <a:chExt cx="73750" cy="71400"/>
          </a:xfrm>
        </p:grpSpPr>
        <p:sp>
          <p:nvSpPr>
            <p:cNvPr id="11779" name="Google Shape;11779;p86"/>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0" name="Google Shape;11780;p86"/>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1" name="Google Shape;11781;p86"/>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82" name="Google Shape;11782;p86"/>
          <p:cNvGrpSpPr/>
          <p:nvPr/>
        </p:nvGrpSpPr>
        <p:grpSpPr>
          <a:xfrm>
            <a:off x="6333060" y="3020546"/>
            <a:ext cx="602914" cy="512477"/>
            <a:chOff x="4902475" y="1418875"/>
            <a:chExt cx="74500" cy="63775"/>
          </a:xfrm>
        </p:grpSpPr>
        <p:sp>
          <p:nvSpPr>
            <p:cNvPr id="11783" name="Google Shape;11783;p86"/>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4" name="Google Shape;11784;p86"/>
            <p:cNvSpPr/>
            <p:nvPr/>
          </p:nvSpPr>
          <p:spPr>
            <a:xfrm>
              <a:off x="4916811"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85" name="Google Shape;11785;p86"/>
          <p:cNvGrpSpPr/>
          <p:nvPr/>
        </p:nvGrpSpPr>
        <p:grpSpPr>
          <a:xfrm>
            <a:off x="5748932" y="3759785"/>
            <a:ext cx="515391" cy="525699"/>
            <a:chOff x="4818100" y="1507675"/>
            <a:chExt cx="71225" cy="71625"/>
          </a:xfrm>
        </p:grpSpPr>
        <p:sp>
          <p:nvSpPr>
            <p:cNvPr id="11786" name="Google Shape;11786;p86"/>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7" name="Google Shape;11787;p86"/>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8" name="Google Shape;11788;p86"/>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9" name="Google Shape;11789;p86"/>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90" name="Google Shape;11790;p86"/>
          <p:cNvGrpSpPr/>
          <p:nvPr/>
        </p:nvGrpSpPr>
        <p:grpSpPr>
          <a:xfrm>
            <a:off x="5087034" y="3781317"/>
            <a:ext cx="522956" cy="489869"/>
            <a:chOff x="4721450" y="1509475"/>
            <a:chExt cx="79350" cy="74325"/>
          </a:xfrm>
        </p:grpSpPr>
        <p:sp>
          <p:nvSpPr>
            <p:cNvPr id="11791" name="Google Shape;11791;p86"/>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2" name="Google Shape;11792;p86"/>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3" name="Google Shape;11793;p86"/>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4" name="Google Shape;11794;p86"/>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95" name="Google Shape;11795;p86"/>
          <p:cNvGrpSpPr/>
          <p:nvPr/>
        </p:nvGrpSpPr>
        <p:grpSpPr>
          <a:xfrm>
            <a:off x="6410277" y="3761069"/>
            <a:ext cx="525704" cy="535436"/>
            <a:chOff x="4906800" y="1507500"/>
            <a:chExt cx="70350" cy="71075"/>
          </a:xfrm>
        </p:grpSpPr>
        <p:sp>
          <p:nvSpPr>
            <p:cNvPr id="11796" name="Google Shape;11796;p86"/>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7" name="Google Shape;11797;p86"/>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8" name="Google Shape;11798;p86"/>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9" name="Google Shape;11799;p86"/>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0" name="Google Shape;11800;p86"/>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01" name="Google Shape;11801;p86"/>
          <p:cNvGrpSpPr/>
          <p:nvPr/>
        </p:nvGrpSpPr>
        <p:grpSpPr>
          <a:xfrm>
            <a:off x="4443099" y="2267050"/>
            <a:ext cx="508054" cy="508095"/>
            <a:chOff x="3736598" y="2170606"/>
            <a:chExt cx="404889" cy="404889"/>
          </a:xfrm>
        </p:grpSpPr>
        <p:sp>
          <p:nvSpPr>
            <p:cNvPr id="11802" name="Google Shape;11802;p86"/>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3" name="Google Shape;11803;p86"/>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4" name="Google Shape;11804;p86"/>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5" name="Google Shape;11805;p86"/>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06" name="Google Shape;11806;p86"/>
          <p:cNvGrpSpPr/>
          <p:nvPr/>
        </p:nvGrpSpPr>
        <p:grpSpPr>
          <a:xfrm>
            <a:off x="3731139" y="2267145"/>
            <a:ext cx="575790" cy="507904"/>
            <a:chOff x="3161917" y="2170682"/>
            <a:chExt cx="458870" cy="404737"/>
          </a:xfrm>
        </p:grpSpPr>
        <p:sp>
          <p:nvSpPr>
            <p:cNvPr id="11807" name="Google Shape;11807;p86"/>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08" name="Google Shape;11808;p86"/>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9" name="Google Shape;11809;p86"/>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10" name="Google Shape;11810;p86"/>
          <p:cNvGrpSpPr/>
          <p:nvPr/>
        </p:nvGrpSpPr>
        <p:grpSpPr>
          <a:xfrm>
            <a:off x="3758669" y="3027517"/>
            <a:ext cx="520730" cy="498567"/>
            <a:chOff x="3179914" y="2889488"/>
            <a:chExt cx="422876" cy="404911"/>
          </a:xfrm>
        </p:grpSpPr>
        <p:sp>
          <p:nvSpPr>
            <p:cNvPr id="11811" name="Google Shape;11811;p86"/>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2" name="Google Shape;11812;p86"/>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3" name="Google Shape;11813;p86"/>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4" name="Google Shape;11814;p86"/>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5" name="Google Shape;11815;p86"/>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6" name="Google Shape;11816;p86"/>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17" name="Google Shape;11817;p86"/>
          <p:cNvGrpSpPr/>
          <p:nvPr/>
        </p:nvGrpSpPr>
        <p:grpSpPr>
          <a:xfrm>
            <a:off x="4387349" y="3027477"/>
            <a:ext cx="516145" cy="498648"/>
            <a:chOff x="3729467" y="2889422"/>
            <a:chExt cx="419153" cy="404977"/>
          </a:xfrm>
        </p:grpSpPr>
        <p:sp>
          <p:nvSpPr>
            <p:cNvPr id="11818" name="Google Shape;11818;p86"/>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9" name="Google Shape;11819;p86"/>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0" name="Google Shape;11820;p86"/>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1" name="Google Shape;11821;p86"/>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2" name="Google Shape;11822;p86"/>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3" name="Google Shape;11823;p86"/>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4" name="Google Shape;11824;p86"/>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25" name="Google Shape;11825;p86"/>
          <p:cNvSpPr/>
          <p:nvPr/>
        </p:nvSpPr>
        <p:spPr>
          <a:xfrm>
            <a:off x="7405574" y="22744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6" name="Google Shape;11826;p86"/>
          <p:cNvSpPr/>
          <p:nvPr/>
        </p:nvSpPr>
        <p:spPr>
          <a:xfrm>
            <a:off x="7105028" y="22568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7" name="Google Shape;11827;p86"/>
          <p:cNvSpPr/>
          <p:nvPr/>
        </p:nvSpPr>
        <p:spPr>
          <a:xfrm>
            <a:off x="7727317" y="22633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8" name="Google Shape;11828;p86"/>
          <p:cNvSpPr/>
          <p:nvPr/>
        </p:nvSpPr>
        <p:spPr>
          <a:xfrm>
            <a:off x="8022022" y="22568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29" name="Google Shape;11829;p86"/>
          <p:cNvGrpSpPr/>
          <p:nvPr/>
        </p:nvGrpSpPr>
        <p:grpSpPr>
          <a:xfrm>
            <a:off x="7107677" y="2474362"/>
            <a:ext cx="166473" cy="141497"/>
            <a:chOff x="4660325" y="1866850"/>
            <a:chExt cx="68350" cy="58100"/>
          </a:xfrm>
        </p:grpSpPr>
        <p:sp>
          <p:nvSpPr>
            <p:cNvPr id="11830" name="Google Shape;11830;p86"/>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1" name="Google Shape;11831;p86"/>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32" name="Google Shape;11832;p86"/>
          <p:cNvGrpSpPr/>
          <p:nvPr/>
        </p:nvGrpSpPr>
        <p:grpSpPr>
          <a:xfrm>
            <a:off x="7417022" y="2500086"/>
            <a:ext cx="162515" cy="90049"/>
            <a:chOff x="4791775" y="1877500"/>
            <a:chExt cx="66725" cy="36975"/>
          </a:xfrm>
        </p:grpSpPr>
        <p:sp>
          <p:nvSpPr>
            <p:cNvPr id="11833" name="Google Shape;11833;p86"/>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4" name="Google Shape;11834;p86"/>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35" name="Google Shape;11835;p86"/>
          <p:cNvGrpSpPr/>
          <p:nvPr/>
        </p:nvGrpSpPr>
        <p:grpSpPr>
          <a:xfrm>
            <a:off x="7738734" y="2500086"/>
            <a:ext cx="144979" cy="90049"/>
            <a:chOff x="4923925" y="1877500"/>
            <a:chExt cx="59525" cy="36975"/>
          </a:xfrm>
        </p:grpSpPr>
        <p:sp>
          <p:nvSpPr>
            <p:cNvPr id="11836" name="Google Shape;11836;p86"/>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7" name="Google Shape;11837;p86"/>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38" name="Google Shape;11838;p86"/>
          <p:cNvGrpSpPr/>
          <p:nvPr/>
        </p:nvGrpSpPr>
        <p:grpSpPr>
          <a:xfrm>
            <a:off x="8033226" y="2482277"/>
            <a:ext cx="141447" cy="125667"/>
            <a:chOff x="5058450" y="1870100"/>
            <a:chExt cx="58075" cy="51600"/>
          </a:xfrm>
        </p:grpSpPr>
        <p:sp>
          <p:nvSpPr>
            <p:cNvPr id="11839" name="Google Shape;11839;p86"/>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0" name="Google Shape;11840;p86"/>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41" name="Google Shape;11841;p86"/>
          <p:cNvGrpSpPr/>
          <p:nvPr/>
        </p:nvGrpSpPr>
        <p:grpSpPr>
          <a:xfrm>
            <a:off x="7447741" y="2904685"/>
            <a:ext cx="101077" cy="107645"/>
            <a:chOff x="4811425" y="2065025"/>
            <a:chExt cx="41500" cy="44200"/>
          </a:xfrm>
        </p:grpSpPr>
        <p:sp>
          <p:nvSpPr>
            <p:cNvPr id="11842" name="Google Shape;11842;p86"/>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3" name="Google Shape;11843;p86"/>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44" name="Google Shape;11844;p86"/>
          <p:cNvGrpSpPr/>
          <p:nvPr/>
        </p:nvGrpSpPr>
        <p:grpSpPr>
          <a:xfrm>
            <a:off x="7740178" y="2904898"/>
            <a:ext cx="120867" cy="107218"/>
            <a:chOff x="4929875" y="2065025"/>
            <a:chExt cx="49625" cy="44025"/>
          </a:xfrm>
        </p:grpSpPr>
        <p:sp>
          <p:nvSpPr>
            <p:cNvPr id="11845" name="Google Shape;11845;p86"/>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6" name="Google Shape;11846;p86"/>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47" name="Google Shape;11847;p86"/>
          <p:cNvGrpSpPr/>
          <p:nvPr/>
        </p:nvGrpSpPr>
        <p:grpSpPr>
          <a:xfrm>
            <a:off x="8068847" y="2907912"/>
            <a:ext cx="70206" cy="101191"/>
            <a:chOff x="5083925" y="2066350"/>
            <a:chExt cx="28825" cy="41550"/>
          </a:xfrm>
        </p:grpSpPr>
        <p:sp>
          <p:nvSpPr>
            <p:cNvPr id="11848" name="Google Shape;11848;p86"/>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9" name="Google Shape;11849;p86"/>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0" name="Google Shape;11850;p86"/>
          <p:cNvGrpSpPr/>
          <p:nvPr/>
        </p:nvGrpSpPr>
        <p:grpSpPr>
          <a:xfrm>
            <a:off x="7100401" y="2923559"/>
            <a:ext cx="181026" cy="69896"/>
            <a:chOff x="4659775" y="2072775"/>
            <a:chExt cx="74325" cy="28700"/>
          </a:xfrm>
        </p:grpSpPr>
        <p:sp>
          <p:nvSpPr>
            <p:cNvPr id="11851" name="Google Shape;11851;p86"/>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2" name="Google Shape;11852;p86"/>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3" name="Google Shape;11853;p86"/>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4" name="Google Shape;11854;p86"/>
          <p:cNvGrpSpPr/>
          <p:nvPr/>
        </p:nvGrpSpPr>
        <p:grpSpPr>
          <a:xfrm>
            <a:off x="8020257" y="2714124"/>
            <a:ext cx="167387" cy="89197"/>
            <a:chOff x="4662475" y="1976500"/>
            <a:chExt cx="68725" cy="36625"/>
          </a:xfrm>
        </p:grpSpPr>
        <p:sp>
          <p:nvSpPr>
            <p:cNvPr id="11855" name="Google Shape;11855;p86"/>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6" name="Google Shape;11856;p86"/>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7" name="Google Shape;11857;p86"/>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8" name="Google Shape;11858;p86"/>
          <p:cNvGrpSpPr/>
          <p:nvPr/>
        </p:nvGrpSpPr>
        <p:grpSpPr>
          <a:xfrm>
            <a:off x="7717162" y="2717564"/>
            <a:ext cx="166899" cy="82317"/>
            <a:chOff x="4920150" y="1977875"/>
            <a:chExt cx="68525" cy="33800"/>
          </a:xfrm>
        </p:grpSpPr>
        <p:sp>
          <p:nvSpPr>
            <p:cNvPr id="11859" name="Google Shape;11859;p86"/>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0" name="Google Shape;11860;p86"/>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1" name="Google Shape;11861;p86"/>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62" name="Google Shape;11862;p86"/>
          <p:cNvGrpSpPr/>
          <p:nvPr/>
        </p:nvGrpSpPr>
        <p:grpSpPr>
          <a:xfrm>
            <a:off x="7128319" y="3121482"/>
            <a:ext cx="125190" cy="127858"/>
            <a:chOff x="4676550" y="2160575"/>
            <a:chExt cx="51400" cy="52500"/>
          </a:xfrm>
        </p:grpSpPr>
        <p:sp>
          <p:nvSpPr>
            <p:cNvPr id="11863" name="Google Shape;11863;p86"/>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4" name="Google Shape;11864;p86"/>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5" name="Google Shape;11865;p86"/>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66" name="Google Shape;11866;p86"/>
          <p:cNvGrpSpPr/>
          <p:nvPr/>
        </p:nvGrpSpPr>
        <p:grpSpPr>
          <a:xfrm>
            <a:off x="7425577" y="3128514"/>
            <a:ext cx="145405" cy="113794"/>
            <a:chOff x="4768325" y="2163475"/>
            <a:chExt cx="59700" cy="46725"/>
          </a:xfrm>
        </p:grpSpPr>
        <p:sp>
          <p:nvSpPr>
            <p:cNvPr id="11867" name="Google Shape;11867;p86"/>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8" name="Google Shape;11868;p86"/>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69" name="Google Shape;11869;p86"/>
          <p:cNvSpPr/>
          <p:nvPr/>
        </p:nvSpPr>
        <p:spPr>
          <a:xfrm>
            <a:off x="7757532" y="31200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0" name="Google Shape;11870;p86"/>
          <p:cNvSpPr/>
          <p:nvPr/>
        </p:nvSpPr>
        <p:spPr>
          <a:xfrm>
            <a:off x="8029908" y="41271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1" name="Google Shape;11871;p86"/>
          <p:cNvSpPr/>
          <p:nvPr/>
        </p:nvSpPr>
        <p:spPr>
          <a:xfrm>
            <a:off x="7131363" y="3355327"/>
            <a:ext cx="119101" cy="163415"/>
          </a:xfrm>
          <a:custGeom>
            <a:rect b="b" l="l" r="r" t="t"/>
            <a:pathLst>
              <a:path extrusionOk="0" h="2684" w="1956">
                <a:moveTo>
                  <a:pt x="1" y="0"/>
                </a:moveTo>
                <a:lnTo>
                  <a:pt x="787" y="1342"/>
                </a:lnTo>
                <a:lnTo>
                  <a:pt x="1" y="2683"/>
                </a:lnTo>
                <a:lnTo>
                  <a:pt x="1955" y="1342"/>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2" name="Google Shape;11872;p86"/>
          <p:cNvSpPr/>
          <p:nvPr/>
        </p:nvSpPr>
        <p:spPr>
          <a:xfrm>
            <a:off x="7099335" y="41429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3" name="Google Shape;11873;p86"/>
          <p:cNvSpPr/>
          <p:nvPr/>
        </p:nvSpPr>
        <p:spPr>
          <a:xfrm>
            <a:off x="7116658" y="36245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4" name="Google Shape;11874;p86"/>
          <p:cNvSpPr/>
          <p:nvPr/>
        </p:nvSpPr>
        <p:spPr>
          <a:xfrm>
            <a:off x="7750408" y="36064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75" name="Google Shape;11875;p86"/>
          <p:cNvGrpSpPr/>
          <p:nvPr/>
        </p:nvGrpSpPr>
        <p:grpSpPr>
          <a:xfrm>
            <a:off x="7441895" y="3383608"/>
            <a:ext cx="112768" cy="106853"/>
            <a:chOff x="4768575" y="2253950"/>
            <a:chExt cx="46300" cy="43875"/>
          </a:xfrm>
        </p:grpSpPr>
        <p:sp>
          <p:nvSpPr>
            <p:cNvPr id="11876" name="Google Shape;11876;p86"/>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7" name="Google Shape;11877;p86"/>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78" name="Google Shape;11878;p86"/>
          <p:cNvGrpSpPr/>
          <p:nvPr/>
        </p:nvGrpSpPr>
        <p:grpSpPr>
          <a:xfrm>
            <a:off x="7741518" y="3872634"/>
            <a:ext cx="118187" cy="146246"/>
            <a:chOff x="4960900" y="2433225"/>
            <a:chExt cx="48525" cy="60050"/>
          </a:xfrm>
        </p:grpSpPr>
        <p:sp>
          <p:nvSpPr>
            <p:cNvPr id="11879" name="Google Shape;11879;p86"/>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0" name="Google Shape;11880;p86"/>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81" name="Google Shape;11881;p86"/>
          <p:cNvGrpSpPr/>
          <p:nvPr/>
        </p:nvGrpSpPr>
        <p:grpSpPr>
          <a:xfrm>
            <a:off x="7430083" y="4136695"/>
            <a:ext cx="136394" cy="143810"/>
            <a:chOff x="4854075" y="2527625"/>
            <a:chExt cx="56000" cy="59050"/>
          </a:xfrm>
        </p:grpSpPr>
        <p:sp>
          <p:nvSpPr>
            <p:cNvPr id="11882" name="Google Shape;11882;p86"/>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3" name="Google Shape;11883;p86"/>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84" name="Google Shape;11884;p86"/>
          <p:cNvSpPr/>
          <p:nvPr/>
        </p:nvSpPr>
        <p:spPr>
          <a:xfrm>
            <a:off x="7445335" y="3879423"/>
            <a:ext cx="105888" cy="132668"/>
          </a:xfrm>
          <a:custGeom>
            <a:rect b="b" l="l" r="r" t="t"/>
            <a:pathLst>
              <a:path extrusionOk="0" h="2179" w="1739">
                <a:moveTo>
                  <a:pt x="1" y="1"/>
                </a:moveTo>
                <a:lnTo>
                  <a:pt x="1" y="2179"/>
                </a:lnTo>
                <a:lnTo>
                  <a:pt x="758" y="2179"/>
                </a:lnTo>
                <a:lnTo>
                  <a:pt x="1739" y="1090"/>
                </a:lnTo>
                <a:lnTo>
                  <a:pt x="758"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5" name="Google Shape;11885;p86"/>
          <p:cNvSpPr/>
          <p:nvPr/>
        </p:nvSpPr>
        <p:spPr>
          <a:xfrm>
            <a:off x="8024001" y="31190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6" name="Google Shape;11886;p86"/>
          <p:cNvSpPr/>
          <p:nvPr/>
        </p:nvSpPr>
        <p:spPr>
          <a:xfrm>
            <a:off x="7123265" y="38794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87" name="Google Shape;11887;p86"/>
          <p:cNvGrpSpPr/>
          <p:nvPr/>
        </p:nvGrpSpPr>
        <p:grpSpPr>
          <a:xfrm>
            <a:off x="8054294" y="3600439"/>
            <a:ext cx="99312" cy="160797"/>
            <a:chOff x="5059700" y="2334775"/>
            <a:chExt cx="40775" cy="66025"/>
          </a:xfrm>
        </p:grpSpPr>
        <p:sp>
          <p:nvSpPr>
            <p:cNvPr id="11888" name="Google Shape;11888;p86"/>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9" name="Google Shape;11889;p86"/>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0" name="Google Shape;11890;p86"/>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1" name="Google Shape;11891;p86"/>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2" name="Google Shape;11892;p86"/>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3" name="Google Shape;11893;p86"/>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4" name="Google Shape;11894;p86"/>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5" name="Google Shape;11895;p86"/>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6" name="Google Shape;11896;p86"/>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97" name="Google Shape;11897;p86"/>
          <p:cNvGrpSpPr/>
          <p:nvPr/>
        </p:nvGrpSpPr>
        <p:grpSpPr>
          <a:xfrm>
            <a:off x="8011458" y="3865571"/>
            <a:ext cx="184984" cy="160371"/>
            <a:chOff x="5037700" y="2430325"/>
            <a:chExt cx="75950" cy="65850"/>
          </a:xfrm>
        </p:grpSpPr>
        <p:sp>
          <p:nvSpPr>
            <p:cNvPr id="11898" name="Google Shape;11898;p86"/>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9" name="Google Shape;11899;p86"/>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00" name="Google Shape;11900;p86"/>
          <p:cNvGrpSpPr/>
          <p:nvPr/>
        </p:nvGrpSpPr>
        <p:grpSpPr>
          <a:xfrm>
            <a:off x="7430964" y="3632023"/>
            <a:ext cx="173014" cy="97629"/>
            <a:chOff x="4756975" y="2341800"/>
            <a:chExt cx="91975" cy="51925"/>
          </a:xfrm>
        </p:grpSpPr>
        <p:sp>
          <p:nvSpPr>
            <p:cNvPr id="11901" name="Google Shape;11901;p86"/>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2" name="Google Shape;11902;p86"/>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3" name="Google Shape;11903;p86"/>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4" name="Google Shape;11904;p86"/>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5" name="Google Shape;11905;p86"/>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6" name="Google Shape;11906;p86"/>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7" name="Google Shape;11907;p86"/>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8" name="Google Shape;11908;p86"/>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9" name="Google Shape;11909;p86"/>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0" name="Google Shape;11910;p86"/>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1" name="Google Shape;11911;p86"/>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2" name="Google Shape;11912;p86"/>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3" name="Google Shape;11913;p86"/>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4" name="Google Shape;11914;p86"/>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5" name="Google Shape;11915;p86"/>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6" name="Google Shape;11916;p86"/>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7" name="Google Shape;11917;p86"/>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8" name="Google Shape;11918;p86"/>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9" name="Google Shape;11919;p86"/>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0" name="Google Shape;11920;p86"/>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21" name="Google Shape;11921;p86"/>
          <p:cNvGrpSpPr/>
          <p:nvPr/>
        </p:nvGrpSpPr>
        <p:grpSpPr>
          <a:xfrm>
            <a:off x="7697901" y="4120720"/>
            <a:ext cx="212497" cy="175761"/>
            <a:chOff x="4943575" y="2516350"/>
            <a:chExt cx="98675" cy="81700"/>
          </a:xfrm>
        </p:grpSpPr>
        <p:sp>
          <p:nvSpPr>
            <p:cNvPr id="11922" name="Google Shape;11922;p86"/>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3" name="Google Shape;11923;p86"/>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4" name="Google Shape;11924;p86"/>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5" name="Google Shape;11925;p86"/>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6" name="Google Shape;11926;p86"/>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7" name="Google Shape;11927;p86"/>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8" name="Google Shape;11928;p86"/>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9" name="Google Shape;11929;p86"/>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0" name="Google Shape;11930;p86"/>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1" name="Google Shape;11931;p86"/>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2" name="Google Shape;11932;p86"/>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3" name="Google Shape;11933;p86"/>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4" name="Google Shape;11934;p86"/>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5" name="Google Shape;11935;p86"/>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6" name="Google Shape;11936;p86"/>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7" name="Google Shape;11937;p86"/>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8" name="Google Shape;11938;p86"/>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9" name="Google Shape;11939;p86"/>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0" name="Google Shape;11940;p86"/>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1" name="Google Shape;11941;p86"/>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2" name="Google Shape;11942;p86"/>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3" name="Google Shape;11943;p86"/>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4" name="Google Shape;11944;p86"/>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5" name="Google Shape;11945;p86"/>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6" name="Google Shape;11946;p86"/>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7" name="Google Shape;11947;p86"/>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8" name="Google Shape;11948;p86"/>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9" name="Google Shape;11949;p86"/>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0" name="Google Shape;11950;p86"/>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1" name="Google Shape;11951;p86"/>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2" name="Google Shape;11952;p86"/>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3" name="Google Shape;11953;p86"/>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4" name="Google Shape;11954;p86"/>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5" name="Google Shape;11955;p86"/>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6" name="Google Shape;11956;p86"/>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7" name="Google Shape;11957;p86"/>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8" name="Google Shape;11958;p86"/>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9" name="Google Shape;11959;p86"/>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0" name="Google Shape;11960;p86"/>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1" name="Google Shape;11961;p86"/>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2" name="Google Shape;11962;p86"/>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3" name="Google Shape;11963;p86"/>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4" name="Google Shape;11964;p86"/>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5" name="Google Shape;11965;p86"/>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6" name="Google Shape;11966;p86"/>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7" name="Google Shape;11967;p86"/>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8" name="Google Shape;11968;p86"/>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9" name="Google Shape;11969;p86"/>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0" name="Google Shape;11970;p86"/>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1" name="Google Shape;11971;p86"/>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2" name="Google Shape;11972;p86"/>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3" name="Google Shape;11973;p86"/>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4" name="Google Shape;11974;p86"/>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5" name="Google Shape;11975;p86"/>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6" name="Google Shape;11976;p86"/>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7" name="Google Shape;11977;p86"/>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8" name="Google Shape;11978;p86"/>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9" name="Google Shape;11979;p86"/>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0" name="Google Shape;11980;p86"/>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1" name="Google Shape;11981;p86"/>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2" name="Google Shape;11982;p86"/>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3" name="Google Shape;11983;p86"/>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4" name="Google Shape;11984;p86"/>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5" name="Google Shape;11985;p86"/>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6" name="Google Shape;11986;p86"/>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7" name="Google Shape;11987;p86"/>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8" name="Google Shape;11988;p86"/>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9" name="Google Shape;11989;p86"/>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0" name="Google Shape;11990;p86"/>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1" name="Google Shape;11991;p86"/>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2" name="Google Shape;11992;p86"/>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3" name="Google Shape;11993;p86"/>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4" name="Google Shape;11994;p86"/>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5" name="Google Shape;11995;p86"/>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6" name="Google Shape;11996;p86"/>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7" name="Google Shape;11997;p86"/>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8" name="Google Shape;11998;p86"/>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9" name="Google Shape;11999;p86"/>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00" name="Google Shape;12000;p86"/>
          <p:cNvGrpSpPr/>
          <p:nvPr/>
        </p:nvGrpSpPr>
        <p:grpSpPr>
          <a:xfrm>
            <a:off x="1955962" y="3346963"/>
            <a:ext cx="965351" cy="134611"/>
            <a:chOff x="4411970" y="2962952"/>
            <a:chExt cx="706544" cy="104212"/>
          </a:xfrm>
        </p:grpSpPr>
        <p:sp>
          <p:nvSpPr>
            <p:cNvPr id="12001" name="Google Shape;12001;p86"/>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2" name="Google Shape;12002;p86"/>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3" name="Google Shape;12003;p86"/>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4" name="Google Shape;12004;p86"/>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05" name="Google Shape;12005;p86"/>
          <p:cNvGrpSpPr/>
          <p:nvPr/>
        </p:nvGrpSpPr>
        <p:grpSpPr>
          <a:xfrm>
            <a:off x="1955962" y="2935877"/>
            <a:ext cx="960158" cy="289172"/>
            <a:chOff x="4411970" y="2726085"/>
            <a:chExt cx="643107" cy="193659"/>
          </a:xfrm>
        </p:grpSpPr>
        <p:sp>
          <p:nvSpPr>
            <p:cNvPr id="12006" name="Google Shape;12006;p86"/>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7" name="Google Shape;12007;p86"/>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8" name="Google Shape;12008;p86"/>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09" name="Google Shape;12009;p86"/>
          <p:cNvGrpSpPr/>
          <p:nvPr/>
        </p:nvGrpSpPr>
        <p:grpSpPr>
          <a:xfrm>
            <a:off x="958854" y="3201987"/>
            <a:ext cx="833173" cy="259209"/>
            <a:chOff x="4411970" y="4340222"/>
            <a:chExt cx="779467" cy="242683"/>
          </a:xfrm>
        </p:grpSpPr>
        <p:sp>
          <p:nvSpPr>
            <p:cNvPr id="12010" name="Google Shape;12010;p86"/>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1" name="Google Shape;12011;p86"/>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2" name="Google Shape;12012;p86"/>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13" name="Google Shape;12013;p86"/>
          <p:cNvGrpSpPr/>
          <p:nvPr/>
        </p:nvGrpSpPr>
        <p:grpSpPr>
          <a:xfrm>
            <a:off x="1955962" y="2597733"/>
            <a:ext cx="965160" cy="216230"/>
            <a:chOff x="4411970" y="2468674"/>
            <a:chExt cx="747317" cy="167425"/>
          </a:xfrm>
        </p:grpSpPr>
        <p:sp>
          <p:nvSpPr>
            <p:cNvPr id="12014" name="Google Shape;12014;p86"/>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5" name="Google Shape;12015;p86"/>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16" name="Google Shape;12016;p86"/>
          <p:cNvGrpSpPr/>
          <p:nvPr/>
        </p:nvGrpSpPr>
        <p:grpSpPr>
          <a:xfrm>
            <a:off x="954709" y="2502450"/>
            <a:ext cx="810451" cy="319148"/>
            <a:chOff x="4411970" y="3686602"/>
            <a:chExt cx="797845" cy="314215"/>
          </a:xfrm>
        </p:grpSpPr>
        <p:sp>
          <p:nvSpPr>
            <p:cNvPr id="12017" name="Google Shape;12017;p86"/>
            <p:cNvSpPr/>
            <p:nvPr/>
          </p:nvSpPr>
          <p:spPr>
            <a:xfrm>
              <a:off x="4411970" y="3780383"/>
              <a:ext cx="797845" cy="220435"/>
            </a:xfrm>
            <a:custGeom>
              <a:rect b="b" l="l" r="r" t="t"/>
              <a:pathLst>
                <a:path extrusionOk="0" h="4882" w="1767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8" name="Google Shape;12018;p86"/>
            <p:cNvSpPr/>
            <p:nvPr/>
          </p:nvSpPr>
          <p:spPr>
            <a:xfrm>
              <a:off x="4411970" y="3940447"/>
              <a:ext cx="60414" cy="60369"/>
            </a:xfrm>
            <a:custGeom>
              <a:rect b="b" l="l" r="r" t="t"/>
              <a:pathLst>
                <a:path extrusionOk="0" h="1337" w="1338">
                  <a:moveTo>
                    <a:pt x="1" y="1"/>
                  </a:moveTo>
                  <a:lnTo>
                    <a:pt x="1" y="1336"/>
                  </a:lnTo>
                  <a:lnTo>
                    <a:pt x="1338" y="1336"/>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9" name="Google Shape;12019;p86"/>
            <p:cNvSpPr/>
            <p:nvPr/>
          </p:nvSpPr>
          <p:spPr>
            <a:xfrm>
              <a:off x="4411970" y="3686602"/>
              <a:ext cx="228743" cy="228743"/>
            </a:xfrm>
            <a:custGeom>
              <a:rect b="b" l="l" r="r" t="t"/>
              <a:pathLst>
                <a:path extrusionOk="0" h="5066" w="5066">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0" name="Google Shape;12020;p86"/>
            <p:cNvSpPr/>
            <p:nvPr/>
          </p:nvSpPr>
          <p:spPr>
            <a:xfrm>
              <a:off x="4442628" y="3717261"/>
              <a:ext cx="167425" cy="167425"/>
            </a:xfrm>
            <a:custGeom>
              <a:rect b="b" l="l" r="r" t="t"/>
              <a:pathLst>
                <a:path extrusionOk="0" h="3708" w="3708">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1" name="Google Shape;12021;p86"/>
            <p:cNvSpPr/>
            <p:nvPr/>
          </p:nvSpPr>
          <p:spPr>
            <a:xfrm>
              <a:off x="4455090" y="3729723"/>
              <a:ext cx="142546" cy="142546"/>
            </a:xfrm>
            <a:custGeom>
              <a:rect b="b" l="l" r="r" t="t"/>
              <a:pathLst>
                <a:path extrusionOk="0" h="3157" w="3157">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22" name="Google Shape;12022;p86"/>
          <p:cNvSpPr/>
          <p:nvPr/>
        </p:nvSpPr>
        <p:spPr>
          <a:xfrm>
            <a:off x="947558" y="2911037"/>
            <a:ext cx="822545" cy="19583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23" name="Google Shape;12023;p86"/>
          <p:cNvGrpSpPr/>
          <p:nvPr/>
        </p:nvGrpSpPr>
        <p:grpSpPr>
          <a:xfrm>
            <a:off x="954806" y="2256974"/>
            <a:ext cx="1970333" cy="208784"/>
            <a:chOff x="6336019" y="3733725"/>
            <a:chExt cx="2566206" cy="351310"/>
          </a:xfrm>
        </p:grpSpPr>
        <p:sp>
          <p:nvSpPr>
            <p:cNvPr id="12024" name="Google Shape;12024;p86"/>
            <p:cNvSpPr/>
            <p:nvPr/>
          </p:nvSpPr>
          <p:spPr>
            <a:xfrm>
              <a:off x="6336019" y="3733735"/>
              <a:ext cx="1881300" cy="351300"/>
            </a:xfrm>
            <a:prstGeom prst="homePlate">
              <a:avLst>
                <a:gd fmla="val 50000"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5" name="Google Shape;12025;p86"/>
            <p:cNvSpPr/>
            <p:nvPr/>
          </p:nvSpPr>
          <p:spPr>
            <a:xfrm>
              <a:off x="8098525" y="3733725"/>
              <a:ext cx="346500" cy="351300"/>
            </a:xfrm>
            <a:prstGeom prst="chevron">
              <a:avLst>
                <a:gd fmla="val 50000"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6" name="Google Shape;12026;p86"/>
            <p:cNvSpPr/>
            <p:nvPr/>
          </p:nvSpPr>
          <p:spPr>
            <a:xfrm>
              <a:off x="8327125" y="3733725"/>
              <a:ext cx="346500" cy="351300"/>
            </a:xfrm>
            <a:prstGeom prst="chevron">
              <a:avLst>
                <a:gd fmla="val 50000"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7" name="Google Shape;12027;p86"/>
            <p:cNvSpPr/>
            <p:nvPr/>
          </p:nvSpPr>
          <p:spPr>
            <a:xfrm>
              <a:off x="8555725" y="3733725"/>
              <a:ext cx="346500" cy="351300"/>
            </a:xfrm>
            <a:prstGeom prst="chevron">
              <a:avLst>
                <a:gd fmla="val 50000"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28" name="Google Shape;12028;p86"/>
          <p:cNvGrpSpPr/>
          <p:nvPr/>
        </p:nvGrpSpPr>
        <p:grpSpPr>
          <a:xfrm>
            <a:off x="1955962" y="3864529"/>
            <a:ext cx="946551" cy="153200"/>
            <a:chOff x="4404545" y="3301592"/>
            <a:chExt cx="782403" cy="129272"/>
          </a:xfrm>
        </p:grpSpPr>
        <p:sp>
          <p:nvSpPr>
            <p:cNvPr id="12029" name="Google Shape;12029;p86"/>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0" name="Google Shape;12030;p86"/>
            <p:cNvSpPr/>
            <p:nvPr/>
          </p:nvSpPr>
          <p:spPr>
            <a:xfrm>
              <a:off x="4416034" y="3308320"/>
              <a:ext cx="120286" cy="11572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31" name="Google Shape;12031;p86"/>
          <p:cNvGrpSpPr/>
          <p:nvPr/>
        </p:nvGrpSpPr>
        <p:grpSpPr>
          <a:xfrm>
            <a:off x="1955962" y="3603488"/>
            <a:ext cx="962257" cy="139127"/>
            <a:chOff x="4411970" y="3131459"/>
            <a:chExt cx="710520" cy="117397"/>
          </a:xfrm>
        </p:grpSpPr>
        <p:sp>
          <p:nvSpPr>
            <p:cNvPr id="12032" name="Google Shape;12032;p86"/>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3" name="Google Shape;12033;p86"/>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descr="Timeline background shape" id="12034" name="Google Shape;12034;p86"/>
          <p:cNvSpPr/>
          <p:nvPr/>
        </p:nvSpPr>
        <p:spPr>
          <a:xfrm>
            <a:off x="1955962" y="4139643"/>
            <a:ext cx="960300" cy="153000"/>
          </a:xfrm>
          <a:prstGeom prst="homePlate">
            <a:avLst>
              <a:gd fmla="val 50000" name="adj"/>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35" name="Google Shape;12035;p86"/>
          <p:cNvGrpSpPr/>
          <p:nvPr/>
        </p:nvGrpSpPr>
        <p:grpSpPr>
          <a:xfrm>
            <a:off x="956107" y="3538282"/>
            <a:ext cx="823838" cy="458988"/>
            <a:chOff x="4411970" y="1801825"/>
            <a:chExt cx="734586" cy="409262"/>
          </a:xfrm>
        </p:grpSpPr>
        <p:sp>
          <p:nvSpPr>
            <p:cNvPr id="12036" name="Google Shape;12036;p86"/>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7" name="Google Shape;12037;p86"/>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38" name="Google Shape;12038;p86"/>
          <p:cNvGrpSpPr/>
          <p:nvPr/>
        </p:nvGrpSpPr>
        <p:grpSpPr>
          <a:xfrm>
            <a:off x="956107" y="4086708"/>
            <a:ext cx="856348" cy="212039"/>
            <a:chOff x="4411970" y="2233974"/>
            <a:chExt cx="763574" cy="189068"/>
          </a:xfrm>
        </p:grpSpPr>
        <p:sp>
          <p:nvSpPr>
            <p:cNvPr id="12039" name="Google Shape;12039;p86"/>
            <p:cNvSpPr/>
            <p:nvPr/>
          </p:nvSpPr>
          <p:spPr>
            <a:xfrm>
              <a:off x="4411970" y="2278599"/>
              <a:ext cx="763574" cy="144443"/>
            </a:xfrm>
            <a:custGeom>
              <a:rect b="b" l="l" r="r" t="t"/>
              <a:pathLst>
                <a:path extrusionOk="0" h="3199" w="16911">
                  <a:moveTo>
                    <a:pt x="1" y="1"/>
                  </a:moveTo>
                  <a:lnTo>
                    <a:pt x="1" y="3198"/>
                  </a:lnTo>
                  <a:lnTo>
                    <a:pt x="16911" y="3198"/>
                  </a:lnTo>
                  <a:lnTo>
                    <a:pt x="16911"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0" name="Google Shape;12040;p86"/>
            <p:cNvSpPr/>
            <p:nvPr/>
          </p:nvSpPr>
          <p:spPr>
            <a:xfrm>
              <a:off x="4411970" y="2233974"/>
              <a:ext cx="262291" cy="144443"/>
            </a:xfrm>
            <a:custGeom>
              <a:rect b="b" l="l" r="r" t="t"/>
              <a:pathLst>
                <a:path extrusionOk="0" h="3199" w="5809">
                  <a:moveTo>
                    <a:pt x="1" y="1"/>
                  </a:moveTo>
                  <a:lnTo>
                    <a:pt x="1" y="3198"/>
                  </a:lnTo>
                  <a:lnTo>
                    <a:pt x="5809" y="3198"/>
                  </a:lnTo>
                  <a:lnTo>
                    <a:pt x="4195"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1" name="Google Shape;12041;p86"/>
          <p:cNvGrpSpPr/>
          <p:nvPr/>
        </p:nvGrpSpPr>
        <p:grpSpPr>
          <a:xfrm>
            <a:off x="3066303" y="2262044"/>
            <a:ext cx="511602" cy="511602"/>
            <a:chOff x="5681300" y="2527788"/>
            <a:chExt cx="805800" cy="805800"/>
          </a:xfrm>
        </p:grpSpPr>
        <p:sp>
          <p:nvSpPr>
            <p:cNvPr id="12042" name="Google Shape;12042;p86"/>
            <p:cNvSpPr/>
            <p:nvPr/>
          </p:nvSpPr>
          <p:spPr>
            <a:xfrm>
              <a:off x="5681300" y="2527788"/>
              <a:ext cx="805800" cy="8058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3" name="Google Shape;12043;p86"/>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4" name="Google Shape;12044;p86"/>
          <p:cNvGrpSpPr/>
          <p:nvPr/>
        </p:nvGrpSpPr>
        <p:grpSpPr>
          <a:xfrm>
            <a:off x="3063497" y="3028627"/>
            <a:ext cx="513021" cy="512935"/>
            <a:chOff x="4049800" y="640400"/>
            <a:chExt cx="858900" cy="858900"/>
          </a:xfrm>
        </p:grpSpPr>
        <p:sp>
          <p:nvSpPr>
            <p:cNvPr id="12045" name="Google Shape;12045;p86"/>
            <p:cNvSpPr/>
            <p:nvPr/>
          </p:nvSpPr>
          <p:spPr>
            <a:xfrm>
              <a:off x="4049800" y="640400"/>
              <a:ext cx="858900" cy="858900"/>
            </a:xfrm>
            <a:prstGeom prst="donut">
              <a:avLst>
                <a:gd fmla="val 25000" name="adj"/>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6" name="Google Shape;12046;p86"/>
            <p:cNvSpPr/>
            <p:nvPr/>
          </p:nvSpPr>
          <p:spPr>
            <a:xfrm>
              <a:off x="4049800" y="640400"/>
              <a:ext cx="858900" cy="858900"/>
            </a:xfrm>
            <a:prstGeom prst="blockArc">
              <a:avLst>
                <a:gd fmla="val 7914150" name="adj1"/>
                <a:gd fmla="val 0" name="adj2"/>
                <a:gd fmla="val 25000" name="adj3"/>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7" name="Google Shape;12047;p86"/>
          <p:cNvGrpSpPr/>
          <p:nvPr/>
        </p:nvGrpSpPr>
        <p:grpSpPr>
          <a:xfrm>
            <a:off x="2980696" y="3680519"/>
            <a:ext cx="686489" cy="686585"/>
            <a:chOff x="5080188" y="927900"/>
            <a:chExt cx="961200" cy="961200"/>
          </a:xfrm>
        </p:grpSpPr>
        <p:sp>
          <p:nvSpPr>
            <p:cNvPr id="12048" name="Google Shape;12048;p86"/>
            <p:cNvSpPr/>
            <p:nvPr/>
          </p:nvSpPr>
          <p:spPr>
            <a:xfrm>
              <a:off x="5201900" y="1050116"/>
              <a:ext cx="716700" cy="716700"/>
            </a:xfrm>
            <a:prstGeom prst="donut">
              <a:avLst>
                <a:gd fmla="val 4716"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9" name="Google Shape;12049;p86"/>
            <p:cNvSpPr/>
            <p:nvPr/>
          </p:nvSpPr>
          <p:spPr>
            <a:xfrm>
              <a:off x="5269594" y="1117818"/>
              <a:ext cx="581100" cy="581100"/>
            </a:xfrm>
            <a:prstGeom prst="donut">
              <a:avLst>
                <a:gd fmla="val 5814"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0" name="Google Shape;12050;p86"/>
            <p:cNvSpPr/>
            <p:nvPr/>
          </p:nvSpPr>
          <p:spPr>
            <a:xfrm>
              <a:off x="5339279" y="1187526"/>
              <a:ext cx="441900" cy="441600"/>
            </a:xfrm>
            <a:prstGeom prst="donut">
              <a:avLst>
                <a:gd fmla="val 7648"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1" name="Google Shape;12051;p86"/>
            <p:cNvSpPr/>
            <p:nvPr/>
          </p:nvSpPr>
          <p:spPr>
            <a:xfrm>
              <a:off x="5414892" y="1263155"/>
              <a:ext cx="290700" cy="290700"/>
            </a:xfrm>
            <a:prstGeom prst="donut">
              <a:avLst>
                <a:gd fmla="val 10182" name="adj"/>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2" name="Google Shape;12052;p86"/>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3" name="Google Shape;12053;p86"/>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4" name="Google Shape;12054;p86"/>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5" name="Google Shape;12055;p86"/>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56" name="Google Shape;12056;p86"/>
          <p:cNvGrpSpPr/>
          <p:nvPr/>
        </p:nvGrpSpPr>
        <p:grpSpPr>
          <a:xfrm>
            <a:off x="3763848" y="3773248"/>
            <a:ext cx="510373" cy="510937"/>
            <a:chOff x="7508249" y="1522825"/>
            <a:chExt cx="1326332" cy="1322987"/>
          </a:xfrm>
        </p:grpSpPr>
        <p:sp>
          <p:nvSpPr>
            <p:cNvPr id="12057" name="Google Shape;12057;p86"/>
            <p:cNvSpPr/>
            <p:nvPr/>
          </p:nvSpPr>
          <p:spPr>
            <a:xfrm>
              <a:off x="8036275" y="1522825"/>
              <a:ext cx="568251" cy="419545"/>
            </a:xfrm>
            <a:custGeom>
              <a:rect b="b" l="l" r="r" t="t"/>
              <a:pathLst>
                <a:path extrusionOk="0" h="57354" w="77683">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8" name="Google Shape;12058;p86"/>
            <p:cNvSpPr/>
            <p:nvPr/>
          </p:nvSpPr>
          <p:spPr>
            <a:xfrm>
              <a:off x="8358375" y="1649762"/>
              <a:ext cx="456039" cy="463215"/>
            </a:xfrm>
            <a:custGeom>
              <a:rect b="b" l="l" r="r" t="t"/>
              <a:pathLst>
                <a:path extrusionOk="0" h="63324" w="62343">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9" name="Google Shape;12059;p86"/>
            <p:cNvSpPr/>
            <p:nvPr/>
          </p:nvSpPr>
          <p:spPr>
            <a:xfrm>
              <a:off x="8465584" y="1980292"/>
              <a:ext cx="368998" cy="464042"/>
            </a:xfrm>
            <a:custGeom>
              <a:rect b="b" l="l" r="r" t="t"/>
              <a:pathLst>
                <a:path extrusionOk="0" h="63437" w="50444">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0" name="Google Shape;12060;p86"/>
            <p:cNvSpPr/>
            <p:nvPr/>
          </p:nvSpPr>
          <p:spPr>
            <a:xfrm>
              <a:off x="8334786" y="2284073"/>
              <a:ext cx="463522" cy="468043"/>
            </a:xfrm>
            <a:custGeom>
              <a:rect b="b" l="l" r="r" t="t"/>
              <a:pathLst>
                <a:path extrusionOk="0" h="63984" w="63366">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1" name="Google Shape;12061;p86"/>
            <p:cNvSpPr/>
            <p:nvPr/>
          </p:nvSpPr>
          <p:spPr>
            <a:xfrm>
              <a:off x="8110685" y="2444876"/>
              <a:ext cx="447276" cy="400935"/>
            </a:xfrm>
            <a:custGeom>
              <a:rect b="b" l="l" r="r" t="t"/>
              <a:pathLst>
                <a:path extrusionOk="0" h="54810" w="61145">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2" name="Google Shape;12062;p86"/>
            <p:cNvSpPr/>
            <p:nvPr/>
          </p:nvSpPr>
          <p:spPr>
            <a:xfrm>
              <a:off x="7734911" y="2426963"/>
              <a:ext cx="434445" cy="418813"/>
            </a:xfrm>
            <a:custGeom>
              <a:rect b="b" l="l" r="r" t="t"/>
              <a:pathLst>
                <a:path extrusionOk="0" h="57254" w="59391">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3" name="Google Shape;12063;p86"/>
            <p:cNvSpPr/>
            <p:nvPr/>
          </p:nvSpPr>
          <p:spPr>
            <a:xfrm>
              <a:off x="7525051" y="2256329"/>
              <a:ext cx="455242" cy="463215"/>
            </a:xfrm>
            <a:custGeom>
              <a:rect b="b" l="l" r="r" t="t"/>
              <a:pathLst>
                <a:path extrusionOk="0" h="63324" w="62234">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4" name="Google Shape;12064;p86"/>
            <p:cNvSpPr/>
            <p:nvPr/>
          </p:nvSpPr>
          <p:spPr>
            <a:xfrm>
              <a:off x="7508249" y="1924972"/>
              <a:ext cx="365633" cy="464042"/>
            </a:xfrm>
            <a:custGeom>
              <a:rect b="b" l="l" r="r" t="t"/>
              <a:pathLst>
                <a:path extrusionOk="0" h="63437" w="49984">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5" name="Google Shape;12065;p86"/>
            <p:cNvSpPr/>
            <p:nvPr/>
          </p:nvSpPr>
          <p:spPr>
            <a:xfrm>
              <a:off x="7540418" y="1617212"/>
              <a:ext cx="464261" cy="468058"/>
            </a:xfrm>
            <a:custGeom>
              <a:rect b="b" l="l" r="r" t="t"/>
              <a:pathLst>
                <a:path extrusionOk="0" h="63986" w="63467">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6" name="Google Shape;12066;p86"/>
            <p:cNvSpPr/>
            <p:nvPr/>
          </p:nvSpPr>
          <p:spPr>
            <a:xfrm>
              <a:off x="7780728" y="1524076"/>
              <a:ext cx="374828" cy="400379"/>
            </a:xfrm>
            <a:custGeom>
              <a:rect b="b" l="l" r="r" t="t"/>
              <a:pathLst>
                <a:path extrusionOk="0" h="54734" w="51241">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67" name="Google Shape;12067;p86"/>
          <p:cNvGrpSpPr/>
          <p:nvPr/>
        </p:nvGrpSpPr>
        <p:grpSpPr>
          <a:xfrm>
            <a:off x="4455441" y="3774653"/>
            <a:ext cx="492652" cy="503348"/>
            <a:chOff x="6039282" y="1042577"/>
            <a:chExt cx="734315" cy="731929"/>
          </a:xfrm>
        </p:grpSpPr>
        <p:sp>
          <p:nvSpPr>
            <p:cNvPr id="12068" name="Google Shape;12068;p86"/>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9" name="Google Shape;12069;p86"/>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0" name="Google Shape;12070;p86"/>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1" name="Google Shape;12071;p86"/>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2" name="Google Shape;12072;p86"/>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3" name="Google Shape;12073;p86"/>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4" name="Google Shape;12074;p86"/>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5" name="Google Shape;12075;p86"/>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6" name="Google Shape;12076;p86"/>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7" name="Google Shape;12077;p86"/>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8" name="Google Shape;12078;p86"/>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9" name="Google Shape;12079;p86"/>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0" name="Google Shape;12080;p86"/>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1" name="Google Shape;12081;p86"/>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2" name="Google Shape;12082;p86"/>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3" name="Google Shape;12083;p86"/>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4" name="Google Shape;12084;p86"/>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5" name="Google Shape;12085;p86"/>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6" name="Google Shape;12086;p86"/>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7" name="Google Shape;12087;p86"/>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8" name="Google Shape;12088;p86"/>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89" name="Google Shape;12089;p86"/>
          <p:cNvGrpSpPr/>
          <p:nvPr/>
        </p:nvGrpSpPr>
        <p:grpSpPr>
          <a:xfrm>
            <a:off x="5095855" y="2270694"/>
            <a:ext cx="483304" cy="504902"/>
            <a:chOff x="1825800" y="1651625"/>
            <a:chExt cx="568125" cy="591775"/>
          </a:xfrm>
        </p:grpSpPr>
        <p:sp>
          <p:nvSpPr>
            <p:cNvPr id="12090" name="Google Shape;12090;p86"/>
            <p:cNvSpPr/>
            <p:nvPr/>
          </p:nvSpPr>
          <p:spPr>
            <a:xfrm>
              <a:off x="1898925" y="1777225"/>
              <a:ext cx="370875" cy="370500"/>
            </a:xfrm>
            <a:custGeom>
              <a:rect b="b" l="l" r="r" t="t"/>
              <a:pathLst>
                <a:path extrusionOk="0" h="14820" w="14835">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1" name="Google Shape;12091;p86"/>
            <p:cNvSpPr/>
            <p:nvPr/>
          </p:nvSpPr>
          <p:spPr>
            <a:xfrm>
              <a:off x="2121325"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2" name="Google Shape;12092;p86"/>
            <p:cNvSpPr/>
            <p:nvPr/>
          </p:nvSpPr>
          <p:spPr>
            <a:xfrm>
              <a:off x="1825800" y="1987150"/>
              <a:ext cx="231900" cy="233575"/>
            </a:xfrm>
            <a:custGeom>
              <a:rect b="b" l="l" r="r" t="t"/>
              <a:pathLst>
                <a:path extrusionOk="0" h="9343" w="9276">
                  <a:moveTo>
                    <a:pt x="0" y="1"/>
                  </a:moveTo>
                  <a:cubicBezTo>
                    <a:pt x="465" y="4930"/>
                    <a:pt x="4350" y="8842"/>
                    <a:pt x="9275" y="9343"/>
                  </a:cubicBezTo>
                  <a:lnTo>
                    <a:pt x="927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3" name="Google Shape;12093;p86"/>
            <p:cNvSpPr/>
            <p:nvPr/>
          </p:nvSpPr>
          <p:spPr>
            <a:xfrm>
              <a:off x="2121325" y="1987150"/>
              <a:ext cx="244350" cy="256250"/>
            </a:xfrm>
            <a:custGeom>
              <a:rect b="b" l="l" r="r" t="t"/>
              <a:pathLst>
                <a:path extrusionOk="0" h="10250" w="9774">
                  <a:moveTo>
                    <a:pt x="0" y="1"/>
                  </a:moveTo>
                  <a:lnTo>
                    <a:pt x="0" y="10249"/>
                  </a:lnTo>
                  <a:cubicBezTo>
                    <a:pt x="5200" y="9514"/>
                    <a:pt x="9280" y="5280"/>
                    <a:pt x="97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4" name="Google Shape;12094;p86"/>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5" name="Google Shape;12095;p86"/>
            <p:cNvSpPr/>
            <p:nvPr/>
          </p:nvSpPr>
          <p:spPr>
            <a:xfrm>
              <a:off x="1956875" y="1835225"/>
              <a:ext cx="254975" cy="254475"/>
            </a:xfrm>
            <a:custGeom>
              <a:rect b="b" l="l" r="r" t="t"/>
              <a:pathLst>
                <a:path extrusionOk="0" h="10179" w="10199">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96" name="Google Shape;12096;p86"/>
          <p:cNvSpPr/>
          <p:nvPr/>
        </p:nvSpPr>
        <p:spPr>
          <a:xfrm>
            <a:off x="7713443" y="33498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7" name="Google Shape;12097;p86"/>
          <p:cNvSpPr/>
          <p:nvPr/>
        </p:nvSpPr>
        <p:spPr>
          <a:xfrm>
            <a:off x="8029700" y="33786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8" name="Google Shape;12098;p86"/>
          <p:cNvSpPr/>
          <p:nvPr/>
        </p:nvSpPr>
        <p:spPr>
          <a:xfrm>
            <a:off x="7131814" y="2699622"/>
            <a:ext cx="118200" cy="118200"/>
          </a:xfrm>
          <a:prstGeom prst="curvedRightArrow">
            <a:avLst>
              <a:gd fmla="val 25000" name="adj1"/>
              <a:gd fmla="val 50000" name="adj2"/>
              <a:gd fmla="val 25000" name="adj3"/>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9" name="Google Shape;12099;p86"/>
          <p:cNvSpPr/>
          <p:nvPr/>
        </p:nvSpPr>
        <p:spPr>
          <a:xfrm flipH="1">
            <a:off x="7439179" y="2699622"/>
            <a:ext cx="118200" cy="118200"/>
          </a:xfrm>
          <a:prstGeom prst="curvedRightArrow">
            <a:avLst>
              <a:gd fmla="val 25000" name="adj1"/>
              <a:gd fmla="val 50000" name="adj2"/>
              <a:gd fmla="val 25000" name="adj3"/>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103" name="Shape 12103"/>
        <p:cNvGrpSpPr/>
        <p:nvPr/>
      </p:nvGrpSpPr>
      <p:grpSpPr>
        <a:xfrm>
          <a:off x="0" y="0"/>
          <a:ext cx="0" cy="0"/>
          <a:chOff x="0" y="0"/>
          <a:chExt cx="0" cy="0"/>
        </a:xfrm>
      </p:grpSpPr>
      <p:grpSp>
        <p:nvGrpSpPr>
          <p:cNvPr id="12104" name="Google Shape;12104;p87"/>
          <p:cNvGrpSpPr/>
          <p:nvPr/>
        </p:nvGrpSpPr>
        <p:grpSpPr>
          <a:xfrm>
            <a:off x="722059" y="974193"/>
            <a:ext cx="2492868" cy="1379876"/>
            <a:chOff x="2654821" y="2311071"/>
            <a:chExt cx="2279715" cy="1262120"/>
          </a:xfrm>
        </p:grpSpPr>
        <p:grpSp>
          <p:nvGrpSpPr>
            <p:cNvPr id="12105" name="Google Shape;12105;p87"/>
            <p:cNvGrpSpPr/>
            <p:nvPr/>
          </p:nvGrpSpPr>
          <p:grpSpPr>
            <a:xfrm>
              <a:off x="4034269" y="2840745"/>
              <a:ext cx="40212" cy="36437"/>
              <a:chOff x="4293400" y="2574725"/>
              <a:chExt cx="84425" cy="80100"/>
            </a:xfrm>
          </p:grpSpPr>
          <p:sp>
            <p:nvSpPr>
              <p:cNvPr id="12106" name="Google Shape;12106;p87"/>
              <p:cNvSpPr/>
              <p:nvPr/>
            </p:nvSpPr>
            <p:spPr>
              <a:xfrm>
                <a:off x="4293400" y="2574725"/>
                <a:ext cx="57150" cy="45250"/>
              </a:xfrm>
              <a:custGeom>
                <a:rect b="b" l="l" r="r" t="t"/>
                <a:pathLst>
                  <a:path extrusionOk="0" h="1810" w="2286">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12107" name="Google Shape;12107;p87"/>
              <p:cNvSpPr/>
              <p:nvPr/>
            </p:nvSpPr>
            <p:spPr>
              <a:xfrm>
                <a:off x="4299350" y="2589925"/>
                <a:ext cx="78475" cy="64900"/>
              </a:xfrm>
              <a:custGeom>
                <a:rect b="b" l="l" r="r" t="t"/>
                <a:pathLst>
                  <a:path extrusionOk="0" h="2596" w="3139">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08" name="Google Shape;12108;p87"/>
            <p:cNvGrpSpPr/>
            <p:nvPr/>
          </p:nvGrpSpPr>
          <p:grpSpPr>
            <a:xfrm>
              <a:off x="3894606" y="2334874"/>
              <a:ext cx="913198" cy="518984"/>
              <a:chOff x="4000175" y="1462675"/>
              <a:chExt cx="1917275" cy="1140875"/>
            </a:xfrm>
          </p:grpSpPr>
          <p:sp>
            <p:nvSpPr>
              <p:cNvPr id="12109" name="Google Shape;12109;p87"/>
              <p:cNvSpPr/>
              <p:nvPr/>
            </p:nvSpPr>
            <p:spPr>
              <a:xfrm>
                <a:off x="4178050" y="2433300"/>
                <a:ext cx="60250" cy="65175"/>
              </a:xfrm>
              <a:custGeom>
                <a:rect b="b" l="l" r="r" t="t"/>
                <a:pathLst>
                  <a:path extrusionOk="0" h="2607" w="241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12110" name="Google Shape;12110;p87"/>
              <p:cNvGrpSpPr/>
              <p:nvPr/>
            </p:nvGrpSpPr>
            <p:grpSpPr>
              <a:xfrm>
                <a:off x="4000175" y="1462675"/>
                <a:ext cx="1917275" cy="1140875"/>
                <a:chOff x="4000175" y="1462675"/>
                <a:chExt cx="1917275" cy="1140875"/>
              </a:xfrm>
            </p:grpSpPr>
            <p:sp>
              <p:nvSpPr>
                <p:cNvPr id="12111" name="Google Shape;12111;p87"/>
                <p:cNvSpPr/>
                <p:nvPr/>
              </p:nvSpPr>
              <p:spPr>
                <a:xfrm>
                  <a:off x="4000175" y="2000075"/>
                  <a:ext cx="1545875" cy="510000"/>
                </a:xfrm>
                <a:custGeom>
                  <a:rect b="b" l="l" r="r" t="t"/>
                  <a:pathLst>
                    <a:path extrusionOk="0" h="20400" w="61835">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12112" name="Google Shape;12112;p87"/>
                <p:cNvSpPr/>
                <p:nvPr/>
              </p:nvSpPr>
              <p:spPr>
                <a:xfrm>
                  <a:off x="4624175" y="1521775"/>
                  <a:ext cx="58100" cy="73775"/>
                </a:xfrm>
                <a:custGeom>
                  <a:rect b="b" l="l" r="r" t="t"/>
                  <a:pathLst>
                    <a:path extrusionOk="0" h="2951" w="2324">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3" name="Google Shape;12113;p87"/>
                <p:cNvSpPr/>
                <p:nvPr/>
              </p:nvSpPr>
              <p:spPr>
                <a:xfrm>
                  <a:off x="4499150" y="1462675"/>
                  <a:ext cx="117200" cy="104100"/>
                </a:xfrm>
                <a:custGeom>
                  <a:rect b="b" l="l" r="r" t="t"/>
                  <a:pathLst>
                    <a:path extrusionOk="0" h="4164" w="4688">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4" name="Google Shape;12114;p87"/>
                <p:cNvSpPr/>
                <p:nvPr/>
              </p:nvSpPr>
              <p:spPr>
                <a:xfrm>
                  <a:off x="4241800" y="1706950"/>
                  <a:ext cx="130800" cy="246400"/>
                </a:xfrm>
                <a:custGeom>
                  <a:rect b="b" l="l" r="r" t="t"/>
                  <a:pathLst>
                    <a:path extrusionOk="0" h="9856" w="5232">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5" name="Google Shape;12115;p87"/>
                <p:cNvSpPr/>
                <p:nvPr/>
              </p:nvSpPr>
              <p:spPr>
                <a:xfrm>
                  <a:off x="4015475" y="1586100"/>
                  <a:ext cx="1901975" cy="1017450"/>
                </a:xfrm>
                <a:custGeom>
                  <a:rect b="b" l="l" r="r" t="t"/>
                  <a:pathLst>
                    <a:path extrusionOk="0" h="40698" w="76079">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A6CBC2"/>
                    </a:solidFill>
                  </a:endParaRPr>
                </a:p>
              </p:txBody>
            </p:sp>
            <p:sp>
              <p:nvSpPr>
                <p:cNvPr id="12116" name="Google Shape;12116;p87"/>
                <p:cNvSpPr/>
                <p:nvPr/>
              </p:nvSpPr>
              <p:spPr>
                <a:xfrm>
                  <a:off x="5538025" y="2213300"/>
                  <a:ext cx="94175" cy="208750"/>
                </a:xfrm>
                <a:custGeom>
                  <a:rect b="b" l="l" r="r" t="t"/>
                  <a:pathLst>
                    <a:path extrusionOk="0" h="8350" w="3767">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117" name="Google Shape;12117;p87"/>
            <p:cNvGrpSpPr/>
            <p:nvPr/>
          </p:nvGrpSpPr>
          <p:grpSpPr>
            <a:xfrm>
              <a:off x="3875768" y="2846704"/>
              <a:ext cx="44796" cy="47366"/>
              <a:chOff x="3960625" y="2587825"/>
              <a:chExt cx="94050" cy="104125"/>
            </a:xfrm>
          </p:grpSpPr>
          <p:sp>
            <p:nvSpPr>
              <p:cNvPr id="12118" name="Google Shape;12118;p87"/>
              <p:cNvSpPr/>
              <p:nvPr/>
            </p:nvSpPr>
            <p:spPr>
              <a:xfrm>
                <a:off x="3960625" y="2587825"/>
                <a:ext cx="94050" cy="51200"/>
              </a:xfrm>
              <a:custGeom>
                <a:rect b="b" l="l" r="r" t="t"/>
                <a:pathLst>
                  <a:path extrusionOk="0" h="2048" w="3762">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12119" name="Google Shape;12119;p87"/>
              <p:cNvSpPr/>
              <p:nvPr/>
            </p:nvSpPr>
            <p:spPr>
              <a:xfrm>
                <a:off x="3963000" y="2596725"/>
                <a:ext cx="86850" cy="95225"/>
              </a:xfrm>
              <a:custGeom>
                <a:rect b="b" l="l" r="r" t="t"/>
                <a:pathLst>
                  <a:path extrusionOk="0" h="3809" w="3474">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0" name="Google Shape;12120;p87"/>
            <p:cNvGrpSpPr/>
            <p:nvPr/>
          </p:nvGrpSpPr>
          <p:grpSpPr>
            <a:xfrm>
              <a:off x="3782759" y="2807162"/>
              <a:ext cx="82686" cy="85487"/>
              <a:chOff x="3765350" y="2500900"/>
              <a:chExt cx="173600" cy="187925"/>
            </a:xfrm>
          </p:grpSpPr>
          <p:sp>
            <p:nvSpPr>
              <p:cNvPr id="12121" name="Google Shape;12121;p87"/>
              <p:cNvSpPr/>
              <p:nvPr/>
            </p:nvSpPr>
            <p:spPr>
              <a:xfrm>
                <a:off x="3765350" y="2500900"/>
                <a:ext cx="108950" cy="64300"/>
              </a:xfrm>
              <a:custGeom>
                <a:rect b="b" l="l" r="r" t="t"/>
                <a:pathLst>
                  <a:path extrusionOk="0" h="2572" w="4358">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12122" name="Google Shape;12122;p87"/>
              <p:cNvSpPr/>
              <p:nvPr/>
            </p:nvSpPr>
            <p:spPr>
              <a:xfrm>
                <a:off x="3797175" y="2609800"/>
                <a:ext cx="2625" cy="3700"/>
              </a:xfrm>
              <a:custGeom>
                <a:rect b="b" l="l" r="r" t="t"/>
                <a:pathLst>
                  <a:path extrusionOk="0" h="148" w="105">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3" name="Google Shape;12123;p87"/>
              <p:cNvSpPr/>
              <p:nvPr/>
            </p:nvSpPr>
            <p:spPr>
              <a:xfrm>
                <a:off x="3796125" y="2610325"/>
                <a:ext cx="22525" cy="41875"/>
              </a:xfrm>
              <a:custGeom>
                <a:rect b="b" l="l" r="r" t="t"/>
                <a:pathLst>
                  <a:path extrusionOk="0" h="1675" w="901">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4" name="Google Shape;12124;p87"/>
              <p:cNvSpPr/>
              <p:nvPr/>
            </p:nvSpPr>
            <p:spPr>
              <a:xfrm>
                <a:off x="3821225" y="2579475"/>
                <a:ext cx="6300" cy="4200"/>
              </a:xfrm>
              <a:custGeom>
                <a:rect b="b" l="l" r="r" t="t"/>
                <a:pathLst>
                  <a:path extrusionOk="0" h="168" w="252">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5" name="Google Shape;12125;p87"/>
              <p:cNvSpPr/>
              <p:nvPr/>
            </p:nvSpPr>
            <p:spPr>
              <a:xfrm>
                <a:off x="3833800" y="2589400"/>
                <a:ext cx="1575" cy="1600"/>
              </a:xfrm>
              <a:custGeom>
                <a:rect b="b" l="l" r="r" t="t"/>
                <a:pathLst>
                  <a:path extrusionOk="0" h="64" w="63">
                    <a:moveTo>
                      <a:pt x="42" y="1"/>
                    </a:moveTo>
                    <a:lnTo>
                      <a:pt x="0" y="22"/>
                    </a:lnTo>
                    <a:lnTo>
                      <a:pt x="63" y="63"/>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6" name="Google Shape;12126;p87"/>
              <p:cNvSpPr/>
              <p:nvPr/>
            </p:nvSpPr>
            <p:spPr>
              <a:xfrm>
                <a:off x="3774675" y="2506225"/>
                <a:ext cx="164275" cy="182600"/>
              </a:xfrm>
              <a:custGeom>
                <a:rect b="b" l="l" r="r" t="t"/>
                <a:pathLst>
                  <a:path extrusionOk="0" h="7304" w="6571">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7" name="Google Shape;12127;p87"/>
            <p:cNvGrpSpPr/>
            <p:nvPr/>
          </p:nvGrpSpPr>
          <p:grpSpPr>
            <a:xfrm>
              <a:off x="3775674" y="2798496"/>
              <a:ext cx="40545" cy="23564"/>
              <a:chOff x="3750475" y="2481850"/>
              <a:chExt cx="85125" cy="51800"/>
            </a:xfrm>
          </p:grpSpPr>
          <p:sp>
            <p:nvSpPr>
              <p:cNvPr id="12128" name="Google Shape;12128;p87"/>
              <p:cNvSpPr/>
              <p:nvPr/>
            </p:nvSpPr>
            <p:spPr>
              <a:xfrm>
                <a:off x="3762125" y="2492625"/>
                <a:ext cx="64900" cy="36650"/>
              </a:xfrm>
              <a:custGeom>
                <a:rect b="b" l="l" r="r" t="t"/>
                <a:pathLst>
                  <a:path extrusionOk="0" h="1466" w="2596">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9" name="Google Shape;12129;p87"/>
              <p:cNvSpPr/>
              <p:nvPr/>
            </p:nvSpPr>
            <p:spPr>
              <a:xfrm>
                <a:off x="3750475" y="2481850"/>
                <a:ext cx="85125" cy="51800"/>
              </a:xfrm>
              <a:custGeom>
                <a:rect b="b" l="l" r="r" t="t"/>
                <a:pathLst>
                  <a:path extrusionOk="0" h="2072" w="3405">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12130" name="Google Shape;12130;p87"/>
            <p:cNvGrpSpPr/>
            <p:nvPr/>
          </p:nvGrpSpPr>
          <p:grpSpPr>
            <a:xfrm>
              <a:off x="3716946" y="2776024"/>
              <a:ext cx="81971" cy="76912"/>
              <a:chOff x="3627175" y="2432450"/>
              <a:chExt cx="172100" cy="169075"/>
            </a:xfrm>
          </p:grpSpPr>
          <p:sp>
            <p:nvSpPr>
              <p:cNvPr id="12131" name="Google Shape;12131;p87"/>
              <p:cNvSpPr/>
              <p:nvPr/>
            </p:nvSpPr>
            <p:spPr>
              <a:xfrm>
                <a:off x="3627175" y="2433000"/>
                <a:ext cx="164800" cy="156950"/>
              </a:xfrm>
              <a:custGeom>
                <a:rect b="b" l="l" r="r" t="t"/>
                <a:pathLst>
                  <a:path extrusionOk="0" h="6278" w="6592">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2" name="Google Shape;12132;p87"/>
              <p:cNvSpPr/>
              <p:nvPr/>
            </p:nvSpPr>
            <p:spPr>
              <a:xfrm>
                <a:off x="3658200" y="2557475"/>
                <a:ext cx="70850" cy="44050"/>
              </a:xfrm>
              <a:custGeom>
                <a:rect b="b" l="l" r="r" t="t"/>
                <a:pathLst>
                  <a:path extrusionOk="0" h="1762" w="2834">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12133" name="Google Shape;12133;p87"/>
              <p:cNvSpPr/>
              <p:nvPr/>
            </p:nvSpPr>
            <p:spPr>
              <a:xfrm>
                <a:off x="3719525" y="2432450"/>
                <a:ext cx="79750" cy="89900"/>
              </a:xfrm>
              <a:custGeom>
                <a:rect b="b" l="l" r="r" t="t"/>
                <a:pathLst>
                  <a:path extrusionOk="0" h="3596" w="319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12134" name="Google Shape;12134;p87"/>
            <p:cNvGrpSpPr/>
            <p:nvPr/>
          </p:nvGrpSpPr>
          <p:grpSpPr>
            <a:xfrm>
              <a:off x="3685682" y="2845624"/>
              <a:ext cx="29311" cy="45055"/>
              <a:chOff x="3561536" y="2585450"/>
              <a:chExt cx="61539" cy="99045"/>
            </a:xfrm>
          </p:grpSpPr>
          <p:sp>
            <p:nvSpPr>
              <p:cNvPr id="12135" name="Google Shape;12135;p87"/>
              <p:cNvSpPr/>
              <p:nvPr/>
            </p:nvSpPr>
            <p:spPr>
              <a:xfrm rot="192277">
                <a:off x="3564002" y="2593849"/>
                <a:ext cx="44498" cy="89472"/>
              </a:xfrm>
              <a:custGeom>
                <a:rect b="b" l="l" r="r" t="t"/>
                <a:pathLst>
                  <a:path extrusionOk="0" h="3579" w="178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6" name="Google Shape;12136;p87"/>
              <p:cNvSpPr/>
              <p:nvPr/>
            </p:nvSpPr>
            <p:spPr>
              <a:xfrm>
                <a:off x="3580800" y="2585450"/>
                <a:ext cx="42275" cy="93450"/>
              </a:xfrm>
              <a:custGeom>
                <a:rect b="b" l="l" r="r" t="t"/>
                <a:pathLst>
                  <a:path extrusionOk="0" h="3738" w="1691">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12137" name="Google Shape;12137;p87"/>
            <p:cNvGrpSpPr/>
            <p:nvPr/>
          </p:nvGrpSpPr>
          <p:grpSpPr>
            <a:xfrm>
              <a:off x="3849905" y="2572252"/>
              <a:ext cx="74339" cy="119559"/>
              <a:chOff x="3906325" y="1984500"/>
              <a:chExt cx="156075" cy="262825"/>
            </a:xfrm>
          </p:grpSpPr>
          <p:sp>
            <p:nvSpPr>
              <p:cNvPr id="12138" name="Google Shape;12138;p87"/>
              <p:cNvSpPr/>
              <p:nvPr/>
            </p:nvSpPr>
            <p:spPr>
              <a:xfrm>
                <a:off x="3906325" y="1984500"/>
                <a:ext cx="100825" cy="124200"/>
              </a:xfrm>
              <a:custGeom>
                <a:rect b="b" l="l" r="r" t="t"/>
                <a:pathLst>
                  <a:path extrusionOk="0" h="4968" w="4033">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12139" name="Google Shape;12139;p87"/>
              <p:cNvSpPr/>
              <p:nvPr/>
            </p:nvSpPr>
            <p:spPr>
              <a:xfrm>
                <a:off x="3919575" y="1989950"/>
                <a:ext cx="142825" cy="257375"/>
              </a:xfrm>
              <a:custGeom>
                <a:rect b="b" l="l" r="r" t="t"/>
                <a:pathLst>
                  <a:path extrusionOk="0" h="10295" w="5713">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40" name="Google Shape;12140;p87"/>
            <p:cNvGrpSpPr/>
            <p:nvPr/>
          </p:nvGrpSpPr>
          <p:grpSpPr>
            <a:xfrm>
              <a:off x="2654821" y="2414345"/>
              <a:ext cx="667570" cy="558731"/>
              <a:chOff x="1397225" y="1637375"/>
              <a:chExt cx="1401575" cy="1228250"/>
            </a:xfrm>
          </p:grpSpPr>
          <p:sp>
            <p:nvSpPr>
              <p:cNvPr id="12141" name="Google Shape;12141;p87"/>
              <p:cNvSpPr/>
              <p:nvPr/>
            </p:nvSpPr>
            <p:spPr>
              <a:xfrm>
                <a:off x="2050925" y="2362200"/>
                <a:ext cx="747875" cy="497225"/>
              </a:xfrm>
              <a:custGeom>
                <a:rect b="b" l="l" r="r" t="t"/>
                <a:pathLst>
                  <a:path extrusionOk="0" h="19889" w="29915">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12142" name="Google Shape;12142;p87"/>
              <p:cNvGrpSpPr/>
              <p:nvPr/>
            </p:nvGrpSpPr>
            <p:grpSpPr>
              <a:xfrm>
                <a:off x="1397225" y="1637375"/>
                <a:ext cx="1398775" cy="1228250"/>
                <a:chOff x="1397225" y="1637375"/>
                <a:chExt cx="1398775" cy="1228250"/>
              </a:xfrm>
            </p:grpSpPr>
            <p:sp>
              <p:nvSpPr>
                <p:cNvPr id="12143" name="Google Shape;12143;p87"/>
                <p:cNvSpPr/>
                <p:nvPr/>
              </p:nvSpPr>
              <p:spPr>
                <a:xfrm>
                  <a:off x="1397225" y="1637375"/>
                  <a:ext cx="692600" cy="594250"/>
                </a:xfrm>
                <a:custGeom>
                  <a:rect b="b" l="l" r="r" t="t"/>
                  <a:pathLst>
                    <a:path extrusionOk="0" h="23770" w="27704">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4" name="Google Shape;12144;p87"/>
                <p:cNvSpPr/>
                <p:nvPr/>
              </p:nvSpPr>
              <p:spPr>
                <a:xfrm>
                  <a:off x="1979950" y="2384350"/>
                  <a:ext cx="816050" cy="481275"/>
                </a:xfrm>
                <a:custGeom>
                  <a:rect b="b" l="l" r="r" t="t"/>
                  <a:pathLst>
                    <a:path extrusionOk="0" h="19251" w="32642">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145" name="Google Shape;12145;p87"/>
            <p:cNvGrpSpPr/>
            <p:nvPr/>
          </p:nvGrpSpPr>
          <p:grpSpPr>
            <a:xfrm>
              <a:off x="3230417" y="3103734"/>
              <a:ext cx="282982" cy="280332"/>
              <a:chOff x="2605700" y="3152850"/>
              <a:chExt cx="594125" cy="616250"/>
            </a:xfrm>
          </p:grpSpPr>
          <p:sp>
            <p:nvSpPr>
              <p:cNvPr id="12146" name="Google Shape;12146;p87"/>
              <p:cNvSpPr/>
              <p:nvPr/>
            </p:nvSpPr>
            <p:spPr>
              <a:xfrm>
                <a:off x="2605700" y="3152850"/>
                <a:ext cx="379825" cy="616250"/>
              </a:xfrm>
              <a:custGeom>
                <a:rect b="b" l="l" r="r" t="t"/>
                <a:pathLst>
                  <a:path extrusionOk="0" h="24650" w="15193">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12147" name="Google Shape;12147;p87"/>
              <p:cNvSpPr/>
              <p:nvPr/>
            </p:nvSpPr>
            <p:spPr>
              <a:xfrm>
                <a:off x="2632775" y="3168475"/>
                <a:ext cx="567050" cy="590050"/>
              </a:xfrm>
              <a:custGeom>
                <a:rect b="b" l="l" r="r" t="t"/>
                <a:pathLst>
                  <a:path extrusionOk="0" h="23602" w="22682">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6B65"/>
                  </a:solidFill>
                </a:endParaRPr>
              </a:p>
            </p:txBody>
          </p:sp>
        </p:grpSp>
        <p:grpSp>
          <p:nvGrpSpPr>
            <p:cNvPr id="12148" name="Google Shape;12148;p87"/>
            <p:cNvGrpSpPr/>
            <p:nvPr/>
          </p:nvGrpSpPr>
          <p:grpSpPr>
            <a:xfrm>
              <a:off x="3265985" y="3226989"/>
              <a:ext cx="87151" cy="346202"/>
              <a:chOff x="2680375" y="3423800"/>
              <a:chExt cx="182975" cy="761050"/>
            </a:xfrm>
          </p:grpSpPr>
          <p:sp>
            <p:nvSpPr>
              <p:cNvPr id="12149" name="Google Shape;12149;p87"/>
              <p:cNvSpPr/>
              <p:nvPr/>
            </p:nvSpPr>
            <p:spPr>
              <a:xfrm>
                <a:off x="2698650" y="3423800"/>
                <a:ext cx="164700" cy="703875"/>
              </a:xfrm>
              <a:custGeom>
                <a:rect b="b" l="l" r="r" t="t"/>
                <a:pathLst>
                  <a:path extrusionOk="0" h="28155" w="6588">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12150" name="Google Shape;12150;p87"/>
              <p:cNvSpPr/>
              <p:nvPr/>
            </p:nvSpPr>
            <p:spPr>
              <a:xfrm>
                <a:off x="2680375" y="3510050"/>
                <a:ext cx="137075" cy="674800"/>
              </a:xfrm>
              <a:custGeom>
                <a:rect b="b" l="l" r="r" t="t"/>
                <a:pathLst>
                  <a:path extrusionOk="0" h="26992" w="5483">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51" name="Google Shape;12151;p87"/>
            <p:cNvGrpSpPr/>
            <p:nvPr/>
          </p:nvGrpSpPr>
          <p:grpSpPr>
            <a:xfrm>
              <a:off x="3855466" y="3289811"/>
              <a:ext cx="112514" cy="94210"/>
              <a:chOff x="3918000" y="3561900"/>
              <a:chExt cx="236225" cy="207100"/>
            </a:xfrm>
          </p:grpSpPr>
          <p:sp>
            <p:nvSpPr>
              <p:cNvPr id="12152" name="Google Shape;12152;p87"/>
              <p:cNvSpPr/>
              <p:nvPr/>
            </p:nvSpPr>
            <p:spPr>
              <a:xfrm>
                <a:off x="3925800" y="3561900"/>
                <a:ext cx="228425" cy="170000"/>
              </a:xfrm>
              <a:custGeom>
                <a:rect b="b" l="l" r="r" t="t"/>
                <a:pathLst>
                  <a:path extrusionOk="0" h="6800" w="9137">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12153" name="Google Shape;12153;p87"/>
              <p:cNvSpPr/>
              <p:nvPr/>
            </p:nvSpPr>
            <p:spPr>
              <a:xfrm>
                <a:off x="3918000" y="3569675"/>
                <a:ext cx="229150" cy="199325"/>
              </a:xfrm>
              <a:custGeom>
                <a:rect b="b" l="l" r="r" t="t"/>
                <a:pathLst>
                  <a:path extrusionOk="0" h="7973" w="9166">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154" name="Google Shape;12154;p87"/>
            <p:cNvSpPr/>
            <p:nvPr/>
          </p:nvSpPr>
          <p:spPr>
            <a:xfrm>
              <a:off x="3292646" y="3020419"/>
              <a:ext cx="18695" cy="5482"/>
            </a:xfrm>
            <a:custGeom>
              <a:rect b="b" l="l" r="r" t="t"/>
              <a:pathLst>
                <a:path extrusionOk="0" h="482" w="157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5" name="Google Shape;12155;p87"/>
            <p:cNvSpPr/>
            <p:nvPr/>
          </p:nvSpPr>
          <p:spPr>
            <a:xfrm>
              <a:off x="3260258" y="3010662"/>
              <a:ext cx="26423" cy="16661"/>
            </a:xfrm>
            <a:custGeom>
              <a:rect b="b" l="l" r="r" t="t"/>
              <a:pathLst>
                <a:path extrusionOk="0" h="1465" w="2219">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6" name="Google Shape;12156;p87"/>
            <p:cNvSpPr/>
            <p:nvPr/>
          </p:nvSpPr>
          <p:spPr>
            <a:xfrm>
              <a:off x="3408744" y="2329870"/>
              <a:ext cx="289769" cy="354333"/>
            </a:xfrm>
            <a:custGeom>
              <a:rect b="b" l="l" r="r" t="t"/>
              <a:pathLst>
                <a:path extrusionOk="0" h="31157" w="24335">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6B65"/>
                </a:solidFill>
              </a:endParaRPr>
            </a:p>
          </p:txBody>
        </p:sp>
        <p:grpSp>
          <p:nvGrpSpPr>
            <p:cNvPr id="12157" name="Google Shape;12157;p87"/>
            <p:cNvGrpSpPr/>
            <p:nvPr/>
          </p:nvGrpSpPr>
          <p:grpSpPr>
            <a:xfrm>
              <a:off x="2905224" y="2311071"/>
              <a:ext cx="596721" cy="528992"/>
              <a:chOff x="1922950" y="1410350"/>
              <a:chExt cx="1252825" cy="1162875"/>
            </a:xfrm>
          </p:grpSpPr>
          <p:sp>
            <p:nvSpPr>
              <p:cNvPr id="12158" name="Google Shape;12158;p87"/>
              <p:cNvSpPr/>
              <p:nvPr/>
            </p:nvSpPr>
            <p:spPr>
              <a:xfrm>
                <a:off x="1988325" y="2333100"/>
                <a:ext cx="52325" cy="65925"/>
              </a:xfrm>
              <a:custGeom>
                <a:rect b="b" l="l" r="r" t="t"/>
                <a:pathLst>
                  <a:path extrusionOk="0" h="2637" w="2093">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9" name="Google Shape;12159;p87"/>
              <p:cNvSpPr/>
              <p:nvPr/>
            </p:nvSpPr>
            <p:spPr>
              <a:xfrm>
                <a:off x="1953800" y="2242075"/>
                <a:ext cx="23050" cy="54425"/>
              </a:xfrm>
              <a:custGeom>
                <a:rect b="b" l="l" r="r" t="t"/>
                <a:pathLst>
                  <a:path extrusionOk="0" h="2177" w="922">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0" name="Google Shape;12160;p87"/>
              <p:cNvSpPr/>
              <p:nvPr/>
            </p:nvSpPr>
            <p:spPr>
              <a:xfrm>
                <a:off x="2552225" y="1885325"/>
                <a:ext cx="48150" cy="48675"/>
              </a:xfrm>
              <a:custGeom>
                <a:rect b="b" l="l" r="r" t="t"/>
                <a:pathLst>
                  <a:path extrusionOk="0" h="1947" w="1926">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1" name="Google Shape;12161;p87"/>
              <p:cNvSpPr/>
              <p:nvPr/>
            </p:nvSpPr>
            <p:spPr>
              <a:xfrm>
                <a:off x="2722750" y="1634775"/>
                <a:ext cx="145950" cy="133925"/>
              </a:xfrm>
              <a:custGeom>
                <a:rect b="b" l="l" r="r" t="t"/>
                <a:pathLst>
                  <a:path extrusionOk="0" h="5357" w="5838">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2" name="Google Shape;12162;p87"/>
              <p:cNvSpPr/>
              <p:nvPr/>
            </p:nvSpPr>
            <p:spPr>
              <a:xfrm>
                <a:off x="2687175" y="1694400"/>
                <a:ext cx="33500" cy="37675"/>
              </a:xfrm>
              <a:custGeom>
                <a:rect b="b" l="l" r="r" t="t"/>
                <a:pathLst>
                  <a:path extrusionOk="0" h="1507" w="134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3" name="Google Shape;12163;p87"/>
              <p:cNvSpPr/>
              <p:nvPr/>
            </p:nvSpPr>
            <p:spPr>
              <a:xfrm>
                <a:off x="2605050" y="1520200"/>
                <a:ext cx="42400" cy="26175"/>
              </a:xfrm>
              <a:custGeom>
                <a:rect b="b" l="l" r="r" t="t"/>
                <a:pathLst>
                  <a:path extrusionOk="0" h="1047" w="1696">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4" name="Google Shape;12164;p87"/>
              <p:cNvSpPr/>
              <p:nvPr/>
            </p:nvSpPr>
            <p:spPr>
              <a:xfrm>
                <a:off x="2443425" y="1547400"/>
                <a:ext cx="109875" cy="60700"/>
              </a:xfrm>
              <a:custGeom>
                <a:rect b="b" l="l" r="r" t="t"/>
                <a:pathLst>
                  <a:path extrusionOk="0" h="2428" w="4395">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5" name="Google Shape;12165;p87"/>
              <p:cNvSpPr/>
              <p:nvPr/>
            </p:nvSpPr>
            <p:spPr>
              <a:xfrm>
                <a:off x="2580975" y="1547400"/>
                <a:ext cx="48150" cy="32475"/>
              </a:xfrm>
              <a:custGeom>
                <a:rect b="b" l="l" r="r" t="t"/>
                <a:pathLst>
                  <a:path extrusionOk="0" h="1299" w="1926">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6" name="Google Shape;12166;p87"/>
              <p:cNvSpPr/>
              <p:nvPr/>
            </p:nvSpPr>
            <p:spPr>
              <a:xfrm>
                <a:off x="2474800" y="1600250"/>
                <a:ext cx="142825" cy="88425"/>
              </a:xfrm>
              <a:custGeom>
                <a:rect b="b" l="l" r="r" t="t"/>
                <a:pathLst>
                  <a:path extrusionOk="0" h="3537" w="5713">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7" name="Google Shape;12167;p87"/>
              <p:cNvSpPr/>
              <p:nvPr/>
            </p:nvSpPr>
            <p:spPr>
              <a:xfrm>
                <a:off x="2638000" y="1637900"/>
                <a:ext cx="69075" cy="67500"/>
              </a:xfrm>
              <a:custGeom>
                <a:rect b="b" l="l" r="r" t="t"/>
                <a:pathLst>
                  <a:path extrusionOk="0" h="2700" w="2763">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8" name="Google Shape;12168;p87"/>
              <p:cNvSpPr/>
              <p:nvPr/>
            </p:nvSpPr>
            <p:spPr>
              <a:xfrm>
                <a:off x="2686125" y="1510800"/>
                <a:ext cx="62275" cy="87900"/>
              </a:xfrm>
              <a:custGeom>
                <a:rect b="b" l="l" r="r" t="t"/>
                <a:pathLst>
                  <a:path extrusionOk="0" h="3516" w="2491">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9" name="Google Shape;12169;p87"/>
              <p:cNvSpPr/>
              <p:nvPr/>
            </p:nvSpPr>
            <p:spPr>
              <a:xfrm>
                <a:off x="2799125" y="1455875"/>
                <a:ext cx="96775" cy="158525"/>
              </a:xfrm>
              <a:custGeom>
                <a:rect b="b" l="l" r="r" t="t"/>
                <a:pathLst>
                  <a:path extrusionOk="0" h="6341" w="3871">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0" name="Google Shape;12170;p87"/>
              <p:cNvSpPr/>
              <p:nvPr/>
            </p:nvSpPr>
            <p:spPr>
              <a:xfrm>
                <a:off x="2744725" y="1557875"/>
                <a:ext cx="36625" cy="48150"/>
              </a:xfrm>
              <a:custGeom>
                <a:rect b="b" l="l" r="r" t="t"/>
                <a:pathLst>
                  <a:path extrusionOk="0" h="1926" w="1465">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1" name="Google Shape;12171;p87"/>
              <p:cNvSpPr/>
              <p:nvPr/>
            </p:nvSpPr>
            <p:spPr>
              <a:xfrm>
                <a:off x="2789175" y="1410350"/>
                <a:ext cx="386600" cy="302375"/>
              </a:xfrm>
              <a:custGeom>
                <a:rect b="b" l="l" r="r" t="t"/>
                <a:pathLst>
                  <a:path extrusionOk="0" h="12095" w="15464">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2" name="Google Shape;12172;p87"/>
              <p:cNvSpPr/>
              <p:nvPr/>
            </p:nvSpPr>
            <p:spPr>
              <a:xfrm>
                <a:off x="2905300" y="2401625"/>
                <a:ext cx="91575" cy="98875"/>
              </a:xfrm>
              <a:custGeom>
                <a:rect b="b" l="l" r="r" t="t"/>
                <a:pathLst>
                  <a:path extrusionOk="0" h="3955" w="3663">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3" name="Google Shape;12173;p87"/>
              <p:cNvSpPr/>
              <p:nvPr/>
            </p:nvSpPr>
            <p:spPr>
              <a:xfrm>
                <a:off x="1922950" y="1659350"/>
                <a:ext cx="1050900" cy="913875"/>
              </a:xfrm>
              <a:custGeom>
                <a:rect b="b" l="l" r="r" t="t"/>
                <a:pathLst>
                  <a:path extrusionOk="0" h="36555" w="42036">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A6CBC2"/>
                  </a:solidFill>
                </a:endParaRPr>
              </a:p>
            </p:txBody>
          </p:sp>
        </p:grpSp>
        <p:sp>
          <p:nvSpPr>
            <p:cNvPr id="12174" name="Google Shape;12174;p87"/>
            <p:cNvSpPr/>
            <p:nvPr/>
          </p:nvSpPr>
          <p:spPr>
            <a:xfrm>
              <a:off x="3216902" y="3020658"/>
              <a:ext cx="15456" cy="5959"/>
            </a:xfrm>
            <a:custGeom>
              <a:rect b="b" l="l" r="r" t="t"/>
              <a:pathLst>
                <a:path extrusionOk="0" h="524" w="1298">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5" name="Google Shape;12175;p87"/>
            <p:cNvSpPr/>
            <p:nvPr/>
          </p:nvSpPr>
          <p:spPr>
            <a:xfrm>
              <a:off x="3243063" y="3010423"/>
              <a:ext cx="19695" cy="13340"/>
            </a:xfrm>
            <a:custGeom>
              <a:rect b="b" l="l" r="r" t="t"/>
              <a:pathLst>
                <a:path extrusionOk="0" h="1173" w="1654">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6" name="Google Shape;12176;p87"/>
            <p:cNvSpPr/>
            <p:nvPr/>
          </p:nvSpPr>
          <p:spPr>
            <a:xfrm>
              <a:off x="3173297" y="2986859"/>
              <a:ext cx="73267" cy="24997"/>
            </a:xfrm>
            <a:custGeom>
              <a:rect b="b" l="l" r="r" t="t"/>
              <a:pathLst>
                <a:path extrusionOk="0" h="2198" w="6153">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7" name="Google Shape;12177;p87"/>
            <p:cNvSpPr/>
            <p:nvPr/>
          </p:nvSpPr>
          <p:spPr>
            <a:xfrm>
              <a:off x="3371128" y="3527019"/>
              <a:ext cx="18695" cy="10247"/>
            </a:xfrm>
            <a:custGeom>
              <a:rect b="b" l="l" r="r" t="t"/>
              <a:pathLst>
                <a:path extrusionOk="0" h="901" w="157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8" name="Google Shape;12178;p87"/>
            <p:cNvSpPr/>
            <p:nvPr/>
          </p:nvSpPr>
          <p:spPr>
            <a:xfrm>
              <a:off x="3183264" y="3080853"/>
              <a:ext cx="38140" cy="16672"/>
            </a:xfrm>
            <a:custGeom>
              <a:rect b="b" l="l" r="r" t="t"/>
              <a:pathLst>
                <a:path extrusionOk="0" h="1466" w="3203">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9" name="Google Shape;12179;p87"/>
            <p:cNvSpPr/>
            <p:nvPr/>
          </p:nvSpPr>
          <p:spPr>
            <a:xfrm>
              <a:off x="3163092" y="3070629"/>
              <a:ext cx="23172" cy="20709"/>
            </a:xfrm>
            <a:custGeom>
              <a:rect b="b" l="l" r="r" t="t"/>
              <a:pathLst>
                <a:path extrusionOk="0" h="1821" w="1946">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0" name="Google Shape;12180;p87"/>
            <p:cNvSpPr/>
            <p:nvPr/>
          </p:nvSpPr>
          <p:spPr>
            <a:xfrm>
              <a:off x="3150875" y="3043494"/>
              <a:ext cx="32150" cy="30467"/>
            </a:xfrm>
            <a:custGeom>
              <a:rect b="b" l="l" r="r" t="t"/>
              <a:pathLst>
                <a:path extrusionOk="0" h="2679" w="270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1" name="Google Shape;12181;p87"/>
            <p:cNvSpPr/>
            <p:nvPr/>
          </p:nvSpPr>
          <p:spPr>
            <a:xfrm>
              <a:off x="3140409" y="3037308"/>
              <a:ext cx="43617" cy="20948"/>
            </a:xfrm>
            <a:custGeom>
              <a:rect b="b" l="l" r="r" t="t"/>
              <a:pathLst>
                <a:path extrusionOk="0" h="1842" w="3663">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2" name="Google Shape;12182;p87"/>
            <p:cNvSpPr/>
            <p:nvPr/>
          </p:nvSpPr>
          <p:spPr>
            <a:xfrm>
              <a:off x="3134431" y="3048737"/>
              <a:ext cx="17206" cy="9519"/>
            </a:xfrm>
            <a:custGeom>
              <a:rect b="b" l="l" r="r" t="t"/>
              <a:pathLst>
                <a:path extrusionOk="0" h="837" w="1445">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3" name="Google Shape;12183;p87"/>
            <p:cNvSpPr/>
            <p:nvPr/>
          </p:nvSpPr>
          <p:spPr>
            <a:xfrm>
              <a:off x="3142159" y="3021841"/>
              <a:ext cx="7978" cy="16672"/>
            </a:xfrm>
            <a:custGeom>
              <a:rect b="b" l="l" r="r" t="t"/>
              <a:pathLst>
                <a:path extrusionOk="0" h="1466" w="67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4" name="Google Shape;12184;p87"/>
            <p:cNvSpPr/>
            <p:nvPr/>
          </p:nvSpPr>
          <p:spPr>
            <a:xfrm>
              <a:off x="3120487" y="3025651"/>
              <a:ext cx="28411" cy="28568"/>
            </a:xfrm>
            <a:custGeom>
              <a:rect b="b" l="l" r="r" t="t"/>
              <a:pathLst>
                <a:path extrusionOk="0" h="2512" w="2386">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5" name="Google Shape;12185;p87"/>
            <p:cNvSpPr/>
            <p:nvPr/>
          </p:nvSpPr>
          <p:spPr>
            <a:xfrm>
              <a:off x="2965761" y="2909287"/>
              <a:ext cx="196343" cy="138983"/>
            </a:xfrm>
            <a:custGeom>
              <a:rect b="b" l="l" r="r" t="t"/>
              <a:pathLst>
                <a:path extrusionOk="0" h="12221" w="16489">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6" name="Google Shape;12186;p87"/>
            <p:cNvSpPr/>
            <p:nvPr/>
          </p:nvSpPr>
          <p:spPr>
            <a:xfrm>
              <a:off x="3378594" y="3107749"/>
              <a:ext cx="19445" cy="26657"/>
            </a:xfrm>
            <a:custGeom>
              <a:rect b="b" l="l" r="r" t="t"/>
              <a:pathLst>
                <a:path extrusionOk="0" h="2344" w="1633">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7" name="Google Shape;12187;p87"/>
            <p:cNvSpPr/>
            <p:nvPr/>
          </p:nvSpPr>
          <p:spPr>
            <a:xfrm>
              <a:off x="3354434" y="3105122"/>
              <a:ext cx="27661" cy="28807"/>
            </a:xfrm>
            <a:custGeom>
              <a:rect b="b" l="l" r="r" t="t"/>
              <a:pathLst>
                <a:path extrusionOk="0" h="2533" w="2323">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8" name="Google Shape;12188;p87"/>
            <p:cNvSpPr/>
            <p:nvPr/>
          </p:nvSpPr>
          <p:spPr>
            <a:xfrm>
              <a:off x="3331012" y="3088711"/>
              <a:ext cx="34639" cy="49743"/>
            </a:xfrm>
            <a:custGeom>
              <a:rect b="b" l="l" r="r" t="t"/>
              <a:pathLst>
                <a:path extrusionOk="0" h="4374" w="2909">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9" name="Google Shape;12189;p87"/>
            <p:cNvSpPr/>
            <p:nvPr/>
          </p:nvSpPr>
          <p:spPr>
            <a:xfrm>
              <a:off x="3250041" y="3063487"/>
              <a:ext cx="91450" cy="78538"/>
            </a:xfrm>
            <a:custGeom>
              <a:rect b="b" l="l" r="r" t="t"/>
              <a:pathLst>
                <a:path extrusionOk="0" h="6906" w="768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0" name="Google Shape;12190;p87"/>
            <p:cNvSpPr/>
            <p:nvPr/>
          </p:nvSpPr>
          <p:spPr>
            <a:xfrm>
              <a:off x="3209425" y="3061815"/>
              <a:ext cx="82733" cy="112565"/>
            </a:xfrm>
            <a:custGeom>
              <a:rect b="b" l="l" r="r" t="t"/>
              <a:pathLst>
                <a:path extrusionOk="0" h="9898" w="6948">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1" name="Google Shape;12191;p87"/>
            <p:cNvSpPr/>
            <p:nvPr/>
          </p:nvSpPr>
          <p:spPr>
            <a:xfrm>
              <a:off x="3195231" y="3136533"/>
              <a:ext cx="40867" cy="42852"/>
            </a:xfrm>
            <a:custGeom>
              <a:rect b="b" l="l" r="r" t="t"/>
              <a:pathLst>
                <a:path extrusionOk="0" h="3768" w="3432">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2" name="Google Shape;12192;p87"/>
            <p:cNvSpPr/>
            <p:nvPr/>
          </p:nvSpPr>
          <p:spPr>
            <a:xfrm>
              <a:off x="3192980" y="3146290"/>
              <a:ext cx="88711" cy="124938"/>
            </a:xfrm>
            <a:custGeom>
              <a:rect b="b" l="l" r="r" t="t"/>
              <a:pathLst>
                <a:path extrusionOk="0" h="10986" w="745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3" name="Google Shape;12193;p87"/>
            <p:cNvSpPr/>
            <p:nvPr/>
          </p:nvSpPr>
          <p:spPr>
            <a:xfrm>
              <a:off x="3275452" y="3211250"/>
              <a:ext cx="85722" cy="91389"/>
            </a:xfrm>
            <a:custGeom>
              <a:rect b="b" l="l" r="r" t="t"/>
              <a:pathLst>
                <a:path extrusionOk="0" h="8036" w="7199">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6B65"/>
                </a:solidFill>
              </a:endParaRPr>
            </a:p>
          </p:txBody>
        </p:sp>
        <p:sp>
          <p:nvSpPr>
            <p:cNvPr id="12194" name="Google Shape;12194;p87"/>
            <p:cNvSpPr/>
            <p:nvPr/>
          </p:nvSpPr>
          <p:spPr>
            <a:xfrm>
              <a:off x="3327273" y="3275982"/>
              <a:ext cx="58811" cy="59262"/>
            </a:xfrm>
            <a:custGeom>
              <a:rect b="b" l="l" r="r" t="t"/>
              <a:pathLst>
                <a:path extrusionOk="0" h="5211" w="4939">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A6CBC2"/>
                </a:solidFill>
              </a:endParaRPr>
            </a:p>
          </p:txBody>
        </p:sp>
        <p:sp>
          <p:nvSpPr>
            <p:cNvPr id="12195" name="Google Shape;12195;p87"/>
            <p:cNvSpPr/>
            <p:nvPr/>
          </p:nvSpPr>
          <p:spPr>
            <a:xfrm>
              <a:off x="3363150" y="3352838"/>
              <a:ext cx="34889" cy="37848"/>
            </a:xfrm>
            <a:custGeom>
              <a:rect b="b" l="l" r="r" t="t"/>
              <a:pathLst>
                <a:path extrusionOk="0" h="3328" w="293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96" name="Google Shape;12196;p87"/>
            <p:cNvGrpSpPr/>
            <p:nvPr/>
          </p:nvGrpSpPr>
          <p:grpSpPr>
            <a:xfrm>
              <a:off x="3280929" y="3294542"/>
              <a:ext cx="109894" cy="272224"/>
              <a:chOff x="2711750" y="3572300"/>
              <a:chExt cx="230725" cy="598425"/>
            </a:xfrm>
          </p:grpSpPr>
          <p:sp>
            <p:nvSpPr>
              <p:cNvPr id="12197" name="Google Shape;12197;p87"/>
              <p:cNvSpPr/>
              <p:nvPr/>
            </p:nvSpPr>
            <p:spPr>
              <a:xfrm>
                <a:off x="2711750" y="3572300"/>
                <a:ext cx="230725" cy="538800"/>
              </a:xfrm>
              <a:custGeom>
                <a:rect b="b" l="l" r="r" t="t"/>
                <a:pathLst>
                  <a:path extrusionOk="0" h="21552" w="9229">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8" name="Google Shape;12198;p87"/>
              <p:cNvSpPr/>
              <p:nvPr/>
            </p:nvSpPr>
            <p:spPr>
              <a:xfrm>
                <a:off x="2804875" y="4134625"/>
                <a:ext cx="51800" cy="36100"/>
              </a:xfrm>
              <a:custGeom>
                <a:rect b="b" l="l" r="r" t="t"/>
                <a:pathLst>
                  <a:path extrusionOk="0" h="1444" w="2072">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199" name="Google Shape;12199;p87"/>
            <p:cNvSpPr/>
            <p:nvPr/>
          </p:nvSpPr>
          <p:spPr>
            <a:xfrm>
              <a:off x="4563295" y="2964728"/>
              <a:ext cx="12467" cy="27863"/>
            </a:xfrm>
            <a:custGeom>
              <a:rect b="b" l="l" r="r" t="t"/>
              <a:pathLst>
                <a:path extrusionOk="0" h="2450" w="1047">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00" name="Google Shape;12200;p87"/>
            <p:cNvGrpSpPr/>
            <p:nvPr/>
          </p:nvGrpSpPr>
          <p:grpSpPr>
            <a:xfrm>
              <a:off x="3790439" y="2408636"/>
              <a:ext cx="73017" cy="75684"/>
              <a:chOff x="3781475" y="1624825"/>
              <a:chExt cx="153300" cy="166375"/>
            </a:xfrm>
          </p:grpSpPr>
          <p:sp>
            <p:nvSpPr>
              <p:cNvPr id="12201" name="Google Shape;12201;p87"/>
              <p:cNvSpPr/>
              <p:nvPr/>
            </p:nvSpPr>
            <p:spPr>
              <a:xfrm>
                <a:off x="3845300" y="1624825"/>
                <a:ext cx="89475" cy="60700"/>
              </a:xfrm>
              <a:custGeom>
                <a:rect b="b" l="l" r="r" t="t"/>
                <a:pathLst>
                  <a:path extrusionOk="0" h="2428" w="3579">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2" name="Google Shape;12202;p87"/>
              <p:cNvSpPr/>
              <p:nvPr/>
            </p:nvSpPr>
            <p:spPr>
              <a:xfrm>
                <a:off x="3875625" y="1704850"/>
                <a:ext cx="21475" cy="18350"/>
              </a:xfrm>
              <a:custGeom>
                <a:rect b="b" l="l" r="r" t="t"/>
                <a:pathLst>
                  <a:path extrusionOk="0" h="734" w="859">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3" name="Google Shape;12203;p87"/>
              <p:cNvSpPr/>
              <p:nvPr/>
            </p:nvSpPr>
            <p:spPr>
              <a:xfrm>
                <a:off x="3883475" y="1716375"/>
                <a:ext cx="39275" cy="43425"/>
              </a:xfrm>
              <a:custGeom>
                <a:rect b="b" l="l" r="r" t="t"/>
                <a:pathLst>
                  <a:path extrusionOk="0" h="1737" w="1571">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4" name="Google Shape;12204;p87"/>
              <p:cNvSpPr/>
              <p:nvPr/>
            </p:nvSpPr>
            <p:spPr>
              <a:xfrm>
                <a:off x="3781475" y="1649925"/>
                <a:ext cx="102550" cy="141275"/>
              </a:xfrm>
              <a:custGeom>
                <a:rect b="b" l="l" r="r" t="t"/>
                <a:pathLst>
                  <a:path extrusionOk="0" h="5651" w="4102">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05" name="Google Shape;12205;p87"/>
            <p:cNvSpPr/>
            <p:nvPr/>
          </p:nvSpPr>
          <p:spPr>
            <a:xfrm>
              <a:off x="4614379" y="2777935"/>
              <a:ext cx="83472" cy="139700"/>
            </a:xfrm>
            <a:custGeom>
              <a:rect b="b" l="l" r="r" t="t"/>
              <a:pathLst>
                <a:path extrusionOk="0" h="12284" w="701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6" name="Google Shape;12206;p87"/>
            <p:cNvSpPr/>
            <p:nvPr/>
          </p:nvSpPr>
          <p:spPr>
            <a:xfrm>
              <a:off x="4580490" y="2850992"/>
              <a:ext cx="28661" cy="38087"/>
            </a:xfrm>
            <a:custGeom>
              <a:rect b="b" l="l" r="r" t="t"/>
              <a:pathLst>
                <a:path extrusionOk="0" h="3349" w="2407">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7" name="Google Shape;12207;p87"/>
            <p:cNvSpPr/>
            <p:nvPr/>
          </p:nvSpPr>
          <p:spPr>
            <a:xfrm>
              <a:off x="4566534" y="2807208"/>
              <a:ext cx="32650" cy="53553"/>
            </a:xfrm>
            <a:custGeom>
              <a:rect b="b" l="l" r="r" t="t"/>
              <a:pathLst>
                <a:path extrusionOk="0" h="4709" w="2742">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8" name="Google Shape;12208;p87"/>
            <p:cNvSpPr/>
            <p:nvPr/>
          </p:nvSpPr>
          <p:spPr>
            <a:xfrm>
              <a:off x="4301938" y="2737722"/>
              <a:ext cx="211787" cy="95438"/>
            </a:xfrm>
            <a:custGeom>
              <a:rect b="b" l="l" r="r" t="t"/>
              <a:pathLst>
                <a:path extrusionOk="0" h="8392" w="17786">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9" name="Google Shape;12209;p87"/>
            <p:cNvSpPr/>
            <p:nvPr/>
          </p:nvSpPr>
          <p:spPr>
            <a:xfrm>
              <a:off x="4718522" y="3165089"/>
              <a:ext cx="67277" cy="54986"/>
            </a:xfrm>
            <a:custGeom>
              <a:rect b="b" l="l" r="r" t="t"/>
              <a:pathLst>
                <a:path extrusionOk="0" h="4835" w="565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0" name="Google Shape;12210;p87"/>
            <p:cNvSpPr/>
            <p:nvPr/>
          </p:nvSpPr>
          <p:spPr>
            <a:xfrm>
              <a:off x="4567785" y="3016610"/>
              <a:ext cx="54822" cy="91389"/>
            </a:xfrm>
            <a:custGeom>
              <a:rect b="b" l="l" r="r" t="t"/>
              <a:pathLst>
                <a:path extrusionOk="0" h="8036" w="4604">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1" name="Google Shape;12211;p87"/>
            <p:cNvSpPr/>
            <p:nvPr/>
          </p:nvSpPr>
          <p:spPr>
            <a:xfrm>
              <a:off x="4595934" y="3205063"/>
              <a:ext cx="26673" cy="13340"/>
            </a:xfrm>
            <a:custGeom>
              <a:rect b="b" l="l" r="r" t="t"/>
              <a:pathLst>
                <a:path extrusionOk="0" h="1173" w="224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12" name="Google Shape;12212;p87"/>
            <p:cNvGrpSpPr/>
            <p:nvPr/>
          </p:nvGrpSpPr>
          <p:grpSpPr>
            <a:xfrm>
              <a:off x="4403342" y="3107749"/>
              <a:ext cx="316680" cy="101374"/>
              <a:chOff x="5068275" y="3161675"/>
              <a:chExt cx="664875" cy="222850"/>
            </a:xfrm>
          </p:grpSpPr>
          <p:sp>
            <p:nvSpPr>
              <p:cNvPr id="12213" name="Google Shape;12213;p87"/>
              <p:cNvSpPr/>
              <p:nvPr/>
            </p:nvSpPr>
            <p:spPr>
              <a:xfrm>
                <a:off x="5408300" y="3224425"/>
                <a:ext cx="96775" cy="107800"/>
              </a:xfrm>
              <a:custGeom>
                <a:rect b="b" l="l" r="r" t="t"/>
                <a:pathLst>
                  <a:path extrusionOk="0" h="4312" w="3871">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4" name="Google Shape;12214;p87"/>
              <p:cNvSpPr/>
              <p:nvPr/>
            </p:nvSpPr>
            <p:spPr>
              <a:xfrm>
                <a:off x="5587700" y="3253200"/>
                <a:ext cx="145450" cy="131325"/>
              </a:xfrm>
              <a:custGeom>
                <a:rect b="b" l="l" r="r" t="t"/>
                <a:pathLst>
                  <a:path extrusionOk="0" h="5253" w="5818">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5" name="Google Shape;12215;p87"/>
              <p:cNvSpPr/>
              <p:nvPr/>
            </p:nvSpPr>
            <p:spPr>
              <a:xfrm>
                <a:off x="5268100" y="3181025"/>
                <a:ext cx="143350" cy="129750"/>
              </a:xfrm>
              <a:custGeom>
                <a:rect b="b" l="l" r="r" t="t"/>
                <a:pathLst>
                  <a:path extrusionOk="0" h="5190" w="5734">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6" name="Google Shape;12216;p87"/>
              <p:cNvSpPr/>
              <p:nvPr/>
            </p:nvSpPr>
            <p:spPr>
              <a:xfrm>
                <a:off x="5068275" y="3161675"/>
                <a:ext cx="431050" cy="221800"/>
              </a:xfrm>
              <a:custGeom>
                <a:rect b="b" l="l" r="r" t="t"/>
                <a:pathLst>
                  <a:path extrusionOk="0" h="8872" w="17242">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17" name="Google Shape;12217;p87"/>
            <p:cNvSpPr/>
            <p:nvPr/>
          </p:nvSpPr>
          <p:spPr>
            <a:xfrm>
              <a:off x="4437231" y="3100607"/>
              <a:ext cx="29912" cy="37370"/>
            </a:xfrm>
            <a:custGeom>
              <a:rect b="b" l="l" r="r" t="t"/>
              <a:pathLst>
                <a:path extrusionOk="0" h="3286" w="2512">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8" name="Google Shape;12218;p87"/>
            <p:cNvSpPr/>
            <p:nvPr/>
          </p:nvSpPr>
          <p:spPr>
            <a:xfrm>
              <a:off x="4503746" y="3099174"/>
              <a:ext cx="65289" cy="42135"/>
            </a:xfrm>
            <a:custGeom>
              <a:rect b="b" l="l" r="r" t="t"/>
              <a:pathLst>
                <a:path extrusionOk="0" h="3705" w="5483">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9" name="Google Shape;12219;p87"/>
            <p:cNvSpPr/>
            <p:nvPr/>
          </p:nvSpPr>
          <p:spPr>
            <a:xfrm>
              <a:off x="4442708" y="2983061"/>
              <a:ext cx="56823" cy="104945"/>
            </a:xfrm>
            <a:custGeom>
              <a:rect b="b" l="l" r="r" t="t"/>
              <a:pathLst>
                <a:path extrusionOk="0" h="9228" w="4772">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0" name="Google Shape;12220;p87"/>
            <p:cNvSpPr/>
            <p:nvPr/>
          </p:nvSpPr>
          <p:spPr>
            <a:xfrm>
              <a:off x="4450186" y="3045644"/>
              <a:ext cx="36139" cy="29750"/>
            </a:xfrm>
            <a:custGeom>
              <a:rect b="b" l="l" r="r" t="t"/>
              <a:pathLst>
                <a:path extrusionOk="0" h="2616" w="3035">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1" name="Google Shape;12221;p87"/>
            <p:cNvSpPr/>
            <p:nvPr/>
          </p:nvSpPr>
          <p:spPr>
            <a:xfrm>
              <a:off x="4429753" y="2990191"/>
              <a:ext cx="55822" cy="61650"/>
            </a:xfrm>
            <a:custGeom>
              <a:rect b="b" l="l" r="r" t="t"/>
              <a:pathLst>
                <a:path extrusionOk="0" h="5421" w="4688">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2" name="Google Shape;12222;p87"/>
            <p:cNvSpPr/>
            <p:nvPr/>
          </p:nvSpPr>
          <p:spPr>
            <a:xfrm>
              <a:off x="4413309" y="3004475"/>
              <a:ext cx="58061" cy="103285"/>
            </a:xfrm>
            <a:custGeom>
              <a:rect b="b" l="l" r="r" t="t"/>
              <a:pathLst>
                <a:path extrusionOk="0" h="9082" w="4876">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3" name="Google Shape;12223;p87"/>
            <p:cNvSpPr/>
            <p:nvPr/>
          </p:nvSpPr>
          <p:spPr>
            <a:xfrm>
              <a:off x="4375443" y="2948079"/>
              <a:ext cx="61050" cy="131125"/>
            </a:xfrm>
            <a:custGeom>
              <a:rect b="b" l="l" r="r" t="t"/>
              <a:pathLst>
                <a:path extrusionOk="0" h="11530" w="5127">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4" name="Google Shape;12224;p87"/>
            <p:cNvSpPr/>
            <p:nvPr/>
          </p:nvSpPr>
          <p:spPr>
            <a:xfrm>
              <a:off x="4343054" y="2959975"/>
              <a:ext cx="35389" cy="43557"/>
            </a:xfrm>
            <a:custGeom>
              <a:rect b="b" l="l" r="r" t="t"/>
              <a:pathLst>
                <a:path extrusionOk="0" h="3830" w="2972">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5" name="Google Shape;12225;p87"/>
            <p:cNvSpPr/>
            <p:nvPr/>
          </p:nvSpPr>
          <p:spPr>
            <a:xfrm>
              <a:off x="3793178" y="2712975"/>
              <a:ext cx="26423" cy="30945"/>
            </a:xfrm>
            <a:custGeom>
              <a:rect b="b" l="l" r="r" t="t"/>
              <a:pathLst>
                <a:path extrusionOk="0" h="2721" w="2219">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6" name="Google Shape;12226;p87"/>
            <p:cNvSpPr/>
            <p:nvPr/>
          </p:nvSpPr>
          <p:spPr>
            <a:xfrm>
              <a:off x="3772256" y="2560208"/>
              <a:ext cx="138282" cy="153495"/>
            </a:xfrm>
            <a:custGeom>
              <a:rect b="b" l="l" r="r" t="t"/>
              <a:pathLst>
                <a:path extrusionOk="0" h="13497" w="11613">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7" name="Google Shape;12227;p87"/>
            <p:cNvSpPr/>
            <p:nvPr/>
          </p:nvSpPr>
          <p:spPr>
            <a:xfrm>
              <a:off x="3810372" y="2589242"/>
              <a:ext cx="68528" cy="147786"/>
            </a:xfrm>
            <a:custGeom>
              <a:rect b="b" l="l" r="r" t="t"/>
              <a:pathLst>
                <a:path extrusionOk="0" h="12995" w="5755">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8" name="Google Shape;12228;p87"/>
            <p:cNvSpPr/>
            <p:nvPr/>
          </p:nvSpPr>
          <p:spPr>
            <a:xfrm>
              <a:off x="3883127" y="2693471"/>
              <a:ext cx="27411" cy="23803"/>
            </a:xfrm>
            <a:custGeom>
              <a:rect b="b" l="l" r="r" t="t"/>
              <a:pathLst>
                <a:path extrusionOk="0" h="2093" w="2302">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9" name="Google Shape;12229;p87"/>
            <p:cNvSpPr/>
            <p:nvPr/>
          </p:nvSpPr>
          <p:spPr>
            <a:xfrm>
              <a:off x="3870422" y="2710598"/>
              <a:ext cx="43605" cy="22620"/>
            </a:xfrm>
            <a:custGeom>
              <a:rect b="b" l="l" r="r" t="t"/>
              <a:pathLst>
                <a:path extrusionOk="0" h="1989" w="3662">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0" name="Google Shape;12230;p87"/>
            <p:cNvSpPr/>
            <p:nvPr/>
          </p:nvSpPr>
          <p:spPr>
            <a:xfrm>
              <a:off x="3871910" y="2726065"/>
              <a:ext cx="33901" cy="23803"/>
            </a:xfrm>
            <a:custGeom>
              <a:rect b="b" l="l" r="r" t="t"/>
              <a:pathLst>
                <a:path extrusionOk="0" h="2093" w="2847">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1" name="Google Shape;12231;p87"/>
            <p:cNvSpPr/>
            <p:nvPr/>
          </p:nvSpPr>
          <p:spPr>
            <a:xfrm>
              <a:off x="3888104" y="2727737"/>
              <a:ext cx="57573" cy="42601"/>
            </a:xfrm>
            <a:custGeom>
              <a:rect b="b" l="l" r="r" t="t"/>
              <a:pathLst>
                <a:path extrusionOk="0" h="3746" w="4835">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2" name="Google Shape;12232;p87"/>
            <p:cNvSpPr/>
            <p:nvPr/>
          </p:nvSpPr>
          <p:spPr>
            <a:xfrm>
              <a:off x="3848488" y="2796972"/>
              <a:ext cx="39628" cy="24519"/>
            </a:xfrm>
            <a:custGeom>
              <a:rect b="b" l="l" r="r" t="t"/>
              <a:pathLst>
                <a:path extrusionOk="0" h="2156" w="3328">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3" name="Google Shape;12233;p87"/>
            <p:cNvSpPr/>
            <p:nvPr/>
          </p:nvSpPr>
          <p:spPr>
            <a:xfrm>
              <a:off x="3851727" y="2789842"/>
              <a:ext cx="34151" cy="14284"/>
            </a:xfrm>
            <a:custGeom>
              <a:rect b="b" l="l" r="r" t="t"/>
              <a:pathLst>
                <a:path extrusionOk="0" h="1256" w="2868">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4" name="Google Shape;12234;p87"/>
            <p:cNvSpPr/>
            <p:nvPr/>
          </p:nvSpPr>
          <p:spPr>
            <a:xfrm>
              <a:off x="3869672" y="2845760"/>
              <a:ext cx="12967" cy="23803"/>
            </a:xfrm>
            <a:custGeom>
              <a:rect b="b" l="l" r="r" t="t"/>
              <a:pathLst>
                <a:path extrusionOk="0" h="2093" w="1089">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5" name="Google Shape;12235;p87"/>
            <p:cNvSpPr/>
            <p:nvPr/>
          </p:nvSpPr>
          <p:spPr>
            <a:xfrm>
              <a:off x="3863444" y="2836958"/>
              <a:ext cx="12467" cy="15000"/>
            </a:xfrm>
            <a:custGeom>
              <a:rect b="b" l="l" r="r" t="t"/>
              <a:pathLst>
                <a:path extrusionOk="0" h="1319" w="1047">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6" name="Google Shape;12236;p87"/>
            <p:cNvSpPr/>
            <p:nvPr/>
          </p:nvSpPr>
          <p:spPr>
            <a:xfrm>
              <a:off x="3844761" y="2824346"/>
              <a:ext cx="25923" cy="21665"/>
            </a:xfrm>
            <a:custGeom>
              <a:rect b="b" l="l" r="r" t="t"/>
              <a:pathLst>
                <a:path extrusionOk="0" h="1905" w="2177">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7" name="Google Shape;12237;p87"/>
            <p:cNvSpPr/>
            <p:nvPr/>
          </p:nvSpPr>
          <p:spPr>
            <a:xfrm>
              <a:off x="3830555" y="2811734"/>
              <a:ext cx="20195" cy="12146"/>
            </a:xfrm>
            <a:custGeom>
              <a:rect b="b" l="l" r="r" t="t"/>
              <a:pathLst>
                <a:path extrusionOk="0" h="1068" w="1696">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8" name="Google Shape;12238;p87"/>
            <p:cNvSpPr/>
            <p:nvPr/>
          </p:nvSpPr>
          <p:spPr>
            <a:xfrm>
              <a:off x="3804645" y="2793401"/>
              <a:ext cx="47594" cy="21903"/>
            </a:xfrm>
            <a:custGeom>
              <a:rect b="b" l="l" r="r" t="t"/>
              <a:pathLst>
                <a:path extrusionOk="0" h="1926" w="3997">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9" name="Google Shape;12239;p87"/>
            <p:cNvSpPr/>
            <p:nvPr/>
          </p:nvSpPr>
          <p:spPr>
            <a:xfrm>
              <a:off x="3831556" y="2741054"/>
              <a:ext cx="63038" cy="50699"/>
            </a:xfrm>
            <a:custGeom>
              <a:rect b="b" l="l" r="r" t="t"/>
              <a:pathLst>
                <a:path extrusionOk="0" h="4458" w="5294">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0" name="Google Shape;12240;p87"/>
            <p:cNvSpPr/>
            <p:nvPr/>
          </p:nvSpPr>
          <p:spPr>
            <a:xfrm>
              <a:off x="3819089" y="2776036"/>
              <a:ext cx="50345" cy="20948"/>
            </a:xfrm>
            <a:custGeom>
              <a:rect b="b" l="l" r="r" t="t"/>
              <a:pathLst>
                <a:path extrusionOk="0" h="1842" w="4228">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1" name="Google Shape;12241;p87"/>
            <p:cNvSpPr/>
            <p:nvPr/>
          </p:nvSpPr>
          <p:spPr>
            <a:xfrm>
              <a:off x="3779972" y="2741293"/>
              <a:ext cx="57323" cy="65449"/>
            </a:xfrm>
            <a:custGeom>
              <a:rect b="b" l="l" r="r" t="t"/>
              <a:pathLst>
                <a:path extrusionOk="0" h="5755" w="4814">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2" name="Google Shape;12242;p87"/>
            <p:cNvSpPr/>
            <p:nvPr/>
          </p:nvSpPr>
          <p:spPr>
            <a:xfrm>
              <a:off x="3764778" y="2755577"/>
              <a:ext cx="24672" cy="21426"/>
            </a:xfrm>
            <a:custGeom>
              <a:rect b="b" l="l" r="r" t="t"/>
              <a:pathLst>
                <a:path extrusionOk="0" h="1884" w="2072">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3" name="Google Shape;12243;p87"/>
            <p:cNvSpPr/>
            <p:nvPr/>
          </p:nvSpPr>
          <p:spPr>
            <a:xfrm>
              <a:off x="3762540" y="2773181"/>
              <a:ext cx="19445" cy="15956"/>
            </a:xfrm>
            <a:custGeom>
              <a:rect b="b" l="l" r="r" t="t"/>
              <a:pathLst>
                <a:path extrusionOk="0" h="1403" w="1633">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4" name="Google Shape;12244;p87"/>
            <p:cNvSpPr/>
            <p:nvPr/>
          </p:nvSpPr>
          <p:spPr>
            <a:xfrm>
              <a:off x="3779484" y="2783894"/>
              <a:ext cx="4739" cy="6425"/>
            </a:xfrm>
            <a:custGeom>
              <a:rect b="b" l="l" r="r" t="t"/>
              <a:pathLst>
                <a:path extrusionOk="0" h="565" w="398">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5" name="Google Shape;12245;p87"/>
            <p:cNvSpPr/>
            <p:nvPr/>
          </p:nvSpPr>
          <p:spPr>
            <a:xfrm>
              <a:off x="3681319" y="2737017"/>
              <a:ext cx="27661" cy="34982"/>
            </a:xfrm>
            <a:custGeom>
              <a:rect b="b" l="l" r="r" t="t"/>
              <a:pathLst>
                <a:path extrusionOk="0" h="3076" w="2323">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46" name="Google Shape;12246;p87"/>
            <p:cNvGrpSpPr/>
            <p:nvPr/>
          </p:nvGrpSpPr>
          <p:grpSpPr>
            <a:xfrm>
              <a:off x="3697513" y="2707266"/>
              <a:ext cx="59549" cy="79733"/>
              <a:chOff x="3586375" y="2281300"/>
              <a:chExt cx="125025" cy="175275"/>
            </a:xfrm>
          </p:grpSpPr>
          <p:sp>
            <p:nvSpPr>
              <p:cNvPr id="12247" name="Google Shape;12247;p87"/>
              <p:cNvSpPr/>
              <p:nvPr/>
            </p:nvSpPr>
            <p:spPr>
              <a:xfrm>
                <a:off x="3609900" y="2281300"/>
                <a:ext cx="101500" cy="175275"/>
              </a:xfrm>
              <a:custGeom>
                <a:rect b="b" l="l" r="r" t="t"/>
                <a:pathLst>
                  <a:path extrusionOk="0" h="7011" w="406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8" name="Google Shape;12248;p87"/>
              <p:cNvSpPr/>
              <p:nvPr/>
            </p:nvSpPr>
            <p:spPr>
              <a:xfrm>
                <a:off x="3586375" y="2350350"/>
                <a:ext cx="31925" cy="25125"/>
              </a:xfrm>
              <a:custGeom>
                <a:rect b="b" l="l" r="r" t="t"/>
                <a:pathLst>
                  <a:path extrusionOk="0" h="1005" w="1277">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49" name="Google Shape;12249;p87"/>
            <p:cNvSpPr/>
            <p:nvPr/>
          </p:nvSpPr>
          <p:spPr>
            <a:xfrm>
              <a:off x="4037841" y="3224817"/>
              <a:ext cx="52333" cy="93527"/>
            </a:xfrm>
            <a:custGeom>
              <a:rect b="b" l="l" r="r" t="t"/>
              <a:pathLst>
                <a:path extrusionOk="0" h="8224" w="4395">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50" name="Google Shape;12250;p87"/>
            <p:cNvGrpSpPr/>
            <p:nvPr/>
          </p:nvGrpSpPr>
          <p:grpSpPr>
            <a:xfrm>
              <a:off x="4513224" y="3221724"/>
              <a:ext cx="274563" cy="280321"/>
              <a:chOff x="5298975" y="3412225"/>
              <a:chExt cx="576450" cy="616225"/>
            </a:xfrm>
          </p:grpSpPr>
          <p:sp>
            <p:nvSpPr>
              <p:cNvPr id="12251" name="Google Shape;12251;p87"/>
              <p:cNvSpPr/>
              <p:nvPr/>
            </p:nvSpPr>
            <p:spPr>
              <a:xfrm>
                <a:off x="5298975" y="3412225"/>
                <a:ext cx="576450" cy="515275"/>
              </a:xfrm>
              <a:custGeom>
                <a:rect b="b" l="l" r="r" t="t"/>
                <a:pathLst>
                  <a:path extrusionOk="0" h="20611" w="23058">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A6CBC2"/>
                  </a:solidFill>
                </a:endParaRPr>
              </a:p>
            </p:txBody>
          </p:sp>
          <p:sp>
            <p:nvSpPr>
              <p:cNvPr id="12252" name="Google Shape;12252;p87"/>
              <p:cNvSpPr/>
              <p:nvPr/>
            </p:nvSpPr>
            <p:spPr>
              <a:xfrm>
                <a:off x="5683950" y="3957275"/>
                <a:ext cx="54950" cy="71175"/>
              </a:xfrm>
              <a:custGeom>
                <a:rect b="b" l="l" r="r" t="t"/>
                <a:pathLst>
                  <a:path extrusionOk="0" h="2847" w="2198">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53" name="Google Shape;12253;p87"/>
            <p:cNvGrpSpPr/>
            <p:nvPr/>
          </p:nvGrpSpPr>
          <p:grpSpPr>
            <a:xfrm>
              <a:off x="4824403" y="3421846"/>
              <a:ext cx="110132" cy="130647"/>
              <a:chOff x="5952300" y="3852150"/>
              <a:chExt cx="231225" cy="287200"/>
            </a:xfrm>
          </p:grpSpPr>
          <p:sp>
            <p:nvSpPr>
              <p:cNvPr id="12254" name="Google Shape;12254;p87"/>
              <p:cNvSpPr/>
              <p:nvPr/>
            </p:nvSpPr>
            <p:spPr>
              <a:xfrm>
                <a:off x="5952300" y="3996525"/>
                <a:ext cx="145450" cy="142825"/>
              </a:xfrm>
              <a:custGeom>
                <a:rect b="b" l="l" r="r" t="t"/>
                <a:pathLst>
                  <a:path extrusionOk="0" h="5713" w="5818">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5" name="Google Shape;12255;p87"/>
              <p:cNvSpPr/>
              <p:nvPr/>
            </p:nvSpPr>
            <p:spPr>
              <a:xfrm>
                <a:off x="6101375" y="3852150"/>
                <a:ext cx="82150" cy="171075"/>
              </a:xfrm>
              <a:custGeom>
                <a:rect b="b" l="l" r="r" t="t"/>
                <a:pathLst>
                  <a:path extrusionOk="0" h="6843" w="3286">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56" name="Google Shape;12256;p87"/>
            <p:cNvSpPr/>
            <p:nvPr/>
          </p:nvSpPr>
          <p:spPr>
            <a:xfrm>
              <a:off x="3608564" y="2619698"/>
              <a:ext cx="60550" cy="35232"/>
            </a:xfrm>
            <a:custGeom>
              <a:rect b="b" l="l" r="r" t="t"/>
              <a:pathLst>
                <a:path extrusionOk="0" h="3098" w="5085">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7" name="Google Shape;12257;p87"/>
            <p:cNvSpPr/>
            <p:nvPr/>
          </p:nvSpPr>
          <p:spPr>
            <a:xfrm>
              <a:off x="4188328" y="2704412"/>
              <a:ext cx="421823" cy="300791"/>
            </a:xfrm>
            <a:custGeom>
              <a:rect b="b" l="l" r="r" t="t"/>
              <a:pathLst>
                <a:path extrusionOk="0" h="26449" w="35425">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8" name="Google Shape;12258;p87"/>
            <p:cNvSpPr/>
            <p:nvPr/>
          </p:nvSpPr>
          <p:spPr>
            <a:xfrm>
              <a:off x="4442708" y="2990191"/>
              <a:ext cx="762" cy="967"/>
            </a:xfrm>
            <a:custGeom>
              <a:rect b="b" l="l" r="r" t="t"/>
              <a:pathLst>
                <a:path extrusionOk="0" h="85" w="64">
                  <a:moveTo>
                    <a:pt x="63" y="85"/>
                  </a:moveTo>
                  <a:lnTo>
                    <a:pt x="1" y="1"/>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9" name="Google Shape;12259;p87"/>
            <p:cNvSpPr/>
            <p:nvPr/>
          </p:nvSpPr>
          <p:spPr>
            <a:xfrm>
              <a:off x="4434742" y="2997094"/>
              <a:ext cx="1250" cy="1205"/>
            </a:xfrm>
            <a:custGeom>
              <a:rect b="b" l="l" r="r" t="t"/>
              <a:pathLst>
                <a:path extrusionOk="0" h="106" w="105">
                  <a:moveTo>
                    <a:pt x="0" y="105"/>
                  </a:moveTo>
                  <a:lnTo>
                    <a:pt x="105" y="1"/>
                  </a:lnTo>
                  <a:lnTo>
                    <a:pt x="10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0" name="Google Shape;12260;p87"/>
            <p:cNvSpPr/>
            <p:nvPr/>
          </p:nvSpPr>
          <p:spPr>
            <a:xfrm>
              <a:off x="4184339" y="2879787"/>
              <a:ext cx="2512" cy="728"/>
            </a:xfrm>
            <a:custGeom>
              <a:rect b="b" l="l" r="r" t="t"/>
              <a:pathLst>
                <a:path extrusionOk="0" h="64" w="211">
                  <a:moveTo>
                    <a:pt x="210" y="0"/>
                  </a:moveTo>
                  <a:lnTo>
                    <a:pt x="1" y="63"/>
                  </a:lnTo>
                  <a:lnTo>
                    <a:pt x="22"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1" name="Google Shape;12261;p87"/>
            <p:cNvSpPr/>
            <p:nvPr/>
          </p:nvSpPr>
          <p:spPr>
            <a:xfrm>
              <a:off x="4038591" y="2720356"/>
              <a:ext cx="260870" cy="130886"/>
            </a:xfrm>
            <a:custGeom>
              <a:rect b="b" l="l" r="r" t="t"/>
              <a:pathLst>
                <a:path extrusionOk="0" h="11509" w="21908">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2" name="Google Shape;12262;p87"/>
            <p:cNvSpPr/>
            <p:nvPr/>
          </p:nvSpPr>
          <p:spPr>
            <a:xfrm>
              <a:off x="4105619" y="2816249"/>
              <a:ext cx="110383" cy="65688"/>
            </a:xfrm>
            <a:custGeom>
              <a:rect b="b" l="l" r="r" t="t"/>
              <a:pathLst>
                <a:path extrusionOk="0" h="5776" w="927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3" name="Google Shape;12263;p87"/>
            <p:cNvSpPr/>
            <p:nvPr/>
          </p:nvSpPr>
          <p:spPr>
            <a:xfrm>
              <a:off x="4085936" y="2839096"/>
              <a:ext cx="98666" cy="59262"/>
            </a:xfrm>
            <a:custGeom>
              <a:rect b="b" l="l" r="r" t="t"/>
              <a:pathLst>
                <a:path extrusionOk="0" h="5211" w="8286">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64" name="Google Shape;12264;p87"/>
            <p:cNvGrpSpPr/>
            <p:nvPr/>
          </p:nvGrpSpPr>
          <p:grpSpPr>
            <a:xfrm>
              <a:off x="4295710" y="3079670"/>
              <a:ext cx="14968" cy="27135"/>
              <a:chOff x="4842300" y="3099950"/>
              <a:chExt cx="31425" cy="59650"/>
            </a:xfrm>
          </p:grpSpPr>
          <p:sp>
            <p:nvSpPr>
              <p:cNvPr id="12265" name="Google Shape;12265;p87"/>
              <p:cNvSpPr/>
              <p:nvPr/>
            </p:nvSpPr>
            <p:spPr>
              <a:xfrm>
                <a:off x="4842300" y="3122950"/>
                <a:ext cx="2125" cy="6825"/>
              </a:xfrm>
              <a:custGeom>
                <a:rect b="b" l="l" r="r" t="t"/>
                <a:pathLst>
                  <a:path extrusionOk="0" h="273" w="85">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6" name="Google Shape;12266;p87"/>
              <p:cNvSpPr/>
              <p:nvPr/>
            </p:nvSpPr>
            <p:spPr>
              <a:xfrm>
                <a:off x="4842300" y="3106225"/>
                <a:ext cx="31425" cy="53375"/>
              </a:xfrm>
              <a:custGeom>
                <a:rect b="b" l="l" r="r" t="t"/>
                <a:pathLst>
                  <a:path extrusionOk="0" h="2135" w="1257">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7" name="Google Shape;12267;p87"/>
              <p:cNvSpPr/>
              <p:nvPr/>
            </p:nvSpPr>
            <p:spPr>
              <a:xfrm>
                <a:off x="4844400" y="3099950"/>
                <a:ext cx="5250" cy="4725"/>
              </a:xfrm>
              <a:custGeom>
                <a:rect b="b" l="l" r="r" t="t"/>
                <a:pathLst>
                  <a:path extrusionOk="0" h="189" w="21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8" name="Google Shape;12268;p87"/>
              <p:cNvSpPr/>
              <p:nvPr/>
            </p:nvSpPr>
            <p:spPr>
              <a:xfrm>
                <a:off x="4849625" y="3101500"/>
                <a:ext cx="7875" cy="6300"/>
              </a:xfrm>
              <a:custGeom>
                <a:rect b="b" l="l" r="r" t="t"/>
                <a:pathLst>
                  <a:path extrusionOk="0" h="252" w="315">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69" name="Google Shape;12269;p87"/>
            <p:cNvSpPr/>
            <p:nvPr/>
          </p:nvSpPr>
          <p:spPr>
            <a:xfrm>
              <a:off x="4210500" y="2911903"/>
              <a:ext cx="193104" cy="180152"/>
            </a:xfrm>
            <a:custGeom>
              <a:rect b="b" l="l" r="r" t="t"/>
              <a:pathLst>
                <a:path extrusionOk="0" h="15841" w="16217">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0" name="Google Shape;12270;p87"/>
            <p:cNvSpPr/>
            <p:nvPr/>
          </p:nvSpPr>
          <p:spPr>
            <a:xfrm>
              <a:off x="4286244" y="2933329"/>
              <a:ext cx="56823" cy="29034"/>
            </a:xfrm>
            <a:custGeom>
              <a:rect b="b" l="l" r="r" t="t"/>
              <a:pathLst>
                <a:path extrusionOk="0" h="2553" w="4772">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1" name="Google Shape;12271;p87"/>
            <p:cNvSpPr/>
            <p:nvPr/>
          </p:nvSpPr>
          <p:spPr>
            <a:xfrm>
              <a:off x="4155440" y="2884541"/>
              <a:ext cx="95439" cy="100431"/>
            </a:xfrm>
            <a:custGeom>
              <a:rect b="b" l="l" r="r" t="t"/>
              <a:pathLst>
                <a:path extrusionOk="0" h="8831" w="8015">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2" name="Google Shape;12272;p87"/>
            <p:cNvSpPr/>
            <p:nvPr/>
          </p:nvSpPr>
          <p:spPr>
            <a:xfrm>
              <a:off x="4148462" y="2870746"/>
              <a:ext cx="91200" cy="72579"/>
            </a:xfrm>
            <a:custGeom>
              <a:rect b="b" l="l" r="r" t="t"/>
              <a:pathLst>
                <a:path extrusionOk="0" h="6382" w="7659">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3" name="Google Shape;12273;p87"/>
            <p:cNvSpPr/>
            <p:nvPr/>
          </p:nvSpPr>
          <p:spPr>
            <a:xfrm>
              <a:off x="3884115" y="2761763"/>
              <a:ext cx="113133" cy="67348"/>
            </a:xfrm>
            <a:custGeom>
              <a:rect b="b" l="l" r="r" t="t"/>
              <a:pathLst>
                <a:path extrusionOk="0" h="5922" w="9501">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4" name="Google Shape;12274;p87"/>
            <p:cNvSpPr/>
            <p:nvPr/>
          </p:nvSpPr>
          <p:spPr>
            <a:xfrm>
              <a:off x="3912027" y="2795073"/>
              <a:ext cx="23684" cy="25236"/>
            </a:xfrm>
            <a:custGeom>
              <a:rect b="b" l="l" r="r" t="t"/>
              <a:pathLst>
                <a:path extrusionOk="0" h="2219" w="1989">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5" name="Google Shape;12275;p87"/>
            <p:cNvSpPr/>
            <p:nvPr/>
          </p:nvSpPr>
          <p:spPr>
            <a:xfrm>
              <a:off x="3874161" y="2799361"/>
              <a:ext cx="60800" cy="37131"/>
            </a:xfrm>
            <a:custGeom>
              <a:rect b="b" l="l" r="r" t="t"/>
              <a:pathLst>
                <a:path extrusionOk="0" h="3265" w="5106">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6" name="Google Shape;12276;p87"/>
            <p:cNvSpPr/>
            <p:nvPr/>
          </p:nvSpPr>
          <p:spPr>
            <a:xfrm>
              <a:off x="3889355" y="2831954"/>
              <a:ext cx="39878" cy="24041"/>
            </a:xfrm>
            <a:custGeom>
              <a:rect b="b" l="l" r="r" t="t"/>
              <a:pathLst>
                <a:path extrusionOk="0" h="2114" w="3349">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77" name="Google Shape;12277;p87"/>
            <p:cNvGrpSpPr/>
            <p:nvPr/>
          </p:nvGrpSpPr>
          <p:grpSpPr>
            <a:xfrm>
              <a:off x="3831056" y="2816010"/>
              <a:ext cx="37378" cy="27612"/>
              <a:chOff x="3866750" y="2520350"/>
              <a:chExt cx="78475" cy="60700"/>
            </a:xfrm>
          </p:grpSpPr>
          <p:sp>
            <p:nvSpPr>
              <p:cNvPr id="12278" name="Google Shape;12278;p87"/>
              <p:cNvSpPr/>
              <p:nvPr/>
            </p:nvSpPr>
            <p:spPr>
              <a:xfrm>
                <a:off x="3877200" y="2546500"/>
                <a:ext cx="4725" cy="6300"/>
              </a:xfrm>
              <a:custGeom>
                <a:rect b="b" l="l" r="r" t="t"/>
                <a:pathLst>
                  <a:path extrusionOk="0" h="252" w="189">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9" name="Google Shape;12279;p87"/>
              <p:cNvSpPr/>
              <p:nvPr/>
            </p:nvSpPr>
            <p:spPr>
              <a:xfrm>
                <a:off x="3882425" y="2554350"/>
                <a:ext cx="2650" cy="3175"/>
              </a:xfrm>
              <a:custGeom>
                <a:rect b="b" l="l" r="r" t="t"/>
                <a:pathLst>
                  <a:path extrusionOk="0" h="127" w="106">
                    <a:moveTo>
                      <a:pt x="1" y="1"/>
                    </a:moveTo>
                    <a:lnTo>
                      <a:pt x="106" y="126"/>
                    </a:lnTo>
                    <a:lnTo>
                      <a:pt x="85" y="43"/>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0" name="Google Shape;12280;p87"/>
              <p:cNvSpPr/>
              <p:nvPr/>
            </p:nvSpPr>
            <p:spPr>
              <a:xfrm>
                <a:off x="3866750" y="2520350"/>
                <a:ext cx="78475" cy="60700"/>
              </a:xfrm>
              <a:custGeom>
                <a:rect b="b" l="l" r="r" t="t"/>
                <a:pathLst>
                  <a:path extrusionOk="0" h="2428" w="3139">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1" name="Google Shape;12281;p87"/>
              <p:cNvSpPr/>
              <p:nvPr/>
            </p:nvSpPr>
            <p:spPr>
              <a:xfrm>
                <a:off x="3886100" y="2558550"/>
                <a:ext cx="3675" cy="5250"/>
              </a:xfrm>
              <a:custGeom>
                <a:rect b="b" l="l" r="r" t="t"/>
                <a:pathLst>
                  <a:path extrusionOk="0" h="210" w="147">
                    <a:moveTo>
                      <a:pt x="0" y="0"/>
                    </a:moveTo>
                    <a:lnTo>
                      <a:pt x="147" y="209"/>
                    </a:lnTo>
                    <a:lnTo>
                      <a:pt x="126" y="105"/>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82" name="Google Shape;12282;p87"/>
            <p:cNvSpPr/>
            <p:nvPr/>
          </p:nvSpPr>
          <p:spPr>
            <a:xfrm>
              <a:off x="3799155" y="2842190"/>
              <a:ext cx="6990" cy="13340"/>
            </a:xfrm>
            <a:custGeom>
              <a:rect b="b" l="l" r="r" t="t"/>
              <a:pathLst>
                <a:path extrusionOk="0" h="1173" w="587">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3" name="Google Shape;12283;p87"/>
            <p:cNvSpPr/>
            <p:nvPr/>
          </p:nvSpPr>
          <p:spPr>
            <a:xfrm>
              <a:off x="3688535" y="2836242"/>
              <a:ext cx="76506" cy="61161"/>
            </a:xfrm>
            <a:custGeom>
              <a:rect b="b" l="l" r="r" t="t"/>
              <a:pathLst>
                <a:path extrusionOk="0" h="5378" w="6425">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4" name="Google Shape;12284;p87"/>
            <p:cNvSpPr/>
            <p:nvPr/>
          </p:nvSpPr>
          <p:spPr>
            <a:xfrm>
              <a:off x="4036603" y="2865264"/>
              <a:ext cx="11967" cy="9064"/>
            </a:xfrm>
            <a:custGeom>
              <a:rect b="b" l="l" r="r" t="t"/>
              <a:pathLst>
                <a:path extrusionOk="0" h="797" w="1005">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5" name="Google Shape;12285;p87"/>
            <p:cNvSpPr/>
            <p:nvPr/>
          </p:nvSpPr>
          <p:spPr>
            <a:xfrm>
              <a:off x="4033614" y="2866458"/>
              <a:ext cx="140532" cy="108039"/>
            </a:xfrm>
            <a:custGeom>
              <a:rect b="b" l="l" r="r" t="t"/>
              <a:pathLst>
                <a:path extrusionOk="0" h="9500" w="11802">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6" name="Google Shape;12286;p87"/>
            <p:cNvSpPr/>
            <p:nvPr/>
          </p:nvSpPr>
          <p:spPr>
            <a:xfrm>
              <a:off x="4026636" y="2853369"/>
              <a:ext cx="24672" cy="20004"/>
            </a:xfrm>
            <a:custGeom>
              <a:rect b="b" l="l" r="r" t="t"/>
              <a:pathLst>
                <a:path extrusionOk="0" h="1759" w="2072">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7" name="Google Shape;12287;p87"/>
            <p:cNvSpPr/>
            <p:nvPr/>
          </p:nvSpPr>
          <p:spPr>
            <a:xfrm>
              <a:off x="3915766" y="2848615"/>
              <a:ext cx="124088" cy="48788"/>
            </a:xfrm>
            <a:custGeom>
              <a:rect b="b" l="l" r="r" t="t"/>
              <a:pathLst>
                <a:path extrusionOk="0" h="4290" w="10421">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8" name="Google Shape;12288;p87"/>
            <p:cNvSpPr/>
            <p:nvPr/>
          </p:nvSpPr>
          <p:spPr>
            <a:xfrm>
              <a:off x="3914265" y="2848854"/>
              <a:ext cx="18945" cy="15956"/>
            </a:xfrm>
            <a:custGeom>
              <a:rect b="b" l="l" r="r" t="t"/>
              <a:pathLst>
                <a:path extrusionOk="0" h="1403" w="1591">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9" name="Google Shape;12289;p87"/>
            <p:cNvSpPr/>
            <p:nvPr/>
          </p:nvSpPr>
          <p:spPr>
            <a:xfrm>
              <a:off x="4004703" y="2885735"/>
              <a:ext cx="66539" cy="61161"/>
            </a:xfrm>
            <a:custGeom>
              <a:rect b="b" l="l" r="r" t="t"/>
              <a:pathLst>
                <a:path extrusionOk="0" h="5378" w="5588">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0" name="Google Shape;12290;p87"/>
            <p:cNvSpPr/>
            <p:nvPr/>
          </p:nvSpPr>
          <p:spPr>
            <a:xfrm>
              <a:off x="4059025" y="2939277"/>
              <a:ext cx="11967" cy="11668"/>
            </a:xfrm>
            <a:custGeom>
              <a:rect b="b" l="l" r="r" t="t"/>
              <a:pathLst>
                <a:path extrusionOk="0" h="1026" w="1005">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1" name="Google Shape;12291;p87"/>
            <p:cNvSpPr/>
            <p:nvPr/>
          </p:nvSpPr>
          <p:spPr>
            <a:xfrm>
              <a:off x="3959359" y="2899768"/>
              <a:ext cx="15468" cy="8347"/>
            </a:xfrm>
            <a:custGeom>
              <a:rect b="b" l="l" r="r" t="t"/>
              <a:pathLst>
                <a:path extrusionOk="0" h="734" w="1299">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2" name="Google Shape;12292;p87"/>
            <p:cNvSpPr/>
            <p:nvPr/>
          </p:nvSpPr>
          <p:spPr>
            <a:xfrm>
              <a:off x="3982281" y="2887395"/>
              <a:ext cx="42867" cy="36426"/>
            </a:xfrm>
            <a:custGeom>
              <a:rect b="b" l="l" r="r" t="t"/>
              <a:pathLst>
                <a:path extrusionOk="0" h="3203" w="360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3" name="Google Shape;12293;p87"/>
            <p:cNvSpPr/>
            <p:nvPr/>
          </p:nvSpPr>
          <p:spPr>
            <a:xfrm>
              <a:off x="3973565" y="2916668"/>
              <a:ext cx="10479" cy="29045"/>
            </a:xfrm>
            <a:custGeom>
              <a:rect b="b" l="l" r="r" t="t"/>
              <a:pathLst>
                <a:path extrusionOk="0" h="2554" w="88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4" name="Google Shape;12294;p87"/>
            <p:cNvSpPr/>
            <p:nvPr/>
          </p:nvSpPr>
          <p:spPr>
            <a:xfrm>
              <a:off x="3982781" y="2916668"/>
              <a:ext cx="2751" cy="5959"/>
            </a:xfrm>
            <a:custGeom>
              <a:rect b="b" l="l" r="r" t="t"/>
              <a:pathLst>
                <a:path extrusionOk="0" h="524" w="231">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5" name="Google Shape;12295;p87"/>
            <p:cNvSpPr/>
            <p:nvPr/>
          </p:nvSpPr>
          <p:spPr>
            <a:xfrm>
              <a:off x="3979792" y="2923093"/>
              <a:ext cx="3751" cy="8336"/>
            </a:xfrm>
            <a:custGeom>
              <a:rect b="b" l="l" r="r" t="t"/>
              <a:pathLst>
                <a:path extrusionOk="0" h="733" w="315">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6" name="Google Shape;12296;p87"/>
            <p:cNvSpPr/>
            <p:nvPr/>
          </p:nvSpPr>
          <p:spPr>
            <a:xfrm>
              <a:off x="3979792" y="2907627"/>
              <a:ext cx="8978" cy="10713"/>
            </a:xfrm>
            <a:custGeom>
              <a:rect b="b" l="l" r="r" t="t"/>
              <a:pathLst>
                <a:path extrusionOk="0" h="942" w="754">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7" name="Google Shape;12297;p87"/>
            <p:cNvSpPr/>
            <p:nvPr/>
          </p:nvSpPr>
          <p:spPr>
            <a:xfrm>
              <a:off x="3980292" y="2915952"/>
              <a:ext cx="27661" cy="32616"/>
            </a:xfrm>
            <a:custGeom>
              <a:rect b="b" l="l" r="r" t="t"/>
              <a:pathLst>
                <a:path extrusionOk="0" h="2868" w="2323">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8" name="Google Shape;12298;p87"/>
            <p:cNvSpPr/>
            <p:nvPr/>
          </p:nvSpPr>
          <p:spPr>
            <a:xfrm>
              <a:off x="3979792" y="2924515"/>
              <a:ext cx="142521" cy="114714"/>
            </a:xfrm>
            <a:custGeom>
              <a:rect b="b" l="l" r="r" t="t"/>
              <a:pathLst>
                <a:path extrusionOk="0" h="10087" w="11969">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6B65"/>
                </a:solidFill>
              </a:endParaRPr>
            </a:p>
          </p:txBody>
        </p:sp>
        <p:sp>
          <p:nvSpPr>
            <p:cNvPr id="12299" name="Google Shape;12299;p87"/>
            <p:cNvSpPr/>
            <p:nvPr/>
          </p:nvSpPr>
          <p:spPr>
            <a:xfrm>
              <a:off x="4089663" y="2967116"/>
              <a:ext cx="5251" cy="10952"/>
            </a:xfrm>
            <a:custGeom>
              <a:rect b="b" l="l" r="r" t="t"/>
              <a:pathLst>
                <a:path extrusionOk="0" h="963" w="441">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0" name="Google Shape;12300;p87"/>
            <p:cNvSpPr/>
            <p:nvPr/>
          </p:nvSpPr>
          <p:spPr>
            <a:xfrm>
              <a:off x="4095152" y="2967833"/>
              <a:ext cx="32900" cy="24758"/>
            </a:xfrm>
            <a:custGeom>
              <a:rect b="b" l="l" r="r" t="t"/>
              <a:pathLst>
                <a:path extrusionOk="0" h="2177" w="2763">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1" name="Google Shape;12301;p87"/>
            <p:cNvSpPr/>
            <p:nvPr/>
          </p:nvSpPr>
          <p:spPr>
            <a:xfrm>
              <a:off x="4101380" y="2973303"/>
              <a:ext cx="51583" cy="60684"/>
            </a:xfrm>
            <a:custGeom>
              <a:rect b="b" l="l" r="r" t="t"/>
              <a:pathLst>
                <a:path extrusionOk="0" h="5336" w="4332">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2" name="Google Shape;12302;p87"/>
            <p:cNvSpPr/>
            <p:nvPr/>
          </p:nvSpPr>
          <p:spPr>
            <a:xfrm>
              <a:off x="4124802" y="2964728"/>
              <a:ext cx="2751" cy="5971"/>
            </a:xfrm>
            <a:custGeom>
              <a:rect b="b" l="l" r="r" t="t"/>
              <a:pathLst>
                <a:path extrusionOk="0" h="525" w="231">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3" name="Google Shape;12303;p87"/>
            <p:cNvSpPr/>
            <p:nvPr/>
          </p:nvSpPr>
          <p:spPr>
            <a:xfrm>
              <a:off x="4037591" y="3015893"/>
              <a:ext cx="73267" cy="45456"/>
            </a:xfrm>
            <a:custGeom>
              <a:rect b="b" l="l" r="r" t="t"/>
              <a:pathLst>
                <a:path extrusionOk="0" h="3997" w="6153">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4" name="Google Shape;12304;p87"/>
            <p:cNvSpPr/>
            <p:nvPr/>
          </p:nvSpPr>
          <p:spPr>
            <a:xfrm>
              <a:off x="3911526" y="2929280"/>
              <a:ext cx="85972" cy="69020"/>
            </a:xfrm>
            <a:custGeom>
              <a:rect b="b" l="l" r="r" t="t"/>
              <a:pathLst>
                <a:path extrusionOk="0" h="6069" w="722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5" name="Google Shape;12305;p87"/>
            <p:cNvSpPr/>
            <p:nvPr/>
          </p:nvSpPr>
          <p:spPr>
            <a:xfrm>
              <a:off x="3896332" y="2997572"/>
              <a:ext cx="113621" cy="124461"/>
            </a:xfrm>
            <a:custGeom>
              <a:rect b="b" l="l" r="r" t="t"/>
              <a:pathLst>
                <a:path extrusionOk="0" h="10944" w="9542">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6" name="Google Shape;12306;p87"/>
            <p:cNvSpPr/>
            <p:nvPr/>
          </p:nvSpPr>
          <p:spPr>
            <a:xfrm>
              <a:off x="3973815" y="3045871"/>
              <a:ext cx="104655" cy="75923"/>
            </a:xfrm>
            <a:custGeom>
              <a:rect b="b" l="l" r="r" t="t"/>
              <a:pathLst>
                <a:path extrusionOk="0" h="6676" w="8789">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7" name="Google Shape;12307;p87"/>
            <p:cNvSpPr/>
            <p:nvPr/>
          </p:nvSpPr>
          <p:spPr>
            <a:xfrm>
              <a:off x="3996236" y="3024695"/>
              <a:ext cx="46106" cy="39042"/>
            </a:xfrm>
            <a:custGeom>
              <a:rect b="b" l="l" r="r" t="t"/>
              <a:pathLst>
                <a:path extrusionOk="0" h="3433" w="3872">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8" name="Google Shape;12308;p87"/>
            <p:cNvSpPr/>
            <p:nvPr/>
          </p:nvSpPr>
          <p:spPr>
            <a:xfrm>
              <a:off x="4033614" y="3061110"/>
              <a:ext cx="10467" cy="11907"/>
            </a:xfrm>
            <a:custGeom>
              <a:rect b="b" l="l" r="r" t="t"/>
              <a:pathLst>
                <a:path extrusionOk="0" h="1047" w="879">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9" name="Google Shape;12309;p87"/>
            <p:cNvSpPr/>
            <p:nvPr/>
          </p:nvSpPr>
          <p:spPr>
            <a:xfrm>
              <a:off x="4029125" y="3065864"/>
              <a:ext cx="70516" cy="89240"/>
            </a:xfrm>
            <a:custGeom>
              <a:rect b="b" l="l" r="r" t="t"/>
              <a:pathLst>
                <a:path extrusionOk="0" h="7847" w="5922">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0" name="Google Shape;12310;p87"/>
            <p:cNvSpPr/>
            <p:nvPr/>
          </p:nvSpPr>
          <p:spPr>
            <a:xfrm>
              <a:off x="3978054" y="3108693"/>
              <a:ext cx="57811" cy="66882"/>
            </a:xfrm>
            <a:custGeom>
              <a:rect b="b" l="l" r="r" t="t"/>
              <a:pathLst>
                <a:path extrusionOk="0" h="5881" w="4855">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6B65"/>
                </a:solidFill>
              </a:endParaRPr>
            </a:p>
          </p:txBody>
        </p:sp>
        <p:sp>
          <p:nvSpPr>
            <p:cNvPr id="12311" name="Google Shape;12311;p87"/>
            <p:cNvSpPr/>
            <p:nvPr/>
          </p:nvSpPr>
          <p:spPr>
            <a:xfrm>
              <a:off x="3963598" y="3151999"/>
              <a:ext cx="5239" cy="11"/>
            </a:xfrm>
            <a:custGeom>
              <a:rect b="b" l="l" r="r" t="t"/>
              <a:pathLst>
                <a:path extrusionOk="0" h="1" w="440">
                  <a:moveTo>
                    <a:pt x="1" y="1"/>
                  </a:moveTo>
                  <a:lnTo>
                    <a:pt x="210" y="1"/>
                  </a:lnTo>
                  <a:lnTo>
                    <a:pt x="440" y="1"/>
                  </a:lnTo>
                  <a:lnTo>
                    <a:pt x="2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2" name="Google Shape;12312;p87"/>
            <p:cNvSpPr/>
            <p:nvPr/>
          </p:nvSpPr>
          <p:spPr>
            <a:xfrm>
              <a:off x="3949392" y="3117029"/>
              <a:ext cx="39878" cy="37609"/>
            </a:xfrm>
            <a:custGeom>
              <a:rect b="b" l="l" r="r" t="t"/>
              <a:pathLst>
                <a:path extrusionOk="0" h="3307" w="3349">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3" name="Google Shape;12313;p87"/>
            <p:cNvSpPr/>
            <p:nvPr/>
          </p:nvSpPr>
          <p:spPr>
            <a:xfrm>
              <a:off x="3845999" y="3071334"/>
              <a:ext cx="89711" cy="57841"/>
            </a:xfrm>
            <a:custGeom>
              <a:rect b="b" l="l" r="r" t="t"/>
              <a:pathLst>
                <a:path extrusionOk="0" h="5086" w="7534">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4" name="Google Shape;12314;p87"/>
            <p:cNvSpPr/>
            <p:nvPr/>
          </p:nvSpPr>
          <p:spPr>
            <a:xfrm>
              <a:off x="3809372" y="2919523"/>
              <a:ext cx="106405" cy="94483"/>
            </a:xfrm>
            <a:custGeom>
              <a:rect b="b" l="l" r="r" t="t"/>
              <a:pathLst>
                <a:path extrusionOk="0" h="8308" w="8936">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5" name="Google Shape;12315;p87"/>
            <p:cNvSpPr/>
            <p:nvPr/>
          </p:nvSpPr>
          <p:spPr>
            <a:xfrm>
              <a:off x="3795917" y="2888589"/>
              <a:ext cx="27173" cy="50699"/>
            </a:xfrm>
            <a:custGeom>
              <a:rect b="b" l="l" r="r" t="t"/>
              <a:pathLst>
                <a:path extrusionOk="0" h="4458" w="2282">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6" name="Google Shape;12316;p87"/>
            <p:cNvSpPr/>
            <p:nvPr/>
          </p:nvSpPr>
          <p:spPr>
            <a:xfrm>
              <a:off x="3689035" y="2890250"/>
              <a:ext cx="138044" cy="127554"/>
            </a:xfrm>
            <a:custGeom>
              <a:rect b="b" l="l" r="r" t="t"/>
              <a:pathLst>
                <a:path extrusionOk="0" h="11216" w="11593">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7" name="Google Shape;12317;p87"/>
            <p:cNvSpPr/>
            <p:nvPr/>
          </p:nvSpPr>
          <p:spPr>
            <a:xfrm>
              <a:off x="3661636" y="2898825"/>
              <a:ext cx="79733" cy="60206"/>
            </a:xfrm>
            <a:custGeom>
              <a:rect b="b" l="l" r="r" t="t"/>
              <a:pathLst>
                <a:path extrusionOk="0" h="5294" w="6696">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8" name="Google Shape;12318;p87"/>
            <p:cNvSpPr/>
            <p:nvPr/>
          </p:nvSpPr>
          <p:spPr>
            <a:xfrm>
              <a:off x="3632974" y="2958780"/>
              <a:ext cx="56573" cy="43318"/>
            </a:xfrm>
            <a:custGeom>
              <a:rect b="b" l="l" r="r" t="t"/>
              <a:pathLst>
                <a:path extrusionOk="0" h="3809" w="4751">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9" name="Google Shape;12319;p87"/>
            <p:cNvSpPr/>
            <p:nvPr/>
          </p:nvSpPr>
          <p:spPr>
            <a:xfrm>
              <a:off x="3632736" y="2960691"/>
              <a:ext cx="81233" cy="85430"/>
            </a:xfrm>
            <a:custGeom>
              <a:rect b="b" l="l" r="r" t="t"/>
              <a:pathLst>
                <a:path extrusionOk="0" h="7512" w="6822">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0" name="Google Shape;12320;p87"/>
            <p:cNvSpPr/>
            <p:nvPr/>
          </p:nvSpPr>
          <p:spPr>
            <a:xfrm>
              <a:off x="3665125" y="2976874"/>
              <a:ext cx="112121" cy="99236"/>
            </a:xfrm>
            <a:custGeom>
              <a:rect b="b" l="l" r="r" t="t"/>
              <a:pathLst>
                <a:path extrusionOk="0" h="8726" w="9416">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1" name="Google Shape;12321;p87"/>
            <p:cNvSpPr/>
            <p:nvPr/>
          </p:nvSpPr>
          <p:spPr>
            <a:xfrm>
              <a:off x="3712457" y="3043733"/>
              <a:ext cx="51833" cy="35948"/>
            </a:xfrm>
            <a:custGeom>
              <a:rect b="b" l="l" r="r" t="t"/>
              <a:pathLst>
                <a:path extrusionOk="0" h="3161" w="4353">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2" name="Google Shape;12322;p87"/>
            <p:cNvSpPr/>
            <p:nvPr/>
          </p:nvSpPr>
          <p:spPr>
            <a:xfrm>
              <a:off x="3628997" y="3033259"/>
              <a:ext cx="44355" cy="30956"/>
            </a:xfrm>
            <a:custGeom>
              <a:rect b="b" l="l" r="r" t="t"/>
              <a:pathLst>
                <a:path extrusionOk="0" h="2722" w="3725">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3" name="Google Shape;12323;p87"/>
            <p:cNvSpPr/>
            <p:nvPr/>
          </p:nvSpPr>
          <p:spPr>
            <a:xfrm>
              <a:off x="3633975" y="3059916"/>
              <a:ext cx="21195" cy="12146"/>
            </a:xfrm>
            <a:custGeom>
              <a:rect b="b" l="l" r="r" t="t"/>
              <a:pathLst>
                <a:path extrusionOk="0" h="1068" w="178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24" name="Google Shape;12324;p87"/>
            <p:cNvGrpSpPr/>
            <p:nvPr/>
          </p:nvGrpSpPr>
          <p:grpSpPr>
            <a:xfrm>
              <a:off x="3632736" y="3051591"/>
              <a:ext cx="63288" cy="45217"/>
              <a:chOff x="3450375" y="3038225"/>
              <a:chExt cx="132875" cy="99400"/>
            </a:xfrm>
          </p:grpSpPr>
          <p:sp>
            <p:nvSpPr>
              <p:cNvPr id="12325" name="Google Shape;12325;p87"/>
              <p:cNvSpPr/>
              <p:nvPr/>
            </p:nvSpPr>
            <p:spPr>
              <a:xfrm>
                <a:off x="3450375" y="3038225"/>
                <a:ext cx="46050" cy="13625"/>
              </a:xfrm>
              <a:custGeom>
                <a:rect b="b" l="l" r="r" t="t"/>
                <a:pathLst>
                  <a:path extrusionOk="0" h="545" w="1842">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6" name="Google Shape;12326;p87"/>
              <p:cNvSpPr/>
              <p:nvPr/>
            </p:nvSpPr>
            <p:spPr>
              <a:xfrm>
                <a:off x="3481225" y="3056525"/>
                <a:ext cx="102025" cy="81100"/>
              </a:xfrm>
              <a:custGeom>
                <a:rect b="b" l="l" r="r" t="t"/>
                <a:pathLst>
                  <a:path extrusionOk="0" h="3244" w="4081">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27" name="Google Shape;12327;p87"/>
            <p:cNvSpPr/>
            <p:nvPr/>
          </p:nvSpPr>
          <p:spPr>
            <a:xfrm>
              <a:off x="3657897" y="3077759"/>
              <a:ext cx="19195" cy="21903"/>
            </a:xfrm>
            <a:custGeom>
              <a:rect b="b" l="l" r="r" t="t"/>
              <a:pathLst>
                <a:path extrusionOk="0" h="1926" w="1612">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8" name="Google Shape;12328;p87"/>
            <p:cNvSpPr/>
            <p:nvPr/>
          </p:nvSpPr>
          <p:spPr>
            <a:xfrm>
              <a:off x="3670352" y="3087756"/>
              <a:ext cx="27911" cy="28568"/>
            </a:xfrm>
            <a:custGeom>
              <a:rect b="b" l="l" r="r" t="t"/>
              <a:pathLst>
                <a:path extrusionOk="0" h="2512" w="2344">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9" name="Google Shape;12329;p87"/>
            <p:cNvSpPr/>
            <p:nvPr/>
          </p:nvSpPr>
          <p:spPr>
            <a:xfrm>
              <a:off x="3689785" y="3073722"/>
              <a:ext cx="42617" cy="42840"/>
            </a:xfrm>
            <a:custGeom>
              <a:rect b="b" l="l" r="r" t="t"/>
              <a:pathLst>
                <a:path extrusionOk="0" h="3767" w="3579">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0" name="Google Shape;12330;p87"/>
            <p:cNvSpPr/>
            <p:nvPr/>
          </p:nvSpPr>
          <p:spPr>
            <a:xfrm>
              <a:off x="3726412" y="3070151"/>
              <a:ext cx="29161" cy="43557"/>
            </a:xfrm>
            <a:custGeom>
              <a:rect b="b" l="l" r="r" t="t"/>
              <a:pathLst>
                <a:path extrusionOk="0" h="3830" w="2449">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1" name="Google Shape;12331;p87"/>
            <p:cNvSpPr/>
            <p:nvPr/>
          </p:nvSpPr>
          <p:spPr>
            <a:xfrm>
              <a:off x="3746846" y="3070151"/>
              <a:ext cx="13956" cy="35459"/>
            </a:xfrm>
            <a:custGeom>
              <a:rect b="b" l="l" r="r" t="t"/>
              <a:pathLst>
                <a:path extrusionOk="0" h="3118" w="1172">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2" name="Google Shape;12332;p87"/>
            <p:cNvSpPr/>
            <p:nvPr/>
          </p:nvSpPr>
          <p:spPr>
            <a:xfrm>
              <a:off x="3754312" y="3061110"/>
              <a:ext cx="21445" cy="42840"/>
            </a:xfrm>
            <a:custGeom>
              <a:rect b="b" l="l" r="r" t="t"/>
              <a:pathLst>
                <a:path extrusionOk="0" h="3767" w="1801">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3" name="Google Shape;12333;p87"/>
            <p:cNvSpPr/>
            <p:nvPr/>
          </p:nvSpPr>
          <p:spPr>
            <a:xfrm>
              <a:off x="3838283" y="2987337"/>
              <a:ext cx="71755" cy="108994"/>
            </a:xfrm>
            <a:custGeom>
              <a:rect b="b" l="l" r="r" t="t"/>
              <a:pathLst>
                <a:path extrusionOk="0" h="9584" w="6026">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4" name="Google Shape;12334;p87"/>
            <p:cNvSpPr/>
            <p:nvPr/>
          </p:nvSpPr>
          <p:spPr>
            <a:xfrm>
              <a:off x="3829555" y="3057778"/>
              <a:ext cx="2251" cy="1194"/>
            </a:xfrm>
            <a:custGeom>
              <a:rect b="b" l="l" r="r" t="t"/>
              <a:pathLst>
                <a:path extrusionOk="0" h="105" w="189">
                  <a:moveTo>
                    <a:pt x="189" y="0"/>
                  </a:moveTo>
                  <a:lnTo>
                    <a:pt x="1" y="42"/>
                  </a:lnTo>
                  <a:lnTo>
                    <a:pt x="63" y="105"/>
                  </a:lnTo>
                  <a:lnTo>
                    <a:pt x="168" y="84"/>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5" name="Google Shape;12335;p87"/>
            <p:cNvSpPr/>
            <p:nvPr/>
          </p:nvSpPr>
          <p:spPr>
            <a:xfrm>
              <a:off x="3749584" y="2988770"/>
              <a:ext cx="104905" cy="77822"/>
            </a:xfrm>
            <a:custGeom>
              <a:rect b="b" l="l" r="r" t="t"/>
              <a:pathLst>
                <a:path extrusionOk="0" h="6843" w="881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A6CBC2"/>
                </a:solidFill>
              </a:endParaRPr>
            </a:p>
          </p:txBody>
        </p:sp>
        <p:sp>
          <p:nvSpPr>
            <p:cNvPr id="12336" name="Google Shape;12336;p87"/>
            <p:cNvSpPr/>
            <p:nvPr/>
          </p:nvSpPr>
          <p:spPr>
            <a:xfrm>
              <a:off x="3767267" y="3053013"/>
              <a:ext cx="78744" cy="64493"/>
            </a:xfrm>
            <a:custGeom>
              <a:rect b="b" l="l" r="r" t="t"/>
              <a:pathLst>
                <a:path extrusionOk="0" h="5671" w="6613">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7" name="Google Shape;12337;p87"/>
            <p:cNvSpPr/>
            <p:nvPr/>
          </p:nvSpPr>
          <p:spPr>
            <a:xfrm>
              <a:off x="3805645" y="3058722"/>
              <a:ext cx="52322" cy="74968"/>
            </a:xfrm>
            <a:custGeom>
              <a:rect b="b" l="l" r="r" t="t"/>
              <a:pathLst>
                <a:path extrusionOk="0" h="6592" w="4394">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8" name="Google Shape;12338;p87"/>
            <p:cNvSpPr/>
            <p:nvPr/>
          </p:nvSpPr>
          <p:spPr>
            <a:xfrm>
              <a:off x="3805883" y="3130585"/>
              <a:ext cx="39378" cy="40702"/>
            </a:xfrm>
            <a:custGeom>
              <a:rect b="b" l="l" r="r" t="t"/>
              <a:pathLst>
                <a:path extrusionOk="0" h="3579" w="3307">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9" name="Google Shape;12339;p87"/>
            <p:cNvSpPr/>
            <p:nvPr/>
          </p:nvSpPr>
          <p:spPr>
            <a:xfrm>
              <a:off x="3809622" y="3131301"/>
              <a:ext cx="13967" cy="8575"/>
            </a:xfrm>
            <a:custGeom>
              <a:rect b="b" l="l" r="r" t="t"/>
              <a:pathLst>
                <a:path extrusionOk="0" h="754" w="1173">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0" name="Google Shape;12340;p87"/>
            <p:cNvSpPr/>
            <p:nvPr/>
          </p:nvSpPr>
          <p:spPr>
            <a:xfrm>
              <a:off x="3822327" y="3120122"/>
              <a:ext cx="52834" cy="59023"/>
            </a:xfrm>
            <a:custGeom>
              <a:rect b="b" l="l" r="r" t="t"/>
              <a:pathLst>
                <a:path extrusionOk="0" h="5190" w="4437">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1" name="Google Shape;12341;p87"/>
            <p:cNvSpPr/>
            <p:nvPr/>
          </p:nvSpPr>
          <p:spPr>
            <a:xfrm>
              <a:off x="3828067" y="3174369"/>
              <a:ext cx="7478" cy="9769"/>
            </a:xfrm>
            <a:custGeom>
              <a:rect b="b" l="l" r="r" t="t"/>
              <a:pathLst>
                <a:path extrusionOk="0" h="859" w="628">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2" name="Google Shape;12342;p87"/>
            <p:cNvSpPr/>
            <p:nvPr/>
          </p:nvSpPr>
          <p:spPr>
            <a:xfrm>
              <a:off x="3947654" y="3151533"/>
              <a:ext cx="76994" cy="74956"/>
            </a:xfrm>
            <a:custGeom>
              <a:rect b="b" l="l" r="r" t="t"/>
              <a:pathLst>
                <a:path extrusionOk="0" h="6591" w="6466">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3" name="Google Shape;12343;p87"/>
            <p:cNvSpPr/>
            <p:nvPr/>
          </p:nvSpPr>
          <p:spPr>
            <a:xfrm>
              <a:off x="3945415" y="3152954"/>
              <a:ext cx="13956" cy="10963"/>
            </a:xfrm>
            <a:custGeom>
              <a:rect b="b" l="l" r="r" t="t"/>
              <a:pathLst>
                <a:path extrusionOk="0" h="964" w="1172">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4" name="Google Shape;12344;p87"/>
            <p:cNvSpPr/>
            <p:nvPr/>
          </p:nvSpPr>
          <p:spPr>
            <a:xfrm>
              <a:off x="3945415" y="3159380"/>
              <a:ext cx="13706" cy="15956"/>
            </a:xfrm>
            <a:custGeom>
              <a:rect b="b" l="l" r="r" t="t"/>
              <a:pathLst>
                <a:path extrusionOk="0" h="1403" w="1151">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5" name="Google Shape;12345;p87"/>
            <p:cNvSpPr/>
            <p:nvPr/>
          </p:nvSpPr>
          <p:spPr>
            <a:xfrm>
              <a:off x="3829055" y="3110126"/>
              <a:ext cx="131316" cy="124222"/>
            </a:xfrm>
            <a:custGeom>
              <a:rect b="b" l="l" r="r" t="t"/>
              <a:pathLst>
                <a:path extrusionOk="0" h="10923" w="11028">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A6CBC2"/>
                </a:solidFill>
              </a:endParaRPr>
            </a:p>
          </p:txBody>
        </p:sp>
        <p:sp>
          <p:nvSpPr>
            <p:cNvPr id="12346" name="Google Shape;12346;p87"/>
            <p:cNvSpPr/>
            <p:nvPr/>
          </p:nvSpPr>
          <p:spPr>
            <a:xfrm>
              <a:off x="3970326" y="3207451"/>
              <a:ext cx="21934" cy="52837"/>
            </a:xfrm>
            <a:custGeom>
              <a:rect b="b" l="l" r="r" t="t"/>
              <a:pathLst>
                <a:path extrusionOk="0" h="4646" w="1842">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7" name="Google Shape;12347;p87"/>
            <p:cNvSpPr/>
            <p:nvPr/>
          </p:nvSpPr>
          <p:spPr>
            <a:xfrm>
              <a:off x="3895082" y="3199593"/>
              <a:ext cx="81233" cy="66165"/>
            </a:xfrm>
            <a:custGeom>
              <a:rect b="b" l="l" r="r" t="t"/>
              <a:pathLst>
                <a:path extrusionOk="0" h="5818" w="6822">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8" name="Google Shape;12348;p87"/>
            <p:cNvSpPr/>
            <p:nvPr/>
          </p:nvSpPr>
          <p:spPr>
            <a:xfrm>
              <a:off x="3824328" y="3184365"/>
              <a:ext cx="86210" cy="81393"/>
            </a:xfrm>
            <a:custGeom>
              <a:rect b="b" l="l" r="r" t="t"/>
              <a:pathLst>
                <a:path extrusionOk="0" h="7157" w="724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9" name="Google Shape;12349;p87"/>
            <p:cNvSpPr/>
            <p:nvPr/>
          </p:nvSpPr>
          <p:spPr>
            <a:xfrm>
              <a:off x="3916754" y="3249086"/>
              <a:ext cx="53834" cy="46889"/>
            </a:xfrm>
            <a:custGeom>
              <a:rect b="b" l="l" r="r" t="t"/>
              <a:pathLst>
                <a:path extrusionOk="0" h="4123" w="4521">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0" name="Google Shape;12350;p87"/>
            <p:cNvSpPr/>
            <p:nvPr/>
          </p:nvSpPr>
          <p:spPr>
            <a:xfrm>
              <a:off x="3879638" y="3263609"/>
              <a:ext cx="64539" cy="61639"/>
            </a:xfrm>
            <a:custGeom>
              <a:rect b="b" l="l" r="r" t="t"/>
              <a:pathLst>
                <a:path extrusionOk="0" h="5420" w="542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1" name="Google Shape;12351;p87"/>
            <p:cNvSpPr/>
            <p:nvPr/>
          </p:nvSpPr>
          <p:spPr>
            <a:xfrm>
              <a:off x="3824578" y="3257889"/>
              <a:ext cx="92188" cy="82826"/>
            </a:xfrm>
            <a:custGeom>
              <a:rect b="b" l="l" r="r" t="t"/>
              <a:pathLst>
                <a:path extrusionOk="0" h="7283" w="7742">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6B65"/>
                </a:solidFill>
              </a:endParaRPr>
            </a:p>
          </p:txBody>
        </p:sp>
        <p:sp>
          <p:nvSpPr>
            <p:cNvPr id="12352" name="Google Shape;12352;p87"/>
            <p:cNvSpPr/>
            <p:nvPr/>
          </p:nvSpPr>
          <p:spPr>
            <a:xfrm>
              <a:off x="3953131" y="3215060"/>
              <a:ext cx="71767" cy="110427"/>
            </a:xfrm>
            <a:custGeom>
              <a:rect b="b" l="l" r="r" t="t"/>
              <a:pathLst>
                <a:path extrusionOk="0" h="9710" w="6027">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3" name="Google Shape;12353;p87"/>
            <p:cNvSpPr/>
            <p:nvPr/>
          </p:nvSpPr>
          <p:spPr>
            <a:xfrm>
              <a:off x="3951893" y="3317378"/>
              <a:ext cx="9978" cy="10724"/>
            </a:xfrm>
            <a:custGeom>
              <a:rect b="b" l="l" r="r" t="t"/>
              <a:pathLst>
                <a:path extrusionOk="0" h="943" w="838">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4" name="Google Shape;12354;p87"/>
            <p:cNvSpPr/>
            <p:nvPr/>
          </p:nvSpPr>
          <p:spPr>
            <a:xfrm>
              <a:off x="3925232" y="3338554"/>
              <a:ext cx="15956" cy="14295"/>
            </a:xfrm>
            <a:custGeom>
              <a:rect b="b" l="l" r="r" t="t"/>
              <a:pathLst>
                <a:path extrusionOk="0" h="1257" w="134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5" name="Google Shape;12355;p87"/>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6" name="Google Shape;12356;p87"/>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7" name="Google Shape;12357;p87"/>
            <p:cNvSpPr/>
            <p:nvPr/>
          </p:nvSpPr>
          <p:spPr>
            <a:xfrm>
              <a:off x="4014919" y="2846238"/>
              <a:ext cx="33651" cy="9053"/>
            </a:xfrm>
            <a:custGeom>
              <a:rect b="b" l="l" r="r" t="t"/>
              <a:pathLst>
                <a:path extrusionOk="0" h="796" w="2826">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8" name="Google Shape;12358;p87"/>
            <p:cNvSpPr/>
            <p:nvPr/>
          </p:nvSpPr>
          <p:spPr>
            <a:xfrm>
              <a:off x="4036853" y="2853608"/>
              <a:ext cx="1250" cy="1205"/>
            </a:xfrm>
            <a:custGeom>
              <a:rect b="b" l="l" r="r" t="t"/>
              <a:pathLst>
                <a:path extrusionOk="0" fill="none" h="106" w="105">
                  <a:moveTo>
                    <a:pt x="105" y="105"/>
                  </a:moveTo>
                  <a:lnTo>
                    <a:pt x="0" y="1"/>
                  </a:lnTo>
                </a:path>
              </a:pathLst>
            </a:custGeom>
            <a:solidFill>
              <a:srgbClr val="5F7D95"/>
            </a:solidFill>
            <a:ln cap="rnd" cmpd="sng" w="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9" name="Google Shape;12359;p87"/>
            <p:cNvSpPr/>
            <p:nvPr/>
          </p:nvSpPr>
          <p:spPr>
            <a:xfrm>
              <a:off x="4346543" y="2948318"/>
              <a:ext cx="21183" cy="11907"/>
            </a:xfrm>
            <a:custGeom>
              <a:rect b="b" l="l" r="r" t="t"/>
              <a:pathLst>
                <a:path extrusionOk="0" h="1047" w="1779">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0" name="Google Shape;12360;p87"/>
            <p:cNvSpPr/>
            <p:nvPr/>
          </p:nvSpPr>
          <p:spPr>
            <a:xfrm>
              <a:off x="3878888" y="2847660"/>
              <a:ext cx="16706" cy="13579"/>
            </a:xfrm>
            <a:custGeom>
              <a:rect b="b" l="l" r="r" t="t"/>
              <a:pathLst>
                <a:path extrusionOk="0" h="1194" w="1403">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1" name="Google Shape;12361;p87"/>
            <p:cNvSpPr/>
            <p:nvPr/>
          </p:nvSpPr>
          <p:spPr>
            <a:xfrm>
              <a:off x="3865182" y="2817204"/>
              <a:ext cx="27923" cy="34993"/>
            </a:xfrm>
            <a:custGeom>
              <a:rect b="b" l="l" r="r" t="t"/>
              <a:pathLst>
                <a:path extrusionOk="0" h="3077" w="2345">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62" name="Google Shape;12362;p87"/>
          <p:cNvGrpSpPr/>
          <p:nvPr/>
        </p:nvGrpSpPr>
        <p:grpSpPr>
          <a:xfrm>
            <a:off x="719116" y="2869970"/>
            <a:ext cx="2622876" cy="1333540"/>
            <a:chOff x="238125" y="1038125"/>
            <a:chExt cx="7146800" cy="3633625"/>
          </a:xfrm>
        </p:grpSpPr>
        <p:sp>
          <p:nvSpPr>
            <p:cNvPr id="12363" name="Google Shape;12363;p87"/>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4" name="Google Shape;12364;p87"/>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5" name="Google Shape;12365;p87"/>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6" name="Google Shape;12366;p87"/>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7" name="Google Shape;12367;p87"/>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8" name="Google Shape;12368;p87"/>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9" name="Google Shape;12369;p87"/>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0" name="Google Shape;12370;p87"/>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1" name="Google Shape;12371;p87"/>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2" name="Google Shape;12372;p87"/>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3" name="Google Shape;12373;p87"/>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4" name="Google Shape;12374;p87"/>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5" name="Google Shape;12375;p87"/>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6" name="Google Shape;12376;p87"/>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7" name="Google Shape;12377;p87"/>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8" name="Google Shape;12378;p87"/>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9" name="Google Shape;12379;p87"/>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0" name="Google Shape;12380;p87"/>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1" name="Google Shape;12381;p87"/>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2" name="Google Shape;12382;p87"/>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3" name="Google Shape;12383;p87"/>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4" name="Google Shape;12384;p87"/>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5" name="Google Shape;12385;p87"/>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6" name="Google Shape;12386;p87"/>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7" name="Google Shape;12387;p87"/>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8" name="Google Shape;12388;p87"/>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9" name="Google Shape;12389;p87"/>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0" name="Google Shape;12390;p87"/>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1" name="Google Shape;12391;p87"/>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2" name="Google Shape;12392;p87"/>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3" name="Google Shape;12393;p87"/>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4" name="Google Shape;12394;p87"/>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5" name="Google Shape;12395;p87"/>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6" name="Google Shape;12396;p87"/>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7" name="Google Shape;12397;p87"/>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8" name="Google Shape;12398;p87"/>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9" name="Google Shape;12399;p87"/>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0" name="Google Shape;12400;p87"/>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1" name="Google Shape;12401;p87"/>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2" name="Google Shape;12402;p87"/>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3" name="Google Shape;12403;p87"/>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4" name="Google Shape;12404;p87"/>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5" name="Google Shape;12405;p87"/>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6" name="Google Shape;12406;p87"/>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7" name="Google Shape;12407;p87"/>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8" name="Google Shape;12408;p87"/>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9" name="Google Shape;12409;p87"/>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0" name="Google Shape;12410;p87"/>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1" name="Google Shape;12411;p87"/>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2" name="Google Shape;12412;p87"/>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3" name="Google Shape;12413;p87"/>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4" name="Google Shape;12414;p87"/>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5" name="Google Shape;12415;p87"/>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6" name="Google Shape;12416;p87"/>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7" name="Google Shape;12417;p87"/>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8" name="Google Shape;12418;p87"/>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9" name="Google Shape;12419;p87"/>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0" name="Google Shape;12420;p87"/>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1" name="Google Shape;12421;p87"/>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2" name="Google Shape;12422;p87"/>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3" name="Google Shape;12423;p87"/>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4" name="Google Shape;12424;p87"/>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5" name="Google Shape;12425;p87"/>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6" name="Google Shape;12426;p87"/>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7" name="Google Shape;12427;p87"/>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8" name="Google Shape;12428;p87"/>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9" name="Google Shape;12429;p87"/>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0" name="Google Shape;12430;p87"/>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1" name="Google Shape;12431;p87"/>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2" name="Google Shape;12432;p87"/>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3" name="Google Shape;12433;p87"/>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4" name="Google Shape;12434;p87"/>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5" name="Google Shape;12435;p87"/>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6" name="Google Shape;12436;p87"/>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7" name="Google Shape;12437;p87"/>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8" name="Google Shape;12438;p87"/>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9" name="Google Shape;12439;p87"/>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0" name="Google Shape;12440;p87"/>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1" name="Google Shape;12441;p87"/>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2" name="Google Shape;12442;p87"/>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3" name="Google Shape;12443;p87"/>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4" name="Google Shape;12444;p87"/>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5" name="Google Shape;12445;p87"/>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6" name="Google Shape;12446;p87"/>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7" name="Google Shape;12447;p87"/>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8" name="Google Shape;12448;p87"/>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9" name="Google Shape;12449;p87"/>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0" name="Google Shape;12450;p87"/>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1" name="Google Shape;12451;p87"/>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2" name="Google Shape;12452;p87"/>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3" name="Google Shape;12453;p87"/>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4" name="Google Shape;12454;p87"/>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5" name="Google Shape;12455;p87"/>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6" name="Google Shape;12456;p87"/>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7" name="Google Shape;12457;p87"/>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8" name="Google Shape;12458;p87"/>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9" name="Google Shape;12459;p87"/>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0" name="Google Shape;12460;p87"/>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1" name="Google Shape;12461;p87"/>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2" name="Google Shape;12462;p87"/>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3" name="Google Shape;12463;p87"/>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4" name="Google Shape;12464;p87"/>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5" name="Google Shape;12465;p87"/>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6" name="Google Shape;12466;p87"/>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7" name="Google Shape;12467;p87"/>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8" name="Google Shape;12468;p87"/>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9" name="Google Shape;12469;p87"/>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0" name="Google Shape;12470;p87"/>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1" name="Google Shape;12471;p87"/>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2" name="Google Shape;12472;p87"/>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3" name="Google Shape;12473;p87"/>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4" name="Google Shape;12474;p87"/>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5" name="Google Shape;12475;p87"/>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6" name="Google Shape;12476;p87"/>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7" name="Google Shape;12477;p87"/>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8" name="Google Shape;12478;p87"/>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9" name="Google Shape;12479;p87"/>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0" name="Google Shape;12480;p87"/>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1" name="Google Shape;12481;p87"/>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2" name="Google Shape;12482;p87"/>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3" name="Google Shape;12483;p87"/>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4" name="Google Shape;12484;p87"/>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5" name="Google Shape;12485;p87"/>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6" name="Google Shape;12486;p87"/>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7" name="Google Shape;12487;p87"/>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8" name="Google Shape;12488;p87"/>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9" name="Google Shape;12489;p87"/>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0" name="Google Shape;12490;p87"/>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1" name="Google Shape;12491;p87"/>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2" name="Google Shape;12492;p87"/>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3" name="Google Shape;12493;p87"/>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4" name="Google Shape;12494;p87"/>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5" name="Google Shape;12495;p87"/>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6" name="Google Shape;12496;p87"/>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7" name="Google Shape;12497;p87"/>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8" name="Google Shape;12498;p87"/>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9" name="Google Shape;12499;p87"/>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0" name="Google Shape;12500;p87"/>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1" name="Google Shape;12501;p87"/>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2" name="Google Shape;12502;p87"/>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3" name="Google Shape;12503;p87"/>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4" name="Google Shape;12504;p87"/>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5" name="Google Shape;12505;p87"/>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6" name="Google Shape;12506;p87"/>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7" name="Google Shape;12507;p87"/>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8" name="Google Shape;12508;p87"/>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9" name="Google Shape;12509;p87"/>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0" name="Google Shape;12510;p87"/>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1" name="Google Shape;12511;p87"/>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2" name="Google Shape;12512;p87"/>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3" name="Google Shape;12513;p87"/>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4" name="Google Shape;12514;p87"/>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5" name="Google Shape;12515;p87"/>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6" name="Google Shape;12516;p87"/>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7" name="Google Shape;12517;p87"/>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8" name="Google Shape;12518;p87"/>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9" name="Google Shape;12519;p87"/>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0" name="Google Shape;12520;p87"/>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1" name="Google Shape;12521;p87"/>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2" name="Google Shape;12522;p87"/>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3" name="Google Shape;12523;p87"/>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4" name="Google Shape;12524;p87"/>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5" name="Google Shape;12525;p87"/>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6" name="Google Shape;12526;p87"/>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7" name="Google Shape;12527;p87"/>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8" name="Google Shape;12528;p87"/>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9" name="Google Shape;12529;p87"/>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0" name="Google Shape;12530;p87"/>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1" name="Google Shape;12531;p87"/>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2" name="Google Shape;12532;p87"/>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3" name="Google Shape;12533;p87"/>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4" name="Google Shape;12534;p87"/>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5" name="Google Shape;12535;p87"/>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6" name="Google Shape;12536;p87"/>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7" name="Google Shape;12537;p87"/>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8" name="Google Shape;12538;p87"/>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9" name="Google Shape;12539;p87"/>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0" name="Google Shape;12540;p87"/>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1" name="Google Shape;12541;p87"/>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2" name="Google Shape;12542;p87"/>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3" name="Google Shape;12543;p87"/>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4" name="Google Shape;12544;p87"/>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5" name="Google Shape;12545;p87"/>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6" name="Google Shape;12546;p87"/>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7" name="Google Shape;12547;p87"/>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8" name="Google Shape;12548;p87"/>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9" name="Google Shape;12549;p87"/>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0" name="Google Shape;12550;p87"/>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1" name="Google Shape;12551;p87"/>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2" name="Google Shape;12552;p87"/>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3" name="Google Shape;12553;p87"/>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4" name="Google Shape;12554;p87"/>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5" name="Google Shape;12555;p87"/>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6" name="Google Shape;12556;p87"/>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7" name="Google Shape;12557;p87"/>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8" name="Google Shape;12558;p87"/>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9" name="Google Shape;12559;p87"/>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0" name="Google Shape;12560;p87"/>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1" name="Google Shape;12561;p87"/>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2" name="Google Shape;12562;p87"/>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3" name="Google Shape;12563;p87"/>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4" name="Google Shape;12564;p87"/>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5" name="Google Shape;12565;p87"/>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6" name="Google Shape;12566;p87"/>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7" name="Google Shape;12567;p87"/>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8" name="Google Shape;12568;p87"/>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9" name="Google Shape;12569;p87"/>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0" name="Google Shape;12570;p87"/>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1" name="Google Shape;12571;p87"/>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2" name="Google Shape;12572;p87"/>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3" name="Google Shape;12573;p87"/>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4" name="Google Shape;12574;p87"/>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5" name="Google Shape;12575;p87"/>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6" name="Google Shape;12576;p87"/>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7" name="Google Shape;12577;p87"/>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8" name="Google Shape;12578;p87"/>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9" name="Google Shape;12579;p87"/>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0" name="Google Shape;12580;p87"/>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1" name="Google Shape;12581;p87"/>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2" name="Google Shape;12582;p87"/>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3" name="Google Shape;12583;p87"/>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4" name="Google Shape;12584;p87"/>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5" name="Google Shape;12585;p87"/>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6" name="Google Shape;12586;p87"/>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7" name="Google Shape;12587;p87"/>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8" name="Google Shape;12588;p87"/>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9" name="Google Shape;12589;p87"/>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0" name="Google Shape;12590;p87"/>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1" name="Google Shape;12591;p87"/>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2" name="Google Shape;12592;p87"/>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3" name="Google Shape;12593;p87"/>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4" name="Google Shape;12594;p87"/>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5" name="Google Shape;12595;p87"/>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6" name="Google Shape;12596;p87"/>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7" name="Google Shape;12597;p87"/>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8" name="Google Shape;12598;p87"/>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9" name="Google Shape;12599;p87"/>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0" name="Google Shape;12600;p87"/>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1" name="Google Shape;12601;p87"/>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2" name="Google Shape;12602;p87"/>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3" name="Google Shape;12603;p87"/>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4" name="Google Shape;12604;p87"/>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5" name="Google Shape;12605;p87"/>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6" name="Google Shape;12606;p87"/>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7" name="Google Shape;12607;p87"/>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8" name="Google Shape;12608;p87"/>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9" name="Google Shape;12609;p87"/>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0" name="Google Shape;12610;p87"/>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1" name="Google Shape;12611;p87"/>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2" name="Google Shape;12612;p87"/>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3" name="Google Shape;12613;p87"/>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4" name="Google Shape;12614;p87"/>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5" name="Google Shape;12615;p87"/>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6" name="Google Shape;12616;p87"/>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7" name="Google Shape;12617;p87"/>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8" name="Google Shape;12618;p87"/>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9" name="Google Shape;12619;p87"/>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0" name="Google Shape;12620;p87"/>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1" name="Google Shape;12621;p87"/>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2" name="Google Shape;12622;p87"/>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3" name="Google Shape;12623;p87"/>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4" name="Google Shape;12624;p87"/>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5" name="Google Shape;12625;p87"/>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6" name="Google Shape;12626;p87"/>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7" name="Google Shape;12627;p87"/>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8" name="Google Shape;12628;p87"/>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9" name="Google Shape;12629;p87"/>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0" name="Google Shape;12630;p87"/>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1" name="Google Shape;12631;p87"/>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2" name="Google Shape;12632;p87"/>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3" name="Google Shape;12633;p87"/>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4" name="Google Shape;12634;p87"/>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5" name="Google Shape;12635;p87"/>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6" name="Google Shape;12636;p87"/>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7" name="Google Shape;12637;p87"/>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8" name="Google Shape;12638;p87"/>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9" name="Google Shape;12639;p87"/>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0" name="Google Shape;12640;p87"/>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1" name="Google Shape;12641;p87"/>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2" name="Google Shape;12642;p87"/>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3" name="Google Shape;12643;p87"/>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4" name="Google Shape;12644;p87"/>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5" name="Google Shape;12645;p87"/>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6" name="Google Shape;12646;p87"/>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7" name="Google Shape;12647;p87"/>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8" name="Google Shape;12648;p87"/>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9" name="Google Shape;12649;p87"/>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0" name="Google Shape;12650;p87"/>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1" name="Google Shape;12651;p87"/>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2" name="Google Shape;12652;p87"/>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3" name="Google Shape;12653;p87"/>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4" name="Google Shape;12654;p87"/>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5" name="Google Shape;12655;p87"/>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6" name="Google Shape;12656;p87"/>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7" name="Google Shape;12657;p87"/>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8" name="Google Shape;12658;p87"/>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9" name="Google Shape;12659;p87"/>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0" name="Google Shape;12660;p87"/>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1" name="Google Shape;12661;p87"/>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2" name="Google Shape;12662;p87"/>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3" name="Google Shape;12663;p87"/>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4" name="Google Shape;12664;p87"/>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5" name="Google Shape;12665;p87"/>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6" name="Google Shape;12666;p87"/>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7" name="Google Shape;12667;p87"/>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8" name="Google Shape;12668;p87"/>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9" name="Google Shape;12669;p87"/>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0" name="Google Shape;12670;p87"/>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1" name="Google Shape;12671;p87"/>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2" name="Google Shape;12672;p87"/>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3" name="Google Shape;12673;p87"/>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4" name="Google Shape;12674;p87"/>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5" name="Google Shape;12675;p87"/>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6" name="Google Shape;12676;p87"/>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7" name="Google Shape;12677;p87"/>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8" name="Google Shape;12678;p87"/>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9" name="Google Shape;12679;p87"/>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0" name="Google Shape;12680;p87"/>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1" name="Google Shape;12681;p87"/>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2" name="Google Shape;12682;p87"/>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3" name="Google Shape;12683;p87"/>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4" name="Google Shape;12684;p87"/>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5" name="Google Shape;12685;p87"/>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6" name="Google Shape;12686;p87"/>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7" name="Google Shape;12687;p87"/>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8" name="Google Shape;12688;p87"/>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9" name="Google Shape;12689;p87"/>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0" name="Google Shape;12690;p87"/>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1" name="Google Shape;12691;p87"/>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2" name="Google Shape;12692;p87"/>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3" name="Google Shape;12693;p87"/>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4" name="Google Shape;12694;p87"/>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5" name="Google Shape;12695;p87"/>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6" name="Google Shape;12696;p87"/>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7" name="Google Shape;12697;p87"/>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8" name="Google Shape;12698;p87"/>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9" name="Google Shape;12699;p87"/>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0" name="Google Shape;12700;p87"/>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1" name="Google Shape;12701;p87"/>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2" name="Google Shape;12702;p87"/>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3" name="Google Shape;12703;p87"/>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4" name="Google Shape;12704;p87"/>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5" name="Google Shape;12705;p87"/>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6" name="Google Shape;12706;p87"/>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7" name="Google Shape;12707;p87"/>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8" name="Google Shape;12708;p87"/>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9" name="Google Shape;12709;p87"/>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0" name="Google Shape;12710;p87"/>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1" name="Google Shape;12711;p87"/>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2" name="Google Shape;12712;p87"/>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3" name="Google Shape;12713;p87"/>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4" name="Google Shape;12714;p87"/>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5" name="Google Shape;12715;p87"/>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6" name="Google Shape;12716;p87"/>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7" name="Google Shape;12717;p87"/>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8" name="Google Shape;12718;p87"/>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9" name="Google Shape;12719;p87"/>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0" name="Google Shape;12720;p87"/>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1" name="Google Shape;12721;p87"/>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2" name="Google Shape;12722;p87"/>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3" name="Google Shape;12723;p87"/>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4" name="Google Shape;12724;p87"/>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5" name="Google Shape;12725;p87"/>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6" name="Google Shape;12726;p87"/>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7" name="Google Shape;12727;p87"/>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8" name="Google Shape;12728;p87"/>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9" name="Google Shape;12729;p87"/>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0" name="Google Shape;12730;p87"/>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1" name="Google Shape;12731;p87"/>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2" name="Google Shape;12732;p87"/>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3" name="Google Shape;12733;p87"/>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4" name="Google Shape;12734;p87"/>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5" name="Google Shape;12735;p87"/>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6" name="Google Shape;12736;p87"/>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7" name="Google Shape;12737;p87"/>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8" name="Google Shape;12738;p87"/>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9" name="Google Shape;12739;p87"/>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0" name="Google Shape;12740;p87"/>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1" name="Google Shape;12741;p87"/>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2" name="Google Shape;12742;p87"/>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3" name="Google Shape;12743;p87"/>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4" name="Google Shape;12744;p87"/>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5" name="Google Shape;12745;p87"/>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6" name="Google Shape;12746;p87"/>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7" name="Google Shape;12747;p87"/>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8" name="Google Shape;12748;p87"/>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9" name="Google Shape;12749;p87"/>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0" name="Google Shape;12750;p87"/>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1" name="Google Shape;12751;p87"/>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2" name="Google Shape;12752;p87"/>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3" name="Google Shape;12753;p87"/>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4" name="Google Shape;12754;p87"/>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5" name="Google Shape;12755;p87"/>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6" name="Google Shape;12756;p87"/>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7" name="Google Shape;12757;p87"/>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8" name="Google Shape;12758;p87"/>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9" name="Google Shape;12759;p87"/>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0" name="Google Shape;12760;p87"/>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1" name="Google Shape;12761;p87"/>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2" name="Google Shape;12762;p87"/>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3" name="Google Shape;12763;p87"/>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4" name="Google Shape;12764;p87"/>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5" name="Google Shape;12765;p87"/>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6" name="Google Shape;12766;p87"/>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7" name="Google Shape;12767;p87"/>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8" name="Google Shape;12768;p87"/>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9" name="Google Shape;12769;p87"/>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0" name="Google Shape;12770;p87"/>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1" name="Google Shape;12771;p87"/>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2" name="Google Shape;12772;p87"/>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3" name="Google Shape;12773;p87"/>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4" name="Google Shape;12774;p87"/>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5" name="Google Shape;12775;p87"/>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6" name="Google Shape;12776;p87"/>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7" name="Google Shape;12777;p87"/>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8" name="Google Shape;12778;p87"/>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9" name="Google Shape;12779;p87"/>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0" name="Google Shape;12780;p87"/>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1" name="Google Shape;12781;p87"/>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2" name="Google Shape;12782;p87"/>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3" name="Google Shape;12783;p87"/>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4" name="Google Shape;12784;p87"/>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5" name="Google Shape;12785;p87"/>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6" name="Google Shape;12786;p87"/>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7" name="Google Shape;12787;p87"/>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8" name="Google Shape;12788;p87"/>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9" name="Google Shape;12789;p87"/>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0" name="Google Shape;12790;p87"/>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1" name="Google Shape;12791;p87"/>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2" name="Google Shape;12792;p87"/>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3" name="Google Shape;12793;p87"/>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4" name="Google Shape;12794;p87"/>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5" name="Google Shape;12795;p87"/>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6" name="Google Shape;12796;p87"/>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7" name="Google Shape;12797;p87"/>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8" name="Google Shape;12798;p87"/>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9" name="Google Shape;12799;p87"/>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0" name="Google Shape;12800;p87"/>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1" name="Google Shape;12801;p87"/>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2" name="Google Shape;12802;p87"/>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3" name="Google Shape;12803;p87"/>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4" name="Google Shape;12804;p87"/>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5" name="Google Shape;12805;p87"/>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6" name="Google Shape;12806;p87"/>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7" name="Google Shape;12807;p87"/>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8" name="Google Shape;12808;p87"/>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9" name="Google Shape;12809;p87"/>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0" name="Google Shape;12810;p87"/>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1" name="Google Shape;12811;p87"/>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2" name="Google Shape;12812;p87"/>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3" name="Google Shape;12813;p87"/>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4" name="Google Shape;12814;p87"/>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5" name="Google Shape;12815;p87"/>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6" name="Google Shape;12816;p87"/>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7" name="Google Shape;12817;p87"/>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8" name="Google Shape;12818;p87"/>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9" name="Google Shape;12819;p87"/>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0" name="Google Shape;12820;p87"/>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1" name="Google Shape;12821;p87"/>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2" name="Google Shape;12822;p87"/>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3" name="Google Shape;12823;p87"/>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4" name="Google Shape;12824;p87"/>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5" name="Google Shape;12825;p87"/>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6" name="Google Shape;12826;p87"/>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7" name="Google Shape;12827;p87"/>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8" name="Google Shape;12828;p87"/>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9" name="Google Shape;12829;p87"/>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0" name="Google Shape;12830;p87"/>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1" name="Google Shape;12831;p87"/>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2" name="Google Shape;12832;p87"/>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3" name="Google Shape;12833;p87"/>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4" name="Google Shape;12834;p87"/>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5" name="Google Shape;12835;p87"/>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6" name="Google Shape;12836;p87"/>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7" name="Google Shape;12837;p87"/>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8" name="Google Shape;12838;p87"/>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9" name="Google Shape;12839;p87"/>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0" name="Google Shape;12840;p87"/>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1" name="Google Shape;12841;p87"/>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2" name="Google Shape;12842;p87"/>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3" name="Google Shape;12843;p87"/>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4" name="Google Shape;12844;p87"/>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5" name="Google Shape;12845;p87"/>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6" name="Google Shape;12846;p87"/>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7" name="Google Shape;12847;p87"/>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8" name="Google Shape;12848;p87"/>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9" name="Google Shape;12849;p87"/>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0" name="Google Shape;12850;p87"/>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1" name="Google Shape;12851;p87"/>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2" name="Google Shape;12852;p87"/>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3" name="Google Shape;12853;p87"/>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4" name="Google Shape;12854;p87"/>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5" name="Google Shape;12855;p87"/>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6" name="Google Shape;12856;p87"/>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7" name="Google Shape;12857;p87"/>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8" name="Google Shape;12858;p87"/>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9" name="Google Shape;12859;p87"/>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0" name="Google Shape;12860;p87"/>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1" name="Google Shape;12861;p87"/>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2" name="Google Shape;12862;p87"/>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3" name="Google Shape;12863;p87"/>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4" name="Google Shape;12864;p87"/>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5" name="Google Shape;12865;p87"/>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6" name="Google Shape;12866;p87"/>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7" name="Google Shape;12867;p87"/>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8" name="Google Shape;12868;p87"/>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9" name="Google Shape;12869;p87"/>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0" name="Google Shape;12870;p87"/>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1" name="Google Shape;12871;p87"/>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2" name="Google Shape;12872;p87"/>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3" name="Google Shape;12873;p87"/>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4" name="Google Shape;12874;p87"/>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5" name="Google Shape;12875;p87"/>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6" name="Google Shape;12876;p87"/>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7" name="Google Shape;12877;p87"/>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8" name="Google Shape;12878;p87"/>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9" name="Google Shape;12879;p87"/>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0" name="Google Shape;12880;p87"/>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1" name="Google Shape;12881;p87"/>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2" name="Google Shape;12882;p87"/>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3" name="Google Shape;12883;p87"/>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4" name="Google Shape;12884;p87"/>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5" name="Google Shape;12885;p87"/>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6" name="Google Shape;12886;p87"/>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7" name="Google Shape;12887;p87"/>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8" name="Google Shape;12888;p87"/>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9" name="Google Shape;12889;p87"/>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0" name="Google Shape;12890;p87"/>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1" name="Google Shape;12891;p87"/>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2" name="Google Shape;12892;p87"/>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3" name="Google Shape;12893;p87"/>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4" name="Google Shape;12894;p87"/>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5" name="Google Shape;12895;p87"/>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6" name="Google Shape;12896;p87"/>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7" name="Google Shape;12897;p87"/>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8" name="Google Shape;12898;p87"/>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9" name="Google Shape;12899;p87"/>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0" name="Google Shape;12900;p87"/>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1" name="Google Shape;12901;p87"/>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2" name="Google Shape;12902;p87"/>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3" name="Google Shape;12903;p87"/>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4" name="Google Shape;12904;p87"/>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5" name="Google Shape;12905;p87"/>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6" name="Google Shape;12906;p87"/>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7" name="Google Shape;12907;p87"/>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8" name="Google Shape;12908;p87"/>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9" name="Google Shape;12909;p87"/>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0" name="Google Shape;12910;p87"/>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1" name="Google Shape;12911;p87"/>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2" name="Google Shape;12912;p87"/>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3" name="Google Shape;12913;p87"/>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4" name="Google Shape;12914;p87"/>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5" name="Google Shape;12915;p87"/>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6" name="Google Shape;12916;p87"/>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7" name="Google Shape;12917;p87"/>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8" name="Google Shape;12918;p87"/>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9" name="Google Shape;12919;p87"/>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0" name="Google Shape;12920;p87"/>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1" name="Google Shape;12921;p87"/>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2" name="Google Shape;12922;p87"/>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3" name="Google Shape;12923;p87"/>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4" name="Google Shape;12924;p87"/>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5" name="Google Shape;12925;p87"/>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6" name="Google Shape;12926;p87"/>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7" name="Google Shape;12927;p87"/>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8" name="Google Shape;12928;p87"/>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9" name="Google Shape;12929;p87"/>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0" name="Google Shape;12930;p87"/>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1" name="Google Shape;12931;p87"/>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2" name="Google Shape;12932;p87"/>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3" name="Google Shape;12933;p87"/>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4" name="Google Shape;12934;p87"/>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5" name="Google Shape;12935;p87"/>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6" name="Google Shape;12936;p87"/>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7" name="Google Shape;12937;p87"/>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8" name="Google Shape;12938;p87"/>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9" name="Google Shape;12939;p87"/>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0" name="Google Shape;12940;p87"/>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1" name="Google Shape;12941;p87"/>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2" name="Google Shape;12942;p87"/>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3" name="Google Shape;12943;p87"/>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4" name="Google Shape;12944;p87"/>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5" name="Google Shape;12945;p87"/>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6" name="Google Shape;12946;p87"/>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7" name="Google Shape;12947;p87"/>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8" name="Google Shape;12948;p87"/>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9" name="Google Shape;12949;p87"/>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0" name="Google Shape;12950;p87"/>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1" name="Google Shape;12951;p87"/>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2" name="Google Shape;12952;p87"/>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3" name="Google Shape;12953;p87"/>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4" name="Google Shape;12954;p87"/>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5" name="Google Shape;12955;p87"/>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6" name="Google Shape;12956;p87"/>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7" name="Google Shape;12957;p87"/>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8" name="Google Shape;12958;p87"/>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9" name="Google Shape;12959;p87"/>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0" name="Google Shape;12960;p87"/>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1" name="Google Shape;12961;p87"/>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2" name="Google Shape;12962;p87"/>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3" name="Google Shape;12963;p87"/>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4" name="Google Shape;12964;p87"/>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5" name="Google Shape;12965;p87"/>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6" name="Google Shape;12966;p87"/>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7" name="Google Shape;12967;p87"/>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8" name="Google Shape;12968;p87"/>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9" name="Google Shape;12969;p87"/>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0" name="Google Shape;12970;p87"/>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1" name="Google Shape;12971;p87"/>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2" name="Google Shape;12972;p87"/>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3" name="Google Shape;12973;p87"/>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4" name="Google Shape;12974;p87"/>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5" name="Google Shape;12975;p87"/>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6" name="Google Shape;12976;p87"/>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7" name="Google Shape;12977;p87"/>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8" name="Google Shape;12978;p87"/>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9" name="Google Shape;12979;p87"/>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0" name="Google Shape;12980;p87"/>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1" name="Google Shape;12981;p87"/>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2" name="Google Shape;12982;p87"/>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3" name="Google Shape;12983;p87"/>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4" name="Google Shape;12984;p87"/>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5" name="Google Shape;12985;p87"/>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6" name="Google Shape;12986;p87"/>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7" name="Google Shape;12987;p87"/>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8" name="Google Shape;12988;p87"/>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9" name="Google Shape;12989;p87"/>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0" name="Google Shape;12990;p87"/>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1" name="Google Shape;12991;p87"/>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2" name="Google Shape;12992;p87"/>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3" name="Google Shape;12993;p87"/>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4" name="Google Shape;12994;p87"/>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5" name="Google Shape;12995;p87"/>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6" name="Google Shape;12996;p87"/>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7" name="Google Shape;12997;p87"/>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8" name="Google Shape;12998;p87"/>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9" name="Google Shape;12999;p87"/>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0" name="Google Shape;13000;p87"/>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1" name="Google Shape;13001;p87"/>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2" name="Google Shape;13002;p87"/>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3" name="Google Shape;13003;p87"/>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4" name="Google Shape;13004;p87"/>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5" name="Google Shape;13005;p87"/>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6" name="Google Shape;13006;p87"/>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7" name="Google Shape;13007;p87"/>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8" name="Google Shape;13008;p87"/>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9" name="Google Shape;13009;p87"/>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0" name="Google Shape;13010;p87"/>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1" name="Google Shape;13011;p87"/>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2" name="Google Shape;13012;p87"/>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3" name="Google Shape;13013;p87"/>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4" name="Google Shape;13014;p87"/>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5" name="Google Shape;13015;p87"/>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6" name="Google Shape;13016;p87"/>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7" name="Google Shape;13017;p87"/>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8" name="Google Shape;13018;p87"/>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9" name="Google Shape;13019;p87"/>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0" name="Google Shape;13020;p87"/>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1" name="Google Shape;13021;p87"/>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2" name="Google Shape;13022;p87"/>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3" name="Google Shape;13023;p87"/>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4" name="Google Shape;13024;p87"/>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5" name="Google Shape;13025;p87"/>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6" name="Google Shape;13026;p87"/>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7" name="Google Shape;13027;p87"/>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8" name="Google Shape;13028;p87"/>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9" name="Google Shape;13029;p87"/>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0" name="Google Shape;13030;p87"/>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1" name="Google Shape;13031;p87"/>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2" name="Google Shape;13032;p87"/>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3" name="Google Shape;13033;p87"/>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4" name="Google Shape;13034;p87"/>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5" name="Google Shape;13035;p87"/>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6" name="Google Shape;13036;p87"/>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7" name="Google Shape;13037;p87"/>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8" name="Google Shape;13038;p87"/>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9" name="Google Shape;13039;p87"/>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0" name="Google Shape;13040;p87"/>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1" name="Google Shape;13041;p87"/>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2" name="Google Shape;13042;p87"/>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3" name="Google Shape;13043;p87"/>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4" name="Google Shape;13044;p87"/>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5" name="Google Shape;13045;p87"/>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6" name="Google Shape;13046;p87"/>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7" name="Google Shape;13047;p87"/>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8" name="Google Shape;13048;p87"/>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9" name="Google Shape;13049;p87"/>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0" name="Google Shape;13050;p87"/>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1" name="Google Shape;13051;p87"/>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2" name="Google Shape;13052;p87"/>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3" name="Google Shape;13053;p87"/>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4" name="Google Shape;13054;p87"/>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5" name="Google Shape;13055;p87"/>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6" name="Google Shape;13056;p87"/>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7" name="Google Shape;13057;p87"/>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8" name="Google Shape;13058;p87"/>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9" name="Google Shape;13059;p87"/>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0" name="Google Shape;13060;p87"/>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1" name="Google Shape;13061;p87"/>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2" name="Google Shape;13062;p87"/>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3" name="Google Shape;13063;p87"/>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4" name="Google Shape;13064;p87"/>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5" name="Google Shape;13065;p87"/>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6" name="Google Shape;13066;p87"/>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7" name="Google Shape;13067;p87"/>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8" name="Google Shape;13068;p87"/>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9" name="Google Shape;13069;p87"/>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0" name="Google Shape;13070;p87"/>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1" name="Google Shape;13071;p87"/>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2" name="Google Shape;13072;p87"/>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3" name="Google Shape;13073;p87"/>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4" name="Google Shape;13074;p87"/>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5" name="Google Shape;13075;p87"/>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6" name="Google Shape;13076;p87"/>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7" name="Google Shape;13077;p87"/>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8" name="Google Shape;13078;p87"/>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9" name="Google Shape;13079;p87"/>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0" name="Google Shape;13080;p87"/>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1" name="Google Shape;13081;p87"/>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2" name="Google Shape;13082;p87"/>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3" name="Google Shape;13083;p87"/>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4" name="Google Shape;13084;p87"/>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5" name="Google Shape;13085;p87"/>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6" name="Google Shape;13086;p87"/>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7" name="Google Shape;13087;p87"/>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8" name="Google Shape;13088;p87"/>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9" name="Google Shape;13089;p87"/>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0" name="Google Shape;13090;p87"/>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1" name="Google Shape;13091;p87"/>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2" name="Google Shape;13092;p87"/>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3" name="Google Shape;13093;p87"/>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4" name="Google Shape;13094;p87"/>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5" name="Google Shape;13095;p87"/>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6" name="Google Shape;13096;p87"/>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7" name="Google Shape;13097;p87"/>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8" name="Google Shape;13098;p87"/>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9" name="Google Shape;13099;p87"/>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0" name="Google Shape;13100;p87"/>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1" name="Google Shape;13101;p87"/>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2" name="Google Shape;13102;p87"/>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3" name="Google Shape;13103;p87"/>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4" name="Google Shape;13104;p87"/>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5" name="Google Shape;13105;p87"/>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6" name="Google Shape;13106;p87"/>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7" name="Google Shape;13107;p87"/>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8" name="Google Shape;13108;p87"/>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9" name="Google Shape;13109;p87"/>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0" name="Google Shape;13110;p87"/>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1" name="Google Shape;13111;p87"/>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2" name="Google Shape;13112;p87"/>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3" name="Google Shape;13113;p87"/>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4" name="Google Shape;13114;p87"/>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5" name="Google Shape;13115;p87"/>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6" name="Google Shape;13116;p87"/>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7" name="Google Shape;13117;p87"/>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8" name="Google Shape;13118;p87"/>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9" name="Google Shape;13119;p87"/>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0" name="Google Shape;13120;p87"/>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1" name="Google Shape;13121;p87"/>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2" name="Google Shape;13122;p87"/>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3" name="Google Shape;13123;p87"/>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4" name="Google Shape;13124;p87"/>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5" name="Google Shape;13125;p87"/>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6" name="Google Shape;13126;p87"/>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7" name="Google Shape;13127;p87"/>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8" name="Google Shape;13128;p87"/>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9" name="Google Shape;13129;p87"/>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0" name="Google Shape;13130;p87"/>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1" name="Google Shape;13131;p87"/>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2" name="Google Shape;13132;p87"/>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3" name="Google Shape;13133;p87"/>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4" name="Google Shape;13134;p87"/>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5" name="Google Shape;13135;p87"/>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6" name="Google Shape;13136;p87"/>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7" name="Google Shape;13137;p87"/>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8" name="Google Shape;13138;p87"/>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9" name="Google Shape;13139;p87"/>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0" name="Google Shape;13140;p87"/>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1" name="Google Shape;13141;p87"/>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2" name="Google Shape;13142;p87"/>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3" name="Google Shape;13143;p87"/>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4" name="Google Shape;13144;p87"/>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5" name="Google Shape;13145;p87"/>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6" name="Google Shape;13146;p87"/>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7" name="Google Shape;13147;p87"/>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8" name="Google Shape;13148;p87"/>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9" name="Google Shape;13149;p87"/>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0" name="Google Shape;13150;p87"/>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1" name="Google Shape;13151;p87"/>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2" name="Google Shape;13152;p87"/>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3" name="Google Shape;13153;p87"/>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4" name="Google Shape;13154;p87"/>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5" name="Google Shape;13155;p87"/>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6" name="Google Shape;13156;p87"/>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7" name="Google Shape;13157;p87"/>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8" name="Google Shape;13158;p87"/>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9" name="Google Shape;13159;p87"/>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0" name="Google Shape;13160;p87"/>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1" name="Google Shape;13161;p87"/>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2" name="Google Shape;13162;p87"/>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3" name="Google Shape;13163;p87"/>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4" name="Google Shape;13164;p87"/>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5" name="Google Shape;13165;p87"/>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6" name="Google Shape;13166;p87"/>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7" name="Google Shape;13167;p87"/>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8" name="Google Shape;13168;p87"/>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9" name="Google Shape;13169;p87"/>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0" name="Google Shape;13170;p87"/>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1" name="Google Shape;13171;p87"/>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2" name="Google Shape;13172;p87"/>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3" name="Google Shape;13173;p87"/>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4" name="Google Shape;13174;p87"/>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5" name="Google Shape;13175;p87"/>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6" name="Google Shape;13176;p87"/>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7" name="Google Shape;13177;p87"/>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8" name="Google Shape;13178;p87"/>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9" name="Google Shape;13179;p87"/>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0" name="Google Shape;13180;p87"/>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1" name="Google Shape;13181;p87"/>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2" name="Google Shape;13182;p87"/>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3" name="Google Shape;13183;p87"/>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4" name="Google Shape;13184;p87"/>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5" name="Google Shape;13185;p87"/>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6" name="Google Shape;13186;p87"/>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7" name="Google Shape;13187;p87"/>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8" name="Google Shape;13188;p87"/>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9" name="Google Shape;13189;p87"/>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0" name="Google Shape;13190;p87"/>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1" name="Google Shape;13191;p87"/>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2" name="Google Shape;13192;p87"/>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3" name="Google Shape;13193;p87"/>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4" name="Google Shape;13194;p87"/>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5" name="Google Shape;13195;p87"/>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6" name="Google Shape;13196;p87"/>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7" name="Google Shape;13197;p87"/>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8" name="Google Shape;13198;p87"/>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9" name="Google Shape;13199;p87"/>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0" name="Google Shape;13200;p87"/>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1" name="Google Shape;13201;p87"/>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2" name="Google Shape;13202;p87"/>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3" name="Google Shape;13203;p87"/>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4" name="Google Shape;13204;p87"/>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5" name="Google Shape;13205;p87"/>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6" name="Google Shape;13206;p87"/>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7" name="Google Shape;13207;p87"/>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8" name="Google Shape;13208;p87"/>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9" name="Google Shape;13209;p87"/>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0" name="Google Shape;13210;p87"/>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1" name="Google Shape;13211;p87"/>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2" name="Google Shape;13212;p87"/>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3" name="Google Shape;13213;p87"/>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4" name="Google Shape;13214;p87"/>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5" name="Google Shape;13215;p87"/>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6" name="Google Shape;13216;p87"/>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7" name="Google Shape;13217;p87"/>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8" name="Google Shape;13218;p87"/>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9" name="Google Shape;13219;p87"/>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0" name="Google Shape;13220;p87"/>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1" name="Google Shape;13221;p87"/>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2" name="Google Shape;13222;p87"/>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3" name="Google Shape;13223;p87"/>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4" name="Google Shape;13224;p87"/>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5" name="Google Shape;13225;p87"/>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6" name="Google Shape;13226;p87"/>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7" name="Google Shape;13227;p87"/>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8" name="Google Shape;13228;p87"/>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9" name="Google Shape;13229;p87"/>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0" name="Google Shape;13230;p87"/>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1" name="Google Shape;13231;p87"/>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2" name="Google Shape;13232;p87"/>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3" name="Google Shape;13233;p87"/>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4" name="Google Shape;13234;p87"/>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5" name="Google Shape;13235;p87"/>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6" name="Google Shape;13236;p87"/>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7" name="Google Shape;13237;p87"/>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8" name="Google Shape;13238;p87"/>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9" name="Google Shape;13239;p87"/>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0" name="Google Shape;13240;p87"/>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1" name="Google Shape;13241;p87"/>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2" name="Google Shape;13242;p87"/>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3" name="Google Shape;13243;p87"/>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4" name="Google Shape;13244;p87"/>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5" name="Google Shape;13245;p87"/>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6" name="Google Shape;13246;p87"/>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7" name="Google Shape;13247;p87"/>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8" name="Google Shape;13248;p87"/>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9" name="Google Shape;13249;p87"/>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0" name="Google Shape;13250;p87"/>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1" name="Google Shape;13251;p87"/>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2" name="Google Shape;13252;p87"/>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3" name="Google Shape;13253;p87"/>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4" name="Google Shape;13254;p87"/>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5" name="Google Shape;13255;p87"/>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6" name="Google Shape;13256;p87"/>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7" name="Google Shape;13257;p87"/>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8" name="Google Shape;13258;p87"/>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9" name="Google Shape;13259;p87"/>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0" name="Google Shape;13260;p87"/>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1" name="Google Shape;13261;p87"/>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2" name="Google Shape;13262;p87"/>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3" name="Google Shape;13263;p87"/>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4" name="Google Shape;13264;p87"/>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5" name="Google Shape;13265;p87"/>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6" name="Google Shape;13266;p87"/>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7" name="Google Shape;13267;p87"/>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8" name="Google Shape;13268;p87"/>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9" name="Google Shape;13269;p87"/>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0" name="Google Shape;13270;p87"/>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1" name="Google Shape;13271;p87"/>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2" name="Google Shape;13272;p87"/>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3" name="Google Shape;13273;p87"/>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4" name="Google Shape;13274;p87"/>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5" name="Google Shape;13275;p87"/>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6" name="Google Shape;13276;p87"/>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7" name="Google Shape;13277;p87"/>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8" name="Google Shape;13278;p87"/>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9" name="Google Shape;13279;p87"/>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0" name="Google Shape;13280;p87"/>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1" name="Google Shape;13281;p87"/>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2" name="Google Shape;13282;p87"/>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3" name="Google Shape;13283;p87"/>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4" name="Google Shape;13284;p87"/>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5" name="Google Shape;13285;p87"/>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6" name="Google Shape;13286;p87"/>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7" name="Google Shape;13287;p87"/>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8" name="Google Shape;13288;p87"/>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9" name="Google Shape;13289;p87"/>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0" name="Google Shape;13290;p87"/>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1" name="Google Shape;13291;p87"/>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2" name="Google Shape;13292;p87"/>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3" name="Google Shape;13293;p87"/>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4" name="Google Shape;13294;p87"/>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5" name="Google Shape;13295;p87"/>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6" name="Google Shape;13296;p87"/>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7" name="Google Shape;13297;p87"/>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8" name="Google Shape;13298;p87"/>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9" name="Google Shape;13299;p87"/>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0" name="Google Shape;13300;p87"/>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1" name="Google Shape;13301;p87"/>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2" name="Google Shape;13302;p87"/>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3" name="Google Shape;13303;p87"/>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4" name="Google Shape;13304;p87"/>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5" name="Google Shape;13305;p87"/>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6" name="Google Shape;13306;p87"/>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7" name="Google Shape;13307;p87"/>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8" name="Google Shape;13308;p87"/>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9" name="Google Shape;13309;p87"/>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0" name="Google Shape;13310;p87"/>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1" name="Google Shape;13311;p87"/>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2" name="Google Shape;13312;p87"/>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3" name="Google Shape;13313;p87"/>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4" name="Google Shape;13314;p87"/>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5" name="Google Shape;13315;p87"/>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6" name="Google Shape;13316;p87"/>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7" name="Google Shape;13317;p87"/>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8" name="Google Shape;13318;p87"/>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9" name="Google Shape;13319;p87"/>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0" name="Google Shape;13320;p87"/>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1" name="Google Shape;13321;p87"/>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2" name="Google Shape;13322;p87"/>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3" name="Google Shape;13323;p87"/>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4" name="Google Shape;13324;p87"/>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5" name="Google Shape;13325;p87"/>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6" name="Google Shape;13326;p87"/>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7" name="Google Shape;13327;p87"/>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8" name="Google Shape;13328;p87"/>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9" name="Google Shape;13329;p87"/>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0" name="Google Shape;13330;p87"/>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1" name="Google Shape;13331;p87"/>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2" name="Google Shape;13332;p87"/>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3" name="Google Shape;13333;p87"/>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4" name="Google Shape;13334;p87"/>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5" name="Google Shape;13335;p87"/>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6" name="Google Shape;13336;p87"/>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7" name="Google Shape;13337;p87"/>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8" name="Google Shape;13338;p87"/>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9" name="Google Shape;13339;p87"/>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0" name="Google Shape;13340;p87"/>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1" name="Google Shape;13341;p87"/>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2" name="Google Shape;13342;p87"/>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3" name="Google Shape;13343;p87"/>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4" name="Google Shape;13344;p87"/>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5" name="Google Shape;13345;p87"/>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6" name="Google Shape;13346;p87"/>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7" name="Google Shape;13347;p87"/>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8" name="Google Shape;13348;p87"/>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9" name="Google Shape;13349;p87"/>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0" name="Google Shape;13350;p87"/>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1" name="Google Shape;13351;p87"/>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2" name="Google Shape;13352;p87"/>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3" name="Google Shape;13353;p87"/>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4" name="Google Shape;13354;p87"/>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5" name="Google Shape;13355;p87"/>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6" name="Google Shape;13356;p87"/>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7" name="Google Shape;13357;p87"/>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8" name="Google Shape;13358;p87"/>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9" name="Google Shape;13359;p87"/>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0" name="Google Shape;13360;p87"/>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1" name="Google Shape;13361;p87"/>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2" name="Google Shape;13362;p87"/>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3" name="Google Shape;13363;p87"/>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4" name="Google Shape;13364;p87"/>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5" name="Google Shape;13365;p87"/>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6" name="Google Shape;13366;p87"/>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7" name="Google Shape;13367;p87"/>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8" name="Google Shape;13368;p87"/>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9" name="Google Shape;13369;p87"/>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0" name="Google Shape;13370;p87"/>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1" name="Google Shape;13371;p87"/>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2" name="Google Shape;13372;p87"/>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3" name="Google Shape;13373;p87"/>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4" name="Google Shape;13374;p87"/>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5" name="Google Shape;13375;p87"/>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6" name="Google Shape;13376;p87"/>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7" name="Google Shape;13377;p87"/>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8" name="Google Shape;13378;p87"/>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9" name="Google Shape;13379;p87"/>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0" name="Google Shape;13380;p87"/>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1" name="Google Shape;13381;p87"/>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2" name="Google Shape;13382;p87"/>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3" name="Google Shape;13383;p87"/>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4" name="Google Shape;13384;p87"/>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5" name="Google Shape;13385;p87"/>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6" name="Google Shape;13386;p87"/>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7" name="Google Shape;13387;p87"/>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8" name="Google Shape;13388;p87"/>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9" name="Google Shape;13389;p87"/>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0" name="Google Shape;13390;p87"/>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1" name="Google Shape;13391;p87"/>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2" name="Google Shape;13392;p87"/>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3" name="Google Shape;13393;p87"/>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4" name="Google Shape;13394;p87"/>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5" name="Google Shape;13395;p87"/>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6" name="Google Shape;13396;p87"/>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7" name="Google Shape;13397;p87"/>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8" name="Google Shape;13398;p87"/>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9" name="Google Shape;13399;p87"/>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0" name="Google Shape;13400;p87"/>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1" name="Google Shape;13401;p87"/>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2" name="Google Shape;13402;p87"/>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3" name="Google Shape;13403;p87"/>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4" name="Google Shape;13404;p87"/>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5" name="Google Shape;13405;p87"/>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6" name="Google Shape;13406;p87"/>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7" name="Google Shape;13407;p87"/>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8" name="Google Shape;13408;p87"/>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9" name="Google Shape;13409;p87"/>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0" name="Google Shape;13410;p87"/>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1" name="Google Shape;13411;p87"/>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2" name="Google Shape;13412;p87"/>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3" name="Google Shape;13413;p87"/>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4" name="Google Shape;13414;p87"/>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5" name="Google Shape;13415;p87"/>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6" name="Google Shape;13416;p87"/>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7" name="Google Shape;13417;p87"/>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8" name="Google Shape;13418;p87"/>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9" name="Google Shape;13419;p87"/>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0" name="Google Shape;13420;p87"/>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1" name="Google Shape;13421;p87"/>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2" name="Google Shape;13422;p87"/>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3" name="Google Shape;13423;p87"/>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4" name="Google Shape;13424;p87"/>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5" name="Google Shape;13425;p87"/>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6" name="Google Shape;13426;p87"/>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7" name="Google Shape;13427;p87"/>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8" name="Google Shape;13428;p87"/>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9" name="Google Shape;13429;p87"/>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0" name="Google Shape;13430;p87"/>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1" name="Google Shape;13431;p87"/>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2" name="Google Shape;13432;p87"/>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3" name="Google Shape;13433;p87"/>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4" name="Google Shape;13434;p87"/>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5" name="Google Shape;13435;p87"/>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6" name="Google Shape;13436;p87"/>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7" name="Google Shape;13437;p87"/>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8" name="Google Shape;13438;p87"/>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9" name="Google Shape;13439;p87"/>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0" name="Google Shape;13440;p87"/>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1" name="Google Shape;13441;p87"/>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2" name="Google Shape;13442;p87"/>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3" name="Google Shape;13443;p87"/>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4" name="Google Shape;13444;p87"/>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5" name="Google Shape;13445;p87"/>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6" name="Google Shape;13446;p87"/>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7" name="Google Shape;13447;p87"/>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8" name="Google Shape;13448;p87"/>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9" name="Google Shape;13449;p87"/>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0" name="Google Shape;13450;p87"/>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1" name="Google Shape;13451;p87"/>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2" name="Google Shape;13452;p87"/>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3" name="Google Shape;13453;p87"/>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4" name="Google Shape;13454;p87"/>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5" name="Google Shape;13455;p87"/>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6" name="Google Shape;13456;p87"/>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7" name="Google Shape;13457;p87"/>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8" name="Google Shape;13458;p87"/>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9" name="Google Shape;13459;p87"/>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0" name="Google Shape;13460;p87"/>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1" name="Google Shape;13461;p87"/>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2" name="Google Shape;13462;p87"/>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3" name="Google Shape;13463;p87"/>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4" name="Google Shape;13464;p87"/>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5" name="Google Shape;13465;p87"/>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6" name="Google Shape;13466;p87"/>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7" name="Google Shape;13467;p87"/>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8" name="Google Shape;13468;p87"/>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9" name="Google Shape;13469;p87"/>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0" name="Google Shape;13470;p87"/>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1" name="Google Shape;13471;p87"/>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2" name="Google Shape;13472;p87"/>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3" name="Google Shape;13473;p87"/>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4" name="Google Shape;13474;p87"/>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5" name="Google Shape;13475;p87"/>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6" name="Google Shape;13476;p87"/>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7" name="Google Shape;13477;p87"/>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8" name="Google Shape;13478;p87"/>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9" name="Google Shape;13479;p87"/>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0" name="Google Shape;13480;p87"/>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1" name="Google Shape;13481;p87"/>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2" name="Google Shape;13482;p87"/>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3" name="Google Shape;13483;p87"/>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4" name="Google Shape;13484;p87"/>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5" name="Google Shape;13485;p87"/>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6" name="Google Shape;13486;p87"/>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7" name="Google Shape;13487;p87"/>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8" name="Google Shape;13488;p87"/>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9" name="Google Shape;13489;p87"/>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0" name="Google Shape;13490;p87"/>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1" name="Google Shape;13491;p87"/>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2" name="Google Shape;13492;p87"/>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3" name="Google Shape;13493;p87"/>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4" name="Google Shape;13494;p87"/>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5" name="Google Shape;13495;p87"/>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6" name="Google Shape;13496;p87"/>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7" name="Google Shape;13497;p87"/>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8" name="Google Shape;13498;p87"/>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9" name="Google Shape;13499;p87"/>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0" name="Google Shape;13500;p87"/>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1" name="Google Shape;13501;p87"/>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2" name="Google Shape;13502;p87"/>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3" name="Google Shape;13503;p87"/>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4" name="Google Shape;13504;p87"/>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5" name="Google Shape;13505;p87"/>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6" name="Google Shape;13506;p87"/>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7" name="Google Shape;13507;p87"/>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8" name="Google Shape;13508;p87"/>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9" name="Google Shape;13509;p87"/>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0" name="Google Shape;13510;p87"/>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1" name="Google Shape;13511;p87"/>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2" name="Google Shape;13512;p87"/>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3" name="Google Shape;13513;p87"/>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4" name="Google Shape;13514;p87"/>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5" name="Google Shape;13515;p87"/>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6" name="Google Shape;13516;p87"/>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7" name="Google Shape;13517;p87"/>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8" name="Google Shape;13518;p87"/>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9" name="Google Shape;13519;p87"/>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0" name="Google Shape;13520;p87"/>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1" name="Google Shape;13521;p87"/>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2" name="Google Shape;13522;p87"/>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3" name="Google Shape;13523;p87"/>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4" name="Google Shape;13524;p87"/>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5" name="Google Shape;13525;p87"/>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6" name="Google Shape;13526;p87"/>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7" name="Google Shape;13527;p87"/>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8" name="Google Shape;13528;p87"/>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9" name="Google Shape;13529;p87"/>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0" name="Google Shape;13530;p87"/>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1" name="Google Shape;13531;p87"/>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2" name="Google Shape;13532;p87"/>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3" name="Google Shape;13533;p87"/>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4" name="Google Shape;13534;p87"/>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5" name="Google Shape;13535;p87"/>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6" name="Google Shape;13536;p87"/>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7" name="Google Shape;13537;p87"/>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8" name="Google Shape;13538;p87"/>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9" name="Google Shape;13539;p87"/>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0" name="Google Shape;13540;p87"/>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1" name="Google Shape;13541;p87"/>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2" name="Google Shape;13542;p87"/>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3" name="Google Shape;13543;p87"/>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4" name="Google Shape;13544;p87"/>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5" name="Google Shape;13545;p87"/>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6" name="Google Shape;13546;p87"/>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7" name="Google Shape;13547;p87"/>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8" name="Google Shape;13548;p87"/>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9" name="Google Shape;13549;p87"/>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0" name="Google Shape;13550;p87"/>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1" name="Google Shape;13551;p87"/>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2" name="Google Shape;13552;p87"/>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3" name="Google Shape;13553;p87"/>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4" name="Google Shape;13554;p87"/>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5" name="Google Shape;13555;p87"/>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6" name="Google Shape;13556;p87"/>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7" name="Google Shape;13557;p87"/>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8" name="Google Shape;13558;p87"/>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9" name="Google Shape;13559;p87"/>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0" name="Google Shape;13560;p87"/>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1" name="Google Shape;13561;p87"/>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2" name="Google Shape;13562;p87"/>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3" name="Google Shape;13563;p87"/>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4" name="Google Shape;13564;p87"/>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5" name="Google Shape;13565;p87"/>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6" name="Google Shape;13566;p87"/>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7" name="Google Shape;13567;p87"/>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8" name="Google Shape;13568;p87"/>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9" name="Google Shape;13569;p87"/>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0" name="Google Shape;13570;p87"/>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1" name="Google Shape;13571;p87"/>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2" name="Google Shape;13572;p87"/>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3" name="Google Shape;13573;p87"/>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4" name="Google Shape;13574;p87"/>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5" name="Google Shape;13575;p87"/>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6" name="Google Shape;13576;p87"/>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7" name="Google Shape;13577;p87"/>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8" name="Google Shape;13578;p87"/>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9" name="Google Shape;13579;p87"/>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0" name="Google Shape;13580;p87"/>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1" name="Google Shape;13581;p87"/>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2" name="Google Shape;13582;p87"/>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3" name="Google Shape;13583;p87"/>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4" name="Google Shape;13584;p87"/>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5" name="Google Shape;13585;p87"/>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6" name="Google Shape;13586;p87"/>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7" name="Google Shape;13587;p87"/>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8" name="Google Shape;13588;p87"/>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9" name="Google Shape;13589;p87"/>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0" name="Google Shape;13590;p87"/>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1" name="Google Shape;13591;p87"/>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2" name="Google Shape;13592;p87"/>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3" name="Google Shape;13593;p87"/>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4" name="Google Shape;13594;p87"/>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5" name="Google Shape;13595;p87"/>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6" name="Google Shape;13596;p87"/>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7" name="Google Shape;13597;p87"/>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8" name="Google Shape;13598;p87"/>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9" name="Google Shape;13599;p87"/>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0" name="Google Shape;13600;p87"/>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1" name="Google Shape;13601;p87"/>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2" name="Google Shape;13602;p87"/>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3" name="Google Shape;13603;p87"/>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4" name="Google Shape;13604;p87"/>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5" name="Google Shape;13605;p87"/>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6" name="Google Shape;13606;p87"/>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7" name="Google Shape;13607;p87"/>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8" name="Google Shape;13608;p87"/>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9" name="Google Shape;13609;p87"/>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0" name="Google Shape;13610;p87"/>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1" name="Google Shape;13611;p87"/>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2" name="Google Shape;13612;p87"/>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3" name="Google Shape;13613;p87"/>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4" name="Google Shape;13614;p87"/>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5" name="Google Shape;13615;p87"/>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6" name="Google Shape;13616;p87"/>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7" name="Google Shape;13617;p87"/>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8" name="Google Shape;13618;p87"/>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9" name="Google Shape;13619;p87"/>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0" name="Google Shape;13620;p87"/>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1" name="Google Shape;13621;p87"/>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2" name="Google Shape;13622;p87"/>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3" name="Google Shape;13623;p87"/>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4" name="Google Shape;13624;p87"/>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5" name="Google Shape;13625;p87"/>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6" name="Google Shape;13626;p87"/>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7" name="Google Shape;13627;p87"/>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8" name="Google Shape;13628;p87"/>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9" name="Google Shape;13629;p87"/>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0" name="Google Shape;13630;p87"/>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1" name="Google Shape;13631;p87"/>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2" name="Google Shape;13632;p87"/>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3" name="Google Shape;13633;p87"/>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4" name="Google Shape;13634;p87"/>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5" name="Google Shape;13635;p87"/>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6" name="Google Shape;13636;p87"/>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7" name="Google Shape;13637;p87"/>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8" name="Google Shape;13638;p87"/>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9" name="Google Shape;13639;p87"/>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0" name="Google Shape;13640;p87"/>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1" name="Google Shape;13641;p87"/>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2" name="Google Shape;13642;p87"/>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3" name="Google Shape;13643;p87"/>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4" name="Google Shape;13644;p87"/>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5" name="Google Shape;13645;p87"/>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6" name="Google Shape;13646;p87"/>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7" name="Google Shape;13647;p87"/>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8" name="Google Shape;13648;p87"/>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9" name="Google Shape;13649;p87"/>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0" name="Google Shape;13650;p87"/>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1" name="Google Shape;13651;p87"/>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2" name="Google Shape;13652;p87"/>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3" name="Google Shape;13653;p87"/>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4" name="Google Shape;13654;p87"/>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5" name="Google Shape;13655;p87"/>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6" name="Google Shape;13656;p87"/>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7" name="Google Shape;13657;p87"/>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8" name="Google Shape;13658;p87"/>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9" name="Google Shape;13659;p87"/>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0" name="Google Shape;13660;p87"/>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1" name="Google Shape;13661;p87"/>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2" name="Google Shape;13662;p87"/>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3" name="Google Shape;13663;p87"/>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4" name="Google Shape;13664;p87"/>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5" name="Google Shape;13665;p87"/>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6" name="Google Shape;13666;p87"/>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7" name="Google Shape;13667;p87"/>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8" name="Google Shape;13668;p87"/>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9" name="Google Shape;13669;p87"/>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0" name="Google Shape;13670;p87"/>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1" name="Google Shape;13671;p87"/>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2" name="Google Shape;13672;p87"/>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3" name="Google Shape;13673;p87"/>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4" name="Google Shape;13674;p87"/>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5" name="Google Shape;13675;p87"/>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6" name="Google Shape;13676;p87"/>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7" name="Google Shape;13677;p87"/>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8" name="Google Shape;13678;p87"/>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9" name="Google Shape;13679;p87"/>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0" name="Google Shape;13680;p87"/>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1" name="Google Shape;13681;p87"/>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2" name="Google Shape;13682;p87"/>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3" name="Google Shape;13683;p87"/>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4" name="Google Shape;13684;p87"/>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5" name="Google Shape;13685;p87"/>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6" name="Google Shape;13686;p87"/>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7" name="Google Shape;13687;p87"/>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8" name="Google Shape;13688;p87"/>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9" name="Google Shape;13689;p87"/>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0" name="Google Shape;13690;p87"/>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1" name="Google Shape;13691;p87"/>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2" name="Google Shape;13692;p87"/>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3" name="Google Shape;13693;p87"/>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4" name="Google Shape;13694;p87"/>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5" name="Google Shape;13695;p87"/>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6" name="Google Shape;13696;p87"/>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7" name="Google Shape;13697;p87"/>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8" name="Google Shape;13698;p87"/>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9" name="Google Shape;13699;p87"/>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0" name="Google Shape;13700;p87"/>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1" name="Google Shape;13701;p87"/>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2" name="Google Shape;13702;p87"/>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3" name="Google Shape;13703;p87"/>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4" name="Google Shape;13704;p87"/>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5" name="Google Shape;13705;p87"/>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6" name="Google Shape;13706;p87"/>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7" name="Google Shape;13707;p87"/>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8" name="Google Shape;13708;p87"/>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9" name="Google Shape;13709;p87"/>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0" name="Google Shape;13710;p87"/>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1" name="Google Shape;13711;p87"/>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2" name="Google Shape;13712;p87"/>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3" name="Google Shape;13713;p87"/>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4" name="Google Shape;13714;p87"/>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5" name="Google Shape;13715;p87"/>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6" name="Google Shape;13716;p87"/>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7" name="Google Shape;13717;p87"/>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8" name="Google Shape;13718;p87"/>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9" name="Google Shape;13719;p87"/>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0" name="Google Shape;13720;p87"/>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1" name="Google Shape;13721;p87"/>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2" name="Google Shape;13722;p87"/>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3" name="Google Shape;13723;p87"/>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4" name="Google Shape;13724;p87"/>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5" name="Google Shape;13725;p87"/>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6" name="Google Shape;13726;p87"/>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7" name="Google Shape;13727;p87"/>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8" name="Google Shape;13728;p87"/>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9" name="Google Shape;13729;p87"/>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0" name="Google Shape;13730;p87"/>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1" name="Google Shape;13731;p87"/>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2" name="Google Shape;13732;p87"/>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3" name="Google Shape;13733;p87"/>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4" name="Google Shape;13734;p87"/>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5" name="Google Shape;13735;p87"/>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6" name="Google Shape;13736;p87"/>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7" name="Google Shape;13737;p87"/>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8" name="Google Shape;13738;p87"/>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9" name="Google Shape;13739;p87"/>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0" name="Google Shape;13740;p87"/>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1" name="Google Shape;13741;p87"/>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2" name="Google Shape;13742;p87"/>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3" name="Google Shape;13743;p87"/>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4" name="Google Shape;13744;p87"/>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5" name="Google Shape;13745;p87"/>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6" name="Google Shape;13746;p87"/>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7" name="Google Shape;13747;p87"/>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8" name="Google Shape;13748;p87"/>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9" name="Google Shape;13749;p87"/>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0" name="Google Shape;13750;p87"/>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1" name="Google Shape;13751;p87"/>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2" name="Google Shape;13752;p87"/>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3" name="Google Shape;13753;p87"/>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4" name="Google Shape;13754;p87"/>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5" name="Google Shape;13755;p87"/>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6" name="Google Shape;13756;p87"/>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7" name="Google Shape;13757;p87"/>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8" name="Google Shape;13758;p87"/>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9" name="Google Shape;13759;p87"/>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0" name="Google Shape;13760;p87"/>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1" name="Google Shape;13761;p87"/>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2" name="Google Shape;13762;p87"/>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3" name="Google Shape;13763;p87"/>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4" name="Google Shape;13764;p87"/>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5" name="Google Shape;13765;p87"/>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6" name="Google Shape;13766;p87"/>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7" name="Google Shape;13767;p87"/>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8" name="Google Shape;13768;p87"/>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9" name="Google Shape;13769;p87"/>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0" name="Google Shape;13770;p87"/>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1" name="Google Shape;13771;p87"/>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2" name="Google Shape;13772;p87"/>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3" name="Google Shape;13773;p87"/>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4" name="Google Shape;13774;p87"/>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5" name="Google Shape;13775;p87"/>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6" name="Google Shape;13776;p87"/>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7" name="Google Shape;13777;p87"/>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8" name="Google Shape;13778;p87"/>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9" name="Google Shape;13779;p87"/>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0" name="Google Shape;13780;p87"/>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1" name="Google Shape;13781;p87"/>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2" name="Google Shape;13782;p87"/>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3" name="Google Shape;13783;p87"/>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4" name="Google Shape;13784;p87"/>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5" name="Google Shape;13785;p87"/>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6" name="Google Shape;13786;p87"/>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7" name="Google Shape;13787;p87"/>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8" name="Google Shape;13788;p87"/>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9" name="Google Shape;13789;p87"/>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0" name="Google Shape;13790;p87"/>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1" name="Google Shape;13791;p87"/>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2" name="Google Shape;13792;p87"/>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3" name="Google Shape;13793;p87"/>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4" name="Google Shape;13794;p87"/>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5" name="Google Shape;13795;p87"/>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6" name="Google Shape;13796;p87"/>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7" name="Google Shape;13797;p87"/>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8" name="Google Shape;13798;p87"/>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9" name="Google Shape;13799;p87"/>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0" name="Google Shape;13800;p87"/>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1" name="Google Shape;13801;p87"/>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2" name="Google Shape;13802;p87"/>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3" name="Google Shape;13803;p87"/>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4" name="Google Shape;13804;p87"/>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5" name="Google Shape;13805;p87"/>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6" name="Google Shape;13806;p87"/>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7" name="Google Shape;13807;p87"/>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8" name="Google Shape;13808;p87"/>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9" name="Google Shape;13809;p87"/>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0" name="Google Shape;13810;p87"/>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1" name="Google Shape;13811;p87"/>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2" name="Google Shape;13812;p87"/>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3" name="Google Shape;13813;p87"/>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4" name="Google Shape;13814;p87"/>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5" name="Google Shape;13815;p87"/>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6" name="Google Shape;13816;p87"/>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7" name="Google Shape;13817;p87"/>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8" name="Google Shape;13818;p87"/>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9" name="Google Shape;13819;p87"/>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0" name="Google Shape;13820;p87"/>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1" name="Google Shape;13821;p87"/>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2" name="Google Shape;13822;p87"/>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3" name="Google Shape;13823;p87"/>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4" name="Google Shape;13824;p87"/>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5" name="Google Shape;13825;p87"/>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6" name="Google Shape;13826;p87"/>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7" name="Google Shape;13827;p87"/>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8" name="Google Shape;13828;p87"/>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9" name="Google Shape;13829;p87"/>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0" name="Google Shape;13830;p87"/>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1" name="Google Shape;13831;p87"/>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2" name="Google Shape;13832;p87"/>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3" name="Google Shape;13833;p87"/>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4" name="Google Shape;13834;p87"/>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5" name="Google Shape;13835;p87"/>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6" name="Google Shape;13836;p87"/>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7" name="Google Shape;13837;p87"/>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8" name="Google Shape;13838;p87"/>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9" name="Google Shape;13839;p87"/>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0" name="Google Shape;13840;p87"/>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1" name="Google Shape;13841;p87"/>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2" name="Google Shape;13842;p87"/>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3" name="Google Shape;13843;p87"/>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4" name="Google Shape;13844;p87"/>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5" name="Google Shape;13845;p87"/>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6" name="Google Shape;13846;p87"/>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7" name="Google Shape;13847;p87"/>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8" name="Google Shape;13848;p87"/>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9" name="Google Shape;13849;p87"/>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0" name="Google Shape;13850;p87"/>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1" name="Google Shape;13851;p87"/>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2" name="Google Shape;13852;p87"/>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3" name="Google Shape;13853;p87"/>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4" name="Google Shape;13854;p87"/>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5" name="Google Shape;13855;p87"/>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6" name="Google Shape;13856;p87"/>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7" name="Google Shape;13857;p87"/>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8" name="Google Shape;13858;p87"/>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9" name="Google Shape;13859;p87"/>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0" name="Google Shape;13860;p87"/>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1" name="Google Shape;13861;p87"/>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2" name="Google Shape;13862;p87"/>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3" name="Google Shape;13863;p87"/>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4" name="Google Shape;13864;p87"/>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5" name="Google Shape;13865;p87"/>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6" name="Google Shape;13866;p87"/>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7" name="Google Shape;13867;p87"/>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8" name="Google Shape;13868;p87"/>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9" name="Google Shape;13869;p87"/>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0" name="Google Shape;13870;p87"/>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1" name="Google Shape;13871;p87"/>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2" name="Google Shape;13872;p87"/>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3" name="Google Shape;13873;p87"/>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4" name="Google Shape;13874;p87"/>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5" name="Google Shape;13875;p87"/>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6" name="Google Shape;13876;p87"/>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7" name="Google Shape;13877;p87"/>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8" name="Google Shape;13878;p87"/>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9" name="Google Shape;13879;p87"/>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0" name="Google Shape;13880;p87"/>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1" name="Google Shape;13881;p87"/>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2" name="Google Shape;13882;p87"/>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3" name="Google Shape;13883;p87"/>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4" name="Google Shape;13884;p87"/>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5" name="Google Shape;13885;p87"/>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6" name="Google Shape;13886;p87"/>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7" name="Google Shape;13887;p87"/>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8" name="Google Shape;13888;p87"/>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9" name="Google Shape;13889;p87"/>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0" name="Google Shape;13890;p87"/>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1" name="Google Shape;13891;p87"/>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2" name="Google Shape;13892;p87"/>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3" name="Google Shape;13893;p87"/>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4" name="Google Shape;13894;p87"/>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5" name="Google Shape;13895;p87"/>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6" name="Google Shape;13896;p87"/>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7" name="Google Shape;13897;p87"/>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8" name="Google Shape;13898;p87"/>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9" name="Google Shape;13899;p87"/>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0" name="Google Shape;13900;p87"/>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1" name="Google Shape;13901;p87"/>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2" name="Google Shape;13902;p87"/>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3" name="Google Shape;13903;p87"/>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4" name="Google Shape;13904;p87"/>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5" name="Google Shape;13905;p87"/>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6" name="Google Shape;13906;p87"/>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7" name="Google Shape;13907;p87"/>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8" name="Google Shape;13908;p87"/>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9" name="Google Shape;13909;p87"/>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0" name="Google Shape;13910;p87"/>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1" name="Google Shape;13911;p87"/>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2" name="Google Shape;13912;p87"/>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3" name="Google Shape;13913;p87"/>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4" name="Google Shape;13914;p87"/>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5" name="Google Shape;13915;p87"/>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6" name="Google Shape;13916;p87"/>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7" name="Google Shape;13917;p87"/>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8" name="Google Shape;13918;p87"/>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9" name="Google Shape;13919;p87"/>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0" name="Google Shape;13920;p87"/>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1" name="Google Shape;13921;p87"/>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2" name="Google Shape;13922;p87"/>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3" name="Google Shape;13923;p87"/>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4" name="Google Shape;13924;p87"/>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5" name="Google Shape;13925;p87"/>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6" name="Google Shape;13926;p87"/>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7" name="Google Shape;13927;p87"/>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8" name="Google Shape;13928;p87"/>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9" name="Google Shape;13929;p87"/>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0" name="Google Shape;13930;p87"/>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1" name="Google Shape;13931;p87"/>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2" name="Google Shape;13932;p87"/>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3" name="Google Shape;13933;p87"/>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4" name="Google Shape;13934;p87"/>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35" name="Google Shape;13935;p87"/>
          <p:cNvGrpSpPr/>
          <p:nvPr/>
        </p:nvGrpSpPr>
        <p:grpSpPr>
          <a:xfrm>
            <a:off x="5834044" y="1012080"/>
            <a:ext cx="2590840" cy="1380235"/>
            <a:chOff x="233350" y="949250"/>
            <a:chExt cx="7137300" cy="3802300"/>
          </a:xfrm>
        </p:grpSpPr>
        <p:sp>
          <p:nvSpPr>
            <p:cNvPr id="13936" name="Google Shape;13936;p87"/>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7" name="Google Shape;13937;p87"/>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8" name="Google Shape;13938;p87"/>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9" name="Google Shape;13939;p87"/>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0" name="Google Shape;13940;p87"/>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1" name="Google Shape;13941;p87"/>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2" name="Google Shape;13942;p87"/>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3" name="Google Shape;13943;p87"/>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4" name="Google Shape;13944;p87"/>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5" name="Google Shape;13945;p87"/>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6" name="Google Shape;13946;p87"/>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7" name="Google Shape;13947;p87"/>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8" name="Google Shape;13948;p87"/>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9" name="Google Shape;13949;p87"/>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0" name="Google Shape;13950;p87"/>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1" name="Google Shape;13951;p87"/>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2" name="Google Shape;13952;p87"/>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3" name="Google Shape;13953;p87"/>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4" name="Google Shape;13954;p87"/>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5" name="Google Shape;13955;p87"/>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6" name="Google Shape;13956;p87"/>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7" name="Google Shape;13957;p87"/>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8" name="Google Shape;13958;p87"/>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9" name="Google Shape;13959;p87"/>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0" name="Google Shape;13960;p87"/>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1" name="Google Shape;13961;p87"/>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2" name="Google Shape;13962;p87"/>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3" name="Google Shape;13963;p87"/>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4" name="Google Shape;13964;p87"/>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5" name="Google Shape;13965;p87"/>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6" name="Google Shape;13966;p87"/>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7" name="Google Shape;13967;p87"/>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8" name="Google Shape;13968;p87"/>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9" name="Google Shape;13969;p87"/>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0" name="Google Shape;13970;p87"/>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1" name="Google Shape;13971;p87"/>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2" name="Google Shape;13972;p87"/>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3" name="Google Shape;13973;p87"/>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4" name="Google Shape;13974;p87"/>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5" name="Google Shape;13975;p87"/>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6" name="Google Shape;13976;p87"/>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7" name="Google Shape;13977;p87"/>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8" name="Google Shape;13978;p87"/>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9" name="Google Shape;13979;p87"/>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0" name="Google Shape;13980;p87"/>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1" name="Google Shape;13981;p87"/>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2" name="Google Shape;13982;p87"/>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3" name="Google Shape;13983;p87"/>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4" name="Google Shape;13984;p87"/>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5" name="Google Shape;13985;p87"/>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6" name="Google Shape;13986;p87"/>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87" name="Google Shape;13987;p87"/>
          <p:cNvGrpSpPr/>
          <p:nvPr/>
        </p:nvGrpSpPr>
        <p:grpSpPr>
          <a:xfrm>
            <a:off x="7648473" y="3056853"/>
            <a:ext cx="104231" cy="320340"/>
            <a:chOff x="7564426" y="3224343"/>
            <a:chExt cx="119985" cy="368801"/>
          </a:xfrm>
        </p:grpSpPr>
        <p:sp>
          <p:nvSpPr>
            <p:cNvPr id="13988" name="Google Shape;13988;p87"/>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9" name="Google Shape;13989;p87"/>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90" name="Google Shape;13990;p87"/>
          <p:cNvGrpSpPr/>
          <p:nvPr/>
        </p:nvGrpSpPr>
        <p:grpSpPr>
          <a:xfrm>
            <a:off x="7347962" y="3050954"/>
            <a:ext cx="189489" cy="332132"/>
            <a:chOff x="8370831" y="3202002"/>
            <a:chExt cx="218129" cy="382376"/>
          </a:xfrm>
        </p:grpSpPr>
        <p:sp>
          <p:nvSpPr>
            <p:cNvPr id="13991" name="Google Shape;13991;p87"/>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2" name="Google Shape;13992;p87"/>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93" name="Google Shape;13993;p87"/>
          <p:cNvGrpSpPr/>
          <p:nvPr/>
        </p:nvGrpSpPr>
        <p:grpSpPr>
          <a:xfrm>
            <a:off x="8071351" y="3462086"/>
            <a:ext cx="309429" cy="267000"/>
            <a:chOff x="6742064" y="3750480"/>
            <a:chExt cx="399315" cy="344560"/>
          </a:xfrm>
        </p:grpSpPr>
        <p:sp>
          <p:nvSpPr>
            <p:cNvPr id="13994" name="Google Shape;13994;p87"/>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5" name="Google Shape;13995;p87"/>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96" name="Google Shape;13996;p87"/>
          <p:cNvGrpSpPr/>
          <p:nvPr/>
        </p:nvGrpSpPr>
        <p:grpSpPr>
          <a:xfrm>
            <a:off x="7610370" y="3813134"/>
            <a:ext cx="180437" cy="281608"/>
            <a:chOff x="7248525" y="3739696"/>
            <a:chExt cx="230531" cy="359790"/>
          </a:xfrm>
        </p:grpSpPr>
        <p:sp>
          <p:nvSpPr>
            <p:cNvPr id="13997" name="Google Shape;13997;p87"/>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8" name="Google Shape;13998;p87"/>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99" name="Google Shape;13999;p87"/>
          <p:cNvGrpSpPr/>
          <p:nvPr/>
        </p:nvGrpSpPr>
        <p:grpSpPr>
          <a:xfrm>
            <a:off x="7856289" y="3456358"/>
            <a:ext cx="162896" cy="278710"/>
            <a:chOff x="7601242" y="3729267"/>
            <a:chExt cx="222566" cy="380803"/>
          </a:xfrm>
        </p:grpSpPr>
        <p:sp>
          <p:nvSpPr>
            <p:cNvPr id="14000" name="Google Shape;14000;p87"/>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1" name="Google Shape;14001;p87"/>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002" name="Google Shape;14002;p87"/>
          <p:cNvSpPr/>
          <p:nvPr/>
        </p:nvSpPr>
        <p:spPr>
          <a:xfrm>
            <a:off x="7822315" y="3068715"/>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03" name="Google Shape;14003;p87"/>
          <p:cNvGrpSpPr/>
          <p:nvPr/>
        </p:nvGrpSpPr>
        <p:grpSpPr>
          <a:xfrm>
            <a:off x="7345935" y="3457498"/>
            <a:ext cx="193543" cy="275990"/>
            <a:chOff x="8304647" y="3738687"/>
            <a:chExt cx="225076" cy="320956"/>
          </a:xfrm>
        </p:grpSpPr>
        <p:sp>
          <p:nvSpPr>
            <p:cNvPr id="14004" name="Google Shape;14004;p87"/>
            <p:cNvSpPr/>
            <p:nvPr/>
          </p:nvSpPr>
          <p:spPr>
            <a:xfrm>
              <a:off x="8335725" y="3738687"/>
              <a:ext cx="12248" cy="309245"/>
            </a:xfrm>
            <a:custGeom>
              <a:rect b="b" l="l" r="r" t="t"/>
              <a:pathLst>
                <a:path extrusionOk="0" h="34011" w="1347">
                  <a:moveTo>
                    <a:pt x="0" y="0"/>
                  </a:moveTo>
                  <a:lnTo>
                    <a:pt x="0" y="34010"/>
                  </a:lnTo>
                  <a:lnTo>
                    <a:pt x="1347" y="34010"/>
                  </a:lnTo>
                  <a:lnTo>
                    <a:pt x="1347" y="0"/>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5" name="Google Shape;14005;p87"/>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6" name="Google Shape;14006;p87"/>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07" name="Google Shape;14007;p87"/>
          <p:cNvGrpSpPr/>
          <p:nvPr/>
        </p:nvGrpSpPr>
        <p:grpSpPr>
          <a:xfrm>
            <a:off x="7618427" y="3457498"/>
            <a:ext cx="178492" cy="275990"/>
            <a:chOff x="8615101" y="3738687"/>
            <a:chExt cx="207573" cy="320956"/>
          </a:xfrm>
        </p:grpSpPr>
        <p:sp>
          <p:nvSpPr>
            <p:cNvPr id="14008" name="Google Shape;14008;p87"/>
            <p:cNvSpPr/>
            <p:nvPr/>
          </p:nvSpPr>
          <p:spPr>
            <a:xfrm>
              <a:off x="8646134" y="3738687"/>
              <a:ext cx="12248" cy="309245"/>
            </a:xfrm>
            <a:custGeom>
              <a:rect b="b" l="l" r="r" t="t"/>
              <a:pathLst>
                <a:path extrusionOk="0" h="34011" w="1347">
                  <a:moveTo>
                    <a:pt x="0" y="0"/>
                  </a:moveTo>
                  <a:lnTo>
                    <a:pt x="0" y="34010"/>
                  </a:lnTo>
                  <a:lnTo>
                    <a:pt x="1347" y="34010"/>
                  </a:lnTo>
                  <a:lnTo>
                    <a:pt x="1347"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9" name="Google Shape;14009;p87"/>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0" name="Google Shape;14010;p87"/>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011" name="Google Shape;14011;p87"/>
          <p:cNvSpPr/>
          <p:nvPr/>
        </p:nvSpPr>
        <p:spPr>
          <a:xfrm>
            <a:off x="8114867" y="3047381"/>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12" name="Google Shape;14012;p87"/>
          <p:cNvGrpSpPr/>
          <p:nvPr/>
        </p:nvGrpSpPr>
        <p:grpSpPr>
          <a:xfrm>
            <a:off x="6013132" y="3578986"/>
            <a:ext cx="557671" cy="511283"/>
            <a:chOff x="6015419" y="3716859"/>
            <a:chExt cx="557671" cy="511283"/>
          </a:xfrm>
        </p:grpSpPr>
        <p:sp>
          <p:nvSpPr>
            <p:cNvPr id="14013" name="Google Shape;14013;p87"/>
            <p:cNvSpPr/>
            <p:nvPr/>
          </p:nvSpPr>
          <p:spPr>
            <a:xfrm>
              <a:off x="6015419" y="3716859"/>
              <a:ext cx="557671" cy="511283"/>
            </a:xfrm>
            <a:custGeom>
              <a:rect b="b" l="l" r="r" t="t"/>
              <a:pathLst>
                <a:path extrusionOk="0" h="88649" w="9665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14" name="Google Shape;14014;p87"/>
            <p:cNvGrpSpPr/>
            <p:nvPr/>
          </p:nvGrpSpPr>
          <p:grpSpPr>
            <a:xfrm>
              <a:off x="6036094" y="3716980"/>
              <a:ext cx="529860" cy="510468"/>
              <a:chOff x="6036094" y="3716980"/>
              <a:chExt cx="529860" cy="510468"/>
            </a:xfrm>
          </p:grpSpPr>
          <p:sp>
            <p:nvSpPr>
              <p:cNvPr id="14015" name="Google Shape;14015;p87"/>
              <p:cNvSpPr/>
              <p:nvPr/>
            </p:nvSpPr>
            <p:spPr>
              <a:xfrm>
                <a:off x="6220140" y="3716980"/>
                <a:ext cx="80065" cy="6427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6" name="Google Shape;14016;p87"/>
              <p:cNvSpPr/>
              <p:nvPr/>
            </p:nvSpPr>
            <p:spPr>
              <a:xfrm>
                <a:off x="6368562" y="3771936"/>
                <a:ext cx="39115" cy="36745"/>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7" name="Google Shape;14017;p87"/>
              <p:cNvSpPr/>
              <p:nvPr/>
            </p:nvSpPr>
            <p:spPr>
              <a:xfrm>
                <a:off x="6304793" y="3747169"/>
                <a:ext cx="25088" cy="13311"/>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8" name="Google Shape;14018;p87"/>
              <p:cNvSpPr/>
              <p:nvPr/>
            </p:nvSpPr>
            <p:spPr>
              <a:xfrm>
                <a:off x="6365182" y="3787492"/>
                <a:ext cx="18025" cy="16582"/>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9" name="Google Shape;14019;p87"/>
              <p:cNvSpPr/>
              <p:nvPr/>
            </p:nvSpPr>
            <p:spPr>
              <a:xfrm>
                <a:off x="6367131" y="3727108"/>
                <a:ext cx="198823" cy="438001"/>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0" name="Google Shape;14020;p87"/>
              <p:cNvSpPr/>
              <p:nvPr/>
            </p:nvSpPr>
            <p:spPr>
              <a:xfrm>
                <a:off x="6036094" y="3734681"/>
                <a:ext cx="181628" cy="303024"/>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1" name="Google Shape;14021;p87"/>
              <p:cNvSpPr/>
              <p:nvPr/>
            </p:nvSpPr>
            <p:spPr>
              <a:xfrm>
                <a:off x="6143575" y="4010833"/>
                <a:ext cx="186233" cy="216616"/>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2" name="Google Shape;14022;p87"/>
              <p:cNvSpPr/>
              <p:nvPr/>
            </p:nvSpPr>
            <p:spPr>
              <a:xfrm>
                <a:off x="6110513" y="3969114"/>
                <a:ext cx="33997" cy="13957"/>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3" name="Google Shape;14023;p87"/>
              <p:cNvSpPr/>
              <p:nvPr/>
            </p:nvSpPr>
            <p:spPr>
              <a:xfrm>
                <a:off x="6151865" y="3979381"/>
                <a:ext cx="35739" cy="11875"/>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4" name="Google Shape;14024;p87"/>
              <p:cNvSpPr/>
              <p:nvPr/>
            </p:nvSpPr>
            <p:spPr>
              <a:xfrm>
                <a:off x="6203762" y="3831292"/>
                <a:ext cx="19768" cy="12285"/>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025" name="Google Shape;14025;p87"/>
          <p:cNvGrpSpPr/>
          <p:nvPr/>
        </p:nvGrpSpPr>
        <p:grpSpPr>
          <a:xfrm>
            <a:off x="6642017" y="2935755"/>
            <a:ext cx="576302" cy="511871"/>
            <a:chOff x="6644304" y="3073628"/>
            <a:chExt cx="576302" cy="511871"/>
          </a:xfrm>
        </p:grpSpPr>
        <p:sp>
          <p:nvSpPr>
            <p:cNvPr id="14026" name="Google Shape;14026;p87"/>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27" name="Google Shape;14027;p87"/>
            <p:cNvGrpSpPr/>
            <p:nvPr/>
          </p:nvGrpSpPr>
          <p:grpSpPr>
            <a:xfrm>
              <a:off x="6712169" y="3085440"/>
              <a:ext cx="481622" cy="494913"/>
              <a:chOff x="6712169" y="3085440"/>
              <a:chExt cx="481622" cy="494913"/>
            </a:xfrm>
          </p:grpSpPr>
          <p:sp>
            <p:nvSpPr>
              <p:cNvPr id="14028" name="Google Shape;14028;p87"/>
              <p:cNvSpPr/>
              <p:nvPr/>
            </p:nvSpPr>
            <p:spPr>
              <a:xfrm>
                <a:off x="6712169" y="3085440"/>
                <a:ext cx="238757" cy="315615"/>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9" name="Google Shape;14029;p87"/>
              <p:cNvSpPr/>
              <p:nvPr/>
            </p:nvSpPr>
            <p:spPr>
              <a:xfrm>
                <a:off x="6913100" y="3367694"/>
                <a:ext cx="190537" cy="212659"/>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0" name="Google Shape;14030;p87"/>
              <p:cNvSpPr/>
              <p:nvPr/>
            </p:nvSpPr>
            <p:spPr>
              <a:xfrm>
                <a:off x="7135734" y="3186037"/>
                <a:ext cx="58058" cy="152383"/>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1" name="Google Shape;14031;p87"/>
              <p:cNvSpPr/>
              <p:nvPr/>
            </p:nvSpPr>
            <p:spPr>
              <a:xfrm>
                <a:off x="6870416" y="3332822"/>
                <a:ext cx="47510" cy="1168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2" name="Google Shape;14032;p87"/>
              <p:cNvSpPr/>
              <p:nvPr/>
            </p:nvSpPr>
            <p:spPr>
              <a:xfrm>
                <a:off x="6925590" y="3336277"/>
                <a:ext cx="38094" cy="14228"/>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033" name="Google Shape;14033;p87"/>
            <p:cNvSpPr/>
            <p:nvPr/>
          </p:nvSpPr>
          <p:spPr>
            <a:xfrm>
              <a:off x="6867451" y="3073651"/>
              <a:ext cx="102383" cy="56919"/>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4" name="Google Shape;14034;p87"/>
            <p:cNvSpPr/>
            <p:nvPr/>
          </p:nvSpPr>
          <p:spPr>
            <a:xfrm>
              <a:off x="7069097" y="3119476"/>
              <a:ext cx="78535" cy="76898"/>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5" name="Google Shape;14035;p87"/>
            <p:cNvSpPr/>
            <p:nvPr/>
          </p:nvSpPr>
          <p:spPr>
            <a:xfrm>
              <a:off x="6946266" y="3181844"/>
              <a:ext cx="21095" cy="14742"/>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036" name="Google Shape;14036;p87"/>
          <p:cNvSpPr/>
          <p:nvPr/>
        </p:nvSpPr>
        <p:spPr>
          <a:xfrm>
            <a:off x="6986052" y="2952384"/>
            <a:ext cx="24269" cy="11004"/>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37" name="Google Shape;14037;p87"/>
          <p:cNvGrpSpPr/>
          <p:nvPr/>
        </p:nvGrpSpPr>
        <p:grpSpPr>
          <a:xfrm>
            <a:off x="6649868" y="3578750"/>
            <a:ext cx="560631" cy="511352"/>
            <a:chOff x="6652154" y="3716623"/>
            <a:chExt cx="560631" cy="511352"/>
          </a:xfrm>
        </p:grpSpPr>
        <p:sp>
          <p:nvSpPr>
            <p:cNvPr id="14038" name="Google Shape;14038;p87"/>
            <p:cNvSpPr/>
            <p:nvPr/>
          </p:nvSpPr>
          <p:spPr>
            <a:xfrm>
              <a:off x="6652154" y="3716623"/>
              <a:ext cx="560631" cy="511352"/>
            </a:xfrm>
            <a:custGeom>
              <a:rect b="b" l="l" r="r" t="t"/>
              <a:pathLst>
                <a:path extrusionOk="0" h="88661" w="97163">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39" name="Google Shape;14039;p87"/>
            <p:cNvGrpSpPr/>
            <p:nvPr/>
          </p:nvGrpSpPr>
          <p:grpSpPr>
            <a:xfrm>
              <a:off x="6669657" y="3716715"/>
              <a:ext cx="466779" cy="464290"/>
              <a:chOff x="6669657" y="3716715"/>
              <a:chExt cx="466779" cy="464290"/>
            </a:xfrm>
          </p:grpSpPr>
          <p:sp>
            <p:nvSpPr>
              <p:cNvPr id="14040" name="Google Shape;14040;p87"/>
              <p:cNvSpPr/>
              <p:nvPr/>
            </p:nvSpPr>
            <p:spPr>
              <a:xfrm>
                <a:off x="6669657" y="3716715"/>
                <a:ext cx="386382" cy="464290"/>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1" name="Google Shape;14041;p87"/>
              <p:cNvSpPr/>
              <p:nvPr/>
            </p:nvSpPr>
            <p:spPr>
              <a:xfrm>
                <a:off x="7010819" y="4061082"/>
                <a:ext cx="117645" cy="102137"/>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2" name="Google Shape;14042;p87"/>
              <p:cNvSpPr/>
              <p:nvPr/>
            </p:nvSpPr>
            <p:spPr>
              <a:xfrm>
                <a:off x="6995058" y="4000087"/>
                <a:ext cx="41059" cy="51071"/>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3" name="Google Shape;14043;p87"/>
              <p:cNvSpPr/>
              <p:nvPr/>
            </p:nvSpPr>
            <p:spPr>
              <a:xfrm>
                <a:off x="7078892" y="4018504"/>
                <a:ext cx="57544" cy="36030"/>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4" name="Google Shape;14044;p87"/>
              <p:cNvSpPr/>
              <p:nvPr/>
            </p:nvSpPr>
            <p:spPr>
              <a:xfrm>
                <a:off x="7051663" y="3806456"/>
                <a:ext cx="38503" cy="70819"/>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5" name="Google Shape;14045;p87"/>
              <p:cNvSpPr/>
              <p:nvPr/>
            </p:nvSpPr>
            <p:spPr>
              <a:xfrm>
                <a:off x="6984824" y="4061618"/>
                <a:ext cx="42081" cy="8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6" name="Google Shape;14046;p87"/>
              <p:cNvSpPr/>
              <p:nvPr/>
            </p:nvSpPr>
            <p:spPr>
              <a:xfrm>
                <a:off x="7035181" y="4030478"/>
                <a:ext cx="15469" cy="21703"/>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7" name="Google Shape;14047;p87"/>
              <p:cNvSpPr/>
              <p:nvPr/>
            </p:nvSpPr>
            <p:spPr>
              <a:xfrm>
                <a:off x="7045011" y="3983609"/>
                <a:ext cx="19047" cy="18121"/>
              </a:xfrm>
              <a:custGeom>
                <a:rect b="b" l="l" r="r" t="t"/>
                <a:pathLst>
                  <a:path extrusionOk="0" h="3142" w="3301">
                    <a:moveTo>
                      <a:pt x="3301" y="0"/>
                    </a:moveTo>
                    <a:lnTo>
                      <a:pt x="0" y="1455"/>
                    </a:lnTo>
                    <a:lnTo>
                      <a:pt x="550" y="2520"/>
                    </a:lnTo>
                    <a:lnTo>
                      <a:pt x="1154" y="1793"/>
                    </a:lnTo>
                    <a:lnTo>
                      <a:pt x="2804" y="3141"/>
                    </a:lnTo>
                    <a:lnTo>
                      <a:pt x="3301"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8" name="Google Shape;14048;p87"/>
              <p:cNvSpPr/>
              <p:nvPr/>
            </p:nvSpPr>
            <p:spPr>
              <a:xfrm>
                <a:off x="7034362" y="3943182"/>
                <a:ext cx="9734" cy="24570"/>
              </a:xfrm>
              <a:custGeom>
                <a:rect b="b" l="l" r="r" t="t"/>
                <a:pathLst>
                  <a:path extrusionOk="0" h="4260" w="1687">
                    <a:moveTo>
                      <a:pt x="249" y="1"/>
                    </a:moveTo>
                    <a:cubicBezTo>
                      <a:pt x="1" y="2627"/>
                      <a:pt x="1" y="2627"/>
                      <a:pt x="977" y="4259"/>
                    </a:cubicBezTo>
                    <a:cubicBezTo>
                      <a:pt x="1687" y="1261"/>
                      <a:pt x="1687" y="1261"/>
                      <a:pt x="249"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9" name="Google Shape;14049;p87"/>
              <p:cNvSpPr/>
              <p:nvPr/>
            </p:nvSpPr>
            <p:spPr>
              <a:xfrm>
                <a:off x="6724214" y="4015234"/>
                <a:ext cx="1131" cy="513"/>
              </a:xfrm>
              <a:custGeom>
                <a:rect b="b" l="l" r="r" t="t"/>
                <a:pathLst>
                  <a:path extrusionOk="0" h="89" w="196">
                    <a:moveTo>
                      <a:pt x="196" y="0"/>
                    </a:moveTo>
                    <a:lnTo>
                      <a:pt x="1" y="89"/>
                    </a:lnTo>
                    <a:lnTo>
                      <a:pt x="1" y="89"/>
                    </a:lnTo>
                    <a:lnTo>
                      <a:pt x="196" y="18"/>
                    </a:lnTo>
                    <a:lnTo>
                      <a:pt x="196"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0" name="Google Shape;14050;p87"/>
              <p:cNvSpPr/>
              <p:nvPr/>
            </p:nvSpPr>
            <p:spPr>
              <a:xfrm>
                <a:off x="7071623" y="3755083"/>
                <a:ext cx="16589" cy="16380"/>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1" name="Google Shape;14051;p87"/>
              <p:cNvSpPr/>
              <p:nvPr/>
            </p:nvSpPr>
            <p:spPr>
              <a:xfrm>
                <a:off x="6722575" y="4015741"/>
                <a:ext cx="1541" cy="727"/>
              </a:xfrm>
              <a:custGeom>
                <a:rect b="b" l="l" r="r" t="t"/>
                <a:pathLst>
                  <a:path extrusionOk="0" h="126" w="267">
                    <a:moveTo>
                      <a:pt x="267" y="1"/>
                    </a:moveTo>
                    <a:cubicBezTo>
                      <a:pt x="178" y="36"/>
                      <a:pt x="89" y="72"/>
                      <a:pt x="1" y="125"/>
                    </a:cubicBezTo>
                    <a:cubicBezTo>
                      <a:pt x="107" y="90"/>
                      <a:pt x="178" y="36"/>
                      <a:pt x="26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2" name="Google Shape;14052;p87"/>
              <p:cNvSpPr/>
              <p:nvPr/>
            </p:nvSpPr>
            <p:spPr>
              <a:xfrm>
                <a:off x="6772321" y="4116142"/>
                <a:ext cx="30927" cy="46769"/>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053" name="Google Shape;14053;p87"/>
          <p:cNvGrpSpPr/>
          <p:nvPr/>
        </p:nvGrpSpPr>
        <p:grpSpPr>
          <a:xfrm>
            <a:off x="7843959" y="3860159"/>
            <a:ext cx="187557" cy="187557"/>
            <a:chOff x="8565775" y="671075"/>
            <a:chExt cx="441000" cy="441000"/>
          </a:xfrm>
        </p:grpSpPr>
        <p:sp>
          <p:nvSpPr>
            <p:cNvPr id="14054" name="Google Shape;14054;p87"/>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5" name="Google Shape;14055;p87"/>
            <p:cNvSpPr/>
            <p:nvPr/>
          </p:nvSpPr>
          <p:spPr>
            <a:xfrm>
              <a:off x="8706625" y="811925"/>
              <a:ext cx="159300" cy="159300"/>
            </a:xfrm>
            <a:prstGeom prst="ellipse">
              <a:avLst/>
            </a:pr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056" name="Google Shape;14056;p87"/>
          <p:cNvSpPr/>
          <p:nvPr/>
        </p:nvSpPr>
        <p:spPr>
          <a:xfrm>
            <a:off x="8145173" y="3856079"/>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7" name="Google Shape;14057;p87"/>
          <p:cNvSpPr/>
          <p:nvPr/>
        </p:nvSpPr>
        <p:spPr>
          <a:xfrm flipH="1">
            <a:off x="7353412" y="3822535"/>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58" name="Google Shape;14058;p87"/>
          <p:cNvGrpSpPr/>
          <p:nvPr/>
        </p:nvGrpSpPr>
        <p:grpSpPr>
          <a:xfrm>
            <a:off x="5997814" y="2938377"/>
            <a:ext cx="587871" cy="512373"/>
            <a:chOff x="6000100" y="3076250"/>
            <a:chExt cx="587871" cy="512373"/>
          </a:xfrm>
        </p:grpSpPr>
        <p:sp>
          <p:nvSpPr>
            <p:cNvPr id="14059" name="Google Shape;14059;p87"/>
            <p:cNvSpPr/>
            <p:nvPr/>
          </p:nvSpPr>
          <p:spPr>
            <a:xfrm>
              <a:off x="6000100" y="3076250"/>
              <a:ext cx="587871" cy="512373"/>
            </a:xfrm>
            <a:custGeom>
              <a:rect b="b" l="l" r="r" t="t"/>
              <a:pathLst>
                <a:path extrusionOk="0" h="88838" w="101884">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60" name="Google Shape;14060;p87"/>
            <p:cNvGrpSpPr/>
            <p:nvPr/>
          </p:nvGrpSpPr>
          <p:grpSpPr>
            <a:xfrm>
              <a:off x="6031360" y="3076713"/>
              <a:ext cx="539107" cy="480965"/>
              <a:chOff x="6031360" y="3076713"/>
              <a:chExt cx="539107" cy="480965"/>
            </a:xfrm>
          </p:grpSpPr>
          <p:sp>
            <p:nvSpPr>
              <p:cNvPr id="14061" name="Google Shape;14061;p87"/>
              <p:cNvSpPr/>
              <p:nvPr/>
            </p:nvSpPr>
            <p:spPr>
              <a:xfrm>
                <a:off x="6160232" y="3107767"/>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2" name="Google Shape;14062;p87"/>
              <p:cNvSpPr/>
              <p:nvPr/>
            </p:nvSpPr>
            <p:spPr>
              <a:xfrm>
                <a:off x="6031360" y="3319580"/>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3" name="Google Shape;14063;p87"/>
              <p:cNvSpPr/>
              <p:nvPr/>
            </p:nvSpPr>
            <p:spPr>
              <a:xfrm>
                <a:off x="6189159" y="3076713"/>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4" name="Google Shape;14064;p87"/>
              <p:cNvSpPr/>
              <p:nvPr/>
            </p:nvSpPr>
            <p:spPr>
              <a:xfrm>
                <a:off x="6350006" y="3503923"/>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5" name="Google Shape;14065;p87"/>
              <p:cNvSpPr/>
              <p:nvPr/>
            </p:nvSpPr>
            <p:spPr>
              <a:xfrm>
                <a:off x="6262180" y="3141947"/>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6" name="Google Shape;14066;p87"/>
              <p:cNvSpPr/>
              <p:nvPr/>
            </p:nvSpPr>
            <p:spPr>
              <a:xfrm>
                <a:off x="6251907" y="3101042"/>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7" name="Google Shape;14067;p87"/>
              <p:cNvSpPr/>
              <p:nvPr/>
            </p:nvSpPr>
            <p:spPr>
              <a:xfrm>
                <a:off x="6250613" y="3155645"/>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068" name="Google Shape;14068;p87"/>
          <p:cNvGrpSpPr/>
          <p:nvPr/>
        </p:nvGrpSpPr>
        <p:grpSpPr>
          <a:xfrm>
            <a:off x="3416805" y="919691"/>
            <a:ext cx="2310381" cy="1488888"/>
            <a:chOff x="229225" y="549050"/>
            <a:chExt cx="7161750" cy="4615275"/>
          </a:xfrm>
        </p:grpSpPr>
        <p:sp>
          <p:nvSpPr>
            <p:cNvPr id="14069" name="Google Shape;14069;p87"/>
            <p:cNvSpPr/>
            <p:nvPr/>
          </p:nvSpPr>
          <p:spPr>
            <a:xfrm>
              <a:off x="627425" y="2326500"/>
              <a:ext cx="1488625" cy="1368700"/>
            </a:xfrm>
            <a:custGeom>
              <a:rect b="b" l="l" r="r" t="t"/>
              <a:pathLst>
                <a:path extrusionOk="0" h="54748" w="59545">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0" name="Google Shape;14070;p87"/>
            <p:cNvSpPr/>
            <p:nvPr/>
          </p:nvSpPr>
          <p:spPr>
            <a:xfrm>
              <a:off x="229225" y="2394575"/>
              <a:ext cx="390500" cy="214975"/>
            </a:xfrm>
            <a:custGeom>
              <a:rect b="b" l="l" r="r" t="t"/>
              <a:pathLst>
                <a:path extrusionOk="0" h="8599" w="1562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1" name="Google Shape;14071;p87"/>
            <p:cNvSpPr/>
            <p:nvPr/>
          </p:nvSpPr>
          <p:spPr>
            <a:xfrm>
              <a:off x="619700" y="2453625"/>
              <a:ext cx="7750" cy="4700"/>
            </a:xfrm>
            <a:custGeom>
              <a:rect b="b" l="l" r="r" t="t"/>
              <a:pathLst>
                <a:path extrusionOk="0" h="188" w="31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2" name="Google Shape;14072;p87"/>
            <p:cNvSpPr/>
            <p:nvPr/>
          </p:nvSpPr>
          <p:spPr>
            <a:xfrm>
              <a:off x="485900" y="2399275"/>
              <a:ext cx="75" cy="175"/>
            </a:xfrm>
            <a:custGeom>
              <a:rect b="b" l="l" r="r" t="t"/>
              <a:pathLst>
                <a:path extrusionOk="0" h="7" w="3">
                  <a:moveTo>
                    <a:pt x="0" y="0"/>
                  </a:moveTo>
                  <a:lnTo>
                    <a:pt x="0" y="6"/>
                  </a:lnTo>
                  <a:cubicBezTo>
                    <a:pt x="3" y="6"/>
                    <a:pt x="3" y="0"/>
                    <a:pt x="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3" name="Google Shape;14073;p87"/>
            <p:cNvSpPr/>
            <p:nvPr/>
          </p:nvSpPr>
          <p:spPr>
            <a:xfrm>
              <a:off x="485900" y="2399275"/>
              <a:ext cx="75" cy="175"/>
            </a:xfrm>
            <a:custGeom>
              <a:rect b="b" l="l" r="r" t="t"/>
              <a:pathLst>
                <a:path extrusionOk="0" fill="none" h="7" w="3">
                  <a:moveTo>
                    <a:pt x="0" y="6"/>
                  </a:moveTo>
                  <a:cubicBezTo>
                    <a:pt x="3" y="6"/>
                    <a:pt x="3" y="0"/>
                    <a:pt x="0" y="0"/>
                  </a:cubicBezTo>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4" name="Google Shape;14074;p87"/>
            <p:cNvSpPr/>
            <p:nvPr/>
          </p:nvSpPr>
          <p:spPr>
            <a:xfrm>
              <a:off x="974450" y="2255775"/>
              <a:ext cx="21025" cy="28625"/>
            </a:xfrm>
            <a:custGeom>
              <a:rect b="b" l="l" r="r" t="t"/>
              <a:pathLst>
                <a:path extrusionOk="0" h="1145" w="841">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5" name="Google Shape;14075;p87"/>
            <p:cNvSpPr/>
            <p:nvPr/>
          </p:nvSpPr>
          <p:spPr>
            <a:xfrm>
              <a:off x="277475" y="1782875"/>
              <a:ext cx="1282325" cy="813425"/>
            </a:xfrm>
            <a:custGeom>
              <a:rect b="b" l="l" r="r" t="t"/>
              <a:pathLst>
                <a:path extrusionOk="0" h="32537" w="51293">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6" name="Google Shape;14076;p87"/>
            <p:cNvSpPr/>
            <p:nvPr/>
          </p:nvSpPr>
          <p:spPr>
            <a:xfrm>
              <a:off x="1982300" y="2504500"/>
              <a:ext cx="64825" cy="112625"/>
            </a:xfrm>
            <a:custGeom>
              <a:rect b="b" l="l" r="r" t="t"/>
              <a:pathLst>
                <a:path extrusionOk="0" h="4505" w="2593">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7" name="Google Shape;14077;p87"/>
            <p:cNvSpPr/>
            <p:nvPr/>
          </p:nvSpPr>
          <p:spPr>
            <a:xfrm>
              <a:off x="1965925" y="2438400"/>
              <a:ext cx="16400" cy="66125"/>
            </a:xfrm>
            <a:custGeom>
              <a:rect b="b" l="l" r="r" t="t"/>
              <a:pathLst>
                <a:path extrusionOk="0" h="2645" w="656">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8" name="Google Shape;14078;p87"/>
            <p:cNvSpPr/>
            <p:nvPr/>
          </p:nvSpPr>
          <p:spPr>
            <a:xfrm>
              <a:off x="1646825" y="2096200"/>
              <a:ext cx="445350" cy="351225"/>
            </a:xfrm>
            <a:custGeom>
              <a:rect b="b" l="l" r="r" t="t"/>
              <a:pathLst>
                <a:path extrusionOk="0" h="14049" w="17814">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9" name="Google Shape;14079;p87"/>
            <p:cNvSpPr/>
            <p:nvPr/>
          </p:nvSpPr>
          <p:spPr>
            <a:xfrm>
              <a:off x="2029925" y="2223150"/>
              <a:ext cx="265325" cy="386075"/>
            </a:xfrm>
            <a:custGeom>
              <a:rect b="b" l="l" r="r" t="t"/>
              <a:pathLst>
                <a:path extrusionOk="0" h="15443" w="10613">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0" name="Google Shape;14080;p87"/>
            <p:cNvSpPr/>
            <p:nvPr/>
          </p:nvSpPr>
          <p:spPr>
            <a:xfrm>
              <a:off x="2287025" y="2324375"/>
              <a:ext cx="290100" cy="308650"/>
            </a:xfrm>
            <a:custGeom>
              <a:rect b="b" l="l" r="r" t="t"/>
              <a:pathLst>
                <a:path extrusionOk="0" h="12346" w="11604">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1" name="Google Shape;14081;p87"/>
            <p:cNvSpPr/>
            <p:nvPr/>
          </p:nvSpPr>
          <p:spPr>
            <a:xfrm>
              <a:off x="2000425" y="3668900"/>
              <a:ext cx="255750" cy="503975"/>
            </a:xfrm>
            <a:custGeom>
              <a:rect b="b" l="l" r="r" t="t"/>
              <a:pathLst>
                <a:path extrusionOk="0" h="20159" w="1023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2" name="Google Shape;14082;p87"/>
            <p:cNvSpPr/>
            <p:nvPr/>
          </p:nvSpPr>
          <p:spPr>
            <a:xfrm>
              <a:off x="2105800" y="4171775"/>
              <a:ext cx="307475" cy="989675"/>
            </a:xfrm>
            <a:custGeom>
              <a:rect b="b" l="l" r="r" t="t"/>
              <a:pathLst>
                <a:path extrusionOk="0" h="39587" w="12299">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3" name="Google Shape;14083;p87"/>
            <p:cNvSpPr/>
            <p:nvPr/>
          </p:nvSpPr>
          <p:spPr>
            <a:xfrm>
              <a:off x="2271275" y="4054625"/>
              <a:ext cx="651325" cy="1046350"/>
            </a:xfrm>
            <a:custGeom>
              <a:rect b="b" l="l" r="r" t="t"/>
              <a:pathLst>
                <a:path extrusionOk="0" h="41854" w="26053">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4" name="Google Shape;14084;p87"/>
            <p:cNvSpPr/>
            <p:nvPr/>
          </p:nvSpPr>
          <p:spPr>
            <a:xfrm>
              <a:off x="1583375" y="3415625"/>
              <a:ext cx="27825" cy="21875"/>
            </a:xfrm>
            <a:custGeom>
              <a:rect b="b" l="l" r="r" t="t"/>
              <a:pathLst>
                <a:path extrusionOk="0" h="875" w="1113">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5" name="Google Shape;14085;p87"/>
            <p:cNvSpPr/>
            <p:nvPr/>
          </p:nvSpPr>
          <p:spPr>
            <a:xfrm>
              <a:off x="1611100" y="3392825"/>
              <a:ext cx="26300" cy="24650"/>
            </a:xfrm>
            <a:custGeom>
              <a:rect b="b" l="l" r="r" t="t"/>
              <a:pathLst>
                <a:path extrusionOk="0" h="986" w="1052">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6" name="Google Shape;14086;p87"/>
            <p:cNvSpPr/>
            <p:nvPr/>
          </p:nvSpPr>
          <p:spPr>
            <a:xfrm>
              <a:off x="2233600" y="3828000"/>
              <a:ext cx="18275" cy="19275"/>
            </a:xfrm>
            <a:custGeom>
              <a:rect b="b" l="l" r="r" t="t"/>
              <a:pathLst>
                <a:path extrusionOk="0" h="771" w="731">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7" name="Google Shape;14087;p87"/>
            <p:cNvSpPr/>
            <p:nvPr/>
          </p:nvSpPr>
          <p:spPr>
            <a:xfrm>
              <a:off x="2564525" y="3930825"/>
              <a:ext cx="88525" cy="91100"/>
            </a:xfrm>
            <a:custGeom>
              <a:rect b="b" l="l" r="r" t="t"/>
              <a:pathLst>
                <a:path extrusionOk="0" h="3644" w="3541">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8" name="Google Shape;14088;p87"/>
            <p:cNvSpPr/>
            <p:nvPr/>
          </p:nvSpPr>
          <p:spPr>
            <a:xfrm>
              <a:off x="1589325" y="3178675"/>
              <a:ext cx="1345850" cy="1985650"/>
            </a:xfrm>
            <a:custGeom>
              <a:rect b="b" l="l" r="r" t="t"/>
              <a:pathLst>
                <a:path extrusionOk="0" h="79426" w="53834">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9" name="Google Shape;14089;p87"/>
            <p:cNvSpPr/>
            <p:nvPr/>
          </p:nvSpPr>
          <p:spPr>
            <a:xfrm>
              <a:off x="2003525" y="3325225"/>
              <a:ext cx="305325" cy="147250"/>
            </a:xfrm>
            <a:custGeom>
              <a:rect b="b" l="l" r="r" t="t"/>
              <a:pathLst>
                <a:path extrusionOk="0" h="5890" w="12213">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0" name="Google Shape;14090;p87"/>
            <p:cNvSpPr/>
            <p:nvPr/>
          </p:nvSpPr>
          <p:spPr>
            <a:xfrm>
              <a:off x="2053850" y="2646725"/>
              <a:ext cx="613050" cy="516425"/>
            </a:xfrm>
            <a:custGeom>
              <a:rect b="b" l="l" r="r" t="t"/>
              <a:pathLst>
                <a:path extrusionOk="0" h="20657" w="24522">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1" name="Google Shape;14091;p87"/>
            <p:cNvSpPr/>
            <p:nvPr/>
          </p:nvSpPr>
          <p:spPr>
            <a:xfrm>
              <a:off x="2878850" y="956500"/>
              <a:ext cx="59000" cy="79050"/>
            </a:xfrm>
            <a:custGeom>
              <a:rect b="b" l="l" r="r" t="t"/>
              <a:pathLst>
                <a:path extrusionOk="0" h="3162" w="236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2" name="Google Shape;14092;p87"/>
            <p:cNvSpPr/>
            <p:nvPr/>
          </p:nvSpPr>
          <p:spPr>
            <a:xfrm>
              <a:off x="2591950" y="1603975"/>
              <a:ext cx="3275" cy="3925"/>
            </a:xfrm>
            <a:custGeom>
              <a:rect b="b" l="l" r="r" t="t"/>
              <a:pathLst>
                <a:path extrusionOk="0" h="157" w="131">
                  <a:moveTo>
                    <a:pt x="131" y="0"/>
                  </a:moveTo>
                  <a:cubicBezTo>
                    <a:pt x="88" y="52"/>
                    <a:pt x="47" y="104"/>
                    <a:pt x="1" y="156"/>
                  </a:cubicBezTo>
                  <a:cubicBezTo>
                    <a:pt x="47" y="107"/>
                    <a:pt x="90" y="55"/>
                    <a:pt x="1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3" name="Google Shape;14093;p87"/>
            <p:cNvSpPr/>
            <p:nvPr/>
          </p:nvSpPr>
          <p:spPr>
            <a:xfrm>
              <a:off x="2741575" y="1422025"/>
              <a:ext cx="117325" cy="137075"/>
            </a:xfrm>
            <a:custGeom>
              <a:rect b="b" l="l" r="r" t="t"/>
              <a:pathLst>
                <a:path extrusionOk="0" h="5483" w="4693">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4" name="Google Shape;14094;p87"/>
            <p:cNvSpPr/>
            <p:nvPr/>
          </p:nvSpPr>
          <p:spPr>
            <a:xfrm>
              <a:off x="2753550" y="1723425"/>
              <a:ext cx="46075" cy="54600"/>
            </a:xfrm>
            <a:custGeom>
              <a:rect b="b" l="l" r="r" t="t"/>
              <a:pathLst>
                <a:path extrusionOk="0" h="2184" w="1843">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5" name="Google Shape;14095;p87"/>
            <p:cNvSpPr/>
            <p:nvPr/>
          </p:nvSpPr>
          <p:spPr>
            <a:xfrm>
              <a:off x="3013825" y="1258700"/>
              <a:ext cx="106550" cy="113700"/>
            </a:xfrm>
            <a:custGeom>
              <a:rect b="b" l="l" r="r" t="t"/>
              <a:pathLst>
                <a:path extrusionOk="0" h="4548" w="4262">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6" name="Google Shape;14096;p87"/>
            <p:cNvSpPr/>
            <p:nvPr/>
          </p:nvSpPr>
          <p:spPr>
            <a:xfrm>
              <a:off x="3189500" y="1467850"/>
              <a:ext cx="5950" cy="5300"/>
            </a:xfrm>
            <a:custGeom>
              <a:rect b="b" l="l" r="r" t="t"/>
              <a:pathLst>
                <a:path extrusionOk="0" h="212" w="238">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7" name="Google Shape;14097;p87"/>
            <p:cNvSpPr/>
            <p:nvPr/>
          </p:nvSpPr>
          <p:spPr>
            <a:xfrm>
              <a:off x="1570450" y="549050"/>
              <a:ext cx="1813800" cy="1774475"/>
            </a:xfrm>
            <a:custGeom>
              <a:rect b="b" l="l" r="r" t="t"/>
              <a:pathLst>
                <a:path extrusionOk="0" h="70979" w="72552">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8" name="Google Shape;14098;p87"/>
            <p:cNvSpPr/>
            <p:nvPr/>
          </p:nvSpPr>
          <p:spPr>
            <a:xfrm>
              <a:off x="1156325" y="1192300"/>
              <a:ext cx="429675" cy="394375"/>
            </a:xfrm>
            <a:custGeom>
              <a:rect b="b" l="l" r="r" t="t"/>
              <a:pathLst>
                <a:path extrusionOk="0" h="15775" w="17187">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9" name="Google Shape;14099;p87"/>
            <p:cNvSpPr/>
            <p:nvPr/>
          </p:nvSpPr>
          <p:spPr>
            <a:xfrm>
              <a:off x="1539350" y="1278375"/>
              <a:ext cx="75750" cy="77625"/>
            </a:xfrm>
            <a:custGeom>
              <a:rect b="b" l="l" r="r" t="t"/>
              <a:pathLst>
                <a:path extrusionOk="0" h="3105" w="303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0" name="Google Shape;14100;p87"/>
            <p:cNvSpPr/>
            <p:nvPr/>
          </p:nvSpPr>
          <p:spPr>
            <a:xfrm>
              <a:off x="1546875" y="1112825"/>
              <a:ext cx="224550" cy="180650"/>
            </a:xfrm>
            <a:custGeom>
              <a:rect b="b" l="l" r="r" t="t"/>
              <a:pathLst>
                <a:path extrusionOk="0" h="7226" w="8982">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1" name="Google Shape;14101;p87"/>
            <p:cNvSpPr/>
            <p:nvPr/>
          </p:nvSpPr>
          <p:spPr>
            <a:xfrm>
              <a:off x="1737125" y="905350"/>
              <a:ext cx="192825" cy="321850"/>
            </a:xfrm>
            <a:custGeom>
              <a:rect b="b" l="l" r="r" t="t"/>
              <a:pathLst>
                <a:path extrusionOk="0" h="12874" w="7713">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2" name="Google Shape;14102;p87"/>
            <p:cNvSpPr/>
            <p:nvPr/>
          </p:nvSpPr>
          <p:spPr>
            <a:xfrm>
              <a:off x="3134800" y="2033550"/>
              <a:ext cx="230750" cy="177850"/>
            </a:xfrm>
            <a:custGeom>
              <a:rect b="b" l="l" r="r" t="t"/>
              <a:pathLst>
                <a:path extrusionOk="0" h="7114" w="923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3" name="Google Shape;14103;p87"/>
            <p:cNvSpPr/>
            <p:nvPr/>
          </p:nvSpPr>
          <p:spPr>
            <a:xfrm>
              <a:off x="3451425" y="1868325"/>
              <a:ext cx="900375" cy="1164925"/>
            </a:xfrm>
            <a:custGeom>
              <a:rect b="b" l="l" r="r" t="t"/>
              <a:pathLst>
                <a:path extrusionOk="0" h="46597" w="36015">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4" name="Google Shape;14104;p87"/>
            <p:cNvSpPr/>
            <p:nvPr/>
          </p:nvSpPr>
          <p:spPr>
            <a:xfrm>
              <a:off x="3718175" y="2963250"/>
              <a:ext cx="10100" cy="10000"/>
            </a:xfrm>
            <a:custGeom>
              <a:rect b="b" l="l" r="r" t="t"/>
              <a:pathLst>
                <a:path extrusionOk="0" h="400" w="404">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5" name="Google Shape;14105;p87"/>
            <p:cNvSpPr/>
            <p:nvPr/>
          </p:nvSpPr>
          <p:spPr>
            <a:xfrm>
              <a:off x="3701000" y="2861350"/>
              <a:ext cx="59850" cy="102000"/>
            </a:xfrm>
            <a:custGeom>
              <a:rect b="b" l="l" r="r" t="t"/>
              <a:pathLst>
                <a:path extrusionOk="0" h="4080" w="2394">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6" name="Google Shape;14106;p87"/>
            <p:cNvSpPr/>
            <p:nvPr/>
          </p:nvSpPr>
          <p:spPr>
            <a:xfrm>
              <a:off x="4162850" y="3176950"/>
              <a:ext cx="825" cy="1400"/>
            </a:xfrm>
            <a:custGeom>
              <a:rect b="b" l="l" r="r" t="t"/>
              <a:pathLst>
                <a:path extrusionOk="0" h="56" w="33">
                  <a:moveTo>
                    <a:pt x="32" y="1"/>
                  </a:moveTo>
                  <a:cubicBezTo>
                    <a:pt x="24" y="12"/>
                    <a:pt x="15" y="27"/>
                    <a:pt x="6" y="41"/>
                  </a:cubicBezTo>
                  <a:lnTo>
                    <a:pt x="1" y="56"/>
                  </a:lnTo>
                  <a:cubicBezTo>
                    <a:pt x="9" y="35"/>
                    <a:pt x="24" y="18"/>
                    <a:pt x="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7" name="Google Shape;14107;p87"/>
            <p:cNvSpPr/>
            <p:nvPr/>
          </p:nvSpPr>
          <p:spPr>
            <a:xfrm>
              <a:off x="3697825" y="3288025"/>
              <a:ext cx="7975" cy="11300"/>
            </a:xfrm>
            <a:custGeom>
              <a:rect b="b" l="l" r="r" t="t"/>
              <a:pathLst>
                <a:path extrusionOk="0" h="452" w="319">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8" name="Google Shape;14108;p87"/>
            <p:cNvSpPr/>
            <p:nvPr/>
          </p:nvSpPr>
          <p:spPr>
            <a:xfrm>
              <a:off x="3909450" y="3369675"/>
              <a:ext cx="62600" cy="80850"/>
            </a:xfrm>
            <a:custGeom>
              <a:rect b="b" l="l" r="r" t="t"/>
              <a:pathLst>
                <a:path extrusionOk="0" h="3234" w="2504">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9" name="Google Shape;14109;p87"/>
            <p:cNvSpPr/>
            <p:nvPr/>
          </p:nvSpPr>
          <p:spPr>
            <a:xfrm>
              <a:off x="3285550" y="3006625"/>
              <a:ext cx="1042475" cy="1050600"/>
            </a:xfrm>
            <a:custGeom>
              <a:rect b="b" l="l" r="r" t="t"/>
              <a:pathLst>
                <a:path extrusionOk="0" h="42024" w="41699">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0" name="Google Shape;14110;p87"/>
            <p:cNvSpPr/>
            <p:nvPr/>
          </p:nvSpPr>
          <p:spPr>
            <a:xfrm>
              <a:off x="4020600" y="4528725"/>
              <a:ext cx="89650" cy="23625"/>
            </a:xfrm>
            <a:custGeom>
              <a:rect b="b" l="l" r="r" t="t"/>
              <a:pathLst>
                <a:path extrusionOk="0" h="945" w="3586">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1" name="Google Shape;14111;p87"/>
            <p:cNvSpPr/>
            <p:nvPr/>
          </p:nvSpPr>
          <p:spPr>
            <a:xfrm>
              <a:off x="3817925" y="4050975"/>
              <a:ext cx="202775" cy="477700"/>
            </a:xfrm>
            <a:custGeom>
              <a:rect b="b" l="l" r="r" t="t"/>
              <a:pathLst>
                <a:path extrusionOk="0" h="19108" w="8111">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2" name="Google Shape;14112;p87"/>
            <p:cNvSpPr/>
            <p:nvPr/>
          </p:nvSpPr>
          <p:spPr>
            <a:xfrm>
              <a:off x="4110175" y="3244525"/>
              <a:ext cx="798225" cy="1302350"/>
            </a:xfrm>
            <a:custGeom>
              <a:rect b="b" l="l" r="r" t="t"/>
              <a:pathLst>
                <a:path extrusionOk="0" h="52094" w="31929">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3" name="Google Shape;14113;p87"/>
            <p:cNvSpPr/>
            <p:nvPr/>
          </p:nvSpPr>
          <p:spPr>
            <a:xfrm>
              <a:off x="3835550" y="2303200"/>
              <a:ext cx="19500" cy="20300"/>
            </a:xfrm>
            <a:custGeom>
              <a:rect b="b" l="l" r="r" t="t"/>
              <a:pathLst>
                <a:path extrusionOk="0" h="812" w="78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4" name="Google Shape;14114;p87"/>
            <p:cNvSpPr/>
            <p:nvPr/>
          </p:nvSpPr>
          <p:spPr>
            <a:xfrm>
              <a:off x="3855025" y="2280550"/>
              <a:ext cx="21675" cy="22675"/>
            </a:xfrm>
            <a:custGeom>
              <a:rect b="b" l="l" r="r" t="t"/>
              <a:pathLst>
                <a:path extrusionOk="0" h="907" w="867">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5" name="Google Shape;14115;p87"/>
            <p:cNvSpPr/>
            <p:nvPr/>
          </p:nvSpPr>
          <p:spPr>
            <a:xfrm>
              <a:off x="3876675" y="2249375"/>
              <a:ext cx="28750" cy="31200"/>
            </a:xfrm>
            <a:custGeom>
              <a:rect b="b" l="l" r="r" t="t"/>
              <a:pathLst>
                <a:path extrusionOk="0" h="1248" w="115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6" name="Google Shape;14116;p87"/>
            <p:cNvSpPr/>
            <p:nvPr/>
          </p:nvSpPr>
          <p:spPr>
            <a:xfrm>
              <a:off x="3514925" y="1774450"/>
              <a:ext cx="981275" cy="1252850"/>
            </a:xfrm>
            <a:custGeom>
              <a:rect b="b" l="l" r="r" t="t"/>
              <a:pathLst>
                <a:path extrusionOk="0" h="50114" w="39251">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7" name="Google Shape;14117;p87"/>
            <p:cNvSpPr/>
            <p:nvPr/>
          </p:nvSpPr>
          <p:spPr>
            <a:xfrm>
              <a:off x="4676950" y="2073550"/>
              <a:ext cx="20750" cy="22675"/>
            </a:xfrm>
            <a:custGeom>
              <a:rect b="b" l="l" r="r" t="t"/>
              <a:pathLst>
                <a:path extrusionOk="0" h="907" w="83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8" name="Google Shape;14118;p87"/>
            <p:cNvSpPr/>
            <p:nvPr/>
          </p:nvSpPr>
          <p:spPr>
            <a:xfrm>
              <a:off x="4104175" y="2561150"/>
              <a:ext cx="133900" cy="132250"/>
            </a:xfrm>
            <a:custGeom>
              <a:rect b="b" l="l" r="r" t="t"/>
              <a:pathLst>
                <a:path extrusionOk="0" h="5290" w="5356">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9" name="Google Shape;14119;p87"/>
            <p:cNvSpPr/>
            <p:nvPr/>
          </p:nvSpPr>
          <p:spPr>
            <a:xfrm>
              <a:off x="4529425" y="2080700"/>
              <a:ext cx="100725" cy="115050"/>
            </a:xfrm>
            <a:custGeom>
              <a:rect b="b" l="l" r="r" t="t"/>
              <a:pathLst>
                <a:path extrusionOk="0" h="4602" w="4029">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0" name="Google Shape;14120;p87"/>
            <p:cNvSpPr/>
            <p:nvPr/>
          </p:nvSpPr>
          <p:spPr>
            <a:xfrm>
              <a:off x="4023550" y="2864950"/>
              <a:ext cx="12525" cy="11925"/>
            </a:xfrm>
            <a:custGeom>
              <a:rect b="b" l="l" r="r" t="t"/>
              <a:pathLst>
                <a:path extrusionOk="0" h="477" w="501">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1" name="Google Shape;14121;p87"/>
            <p:cNvSpPr/>
            <p:nvPr/>
          </p:nvSpPr>
          <p:spPr>
            <a:xfrm>
              <a:off x="4146900" y="2619550"/>
              <a:ext cx="291675" cy="383175"/>
            </a:xfrm>
            <a:custGeom>
              <a:rect b="b" l="l" r="r" t="t"/>
              <a:pathLst>
                <a:path extrusionOk="0" h="15327" w="11667">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2" name="Google Shape;14122;p87"/>
            <p:cNvSpPr/>
            <p:nvPr/>
          </p:nvSpPr>
          <p:spPr>
            <a:xfrm>
              <a:off x="4438500" y="2570050"/>
              <a:ext cx="41375" cy="49525"/>
            </a:xfrm>
            <a:custGeom>
              <a:rect b="b" l="l" r="r" t="t"/>
              <a:pathLst>
                <a:path extrusionOk="0" h="1981" w="1655">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3" name="Google Shape;14123;p87"/>
            <p:cNvSpPr/>
            <p:nvPr/>
          </p:nvSpPr>
          <p:spPr>
            <a:xfrm>
              <a:off x="4346675" y="2672675"/>
              <a:ext cx="43475" cy="51550"/>
            </a:xfrm>
            <a:custGeom>
              <a:rect b="b" l="l" r="r" t="t"/>
              <a:pathLst>
                <a:path extrusionOk="0" h="2062" w="1739">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4" name="Google Shape;14124;p87"/>
            <p:cNvSpPr/>
            <p:nvPr/>
          </p:nvSpPr>
          <p:spPr>
            <a:xfrm>
              <a:off x="3715150" y="1348850"/>
              <a:ext cx="1605150" cy="1793100"/>
            </a:xfrm>
            <a:custGeom>
              <a:rect b="b" l="l" r="r" t="t"/>
              <a:pathLst>
                <a:path extrusionOk="0" h="71724" w="64206">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5" name="Google Shape;14125;p87"/>
            <p:cNvSpPr/>
            <p:nvPr/>
          </p:nvSpPr>
          <p:spPr>
            <a:xfrm>
              <a:off x="5218275" y="1585725"/>
              <a:ext cx="162200" cy="137000"/>
            </a:xfrm>
            <a:custGeom>
              <a:rect b="b" l="l" r="r" t="t"/>
              <a:pathLst>
                <a:path extrusionOk="0" h="5480" w="6488">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6" name="Google Shape;14126;p87"/>
            <p:cNvSpPr/>
            <p:nvPr/>
          </p:nvSpPr>
          <p:spPr>
            <a:xfrm>
              <a:off x="4237700" y="3191475"/>
              <a:ext cx="64175" cy="89875"/>
            </a:xfrm>
            <a:custGeom>
              <a:rect b="b" l="l" r="r" t="t"/>
              <a:pathLst>
                <a:path extrusionOk="0" h="3595" w="2567">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7" name="Google Shape;14127;p87"/>
            <p:cNvSpPr/>
            <p:nvPr/>
          </p:nvSpPr>
          <p:spPr>
            <a:xfrm>
              <a:off x="4212000" y="3281400"/>
              <a:ext cx="25725" cy="37050"/>
            </a:xfrm>
            <a:custGeom>
              <a:rect b="b" l="l" r="r" t="t"/>
              <a:pathLst>
                <a:path extrusionOk="0" h="1482" w="1029">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8" name="Google Shape;14128;p87"/>
            <p:cNvSpPr/>
            <p:nvPr/>
          </p:nvSpPr>
          <p:spPr>
            <a:xfrm>
              <a:off x="3872150" y="3337350"/>
              <a:ext cx="734525" cy="1216250"/>
            </a:xfrm>
            <a:custGeom>
              <a:rect b="b" l="l" r="r" t="t"/>
              <a:pathLst>
                <a:path extrusionOk="0" h="48650" w="29381">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9" name="Google Shape;14129;p87"/>
            <p:cNvSpPr/>
            <p:nvPr/>
          </p:nvSpPr>
          <p:spPr>
            <a:xfrm>
              <a:off x="4007750" y="3526075"/>
              <a:ext cx="134350" cy="162425"/>
            </a:xfrm>
            <a:custGeom>
              <a:rect b="b" l="l" r="r" t="t"/>
              <a:pathLst>
                <a:path extrusionOk="0" h="6497" w="5374">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0" name="Google Shape;14130;p87"/>
            <p:cNvSpPr/>
            <p:nvPr/>
          </p:nvSpPr>
          <p:spPr>
            <a:xfrm>
              <a:off x="4015750" y="3586775"/>
              <a:ext cx="128225" cy="188550"/>
            </a:xfrm>
            <a:custGeom>
              <a:rect b="b" l="l" r="r" t="t"/>
              <a:pathLst>
                <a:path extrusionOk="0" h="7542" w="5129">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1" name="Google Shape;14131;p87"/>
            <p:cNvSpPr/>
            <p:nvPr/>
          </p:nvSpPr>
          <p:spPr>
            <a:xfrm>
              <a:off x="3786475" y="1293300"/>
              <a:ext cx="2115175" cy="2649500"/>
            </a:xfrm>
            <a:custGeom>
              <a:rect b="b" l="l" r="r" t="t"/>
              <a:pathLst>
                <a:path extrusionOk="0" h="105980" w="84607">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2" name="Google Shape;14132;p87"/>
            <p:cNvSpPr/>
            <p:nvPr/>
          </p:nvSpPr>
          <p:spPr>
            <a:xfrm>
              <a:off x="5490650" y="3675725"/>
              <a:ext cx="84675" cy="91500"/>
            </a:xfrm>
            <a:custGeom>
              <a:rect b="b" l="l" r="r" t="t"/>
              <a:pathLst>
                <a:path extrusionOk="0" h="3660" w="3387">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3" name="Google Shape;14133;p87"/>
            <p:cNvSpPr/>
            <p:nvPr/>
          </p:nvSpPr>
          <p:spPr>
            <a:xfrm>
              <a:off x="5646325" y="3602300"/>
              <a:ext cx="178375" cy="319450"/>
            </a:xfrm>
            <a:custGeom>
              <a:rect b="b" l="l" r="r" t="t"/>
              <a:pathLst>
                <a:path extrusionOk="0" h="12778" w="7135">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4" name="Google Shape;14134;p87"/>
            <p:cNvSpPr/>
            <p:nvPr/>
          </p:nvSpPr>
          <p:spPr>
            <a:xfrm>
              <a:off x="5824675" y="3921725"/>
              <a:ext cx="90675" cy="31725"/>
            </a:xfrm>
            <a:custGeom>
              <a:rect b="b" l="l" r="r" t="t"/>
              <a:pathLst>
                <a:path extrusionOk="0" h="1269" w="3627">
                  <a:moveTo>
                    <a:pt x="1" y="1"/>
                  </a:moveTo>
                  <a:cubicBezTo>
                    <a:pt x="853" y="653"/>
                    <a:pt x="2163" y="1049"/>
                    <a:pt x="3627" y="1268"/>
                  </a:cubicBezTo>
                  <a:cubicBezTo>
                    <a:pt x="2386" y="945"/>
                    <a:pt x="1173" y="520"/>
                    <a:pt x="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5" name="Google Shape;14135;p87"/>
            <p:cNvSpPr/>
            <p:nvPr/>
          </p:nvSpPr>
          <p:spPr>
            <a:xfrm>
              <a:off x="5516775" y="3755850"/>
              <a:ext cx="747050" cy="258800"/>
            </a:xfrm>
            <a:custGeom>
              <a:rect b="b" l="l" r="r" t="t"/>
              <a:pathLst>
                <a:path extrusionOk="0" h="10352" w="29882">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6" name="Google Shape;14136;p87"/>
            <p:cNvSpPr/>
            <p:nvPr/>
          </p:nvSpPr>
          <p:spPr>
            <a:xfrm>
              <a:off x="5788675" y="3606475"/>
              <a:ext cx="8175" cy="6375"/>
            </a:xfrm>
            <a:custGeom>
              <a:rect b="b" l="l" r="r" t="t"/>
              <a:pathLst>
                <a:path extrusionOk="0" h="255" w="327">
                  <a:moveTo>
                    <a:pt x="165" y="0"/>
                  </a:moveTo>
                  <a:cubicBezTo>
                    <a:pt x="0" y="0"/>
                    <a:pt x="0" y="254"/>
                    <a:pt x="165" y="254"/>
                  </a:cubicBezTo>
                  <a:cubicBezTo>
                    <a:pt x="326" y="254"/>
                    <a:pt x="326" y="0"/>
                    <a:pt x="1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7" name="Google Shape;14137;p87"/>
            <p:cNvSpPr/>
            <p:nvPr/>
          </p:nvSpPr>
          <p:spPr>
            <a:xfrm>
              <a:off x="5590950" y="3167925"/>
              <a:ext cx="491425" cy="517425"/>
            </a:xfrm>
            <a:custGeom>
              <a:rect b="b" l="l" r="r" t="t"/>
              <a:pathLst>
                <a:path extrusionOk="0" h="20697" w="19657">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8" name="Google Shape;14138;p87"/>
            <p:cNvSpPr/>
            <p:nvPr/>
          </p:nvSpPr>
          <p:spPr>
            <a:xfrm>
              <a:off x="5996400" y="2979625"/>
              <a:ext cx="227725" cy="171275"/>
            </a:xfrm>
            <a:custGeom>
              <a:rect b="b" l="l" r="r" t="t"/>
              <a:pathLst>
                <a:path extrusionOk="0" h="6851" w="9109">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9" name="Google Shape;14139;p87"/>
            <p:cNvSpPr/>
            <p:nvPr/>
          </p:nvSpPr>
          <p:spPr>
            <a:xfrm>
              <a:off x="6186125" y="2701725"/>
              <a:ext cx="225450" cy="340000"/>
            </a:xfrm>
            <a:custGeom>
              <a:rect b="b" l="l" r="r" t="t"/>
              <a:pathLst>
                <a:path extrusionOk="0" h="13600" w="9018">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0" name="Google Shape;14140;p87"/>
            <p:cNvSpPr/>
            <p:nvPr/>
          </p:nvSpPr>
          <p:spPr>
            <a:xfrm>
              <a:off x="6187425" y="2719500"/>
              <a:ext cx="405000" cy="468050"/>
            </a:xfrm>
            <a:custGeom>
              <a:rect b="b" l="l" r="r" t="t"/>
              <a:pathLst>
                <a:path extrusionOk="0" h="18722" w="1620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1" name="Google Shape;14141;p87"/>
            <p:cNvSpPr/>
            <p:nvPr/>
          </p:nvSpPr>
          <p:spPr>
            <a:xfrm>
              <a:off x="6328025" y="2219625"/>
              <a:ext cx="575775" cy="590850"/>
            </a:xfrm>
            <a:custGeom>
              <a:rect b="b" l="l" r="r" t="t"/>
              <a:pathLst>
                <a:path extrusionOk="0" h="23634" w="23031">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2" name="Google Shape;14142;p87"/>
            <p:cNvSpPr/>
            <p:nvPr/>
          </p:nvSpPr>
          <p:spPr>
            <a:xfrm>
              <a:off x="6705250" y="2055250"/>
              <a:ext cx="527450" cy="644225"/>
            </a:xfrm>
            <a:custGeom>
              <a:rect b="b" l="l" r="r" t="t"/>
              <a:pathLst>
                <a:path extrusionOk="0" h="25769" w="21098">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3" name="Google Shape;14143;p87"/>
            <p:cNvSpPr/>
            <p:nvPr/>
          </p:nvSpPr>
          <p:spPr>
            <a:xfrm>
              <a:off x="5768900" y="1995950"/>
              <a:ext cx="164800" cy="211150"/>
            </a:xfrm>
            <a:custGeom>
              <a:rect b="b" l="l" r="r" t="t"/>
              <a:pathLst>
                <a:path extrusionOk="0" h="8446" w="6592">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4" name="Google Shape;14144;p87"/>
            <p:cNvSpPr/>
            <p:nvPr/>
          </p:nvSpPr>
          <p:spPr>
            <a:xfrm>
              <a:off x="5705950" y="2238400"/>
              <a:ext cx="36900" cy="47575"/>
            </a:xfrm>
            <a:custGeom>
              <a:rect b="b" l="l" r="r" t="t"/>
              <a:pathLst>
                <a:path extrusionOk="0" h="1903" w="1476">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5" name="Google Shape;14145;p87"/>
            <p:cNvSpPr/>
            <p:nvPr/>
          </p:nvSpPr>
          <p:spPr>
            <a:xfrm>
              <a:off x="5166150" y="3442125"/>
              <a:ext cx="4425" cy="5725"/>
            </a:xfrm>
            <a:custGeom>
              <a:rect b="b" l="l" r="r" t="t"/>
              <a:pathLst>
                <a:path extrusionOk="0" h="229" w="177">
                  <a:moveTo>
                    <a:pt x="177" y="1"/>
                  </a:moveTo>
                  <a:cubicBezTo>
                    <a:pt x="108" y="76"/>
                    <a:pt x="59" y="151"/>
                    <a:pt x="1" y="229"/>
                  </a:cubicBezTo>
                  <a:cubicBezTo>
                    <a:pt x="59" y="154"/>
                    <a:pt x="119" y="76"/>
                    <a:pt x="1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6" name="Google Shape;14146;p87"/>
            <p:cNvSpPr/>
            <p:nvPr/>
          </p:nvSpPr>
          <p:spPr>
            <a:xfrm>
              <a:off x="5451900" y="3109550"/>
              <a:ext cx="52075" cy="70600"/>
            </a:xfrm>
            <a:custGeom>
              <a:rect b="b" l="l" r="r" t="t"/>
              <a:pathLst>
                <a:path extrusionOk="0" h="2824" w="2083">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7" name="Google Shape;14147;p87"/>
            <p:cNvSpPr/>
            <p:nvPr/>
          </p:nvSpPr>
          <p:spPr>
            <a:xfrm>
              <a:off x="6131925" y="2028500"/>
              <a:ext cx="71475" cy="94575"/>
            </a:xfrm>
            <a:custGeom>
              <a:rect b="b" l="l" r="r" t="t"/>
              <a:pathLst>
                <a:path extrusionOk="0" h="3783" w="2859">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8" name="Google Shape;14148;p87"/>
            <p:cNvSpPr/>
            <p:nvPr/>
          </p:nvSpPr>
          <p:spPr>
            <a:xfrm>
              <a:off x="6257025" y="2090000"/>
              <a:ext cx="175750" cy="248300"/>
            </a:xfrm>
            <a:custGeom>
              <a:rect b="b" l="l" r="r" t="t"/>
              <a:pathLst>
                <a:path extrusionOk="0" h="9932" w="703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9" name="Google Shape;14149;p87"/>
            <p:cNvSpPr/>
            <p:nvPr/>
          </p:nvSpPr>
          <p:spPr>
            <a:xfrm>
              <a:off x="6294325" y="2124500"/>
              <a:ext cx="299850" cy="401100"/>
            </a:xfrm>
            <a:custGeom>
              <a:rect b="b" l="l" r="r" t="t"/>
              <a:pathLst>
                <a:path extrusionOk="0" h="16044" w="11994">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0" name="Google Shape;14150;p87"/>
            <p:cNvSpPr/>
            <p:nvPr/>
          </p:nvSpPr>
          <p:spPr>
            <a:xfrm>
              <a:off x="6594150" y="2032400"/>
              <a:ext cx="76950" cy="92050"/>
            </a:xfrm>
            <a:custGeom>
              <a:rect b="b" l="l" r="r" t="t"/>
              <a:pathLst>
                <a:path extrusionOk="0" h="3682" w="3078">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1" name="Google Shape;14151;p87"/>
            <p:cNvSpPr/>
            <p:nvPr/>
          </p:nvSpPr>
          <p:spPr>
            <a:xfrm>
              <a:off x="6161675" y="2525575"/>
              <a:ext cx="132675" cy="194325"/>
            </a:xfrm>
            <a:custGeom>
              <a:rect b="b" l="l" r="r" t="t"/>
              <a:pathLst>
                <a:path extrusionOk="0" h="7773" w="5307">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2" name="Google Shape;14152;p87"/>
            <p:cNvSpPr/>
            <p:nvPr/>
          </p:nvSpPr>
          <p:spPr>
            <a:xfrm>
              <a:off x="6379550" y="3041325"/>
              <a:ext cx="23100" cy="28100"/>
            </a:xfrm>
            <a:custGeom>
              <a:rect b="b" l="l" r="r" t="t"/>
              <a:pathLst>
                <a:path extrusionOk="0" h="1124" w="924">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3" name="Google Shape;14153;p87"/>
            <p:cNvSpPr/>
            <p:nvPr/>
          </p:nvSpPr>
          <p:spPr>
            <a:xfrm>
              <a:off x="6393200" y="3039675"/>
              <a:ext cx="2425" cy="3650"/>
            </a:xfrm>
            <a:custGeom>
              <a:rect b="b" l="l" r="r" t="t"/>
              <a:pathLst>
                <a:path extrusionOk="0" h="146" w="97">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4" name="Google Shape;14154;p87"/>
            <p:cNvSpPr/>
            <p:nvPr/>
          </p:nvSpPr>
          <p:spPr>
            <a:xfrm>
              <a:off x="6013550" y="3351625"/>
              <a:ext cx="475" cy="600"/>
            </a:xfrm>
            <a:custGeom>
              <a:rect b="b" l="l" r="r" t="t"/>
              <a:pathLst>
                <a:path extrusionOk="0" h="24" w="19">
                  <a:moveTo>
                    <a:pt x="18" y="0"/>
                  </a:moveTo>
                  <a:cubicBezTo>
                    <a:pt x="8" y="14"/>
                    <a:pt x="1" y="23"/>
                    <a:pt x="1" y="23"/>
                  </a:cubicBezTo>
                  <a:cubicBezTo>
                    <a:pt x="1" y="23"/>
                    <a:pt x="6" y="16"/>
                    <a:pt x="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5" name="Google Shape;14155;p87"/>
            <p:cNvSpPr/>
            <p:nvPr/>
          </p:nvSpPr>
          <p:spPr>
            <a:xfrm>
              <a:off x="6661050" y="2225050"/>
              <a:ext cx="3275" cy="4200"/>
            </a:xfrm>
            <a:custGeom>
              <a:rect b="b" l="l" r="r" t="t"/>
              <a:pathLst>
                <a:path extrusionOk="0" h="168" w="131">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6" name="Google Shape;14156;p87"/>
            <p:cNvSpPr/>
            <p:nvPr/>
          </p:nvSpPr>
          <p:spPr>
            <a:xfrm>
              <a:off x="4492925" y="1558725"/>
              <a:ext cx="2898050" cy="2460325"/>
            </a:xfrm>
            <a:custGeom>
              <a:rect b="b" l="l" r="r" t="t"/>
              <a:pathLst>
                <a:path extrusionOk="0" h="98413" w="115922">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7" name="Google Shape;14157;p87"/>
            <p:cNvSpPr/>
            <p:nvPr/>
          </p:nvSpPr>
          <p:spPr>
            <a:xfrm>
              <a:off x="3821825" y="993775"/>
              <a:ext cx="392800" cy="417775"/>
            </a:xfrm>
            <a:custGeom>
              <a:rect b="b" l="l" r="r" t="t"/>
              <a:pathLst>
                <a:path extrusionOk="0" h="16711" w="15712">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8" name="Google Shape;14158;p87"/>
            <p:cNvSpPr/>
            <p:nvPr/>
          </p:nvSpPr>
          <p:spPr>
            <a:xfrm>
              <a:off x="4492625" y="804475"/>
              <a:ext cx="446125" cy="296800"/>
            </a:xfrm>
            <a:custGeom>
              <a:rect b="b" l="l" r="r" t="t"/>
              <a:pathLst>
                <a:path extrusionOk="0" h="11872" w="17845">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9" name="Google Shape;14159;p87"/>
            <p:cNvSpPr/>
            <p:nvPr/>
          </p:nvSpPr>
          <p:spPr>
            <a:xfrm>
              <a:off x="5432550" y="952075"/>
              <a:ext cx="328650" cy="322675"/>
            </a:xfrm>
            <a:custGeom>
              <a:rect b="b" l="l" r="r" t="t"/>
              <a:pathLst>
                <a:path extrusionOk="0" h="12907" w="13146">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0" name="Google Shape;14160;p87"/>
            <p:cNvSpPr/>
            <p:nvPr/>
          </p:nvSpPr>
          <p:spPr>
            <a:xfrm>
              <a:off x="6326800" y="1440800"/>
              <a:ext cx="161475" cy="100175"/>
            </a:xfrm>
            <a:custGeom>
              <a:rect b="b" l="l" r="r" t="t"/>
              <a:pathLst>
                <a:path extrusionOk="0" h="4007" w="6459">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1" name="Google Shape;14161;p87"/>
            <p:cNvSpPr/>
            <p:nvPr/>
          </p:nvSpPr>
          <p:spPr>
            <a:xfrm>
              <a:off x="6512725" y="1459400"/>
              <a:ext cx="130525" cy="109825"/>
            </a:xfrm>
            <a:custGeom>
              <a:rect b="b" l="l" r="r" t="t"/>
              <a:pathLst>
                <a:path extrusionOk="0" h="4393" w="5221">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2" name="Google Shape;14162;p87"/>
            <p:cNvSpPr/>
            <p:nvPr/>
          </p:nvSpPr>
          <p:spPr>
            <a:xfrm>
              <a:off x="6382025" y="1568650"/>
              <a:ext cx="133400" cy="76300"/>
            </a:xfrm>
            <a:custGeom>
              <a:rect b="b" l="l" r="r" t="t"/>
              <a:pathLst>
                <a:path extrusionOk="0" h="3052" w="5336">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3" name="Google Shape;14163;p87"/>
            <p:cNvSpPr/>
            <p:nvPr/>
          </p:nvSpPr>
          <p:spPr>
            <a:xfrm>
              <a:off x="7159050" y="1734200"/>
              <a:ext cx="125325" cy="71225"/>
            </a:xfrm>
            <a:custGeom>
              <a:rect b="b" l="l" r="r" t="t"/>
              <a:pathLst>
                <a:path extrusionOk="0" h="2849" w="5013">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4" name="Google Shape;14164;p87"/>
            <p:cNvSpPr/>
            <p:nvPr/>
          </p:nvSpPr>
          <p:spPr>
            <a:xfrm>
              <a:off x="5991550" y="3413900"/>
              <a:ext cx="83825" cy="164550"/>
            </a:xfrm>
            <a:custGeom>
              <a:rect b="b" l="l" r="r" t="t"/>
              <a:pathLst>
                <a:path extrusionOk="0" h="6582" w="3353">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5" name="Google Shape;14165;p87"/>
            <p:cNvSpPr/>
            <p:nvPr/>
          </p:nvSpPr>
          <p:spPr>
            <a:xfrm>
              <a:off x="5981225" y="3763550"/>
              <a:ext cx="150150" cy="137775"/>
            </a:xfrm>
            <a:custGeom>
              <a:rect b="b" l="l" r="r" t="t"/>
              <a:pathLst>
                <a:path extrusionOk="0" h="5511" w="6006">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6" name="Google Shape;14166;p87"/>
            <p:cNvSpPr/>
            <p:nvPr/>
          </p:nvSpPr>
          <p:spPr>
            <a:xfrm>
              <a:off x="6073900" y="3620300"/>
              <a:ext cx="92475" cy="102900"/>
            </a:xfrm>
            <a:custGeom>
              <a:rect b="b" l="l" r="r" t="t"/>
              <a:pathLst>
                <a:path extrusionOk="0" h="4116" w="3699">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7" name="Google Shape;14167;p87"/>
            <p:cNvSpPr/>
            <p:nvPr/>
          </p:nvSpPr>
          <p:spPr>
            <a:xfrm>
              <a:off x="5776700" y="3655450"/>
              <a:ext cx="255650" cy="229725"/>
            </a:xfrm>
            <a:custGeom>
              <a:rect b="b" l="l" r="r" t="t"/>
              <a:pathLst>
                <a:path extrusionOk="0" h="9189" w="10226">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8" name="Google Shape;14168;p87"/>
            <p:cNvSpPr/>
            <p:nvPr/>
          </p:nvSpPr>
          <p:spPr>
            <a:xfrm>
              <a:off x="6225900" y="3825325"/>
              <a:ext cx="398875" cy="192375"/>
            </a:xfrm>
            <a:custGeom>
              <a:rect b="b" l="l" r="r" t="t"/>
              <a:pathLst>
                <a:path extrusionOk="0" h="7695" w="15955">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9" name="Google Shape;14169;p87"/>
            <p:cNvSpPr/>
            <p:nvPr/>
          </p:nvSpPr>
          <p:spPr>
            <a:xfrm>
              <a:off x="6167800" y="4229200"/>
              <a:ext cx="43975" cy="65425"/>
            </a:xfrm>
            <a:custGeom>
              <a:rect b="b" l="l" r="r" t="t"/>
              <a:pathLst>
                <a:path extrusionOk="0" h="2617" w="1759">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0" name="Google Shape;14170;p87"/>
            <p:cNvSpPr/>
            <p:nvPr/>
          </p:nvSpPr>
          <p:spPr>
            <a:xfrm>
              <a:off x="6091225" y="4333200"/>
              <a:ext cx="12375" cy="16700"/>
            </a:xfrm>
            <a:custGeom>
              <a:rect b="b" l="l" r="r" t="t"/>
              <a:pathLst>
                <a:path extrusionOk="0" h="668" w="495">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1" name="Google Shape;14171;p87"/>
            <p:cNvSpPr/>
            <p:nvPr/>
          </p:nvSpPr>
          <p:spPr>
            <a:xfrm>
              <a:off x="6144775" y="4219175"/>
              <a:ext cx="40950" cy="59275"/>
            </a:xfrm>
            <a:custGeom>
              <a:rect b="b" l="l" r="r" t="t"/>
              <a:pathLst>
                <a:path extrusionOk="0" h="2371" w="1638">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2" name="Google Shape;14172;p87"/>
            <p:cNvSpPr/>
            <p:nvPr/>
          </p:nvSpPr>
          <p:spPr>
            <a:xfrm>
              <a:off x="5868925" y="3998175"/>
              <a:ext cx="673275" cy="683025"/>
            </a:xfrm>
            <a:custGeom>
              <a:rect b="b" l="l" r="r" t="t"/>
              <a:pathLst>
                <a:path extrusionOk="0" h="27321" w="26931">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3" name="Google Shape;14173;p87"/>
            <p:cNvSpPr/>
            <p:nvPr/>
          </p:nvSpPr>
          <p:spPr>
            <a:xfrm>
              <a:off x="6158125" y="4021950"/>
              <a:ext cx="552250" cy="774725"/>
            </a:xfrm>
            <a:custGeom>
              <a:rect b="b" l="l" r="r" t="t"/>
              <a:pathLst>
                <a:path extrusionOk="0" h="30989" w="2209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4" name="Google Shape;14174;p87"/>
            <p:cNvSpPr/>
            <p:nvPr/>
          </p:nvSpPr>
          <p:spPr>
            <a:xfrm>
              <a:off x="6920800" y="4536575"/>
              <a:ext cx="288650" cy="364500"/>
            </a:xfrm>
            <a:custGeom>
              <a:rect b="b" l="l" r="r" t="t"/>
              <a:pathLst>
                <a:path extrusionOk="0" h="14580" w="11546">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5" name="Google Shape;14175;p87"/>
            <p:cNvSpPr/>
            <p:nvPr/>
          </p:nvSpPr>
          <p:spPr>
            <a:xfrm>
              <a:off x="4490450" y="4030275"/>
              <a:ext cx="166950" cy="327500"/>
            </a:xfrm>
            <a:custGeom>
              <a:rect b="b" l="l" r="r" t="t"/>
              <a:pathLst>
                <a:path extrusionOk="0" h="13100" w="6678">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6" name="Google Shape;14176;p87"/>
            <p:cNvSpPr/>
            <p:nvPr/>
          </p:nvSpPr>
          <p:spPr>
            <a:xfrm>
              <a:off x="2233550" y="2129125"/>
              <a:ext cx="18850" cy="19225"/>
            </a:xfrm>
            <a:custGeom>
              <a:rect b="b" l="l" r="r" t="t"/>
              <a:pathLst>
                <a:path extrusionOk="0" h="769" w="754">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7" name="Google Shape;14177;p87"/>
            <p:cNvSpPr/>
            <p:nvPr/>
          </p:nvSpPr>
          <p:spPr>
            <a:xfrm>
              <a:off x="1535825" y="2847850"/>
              <a:ext cx="14525" cy="17925"/>
            </a:xfrm>
            <a:custGeom>
              <a:rect b="b" l="l" r="r" t="t"/>
              <a:pathLst>
                <a:path extrusionOk="0" h="717" w="581">
                  <a:moveTo>
                    <a:pt x="581" y="0"/>
                  </a:moveTo>
                  <a:cubicBezTo>
                    <a:pt x="387" y="234"/>
                    <a:pt x="194" y="474"/>
                    <a:pt x="0" y="716"/>
                  </a:cubicBezTo>
                  <a:lnTo>
                    <a:pt x="58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8" name="Google Shape;14178;p87"/>
            <p:cNvSpPr/>
            <p:nvPr/>
          </p:nvSpPr>
          <p:spPr>
            <a:xfrm>
              <a:off x="1637725" y="3318000"/>
              <a:ext cx="22850" cy="21675"/>
            </a:xfrm>
            <a:custGeom>
              <a:rect b="b" l="l" r="r" t="t"/>
              <a:pathLst>
                <a:path extrusionOk="0" h="867" w="914">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9" name="Google Shape;14179;p87"/>
            <p:cNvSpPr/>
            <p:nvPr/>
          </p:nvSpPr>
          <p:spPr>
            <a:xfrm>
              <a:off x="1580550" y="3339650"/>
              <a:ext cx="57200" cy="68650"/>
            </a:xfrm>
            <a:custGeom>
              <a:rect b="b" l="l" r="r" t="t"/>
              <a:pathLst>
                <a:path extrusionOk="0" h="2746" w="2288">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0" name="Google Shape;14180;p87"/>
            <p:cNvSpPr/>
            <p:nvPr/>
          </p:nvSpPr>
          <p:spPr>
            <a:xfrm>
              <a:off x="1583350" y="3416000"/>
              <a:ext cx="9150" cy="13450"/>
            </a:xfrm>
            <a:custGeom>
              <a:rect b="b" l="l" r="r" t="t"/>
              <a:pathLst>
                <a:path extrusionOk="0" h="538" w="366">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1" name="Google Shape;14181;p87"/>
            <p:cNvSpPr/>
            <p:nvPr/>
          </p:nvSpPr>
          <p:spPr>
            <a:xfrm>
              <a:off x="989675" y="1551075"/>
              <a:ext cx="1615425" cy="1865375"/>
            </a:xfrm>
            <a:custGeom>
              <a:rect b="b" l="l" r="r" t="t"/>
              <a:pathLst>
                <a:path extrusionOk="0" h="74615" w="64617">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2" name="Google Shape;14182;p87"/>
            <p:cNvSpPr/>
            <p:nvPr/>
          </p:nvSpPr>
          <p:spPr>
            <a:xfrm>
              <a:off x="2436050" y="2480575"/>
              <a:ext cx="6675" cy="6050"/>
            </a:xfrm>
            <a:custGeom>
              <a:rect b="b" l="l" r="r" t="t"/>
              <a:pathLst>
                <a:path extrusionOk="0" h="242" w="267">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3" name="Google Shape;14183;p87"/>
            <p:cNvSpPr/>
            <p:nvPr/>
          </p:nvSpPr>
          <p:spPr>
            <a:xfrm>
              <a:off x="3237575" y="748750"/>
              <a:ext cx="6150" cy="6250"/>
            </a:xfrm>
            <a:custGeom>
              <a:rect b="b" l="l" r="r" t="t"/>
              <a:pathLst>
                <a:path extrusionOk="0" h="250" w="246">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4" name="Google Shape;14184;p87"/>
            <p:cNvSpPr/>
            <p:nvPr/>
          </p:nvSpPr>
          <p:spPr>
            <a:xfrm>
              <a:off x="3544900" y="2688975"/>
              <a:ext cx="3150" cy="5800"/>
            </a:xfrm>
            <a:custGeom>
              <a:rect b="b" l="l" r="r" t="t"/>
              <a:pathLst>
                <a:path extrusionOk="0" h="232" w="126">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5" name="Google Shape;14185;p87"/>
            <p:cNvSpPr/>
            <p:nvPr/>
          </p:nvSpPr>
          <p:spPr>
            <a:xfrm>
              <a:off x="3431000" y="2330125"/>
              <a:ext cx="228750" cy="311750"/>
            </a:xfrm>
            <a:custGeom>
              <a:rect b="b" l="l" r="r" t="t"/>
              <a:pathLst>
                <a:path extrusionOk="0" h="12470" w="915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186" name="Google Shape;14186;p87"/>
          <p:cNvGrpSpPr/>
          <p:nvPr/>
        </p:nvGrpSpPr>
        <p:grpSpPr>
          <a:xfrm>
            <a:off x="3514723" y="2849588"/>
            <a:ext cx="2310282" cy="1374222"/>
            <a:chOff x="238125" y="732525"/>
            <a:chExt cx="7130500" cy="4241425"/>
          </a:xfrm>
        </p:grpSpPr>
        <p:sp>
          <p:nvSpPr>
            <p:cNvPr id="14187" name="Google Shape;14187;p87"/>
            <p:cNvSpPr/>
            <p:nvPr/>
          </p:nvSpPr>
          <p:spPr>
            <a:xfrm>
              <a:off x="3175800" y="1003350"/>
              <a:ext cx="3741725" cy="3331975"/>
            </a:xfrm>
            <a:custGeom>
              <a:rect b="b" l="l" r="r" t="t"/>
              <a:pathLst>
                <a:path extrusionOk="0" h="133279" w="149669">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8" name="Google Shape;14188;p87"/>
            <p:cNvSpPr/>
            <p:nvPr/>
          </p:nvSpPr>
          <p:spPr>
            <a:xfrm>
              <a:off x="3167575" y="993250"/>
              <a:ext cx="3759100" cy="3349975"/>
            </a:xfrm>
            <a:custGeom>
              <a:rect b="b" l="l" r="r" t="t"/>
              <a:pathLst>
                <a:path extrusionOk="0" h="133999" w="150364">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9" name="Google Shape;14189;p87"/>
            <p:cNvSpPr/>
            <p:nvPr/>
          </p:nvSpPr>
          <p:spPr>
            <a:xfrm>
              <a:off x="4467225" y="3815075"/>
              <a:ext cx="177425" cy="289800"/>
            </a:xfrm>
            <a:custGeom>
              <a:rect b="b" l="l" r="r" t="t"/>
              <a:pathLst>
                <a:path extrusionOk="0" h="11592" w="7097">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0" name="Google Shape;14190;p87"/>
            <p:cNvSpPr/>
            <p:nvPr/>
          </p:nvSpPr>
          <p:spPr>
            <a:xfrm>
              <a:off x="4458375" y="3806875"/>
              <a:ext cx="194800" cy="307475"/>
            </a:xfrm>
            <a:custGeom>
              <a:rect b="b" l="l" r="r" t="t"/>
              <a:pathLst>
                <a:path extrusionOk="0" h="12299" w="7792">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1" name="Google Shape;14191;p87"/>
            <p:cNvSpPr/>
            <p:nvPr/>
          </p:nvSpPr>
          <p:spPr>
            <a:xfrm>
              <a:off x="5304725" y="3312525"/>
              <a:ext cx="45475" cy="78625"/>
            </a:xfrm>
            <a:custGeom>
              <a:rect b="b" l="l" r="r" t="t"/>
              <a:pathLst>
                <a:path extrusionOk="0" h="3145" w="1819">
                  <a:moveTo>
                    <a:pt x="480" y="0"/>
                  </a:moveTo>
                  <a:lnTo>
                    <a:pt x="0" y="1654"/>
                  </a:lnTo>
                  <a:lnTo>
                    <a:pt x="480" y="3144"/>
                  </a:lnTo>
                  <a:lnTo>
                    <a:pt x="1503" y="2753"/>
                  </a:lnTo>
                  <a:lnTo>
                    <a:pt x="1818" y="1566"/>
                  </a:lnTo>
                  <a:lnTo>
                    <a:pt x="48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2" name="Google Shape;14192;p87"/>
            <p:cNvSpPr/>
            <p:nvPr/>
          </p:nvSpPr>
          <p:spPr>
            <a:xfrm>
              <a:off x="5296500" y="3296100"/>
              <a:ext cx="62525" cy="105475"/>
            </a:xfrm>
            <a:custGeom>
              <a:rect b="b" l="l" r="r" t="t"/>
              <a:pathLst>
                <a:path extrusionOk="0" h="4219" w="2501">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3" name="Google Shape;14193;p87"/>
            <p:cNvSpPr/>
            <p:nvPr/>
          </p:nvSpPr>
          <p:spPr>
            <a:xfrm>
              <a:off x="5643750" y="3420800"/>
              <a:ext cx="232675" cy="252250"/>
            </a:xfrm>
            <a:custGeom>
              <a:rect b="b" l="l" r="r" t="t"/>
              <a:pathLst>
                <a:path extrusionOk="0" h="10090" w="9307">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4" name="Google Shape;14194;p87"/>
            <p:cNvSpPr/>
            <p:nvPr/>
          </p:nvSpPr>
          <p:spPr>
            <a:xfrm>
              <a:off x="5628275" y="3412900"/>
              <a:ext cx="256350" cy="268025"/>
            </a:xfrm>
            <a:custGeom>
              <a:rect b="b" l="l" r="r" t="t"/>
              <a:pathLst>
                <a:path extrusionOk="0" h="10721" w="10254">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5" name="Google Shape;14195;p87"/>
            <p:cNvSpPr/>
            <p:nvPr/>
          </p:nvSpPr>
          <p:spPr>
            <a:xfrm>
              <a:off x="5873550" y="3662925"/>
              <a:ext cx="284775" cy="73250"/>
            </a:xfrm>
            <a:custGeom>
              <a:rect b="b" l="l" r="r" t="t"/>
              <a:pathLst>
                <a:path extrusionOk="0" h="2930" w="11391">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6" name="Google Shape;14196;p87"/>
            <p:cNvSpPr/>
            <p:nvPr/>
          </p:nvSpPr>
          <p:spPr>
            <a:xfrm>
              <a:off x="5859050" y="3654075"/>
              <a:ext cx="342200" cy="90000"/>
            </a:xfrm>
            <a:custGeom>
              <a:rect b="b" l="l" r="r" t="t"/>
              <a:pathLst>
                <a:path extrusionOk="0" h="3600" w="13688">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7" name="Google Shape;14197;p87"/>
            <p:cNvSpPr/>
            <p:nvPr/>
          </p:nvSpPr>
          <p:spPr>
            <a:xfrm>
              <a:off x="6185775" y="3706475"/>
              <a:ext cx="137975" cy="31600"/>
            </a:xfrm>
            <a:custGeom>
              <a:rect b="b" l="l" r="r" t="t"/>
              <a:pathLst>
                <a:path extrusionOk="0" h="1264" w="5519">
                  <a:moveTo>
                    <a:pt x="3397" y="1"/>
                  </a:moveTo>
                  <a:lnTo>
                    <a:pt x="0" y="556"/>
                  </a:lnTo>
                  <a:lnTo>
                    <a:pt x="1818" y="1263"/>
                  </a:lnTo>
                  <a:lnTo>
                    <a:pt x="5518" y="556"/>
                  </a:lnTo>
                  <a:lnTo>
                    <a:pt x="339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8" name="Google Shape;14198;p87"/>
            <p:cNvSpPr/>
            <p:nvPr/>
          </p:nvSpPr>
          <p:spPr>
            <a:xfrm>
              <a:off x="6156100" y="3698600"/>
              <a:ext cx="203625" cy="47675"/>
            </a:xfrm>
            <a:custGeom>
              <a:rect b="b" l="l" r="r" t="t"/>
              <a:pathLst>
                <a:path extrusionOk="0" h="1907" w="8145">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9" name="Google Shape;14199;p87"/>
            <p:cNvSpPr/>
            <p:nvPr/>
          </p:nvSpPr>
          <p:spPr>
            <a:xfrm>
              <a:off x="6158300" y="3493725"/>
              <a:ext cx="139875" cy="161950"/>
            </a:xfrm>
            <a:custGeom>
              <a:rect b="b" l="l" r="r" t="t"/>
              <a:pathLst>
                <a:path extrusionOk="0" h="6478" w="5595">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0" name="Google Shape;14200;p87"/>
            <p:cNvSpPr/>
            <p:nvPr/>
          </p:nvSpPr>
          <p:spPr>
            <a:xfrm>
              <a:off x="6149775" y="3484875"/>
              <a:ext cx="165125" cy="188175"/>
            </a:xfrm>
            <a:custGeom>
              <a:rect b="b" l="l" r="r" t="t"/>
              <a:pathLst>
                <a:path extrusionOk="0" h="7527" w="6605">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1" name="Google Shape;14201;p87"/>
            <p:cNvSpPr/>
            <p:nvPr/>
          </p:nvSpPr>
          <p:spPr>
            <a:xfrm>
              <a:off x="5945525" y="3367450"/>
              <a:ext cx="213125" cy="254775"/>
            </a:xfrm>
            <a:custGeom>
              <a:rect b="b" l="l" r="r" t="t"/>
              <a:pathLst>
                <a:path extrusionOk="0" h="10191" w="8525">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2" name="Google Shape;14202;p87"/>
            <p:cNvSpPr/>
            <p:nvPr/>
          </p:nvSpPr>
          <p:spPr>
            <a:xfrm>
              <a:off x="5936075" y="3355775"/>
              <a:ext cx="232350" cy="278450"/>
            </a:xfrm>
            <a:custGeom>
              <a:rect b="b" l="l" r="r" t="t"/>
              <a:pathLst>
                <a:path extrusionOk="0" h="11138" w="9294">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3" name="Google Shape;14203;p87"/>
            <p:cNvSpPr/>
            <p:nvPr/>
          </p:nvSpPr>
          <p:spPr>
            <a:xfrm>
              <a:off x="6429775" y="3529075"/>
              <a:ext cx="453650" cy="254450"/>
            </a:xfrm>
            <a:custGeom>
              <a:rect b="b" l="l" r="r" t="t"/>
              <a:pathLst>
                <a:path extrusionOk="0" h="10178" w="18146">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4" name="Google Shape;14204;p87"/>
            <p:cNvSpPr/>
            <p:nvPr/>
          </p:nvSpPr>
          <p:spPr>
            <a:xfrm>
              <a:off x="6416200" y="3519925"/>
              <a:ext cx="483325" cy="271500"/>
            </a:xfrm>
            <a:custGeom>
              <a:rect b="b" l="l" r="r" t="t"/>
              <a:pathLst>
                <a:path extrusionOk="0" h="10860" w="19333">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5" name="Google Shape;14205;p87"/>
            <p:cNvSpPr/>
            <p:nvPr/>
          </p:nvSpPr>
          <p:spPr>
            <a:xfrm>
              <a:off x="5992575" y="3785400"/>
              <a:ext cx="867500" cy="764650"/>
            </a:xfrm>
            <a:custGeom>
              <a:rect b="b" l="l" r="r" t="t"/>
              <a:pathLst>
                <a:path extrusionOk="0" h="30586" w="3470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6" name="Google Shape;14206;p87"/>
            <p:cNvSpPr/>
            <p:nvPr/>
          </p:nvSpPr>
          <p:spPr>
            <a:xfrm>
              <a:off x="5985000" y="3768350"/>
              <a:ext cx="883600" cy="789850"/>
            </a:xfrm>
            <a:custGeom>
              <a:rect b="b" l="l" r="r" t="t"/>
              <a:pathLst>
                <a:path extrusionOk="0" h="31594" w="35344">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7" name="Google Shape;14207;p87"/>
            <p:cNvSpPr/>
            <p:nvPr/>
          </p:nvSpPr>
          <p:spPr>
            <a:xfrm>
              <a:off x="6575950" y="4616250"/>
              <a:ext cx="97550" cy="109575"/>
            </a:xfrm>
            <a:custGeom>
              <a:rect b="b" l="l" r="r" t="t"/>
              <a:pathLst>
                <a:path extrusionOk="0" h="4383" w="3902">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8" name="Google Shape;14208;p87"/>
            <p:cNvSpPr/>
            <p:nvPr/>
          </p:nvSpPr>
          <p:spPr>
            <a:xfrm>
              <a:off x="6568050" y="4609625"/>
              <a:ext cx="115875" cy="126600"/>
            </a:xfrm>
            <a:custGeom>
              <a:rect b="b" l="l" r="r" t="t"/>
              <a:pathLst>
                <a:path extrusionOk="0" h="5064" w="4635">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9" name="Google Shape;14209;p87"/>
            <p:cNvSpPr/>
            <p:nvPr/>
          </p:nvSpPr>
          <p:spPr>
            <a:xfrm>
              <a:off x="6995150" y="4713800"/>
              <a:ext cx="195750" cy="190700"/>
            </a:xfrm>
            <a:custGeom>
              <a:rect b="b" l="l" r="r" t="t"/>
              <a:pathLst>
                <a:path extrusionOk="0" h="7628" w="783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0" name="Google Shape;14210;p87"/>
            <p:cNvSpPr/>
            <p:nvPr/>
          </p:nvSpPr>
          <p:spPr>
            <a:xfrm>
              <a:off x="6985700" y="4705900"/>
              <a:ext cx="213100" cy="209650"/>
            </a:xfrm>
            <a:custGeom>
              <a:rect b="b" l="l" r="r" t="t"/>
              <a:pathLst>
                <a:path extrusionOk="0" h="8386" w="8524">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1" name="Google Shape;14211;p87"/>
            <p:cNvSpPr/>
            <p:nvPr/>
          </p:nvSpPr>
          <p:spPr>
            <a:xfrm>
              <a:off x="7223700" y="4478300"/>
              <a:ext cx="126625" cy="235850"/>
            </a:xfrm>
            <a:custGeom>
              <a:rect b="b" l="l" r="r" t="t"/>
              <a:pathLst>
                <a:path extrusionOk="0" h="9434" w="5065">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2" name="Google Shape;14212;p87"/>
            <p:cNvSpPr/>
            <p:nvPr/>
          </p:nvSpPr>
          <p:spPr>
            <a:xfrm>
              <a:off x="7219600" y="4466625"/>
              <a:ext cx="149025" cy="258875"/>
            </a:xfrm>
            <a:custGeom>
              <a:rect b="b" l="l" r="r" t="t"/>
              <a:pathLst>
                <a:path extrusionOk="0" h="10355" w="5961">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3" name="Google Shape;14213;p87"/>
            <p:cNvSpPr/>
            <p:nvPr/>
          </p:nvSpPr>
          <p:spPr>
            <a:xfrm>
              <a:off x="6134625" y="2921400"/>
              <a:ext cx="43275" cy="96300"/>
            </a:xfrm>
            <a:custGeom>
              <a:rect b="b" l="l" r="r" t="t"/>
              <a:pathLst>
                <a:path extrusionOk="0" h="3852" w="1731">
                  <a:moveTo>
                    <a:pt x="1415" y="0"/>
                  </a:moveTo>
                  <a:lnTo>
                    <a:pt x="1" y="682"/>
                  </a:lnTo>
                  <a:lnTo>
                    <a:pt x="1" y="2627"/>
                  </a:lnTo>
                  <a:lnTo>
                    <a:pt x="1415" y="3852"/>
                  </a:lnTo>
                  <a:lnTo>
                    <a:pt x="1730" y="1920"/>
                  </a:lnTo>
                  <a:lnTo>
                    <a:pt x="141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4" name="Google Shape;14214;p87"/>
            <p:cNvSpPr/>
            <p:nvPr/>
          </p:nvSpPr>
          <p:spPr>
            <a:xfrm>
              <a:off x="6126725" y="2909725"/>
              <a:ext cx="59375" cy="122825"/>
            </a:xfrm>
            <a:custGeom>
              <a:rect b="b" l="l" r="r" t="t"/>
              <a:pathLst>
                <a:path extrusionOk="0" h="4913" w="2375">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5" name="Google Shape;14215;p87"/>
            <p:cNvSpPr/>
            <p:nvPr/>
          </p:nvSpPr>
          <p:spPr>
            <a:xfrm>
              <a:off x="5917450" y="3060600"/>
              <a:ext cx="65350" cy="60650"/>
            </a:xfrm>
            <a:custGeom>
              <a:rect b="b" l="l" r="r" t="t"/>
              <a:pathLst>
                <a:path extrusionOk="0" h="2426" w="2614">
                  <a:moveTo>
                    <a:pt x="1099" y="1"/>
                  </a:moveTo>
                  <a:lnTo>
                    <a:pt x="0" y="1175"/>
                  </a:lnTo>
                  <a:lnTo>
                    <a:pt x="568" y="2425"/>
                  </a:lnTo>
                  <a:lnTo>
                    <a:pt x="1440" y="2425"/>
                  </a:lnTo>
                  <a:lnTo>
                    <a:pt x="2614" y="708"/>
                  </a:lnTo>
                  <a:lnTo>
                    <a:pt x="109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6" name="Google Shape;14216;p87"/>
            <p:cNvSpPr/>
            <p:nvPr/>
          </p:nvSpPr>
          <p:spPr>
            <a:xfrm>
              <a:off x="5908275" y="3050825"/>
              <a:ext cx="86225" cy="78325"/>
            </a:xfrm>
            <a:custGeom>
              <a:rect b="b" l="l" r="r" t="t"/>
              <a:pathLst>
                <a:path extrusionOk="0" h="3133" w="3449">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7" name="Google Shape;14217;p87"/>
            <p:cNvSpPr/>
            <p:nvPr/>
          </p:nvSpPr>
          <p:spPr>
            <a:xfrm>
              <a:off x="6168100" y="3083025"/>
              <a:ext cx="108300" cy="173650"/>
            </a:xfrm>
            <a:custGeom>
              <a:rect b="b" l="l" r="r" t="t"/>
              <a:pathLst>
                <a:path extrusionOk="0" h="6946" w="4332">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8" name="Google Shape;14218;p87"/>
            <p:cNvSpPr/>
            <p:nvPr/>
          </p:nvSpPr>
          <p:spPr>
            <a:xfrm>
              <a:off x="6159575" y="3067875"/>
              <a:ext cx="125650" cy="204275"/>
            </a:xfrm>
            <a:custGeom>
              <a:rect b="b" l="l" r="r" t="t"/>
              <a:pathLst>
                <a:path extrusionOk="0" h="8171" w="5026">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9" name="Google Shape;14219;p87"/>
            <p:cNvSpPr/>
            <p:nvPr/>
          </p:nvSpPr>
          <p:spPr>
            <a:xfrm>
              <a:off x="6241950" y="3244650"/>
              <a:ext cx="111475" cy="160375"/>
            </a:xfrm>
            <a:custGeom>
              <a:rect b="b" l="l" r="r" t="t"/>
              <a:pathLst>
                <a:path extrusionOk="0" h="6415" w="4459">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0" name="Google Shape;14220;p87"/>
            <p:cNvSpPr/>
            <p:nvPr/>
          </p:nvSpPr>
          <p:spPr>
            <a:xfrm>
              <a:off x="6225225" y="3228550"/>
              <a:ext cx="138600" cy="187525"/>
            </a:xfrm>
            <a:custGeom>
              <a:rect b="b" l="l" r="r" t="t"/>
              <a:pathLst>
                <a:path extrusionOk="0" h="7501" w="5544">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1" name="Google Shape;14221;p87"/>
            <p:cNvSpPr/>
            <p:nvPr/>
          </p:nvSpPr>
          <p:spPr>
            <a:xfrm>
              <a:off x="6323400" y="2434950"/>
              <a:ext cx="220375" cy="347575"/>
            </a:xfrm>
            <a:custGeom>
              <a:rect b="b" l="l" r="r" t="t"/>
              <a:pathLst>
                <a:path extrusionOk="0" h="13903" w="8815">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2" name="Google Shape;14222;p87"/>
            <p:cNvSpPr/>
            <p:nvPr/>
          </p:nvSpPr>
          <p:spPr>
            <a:xfrm>
              <a:off x="6314250" y="2424850"/>
              <a:ext cx="238050" cy="377575"/>
            </a:xfrm>
            <a:custGeom>
              <a:rect b="b" l="l" r="r" t="t"/>
              <a:pathLst>
                <a:path extrusionOk="0" h="15103" w="9522">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3" name="Google Shape;14223;p87"/>
            <p:cNvSpPr/>
            <p:nvPr/>
          </p:nvSpPr>
          <p:spPr>
            <a:xfrm>
              <a:off x="6470500" y="2285950"/>
              <a:ext cx="89675" cy="141450"/>
            </a:xfrm>
            <a:custGeom>
              <a:rect b="b" l="l" r="r" t="t"/>
              <a:pathLst>
                <a:path extrusionOk="0" h="5658" w="3587">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4" name="Google Shape;14224;p87"/>
            <p:cNvSpPr/>
            <p:nvPr/>
          </p:nvSpPr>
          <p:spPr>
            <a:xfrm>
              <a:off x="6462300" y="2274900"/>
              <a:ext cx="105775" cy="160375"/>
            </a:xfrm>
            <a:custGeom>
              <a:rect b="b" l="l" r="r" t="t"/>
              <a:pathLst>
                <a:path extrusionOk="0" h="6415" w="4231">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5" name="Google Shape;14225;p87"/>
            <p:cNvSpPr/>
            <p:nvPr/>
          </p:nvSpPr>
          <p:spPr>
            <a:xfrm>
              <a:off x="6378950" y="1950375"/>
              <a:ext cx="126300" cy="303725"/>
            </a:xfrm>
            <a:custGeom>
              <a:rect b="b" l="l" r="r" t="t"/>
              <a:pathLst>
                <a:path extrusionOk="0" h="12149" w="5052">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6" name="Google Shape;14226;p87"/>
            <p:cNvSpPr/>
            <p:nvPr/>
          </p:nvSpPr>
          <p:spPr>
            <a:xfrm>
              <a:off x="6370425" y="1934925"/>
              <a:ext cx="145575" cy="327050"/>
            </a:xfrm>
            <a:custGeom>
              <a:rect b="b" l="l" r="r" t="t"/>
              <a:pathLst>
                <a:path extrusionOk="0" h="13082" w="5823">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7" name="Google Shape;14227;p87"/>
            <p:cNvSpPr/>
            <p:nvPr/>
          </p:nvSpPr>
          <p:spPr>
            <a:xfrm>
              <a:off x="5626075" y="893825"/>
              <a:ext cx="145875" cy="113350"/>
            </a:xfrm>
            <a:custGeom>
              <a:rect b="b" l="l" r="r" t="t"/>
              <a:pathLst>
                <a:path extrusionOk="0" h="4534" w="5835">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8" name="Google Shape;14228;p87"/>
            <p:cNvSpPr/>
            <p:nvPr/>
          </p:nvSpPr>
          <p:spPr>
            <a:xfrm>
              <a:off x="5617225" y="885625"/>
              <a:ext cx="162600" cy="131025"/>
            </a:xfrm>
            <a:custGeom>
              <a:rect b="b" l="l" r="r" t="t"/>
              <a:pathLst>
                <a:path extrusionOk="0" h="5241" w="6504">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9" name="Google Shape;14229;p87"/>
            <p:cNvSpPr/>
            <p:nvPr/>
          </p:nvSpPr>
          <p:spPr>
            <a:xfrm>
              <a:off x="5828725" y="897925"/>
              <a:ext cx="80850" cy="36650"/>
            </a:xfrm>
            <a:custGeom>
              <a:rect b="b" l="l" r="r" t="t"/>
              <a:pathLst>
                <a:path extrusionOk="0" h="1466" w="3234">
                  <a:moveTo>
                    <a:pt x="1" y="1"/>
                  </a:moveTo>
                  <a:lnTo>
                    <a:pt x="885" y="1465"/>
                  </a:lnTo>
                  <a:lnTo>
                    <a:pt x="3233" y="733"/>
                  </a:lnTo>
                  <a:lnTo>
                    <a:pt x="235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0" name="Google Shape;14230;p87"/>
            <p:cNvSpPr/>
            <p:nvPr/>
          </p:nvSpPr>
          <p:spPr>
            <a:xfrm>
              <a:off x="5814525" y="890350"/>
              <a:ext cx="111475" cy="53700"/>
            </a:xfrm>
            <a:custGeom>
              <a:rect b="b" l="l" r="r" t="t"/>
              <a:pathLst>
                <a:path extrusionOk="0" h="2148" w="4459">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1" name="Google Shape;14231;p87"/>
            <p:cNvSpPr/>
            <p:nvPr/>
          </p:nvSpPr>
          <p:spPr>
            <a:xfrm>
              <a:off x="5765925" y="1013475"/>
              <a:ext cx="80825" cy="48625"/>
            </a:xfrm>
            <a:custGeom>
              <a:rect b="b" l="l" r="r" t="t"/>
              <a:pathLst>
                <a:path extrusionOk="0" h="1945" w="3233">
                  <a:moveTo>
                    <a:pt x="0" y="0"/>
                  </a:moveTo>
                  <a:lnTo>
                    <a:pt x="871" y="1945"/>
                  </a:lnTo>
                  <a:lnTo>
                    <a:pt x="3233" y="972"/>
                  </a:lnTo>
                  <a:lnTo>
                    <a:pt x="1616" y="164"/>
                  </a:lnTo>
                  <a:lnTo>
                    <a:pt x="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2" name="Google Shape;14232;p87"/>
            <p:cNvSpPr/>
            <p:nvPr/>
          </p:nvSpPr>
          <p:spPr>
            <a:xfrm>
              <a:off x="5752975" y="1004300"/>
              <a:ext cx="113025" cy="68225"/>
            </a:xfrm>
            <a:custGeom>
              <a:rect b="b" l="l" r="r" t="t"/>
              <a:pathLst>
                <a:path extrusionOk="0" h="2729" w="4521">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3" name="Google Shape;14233;p87"/>
            <p:cNvSpPr/>
            <p:nvPr/>
          </p:nvSpPr>
          <p:spPr>
            <a:xfrm>
              <a:off x="4952100" y="890350"/>
              <a:ext cx="78950" cy="112725"/>
            </a:xfrm>
            <a:custGeom>
              <a:rect b="b" l="l" r="r" t="t"/>
              <a:pathLst>
                <a:path extrusionOk="0" h="4509" w="3158">
                  <a:moveTo>
                    <a:pt x="1" y="0"/>
                  </a:moveTo>
                  <a:lnTo>
                    <a:pt x="1" y="1882"/>
                  </a:lnTo>
                  <a:lnTo>
                    <a:pt x="960" y="4508"/>
                  </a:lnTo>
                  <a:lnTo>
                    <a:pt x="3157" y="2576"/>
                  </a:lnTo>
                  <a:lnTo>
                    <a:pt x="3157" y="1251"/>
                  </a:lnTo>
                  <a:lnTo>
                    <a:pt x="1"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4" name="Google Shape;14234;p87"/>
            <p:cNvSpPr/>
            <p:nvPr/>
          </p:nvSpPr>
          <p:spPr>
            <a:xfrm>
              <a:off x="4944200" y="878675"/>
              <a:ext cx="94750" cy="137975"/>
            </a:xfrm>
            <a:custGeom>
              <a:rect b="b" l="l" r="r" t="t"/>
              <a:pathLst>
                <a:path extrusionOk="0" h="5519" w="379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5" name="Google Shape;14235;p87"/>
            <p:cNvSpPr/>
            <p:nvPr/>
          </p:nvSpPr>
          <p:spPr>
            <a:xfrm>
              <a:off x="4770275" y="799125"/>
              <a:ext cx="164800" cy="161950"/>
            </a:xfrm>
            <a:custGeom>
              <a:rect b="b" l="l" r="r" t="t"/>
              <a:pathLst>
                <a:path extrusionOk="0" h="6478" w="6592">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6" name="Google Shape;14236;p87"/>
            <p:cNvSpPr/>
            <p:nvPr/>
          </p:nvSpPr>
          <p:spPr>
            <a:xfrm>
              <a:off x="4761750" y="785550"/>
              <a:ext cx="184075" cy="183425"/>
            </a:xfrm>
            <a:custGeom>
              <a:rect b="b" l="l" r="r" t="t"/>
              <a:pathLst>
                <a:path extrusionOk="0" h="7337" w="7363">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7" name="Google Shape;14237;p87"/>
            <p:cNvSpPr/>
            <p:nvPr/>
          </p:nvSpPr>
          <p:spPr>
            <a:xfrm>
              <a:off x="4392100" y="1174150"/>
              <a:ext cx="165750" cy="386075"/>
            </a:xfrm>
            <a:custGeom>
              <a:rect b="b" l="l" r="r" t="t"/>
              <a:pathLst>
                <a:path extrusionOk="0" h="15443" w="663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8" name="Google Shape;14238;p87"/>
            <p:cNvSpPr/>
            <p:nvPr/>
          </p:nvSpPr>
          <p:spPr>
            <a:xfrm>
              <a:off x="4383875" y="1161200"/>
              <a:ext cx="181875" cy="406925"/>
            </a:xfrm>
            <a:custGeom>
              <a:rect b="b" l="l" r="r" t="t"/>
              <a:pathLst>
                <a:path extrusionOk="0" h="16277" w="7275">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9" name="Google Shape;14239;p87"/>
            <p:cNvSpPr/>
            <p:nvPr/>
          </p:nvSpPr>
          <p:spPr>
            <a:xfrm>
              <a:off x="3327950" y="2153675"/>
              <a:ext cx="78950" cy="116200"/>
            </a:xfrm>
            <a:custGeom>
              <a:rect b="b" l="l" r="r" t="t"/>
              <a:pathLst>
                <a:path extrusionOk="0" h="4648" w="3158">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0" name="Google Shape;14240;p87"/>
            <p:cNvSpPr/>
            <p:nvPr/>
          </p:nvSpPr>
          <p:spPr>
            <a:xfrm>
              <a:off x="3320050" y="2144525"/>
              <a:ext cx="94725" cy="134825"/>
            </a:xfrm>
            <a:custGeom>
              <a:rect b="b" l="l" r="r" t="t"/>
              <a:pathLst>
                <a:path extrusionOk="0" h="5393" w="3789">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1" name="Google Shape;14241;p87"/>
            <p:cNvSpPr/>
            <p:nvPr/>
          </p:nvSpPr>
          <p:spPr>
            <a:xfrm>
              <a:off x="3404025" y="2057075"/>
              <a:ext cx="144925" cy="252250"/>
            </a:xfrm>
            <a:custGeom>
              <a:rect b="b" l="l" r="r" t="t"/>
              <a:pathLst>
                <a:path extrusionOk="0" h="10090" w="5797">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2" name="Google Shape;14242;p87"/>
            <p:cNvSpPr/>
            <p:nvPr/>
          </p:nvSpPr>
          <p:spPr>
            <a:xfrm>
              <a:off x="3394250" y="2048250"/>
              <a:ext cx="162600" cy="270550"/>
            </a:xfrm>
            <a:custGeom>
              <a:rect b="b" l="l" r="r" t="t"/>
              <a:pathLst>
                <a:path extrusionOk="0" h="10822" w="6504">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3" name="Google Shape;14243;p87"/>
            <p:cNvSpPr/>
            <p:nvPr/>
          </p:nvSpPr>
          <p:spPr>
            <a:xfrm>
              <a:off x="3658775" y="1084500"/>
              <a:ext cx="236775" cy="215300"/>
            </a:xfrm>
            <a:custGeom>
              <a:rect b="b" l="l" r="r" t="t"/>
              <a:pathLst>
                <a:path extrusionOk="0" h="8612" w="9471">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4" name="Google Shape;14244;p87"/>
            <p:cNvSpPr/>
            <p:nvPr/>
          </p:nvSpPr>
          <p:spPr>
            <a:xfrm>
              <a:off x="3645200" y="1074400"/>
              <a:ext cx="260450" cy="239600"/>
            </a:xfrm>
            <a:custGeom>
              <a:rect b="b" l="l" r="r" t="t"/>
              <a:pathLst>
                <a:path extrusionOk="0" h="9584" w="10418">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5" name="Google Shape;14245;p87"/>
            <p:cNvSpPr/>
            <p:nvPr/>
          </p:nvSpPr>
          <p:spPr>
            <a:xfrm>
              <a:off x="3780950" y="1045975"/>
              <a:ext cx="134825" cy="91250"/>
            </a:xfrm>
            <a:custGeom>
              <a:rect b="b" l="l" r="r" t="t"/>
              <a:pathLst>
                <a:path extrusionOk="0" h="3650" w="5393">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6" name="Google Shape;14246;p87"/>
            <p:cNvSpPr/>
            <p:nvPr/>
          </p:nvSpPr>
          <p:spPr>
            <a:xfrm>
              <a:off x="3768950" y="1035550"/>
              <a:ext cx="156600" cy="111475"/>
            </a:xfrm>
            <a:custGeom>
              <a:rect b="b" l="l" r="r" t="t"/>
              <a:pathLst>
                <a:path extrusionOk="0" h="4459" w="6264">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7" name="Google Shape;14247;p87"/>
            <p:cNvSpPr/>
            <p:nvPr/>
          </p:nvSpPr>
          <p:spPr>
            <a:xfrm>
              <a:off x="3098775" y="1751200"/>
              <a:ext cx="166375" cy="133550"/>
            </a:xfrm>
            <a:custGeom>
              <a:rect b="b" l="l" r="r" t="t"/>
              <a:pathLst>
                <a:path extrusionOk="0" h="5342" w="6655">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8" name="Google Shape;14248;p87"/>
            <p:cNvSpPr/>
            <p:nvPr/>
          </p:nvSpPr>
          <p:spPr>
            <a:xfrm>
              <a:off x="3089925" y="1740150"/>
              <a:ext cx="182800" cy="153450"/>
            </a:xfrm>
            <a:custGeom>
              <a:rect b="b" l="l" r="r" t="t"/>
              <a:pathLst>
                <a:path extrusionOk="0" h="6138" w="7312">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9" name="Google Shape;14249;p87"/>
            <p:cNvSpPr/>
            <p:nvPr/>
          </p:nvSpPr>
          <p:spPr>
            <a:xfrm>
              <a:off x="3793250" y="2636350"/>
              <a:ext cx="57175" cy="35700"/>
            </a:xfrm>
            <a:custGeom>
              <a:rect b="b" l="l" r="r" t="t"/>
              <a:pathLst>
                <a:path extrusionOk="0" h="1428" w="2287">
                  <a:moveTo>
                    <a:pt x="1743" y="0"/>
                  </a:moveTo>
                  <a:lnTo>
                    <a:pt x="1" y="480"/>
                  </a:lnTo>
                  <a:lnTo>
                    <a:pt x="2286" y="1427"/>
                  </a:lnTo>
                  <a:lnTo>
                    <a:pt x="2286" y="1427"/>
                  </a:lnTo>
                  <a:lnTo>
                    <a:pt x="174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0" name="Google Shape;14250;p87"/>
            <p:cNvSpPr/>
            <p:nvPr/>
          </p:nvSpPr>
          <p:spPr>
            <a:xfrm>
              <a:off x="3768950" y="2626875"/>
              <a:ext cx="95675" cy="59375"/>
            </a:xfrm>
            <a:custGeom>
              <a:rect b="b" l="l" r="r" t="t"/>
              <a:pathLst>
                <a:path extrusionOk="0" h="2375" w="3827">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1" name="Google Shape;14251;p87"/>
            <p:cNvSpPr/>
            <p:nvPr/>
          </p:nvSpPr>
          <p:spPr>
            <a:xfrm>
              <a:off x="3702975" y="2517025"/>
              <a:ext cx="43275" cy="68200"/>
            </a:xfrm>
            <a:custGeom>
              <a:rect b="b" l="l" r="r" t="t"/>
              <a:pathLst>
                <a:path extrusionOk="0" h="2728" w="1731">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2" name="Google Shape;14252;p87"/>
            <p:cNvSpPr/>
            <p:nvPr/>
          </p:nvSpPr>
          <p:spPr>
            <a:xfrm>
              <a:off x="3694450" y="2505025"/>
              <a:ext cx="62850" cy="88100"/>
            </a:xfrm>
            <a:custGeom>
              <a:rect b="b" l="l" r="r" t="t"/>
              <a:pathLst>
                <a:path extrusionOk="0" h="3524" w="2514">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3" name="Google Shape;14253;p87"/>
            <p:cNvSpPr/>
            <p:nvPr/>
          </p:nvSpPr>
          <p:spPr>
            <a:xfrm>
              <a:off x="3696975" y="2570375"/>
              <a:ext cx="25275" cy="78000"/>
            </a:xfrm>
            <a:custGeom>
              <a:rect b="b" l="l" r="r" t="t"/>
              <a:pathLst>
                <a:path extrusionOk="0" h="3120" w="1011">
                  <a:moveTo>
                    <a:pt x="455" y="0"/>
                  </a:moveTo>
                  <a:lnTo>
                    <a:pt x="1" y="1402"/>
                  </a:lnTo>
                  <a:lnTo>
                    <a:pt x="581" y="3119"/>
                  </a:lnTo>
                  <a:lnTo>
                    <a:pt x="1011" y="3119"/>
                  </a:lnTo>
                  <a:lnTo>
                    <a:pt x="1011" y="278"/>
                  </a:lnTo>
                  <a:lnTo>
                    <a:pt x="45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4" name="Google Shape;14254;p87"/>
            <p:cNvSpPr/>
            <p:nvPr/>
          </p:nvSpPr>
          <p:spPr>
            <a:xfrm>
              <a:off x="3688775" y="2563750"/>
              <a:ext cx="43275" cy="92500"/>
            </a:xfrm>
            <a:custGeom>
              <a:rect b="b" l="l" r="r" t="t"/>
              <a:pathLst>
                <a:path extrusionOk="0" h="3700" w="1731">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5" name="Google Shape;14255;p87"/>
            <p:cNvSpPr/>
            <p:nvPr/>
          </p:nvSpPr>
          <p:spPr>
            <a:xfrm>
              <a:off x="4360850" y="1623350"/>
              <a:ext cx="47375" cy="27475"/>
            </a:xfrm>
            <a:custGeom>
              <a:rect b="b" l="l" r="r" t="t"/>
              <a:pathLst>
                <a:path extrusionOk="0" h="1099" w="1895">
                  <a:moveTo>
                    <a:pt x="0" y="0"/>
                  </a:moveTo>
                  <a:lnTo>
                    <a:pt x="556" y="1099"/>
                  </a:lnTo>
                  <a:lnTo>
                    <a:pt x="1326" y="947"/>
                  </a:lnTo>
                  <a:lnTo>
                    <a:pt x="189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6" name="Google Shape;14256;p87"/>
            <p:cNvSpPr/>
            <p:nvPr/>
          </p:nvSpPr>
          <p:spPr>
            <a:xfrm>
              <a:off x="4347900" y="1615450"/>
              <a:ext cx="74200" cy="44550"/>
            </a:xfrm>
            <a:custGeom>
              <a:rect b="b" l="l" r="r" t="t"/>
              <a:pathLst>
                <a:path extrusionOk="0" h="1782" w="2968">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7" name="Google Shape;14257;p87"/>
            <p:cNvSpPr/>
            <p:nvPr/>
          </p:nvSpPr>
          <p:spPr>
            <a:xfrm>
              <a:off x="2445000" y="785850"/>
              <a:ext cx="922425" cy="1196450"/>
            </a:xfrm>
            <a:custGeom>
              <a:rect b="b" l="l" r="r" t="t"/>
              <a:pathLst>
                <a:path extrusionOk="0" h="47858" w="36897">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8" name="Google Shape;14258;p87"/>
            <p:cNvSpPr/>
            <p:nvPr/>
          </p:nvSpPr>
          <p:spPr>
            <a:xfrm>
              <a:off x="2437100" y="777350"/>
              <a:ext cx="939800" cy="1218525"/>
            </a:xfrm>
            <a:custGeom>
              <a:rect b="b" l="l" r="r" t="t"/>
              <a:pathLst>
                <a:path extrusionOk="0" h="48741" w="37592">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9" name="Google Shape;14259;p87"/>
            <p:cNvSpPr/>
            <p:nvPr/>
          </p:nvSpPr>
          <p:spPr>
            <a:xfrm>
              <a:off x="2067150" y="740400"/>
              <a:ext cx="667350" cy="530050"/>
            </a:xfrm>
            <a:custGeom>
              <a:rect b="b" l="l" r="r" t="t"/>
              <a:pathLst>
                <a:path extrusionOk="0" h="21202" w="26694">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0" name="Google Shape;14260;p87"/>
            <p:cNvSpPr/>
            <p:nvPr/>
          </p:nvSpPr>
          <p:spPr>
            <a:xfrm>
              <a:off x="2057975" y="732525"/>
              <a:ext cx="685375" cy="546450"/>
            </a:xfrm>
            <a:custGeom>
              <a:rect b="b" l="l" r="r" t="t"/>
              <a:pathLst>
                <a:path extrusionOk="0" h="21858" w="27415">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1" name="Google Shape;14261;p87"/>
            <p:cNvSpPr/>
            <p:nvPr/>
          </p:nvSpPr>
          <p:spPr>
            <a:xfrm>
              <a:off x="2007475" y="1152350"/>
              <a:ext cx="49275" cy="59075"/>
            </a:xfrm>
            <a:custGeom>
              <a:rect b="b" l="l" r="r" t="t"/>
              <a:pathLst>
                <a:path extrusionOk="0" h="2363" w="1971">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2" name="Google Shape;14262;p87"/>
            <p:cNvSpPr/>
            <p:nvPr/>
          </p:nvSpPr>
          <p:spPr>
            <a:xfrm>
              <a:off x="1995800" y="1140375"/>
              <a:ext cx="70100" cy="82100"/>
            </a:xfrm>
            <a:custGeom>
              <a:rect b="b" l="l" r="r" t="t"/>
              <a:pathLst>
                <a:path extrusionOk="0" h="3284" w="2804">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3" name="Google Shape;14263;p87"/>
            <p:cNvSpPr/>
            <p:nvPr/>
          </p:nvSpPr>
          <p:spPr>
            <a:xfrm>
              <a:off x="2092700" y="954125"/>
              <a:ext cx="54950" cy="101675"/>
            </a:xfrm>
            <a:custGeom>
              <a:rect b="b" l="l" r="r" t="t"/>
              <a:pathLst>
                <a:path extrusionOk="0" h="4067" w="2198">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4" name="Google Shape;14264;p87"/>
            <p:cNvSpPr/>
            <p:nvPr/>
          </p:nvSpPr>
          <p:spPr>
            <a:xfrm>
              <a:off x="2084500" y="938325"/>
              <a:ext cx="73900" cy="125350"/>
            </a:xfrm>
            <a:custGeom>
              <a:rect b="b" l="l" r="r" t="t"/>
              <a:pathLst>
                <a:path extrusionOk="0" h="5014" w="2956">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5" name="Google Shape;14265;p87"/>
            <p:cNvSpPr/>
            <p:nvPr/>
          </p:nvSpPr>
          <p:spPr>
            <a:xfrm>
              <a:off x="1999575" y="874575"/>
              <a:ext cx="83050" cy="141750"/>
            </a:xfrm>
            <a:custGeom>
              <a:rect b="b" l="l" r="r" t="t"/>
              <a:pathLst>
                <a:path extrusionOk="0" h="5670" w="3322">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6" name="Google Shape;14266;p87"/>
            <p:cNvSpPr/>
            <p:nvPr/>
          </p:nvSpPr>
          <p:spPr>
            <a:xfrm>
              <a:off x="1989175" y="864475"/>
              <a:ext cx="101025" cy="173625"/>
            </a:xfrm>
            <a:custGeom>
              <a:rect b="b" l="l" r="r" t="t"/>
              <a:pathLst>
                <a:path extrusionOk="0" h="6945" w="4041">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7" name="Google Shape;14267;p87"/>
            <p:cNvSpPr/>
            <p:nvPr/>
          </p:nvSpPr>
          <p:spPr>
            <a:xfrm>
              <a:off x="1924775" y="1047875"/>
              <a:ext cx="106400" cy="104500"/>
            </a:xfrm>
            <a:custGeom>
              <a:rect b="b" l="l" r="r" t="t"/>
              <a:pathLst>
                <a:path extrusionOk="0" h="4180" w="4256">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8" name="Google Shape;14268;p87"/>
            <p:cNvSpPr/>
            <p:nvPr/>
          </p:nvSpPr>
          <p:spPr>
            <a:xfrm>
              <a:off x="1916875" y="1036500"/>
              <a:ext cx="124100" cy="128500"/>
            </a:xfrm>
            <a:custGeom>
              <a:rect b="b" l="l" r="r" t="t"/>
              <a:pathLst>
                <a:path extrusionOk="0" h="5140" w="4964">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9" name="Google Shape;14269;p87"/>
            <p:cNvSpPr/>
            <p:nvPr/>
          </p:nvSpPr>
          <p:spPr>
            <a:xfrm>
              <a:off x="1706650" y="1016300"/>
              <a:ext cx="192575" cy="136400"/>
            </a:xfrm>
            <a:custGeom>
              <a:rect b="b" l="l" r="r" t="t"/>
              <a:pathLst>
                <a:path extrusionOk="0" h="5456" w="7703">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0" name="Google Shape;14270;p87"/>
            <p:cNvSpPr/>
            <p:nvPr/>
          </p:nvSpPr>
          <p:spPr>
            <a:xfrm>
              <a:off x="1697800" y="1004950"/>
              <a:ext cx="209625" cy="156600"/>
            </a:xfrm>
            <a:custGeom>
              <a:rect b="b" l="l" r="r" t="t"/>
              <a:pathLst>
                <a:path extrusionOk="0" h="6264" w="8385">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1" name="Google Shape;14271;p87"/>
            <p:cNvSpPr/>
            <p:nvPr/>
          </p:nvSpPr>
          <p:spPr>
            <a:xfrm>
              <a:off x="1640975" y="919700"/>
              <a:ext cx="161975" cy="96625"/>
            </a:xfrm>
            <a:custGeom>
              <a:rect b="b" l="l" r="r" t="t"/>
              <a:pathLst>
                <a:path extrusionOk="0" h="3865" w="6479">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2" name="Google Shape;14272;p87"/>
            <p:cNvSpPr/>
            <p:nvPr/>
          </p:nvSpPr>
          <p:spPr>
            <a:xfrm>
              <a:off x="1629625" y="910875"/>
              <a:ext cx="184375" cy="113650"/>
            </a:xfrm>
            <a:custGeom>
              <a:rect b="b" l="l" r="r" t="t"/>
              <a:pathLst>
                <a:path extrusionOk="0" h="4546" w="7375">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3" name="Google Shape;14273;p87"/>
            <p:cNvSpPr/>
            <p:nvPr/>
          </p:nvSpPr>
          <p:spPr>
            <a:xfrm>
              <a:off x="1843950" y="961050"/>
              <a:ext cx="72950" cy="40125"/>
            </a:xfrm>
            <a:custGeom>
              <a:rect b="b" l="l" r="r" t="t"/>
              <a:pathLst>
                <a:path extrusionOk="0" h="1605" w="2918">
                  <a:moveTo>
                    <a:pt x="392" y="1"/>
                  </a:moveTo>
                  <a:lnTo>
                    <a:pt x="1" y="594"/>
                  </a:lnTo>
                  <a:lnTo>
                    <a:pt x="1024" y="1605"/>
                  </a:lnTo>
                  <a:lnTo>
                    <a:pt x="2211" y="670"/>
                  </a:lnTo>
                  <a:lnTo>
                    <a:pt x="291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4" name="Google Shape;14274;p87"/>
            <p:cNvSpPr/>
            <p:nvPr/>
          </p:nvSpPr>
          <p:spPr>
            <a:xfrm>
              <a:off x="1833850" y="953475"/>
              <a:ext cx="102950" cy="58125"/>
            </a:xfrm>
            <a:custGeom>
              <a:rect b="b" l="l" r="r" t="t"/>
              <a:pathLst>
                <a:path extrusionOk="0" h="2325" w="4118">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5" name="Google Shape;14275;p87"/>
            <p:cNvSpPr/>
            <p:nvPr/>
          </p:nvSpPr>
          <p:spPr>
            <a:xfrm>
              <a:off x="1900150" y="882450"/>
              <a:ext cx="40425" cy="51500"/>
            </a:xfrm>
            <a:custGeom>
              <a:rect b="b" l="l" r="r" t="t"/>
              <a:pathLst>
                <a:path extrusionOk="0" h="2060" w="1617">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6" name="Google Shape;14276;p87"/>
            <p:cNvSpPr/>
            <p:nvPr/>
          </p:nvSpPr>
          <p:spPr>
            <a:xfrm>
              <a:off x="1889725" y="873000"/>
              <a:ext cx="58750" cy="77975"/>
            </a:xfrm>
            <a:custGeom>
              <a:rect b="b" l="l" r="r" t="t"/>
              <a:pathLst>
                <a:path extrusionOk="0" h="3119" w="235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7" name="Google Shape;14277;p87"/>
            <p:cNvSpPr/>
            <p:nvPr/>
          </p:nvSpPr>
          <p:spPr>
            <a:xfrm>
              <a:off x="1439900" y="1099950"/>
              <a:ext cx="185325" cy="192275"/>
            </a:xfrm>
            <a:custGeom>
              <a:rect b="b" l="l" r="r" t="t"/>
              <a:pathLst>
                <a:path extrusionOk="0" h="7691" w="7413">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8" name="Google Shape;14278;p87"/>
            <p:cNvSpPr/>
            <p:nvPr/>
          </p:nvSpPr>
          <p:spPr>
            <a:xfrm>
              <a:off x="1431375" y="1091425"/>
              <a:ext cx="201725" cy="208700"/>
            </a:xfrm>
            <a:custGeom>
              <a:rect b="b" l="l" r="r" t="t"/>
              <a:pathLst>
                <a:path extrusionOk="0" h="8348" w="8069">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9" name="Google Shape;14279;p87"/>
            <p:cNvSpPr/>
            <p:nvPr/>
          </p:nvSpPr>
          <p:spPr>
            <a:xfrm>
              <a:off x="1514700" y="1211400"/>
              <a:ext cx="329275" cy="270225"/>
            </a:xfrm>
            <a:custGeom>
              <a:rect b="b" l="l" r="r" t="t"/>
              <a:pathLst>
                <a:path extrusionOk="0" h="10809" w="13171">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0" name="Google Shape;14280;p87"/>
            <p:cNvSpPr/>
            <p:nvPr/>
          </p:nvSpPr>
          <p:spPr>
            <a:xfrm>
              <a:off x="1506825" y="1202875"/>
              <a:ext cx="349150" cy="287600"/>
            </a:xfrm>
            <a:custGeom>
              <a:rect b="b" l="l" r="r" t="t"/>
              <a:pathLst>
                <a:path extrusionOk="0" h="11504" w="13966">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1" name="Google Shape;14281;p87"/>
            <p:cNvSpPr/>
            <p:nvPr/>
          </p:nvSpPr>
          <p:spPr>
            <a:xfrm>
              <a:off x="1843950" y="1219275"/>
              <a:ext cx="96625" cy="163875"/>
            </a:xfrm>
            <a:custGeom>
              <a:rect b="b" l="l" r="r" t="t"/>
              <a:pathLst>
                <a:path extrusionOk="0" h="6555" w="3865">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2" name="Google Shape;14282;p87"/>
            <p:cNvSpPr/>
            <p:nvPr/>
          </p:nvSpPr>
          <p:spPr>
            <a:xfrm>
              <a:off x="1835425" y="1205075"/>
              <a:ext cx="113050" cy="190700"/>
            </a:xfrm>
            <a:custGeom>
              <a:rect b="b" l="l" r="r" t="t"/>
              <a:pathLst>
                <a:path extrusionOk="0" h="7628" w="4522">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3" name="Google Shape;14283;p87"/>
            <p:cNvSpPr/>
            <p:nvPr/>
          </p:nvSpPr>
          <p:spPr>
            <a:xfrm>
              <a:off x="1794700" y="1458875"/>
              <a:ext cx="74850" cy="69800"/>
            </a:xfrm>
            <a:custGeom>
              <a:rect b="b" l="l" r="r" t="t"/>
              <a:pathLst>
                <a:path extrusionOk="0" h="2792" w="2994">
                  <a:moveTo>
                    <a:pt x="1971" y="1"/>
                  </a:moveTo>
                  <a:lnTo>
                    <a:pt x="872" y="847"/>
                  </a:lnTo>
                  <a:lnTo>
                    <a:pt x="1" y="1465"/>
                  </a:lnTo>
                  <a:lnTo>
                    <a:pt x="1504" y="2791"/>
                  </a:lnTo>
                  <a:lnTo>
                    <a:pt x="2994" y="2791"/>
                  </a:lnTo>
                  <a:lnTo>
                    <a:pt x="1971"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4" name="Google Shape;14284;p87"/>
            <p:cNvSpPr/>
            <p:nvPr/>
          </p:nvSpPr>
          <p:spPr>
            <a:xfrm>
              <a:off x="1782075" y="1445925"/>
              <a:ext cx="98850" cy="90625"/>
            </a:xfrm>
            <a:custGeom>
              <a:rect b="b" l="l" r="r" t="t"/>
              <a:pathLst>
                <a:path extrusionOk="0" h="3625" w="3954">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5" name="Google Shape;14285;p87"/>
            <p:cNvSpPr/>
            <p:nvPr/>
          </p:nvSpPr>
          <p:spPr>
            <a:xfrm>
              <a:off x="241275" y="1079650"/>
              <a:ext cx="2559200" cy="3887025"/>
            </a:xfrm>
            <a:custGeom>
              <a:rect b="b" l="l" r="r" t="t"/>
              <a:pathLst>
                <a:path extrusionOk="0" h="155481" w="102368">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6" name="Google Shape;14286;p87"/>
            <p:cNvSpPr/>
            <p:nvPr/>
          </p:nvSpPr>
          <p:spPr>
            <a:xfrm>
              <a:off x="238125" y="1071925"/>
              <a:ext cx="2568675" cy="3902025"/>
            </a:xfrm>
            <a:custGeom>
              <a:rect b="b" l="l" r="r" t="t"/>
              <a:pathLst>
                <a:path extrusionOk="0" h="156081" w="102747">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7" name="Google Shape;14287;p87"/>
            <p:cNvSpPr/>
            <p:nvPr/>
          </p:nvSpPr>
          <p:spPr>
            <a:xfrm>
              <a:off x="1940550" y="1654925"/>
              <a:ext cx="124725" cy="149650"/>
            </a:xfrm>
            <a:custGeom>
              <a:rect b="b" l="l" r="r" t="t"/>
              <a:pathLst>
                <a:path extrusionOk="0" h="5986" w="4989">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8" name="Google Shape;14288;p87"/>
            <p:cNvSpPr/>
            <p:nvPr/>
          </p:nvSpPr>
          <p:spPr>
            <a:xfrm>
              <a:off x="1932650" y="1641650"/>
              <a:ext cx="145575" cy="179325"/>
            </a:xfrm>
            <a:custGeom>
              <a:rect b="b" l="l" r="r" t="t"/>
              <a:pathLst>
                <a:path extrusionOk="0" h="7173" w="5823">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9" name="Google Shape;14289;p87"/>
            <p:cNvSpPr/>
            <p:nvPr/>
          </p:nvSpPr>
          <p:spPr>
            <a:xfrm>
              <a:off x="2019475" y="1292525"/>
              <a:ext cx="410075" cy="583375"/>
            </a:xfrm>
            <a:custGeom>
              <a:rect b="b" l="l" r="r" t="t"/>
              <a:pathLst>
                <a:path extrusionOk="0" h="23335" w="16403">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0" name="Google Shape;14290;p87"/>
            <p:cNvSpPr/>
            <p:nvPr/>
          </p:nvSpPr>
          <p:spPr>
            <a:xfrm>
              <a:off x="2011275" y="1270725"/>
              <a:ext cx="427750" cy="619075"/>
            </a:xfrm>
            <a:custGeom>
              <a:rect b="b" l="l" r="r" t="t"/>
              <a:pathLst>
                <a:path extrusionOk="0" h="24763" w="1711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1" name="Google Shape;14291;p87"/>
            <p:cNvSpPr/>
            <p:nvPr/>
          </p:nvSpPr>
          <p:spPr>
            <a:xfrm>
              <a:off x="2342725" y="2272700"/>
              <a:ext cx="102300" cy="109875"/>
            </a:xfrm>
            <a:custGeom>
              <a:rect b="b" l="l" r="r" t="t"/>
              <a:pathLst>
                <a:path extrusionOk="0" h="4395" w="4092">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2" name="Google Shape;14292;p87"/>
            <p:cNvSpPr/>
            <p:nvPr/>
          </p:nvSpPr>
          <p:spPr>
            <a:xfrm>
              <a:off x="2334825" y="2250600"/>
              <a:ext cx="118400" cy="142075"/>
            </a:xfrm>
            <a:custGeom>
              <a:rect b="b" l="l" r="r" t="t"/>
              <a:pathLst>
                <a:path extrusionOk="0" h="5683" w="4736">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3" name="Google Shape;14293;p87"/>
            <p:cNvSpPr/>
            <p:nvPr/>
          </p:nvSpPr>
          <p:spPr>
            <a:xfrm>
              <a:off x="1713900" y="3010725"/>
              <a:ext cx="224775" cy="69925"/>
            </a:xfrm>
            <a:custGeom>
              <a:rect b="b" l="l" r="r" t="t"/>
              <a:pathLst>
                <a:path extrusionOk="0" h="2797" w="8991">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4" name="Google Shape;14294;p87"/>
            <p:cNvSpPr/>
            <p:nvPr/>
          </p:nvSpPr>
          <p:spPr>
            <a:xfrm>
              <a:off x="1691475" y="3002850"/>
              <a:ext cx="265200" cy="86825"/>
            </a:xfrm>
            <a:custGeom>
              <a:rect b="b" l="l" r="r" t="t"/>
              <a:pathLst>
                <a:path extrusionOk="0" h="3473" w="10608">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5" name="Google Shape;14295;p87"/>
            <p:cNvSpPr/>
            <p:nvPr/>
          </p:nvSpPr>
          <p:spPr>
            <a:xfrm>
              <a:off x="1938650" y="3067875"/>
              <a:ext cx="120300" cy="55275"/>
            </a:xfrm>
            <a:custGeom>
              <a:rect b="b" l="l" r="r" t="t"/>
              <a:pathLst>
                <a:path extrusionOk="0" h="2211" w="4812">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6" name="Google Shape;14296;p87"/>
            <p:cNvSpPr/>
            <p:nvPr/>
          </p:nvSpPr>
          <p:spPr>
            <a:xfrm>
              <a:off x="1916875" y="3059350"/>
              <a:ext cx="152175" cy="75475"/>
            </a:xfrm>
            <a:custGeom>
              <a:rect b="b" l="l" r="r" t="t"/>
              <a:pathLst>
                <a:path extrusionOk="0" h="3019" w="6087">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7" name="Google Shape;14297;p87"/>
            <p:cNvSpPr/>
            <p:nvPr/>
          </p:nvSpPr>
          <p:spPr>
            <a:xfrm>
              <a:off x="1843950" y="3121225"/>
              <a:ext cx="55275" cy="29075"/>
            </a:xfrm>
            <a:custGeom>
              <a:rect b="b" l="l" r="r" t="t"/>
              <a:pathLst>
                <a:path extrusionOk="0" h="1163" w="2211">
                  <a:moveTo>
                    <a:pt x="1" y="0"/>
                  </a:moveTo>
                  <a:lnTo>
                    <a:pt x="1226" y="1162"/>
                  </a:lnTo>
                  <a:lnTo>
                    <a:pt x="2211" y="278"/>
                  </a:lnTo>
                  <a:lnTo>
                    <a:pt x="165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8" name="Google Shape;14298;p87"/>
            <p:cNvSpPr/>
            <p:nvPr/>
          </p:nvSpPr>
          <p:spPr>
            <a:xfrm>
              <a:off x="1824375" y="3113325"/>
              <a:ext cx="88750" cy="47700"/>
            </a:xfrm>
            <a:custGeom>
              <a:rect b="b" l="l" r="r" t="t"/>
              <a:pathLst>
                <a:path extrusionOk="0" h="1908" w="355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9" name="Google Shape;14299;p87"/>
            <p:cNvSpPr/>
            <p:nvPr/>
          </p:nvSpPr>
          <p:spPr>
            <a:xfrm>
              <a:off x="2090500" y="3105425"/>
              <a:ext cx="65050" cy="33175"/>
            </a:xfrm>
            <a:custGeom>
              <a:rect b="b" l="l" r="r" t="t"/>
              <a:pathLst>
                <a:path extrusionOk="0" h="1327" w="2602">
                  <a:moveTo>
                    <a:pt x="0" y="1"/>
                  </a:moveTo>
                  <a:lnTo>
                    <a:pt x="468" y="1327"/>
                  </a:lnTo>
                  <a:lnTo>
                    <a:pt x="2602" y="658"/>
                  </a:lnTo>
                  <a:lnTo>
                    <a:pt x="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0" name="Google Shape;14300;p87"/>
            <p:cNvSpPr/>
            <p:nvPr/>
          </p:nvSpPr>
          <p:spPr>
            <a:xfrm>
              <a:off x="2077875" y="3094075"/>
              <a:ext cx="106725" cy="54325"/>
            </a:xfrm>
            <a:custGeom>
              <a:rect b="b" l="l" r="r" t="t"/>
              <a:pathLst>
                <a:path extrusionOk="0" h="2173" w="4269">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304" name="Shape 14304"/>
        <p:cNvGrpSpPr/>
        <p:nvPr/>
      </p:nvGrpSpPr>
      <p:grpSpPr>
        <a:xfrm>
          <a:off x="0" y="0"/>
          <a:ext cx="0" cy="0"/>
          <a:chOff x="0" y="0"/>
          <a:chExt cx="0" cy="0"/>
        </a:xfrm>
      </p:grpSpPr>
      <p:grpSp>
        <p:nvGrpSpPr>
          <p:cNvPr id="14305" name="Google Shape;14305;p88"/>
          <p:cNvGrpSpPr/>
          <p:nvPr/>
        </p:nvGrpSpPr>
        <p:grpSpPr>
          <a:xfrm>
            <a:off x="725414" y="969763"/>
            <a:ext cx="2507799" cy="206239"/>
            <a:chOff x="106648" y="895722"/>
            <a:chExt cx="4481413" cy="374300"/>
          </a:xfrm>
        </p:grpSpPr>
        <p:grpSp>
          <p:nvGrpSpPr>
            <p:cNvPr id="14306" name="Google Shape;14306;p88"/>
            <p:cNvGrpSpPr/>
            <p:nvPr/>
          </p:nvGrpSpPr>
          <p:grpSpPr>
            <a:xfrm>
              <a:off x="2233276" y="895722"/>
              <a:ext cx="1082667" cy="223591"/>
              <a:chOff x="4808316" y="2800065"/>
              <a:chExt cx="1999386" cy="412910"/>
            </a:xfrm>
          </p:grpSpPr>
          <p:sp>
            <p:nvSpPr>
              <p:cNvPr id="14307" name="Google Shape;14307;p88"/>
              <p:cNvSpPr/>
              <p:nvPr/>
            </p:nvSpPr>
            <p:spPr>
              <a:xfrm>
                <a:off x="4849302"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08" name="Google Shape;14308;p88"/>
              <p:cNvGrpSpPr/>
              <p:nvPr/>
            </p:nvGrpSpPr>
            <p:grpSpPr>
              <a:xfrm>
                <a:off x="4808316" y="2800065"/>
                <a:ext cx="92400" cy="411825"/>
                <a:chOff x="845575" y="2563700"/>
                <a:chExt cx="92400" cy="411825"/>
              </a:xfrm>
            </p:grpSpPr>
            <p:cxnSp>
              <p:nvCxnSpPr>
                <p:cNvPr id="14309" name="Google Shape;14309;p88"/>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14310" name="Google Shape;14310;p88"/>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11" name="Google Shape;14311;p88"/>
            <p:cNvGrpSpPr/>
            <p:nvPr/>
          </p:nvGrpSpPr>
          <p:grpSpPr>
            <a:xfrm>
              <a:off x="106648" y="895722"/>
              <a:ext cx="1088401" cy="223591"/>
              <a:chOff x="881025" y="2800065"/>
              <a:chExt cx="2009975" cy="412910"/>
            </a:xfrm>
          </p:grpSpPr>
          <p:sp>
            <p:nvSpPr>
              <p:cNvPr id="14312" name="Google Shape;14312;p88"/>
              <p:cNvSpPr/>
              <p:nvPr/>
            </p:nvSpPr>
            <p:spPr>
              <a:xfrm>
                <a:off x="932600"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13" name="Google Shape;14313;p88"/>
              <p:cNvGrpSpPr/>
              <p:nvPr/>
            </p:nvGrpSpPr>
            <p:grpSpPr>
              <a:xfrm>
                <a:off x="881025" y="2800065"/>
                <a:ext cx="92400" cy="411825"/>
                <a:chOff x="845575" y="2563700"/>
                <a:chExt cx="92400" cy="411825"/>
              </a:xfrm>
            </p:grpSpPr>
            <p:cxnSp>
              <p:nvCxnSpPr>
                <p:cNvPr id="14314" name="Google Shape;14314;p88"/>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14315" name="Google Shape;14315;p88"/>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16" name="Google Shape;14316;p88"/>
            <p:cNvGrpSpPr/>
            <p:nvPr/>
          </p:nvGrpSpPr>
          <p:grpSpPr>
            <a:xfrm>
              <a:off x="1172346" y="1047018"/>
              <a:ext cx="1083151" cy="223003"/>
              <a:chOff x="2849073" y="3079467"/>
              <a:chExt cx="2000279" cy="411825"/>
            </a:xfrm>
          </p:grpSpPr>
          <p:sp>
            <p:nvSpPr>
              <p:cNvPr id="14317" name="Google Shape;14317;p88"/>
              <p:cNvSpPr/>
              <p:nvPr/>
            </p:nvSpPr>
            <p:spPr>
              <a:xfrm>
                <a:off x="2890952" y="3079475"/>
                <a:ext cx="1958400" cy="1335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18" name="Google Shape;14318;p88"/>
              <p:cNvGrpSpPr/>
              <p:nvPr/>
            </p:nvGrpSpPr>
            <p:grpSpPr>
              <a:xfrm rot="10800000">
                <a:off x="2849073" y="3079467"/>
                <a:ext cx="92400" cy="411825"/>
                <a:chOff x="2070100" y="2563700"/>
                <a:chExt cx="92400" cy="411825"/>
              </a:xfrm>
            </p:grpSpPr>
            <p:cxnSp>
              <p:nvCxnSpPr>
                <p:cNvPr id="14319" name="Google Shape;14319;p88"/>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14320" name="Google Shape;14320;p88"/>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21" name="Google Shape;14321;p88"/>
            <p:cNvGrpSpPr/>
            <p:nvPr/>
          </p:nvGrpSpPr>
          <p:grpSpPr>
            <a:xfrm>
              <a:off x="3290132" y="1047018"/>
              <a:ext cx="1297929" cy="223003"/>
              <a:chOff x="6760035" y="3079467"/>
              <a:chExt cx="2396914" cy="411825"/>
            </a:xfrm>
          </p:grpSpPr>
          <p:sp>
            <p:nvSpPr>
              <p:cNvPr id="14322" name="Google Shape;14322;p88"/>
              <p:cNvSpPr/>
              <p:nvPr/>
            </p:nvSpPr>
            <p:spPr>
              <a:xfrm>
                <a:off x="6807650" y="3079475"/>
                <a:ext cx="2349300" cy="1335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23" name="Google Shape;14323;p88"/>
              <p:cNvGrpSpPr/>
              <p:nvPr/>
            </p:nvGrpSpPr>
            <p:grpSpPr>
              <a:xfrm rot="10800000">
                <a:off x="6760035" y="3079467"/>
                <a:ext cx="92400" cy="411825"/>
                <a:chOff x="2070100" y="2563700"/>
                <a:chExt cx="92400" cy="411825"/>
              </a:xfrm>
            </p:grpSpPr>
            <p:cxnSp>
              <p:nvCxnSpPr>
                <p:cNvPr id="14324" name="Google Shape;14324;p88"/>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14325" name="Google Shape;14325;p88"/>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4326" name="Google Shape;14326;p88"/>
          <p:cNvGrpSpPr/>
          <p:nvPr/>
        </p:nvGrpSpPr>
        <p:grpSpPr>
          <a:xfrm>
            <a:off x="2143176" y="3369134"/>
            <a:ext cx="1086701" cy="799429"/>
            <a:chOff x="2183288" y="3555572"/>
            <a:chExt cx="1136241" cy="835873"/>
          </a:xfrm>
        </p:grpSpPr>
        <p:sp>
          <p:nvSpPr>
            <p:cNvPr id="14327" name="Google Shape;14327;p88"/>
            <p:cNvSpPr/>
            <p:nvPr/>
          </p:nvSpPr>
          <p:spPr>
            <a:xfrm>
              <a:off x="2673740"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28" name="Google Shape;14328;p88"/>
            <p:cNvGrpSpPr/>
            <p:nvPr/>
          </p:nvGrpSpPr>
          <p:grpSpPr>
            <a:xfrm>
              <a:off x="2205895" y="3637269"/>
              <a:ext cx="1089848" cy="724993"/>
              <a:chOff x="2205895" y="3637269"/>
              <a:chExt cx="1089848" cy="724993"/>
            </a:xfrm>
          </p:grpSpPr>
          <p:sp>
            <p:nvSpPr>
              <p:cNvPr id="14329" name="Google Shape;14329;p88"/>
              <p:cNvSpPr/>
              <p:nvPr/>
            </p:nvSpPr>
            <p:spPr>
              <a:xfrm>
                <a:off x="2205895" y="4204394"/>
                <a:ext cx="555376" cy="157849"/>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0" name="Google Shape;14330;p88"/>
              <p:cNvSpPr/>
              <p:nvPr/>
            </p:nvSpPr>
            <p:spPr>
              <a:xfrm>
                <a:off x="2206834" y="3993916"/>
                <a:ext cx="218757" cy="153401"/>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1" name="Google Shape;14331;p88"/>
              <p:cNvSpPr/>
              <p:nvPr/>
            </p:nvSpPr>
            <p:spPr>
              <a:xfrm>
                <a:off x="2487003" y="3847747"/>
                <a:ext cx="808740" cy="157849"/>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2" name="Google Shape;14332;p88"/>
              <p:cNvSpPr/>
              <p:nvPr/>
            </p:nvSpPr>
            <p:spPr>
              <a:xfrm>
                <a:off x="2919192" y="3637269"/>
                <a:ext cx="375081" cy="14849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3" name="Google Shape;14333;p88"/>
              <p:cNvSpPr/>
              <p:nvPr/>
            </p:nvSpPr>
            <p:spPr>
              <a:xfrm>
                <a:off x="2233143" y="3637269"/>
                <a:ext cx="621199" cy="1169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4" name="Google Shape;14334;p88"/>
              <p:cNvSpPr/>
              <p:nvPr/>
            </p:nvSpPr>
            <p:spPr>
              <a:xfrm>
                <a:off x="3004568"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35" name="Google Shape;14335;p88"/>
            <p:cNvSpPr/>
            <p:nvPr/>
          </p:nvSpPr>
          <p:spPr>
            <a:xfrm rot="5400000">
              <a:off x="2852961" y="3612770"/>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336" name="Google Shape;14336;p88"/>
            <p:cNvCxnSpPr/>
            <p:nvPr/>
          </p:nvCxnSpPr>
          <p:spPr>
            <a:xfrm>
              <a:off x="2887992" y="3555572"/>
              <a:ext cx="0" cy="52500"/>
            </a:xfrm>
            <a:prstGeom prst="straightConnector1">
              <a:avLst/>
            </a:prstGeom>
            <a:noFill/>
            <a:ln cap="flat" cmpd="sng" w="9525">
              <a:solidFill>
                <a:srgbClr val="BAC8D3"/>
              </a:solidFill>
              <a:prstDash val="solid"/>
              <a:round/>
              <a:headEnd len="med" w="med" type="diamond"/>
              <a:tailEnd len="med" w="med" type="none"/>
            </a:ln>
          </p:spPr>
        </p:cxnSp>
        <p:grpSp>
          <p:nvGrpSpPr>
            <p:cNvPr id="14337" name="Google Shape;14337;p88"/>
            <p:cNvGrpSpPr/>
            <p:nvPr/>
          </p:nvGrpSpPr>
          <p:grpSpPr>
            <a:xfrm>
              <a:off x="3173850" y="3779426"/>
              <a:ext cx="145679" cy="70048"/>
              <a:chOff x="3173850" y="3779426"/>
              <a:chExt cx="145679" cy="70048"/>
            </a:xfrm>
          </p:grpSpPr>
          <p:cxnSp>
            <p:nvCxnSpPr>
              <p:cNvPr id="14338" name="Google Shape;14338;p88"/>
              <p:cNvCxnSpPr/>
              <p:nvPr/>
            </p:nvCxnSpPr>
            <p:spPr>
              <a:xfrm rot="10800000">
                <a:off x="3173850" y="3817250"/>
                <a:ext cx="94500" cy="0"/>
              </a:xfrm>
              <a:prstGeom prst="straightConnector1">
                <a:avLst/>
              </a:prstGeom>
              <a:noFill/>
              <a:ln cap="flat" cmpd="sng" w="9525">
                <a:solidFill>
                  <a:srgbClr val="BAC8D3"/>
                </a:solidFill>
                <a:prstDash val="solid"/>
                <a:round/>
                <a:headEnd len="med" w="med" type="none"/>
                <a:tailEnd len="med" w="med" type="diamond"/>
              </a:ln>
            </p:spPr>
          </p:cxnSp>
          <p:sp>
            <p:nvSpPr>
              <p:cNvPr id="14339" name="Google Shape;14339;p88"/>
              <p:cNvSpPr/>
              <p:nvPr/>
            </p:nvSpPr>
            <p:spPr>
              <a:xfrm rot="5400000">
                <a:off x="3254146" y="378409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40" name="Google Shape;14340;p88"/>
            <p:cNvGrpSpPr/>
            <p:nvPr/>
          </p:nvGrpSpPr>
          <p:grpSpPr>
            <a:xfrm>
              <a:off x="2183288" y="4139483"/>
              <a:ext cx="145133" cy="70048"/>
              <a:chOff x="2183288" y="4139483"/>
              <a:chExt cx="145133" cy="70048"/>
            </a:xfrm>
          </p:grpSpPr>
          <p:cxnSp>
            <p:nvCxnSpPr>
              <p:cNvPr id="14341" name="Google Shape;14341;p88"/>
              <p:cNvCxnSpPr/>
              <p:nvPr/>
            </p:nvCxnSpPr>
            <p:spPr>
              <a:xfrm rot="10800000">
                <a:off x="2239021" y="4174494"/>
                <a:ext cx="89400" cy="0"/>
              </a:xfrm>
              <a:prstGeom prst="straightConnector1">
                <a:avLst/>
              </a:prstGeom>
              <a:noFill/>
              <a:ln cap="flat" cmpd="sng" w="9525">
                <a:solidFill>
                  <a:srgbClr val="BAC8D3"/>
                </a:solidFill>
                <a:prstDash val="solid"/>
                <a:round/>
                <a:headEnd len="med" w="med" type="diamond"/>
                <a:tailEnd len="med" w="med" type="none"/>
              </a:ln>
            </p:spPr>
          </p:cxnSp>
          <p:sp>
            <p:nvSpPr>
              <p:cNvPr id="14342" name="Google Shape;14342;p88"/>
              <p:cNvSpPr/>
              <p:nvPr/>
            </p:nvSpPr>
            <p:spPr>
              <a:xfrm rot="5400000">
                <a:off x="2178622" y="4144149"/>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43" name="Google Shape;14343;p88"/>
            <p:cNvSpPr/>
            <p:nvPr/>
          </p:nvSpPr>
          <p:spPr>
            <a:xfrm rot="5400000">
              <a:off x="2420934" y="3967554"/>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344" name="Google Shape;14344;p88"/>
            <p:cNvCxnSpPr/>
            <p:nvPr/>
          </p:nvCxnSpPr>
          <p:spPr>
            <a:xfrm>
              <a:off x="2455973" y="3911736"/>
              <a:ext cx="0" cy="52500"/>
            </a:xfrm>
            <a:prstGeom prst="straightConnector1">
              <a:avLst/>
            </a:prstGeom>
            <a:noFill/>
            <a:ln cap="flat" cmpd="sng" w="9525">
              <a:solidFill>
                <a:srgbClr val="BAC8D3"/>
              </a:solidFill>
              <a:prstDash val="solid"/>
              <a:round/>
              <a:headEnd len="med" w="med" type="diamond"/>
              <a:tailEnd len="med" w="med" type="none"/>
            </a:ln>
          </p:spPr>
        </p:cxnSp>
        <p:grpSp>
          <p:nvGrpSpPr>
            <p:cNvPr id="14345" name="Google Shape;14345;p88"/>
            <p:cNvGrpSpPr/>
            <p:nvPr/>
          </p:nvGrpSpPr>
          <p:grpSpPr>
            <a:xfrm>
              <a:off x="2943836" y="4268886"/>
              <a:ext cx="60717" cy="122559"/>
              <a:chOff x="2943836" y="4268886"/>
              <a:chExt cx="60717" cy="122559"/>
            </a:xfrm>
          </p:grpSpPr>
          <p:sp>
            <p:nvSpPr>
              <p:cNvPr id="14346" name="Google Shape;14346;p88"/>
              <p:cNvSpPr/>
              <p:nvPr/>
            </p:nvSpPr>
            <p:spPr>
              <a:xfrm rot="5400000">
                <a:off x="2939170" y="432606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347" name="Google Shape;14347;p88"/>
              <p:cNvCxnSpPr/>
              <p:nvPr/>
            </p:nvCxnSpPr>
            <p:spPr>
              <a:xfrm>
                <a:off x="2974204" y="4268886"/>
                <a:ext cx="0" cy="52500"/>
              </a:xfrm>
              <a:prstGeom prst="straightConnector1">
                <a:avLst/>
              </a:prstGeom>
              <a:noFill/>
              <a:ln cap="flat" cmpd="sng" w="9525">
                <a:solidFill>
                  <a:srgbClr val="BAC8D3"/>
                </a:solidFill>
                <a:prstDash val="solid"/>
                <a:round/>
                <a:headEnd len="med" w="med" type="diamond"/>
                <a:tailEnd len="med" w="med" type="none"/>
              </a:ln>
            </p:spPr>
          </p:cxnSp>
        </p:grpSp>
      </p:grpSp>
      <p:grpSp>
        <p:nvGrpSpPr>
          <p:cNvPr id="14348" name="Google Shape;14348;p88"/>
          <p:cNvGrpSpPr/>
          <p:nvPr/>
        </p:nvGrpSpPr>
        <p:grpSpPr>
          <a:xfrm>
            <a:off x="3406121" y="1290134"/>
            <a:ext cx="1675870" cy="758251"/>
            <a:chOff x="3530532" y="1496185"/>
            <a:chExt cx="1562000" cy="706730"/>
          </a:xfrm>
        </p:grpSpPr>
        <p:cxnSp>
          <p:nvCxnSpPr>
            <p:cNvPr id="14349" name="Google Shape;14349;p88"/>
            <p:cNvCxnSpPr/>
            <p:nvPr/>
          </p:nvCxnSpPr>
          <p:spPr>
            <a:xfrm>
              <a:off x="3583832" y="1857562"/>
              <a:ext cx="1508700" cy="0"/>
            </a:xfrm>
            <a:prstGeom prst="straightConnector1">
              <a:avLst/>
            </a:prstGeom>
            <a:noFill/>
            <a:ln cap="flat" cmpd="sng" w="28575">
              <a:solidFill>
                <a:srgbClr val="A5B7C6"/>
              </a:solidFill>
              <a:prstDash val="solid"/>
              <a:round/>
              <a:headEnd len="med" w="med" type="none"/>
              <a:tailEnd len="med" w="med" type="triangle"/>
            </a:ln>
          </p:spPr>
        </p:cxnSp>
        <p:grpSp>
          <p:nvGrpSpPr>
            <p:cNvPr id="14350" name="Google Shape;14350;p88"/>
            <p:cNvGrpSpPr/>
            <p:nvPr/>
          </p:nvGrpSpPr>
          <p:grpSpPr>
            <a:xfrm>
              <a:off x="3530532" y="1496185"/>
              <a:ext cx="323430" cy="463587"/>
              <a:chOff x="3530532" y="1496185"/>
              <a:chExt cx="323430" cy="463587"/>
            </a:xfrm>
          </p:grpSpPr>
          <p:grpSp>
            <p:nvGrpSpPr>
              <p:cNvPr id="14351" name="Google Shape;14351;p88"/>
              <p:cNvGrpSpPr/>
              <p:nvPr/>
            </p:nvGrpSpPr>
            <p:grpSpPr>
              <a:xfrm>
                <a:off x="3567462" y="1496185"/>
                <a:ext cx="286500" cy="361376"/>
                <a:chOff x="3567462" y="1496185"/>
                <a:chExt cx="286500" cy="361376"/>
              </a:xfrm>
            </p:grpSpPr>
            <p:cxnSp>
              <p:nvCxnSpPr>
                <p:cNvPr id="14352" name="Google Shape;14352;p88"/>
                <p:cNvCxnSpPr/>
                <p:nvPr/>
              </p:nvCxnSpPr>
              <p:spPr>
                <a:xfrm rot="10800000">
                  <a:off x="3626630" y="1565661"/>
                  <a:ext cx="0" cy="291900"/>
                </a:xfrm>
                <a:prstGeom prst="straightConnector1">
                  <a:avLst/>
                </a:prstGeom>
                <a:noFill/>
                <a:ln cap="flat" cmpd="sng" w="28575">
                  <a:solidFill>
                    <a:srgbClr val="A5B7C6"/>
                  </a:solidFill>
                  <a:prstDash val="solid"/>
                  <a:round/>
                  <a:headEnd len="med" w="med" type="none"/>
                  <a:tailEnd len="med" w="med" type="none"/>
                </a:ln>
              </p:spPr>
            </p:cxnSp>
            <p:sp>
              <p:nvSpPr>
                <p:cNvPr id="14353" name="Google Shape;14353;p88"/>
                <p:cNvSpPr/>
                <p:nvPr/>
              </p:nvSpPr>
              <p:spPr>
                <a:xfrm>
                  <a:off x="3567462"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54" name="Google Shape;14354;p88"/>
              <p:cNvSpPr/>
              <p:nvPr/>
            </p:nvSpPr>
            <p:spPr>
              <a:xfrm>
                <a:off x="3530532"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55" name="Google Shape;14355;p88"/>
            <p:cNvGrpSpPr/>
            <p:nvPr/>
          </p:nvGrpSpPr>
          <p:grpSpPr>
            <a:xfrm>
              <a:off x="3891569" y="1779209"/>
              <a:ext cx="323945" cy="423706"/>
              <a:chOff x="3891569" y="1779209"/>
              <a:chExt cx="323945" cy="423706"/>
            </a:xfrm>
          </p:grpSpPr>
          <p:grpSp>
            <p:nvGrpSpPr>
              <p:cNvPr id="14356" name="Google Shape;14356;p88"/>
              <p:cNvGrpSpPr/>
              <p:nvPr/>
            </p:nvGrpSpPr>
            <p:grpSpPr>
              <a:xfrm>
                <a:off x="3929014" y="1881638"/>
                <a:ext cx="286500" cy="321278"/>
                <a:chOff x="3929014" y="1881638"/>
                <a:chExt cx="286500" cy="321278"/>
              </a:xfrm>
            </p:grpSpPr>
            <p:cxnSp>
              <p:nvCxnSpPr>
                <p:cNvPr id="14357" name="Google Shape;14357;p88"/>
                <p:cNvCxnSpPr/>
                <p:nvPr/>
              </p:nvCxnSpPr>
              <p:spPr>
                <a:xfrm rot="10800000">
                  <a:off x="3988388" y="1881638"/>
                  <a:ext cx="0" cy="291900"/>
                </a:xfrm>
                <a:prstGeom prst="straightConnector1">
                  <a:avLst/>
                </a:prstGeom>
                <a:noFill/>
                <a:ln cap="flat" cmpd="sng" w="28575">
                  <a:solidFill>
                    <a:srgbClr val="A5B7C6"/>
                  </a:solidFill>
                  <a:prstDash val="solid"/>
                  <a:round/>
                  <a:headEnd len="med" w="med" type="none"/>
                  <a:tailEnd len="med" w="med" type="none"/>
                </a:ln>
              </p:spPr>
            </p:cxnSp>
            <p:sp>
              <p:nvSpPr>
                <p:cNvPr id="14358" name="Google Shape;14358;p88"/>
                <p:cNvSpPr/>
                <p:nvPr/>
              </p:nvSpPr>
              <p:spPr>
                <a:xfrm>
                  <a:off x="3929014"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59" name="Google Shape;14359;p88"/>
              <p:cNvSpPr/>
              <p:nvPr/>
            </p:nvSpPr>
            <p:spPr>
              <a:xfrm>
                <a:off x="3891569" y="1779209"/>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60" name="Google Shape;14360;p88"/>
            <p:cNvGrpSpPr/>
            <p:nvPr/>
          </p:nvGrpSpPr>
          <p:grpSpPr>
            <a:xfrm>
              <a:off x="4252606" y="1496185"/>
              <a:ext cx="324721" cy="463587"/>
              <a:chOff x="4252606" y="1496185"/>
              <a:chExt cx="324721" cy="463587"/>
            </a:xfrm>
          </p:grpSpPr>
          <p:grpSp>
            <p:nvGrpSpPr>
              <p:cNvPr id="14361" name="Google Shape;14361;p88"/>
              <p:cNvGrpSpPr/>
              <p:nvPr/>
            </p:nvGrpSpPr>
            <p:grpSpPr>
              <a:xfrm>
                <a:off x="4290828" y="1496185"/>
                <a:ext cx="286500" cy="361376"/>
                <a:chOff x="4290828" y="1496185"/>
                <a:chExt cx="286500" cy="361376"/>
              </a:xfrm>
            </p:grpSpPr>
            <p:cxnSp>
              <p:nvCxnSpPr>
                <p:cNvPr id="14362" name="Google Shape;14362;p88"/>
                <p:cNvCxnSpPr/>
                <p:nvPr/>
              </p:nvCxnSpPr>
              <p:spPr>
                <a:xfrm rot="10800000">
                  <a:off x="4349995" y="1565661"/>
                  <a:ext cx="0" cy="291900"/>
                </a:xfrm>
                <a:prstGeom prst="straightConnector1">
                  <a:avLst/>
                </a:prstGeom>
                <a:noFill/>
                <a:ln cap="flat" cmpd="sng" w="28575">
                  <a:solidFill>
                    <a:srgbClr val="A5B7C6"/>
                  </a:solidFill>
                  <a:prstDash val="solid"/>
                  <a:round/>
                  <a:headEnd len="med" w="med" type="none"/>
                  <a:tailEnd len="med" w="med" type="none"/>
                </a:ln>
              </p:spPr>
            </p:cxnSp>
            <p:sp>
              <p:nvSpPr>
                <p:cNvPr id="14363" name="Google Shape;14363;p88"/>
                <p:cNvSpPr/>
                <p:nvPr/>
              </p:nvSpPr>
              <p:spPr>
                <a:xfrm>
                  <a:off x="4290828"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64" name="Google Shape;14364;p88"/>
              <p:cNvSpPr/>
              <p:nvPr/>
            </p:nvSpPr>
            <p:spPr>
              <a:xfrm>
                <a:off x="4252606"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65" name="Google Shape;14365;p88"/>
            <p:cNvGrpSpPr/>
            <p:nvPr/>
          </p:nvGrpSpPr>
          <p:grpSpPr>
            <a:xfrm>
              <a:off x="4613643" y="1763716"/>
              <a:ext cx="325308" cy="439200"/>
              <a:chOff x="4613643" y="1763716"/>
              <a:chExt cx="325308" cy="439200"/>
            </a:xfrm>
          </p:grpSpPr>
          <p:grpSp>
            <p:nvGrpSpPr>
              <p:cNvPr id="14366" name="Google Shape;14366;p88"/>
              <p:cNvGrpSpPr/>
              <p:nvPr/>
            </p:nvGrpSpPr>
            <p:grpSpPr>
              <a:xfrm>
                <a:off x="4652451" y="1879538"/>
                <a:ext cx="286500" cy="323378"/>
                <a:chOff x="4652451" y="1879538"/>
                <a:chExt cx="286500" cy="323378"/>
              </a:xfrm>
            </p:grpSpPr>
            <p:cxnSp>
              <p:nvCxnSpPr>
                <p:cNvPr id="14367" name="Google Shape;14367;p88"/>
                <p:cNvCxnSpPr/>
                <p:nvPr/>
              </p:nvCxnSpPr>
              <p:spPr>
                <a:xfrm rot="10800000">
                  <a:off x="4707486" y="1879538"/>
                  <a:ext cx="0" cy="294000"/>
                </a:xfrm>
                <a:prstGeom prst="straightConnector1">
                  <a:avLst/>
                </a:prstGeom>
                <a:noFill/>
                <a:ln cap="flat" cmpd="sng" w="28575">
                  <a:solidFill>
                    <a:srgbClr val="A5B7C6"/>
                  </a:solidFill>
                  <a:prstDash val="solid"/>
                  <a:round/>
                  <a:headEnd len="med" w="med" type="none"/>
                  <a:tailEnd len="med" w="med" type="none"/>
                </a:ln>
              </p:spPr>
            </p:cxnSp>
            <p:sp>
              <p:nvSpPr>
                <p:cNvPr id="14368" name="Google Shape;14368;p88"/>
                <p:cNvSpPr/>
                <p:nvPr/>
              </p:nvSpPr>
              <p:spPr>
                <a:xfrm>
                  <a:off x="4652451"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369" name="Google Shape;14369;p88"/>
              <p:cNvSpPr/>
              <p:nvPr/>
            </p:nvSpPr>
            <p:spPr>
              <a:xfrm>
                <a:off x="4613643" y="1763716"/>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70" name="Google Shape;14370;p88"/>
          <p:cNvGrpSpPr/>
          <p:nvPr/>
        </p:nvGrpSpPr>
        <p:grpSpPr>
          <a:xfrm>
            <a:off x="3417981" y="2143759"/>
            <a:ext cx="1652173" cy="391517"/>
            <a:chOff x="3512551" y="2358270"/>
            <a:chExt cx="1597383" cy="378533"/>
          </a:xfrm>
        </p:grpSpPr>
        <p:cxnSp>
          <p:nvCxnSpPr>
            <p:cNvPr id="14371" name="Google Shape;14371;p88"/>
            <p:cNvCxnSpPr>
              <a:stCxn id="14372" idx="6"/>
              <a:endCxn id="14373" idx="2"/>
            </p:cNvCxnSpPr>
            <p:nvPr/>
          </p:nvCxnSpPr>
          <p:spPr>
            <a:xfrm>
              <a:off x="3738198" y="2553118"/>
              <a:ext cx="1146000" cy="0"/>
            </a:xfrm>
            <a:prstGeom prst="straightConnector1">
              <a:avLst/>
            </a:prstGeom>
            <a:noFill/>
            <a:ln cap="flat" cmpd="sng" w="19050">
              <a:solidFill>
                <a:srgbClr val="435D74"/>
              </a:solidFill>
              <a:prstDash val="solid"/>
              <a:round/>
              <a:headEnd len="med" w="med" type="none"/>
              <a:tailEnd len="med" w="med" type="none"/>
            </a:ln>
          </p:spPr>
        </p:cxnSp>
        <p:grpSp>
          <p:nvGrpSpPr>
            <p:cNvPr id="14374" name="Google Shape;14374;p88"/>
            <p:cNvGrpSpPr/>
            <p:nvPr/>
          </p:nvGrpSpPr>
          <p:grpSpPr>
            <a:xfrm>
              <a:off x="3512551" y="2358270"/>
              <a:ext cx="225647" cy="307714"/>
              <a:chOff x="2182679" y="2004714"/>
              <a:chExt cx="792300" cy="1080458"/>
            </a:xfrm>
          </p:grpSpPr>
          <p:cxnSp>
            <p:nvCxnSpPr>
              <p:cNvPr id="14375" name="Google Shape;14375;p88"/>
              <p:cNvCxnSpPr>
                <a:stCxn id="14376" idx="0"/>
              </p:cNvCxnSpPr>
              <p:nvPr/>
            </p:nvCxnSpPr>
            <p:spPr>
              <a:xfrm rot="10800000">
                <a:off x="2578961" y="2004714"/>
                <a:ext cx="0" cy="389100"/>
              </a:xfrm>
              <a:prstGeom prst="straightConnector1">
                <a:avLst/>
              </a:prstGeom>
              <a:noFill/>
              <a:ln cap="flat" cmpd="sng" w="9525">
                <a:solidFill>
                  <a:srgbClr val="435D74"/>
                </a:solidFill>
                <a:prstDash val="solid"/>
                <a:round/>
                <a:headEnd len="med" w="med" type="none"/>
                <a:tailEnd len="med" w="med" type="none"/>
              </a:ln>
            </p:spPr>
          </p:cxnSp>
          <p:sp>
            <p:nvSpPr>
              <p:cNvPr id="14372" name="Google Shape;14372;p88"/>
              <p:cNvSpPr/>
              <p:nvPr/>
            </p:nvSpPr>
            <p:spPr>
              <a:xfrm>
                <a:off x="2182679"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76" name="Google Shape;14376;p88"/>
              <p:cNvSpPr/>
              <p:nvPr/>
            </p:nvSpPr>
            <p:spPr>
              <a:xfrm>
                <a:off x="2283911"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77" name="Google Shape;14377;p88"/>
            <p:cNvGrpSpPr/>
            <p:nvPr/>
          </p:nvGrpSpPr>
          <p:grpSpPr>
            <a:xfrm>
              <a:off x="3969644" y="2440153"/>
              <a:ext cx="225853" cy="296651"/>
              <a:chOff x="3775710" y="1729289"/>
              <a:chExt cx="136500" cy="179289"/>
            </a:xfrm>
          </p:grpSpPr>
          <p:cxnSp>
            <p:nvCxnSpPr>
              <p:cNvPr id="14378" name="Google Shape;14378;p88"/>
              <p:cNvCxnSpPr/>
              <p:nvPr/>
            </p:nvCxnSpPr>
            <p:spPr>
              <a:xfrm>
                <a:off x="3843851" y="1848278"/>
                <a:ext cx="0" cy="60300"/>
              </a:xfrm>
              <a:prstGeom prst="straightConnector1">
                <a:avLst/>
              </a:prstGeom>
              <a:noFill/>
              <a:ln cap="flat" cmpd="sng" w="9525">
                <a:solidFill>
                  <a:srgbClr val="435D74"/>
                </a:solidFill>
                <a:prstDash val="solid"/>
                <a:round/>
                <a:headEnd len="med" w="med" type="none"/>
                <a:tailEnd len="med" w="med" type="none"/>
              </a:ln>
            </p:spPr>
          </p:cxnSp>
          <p:sp>
            <p:nvSpPr>
              <p:cNvPr id="14379" name="Google Shape;14379;p88"/>
              <p:cNvSpPr/>
              <p:nvPr/>
            </p:nvSpPr>
            <p:spPr>
              <a:xfrm>
                <a:off x="3775710" y="1729289"/>
                <a:ext cx="136500" cy="1365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0" name="Google Shape;14380;p88"/>
              <p:cNvSpPr/>
              <p:nvPr/>
            </p:nvSpPr>
            <p:spPr>
              <a:xfrm>
                <a:off x="3793133" y="1746713"/>
                <a:ext cx="101700" cy="101700"/>
              </a:xfrm>
              <a:prstGeom prst="ellipse">
                <a:avLst/>
              </a:pr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81" name="Google Shape;14381;p88"/>
            <p:cNvGrpSpPr/>
            <p:nvPr/>
          </p:nvGrpSpPr>
          <p:grpSpPr>
            <a:xfrm>
              <a:off x="4427051" y="2358270"/>
              <a:ext cx="225647" cy="307714"/>
              <a:chOff x="5393704" y="2004714"/>
              <a:chExt cx="792300" cy="1080458"/>
            </a:xfrm>
          </p:grpSpPr>
          <p:cxnSp>
            <p:nvCxnSpPr>
              <p:cNvPr id="14382" name="Google Shape;14382;p88"/>
              <p:cNvCxnSpPr>
                <a:stCxn id="14383" idx="0"/>
              </p:cNvCxnSpPr>
              <p:nvPr/>
            </p:nvCxnSpPr>
            <p:spPr>
              <a:xfrm rot="10800000">
                <a:off x="5789986" y="2004714"/>
                <a:ext cx="0" cy="389100"/>
              </a:xfrm>
              <a:prstGeom prst="straightConnector1">
                <a:avLst/>
              </a:prstGeom>
              <a:noFill/>
              <a:ln cap="flat" cmpd="sng" w="9525">
                <a:solidFill>
                  <a:srgbClr val="435D74"/>
                </a:solidFill>
                <a:prstDash val="solid"/>
                <a:round/>
                <a:headEnd len="med" w="med" type="none"/>
                <a:tailEnd len="med" w="med" type="none"/>
              </a:ln>
            </p:spPr>
          </p:cxnSp>
          <p:sp>
            <p:nvSpPr>
              <p:cNvPr id="14384" name="Google Shape;14384;p88"/>
              <p:cNvSpPr/>
              <p:nvPr/>
            </p:nvSpPr>
            <p:spPr>
              <a:xfrm>
                <a:off x="5393704"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3" name="Google Shape;14383;p88"/>
              <p:cNvSpPr/>
              <p:nvPr/>
            </p:nvSpPr>
            <p:spPr>
              <a:xfrm>
                <a:off x="5494936"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385" name="Google Shape;14385;p88"/>
            <p:cNvGrpSpPr/>
            <p:nvPr/>
          </p:nvGrpSpPr>
          <p:grpSpPr>
            <a:xfrm>
              <a:off x="4884287" y="2440252"/>
              <a:ext cx="225647" cy="296532"/>
              <a:chOff x="6999166" y="2292572"/>
              <a:chExt cx="792300" cy="1041192"/>
            </a:xfrm>
          </p:grpSpPr>
          <p:cxnSp>
            <p:nvCxnSpPr>
              <p:cNvPr id="14386" name="Google Shape;14386;p88"/>
              <p:cNvCxnSpPr/>
              <p:nvPr/>
            </p:nvCxnSpPr>
            <p:spPr>
              <a:xfrm>
                <a:off x="7395553" y="2983964"/>
                <a:ext cx="0" cy="349800"/>
              </a:xfrm>
              <a:prstGeom prst="straightConnector1">
                <a:avLst/>
              </a:prstGeom>
              <a:noFill/>
              <a:ln cap="flat" cmpd="sng" w="9525">
                <a:solidFill>
                  <a:srgbClr val="435D74"/>
                </a:solidFill>
                <a:prstDash val="solid"/>
                <a:round/>
                <a:headEnd len="med" w="med" type="none"/>
                <a:tailEnd len="med" w="med" type="none"/>
              </a:ln>
            </p:spPr>
          </p:cxnSp>
          <p:sp>
            <p:nvSpPr>
              <p:cNvPr id="14373" name="Google Shape;14373;p88"/>
              <p:cNvSpPr/>
              <p:nvPr/>
            </p:nvSpPr>
            <p:spPr>
              <a:xfrm>
                <a:off x="6999166"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7" name="Google Shape;14387;p88"/>
              <p:cNvSpPr/>
              <p:nvPr/>
            </p:nvSpPr>
            <p:spPr>
              <a:xfrm>
                <a:off x="7100398"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88" name="Google Shape;14388;p88"/>
          <p:cNvGrpSpPr/>
          <p:nvPr/>
        </p:nvGrpSpPr>
        <p:grpSpPr>
          <a:xfrm>
            <a:off x="6838789" y="979959"/>
            <a:ext cx="1581844" cy="732818"/>
            <a:chOff x="634175" y="2986275"/>
            <a:chExt cx="3147949" cy="1458344"/>
          </a:xfrm>
        </p:grpSpPr>
        <p:cxnSp>
          <p:nvCxnSpPr>
            <p:cNvPr id="14389" name="Google Shape;14389;p88"/>
            <p:cNvCxnSpPr>
              <a:stCxn id="14390" idx="4"/>
              <a:endCxn id="14391" idx="0"/>
            </p:cNvCxnSpPr>
            <p:nvPr/>
          </p:nvCxnSpPr>
          <p:spPr>
            <a:xfrm>
              <a:off x="929975" y="3577875"/>
              <a:ext cx="591300" cy="275100"/>
            </a:xfrm>
            <a:prstGeom prst="straightConnector1">
              <a:avLst/>
            </a:prstGeom>
            <a:noFill/>
            <a:ln cap="flat" cmpd="sng" w="19050">
              <a:solidFill>
                <a:srgbClr val="435D74"/>
              </a:solidFill>
              <a:prstDash val="solid"/>
              <a:round/>
              <a:headEnd len="med" w="med" type="none"/>
              <a:tailEnd len="med" w="med" type="none"/>
            </a:ln>
          </p:spPr>
        </p:cxnSp>
        <p:cxnSp>
          <p:nvCxnSpPr>
            <p:cNvPr id="14392" name="Google Shape;14392;p88"/>
            <p:cNvCxnSpPr>
              <a:stCxn id="14391" idx="0"/>
              <a:endCxn id="14393" idx="4"/>
            </p:cNvCxnSpPr>
            <p:nvPr/>
          </p:nvCxnSpPr>
          <p:spPr>
            <a:xfrm flipH="1" rot="10800000">
              <a:off x="1521366" y="3577919"/>
              <a:ext cx="686700" cy="275100"/>
            </a:xfrm>
            <a:prstGeom prst="straightConnector1">
              <a:avLst/>
            </a:prstGeom>
            <a:noFill/>
            <a:ln cap="flat" cmpd="sng" w="19050">
              <a:solidFill>
                <a:srgbClr val="435D74"/>
              </a:solidFill>
              <a:prstDash val="solid"/>
              <a:round/>
              <a:headEnd len="med" w="med" type="none"/>
              <a:tailEnd len="med" w="med" type="none"/>
            </a:ln>
          </p:spPr>
        </p:cxnSp>
        <p:cxnSp>
          <p:nvCxnSpPr>
            <p:cNvPr id="14394" name="Google Shape;14394;p88"/>
            <p:cNvCxnSpPr>
              <a:stCxn id="14393" idx="4"/>
              <a:endCxn id="14395" idx="0"/>
            </p:cNvCxnSpPr>
            <p:nvPr/>
          </p:nvCxnSpPr>
          <p:spPr>
            <a:xfrm>
              <a:off x="2208152" y="3577875"/>
              <a:ext cx="686700" cy="275100"/>
            </a:xfrm>
            <a:prstGeom prst="straightConnector1">
              <a:avLst/>
            </a:prstGeom>
            <a:noFill/>
            <a:ln cap="flat" cmpd="sng" w="19050">
              <a:solidFill>
                <a:srgbClr val="435D74"/>
              </a:solidFill>
              <a:prstDash val="solid"/>
              <a:round/>
              <a:headEnd len="med" w="med" type="none"/>
              <a:tailEnd len="med" w="med" type="none"/>
            </a:ln>
          </p:spPr>
        </p:cxnSp>
        <p:cxnSp>
          <p:nvCxnSpPr>
            <p:cNvPr id="14396" name="Google Shape;14396;p88"/>
            <p:cNvCxnSpPr>
              <a:stCxn id="14395" idx="0"/>
              <a:endCxn id="14397" idx="4"/>
            </p:cNvCxnSpPr>
            <p:nvPr/>
          </p:nvCxnSpPr>
          <p:spPr>
            <a:xfrm flipH="1" rot="10800000">
              <a:off x="2894933" y="3577918"/>
              <a:ext cx="591300" cy="275100"/>
            </a:xfrm>
            <a:prstGeom prst="straightConnector1">
              <a:avLst/>
            </a:prstGeom>
            <a:noFill/>
            <a:ln cap="flat" cmpd="sng" w="19050">
              <a:solidFill>
                <a:srgbClr val="435D74"/>
              </a:solidFill>
              <a:prstDash val="solid"/>
              <a:round/>
              <a:headEnd len="med" w="med" type="none"/>
              <a:tailEnd len="med" w="med" type="none"/>
            </a:ln>
          </p:spPr>
        </p:cxnSp>
        <p:sp>
          <p:nvSpPr>
            <p:cNvPr id="14397" name="Google Shape;14397;p88"/>
            <p:cNvSpPr/>
            <p:nvPr/>
          </p:nvSpPr>
          <p:spPr>
            <a:xfrm>
              <a:off x="3190524"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14393" name="Google Shape;14393;p88"/>
            <p:cNvSpPr/>
            <p:nvPr/>
          </p:nvSpPr>
          <p:spPr>
            <a:xfrm>
              <a:off x="1912352"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14390" name="Google Shape;14390;p88"/>
            <p:cNvSpPr/>
            <p:nvPr/>
          </p:nvSpPr>
          <p:spPr>
            <a:xfrm>
              <a:off x="634175"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14395" name="Google Shape;14395;p88"/>
            <p:cNvSpPr/>
            <p:nvPr/>
          </p:nvSpPr>
          <p:spPr>
            <a:xfrm>
              <a:off x="2599133" y="3853018"/>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14391" name="Google Shape;14391;p88"/>
            <p:cNvSpPr/>
            <p:nvPr/>
          </p:nvSpPr>
          <p:spPr>
            <a:xfrm>
              <a:off x="1225566" y="3853019"/>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grpSp>
      <p:grpSp>
        <p:nvGrpSpPr>
          <p:cNvPr id="14398" name="Google Shape;14398;p88"/>
          <p:cNvGrpSpPr/>
          <p:nvPr/>
        </p:nvGrpSpPr>
        <p:grpSpPr>
          <a:xfrm>
            <a:off x="3406504" y="2674269"/>
            <a:ext cx="1675128" cy="313674"/>
            <a:chOff x="998425" y="1182125"/>
            <a:chExt cx="1065400" cy="199500"/>
          </a:xfrm>
        </p:grpSpPr>
        <p:sp>
          <p:nvSpPr>
            <p:cNvPr id="14399" name="Google Shape;14399;p88"/>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0" name="Google Shape;14400;p88"/>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1" name="Google Shape;14401;p88"/>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2" name="Google Shape;14402;p88"/>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3" name="Google Shape;14403;p88"/>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04" name="Google Shape;14404;p88"/>
          <p:cNvGrpSpPr/>
          <p:nvPr/>
        </p:nvGrpSpPr>
        <p:grpSpPr>
          <a:xfrm>
            <a:off x="3406503" y="3630235"/>
            <a:ext cx="1675129" cy="525345"/>
            <a:chOff x="5194708" y="3484366"/>
            <a:chExt cx="3148148" cy="987304"/>
          </a:xfrm>
        </p:grpSpPr>
        <p:grpSp>
          <p:nvGrpSpPr>
            <p:cNvPr id="14405" name="Google Shape;14405;p88"/>
            <p:cNvGrpSpPr/>
            <p:nvPr/>
          </p:nvGrpSpPr>
          <p:grpSpPr>
            <a:xfrm>
              <a:off x="7531521" y="3484366"/>
              <a:ext cx="811335" cy="987304"/>
              <a:chOff x="3379425" y="1617275"/>
              <a:chExt cx="1090650" cy="1327200"/>
            </a:xfrm>
          </p:grpSpPr>
          <p:sp>
            <p:nvSpPr>
              <p:cNvPr id="14406" name="Google Shape;14406;p88"/>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7" name="Google Shape;14407;p88"/>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8" name="Google Shape;14408;p88"/>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09" name="Google Shape;14409;p88"/>
            <p:cNvGrpSpPr/>
            <p:nvPr/>
          </p:nvGrpSpPr>
          <p:grpSpPr>
            <a:xfrm>
              <a:off x="6752546" y="3484366"/>
              <a:ext cx="811428" cy="987304"/>
              <a:chOff x="2332275" y="1617275"/>
              <a:chExt cx="1090775" cy="1327200"/>
            </a:xfrm>
          </p:grpSpPr>
          <p:sp>
            <p:nvSpPr>
              <p:cNvPr id="14410" name="Google Shape;14410;p88"/>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1" name="Google Shape;14411;p88"/>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2" name="Google Shape;14412;p88"/>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13" name="Google Shape;14413;p88"/>
            <p:cNvGrpSpPr/>
            <p:nvPr/>
          </p:nvGrpSpPr>
          <p:grpSpPr>
            <a:xfrm>
              <a:off x="5973664" y="3484366"/>
              <a:ext cx="811335" cy="987304"/>
              <a:chOff x="1285250" y="1617275"/>
              <a:chExt cx="1090650" cy="1327200"/>
            </a:xfrm>
          </p:grpSpPr>
          <p:sp>
            <p:nvSpPr>
              <p:cNvPr id="14414" name="Google Shape;14414;p88"/>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5" name="Google Shape;14415;p88"/>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6" name="Google Shape;14416;p88"/>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17" name="Google Shape;14417;p88"/>
            <p:cNvGrpSpPr/>
            <p:nvPr/>
          </p:nvGrpSpPr>
          <p:grpSpPr>
            <a:xfrm>
              <a:off x="5194708" y="3484366"/>
              <a:ext cx="811409" cy="987304"/>
              <a:chOff x="238125" y="1617275"/>
              <a:chExt cx="1090750" cy="1327200"/>
            </a:xfrm>
          </p:grpSpPr>
          <p:sp>
            <p:nvSpPr>
              <p:cNvPr id="14418" name="Google Shape;14418;p88"/>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9" name="Google Shape;14419;p88"/>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0" name="Google Shape;14420;p88"/>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421" name="Google Shape;14421;p88"/>
          <p:cNvGrpSpPr/>
          <p:nvPr/>
        </p:nvGrpSpPr>
        <p:grpSpPr>
          <a:xfrm>
            <a:off x="6840188" y="2276124"/>
            <a:ext cx="1579046" cy="522230"/>
            <a:chOff x="6853641" y="2534077"/>
            <a:chExt cx="1515545" cy="501229"/>
          </a:xfrm>
        </p:grpSpPr>
        <p:grpSp>
          <p:nvGrpSpPr>
            <p:cNvPr id="14422" name="Google Shape;14422;p88"/>
            <p:cNvGrpSpPr/>
            <p:nvPr/>
          </p:nvGrpSpPr>
          <p:grpSpPr>
            <a:xfrm>
              <a:off x="6853641" y="2618923"/>
              <a:ext cx="1515545" cy="324556"/>
              <a:chOff x="6853641" y="2618923"/>
              <a:chExt cx="1515545" cy="324556"/>
            </a:xfrm>
          </p:grpSpPr>
          <p:sp>
            <p:nvSpPr>
              <p:cNvPr id="14423" name="Google Shape;14423;p88"/>
              <p:cNvSpPr/>
              <p:nvPr/>
            </p:nvSpPr>
            <p:spPr>
              <a:xfrm>
                <a:off x="7747010" y="2781222"/>
                <a:ext cx="324578" cy="162258"/>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4" name="Google Shape;14424;p88"/>
              <p:cNvSpPr/>
              <p:nvPr/>
            </p:nvSpPr>
            <p:spPr>
              <a:xfrm>
                <a:off x="7449412" y="2618923"/>
                <a:ext cx="324496" cy="162258"/>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5" name="Google Shape;14425;p88"/>
              <p:cNvSpPr/>
              <p:nvPr/>
            </p:nvSpPr>
            <p:spPr>
              <a:xfrm>
                <a:off x="6853641" y="2618923"/>
                <a:ext cx="324824" cy="16279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6" name="Google Shape;14426;p88"/>
              <p:cNvSpPr/>
              <p:nvPr/>
            </p:nvSpPr>
            <p:spPr>
              <a:xfrm>
                <a:off x="7151691" y="2781222"/>
                <a:ext cx="324578" cy="162258"/>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7" name="Google Shape;14427;p88"/>
              <p:cNvSpPr/>
              <p:nvPr/>
            </p:nvSpPr>
            <p:spPr>
              <a:xfrm>
                <a:off x="8044362" y="2618923"/>
                <a:ext cx="324824" cy="16279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428" name="Google Shape;14428;p88"/>
            <p:cNvSpPr/>
            <p:nvPr/>
          </p:nvSpPr>
          <p:spPr>
            <a:xfrm>
              <a:off x="6899264" y="2673830"/>
              <a:ext cx="225242" cy="361476"/>
            </a:xfrm>
            <a:custGeom>
              <a:rect b="b" l="l" r="r" t="t"/>
              <a:pathLst>
                <a:path extrusionOk="0" h="8802" w="5485">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9" name="Google Shape;14429;p88"/>
            <p:cNvSpPr/>
            <p:nvPr/>
          </p:nvSpPr>
          <p:spPr>
            <a:xfrm>
              <a:off x="7198259" y="2534077"/>
              <a:ext cx="235261" cy="360532"/>
            </a:xfrm>
            <a:custGeom>
              <a:rect b="b" l="l" r="r" t="t"/>
              <a:pathLst>
                <a:path extrusionOk="0" h="8779" w="5729">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0" name="Google Shape;14430;p88"/>
            <p:cNvSpPr/>
            <p:nvPr/>
          </p:nvSpPr>
          <p:spPr>
            <a:xfrm>
              <a:off x="7493639" y="2673830"/>
              <a:ext cx="225200" cy="361476"/>
            </a:xfrm>
            <a:custGeom>
              <a:rect b="b" l="l" r="r" t="t"/>
              <a:pathLst>
                <a:path extrusionOk="0" h="8802" w="5484">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1" name="Google Shape;14431;p88"/>
            <p:cNvSpPr/>
            <p:nvPr/>
          </p:nvSpPr>
          <p:spPr>
            <a:xfrm>
              <a:off x="7792387" y="2534077"/>
              <a:ext cx="235261" cy="360532"/>
            </a:xfrm>
            <a:custGeom>
              <a:rect b="b" l="l" r="r" t="t"/>
              <a:pathLst>
                <a:path extrusionOk="0" h="8779" w="5729">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2" name="Google Shape;14432;p88"/>
            <p:cNvSpPr/>
            <p:nvPr/>
          </p:nvSpPr>
          <p:spPr>
            <a:xfrm>
              <a:off x="8090150" y="2673789"/>
              <a:ext cx="225857" cy="361517"/>
            </a:xfrm>
            <a:custGeom>
              <a:rect b="b" l="l" r="r" t="t"/>
              <a:pathLst>
                <a:path extrusionOk="0" h="8803" w="550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33" name="Google Shape;14433;p88"/>
          <p:cNvGrpSpPr/>
          <p:nvPr/>
        </p:nvGrpSpPr>
        <p:grpSpPr>
          <a:xfrm>
            <a:off x="3435080" y="3151165"/>
            <a:ext cx="1617976" cy="346616"/>
            <a:chOff x="1808063" y="4294338"/>
            <a:chExt cx="3370782" cy="721817"/>
          </a:xfrm>
        </p:grpSpPr>
        <p:sp>
          <p:nvSpPr>
            <p:cNvPr id="14434" name="Google Shape;14434;p88"/>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5" name="Google Shape;14435;p88"/>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6" name="Google Shape;14436;p88"/>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7" name="Google Shape;14437;p88"/>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8" name="Google Shape;14438;p88"/>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9" name="Google Shape;14439;p88"/>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0" name="Google Shape;14440;p88"/>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1" name="Google Shape;14441;p88"/>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2" name="Google Shape;14442;p88"/>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3" name="Google Shape;14443;p88"/>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44" name="Google Shape;14444;p88"/>
          <p:cNvGrpSpPr/>
          <p:nvPr/>
        </p:nvGrpSpPr>
        <p:grpSpPr>
          <a:xfrm>
            <a:off x="5261076" y="3817915"/>
            <a:ext cx="1417067" cy="350605"/>
            <a:chOff x="4234950" y="2101012"/>
            <a:chExt cx="4219974" cy="1044090"/>
          </a:xfrm>
        </p:grpSpPr>
        <p:sp>
          <p:nvSpPr>
            <p:cNvPr id="14445" name="Google Shape;14445;p88"/>
            <p:cNvSpPr/>
            <p:nvPr/>
          </p:nvSpPr>
          <p:spPr>
            <a:xfrm rot="10800000">
              <a:off x="7528544" y="2218809"/>
              <a:ext cx="826790" cy="826702"/>
            </a:xfrm>
            <a:custGeom>
              <a:rect b="b" l="l" r="r" t="t"/>
              <a:pathLst>
                <a:path extrusionOk="0" h="34893" w="34893">
                  <a:moveTo>
                    <a:pt x="1" y="1"/>
                  </a:moveTo>
                  <a:lnTo>
                    <a:pt x="1" y="34892"/>
                  </a:lnTo>
                  <a:lnTo>
                    <a:pt x="34892" y="34892"/>
                  </a:lnTo>
                  <a:lnTo>
                    <a:pt x="34892"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6" name="Google Shape;14446;p88"/>
            <p:cNvSpPr/>
            <p:nvPr/>
          </p:nvSpPr>
          <p:spPr>
            <a:xfrm rot="10800000">
              <a:off x="6487595" y="2218809"/>
              <a:ext cx="827572" cy="826702"/>
            </a:xfrm>
            <a:custGeom>
              <a:rect b="b" l="l" r="r" t="t"/>
              <a:pathLst>
                <a:path extrusionOk="0" h="34893" w="34926">
                  <a:moveTo>
                    <a:pt x="1" y="1"/>
                  </a:moveTo>
                  <a:lnTo>
                    <a:pt x="1" y="34892"/>
                  </a:lnTo>
                  <a:lnTo>
                    <a:pt x="34926" y="34892"/>
                  </a:lnTo>
                  <a:lnTo>
                    <a:pt x="34926" y="1"/>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7" name="Google Shape;14447;p88"/>
            <p:cNvSpPr/>
            <p:nvPr/>
          </p:nvSpPr>
          <p:spPr>
            <a:xfrm rot="10800000">
              <a:off x="5430819" y="2218809"/>
              <a:ext cx="827572" cy="826702"/>
            </a:xfrm>
            <a:custGeom>
              <a:rect b="b" l="l" r="r" t="t"/>
              <a:pathLst>
                <a:path extrusionOk="0" h="34893" w="34926">
                  <a:moveTo>
                    <a:pt x="0" y="1"/>
                  </a:moveTo>
                  <a:lnTo>
                    <a:pt x="0" y="34892"/>
                  </a:lnTo>
                  <a:lnTo>
                    <a:pt x="34925" y="34892"/>
                  </a:lnTo>
                  <a:lnTo>
                    <a:pt x="34925"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8" name="Google Shape;14448;p88"/>
            <p:cNvSpPr/>
            <p:nvPr/>
          </p:nvSpPr>
          <p:spPr>
            <a:xfrm rot="10800000">
              <a:off x="4374848" y="2218809"/>
              <a:ext cx="826790" cy="826702"/>
            </a:xfrm>
            <a:custGeom>
              <a:rect b="b" l="l" r="r" t="t"/>
              <a:pathLst>
                <a:path extrusionOk="0" h="34893" w="34893">
                  <a:moveTo>
                    <a:pt x="1" y="1"/>
                  </a:moveTo>
                  <a:lnTo>
                    <a:pt x="1" y="34892"/>
                  </a:lnTo>
                  <a:lnTo>
                    <a:pt x="34892" y="34892"/>
                  </a:lnTo>
                  <a:lnTo>
                    <a:pt x="34892" y="1"/>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9" name="Google Shape;14449;p88"/>
            <p:cNvSpPr/>
            <p:nvPr/>
          </p:nvSpPr>
          <p:spPr>
            <a:xfrm rot="10800000">
              <a:off x="7410780" y="2622683"/>
              <a:ext cx="1044144" cy="522420"/>
            </a:xfrm>
            <a:custGeom>
              <a:rect b="b" l="l" r="r" t="t"/>
              <a:pathLst>
                <a:path extrusionOk="0" fill="none" h="22050" w="44066">
                  <a:moveTo>
                    <a:pt x="1" y="22050"/>
                  </a:moveTo>
                  <a:cubicBezTo>
                    <a:pt x="1" y="9874"/>
                    <a:pt x="9874" y="1"/>
                    <a:pt x="22050" y="1"/>
                  </a:cubicBezTo>
                  <a:cubicBezTo>
                    <a:pt x="34192" y="1"/>
                    <a:pt x="44065" y="9874"/>
                    <a:pt x="44065" y="22050"/>
                  </a:cubicBezTo>
                </a:path>
              </a:pathLst>
            </a:custGeom>
            <a:noFill/>
            <a:ln cap="rnd" cmpd="sng" w="20850">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0" name="Google Shape;14450;p88"/>
            <p:cNvSpPr/>
            <p:nvPr/>
          </p:nvSpPr>
          <p:spPr>
            <a:xfrm rot="10800000">
              <a:off x="6366656" y="2101012"/>
              <a:ext cx="1044144" cy="521638"/>
            </a:xfrm>
            <a:custGeom>
              <a:rect b="b" l="l" r="r" t="t"/>
              <a:pathLst>
                <a:path extrusionOk="0" fill="none" h="22017" w="44066">
                  <a:moveTo>
                    <a:pt x="44065" y="1"/>
                  </a:moveTo>
                  <a:cubicBezTo>
                    <a:pt x="44065" y="12176"/>
                    <a:pt x="34191" y="22016"/>
                    <a:pt x="22049" y="22016"/>
                  </a:cubicBezTo>
                  <a:cubicBezTo>
                    <a:pt x="9874" y="22016"/>
                    <a:pt x="0" y="12176"/>
                    <a:pt x="0" y="1"/>
                  </a:cubicBezTo>
                </a:path>
              </a:pathLst>
            </a:custGeom>
            <a:noFill/>
            <a:ln cap="rnd" cmpd="sng" w="20850">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1" name="Google Shape;14451;p88"/>
            <p:cNvSpPr/>
            <p:nvPr/>
          </p:nvSpPr>
          <p:spPr>
            <a:xfrm rot="10800000">
              <a:off x="5322557" y="2622683"/>
              <a:ext cx="1044120" cy="522420"/>
            </a:xfrm>
            <a:custGeom>
              <a:rect b="b" l="l" r="r" t="t"/>
              <a:pathLst>
                <a:path extrusionOk="0" fill="none" h="22050" w="44065">
                  <a:moveTo>
                    <a:pt x="0" y="22050"/>
                  </a:moveTo>
                  <a:cubicBezTo>
                    <a:pt x="0" y="9874"/>
                    <a:pt x="9874" y="1"/>
                    <a:pt x="22049" y="1"/>
                  </a:cubicBezTo>
                  <a:cubicBezTo>
                    <a:pt x="34191" y="1"/>
                    <a:pt x="44065" y="9874"/>
                    <a:pt x="44065" y="22050"/>
                  </a:cubicBezTo>
                </a:path>
              </a:pathLst>
            </a:custGeom>
            <a:noFill/>
            <a:ln cap="rnd" cmpd="sng" w="20850">
              <a:solidFill>
                <a:srgbClr val="869FB2"/>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2" name="Google Shape;14452;p88"/>
            <p:cNvSpPr/>
            <p:nvPr/>
          </p:nvSpPr>
          <p:spPr>
            <a:xfrm rot="10800000">
              <a:off x="4278434" y="2101012"/>
              <a:ext cx="1044144" cy="521638"/>
            </a:xfrm>
            <a:custGeom>
              <a:rect b="b" l="l" r="r" t="t"/>
              <a:pathLst>
                <a:path extrusionOk="0" fill="none" h="22017" w="44066">
                  <a:moveTo>
                    <a:pt x="44066" y="1"/>
                  </a:moveTo>
                  <a:cubicBezTo>
                    <a:pt x="44066" y="12176"/>
                    <a:pt x="34192" y="22016"/>
                    <a:pt x="22017" y="22016"/>
                  </a:cubicBezTo>
                  <a:cubicBezTo>
                    <a:pt x="9875" y="22016"/>
                    <a:pt x="1" y="12176"/>
                    <a:pt x="1" y="1"/>
                  </a:cubicBezTo>
                </a:path>
              </a:pathLst>
            </a:custGeom>
            <a:noFill/>
            <a:ln cap="rnd" cmpd="sng" w="20850">
              <a:solidFill>
                <a:srgbClr val="BAC8D3"/>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3" name="Google Shape;14453;p88"/>
            <p:cNvSpPr/>
            <p:nvPr/>
          </p:nvSpPr>
          <p:spPr>
            <a:xfrm rot="10800000">
              <a:off x="7367296" y="2570459"/>
              <a:ext cx="86984" cy="86975"/>
            </a:xfrm>
            <a:custGeom>
              <a:rect b="b" l="l" r="r" t="t"/>
              <a:pathLst>
                <a:path extrusionOk="0" h="3671" w="3671">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4" name="Google Shape;14454;p88"/>
            <p:cNvSpPr/>
            <p:nvPr/>
          </p:nvSpPr>
          <p:spPr>
            <a:xfrm rot="10800000">
              <a:off x="6323197" y="2570459"/>
              <a:ext cx="86961" cy="86975"/>
            </a:xfrm>
            <a:custGeom>
              <a:rect b="b" l="l" r="r" t="t"/>
              <a:pathLst>
                <a:path extrusionOk="0" h="3671" w="367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5" name="Google Shape;14455;p88"/>
            <p:cNvSpPr/>
            <p:nvPr/>
          </p:nvSpPr>
          <p:spPr>
            <a:xfrm rot="10800000">
              <a:off x="5279073"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6" name="Google Shape;14456;p88"/>
            <p:cNvSpPr/>
            <p:nvPr/>
          </p:nvSpPr>
          <p:spPr>
            <a:xfrm rot="10800000">
              <a:off x="4234950"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7" name="Google Shape;14457;p88"/>
            <p:cNvSpPr/>
            <p:nvPr/>
          </p:nvSpPr>
          <p:spPr>
            <a:xfrm rot="10800000">
              <a:off x="7541197" y="2231460"/>
              <a:ext cx="801483" cy="800617"/>
            </a:xfrm>
            <a:custGeom>
              <a:rect b="b" l="l" r="r" t="t"/>
              <a:pathLst>
                <a:path extrusionOk="0" h="33792" w="33825">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8" name="Google Shape;14458;p88"/>
            <p:cNvSpPr/>
            <p:nvPr/>
          </p:nvSpPr>
          <p:spPr>
            <a:xfrm rot="10800000">
              <a:off x="6488377" y="2231460"/>
              <a:ext cx="800701" cy="800617"/>
            </a:xfrm>
            <a:custGeom>
              <a:rect b="b" l="l" r="r" t="t"/>
              <a:pathLst>
                <a:path extrusionOk="0" h="33792" w="33792">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9" name="Google Shape;14459;p88"/>
            <p:cNvSpPr/>
            <p:nvPr/>
          </p:nvSpPr>
          <p:spPr>
            <a:xfrm rot="10800000">
              <a:off x="5434776" y="2231460"/>
              <a:ext cx="800701" cy="800617"/>
            </a:xfrm>
            <a:custGeom>
              <a:rect b="b" l="l" r="r" t="t"/>
              <a:pathLst>
                <a:path extrusionOk="0" h="33792" w="33792">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0" name="Google Shape;14460;p88"/>
            <p:cNvSpPr/>
            <p:nvPr/>
          </p:nvSpPr>
          <p:spPr>
            <a:xfrm rot="10800000">
              <a:off x="4381980" y="2231460"/>
              <a:ext cx="800678" cy="800617"/>
            </a:xfrm>
            <a:custGeom>
              <a:rect b="b" l="l" r="r" t="t"/>
              <a:pathLst>
                <a:path extrusionOk="0" h="33792" w="33791">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61" name="Google Shape;14461;p88"/>
          <p:cNvGrpSpPr/>
          <p:nvPr/>
        </p:nvGrpSpPr>
        <p:grpSpPr>
          <a:xfrm>
            <a:off x="6836548" y="1808672"/>
            <a:ext cx="1586327" cy="371557"/>
            <a:chOff x="1247650" y="2075423"/>
            <a:chExt cx="6648477" cy="1557238"/>
          </a:xfrm>
        </p:grpSpPr>
        <p:sp>
          <p:nvSpPr>
            <p:cNvPr id="14462" name="Google Shape;14462;p88"/>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3" name="Google Shape;14463;p88"/>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4" name="Google Shape;14464;p88"/>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5" name="Google Shape;14465;p88"/>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6" name="Google Shape;14466;p88"/>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7" name="Google Shape;14467;p88"/>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cap="flat" cmpd="sng" w="19050">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68" name="Google Shape;14468;p88"/>
          <p:cNvGrpSpPr/>
          <p:nvPr/>
        </p:nvGrpSpPr>
        <p:grpSpPr>
          <a:xfrm>
            <a:off x="5267818" y="961862"/>
            <a:ext cx="1415601" cy="1648533"/>
            <a:chOff x="1839112" y="2209163"/>
            <a:chExt cx="1918159" cy="2233784"/>
          </a:xfrm>
        </p:grpSpPr>
        <p:sp>
          <p:nvSpPr>
            <p:cNvPr id="14469" name="Google Shape;14469;p88"/>
            <p:cNvSpPr/>
            <p:nvPr/>
          </p:nvSpPr>
          <p:spPr>
            <a:xfrm>
              <a:off x="1839112"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0" name="Google Shape;14470;p88"/>
            <p:cNvSpPr/>
            <p:nvPr/>
          </p:nvSpPr>
          <p:spPr>
            <a:xfrm>
              <a:off x="3182171"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1" name="Google Shape;14471;p88"/>
            <p:cNvSpPr/>
            <p:nvPr/>
          </p:nvSpPr>
          <p:spPr>
            <a:xfrm>
              <a:off x="3182171"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472" name="Google Shape;14472;p88"/>
            <p:cNvCxnSpPr>
              <a:stCxn id="14469" idx="6"/>
              <a:endCxn id="14470" idx="2"/>
            </p:cNvCxnSpPr>
            <p:nvPr/>
          </p:nvCxnSpPr>
          <p:spPr>
            <a:xfrm>
              <a:off x="2414212" y="2496713"/>
              <a:ext cx="768000" cy="600"/>
            </a:xfrm>
            <a:prstGeom prst="bentConnector3">
              <a:avLst>
                <a:gd fmla="val 49997" name="adj1"/>
              </a:avLst>
            </a:prstGeom>
            <a:noFill/>
            <a:ln cap="flat" cmpd="sng" w="19050">
              <a:solidFill>
                <a:srgbClr val="374957"/>
              </a:solidFill>
              <a:prstDash val="solid"/>
              <a:round/>
              <a:headEnd len="med" w="med" type="none"/>
              <a:tailEnd len="med" w="med" type="none"/>
            </a:ln>
          </p:spPr>
        </p:cxnSp>
        <p:cxnSp>
          <p:nvCxnSpPr>
            <p:cNvPr id="14473" name="Google Shape;14473;p88"/>
            <p:cNvCxnSpPr>
              <a:stCxn id="14470" idx="4"/>
              <a:endCxn id="14474" idx="0"/>
            </p:cNvCxnSpPr>
            <p:nvPr/>
          </p:nvCxnSpPr>
          <p:spPr>
            <a:xfrm rot="5400000">
              <a:off x="2669921" y="2240963"/>
              <a:ext cx="256500" cy="1343100"/>
            </a:xfrm>
            <a:prstGeom prst="bentConnector3">
              <a:avLst>
                <a:gd fmla="val 50000" name="adj1"/>
              </a:avLst>
            </a:prstGeom>
            <a:noFill/>
            <a:ln cap="flat" cmpd="sng" w="19050">
              <a:solidFill>
                <a:srgbClr val="374957"/>
              </a:solidFill>
              <a:prstDash val="solid"/>
              <a:round/>
              <a:headEnd len="med" w="med" type="none"/>
              <a:tailEnd len="med" w="med" type="none"/>
            </a:ln>
          </p:spPr>
        </p:cxnSp>
        <p:cxnSp>
          <p:nvCxnSpPr>
            <p:cNvPr id="14475" name="Google Shape;14475;p88"/>
            <p:cNvCxnSpPr>
              <a:stCxn id="14474" idx="6"/>
              <a:endCxn id="14471" idx="2"/>
            </p:cNvCxnSpPr>
            <p:nvPr/>
          </p:nvCxnSpPr>
          <p:spPr>
            <a:xfrm>
              <a:off x="2414212" y="3328316"/>
              <a:ext cx="768000" cy="600"/>
            </a:xfrm>
            <a:prstGeom prst="bentConnector3">
              <a:avLst>
                <a:gd fmla="val 49997" name="adj1"/>
              </a:avLst>
            </a:prstGeom>
            <a:noFill/>
            <a:ln cap="flat" cmpd="sng" w="19050">
              <a:solidFill>
                <a:srgbClr val="374957"/>
              </a:solidFill>
              <a:prstDash val="solid"/>
              <a:round/>
              <a:headEnd len="med" w="med" type="none"/>
              <a:tailEnd len="med" w="med" type="none"/>
            </a:ln>
          </p:spPr>
        </p:cxnSp>
        <p:cxnSp>
          <p:nvCxnSpPr>
            <p:cNvPr id="14476" name="Google Shape;14476;p88"/>
            <p:cNvCxnSpPr>
              <a:stCxn id="14471" idx="4"/>
              <a:endCxn id="14477" idx="0"/>
            </p:cNvCxnSpPr>
            <p:nvPr/>
          </p:nvCxnSpPr>
          <p:spPr>
            <a:xfrm rot="5400000">
              <a:off x="2672171" y="3070316"/>
              <a:ext cx="252000" cy="1343100"/>
            </a:xfrm>
            <a:prstGeom prst="bentConnector3">
              <a:avLst>
                <a:gd fmla="val 49996" name="adj1"/>
              </a:avLst>
            </a:prstGeom>
            <a:noFill/>
            <a:ln cap="flat" cmpd="sng" w="19050">
              <a:solidFill>
                <a:srgbClr val="374957"/>
              </a:solidFill>
              <a:prstDash val="solid"/>
              <a:round/>
              <a:headEnd len="med" w="med" type="none"/>
              <a:tailEnd len="med" w="med" type="none"/>
            </a:ln>
          </p:spPr>
        </p:cxnSp>
        <p:sp>
          <p:nvSpPr>
            <p:cNvPr id="14474" name="Google Shape;14474;p88"/>
            <p:cNvSpPr/>
            <p:nvPr/>
          </p:nvSpPr>
          <p:spPr>
            <a:xfrm>
              <a:off x="1839112"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7" name="Google Shape;14477;p88"/>
            <p:cNvSpPr/>
            <p:nvPr/>
          </p:nvSpPr>
          <p:spPr>
            <a:xfrm>
              <a:off x="1839112"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8" name="Google Shape;14478;p88"/>
            <p:cNvSpPr/>
            <p:nvPr/>
          </p:nvSpPr>
          <p:spPr>
            <a:xfrm>
              <a:off x="3182171"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479" name="Google Shape;14479;p88"/>
            <p:cNvCxnSpPr>
              <a:endCxn id="14478" idx="2"/>
            </p:cNvCxnSpPr>
            <p:nvPr/>
          </p:nvCxnSpPr>
          <p:spPr>
            <a:xfrm>
              <a:off x="2413871" y="4154498"/>
              <a:ext cx="768300" cy="900"/>
            </a:xfrm>
            <a:prstGeom prst="bentConnector3">
              <a:avLst>
                <a:gd fmla="val 50000" name="adj1"/>
              </a:avLst>
            </a:prstGeom>
            <a:noFill/>
            <a:ln cap="flat" cmpd="sng" w="19050">
              <a:solidFill>
                <a:srgbClr val="374957"/>
              </a:solidFill>
              <a:prstDash val="solid"/>
              <a:round/>
              <a:headEnd len="med" w="med" type="none"/>
              <a:tailEnd len="med" w="med" type="none"/>
            </a:ln>
          </p:spPr>
        </p:cxnSp>
      </p:grpSp>
      <p:grpSp>
        <p:nvGrpSpPr>
          <p:cNvPr id="14480" name="Google Shape;14480;p88"/>
          <p:cNvGrpSpPr/>
          <p:nvPr/>
        </p:nvGrpSpPr>
        <p:grpSpPr>
          <a:xfrm>
            <a:off x="3425084" y="979946"/>
            <a:ext cx="1637968" cy="154942"/>
            <a:chOff x="238125" y="2506075"/>
            <a:chExt cx="7115411" cy="673075"/>
          </a:xfrm>
        </p:grpSpPr>
        <p:sp>
          <p:nvSpPr>
            <p:cNvPr id="14481" name="Google Shape;14481;p88"/>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2" name="Google Shape;14482;p88"/>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3" name="Google Shape;14483;p88"/>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4" name="Google Shape;14484;p88"/>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5" name="Google Shape;14485;p88"/>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86" name="Google Shape;14486;p88"/>
          <p:cNvGrpSpPr/>
          <p:nvPr/>
        </p:nvGrpSpPr>
        <p:grpSpPr>
          <a:xfrm>
            <a:off x="1965820" y="1294664"/>
            <a:ext cx="1262932" cy="785408"/>
            <a:chOff x="548861" y="389676"/>
            <a:chExt cx="3843371" cy="2390163"/>
          </a:xfrm>
        </p:grpSpPr>
        <p:cxnSp>
          <p:nvCxnSpPr>
            <p:cNvPr id="14487" name="Google Shape;14487;p88"/>
            <p:cNvCxnSpPr/>
            <p:nvPr/>
          </p:nvCxnSpPr>
          <p:spPr>
            <a:xfrm flipH="1" rot="10800000">
              <a:off x="3486925" y="1918250"/>
              <a:ext cx="742200" cy="690300"/>
            </a:xfrm>
            <a:prstGeom prst="bentConnector3">
              <a:avLst>
                <a:gd fmla="val 50000" name="adj1"/>
              </a:avLst>
            </a:prstGeom>
            <a:noFill/>
            <a:ln cap="flat" cmpd="sng" w="9525">
              <a:solidFill>
                <a:srgbClr val="869FB2"/>
              </a:solidFill>
              <a:prstDash val="solid"/>
              <a:round/>
              <a:headEnd len="med" w="med" type="none"/>
              <a:tailEnd len="med" w="med" type="none"/>
            </a:ln>
          </p:spPr>
        </p:cxnSp>
        <p:cxnSp>
          <p:nvCxnSpPr>
            <p:cNvPr id="14488" name="Google Shape;14488;p88"/>
            <p:cNvCxnSpPr/>
            <p:nvPr/>
          </p:nvCxnSpPr>
          <p:spPr>
            <a:xfrm flipH="1" rot="-5400000">
              <a:off x="3486925" y="577350"/>
              <a:ext cx="650100" cy="650100"/>
            </a:xfrm>
            <a:prstGeom prst="bentConnector3">
              <a:avLst>
                <a:gd fmla="val 50000" name="adj1"/>
              </a:avLst>
            </a:prstGeom>
            <a:noFill/>
            <a:ln cap="flat" cmpd="sng" w="9525">
              <a:solidFill>
                <a:srgbClr val="869FB2"/>
              </a:solidFill>
              <a:prstDash val="solid"/>
              <a:round/>
              <a:headEnd len="med" w="med" type="none"/>
              <a:tailEnd len="med" w="med" type="none"/>
            </a:ln>
          </p:spPr>
        </p:cxnSp>
        <p:cxnSp>
          <p:nvCxnSpPr>
            <p:cNvPr id="14489" name="Google Shape;14489;p88"/>
            <p:cNvCxnSpPr/>
            <p:nvPr/>
          </p:nvCxnSpPr>
          <p:spPr>
            <a:xfrm>
              <a:off x="2725450" y="576000"/>
              <a:ext cx="1410600" cy="1800"/>
            </a:xfrm>
            <a:prstGeom prst="bentConnector3">
              <a:avLst>
                <a:gd fmla="val 50000" name="adj1"/>
              </a:avLst>
            </a:prstGeom>
            <a:noFill/>
            <a:ln cap="flat" cmpd="sng" w="9525">
              <a:solidFill>
                <a:srgbClr val="869FB2"/>
              </a:solidFill>
              <a:prstDash val="solid"/>
              <a:round/>
              <a:headEnd len="med" w="med" type="none"/>
              <a:tailEnd len="med" w="med" type="none"/>
            </a:ln>
          </p:spPr>
        </p:cxnSp>
        <p:cxnSp>
          <p:nvCxnSpPr>
            <p:cNvPr id="14490" name="Google Shape;14490;p88"/>
            <p:cNvCxnSpPr/>
            <p:nvPr/>
          </p:nvCxnSpPr>
          <p:spPr>
            <a:xfrm flipH="1" rot="10800000">
              <a:off x="756500" y="577975"/>
              <a:ext cx="1705500" cy="1049100"/>
            </a:xfrm>
            <a:prstGeom prst="bentConnector3">
              <a:avLst>
                <a:gd fmla="val 50000" name="adj1"/>
              </a:avLst>
            </a:prstGeom>
            <a:noFill/>
            <a:ln cap="flat" cmpd="sng" w="9525">
              <a:solidFill>
                <a:srgbClr val="BAC8D3"/>
              </a:solidFill>
              <a:prstDash val="solid"/>
              <a:round/>
              <a:headEnd len="med" w="med" type="none"/>
              <a:tailEnd len="med" w="med" type="none"/>
            </a:ln>
          </p:spPr>
        </p:cxnSp>
        <p:cxnSp>
          <p:nvCxnSpPr>
            <p:cNvPr id="14491" name="Google Shape;14491;p88"/>
            <p:cNvCxnSpPr/>
            <p:nvPr/>
          </p:nvCxnSpPr>
          <p:spPr>
            <a:xfrm>
              <a:off x="760067" y="1625791"/>
              <a:ext cx="1689000" cy="9741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14492" name="Google Shape;14492;p88"/>
            <p:cNvSpPr/>
            <p:nvPr/>
          </p:nvSpPr>
          <p:spPr>
            <a:xfrm>
              <a:off x="548861" y="1338125"/>
              <a:ext cx="502050" cy="50287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493" name="Google Shape;14493;p88"/>
            <p:cNvCxnSpPr/>
            <p:nvPr/>
          </p:nvCxnSpPr>
          <p:spPr>
            <a:xfrm>
              <a:off x="2725450" y="2609025"/>
              <a:ext cx="1416000" cy="18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14494" name="Google Shape;14494;p88"/>
            <p:cNvSpPr/>
            <p:nvPr/>
          </p:nvSpPr>
          <p:spPr>
            <a:xfrm>
              <a:off x="4095707" y="1083398"/>
              <a:ext cx="289400" cy="268650"/>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5" name="Google Shape;14495;p88"/>
            <p:cNvSpPr/>
            <p:nvPr/>
          </p:nvSpPr>
          <p:spPr>
            <a:xfrm>
              <a:off x="2421967" y="389676"/>
              <a:ext cx="383625" cy="37182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6" name="Google Shape;14496;p88"/>
            <p:cNvSpPr/>
            <p:nvPr/>
          </p:nvSpPr>
          <p:spPr>
            <a:xfrm>
              <a:off x="4095707" y="426309"/>
              <a:ext cx="289400" cy="268850"/>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7" name="Google Shape;14497;p88"/>
            <p:cNvSpPr/>
            <p:nvPr/>
          </p:nvSpPr>
          <p:spPr>
            <a:xfrm>
              <a:off x="4102832" y="2474633"/>
              <a:ext cx="289400" cy="269425"/>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8" name="Google Shape;14498;p88"/>
            <p:cNvSpPr/>
            <p:nvPr/>
          </p:nvSpPr>
          <p:spPr>
            <a:xfrm>
              <a:off x="4095707" y="1772738"/>
              <a:ext cx="289400" cy="268825"/>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9" name="Google Shape;14499;p88"/>
            <p:cNvSpPr/>
            <p:nvPr/>
          </p:nvSpPr>
          <p:spPr>
            <a:xfrm>
              <a:off x="2422792" y="2408015"/>
              <a:ext cx="383650" cy="37182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00" name="Google Shape;14500;p88"/>
          <p:cNvGrpSpPr/>
          <p:nvPr/>
        </p:nvGrpSpPr>
        <p:grpSpPr>
          <a:xfrm>
            <a:off x="753952" y="2401541"/>
            <a:ext cx="1412054" cy="633562"/>
            <a:chOff x="1187400" y="2529299"/>
            <a:chExt cx="6769193" cy="2241903"/>
          </a:xfrm>
        </p:grpSpPr>
        <p:sp>
          <p:nvSpPr>
            <p:cNvPr id="14501" name="Google Shape;14501;p88"/>
            <p:cNvSpPr/>
            <p:nvPr/>
          </p:nvSpPr>
          <p:spPr>
            <a:xfrm>
              <a:off x="3802943" y="2529299"/>
              <a:ext cx="1538100" cy="442500"/>
            </a:xfrm>
            <a:prstGeom prst="roundRect">
              <a:avLst>
                <a:gd fmla="val 50000" name="adj"/>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FFFF"/>
                </a:solidFill>
              </a:endParaRPr>
            </a:p>
          </p:txBody>
        </p:sp>
        <p:sp>
          <p:nvSpPr>
            <p:cNvPr id="14502" name="Google Shape;14502;p88"/>
            <p:cNvSpPr/>
            <p:nvPr/>
          </p:nvSpPr>
          <p:spPr>
            <a:xfrm>
              <a:off x="5573240"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14503" name="Google Shape;14503;p88"/>
            <p:cNvSpPr/>
            <p:nvPr/>
          </p:nvSpPr>
          <p:spPr>
            <a:xfrm>
              <a:off x="2032647"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14504" name="Google Shape;14504;p88"/>
            <p:cNvSpPr/>
            <p:nvPr/>
          </p:nvSpPr>
          <p:spPr>
            <a:xfrm>
              <a:off x="11874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14505" name="Google Shape;14505;p88"/>
            <p:cNvSpPr/>
            <p:nvPr/>
          </p:nvSpPr>
          <p:spPr>
            <a:xfrm>
              <a:off x="28778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14506" name="Google Shape;14506;p88"/>
            <p:cNvSpPr/>
            <p:nvPr/>
          </p:nvSpPr>
          <p:spPr>
            <a:xfrm>
              <a:off x="47280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14507" name="Google Shape;14507;p88"/>
            <p:cNvSpPr/>
            <p:nvPr/>
          </p:nvSpPr>
          <p:spPr>
            <a:xfrm>
              <a:off x="64184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cxnSp>
          <p:nvCxnSpPr>
            <p:cNvPr id="14508" name="Google Shape;14508;p88"/>
            <p:cNvCxnSpPr>
              <a:stCxn id="14501" idx="2"/>
              <a:endCxn id="14502" idx="0"/>
            </p:cNvCxnSpPr>
            <p:nvPr/>
          </p:nvCxnSpPr>
          <p:spPr>
            <a:xfrm flipH="1" rot="-5400000">
              <a:off x="5228543" y="2315249"/>
              <a:ext cx="457200" cy="1770300"/>
            </a:xfrm>
            <a:prstGeom prst="bentConnector3">
              <a:avLst>
                <a:gd fmla="val 49967" name="adj1"/>
              </a:avLst>
            </a:prstGeom>
            <a:noFill/>
            <a:ln cap="flat" cmpd="sng" w="9525">
              <a:solidFill>
                <a:srgbClr val="C2C2C2"/>
              </a:solidFill>
              <a:prstDash val="solid"/>
              <a:round/>
              <a:headEnd len="sm" w="sm" type="none"/>
              <a:tailEnd len="sm" w="sm" type="none"/>
            </a:ln>
          </p:spPr>
        </p:cxnSp>
        <p:cxnSp>
          <p:nvCxnSpPr>
            <p:cNvPr id="14509" name="Google Shape;14509;p88"/>
            <p:cNvCxnSpPr>
              <a:stCxn id="14503" idx="0"/>
              <a:endCxn id="14501" idx="2"/>
            </p:cNvCxnSpPr>
            <p:nvPr/>
          </p:nvCxnSpPr>
          <p:spPr>
            <a:xfrm rot="-5400000">
              <a:off x="3458247" y="2315250"/>
              <a:ext cx="457200" cy="1770300"/>
            </a:xfrm>
            <a:prstGeom prst="bentConnector3">
              <a:avLst>
                <a:gd fmla="val 49967" name="adj1"/>
              </a:avLst>
            </a:prstGeom>
            <a:noFill/>
            <a:ln cap="flat" cmpd="sng" w="9525">
              <a:solidFill>
                <a:srgbClr val="C2C2C2"/>
              </a:solidFill>
              <a:prstDash val="solid"/>
              <a:round/>
              <a:headEnd len="sm" w="sm" type="none"/>
              <a:tailEnd len="sm" w="sm" type="none"/>
            </a:ln>
          </p:spPr>
        </p:cxnSp>
        <p:cxnSp>
          <p:nvCxnSpPr>
            <p:cNvPr id="14510" name="Google Shape;14510;p88"/>
            <p:cNvCxnSpPr>
              <a:stCxn id="14503" idx="2"/>
              <a:endCxn id="14505" idx="0"/>
            </p:cNvCxnSpPr>
            <p:nvPr/>
          </p:nvCxnSpPr>
          <p:spPr>
            <a:xfrm flipH="1" rot="-5400000">
              <a:off x="2995647" y="3677550"/>
              <a:ext cx="457200" cy="845100"/>
            </a:xfrm>
            <a:prstGeom prst="bentConnector3">
              <a:avLst>
                <a:gd fmla="val 49967" name="adj1"/>
              </a:avLst>
            </a:prstGeom>
            <a:noFill/>
            <a:ln cap="flat" cmpd="sng" w="9525">
              <a:solidFill>
                <a:srgbClr val="C2C2C2"/>
              </a:solidFill>
              <a:prstDash val="solid"/>
              <a:round/>
              <a:headEnd len="sm" w="sm" type="none"/>
              <a:tailEnd len="sm" w="sm" type="none"/>
            </a:ln>
          </p:spPr>
        </p:cxnSp>
        <p:cxnSp>
          <p:nvCxnSpPr>
            <p:cNvPr id="14511" name="Google Shape;14511;p88"/>
            <p:cNvCxnSpPr>
              <a:stCxn id="14504" idx="0"/>
              <a:endCxn id="14503" idx="2"/>
            </p:cNvCxnSpPr>
            <p:nvPr/>
          </p:nvCxnSpPr>
          <p:spPr>
            <a:xfrm rot="-5400000">
              <a:off x="2150400" y="3677551"/>
              <a:ext cx="457200" cy="845100"/>
            </a:xfrm>
            <a:prstGeom prst="bentConnector3">
              <a:avLst>
                <a:gd fmla="val 49967" name="adj1"/>
              </a:avLst>
            </a:prstGeom>
            <a:noFill/>
            <a:ln cap="flat" cmpd="sng" w="9525">
              <a:solidFill>
                <a:srgbClr val="C2C2C2"/>
              </a:solidFill>
              <a:prstDash val="solid"/>
              <a:round/>
              <a:headEnd len="sm" w="sm" type="none"/>
              <a:tailEnd len="sm" w="sm" type="none"/>
            </a:ln>
          </p:spPr>
        </p:cxnSp>
        <p:cxnSp>
          <p:nvCxnSpPr>
            <p:cNvPr id="14512" name="Google Shape;14512;p88"/>
            <p:cNvCxnSpPr>
              <a:stCxn id="14502" idx="2"/>
              <a:endCxn id="14507" idx="0"/>
            </p:cNvCxnSpPr>
            <p:nvPr/>
          </p:nvCxnSpPr>
          <p:spPr>
            <a:xfrm flipH="1" rot="-5400000">
              <a:off x="6536390" y="3677400"/>
              <a:ext cx="457200" cy="845400"/>
            </a:xfrm>
            <a:prstGeom prst="bentConnector3">
              <a:avLst>
                <a:gd fmla="val 49967" name="adj1"/>
              </a:avLst>
            </a:prstGeom>
            <a:noFill/>
            <a:ln cap="flat" cmpd="sng" w="9525">
              <a:solidFill>
                <a:srgbClr val="C2C2C2"/>
              </a:solidFill>
              <a:prstDash val="solid"/>
              <a:round/>
              <a:headEnd len="sm" w="sm" type="none"/>
              <a:tailEnd len="sm" w="sm" type="none"/>
            </a:ln>
          </p:spPr>
        </p:cxnSp>
        <p:cxnSp>
          <p:nvCxnSpPr>
            <p:cNvPr id="14513" name="Google Shape;14513;p88"/>
            <p:cNvCxnSpPr>
              <a:stCxn id="14506" idx="0"/>
              <a:endCxn id="14502" idx="2"/>
            </p:cNvCxnSpPr>
            <p:nvPr/>
          </p:nvCxnSpPr>
          <p:spPr>
            <a:xfrm rot="-5400000">
              <a:off x="5691000" y="3677551"/>
              <a:ext cx="457200" cy="845100"/>
            </a:xfrm>
            <a:prstGeom prst="bentConnector3">
              <a:avLst>
                <a:gd fmla="val 49967" name="adj1"/>
              </a:avLst>
            </a:prstGeom>
            <a:noFill/>
            <a:ln cap="flat" cmpd="sng" w="9525">
              <a:solidFill>
                <a:srgbClr val="C2C2C2"/>
              </a:solidFill>
              <a:prstDash val="solid"/>
              <a:round/>
              <a:headEnd len="sm" w="sm" type="none"/>
              <a:tailEnd len="sm" w="sm" type="none"/>
            </a:ln>
          </p:spPr>
        </p:cxnSp>
      </p:grpSp>
      <p:grpSp>
        <p:nvGrpSpPr>
          <p:cNvPr id="14514" name="Google Shape;14514;p88"/>
          <p:cNvGrpSpPr/>
          <p:nvPr/>
        </p:nvGrpSpPr>
        <p:grpSpPr>
          <a:xfrm>
            <a:off x="6840198" y="2894250"/>
            <a:ext cx="1579035" cy="540873"/>
            <a:chOff x="6895650" y="3126697"/>
            <a:chExt cx="1436662" cy="492105"/>
          </a:xfrm>
        </p:grpSpPr>
        <p:sp>
          <p:nvSpPr>
            <p:cNvPr id="14515" name="Google Shape;14515;p88"/>
            <p:cNvSpPr/>
            <p:nvPr/>
          </p:nvSpPr>
          <p:spPr>
            <a:xfrm>
              <a:off x="715182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6" name="Google Shape;14516;p88"/>
            <p:cNvSpPr/>
            <p:nvPr/>
          </p:nvSpPr>
          <p:spPr>
            <a:xfrm>
              <a:off x="766416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7" name="Google Shape;14517;p88"/>
            <p:cNvSpPr/>
            <p:nvPr/>
          </p:nvSpPr>
          <p:spPr>
            <a:xfrm>
              <a:off x="6895650" y="3127761"/>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8" name="Google Shape;14518;p88"/>
            <p:cNvSpPr/>
            <p:nvPr/>
          </p:nvSpPr>
          <p:spPr>
            <a:xfrm>
              <a:off x="7399482"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9" name="Google Shape;14519;p88"/>
            <p:cNvSpPr/>
            <p:nvPr/>
          </p:nvSpPr>
          <p:spPr>
            <a:xfrm>
              <a:off x="7911823"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20" name="Google Shape;14520;p88"/>
            <p:cNvGrpSpPr/>
            <p:nvPr/>
          </p:nvGrpSpPr>
          <p:grpSpPr>
            <a:xfrm>
              <a:off x="6995957" y="3335810"/>
              <a:ext cx="1230393" cy="71754"/>
              <a:chOff x="6995957" y="3287964"/>
              <a:chExt cx="1230393" cy="71754"/>
            </a:xfrm>
          </p:grpSpPr>
          <p:sp>
            <p:nvSpPr>
              <p:cNvPr id="14521" name="Google Shape;14521;p88"/>
              <p:cNvSpPr/>
              <p:nvPr/>
            </p:nvSpPr>
            <p:spPr>
              <a:xfrm>
                <a:off x="8006733" y="3287964"/>
                <a:ext cx="219617" cy="71754"/>
              </a:xfrm>
              <a:custGeom>
                <a:rect b="b" l="l" r="r" t="t"/>
                <a:pathLst>
                  <a:path extrusionOk="0" h="2159" w="6608">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2" name="Google Shape;14522;p88"/>
              <p:cNvSpPr/>
              <p:nvPr/>
            </p:nvSpPr>
            <p:spPr>
              <a:xfrm>
                <a:off x="7756540" y="3287964"/>
                <a:ext cx="219617" cy="71754"/>
              </a:xfrm>
              <a:custGeom>
                <a:rect b="b" l="l" r="r" t="t"/>
                <a:pathLst>
                  <a:path extrusionOk="0" h="2159" w="6608">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3" name="Google Shape;14523;p88"/>
              <p:cNvSpPr/>
              <p:nvPr/>
            </p:nvSpPr>
            <p:spPr>
              <a:xfrm>
                <a:off x="7496443" y="3287964"/>
                <a:ext cx="219617" cy="71754"/>
              </a:xfrm>
              <a:custGeom>
                <a:rect b="b" l="l" r="r" t="t"/>
                <a:pathLst>
                  <a:path extrusionOk="0" h="2159" w="6608">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4" name="Google Shape;14524;p88"/>
              <p:cNvSpPr/>
              <p:nvPr/>
            </p:nvSpPr>
            <p:spPr>
              <a:xfrm>
                <a:off x="7243757" y="3287964"/>
                <a:ext cx="219617" cy="71754"/>
              </a:xfrm>
              <a:custGeom>
                <a:rect b="b" l="l" r="r" t="t"/>
                <a:pathLst>
                  <a:path extrusionOk="0" h="2159" w="6608">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5" name="Google Shape;14525;p88"/>
              <p:cNvSpPr/>
              <p:nvPr/>
            </p:nvSpPr>
            <p:spPr>
              <a:xfrm>
                <a:off x="6995957" y="3287964"/>
                <a:ext cx="219617" cy="71754"/>
              </a:xfrm>
              <a:custGeom>
                <a:rect b="b" l="l" r="r" t="t"/>
                <a:pathLst>
                  <a:path extrusionOk="0" h="2159" w="6608">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526" name="Google Shape;14526;p88"/>
          <p:cNvGrpSpPr/>
          <p:nvPr/>
        </p:nvGrpSpPr>
        <p:grpSpPr>
          <a:xfrm>
            <a:off x="6838780" y="3531013"/>
            <a:ext cx="1581862" cy="650625"/>
            <a:chOff x="6777990" y="3710194"/>
            <a:chExt cx="1646915" cy="677382"/>
          </a:xfrm>
        </p:grpSpPr>
        <p:grpSp>
          <p:nvGrpSpPr>
            <p:cNvPr id="14527" name="Google Shape;14527;p88"/>
            <p:cNvGrpSpPr/>
            <p:nvPr/>
          </p:nvGrpSpPr>
          <p:grpSpPr>
            <a:xfrm>
              <a:off x="6777990" y="3874492"/>
              <a:ext cx="411129" cy="513083"/>
              <a:chOff x="6777990" y="3874492"/>
              <a:chExt cx="411129" cy="513083"/>
            </a:xfrm>
          </p:grpSpPr>
          <p:cxnSp>
            <p:nvCxnSpPr>
              <p:cNvPr id="14528" name="Google Shape;14528;p88"/>
              <p:cNvCxnSpPr/>
              <p:nvPr/>
            </p:nvCxnSpPr>
            <p:spPr>
              <a:xfrm>
                <a:off x="6977019" y="4216875"/>
                <a:ext cx="0" cy="170700"/>
              </a:xfrm>
              <a:prstGeom prst="straightConnector1">
                <a:avLst/>
              </a:prstGeom>
              <a:noFill/>
              <a:ln cap="flat" cmpd="sng" w="19050">
                <a:solidFill>
                  <a:srgbClr val="A5B7C6"/>
                </a:solidFill>
                <a:prstDash val="solid"/>
                <a:round/>
                <a:headEnd len="med" w="med" type="none"/>
                <a:tailEnd len="med" w="med" type="diamond"/>
              </a:ln>
            </p:spPr>
          </p:cxnSp>
          <p:sp>
            <p:nvSpPr>
              <p:cNvPr id="14529" name="Google Shape;14529;p88"/>
              <p:cNvSpPr/>
              <p:nvPr/>
            </p:nvSpPr>
            <p:spPr>
              <a:xfrm>
                <a:off x="6777990"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30" name="Google Shape;14530;p88"/>
            <p:cNvGrpSpPr/>
            <p:nvPr/>
          </p:nvGrpSpPr>
          <p:grpSpPr>
            <a:xfrm>
              <a:off x="7188425" y="3710194"/>
              <a:ext cx="411123" cy="520535"/>
              <a:chOff x="7188425" y="3710194"/>
              <a:chExt cx="411123" cy="520535"/>
            </a:xfrm>
          </p:grpSpPr>
          <p:cxnSp>
            <p:nvCxnSpPr>
              <p:cNvPr id="14531" name="Google Shape;14531;p88"/>
              <p:cNvCxnSpPr/>
              <p:nvPr/>
            </p:nvCxnSpPr>
            <p:spPr>
              <a:xfrm rot="10800000">
                <a:off x="7393988" y="3710194"/>
                <a:ext cx="0" cy="170700"/>
              </a:xfrm>
              <a:prstGeom prst="straightConnector1">
                <a:avLst/>
              </a:prstGeom>
              <a:noFill/>
              <a:ln cap="flat" cmpd="sng" w="19050">
                <a:solidFill>
                  <a:srgbClr val="A5B7C6"/>
                </a:solidFill>
                <a:prstDash val="solid"/>
                <a:round/>
                <a:headEnd len="med" w="med" type="none"/>
                <a:tailEnd len="med" w="med" type="diamond"/>
              </a:ln>
            </p:spPr>
          </p:cxnSp>
          <p:sp>
            <p:nvSpPr>
              <p:cNvPr id="14532" name="Google Shape;14532;p88"/>
              <p:cNvSpPr/>
              <p:nvPr/>
            </p:nvSpPr>
            <p:spPr>
              <a:xfrm>
                <a:off x="7188425" y="3874492"/>
                <a:ext cx="411123" cy="356237"/>
              </a:xfrm>
              <a:custGeom>
                <a:rect b="b" l="l" r="r" t="t"/>
                <a:pathLst>
                  <a:path extrusionOk="0" h="60023" w="69271">
                    <a:moveTo>
                      <a:pt x="17274" y="0"/>
                    </a:moveTo>
                    <a:lnTo>
                      <a:pt x="0" y="30011"/>
                    </a:lnTo>
                    <a:lnTo>
                      <a:pt x="17274"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33" name="Google Shape;14533;p88"/>
            <p:cNvGrpSpPr/>
            <p:nvPr/>
          </p:nvGrpSpPr>
          <p:grpSpPr>
            <a:xfrm>
              <a:off x="7603341" y="3874492"/>
              <a:ext cx="411474" cy="513083"/>
              <a:chOff x="7603341" y="3874492"/>
              <a:chExt cx="411474" cy="513083"/>
            </a:xfrm>
          </p:grpSpPr>
          <p:cxnSp>
            <p:nvCxnSpPr>
              <p:cNvPr id="14534" name="Google Shape;14534;p88"/>
              <p:cNvCxnSpPr/>
              <p:nvPr/>
            </p:nvCxnSpPr>
            <p:spPr>
              <a:xfrm>
                <a:off x="7809095" y="4216875"/>
                <a:ext cx="0" cy="170700"/>
              </a:xfrm>
              <a:prstGeom prst="straightConnector1">
                <a:avLst/>
              </a:prstGeom>
              <a:noFill/>
              <a:ln cap="flat" cmpd="sng" w="19050">
                <a:solidFill>
                  <a:srgbClr val="A5B7C6"/>
                </a:solidFill>
                <a:prstDash val="solid"/>
                <a:round/>
                <a:headEnd len="med" w="med" type="none"/>
                <a:tailEnd len="med" w="med" type="diamond"/>
              </a:ln>
            </p:spPr>
          </p:cxnSp>
          <p:sp>
            <p:nvSpPr>
              <p:cNvPr id="14535" name="Google Shape;14535;p88"/>
              <p:cNvSpPr/>
              <p:nvPr/>
            </p:nvSpPr>
            <p:spPr>
              <a:xfrm>
                <a:off x="7603341" y="3874492"/>
                <a:ext cx="411474" cy="356237"/>
              </a:xfrm>
              <a:custGeom>
                <a:rect b="b" l="l" r="r" t="t"/>
                <a:pathLst>
                  <a:path extrusionOk="0" h="60023" w="69330">
                    <a:moveTo>
                      <a:pt x="17333" y="0"/>
                    </a:moveTo>
                    <a:lnTo>
                      <a:pt x="1" y="30011"/>
                    </a:lnTo>
                    <a:lnTo>
                      <a:pt x="17333" y="60023"/>
                    </a:lnTo>
                    <a:lnTo>
                      <a:pt x="51998" y="60023"/>
                    </a:lnTo>
                    <a:lnTo>
                      <a:pt x="69330" y="30011"/>
                    </a:lnTo>
                    <a:lnTo>
                      <a:pt x="51998"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36" name="Google Shape;14536;p88"/>
            <p:cNvGrpSpPr/>
            <p:nvPr/>
          </p:nvGrpSpPr>
          <p:grpSpPr>
            <a:xfrm>
              <a:off x="8013776" y="3722847"/>
              <a:ext cx="411129" cy="507881"/>
              <a:chOff x="8013776" y="3722847"/>
              <a:chExt cx="411129" cy="507881"/>
            </a:xfrm>
          </p:grpSpPr>
          <p:cxnSp>
            <p:nvCxnSpPr>
              <p:cNvPr id="14537" name="Google Shape;14537;p88"/>
              <p:cNvCxnSpPr/>
              <p:nvPr/>
            </p:nvCxnSpPr>
            <p:spPr>
              <a:xfrm rot="10800000">
                <a:off x="8219339" y="3722847"/>
                <a:ext cx="0" cy="169800"/>
              </a:xfrm>
              <a:prstGeom prst="straightConnector1">
                <a:avLst/>
              </a:prstGeom>
              <a:noFill/>
              <a:ln cap="flat" cmpd="sng" w="19050">
                <a:solidFill>
                  <a:srgbClr val="A5B7C6"/>
                </a:solidFill>
                <a:prstDash val="solid"/>
                <a:round/>
                <a:headEnd len="med" w="med" type="none"/>
                <a:tailEnd len="med" w="med" type="diamond"/>
              </a:ln>
            </p:spPr>
          </p:cxnSp>
          <p:sp>
            <p:nvSpPr>
              <p:cNvPr id="14538" name="Google Shape;14538;p88"/>
              <p:cNvSpPr/>
              <p:nvPr/>
            </p:nvSpPr>
            <p:spPr>
              <a:xfrm>
                <a:off x="8013776"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539" name="Google Shape;14539;p88"/>
          <p:cNvGrpSpPr/>
          <p:nvPr/>
        </p:nvGrpSpPr>
        <p:grpSpPr>
          <a:xfrm>
            <a:off x="5258295" y="2703853"/>
            <a:ext cx="1421889" cy="1020603"/>
            <a:chOff x="5190863" y="2824811"/>
            <a:chExt cx="1544860" cy="1108869"/>
          </a:xfrm>
        </p:grpSpPr>
        <p:grpSp>
          <p:nvGrpSpPr>
            <p:cNvPr id="14540" name="Google Shape;14540;p88"/>
            <p:cNvGrpSpPr/>
            <p:nvPr/>
          </p:nvGrpSpPr>
          <p:grpSpPr>
            <a:xfrm>
              <a:off x="5938695" y="3176919"/>
              <a:ext cx="685761" cy="404739"/>
              <a:chOff x="5938695" y="3176919"/>
              <a:chExt cx="685761" cy="404739"/>
            </a:xfrm>
          </p:grpSpPr>
          <p:grpSp>
            <p:nvGrpSpPr>
              <p:cNvPr id="14541" name="Google Shape;14541;p88"/>
              <p:cNvGrpSpPr/>
              <p:nvPr/>
            </p:nvGrpSpPr>
            <p:grpSpPr>
              <a:xfrm>
                <a:off x="5938695" y="3176919"/>
                <a:ext cx="685761" cy="404739"/>
                <a:chOff x="5938695" y="3176919"/>
                <a:chExt cx="685761" cy="404739"/>
              </a:xfrm>
            </p:grpSpPr>
            <p:sp>
              <p:nvSpPr>
                <p:cNvPr id="14542" name="Google Shape;14542;p88"/>
                <p:cNvSpPr/>
                <p:nvPr/>
              </p:nvSpPr>
              <p:spPr>
                <a:xfrm>
                  <a:off x="5938695" y="3176919"/>
                  <a:ext cx="404679" cy="404739"/>
                </a:xfrm>
                <a:custGeom>
                  <a:rect b="b" l="l" r="r" t="t"/>
                  <a:pathLst>
                    <a:path extrusionOk="0" h="9651" w="9649">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3" name="Google Shape;14543;p88"/>
                <p:cNvSpPr/>
                <p:nvPr/>
              </p:nvSpPr>
              <p:spPr>
                <a:xfrm>
                  <a:off x="6256893" y="3285705"/>
                  <a:ext cx="367562" cy="187754"/>
                </a:xfrm>
                <a:custGeom>
                  <a:rect b="b" l="l" r="r" t="t"/>
                  <a:pathLst>
                    <a:path extrusionOk="0" h="4477" w="8764">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44" name="Google Shape;14544;p88"/>
              <p:cNvSpPr/>
              <p:nvPr/>
            </p:nvSpPr>
            <p:spPr>
              <a:xfrm>
                <a:off x="6044300" y="3282475"/>
                <a:ext cx="191959" cy="191990"/>
              </a:xfrm>
              <a:custGeom>
                <a:rect b="b" l="l" r="r" t="t"/>
                <a:pathLst>
                  <a:path extrusionOk="0" h="4578" w="4577">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45" name="Google Shape;14545;p88"/>
            <p:cNvGrpSpPr/>
            <p:nvPr/>
          </p:nvGrpSpPr>
          <p:grpSpPr>
            <a:xfrm>
              <a:off x="5305233" y="3176835"/>
              <a:ext cx="685971" cy="404655"/>
              <a:chOff x="5305233" y="3176835"/>
              <a:chExt cx="685971" cy="404655"/>
            </a:xfrm>
          </p:grpSpPr>
          <p:grpSp>
            <p:nvGrpSpPr>
              <p:cNvPr id="14546" name="Google Shape;14546;p88"/>
              <p:cNvGrpSpPr/>
              <p:nvPr/>
            </p:nvGrpSpPr>
            <p:grpSpPr>
              <a:xfrm>
                <a:off x="5305233" y="3176835"/>
                <a:ext cx="685971" cy="404655"/>
                <a:chOff x="5305233" y="3176835"/>
                <a:chExt cx="685971" cy="404655"/>
              </a:xfrm>
            </p:grpSpPr>
            <p:sp>
              <p:nvSpPr>
                <p:cNvPr id="14547" name="Google Shape;14547;p88"/>
                <p:cNvSpPr/>
                <p:nvPr/>
              </p:nvSpPr>
              <p:spPr>
                <a:xfrm>
                  <a:off x="5586650" y="3176835"/>
                  <a:ext cx="404553" cy="404655"/>
                </a:xfrm>
                <a:custGeom>
                  <a:rect b="b" l="l" r="r" t="t"/>
                  <a:pathLst>
                    <a:path extrusionOk="0" h="9649" w="9646">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8" name="Google Shape;14548;p88"/>
                <p:cNvSpPr/>
                <p:nvPr/>
              </p:nvSpPr>
              <p:spPr>
                <a:xfrm>
                  <a:off x="5305233" y="3285914"/>
                  <a:ext cx="367352" cy="187796"/>
                </a:xfrm>
                <a:custGeom>
                  <a:rect b="b" l="l" r="r" t="t"/>
                  <a:pathLst>
                    <a:path extrusionOk="0" h="4478" w="8759">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49" name="Google Shape;14549;p88"/>
              <p:cNvSpPr/>
              <p:nvPr/>
            </p:nvSpPr>
            <p:spPr>
              <a:xfrm>
                <a:off x="5694436" y="3282475"/>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50" name="Google Shape;14550;p88"/>
            <p:cNvSpPr/>
            <p:nvPr/>
          </p:nvSpPr>
          <p:spPr>
            <a:xfrm>
              <a:off x="6103938" y="3114683"/>
              <a:ext cx="40933" cy="7549"/>
            </a:xfrm>
            <a:custGeom>
              <a:rect b="b" l="l" r="r" t="t"/>
              <a:pathLst>
                <a:path extrusionOk="0" h="180" w="976">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51" name="Google Shape;14551;p88"/>
            <p:cNvGrpSpPr/>
            <p:nvPr/>
          </p:nvGrpSpPr>
          <p:grpSpPr>
            <a:xfrm>
              <a:off x="5657361" y="2824811"/>
              <a:ext cx="1078361" cy="404655"/>
              <a:chOff x="5657361" y="2824811"/>
              <a:chExt cx="1078361" cy="404655"/>
            </a:xfrm>
          </p:grpSpPr>
          <p:grpSp>
            <p:nvGrpSpPr>
              <p:cNvPr id="14552" name="Google Shape;14552;p88"/>
              <p:cNvGrpSpPr/>
              <p:nvPr/>
            </p:nvGrpSpPr>
            <p:grpSpPr>
              <a:xfrm>
                <a:off x="5657361" y="2824811"/>
                <a:ext cx="1078361" cy="404655"/>
                <a:chOff x="5657361" y="2824811"/>
                <a:chExt cx="1078361" cy="404655"/>
              </a:xfrm>
            </p:grpSpPr>
            <p:grpSp>
              <p:nvGrpSpPr>
                <p:cNvPr id="14553" name="Google Shape;14553;p88"/>
                <p:cNvGrpSpPr/>
                <p:nvPr/>
              </p:nvGrpSpPr>
              <p:grpSpPr>
                <a:xfrm>
                  <a:off x="5938485" y="2824811"/>
                  <a:ext cx="797237" cy="404655"/>
                  <a:chOff x="5938485" y="2824811"/>
                  <a:chExt cx="797237" cy="404655"/>
                </a:xfrm>
              </p:grpSpPr>
              <p:sp>
                <p:nvSpPr>
                  <p:cNvPr id="14554" name="Google Shape;14554;p88"/>
                  <p:cNvSpPr/>
                  <p:nvPr/>
                </p:nvSpPr>
                <p:spPr>
                  <a:xfrm>
                    <a:off x="6137952" y="2824811"/>
                    <a:ext cx="597771" cy="301698"/>
                  </a:xfrm>
                  <a:custGeom>
                    <a:rect b="b" l="l" r="r" t="t"/>
                    <a:pathLst>
                      <a:path extrusionOk="0" h="7194" w="14253">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5" name="Google Shape;14555;p88"/>
                  <p:cNvSpPr/>
                  <p:nvPr/>
                </p:nvSpPr>
                <p:spPr>
                  <a:xfrm>
                    <a:off x="5938485" y="2824811"/>
                    <a:ext cx="202151" cy="404655"/>
                  </a:xfrm>
                  <a:custGeom>
                    <a:rect b="b" l="l" r="r" t="t"/>
                    <a:pathLst>
                      <a:path extrusionOk="0" h="9649" w="482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56" name="Google Shape;14556;p88"/>
                <p:cNvSpPr/>
                <p:nvPr/>
              </p:nvSpPr>
              <p:spPr>
                <a:xfrm>
                  <a:off x="5657361" y="2934478"/>
                  <a:ext cx="367688" cy="187838"/>
                </a:xfrm>
                <a:custGeom>
                  <a:rect b="b" l="l" r="r" t="t"/>
                  <a:pathLst>
                    <a:path extrusionOk="0" h="4479" w="8767">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57" name="Google Shape;14557;p88"/>
              <p:cNvSpPr/>
              <p:nvPr/>
            </p:nvSpPr>
            <p:spPr>
              <a:xfrm>
                <a:off x="6047361" y="2932675"/>
                <a:ext cx="192001" cy="191990"/>
              </a:xfrm>
              <a:custGeom>
                <a:rect b="b" l="l" r="r" t="t"/>
                <a:pathLst>
                  <a:path extrusionOk="0" h="4578" w="4578">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558" name="Google Shape;14558;p88"/>
            <p:cNvGrpSpPr/>
            <p:nvPr/>
          </p:nvGrpSpPr>
          <p:grpSpPr>
            <a:xfrm>
              <a:off x="5190863" y="3528942"/>
              <a:ext cx="1078026" cy="404739"/>
              <a:chOff x="5190863" y="3528942"/>
              <a:chExt cx="1078026" cy="404739"/>
            </a:xfrm>
          </p:grpSpPr>
          <p:sp>
            <p:nvSpPr>
              <p:cNvPr id="14559" name="Google Shape;14559;p88"/>
              <p:cNvSpPr/>
              <p:nvPr/>
            </p:nvSpPr>
            <p:spPr>
              <a:xfrm>
                <a:off x="5694436" y="3635379"/>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60" name="Google Shape;14560;p88"/>
              <p:cNvGrpSpPr/>
              <p:nvPr/>
            </p:nvGrpSpPr>
            <p:grpSpPr>
              <a:xfrm>
                <a:off x="5190863" y="3528942"/>
                <a:ext cx="1078026" cy="404739"/>
                <a:chOff x="5190863" y="3528942"/>
                <a:chExt cx="1078026" cy="404739"/>
              </a:xfrm>
            </p:grpSpPr>
            <p:sp>
              <p:nvSpPr>
                <p:cNvPr id="14561" name="Google Shape;14561;p88"/>
                <p:cNvSpPr/>
                <p:nvPr/>
              </p:nvSpPr>
              <p:spPr>
                <a:xfrm>
                  <a:off x="5190863" y="3528942"/>
                  <a:ext cx="800551" cy="404739"/>
                </a:xfrm>
                <a:custGeom>
                  <a:rect b="b" l="l" r="r" t="t"/>
                  <a:pathLst>
                    <a:path extrusionOk="0" h="9651" w="19088">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2" name="Google Shape;14562;p88"/>
                <p:cNvSpPr/>
                <p:nvPr/>
              </p:nvSpPr>
              <p:spPr>
                <a:xfrm>
                  <a:off x="5905730" y="3637351"/>
                  <a:ext cx="363158" cy="187796"/>
                </a:xfrm>
                <a:custGeom>
                  <a:rect b="b" l="l" r="r" t="t"/>
                  <a:pathLst>
                    <a:path extrusionOk="0" h="4478" w="8659">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4563" name="Google Shape;14563;p88"/>
          <p:cNvGrpSpPr/>
          <p:nvPr/>
        </p:nvGrpSpPr>
        <p:grpSpPr>
          <a:xfrm>
            <a:off x="724302" y="1268321"/>
            <a:ext cx="1086719" cy="879487"/>
            <a:chOff x="803162" y="1474292"/>
            <a:chExt cx="1086719" cy="879487"/>
          </a:xfrm>
        </p:grpSpPr>
        <p:grpSp>
          <p:nvGrpSpPr>
            <p:cNvPr id="14564" name="Google Shape;14564;p88"/>
            <p:cNvGrpSpPr/>
            <p:nvPr/>
          </p:nvGrpSpPr>
          <p:grpSpPr>
            <a:xfrm>
              <a:off x="803162" y="1625948"/>
              <a:ext cx="445856" cy="576579"/>
              <a:chOff x="803162" y="1625948"/>
              <a:chExt cx="445856" cy="576579"/>
            </a:xfrm>
          </p:grpSpPr>
          <p:sp>
            <p:nvSpPr>
              <p:cNvPr id="14565" name="Google Shape;14565;p88"/>
              <p:cNvSpPr/>
              <p:nvPr/>
            </p:nvSpPr>
            <p:spPr>
              <a:xfrm>
                <a:off x="803162" y="1847356"/>
                <a:ext cx="133646" cy="13386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66" name="Google Shape;14566;p88"/>
              <p:cNvGrpSpPr/>
              <p:nvPr/>
            </p:nvGrpSpPr>
            <p:grpSpPr>
              <a:xfrm>
                <a:off x="1056023" y="1625948"/>
                <a:ext cx="192995" cy="576579"/>
                <a:chOff x="1056023" y="1625948"/>
                <a:chExt cx="192995" cy="576579"/>
              </a:xfrm>
            </p:grpSpPr>
            <p:sp>
              <p:nvSpPr>
                <p:cNvPr id="14567" name="Google Shape;14567;p88"/>
                <p:cNvSpPr/>
                <p:nvPr/>
              </p:nvSpPr>
              <p:spPr>
                <a:xfrm>
                  <a:off x="1066902" y="1914079"/>
                  <a:ext cx="167456" cy="269382"/>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8" name="Google Shape;14568;p88"/>
                <p:cNvSpPr/>
                <p:nvPr/>
              </p:nvSpPr>
              <p:spPr>
                <a:xfrm>
                  <a:off x="1066902" y="1645136"/>
                  <a:ext cx="167456" cy="269382"/>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9" name="Google Shape;14569;p88"/>
                <p:cNvSpPr/>
                <p:nvPr/>
              </p:nvSpPr>
              <p:spPr>
                <a:xfrm>
                  <a:off x="1056023" y="1893872"/>
                  <a:ext cx="40644" cy="40644"/>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0" name="Google Shape;14570;p88"/>
                <p:cNvSpPr/>
                <p:nvPr/>
              </p:nvSpPr>
              <p:spPr>
                <a:xfrm>
                  <a:off x="1220365" y="2164199"/>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1" name="Google Shape;14571;p88"/>
                <p:cNvSpPr/>
                <p:nvPr/>
              </p:nvSpPr>
              <p:spPr>
                <a:xfrm>
                  <a:off x="1220365" y="1625948"/>
                  <a:ext cx="28654" cy="38467"/>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572" name="Google Shape;14572;p88"/>
            <p:cNvGrpSpPr/>
            <p:nvPr/>
          </p:nvGrpSpPr>
          <p:grpSpPr>
            <a:xfrm>
              <a:off x="1371406" y="1474292"/>
              <a:ext cx="518475" cy="879487"/>
              <a:chOff x="1398231" y="1474292"/>
              <a:chExt cx="518475" cy="879487"/>
            </a:xfrm>
          </p:grpSpPr>
          <p:grpSp>
            <p:nvGrpSpPr>
              <p:cNvPr id="14573" name="Google Shape;14573;p88"/>
              <p:cNvGrpSpPr/>
              <p:nvPr/>
            </p:nvGrpSpPr>
            <p:grpSpPr>
              <a:xfrm>
                <a:off x="1398231" y="1474292"/>
                <a:ext cx="518475" cy="341643"/>
                <a:chOff x="1398231" y="1474292"/>
                <a:chExt cx="518475" cy="341643"/>
              </a:xfrm>
            </p:grpSpPr>
            <p:sp>
              <p:nvSpPr>
                <p:cNvPr id="14574" name="Google Shape;14574;p88"/>
                <p:cNvSpPr/>
                <p:nvPr/>
              </p:nvSpPr>
              <p:spPr>
                <a:xfrm>
                  <a:off x="1398231" y="1595601"/>
                  <a:ext cx="102159" cy="99017"/>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75" name="Google Shape;14575;p88"/>
                <p:cNvGrpSpPr/>
                <p:nvPr/>
              </p:nvGrpSpPr>
              <p:grpSpPr>
                <a:xfrm>
                  <a:off x="1616453" y="1474292"/>
                  <a:ext cx="300253" cy="341643"/>
                  <a:chOff x="1616453" y="1475379"/>
                  <a:chExt cx="300253" cy="341643"/>
                </a:xfrm>
              </p:grpSpPr>
              <p:sp>
                <p:nvSpPr>
                  <p:cNvPr id="14576" name="Google Shape;14576;p88"/>
                  <p:cNvSpPr/>
                  <p:nvPr/>
                </p:nvSpPr>
                <p:spPr>
                  <a:xfrm>
                    <a:off x="1631387" y="1645136"/>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7" name="Google Shape;14577;p88"/>
                  <p:cNvSpPr/>
                  <p:nvPr/>
                </p:nvSpPr>
                <p:spPr>
                  <a:xfrm>
                    <a:off x="1716447" y="1509882"/>
                    <a:ext cx="82400" cy="61302"/>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8" name="Google Shape;14578;p88"/>
                  <p:cNvSpPr/>
                  <p:nvPr/>
                </p:nvSpPr>
                <p:spPr>
                  <a:xfrm>
                    <a:off x="1716447" y="1719091"/>
                    <a:ext cx="82400" cy="61076"/>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9" name="Google Shape;14579;p88"/>
                  <p:cNvSpPr/>
                  <p:nvPr/>
                </p:nvSpPr>
                <p:spPr>
                  <a:xfrm>
                    <a:off x="1631387" y="1570955"/>
                    <a:ext cx="85283" cy="74185"/>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0" name="Google Shape;14580;p88"/>
                  <p:cNvSpPr/>
                  <p:nvPr/>
                </p:nvSpPr>
                <p:spPr>
                  <a:xfrm>
                    <a:off x="1616453" y="1624776"/>
                    <a:ext cx="42868" cy="40717"/>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1" name="Google Shape;14581;p88"/>
                  <p:cNvSpPr/>
                  <p:nvPr/>
                </p:nvSpPr>
                <p:spPr>
                  <a:xfrm>
                    <a:off x="1784849" y="1760975"/>
                    <a:ext cx="28654" cy="38467"/>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2" name="Google Shape;14582;p88"/>
                  <p:cNvSpPr/>
                  <p:nvPr/>
                </p:nvSpPr>
                <p:spPr>
                  <a:xfrm>
                    <a:off x="1784849" y="1490834"/>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83" name="Google Shape;14583;p88"/>
                  <p:cNvGrpSpPr/>
                  <p:nvPr/>
                </p:nvGrpSpPr>
                <p:grpSpPr>
                  <a:xfrm>
                    <a:off x="1839639" y="1475379"/>
                    <a:ext cx="77067" cy="341643"/>
                    <a:chOff x="1839639" y="1475379"/>
                    <a:chExt cx="77067" cy="341643"/>
                  </a:xfrm>
                </p:grpSpPr>
                <p:sp>
                  <p:nvSpPr>
                    <p:cNvPr id="14584" name="Google Shape;14584;p88"/>
                    <p:cNvSpPr/>
                    <p:nvPr/>
                  </p:nvSpPr>
                  <p:spPr>
                    <a:xfrm>
                      <a:off x="1839639" y="1745481"/>
                      <a:ext cx="77067" cy="7154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5" name="Google Shape;14585;p88"/>
                    <p:cNvSpPr/>
                    <p:nvPr/>
                  </p:nvSpPr>
                  <p:spPr>
                    <a:xfrm>
                      <a:off x="1839639" y="1475379"/>
                      <a:ext cx="77067" cy="71595"/>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4586" name="Google Shape;14586;p88"/>
              <p:cNvGrpSpPr/>
              <p:nvPr/>
            </p:nvGrpSpPr>
            <p:grpSpPr>
              <a:xfrm>
                <a:off x="1398451" y="2012951"/>
                <a:ext cx="518255" cy="340828"/>
                <a:chOff x="1398451" y="2012951"/>
                <a:chExt cx="518255" cy="340828"/>
              </a:xfrm>
            </p:grpSpPr>
            <p:sp>
              <p:nvSpPr>
                <p:cNvPr id="14587" name="Google Shape;14587;p88"/>
                <p:cNvSpPr/>
                <p:nvPr/>
              </p:nvSpPr>
              <p:spPr>
                <a:xfrm>
                  <a:off x="1398451" y="2133928"/>
                  <a:ext cx="102166" cy="99017"/>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88" name="Google Shape;14588;p88"/>
                <p:cNvGrpSpPr/>
                <p:nvPr/>
              </p:nvGrpSpPr>
              <p:grpSpPr>
                <a:xfrm>
                  <a:off x="1616453" y="2012951"/>
                  <a:ext cx="300253" cy="340828"/>
                  <a:chOff x="1616453" y="2013538"/>
                  <a:chExt cx="300253" cy="340828"/>
                </a:xfrm>
              </p:grpSpPr>
              <p:sp>
                <p:nvSpPr>
                  <p:cNvPr id="14589" name="Google Shape;14589;p88"/>
                  <p:cNvSpPr/>
                  <p:nvPr/>
                </p:nvSpPr>
                <p:spPr>
                  <a:xfrm>
                    <a:off x="1631387" y="2183474"/>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0" name="Google Shape;14590;p88"/>
                  <p:cNvSpPr/>
                  <p:nvPr/>
                </p:nvSpPr>
                <p:spPr>
                  <a:xfrm>
                    <a:off x="1716447" y="2048220"/>
                    <a:ext cx="82400" cy="61076"/>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1" name="Google Shape;14591;p88"/>
                  <p:cNvSpPr/>
                  <p:nvPr/>
                </p:nvSpPr>
                <p:spPr>
                  <a:xfrm>
                    <a:off x="1716447" y="2257422"/>
                    <a:ext cx="82400" cy="61083"/>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2" name="Google Shape;14592;p88"/>
                  <p:cNvSpPr/>
                  <p:nvPr/>
                </p:nvSpPr>
                <p:spPr>
                  <a:xfrm>
                    <a:off x="1631387" y="2109073"/>
                    <a:ext cx="85283" cy="74398"/>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3" name="Google Shape;14593;p88"/>
                  <p:cNvSpPr/>
                  <p:nvPr/>
                </p:nvSpPr>
                <p:spPr>
                  <a:xfrm>
                    <a:off x="1616453" y="2163114"/>
                    <a:ext cx="42868" cy="40491"/>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4" name="Google Shape;14594;p88"/>
                  <p:cNvSpPr/>
                  <p:nvPr/>
                </p:nvSpPr>
                <p:spPr>
                  <a:xfrm>
                    <a:off x="1784849" y="2299227"/>
                    <a:ext cx="28654" cy="3851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5" name="Google Shape;14595;p88"/>
                  <p:cNvSpPr/>
                  <p:nvPr/>
                </p:nvSpPr>
                <p:spPr>
                  <a:xfrm>
                    <a:off x="1784849" y="2028946"/>
                    <a:ext cx="28654" cy="38547"/>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96" name="Google Shape;14596;p88"/>
                  <p:cNvGrpSpPr/>
                  <p:nvPr/>
                </p:nvGrpSpPr>
                <p:grpSpPr>
                  <a:xfrm>
                    <a:off x="1839639" y="2013538"/>
                    <a:ext cx="77067" cy="340828"/>
                    <a:chOff x="1839639" y="2013538"/>
                    <a:chExt cx="77067" cy="340828"/>
                  </a:xfrm>
                </p:grpSpPr>
                <p:sp>
                  <p:nvSpPr>
                    <p:cNvPr id="14597" name="Google Shape;14597;p88"/>
                    <p:cNvSpPr/>
                    <p:nvPr/>
                  </p:nvSpPr>
                  <p:spPr>
                    <a:xfrm>
                      <a:off x="1839639" y="2282618"/>
                      <a:ext cx="77067" cy="71748"/>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8" name="Google Shape;14598;p88"/>
                    <p:cNvSpPr/>
                    <p:nvPr/>
                  </p:nvSpPr>
                  <p:spPr>
                    <a:xfrm>
                      <a:off x="1839639" y="2013538"/>
                      <a:ext cx="77067" cy="7158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grpSp>
        <p:nvGrpSpPr>
          <p:cNvPr id="14599" name="Google Shape;14599;p88"/>
          <p:cNvGrpSpPr/>
          <p:nvPr/>
        </p:nvGrpSpPr>
        <p:grpSpPr>
          <a:xfrm>
            <a:off x="721126" y="3399508"/>
            <a:ext cx="1368681" cy="682918"/>
            <a:chOff x="724986" y="3605478"/>
            <a:chExt cx="1368681" cy="682918"/>
          </a:xfrm>
        </p:grpSpPr>
        <p:grpSp>
          <p:nvGrpSpPr>
            <p:cNvPr id="14600" name="Google Shape;14600;p88"/>
            <p:cNvGrpSpPr/>
            <p:nvPr/>
          </p:nvGrpSpPr>
          <p:grpSpPr>
            <a:xfrm>
              <a:off x="1289102" y="3823629"/>
              <a:ext cx="240442" cy="250435"/>
              <a:chOff x="-165066" y="3843615"/>
              <a:chExt cx="221259" cy="230455"/>
            </a:xfrm>
          </p:grpSpPr>
          <p:sp>
            <p:nvSpPr>
              <p:cNvPr id="14601" name="Google Shape;14601;p88"/>
              <p:cNvSpPr/>
              <p:nvPr/>
            </p:nvSpPr>
            <p:spPr>
              <a:xfrm>
                <a:off x="-165066" y="3843615"/>
                <a:ext cx="106189" cy="230455"/>
              </a:xfrm>
              <a:custGeom>
                <a:rect b="b" l="l" r="r" t="t"/>
                <a:pathLst>
                  <a:path extrusionOk="0" h="19697" w="9076">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2" name="Google Shape;14602;p88"/>
              <p:cNvSpPr/>
              <p:nvPr/>
            </p:nvSpPr>
            <p:spPr>
              <a:xfrm>
                <a:off x="-100985" y="3906105"/>
                <a:ext cx="41804" cy="52708"/>
              </a:xfrm>
              <a:custGeom>
                <a:rect b="b" l="l" r="r" t="t"/>
                <a:pathLst>
                  <a:path extrusionOk="0" fill="none" h="4505" w="3573">
                    <a:moveTo>
                      <a:pt x="3573" y="1"/>
                    </a:moveTo>
                    <a:cubicBezTo>
                      <a:pt x="3573" y="1"/>
                      <a:pt x="1" y="221"/>
                      <a:pt x="997" y="4504"/>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3" name="Google Shape;14603;p88"/>
              <p:cNvSpPr/>
              <p:nvPr/>
            </p:nvSpPr>
            <p:spPr>
              <a:xfrm>
                <a:off x="-86594" y="3875146"/>
                <a:ext cx="27296" cy="25717"/>
              </a:xfrm>
              <a:custGeom>
                <a:rect b="b" l="l" r="r" t="t"/>
                <a:pathLst>
                  <a:path extrusionOk="0" fill="none" h="2198" w="2333">
                    <a:moveTo>
                      <a:pt x="0" y="696"/>
                    </a:moveTo>
                    <a:cubicBezTo>
                      <a:pt x="0" y="696"/>
                      <a:pt x="2333" y="0"/>
                      <a:pt x="2333" y="2197"/>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4" name="Google Shape;14604;p88"/>
              <p:cNvSpPr/>
              <p:nvPr/>
            </p:nvSpPr>
            <p:spPr>
              <a:xfrm>
                <a:off x="-113855" y="3879078"/>
                <a:ext cx="8986" cy="21785"/>
              </a:xfrm>
              <a:custGeom>
                <a:rect b="b" l="l" r="r" t="t"/>
                <a:pathLst>
                  <a:path extrusionOk="0" fill="none" h="1862" w="768">
                    <a:moveTo>
                      <a:pt x="1" y="1"/>
                    </a:moveTo>
                    <a:cubicBezTo>
                      <a:pt x="1" y="1"/>
                      <a:pt x="1" y="1056"/>
                      <a:pt x="768" y="1861"/>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5" name="Google Shape;14605;p88"/>
              <p:cNvSpPr/>
              <p:nvPr/>
            </p:nvSpPr>
            <p:spPr>
              <a:xfrm>
                <a:off x="-148861" y="3908679"/>
                <a:ext cx="53340" cy="15538"/>
              </a:xfrm>
              <a:custGeom>
                <a:rect b="b" l="l" r="r" t="t"/>
                <a:pathLst>
                  <a:path extrusionOk="0" fill="none" h="1328" w="4559">
                    <a:moveTo>
                      <a:pt x="0" y="1030"/>
                    </a:moveTo>
                    <a:cubicBezTo>
                      <a:pt x="1301" y="1"/>
                      <a:pt x="2559" y="1327"/>
                      <a:pt x="2559" y="1327"/>
                    </a:cubicBezTo>
                    <a:cubicBezTo>
                      <a:pt x="2559" y="1327"/>
                      <a:pt x="2828" y="150"/>
                      <a:pt x="4559" y="642"/>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6" name="Google Shape;14606;p88"/>
              <p:cNvSpPr/>
              <p:nvPr/>
            </p:nvSpPr>
            <p:spPr>
              <a:xfrm>
                <a:off x="-137430" y="3963493"/>
                <a:ext cx="28092" cy="51948"/>
              </a:xfrm>
              <a:custGeom>
                <a:rect b="b" l="l" r="r" t="t"/>
                <a:pathLst>
                  <a:path extrusionOk="0" fill="none" h="4440" w="2401">
                    <a:moveTo>
                      <a:pt x="10" y="4439"/>
                    </a:moveTo>
                    <a:cubicBezTo>
                      <a:pt x="10" y="4439"/>
                      <a:pt x="0" y="2220"/>
                      <a:pt x="1718" y="2437"/>
                    </a:cubicBezTo>
                    <a:cubicBezTo>
                      <a:pt x="1718" y="2437"/>
                      <a:pt x="828" y="1217"/>
                      <a:pt x="2401" y="1"/>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7" name="Google Shape;14607;p88"/>
              <p:cNvSpPr/>
              <p:nvPr/>
            </p:nvSpPr>
            <p:spPr>
              <a:xfrm>
                <a:off x="-122021" y="4015429"/>
                <a:ext cx="12461" cy="32374"/>
              </a:xfrm>
              <a:custGeom>
                <a:rect b="b" l="l" r="r" t="t"/>
                <a:pathLst>
                  <a:path extrusionOk="0" fill="none" h="2767" w="1065">
                    <a:moveTo>
                      <a:pt x="1064" y="0"/>
                    </a:moveTo>
                    <a:cubicBezTo>
                      <a:pt x="1064" y="0"/>
                      <a:pt x="0" y="1146"/>
                      <a:pt x="702" y="2767"/>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8" name="Google Shape;14608;p88"/>
              <p:cNvSpPr/>
              <p:nvPr/>
            </p:nvSpPr>
            <p:spPr>
              <a:xfrm>
                <a:off x="-95533" y="4013124"/>
                <a:ext cx="36235" cy="21739"/>
              </a:xfrm>
              <a:custGeom>
                <a:rect b="b" l="l" r="r" t="t"/>
                <a:pathLst>
                  <a:path extrusionOk="0" fill="none" h="1858" w="3097">
                    <a:moveTo>
                      <a:pt x="3097" y="197"/>
                    </a:moveTo>
                    <a:cubicBezTo>
                      <a:pt x="1463" y="0"/>
                      <a:pt x="764" y="1579"/>
                      <a:pt x="764" y="1579"/>
                    </a:cubicBezTo>
                    <a:cubicBezTo>
                      <a:pt x="764" y="1579"/>
                      <a:pt x="334" y="1391"/>
                      <a:pt x="1" y="1857"/>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9" name="Google Shape;14609;p88"/>
              <p:cNvSpPr/>
              <p:nvPr/>
            </p:nvSpPr>
            <p:spPr>
              <a:xfrm>
                <a:off x="-123355" y="3941357"/>
                <a:ext cx="32000" cy="17913"/>
              </a:xfrm>
              <a:custGeom>
                <a:rect b="b" l="l" r="r" t="t"/>
                <a:pathLst>
                  <a:path extrusionOk="0" fill="none" h="1531" w="2735">
                    <a:moveTo>
                      <a:pt x="2735" y="0"/>
                    </a:moveTo>
                    <a:cubicBezTo>
                      <a:pt x="2735" y="0"/>
                      <a:pt x="1085" y="1530"/>
                      <a:pt x="1" y="0"/>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0" name="Google Shape;14610;p88"/>
              <p:cNvSpPr/>
              <p:nvPr/>
            </p:nvSpPr>
            <p:spPr>
              <a:xfrm>
                <a:off x="-91367" y="3973672"/>
                <a:ext cx="32070" cy="15807"/>
              </a:xfrm>
              <a:custGeom>
                <a:rect b="b" l="l" r="r" t="t"/>
                <a:pathLst>
                  <a:path extrusionOk="0" fill="none" h="1351" w="2741">
                    <a:moveTo>
                      <a:pt x="1" y="434"/>
                    </a:moveTo>
                    <a:cubicBezTo>
                      <a:pt x="1" y="434"/>
                      <a:pt x="1709" y="1"/>
                      <a:pt x="2741" y="1350"/>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1" name="Google Shape;14611;p88"/>
              <p:cNvSpPr/>
              <p:nvPr/>
            </p:nvSpPr>
            <p:spPr>
              <a:xfrm>
                <a:off x="-49996" y="3843615"/>
                <a:ext cx="106189" cy="230455"/>
              </a:xfrm>
              <a:custGeom>
                <a:rect b="b" l="l" r="r" t="t"/>
                <a:pathLst>
                  <a:path extrusionOk="0" h="19697" w="9076">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2" name="Google Shape;14612;p88"/>
              <p:cNvSpPr/>
              <p:nvPr/>
            </p:nvSpPr>
            <p:spPr>
              <a:xfrm>
                <a:off x="-49692" y="3906105"/>
                <a:ext cx="41804" cy="52708"/>
              </a:xfrm>
              <a:custGeom>
                <a:rect b="b" l="l" r="r" t="t"/>
                <a:pathLst>
                  <a:path extrusionOk="0" fill="none" h="4505" w="3573">
                    <a:moveTo>
                      <a:pt x="1" y="1"/>
                    </a:moveTo>
                    <a:cubicBezTo>
                      <a:pt x="1" y="1"/>
                      <a:pt x="3572" y="221"/>
                      <a:pt x="2573" y="4504"/>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3" name="Google Shape;14613;p88"/>
              <p:cNvSpPr/>
              <p:nvPr/>
            </p:nvSpPr>
            <p:spPr>
              <a:xfrm>
                <a:off x="-49575" y="3875146"/>
                <a:ext cx="27261" cy="25717"/>
              </a:xfrm>
              <a:custGeom>
                <a:rect b="b" l="l" r="r" t="t"/>
                <a:pathLst>
                  <a:path extrusionOk="0" fill="none" h="2198" w="2330">
                    <a:moveTo>
                      <a:pt x="2330" y="696"/>
                    </a:moveTo>
                    <a:cubicBezTo>
                      <a:pt x="2330" y="696"/>
                      <a:pt x="0" y="0"/>
                      <a:pt x="0" y="2197"/>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4" name="Google Shape;14614;p88"/>
              <p:cNvSpPr/>
              <p:nvPr/>
            </p:nvSpPr>
            <p:spPr>
              <a:xfrm>
                <a:off x="-4003" y="3879078"/>
                <a:ext cx="8986" cy="21785"/>
              </a:xfrm>
              <a:custGeom>
                <a:rect b="b" l="l" r="r" t="t"/>
                <a:pathLst>
                  <a:path extrusionOk="0" fill="none" h="1862" w="768">
                    <a:moveTo>
                      <a:pt x="767" y="1"/>
                    </a:moveTo>
                    <a:cubicBezTo>
                      <a:pt x="767" y="1"/>
                      <a:pt x="767" y="1056"/>
                      <a:pt x="1" y="1861"/>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5" name="Google Shape;14615;p88"/>
              <p:cNvSpPr/>
              <p:nvPr/>
            </p:nvSpPr>
            <p:spPr>
              <a:xfrm>
                <a:off x="-13352" y="3908679"/>
                <a:ext cx="53352" cy="15538"/>
              </a:xfrm>
              <a:custGeom>
                <a:rect b="b" l="l" r="r" t="t"/>
                <a:pathLst>
                  <a:path extrusionOk="0" fill="none" h="1328" w="4560">
                    <a:moveTo>
                      <a:pt x="4559" y="1030"/>
                    </a:moveTo>
                    <a:cubicBezTo>
                      <a:pt x="3258" y="1"/>
                      <a:pt x="1997" y="1327"/>
                      <a:pt x="1997" y="1327"/>
                    </a:cubicBezTo>
                    <a:cubicBezTo>
                      <a:pt x="1997" y="1327"/>
                      <a:pt x="1731" y="150"/>
                      <a:pt x="1" y="642"/>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6" name="Google Shape;14616;p88"/>
              <p:cNvSpPr/>
              <p:nvPr/>
            </p:nvSpPr>
            <p:spPr>
              <a:xfrm>
                <a:off x="466" y="3963493"/>
                <a:ext cx="28092" cy="51948"/>
              </a:xfrm>
              <a:custGeom>
                <a:rect b="b" l="l" r="r" t="t"/>
                <a:pathLst>
                  <a:path extrusionOk="0" fill="none" h="4440" w="2401">
                    <a:moveTo>
                      <a:pt x="2391" y="4439"/>
                    </a:moveTo>
                    <a:cubicBezTo>
                      <a:pt x="2391" y="4439"/>
                      <a:pt x="2401" y="2220"/>
                      <a:pt x="683" y="2437"/>
                    </a:cubicBezTo>
                    <a:cubicBezTo>
                      <a:pt x="683" y="2437"/>
                      <a:pt x="1573" y="1217"/>
                      <a:pt x="0" y="1"/>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7" name="Google Shape;14617;p88"/>
              <p:cNvSpPr/>
              <p:nvPr/>
            </p:nvSpPr>
            <p:spPr>
              <a:xfrm>
                <a:off x="688" y="4015429"/>
                <a:ext cx="12472" cy="32374"/>
              </a:xfrm>
              <a:custGeom>
                <a:rect b="b" l="l" r="r" t="t"/>
                <a:pathLst>
                  <a:path extrusionOk="0" fill="none" h="2767" w="1066">
                    <a:moveTo>
                      <a:pt x="1" y="0"/>
                    </a:moveTo>
                    <a:cubicBezTo>
                      <a:pt x="1" y="0"/>
                      <a:pt x="1065" y="1146"/>
                      <a:pt x="363" y="2767"/>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8" name="Google Shape;14618;p88"/>
              <p:cNvSpPr/>
              <p:nvPr/>
            </p:nvSpPr>
            <p:spPr>
              <a:xfrm>
                <a:off x="-49575" y="4013124"/>
                <a:ext cx="36235" cy="21739"/>
              </a:xfrm>
              <a:custGeom>
                <a:rect b="b" l="l" r="r" t="t"/>
                <a:pathLst>
                  <a:path extrusionOk="0" fill="none" h="1858" w="3097">
                    <a:moveTo>
                      <a:pt x="0" y="197"/>
                    </a:moveTo>
                    <a:cubicBezTo>
                      <a:pt x="1631" y="0"/>
                      <a:pt x="2330" y="1579"/>
                      <a:pt x="2330" y="1579"/>
                    </a:cubicBezTo>
                    <a:cubicBezTo>
                      <a:pt x="2330" y="1579"/>
                      <a:pt x="2763" y="1391"/>
                      <a:pt x="3097" y="1857"/>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9" name="Google Shape;14619;p88"/>
              <p:cNvSpPr/>
              <p:nvPr/>
            </p:nvSpPr>
            <p:spPr>
              <a:xfrm>
                <a:off x="-17517" y="3941357"/>
                <a:ext cx="32000" cy="17913"/>
              </a:xfrm>
              <a:custGeom>
                <a:rect b="b" l="l" r="r" t="t"/>
                <a:pathLst>
                  <a:path extrusionOk="0" fill="none" h="1531" w="2735">
                    <a:moveTo>
                      <a:pt x="1" y="0"/>
                    </a:moveTo>
                    <a:cubicBezTo>
                      <a:pt x="1" y="0"/>
                      <a:pt x="1651" y="1530"/>
                      <a:pt x="2734" y="0"/>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0" name="Google Shape;14620;p88"/>
              <p:cNvSpPr/>
              <p:nvPr/>
            </p:nvSpPr>
            <p:spPr>
              <a:xfrm>
                <a:off x="-49575" y="3973672"/>
                <a:ext cx="32070" cy="15807"/>
              </a:xfrm>
              <a:custGeom>
                <a:rect b="b" l="l" r="r" t="t"/>
                <a:pathLst>
                  <a:path extrusionOk="0" fill="none" h="1351" w="2741">
                    <a:moveTo>
                      <a:pt x="2741" y="434"/>
                    </a:moveTo>
                    <a:cubicBezTo>
                      <a:pt x="2741" y="434"/>
                      <a:pt x="1032" y="1"/>
                      <a:pt x="0" y="1350"/>
                    </a:cubicBezTo>
                  </a:path>
                </a:pathLst>
              </a:custGeom>
              <a:noFill/>
              <a:ln cap="rnd" cmpd="sng" w="8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21" name="Google Shape;14621;p88"/>
            <p:cNvGrpSpPr/>
            <p:nvPr/>
          </p:nvGrpSpPr>
          <p:grpSpPr>
            <a:xfrm>
              <a:off x="724986" y="3605478"/>
              <a:ext cx="1368681" cy="682918"/>
              <a:chOff x="724986" y="3605478"/>
              <a:chExt cx="1368681" cy="682918"/>
            </a:xfrm>
          </p:grpSpPr>
          <p:grpSp>
            <p:nvGrpSpPr>
              <p:cNvPr id="14622" name="Google Shape;14622;p88"/>
              <p:cNvGrpSpPr/>
              <p:nvPr/>
            </p:nvGrpSpPr>
            <p:grpSpPr>
              <a:xfrm>
                <a:off x="1498221" y="4047614"/>
                <a:ext cx="529172" cy="240783"/>
                <a:chOff x="1498221" y="4047614"/>
                <a:chExt cx="529172" cy="240783"/>
              </a:xfrm>
            </p:grpSpPr>
            <p:grpSp>
              <p:nvGrpSpPr>
                <p:cNvPr id="14623" name="Google Shape;14623;p88"/>
                <p:cNvGrpSpPr/>
                <p:nvPr/>
              </p:nvGrpSpPr>
              <p:grpSpPr>
                <a:xfrm>
                  <a:off x="1826655" y="4224370"/>
                  <a:ext cx="200738" cy="25631"/>
                  <a:chOff x="1826655" y="4224370"/>
                  <a:chExt cx="200738" cy="25631"/>
                </a:xfrm>
              </p:grpSpPr>
              <p:sp>
                <p:nvSpPr>
                  <p:cNvPr id="14624" name="Google Shape;14624;p88"/>
                  <p:cNvSpPr/>
                  <p:nvPr/>
                </p:nvSpPr>
                <p:spPr>
                  <a:xfrm>
                    <a:off x="1826655" y="4238011"/>
                    <a:ext cx="175094" cy="5"/>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5" name="Google Shape;14625;p88"/>
                  <p:cNvSpPr/>
                  <p:nvPr/>
                </p:nvSpPr>
                <p:spPr>
                  <a:xfrm>
                    <a:off x="2000728" y="4224370"/>
                    <a:ext cx="26665" cy="25631"/>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26" name="Google Shape;14626;p88"/>
                <p:cNvGrpSpPr/>
                <p:nvPr/>
              </p:nvGrpSpPr>
              <p:grpSpPr>
                <a:xfrm>
                  <a:off x="1498221" y="4047614"/>
                  <a:ext cx="328444" cy="240783"/>
                  <a:chOff x="1498221" y="4047614"/>
                  <a:chExt cx="328444" cy="240783"/>
                </a:xfrm>
              </p:grpSpPr>
              <p:sp>
                <p:nvSpPr>
                  <p:cNvPr id="14627" name="Google Shape;14627;p88"/>
                  <p:cNvSpPr/>
                  <p:nvPr/>
                </p:nvSpPr>
                <p:spPr>
                  <a:xfrm>
                    <a:off x="1648778" y="4185661"/>
                    <a:ext cx="177888" cy="102736"/>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628" name="Google Shape;14628;p88"/>
                  <p:cNvGrpSpPr/>
                  <p:nvPr/>
                </p:nvGrpSpPr>
                <p:grpSpPr>
                  <a:xfrm>
                    <a:off x="1498221" y="4047614"/>
                    <a:ext cx="150566" cy="190416"/>
                    <a:chOff x="1498221" y="4047614"/>
                    <a:chExt cx="150566" cy="190416"/>
                  </a:xfrm>
                </p:grpSpPr>
                <p:sp>
                  <p:nvSpPr>
                    <p:cNvPr id="14629" name="Google Shape;14629;p88"/>
                    <p:cNvSpPr/>
                    <p:nvPr/>
                  </p:nvSpPr>
                  <p:spPr>
                    <a:xfrm>
                      <a:off x="1510686" y="4060421"/>
                      <a:ext cx="138101" cy="177608"/>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0" name="Google Shape;14630;p88"/>
                    <p:cNvSpPr/>
                    <p:nvPr/>
                  </p:nvSpPr>
                  <p:spPr>
                    <a:xfrm>
                      <a:off x="1498221" y="4047614"/>
                      <a:ext cx="26646" cy="25622"/>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4631" name="Google Shape;14631;p88"/>
              <p:cNvGrpSpPr/>
              <p:nvPr/>
            </p:nvGrpSpPr>
            <p:grpSpPr>
              <a:xfrm>
                <a:off x="1560718" y="3800594"/>
                <a:ext cx="532948" cy="302090"/>
                <a:chOff x="1560718" y="3800594"/>
                <a:chExt cx="532948" cy="302090"/>
              </a:xfrm>
            </p:grpSpPr>
            <p:grpSp>
              <p:nvGrpSpPr>
                <p:cNvPr id="14632" name="Google Shape;14632;p88"/>
                <p:cNvGrpSpPr/>
                <p:nvPr/>
              </p:nvGrpSpPr>
              <p:grpSpPr>
                <a:xfrm>
                  <a:off x="1912179" y="3827344"/>
                  <a:ext cx="181487" cy="25631"/>
                  <a:chOff x="1912179" y="3827344"/>
                  <a:chExt cx="181487" cy="25631"/>
                </a:xfrm>
              </p:grpSpPr>
              <p:sp>
                <p:nvSpPr>
                  <p:cNvPr id="14633" name="Google Shape;14633;p88"/>
                  <p:cNvSpPr/>
                  <p:nvPr/>
                </p:nvSpPr>
                <p:spPr>
                  <a:xfrm>
                    <a:off x="2067020" y="3827344"/>
                    <a:ext cx="26646" cy="25631"/>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4" name="Google Shape;14634;p88"/>
                  <p:cNvSpPr/>
                  <p:nvPr/>
                </p:nvSpPr>
                <p:spPr>
                  <a:xfrm>
                    <a:off x="1912179" y="3842838"/>
                    <a:ext cx="156825" cy="5"/>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35" name="Google Shape;14635;p88"/>
                <p:cNvGrpSpPr/>
                <p:nvPr/>
              </p:nvGrpSpPr>
              <p:grpSpPr>
                <a:xfrm>
                  <a:off x="1912179" y="4044505"/>
                  <a:ext cx="181487" cy="25622"/>
                  <a:chOff x="1912179" y="4044506"/>
                  <a:chExt cx="181487" cy="25622"/>
                </a:xfrm>
              </p:grpSpPr>
              <p:sp>
                <p:nvSpPr>
                  <p:cNvPr id="14636" name="Google Shape;14636;p88"/>
                  <p:cNvSpPr/>
                  <p:nvPr/>
                </p:nvSpPr>
                <p:spPr>
                  <a:xfrm>
                    <a:off x="2067020" y="4044505"/>
                    <a:ext cx="26646" cy="25622"/>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7" name="Google Shape;14637;p88"/>
                  <p:cNvSpPr/>
                  <p:nvPr/>
                </p:nvSpPr>
                <p:spPr>
                  <a:xfrm>
                    <a:off x="1912179" y="4059966"/>
                    <a:ext cx="156825" cy="5"/>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38" name="Google Shape;14638;p88"/>
                <p:cNvGrpSpPr/>
                <p:nvPr/>
              </p:nvGrpSpPr>
              <p:grpSpPr>
                <a:xfrm>
                  <a:off x="1560718" y="3800594"/>
                  <a:ext cx="351472" cy="302090"/>
                  <a:chOff x="1560718" y="3800594"/>
                  <a:chExt cx="351472" cy="302090"/>
                </a:xfrm>
              </p:grpSpPr>
              <p:grpSp>
                <p:nvGrpSpPr>
                  <p:cNvPr id="14639" name="Google Shape;14639;p88"/>
                  <p:cNvGrpSpPr/>
                  <p:nvPr/>
                </p:nvGrpSpPr>
                <p:grpSpPr>
                  <a:xfrm>
                    <a:off x="1560718" y="3842857"/>
                    <a:ext cx="173586" cy="217131"/>
                    <a:chOff x="1560718" y="3842857"/>
                    <a:chExt cx="173586" cy="217131"/>
                  </a:xfrm>
                </p:grpSpPr>
                <p:sp>
                  <p:nvSpPr>
                    <p:cNvPr id="14640" name="Google Shape;14640;p88"/>
                    <p:cNvSpPr/>
                    <p:nvPr/>
                  </p:nvSpPr>
                  <p:spPr>
                    <a:xfrm>
                      <a:off x="1560718" y="3951414"/>
                      <a:ext cx="84343" cy="5"/>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1" name="Google Shape;14641;p88"/>
                    <p:cNvSpPr/>
                    <p:nvPr/>
                  </p:nvSpPr>
                  <p:spPr>
                    <a:xfrm>
                      <a:off x="1631242" y="3936509"/>
                      <a:ext cx="26646" cy="25622"/>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2" name="Google Shape;14642;p88"/>
                    <p:cNvSpPr/>
                    <p:nvPr/>
                  </p:nvSpPr>
                  <p:spPr>
                    <a:xfrm>
                      <a:off x="1645054" y="3842857"/>
                      <a:ext cx="89251" cy="217131"/>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643" name="Google Shape;14643;p88"/>
                  <p:cNvSpPr/>
                  <p:nvPr/>
                </p:nvSpPr>
                <p:spPr>
                  <a:xfrm>
                    <a:off x="1733808" y="3800594"/>
                    <a:ext cx="177874" cy="102731"/>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4" name="Google Shape;14644;p88"/>
                  <p:cNvSpPr/>
                  <p:nvPr/>
                </p:nvSpPr>
                <p:spPr>
                  <a:xfrm>
                    <a:off x="1734297" y="3999967"/>
                    <a:ext cx="177893" cy="102717"/>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645" name="Google Shape;14645;p88"/>
              <p:cNvSpPr/>
              <p:nvPr/>
            </p:nvSpPr>
            <p:spPr>
              <a:xfrm>
                <a:off x="1258451" y="3798060"/>
                <a:ext cx="302718" cy="302541"/>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646" name="Google Shape;14646;p88"/>
              <p:cNvGrpSpPr/>
              <p:nvPr/>
            </p:nvGrpSpPr>
            <p:grpSpPr>
              <a:xfrm>
                <a:off x="785350" y="3605478"/>
                <a:ext cx="535311" cy="249245"/>
                <a:chOff x="785350" y="3605478"/>
                <a:chExt cx="535311" cy="249245"/>
              </a:xfrm>
            </p:grpSpPr>
            <p:grpSp>
              <p:nvGrpSpPr>
                <p:cNvPr id="14647" name="Google Shape;14647;p88"/>
                <p:cNvGrpSpPr/>
                <p:nvPr/>
              </p:nvGrpSpPr>
              <p:grpSpPr>
                <a:xfrm>
                  <a:off x="785350" y="3605478"/>
                  <a:ext cx="376191" cy="102736"/>
                  <a:chOff x="785350" y="3605478"/>
                  <a:chExt cx="376191" cy="102736"/>
                </a:xfrm>
              </p:grpSpPr>
              <p:sp>
                <p:nvSpPr>
                  <p:cNvPr id="14648" name="Google Shape;14648;p88"/>
                  <p:cNvSpPr/>
                  <p:nvPr/>
                </p:nvSpPr>
                <p:spPr>
                  <a:xfrm>
                    <a:off x="808023" y="3655851"/>
                    <a:ext cx="175636" cy="5"/>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9" name="Google Shape;14649;p88"/>
                  <p:cNvSpPr/>
                  <p:nvPr/>
                </p:nvSpPr>
                <p:spPr>
                  <a:xfrm>
                    <a:off x="785350" y="3643867"/>
                    <a:ext cx="25635" cy="25622"/>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0" name="Google Shape;14650;p88"/>
                  <p:cNvSpPr/>
                  <p:nvPr/>
                </p:nvSpPr>
                <p:spPr>
                  <a:xfrm>
                    <a:off x="983648" y="3605478"/>
                    <a:ext cx="177893" cy="102736"/>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51" name="Google Shape;14651;p88"/>
                <p:cNvGrpSpPr/>
                <p:nvPr/>
              </p:nvGrpSpPr>
              <p:grpSpPr>
                <a:xfrm>
                  <a:off x="1161530" y="3655851"/>
                  <a:ext cx="159131" cy="198872"/>
                  <a:chOff x="1161530" y="3655851"/>
                  <a:chExt cx="159131" cy="198872"/>
                </a:xfrm>
              </p:grpSpPr>
              <p:sp>
                <p:nvSpPr>
                  <p:cNvPr id="14652" name="Google Shape;14652;p88"/>
                  <p:cNvSpPr/>
                  <p:nvPr/>
                </p:nvSpPr>
                <p:spPr>
                  <a:xfrm>
                    <a:off x="1161530" y="3655851"/>
                    <a:ext cx="146440" cy="186082"/>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3" name="Google Shape;14653;p88"/>
                  <p:cNvSpPr/>
                  <p:nvPr/>
                </p:nvSpPr>
                <p:spPr>
                  <a:xfrm>
                    <a:off x="1293991" y="3829092"/>
                    <a:ext cx="26670" cy="25631"/>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654" name="Google Shape;14654;p88"/>
              <p:cNvGrpSpPr/>
              <p:nvPr/>
            </p:nvGrpSpPr>
            <p:grpSpPr>
              <a:xfrm>
                <a:off x="785350" y="4047614"/>
                <a:ext cx="535311" cy="240783"/>
                <a:chOff x="785350" y="4047614"/>
                <a:chExt cx="535311" cy="240783"/>
              </a:xfrm>
            </p:grpSpPr>
            <p:grpSp>
              <p:nvGrpSpPr>
                <p:cNvPr id="14655" name="Google Shape;14655;p88"/>
                <p:cNvGrpSpPr/>
                <p:nvPr/>
              </p:nvGrpSpPr>
              <p:grpSpPr>
                <a:xfrm>
                  <a:off x="1161636" y="4047614"/>
                  <a:ext cx="159025" cy="190415"/>
                  <a:chOff x="1161636" y="4047614"/>
                  <a:chExt cx="159025" cy="190415"/>
                </a:xfrm>
              </p:grpSpPr>
              <p:sp>
                <p:nvSpPr>
                  <p:cNvPr id="14656" name="Google Shape;14656;p88"/>
                  <p:cNvSpPr/>
                  <p:nvPr/>
                </p:nvSpPr>
                <p:spPr>
                  <a:xfrm>
                    <a:off x="1293991" y="4047614"/>
                    <a:ext cx="26670" cy="25631"/>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7" name="Google Shape;14657;p88"/>
                  <p:cNvSpPr/>
                  <p:nvPr/>
                </p:nvSpPr>
                <p:spPr>
                  <a:xfrm>
                    <a:off x="1161636" y="4073229"/>
                    <a:ext cx="146334" cy="16480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58" name="Google Shape;14658;p88"/>
                <p:cNvGrpSpPr/>
                <p:nvPr/>
              </p:nvGrpSpPr>
              <p:grpSpPr>
                <a:xfrm>
                  <a:off x="785350" y="4185661"/>
                  <a:ext cx="376191" cy="102736"/>
                  <a:chOff x="785350" y="4185661"/>
                  <a:chExt cx="376191" cy="102736"/>
                </a:xfrm>
              </p:grpSpPr>
              <p:sp>
                <p:nvSpPr>
                  <p:cNvPr id="14659" name="Google Shape;14659;p88"/>
                  <p:cNvSpPr/>
                  <p:nvPr/>
                </p:nvSpPr>
                <p:spPr>
                  <a:xfrm>
                    <a:off x="808023" y="4238011"/>
                    <a:ext cx="175636" cy="5"/>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0" name="Google Shape;14660;p88"/>
                  <p:cNvSpPr/>
                  <p:nvPr/>
                </p:nvSpPr>
                <p:spPr>
                  <a:xfrm>
                    <a:off x="983648" y="4185661"/>
                    <a:ext cx="177893" cy="102736"/>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1" name="Google Shape;14661;p88"/>
                  <p:cNvSpPr/>
                  <p:nvPr/>
                </p:nvSpPr>
                <p:spPr>
                  <a:xfrm>
                    <a:off x="785350" y="4224370"/>
                    <a:ext cx="26646" cy="25631"/>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662" name="Google Shape;14662;p88"/>
              <p:cNvGrpSpPr/>
              <p:nvPr/>
            </p:nvGrpSpPr>
            <p:grpSpPr>
              <a:xfrm>
                <a:off x="1501054" y="3605478"/>
                <a:ext cx="526340" cy="249240"/>
                <a:chOff x="1501054" y="3605478"/>
                <a:chExt cx="526340" cy="249240"/>
              </a:xfrm>
            </p:grpSpPr>
            <p:grpSp>
              <p:nvGrpSpPr>
                <p:cNvPr id="14663" name="Google Shape;14663;p88"/>
                <p:cNvGrpSpPr/>
                <p:nvPr/>
              </p:nvGrpSpPr>
              <p:grpSpPr>
                <a:xfrm>
                  <a:off x="1834208" y="3643867"/>
                  <a:ext cx="193185" cy="25622"/>
                  <a:chOff x="1834208" y="3643867"/>
                  <a:chExt cx="193185" cy="25622"/>
                </a:xfrm>
              </p:grpSpPr>
              <p:sp>
                <p:nvSpPr>
                  <p:cNvPr id="14664" name="Google Shape;14664;p88"/>
                  <p:cNvSpPr/>
                  <p:nvPr/>
                </p:nvSpPr>
                <p:spPr>
                  <a:xfrm>
                    <a:off x="1834208" y="3655851"/>
                    <a:ext cx="167541" cy="5"/>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5" name="Google Shape;14665;p88"/>
                  <p:cNvSpPr/>
                  <p:nvPr/>
                </p:nvSpPr>
                <p:spPr>
                  <a:xfrm>
                    <a:off x="2000728" y="3643867"/>
                    <a:ext cx="26665" cy="25622"/>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66" name="Google Shape;14666;p88"/>
                <p:cNvGrpSpPr/>
                <p:nvPr/>
              </p:nvGrpSpPr>
              <p:grpSpPr>
                <a:xfrm>
                  <a:off x="1501054" y="3605478"/>
                  <a:ext cx="333165" cy="249240"/>
                  <a:chOff x="1501054" y="3605478"/>
                  <a:chExt cx="333165" cy="249240"/>
                </a:xfrm>
              </p:grpSpPr>
              <p:sp>
                <p:nvSpPr>
                  <p:cNvPr id="14667" name="Google Shape;14667;p88"/>
                  <p:cNvSpPr/>
                  <p:nvPr/>
                </p:nvSpPr>
                <p:spPr>
                  <a:xfrm>
                    <a:off x="1656330" y="3605478"/>
                    <a:ext cx="177888" cy="102736"/>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668" name="Google Shape;14668;p88"/>
                  <p:cNvGrpSpPr/>
                  <p:nvPr/>
                </p:nvGrpSpPr>
                <p:grpSpPr>
                  <a:xfrm>
                    <a:off x="1501054" y="3655851"/>
                    <a:ext cx="155286" cy="198867"/>
                    <a:chOff x="1501054" y="3655851"/>
                    <a:chExt cx="155286" cy="198867"/>
                  </a:xfrm>
                </p:grpSpPr>
                <p:sp>
                  <p:nvSpPr>
                    <p:cNvPr id="14669" name="Google Shape;14669;p88"/>
                    <p:cNvSpPr/>
                    <p:nvPr/>
                  </p:nvSpPr>
                  <p:spPr>
                    <a:xfrm>
                      <a:off x="1516351" y="3655851"/>
                      <a:ext cx="139989" cy="186082"/>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0" name="Google Shape;14670;p88"/>
                    <p:cNvSpPr/>
                    <p:nvPr/>
                  </p:nvSpPr>
                  <p:spPr>
                    <a:xfrm>
                      <a:off x="1501054" y="3829092"/>
                      <a:ext cx="26646" cy="25626"/>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4671" name="Google Shape;14671;p88"/>
              <p:cNvGrpSpPr/>
              <p:nvPr/>
            </p:nvGrpSpPr>
            <p:grpSpPr>
              <a:xfrm>
                <a:off x="724986" y="3800594"/>
                <a:ext cx="532950" cy="302090"/>
                <a:chOff x="724986" y="3800594"/>
                <a:chExt cx="532950" cy="302090"/>
              </a:xfrm>
            </p:grpSpPr>
            <p:grpSp>
              <p:nvGrpSpPr>
                <p:cNvPr id="14672" name="Google Shape;14672;p88"/>
                <p:cNvGrpSpPr/>
                <p:nvPr/>
              </p:nvGrpSpPr>
              <p:grpSpPr>
                <a:xfrm>
                  <a:off x="724986" y="4044367"/>
                  <a:ext cx="181314" cy="25626"/>
                  <a:chOff x="724986" y="4044367"/>
                  <a:chExt cx="181314" cy="25626"/>
                </a:xfrm>
              </p:grpSpPr>
              <p:sp>
                <p:nvSpPr>
                  <p:cNvPr id="14673" name="Google Shape;14673;p88"/>
                  <p:cNvSpPr/>
                  <p:nvPr/>
                </p:nvSpPr>
                <p:spPr>
                  <a:xfrm>
                    <a:off x="746695" y="4059966"/>
                    <a:ext cx="159605" cy="5"/>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4" name="Google Shape;14674;p88"/>
                  <p:cNvSpPr/>
                  <p:nvPr/>
                </p:nvSpPr>
                <p:spPr>
                  <a:xfrm>
                    <a:off x="724986" y="4044367"/>
                    <a:ext cx="26646" cy="25626"/>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75" name="Google Shape;14675;p88"/>
                <p:cNvGrpSpPr/>
                <p:nvPr/>
              </p:nvGrpSpPr>
              <p:grpSpPr>
                <a:xfrm>
                  <a:off x="906290" y="3800594"/>
                  <a:ext cx="351646" cy="302090"/>
                  <a:chOff x="906290" y="3800594"/>
                  <a:chExt cx="351646" cy="302090"/>
                </a:xfrm>
              </p:grpSpPr>
              <p:grpSp>
                <p:nvGrpSpPr>
                  <p:cNvPr id="14676" name="Google Shape;14676;p88"/>
                  <p:cNvGrpSpPr/>
                  <p:nvPr/>
                </p:nvGrpSpPr>
                <p:grpSpPr>
                  <a:xfrm>
                    <a:off x="1084172" y="3842857"/>
                    <a:ext cx="173764" cy="217131"/>
                    <a:chOff x="1084172" y="3842857"/>
                    <a:chExt cx="173764" cy="217131"/>
                  </a:xfrm>
                </p:grpSpPr>
                <p:grpSp>
                  <p:nvGrpSpPr>
                    <p:cNvPr id="14677" name="Google Shape;14677;p88"/>
                    <p:cNvGrpSpPr/>
                    <p:nvPr/>
                  </p:nvGrpSpPr>
                  <p:grpSpPr>
                    <a:xfrm>
                      <a:off x="1156862" y="3936509"/>
                      <a:ext cx="101073" cy="25622"/>
                      <a:chOff x="1156862" y="3936509"/>
                      <a:chExt cx="101073" cy="25622"/>
                    </a:xfrm>
                  </p:grpSpPr>
                  <p:sp>
                    <p:nvSpPr>
                      <p:cNvPr id="14678" name="Google Shape;14678;p88"/>
                      <p:cNvSpPr/>
                      <p:nvPr/>
                    </p:nvSpPr>
                    <p:spPr>
                      <a:xfrm>
                        <a:off x="1156862" y="3936509"/>
                        <a:ext cx="26651" cy="25622"/>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9" name="Google Shape;14679;p88"/>
                      <p:cNvSpPr/>
                      <p:nvPr/>
                    </p:nvSpPr>
                    <p:spPr>
                      <a:xfrm>
                        <a:off x="1173592" y="3951414"/>
                        <a:ext cx="84343" cy="5"/>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680" name="Google Shape;14680;p88"/>
                    <p:cNvSpPr/>
                    <p:nvPr/>
                  </p:nvSpPr>
                  <p:spPr>
                    <a:xfrm>
                      <a:off x="1084172" y="3842857"/>
                      <a:ext cx="86476" cy="217131"/>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681" name="Google Shape;14681;p88"/>
                  <p:cNvSpPr/>
                  <p:nvPr/>
                </p:nvSpPr>
                <p:spPr>
                  <a:xfrm>
                    <a:off x="906290" y="3999967"/>
                    <a:ext cx="177893" cy="102717"/>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2" name="Google Shape;14682;p88"/>
                  <p:cNvSpPr/>
                  <p:nvPr/>
                </p:nvSpPr>
                <p:spPr>
                  <a:xfrm>
                    <a:off x="914509" y="3800594"/>
                    <a:ext cx="177888" cy="102731"/>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83" name="Google Shape;14683;p88"/>
                <p:cNvGrpSpPr/>
                <p:nvPr/>
              </p:nvGrpSpPr>
              <p:grpSpPr>
                <a:xfrm>
                  <a:off x="724986" y="3830189"/>
                  <a:ext cx="189533" cy="25626"/>
                  <a:chOff x="724986" y="3830189"/>
                  <a:chExt cx="189533" cy="25626"/>
                </a:xfrm>
              </p:grpSpPr>
              <p:sp>
                <p:nvSpPr>
                  <p:cNvPr id="14684" name="Google Shape;14684;p88"/>
                  <p:cNvSpPr/>
                  <p:nvPr/>
                </p:nvSpPr>
                <p:spPr>
                  <a:xfrm>
                    <a:off x="724986" y="3830189"/>
                    <a:ext cx="26646" cy="25626"/>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5" name="Google Shape;14685;p88"/>
                  <p:cNvSpPr/>
                  <p:nvPr/>
                </p:nvSpPr>
                <p:spPr>
                  <a:xfrm>
                    <a:off x="746695" y="3842838"/>
                    <a:ext cx="167824" cy="5"/>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nvGrpSpPr>
          <p:cNvPr id="14686" name="Google Shape;14686;p88"/>
          <p:cNvGrpSpPr/>
          <p:nvPr/>
        </p:nvGrpSpPr>
        <p:grpSpPr>
          <a:xfrm>
            <a:off x="2249438" y="2249669"/>
            <a:ext cx="948701" cy="935378"/>
            <a:chOff x="2253298" y="2428317"/>
            <a:chExt cx="948701" cy="935378"/>
          </a:xfrm>
        </p:grpSpPr>
        <p:sp>
          <p:nvSpPr>
            <p:cNvPr id="14687" name="Google Shape;14687;p88"/>
            <p:cNvSpPr/>
            <p:nvPr/>
          </p:nvSpPr>
          <p:spPr>
            <a:xfrm>
              <a:off x="2418065" y="2799334"/>
              <a:ext cx="619167" cy="193359"/>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8" name="Google Shape;14688;p88"/>
            <p:cNvSpPr/>
            <p:nvPr/>
          </p:nvSpPr>
          <p:spPr>
            <a:xfrm>
              <a:off x="2373234" y="2761962"/>
              <a:ext cx="248482" cy="268106"/>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9" name="Google Shape;14689;p88"/>
            <p:cNvSpPr/>
            <p:nvPr/>
          </p:nvSpPr>
          <p:spPr>
            <a:xfrm>
              <a:off x="2726356" y="3024889"/>
              <a:ext cx="2582" cy="9932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0" name="Google Shape;14690;p88"/>
            <p:cNvSpPr/>
            <p:nvPr/>
          </p:nvSpPr>
          <p:spPr>
            <a:xfrm>
              <a:off x="2785174" y="3024884"/>
              <a:ext cx="287220" cy="9933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1" name="Google Shape;14691;p88"/>
            <p:cNvSpPr/>
            <p:nvPr/>
          </p:nvSpPr>
          <p:spPr>
            <a:xfrm>
              <a:off x="2382903" y="3024884"/>
              <a:ext cx="287215" cy="9933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2" name="Google Shape;14692;p88"/>
            <p:cNvSpPr/>
            <p:nvPr/>
          </p:nvSpPr>
          <p:spPr>
            <a:xfrm>
              <a:off x="2596756" y="3151259"/>
              <a:ext cx="261784" cy="212436"/>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3" name="Google Shape;14693;p88"/>
            <p:cNvSpPr/>
            <p:nvPr/>
          </p:nvSpPr>
          <p:spPr>
            <a:xfrm>
              <a:off x="2940204" y="3151259"/>
              <a:ext cx="261795" cy="212436"/>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4" name="Google Shape;14694;p88"/>
            <p:cNvSpPr/>
            <p:nvPr/>
          </p:nvSpPr>
          <p:spPr>
            <a:xfrm>
              <a:off x="2253298" y="3151259"/>
              <a:ext cx="261795" cy="212436"/>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5" name="Google Shape;14695;p88"/>
            <p:cNvSpPr/>
            <p:nvPr/>
          </p:nvSpPr>
          <p:spPr>
            <a:xfrm>
              <a:off x="2718685" y="3113966"/>
              <a:ext cx="17919" cy="17924"/>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6" name="Google Shape;14696;p88"/>
            <p:cNvSpPr/>
            <p:nvPr/>
          </p:nvSpPr>
          <p:spPr>
            <a:xfrm>
              <a:off x="3062128" y="3113966"/>
              <a:ext cx="17924" cy="17924"/>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7" name="Google Shape;14697;p88"/>
            <p:cNvSpPr/>
            <p:nvPr/>
          </p:nvSpPr>
          <p:spPr>
            <a:xfrm>
              <a:off x="2375226" y="3113966"/>
              <a:ext cx="17924" cy="17924"/>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8" name="Google Shape;14698;p88"/>
            <p:cNvSpPr/>
            <p:nvPr/>
          </p:nvSpPr>
          <p:spPr>
            <a:xfrm>
              <a:off x="2718685" y="3017224"/>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9" name="Google Shape;14699;p88"/>
            <p:cNvSpPr/>
            <p:nvPr/>
          </p:nvSpPr>
          <p:spPr>
            <a:xfrm>
              <a:off x="2777509" y="3017224"/>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0" name="Google Shape;14700;p88"/>
            <p:cNvSpPr/>
            <p:nvPr/>
          </p:nvSpPr>
          <p:spPr>
            <a:xfrm>
              <a:off x="2659856" y="3017224"/>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1" name="Google Shape;14701;p88"/>
            <p:cNvSpPr/>
            <p:nvPr/>
          </p:nvSpPr>
          <p:spPr>
            <a:xfrm>
              <a:off x="2726356" y="2667807"/>
              <a:ext cx="2582" cy="99322"/>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2" name="Google Shape;14702;p88"/>
            <p:cNvSpPr/>
            <p:nvPr/>
          </p:nvSpPr>
          <p:spPr>
            <a:xfrm>
              <a:off x="2785174" y="2667796"/>
              <a:ext cx="287210" cy="9933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3" name="Google Shape;14703;p88"/>
            <p:cNvSpPr/>
            <p:nvPr/>
          </p:nvSpPr>
          <p:spPr>
            <a:xfrm>
              <a:off x="2382892" y="2667796"/>
              <a:ext cx="287226" cy="9933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4" name="Google Shape;14704;p88"/>
            <p:cNvSpPr/>
            <p:nvPr/>
          </p:nvSpPr>
          <p:spPr>
            <a:xfrm>
              <a:off x="2596756" y="2428317"/>
              <a:ext cx="261784" cy="212447"/>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5" name="Google Shape;14705;p88"/>
            <p:cNvSpPr/>
            <p:nvPr/>
          </p:nvSpPr>
          <p:spPr>
            <a:xfrm>
              <a:off x="2940204" y="2428317"/>
              <a:ext cx="261795" cy="212447"/>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6" name="Google Shape;14706;p88"/>
            <p:cNvSpPr/>
            <p:nvPr/>
          </p:nvSpPr>
          <p:spPr>
            <a:xfrm>
              <a:off x="2253298" y="2428317"/>
              <a:ext cx="261795" cy="212447"/>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7" name="Google Shape;14707;p88"/>
            <p:cNvSpPr/>
            <p:nvPr/>
          </p:nvSpPr>
          <p:spPr>
            <a:xfrm>
              <a:off x="2718685" y="2660136"/>
              <a:ext cx="17919" cy="17919"/>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8" name="Google Shape;14708;p88"/>
            <p:cNvSpPr/>
            <p:nvPr/>
          </p:nvSpPr>
          <p:spPr>
            <a:xfrm>
              <a:off x="3062128" y="2660136"/>
              <a:ext cx="17924" cy="17919"/>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9" name="Google Shape;14709;p88"/>
            <p:cNvSpPr/>
            <p:nvPr/>
          </p:nvSpPr>
          <p:spPr>
            <a:xfrm>
              <a:off x="2375226" y="2660136"/>
              <a:ext cx="17924" cy="17919"/>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0" name="Google Shape;14710;p88"/>
            <p:cNvSpPr/>
            <p:nvPr/>
          </p:nvSpPr>
          <p:spPr>
            <a:xfrm>
              <a:off x="2718685" y="2756878"/>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1" name="Google Shape;14711;p88"/>
            <p:cNvSpPr/>
            <p:nvPr/>
          </p:nvSpPr>
          <p:spPr>
            <a:xfrm>
              <a:off x="2777509" y="2756878"/>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2" name="Google Shape;14712;p88"/>
            <p:cNvSpPr/>
            <p:nvPr/>
          </p:nvSpPr>
          <p:spPr>
            <a:xfrm>
              <a:off x="2659856" y="2756878"/>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3" name="Google Shape;14713;p88"/>
            <p:cNvSpPr/>
            <p:nvPr/>
          </p:nvSpPr>
          <p:spPr>
            <a:xfrm>
              <a:off x="2301024" y="2533889"/>
              <a:ext cx="163753" cy="1291"/>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4" name="Google Shape;14714;p88"/>
            <p:cNvSpPr/>
            <p:nvPr/>
          </p:nvSpPr>
          <p:spPr>
            <a:xfrm>
              <a:off x="2644918" y="2533889"/>
              <a:ext cx="163747" cy="1291"/>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5" name="Google Shape;14715;p88"/>
            <p:cNvSpPr/>
            <p:nvPr/>
          </p:nvSpPr>
          <p:spPr>
            <a:xfrm>
              <a:off x="2990071" y="2533889"/>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6" name="Google Shape;14716;p88"/>
            <p:cNvSpPr/>
            <p:nvPr/>
          </p:nvSpPr>
          <p:spPr>
            <a:xfrm>
              <a:off x="2644918" y="3256825"/>
              <a:ext cx="163758" cy="1291"/>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7" name="Google Shape;14717;p88"/>
            <p:cNvSpPr/>
            <p:nvPr/>
          </p:nvSpPr>
          <p:spPr>
            <a:xfrm>
              <a:off x="2301427" y="3256825"/>
              <a:ext cx="163758" cy="1291"/>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8" name="Google Shape;14718;p88"/>
            <p:cNvSpPr/>
            <p:nvPr/>
          </p:nvSpPr>
          <p:spPr>
            <a:xfrm>
              <a:off x="2990102" y="3256847"/>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9" name="Google Shape;14719;p88"/>
            <p:cNvSpPr/>
            <p:nvPr/>
          </p:nvSpPr>
          <p:spPr>
            <a:xfrm>
              <a:off x="2833559" y="2761962"/>
              <a:ext cx="248503" cy="268106"/>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723" name="Shape 14723"/>
        <p:cNvGrpSpPr/>
        <p:nvPr/>
      </p:nvGrpSpPr>
      <p:grpSpPr>
        <a:xfrm>
          <a:off x="0" y="0"/>
          <a:ext cx="0" cy="0"/>
          <a:chOff x="0" y="0"/>
          <a:chExt cx="0" cy="0"/>
        </a:xfrm>
      </p:grpSpPr>
      <p:graphicFrame>
        <p:nvGraphicFramePr>
          <p:cNvPr id="14724" name="Google Shape;14724;p89"/>
          <p:cNvGraphicFramePr/>
          <p:nvPr/>
        </p:nvGraphicFramePr>
        <p:xfrm>
          <a:off x="3342575" y="2130461"/>
          <a:ext cx="3000000" cy="3000000"/>
        </p:xfrm>
        <a:graphic>
          <a:graphicData uri="http://schemas.openxmlformats.org/drawingml/2006/table">
            <a:tbl>
              <a:tblPr>
                <a:noFill/>
                <a:tableStyleId>{58AAC19B-FDF0-4812-819E-776EA0D89AF6}</a:tableStyleId>
              </a:tblPr>
              <a:tblGrid>
                <a:gridCol w="590850"/>
                <a:gridCol w="590850"/>
                <a:gridCol w="590850"/>
                <a:gridCol w="590850"/>
              </a:tblGrid>
              <a:tr h="289525">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0E2A47"/>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7994A9"/>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14725" name="Google Shape;14725;p89"/>
          <p:cNvGrpSpPr/>
          <p:nvPr/>
        </p:nvGrpSpPr>
        <p:grpSpPr>
          <a:xfrm>
            <a:off x="3339745" y="952988"/>
            <a:ext cx="2363393" cy="1017867"/>
            <a:chOff x="3292400" y="1219146"/>
            <a:chExt cx="2615240" cy="1110239"/>
          </a:xfrm>
        </p:grpSpPr>
        <p:sp>
          <p:nvSpPr>
            <p:cNvPr id="14726" name="Google Shape;14726;p89"/>
            <p:cNvSpPr/>
            <p:nvPr/>
          </p:nvSpPr>
          <p:spPr>
            <a:xfrm>
              <a:off x="3292400" y="1845763"/>
              <a:ext cx="370500" cy="478500"/>
            </a:xfrm>
            <a:prstGeom prst="round2DiagRect">
              <a:avLst>
                <a:gd fmla="val 16667" name="adj1"/>
                <a:gd fmla="val 0" name="adj2"/>
              </a:avLst>
            </a:prstGeom>
            <a:solidFill>
              <a:srgbClr val="ABBCC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sz="400">
                <a:solidFill>
                  <a:srgbClr val="FFFFFF"/>
                </a:solidFill>
              </a:endParaRPr>
            </a:p>
          </p:txBody>
        </p:sp>
        <p:sp>
          <p:nvSpPr>
            <p:cNvPr id="14727" name="Google Shape;14727;p89"/>
            <p:cNvSpPr/>
            <p:nvPr/>
          </p:nvSpPr>
          <p:spPr>
            <a:xfrm>
              <a:off x="3292400" y="1314860"/>
              <a:ext cx="370500" cy="478500"/>
            </a:xfrm>
            <a:prstGeom prst="round2DiagRect">
              <a:avLst>
                <a:gd fmla="val 16667" name="adj1"/>
                <a:gd fmla="val 0" name="adj2"/>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28" name="Google Shape;14728;p89"/>
            <p:cNvSpPr txBox="1"/>
            <p:nvPr/>
          </p:nvSpPr>
          <p:spPr>
            <a:xfrm flipH="1">
              <a:off x="3678794" y="1219157"/>
              <a:ext cx="3705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JANUARY</a:t>
              </a:r>
              <a:endParaRPr sz="400">
                <a:solidFill>
                  <a:srgbClr val="FFFFFF"/>
                </a:solidFill>
              </a:endParaRPr>
            </a:p>
          </p:txBody>
        </p:sp>
        <p:sp>
          <p:nvSpPr>
            <p:cNvPr id="14729" name="Google Shape;14729;p89"/>
            <p:cNvSpPr txBox="1"/>
            <p:nvPr/>
          </p:nvSpPr>
          <p:spPr>
            <a:xfrm flipH="1">
              <a:off x="4051671" y="1219146"/>
              <a:ext cx="4014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FEBRUARY</a:t>
              </a:r>
              <a:endParaRPr sz="400">
                <a:solidFill>
                  <a:srgbClr val="FFFFFF"/>
                </a:solidFill>
              </a:endParaRPr>
            </a:p>
          </p:txBody>
        </p:sp>
        <p:sp>
          <p:nvSpPr>
            <p:cNvPr id="14730" name="Google Shape;14730;p89"/>
            <p:cNvSpPr txBox="1"/>
            <p:nvPr/>
          </p:nvSpPr>
          <p:spPr>
            <a:xfrm flipH="1">
              <a:off x="4453057" y="1219146"/>
              <a:ext cx="3480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MARCH</a:t>
              </a:r>
              <a:endParaRPr sz="400">
                <a:solidFill>
                  <a:srgbClr val="FFFFFF"/>
                </a:solidFill>
              </a:endParaRPr>
            </a:p>
          </p:txBody>
        </p:sp>
        <p:sp>
          <p:nvSpPr>
            <p:cNvPr id="14731" name="Google Shape;14731;p89"/>
            <p:cNvSpPr txBox="1"/>
            <p:nvPr/>
          </p:nvSpPr>
          <p:spPr>
            <a:xfrm flipH="1">
              <a:off x="4831790" y="1219155"/>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APRIL</a:t>
              </a:r>
              <a:endParaRPr sz="400">
                <a:solidFill>
                  <a:srgbClr val="FFFFFF"/>
                </a:solidFill>
              </a:endParaRPr>
            </a:p>
          </p:txBody>
        </p:sp>
        <p:sp>
          <p:nvSpPr>
            <p:cNvPr id="14732" name="Google Shape;14732;p89"/>
            <p:cNvSpPr txBox="1"/>
            <p:nvPr/>
          </p:nvSpPr>
          <p:spPr>
            <a:xfrm flipH="1">
              <a:off x="5186134" y="1219155"/>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MAY</a:t>
              </a:r>
              <a:endParaRPr sz="400">
                <a:solidFill>
                  <a:srgbClr val="FFFFFF"/>
                </a:solidFill>
              </a:endParaRPr>
            </a:p>
          </p:txBody>
        </p:sp>
        <p:sp>
          <p:nvSpPr>
            <p:cNvPr id="14733" name="Google Shape;14733;p89"/>
            <p:cNvSpPr txBox="1"/>
            <p:nvPr/>
          </p:nvSpPr>
          <p:spPr>
            <a:xfrm flipH="1">
              <a:off x="5562148" y="1219155"/>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JUNE</a:t>
              </a:r>
              <a:endParaRPr sz="400">
                <a:solidFill>
                  <a:srgbClr val="FFFFFF"/>
                </a:solidFill>
              </a:endParaRPr>
            </a:p>
          </p:txBody>
        </p:sp>
        <p:sp>
          <p:nvSpPr>
            <p:cNvPr id="14734" name="Google Shape;14734;p89"/>
            <p:cNvSpPr txBox="1"/>
            <p:nvPr/>
          </p:nvSpPr>
          <p:spPr>
            <a:xfrm flipH="1">
              <a:off x="3338153" y="1379250"/>
              <a:ext cx="2790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400">
                  <a:solidFill>
                    <a:srgbClr val="FFFFFF"/>
                  </a:solidFill>
                </a:rPr>
                <a:t>PHASE 1</a:t>
              </a:r>
              <a:endParaRPr sz="400">
                <a:solidFill>
                  <a:srgbClr val="FFFFFF"/>
                </a:solidFill>
              </a:endParaRPr>
            </a:p>
          </p:txBody>
        </p:sp>
        <p:sp>
          <p:nvSpPr>
            <p:cNvPr id="14735" name="Google Shape;14735;p89"/>
            <p:cNvSpPr txBox="1"/>
            <p:nvPr/>
          </p:nvSpPr>
          <p:spPr>
            <a:xfrm flipH="1">
              <a:off x="3338156" y="1902299"/>
              <a:ext cx="2790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400">
                  <a:solidFill>
                    <a:srgbClr val="FFFFFF"/>
                  </a:solidFill>
                </a:rPr>
                <a:t>PHASE 2</a:t>
              </a:r>
              <a:endParaRPr sz="400">
                <a:solidFill>
                  <a:srgbClr val="FFFFFF"/>
                </a:solidFill>
              </a:endParaRPr>
            </a:p>
          </p:txBody>
        </p:sp>
        <p:sp>
          <p:nvSpPr>
            <p:cNvPr id="14736" name="Google Shape;14736;p89"/>
            <p:cNvSpPr txBox="1"/>
            <p:nvPr/>
          </p:nvSpPr>
          <p:spPr>
            <a:xfrm flipH="1">
              <a:off x="3344522" y="1537172"/>
              <a:ext cx="262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14737" name="Google Shape;14737;p89"/>
            <p:cNvSpPr txBox="1"/>
            <p:nvPr/>
          </p:nvSpPr>
          <p:spPr>
            <a:xfrm flipH="1">
              <a:off x="3344522" y="1713877"/>
              <a:ext cx="262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14738" name="Google Shape;14738;p89"/>
            <p:cNvSpPr txBox="1"/>
            <p:nvPr/>
          </p:nvSpPr>
          <p:spPr>
            <a:xfrm flipH="1">
              <a:off x="3344522" y="2079003"/>
              <a:ext cx="262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14739" name="Google Shape;14739;p89"/>
            <p:cNvSpPr txBox="1"/>
            <p:nvPr/>
          </p:nvSpPr>
          <p:spPr>
            <a:xfrm flipH="1">
              <a:off x="3344527" y="2246885"/>
              <a:ext cx="262200" cy="825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14740" name="Google Shape;14740;p89"/>
            <p:cNvGrpSpPr/>
            <p:nvPr/>
          </p:nvGrpSpPr>
          <p:grpSpPr>
            <a:xfrm>
              <a:off x="3748438" y="1378608"/>
              <a:ext cx="2159202" cy="903971"/>
              <a:chOff x="1683525" y="2179850"/>
              <a:chExt cx="4519050" cy="2134525"/>
            </a:xfrm>
          </p:grpSpPr>
          <p:sp>
            <p:nvSpPr>
              <p:cNvPr id="14741" name="Google Shape;14741;p89"/>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2" name="Google Shape;14742;p89"/>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3" name="Google Shape;14743;p89"/>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4" name="Google Shape;14744;p89"/>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5" name="Google Shape;14745;p89"/>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1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6" name="Google Shape;14746;p89"/>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7" name="Google Shape;14747;p89"/>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8" name="Google Shape;14748;p89"/>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49" name="Google Shape;14749;p89"/>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50" name="Google Shape;14750;p89"/>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51" name="Google Shape;14751;p89"/>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14752" name="Google Shape;14752;p89"/>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grpSp>
      </p:grpSp>
      <p:graphicFrame>
        <p:nvGraphicFramePr>
          <p:cNvPr id="14753" name="Google Shape;14753;p89"/>
          <p:cNvGraphicFramePr/>
          <p:nvPr/>
        </p:nvGraphicFramePr>
        <p:xfrm>
          <a:off x="5935838" y="2130461"/>
          <a:ext cx="3000000" cy="3000000"/>
        </p:xfrm>
        <a:graphic>
          <a:graphicData uri="http://schemas.openxmlformats.org/drawingml/2006/table">
            <a:tbl>
              <a:tblPr>
                <a:noFill/>
                <a:tableStyleId>{58AAC19B-FDF0-4812-819E-776EA0D89AF6}</a:tableStyleId>
              </a:tblPr>
              <a:tblGrid>
                <a:gridCol w="622825"/>
                <a:gridCol w="622825"/>
                <a:gridCol w="622825"/>
                <a:gridCol w="622825"/>
              </a:tblGrid>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E3E9ED"/>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869FB2"/>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7994A9">
                        <a:alpha val="64710"/>
                      </a:srgbClr>
                    </a:solidFill>
                  </a:tcPr>
                </a:tc>
              </a:tr>
            </a:tbl>
          </a:graphicData>
        </a:graphic>
      </p:graphicFrame>
      <p:grpSp>
        <p:nvGrpSpPr>
          <p:cNvPr id="14754" name="Google Shape;14754;p89"/>
          <p:cNvGrpSpPr/>
          <p:nvPr/>
        </p:nvGrpSpPr>
        <p:grpSpPr>
          <a:xfrm>
            <a:off x="5910045" y="3189058"/>
            <a:ext cx="2522867" cy="1001454"/>
            <a:chOff x="1904318" y="789980"/>
            <a:chExt cx="1489472" cy="606868"/>
          </a:xfrm>
        </p:grpSpPr>
        <p:cxnSp>
          <p:nvCxnSpPr>
            <p:cNvPr id="14755" name="Google Shape;14755;p89"/>
            <p:cNvCxnSpPr/>
            <p:nvPr/>
          </p:nvCxnSpPr>
          <p:spPr>
            <a:xfrm rot="10800000">
              <a:off x="2109981" y="1180903"/>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14756" name="Google Shape;14756;p89"/>
            <p:cNvCxnSpPr/>
            <p:nvPr/>
          </p:nvCxnSpPr>
          <p:spPr>
            <a:xfrm rot="10800000">
              <a:off x="2109981" y="985080"/>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14757" name="Google Shape;14757;p89"/>
            <p:cNvCxnSpPr/>
            <p:nvPr/>
          </p:nvCxnSpPr>
          <p:spPr>
            <a:xfrm rot="10800000">
              <a:off x="2109981" y="1376729"/>
              <a:ext cx="1280400" cy="0"/>
            </a:xfrm>
            <a:prstGeom prst="straightConnector1">
              <a:avLst/>
            </a:prstGeom>
            <a:noFill/>
            <a:ln cap="flat" cmpd="sng" w="9525">
              <a:solidFill>
                <a:srgbClr val="B3C3CE"/>
              </a:solidFill>
              <a:prstDash val="solid"/>
              <a:round/>
              <a:headEnd len="med" w="med" type="none"/>
              <a:tailEnd len="med" w="med" type="none"/>
            </a:ln>
          </p:spPr>
        </p:cxnSp>
        <p:sp>
          <p:nvSpPr>
            <p:cNvPr id="14758" name="Google Shape;14758;p89"/>
            <p:cNvSpPr txBox="1"/>
            <p:nvPr/>
          </p:nvSpPr>
          <p:spPr>
            <a:xfrm flipH="1">
              <a:off x="2109710"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JANUARY</a:t>
              </a:r>
              <a:endParaRPr sz="400">
                <a:solidFill>
                  <a:srgbClr val="E3E9ED"/>
                </a:solidFill>
              </a:endParaRPr>
            </a:p>
          </p:txBody>
        </p:sp>
        <p:sp>
          <p:nvSpPr>
            <p:cNvPr id="14759" name="Google Shape;14759;p89"/>
            <p:cNvSpPr txBox="1"/>
            <p:nvPr/>
          </p:nvSpPr>
          <p:spPr>
            <a:xfrm flipH="1">
              <a:off x="2434275" y="789980"/>
              <a:ext cx="2892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FEBRUARY</a:t>
              </a:r>
              <a:endParaRPr sz="400">
                <a:solidFill>
                  <a:srgbClr val="E3E9ED"/>
                </a:solidFill>
              </a:endParaRPr>
            </a:p>
          </p:txBody>
        </p:sp>
        <p:sp>
          <p:nvSpPr>
            <p:cNvPr id="14760" name="Google Shape;14760;p89"/>
            <p:cNvSpPr txBox="1"/>
            <p:nvPr/>
          </p:nvSpPr>
          <p:spPr>
            <a:xfrm flipH="1">
              <a:off x="2781049"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MARCH</a:t>
              </a:r>
              <a:endParaRPr sz="400">
                <a:solidFill>
                  <a:srgbClr val="E3E9ED"/>
                </a:solidFill>
              </a:endParaRPr>
            </a:p>
          </p:txBody>
        </p:sp>
        <p:sp>
          <p:nvSpPr>
            <p:cNvPr id="14761" name="Google Shape;14761;p89"/>
            <p:cNvSpPr txBox="1"/>
            <p:nvPr/>
          </p:nvSpPr>
          <p:spPr>
            <a:xfrm flipH="1">
              <a:off x="3112690"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APRIL</a:t>
              </a:r>
              <a:endParaRPr sz="400">
                <a:solidFill>
                  <a:srgbClr val="E3E9ED"/>
                </a:solidFill>
              </a:endParaRPr>
            </a:p>
          </p:txBody>
        </p:sp>
        <p:sp>
          <p:nvSpPr>
            <p:cNvPr id="14762" name="Google Shape;14762;p89"/>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3" name="Google Shape;14763;p89"/>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4" name="Google Shape;14764;p89"/>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5" name="Google Shape;14765;p89"/>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6" name="Google Shape;14766;p89"/>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7" name="Google Shape;14767;p89"/>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8" name="Google Shape;14768;p89"/>
            <p:cNvSpPr txBox="1"/>
            <p:nvPr/>
          </p:nvSpPr>
          <p:spPr>
            <a:xfrm flipH="1">
              <a:off x="1906114" y="918164"/>
              <a:ext cx="203400" cy="106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1600"/>
                </a:spcAft>
                <a:buNone/>
              </a:pPr>
              <a:r>
                <a:rPr lang="en" sz="400">
                  <a:solidFill>
                    <a:srgbClr val="E3E9ED"/>
                  </a:solidFill>
                </a:rPr>
                <a:t>PHASE 1</a:t>
              </a:r>
              <a:endParaRPr sz="400">
                <a:solidFill>
                  <a:srgbClr val="E3E9ED"/>
                </a:solidFill>
              </a:endParaRPr>
            </a:p>
          </p:txBody>
        </p:sp>
        <p:sp>
          <p:nvSpPr>
            <p:cNvPr id="14769" name="Google Shape;14769;p89"/>
            <p:cNvSpPr txBox="1"/>
            <p:nvPr/>
          </p:nvSpPr>
          <p:spPr>
            <a:xfrm flipH="1">
              <a:off x="1904318" y="1113390"/>
              <a:ext cx="205200" cy="912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14770" name="Google Shape;14770;p89"/>
            <p:cNvSpPr txBox="1"/>
            <p:nvPr/>
          </p:nvSpPr>
          <p:spPr>
            <a:xfrm flipH="1">
              <a:off x="1906118" y="1304527"/>
              <a:ext cx="203400" cy="912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14771" name="Google Shape;14771;p89"/>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772" name="Google Shape;14772;p89"/>
          <p:cNvGrpSpPr/>
          <p:nvPr/>
        </p:nvGrpSpPr>
        <p:grpSpPr>
          <a:xfrm>
            <a:off x="712562" y="998017"/>
            <a:ext cx="2394370" cy="976502"/>
            <a:chOff x="749309" y="1112739"/>
            <a:chExt cx="2371603" cy="976502"/>
          </a:xfrm>
        </p:grpSpPr>
        <p:sp>
          <p:nvSpPr>
            <p:cNvPr id="14773" name="Google Shape;14773;p89"/>
            <p:cNvSpPr/>
            <p:nvPr/>
          </p:nvSpPr>
          <p:spPr>
            <a:xfrm>
              <a:off x="1092126"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4" name="Google Shape;14774;p89"/>
            <p:cNvSpPr/>
            <p:nvPr/>
          </p:nvSpPr>
          <p:spPr>
            <a:xfrm>
              <a:off x="1434943"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5" name="Google Shape;14775;p89"/>
            <p:cNvSpPr/>
            <p:nvPr/>
          </p:nvSpPr>
          <p:spPr>
            <a:xfrm>
              <a:off x="1777760"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6" name="Google Shape;14776;p89"/>
            <p:cNvSpPr/>
            <p:nvPr/>
          </p:nvSpPr>
          <p:spPr>
            <a:xfrm>
              <a:off x="2120578"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7" name="Google Shape;14777;p89"/>
            <p:cNvSpPr/>
            <p:nvPr/>
          </p:nvSpPr>
          <p:spPr>
            <a:xfrm>
              <a:off x="2463395"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8" name="Google Shape;14778;p89"/>
            <p:cNvSpPr/>
            <p:nvPr/>
          </p:nvSpPr>
          <p:spPr>
            <a:xfrm>
              <a:off x="2806212"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9" name="Google Shape;14779;p89"/>
            <p:cNvSpPr/>
            <p:nvPr/>
          </p:nvSpPr>
          <p:spPr>
            <a:xfrm>
              <a:off x="749309" y="136229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0" name="Google Shape;14780;p89"/>
            <p:cNvSpPr/>
            <p:nvPr/>
          </p:nvSpPr>
          <p:spPr>
            <a:xfrm>
              <a:off x="1092126"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1" name="Google Shape;14781;p89"/>
            <p:cNvSpPr/>
            <p:nvPr/>
          </p:nvSpPr>
          <p:spPr>
            <a:xfrm>
              <a:off x="1434943"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2" name="Google Shape;14782;p89"/>
            <p:cNvSpPr/>
            <p:nvPr/>
          </p:nvSpPr>
          <p:spPr>
            <a:xfrm>
              <a:off x="1777760"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3" name="Google Shape;14783;p89"/>
            <p:cNvSpPr/>
            <p:nvPr/>
          </p:nvSpPr>
          <p:spPr>
            <a:xfrm>
              <a:off x="2120578"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4" name="Google Shape;14784;p89"/>
            <p:cNvSpPr/>
            <p:nvPr/>
          </p:nvSpPr>
          <p:spPr>
            <a:xfrm>
              <a:off x="2463395"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5" name="Google Shape;14785;p89"/>
            <p:cNvSpPr/>
            <p:nvPr/>
          </p:nvSpPr>
          <p:spPr>
            <a:xfrm>
              <a:off x="2806212"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6" name="Google Shape;14786;p89"/>
            <p:cNvSpPr/>
            <p:nvPr/>
          </p:nvSpPr>
          <p:spPr>
            <a:xfrm>
              <a:off x="749309" y="161184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7" name="Google Shape;14787;p89"/>
            <p:cNvSpPr/>
            <p:nvPr/>
          </p:nvSpPr>
          <p:spPr>
            <a:xfrm>
              <a:off x="1092126"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8" name="Google Shape;14788;p89"/>
            <p:cNvSpPr/>
            <p:nvPr/>
          </p:nvSpPr>
          <p:spPr>
            <a:xfrm>
              <a:off x="1434943"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9" name="Google Shape;14789;p89"/>
            <p:cNvSpPr/>
            <p:nvPr/>
          </p:nvSpPr>
          <p:spPr>
            <a:xfrm>
              <a:off x="1777760"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0" name="Google Shape;14790;p89"/>
            <p:cNvSpPr/>
            <p:nvPr/>
          </p:nvSpPr>
          <p:spPr>
            <a:xfrm>
              <a:off x="2120578"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1" name="Google Shape;14791;p89"/>
            <p:cNvSpPr/>
            <p:nvPr/>
          </p:nvSpPr>
          <p:spPr>
            <a:xfrm>
              <a:off x="2463395"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2" name="Google Shape;14792;p89"/>
            <p:cNvSpPr/>
            <p:nvPr/>
          </p:nvSpPr>
          <p:spPr>
            <a:xfrm>
              <a:off x="2806212"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3" name="Google Shape;14793;p89"/>
            <p:cNvSpPr/>
            <p:nvPr/>
          </p:nvSpPr>
          <p:spPr>
            <a:xfrm>
              <a:off x="749309" y="186140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4" name="Google Shape;14794;p89"/>
            <p:cNvSpPr/>
            <p:nvPr/>
          </p:nvSpPr>
          <p:spPr>
            <a:xfrm>
              <a:off x="1092126"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5" name="Google Shape;14795;p89"/>
            <p:cNvSpPr/>
            <p:nvPr/>
          </p:nvSpPr>
          <p:spPr>
            <a:xfrm>
              <a:off x="1434943"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6" name="Google Shape;14796;p89"/>
            <p:cNvSpPr/>
            <p:nvPr/>
          </p:nvSpPr>
          <p:spPr>
            <a:xfrm>
              <a:off x="1777760"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7" name="Google Shape;14797;p89"/>
            <p:cNvSpPr/>
            <p:nvPr/>
          </p:nvSpPr>
          <p:spPr>
            <a:xfrm>
              <a:off x="2120578"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8" name="Google Shape;14798;p89"/>
            <p:cNvSpPr/>
            <p:nvPr/>
          </p:nvSpPr>
          <p:spPr>
            <a:xfrm>
              <a:off x="2463395"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9" name="Google Shape;14799;p89"/>
            <p:cNvSpPr/>
            <p:nvPr/>
          </p:nvSpPr>
          <p:spPr>
            <a:xfrm>
              <a:off x="2806212"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0" name="Google Shape;14800;p89"/>
            <p:cNvSpPr/>
            <p:nvPr/>
          </p:nvSpPr>
          <p:spPr>
            <a:xfrm>
              <a:off x="749309" y="111273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1" name="Google Shape;14801;p89"/>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2" name="Google Shape;14802;p89"/>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3" name="Google Shape;14803;p89"/>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4" name="Google Shape;14804;p89"/>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aphicFrame>
        <p:nvGraphicFramePr>
          <p:cNvPr id="14805" name="Google Shape;14805;p89"/>
          <p:cNvGraphicFramePr/>
          <p:nvPr/>
        </p:nvGraphicFramePr>
        <p:xfrm>
          <a:off x="5935863" y="996311"/>
          <a:ext cx="3000000" cy="3000000"/>
        </p:xfrm>
        <a:graphic>
          <a:graphicData uri="http://schemas.openxmlformats.org/drawingml/2006/table">
            <a:tbl>
              <a:tblPr>
                <a:noFill/>
                <a:tableStyleId>{58AAC19B-FDF0-4812-819E-776EA0D89AF6}</a:tableStyleId>
              </a:tblPr>
              <a:tblGrid>
                <a:gridCol w="622825"/>
                <a:gridCol w="622825"/>
                <a:gridCol w="622825"/>
                <a:gridCol w="622825"/>
              </a:tblGrid>
              <a:tr h="325475">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r>
              <a:tr h="325475">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r h="325475">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bl>
          </a:graphicData>
        </a:graphic>
      </p:graphicFrame>
      <p:grpSp>
        <p:nvGrpSpPr>
          <p:cNvPr id="14806" name="Google Shape;14806;p89"/>
          <p:cNvGrpSpPr/>
          <p:nvPr/>
        </p:nvGrpSpPr>
        <p:grpSpPr>
          <a:xfrm>
            <a:off x="4086505" y="2517104"/>
            <a:ext cx="1517436" cy="74460"/>
            <a:chOff x="3980086" y="2804397"/>
            <a:chExt cx="1227600" cy="66900"/>
          </a:xfrm>
        </p:grpSpPr>
        <p:sp>
          <p:nvSpPr>
            <p:cNvPr id="14807" name="Google Shape;14807;p89"/>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8" name="Google Shape;14808;p89"/>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09" name="Google Shape;14809;p89"/>
          <p:cNvGrpSpPr/>
          <p:nvPr/>
        </p:nvGrpSpPr>
        <p:grpSpPr>
          <a:xfrm>
            <a:off x="4711569" y="2809692"/>
            <a:ext cx="892956" cy="74460"/>
            <a:chOff x="3980086" y="2804397"/>
            <a:chExt cx="1227600" cy="66900"/>
          </a:xfrm>
        </p:grpSpPr>
        <p:sp>
          <p:nvSpPr>
            <p:cNvPr id="14810" name="Google Shape;14810;p89"/>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1" name="Google Shape;14811;p89"/>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12" name="Google Shape;14812;p89"/>
          <p:cNvGrpSpPr/>
          <p:nvPr/>
        </p:nvGrpSpPr>
        <p:grpSpPr>
          <a:xfrm>
            <a:off x="3344661" y="3168575"/>
            <a:ext cx="2363244" cy="1005943"/>
            <a:chOff x="3358415" y="3361302"/>
            <a:chExt cx="2363244" cy="1024695"/>
          </a:xfrm>
        </p:grpSpPr>
        <p:grpSp>
          <p:nvGrpSpPr>
            <p:cNvPr id="14813" name="Google Shape;14813;p89"/>
            <p:cNvGrpSpPr/>
            <p:nvPr/>
          </p:nvGrpSpPr>
          <p:grpSpPr>
            <a:xfrm>
              <a:off x="3358415" y="3361302"/>
              <a:ext cx="441300" cy="1024695"/>
              <a:chOff x="3358415" y="3361302"/>
              <a:chExt cx="441300" cy="1024695"/>
            </a:xfrm>
          </p:grpSpPr>
          <p:sp>
            <p:nvSpPr>
              <p:cNvPr id="14814" name="Google Shape;14814;p89"/>
              <p:cNvSpPr/>
              <p:nvPr/>
            </p:nvSpPr>
            <p:spPr>
              <a:xfrm>
                <a:off x="3358415"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5" name="Google Shape;14815;p89"/>
              <p:cNvSpPr/>
              <p:nvPr/>
            </p:nvSpPr>
            <p:spPr>
              <a:xfrm>
                <a:off x="3358415"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6" name="Google Shape;14816;p89"/>
              <p:cNvSpPr/>
              <p:nvPr/>
            </p:nvSpPr>
            <p:spPr>
              <a:xfrm>
                <a:off x="3358415"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7" name="Google Shape;14817;p89"/>
              <p:cNvSpPr/>
              <p:nvPr/>
            </p:nvSpPr>
            <p:spPr>
              <a:xfrm>
                <a:off x="3358415"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8" name="Google Shape;14818;p89"/>
              <p:cNvSpPr/>
              <p:nvPr/>
            </p:nvSpPr>
            <p:spPr>
              <a:xfrm>
                <a:off x="3358415"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9" name="Google Shape;14819;p89"/>
              <p:cNvSpPr/>
              <p:nvPr/>
            </p:nvSpPr>
            <p:spPr>
              <a:xfrm>
                <a:off x="3358415"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20" name="Google Shape;14820;p89"/>
            <p:cNvGrpSpPr/>
            <p:nvPr/>
          </p:nvGrpSpPr>
          <p:grpSpPr>
            <a:xfrm>
              <a:off x="3838901" y="3361302"/>
              <a:ext cx="441300" cy="1024695"/>
              <a:chOff x="3838901" y="3361302"/>
              <a:chExt cx="441300" cy="1024695"/>
            </a:xfrm>
          </p:grpSpPr>
          <p:sp>
            <p:nvSpPr>
              <p:cNvPr id="14821" name="Google Shape;14821;p89"/>
              <p:cNvSpPr/>
              <p:nvPr/>
            </p:nvSpPr>
            <p:spPr>
              <a:xfrm>
                <a:off x="3838901"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2" name="Google Shape;14822;p89"/>
              <p:cNvSpPr/>
              <p:nvPr/>
            </p:nvSpPr>
            <p:spPr>
              <a:xfrm>
                <a:off x="3838901"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3" name="Google Shape;14823;p89"/>
              <p:cNvSpPr/>
              <p:nvPr/>
            </p:nvSpPr>
            <p:spPr>
              <a:xfrm>
                <a:off x="3838901"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4" name="Google Shape;14824;p89"/>
              <p:cNvSpPr/>
              <p:nvPr/>
            </p:nvSpPr>
            <p:spPr>
              <a:xfrm>
                <a:off x="3838901"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5" name="Google Shape;14825;p89"/>
              <p:cNvSpPr/>
              <p:nvPr/>
            </p:nvSpPr>
            <p:spPr>
              <a:xfrm>
                <a:off x="3838901"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6" name="Google Shape;14826;p89"/>
              <p:cNvSpPr/>
              <p:nvPr/>
            </p:nvSpPr>
            <p:spPr>
              <a:xfrm>
                <a:off x="3838901"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27" name="Google Shape;14827;p89"/>
            <p:cNvGrpSpPr/>
            <p:nvPr/>
          </p:nvGrpSpPr>
          <p:grpSpPr>
            <a:xfrm>
              <a:off x="4319387" y="3361302"/>
              <a:ext cx="441300" cy="1024695"/>
              <a:chOff x="4319387" y="3361302"/>
              <a:chExt cx="441300" cy="1024695"/>
            </a:xfrm>
          </p:grpSpPr>
          <p:sp>
            <p:nvSpPr>
              <p:cNvPr id="14828" name="Google Shape;14828;p89"/>
              <p:cNvSpPr/>
              <p:nvPr/>
            </p:nvSpPr>
            <p:spPr>
              <a:xfrm>
                <a:off x="4319387"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9" name="Google Shape;14829;p89"/>
              <p:cNvSpPr/>
              <p:nvPr/>
            </p:nvSpPr>
            <p:spPr>
              <a:xfrm>
                <a:off x="4319387"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0" name="Google Shape;14830;p89"/>
              <p:cNvSpPr/>
              <p:nvPr/>
            </p:nvSpPr>
            <p:spPr>
              <a:xfrm>
                <a:off x="4319387"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1" name="Google Shape;14831;p89"/>
              <p:cNvSpPr/>
              <p:nvPr/>
            </p:nvSpPr>
            <p:spPr>
              <a:xfrm>
                <a:off x="4319387"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2" name="Google Shape;14832;p89"/>
              <p:cNvSpPr/>
              <p:nvPr/>
            </p:nvSpPr>
            <p:spPr>
              <a:xfrm>
                <a:off x="4319387"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3" name="Google Shape;14833;p89"/>
              <p:cNvSpPr/>
              <p:nvPr/>
            </p:nvSpPr>
            <p:spPr>
              <a:xfrm>
                <a:off x="4319387"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34" name="Google Shape;14834;p89"/>
            <p:cNvGrpSpPr/>
            <p:nvPr/>
          </p:nvGrpSpPr>
          <p:grpSpPr>
            <a:xfrm>
              <a:off x="4799873" y="3361302"/>
              <a:ext cx="441300" cy="1024695"/>
              <a:chOff x="4799873" y="3361302"/>
              <a:chExt cx="441300" cy="1024695"/>
            </a:xfrm>
          </p:grpSpPr>
          <p:sp>
            <p:nvSpPr>
              <p:cNvPr id="14835" name="Google Shape;14835;p89"/>
              <p:cNvSpPr/>
              <p:nvPr/>
            </p:nvSpPr>
            <p:spPr>
              <a:xfrm>
                <a:off x="4799873"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6" name="Google Shape;14836;p89"/>
              <p:cNvSpPr/>
              <p:nvPr/>
            </p:nvSpPr>
            <p:spPr>
              <a:xfrm>
                <a:off x="4799873"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7" name="Google Shape;14837;p89"/>
              <p:cNvSpPr/>
              <p:nvPr/>
            </p:nvSpPr>
            <p:spPr>
              <a:xfrm>
                <a:off x="4799873"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8" name="Google Shape;14838;p89"/>
              <p:cNvSpPr/>
              <p:nvPr/>
            </p:nvSpPr>
            <p:spPr>
              <a:xfrm>
                <a:off x="4799873"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9" name="Google Shape;14839;p89"/>
              <p:cNvSpPr/>
              <p:nvPr/>
            </p:nvSpPr>
            <p:spPr>
              <a:xfrm>
                <a:off x="4799873"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0" name="Google Shape;14840;p89"/>
              <p:cNvSpPr/>
              <p:nvPr/>
            </p:nvSpPr>
            <p:spPr>
              <a:xfrm>
                <a:off x="4799873"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41" name="Google Shape;14841;p89"/>
            <p:cNvGrpSpPr/>
            <p:nvPr/>
          </p:nvGrpSpPr>
          <p:grpSpPr>
            <a:xfrm>
              <a:off x="5280360" y="3361302"/>
              <a:ext cx="441300" cy="1024695"/>
              <a:chOff x="5280360" y="3361302"/>
              <a:chExt cx="441300" cy="1024695"/>
            </a:xfrm>
          </p:grpSpPr>
          <p:sp>
            <p:nvSpPr>
              <p:cNvPr id="14842" name="Google Shape;14842;p89"/>
              <p:cNvSpPr/>
              <p:nvPr/>
            </p:nvSpPr>
            <p:spPr>
              <a:xfrm>
                <a:off x="5280360"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3" name="Google Shape;14843;p89"/>
              <p:cNvSpPr/>
              <p:nvPr/>
            </p:nvSpPr>
            <p:spPr>
              <a:xfrm>
                <a:off x="5280360"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4" name="Google Shape;14844;p89"/>
              <p:cNvSpPr/>
              <p:nvPr/>
            </p:nvSpPr>
            <p:spPr>
              <a:xfrm>
                <a:off x="5280360"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5" name="Google Shape;14845;p89"/>
              <p:cNvSpPr/>
              <p:nvPr/>
            </p:nvSpPr>
            <p:spPr>
              <a:xfrm>
                <a:off x="5280360"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6" name="Google Shape;14846;p89"/>
              <p:cNvSpPr/>
              <p:nvPr/>
            </p:nvSpPr>
            <p:spPr>
              <a:xfrm>
                <a:off x="5280360"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7" name="Google Shape;14847;p89"/>
              <p:cNvSpPr/>
              <p:nvPr/>
            </p:nvSpPr>
            <p:spPr>
              <a:xfrm>
                <a:off x="5280360"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14848" name="Google Shape;14848;p89"/>
          <p:cNvGraphicFramePr/>
          <p:nvPr/>
        </p:nvGraphicFramePr>
        <p:xfrm>
          <a:off x="711088" y="2130461"/>
          <a:ext cx="3000000" cy="3000000"/>
        </p:xfrm>
        <a:graphic>
          <a:graphicData uri="http://schemas.openxmlformats.org/drawingml/2006/table">
            <a:tbl>
              <a:tblPr>
                <a:noFill/>
                <a:tableStyleId>{58AAC19B-FDF0-4812-819E-776EA0D89AF6}</a:tableStyleId>
              </a:tblPr>
              <a:tblGrid>
                <a:gridCol w="600900"/>
                <a:gridCol w="600900"/>
                <a:gridCol w="600900"/>
                <a:gridCol w="600900"/>
              </a:tblGrid>
              <a:tr h="293800">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r>
              <a:tr h="293800">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869FB1"/>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93800">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7994A9"/>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14849" name="Google Shape;14849;p89"/>
          <p:cNvGrpSpPr/>
          <p:nvPr/>
        </p:nvGrpSpPr>
        <p:grpSpPr>
          <a:xfrm>
            <a:off x="712613" y="3180186"/>
            <a:ext cx="2403614" cy="1005900"/>
            <a:chOff x="726450" y="3372825"/>
            <a:chExt cx="2403614" cy="1005900"/>
          </a:xfrm>
        </p:grpSpPr>
        <p:grpSp>
          <p:nvGrpSpPr>
            <p:cNvPr id="14850" name="Google Shape;14850;p89"/>
            <p:cNvGrpSpPr/>
            <p:nvPr/>
          </p:nvGrpSpPr>
          <p:grpSpPr>
            <a:xfrm>
              <a:off x="726450" y="3696000"/>
              <a:ext cx="2403614" cy="500898"/>
              <a:chOff x="726450" y="3696000"/>
              <a:chExt cx="2403614" cy="500898"/>
            </a:xfrm>
          </p:grpSpPr>
          <p:sp>
            <p:nvSpPr>
              <p:cNvPr id="14851" name="Google Shape;14851;p89"/>
              <p:cNvSpPr/>
              <p:nvPr/>
            </p:nvSpPr>
            <p:spPr>
              <a:xfrm>
                <a:off x="726450" y="3696000"/>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14852" name="Google Shape;14852;p89"/>
              <p:cNvSpPr/>
              <p:nvPr/>
            </p:nvSpPr>
            <p:spPr>
              <a:xfrm>
                <a:off x="726464" y="4029798"/>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14853" name="Google Shape;14853;p89"/>
            <p:cNvGrpSpPr/>
            <p:nvPr/>
          </p:nvGrpSpPr>
          <p:grpSpPr>
            <a:xfrm>
              <a:off x="1348050" y="3372825"/>
              <a:ext cx="1720425" cy="1005900"/>
              <a:chOff x="1348050" y="3372825"/>
              <a:chExt cx="1720425" cy="1005900"/>
            </a:xfrm>
          </p:grpSpPr>
          <p:sp>
            <p:nvSpPr>
              <p:cNvPr id="14854" name="Google Shape;14854;p89"/>
              <p:cNvSpPr/>
              <p:nvPr/>
            </p:nvSpPr>
            <p:spPr>
              <a:xfrm>
                <a:off x="1348050"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14855" name="Google Shape;14855;p89"/>
              <p:cNvSpPr/>
              <p:nvPr/>
            </p:nvSpPr>
            <p:spPr>
              <a:xfrm>
                <a:off x="1701356"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14856" name="Google Shape;14856;p89"/>
              <p:cNvSpPr/>
              <p:nvPr/>
            </p:nvSpPr>
            <p:spPr>
              <a:xfrm>
                <a:off x="2054663"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14857" name="Google Shape;14857;p89"/>
              <p:cNvSpPr/>
              <p:nvPr/>
            </p:nvSpPr>
            <p:spPr>
              <a:xfrm>
                <a:off x="2407969"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14858" name="Google Shape;14858;p89"/>
              <p:cNvSpPr/>
              <p:nvPr/>
            </p:nvSpPr>
            <p:spPr>
              <a:xfrm>
                <a:off x="2761275"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14859" name="Google Shape;14859;p89"/>
            <p:cNvGrpSpPr/>
            <p:nvPr/>
          </p:nvGrpSpPr>
          <p:grpSpPr>
            <a:xfrm>
              <a:off x="1455707" y="3731058"/>
              <a:ext cx="1491150" cy="417657"/>
              <a:chOff x="1455707" y="3731058"/>
              <a:chExt cx="1491150" cy="417657"/>
            </a:xfrm>
          </p:grpSpPr>
          <p:grpSp>
            <p:nvGrpSpPr>
              <p:cNvPr id="14860" name="Google Shape;14860;p89"/>
              <p:cNvGrpSpPr/>
              <p:nvPr/>
            </p:nvGrpSpPr>
            <p:grpSpPr>
              <a:xfrm>
                <a:off x="1472938" y="3745828"/>
                <a:ext cx="72126" cy="53788"/>
                <a:chOff x="1472938" y="3745828"/>
                <a:chExt cx="72126" cy="53788"/>
              </a:xfrm>
            </p:grpSpPr>
            <p:sp>
              <p:nvSpPr>
                <p:cNvPr id="14861" name="Google Shape;14861;p89"/>
                <p:cNvSpPr/>
                <p:nvPr/>
              </p:nvSpPr>
              <p:spPr>
                <a:xfrm>
                  <a:off x="1472938"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2" name="Google Shape;14862;p89"/>
                <p:cNvSpPr/>
                <p:nvPr/>
              </p:nvSpPr>
              <p:spPr>
                <a:xfrm>
                  <a:off x="1490853"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63" name="Google Shape;14863;p89"/>
              <p:cNvGrpSpPr/>
              <p:nvPr/>
            </p:nvGrpSpPr>
            <p:grpSpPr>
              <a:xfrm>
                <a:off x="1819181" y="4089633"/>
                <a:ext cx="72126" cy="53788"/>
                <a:chOff x="1819181" y="4089633"/>
                <a:chExt cx="72126" cy="53788"/>
              </a:xfrm>
            </p:grpSpPr>
            <p:sp>
              <p:nvSpPr>
                <p:cNvPr id="14864" name="Google Shape;14864;p89"/>
                <p:cNvSpPr/>
                <p:nvPr/>
              </p:nvSpPr>
              <p:spPr>
                <a:xfrm>
                  <a:off x="181918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5" name="Google Shape;14865;p89"/>
                <p:cNvSpPr/>
                <p:nvPr/>
              </p:nvSpPr>
              <p:spPr>
                <a:xfrm>
                  <a:off x="183709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66" name="Google Shape;14866;p89"/>
              <p:cNvGrpSpPr/>
              <p:nvPr/>
            </p:nvGrpSpPr>
            <p:grpSpPr>
              <a:xfrm>
                <a:off x="1455707" y="4084171"/>
                <a:ext cx="64321" cy="64544"/>
                <a:chOff x="1455707" y="4084171"/>
                <a:chExt cx="64321" cy="64544"/>
              </a:xfrm>
            </p:grpSpPr>
            <p:sp>
              <p:nvSpPr>
                <p:cNvPr id="14867" name="Google Shape;14867;p89"/>
                <p:cNvSpPr/>
                <p:nvPr/>
              </p:nvSpPr>
              <p:spPr>
                <a:xfrm>
                  <a:off x="1478676" y="40844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8" name="Google Shape;14868;p89"/>
                <p:cNvSpPr/>
                <p:nvPr/>
              </p:nvSpPr>
              <p:spPr>
                <a:xfrm>
                  <a:off x="1455707" y="40841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69" name="Google Shape;14869;p89"/>
              <p:cNvGrpSpPr/>
              <p:nvPr/>
            </p:nvGrpSpPr>
            <p:grpSpPr>
              <a:xfrm>
                <a:off x="1818610" y="3731058"/>
                <a:ext cx="64321" cy="64544"/>
                <a:chOff x="1818610" y="3731058"/>
                <a:chExt cx="64321" cy="64544"/>
              </a:xfrm>
            </p:grpSpPr>
            <p:sp>
              <p:nvSpPr>
                <p:cNvPr id="14870" name="Google Shape;14870;p89"/>
                <p:cNvSpPr/>
                <p:nvPr/>
              </p:nvSpPr>
              <p:spPr>
                <a:xfrm>
                  <a:off x="184157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1" name="Google Shape;14871;p89"/>
                <p:cNvSpPr/>
                <p:nvPr/>
              </p:nvSpPr>
              <p:spPr>
                <a:xfrm>
                  <a:off x="181861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72" name="Google Shape;14872;p89"/>
              <p:cNvGrpSpPr/>
              <p:nvPr/>
            </p:nvGrpSpPr>
            <p:grpSpPr>
              <a:xfrm>
                <a:off x="2172491" y="4089633"/>
                <a:ext cx="72126" cy="53788"/>
                <a:chOff x="2172491" y="4089633"/>
                <a:chExt cx="72126" cy="53788"/>
              </a:xfrm>
            </p:grpSpPr>
            <p:sp>
              <p:nvSpPr>
                <p:cNvPr id="14873" name="Google Shape;14873;p89"/>
                <p:cNvSpPr/>
                <p:nvPr/>
              </p:nvSpPr>
              <p:spPr>
                <a:xfrm>
                  <a:off x="217249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4" name="Google Shape;14874;p89"/>
                <p:cNvSpPr/>
                <p:nvPr/>
              </p:nvSpPr>
              <p:spPr>
                <a:xfrm>
                  <a:off x="219040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75" name="Google Shape;14875;p89"/>
              <p:cNvGrpSpPr/>
              <p:nvPr/>
            </p:nvGrpSpPr>
            <p:grpSpPr>
              <a:xfrm>
                <a:off x="2171920" y="3731058"/>
                <a:ext cx="64321" cy="64544"/>
                <a:chOff x="2171920" y="3731058"/>
                <a:chExt cx="64321" cy="64544"/>
              </a:xfrm>
            </p:grpSpPr>
            <p:sp>
              <p:nvSpPr>
                <p:cNvPr id="14876" name="Google Shape;14876;p89"/>
                <p:cNvSpPr/>
                <p:nvPr/>
              </p:nvSpPr>
              <p:spPr>
                <a:xfrm>
                  <a:off x="219488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7" name="Google Shape;14877;p89"/>
                <p:cNvSpPr/>
                <p:nvPr/>
              </p:nvSpPr>
              <p:spPr>
                <a:xfrm>
                  <a:off x="217192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78" name="Google Shape;14878;p89"/>
              <p:cNvGrpSpPr/>
              <p:nvPr/>
            </p:nvGrpSpPr>
            <p:grpSpPr>
              <a:xfrm>
                <a:off x="2874730" y="3745828"/>
                <a:ext cx="72126" cy="53788"/>
                <a:chOff x="2874730" y="3745828"/>
                <a:chExt cx="72126" cy="53788"/>
              </a:xfrm>
            </p:grpSpPr>
            <p:sp>
              <p:nvSpPr>
                <p:cNvPr id="14879" name="Google Shape;14879;p89"/>
                <p:cNvSpPr/>
                <p:nvPr/>
              </p:nvSpPr>
              <p:spPr>
                <a:xfrm>
                  <a:off x="2874730"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0" name="Google Shape;14880;p89"/>
                <p:cNvSpPr/>
                <p:nvPr/>
              </p:nvSpPr>
              <p:spPr>
                <a:xfrm>
                  <a:off x="2892645"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81" name="Google Shape;14881;p89"/>
              <p:cNvGrpSpPr/>
              <p:nvPr/>
            </p:nvGrpSpPr>
            <p:grpSpPr>
              <a:xfrm>
                <a:off x="2878589" y="4081481"/>
                <a:ext cx="64321" cy="64544"/>
                <a:chOff x="2878589" y="4081481"/>
                <a:chExt cx="64321" cy="64544"/>
              </a:xfrm>
            </p:grpSpPr>
            <p:sp>
              <p:nvSpPr>
                <p:cNvPr id="14882" name="Google Shape;14882;p89"/>
                <p:cNvSpPr/>
                <p:nvPr/>
              </p:nvSpPr>
              <p:spPr>
                <a:xfrm>
                  <a:off x="2901559" y="40817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3" name="Google Shape;14883;p89"/>
                <p:cNvSpPr/>
                <p:nvPr/>
              </p:nvSpPr>
              <p:spPr>
                <a:xfrm>
                  <a:off x="2878589" y="40814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84" name="Google Shape;14884;p89"/>
              <p:cNvGrpSpPr/>
              <p:nvPr/>
            </p:nvGrpSpPr>
            <p:grpSpPr>
              <a:xfrm>
                <a:off x="2525796" y="4089633"/>
                <a:ext cx="72126" cy="53788"/>
                <a:chOff x="2525796" y="4089633"/>
                <a:chExt cx="72126" cy="53788"/>
              </a:xfrm>
            </p:grpSpPr>
            <p:sp>
              <p:nvSpPr>
                <p:cNvPr id="14885" name="Google Shape;14885;p89"/>
                <p:cNvSpPr/>
                <p:nvPr/>
              </p:nvSpPr>
              <p:spPr>
                <a:xfrm>
                  <a:off x="2525796"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6" name="Google Shape;14886;p89"/>
                <p:cNvSpPr/>
                <p:nvPr/>
              </p:nvSpPr>
              <p:spPr>
                <a:xfrm>
                  <a:off x="2543711"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87" name="Google Shape;14887;p89"/>
              <p:cNvGrpSpPr/>
              <p:nvPr/>
            </p:nvGrpSpPr>
            <p:grpSpPr>
              <a:xfrm>
                <a:off x="2525225" y="3731058"/>
                <a:ext cx="64321" cy="64544"/>
                <a:chOff x="2525225" y="3731058"/>
                <a:chExt cx="64321" cy="64544"/>
              </a:xfrm>
            </p:grpSpPr>
            <p:sp>
              <p:nvSpPr>
                <p:cNvPr id="14888" name="Google Shape;14888;p89"/>
                <p:cNvSpPr/>
                <p:nvPr/>
              </p:nvSpPr>
              <p:spPr>
                <a:xfrm>
                  <a:off x="2548194"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9" name="Google Shape;14889;p89"/>
                <p:cNvSpPr/>
                <p:nvPr/>
              </p:nvSpPr>
              <p:spPr>
                <a:xfrm>
                  <a:off x="2525225"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893" name="Shape 14893"/>
        <p:cNvGrpSpPr/>
        <p:nvPr/>
      </p:nvGrpSpPr>
      <p:grpSpPr>
        <a:xfrm>
          <a:off x="0" y="0"/>
          <a:ext cx="0" cy="0"/>
          <a:chOff x="0" y="0"/>
          <a:chExt cx="0" cy="0"/>
        </a:xfrm>
      </p:grpSpPr>
      <p:grpSp>
        <p:nvGrpSpPr>
          <p:cNvPr id="14894" name="Google Shape;14894;p90"/>
          <p:cNvGrpSpPr/>
          <p:nvPr/>
        </p:nvGrpSpPr>
        <p:grpSpPr>
          <a:xfrm>
            <a:off x="716996" y="971307"/>
            <a:ext cx="845921" cy="690752"/>
            <a:chOff x="732428" y="1198513"/>
            <a:chExt cx="845921" cy="690752"/>
          </a:xfrm>
        </p:grpSpPr>
        <p:grpSp>
          <p:nvGrpSpPr>
            <p:cNvPr id="14895" name="Google Shape;14895;p90"/>
            <p:cNvGrpSpPr/>
            <p:nvPr/>
          </p:nvGrpSpPr>
          <p:grpSpPr>
            <a:xfrm>
              <a:off x="823030" y="1198513"/>
              <a:ext cx="755319" cy="690752"/>
              <a:chOff x="823030" y="1198513"/>
              <a:chExt cx="755319" cy="690752"/>
            </a:xfrm>
          </p:grpSpPr>
          <p:sp>
            <p:nvSpPr>
              <p:cNvPr id="14896" name="Google Shape;14896;p90"/>
              <p:cNvSpPr/>
              <p:nvPr/>
            </p:nvSpPr>
            <p:spPr>
              <a:xfrm>
                <a:off x="823030" y="1198513"/>
                <a:ext cx="755319" cy="690752"/>
              </a:xfrm>
              <a:custGeom>
                <a:rect b="b" l="l" r="r" t="t"/>
                <a:pathLst>
                  <a:path extrusionOk="0" h="42771" w="46769">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7" name="Google Shape;14897;p90"/>
              <p:cNvSpPr/>
              <p:nvPr/>
            </p:nvSpPr>
            <p:spPr>
              <a:xfrm>
                <a:off x="1470047" y="1217877"/>
                <a:ext cx="88760" cy="88744"/>
              </a:xfrm>
              <a:custGeom>
                <a:rect b="b" l="l" r="r" t="t"/>
                <a:pathLst>
                  <a:path extrusionOk="0" h="5495" w="5496">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98" name="Google Shape;14898;p90"/>
            <p:cNvGrpSpPr/>
            <p:nvPr/>
          </p:nvGrpSpPr>
          <p:grpSpPr>
            <a:xfrm>
              <a:off x="732428" y="1239937"/>
              <a:ext cx="739912" cy="607886"/>
              <a:chOff x="732428" y="1239937"/>
              <a:chExt cx="739912" cy="607886"/>
            </a:xfrm>
          </p:grpSpPr>
          <p:sp>
            <p:nvSpPr>
              <p:cNvPr id="14899" name="Google Shape;14899;p90"/>
              <p:cNvSpPr/>
              <p:nvPr/>
            </p:nvSpPr>
            <p:spPr>
              <a:xfrm>
                <a:off x="732428" y="1239937"/>
                <a:ext cx="739912" cy="607886"/>
              </a:xfrm>
              <a:custGeom>
                <a:rect b="b" l="l" r="r" t="t"/>
                <a:pathLst>
                  <a:path extrusionOk="0" h="37640" w="45815">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0" name="Google Shape;14900;p90"/>
              <p:cNvSpPr/>
              <p:nvPr/>
            </p:nvSpPr>
            <p:spPr>
              <a:xfrm>
                <a:off x="751614" y="1735807"/>
                <a:ext cx="88760" cy="88744"/>
              </a:xfrm>
              <a:custGeom>
                <a:rect b="b" l="l" r="r" t="t"/>
                <a:pathLst>
                  <a:path extrusionOk="0" h="5495" w="5496">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01" name="Google Shape;14901;p90"/>
            <p:cNvGrpSpPr/>
            <p:nvPr/>
          </p:nvGrpSpPr>
          <p:grpSpPr>
            <a:xfrm>
              <a:off x="732428" y="1277018"/>
              <a:ext cx="702832" cy="533758"/>
              <a:chOff x="732428" y="1277018"/>
              <a:chExt cx="702832" cy="533758"/>
            </a:xfrm>
          </p:grpSpPr>
          <p:sp>
            <p:nvSpPr>
              <p:cNvPr id="14902" name="Google Shape;14902;p90"/>
              <p:cNvSpPr/>
              <p:nvPr/>
            </p:nvSpPr>
            <p:spPr>
              <a:xfrm>
                <a:off x="732428" y="1277018"/>
                <a:ext cx="702832" cy="533758"/>
              </a:xfrm>
              <a:custGeom>
                <a:rect b="b" l="l" r="r" t="t"/>
                <a:pathLst>
                  <a:path extrusionOk="0" h="33050" w="43519">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3" name="Google Shape;14903;p90"/>
              <p:cNvSpPr/>
              <p:nvPr/>
            </p:nvSpPr>
            <p:spPr>
              <a:xfrm>
                <a:off x="751695" y="1390407"/>
                <a:ext cx="88728" cy="88744"/>
              </a:xfrm>
              <a:custGeom>
                <a:rect b="b" l="l" r="r" t="t"/>
                <a:pathLst>
                  <a:path extrusionOk="0" h="5495" w="5494">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04" name="Google Shape;14904;p90"/>
            <p:cNvGrpSpPr/>
            <p:nvPr/>
          </p:nvGrpSpPr>
          <p:grpSpPr>
            <a:xfrm>
              <a:off x="931170" y="1306653"/>
              <a:ext cx="647179" cy="474455"/>
              <a:chOff x="931170" y="1306653"/>
              <a:chExt cx="647179" cy="474455"/>
            </a:xfrm>
          </p:grpSpPr>
          <p:sp>
            <p:nvSpPr>
              <p:cNvPr id="14905" name="Google Shape;14905;p90"/>
              <p:cNvSpPr/>
              <p:nvPr/>
            </p:nvSpPr>
            <p:spPr>
              <a:xfrm>
                <a:off x="931170" y="1306653"/>
                <a:ext cx="647179" cy="474455"/>
              </a:xfrm>
              <a:custGeom>
                <a:rect b="b" l="l" r="r" t="t"/>
                <a:pathLst>
                  <a:path extrusionOk="0" h="29378" w="40073">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6" name="Google Shape;14906;p90"/>
              <p:cNvSpPr/>
              <p:nvPr/>
            </p:nvSpPr>
            <p:spPr>
              <a:xfrm>
                <a:off x="1470047" y="1560806"/>
                <a:ext cx="88760" cy="88744"/>
              </a:xfrm>
              <a:custGeom>
                <a:rect b="b" l="l" r="r" t="t"/>
                <a:pathLst>
                  <a:path extrusionOk="0" h="5495" w="5496">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907" name="Google Shape;14907;p90"/>
            <p:cNvSpPr/>
            <p:nvPr/>
          </p:nvSpPr>
          <p:spPr>
            <a:xfrm>
              <a:off x="986565" y="1362064"/>
              <a:ext cx="363666" cy="363650"/>
            </a:xfrm>
            <a:custGeom>
              <a:rect b="b" l="l" r="r" t="t"/>
              <a:pathLst>
                <a:path extrusionOk="0" h="22517" w="22518">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08" name="Google Shape;14908;p90"/>
          <p:cNvGrpSpPr/>
          <p:nvPr/>
        </p:nvGrpSpPr>
        <p:grpSpPr>
          <a:xfrm>
            <a:off x="3948605" y="971313"/>
            <a:ext cx="634656" cy="699982"/>
            <a:chOff x="5985650" y="2860025"/>
            <a:chExt cx="1396075" cy="1539775"/>
          </a:xfrm>
        </p:grpSpPr>
        <p:sp>
          <p:nvSpPr>
            <p:cNvPr id="14909" name="Google Shape;14909;p90"/>
            <p:cNvSpPr/>
            <p:nvPr/>
          </p:nvSpPr>
          <p:spPr>
            <a:xfrm>
              <a:off x="6655300" y="3128850"/>
              <a:ext cx="637150" cy="631950"/>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0" name="Google Shape;14910;p90"/>
            <p:cNvSpPr/>
            <p:nvPr/>
          </p:nvSpPr>
          <p:spPr>
            <a:xfrm>
              <a:off x="6673425" y="3771400"/>
              <a:ext cx="600850" cy="600800"/>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1" name="Google Shape;14911;p90"/>
            <p:cNvSpPr/>
            <p:nvPr/>
          </p:nvSpPr>
          <p:spPr>
            <a:xfrm>
              <a:off x="6073050" y="3509700"/>
              <a:ext cx="641725" cy="636800"/>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2" name="Google Shape;14912;p90"/>
            <p:cNvSpPr/>
            <p:nvPr/>
          </p:nvSpPr>
          <p:spPr>
            <a:xfrm>
              <a:off x="6124575" y="2917775"/>
              <a:ext cx="572575" cy="572525"/>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3" name="Google Shape;14913;p90"/>
            <p:cNvSpPr/>
            <p:nvPr/>
          </p:nvSpPr>
          <p:spPr>
            <a:xfrm>
              <a:off x="6459975" y="2867300"/>
              <a:ext cx="101300" cy="50500"/>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4" name="Google Shape;14914;p90"/>
            <p:cNvSpPr/>
            <p:nvPr/>
          </p:nvSpPr>
          <p:spPr>
            <a:xfrm>
              <a:off x="6389025" y="2860025"/>
              <a:ext cx="63100" cy="15700"/>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5" name="Google Shape;14915;p90"/>
            <p:cNvSpPr/>
            <p:nvPr/>
          </p:nvSpPr>
          <p:spPr>
            <a:xfrm>
              <a:off x="6279750" y="2879875"/>
              <a:ext cx="39600" cy="2600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6" name="Google Shape;14916;p90"/>
            <p:cNvSpPr/>
            <p:nvPr/>
          </p:nvSpPr>
          <p:spPr>
            <a:xfrm>
              <a:off x="6325825" y="2862750"/>
              <a:ext cx="54425" cy="22400"/>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7" name="Google Shape;14917;p90"/>
            <p:cNvSpPr/>
            <p:nvPr/>
          </p:nvSpPr>
          <p:spPr>
            <a:xfrm>
              <a:off x="7023725" y="3061400"/>
              <a:ext cx="101300" cy="50475"/>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8" name="Google Shape;14918;p90"/>
            <p:cNvSpPr/>
            <p:nvPr/>
          </p:nvSpPr>
          <p:spPr>
            <a:xfrm>
              <a:off x="6952750" y="3054150"/>
              <a:ext cx="63100" cy="15650"/>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9" name="Google Shape;14919;p90"/>
            <p:cNvSpPr/>
            <p:nvPr/>
          </p:nvSpPr>
          <p:spPr>
            <a:xfrm>
              <a:off x="6843450" y="3073975"/>
              <a:ext cx="39625" cy="26025"/>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0" name="Google Shape;14920;p90"/>
            <p:cNvSpPr/>
            <p:nvPr/>
          </p:nvSpPr>
          <p:spPr>
            <a:xfrm>
              <a:off x="6889575" y="3056825"/>
              <a:ext cx="54425" cy="22400"/>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1" name="Google Shape;14921;p90"/>
            <p:cNvSpPr/>
            <p:nvPr/>
          </p:nvSpPr>
          <p:spPr>
            <a:xfrm>
              <a:off x="6245350" y="4177200"/>
              <a:ext cx="101275" cy="50475"/>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2" name="Google Shape;14922;p90"/>
            <p:cNvSpPr/>
            <p:nvPr/>
          </p:nvSpPr>
          <p:spPr>
            <a:xfrm>
              <a:off x="6354525" y="4219275"/>
              <a:ext cx="63075" cy="15675"/>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3" name="Google Shape;14923;p90"/>
            <p:cNvSpPr/>
            <p:nvPr/>
          </p:nvSpPr>
          <p:spPr>
            <a:xfrm>
              <a:off x="6487275" y="4189125"/>
              <a:ext cx="39625" cy="25975"/>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4" name="Google Shape;14924;p90"/>
            <p:cNvSpPr/>
            <p:nvPr/>
          </p:nvSpPr>
          <p:spPr>
            <a:xfrm>
              <a:off x="6426350" y="4209850"/>
              <a:ext cx="54475" cy="22400"/>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5" name="Google Shape;14925;p90"/>
            <p:cNvSpPr/>
            <p:nvPr/>
          </p:nvSpPr>
          <p:spPr>
            <a:xfrm>
              <a:off x="5992275" y="3674825"/>
              <a:ext cx="51250" cy="99900"/>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6" name="Google Shape;14926;p90"/>
            <p:cNvSpPr/>
            <p:nvPr/>
          </p:nvSpPr>
          <p:spPr>
            <a:xfrm>
              <a:off x="5985650" y="3783750"/>
              <a:ext cx="16125" cy="6227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7" name="Google Shape;14927;p90"/>
            <p:cNvSpPr/>
            <p:nvPr/>
          </p:nvSpPr>
          <p:spPr>
            <a:xfrm>
              <a:off x="6004725" y="3916700"/>
              <a:ext cx="27875" cy="38100"/>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8" name="Google Shape;14928;p90"/>
            <p:cNvSpPr/>
            <p:nvPr/>
          </p:nvSpPr>
          <p:spPr>
            <a:xfrm>
              <a:off x="5987900" y="3855450"/>
              <a:ext cx="23600" cy="53200"/>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9" name="Google Shape;14929;p90"/>
            <p:cNvSpPr/>
            <p:nvPr/>
          </p:nvSpPr>
          <p:spPr>
            <a:xfrm>
              <a:off x="6071975" y="3300325"/>
              <a:ext cx="52475" cy="102475"/>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0" name="Google Shape;14930;p90"/>
            <p:cNvSpPr/>
            <p:nvPr/>
          </p:nvSpPr>
          <p:spPr>
            <a:xfrm>
              <a:off x="6122225" y="3408475"/>
              <a:ext cx="47725" cy="4955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1" name="Google Shape;14931;p90"/>
            <p:cNvSpPr/>
            <p:nvPr/>
          </p:nvSpPr>
          <p:spPr>
            <a:xfrm>
              <a:off x="6228150" y="3490275"/>
              <a:ext cx="42050" cy="21525"/>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2" name="Google Shape;14932;p90"/>
            <p:cNvSpPr/>
            <p:nvPr/>
          </p:nvSpPr>
          <p:spPr>
            <a:xfrm>
              <a:off x="6172850" y="3459275"/>
              <a:ext cx="49900" cy="34575"/>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3" name="Google Shape;14933;p90"/>
            <p:cNvSpPr/>
            <p:nvPr/>
          </p:nvSpPr>
          <p:spPr>
            <a:xfrm>
              <a:off x="7323825" y="3495225"/>
              <a:ext cx="51250" cy="99900"/>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4" name="Google Shape;14934;p90"/>
            <p:cNvSpPr/>
            <p:nvPr/>
          </p:nvSpPr>
          <p:spPr>
            <a:xfrm>
              <a:off x="7365575" y="3423925"/>
              <a:ext cx="16150" cy="6227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5" name="Google Shape;14935;p90"/>
            <p:cNvSpPr/>
            <p:nvPr/>
          </p:nvSpPr>
          <p:spPr>
            <a:xfrm>
              <a:off x="7334775" y="3315150"/>
              <a:ext cx="27850" cy="38100"/>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6" name="Google Shape;14936;p90"/>
            <p:cNvSpPr/>
            <p:nvPr/>
          </p:nvSpPr>
          <p:spPr>
            <a:xfrm>
              <a:off x="7355800" y="3361300"/>
              <a:ext cx="23650" cy="53200"/>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7" name="Google Shape;14937;p90"/>
            <p:cNvSpPr/>
            <p:nvPr/>
          </p:nvSpPr>
          <p:spPr>
            <a:xfrm>
              <a:off x="7093025" y="4348600"/>
              <a:ext cx="104200" cy="51200"/>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8" name="Google Shape;14938;p90"/>
            <p:cNvSpPr/>
            <p:nvPr/>
          </p:nvSpPr>
          <p:spPr>
            <a:xfrm>
              <a:off x="7201150" y="4302925"/>
              <a:ext cx="51100" cy="46100"/>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9" name="Google Shape;14939;p90"/>
            <p:cNvSpPr/>
            <p:nvPr/>
          </p:nvSpPr>
          <p:spPr>
            <a:xfrm>
              <a:off x="7282950" y="4203000"/>
              <a:ext cx="22950" cy="40225"/>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0" name="Google Shape;14940;p90"/>
            <p:cNvSpPr/>
            <p:nvPr/>
          </p:nvSpPr>
          <p:spPr>
            <a:xfrm>
              <a:off x="7252000" y="4250300"/>
              <a:ext cx="36300" cy="48175"/>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41" name="Google Shape;14941;p90"/>
          <p:cNvGrpSpPr/>
          <p:nvPr/>
        </p:nvGrpSpPr>
        <p:grpSpPr>
          <a:xfrm>
            <a:off x="4704254" y="971307"/>
            <a:ext cx="725845" cy="699975"/>
            <a:chOff x="4249973" y="1201875"/>
            <a:chExt cx="1958568" cy="1888762"/>
          </a:xfrm>
        </p:grpSpPr>
        <p:sp>
          <p:nvSpPr>
            <p:cNvPr id="14942" name="Google Shape;14942;p90"/>
            <p:cNvSpPr/>
            <p:nvPr/>
          </p:nvSpPr>
          <p:spPr>
            <a:xfrm>
              <a:off x="4468527" y="1411932"/>
              <a:ext cx="1528500" cy="1452600"/>
            </a:xfrm>
            <a:prstGeom prst="pentagon">
              <a:avLst>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943" name="Google Shape;14943;p90"/>
            <p:cNvGrpSpPr/>
            <p:nvPr/>
          </p:nvGrpSpPr>
          <p:grpSpPr>
            <a:xfrm>
              <a:off x="5853086" y="1789142"/>
              <a:ext cx="355454" cy="1048099"/>
              <a:chOff x="5576108" y="2016725"/>
              <a:chExt cx="565200" cy="1666560"/>
            </a:xfrm>
          </p:grpSpPr>
          <p:sp>
            <p:nvSpPr>
              <p:cNvPr id="14944" name="Google Shape;14944;p90"/>
              <p:cNvSpPr/>
              <p:nvPr/>
            </p:nvSpPr>
            <p:spPr>
              <a:xfrm>
                <a:off x="5576108"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14945" name="Google Shape;14945;p90"/>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46" name="Google Shape;14946;p90"/>
            <p:cNvGrpSpPr/>
            <p:nvPr/>
          </p:nvGrpSpPr>
          <p:grpSpPr>
            <a:xfrm>
              <a:off x="4869455" y="2691676"/>
              <a:ext cx="1013897" cy="398961"/>
              <a:chOff x="4012057" y="3451825"/>
              <a:chExt cx="1612175" cy="634379"/>
            </a:xfrm>
          </p:grpSpPr>
          <p:sp>
            <p:nvSpPr>
              <p:cNvPr id="14947" name="Google Shape;14947;p90"/>
              <p:cNvSpPr/>
              <p:nvPr/>
            </p:nvSpPr>
            <p:spPr>
              <a:xfrm>
                <a:off x="505903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14948" name="Google Shape;14948;p90"/>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49" name="Google Shape;14949;p90"/>
            <p:cNvGrpSpPr/>
            <p:nvPr/>
          </p:nvGrpSpPr>
          <p:grpSpPr>
            <a:xfrm>
              <a:off x="4276937" y="2155961"/>
              <a:ext cx="651965" cy="891358"/>
              <a:chOff x="3069908" y="2599997"/>
              <a:chExt cx="1036675" cy="1417328"/>
            </a:xfrm>
          </p:grpSpPr>
          <p:sp>
            <p:nvSpPr>
              <p:cNvPr id="14950" name="Google Shape;14950;p90"/>
              <p:cNvSpPr/>
              <p:nvPr/>
            </p:nvSpPr>
            <p:spPr>
              <a:xfrm>
                <a:off x="354138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14951" name="Google Shape;14951;p90"/>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52" name="Google Shape;14952;p90"/>
            <p:cNvGrpSpPr/>
            <p:nvPr/>
          </p:nvGrpSpPr>
          <p:grpSpPr>
            <a:xfrm>
              <a:off x="5054918" y="1201875"/>
              <a:ext cx="999548" cy="602711"/>
              <a:chOff x="4306958" y="1082925"/>
              <a:chExt cx="1589359" cy="958358"/>
            </a:xfrm>
          </p:grpSpPr>
          <p:sp>
            <p:nvSpPr>
              <p:cNvPr id="14953" name="Google Shape;14953;p90"/>
              <p:cNvSpPr/>
              <p:nvPr/>
            </p:nvSpPr>
            <p:spPr>
              <a:xfrm>
                <a:off x="4306958" y="1082925"/>
                <a:ext cx="565200" cy="5655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14954" name="Google Shape;14954;p90"/>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55" name="Google Shape;14955;p90"/>
            <p:cNvGrpSpPr/>
            <p:nvPr/>
          </p:nvGrpSpPr>
          <p:grpSpPr>
            <a:xfrm>
              <a:off x="4249973" y="1303451"/>
              <a:ext cx="799317" cy="841334"/>
              <a:chOff x="3027033" y="1244439"/>
              <a:chExt cx="1270977" cy="1337786"/>
            </a:xfrm>
          </p:grpSpPr>
          <p:sp>
            <p:nvSpPr>
              <p:cNvPr id="14956" name="Google Shape;14956;p90"/>
              <p:cNvSpPr/>
              <p:nvPr/>
            </p:nvSpPr>
            <p:spPr>
              <a:xfrm>
                <a:off x="3027033"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14957" name="Google Shape;14957;p90"/>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958" name="Google Shape;14958;p90"/>
          <p:cNvGrpSpPr/>
          <p:nvPr/>
        </p:nvGrpSpPr>
        <p:grpSpPr>
          <a:xfrm>
            <a:off x="4057119" y="1858087"/>
            <a:ext cx="750769" cy="683784"/>
            <a:chOff x="4204684" y="2104422"/>
            <a:chExt cx="699822" cy="637382"/>
          </a:xfrm>
        </p:grpSpPr>
        <p:grpSp>
          <p:nvGrpSpPr>
            <p:cNvPr id="14959" name="Google Shape;14959;p90"/>
            <p:cNvGrpSpPr/>
            <p:nvPr/>
          </p:nvGrpSpPr>
          <p:grpSpPr>
            <a:xfrm>
              <a:off x="4204684" y="2430067"/>
              <a:ext cx="342957" cy="311738"/>
              <a:chOff x="4204684" y="2430067"/>
              <a:chExt cx="342957" cy="311738"/>
            </a:xfrm>
          </p:grpSpPr>
          <p:sp>
            <p:nvSpPr>
              <p:cNvPr id="14960" name="Google Shape;14960;p90"/>
              <p:cNvSpPr/>
              <p:nvPr/>
            </p:nvSpPr>
            <p:spPr>
              <a:xfrm>
                <a:off x="4235882" y="2430067"/>
                <a:ext cx="311759" cy="311738"/>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1" name="Google Shape;14961;p90"/>
              <p:cNvSpPr/>
              <p:nvPr/>
            </p:nvSpPr>
            <p:spPr>
              <a:xfrm>
                <a:off x="4204684" y="2558309"/>
                <a:ext cx="117839" cy="117794"/>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62" name="Google Shape;14962;p90"/>
            <p:cNvGrpSpPr/>
            <p:nvPr/>
          </p:nvGrpSpPr>
          <p:grpSpPr>
            <a:xfrm>
              <a:off x="4561586" y="2430067"/>
              <a:ext cx="342920" cy="311738"/>
              <a:chOff x="4561586" y="2430067"/>
              <a:chExt cx="342920" cy="311738"/>
            </a:xfrm>
          </p:grpSpPr>
          <p:sp>
            <p:nvSpPr>
              <p:cNvPr id="14963" name="Google Shape;14963;p90"/>
              <p:cNvSpPr/>
              <p:nvPr/>
            </p:nvSpPr>
            <p:spPr>
              <a:xfrm>
                <a:off x="4561586" y="2430067"/>
                <a:ext cx="311759" cy="311738"/>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4" name="Google Shape;14964;p90"/>
              <p:cNvSpPr/>
              <p:nvPr/>
            </p:nvSpPr>
            <p:spPr>
              <a:xfrm>
                <a:off x="4786741" y="2558309"/>
                <a:ext cx="117765" cy="117794"/>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65" name="Google Shape;14965;p90"/>
            <p:cNvGrpSpPr/>
            <p:nvPr/>
          </p:nvGrpSpPr>
          <p:grpSpPr>
            <a:xfrm>
              <a:off x="4561586" y="2104422"/>
              <a:ext cx="342920" cy="311738"/>
              <a:chOff x="4561586" y="2104422"/>
              <a:chExt cx="342920" cy="311738"/>
            </a:xfrm>
          </p:grpSpPr>
          <p:sp>
            <p:nvSpPr>
              <p:cNvPr id="14966" name="Google Shape;14966;p90"/>
              <p:cNvSpPr/>
              <p:nvPr/>
            </p:nvSpPr>
            <p:spPr>
              <a:xfrm>
                <a:off x="4561586" y="2104422"/>
                <a:ext cx="311722" cy="311738"/>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7" name="Google Shape;14967;p90"/>
              <p:cNvSpPr/>
              <p:nvPr/>
            </p:nvSpPr>
            <p:spPr>
              <a:xfrm>
                <a:off x="4786741" y="2170087"/>
                <a:ext cx="117765" cy="117757"/>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68" name="Google Shape;14968;p90"/>
            <p:cNvGrpSpPr/>
            <p:nvPr/>
          </p:nvGrpSpPr>
          <p:grpSpPr>
            <a:xfrm>
              <a:off x="4204684" y="2104422"/>
              <a:ext cx="342957" cy="311664"/>
              <a:chOff x="4204684" y="2104422"/>
              <a:chExt cx="342957" cy="311664"/>
            </a:xfrm>
          </p:grpSpPr>
          <p:sp>
            <p:nvSpPr>
              <p:cNvPr id="14969" name="Google Shape;14969;p90"/>
              <p:cNvSpPr/>
              <p:nvPr/>
            </p:nvSpPr>
            <p:spPr>
              <a:xfrm>
                <a:off x="4235882" y="2104422"/>
                <a:ext cx="311759" cy="311664"/>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0" name="Google Shape;14970;p90"/>
              <p:cNvSpPr/>
              <p:nvPr/>
            </p:nvSpPr>
            <p:spPr>
              <a:xfrm>
                <a:off x="4204684" y="2170087"/>
                <a:ext cx="117839" cy="117757"/>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971" name="Google Shape;14971;p90"/>
          <p:cNvGrpSpPr/>
          <p:nvPr/>
        </p:nvGrpSpPr>
        <p:grpSpPr>
          <a:xfrm>
            <a:off x="5521552" y="971301"/>
            <a:ext cx="660591" cy="688867"/>
            <a:chOff x="5830645" y="1267368"/>
            <a:chExt cx="530340" cy="553040"/>
          </a:xfrm>
        </p:grpSpPr>
        <p:sp>
          <p:nvSpPr>
            <p:cNvPr id="14972" name="Google Shape;14972;p90"/>
            <p:cNvSpPr/>
            <p:nvPr/>
          </p:nvSpPr>
          <p:spPr>
            <a:xfrm>
              <a:off x="5994669" y="1442730"/>
              <a:ext cx="202317" cy="202342"/>
            </a:xfrm>
            <a:custGeom>
              <a:rect b="b" l="l" r="r" t="t"/>
              <a:pathLst>
                <a:path extrusionOk="0" h="7942" w="7941">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973" name="Google Shape;14973;p90"/>
            <p:cNvGrpSpPr/>
            <p:nvPr/>
          </p:nvGrpSpPr>
          <p:grpSpPr>
            <a:xfrm>
              <a:off x="5830645" y="1267368"/>
              <a:ext cx="259743" cy="269909"/>
              <a:chOff x="5830645" y="1267368"/>
              <a:chExt cx="259743" cy="269909"/>
            </a:xfrm>
          </p:grpSpPr>
          <p:sp>
            <p:nvSpPr>
              <p:cNvPr id="14974" name="Google Shape;14974;p90"/>
              <p:cNvSpPr/>
              <p:nvPr/>
            </p:nvSpPr>
            <p:spPr>
              <a:xfrm>
                <a:off x="5830645" y="1304897"/>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5" name="Google Shape;14975;p90"/>
              <p:cNvSpPr/>
              <p:nvPr/>
            </p:nvSpPr>
            <p:spPr>
              <a:xfrm>
                <a:off x="5922950" y="1267368"/>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76" name="Google Shape;14976;p90"/>
            <p:cNvGrpSpPr/>
            <p:nvPr/>
          </p:nvGrpSpPr>
          <p:grpSpPr>
            <a:xfrm>
              <a:off x="6101293" y="1267368"/>
              <a:ext cx="259692" cy="269909"/>
              <a:chOff x="6101293" y="1267368"/>
              <a:chExt cx="259692" cy="269909"/>
            </a:xfrm>
          </p:grpSpPr>
          <p:sp>
            <p:nvSpPr>
              <p:cNvPr id="14977" name="Google Shape;14977;p90"/>
              <p:cNvSpPr/>
              <p:nvPr/>
            </p:nvSpPr>
            <p:spPr>
              <a:xfrm>
                <a:off x="6101293" y="1304897"/>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8" name="Google Shape;14978;p90"/>
              <p:cNvSpPr/>
              <p:nvPr/>
            </p:nvSpPr>
            <p:spPr>
              <a:xfrm>
                <a:off x="6193623" y="1267368"/>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79" name="Google Shape;14979;p90"/>
            <p:cNvGrpSpPr/>
            <p:nvPr/>
          </p:nvGrpSpPr>
          <p:grpSpPr>
            <a:xfrm>
              <a:off x="5830645" y="1550500"/>
              <a:ext cx="259692" cy="269909"/>
              <a:chOff x="5830645" y="1550500"/>
              <a:chExt cx="259692" cy="269909"/>
            </a:xfrm>
          </p:grpSpPr>
          <p:sp>
            <p:nvSpPr>
              <p:cNvPr id="14980" name="Google Shape;14980;p90"/>
              <p:cNvSpPr/>
              <p:nvPr/>
            </p:nvSpPr>
            <p:spPr>
              <a:xfrm>
                <a:off x="5830645" y="1550500"/>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1" name="Google Shape;14981;p90"/>
              <p:cNvSpPr/>
              <p:nvPr/>
            </p:nvSpPr>
            <p:spPr>
              <a:xfrm>
                <a:off x="5922950" y="1745352"/>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82" name="Google Shape;14982;p90"/>
            <p:cNvGrpSpPr/>
            <p:nvPr/>
          </p:nvGrpSpPr>
          <p:grpSpPr>
            <a:xfrm>
              <a:off x="6101293" y="1550500"/>
              <a:ext cx="259692" cy="269909"/>
              <a:chOff x="6101293" y="1550500"/>
              <a:chExt cx="259692" cy="269909"/>
            </a:xfrm>
          </p:grpSpPr>
          <p:sp>
            <p:nvSpPr>
              <p:cNvPr id="14983" name="Google Shape;14983;p90"/>
              <p:cNvSpPr/>
              <p:nvPr/>
            </p:nvSpPr>
            <p:spPr>
              <a:xfrm>
                <a:off x="6101293" y="1550500"/>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4" name="Google Shape;14984;p90"/>
              <p:cNvSpPr/>
              <p:nvPr/>
            </p:nvSpPr>
            <p:spPr>
              <a:xfrm>
                <a:off x="6193623" y="1745352"/>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985" name="Google Shape;14985;p90"/>
          <p:cNvGrpSpPr/>
          <p:nvPr/>
        </p:nvGrpSpPr>
        <p:grpSpPr>
          <a:xfrm>
            <a:off x="723705" y="1861761"/>
            <a:ext cx="697154" cy="679574"/>
            <a:chOff x="2679875" y="2361475"/>
            <a:chExt cx="780425" cy="760575"/>
          </a:xfrm>
        </p:grpSpPr>
        <p:sp>
          <p:nvSpPr>
            <p:cNvPr id="14986" name="Google Shape;14986;p90"/>
            <p:cNvSpPr/>
            <p:nvPr/>
          </p:nvSpPr>
          <p:spPr>
            <a:xfrm>
              <a:off x="2812050" y="236147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7" name="Google Shape;14987;p90"/>
            <p:cNvSpPr/>
            <p:nvPr/>
          </p:nvSpPr>
          <p:spPr>
            <a:xfrm>
              <a:off x="3082750"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8" name="Google Shape;14988;p90"/>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9" name="Google Shape;14989;p90"/>
            <p:cNvSpPr/>
            <p:nvPr/>
          </p:nvSpPr>
          <p:spPr>
            <a:xfrm>
              <a:off x="2679875" y="2645625"/>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0" name="Google Shape;14990;p90"/>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1" name="Google Shape;14991;p90"/>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92" name="Google Shape;14992;p90"/>
          <p:cNvGrpSpPr/>
          <p:nvPr/>
        </p:nvGrpSpPr>
        <p:grpSpPr>
          <a:xfrm>
            <a:off x="3122864" y="971353"/>
            <a:ext cx="735829" cy="684547"/>
            <a:chOff x="3351965" y="1148808"/>
            <a:chExt cx="750770" cy="698375"/>
          </a:xfrm>
        </p:grpSpPr>
        <p:grpSp>
          <p:nvGrpSpPr>
            <p:cNvPr id="14993" name="Google Shape;14993;p90"/>
            <p:cNvGrpSpPr/>
            <p:nvPr/>
          </p:nvGrpSpPr>
          <p:grpSpPr>
            <a:xfrm>
              <a:off x="3586796" y="1148808"/>
              <a:ext cx="294857" cy="286830"/>
              <a:chOff x="3750225" y="1774000"/>
              <a:chExt cx="149575" cy="145525"/>
            </a:xfrm>
          </p:grpSpPr>
          <p:sp>
            <p:nvSpPr>
              <p:cNvPr id="14994" name="Google Shape;14994;p90"/>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5" name="Google Shape;14995;p90"/>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96" name="Google Shape;14996;p90"/>
            <p:cNvGrpSpPr/>
            <p:nvPr/>
          </p:nvGrpSpPr>
          <p:grpSpPr>
            <a:xfrm>
              <a:off x="3779245" y="1375768"/>
              <a:ext cx="323490" cy="286978"/>
              <a:chOff x="3847850" y="1889150"/>
              <a:chExt cx="164100" cy="145600"/>
            </a:xfrm>
          </p:grpSpPr>
          <p:sp>
            <p:nvSpPr>
              <p:cNvPr id="14997" name="Google Shape;14997;p90"/>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8" name="Google Shape;14998;p90"/>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99" name="Google Shape;14999;p90"/>
            <p:cNvGrpSpPr/>
            <p:nvPr/>
          </p:nvGrpSpPr>
          <p:grpSpPr>
            <a:xfrm>
              <a:off x="3351965" y="1330435"/>
              <a:ext cx="295449" cy="285401"/>
              <a:chOff x="3631100" y="1866150"/>
              <a:chExt cx="149875" cy="144800"/>
            </a:xfrm>
          </p:grpSpPr>
          <p:sp>
            <p:nvSpPr>
              <p:cNvPr id="15000" name="Google Shape;15000;p90"/>
              <p:cNvSpPr/>
              <p:nvPr/>
            </p:nvSpPr>
            <p:spPr>
              <a:xfrm>
                <a:off x="3631100" y="1866150"/>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1" name="Google Shape;15001;p90"/>
              <p:cNvSpPr/>
              <p:nvPr/>
            </p:nvSpPr>
            <p:spPr>
              <a:xfrm>
                <a:off x="3654725" y="1907806"/>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02" name="Google Shape;15002;p90"/>
            <p:cNvGrpSpPr/>
            <p:nvPr/>
          </p:nvGrpSpPr>
          <p:grpSpPr>
            <a:xfrm>
              <a:off x="3548208" y="1560352"/>
              <a:ext cx="294808" cy="286830"/>
              <a:chOff x="3730650" y="1982800"/>
              <a:chExt cx="149550" cy="145525"/>
            </a:xfrm>
          </p:grpSpPr>
          <p:sp>
            <p:nvSpPr>
              <p:cNvPr id="15003" name="Google Shape;15003;p90"/>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4" name="Google Shape;15004;p90"/>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005" name="Google Shape;15005;p90"/>
          <p:cNvGrpSpPr/>
          <p:nvPr/>
        </p:nvGrpSpPr>
        <p:grpSpPr>
          <a:xfrm>
            <a:off x="7624517" y="971307"/>
            <a:ext cx="804565" cy="677795"/>
            <a:chOff x="7636443" y="1204988"/>
            <a:chExt cx="804565" cy="677795"/>
          </a:xfrm>
        </p:grpSpPr>
        <p:grpSp>
          <p:nvGrpSpPr>
            <p:cNvPr id="15006" name="Google Shape;15006;p90"/>
            <p:cNvGrpSpPr/>
            <p:nvPr/>
          </p:nvGrpSpPr>
          <p:grpSpPr>
            <a:xfrm>
              <a:off x="7636443" y="1509705"/>
              <a:ext cx="804565" cy="373078"/>
              <a:chOff x="7636443" y="1509705"/>
              <a:chExt cx="804565" cy="373078"/>
            </a:xfrm>
          </p:grpSpPr>
          <p:sp>
            <p:nvSpPr>
              <p:cNvPr id="15007" name="Google Shape;15007;p90"/>
              <p:cNvSpPr/>
              <p:nvPr/>
            </p:nvSpPr>
            <p:spPr>
              <a:xfrm>
                <a:off x="7636443" y="1509705"/>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8" name="Google Shape;15008;p90"/>
              <p:cNvSpPr/>
              <p:nvPr/>
            </p:nvSpPr>
            <p:spPr>
              <a:xfrm>
                <a:off x="8398251" y="1667375"/>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09" name="Google Shape;15009;p90"/>
            <p:cNvGrpSpPr/>
            <p:nvPr/>
          </p:nvGrpSpPr>
          <p:grpSpPr>
            <a:xfrm>
              <a:off x="7636443" y="1408133"/>
              <a:ext cx="804565" cy="373078"/>
              <a:chOff x="7636443" y="1408133"/>
              <a:chExt cx="804565" cy="373078"/>
            </a:xfrm>
          </p:grpSpPr>
          <p:sp>
            <p:nvSpPr>
              <p:cNvPr id="15010" name="Google Shape;15010;p90"/>
              <p:cNvSpPr/>
              <p:nvPr/>
            </p:nvSpPr>
            <p:spPr>
              <a:xfrm>
                <a:off x="7636443" y="1408133"/>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1" name="Google Shape;15011;p90"/>
              <p:cNvSpPr/>
              <p:nvPr/>
            </p:nvSpPr>
            <p:spPr>
              <a:xfrm>
                <a:off x="8398251" y="1565802"/>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12" name="Google Shape;15012;p90"/>
            <p:cNvGrpSpPr/>
            <p:nvPr/>
          </p:nvGrpSpPr>
          <p:grpSpPr>
            <a:xfrm>
              <a:off x="7636443" y="1306560"/>
              <a:ext cx="804565" cy="373078"/>
              <a:chOff x="7636443" y="1306560"/>
              <a:chExt cx="804565" cy="373078"/>
            </a:xfrm>
          </p:grpSpPr>
          <p:sp>
            <p:nvSpPr>
              <p:cNvPr id="15013" name="Google Shape;15013;p90"/>
              <p:cNvSpPr/>
              <p:nvPr/>
            </p:nvSpPr>
            <p:spPr>
              <a:xfrm>
                <a:off x="7636443" y="1306560"/>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4" name="Google Shape;15014;p90"/>
              <p:cNvSpPr/>
              <p:nvPr/>
            </p:nvSpPr>
            <p:spPr>
              <a:xfrm>
                <a:off x="8398251" y="1464230"/>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15" name="Google Shape;15015;p90"/>
            <p:cNvGrpSpPr/>
            <p:nvPr/>
          </p:nvGrpSpPr>
          <p:grpSpPr>
            <a:xfrm>
              <a:off x="7636443" y="1204988"/>
              <a:ext cx="804565" cy="373078"/>
              <a:chOff x="7636443" y="1204988"/>
              <a:chExt cx="804565" cy="373078"/>
            </a:xfrm>
          </p:grpSpPr>
          <p:sp>
            <p:nvSpPr>
              <p:cNvPr id="15016" name="Google Shape;15016;p90"/>
              <p:cNvSpPr/>
              <p:nvPr/>
            </p:nvSpPr>
            <p:spPr>
              <a:xfrm>
                <a:off x="7636443" y="1204988"/>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7" name="Google Shape;15017;p90"/>
              <p:cNvSpPr/>
              <p:nvPr/>
            </p:nvSpPr>
            <p:spPr>
              <a:xfrm>
                <a:off x="8398251" y="1362658"/>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018" name="Google Shape;15018;p90"/>
          <p:cNvGrpSpPr/>
          <p:nvPr/>
        </p:nvGrpSpPr>
        <p:grpSpPr>
          <a:xfrm>
            <a:off x="4963363" y="1878721"/>
            <a:ext cx="661339" cy="661188"/>
            <a:chOff x="3990000" y="975400"/>
            <a:chExt cx="3934200" cy="3933300"/>
          </a:xfrm>
        </p:grpSpPr>
        <p:sp>
          <p:nvSpPr>
            <p:cNvPr id="15019" name="Google Shape;15019;p90"/>
            <p:cNvSpPr/>
            <p:nvPr/>
          </p:nvSpPr>
          <p:spPr>
            <a:xfrm>
              <a:off x="3990000" y="975400"/>
              <a:ext cx="3934200" cy="39333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0" name="Google Shape;15020;p90"/>
            <p:cNvSpPr/>
            <p:nvPr/>
          </p:nvSpPr>
          <p:spPr>
            <a:xfrm>
              <a:off x="4346550" y="1331800"/>
              <a:ext cx="3221100" cy="32205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1" name="Google Shape;15021;p90"/>
            <p:cNvSpPr/>
            <p:nvPr/>
          </p:nvSpPr>
          <p:spPr>
            <a:xfrm>
              <a:off x="4786800" y="1771750"/>
              <a:ext cx="2340600" cy="2340600"/>
            </a:xfrm>
            <a:prstGeom prst="ellipse">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2" name="Google Shape;15022;p90"/>
            <p:cNvSpPr/>
            <p:nvPr/>
          </p:nvSpPr>
          <p:spPr>
            <a:xfrm>
              <a:off x="5218650" y="2203450"/>
              <a:ext cx="1476900" cy="14772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23" name="Google Shape;15023;p90"/>
          <p:cNvGrpSpPr/>
          <p:nvPr/>
        </p:nvGrpSpPr>
        <p:grpSpPr>
          <a:xfrm>
            <a:off x="6607011" y="1857359"/>
            <a:ext cx="868881" cy="684241"/>
            <a:chOff x="6598259" y="2078634"/>
            <a:chExt cx="868881" cy="684241"/>
          </a:xfrm>
        </p:grpSpPr>
        <p:sp>
          <p:nvSpPr>
            <p:cNvPr id="15024" name="Google Shape;15024;p90"/>
            <p:cNvSpPr/>
            <p:nvPr/>
          </p:nvSpPr>
          <p:spPr>
            <a:xfrm>
              <a:off x="7165957" y="2159753"/>
              <a:ext cx="286185" cy="107120"/>
            </a:xfrm>
            <a:custGeom>
              <a:rect b="b" l="l" r="r" t="t"/>
              <a:pathLst>
                <a:path extrusionOk="0" h="18156" w="48506">
                  <a:moveTo>
                    <a:pt x="1" y="1"/>
                  </a:moveTo>
                  <a:lnTo>
                    <a:pt x="1" y="18156"/>
                  </a:lnTo>
                  <a:lnTo>
                    <a:pt x="48506" y="18156"/>
                  </a:lnTo>
                  <a:lnTo>
                    <a:pt x="48506" y="1"/>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5" name="Google Shape;15025;p90"/>
            <p:cNvSpPr/>
            <p:nvPr/>
          </p:nvSpPr>
          <p:spPr>
            <a:xfrm>
              <a:off x="7085764" y="2536793"/>
              <a:ext cx="349475" cy="107120"/>
            </a:xfrm>
            <a:custGeom>
              <a:rect b="b" l="l" r="r" t="t"/>
              <a:pathLst>
                <a:path extrusionOk="0" h="18156" w="59233">
                  <a:moveTo>
                    <a:pt x="1" y="1"/>
                  </a:moveTo>
                  <a:lnTo>
                    <a:pt x="1" y="18156"/>
                  </a:lnTo>
                  <a:lnTo>
                    <a:pt x="59233" y="18156"/>
                  </a:lnTo>
                  <a:lnTo>
                    <a:pt x="59233" y="1"/>
                  </a:lnTo>
                  <a:close/>
                </a:path>
              </a:pathLst>
            </a:custGeom>
            <a:solidFill>
              <a:srgbClr val="374F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6" name="Google Shape;15026;p90"/>
            <p:cNvSpPr/>
            <p:nvPr/>
          </p:nvSpPr>
          <p:spPr>
            <a:xfrm>
              <a:off x="6598259" y="2195183"/>
              <a:ext cx="271241" cy="107120"/>
            </a:xfrm>
            <a:custGeom>
              <a:rect b="b" l="l" r="r" t="t"/>
              <a:pathLst>
                <a:path extrusionOk="0" h="18156" w="45973">
                  <a:moveTo>
                    <a:pt x="1" y="0"/>
                  </a:moveTo>
                  <a:lnTo>
                    <a:pt x="1" y="18156"/>
                  </a:lnTo>
                  <a:lnTo>
                    <a:pt x="45972" y="18156"/>
                  </a:lnTo>
                  <a:lnTo>
                    <a:pt x="45972" y="0"/>
                  </a:lnTo>
                  <a:close/>
                </a:path>
              </a:pathLst>
            </a:custGeom>
            <a:solidFill>
              <a:srgbClr val="8FA1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7" name="Google Shape;15027;p90"/>
            <p:cNvSpPr/>
            <p:nvPr/>
          </p:nvSpPr>
          <p:spPr>
            <a:xfrm>
              <a:off x="6604064" y="2370778"/>
              <a:ext cx="358696" cy="107126"/>
            </a:xfrm>
            <a:custGeom>
              <a:rect b="b" l="l" r="r" t="t"/>
              <a:pathLst>
                <a:path extrusionOk="0" h="18157" w="60796">
                  <a:moveTo>
                    <a:pt x="0" y="1"/>
                  </a:moveTo>
                  <a:lnTo>
                    <a:pt x="0" y="18156"/>
                  </a:lnTo>
                  <a:lnTo>
                    <a:pt x="60796" y="18156"/>
                  </a:lnTo>
                  <a:lnTo>
                    <a:pt x="60796" y="1"/>
                  </a:ln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8" name="Google Shape;15028;p90"/>
            <p:cNvSpPr/>
            <p:nvPr/>
          </p:nvSpPr>
          <p:spPr>
            <a:xfrm>
              <a:off x="6645158" y="2545743"/>
              <a:ext cx="358696" cy="109044"/>
            </a:xfrm>
            <a:custGeom>
              <a:rect b="b" l="l" r="r" t="t"/>
              <a:pathLst>
                <a:path extrusionOk="0" h="18482" w="60796">
                  <a:moveTo>
                    <a:pt x="1" y="0"/>
                  </a:moveTo>
                  <a:lnTo>
                    <a:pt x="1" y="18482"/>
                  </a:lnTo>
                  <a:lnTo>
                    <a:pt x="60796" y="18482"/>
                  </a:lnTo>
                  <a:lnTo>
                    <a:pt x="60796" y="0"/>
                  </a:lnTo>
                  <a:close/>
                </a:path>
              </a:pathLst>
            </a:custGeom>
            <a:solidFill>
              <a:srgbClr val="DBE3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9" name="Google Shape;15029;p90"/>
            <p:cNvSpPr/>
            <p:nvPr/>
          </p:nvSpPr>
          <p:spPr>
            <a:xfrm>
              <a:off x="7155838" y="2352960"/>
              <a:ext cx="311302" cy="107120"/>
            </a:xfrm>
            <a:custGeom>
              <a:rect b="b" l="l" r="r" t="t"/>
              <a:pathLst>
                <a:path extrusionOk="0" h="18156" w="52763">
                  <a:moveTo>
                    <a:pt x="0" y="0"/>
                  </a:moveTo>
                  <a:lnTo>
                    <a:pt x="0" y="18155"/>
                  </a:lnTo>
                  <a:lnTo>
                    <a:pt x="52763" y="18155"/>
                  </a:lnTo>
                  <a:lnTo>
                    <a:pt x="52763" y="0"/>
                  </a:lnTo>
                  <a:close/>
                </a:path>
              </a:pathLst>
            </a:custGeom>
            <a:solidFill>
              <a:srgbClr val="4F67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030" name="Google Shape;15030;p90"/>
            <p:cNvGrpSpPr/>
            <p:nvPr/>
          </p:nvGrpSpPr>
          <p:grpSpPr>
            <a:xfrm>
              <a:off x="6808175" y="2078634"/>
              <a:ext cx="452229" cy="684241"/>
              <a:chOff x="6808175" y="2078634"/>
              <a:chExt cx="452229" cy="684241"/>
            </a:xfrm>
          </p:grpSpPr>
          <p:sp>
            <p:nvSpPr>
              <p:cNvPr id="15031" name="Google Shape;15031;p90"/>
              <p:cNvSpPr/>
              <p:nvPr/>
            </p:nvSpPr>
            <p:spPr>
              <a:xfrm>
                <a:off x="7165957" y="2159753"/>
                <a:ext cx="94447" cy="107120"/>
              </a:xfrm>
              <a:custGeom>
                <a:rect b="b" l="l" r="r" t="t"/>
                <a:pathLst>
                  <a:path extrusionOk="0" h="18156" w="16008">
                    <a:moveTo>
                      <a:pt x="1" y="1"/>
                    </a:moveTo>
                    <a:lnTo>
                      <a:pt x="1" y="18156"/>
                    </a:lnTo>
                    <a:lnTo>
                      <a:pt x="16007" y="18156"/>
                    </a:lnTo>
                    <a:cubicBezTo>
                      <a:pt x="15291" y="11568"/>
                      <a:pt x="12904" y="5350"/>
                      <a:pt x="905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2" name="Google Shape;15032;p90"/>
              <p:cNvSpPr/>
              <p:nvPr/>
            </p:nvSpPr>
            <p:spPr>
              <a:xfrm>
                <a:off x="7085764" y="2536793"/>
                <a:ext cx="61100" cy="107120"/>
              </a:xfrm>
              <a:custGeom>
                <a:rect b="b" l="l" r="r" t="t"/>
                <a:pathLst>
                  <a:path extrusionOk="0" h="18156" w="10356">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3" name="Google Shape;15033;p90"/>
              <p:cNvSpPr/>
              <p:nvPr/>
            </p:nvSpPr>
            <p:spPr>
              <a:xfrm>
                <a:off x="6808175" y="2195183"/>
                <a:ext cx="61325" cy="107120"/>
              </a:xfrm>
              <a:custGeom>
                <a:rect b="b" l="l" r="r" t="t"/>
                <a:pathLst>
                  <a:path extrusionOk="0" h="18156" w="10394">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4" name="Google Shape;15034;p90"/>
              <p:cNvSpPr/>
              <p:nvPr/>
            </p:nvSpPr>
            <p:spPr>
              <a:xfrm>
                <a:off x="6820441" y="2370778"/>
                <a:ext cx="142320" cy="107126"/>
              </a:xfrm>
              <a:custGeom>
                <a:rect b="b" l="l" r="r" t="t"/>
                <a:pathLst>
                  <a:path extrusionOk="0" h="18157" w="24122">
                    <a:moveTo>
                      <a:pt x="0" y="1"/>
                    </a:moveTo>
                    <a:cubicBezTo>
                      <a:pt x="1532" y="5312"/>
                      <a:pt x="4200" y="11690"/>
                      <a:pt x="8823" y="18156"/>
                    </a:cubicBezTo>
                    <a:lnTo>
                      <a:pt x="24122" y="18156"/>
                    </a:lnTo>
                    <a:lnTo>
                      <a:pt x="24122" y="1"/>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5" name="Google Shape;15035;p90"/>
              <p:cNvSpPr/>
              <p:nvPr/>
            </p:nvSpPr>
            <p:spPr>
              <a:xfrm>
                <a:off x="6929774" y="2545743"/>
                <a:ext cx="74092" cy="109044"/>
              </a:xfrm>
              <a:custGeom>
                <a:rect b="b" l="l" r="r" t="t"/>
                <a:pathLst>
                  <a:path extrusionOk="0" h="18482" w="12558">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6" name="Google Shape;15036;p90"/>
              <p:cNvSpPr/>
              <p:nvPr/>
            </p:nvSpPr>
            <p:spPr>
              <a:xfrm>
                <a:off x="7155838" y="2352960"/>
                <a:ext cx="98377" cy="107120"/>
              </a:xfrm>
              <a:custGeom>
                <a:rect b="b" l="l" r="r" t="t"/>
                <a:pathLst>
                  <a:path extrusionOk="0" h="18156" w="16674">
                    <a:moveTo>
                      <a:pt x="0" y="0"/>
                    </a:moveTo>
                    <a:lnTo>
                      <a:pt x="0" y="18155"/>
                    </a:lnTo>
                    <a:lnTo>
                      <a:pt x="9101" y="18155"/>
                    </a:lnTo>
                    <a:cubicBezTo>
                      <a:pt x="13299" y="11475"/>
                      <a:pt x="15509" y="5056"/>
                      <a:pt x="16674"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037" name="Google Shape;15037;p90"/>
              <p:cNvGrpSpPr/>
              <p:nvPr/>
            </p:nvGrpSpPr>
            <p:grpSpPr>
              <a:xfrm>
                <a:off x="6821586" y="2078634"/>
                <a:ext cx="426871" cy="684241"/>
                <a:chOff x="6821586" y="2078634"/>
                <a:chExt cx="426871" cy="684241"/>
              </a:xfrm>
            </p:grpSpPr>
            <p:grpSp>
              <p:nvGrpSpPr>
                <p:cNvPr id="15038" name="Google Shape;15038;p90"/>
                <p:cNvGrpSpPr/>
                <p:nvPr/>
              </p:nvGrpSpPr>
              <p:grpSpPr>
                <a:xfrm>
                  <a:off x="6821586" y="2078634"/>
                  <a:ext cx="426871" cy="684241"/>
                  <a:chOff x="6821586" y="2078634"/>
                  <a:chExt cx="426871" cy="684241"/>
                </a:xfrm>
              </p:grpSpPr>
              <p:sp>
                <p:nvSpPr>
                  <p:cNvPr id="15039" name="Google Shape;15039;p90"/>
                  <p:cNvSpPr/>
                  <p:nvPr/>
                </p:nvSpPr>
                <p:spPr>
                  <a:xfrm>
                    <a:off x="6990036" y="2693797"/>
                    <a:ext cx="89963" cy="69077"/>
                  </a:xfrm>
                  <a:custGeom>
                    <a:rect b="b" l="l" r="r" t="t"/>
                    <a:pathLst>
                      <a:path extrusionOk="0" h="11708" w="15248">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0" name="Google Shape;15040;p90"/>
                  <p:cNvSpPr/>
                  <p:nvPr/>
                </p:nvSpPr>
                <p:spPr>
                  <a:xfrm>
                    <a:off x="6968649" y="2671926"/>
                    <a:ext cx="132738" cy="72712"/>
                  </a:xfrm>
                  <a:custGeom>
                    <a:rect b="b" l="l" r="r" t="t"/>
                    <a:pathLst>
                      <a:path extrusionOk="0" h="12324" w="22498">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1" name="Google Shape;15041;p90"/>
                  <p:cNvSpPr/>
                  <p:nvPr/>
                </p:nvSpPr>
                <p:spPr>
                  <a:xfrm>
                    <a:off x="6968649" y="2679891"/>
                    <a:ext cx="132738" cy="64747"/>
                  </a:xfrm>
                  <a:custGeom>
                    <a:rect b="b" l="l" r="r" t="t"/>
                    <a:pathLst>
                      <a:path extrusionOk="0" h="10974" w="22498">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2" name="Google Shape;15042;p90"/>
                  <p:cNvSpPr/>
                  <p:nvPr/>
                </p:nvSpPr>
                <p:spPr>
                  <a:xfrm>
                    <a:off x="6969091" y="2693467"/>
                    <a:ext cx="131729" cy="11765"/>
                  </a:xfrm>
                  <a:custGeom>
                    <a:rect b="b" l="l" r="r" t="t"/>
                    <a:pathLst>
                      <a:path extrusionOk="0" h="1994" w="22327">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3" name="Google Shape;15043;p90"/>
                  <p:cNvSpPr/>
                  <p:nvPr/>
                </p:nvSpPr>
                <p:spPr>
                  <a:xfrm>
                    <a:off x="6821586" y="2078634"/>
                    <a:ext cx="426871" cy="544694"/>
                  </a:xfrm>
                  <a:custGeom>
                    <a:rect b="b" l="l" r="r" t="t"/>
                    <a:pathLst>
                      <a:path extrusionOk="0" h="92321" w="72351">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4" name="Google Shape;15044;p90"/>
                  <p:cNvSpPr/>
                  <p:nvPr/>
                </p:nvSpPr>
                <p:spPr>
                  <a:xfrm>
                    <a:off x="6984514" y="2448953"/>
                    <a:ext cx="101008" cy="164409"/>
                  </a:xfrm>
                  <a:custGeom>
                    <a:rect b="b" l="l" r="r" t="t"/>
                    <a:pathLst>
                      <a:path extrusionOk="0" h="27866" w="17120">
                        <a:moveTo>
                          <a:pt x="1" y="0"/>
                        </a:moveTo>
                        <a:lnTo>
                          <a:pt x="4920" y="27866"/>
                        </a:lnTo>
                        <a:lnTo>
                          <a:pt x="12200" y="27866"/>
                        </a:lnTo>
                        <a:lnTo>
                          <a:pt x="17120" y="0"/>
                        </a:lnTo>
                        <a:close/>
                      </a:path>
                    </a:pathLst>
                  </a:custGeom>
                  <a:solidFill>
                    <a:srgbClr val="ED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5" name="Google Shape;15045;p90"/>
                  <p:cNvSpPr/>
                  <p:nvPr/>
                </p:nvSpPr>
                <p:spPr>
                  <a:xfrm>
                    <a:off x="6984514" y="2448953"/>
                    <a:ext cx="101008" cy="140963"/>
                  </a:xfrm>
                  <a:custGeom>
                    <a:rect b="b" l="l" r="r" t="t"/>
                    <a:pathLst>
                      <a:path extrusionOk="0" h="23892" w="17120">
                        <a:moveTo>
                          <a:pt x="1" y="0"/>
                        </a:moveTo>
                        <a:lnTo>
                          <a:pt x="4218" y="23891"/>
                        </a:lnTo>
                        <a:lnTo>
                          <a:pt x="12902" y="23891"/>
                        </a:lnTo>
                        <a:lnTo>
                          <a:pt x="17120"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6" name="Google Shape;15046;p90"/>
                  <p:cNvSpPr/>
                  <p:nvPr/>
                </p:nvSpPr>
                <p:spPr>
                  <a:xfrm>
                    <a:off x="7012451" y="2607162"/>
                    <a:ext cx="45141" cy="6201"/>
                  </a:xfrm>
                  <a:custGeom>
                    <a:rect b="b" l="l" r="r" t="t"/>
                    <a:pathLst>
                      <a:path extrusionOk="0" h="1051" w="7651">
                        <a:moveTo>
                          <a:pt x="0" y="1"/>
                        </a:moveTo>
                        <a:lnTo>
                          <a:pt x="185" y="1051"/>
                        </a:lnTo>
                        <a:lnTo>
                          <a:pt x="7465" y="1051"/>
                        </a:lnTo>
                        <a:lnTo>
                          <a:pt x="765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7" name="Google Shape;15047;p90"/>
                  <p:cNvSpPr/>
                  <p:nvPr/>
                </p:nvSpPr>
                <p:spPr>
                  <a:xfrm>
                    <a:off x="6968649" y="2664244"/>
                    <a:ext cx="132738" cy="25199"/>
                  </a:xfrm>
                  <a:custGeom>
                    <a:rect b="b" l="l" r="r" t="t"/>
                    <a:pathLst>
                      <a:path extrusionOk="0" h="4271" w="22498">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8" name="Google Shape;15048;p90"/>
                  <p:cNvSpPr/>
                  <p:nvPr/>
                </p:nvSpPr>
                <p:spPr>
                  <a:xfrm>
                    <a:off x="6968649" y="2667389"/>
                    <a:ext cx="132738" cy="11776"/>
                  </a:xfrm>
                  <a:custGeom>
                    <a:rect b="b" l="l" r="r" t="t"/>
                    <a:pathLst>
                      <a:path extrusionOk="0" h="1996" w="22498">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9" name="Google Shape;15049;p90"/>
                  <p:cNvSpPr/>
                  <p:nvPr/>
                </p:nvSpPr>
                <p:spPr>
                  <a:xfrm>
                    <a:off x="6963510" y="2683549"/>
                    <a:ext cx="143022" cy="11776"/>
                  </a:xfrm>
                  <a:custGeom>
                    <a:rect b="b" l="l" r="r" t="t"/>
                    <a:pathLst>
                      <a:path extrusionOk="0" h="1996" w="24241">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0" name="Google Shape;15050;p90"/>
                  <p:cNvSpPr/>
                  <p:nvPr/>
                </p:nvSpPr>
                <p:spPr>
                  <a:xfrm>
                    <a:off x="6968649" y="2642639"/>
                    <a:ext cx="132738" cy="25199"/>
                  </a:xfrm>
                  <a:custGeom>
                    <a:rect b="b" l="l" r="r" t="t"/>
                    <a:pathLst>
                      <a:path extrusionOk="0" h="4271" w="22498">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1" name="Google Shape;15051;p90"/>
                  <p:cNvSpPr/>
                  <p:nvPr/>
                </p:nvSpPr>
                <p:spPr>
                  <a:xfrm>
                    <a:off x="6968649" y="2643990"/>
                    <a:ext cx="132738" cy="11776"/>
                  </a:xfrm>
                  <a:custGeom>
                    <a:rect b="b" l="l" r="r" t="t"/>
                    <a:pathLst>
                      <a:path extrusionOk="0" h="1996" w="22498">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2" name="Google Shape;15052;p90"/>
                  <p:cNvSpPr/>
                  <p:nvPr/>
                </p:nvSpPr>
                <p:spPr>
                  <a:xfrm>
                    <a:off x="6963510" y="2660156"/>
                    <a:ext cx="143022" cy="11776"/>
                  </a:xfrm>
                  <a:custGeom>
                    <a:rect b="b" l="l" r="r" t="t"/>
                    <a:pathLst>
                      <a:path extrusionOk="0" h="1996" w="24241">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3" name="Google Shape;15053;p90"/>
                  <p:cNvSpPr/>
                  <p:nvPr/>
                </p:nvSpPr>
                <p:spPr>
                  <a:xfrm>
                    <a:off x="6968649" y="2617451"/>
                    <a:ext cx="132738" cy="25193"/>
                  </a:xfrm>
                  <a:custGeom>
                    <a:rect b="b" l="l" r="r" t="t"/>
                    <a:pathLst>
                      <a:path extrusionOk="0" h="4270" w="22498">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4" name="Google Shape;15054;p90"/>
                  <p:cNvSpPr/>
                  <p:nvPr/>
                </p:nvSpPr>
                <p:spPr>
                  <a:xfrm>
                    <a:off x="6968649" y="2620590"/>
                    <a:ext cx="132738" cy="11782"/>
                  </a:xfrm>
                  <a:custGeom>
                    <a:rect b="b" l="l" r="r" t="t"/>
                    <a:pathLst>
                      <a:path extrusionOk="0" h="1997" w="22498">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5" name="Google Shape;15055;p90"/>
                  <p:cNvSpPr/>
                  <p:nvPr/>
                </p:nvSpPr>
                <p:spPr>
                  <a:xfrm>
                    <a:off x="6963510" y="2613357"/>
                    <a:ext cx="143022" cy="11765"/>
                  </a:xfrm>
                  <a:custGeom>
                    <a:rect b="b" l="l" r="r" t="t"/>
                    <a:pathLst>
                      <a:path extrusionOk="0" h="1994" w="24241">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6" name="Google Shape;15056;p90"/>
                  <p:cNvSpPr/>
                  <p:nvPr/>
                </p:nvSpPr>
                <p:spPr>
                  <a:xfrm>
                    <a:off x="6850372" y="2107302"/>
                    <a:ext cx="369293" cy="477399"/>
                  </a:xfrm>
                  <a:custGeom>
                    <a:rect b="b" l="l" r="r" t="t"/>
                    <a:pathLst>
                      <a:path extrusionOk="0" h="80915" w="62592">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7" name="Google Shape;15057;p90"/>
                  <p:cNvSpPr/>
                  <p:nvPr/>
                </p:nvSpPr>
                <p:spPr>
                  <a:xfrm>
                    <a:off x="6963510" y="2636756"/>
                    <a:ext cx="143022" cy="11776"/>
                  </a:xfrm>
                  <a:custGeom>
                    <a:rect b="b" l="l" r="r" t="t"/>
                    <a:pathLst>
                      <a:path extrusionOk="0" h="1996" w="24241">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058" name="Google Shape;15058;p90"/>
                <p:cNvSpPr/>
                <p:nvPr/>
              </p:nvSpPr>
              <p:spPr>
                <a:xfrm>
                  <a:off x="7046588" y="2275942"/>
                  <a:ext cx="173076" cy="113894"/>
                </a:xfrm>
                <a:custGeom>
                  <a:rect b="b" l="l" r="r" t="t"/>
                  <a:pathLst>
                    <a:path extrusionOk="0" h="19304" w="29335">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9" name="Google Shape;15059;p90"/>
                <p:cNvSpPr/>
                <p:nvPr/>
              </p:nvSpPr>
              <p:spPr>
                <a:xfrm>
                  <a:off x="7046588" y="2107680"/>
                  <a:ext cx="168811" cy="145128"/>
                </a:xfrm>
                <a:custGeom>
                  <a:rect b="b" l="l" r="r" t="t"/>
                  <a:pathLst>
                    <a:path extrusionOk="0" h="24598" w="28612">
                      <a:moveTo>
                        <a:pt x="0" y="1"/>
                      </a:moveTo>
                      <a:lnTo>
                        <a:pt x="0" y="24597"/>
                      </a:lnTo>
                      <a:lnTo>
                        <a:pt x="28612" y="24597"/>
                      </a:lnTo>
                      <a:cubicBezTo>
                        <a:pt x="25701" y="11138"/>
                        <a:pt x="14102" y="876"/>
                        <a:pt x="0"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0" name="Google Shape;15060;p90"/>
                <p:cNvSpPr/>
                <p:nvPr/>
              </p:nvSpPr>
              <p:spPr>
                <a:xfrm>
                  <a:off x="6850372" y="2275942"/>
                  <a:ext cx="173082" cy="113894"/>
                </a:xfrm>
                <a:custGeom>
                  <a:rect b="b" l="l" r="r" t="t"/>
                  <a:pathLst>
                    <a:path extrusionOk="0" h="19304" w="29336">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1" name="Google Shape;15061;p90"/>
                <p:cNvSpPr/>
                <p:nvPr/>
              </p:nvSpPr>
              <p:spPr>
                <a:xfrm>
                  <a:off x="6882243" y="2412957"/>
                  <a:ext cx="141211" cy="171743"/>
                </a:xfrm>
                <a:custGeom>
                  <a:rect b="b" l="l" r="r" t="t"/>
                  <a:pathLst>
                    <a:path extrusionOk="0" h="29109" w="23934">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2" name="Google Shape;15062;p90"/>
                <p:cNvSpPr/>
                <p:nvPr/>
              </p:nvSpPr>
              <p:spPr>
                <a:xfrm>
                  <a:off x="6854637" y="2107680"/>
                  <a:ext cx="168817" cy="145128"/>
                </a:xfrm>
                <a:custGeom>
                  <a:rect b="b" l="l" r="r" t="t"/>
                  <a:pathLst>
                    <a:path extrusionOk="0" h="24598" w="28613">
                      <a:moveTo>
                        <a:pt x="28612" y="1"/>
                      </a:moveTo>
                      <a:cubicBezTo>
                        <a:pt x="14512" y="876"/>
                        <a:pt x="2911" y="11138"/>
                        <a:pt x="1" y="24597"/>
                      </a:cubicBezTo>
                      <a:lnTo>
                        <a:pt x="28612" y="24597"/>
                      </a:lnTo>
                      <a:lnTo>
                        <a:pt x="28612" y="1"/>
                      </a:lnTo>
                      <a:close/>
                    </a:path>
                  </a:pathLst>
                </a:custGeom>
                <a:solidFill>
                  <a:srgbClr val="8FA1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3" name="Google Shape;15063;p90"/>
                <p:cNvSpPr/>
                <p:nvPr/>
              </p:nvSpPr>
              <p:spPr>
                <a:xfrm>
                  <a:off x="7046588" y="2412957"/>
                  <a:ext cx="141205" cy="171743"/>
                </a:xfrm>
                <a:custGeom>
                  <a:rect b="b" l="l" r="r" t="t"/>
                  <a:pathLst>
                    <a:path extrusionOk="0" h="29109" w="23933">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5064" name="Google Shape;15064;p90"/>
          <p:cNvGrpSpPr/>
          <p:nvPr/>
        </p:nvGrpSpPr>
        <p:grpSpPr>
          <a:xfrm>
            <a:off x="5780178" y="1862968"/>
            <a:ext cx="671358" cy="671358"/>
            <a:chOff x="6535625" y="760425"/>
            <a:chExt cx="1665900" cy="1665900"/>
          </a:xfrm>
        </p:grpSpPr>
        <p:sp>
          <p:nvSpPr>
            <p:cNvPr id="15065" name="Google Shape;15065;p90"/>
            <p:cNvSpPr/>
            <p:nvPr/>
          </p:nvSpPr>
          <p:spPr>
            <a:xfrm>
              <a:off x="6535625" y="760425"/>
              <a:ext cx="1665900" cy="16659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6" name="Google Shape;15066;p90"/>
            <p:cNvSpPr/>
            <p:nvPr/>
          </p:nvSpPr>
          <p:spPr>
            <a:xfrm>
              <a:off x="6713675" y="1116525"/>
              <a:ext cx="1309800" cy="13098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7" name="Google Shape;15067;p90"/>
            <p:cNvSpPr/>
            <p:nvPr/>
          </p:nvSpPr>
          <p:spPr>
            <a:xfrm>
              <a:off x="6831275" y="1351725"/>
              <a:ext cx="1074600" cy="1074600"/>
            </a:xfrm>
            <a:prstGeom prst="ellipse">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8" name="Google Shape;15068;p90"/>
            <p:cNvSpPr/>
            <p:nvPr/>
          </p:nvSpPr>
          <p:spPr>
            <a:xfrm>
              <a:off x="6942425" y="1574025"/>
              <a:ext cx="852300" cy="852300"/>
            </a:xfrm>
            <a:prstGeom prst="ellipse">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69" name="Google Shape;15069;p90"/>
          <p:cNvGrpSpPr/>
          <p:nvPr/>
        </p:nvGrpSpPr>
        <p:grpSpPr>
          <a:xfrm>
            <a:off x="716994" y="3531369"/>
            <a:ext cx="1340789" cy="640830"/>
            <a:chOff x="238125" y="1151100"/>
            <a:chExt cx="7139450" cy="3412300"/>
          </a:xfrm>
        </p:grpSpPr>
        <p:sp>
          <p:nvSpPr>
            <p:cNvPr id="15070" name="Google Shape;15070;p90"/>
            <p:cNvSpPr/>
            <p:nvPr/>
          </p:nvSpPr>
          <p:spPr>
            <a:xfrm>
              <a:off x="3468350" y="4223875"/>
              <a:ext cx="679000" cy="33952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1" name="Google Shape;15071;p90"/>
            <p:cNvSpPr/>
            <p:nvPr/>
          </p:nvSpPr>
          <p:spPr>
            <a:xfrm>
              <a:off x="3730250" y="3276125"/>
              <a:ext cx="147275" cy="956575"/>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2" name="Google Shape;15072;p90"/>
            <p:cNvSpPr/>
            <p:nvPr/>
          </p:nvSpPr>
          <p:spPr>
            <a:xfrm>
              <a:off x="3796275" y="3875600"/>
              <a:ext cx="839350" cy="630550"/>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3" name="Google Shape;15073;p90"/>
            <p:cNvSpPr/>
            <p:nvPr/>
          </p:nvSpPr>
          <p:spPr>
            <a:xfrm>
              <a:off x="6240475" y="3130600"/>
              <a:ext cx="1137100" cy="1432800"/>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4" name="Google Shape;15074;p90"/>
            <p:cNvSpPr/>
            <p:nvPr/>
          </p:nvSpPr>
          <p:spPr>
            <a:xfrm>
              <a:off x="5243900" y="1696775"/>
              <a:ext cx="1764175" cy="1777475"/>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5" name="Google Shape;15075;p90"/>
            <p:cNvSpPr/>
            <p:nvPr/>
          </p:nvSpPr>
          <p:spPr>
            <a:xfrm>
              <a:off x="3812150" y="1151100"/>
              <a:ext cx="1896075" cy="1245900"/>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6" name="Google Shape;15076;p90"/>
            <p:cNvSpPr/>
            <p:nvPr/>
          </p:nvSpPr>
          <p:spPr>
            <a:xfrm>
              <a:off x="1910550" y="1151100"/>
              <a:ext cx="1901625" cy="1244175"/>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7" name="Google Shape;15077;p90"/>
            <p:cNvSpPr/>
            <p:nvPr/>
          </p:nvSpPr>
          <p:spPr>
            <a:xfrm>
              <a:off x="608475" y="1694725"/>
              <a:ext cx="1766425" cy="1778150"/>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8" name="Google Shape;15078;p90"/>
            <p:cNvSpPr/>
            <p:nvPr/>
          </p:nvSpPr>
          <p:spPr>
            <a:xfrm>
              <a:off x="238125" y="3129050"/>
              <a:ext cx="1137975" cy="1434175"/>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9" name="Google Shape;15079;p90"/>
            <p:cNvSpPr/>
            <p:nvPr/>
          </p:nvSpPr>
          <p:spPr>
            <a:xfrm>
              <a:off x="1924656" y="1941325"/>
              <a:ext cx="3773110" cy="1646329"/>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0" name="Google Shape;15080;p90"/>
            <p:cNvSpPr/>
            <p:nvPr/>
          </p:nvSpPr>
          <p:spPr>
            <a:xfrm>
              <a:off x="1028863" y="2678027"/>
              <a:ext cx="1805597" cy="188532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1" name="Google Shape;15081;p90"/>
            <p:cNvSpPr/>
            <p:nvPr/>
          </p:nvSpPr>
          <p:spPr>
            <a:xfrm>
              <a:off x="4792190" y="2679937"/>
              <a:ext cx="1798951" cy="1883410"/>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82" name="Google Shape;15082;p90"/>
          <p:cNvGrpSpPr/>
          <p:nvPr/>
        </p:nvGrpSpPr>
        <p:grpSpPr>
          <a:xfrm>
            <a:off x="5584217" y="2734650"/>
            <a:ext cx="985357" cy="585764"/>
            <a:chOff x="5145061" y="2881789"/>
            <a:chExt cx="1107641" cy="658458"/>
          </a:xfrm>
        </p:grpSpPr>
        <p:grpSp>
          <p:nvGrpSpPr>
            <p:cNvPr id="15083" name="Google Shape;15083;p90"/>
            <p:cNvGrpSpPr/>
            <p:nvPr/>
          </p:nvGrpSpPr>
          <p:grpSpPr>
            <a:xfrm>
              <a:off x="5722989" y="3244587"/>
              <a:ext cx="529713" cy="295659"/>
              <a:chOff x="5722989" y="3244587"/>
              <a:chExt cx="529713" cy="295659"/>
            </a:xfrm>
          </p:grpSpPr>
          <p:sp>
            <p:nvSpPr>
              <p:cNvPr id="15084" name="Google Shape;15084;p90"/>
              <p:cNvSpPr/>
              <p:nvPr/>
            </p:nvSpPr>
            <p:spPr>
              <a:xfrm>
                <a:off x="5722989" y="3244587"/>
                <a:ext cx="341346" cy="295659"/>
              </a:xfrm>
              <a:custGeom>
                <a:rect b="b" l="l" r="r" t="t"/>
                <a:pathLst>
                  <a:path extrusionOk="0" h="2231390" w="2576195">
                    <a:moveTo>
                      <a:pt x="1288021" y="0"/>
                    </a:moveTo>
                    <a:lnTo>
                      <a:pt x="0" y="2230932"/>
                    </a:lnTo>
                    <a:lnTo>
                      <a:pt x="2576042" y="2230932"/>
                    </a:lnTo>
                    <a:lnTo>
                      <a:pt x="1288021" y="0"/>
                    </a:lnTo>
                    <a:close/>
                  </a:path>
                </a:pathLst>
              </a:custGeom>
              <a:solidFill>
                <a:srgbClr val="869FB2"/>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15085" name="Google Shape;15085;p90"/>
              <p:cNvSpPr/>
              <p:nvPr/>
            </p:nvSpPr>
            <p:spPr>
              <a:xfrm>
                <a:off x="6035543" y="3298113"/>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15086" name="Google Shape;15086;p90"/>
            <p:cNvGrpSpPr/>
            <p:nvPr/>
          </p:nvGrpSpPr>
          <p:grpSpPr>
            <a:xfrm>
              <a:off x="5145061" y="3244587"/>
              <a:ext cx="536807" cy="295659"/>
              <a:chOff x="5145061" y="3244587"/>
              <a:chExt cx="536807" cy="295659"/>
            </a:xfrm>
          </p:grpSpPr>
          <p:sp>
            <p:nvSpPr>
              <p:cNvPr id="15087" name="Google Shape;15087;p90"/>
              <p:cNvSpPr/>
              <p:nvPr/>
            </p:nvSpPr>
            <p:spPr>
              <a:xfrm>
                <a:off x="5340522" y="3244587"/>
                <a:ext cx="341346" cy="295659"/>
              </a:xfrm>
              <a:custGeom>
                <a:rect b="b" l="l" r="r" t="t"/>
                <a:pathLst>
                  <a:path extrusionOk="0" h="2231390" w="2576195">
                    <a:moveTo>
                      <a:pt x="1288034" y="0"/>
                    </a:moveTo>
                    <a:lnTo>
                      <a:pt x="0" y="2230920"/>
                    </a:lnTo>
                    <a:lnTo>
                      <a:pt x="2576055" y="2230920"/>
                    </a:lnTo>
                    <a:lnTo>
                      <a:pt x="1288034" y="0"/>
                    </a:lnTo>
                    <a:close/>
                  </a:path>
                </a:pathLst>
              </a:custGeom>
              <a:solidFill>
                <a:srgbClr val="5F7D95"/>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15088" name="Google Shape;15088;p90"/>
              <p:cNvSpPr/>
              <p:nvPr/>
            </p:nvSpPr>
            <p:spPr>
              <a:xfrm flipH="1">
                <a:off x="5145061" y="3298599"/>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15089" name="Google Shape;15089;p90"/>
            <p:cNvGrpSpPr/>
            <p:nvPr/>
          </p:nvGrpSpPr>
          <p:grpSpPr>
            <a:xfrm>
              <a:off x="5341327" y="2898245"/>
              <a:ext cx="532309" cy="614891"/>
              <a:chOff x="5341327" y="2898245"/>
              <a:chExt cx="532309" cy="614891"/>
            </a:xfrm>
          </p:grpSpPr>
          <p:sp>
            <p:nvSpPr>
              <p:cNvPr id="15090" name="Google Shape;15090;p90"/>
              <p:cNvSpPr/>
              <p:nvPr/>
            </p:nvSpPr>
            <p:spPr>
              <a:xfrm>
                <a:off x="5532290" y="3217476"/>
                <a:ext cx="341346" cy="295659"/>
              </a:xfrm>
              <a:custGeom>
                <a:rect b="b" l="l" r="r" t="t"/>
                <a:pathLst>
                  <a:path extrusionOk="0" h="2231390" w="2576195">
                    <a:moveTo>
                      <a:pt x="2576042" y="0"/>
                    </a:moveTo>
                    <a:lnTo>
                      <a:pt x="0" y="0"/>
                    </a:lnTo>
                    <a:lnTo>
                      <a:pt x="1288021" y="2230920"/>
                    </a:lnTo>
                    <a:lnTo>
                      <a:pt x="2576042" y="0"/>
                    </a:lnTo>
                    <a:close/>
                  </a:path>
                </a:pathLst>
              </a:custGeom>
              <a:solidFill>
                <a:srgbClr val="E3E9ED"/>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15091" name="Google Shape;15091;p90"/>
              <p:cNvSpPr/>
              <p:nvPr/>
            </p:nvSpPr>
            <p:spPr>
              <a:xfrm flipH="1">
                <a:off x="5341327" y="2898245"/>
                <a:ext cx="217159" cy="33450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15092" name="Google Shape;15092;p90"/>
            <p:cNvGrpSpPr/>
            <p:nvPr/>
          </p:nvGrpSpPr>
          <p:grpSpPr>
            <a:xfrm>
              <a:off x="5532290" y="2881789"/>
              <a:ext cx="620516" cy="305456"/>
              <a:chOff x="5532290" y="2881789"/>
              <a:chExt cx="620516" cy="305456"/>
            </a:xfrm>
          </p:grpSpPr>
          <p:sp>
            <p:nvSpPr>
              <p:cNvPr id="15093" name="Google Shape;15093;p90"/>
              <p:cNvSpPr/>
              <p:nvPr/>
            </p:nvSpPr>
            <p:spPr>
              <a:xfrm>
                <a:off x="5532290" y="2891586"/>
                <a:ext cx="341346" cy="295659"/>
              </a:xfrm>
              <a:custGeom>
                <a:rect b="b" l="l" r="r" t="t"/>
                <a:pathLst>
                  <a:path extrusionOk="0" h="2231390" w="2576195">
                    <a:moveTo>
                      <a:pt x="1288021" y="0"/>
                    </a:moveTo>
                    <a:lnTo>
                      <a:pt x="0" y="2230920"/>
                    </a:lnTo>
                    <a:lnTo>
                      <a:pt x="2576042" y="2230920"/>
                    </a:lnTo>
                    <a:lnTo>
                      <a:pt x="1288021" y="0"/>
                    </a:lnTo>
                    <a:close/>
                  </a:path>
                </a:pathLst>
              </a:custGeom>
              <a:solidFill>
                <a:srgbClr val="435D74"/>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15094" name="Google Shape;15094;p90"/>
              <p:cNvSpPr/>
              <p:nvPr/>
            </p:nvSpPr>
            <p:spPr>
              <a:xfrm>
                <a:off x="5837311" y="2881789"/>
                <a:ext cx="315495" cy="288369"/>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grpSp>
        <p:nvGrpSpPr>
          <p:cNvPr id="15095" name="Google Shape;15095;p90"/>
          <p:cNvGrpSpPr/>
          <p:nvPr/>
        </p:nvGrpSpPr>
        <p:grpSpPr>
          <a:xfrm>
            <a:off x="8163140" y="3526708"/>
            <a:ext cx="269068" cy="645491"/>
            <a:chOff x="7026852" y="3311869"/>
            <a:chExt cx="434331" cy="1041954"/>
          </a:xfrm>
        </p:grpSpPr>
        <p:sp>
          <p:nvSpPr>
            <p:cNvPr id="15096" name="Google Shape;15096;p90"/>
            <p:cNvSpPr/>
            <p:nvPr/>
          </p:nvSpPr>
          <p:spPr>
            <a:xfrm>
              <a:off x="7026852" y="3311869"/>
              <a:ext cx="434331" cy="847405"/>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7" name="Google Shape;15097;p90"/>
            <p:cNvSpPr/>
            <p:nvPr/>
          </p:nvSpPr>
          <p:spPr>
            <a:xfrm>
              <a:off x="7082395" y="3359392"/>
              <a:ext cx="323321" cy="32332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8" name="Google Shape;15098;p90"/>
            <p:cNvSpPr/>
            <p:nvPr/>
          </p:nvSpPr>
          <p:spPr>
            <a:xfrm>
              <a:off x="7026852" y="4159239"/>
              <a:ext cx="434331" cy="194585"/>
            </a:xfrm>
            <a:custGeom>
              <a:rect b="b" l="l" r="r" t="t"/>
              <a:pathLst>
                <a:path extrusionOk="0" h="7497" w="16734">
                  <a:moveTo>
                    <a:pt x="1" y="1"/>
                  </a:moveTo>
                  <a:lnTo>
                    <a:pt x="8369" y="7496"/>
                  </a:lnTo>
                  <a:lnTo>
                    <a:pt x="1673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99" name="Google Shape;15099;p90"/>
          <p:cNvGrpSpPr/>
          <p:nvPr/>
        </p:nvGrpSpPr>
        <p:grpSpPr>
          <a:xfrm>
            <a:off x="6179721" y="3565945"/>
            <a:ext cx="293882" cy="293836"/>
            <a:chOff x="4873519" y="3311869"/>
            <a:chExt cx="499374" cy="499296"/>
          </a:xfrm>
        </p:grpSpPr>
        <p:sp>
          <p:nvSpPr>
            <p:cNvPr id="15100" name="Google Shape;15100;p90"/>
            <p:cNvSpPr/>
            <p:nvPr/>
          </p:nvSpPr>
          <p:spPr>
            <a:xfrm>
              <a:off x="4873519" y="3311869"/>
              <a:ext cx="499374" cy="499296"/>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1" name="Google Shape;15101;p90"/>
            <p:cNvSpPr/>
            <p:nvPr/>
          </p:nvSpPr>
          <p:spPr>
            <a:xfrm>
              <a:off x="4894620" y="3329830"/>
              <a:ext cx="202112" cy="182386"/>
            </a:xfrm>
            <a:custGeom>
              <a:rect b="b" l="l" r="r" t="t"/>
              <a:pathLst>
                <a:path extrusionOk="0" h="7027" w="7787">
                  <a:moveTo>
                    <a:pt x="0" y="1"/>
                  </a:moveTo>
                  <a:lnTo>
                    <a:pt x="0" y="7026"/>
                  </a:lnTo>
                  <a:lnTo>
                    <a:pt x="7787"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02" name="Google Shape;15102;p90"/>
          <p:cNvGrpSpPr/>
          <p:nvPr/>
        </p:nvGrpSpPr>
        <p:grpSpPr>
          <a:xfrm>
            <a:off x="6179721" y="3878317"/>
            <a:ext cx="293882" cy="293882"/>
            <a:chOff x="4873519" y="3875839"/>
            <a:chExt cx="499374" cy="499374"/>
          </a:xfrm>
        </p:grpSpPr>
        <p:sp>
          <p:nvSpPr>
            <p:cNvPr id="15103" name="Google Shape;15103;p90"/>
            <p:cNvSpPr/>
            <p:nvPr/>
          </p:nvSpPr>
          <p:spPr>
            <a:xfrm>
              <a:off x="4873519" y="3875839"/>
              <a:ext cx="499374" cy="499374"/>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4" name="Google Shape;15104;p90"/>
            <p:cNvSpPr/>
            <p:nvPr/>
          </p:nvSpPr>
          <p:spPr>
            <a:xfrm>
              <a:off x="4894620" y="3893826"/>
              <a:ext cx="202112" cy="182360"/>
            </a:xfrm>
            <a:custGeom>
              <a:rect b="b" l="l" r="r" t="t"/>
              <a:pathLst>
                <a:path extrusionOk="0" h="7026" w="7787">
                  <a:moveTo>
                    <a:pt x="0" y="0"/>
                  </a:moveTo>
                  <a:lnTo>
                    <a:pt x="0" y="7026"/>
                  </a:lnTo>
                  <a:lnTo>
                    <a:pt x="7787"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05" name="Google Shape;15105;p90"/>
          <p:cNvGrpSpPr/>
          <p:nvPr/>
        </p:nvGrpSpPr>
        <p:grpSpPr>
          <a:xfrm>
            <a:off x="2410248" y="1850269"/>
            <a:ext cx="698104" cy="698208"/>
            <a:chOff x="2565073" y="2075876"/>
            <a:chExt cx="672482" cy="672518"/>
          </a:xfrm>
        </p:grpSpPr>
        <p:sp>
          <p:nvSpPr>
            <p:cNvPr id="15106" name="Google Shape;15106;p90"/>
            <p:cNvSpPr/>
            <p:nvPr/>
          </p:nvSpPr>
          <p:spPr>
            <a:xfrm>
              <a:off x="2642193" y="2530650"/>
              <a:ext cx="419588" cy="217743"/>
            </a:xfrm>
            <a:custGeom>
              <a:rect b="b" l="l" r="r" t="t"/>
              <a:pathLst>
                <a:path extrusionOk="0" h="67780" w="130611">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7" name="Google Shape;15107;p90"/>
            <p:cNvSpPr/>
            <p:nvPr/>
          </p:nvSpPr>
          <p:spPr>
            <a:xfrm>
              <a:off x="2910083" y="2420918"/>
              <a:ext cx="327379" cy="312727"/>
            </a:xfrm>
            <a:custGeom>
              <a:rect b="b" l="l" r="r" t="t"/>
              <a:pathLst>
                <a:path extrusionOk="0" h="97347" w="101908">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8" name="Google Shape;15108;p90"/>
            <p:cNvSpPr/>
            <p:nvPr/>
          </p:nvSpPr>
          <p:spPr>
            <a:xfrm>
              <a:off x="2999034" y="2125384"/>
              <a:ext cx="238522" cy="411351"/>
            </a:xfrm>
            <a:custGeom>
              <a:rect b="b" l="l" r="r" t="t"/>
              <a:pathLst>
                <a:path extrusionOk="0" h="128047" w="74248">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9" name="Google Shape;15109;p90"/>
            <p:cNvSpPr/>
            <p:nvPr/>
          </p:nvSpPr>
          <p:spPr>
            <a:xfrm>
              <a:off x="2740849" y="2075876"/>
              <a:ext cx="419604" cy="217734"/>
            </a:xfrm>
            <a:custGeom>
              <a:rect b="b" l="l" r="r" t="t"/>
              <a:pathLst>
                <a:path extrusionOk="0" h="67777" w="130616">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0" name="Google Shape;15110;p90"/>
            <p:cNvSpPr/>
            <p:nvPr/>
          </p:nvSpPr>
          <p:spPr>
            <a:xfrm>
              <a:off x="2565167" y="2090625"/>
              <a:ext cx="327379" cy="312740"/>
            </a:xfrm>
            <a:custGeom>
              <a:rect b="b" l="l" r="r" t="t"/>
              <a:pathLst>
                <a:path extrusionOk="0" h="97351" w="101908">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1" name="Google Shape;15111;p90"/>
            <p:cNvSpPr/>
            <p:nvPr/>
          </p:nvSpPr>
          <p:spPr>
            <a:xfrm>
              <a:off x="2565073" y="2287538"/>
              <a:ext cx="218572" cy="409555"/>
            </a:xfrm>
            <a:custGeom>
              <a:rect b="b" l="l" r="r" t="t"/>
              <a:pathLst>
                <a:path extrusionOk="0" h="127488" w="68038">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12" name="Google Shape;15112;p90"/>
          <p:cNvGrpSpPr/>
          <p:nvPr/>
        </p:nvGrpSpPr>
        <p:grpSpPr>
          <a:xfrm>
            <a:off x="5633660" y="3534870"/>
            <a:ext cx="438354" cy="637329"/>
            <a:chOff x="1697726" y="3244179"/>
            <a:chExt cx="788124" cy="1146069"/>
          </a:xfrm>
        </p:grpSpPr>
        <p:sp>
          <p:nvSpPr>
            <p:cNvPr id="15113" name="Google Shape;15113;p90"/>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4" name="Google Shape;15114;p90"/>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115" name="Google Shape;15115;p90"/>
          <p:cNvSpPr/>
          <p:nvPr/>
        </p:nvSpPr>
        <p:spPr>
          <a:xfrm>
            <a:off x="8130919" y="3422653"/>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116" name="Google Shape;15116;p90"/>
          <p:cNvGrpSpPr/>
          <p:nvPr/>
        </p:nvGrpSpPr>
        <p:grpSpPr>
          <a:xfrm>
            <a:off x="7634874" y="1863232"/>
            <a:ext cx="799565" cy="670282"/>
            <a:chOff x="7617850" y="2063282"/>
            <a:chExt cx="799565" cy="670282"/>
          </a:xfrm>
        </p:grpSpPr>
        <p:cxnSp>
          <p:nvCxnSpPr>
            <p:cNvPr id="15117" name="Google Shape;15117;p90"/>
            <p:cNvCxnSpPr/>
            <p:nvPr/>
          </p:nvCxnSpPr>
          <p:spPr>
            <a:xfrm flipH="1" rot="5400000">
              <a:off x="7629118" y="2104714"/>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15118" name="Google Shape;15118;p90"/>
            <p:cNvCxnSpPr/>
            <p:nvPr/>
          </p:nvCxnSpPr>
          <p:spPr>
            <a:xfrm rot="-5400000">
              <a:off x="8276270" y="2104714"/>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15119" name="Google Shape;15119;p90"/>
            <p:cNvCxnSpPr/>
            <p:nvPr/>
          </p:nvCxnSpPr>
          <p:spPr>
            <a:xfrm rot="5400000">
              <a:off x="7629118" y="2612964"/>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15120" name="Google Shape;15120;p90"/>
            <p:cNvCxnSpPr/>
            <p:nvPr/>
          </p:nvCxnSpPr>
          <p:spPr>
            <a:xfrm flipH="1" rot="-5400000">
              <a:off x="8276270" y="2612964"/>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15121" name="Google Shape;15121;p90"/>
            <p:cNvCxnSpPr/>
            <p:nvPr/>
          </p:nvCxnSpPr>
          <p:spPr>
            <a:xfrm rot="10800000">
              <a:off x="7617850" y="2393356"/>
              <a:ext cx="83400" cy="0"/>
            </a:xfrm>
            <a:prstGeom prst="straightConnector1">
              <a:avLst/>
            </a:prstGeom>
            <a:noFill/>
            <a:ln cap="flat" cmpd="sng" w="9525">
              <a:solidFill>
                <a:srgbClr val="667E92"/>
              </a:solidFill>
              <a:prstDash val="solid"/>
              <a:round/>
              <a:headEnd len="med" w="med" type="none"/>
              <a:tailEnd len="med" w="med" type="none"/>
            </a:ln>
          </p:spPr>
        </p:cxnSp>
        <p:cxnSp>
          <p:nvCxnSpPr>
            <p:cNvPr id="15122" name="Google Shape;15122;p90"/>
            <p:cNvCxnSpPr/>
            <p:nvPr/>
          </p:nvCxnSpPr>
          <p:spPr>
            <a:xfrm rot="10800000">
              <a:off x="8334015" y="2393356"/>
              <a:ext cx="83400" cy="0"/>
            </a:xfrm>
            <a:prstGeom prst="straightConnector1">
              <a:avLst/>
            </a:prstGeom>
            <a:noFill/>
            <a:ln cap="flat" cmpd="sng" w="9525">
              <a:solidFill>
                <a:srgbClr val="667E92"/>
              </a:solidFill>
              <a:prstDash val="solid"/>
              <a:round/>
              <a:headEnd len="med" w="med" type="none"/>
              <a:tailEnd len="med" w="med" type="none"/>
            </a:ln>
          </p:spPr>
        </p:cxnSp>
        <p:grpSp>
          <p:nvGrpSpPr>
            <p:cNvPr id="15123" name="Google Shape;15123;p90"/>
            <p:cNvGrpSpPr/>
            <p:nvPr/>
          </p:nvGrpSpPr>
          <p:grpSpPr>
            <a:xfrm>
              <a:off x="7734309" y="2063282"/>
              <a:ext cx="570957" cy="620095"/>
              <a:chOff x="7734309" y="2063282"/>
              <a:chExt cx="570957" cy="620095"/>
            </a:xfrm>
          </p:grpSpPr>
          <p:grpSp>
            <p:nvGrpSpPr>
              <p:cNvPr id="15124" name="Google Shape;15124;p90"/>
              <p:cNvGrpSpPr/>
              <p:nvPr/>
            </p:nvGrpSpPr>
            <p:grpSpPr>
              <a:xfrm>
                <a:off x="8031573" y="2063282"/>
                <a:ext cx="273693" cy="620095"/>
                <a:chOff x="8031573" y="2063282"/>
                <a:chExt cx="273693" cy="620095"/>
              </a:xfrm>
            </p:grpSpPr>
            <p:sp>
              <p:nvSpPr>
                <p:cNvPr id="15125" name="Google Shape;15125;p90"/>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6" name="Google Shape;15126;p90"/>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7" name="Google Shape;15127;p90"/>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8" name="Google Shape;15128;p90"/>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29" name="Google Shape;15129;p90"/>
              <p:cNvGrpSpPr/>
              <p:nvPr/>
            </p:nvGrpSpPr>
            <p:grpSpPr>
              <a:xfrm flipH="1">
                <a:off x="7734309" y="2063282"/>
                <a:ext cx="273693" cy="620095"/>
                <a:chOff x="8031573" y="2063282"/>
                <a:chExt cx="273693" cy="620095"/>
              </a:xfrm>
            </p:grpSpPr>
            <p:sp>
              <p:nvSpPr>
                <p:cNvPr id="15130" name="Google Shape;15130;p90"/>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1" name="Google Shape;15131;p90"/>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2" name="Google Shape;15132;p90"/>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3" name="Google Shape;15133;p90"/>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
        <p:nvSpPr>
          <p:cNvPr id="15134" name="Google Shape;15134;p90"/>
          <p:cNvSpPr/>
          <p:nvPr/>
        </p:nvSpPr>
        <p:spPr>
          <a:xfrm>
            <a:off x="7095128" y="3555322"/>
            <a:ext cx="558742" cy="616877"/>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5" name="Google Shape;15135;p90"/>
          <p:cNvSpPr/>
          <p:nvPr/>
        </p:nvSpPr>
        <p:spPr>
          <a:xfrm rot="10800000">
            <a:off x="6581310" y="3552736"/>
            <a:ext cx="406111" cy="619462"/>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136" name="Google Shape;15136;p90"/>
          <p:cNvGrpSpPr/>
          <p:nvPr/>
        </p:nvGrpSpPr>
        <p:grpSpPr>
          <a:xfrm>
            <a:off x="7821480" y="2716716"/>
            <a:ext cx="602567" cy="601884"/>
            <a:chOff x="1186975" y="238125"/>
            <a:chExt cx="5244275" cy="5238325"/>
          </a:xfrm>
        </p:grpSpPr>
        <p:sp>
          <p:nvSpPr>
            <p:cNvPr id="15137" name="Google Shape;15137;p90"/>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8" name="Google Shape;15138;p90"/>
            <p:cNvSpPr/>
            <p:nvPr/>
          </p:nvSpPr>
          <p:spPr>
            <a:xfrm>
              <a:off x="1186975" y="2279750"/>
              <a:ext cx="2628625"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9" name="Google Shape;15139;p90"/>
            <p:cNvSpPr/>
            <p:nvPr/>
          </p:nvSpPr>
          <p:spPr>
            <a:xfrm>
              <a:off x="3802600" y="239450"/>
              <a:ext cx="2628650" cy="3196825"/>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0" name="Google Shape;15140;p90"/>
            <p:cNvSpPr/>
            <p:nvPr/>
          </p:nvSpPr>
          <p:spPr>
            <a:xfrm>
              <a:off x="3232500"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41" name="Google Shape;15141;p90"/>
          <p:cNvGrpSpPr/>
          <p:nvPr/>
        </p:nvGrpSpPr>
        <p:grpSpPr>
          <a:xfrm>
            <a:off x="3264218" y="1856199"/>
            <a:ext cx="651848" cy="687338"/>
            <a:chOff x="3400515" y="2056248"/>
            <a:chExt cx="698134" cy="735987"/>
          </a:xfrm>
        </p:grpSpPr>
        <p:grpSp>
          <p:nvGrpSpPr>
            <p:cNvPr id="15142" name="Google Shape;15142;p90"/>
            <p:cNvGrpSpPr/>
            <p:nvPr/>
          </p:nvGrpSpPr>
          <p:grpSpPr>
            <a:xfrm>
              <a:off x="3400515" y="2283913"/>
              <a:ext cx="312919" cy="219900"/>
              <a:chOff x="3400515" y="2283913"/>
              <a:chExt cx="312919" cy="219900"/>
            </a:xfrm>
          </p:grpSpPr>
          <p:sp>
            <p:nvSpPr>
              <p:cNvPr id="15143" name="Google Shape;15143;p90"/>
              <p:cNvSpPr/>
              <p:nvPr/>
            </p:nvSpPr>
            <p:spPr>
              <a:xfrm>
                <a:off x="3493534" y="2283913"/>
                <a:ext cx="219900" cy="219900"/>
              </a:xfrm>
              <a:prstGeom prst="ellipse">
                <a:avLst/>
              </a:prstGeom>
              <a:solidFill>
                <a:srgbClr val="435D7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15144" name="Google Shape;15144;p90"/>
              <p:cNvCxnSpPr/>
              <p:nvPr/>
            </p:nvCxnSpPr>
            <p:spPr>
              <a:xfrm rot="10800000">
                <a:off x="3400515" y="2393804"/>
                <a:ext cx="95400" cy="0"/>
              </a:xfrm>
              <a:prstGeom prst="straightConnector1">
                <a:avLst/>
              </a:prstGeom>
              <a:noFill/>
              <a:ln cap="flat" cmpd="sng" w="28575">
                <a:solidFill>
                  <a:srgbClr val="435D74"/>
                </a:solidFill>
                <a:prstDash val="solid"/>
                <a:round/>
                <a:headEnd len="med" w="med" type="none"/>
                <a:tailEnd len="med" w="med" type="none"/>
              </a:ln>
            </p:spPr>
          </p:cxnSp>
        </p:grpSp>
        <p:grpSp>
          <p:nvGrpSpPr>
            <p:cNvPr id="15145" name="Google Shape;15145;p90"/>
            <p:cNvGrpSpPr/>
            <p:nvPr/>
          </p:nvGrpSpPr>
          <p:grpSpPr>
            <a:xfrm>
              <a:off x="3547823" y="2461089"/>
              <a:ext cx="219900" cy="331146"/>
              <a:chOff x="3547823" y="2461089"/>
              <a:chExt cx="219900" cy="331146"/>
            </a:xfrm>
          </p:grpSpPr>
          <p:sp>
            <p:nvSpPr>
              <p:cNvPr id="15146" name="Google Shape;15146;p90"/>
              <p:cNvSpPr/>
              <p:nvPr/>
            </p:nvSpPr>
            <p:spPr>
              <a:xfrm>
                <a:off x="3547823" y="2461089"/>
                <a:ext cx="219900" cy="219900"/>
              </a:xfrm>
              <a:prstGeom prst="ellipse">
                <a:avLst/>
              </a:prstGeom>
              <a:solidFill>
                <a:srgbClr val="5F7D95"/>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15147" name="Google Shape;15147;p90"/>
              <p:cNvCxnSpPr/>
              <p:nvPr/>
            </p:nvCxnSpPr>
            <p:spPr>
              <a:xfrm rot="10800000">
                <a:off x="3657701" y="2678535"/>
                <a:ext cx="0" cy="113700"/>
              </a:xfrm>
              <a:prstGeom prst="straightConnector1">
                <a:avLst/>
              </a:prstGeom>
              <a:noFill/>
              <a:ln cap="flat" cmpd="sng" w="28575">
                <a:solidFill>
                  <a:srgbClr val="5F7D95"/>
                </a:solidFill>
                <a:prstDash val="solid"/>
                <a:round/>
                <a:headEnd len="med" w="med" type="none"/>
                <a:tailEnd len="med" w="med" type="none"/>
              </a:ln>
            </p:spPr>
          </p:cxnSp>
        </p:grpSp>
        <p:grpSp>
          <p:nvGrpSpPr>
            <p:cNvPr id="15148" name="Google Shape;15148;p90"/>
            <p:cNvGrpSpPr/>
            <p:nvPr/>
          </p:nvGrpSpPr>
          <p:grpSpPr>
            <a:xfrm>
              <a:off x="3734138" y="2461089"/>
              <a:ext cx="219900" cy="331146"/>
              <a:chOff x="3734138" y="2461089"/>
              <a:chExt cx="219900" cy="331146"/>
            </a:xfrm>
          </p:grpSpPr>
          <p:sp>
            <p:nvSpPr>
              <p:cNvPr id="15149" name="Google Shape;15149;p90"/>
              <p:cNvSpPr/>
              <p:nvPr/>
            </p:nvSpPr>
            <p:spPr>
              <a:xfrm>
                <a:off x="3734138" y="2461089"/>
                <a:ext cx="219900" cy="219900"/>
              </a:xfrm>
              <a:prstGeom prst="ellipse">
                <a:avLst/>
              </a:prstGeom>
              <a:solidFill>
                <a:srgbClr val="869FB2"/>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15150" name="Google Shape;15150;p90"/>
              <p:cNvCxnSpPr/>
              <p:nvPr/>
            </p:nvCxnSpPr>
            <p:spPr>
              <a:xfrm rot="10800000">
                <a:off x="3844020" y="2678535"/>
                <a:ext cx="0" cy="113700"/>
              </a:xfrm>
              <a:prstGeom prst="straightConnector1">
                <a:avLst/>
              </a:prstGeom>
              <a:noFill/>
              <a:ln cap="flat" cmpd="sng" w="28575">
                <a:solidFill>
                  <a:srgbClr val="869FB2"/>
                </a:solidFill>
                <a:prstDash val="solid"/>
                <a:round/>
                <a:headEnd len="med" w="med" type="none"/>
                <a:tailEnd len="med" w="med" type="none"/>
              </a:ln>
            </p:spPr>
          </p:cxnSp>
        </p:grpSp>
        <p:grpSp>
          <p:nvGrpSpPr>
            <p:cNvPr id="15151" name="Google Shape;15151;p90"/>
            <p:cNvGrpSpPr/>
            <p:nvPr/>
          </p:nvGrpSpPr>
          <p:grpSpPr>
            <a:xfrm>
              <a:off x="3787560" y="2281742"/>
              <a:ext cx="311089" cy="219900"/>
              <a:chOff x="3787560" y="2281742"/>
              <a:chExt cx="311089" cy="219900"/>
            </a:xfrm>
          </p:grpSpPr>
          <p:sp>
            <p:nvSpPr>
              <p:cNvPr id="15152" name="Google Shape;15152;p90"/>
              <p:cNvSpPr/>
              <p:nvPr/>
            </p:nvSpPr>
            <p:spPr>
              <a:xfrm>
                <a:off x="3787560" y="2281742"/>
                <a:ext cx="219900" cy="219900"/>
              </a:xfrm>
              <a:prstGeom prst="ellipse">
                <a:avLst/>
              </a:prstGeom>
              <a:solidFill>
                <a:srgbClr val="A5B7C6"/>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15153" name="Google Shape;15153;p90"/>
              <p:cNvCxnSpPr/>
              <p:nvPr/>
            </p:nvCxnSpPr>
            <p:spPr>
              <a:xfrm rot="10800000">
                <a:off x="4003849" y="2393795"/>
                <a:ext cx="94800" cy="0"/>
              </a:xfrm>
              <a:prstGeom prst="straightConnector1">
                <a:avLst/>
              </a:prstGeom>
              <a:noFill/>
              <a:ln cap="flat" cmpd="sng" w="28575">
                <a:solidFill>
                  <a:srgbClr val="A5B7C6"/>
                </a:solidFill>
                <a:prstDash val="solid"/>
                <a:round/>
                <a:headEnd len="med" w="med" type="none"/>
                <a:tailEnd len="med" w="med" type="none"/>
              </a:ln>
            </p:spPr>
          </p:cxnSp>
        </p:grpSp>
        <p:grpSp>
          <p:nvGrpSpPr>
            <p:cNvPr id="15154" name="Google Shape;15154;p90"/>
            <p:cNvGrpSpPr/>
            <p:nvPr/>
          </p:nvGrpSpPr>
          <p:grpSpPr>
            <a:xfrm>
              <a:off x="3637290" y="2056248"/>
              <a:ext cx="219900" cy="330736"/>
              <a:chOff x="3637290" y="2056248"/>
              <a:chExt cx="219900" cy="330736"/>
            </a:xfrm>
          </p:grpSpPr>
          <p:sp>
            <p:nvSpPr>
              <p:cNvPr id="15155" name="Google Shape;15155;p90"/>
              <p:cNvSpPr/>
              <p:nvPr/>
            </p:nvSpPr>
            <p:spPr>
              <a:xfrm>
                <a:off x="3637290" y="2167085"/>
                <a:ext cx="219900" cy="219900"/>
              </a:xfrm>
              <a:prstGeom prst="ellipse">
                <a:avLst/>
              </a:prstGeom>
              <a:solidFill>
                <a:srgbClr val="BAC8D3"/>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cxnSp>
            <p:nvCxnSpPr>
              <p:cNvPr id="15156" name="Google Shape;15156;p90"/>
              <p:cNvCxnSpPr/>
              <p:nvPr/>
            </p:nvCxnSpPr>
            <p:spPr>
              <a:xfrm rot="10800000">
                <a:off x="3747169" y="2056248"/>
                <a:ext cx="0" cy="113700"/>
              </a:xfrm>
              <a:prstGeom prst="straightConnector1">
                <a:avLst/>
              </a:prstGeom>
              <a:noFill/>
              <a:ln cap="flat" cmpd="sng" w="28575">
                <a:solidFill>
                  <a:srgbClr val="BAC8D3"/>
                </a:solidFill>
                <a:prstDash val="solid"/>
                <a:round/>
                <a:headEnd len="med" w="med" type="none"/>
                <a:tailEnd len="med" w="med" type="none"/>
              </a:ln>
            </p:spPr>
          </p:cxnSp>
        </p:grpSp>
      </p:grpSp>
      <p:grpSp>
        <p:nvGrpSpPr>
          <p:cNvPr id="15157" name="Google Shape;15157;p90"/>
          <p:cNvGrpSpPr/>
          <p:nvPr/>
        </p:nvGrpSpPr>
        <p:grpSpPr>
          <a:xfrm>
            <a:off x="2555923" y="2726206"/>
            <a:ext cx="1268144" cy="592394"/>
            <a:chOff x="238125" y="1188750"/>
            <a:chExt cx="7140450" cy="3335550"/>
          </a:xfrm>
        </p:grpSpPr>
        <p:sp>
          <p:nvSpPr>
            <p:cNvPr id="15158" name="Google Shape;15158;p90"/>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9" name="Google Shape;15159;p90"/>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0" name="Google Shape;15160;p90"/>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1" name="Google Shape;15161;p90"/>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2" name="Google Shape;15162;p90"/>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63" name="Google Shape;15163;p90"/>
          <p:cNvGrpSpPr/>
          <p:nvPr/>
        </p:nvGrpSpPr>
        <p:grpSpPr>
          <a:xfrm>
            <a:off x="6663824" y="2728360"/>
            <a:ext cx="1053944" cy="590147"/>
            <a:chOff x="238125" y="1335475"/>
            <a:chExt cx="5418735" cy="3034175"/>
          </a:xfrm>
        </p:grpSpPr>
        <p:sp>
          <p:nvSpPr>
            <p:cNvPr id="15164" name="Google Shape;15164;p90"/>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5" name="Google Shape;15165;p90"/>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6" name="Google Shape;15166;p90"/>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67" name="Google Shape;15167;p90"/>
          <p:cNvGrpSpPr/>
          <p:nvPr/>
        </p:nvGrpSpPr>
        <p:grpSpPr>
          <a:xfrm>
            <a:off x="4094633" y="3533260"/>
            <a:ext cx="1268207" cy="638939"/>
            <a:chOff x="3967651" y="3645904"/>
            <a:chExt cx="1479304" cy="745292"/>
          </a:xfrm>
        </p:grpSpPr>
        <p:grpSp>
          <p:nvGrpSpPr>
            <p:cNvPr id="15168" name="Google Shape;15168;p90"/>
            <p:cNvGrpSpPr/>
            <p:nvPr/>
          </p:nvGrpSpPr>
          <p:grpSpPr>
            <a:xfrm>
              <a:off x="3967651" y="4009026"/>
              <a:ext cx="1479304" cy="382170"/>
              <a:chOff x="3967651" y="4009026"/>
              <a:chExt cx="1479304" cy="382170"/>
            </a:xfrm>
          </p:grpSpPr>
          <p:grpSp>
            <p:nvGrpSpPr>
              <p:cNvPr id="15169" name="Google Shape;15169;p90"/>
              <p:cNvGrpSpPr/>
              <p:nvPr/>
            </p:nvGrpSpPr>
            <p:grpSpPr>
              <a:xfrm>
                <a:off x="4892216" y="4195630"/>
                <a:ext cx="554739" cy="195566"/>
                <a:chOff x="3604375" y="4892160"/>
                <a:chExt cx="1651500" cy="582215"/>
              </a:xfrm>
            </p:grpSpPr>
            <p:sp>
              <p:nvSpPr>
                <p:cNvPr id="15170" name="Google Shape;15170;p90"/>
                <p:cNvSpPr/>
                <p:nvPr/>
              </p:nvSpPr>
              <p:spPr>
                <a:xfrm>
                  <a:off x="3604375" y="4892160"/>
                  <a:ext cx="1651500" cy="146825"/>
                </a:xfrm>
                <a:custGeom>
                  <a:rect b="b" l="l" r="r" t="t"/>
                  <a:pathLst>
                    <a:path extrusionOk="0" h="5873" w="66060">
                      <a:moveTo>
                        <a:pt x="1" y="0"/>
                      </a:moveTo>
                      <a:lnTo>
                        <a:pt x="7340" y="5872"/>
                      </a:lnTo>
                      <a:lnTo>
                        <a:pt x="66060" y="5872"/>
                      </a:lnTo>
                      <a:lnTo>
                        <a:pt x="51382"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1" name="Google Shape;15171;p90"/>
                <p:cNvSpPr/>
                <p:nvPr/>
              </p:nvSpPr>
              <p:spPr>
                <a:xfrm>
                  <a:off x="3787875" y="5033975"/>
                  <a:ext cx="1468000" cy="440400"/>
                </a:xfrm>
                <a:custGeom>
                  <a:rect b="b" l="l" r="r" t="t"/>
                  <a:pathLst>
                    <a:path extrusionOk="0" h="17616" w="58720">
                      <a:moveTo>
                        <a:pt x="0" y="0"/>
                      </a:moveTo>
                      <a:lnTo>
                        <a:pt x="0" y="17615"/>
                      </a:lnTo>
                      <a:lnTo>
                        <a:pt x="58720" y="17615"/>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72" name="Google Shape;15172;p90"/>
              <p:cNvGrpSpPr/>
              <p:nvPr/>
            </p:nvGrpSpPr>
            <p:grpSpPr>
              <a:xfrm>
                <a:off x="3967651" y="4146303"/>
                <a:ext cx="579402" cy="244893"/>
                <a:chOff x="851875" y="4745310"/>
                <a:chExt cx="1724925" cy="729065"/>
              </a:xfrm>
            </p:grpSpPr>
            <p:sp>
              <p:nvSpPr>
                <p:cNvPr id="15173" name="Google Shape;15173;p90"/>
                <p:cNvSpPr/>
                <p:nvPr/>
              </p:nvSpPr>
              <p:spPr>
                <a:xfrm>
                  <a:off x="851925" y="4745310"/>
                  <a:ext cx="1724875" cy="146875"/>
                </a:xfrm>
                <a:custGeom>
                  <a:rect b="b" l="l" r="r" t="t"/>
                  <a:pathLst>
                    <a:path extrusionOk="0" h="5875" w="68995">
                      <a:moveTo>
                        <a:pt x="14679" y="0"/>
                      </a:moveTo>
                      <a:lnTo>
                        <a:pt x="1" y="5874"/>
                      </a:lnTo>
                      <a:lnTo>
                        <a:pt x="58718" y="5874"/>
                      </a:lnTo>
                      <a:lnTo>
                        <a:pt x="68994"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4" name="Google Shape;15174;p90"/>
                <p:cNvSpPr/>
                <p:nvPr/>
              </p:nvSpPr>
              <p:spPr>
                <a:xfrm>
                  <a:off x="851875" y="4887175"/>
                  <a:ext cx="1468025" cy="587200"/>
                </a:xfrm>
                <a:custGeom>
                  <a:rect b="b" l="l" r="r" t="t"/>
                  <a:pathLst>
                    <a:path extrusionOk="0" h="23488" w="58721">
                      <a:moveTo>
                        <a:pt x="0" y="0"/>
                      </a:moveTo>
                      <a:lnTo>
                        <a:pt x="0" y="23487"/>
                      </a:lnTo>
                      <a:lnTo>
                        <a:pt x="58720" y="23487"/>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75" name="Google Shape;15175;p90"/>
              <p:cNvGrpSpPr/>
              <p:nvPr/>
            </p:nvGrpSpPr>
            <p:grpSpPr>
              <a:xfrm>
                <a:off x="4460753" y="4009026"/>
                <a:ext cx="493110" cy="382170"/>
                <a:chOff x="2319875" y="4336625"/>
                <a:chExt cx="1468025" cy="1137750"/>
              </a:xfrm>
            </p:grpSpPr>
            <p:sp>
              <p:nvSpPr>
                <p:cNvPr id="15176" name="Google Shape;15176;p90"/>
                <p:cNvSpPr/>
                <p:nvPr/>
              </p:nvSpPr>
              <p:spPr>
                <a:xfrm>
                  <a:off x="2319875" y="4336625"/>
                  <a:ext cx="1468025" cy="146875"/>
                </a:xfrm>
                <a:custGeom>
                  <a:rect b="b" l="l" r="r" t="t"/>
                  <a:pathLst>
                    <a:path extrusionOk="0" h="5875" w="58721">
                      <a:moveTo>
                        <a:pt x="14681" y="0"/>
                      </a:moveTo>
                      <a:lnTo>
                        <a:pt x="0" y="5874"/>
                      </a:lnTo>
                      <a:lnTo>
                        <a:pt x="58720" y="5874"/>
                      </a:lnTo>
                      <a:lnTo>
                        <a:pt x="44042" y="0"/>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7" name="Google Shape;15177;p90"/>
                <p:cNvSpPr/>
                <p:nvPr/>
              </p:nvSpPr>
              <p:spPr>
                <a:xfrm>
                  <a:off x="2319875" y="4483425"/>
                  <a:ext cx="1468025" cy="990950"/>
                </a:xfrm>
                <a:custGeom>
                  <a:rect b="b" l="l" r="r" t="t"/>
                  <a:pathLst>
                    <a:path extrusionOk="0" h="39638" w="58721">
                      <a:moveTo>
                        <a:pt x="0" y="0"/>
                      </a:moveTo>
                      <a:lnTo>
                        <a:pt x="0" y="39637"/>
                      </a:lnTo>
                      <a:lnTo>
                        <a:pt x="58720" y="39637"/>
                      </a:lnTo>
                      <a:lnTo>
                        <a:pt x="58720" y="0"/>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178" name="Google Shape;15178;p90"/>
            <p:cNvGrpSpPr/>
            <p:nvPr/>
          </p:nvGrpSpPr>
          <p:grpSpPr>
            <a:xfrm>
              <a:off x="4479443" y="3645904"/>
              <a:ext cx="455965" cy="388789"/>
              <a:chOff x="2957425" y="238100"/>
              <a:chExt cx="1910200" cy="1628775"/>
            </a:xfrm>
          </p:grpSpPr>
          <p:sp>
            <p:nvSpPr>
              <p:cNvPr id="15179" name="Google Shape;15179;p90"/>
              <p:cNvSpPr/>
              <p:nvPr/>
            </p:nvSpPr>
            <p:spPr>
              <a:xfrm>
                <a:off x="4035900" y="239600"/>
                <a:ext cx="831725" cy="906350"/>
              </a:xfrm>
              <a:custGeom>
                <a:rect b="b" l="l" r="r" t="t"/>
                <a:pathLst>
                  <a:path extrusionOk="0" h="36254" w="33269">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0" name="Google Shape;15180;p90"/>
              <p:cNvSpPr/>
              <p:nvPr/>
            </p:nvSpPr>
            <p:spPr>
              <a:xfrm>
                <a:off x="4062725" y="270525"/>
                <a:ext cx="775400" cy="855625"/>
              </a:xfrm>
              <a:custGeom>
                <a:rect b="b" l="l" r="r" t="t"/>
                <a:pathLst>
                  <a:path extrusionOk="0" h="34225" w="31016">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1" name="Google Shape;15181;p90"/>
              <p:cNvSpPr/>
              <p:nvPr/>
            </p:nvSpPr>
            <p:spPr>
              <a:xfrm>
                <a:off x="2957425" y="254350"/>
                <a:ext cx="842900" cy="896500"/>
              </a:xfrm>
              <a:custGeom>
                <a:rect b="b" l="l" r="r" t="t"/>
                <a:pathLst>
                  <a:path extrusionOk="0" h="35860" w="33716">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2" name="Google Shape;15182;p90"/>
              <p:cNvSpPr/>
              <p:nvPr/>
            </p:nvSpPr>
            <p:spPr>
              <a:xfrm>
                <a:off x="2987525" y="285250"/>
                <a:ext cx="786050" cy="845950"/>
              </a:xfrm>
              <a:custGeom>
                <a:rect b="b" l="l" r="r" t="t"/>
                <a:pathLst>
                  <a:path extrusionOk="0" h="33838" w="31442">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3" name="Google Shape;15183;p90"/>
              <p:cNvSpPr/>
              <p:nvPr/>
            </p:nvSpPr>
            <p:spPr>
              <a:xfrm>
                <a:off x="3368550" y="238100"/>
                <a:ext cx="1089150" cy="1354050"/>
              </a:xfrm>
              <a:custGeom>
                <a:rect b="b" l="l" r="r" t="t"/>
                <a:pathLst>
                  <a:path extrusionOk="0" h="54162" w="43566">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4" name="Google Shape;15184;p90"/>
              <p:cNvSpPr/>
              <p:nvPr/>
            </p:nvSpPr>
            <p:spPr>
              <a:xfrm>
                <a:off x="3588225" y="1559325"/>
                <a:ext cx="673800" cy="265125"/>
              </a:xfrm>
              <a:custGeom>
                <a:rect b="b" l="l" r="r" t="t"/>
                <a:pathLst>
                  <a:path extrusionOk="0" h="10605" w="26952">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5" name="Google Shape;15185;p90"/>
              <p:cNvSpPr/>
              <p:nvPr/>
            </p:nvSpPr>
            <p:spPr>
              <a:xfrm>
                <a:off x="3513850" y="1774875"/>
                <a:ext cx="825300" cy="92000"/>
              </a:xfrm>
              <a:custGeom>
                <a:rect b="b" l="l" r="r" t="t"/>
                <a:pathLst>
                  <a:path extrusionOk="0" h="3680" w="33012">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6" name="Google Shape;15186;p90"/>
              <p:cNvSpPr/>
              <p:nvPr/>
            </p:nvSpPr>
            <p:spPr>
              <a:xfrm>
                <a:off x="3466550" y="322000"/>
                <a:ext cx="893500" cy="458025"/>
              </a:xfrm>
              <a:custGeom>
                <a:rect b="b" l="l" r="r" t="t"/>
                <a:pathLst>
                  <a:path extrusionOk="0" h="18321" w="3574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7" name="Google Shape;15187;p90"/>
              <p:cNvSpPr/>
              <p:nvPr/>
            </p:nvSpPr>
            <p:spPr>
              <a:xfrm>
                <a:off x="3472850" y="260850"/>
                <a:ext cx="874375" cy="56650"/>
              </a:xfrm>
              <a:custGeom>
                <a:rect b="b" l="l" r="r" t="t"/>
                <a:pathLst>
                  <a:path extrusionOk="0" h="2266" w="34975">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8" name="Google Shape;15188;p90"/>
              <p:cNvSpPr/>
              <p:nvPr/>
            </p:nvSpPr>
            <p:spPr>
              <a:xfrm>
                <a:off x="3746150" y="421050"/>
                <a:ext cx="332625" cy="316350"/>
              </a:xfrm>
              <a:custGeom>
                <a:rect b="b" l="l" r="r" t="t"/>
                <a:pathLst>
                  <a:path extrusionOk="0" h="12654" w="13305">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189" name="Google Shape;15189;p90"/>
          <p:cNvGrpSpPr/>
          <p:nvPr/>
        </p:nvGrpSpPr>
        <p:grpSpPr>
          <a:xfrm>
            <a:off x="2480746" y="3534460"/>
            <a:ext cx="1243128" cy="637739"/>
            <a:chOff x="2496310" y="3693351"/>
            <a:chExt cx="1342906" cy="688926"/>
          </a:xfrm>
        </p:grpSpPr>
        <p:grpSp>
          <p:nvGrpSpPr>
            <p:cNvPr id="15190" name="Google Shape;15190;p90"/>
            <p:cNvGrpSpPr/>
            <p:nvPr/>
          </p:nvGrpSpPr>
          <p:grpSpPr>
            <a:xfrm>
              <a:off x="2496310" y="3693351"/>
              <a:ext cx="1342906" cy="688875"/>
              <a:chOff x="2496310" y="3693351"/>
              <a:chExt cx="1342906" cy="688875"/>
            </a:xfrm>
          </p:grpSpPr>
          <p:sp>
            <p:nvSpPr>
              <p:cNvPr id="15191" name="Google Shape;15191;p90"/>
              <p:cNvSpPr/>
              <p:nvPr/>
            </p:nvSpPr>
            <p:spPr>
              <a:xfrm>
                <a:off x="2567815" y="3809577"/>
                <a:ext cx="1200140" cy="572649"/>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2" name="Google Shape;15192;p90"/>
              <p:cNvSpPr/>
              <p:nvPr/>
            </p:nvSpPr>
            <p:spPr>
              <a:xfrm>
                <a:off x="342068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3" name="Google Shape;15193;p90"/>
              <p:cNvSpPr/>
              <p:nvPr/>
            </p:nvSpPr>
            <p:spPr>
              <a:xfrm>
                <a:off x="3135700" y="3791751"/>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4" name="Google Shape;15194;p90"/>
              <p:cNvSpPr/>
              <p:nvPr/>
            </p:nvSpPr>
            <p:spPr>
              <a:xfrm>
                <a:off x="3620515"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5" name="Google Shape;15195;p90"/>
              <p:cNvSpPr/>
              <p:nvPr/>
            </p:nvSpPr>
            <p:spPr>
              <a:xfrm>
                <a:off x="284380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6" name="Google Shape;15196;p90"/>
              <p:cNvSpPr/>
              <p:nvPr/>
            </p:nvSpPr>
            <p:spPr>
              <a:xfrm>
                <a:off x="2652010"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197" name="Google Shape;15197;p90"/>
              <p:cNvCxnSpPr>
                <a:stCxn id="15195" idx="0"/>
              </p:cNvCxnSpPr>
              <p:nvPr/>
            </p:nvCxnSpPr>
            <p:spPr>
              <a:xfrm flipH="1" rot="5400000">
                <a:off x="2741958" y="3724116"/>
                <a:ext cx="68700" cy="200100"/>
              </a:xfrm>
              <a:prstGeom prst="bentConnector2">
                <a:avLst/>
              </a:prstGeom>
              <a:noFill/>
              <a:ln cap="flat" cmpd="sng" w="19050">
                <a:solidFill>
                  <a:srgbClr val="869FB2"/>
                </a:solidFill>
                <a:prstDash val="solid"/>
                <a:round/>
                <a:headEnd len="med" w="med" type="none"/>
                <a:tailEnd len="med" w="med" type="none"/>
              </a:ln>
            </p:spPr>
          </p:cxnSp>
          <p:cxnSp>
            <p:nvCxnSpPr>
              <p:cNvPr id="15198" name="Google Shape;15198;p90"/>
              <p:cNvCxnSpPr>
                <a:stCxn id="15192" idx="0"/>
              </p:cNvCxnSpPr>
              <p:nvPr/>
            </p:nvCxnSpPr>
            <p:spPr>
              <a:xfrm rot="-5400000">
                <a:off x="3512338" y="3723516"/>
                <a:ext cx="75900" cy="194100"/>
              </a:xfrm>
              <a:prstGeom prst="bentConnector2">
                <a:avLst/>
              </a:prstGeom>
              <a:noFill/>
              <a:ln cap="flat" cmpd="sng" w="19050">
                <a:solidFill>
                  <a:srgbClr val="869FB2"/>
                </a:solidFill>
                <a:prstDash val="solid"/>
                <a:round/>
                <a:headEnd len="med" w="med" type="none"/>
                <a:tailEnd len="med" w="med" type="none"/>
              </a:ln>
            </p:spPr>
          </p:cxnSp>
          <p:cxnSp>
            <p:nvCxnSpPr>
              <p:cNvPr id="15199" name="Google Shape;15199;p90"/>
              <p:cNvCxnSpPr>
                <a:stCxn id="15193" idx="0"/>
              </p:cNvCxnSpPr>
              <p:nvPr/>
            </p:nvCxnSpPr>
            <p:spPr>
              <a:xfrm rot="-5400000">
                <a:off x="3119350" y="3742251"/>
                <a:ext cx="98400" cy="600"/>
              </a:xfrm>
              <a:prstGeom prst="bentConnector3">
                <a:avLst>
                  <a:gd fmla="val 50000" name="adj1"/>
                </a:avLst>
              </a:prstGeom>
              <a:noFill/>
              <a:ln cap="flat" cmpd="sng" w="19050">
                <a:solidFill>
                  <a:srgbClr val="869FB2"/>
                </a:solidFill>
                <a:prstDash val="solid"/>
                <a:round/>
                <a:headEnd len="med" w="med" type="none"/>
                <a:tailEnd len="med" w="med" type="none"/>
              </a:ln>
            </p:spPr>
          </p:cxnSp>
          <p:cxnSp>
            <p:nvCxnSpPr>
              <p:cNvPr id="15200" name="Google Shape;15200;p90"/>
              <p:cNvCxnSpPr>
                <a:stCxn id="15196" idx="2"/>
              </p:cNvCxnSpPr>
              <p:nvPr/>
            </p:nvCxnSpPr>
            <p:spPr>
              <a:xfrm flipH="1">
                <a:off x="2496310" y="4065467"/>
                <a:ext cx="155700" cy="600"/>
              </a:xfrm>
              <a:prstGeom prst="bentConnector3">
                <a:avLst>
                  <a:gd fmla="val 50000" name="adj1"/>
                </a:avLst>
              </a:prstGeom>
              <a:noFill/>
              <a:ln cap="flat" cmpd="sng" w="19050">
                <a:solidFill>
                  <a:srgbClr val="869FB2"/>
                </a:solidFill>
                <a:prstDash val="solid"/>
                <a:round/>
                <a:headEnd len="med" w="med" type="none"/>
                <a:tailEnd len="med" w="med" type="none"/>
              </a:ln>
            </p:spPr>
          </p:cxnSp>
          <p:cxnSp>
            <p:nvCxnSpPr>
              <p:cNvPr id="15201" name="Google Shape;15201;p90"/>
              <p:cNvCxnSpPr>
                <a:stCxn id="15194" idx="6"/>
              </p:cNvCxnSpPr>
              <p:nvPr/>
            </p:nvCxnSpPr>
            <p:spPr>
              <a:xfrm>
                <a:off x="3685615" y="4065467"/>
                <a:ext cx="1536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15202" name="Google Shape;15202;p90"/>
            <p:cNvGrpSpPr/>
            <p:nvPr/>
          </p:nvGrpSpPr>
          <p:grpSpPr>
            <a:xfrm>
              <a:off x="2675275" y="3930557"/>
              <a:ext cx="1003306" cy="451719"/>
              <a:chOff x="2675275" y="4174282"/>
              <a:chExt cx="1003306" cy="451719"/>
            </a:xfrm>
          </p:grpSpPr>
          <p:sp>
            <p:nvSpPr>
              <p:cNvPr id="15203" name="Google Shape;15203;p90"/>
              <p:cNvSpPr/>
              <p:nvPr/>
            </p:nvSpPr>
            <p:spPr>
              <a:xfrm>
                <a:off x="2675275" y="4174282"/>
                <a:ext cx="1003306" cy="451719"/>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4" name="Google Shape;15204;p90"/>
              <p:cNvSpPr/>
              <p:nvPr/>
            </p:nvSpPr>
            <p:spPr>
              <a:xfrm>
                <a:off x="2716046" y="4210984"/>
                <a:ext cx="921789" cy="415018"/>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5" name="Google Shape;15205;p90"/>
              <p:cNvSpPr/>
              <p:nvPr/>
            </p:nvSpPr>
            <p:spPr>
              <a:xfrm>
                <a:off x="2762606" y="4252906"/>
                <a:ext cx="828676" cy="373095"/>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206" name="Google Shape;15206;p90"/>
          <p:cNvGrpSpPr/>
          <p:nvPr/>
        </p:nvGrpSpPr>
        <p:grpSpPr>
          <a:xfrm>
            <a:off x="1654417" y="971307"/>
            <a:ext cx="574511" cy="874709"/>
            <a:chOff x="1715404" y="1112080"/>
            <a:chExt cx="642270" cy="977984"/>
          </a:xfrm>
        </p:grpSpPr>
        <p:grpSp>
          <p:nvGrpSpPr>
            <p:cNvPr id="15207" name="Google Shape;15207;p90"/>
            <p:cNvGrpSpPr/>
            <p:nvPr/>
          </p:nvGrpSpPr>
          <p:grpSpPr>
            <a:xfrm>
              <a:off x="1715404" y="1112080"/>
              <a:ext cx="642270" cy="977984"/>
              <a:chOff x="1715404" y="1112080"/>
              <a:chExt cx="642270" cy="977984"/>
            </a:xfrm>
          </p:grpSpPr>
          <p:sp>
            <p:nvSpPr>
              <p:cNvPr id="15208" name="Google Shape;15208;p90"/>
              <p:cNvSpPr/>
              <p:nvPr/>
            </p:nvSpPr>
            <p:spPr>
              <a:xfrm>
                <a:off x="1715404" y="1112080"/>
                <a:ext cx="642270" cy="642270"/>
              </a:xfrm>
              <a:custGeom>
                <a:rect b="b" l="l" r="r" t="t"/>
                <a:pathLst>
                  <a:path extrusionOk="0" h="41544" w="41544">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9" name="Google Shape;15209;p90"/>
              <p:cNvSpPr/>
              <p:nvPr/>
            </p:nvSpPr>
            <p:spPr>
              <a:xfrm>
                <a:off x="1956781" y="1714402"/>
                <a:ext cx="9121" cy="375663"/>
              </a:xfrm>
              <a:custGeom>
                <a:rect b="b" l="l" r="r" t="t"/>
                <a:pathLst>
                  <a:path extrusionOk="0" h="24299" w="590">
                    <a:moveTo>
                      <a:pt x="0" y="0"/>
                    </a:moveTo>
                    <a:lnTo>
                      <a:pt x="0" y="24299"/>
                    </a:lnTo>
                    <a:lnTo>
                      <a:pt x="589" y="24299"/>
                    </a:lnTo>
                    <a:lnTo>
                      <a:pt x="589"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10" name="Google Shape;15210;p90"/>
            <p:cNvGrpSpPr/>
            <p:nvPr/>
          </p:nvGrpSpPr>
          <p:grpSpPr>
            <a:xfrm>
              <a:off x="1768927" y="1165603"/>
              <a:ext cx="535225" cy="851367"/>
              <a:chOff x="1768927" y="1165603"/>
              <a:chExt cx="535225" cy="851367"/>
            </a:xfrm>
          </p:grpSpPr>
          <p:sp>
            <p:nvSpPr>
              <p:cNvPr id="15211" name="Google Shape;15211;p90"/>
              <p:cNvSpPr/>
              <p:nvPr/>
            </p:nvSpPr>
            <p:spPr>
              <a:xfrm>
                <a:off x="1768927" y="1165603"/>
                <a:ext cx="535225" cy="535225"/>
              </a:xfrm>
              <a:custGeom>
                <a:rect b="b" l="l" r="r" t="t"/>
                <a:pathLst>
                  <a:path extrusionOk="0" h="34620" w="3462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2" name="Google Shape;15212;p90"/>
              <p:cNvSpPr/>
              <p:nvPr/>
            </p:nvSpPr>
            <p:spPr>
              <a:xfrm>
                <a:off x="2006902" y="1668949"/>
                <a:ext cx="9137" cy="348020"/>
              </a:xfrm>
              <a:custGeom>
                <a:rect b="b" l="l" r="r" t="t"/>
                <a:pathLst>
                  <a:path extrusionOk="0" h="22511" w="591">
                    <a:moveTo>
                      <a:pt x="1" y="0"/>
                    </a:moveTo>
                    <a:lnTo>
                      <a:pt x="1" y="22510"/>
                    </a:lnTo>
                    <a:lnTo>
                      <a:pt x="590" y="22510"/>
                    </a:lnTo>
                    <a:lnTo>
                      <a:pt x="590"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13" name="Google Shape;15213;p90"/>
            <p:cNvGrpSpPr/>
            <p:nvPr/>
          </p:nvGrpSpPr>
          <p:grpSpPr>
            <a:xfrm>
              <a:off x="1822449" y="1219125"/>
              <a:ext cx="428180" cy="718859"/>
              <a:chOff x="1822449" y="1219125"/>
              <a:chExt cx="428180" cy="718859"/>
            </a:xfrm>
          </p:grpSpPr>
          <p:sp>
            <p:nvSpPr>
              <p:cNvPr id="15214" name="Google Shape;15214;p90"/>
              <p:cNvSpPr/>
              <p:nvPr/>
            </p:nvSpPr>
            <p:spPr>
              <a:xfrm>
                <a:off x="1822449" y="1219125"/>
                <a:ext cx="428180" cy="428180"/>
              </a:xfrm>
              <a:custGeom>
                <a:rect b="b" l="l" r="r" t="t"/>
                <a:pathLst>
                  <a:path extrusionOk="0" h="27696" w="27696">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5" name="Google Shape;15215;p90"/>
              <p:cNvSpPr/>
              <p:nvPr/>
            </p:nvSpPr>
            <p:spPr>
              <a:xfrm>
                <a:off x="2057039" y="1605996"/>
                <a:ext cx="9121" cy="331988"/>
              </a:xfrm>
              <a:custGeom>
                <a:rect b="b" l="l" r="r" t="t"/>
                <a:pathLst>
                  <a:path extrusionOk="0" h="21474" w="590">
                    <a:moveTo>
                      <a:pt x="0" y="0"/>
                    </a:moveTo>
                    <a:lnTo>
                      <a:pt x="0" y="21474"/>
                    </a:lnTo>
                    <a:lnTo>
                      <a:pt x="590" y="21474"/>
                    </a:lnTo>
                    <a:lnTo>
                      <a:pt x="59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16" name="Google Shape;15216;p90"/>
            <p:cNvGrpSpPr/>
            <p:nvPr/>
          </p:nvGrpSpPr>
          <p:grpSpPr>
            <a:xfrm>
              <a:off x="1875972" y="1272648"/>
              <a:ext cx="321135" cy="586939"/>
              <a:chOff x="1875972" y="1272648"/>
              <a:chExt cx="321135" cy="586939"/>
            </a:xfrm>
          </p:grpSpPr>
          <p:sp>
            <p:nvSpPr>
              <p:cNvPr id="15217" name="Google Shape;15217;p90"/>
              <p:cNvSpPr/>
              <p:nvPr/>
            </p:nvSpPr>
            <p:spPr>
              <a:xfrm>
                <a:off x="1875972" y="1272648"/>
                <a:ext cx="321135" cy="321120"/>
              </a:xfrm>
              <a:custGeom>
                <a:rect b="b" l="l" r="r" t="t"/>
                <a:pathLst>
                  <a:path extrusionOk="0" h="20771" w="20772">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8" name="Google Shape;15218;p90"/>
              <p:cNvSpPr/>
              <p:nvPr/>
            </p:nvSpPr>
            <p:spPr>
              <a:xfrm>
                <a:off x="2107176" y="1533705"/>
                <a:ext cx="9121" cy="325881"/>
              </a:xfrm>
              <a:custGeom>
                <a:rect b="b" l="l" r="r" t="t"/>
                <a:pathLst>
                  <a:path extrusionOk="0" h="21079" w="590">
                    <a:moveTo>
                      <a:pt x="0" y="0"/>
                    </a:moveTo>
                    <a:lnTo>
                      <a:pt x="0" y="21078"/>
                    </a:lnTo>
                    <a:lnTo>
                      <a:pt x="589" y="21078"/>
                    </a:lnTo>
                    <a:lnTo>
                      <a:pt x="589"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219" name="Google Shape;15219;p90"/>
          <p:cNvGrpSpPr/>
          <p:nvPr/>
        </p:nvGrpSpPr>
        <p:grpSpPr>
          <a:xfrm>
            <a:off x="7761578" y="3528028"/>
            <a:ext cx="293855" cy="644170"/>
            <a:chOff x="241025" y="3151575"/>
            <a:chExt cx="293855" cy="644170"/>
          </a:xfrm>
        </p:grpSpPr>
        <p:sp>
          <p:nvSpPr>
            <p:cNvPr id="15220" name="Google Shape;15220;p90"/>
            <p:cNvSpPr/>
            <p:nvPr/>
          </p:nvSpPr>
          <p:spPr>
            <a:xfrm>
              <a:off x="241025" y="3151575"/>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1" name="Google Shape;15221;p90"/>
            <p:cNvSpPr/>
            <p:nvPr/>
          </p:nvSpPr>
          <p:spPr>
            <a:xfrm>
              <a:off x="241347" y="3252796"/>
              <a:ext cx="293533" cy="164134"/>
            </a:xfrm>
            <a:custGeom>
              <a:rect b="b" l="l" r="r" t="t"/>
              <a:pathLst>
                <a:path extrusionOk="0" h="10698" w="19132">
                  <a:moveTo>
                    <a:pt x="1" y="1"/>
                  </a:moveTo>
                  <a:lnTo>
                    <a:pt x="1" y="10698"/>
                  </a:lnTo>
                  <a:lnTo>
                    <a:pt x="19132" y="10698"/>
                  </a:lnTo>
                  <a:lnTo>
                    <a:pt x="19132"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2" name="Google Shape;15222;p90"/>
          <p:cNvGrpSpPr/>
          <p:nvPr/>
        </p:nvGrpSpPr>
        <p:grpSpPr>
          <a:xfrm>
            <a:off x="709562" y="2728028"/>
            <a:ext cx="1779649" cy="591620"/>
            <a:chOff x="246070" y="1983375"/>
            <a:chExt cx="1855347" cy="616849"/>
          </a:xfrm>
        </p:grpSpPr>
        <p:sp>
          <p:nvSpPr>
            <p:cNvPr id="15223" name="Google Shape;15223;p90"/>
            <p:cNvSpPr/>
            <p:nvPr/>
          </p:nvSpPr>
          <p:spPr>
            <a:xfrm>
              <a:off x="1072131" y="1983872"/>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4" name="Google Shape;15224;p90"/>
            <p:cNvSpPr/>
            <p:nvPr/>
          </p:nvSpPr>
          <p:spPr>
            <a:xfrm>
              <a:off x="1430530" y="2193486"/>
              <a:ext cx="46960" cy="46948"/>
            </a:xfrm>
            <a:custGeom>
              <a:rect b="b" l="l" r="r" t="t"/>
              <a:pathLst>
                <a:path extrusionOk="0" h="3914" w="3915">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5" name="Google Shape;15225;p90"/>
            <p:cNvSpPr/>
            <p:nvPr/>
          </p:nvSpPr>
          <p:spPr>
            <a:xfrm>
              <a:off x="1277847" y="2191554"/>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6" name="Google Shape;15226;p90"/>
            <p:cNvSpPr/>
            <p:nvPr/>
          </p:nvSpPr>
          <p:spPr>
            <a:xfrm>
              <a:off x="1690156" y="2190379"/>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7" name="Google Shape;15227;p90"/>
            <p:cNvSpPr/>
            <p:nvPr/>
          </p:nvSpPr>
          <p:spPr>
            <a:xfrm>
              <a:off x="1484068" y="1984268"/>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8" name="Google Shape;15228;p90"/>
            <p:cNvSpPr/>
            <p:nvPr/>
          </p:nvSpPr>
          <p:spPr>
            <a:xfrm flipH="1">
              <a:off x="865779" y="2190662"/>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9" name="Google Shape;15229;p90"/>
            <p:cNvSpPr/>
            <p:nvPr/>
          </p:nvSpPr>
          <p:spPr>
            <a:xfrm>
              <a:off x="246070" y="1983826"/>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0" name="Google Shape;15230;p90"/>
            <p:cNvSpPr/>
            <p:nvPr/>
          </p:nvSpPr>
          <p:spPr>
            <a:xfrm flipH="1">
              <a:off x="659595" y="1983375"/>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1" name="Google Shape;15231;p90"/>
            <p:cNvSpPr/>
            <p:nvPr/>
          </p:nvSpPr>
          <p:spPr>
            <a:xfrm flipH="1">
              <a:off x="451107" y="2189486"/>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32" name="Google Shape;15232;p90"/>
          <p:cNvGrpSpPr/>
          <p:nvPr/>
        </p:nvGrpSpPr>
        <p:grpSpPr>
          <a:xfrm>
            <a:off x="2320428" y="971307"/>
            <a:ext cx="711055" cy="745993"/>
            <a:chOff x="2496269" y="1171698"/>
            <a:chExt cx="761953" cy="799392"/>
          </a:xfrm>
        </p:grpSpPr>
        <p:grpSp>
          <p:nvGrpSpPr>
            <p:cNvPr id="15233" name="Google Shape;15233;p90"/>
            <p:cNvGrpSpPr/>
            <p:nvPr/>
          </p:nvGrpSpPr>
          <p:grpSpPr>
            <a:xfrm>
              <a:off x="2496269" y="1171698"/>
              <a:ext cx="761953" cy="723022"/>
              <a:chOff x="2496269" y="1171698"/>
              <a:chExt cx="761953" cy="723022"/>
            </a:xfrm>
          </p:grpSpPr>
          <p:sp>
            <p:nvSpPr>
              <p:cNvPr id="15234" name="Google Shape;15234;p90"/>
              <p:cNvSpPr/>
              <p:nvPr/>
            </p:nvSpPr>
            <p:spPr>
              <a:xfrm>
                <a:off x="2727495" y="1360642"/>
                <a:ext cx="175877" cy="207414"/>
              </a:xfrm>
              <a:custGeom>
                <a:rect b="b" l="l" r="r" t="t"/>
                <a:pathLst>
                  <a:path extrusionOk="0" h="32936" w="27928">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5" name="Google Shape;15235;p90"/>
              <p:cNvSpPr/>
              <p:nvPr/>
            </p:nvSpPr>
            <p:spPr>
              <a:xfrm>
                <a:off x="2730750" y="1408371"/>
                <a:ext cx="108720" cy="144761"/>
              </a:xfrm>
              <a:custGeom>
                <a:rect b="b" l="l" r="r" t="t"/>
                <a:pathLst>
                  <a:path extrusionOk="0" h="22987" w="17264">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236" name="Google Shape;15236;p90"/>
              <p:cNvGrpSpPr/>
              <p:nvPr/>
            </p:nvGrpSpPr>
            <p:grpSpPr>
              <a:xfrm>
                <a:off x="2496269" y="1171698"/>
                <a:ext cx="761953" cy="723022"/>
                <a:chOff x="2496269" y="1120652"/>
                <a:chExt cx="761953" cy="723022"/>
              </a:xfrm>
            </p:grpSpPr>
            <p:grpSp>
              <p:nvGrpSpPr>
                <p:cNvPr id="15237" name="Google Shape;15237;p90"/>
                <p:cNvGrpSpPr/>
                <p:nvPr/>
              </p:nvGrpSpPr>
              <p:grpSpPr>
                <a:xfrm>
                  <a:off x="2496269" y="1120652"/>
                  <a:ext cx="761953" cy="723022"/>
                  <a:chOff x="2496269" y="1120652"/>
                  <a:chExt cx="761953" cy="723022"/>
                </a:xfrm>
              </p:grpSpPr>
              <p:grpSp>
                <p:nvGrpSpPr>
                  <p:cNvPr id="15238" name="Google Shape;15238;p90"/>
                  <p:cNvGrpSpPr/>
                  <p:nvPr/>
                </p:nvGrpSpPr>
                <p:grpSpPr>
                  <a:xfrm>
                    <a:off x="2496269" y="1304589"/>
                    <a:ext cx="407089" cy="305057"/>
                    <a:chOff x="2496269" y="1304589"/>
                    <a:chExt cx="407089" cy="305057"/>
                  </a:xfrm>
                </p:grpSpPr>
                <p:sp>
                  <p:nvSpPr>
                    <p:cNvPr id="15239" name="Google Shape;15239;p90"/>
                    <p:cNvSpPr/>
                    <p:nvPr/>
                  </p:nvSpPr>
                  <p:spPr>
                    <a:xfrm>
                      <a:off x="2496269" y="1304589"/>
                      <a:ext cx="407089" cy="305057"/>
                    </a:xfrm>
                    <a:custGeom>
                      <a:rect b="b" l="l" r="r" t="t"/>
                      <a:pathLst>
                        <a:path extrusionOk="0" h="48441" w="64643">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0" name="Google Shape;15240;p90"/>
                    <p:cNvSpPr/>
                    <p:nvPr/>
                  </p:nvSpPr>
                  <p:spPr>
                    <a:xfrm>
                      <a:off x="2553035" y="1348798"/>
                      <a:ext cx="287349" cy="215318"/>
                    </a:xfrm>
                    <a:custGeom>
                      <a:rect b="b" l="l" r="r" t="t"/>
                      <a:pathLst>
                        <a:path extrusionOk="0" h="34191" w="45629">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41" name="Google Shape;15241;p90"/>
                  <p:cNvGrpSpPr/>
                  <p:nvPr/>
                </p:nvGrpSpPr>
                <p:grpSpPr>
                  <a:xfrm>
                    <a:off x="2586468" y="1493376"/>
                    <a:ext cx="358850" cy="349656"/>
                    <a:chOff x="2586468" y="1493376"/>
                    <a:chExt cx="358850" cy="349656"/>
                  </a:xfrm>
                </p:grpSpPr>
                <p:sp>
                  <p:nvSpPr>
                    <p:cNvPr id="15242" name="Google Shape;15242;p90"/>
                    <p:cNvSpPr/>
                    <p:nvPr/>
                  </p:nvSpPr>
                  <p:spPr>
                    <a:xfrm>
                      <a:off x="2586468" y="1493376"/>
                      <a:ext cx="358850" cy="349656"/>
                    </a:xfrm>
                    <a:custGeom>
                      <a:rect b="b" l="l" r="r" t="t"/>
                      <a:pathLst>
                        <a:path extrusionOk="0" h="55523" w="56983">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3" name="Google Shape;15243;p90"/>
                    <p:cNvSpPr/>
                    <p:nvPr/>
                  </p:nvSpPr>
                  <p:spPr>
                    <a:xfrm>
                      <a:off x="2637642" y="1547125"/>
                      <a:ext cx="253304" cy="246805"/>
                    </a:xfrm>
                    <a:custGeom>
                      <a:rect b="b" l="l" r="r" t="t"/>
                      <a:pathLst>
                        <a:path extrusionOk="0" h="39191" w="40223">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44" name="Google Shape;15244;p90"/>
                  <p:cNvGrpSpPr/>
                  <p:nvPr/>
                </p:nvGrpSpPr>
                <p:grpSpPr>
                  <a:xfrm>
                    <a:off x="2807939" y="1494024"/>
                    <a:ext cx="358857" cy="349650"/>
                    <a:chOff x="2807939" y="1494024"/>
                    <a:chExt cx="358857" cy="349650"/>
                  </a:xfrm>
                </p:grpSpPr>
                <p:sp>
                  <p:nvSpPr>
                    <p:cNvPr id="15245" name="Google Shape;15245;p90"/>
                    <p:cNvSpPr/>
                    <p:nvPr/>
                  </p:nvSpPr>
                  <p:spPr>
                    <a:xfrm>
                      <a:off x="2807939" y="1494024"/>
                      <a:ext cx="358857" cy="349650"/>
                    </a:xfrm>
                    <a:custGeom>
                      <a:rect b="b" l="l" r="r" t="t"/>
                      <a:pathLst>
                        <a:path extrusionOk="0" h="55522" w="56984">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6" name="Google Shape;15246;p90"/>
                    <p:cNvSpPr/>
                    <p:nvPr/>
                  </p:nvSpPr>
                  <p:spPr>
                    <a:xfrm>
                      <a:off x="2862324" y="1547767"/>
                      <a:ext cx="253292" cy="246805"/>
                    </a:xfrm>
                    <a:custGeom>
                      <a:rect b="b" l="l" r="r" t="t"/>
                      <a:pathLst>
                        <a:path extrusionOk="0" h="39191" w="40221">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47" name="Google Shape;15247;p90"/>
                  <p:cNvGrpSpPr/>
                  <p:nvPr/>
                </p:nvGrpSpPr>
                <p:grpSpPr>
                  <a:xfrm>
                    <a:off x="2851133" y="1305635"/>
                    <a:ext cx="407089" cy="305057"/>
                    <a:chOff x="2851133" y="1305635"/>
                    <a:chExt cx="407089" cy="305057"/>
                  </a:xfrm>
                </p:grpSpPr>
                <p:sp>
                  <p:nvSpPr>
                    <p:cNvPr id="15248" name="Google Shape;15248;p90"/>
                    <p:cNvSpPr/>
                    <p:nvPr/>
                  </p:nvSpPr>
                  <p:spPr>
                    <a:xfrm>
                      <a:off x="2851133" y="1305635"/>
                      <a:ext cx="407089" cy="305057"/>
                    </a:xfrm>
                    <a:custGeom>
                      <a:rect b="b" l="l" r="r" t="t"/>
                      <a:pathLst>
                        <a:path extrusionOk="0" h="48441" w="64643">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9" name="Google Shape;15249;p90"/>
                    <p:cNvSpPr/>
                    <p:nvPr/>
                  </p:nvSpPr>
                  <p:spPr>
                    <a:xfrm>
                      <a:off x="2914108" y="1349849"/>
                      <a:ext cx="287349" cy="215324"/>
                    </a:xfrm>
                    <a:custGeom>
                      <a:rect b="b" l="l" r="r" t="t"/>
                      <a:pathLst>
                        <a:path extrusionOk="0" h="34192" w="45629">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50" name="Google Shape;15250;p90"/>
                  <p:cNvGrpSpPr/>
                  <p:nvPr/>
                </p:nvGrpSpPr>
                <p:grpSpPr>
                  <a:xfrm>
                    <a:off x="2727495" y="1120652"/>
                    <a:ext cx="300271" cy="396358"/>
                    <a:chOff x="2727495" y="1120652"/>
                    <a:chExt cx="300271" cy="396358"/>
                  </a:xfrm>
                </p:grpSpPr>
                <p:sp>
                  <p:nvSpPr>
                    <p:cNvPr id="15251" name="Google Shape;15251;p90"/>
                    <p:cNvSpPr/>
                    <p:nvPr/>
                  </p:nvSpPr>
                  <p:spPr>
                    <a:xfrm>
                      <a:off x="2727495" y="1120652"/>
                      <a:ext cx="300271" cy="396358"/>
                    </a:xfrm>
                    <a:custGeom>
                      <a:rect b="b" l="l" r="r" t="t"/>
                      <a:pathLst>
                        <a:path extrusionOk="0" h="62939" w="47681">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2" name="Google Shape;15252;p90"/>
                    <p:cNvSpPr/>
                    <p:nvPr/>
                  </p:nvSpPr>
                  <p:spPr>
                    <a:xfrm>
                      <a:off x="2771659" y="1178948"/>
                      <a:ext cx="211942" cy="279766"/>
                    </a:xfrm>
                    <a:custGeom>
                      <a:rect b="b" l="l" r="r" t="t"/>
                      <a:pathLst>
                        <a:path extrusionOk="0" h="44425" w="33655">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253" name="Google Shape;15253;p90"/>
                <p:cNvGrpSpPr/>
                <p:nvPr/>
              </p:nvGrpSpPr>
              <p:grpSpPr>
                <a:xfrm>
                  <a:off x="2722305" y="1350460"/>
                  <a:ext cx="308357" cy="308344"/>
                  <a:chOff x="2722305" y="1350460"/>
                  <a:chExt cx="308357" cy="308344"/>
                </a:xfrm>
              </p:grpSpPr>
              <p:sp>
                <p:nvSpPr>
                  <p:cNvPr id="15254" name="Google Shape;15254;p90"/>
                  <p:cNvSpPr/>
                  <p:nvPr/>
                </p:nvSpPr>
                <p:spPr>
                  <a:xfrm>
                    <a:off x="2722305" y="1350460"/>
                    <a:ext cx="308357" cy="308344"/>
                  </a:xfrm>
                  <a:custGeom>
                    <a:rect b="b" l="l" r="r" t="t"/>
                    <a:pathLst>
                      <a:path extrusionOk="0" h="48963" w="48965">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255" name="Google Shape;15255;p90"/>
                  <p:cNvGrpSpPr/>
                  <p:nvPr/>
                </p:nvGrpSpPr>
                <p:grpSpPr>
                  <a:xfrm>
                    <a:off x="2725064" y="1364529"/>
                    <a:ext cx="297954" cy="280182"/>
                    <a:chOff x="2725064" y="1364529"/>
                    <a:chExt cx="297954" cy="280182"/>
                  </a:xfrm>
                </p:grpSpPr>
                <p:sp>
                  <p:nvSpPr>
                    <p:cNvPr id="15256" name="Google Shape;15256;p90"/>
                    <p:cNvSpPr/>
                    <p:nvPr/>
                  </p:nvSpPr>
                  <p:spPr>
                    <a:xfrm>
                      <a:off x="2743100" y="1541306"/>
                      <a:ext cx="133551" cy="103405"/>
                    </a:xfrm>
                    <a:custGeom>
                      <a:rect b="b" l="l" r="r" t="t"/>
                      <a:pathLst>
                        <a:path extrusionOk="0" h="16420" w="21207">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7" name="Google Shape;15257;p90"/>
                    <p:cNvSpPr/>
                    <p:nvPr/>
                  </p:nvSpPr>
                  <p:spPr>
                    <a:xfrm>
                      <a:off x="2946887" y="1391180"/>
                      <a:ext cx="76130" cy="156241"/>
                    </a:xfrm>
                    <a:custGeom>
                      <a:rect b="b" l="l" r="r" t="t"/>
                      <a:pathLst>
                        <a:path extrusionOk="0" h="24810" w="12089">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8" name="Google Shape;15258;p90"/>
                    <p:cNvSpPr/>
                    <p:nvPr/>
                  </p:nvSpPr>
                  <p:spPr>
                    <a:xfrm>
                      <a:off x="2794481" y="1364529"/>
                      <a:ext cx="164226" cy="42924"/>
                    </a:xfrm>
                    <a:custGeom>
                      <a:rect b="b" l="l" r="r" t="t"/>
                      <a:pathLst>
                        <a:path extrusionOk="0" h="6816" w="26078">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9" name="Google Shape;15259;p90"/>
                    <p:cNvSpPr/>
                    <p:nvPr/>
                  </p:nvSpPr>
                  <p:spPr>
                    <a:xfrm>
                      <a:off x="2876645" y="1541193"/>
                      <a:ext cx="133243" cy="103518"/>
                    </a:xfrm>
                    <a:custGeom>
                      <a:rect b="b" l="l" r="r" t="t"/>
                      <a:pathLst>
                        <a:path extrusionOk="0" h="16438" w="21158">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0" name="Google Shape;15260;p90"/>
                    <p:cNvSpPr/>
                    <p:nvPr/>
                  </p:nvSpPr>
                  <p:spPr>
                    <a:xfrm>
                      <a:off x="2725064" y="1391035"/>
                      <a:ext cx="81238" cy="156487"/>
                    </a:xfrm>
                    <a:custGeom>
                      <a:rect b="b" l="l" r="r" t="t"/>
                      <a:pathLst>
                        <a:path extrusionOk="0" h="24849" w="1290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
          <p:nvSpPr>
            <p:cNvPr id="15261" name="Google Shape;15261;p90"/>
            <p:cNvSpPr/>
            <p:nvPr/>
          </p:nvSpPr>
          <p:spPr>
            <a:xfrm>
              <a:off x="2621966" y="124587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2" name="Google Shape;15262;p90"/>
            <p:cNvSpPr/>
            <p:nvPr/>
          </p:nvSpPr>
          <p:spPr>
            <a:xfrm>
              <a:off x="2517909" y="160045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3" name="Google Shape;15263;p90"/>
            <p:cNvSpPr/>
            <p:nvPr/>
          </p:nvSpPr>
          <p:spPr>
            <a:xfrm>
              <a:off x="3174265" y="161404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4" name="Google Shape;15264;p90"/>
            <p:cNvSpPr/>
            <p:nvPr/>
          </p:nvSpPr>
          <p:spPr>
            <a:xfrm>
              <a:off x="3023194" y="125435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5" name="Google Shape;15265;p90"/>
            <p:cNvSpPr/>
            <p:nvPr/>
          </p:nvSpPr>
          <p:spPr>
            <a:xfrm rot="8660313">
              <a:off x="2818264" y="186144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66" name="Google Shape;15266;p90"/>
          <p:cNvGrpSpPr/>
          <p:nvPr/>
        </p:nvGrpSpPr>
        <p:grpSpPr>
          <a:xfrm>
            <a:off x="3909129" y="2727412"/>
            <a:ext cx="1569144" cy="591015"/>
            <a:chOff x="3820100" y="3023049"/>
            <a:chExt cx="1303926" cy="491162"/>
          </a:xfrm>
        </p:grpSpPr>
        <p:grpSp>
          <p:nvGrpSpPr>
            <p:cNvPr id="15267" name="Google Shape;15267;p90"/>
            <p:cNvGrpSpPr/>
            <p:nvPr/>
          </p:nvGrpSpPr>
          <p:grpSpPr>
            <a:xfrm>
              <a:off x="3820100" y="3023072"/>
              <a:ext cx="1303926" cy="491139"/>
              <a:chOff x="3820100" y="3023072"/>
              <a:chExt cx="1303926" cy="491139"/>
            </a:xfrm>
          </p:grpSpPr>
          <p:sp>
            <p:nvSpPr>
              <p:cNvPr id="15268" name="Google Shape;15268;p90"/>
              <p:cNvSpPr/>
              <p:nvPr/>
            </p:nvSpPr>
            <p:spPr>
              <a:xfrm>
                <a:off x="3820100" y="3023072"/>
                <a:ext cx="505424" cy="491139"/>
              </a:xfrm>
              <a:custGeom>
                <a:rect b="b" l="l" r="r" t="t"/>
                <a:pathLst>
                  <a:path extrusionOk="0" h="43940" w="45218">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9" name="Google Shape;15269;p90"/>
              <p:cNvSpPr/>
              <p:nvPr/>
            </p:nvSpPr>
            <p:spPr>
              <a:xfrm>
                <a:off x="4323828" y="3411976"/>
                <a:ext cx="800197" cy="102229"/>
              </a:xfrm>
              <a:custGeom>
                <a:rect b="b" l="l" r="r" t="t"/>
                <a:pathLst>
                  <a:path extrusionOk="0" h="9146" w="71590">
                    <a:moveTo>
                      <a:pt x="1" y="1"/>
                    </a:moveTo>
                    <a:lnTo>
                      <a:pt x="1" y="9145"/>
                    </a:lnTo>
                    <a:lnTo>
                      <a:pt x="71589" y="9145"/>
                    </a:lnTo>
                    <a:lnTo>
                      <a:pt x="7158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70" name="Google Shape;15270;p90"/>
            <p:cNvGrpSpPr/>
            <p:nvPr/>
          </p:nvGrpSpPr>
          <p:grpSpPr>
            <a:xfrm>
              <a:off x="4132439" y="3023645"/>
              <a:ext cx="393633" cy="177096"/>
              <a:chOff x="4132439" y="3023645"/>
              <a:chExt cx="393633" cy="177096"/>
            </a:xfrm>
          </p:grpSpPr>
          <p:sp>
            <p:nvSpPr>
              <p:cNvPr id="15271" name="Google Shape;15271;p90"/>
              <p:cNvSpPr/>
              <p:nvPr/>
            </p:nvSpPr>
            <p:spPr>
              <a:xfrm>
                <a:off x="4132439" y="3023645"/>
                <a:ext cx="190085" cy="177096"/>
              </a:xfrm>
              <a:custGeom>
                <a:rect b="b" l="l" r="r" t="t"/>
                <a:pathLst>
                  <a:path extrusionOk="0" h="15844" w="17006">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2" name="Google Shape;15272;p90"/>
              <p:cNvSpPr/>
              <p:nvPr/>
            </p:nvSpPr>
            <p:spPr>
              <a:xfrm>
                <a:off x="4318649" y="3101461"/>
                <a:ext cx="207423" cy="99267"/>
              </a:xfrm>
              <a:custGeom>
                <a:rect b="b" l="l" r="r" t="t"/>
                <a:pathLst>
                  <a:path extrusionOk="0" h="8881" w="18211">
                    <a:moveTo>
                      <a:pt x="0" y="0"/>
                    </a:moveTo>
                    <a:lnTo>
                      <a:pt x="0" y="8880"/>
                    </a:lnTo>
                    <a:lnTo>
                      <a:pt x="18210" y="8880"/>
                    </a:lnTo>
                    <a:lnTo>
                      <a:pt x="18210"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73" name="Google Shape;15273;p90"/>
            <p:cNvGrpSpPr/>
            <p:nvPr/>
          </p:nvGrpSpPr>
          <p:grpSpPr>
            <a:xfrm>
              <a:off x="3921811" y="3023049"/>
              <a:ext cx="1002397" cy="388943"/>
              <a:chOff x="3921811" y="3023049"/>
              <a:chExt cx="1002397" cy="388943"/>
            </a:xfrm>
          </p:grpSpPr>
          <p:sp>
            <p:nvSpPr>
              <p:cNvPr id="15274" name="Google Shape;15274;p90"/>
              <p:cNvSpPr/>
              <p:nvPr/>
            </p:nvSpPr>
            <p:spPr>
              <a:xfrm>
                <a:off x="3921811" y="3023049"/>
                <a:ext cx="403709" cy="388943"/>
              </a:xfrm>
              <a:custGeom>
                <a:rect b="b" l="l" r="r" t="t"/>
                <a:pathLst>
                  <a:path extrusionOk="0" h="34797" w="36118">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5" name="Google Shape;15275;p90"/>
              <p:cNvSpPr/>
              <p:nvPr/>
            </p:nvSpPr>
            <p:spPr>
              <a:xfrm>
                <a:off x="4322109" y="3309770"/>
                <a:ext cx="602098" cy="102218"/>
              </a:xfrm>
              <a:custGeom>
                <a:rect b="b" l="l" r="r" t="t"/>
                <a:pathLst>
                  <a:path extrusionOk="0" h="9145" w="53867">
                    <a:moveTo>
                      <a:pt x="1" y="0"/>
                    </a:moveTo>
                    <a:lnTo>
                      <a:pt x="1" y="9145"/>
                    </a:lnTo>
                    <a:lnTo>
                      <a:pt x="53867" y="9145"/>
                    </a:lnTo>
                    <a:lnTo>
                      <a:pt x="53867"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76" name="Google Shape;15276;p90"/>
            <p:cNvGrpSpPr/>
            <p:nvPr/>
          </p:nvGrpSpPr>
          <p:grpSpPr>
            <a:xfrm>
              <a:off x="4023645" y="3023049"/>
              <a:ext cx="683032" cy="286722"/>
              <a:chOff x="4023645" y="3023049"/>
              <a:chExt cx="683032" cy="286722"/>
            </a:xfrm>
          </p:grpSpPr>
          <p:sp>
            <p:nvSpPr>
              <p:cNvPr id="15277" name="Google Shape;15277;p90"/>
              <p:cNvSpPr/>
              <p:nvPr/>
            </p:nvSpPr>
            <p:spPr>
              <a:xfrm>
                <a:off x="4023645" y="3023049"/>
                <a:ext cx="300664" cy="286524"/>
              </a:xfrm>
              <a:custGeom>
                <a:rect b="b" l="l" r="r" t="t"/>
                <a:pathLst>
                  <a:path extrusionOk="0" h="25634" w="26899">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8" name="Google Shape;15278;p90"/>
              <p:cNvSpPr/>
              <p:nvPr/>
            </p:nvSpPr>
            <p:spPr>
              <a:xfrm>
                <a:off x="4314850" y="3200125"/>
                <a:ext cx="391827" cy="109646"/>
              </a:xfrm>
              <a:custGeom>
                <a:rect b="b" l="l" r="r" t="t"/>
                <a:pathLst>
                  <a:path extrusionOk="0" h="9792" w="35055">
                    <a:moveTo>
                      <a:pt x="1" y="0"/>
                    </a:moveTo>
                    <a:lnTo>
                      <a:pt x="1" y="88"/>
                    </a:lnTo>
                    <a:lnTo>
                      <a:pt x="1" y="9792"/>
                    </a:lnTo>
                    <a:lnTo>
                      <a:pt x="35054" y="9792"/>
                    </a:lnTo>
                    <a:lnTo>
                      <a:pt x="3505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279" name="Google Shape;15279;p90"/>
          <p:cNvGrpSpPr/>
          <p:nvPr/>
        </p:nvGrpSpPr>
        <p:grpSpPr>
          <a:xfrm>
            <a:off x="1541251" y="1854258"/>
            <a:ext cx="713522" cy="688025"/>
            <a:chOff x="1706078" y="2092648"/>
            <a:chExt cx="660913" cy="637296"/>
          </a:xfrm>
        </p:grpSpPr>
        <p:sp>
          <p:nvSpPr>
            <p:cNvPr id="15280" name="Google Shape;15280;p90"/>
            <p:cNvSpPr/>
            <p:nvPr/>
          </p:nvSpPr>
          <p:spPr>
            <a:xfrm>
              <a:off x="1745332" y="2158066"/>
              <a:ext cx="571867" cy="571878"/>
            </a:xfrm>
            <a:custGeom>
              <a:rect b="b" l="l" r="r" t="t"/>
              <a:pathLst>
                <a:path extrusionOk="0" h="107749" w="107747">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281" name="Google Shape;15281;p90"/>
            <p:cNvGrpSpPr/>
            <p:nvPr/>
          </p:nvGrpSpPr>
          <p:grpSpPr>
            <a:xfrm>
              <a:off x="1706078" y="2092648"/>
              <a:ext cx="660913" cy="575241"/>
              <a:chOff x="1706078" y="2092648"/>
              <a:chExt cx="660913" cy="575241"/>
            </a:xfrm>
          </p:grpSpPr>
          <p:sp>
            <p:nvSpPr>
              <p:cNvPr id="15282" name="Google Shape;15282;p90"/>
              <p:cNvSpPr/>
              <p:nvPr/>
            </p:nvSpPr>
            <p:spPr>
              <a:xfrm>
                <a:off x="1938891" y="2092648"/>
                <a:ext cx="192041" cy="353676"/>
              </a:xfrm>
              <a:custGeom>
                <a:rect b="b" l="l" r="r" t="t"/>
                <a:pathLst>
                  <a:path extrusionOk="0" h="66637" w="36183">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3" name="Google Shape;15283;p90"/>
              <p:cNvSpPr/>
              <p:nvPr/>
            </p:nvSpPr>
            <p:spPr>
              <a:xfrm>
                <a:off x="1706078" y="2390779"/>
                <a:ext cx="329208" cy="277004"/>
              </a:xfrm>
              <a:custGeom>
                <a:rect b="b" l="l" r="r" t="t"/>
                <a:pathLst>
                  <a:path extrusionOk="0" h="52191" w="62027">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4" name="Google Shape;15284;p90"/>
              <p:cNvSpPr/>
              <p:nvPr/>
            </p:nvSpPr>
            <p:spPr>
              <a:xfrm>
                <a:off x="2035235" y="2390779"/>
                <a:ext cx="331756" cy="277110"/>
              </a:xfrm>
              <a:custGeom>
                <a:rect b="b" l="l" r="r" t="t"/>
                <a:pathLst>
                  <a:path extrusionOk="0" h="52211" w="62507">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285" name="Google Shape;15285;p90"/>
          <p:cNvGrpSpPr/>
          <p:nvPr/>
        </p:nvGrpSpPr>
        <p:grpSpPr>
          <a:xfrm>
            <a:off x="6303109" y="971806"/>
            <a:ext cx="1317459" cy="684168"/>
            <a:chOff x="238125" y="999450"/>
            <a:chExt cx="7140700" cy="3708225"/>
          </a:xfrm>
        </p:grpSpPr>
        <p:sp>
          <p:nvSpPr>
            <p:cNvPr id="15286" name="Google Shape;15286;p90"/>
            <p:cNvSpPr/>
            <p:nvPr/>
          </p:nvSpPr>
          <p:spPr>
            <a:xfrm>
              <a:off x="2171975" y="3872925"/>
              <a:ext cx="7900" cy="25"/>
            </a:xfrm>
            <a:custGeom>
              <a:rect b="b" l="l" r="r" t="t"/>
              <a:pathLst>
                <a:path extrusionOk="0" h="1" w="316">
                  <a:moveTo>
                    <a:pt x="316" y="0"/>
                  </a:move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7" name="Google Shape;15287;p90"/>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8" name="Google Shape;15288;p90"/>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9" name="Google Shape;15289;p90"/>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0" name="Google Shape;15290;p90"/>
            <p:cNvSpPr/>
            <p:nvPr/>
          </p:nvSpPr>
          <p:spPr>
            <a:xfrm>
              <a:off x="3808250" y="2852875"/>
              <a:ext cx="25" cy="25"/>
            </a:xfrm>
            <a:custGeom>
              <a:rect b="b" l="l" r="r" t="t"/>
              <a:pathLst>
                <a:path extrusionOk="0" h="1" w="1">
                  <a:moveTo>
                    <a:pt x="0" y="1"/>
                  </a:moveTo>
                  <a:close/>
                </a:path>
              </a:pathLst>
            </a:custGeom>
            <a:solidFill>
              <a:srgbClr val="DB634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1" name="Google Shape;15291;p90"/>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2" name="Google Shape;15292;p90"/>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3" name="Google Shape;15293;p90"/>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4" name="Google Shape;15294;p90"/>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5298" name="Shape 15298"/>
        <p:cNvGrpSpPr/>
        <p:nvPr/>
      </p:nvGrpSpPr>
      <p:grpSpPr>
        <a:xfrm>
          <a:off x="0" y="0"/>
          <a:ext cx="0" cy="0"/>
          <a:chOff x="0" y="0"/>
          <a:chExt cx="0" cy="0"/>
        </a:xfrm>
      </p:grpSpPr>
      <p:grpSp>
        <p:nvGrpSpPr>
          <p:cNvPr id="15299" name="Google Shape;15299;p91"/>
          <p:cNvGrpSpPr/>
          <p:nvPr/>
        </p:nvGrpSpPr>
        <p:grpSpPr>
          <a:xfrm>
            <a:off x="717027" y="967622"/>
            <a:ext cx="1636117" cy="1526144"/>
            <a:chOff x="729238" y="1179665"/>
            <a:chExt cx="1636117" cy="1526144"/>
          </a:xfrm>
        </p:grpSpPr>
        <p:grpSp>
          <p:nvGrpSpPr>
            <p:cNvPr id="15300" name="Google Shape;15300;p91"/>
            <p:cNvGrpSpPr/>
            <p:nvPr/>
          </p:nvGrpSpPr>
          <p:grpSpPr>
            <a:xfrm>
              <a:off x="729238" y="1179665"/>
              <a:ext cx="80700" cy="1526144"/>
              <a:chOff x="729238" y="1179665"/>
              <a:chExt cx="80700" cy="1526144"/>
            </a:xfrm>
          </p:grpSpPr>
          <p:sp>
            <p:nvSpPr>
              <p:cNvPr id="15301" name="Google Shape;15301;p91"/>
              <p:cNvSpPr/>
              <p:nvPr/>
            </p:nvSpPr>
            <p:spPr>
              <a:xfrm>
                <a:off x="72923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2" name="Google Shape;15302;p91"/>
              <p:cNvSpPr/>
              <p:nvPr/>
            </p:nvSpPr>
            <p:spPr>
              <a:xfrm>
                <a:off x="72923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3" name="Google Shape;15303;p91"/>
              <p:cNvSpPr/>
              <p:nvPr/>
            </p:nvSpPr>
            <p:spPr>
              <a:xfrm>
                <a:off x="72923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4" name="Google Shape;15304;p91"/>
              <p:cNvSpPr/>
              <p:nvPr/>
            </p:nvSpPr>
            <p:spPr>
              <a:xfrm>
                <a:off x="72923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5" name="Google Shape;15305;p91"/>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6" name="Google Shape;15306;p91"/>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7" name="Google Shape;15307;p91"/>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8" name="Google Shape;15308;p91"/>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9" name="Google Shape;15309;p91"/>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0" name="Google Shape;15310;p91"/>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11" name="Google Shape;15311;p91"/>
            <p:cNvGrpSpPr/>
            <p:nvPr/>
          </p:nvGrpSpPr>
          <p:grpSpPr>
            <a:xfrm>
              <a:off x="903098" y="1179665"/>
              <a:ext cx="80700" cy="1526144"/>
              <a:chOff x="903098" y="1179665"/>
              <a:chExt cx="80700" cy="1526144"/>
            </a:xfrm>
          </p:grpSpPr>
          <p:sp>
            <p:nvSpPr>
              <p:cNvPr id="15312" name="Google Shape;15312;p91"/>
              <p:cNvSpPr/>
              <p:nvPr/>
            </p:nvSpPr>
            <p:spPr>
              <a:xfrm>
                <a:off x="90309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3" name="Google Shape;15313;p91"/>
              <p:cNvSpPr/>
              <p:nvPr/>
            </p:nvSpPr>
            <p:spPr>
              <a:xfrm>
                <a:off x="90309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4" name="Google Shape;15314;p91"/>
              <p:cNvSpPr/>
              <p:nvPr/>
            </p:nvSpPr>
            <p:spPr>
              <a:xfrm>
                <a:off x="90309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5" name="Google Shape;15315;p91"/>
              <p:cNvSpPr/>
              <p:nvPr/>
            </p:nvSpPr>
            <p:spPr>
              <a:xfrm>
                <a:off x="90309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6" name="Google Shape;15316;p91"/>
              <p:cNvSpPr/>
              <p:nvPr/>
            </p:nvSpPr>
            <p:spPr>
              <a:xfrm>
                <a:off x="90309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7" name="Google Shape;15317;p91"/>
              <p:cNvSpPr/>
              <p:nvPr/>
            </p:nvSpPr>
            <p:spPr>
              <a:xfrm>
                <a:off x="90309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8" name="Google Shape;15318;p91"/>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9" name="Google Shape;15319;p91"/>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0" name="Google Shape;15320;p91"/>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1" name="Google Shape;15321;p91"/>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22" name="Google Shape;15322;p91"/>
            <p:cNvGrpSpPr/>
            <p:nvPr/>
          </p:nvGrpSpPr>
          <p:grpSpPr>
            <a:xfrm>
              <a:off x="1076958" y="1179665"/>
              <a:ext cx="80700" cy="1526144"/>
              <a:chOff x="1076958" y="1179665"/>
              <a:chExt cx="80700" cy="1526144"/>
            </a:xfrm>
          </p:grpSpPr>
          <p:sp>
            <p:nvSpPr>
              <p:cNvPr id="15323" name="Google Shape;15323;p91"/>
              <p:cNvSpPr/>
              <p:nvPr/>
            </p:nvSpPr>
            <p:spPr>
              <a:xfrm>
                <a:off x="107695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4" name="Google Shape;15324;p91"/>
              <p:cNvSpPr/>
              <p:nvPr/>
            </p:nvSpPr>
            <p:spPr>
              <a:xfrm>
                <a:off x="107695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5" name="Google Shape;15325;p91"/>
              <p:cNvSpPr/>
              <p:nvPr/>
            </p:nvSpPr>
            <p:spPr>
              <a:xfrm>
                <a:off x="107695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6" name="Google Shape;15326;p91"/>
              <p:cNvSpPr/>
              <p:nvPr/>
            </p:nvSpPr>
            <p:spPr>
              <a:xfrm>
                <a:off x="107695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7" name="Google Shape;15327;p91"/>
              <p:cNvSpPr/>
              <p:nvPr/>
            </p:nvSpPr>
            <p:spPr>
              <a:xfrm>
                <a:off x="107695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8" name="Google Shape;15328;p91"/>
              <p:cNvSpPr/>
              <p:nvPr/>
            </p:nvSpPr>
            <p:spPr>
              <a:xfrm>
                <a:off x="107695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9" name="Google Shape;15329;p91"/>
              <p:cNvSpPr/>
              <p:nvPr/>
            </p:nvSpPr>
            <p:spPr>
              <a:xfrm>
                <a:off x="1076958"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0" name="Google Shape;15330;p91"/>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1" name="Google Shape;15331;p91"/>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2" name="Google Shape;15332;p91"/>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33" name="Google Shape;15333;p91"/>
            <p:cNvGrpSpPr/>
            <p:nvPr/>
          </p:nvGrpSpPr>
          <p:grpSpPr>
            <a:xfrm>
              <a:off x="1247707" y="1179665"/>
              <a:ext cx="80700" cy="1526144"/>
              <a:chOff x="1247707" y="1179665"/>
              <a:chExt cx="80700" cy="1526144"/>
            </a:xfrm>
          </p:grpSpPr>
          <p:sp>
            <p:nvSpPr>
              <p:cNvPr id="15334" name="Google Shape;15334;p91"/>
              <p:cNvSpPr/>
              <p:nvPr/>
            </p:nvSpPr>
            <p:spPr>
              <a:xfrm>
                <a:off x="124770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5" name="Google Shape;15335;p91"/>
              <p:cNvSpPr/>
              <p:nvPr/>
            </p:nvSpPr>
            <p:spPr>
              <a:xfrm>
                <a:off x="124770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6" name="Google Shape;15336;p91"/>
              <p:cNvSpPr/>
              <p:nvPr/>
            </p:nvSpPr>
            <p:spPr>
              <a:xfrm>
                <a:off x="124770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7" name="Google Shape;15337;p91"/>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8" name="Google Shape;15338;p91"/>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9" name="Google Shape;15339;p91"/>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0" name="Google Shape;15340;p91"/>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1" name="Google Shape;15341;p91"/>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2" name="Google Shape;15342;p91"/>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3" name="Google Shape;15343;p91"/>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44" name="Google Shape;15344;p91"/>
            <p:cNvGrpSpPr/>
            <p:nvPr/>
          </p:nvGrpSpPr>
          <p:grpSpPr>
            <a:xfrm>
              <a:off x="1421567" y="1179665"/>
              <a:ext cx="80700" cy="1526144"/>
              <a:chOff x="1421567" y="1179665"/>
              <a:chExt cx="80700" cy="1526144"/>
            </a:xfrm>
          </p:grpSpPr>
          <p:sp>
            <p:nvSpPr>
              <p:cNvPr id="15345" name="Google Shape;15345;p91"/>
              <p:cNvSpPr/>
              <p:nvPr/>
            </p:nvSpPr>
            <p:spPr>
              <a:xfrm>
                <a:off x="142156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6" name="Google Shape;15346;p91"/>
              <p:cNvSpPr/>
              <p:nvPr/>
            </p:nvSpPr>
            <p:spPr>
              <a:xfrm>
                <a:off x="142156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7" name="Google Shape;15347;p91"/>
              <p:cNvSpPr/>
              <p:nvPr/>
            </p:nvSpPr>
            <p:spPr>
              <a:xfrm>
                <a:off x="142156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8" name="Google Shape;15348;p91"/>
              <p:cNvSpPr/>
              <p:nvPr/>
            </p:nvSpPr>
            <p:spPr>
              <a:xfrm>
                <a:off x="142156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9" name="Google Shape;15349;p91"/>
              <p:cNvSpPr/>
              <p:nvPr/>
            </p:nvSpPr>
            <p:spPr>
              <a:xfrm>
                <a:off x="142156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0" name="Google Shape;15350;p91"/>
              <p:cNvSpPr/>
              <p:nvPr/>
            </p:nvSpPr>
            <p:spPr>
              <a:xfrm>
                <a:off x="142156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1" name="Google Shape;15351;p91"/>
              <p:cNvSpPr/>
              <p:nvPr/>
            </p:nvSpPr>
            <p:spPr>
              <a:xfrm>
                <a:off x="142156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2" name="Google Shape;15352;p91"/>
              <p:cNvSpPr/>
              <p:nvPr/>
            </p:nvSpPr>
            <p:spPr>
              <a:xfrm>
                <a:off x="142156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3" name="Google Shape;15353;p91"/>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4" name="Google Shape;15354;p91"/>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55" name="Google Shape;15355;p91"/>
            <p:cNvGrpSpPr/>
            <p:nvPr/>
          </p:nvGrpSpPr>
          <p:grpSpPr>
            <a:xfrm>
              <a:off x="1592327" y="1179665"/>
              <a:ext cx="80700" cy="1526144"/>
              <a:chOff x="1592327" y="1179665"/>
              <a:chExt cx="80700" cy="1526144"/>
            </a:xfrm>
          </p:grpSpPr>
          <p:sp>
            <p:nvSpPr>
              <p:cNvPr id="15356" name="Google Shape;15356;p91"/>
              <p:cNvSpPr/>
              <p:nvPr/>
            </p:nvSpPr>
            <p:spPr>
              <a:xfrm>
                <a:off x="159232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7" name="Google Shape;15357;p91"/>
              <p:cNvSpPr/>
              <p:nvPr/>
            </p:nvSpPr>
            <p:spPr>
              <a:xfrm>
                <a:off x="159232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8" name="Google Shape;15358;p91"/>
              <p:cNvSpPr/>
              <p:nvPr/>
            </p:nvSpPr>
            <p:spPr>
              <a:xfrm>
                <a:off x="159232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9" name="Google Shape;15359;p91"/>
              <p:cNvSpPr/>
              <p:nvPr/>
            </p:nvSpPr>
            <p:spPr>
              <a:xfrm>
                <a:off x="159232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0" name="Google Shape;15360;p91"/>
              <p:cNvSpPr/>
              <p:nvPr/>
            </p:nvSpPr>
            <p:spPr>
              <a:xfrm>
                <a:off x="159232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1" name="Google Shape;15361;p91"/>
              <p:cNvSpPr/>
              <p:nvPr/>
            </p:nvSpPr>
            <p:spPr>
              <a:xfrm>
                <a:off x="159232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2" name="Google Shape;15362;p91"/>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3" name="Google Shape;15363;p91"/>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4" name="Google Shape;15364;p91"/>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5" name="Google Shape;15365;p91"/>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66" name="Google Shape;15366;p91"/>
            <p:cNvGrpSpPr/>
            <p:nvPr/>
          </p:nvGrpSpPr>
          <p:grpSpPr>
            <a:xfrm>
              <a:off x="1766187" y="1179665"/>
              <a:ext cx="80700" cy="1526144"/>
              <a:chOff x="1766187" y="1179665"/>
              <a:chExt cx="80700" cy="1526144"/>
            </a:xfrm>
          </p:grpSpPr>
          <p:sp>
            <p:nvSpPr>
              <p:cNvPr id="15367" name="Google Shape;15367;p91"/>
              <p:cNvSpPr/>
              <p:nvPr/>
            </p:nvSpPr>
            <p:spPr>
              <a:xfrm>
                <a:off x="176618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8" name="Google Shape;15368;p91"/>
              <p:cNvSpPr/>
              <p:nvPr/>
            </p:nvSpPr>
            <p:spPr>
              <a:xfrm>
                <a:off x="176618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9" name="Google Shape;15369;p91"/>
              <p:cNvSpPr/>
              <p:nvPr/>
            </p:nvSpPr>
            <p:spPr>
              <a:xfrm>
                <a:off x="176618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0" name="Google Shape;15370;p91"/>
              <p:cNvSpPr/>
              <p:nvPr/>
            </p:nvSpPr>
            <p:spPr>
              <a:xfrm>
                <a:off x="176618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1" name="Google Shape;15371;p91"/>
              <p:cNvSpPr/>
              <p:nvPr/>
            </p:nvSpPr>
            <p:spPr>
              <a:xfrm>
                <a:off x="176618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2" name="Google Shape;15372;p91"/>
              <p:cNvSpPr/>
              <p:nvPr/>
            </p:nvSpPr>
            <p:spPr>
              <a:xfrm>
                <a:off x="176618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3" name="Google Shape;15373;p91"/>
              <p:cNvSpPr/>
              <p:nvPr/>
            </p:nvSpPr>
            <p:spPr>
              <a:xfrm>
                <a:off x="176618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4" name="Google Shape;15374;p91"/>
              <p:cNvSpPr/>
              <p:nvPr/>
            </p:nvSpPr>
            <p:spPr>
              <a:xfrm>
                <a:off x="176618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5" name="Google Shape;15375;p91"/>
              <p:cNvSpPr/>
              <p:nvPr/>
            </p:nvSpPr>
            <p:spPr>
              <a:xfrm>
                <a:off x="1766187" y="2464413"/>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6" name="Google Shape;15376;p91"/>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77" name="Google Shape;15377;p91"/>
            <p:cNvGrpSpPr/>
            <p:nvPr/>
          </p:nvGrpSpPr>
          <p:grpSpPr>
            <a:xfrm>
              <a:off x="1936935" y="1179665"/>
              <a:ext cx="80700" cy="1526144"/>
              <a:chOff x="1936935" y="1179665"/>
              <a:chExt cx="80700" cy="1526144"/>
            </a:xfrm>
          </p:grpSpPr>
          <p:sp>
            <p:nvSpPr>
              <p:cNvPr id="15378" name="Google Shape;15378;p91"/>
              <p:cNvSpPr/>
              <p:nvPr/>
            </p:nvSpPr>
            <p:spPr>
              <a:xfrm>
                <a:off x="193693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9" name="Google Shape;15379;p91"/>
              <p:cNvSpPr/>
              <p:nvPr/>
            </p:nvSpPr>
            <p:spPr>
              <a:xfrm>
                <a:off x="193693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0" name="Google Shape;15380;p91"/>
              <p:cNvSpPr/>
              <p:nvPr/>
            </p:nvSpPr>
            <p:spPr>
              <a:xfrm>
                <a:off x="193693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1" name="Google Shape;15381;p91"/>
              <p:cNvSpPr/>
              <p:nvPr/>
            </p:nvSpPr>
            <p:spPr>
              <a:xfrm>
                <a:off x="193693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2" name="Google Shape;15382;p91"/>
              <p:cNvSpPr/>
              <p:nvPr/>
            </p:nvSpPr>
            <p:spPr>
              <a:xfrm>
                <a:off x="193693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3" name="Google Shape;15383;p91"/>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4" name="Google Shape;15384;p91"/>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5" name="Google Shape;15385;p91"/>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6" name="Google Shape;15386;p91"/>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7" name="Google Shape;15387;p91"/>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88" name="Google Shape;15388;p91"/>
            <p:cNvGrpSpPr/>
            <p:nvPr/>
          </p:nvGrpSpPr>
          <p:grpSpPr>
            <a:xfrm>
              <a:off x="2110795" y="1179665"/>
              <a:ext cx="80700" cy="1526144"/>
              <a:chOff x="2110795" y="1179665"/>
              <a:chExt cx="80700" cy="1526144"/>
            </a:xfrm>
          </p:grpSpPr>
          <p:sp>
            <p:nvSpPr>
              <p:cNvPr id="15389" name="Google Shape;15389;p91"/>
              <p:cNvSpPr/>
              <p:nvPr/>
            </p:nvSpPr>
            <p:spPr>
              <a:xfrm>
                <a:off x="211079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0" name="Google Shape;15390;p91"/>
              <p:cNvSpPr/>
              <p:nvPr/>
            </p:nvSpPr>
            <p:spPr>
              <a:xfrm>
                <a:off x="211079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1" name="Google Shape;15391;p91"/>
              <p:cNvSpPr/>
              <p:nvPr/>
            </p:nvSpPr>
            <p:spPr>
              <a:xfrm>
                <a:off x="211079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2" name="Google Shape;15392;p91"/>
              <p:cNvSpPr/>
              <p:nvPr/>
            </p:nvSpPr>
            <p:spPr>
              <a:xfrm>
                <a:off x="211079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3" name="Google Shape;15393;p91"/>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4" name="Google Shape;15394;p91"/>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5" name="Google Shape;15395;p91"/>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6" name="Google Shape;15396;p91"/>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7" name="Google Shape;15397;p91"/>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8" name="Google Shape;15398;p91"/>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99" name="Google Shape;15399;p91"/>
            <p:cNvGrpSpPr/>
            <p:nvPr/>
          </p:nvGrpSpPr>
          <p:grpSpPr>
            <a:xfrm>
              <a:off x="2284655" y="1179665"/>
              <a:ext cx="80700" cy="1526144"/>
              <a:chOff x="2284655" y="1179665"/>
              <a:chExt cx="80700" cy="1526144"/>
            </a:xfrm>
          </p:grpSpPr>
          <p:sp>
            <p:nvSpPr>
              <p:cNvPr id="15400" name="Google Shape;15400;p91"/>
              <p:cNvSpPr/>
              <p:nvPr/>
            </p:nvSpPr>
            <p:spPr>
              <a:xfrm>
                <a:off x="228465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1" name="Google Shape;15401;p91"/>
              <p:cNvSpPr/>
              <p:nvPr/>
            </p:nvSpPr>
            <p:spPr>
              <a:xfrm>
                <a:off x="228465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2" name="Google Shape;15402;p91"/>
              <p:cNvSpPr/>
              <p:nvPr/>
            </p:nvSpPr>
            <p:spPr>
              <a:xfrm>
                <a:off x="228465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3" name="Google Shape;15403;p91"/>
              <p:cNvSpPr/>
              <p:nvPr/>
            </p:nvSpPr>
            <p:spPr>
              <a:xfrm>
                <a:off x="228465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4" name="Google Shape;15404;p91"/>
              <p:cNvSpPr/>
              <p:nvPr/>
            </p:nvSpPr>
            <p:spPr>
              <a:xfrm>
                <a:off x="228465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5" name="Google Shape;15405;p91"/>
              <p:cNvSpPr/>
              <p:nvPr/>
            </p:nvSpPr>
            <p:spPr>
              <a:xfrm>
                <a:off x="2284655"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6" name="Google Shape;15406;p91"/>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7" name="Google Shape;15407;p91"/>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8" name="Google Shape;15408;p91"/>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9" name="Google Shape;15409;p91"/>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410" name="Google Shape;15410;p91"/>
          <p:cNvGrpSpPr/>
          <p:nvPr/>
        </p:nvGrpSpPr>
        <p:grpSpPr>
          <a:xfrm>
            <a:off x="2611693" y="986760"/>
            <a:ext cx="1364248" cy="1102133"/>
            <a:chOff x="2623904" y="1198803"/>
            <a:chExt cx="1364248" cy="1102133"/>
          </a:xfrm>
        </p:grpSpPr>
        <p:grpSp>
          <p:nvGrpSpPr>
            <p:cNvPr id="15411" name="Google Shape;15411;p91"/>
            <p:cNvGrpSpPr/>
            <p:nvPr/>
          </p:nvGrpSpPr>
          <p:grpSpPr>
            <a:xfrm>
              <a:off x="2623907" y="1198803"/>
              <a:ext cx="1364245" cy="273000"/>
              <a:chOff x="2623907" y="1198803"/>
              <a:chExt cx="1364245" cy="273000"/>
            </a:xfrm>
          </p:grpSpPr>
          <p:sp>
            <p:nvSpPr>
              <p:cNvPr id="15412" name="Google Shape;15412;p91"/>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3" name="Google Shape;15413;p91"/>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4" name="Google Shape;15414;p91"/>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5" name="Google Shape;15415;p91"/>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6" name="Google Shape;15416;p91"/>
              <p:cNvSpPr/>
              <p:nvPr/>
            </p:nvSpPr>
            <p:spPr>
              <a:xfrm>
                <a:off x="3715152" y="1198803"/>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17" name="Google Shape;15417;p91"/>
            <p:cNvGrpSpPr/>
            <p:nvPr/>
          </p:nvGrpSpPr>
          <p:grpSpPr>
            <a:xfrm>
              <a:off x="2623904" y="1476964"/>
              <a:ext cx="1364245" cy="273000"/>
              <a:chOff x="2623904" y="1476964"/>
              <a:chExt cx="1364245" cy="273000"/>
            </a:xfrm>
          </p:grpSpPr>
          <p:sp>
            <p:nvSpPr>
              <p:cNvPr id="15418" name="Google Shape;15418;p91"/>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9" name="Google Shape;15419;p91"/>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0" name="Google Shape;15420;p91"/>
              <p:cNvSpPr/>
              <p:nvPr/>
            </p:nvSpPr>
            <p:spPr>
              <a:xfrm>
                <a:off x="3169527"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1" name="Google Shape;15421;p91"/>
              <p:cNvSpPr/>
              <p:nvPr/>
            </p:nvSpPr>
            <p:spPr>
              <a:xfrm>
                <a:off x="3442338"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2" name="Google Shape;15422;p91"/>
              <p:cNvSpPr/>
              <p:nvPr/>
            </p:nvSpPr>
            <p:spPr>
              <a:xfrm>
                <a:off x="3715149"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23" name="Google Shape;15423;p91"/>
            <p:cNvGrpSpPr/>
            <p:nvPr/>
          </p:nvGrpSpPr>
          <p:grpSpPr>
            <a:xfrm>
              <a:off x="2623907" y="1749775"/>
              <a:ext cx="1364245" cy="273000"/>
              <a:chOff x="2623907" y="1749775"/>
              <a:chExt cx="1364245" cy="273000"/>
            </a:xfrm>
          </p:grpSpPr>
          <p:sp>
            <p:nvSpPr>
              <p:cNvPr id="15424" name="Google Shape;15424;p91"/>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5" name="Google Shape;15425;p91"/>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6" name="Google Shape;15426;p91"/>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7" name="Google Shape;15427;p91"/>
              <p:cNvSpPr/>
              <p:nvPr/>
            </p:nvSpPr>
            <p:spPr>
              <a:xfrm>
                <a:off x="3442341"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8" name="Google Shape;15428;p91"/>
              <p:cNvSpPr/>
              <p:nvPr/>
            </p:nvSpPr>
            <p:spPr>
              <a:xfrm>
                <a:off x="3715152"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29" name="Google Shape;15429;p91"/>
            <p:cNvGrpSpPr/>
            <p:nvPr/>
          </p:nvGrpSpPr>
          <p:grpSpPr>
            <a:xfrm>
              <a:off x="2623904" y="2027936"/>
              <a:ext cx="1364245" cy="273000"/>
              <a:chOff x="2623904" y="2027936"/>
              <a:chExt cx="1364245" cy="273000"/>
            </a:xfrm>
          </p:grpSpPr>
          <p:sp>
            <p:nvSpPr>
              <p:cNvPr id="15430" name="Google Shape;15430;p91"/>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1" name="Google Shape;15431;p91"/>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2" name="Google Shape;15432;p91"/>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3" name="Google Shape;15433;p91"/>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4" name="Google Shape;15434;p91"/>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435" name="Google Shape;15435;p91"/>
          <p:cNvGrpSpPr/>
          <p:nvPr/>
        </p:nvGrpSpPr>
        <p:grpSpPr>
          <a:xfrm>
            <a:off x="2601154" y="2445833"/>
            <a:ext cx="1387541" cy="159124"/>
            <a:chOff x="3200660" y="2180272"/>
            <a:chExt cx="2563824" cy="378237"/>
          </a:xfrm>
        </p:grpSpPr>
        <p:sp>
          <p:nvSpPr>
            <p:cNvPr id="15436" name="Google Shape;15436;p91"/>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7" name="Google Shape;15437;p91"/>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8" name="Google Shape;15438;p91"/>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9" name="Google Shape;15439;p91"/>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0" name="Google Shape;15440;p91"/>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1" name="Google Shape;15441;p91"/>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2" name="Google Shape;15442;p91"/>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3" name="Google Shape;15443;p91"/>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4" name="Google Shape;15444;p91"/>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5" name="Google Shape;15445;p91"/>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6" name="Google Shape;15446;p91"/>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7" name="Google Shape;15447;p91"/>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8" name="Google Shape;15448;p91"/>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9" name="Google Shape;15449;p91"/>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0" name="Google Shape;15450;p91"/>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1" name="Google Shape;15451;p91"/>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2" name="Google Shape;15452;p91"/>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3" name="Google Shape;15453;p91"/>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54" name="Google Shape;15454;p91"/>
          <p:cNvGrpSpPr/>
          <p:nvPr/>
        </p:nvGrpSpPr>
        <p:grpSpPr>
          <a:xfrm>
            <a:off x="2597679" y="2723597"/>
            <a:ext cx="1390502" cy="159625"/>
            <a:chOff x="3530150" y="2790075"/>
            <a:chExt cx="1962600" cy="225300"/>
          </a:xfrm>
        </p:grpSpPr>
        <p:sp>
          <p:nvSpPr>
            <p:cNvPr id="15455" name="Google Shape;15455;p91"/>
            <p:cNvSpPr/>
            <p:nvPr/>
          </p:nvSpPr>
          <p:spPr>
            <a:xfrm>
              <a:off x="3530150" y="2790075"/>
              <a:ext cx="1962600" cy="225300"/>
            </a:xfrm>
            <a:prstGeom prst="rec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6" name="Google Shape;15456;p91"/>
            <p:cNvSpPr/>
            <p:nvPr/>
          </p:nvSpPr>
          <p:spPr>
            <a:xfrm>
              <a:off x="3530150" y="2790075"/>
              <a:ext cx="1110000" cy="2253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57" name="Google Shape;15457;p91"/>
          <p:cNvGrpSpPr/>
          <p:nvPr/>
        </p:nvGrpSpPr>
        <p:grpSpPr>
          <a:xfrm>
            <a:off x="2597736" y="3001862"/>
            <a:ext cx="1411629" cy="154175"/>
            <a:chOff x="3558802" y="4011244"/>
            <a:chExt cx="1866000" cy="111600"/>
          </a:xfrm>
        </p:grpSpPr>
        <p:sp>
          <p:nvSpPr>
            <p:cNvPr id="15458" name="Google Shape;15458;p91"/>
            <p:cNvSpPr/>
            <p:nvPr/>
          </p:nvSpPr>
          <p:spPr>
            <a:xfrm flipH="1" rot="5400000">
              <a:off x="4436152" y="3134077"/>
              <a:ext cx="111300" cy="1866000"/>
            </a:xfrm>
            <a:prstGeom prst="round2SameRect">
              <a:avLst>
                <a:gd fmla="val 50000" name="adj1"/>
                <a:gd fmla="val 50000" name="adj2"/>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9" name="Google Shape;15459;p91"/>
            <p:cNvSpPr/>
            <p:nvPr/>
          </p:nvSpPr>
          <p:spPr>
            <a:xfrm flipH="1" rot="5400000">
              <a:off x="4157232" y="3412894"/>
              <a:ext cx="111600" cy="13083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60" name="Google Shape;15460;p91"/>
          <p:cNvGrpSpPr/>
          <p:nvPr/>
        </p:nvGrpSpPr>
        <p:grpSpPr>
          <a:xfrm>
            <a:off x="2598024" y="2207432"/>
            <a:ext cx="1383503" cy="119761"/>
            <a:chOff x="3465975" y="2270258"/>
            <a:chExt cx="1986364" cy="171947"/>
          </a:xfrm>
        </p:grpSpPr>
        <p:sp>
          <p:nvSpPr>
            <p:cNvPr id="15461" name="Google Shape;15461;p91"/>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2" name="Google Shape;15462;p91"/>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3" name="Google Shape;15463;p91"/>
            <p:cNvSpPr/>
            <p:nvPr/>
          </p:nvSpPr>
          <p:spPr>
            <a:xfrm rot="-5400000">
              <a:off x="4243603"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4" name="Google Shape;15464;p91"/>
            <p:cNvSpPr/>
            <p:nvPr/>
          </p:nvSpPr>
          <p:spPr>
            <a:xfrm rot="-5400000">
              <a:off x="4502812"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5" name="Google Shape;15465;p91"/>
            <p:cNvSpPr/>
            <p:nvPr/>
          </p:nvSpPr>
          <p:spPr>
            <a:xfrm rot="-5400000">
              <a:off x="4762021"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6" name="Google Shape;15466;p91"/>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7" name="Google Shape;15467;p91"/>
            <p:cNvSpPr/>
            <p:nvPr/>
          </p:nvSpPr>
          <p:spPr>
            <a:xfrm rot="-5400000">
              <a:off x="502123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8" name="Google Shape;15468;p91"/>
            <p:cNvSpPr/>
            <p:nvPr/>
          </p:nvSpPr>
          <p:spPr>
            <a:xfrm rot="-5400000">
              <a:off x="528044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69" name="Google Shape;15469;p91"/>
          <p:cNvGrpSpPr/>
          <p:nvPr/>
        </p:nvGrpSpPr>
        <p:grpSpPr>
          <a:xfrm>
            <a:off x="2609031" y="3571205"/>
            <a:ext cx="1369531" cy="195460"/>
            <a:chOff x="723300" y="4253549"/>
            <a:chExt cx="2276482" cy="324900"/>
          </a:xfrm>
        </p:grpSpPr>
        <p:sp>
          <p:nvSpPr>
            <p:cNvPr id="15470" name="Google Shape;15470;p91"/>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1" name="Google Shape;15471;p91"/>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2" name="Google Shape;15472;p91"/>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3" name="Google Shape;15473;p91"/>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4" name="Google Shape;15474;p91"/>
            <p:cNvSpPr/>
            <p:nvPr/>
          </p:nvSpPr>
          <p:spPr>
            <a:xfrm>
              <a:off x="2658082" y="4253549"/>
              <a:ext cx="341700" cy="324900"/>
            </a:xfrm>
            <a:prstGeom prst="star5">
              <a:avLst>
                <a:gd fmla="val 19098" name="adj"/>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75" name="Google Shape;15475;p91"/>
          <p:cNvGrpSpPr/>
          <p:nvPr/>
        </p:nvGrpSpPr>
        <p:grpSpPr>
          <a:xfrm>
            <a:off x="2598592" y="3272446"/>
            <a:ext cx="1389066" cy="180119"/>
            <a:chOff x="705948" y="3788465"/>
            <a:chExt cx="2308953" cy="299400"/>
          </a:xfrm>
        </p:grpSpPr>
        <p:sp>
          <p:nvSpPr>
            <p:cNvPr id="15476" name="Google Shape;15476;p91"/>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7" name="Google Shape;15477;p91"/>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8" name="Google Shape;15478;p91"/>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9" name="Google Shape;15479;p91"/>
            <p:cNvSpPr/>
            <p:nvPr/>
          </p:nvSpPr>
          <p:spPr>
            <a:xfrm>
              <a:off x="2189639"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0" name="Google Shape;15480;p91"/>
            <p:cNvSpPr/>
            <p:nvPr/>
          </p:nvSpPr>
          <p:spPr>
            <a:xfrm>
              <a:off x="2679500"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81" name="Google Shape;15481;p91"/>
          <p:cNvGrpSpPr/>
          <p:nvPr/>
        </p:nvGrpSpPr>
        <p:grpSpPr>
          <a:xfrm>
            <a:off x="4195583" y="1876400"/>
            <a:ext cx="1433821" cy="191501"/>
            <a:chOff x="4273350" y="2088443"/>
            <a:chExt cx="1433821" cy="191501"/>
          </a:xfrm>
        </p:grpSpPr>
        <p:grpSp>
          <p:nvGrpSpPr>
            <p:cNvPr id="15482" name="Google Shape;15482;p91"/>
            <p:cNvGrpSpPr/>
            <p:nvPr/>
          </p:nvGrpSpPr>
          <p:grpSpPr>
            <a:xfrm>
              <a:off x="4273350" y="2088443"/>
              <a:ext cx="1433821" cy="0"/>
              <a:chOff x="5224975" y="2962250"/>
              <a:chExt cx="1544400" cy="0"/>
            </a:xfrm>
          </p:grpSpPr>
          <p:cxnSp>
            <p:nvCxnSpPr>
              <p:cNvPr id="15483" name="Google Shape;15483;p91"/>
              <p:cNvCxnSpPr/>
              <p:nvPr/>
            </p:nvCxnSpPr>
            <p:spPr>
              <a:xfrm>
                <a:off x="5224975" y="2962250"/>
                <a:ext cx="1544400" cy="0"/>
              </a:xfrm>
              <a:prstGeom prst="straightConnector1">
                <a:avLst/>
              </a:prstGeom>
              <a:noFill/>
              <a:ln cap="flat" cmpd="sng" w="19050">
                <a:solidFill>
                  <a:srgbClr val="E3E9ED"/>
                </a:solidFill>
                <a:prstDash val="solid"/>
                <a:round/>
                <a:headEnd len="med" w="med" type="none"/>
                <a:tailEnd len="med" w="med" type="none"/>
              </a:ln>
            </p:spPr>
          </p:cxnSp>
          <p:cxnSp>
            <p:nvCxnSpPr>
              <p:cNvPr id="15484" name="Google Shape;15484;p91"/>
              <p:cNvCxnSpPr/>
              <p:nvPr/>
            </p:nvCxnSpPr>
            <p:spPr>
              <a:xfrm>
                <a:off x="5225150" y="2962250"/>
                <a:ext cx="453300" cy="0"/>
              </a:xfrm>
              <a:prstGeom prst="straightConnector1">
                <a:avLst/>
              </a:prstGeom>
              <a:noFill/>
              <a:ln cap="flat" cmpd="sng" w="19050">
                <a:solidFill>
                  <a:srgbClr val="7994A9"/>
                </a:solidFill>
                <a:prstDash val="solid"/>
                <a:round/>
                <a:headEnd len="med" w="med" type="none"/>
                <a:tailEnd len="med" w="med" type="oval"/>
              </a:ln>
            </p:spPr>
          </p:cxnSp>
        </p:grpSp>
        <p:grpSp>
          <p:nvGrpSpPr>
            <p:cNvPr id="15485" name="Google Shape;15485;p91"/>
            <p:cNvGrpSpPr/>
            <p:nvPr/>
          </p:nvGrpSpPr>
          <p:grpSpPr>
            <a:xfrm>
              <a:off x="4273350" y="2279944"/>
              <a:ext cx="1433821" cy="0"/>
              <a:chOff x="5224975" y="2962250"/>
              <a:chExt cx="1544400" cy="0"/>
            </a:xfrm>
          </p:grpSpPr>
          <p:cxnSp>
            <p:nvCxnSpPr>
              <p:cNvPr id="15486" name="Google Shape;15486;p91"/>
              <p:cNvCxnSpPr/>
              <p:nvPr/>
            </p:nvCxnSpPr>
            <p:spPr>
              <a:xfrm>
                <a:off x="5224975" y="2962250"/>
                <a:ext cx="1544400" cy="0"/>
              </a:xfrm>
              <a:prstGeom prst="straightConnector1">
                <a:avLst/>
              </a:prstGeom>
              <a:noFill/>
              <a:ln cap="flat" cmpd="sng" w="19050">
                <a:solidFill>
                  <a:srgbClr val="E3E9ED"/>
                </a:solidFill>
                <a:prstDash val="solid"/>
                <a:round/>
                <a:headEnd len="med" w="med" type="none"/>
                <a:tailEnd len="med" w="med" type="none"/>
              </a:ln>
            </p:spPr>
          </p:cxnSp>
          <p:cxnSp>
            <p:nvCxnSpPr>
              <p:cNvPr id="15487" name="Google Shape;15487;p91"/>
              <p:cNvCxnSpPr/>
              <p:nvPr/>
            </p:nvCxnSpPr>
            <p:spPr>
              <a:xfrm>
                <a:off x="5225150" y="2962250"/>
                <a:ext cx="998700" cy="0"/>
              </a:xfrm>
              <a:prstGeom prst="straightConnector1">
                <a:avLst/>
              </a:prstGeom>
              <a:noFill/>
              <a:ln cap="flat" cmpd="sng" w="19050">
                <a:solidFill>
                  <a:srgbClr val="7994A9"/>
                </a:solidFill>
                <a:prstDash val="solid"/>
                <a:round/>
                <a:headEnd len="med" w="med" type="none"/>
                <a:tailEnd len="med" w="med" type="oval"/>
              </a:ln>
            </p:spPr>
          </p:cxnSp>
        </p:grpSp>
      </p:grpSp>
      <p:grpSp>
        <p:nvGrpSpPr>
          <p:cNvPr id="15488" name="Google Shape;15488;p91"/>
          <p:cNvGrpSpPr/>
          <p:nvPr/>
        </p:nvGrpSpPr>
        <p:grpSpPr>
          <a:xfrm>
            <a:off x="2646529" y="3885304"/>
            <a:ext cx="1304609" cy="294074"/>
            <a:chOff x="2658741" y="4097347"/>
            <a:chExt cx="1304609" cy="294074"/>
          </a:xfrm>
        </p:grpSpPr>
        <p:grpSp>
          <p:nvGrpSpPr>
            <p:cNvPr id="15489" name="Google Shape;15489;p91"/>
            <p:cNvGrpSpPr/>
            <p:nvPr/>
          </p:nvGrpSpPr>
          <p:grpSpPr>
            <a:xfrm>
              <a:off x="2658741" y="4097347"/>
              <a:ext cx="118572" cy="294074"/>
              <a:chOff x="3343310" y="4475555"/>
              <a:chExt cx="127717" cy="316753"/>
            </a:xfrm>
          </p:grpSpPr>
          <p:sp>
            <p:nvSpPr>
              <p:cNvPr id="15490" name="Google Shape;15490;p91"/>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1" name="Google Shape;15491;p91"/>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92" name="Google Shape;15492;p91"/>
            <p:cNvGrpSpPr/>
            <p:nvPr/>
          </p:nvGrpSpPr>
          <p:grpSpPr>
            <a:xfrm>
              <a:off x="3815519" y="4098388"/>
              <a:ext cx="147831" cy="291991"/>
              <a:chOff x="3527539" y="4476677"/>
              <a:chExt cx="159232" cy="314510"/>
            </a:xfrm>
          </p:grpSpPr>
          <p:sp>
            <p:nvSpPr>
              <p:cNvPr id="15493" name="Google Shape;15493;p91"/>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4" name="Google Shape;15494;p91"/>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95" name="Google Shape;15495;p91"/>
            <p:cNvGrpSpPr/>
            <p:nvPr/>
          </p:nvGrpSpPr>
          <p:grpSpPr>
            <a:xfrm>
              <a:off x="3511696" y="4098388"/>
              <a:ext cx="147831" cy="291991"/>
              <a:chOff x="3527539" y="4476677"/>
              <a:chExt cx="159232" cy="314510"/>
            </a:xfrm>
          </p:grpSpPr>
          <p:sp>
            <p:nvSpPr>
              <p:cNvPr id="15496" name="Google Shape;15496;p91"/>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7" name="Google Shape;15497;p91"/>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98" name="Google Shape;15498;p91"/>
            <p:cNvGrpSpPr/>
            <p:nvPr/>
          </p:nvGrpSpPr>
          <p:grpSpPr>
            <a:xfrm>
              <a:off x="3207874" y="4098388"/>
              <a:ext cx="147831" cy="291991"/>
              <a:chOff x="3527539" y="4476677"/>
              <a:chExt cx="159232" cy="314510"/>
            </a:xfrm>
          </p:grpSpPr>
          <p:sp>
            <p:nvSpPr>
              <p:cNvPr id="15499" name="Google Shape;15499;p91"/>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0" name="Google Shape;15500;p91"/>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01" name="Google Shape;15501;p91"/>
            <p:cNvGrpSpPr/>
            <p:nvPr/>
          </p:nvGrpSpPr>
          <p:grpSpPr>
            <a:xfrm>
              <a:off x="2933305" y="4097347"/>
              <a:ext cx="118572" cy="294074"/>
              <a:chOff x="3343310" y="4475555"/>
              <a:chExt cx="127717" cy="316753"/>
            </a:xfrm>
          </p:grpSpPr>
          <p:sp>
            <p:nvSpPr>
              <p:cNvPr id="15502" name="Google Shape;15502;p91"/>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3" name="Google Shape;15503;p91"/>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504" name="Google Shape;15504;p91"/>
          <p:cNvGrpSpPr/>
          <p:nvPr/>
        </p:nvGrpSpPr>
        <p:grpSpPr>
          <a:xfrm>
            <a:off x="4197138" y="963998"/>
            <a:ext cx="1430711" cy="751237"/>
            <a:chOff x="5159450" y="1919950"/>
            <a:chExt cx="1541050" cy="862500"/>
          </a:xfrm>
        </p:grpSpPr>
        <p:sp>
          <p:nvSpPr>
            <p:cNvPr id="15505" name="Google Shape;15505;p91"/>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med" w="med" type="oval"/>
              <a:tailEnd len="med" w="med" type="oval"/>
            </a:ln>
          </p:spPr>
        </p:sp>
        <p:grpSp>
          <p:nvGrpSpPr>
            <p:cNvPr id="15506" name="Google Shape;15506;p91"/>
            <p:cNvGrpSpPr/>
            <p:nvPr/>
          </p:nvGrpSpPr>
          <p:grpSpPr>
            <a:xfrm>
              <a:off x="5159450" y="1919950"/>
              <a:ext cx="1541050" cy="862500"/>
              <a:chOff x="5159450" y="1919950"/>
              <a:chExt cx="1541050" cy="862500"/>
            </a:xfrm>
          </p:grpSpPr>
          <p:cxnSp>
            <p:nvCxnSpPr>
              <p:cNvPr id="15507" name="Google Shape;15507;p91"/>
              <p:cNvCxnSpPr/>
              <p:nvPr/>
            </p:nvCxnSpPr>
            <p:spPr>
              <a:xfrm>
                <a:off x="5159450" y="1919950"/>
                <a:ext cx="0" cy="862500"/>
              </a:xfrm>
              <a:prstGeom prst="straightConnector1">
                <a:avLst/>
              </a:prstGeom>
              <a:noFill/>
              <a:ln cap="flat" cmpd="sng" w="9525">
                <a:solidFill>
                  <a:srgbClr val="E3E9ED"/>
                </a:solidFill>
                <a:prstDash val="solid"/>
                <a:round/>
                <a:headEnd len="med" w="med" type="none"/>
                <a:tailEnd len="med" w="med" type="none"/>
              </a:ln>
            </p:spPr>
          </p:cxnSp>
          <p:cxnSp>
            <p:nvCxnSpPr>
              <p:cNvPr id="15508" name="Google Shape;15508;p91"/>
              <p:cNvCxnSpPr/>
              <p:nvPr/>
            </p:nvCxnSpPr>
            <p:spPr>
              <a:xfrm>
                <a:off x="5161200" y="2778975"/>
                <a:ext cx="1539300" cy="0"/>
              </a:xfrm>
              <a:prstGeom prst="straightConnector1">
                <a:avLst/>
              </a:prstGeom>
              <a:noFill/>
              <a:ln cap="flat" cmpd="sng" w="9525">
                <a:solidFill>
                  <a:srgbClr val="E3E9ED"/>
                </a:solidFill>
                <a:prstDash val="solid"/>
                <a:round/>
                <a:headEnd len="med" w="med" type="none"/>
                <a:tailEnd len="med" w="med" type="none"/>
              </a:ln>
            </p:spPr>
          </p:cxnSp>
        </p:grpSp>
      </p:grpSp>
      <p:grpSp>
        <p:nvGrpSpPr>
          <p:cNvPr id="15509" name="Google Shape;15509;p91"/>
          <p:cNvGrpSpPr/>
          <p:nvPr/>
        </p:nvGrpSpPr>
        <p:grpSpPr>
          <a:xfrm>
            <a:off x="4245275" y="2227768"/>
            <a:ext cx="1334436" cy="967914"/>
            <a:chOff x="4294923" y="2439811"/>
            <a:chExt cx="1334436" cy="967914"/>
          </a:xfrm>
        </p:grpSpPr>
        <p:grpSp>
          <p:nvGrpSpPr>
            <p:cNvPr id="15510" name="Google Shape;15510;p91"/>
            <p:cNvGrpSpPr/>
            <p:nvPr/>
          </p:nvGrpSpPr>
          <p:grpSpPr>
            <a:xfrm>
              <a:off x="4960455" y="2469658"/>
              <a:ext cx="668904" cy="885524"/>
              <a:chOff x="4960455" y="2469658"/>
              <a:chExt cx="668904" cy="885524"/>
            </a:xfrm>
          </p:grpSpPr>
          <p:sp>
            <p:nvSpPr>
              <p:cNvPr id="15511" name="Google Shape;15511;p91"/>
              <p:cNvSpPr/>
              <p:nvPr/>
            </p:nvSpPr>
            <p:spPr>
              <a:xfrm>
                <a:off x="4960455" y="3257057"/>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2" name="Google Shape;15512;p91"/>
              <p:cNvSpPr/>
              <p:nvPr/>
            </p:nvSpPr>
            <p:spPr>
              <a:xfrm>
                <a:off x="4960455" y="3099584"/>
                <a:ext cx="668904" cy="98124"/>
              </a:xfrm>
              <a:custGeom>
                <a:rect b="b" l="l" r="r" t="t"/>
                <a:pathLst>
                  <a:path extrusionOk="0" h="6286" w="42851">
                    <a:moveTo>
                      <a:pt x="0" y="0"/>
                    </a:moveTo>
                    <a:lnTo>
                      <a:pt x="0" y="6285"/>
                    </a:lnTo>
                    <a:lnTo>
                      <a:pt x="42851" y="6285"/>
                    </a:lnTo>
                    <a:lnTo>
                      <a:pt x="42851"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3" name="Google Shape;15513;p91"/>
              <p:cNvSpPr/>
              <p:nvPr/>
            </p:nvSpPr>
            <p:spPr>
              <a:xfrm>
                <a:off x="4960455" y="2942094"/>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4" name="Google Shape;15514;p91"/>
              <p:cNvSpPr/>
              <p:nvPr/>
            </p:nvSpPr>
            <p:spPr>
              <a:xfrm>
                <a:off x="4960455" y="2784621"/>
                <a:ext cx="618094" cy="98124"/>
              </a:xfrm>
              <a:custGeom>
                <a:rect b="b" l="l" r="r" t="t"/>
                <a:pathLst>
                  <a:path extrusionOk="0" h="6286" w="39596">
                    <a:moveTo>
                      <a:pt x="0" y="0"/>
                    </a:moveTo>
                    <a:lnTo>
                      <a:pt x="0" y="6285"/>
                    </a:lnTo>
                    <a:lnTo>
                      <a:pt x="39596" y="6285"/>
                    </a:lnTo>
                    <a:lnTo>
                      <a:pt x="39596"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5" name="Google Shape;15515;p91"/>
              <p:cNvSpPr/>
              <p:nvPr/>
            </p:nvSpPr>
            <p:spPr>
              <a:xfrm>
                <a:off x="4960455" y="2627131"/>
                <a:ext cx="516519" cy="98140"/>
              </a:xfrm>
              <a:custGeom>
                <a:rect b="b" l="l" r="r" t="t"/>
                <a:pathLst>
                  <a:path extrusionOk="0" h="6287" w="33089">
                    <a:moveTo>
                      <a:pt x="0" y="1"/>
                    </a:moveTo>
                    <a:lnTo>
                      <a:pt x="0" y="6286"/>
                    </a:lnTo>
                    <a:lnTo>
                      <a:pt x="33089" y="6286"/>
                    </a:lnTo>
                    <a:lnTo>
                      <a:pt x="33089"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6" name="Google Shape;15516;p91"/>
              <p:cNvSpPr/>
              <p:nvPr/>
            </p:nvSpPr>
            <p:spPr>
              <a:xfrm>
                <a:off x="4960455" y="2469658"/>
                <a:ext cx="313293" cy="98078"/>
              </a:xfrm>
              <a:custGeom>
                <a:rect b="b" l="l" r="r" t="t"/>
                <a:pathLst>
                  <a:path extrusionOk="0" h="6283" w="20070">
                    <a:moveTo>
                      <a:pt x="0" y="1"/>
                    </a:moveTo>
                    <a:lnTo>
                      <a:pt x="0" y="6283"/>
                    </a:lnTo>
                    <a:lnTo>
                      <a:pt x="20069" y="6283"/>
                    </a:lnTo>
                    <a:lnTo>
                      <a:pt x="20069"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17" name="Google Shape;15517;p91"/>
            <p:cNvGrpSpPr/>
            <p:nvPr/>
          </p:nvGrpSpPr>
          <p:grpSpPr>
            <a:xfrm>
              <a:off x="4294923" y="2469658"/>
              <a:ext cx="668951" cy="885524"/>
              <a:chOff x="4294923" y="2469658"/>
              <a:chExt cx="668951" cy="885524"/>
            </a:xfrm>
          </p:grpSpPr>
          <p:sp>
            <p:nvSpPr>
              <p:cNvPr id="15518" name="Google Shape;15518;p91"/>
              <p:cNvSpPr/>
              <p:nvPr/>
            </p:nvSpPr>
            <p:spPr>
              <a:xfrm>
                <a:off x="4294923" y="3257057"/>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9" name="Google Shape;15519;p91"/>
              <p:cNvSpPr/>
              <p:nvPr/>
            </p:nvSpPr>
            <p:spPr>
              <a:xfrm>
                <a:off x="4294923" y="3099584"/>
                <a:ext cx="668951" cy="98124"/>
              </a:xfrm>
              <a:custGeom>
                <a:rect b="b" l="l" r="r" t="t"/>
                <a:pathLst>
                  <a:path extrusionOk="0" h="6286" w="42854">
                    <a:moveTo>
                      <a:pt x="0" y="0"/>
                    </a:moveTo>
                    <a:lnTo>
                      <a:pt x="0" y="6285"/>
                    </a:lnTo>
                    <a:lnTo>
                      <a:pt x="42854" y="6285"/>
                    </a:lnTo>
                    <a:lnTo>
                      <a:pt x="4285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0" name="Google Shape;15520;p91"/>
              <p:cNvSpPr/>
              <p:nvPr/>
            </p:nvSpPr>
            <p:spPr>
              <a:xfrm>
                <a:off x="4294923" y="2942094"/>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1" name="Google Shape;15521;p91"/>
              <p:cNvSpPr/>
              <p:nvPr/>
            </p:nvSpPr>
            <p:spPr>
              <a:xfrm>
                <a:off x="4447355" y="2784621"/>
                <a:ext cx="516519" cy="98124"/>
              </a:xfrm>
              <a:custGeom>
                <a:rect b="b" l="l" r="r" t="t"/>
                <a:pathLst>
                  <a:path extrusionOk="0" h="6286" w="33089">
                    <a:moveTo>
                      <a:pt x="0" y="0"/>
                    </a:moveTo>
                    <a:lnTo>
                      <a:pt x="0" y="6285"/>
                    </a:lnTo>
                    <a:lnTo>
                      <a:pt x="33089" y="6285"/>
                    </a:lnTo>
                    <a:lnTo>
                      <a:pt x="3308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2" name="Google Shape;15522;p91"/>
              <p:cNvSpPr/>
              <p:nvPr/>
            </p:nvSpPr>
            <p:spPr>
              <a:xfrm>
                <a:off x="4548960" y="2627131"/>
                <a:ext cx="414914" cy="98140"/>
              </a:xfrm>
              <a:custGeom>
                <a:rect b="b" l="l" r="r" t="t"/>
                <a:pathLst>
                  <a:path extrusionOk="0" h="6287" w="26580">
                    <a:moveTo>
                      <a:pt x="1" y="1"/>
                    </a:moveTo>
                    <a:lnTo>
                      <a:pt x="1" y="6286"/>
                    </a:lnTo>
                    <a:lnTo>
                      <a:pt x="26580" y="6286"/>
                    </a:lnTo>
                    <a:lnTo>
                      <a:pt x="265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3" name="Google Shape;15523;p91"/>
              <p:cNvSpPr/>
              <p:nvPr/>
            </p:nvSpPr>
            <p:spPr>
              <a:xfrm>
                <a:off x="4650534" y="2469658"/>
                <a:ext cx="313340" cy="98078"/>
              </a:xfrm>
              <a:custGeom>
                <a:rect b="b" l="l" r="r" t="t"/>
                <a:pathLst>
                  <a:path extrusionOk="0" h="6283" w="20073">
                    <a:moveTo>
                      <a:pt x="1" y="1"/>
                    </a:moveTo>
                    <a:lnTo>
                      <a:pt x="1" y="6283"/>
                    </a:lnTo>
                    <a:lnTo>
                      <a:pt x="20073" y="6283"/>
                    </a:lnTo>
                    <a:lnTo>
                      <a:pt x="2007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524" name="Google Shape;15524;p91"/>
            <p:cNvSpPr/>
            <p:nvPr/>
          </p:nvSpPr>
          <p:spPr>
            <a:xfrm>
              <a:off x="4963437" y="2439811"/>
              <a:ext cx="16" cy="967914"/>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25" name="Google Shape;15525;p91"/>
          <p:cNvGrpSpPr/>
          <p:nvPr/>
        </p:nvGrpSpPr>
        <p:grpSpPr>
          <a:xfrm>
            <a:off x="4231478" y="3282213"/>
            <a:ext cx="1430949" cy="897289"/>
            <a:chOff x="4351371" y="3547942"/>
            <a:chExt cx="1345130" cy="843475"/>
          </a:xfrm>
        </p:grpSpPr>
        <p:grpSp>
          <p:nvGrpSpPr>
            <p:cNvPr id="15526" name="Google Shape;15526;p91"/>
            <p:cNvGrpSpPr/>
            <p:nvPr/>
          </p:nvGrpSpPr>
          <p:grpSpPr>
            <a:xfrm>
              <a:off x="4351371" y="4209917"/>
              <a:ext cx="1345130" cy="181500"/>
              <a:chOff x="4351371" y="4209917"/>
              <a:chExt cx="1345130" cy="181500"/>
            </a:xfrm>
          </p:grpSpPr>
          <p:sp>
            <p:nvSpPr>
              <p:cNvPr id="15527" name="Google Shape;15527;p91"/>
              <p:cNvSpPr/>
              <p:nvPr/>
            </p:nvSpPr>
            <p:spPr>
              <a:xfrm rot="10800000">
                <a:off x="4351371" y="4209917"/>
                <a:ext cx="1281600" cy="181500"/>
              </a:xfrm>
              <a:prstGeom prst="rect">
                <a:avLst/>
              </a:pr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528" name="Google Shape;15528;p91"/>
              <p:cNvCxnSpPr/>
              <p:nvPr/>
            </p:nvCxnSpPr>
            <p:spPr>
              <a:xfrm>
                <a:off x="5551000" y="4298797"/>
                <a:ext cx="145500" cy="0"/>
              </a:xfrm>
              <a:prstGeom prst="straightConnector1">
                <a:avLst/>
              </a:prstGeom>
              <a:noFill/>
              <a:ln cap="flat" cmpd="sng" w="28575">
                <a:solidFill>
                  <a:srgbClr val="435D74"/>
                </a:solidFill>
                <a:prstDash val="solid"/>
                <a:round/>
                <a:headEnd len="med" w="med" type="none"/>
                <a:tailEnd len="med" w="med" type="none"/>
              </a:ln>
            </p:spPr>
          </p:cxnSp>
        </p:grpSp>
        <p:grpSp>
          <p:nvGrpSpPr>
            <p:cNvPr id="15529" name="Google Shape;15529;p91"/>
            <p:cNvGrpSpPr/>
            <p:nvPr/>
          </p:nvGrpSpPr>
          <p:grpSpPr>
            <a:xfrm>
              <a:off x="4403010" y="3985221"/>
              <a:ext cx="1109518" cy="181500"/>
              <a:chOff x="4403010" y="3985221"/>
              <a:chExt cx="1109518" cy="181500"/>
            </a:xfrm>
          </p:grpSpPr>
          <p:sp>
            <p:nvSpPr>
              <p:cNvPr id="15530" name="Google Shape;15530;p91"/>
              <p:cNvSpPr/>
              <p:nvPr/>
            </p:nvSpPr>
            <p:spPr>
              <a:xfrm rot="10800000">
                <a:off x="4471829" y="3985221"/>
                <a:ext cx="1040700" cy="1815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531" name="Google Shape;15531;p91"/>
              <p:cNvCxnSpPr/>
              <p:nvPr/>
            </p:nvCxnSpPr>
            <p:spPr>
              <a:xfrm>
                <a:off x="4403010" y="4075993"/>
                <a:ext cx="145500" cy="0"/>
              </a:xfrm>
              <a:prstGeom prst="straightConnector1">
                <a:avLst/>
              </a:prstGeom>
              <a:noFill/>
              <a:ln cap="flat" cmpd="sng" w="28575">
                <a:solidFill>
                  <a:srgbClr val="5F7D95"/>
                </a:solidFill>
                <a:prstDash val="solid"/>
                <a:round/>
                <a:headEnd len="med" w="med" type="none"/>
                <a:tailEnd len="med" w="med" type="none"/>
              </a:ln>
            </p:spPr>
          </p:cxnSp>
        </p:grpSp>
        <p:grpSp>
          <p:nvGrpSpPr>
            <p:cNvPr id="15532" name="Google Shape;15532;p91"/>
            <p:cNvGrpSpPr/>
            <p:nvPr/>
          </p:nvGrpSpPr>
          <p:grpSpPr>
            <a:xfrm>
              <a:off x="4618704" y="3766582"/>
              <a:ext cx="807858" cy="181500"/>
              <a:chOff x="4618704" y="3766582"/>
              <a:chExt cx="807858" cy="181500"/>
            </a:xfrm>
          </p:grpSpPr>
          <p:sp>
            <p:nvSpPr>
              <p:cNvPr id="15533" name="Google Shape;15533;p91"/>
              <p:cNvSpPr/>
              <p:nvPr/>
            </p:nvSpPr>
            <p:spPr>
              <a:xfrm rot="10800000">
                <a:off x="4618704" y="3766582"/>
                <a:ext cx="747000" cy="1815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534" name="Google Shape;15534;p91"/>
              <p:cNvCxnSpPr/>
              <p:nvPr/>
            </p:nvCxnSpPr>
            <p:spPr>
              <a:xfrm>
                <a:off x="5281062" y="3855291"/>
                <a:ext cx="145500" cy="0"/>
              </a:xfrm>
              <a:prstGeom prst="straightConnector1">
                <a:avLst/>
              </a:prstGeom>
              <a:noFill/>
              <a:ln cap="flat" cmpd="sng" w="28575">
                <a:solidFill>
                  <a:srgbClr val="869FB2"/>
                </a:solidFill>
                <a:prstDash val="solid"/>
                <a:round/>
                <a:headEnd len="med" w="med" type="none"/>
                <a:tailEnd len="med" w="med" type="none"/>
              </a:ln>
            </p:spPr>
          </p:cxnSp>
        </p:grpSp>
        <p:grpSp>
          <p:nvGrpSpPr>
            <p:cNvPr id="15535" name="Google Shape;15535;p91"/>
            <p:cNvGrpSpPr/>
            <p:nvPr/>
          </p:nvGrpSpPr>
          <p:grpSpPr>
            <a:xfrm>
              <a:off x="4735238" y="3547942"/>
              <a:ext cx="462839" cy="181500"/>
              <a:chOff x="4735238" y="3547942"/>
              <a:chExt cx="462839" cy="181500"/>
            </a:xfrm>
          </p:grpSpPr>
          <p:sp>
            <p:nvSpPr>
              <p:cNvPr id="15536" name="Google Shape;15536;p91"/>
              <p:cNvSpPr/>
              <p:nvPr/>
            </p:nvSpPr>
            <p:spPr>
              <a:xfrm rot="10800000">
                <a:off x="4786477" y="3547942"/>
                <a:ext cx="411600" cy="181500"/>
              </a:xfrm>
              <a:prstGeom prst="rect">
                <a:avLst/>
              </a:pr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537" name="Google Shape;15537;p91"/>
              <p:cNvCxnSpPr/>
              <p:nvPr/>
            </p:nvCxnSpPr>
            <p:spPr>
              <a:xfrm>
                <a:off x="4735238" y="3636872"/>
                <a:ext cx="145500" cy="0"/>
              </a:xfrm>
              <a:prstGeom prst="straightConnector1">
                <a:avLst/>
              </a:prstGeom>
              <a:noFill/>
              <a:ln cap="flat" cmpd="sng" w="28575">
                <a:solidFill>
                  <a:srgbClr val="BAC8D3"/>
                </a:solidFill>
                <a:prstDash val="solid"/>
                <a:round/>
                <a:headEnd len="med" w="med" type="none"/>
                <a:tailEnd len="med" w="med" type="none"/>
              </a:ln>
            </p:spPr>
          </p:cxnSp>
        </p:grpSp>
      </p:grpSp>
      <p:grpSp>
        <p:nvGrpSpPr>
          <p:cNvPr id="15538" name="Google Shape;15538;p91"/>
          <p:cNvGrpSpPr/>
          <p:nvPr/>
        </p:nvGrpSpPr>
        <p:grpSpPr>
          <a:xfrm>
            <a:off x="7407836" y="2217537"/>
            <a:ext cx="1020955" cy="928853"/>
            <a:chOff x="926675" y="238125"/>
            <a:chExt cx="5755100" cy="5232975"/>
          </a:xfrm>
        </p:grpSpPr>
        <p:sp>
          <p:nvSpPr>
            <p:cNvPr id="15539" name="Google Shape;15539;p91"/>
            <p:cNvSpPr/>
            <p:nvPr/>
          </p:nvSpPr>
          <p:spPr>
            <a:xfrm>
              <a:off x="2235475" y="2161100"/>
              <a:ext cx="3138650" cy="1012350"/>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0" name="Google Shape;15540;p91"/>
            <p:cNvSpPr/>
            <p:nvPr/>
          </p:nvSpPr>
          <p:spPr>
            <a:xfrm>
              <a:off x="2825775" y="238125"/>
              <a:ext cx="1961900" cy="1850225"/>
            </a:xfrm>
            <a:custGeom>
              <a:rect b="b" l="l" r="r" t="t"/>
              <a:pathLst>
                <a:path extrusionOk="0" h="74009" w="78476">
                  <a:moveTo>
                    <a:pt x="39246" y="0"/>
                  </a:moveTo>
                  <a:lnTo>
                    <a:pt x="1" y="74009"/>
                  </a:lnTo>
                  <a:lnTo>
                    <a:pt x="78476" y="74009"/>
                  </a:lnTo>
                  <a:lnTo>
                    <a:pt x="39246"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1" name="Google Shape;15541;p91"/>
            <p:cNvSpPr/>
            <p:nvPr/>
          </p:nvSpPr>
          <p:spPr>
            <a:xfrm>
              <a:off x="926675" y="4357100"/>
              <a:ext cx="5755100" cy="1114000"/>
            </a:xfrm>
            <a:custGeom>
              <a:rect b="b" l="l" r="r" t="t"/>
              <a:pathLst>
                <a:path extrusionOk="0" h="44560" w="230204">
                  <a:moveTo>
                    <a:pt x="25737" y="1"/>
                  </a:moveTo>
                  <a:lnTo>
                    <a:pt x="0" y="44560"/>
                  </a:lnTo>
                  <a:lnTo>
                    <a:pt x="230204" y="44560"/>
                  </a:lnTo>
                  <a:lnTo>
                    <a:pt x="20446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2" name="Google Shape;15542;p91"/>
            <p:cNvSpPr/>
            <p:nvPr/>
          </p:nvSpPr>
          <p:spPr>
            <a:xfrm>
              <a:off x="1621700" y="3256600"/>
              <a:ext cx="4370050" cy="1006950"/>
            </a:xfrm>
            <a:custGeom>
              <a:rect b="b" l="l" r="r" t="t"/>
              <a:pathLst>
                <a:path extrusionOk="0" h="40278" w="174802">
                  <a:moveTo>
                    <a:pt x="22750" y="1"/>
                  </a:moveTo>
                  <a:lnTo>
                    <a:pt x="0" y="40278"/>
                  </a:lnTo>
                  <a:lnTo>
                    <a:pt x="174802" y="40278"/>
                  </a:lnTo>
                  <a:lnTo>
                    <a:pt x="152053"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43" name="Google Shape;15543;p91"/>
          <p:cNvGrpSpPr/>
          <p:nvPr/>
        </p:nvGrpSpPr>
        <p:grpSpPr>
          <a:xfrm>
            <a:off x="715210" y="2616272"/>
            <a:ext cx="1695374" cy="1560837"/>
            <a:chOff x="727421" y="2828315"/>
            <a:chExt cx="1695374" cy="1560837"/>
          </a:xfrm>
        </p:grpSpPr>
        <p:grpSp>
          <p:nvGrpSpPr>
            <p:cNvPr id="15544" name="Google Shape;15544;p91"/>
            <p:cNvGrpSpPr/>
            <p:nvPr/>
          </p:nvGrpSpPr>
          <p:grpSpPr>
            <a:xfrm>
              <a:off x="727421" y="2828315"/>
              <a:ext cx="1695374" cy="1560837"/>
              <a:chOff x="734799" y="2782450"/>
              <a:chExt cx="1571100" cy="1577400"/>
            </a:xfrm>
          </p:grpSpPr>
          <p:cxnSp>
            <p:nvCxnSpPr>
              <p:cNvPr id="15545" name="Google Shape;15545;p91"/>
              <p:cNvCxnSpPr/>
              <p:nvPr/>
            </p:nvCxnSpPr>
            <p:spPr>
              <a:xfrm>
                <a:off x="743025" y="2782450"/>
                <a:ext cx="0" cy="1577400"/>
              </a:xfrm>
              <a:prstGeom prst="straightConnector1">
                <a:avLst/>
              </a:prstGeom>
              <a:noFill/>
              <a:ln cap="flat" cmpd="sng" w="19050">
                <a:solidFill>
                  <a:srgbClr val="E3E7EA"/>
                </a:solidFill>
                <a:prstDash val="solid"/>
                <a:round/>
                <a:headEnd len="med" w="med" type="none"/>
                <a:tailEnd len="med" w="med" type="none"/>
              </a:ln>
            </p:spPr>
          </p:cxnSp>
          <p:cxnSp>
            <p:nvCxnSpPr>
              <p:cNvPr id="15546" name="Google Shape;15546;p91"/>
              <p:cNvCxnSpPr/>
              <p:nvPr/>
            </p:nvCxnSpPr>
            <p:spPr>
              <a:xfrm rot="10800000">
                <a:off x="734799" y="4359850"/>
                <a:ext cx="1571100" cy="0"/>
              </a:xfrm>
              <a:prstGeom prst="straightConnector1">
                <a:avLst/>
              </a:prstGeom>
              <a:noFill/>
              <a:ln cap="flat" cmpd="sng" w="19050">
                <a:solidFill>
                  <a:srgbClr val="E3E7EA"/>
                </a:solidFill>
                <a:prstDash val="solid"/>
                <a:round/>
                <a:headEnd len="med" w="med" type="none"/>
                <a:tailEnd len="med" w="med" type="none"/>
              </a:ln>
            </p:spPr>
          </p:cxnSp>
        </p:grpSp>
        <p:grpSp>
          <p:nvGrpSpPr>
            <p:cNvPr id="15547" name="Google Shape;15547;p91"/>
            <p:cNvGrpSpPr/>
            <p:nvPr/>
          </p:nvGrpSpPr>
          <p:grpSpPr>
            <a:xfrm>
              <a:off x="819108" y="2882501"/>
              <a:ext cx="1556791" cy="1426186"/>
              <a:chOff x="819108" y="2882501"/>
              <a:chExt cx="1556791" cy="1426186"/>
            </a:xfrm>
          </p:grpSpPr>
          <p:grpSp>
            <p:nvGrpSpPr>
              <p:cNvPr id="15548" name="Google Shape;15548;p91"/>
              <p:cNvGrpSpPr/>
              <p:nvPr/>
            </p:nvGrpSpPr>
            <p:grpSpPr>
              <a:xfrm>
                <a:off x="819108" y="2882501"/>
                <a:ext cx="103104" cy="1426186"/>
                <a:chOff x="4674013" y="3100904"/>
                <a:chExt cx="122758" cy="1698043"/>
              </a:xfrm>
            </p:grpSpPr>
            <p:sp>
              <p:nvSpPr>
                <p:cNvPr id="15549" name="Google Shape;15549;p91"/>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0" name="Google Shape;15550;p91"/>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1" name="Google Shape;15551;p91"/>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2" name="Google Shape;15552;p91"/>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3" name="Google Shape;15553;p91"/>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4" name="Google Shape;15554;p91"/>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5" name="Google Shape;15555;p91"/>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56" name="Google Shape;15556;p91"/>
              <p:cNvGrpSpPr/>
              <p:nvPr/>
            </p:nvGrpSpPr>
            <p:grpSpPr>
              <a:xfrm>
                <a:off x="1062475" y="2882501"/>
                <a:ext cx="103104" cy="1426186"/>
                <a:chOff x="4940438" y="3100904"/>
                <a:chExt cx="122758" cy="1698043"/>
              </a:xfrm>
            </p:grpSpPr>
            <p:sp>
              <p:nvSpPr>
                <p:cNvPr id="15557" name="Google Shape;15557;p91"/>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8" name="Google Shape;15558;p91"/>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9" name="Google Shape;15559;p91"/>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0" name="Google Shape;15560;p91"/>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1" name="Google Shape;15561;p91"/>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2" name="Google Shape;15562;p91"/>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3" name="Google Shape;15563;p91"/>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64" name="Google Shape;15564;p91"/>
              <p:cNvGrpSpPr/>
              <p:nvPr/>
            </p:nvGrpSpPr>
            <p:grpSpPr>
              <a:xfrm>
                <a:off x="1299324" y="2882501"/>
                <a:ext cx="103104" cy="1426186"/>
                <a:chOff x="5206863" y="3100904"/>
                <a:chExt cx="122758" cy="1698043"/>
              </a:xfrm>
            </p:grpSpPr>
            <p:sp>
              <p:nvSpPr>
                <p:cNvPr id="15565" name="Google Shape;15565;p91"/>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6" name="Google Shape;15566;p91"/>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7" name="Google Shape;15567;p91"/>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8" name="Google Shape;15568;p91"/>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9" name="Google Shape;15569;p91"/>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0" name="Google Shape;15570;p91"/>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1" name="Google Shape;15571;p91"/>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72" name="Google Shape;15572;p91"/>
              <p:cNvGrpSpPr/>
              <p:nvPr/>
            </p:nvGrpSpPr>
            <p:grpSpPr>
              <a:xfrm>
                <a:off x="1786057" y="2882501"/>
                <a:ext cx="103104" cy="1426186"/>
                <a:chOff x="6006138" y="3143629"/>
                <a:chExt cx="122758" cy="1698043"/>
              </a:xfrm>
            </p:grpSpPr>
            <p:sp>
              <p:nvSpPr>
                <p:cNvPr id="15573" name="Google Shape;15573;p91"/>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4" name="Google Shape;15574;p91"/>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5" name="Google Shape;15575;p91"/>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6" name="Google Shape;15576;p91"/>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7" name="Google Shape;15577;p91"/>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8" name="Google Shape;15578;p91"/>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9" name="Google Shape;15579;p91"/>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80" name="Google Shape;15580;p91"/>
              <p:cNvGrpSpPr/>
              <p:nvPr/>
            </p:nvGrpSpPr>
            <p:grpSpPr>
              <a:xfrm>
                <a:off x="2029422" y="2882501"/>
                <a:ext cx="103104" cy="1426186"/>
                <a:chOff x="6805413" y="3100904"/>
                <a:chExt cx="122758" cy="1698043"/>
              </a:xfrm>
            </p:grpSpPr>
            <p:sp>
              <p:nvSpPr>
                <p:cNvPr id="15581" name="Google Shape;15581;p91"/>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2" name="Google Shape;15582;p91"/>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3" name="Google Shape;15583;p91"/>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4" name="Google Shape;15584;p91"/>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5" name="Google Shape;15585;p91"/>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6" name="Google Shape;15586;p91"/>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7" name="Google Shape;15587;p91"/>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88" name="Google Shape;15588;p91"/>
              <p:cNvGrpSpPr/>
              <p:nvPr/>
            </p:nvGrpSpPr>
            <p:grpSpPr>
              <a:xfrm>
                <a:off x="2272795" y="2882501"/>
                <a:ext cx="103104" cy="1426186"/>
                <a:chOff x="5206863" y="3100904"/>
                <a:chExt cx="122758" cy="1698043"/>
              </a:xfrm>
            </p:grpSpPr>
            <p:sp>
              <p:nvSpPr>
                <p:cNvPr id="15589" name="Google Shape;15589;p91"/>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0" name="Google Shape;15590;p91"/>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1" name="Google Shape;15591;p91"/>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2" name="Google Shape;15592;p91"/>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3" name="Google Shape;15593;p91"/>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4" name="Google Shape;15594;p91"/>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5" name="Google Shape;15595;p91"/>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96" name="Google Shape;15596;p91"/>
              <p:cNvGrpSpPr/>
              <p:nvPr/>
            </p:nvGrpSpPr>
            <p:grpSpPr>
              <a:xfrm>
                <a:off x="1542694" y="2882501"/>
                <a:ext cx="103104" cy="1426186"/>
                <a:chOff x="6006138" y="3143629"/>
                <a:chExt cx="122758" cy="1698043"/>
              </a:xfrm>
            </p:grpSpPr>
            <p:sp>
              <p:nvSpPr>
                <p:cNvPr id="15597" name="Google Shape;15597;p91"/>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8" name="Google Shape;15598;p91"/>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9" name="Google Shape;15599;p91"/>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0" name="Google Shape;15600;p91"/>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1" name="Google Shape;15601;p91"/>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2" name="Google Shape;15602;p91"/>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3" name="Google Shape;15603;p91"/>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5604" name="Google Shape;15604;p91"/>
          <p:cNvGrpSpPr/>
          <p:nvPr/>
        </p:nvGrpSpPr>
        <p:grpSpPr>
          <a:xfrm>
            <a:off x="5671260" y="3305994"/>
            <a:ext cx="2749952" cy="870677"/>
            <a:chOff x="238125" y="1725700"/>
            <a:chExt cx="7139025" cy="2260325"/>
          </a:xfrm>
        </p:grpSpPr>
        <p:sp>
          <p:nvSpPr>
            <p:cNvPr id="15605" name="Google Shape;15605;p91"/>
            <p:cNvSpPr/>
            <p:nvPr/>
          </p:nvSpPr>
          <p:spPr>
            <a:xfrm>
              <a:off x="238125" y="1741950"/>
              <a:ext cx="6506150" cy="2228050"/>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6" name="Google Shape;15606;p91"/>
            <p:cNvSpPr/>
            <p:nvPr/>
          </p:nvSpPr>
          <p:spPr>
            <a:xfrm>
              <a:off x="2480475" y="2435950"/>
              <a:ext cx="438500" cy="841400"/>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7" name="Google Shape;15607;p91"/>
            <p:cNvSpPr/>
            <p:nvPr/>
          </p:nvSpPr>
          <p:spPr>
            <a:xfrm>
              <a:off x="3663250" y="2219875"/>
              <a:ext cx="607450" cy="1272525"/>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8" name="Google Shape;15608;p91"/>
            <p:cNvSpPr/>
            <p:nvPr/>
          </p:nvSpPr>
          <p:spPr>
            <a:xfrm>
              <a:off x="4999700" y="1973525"/>
              <a:ext cx="820500" cy="1764350"/>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9" name="Google Shape;15609;p91"/>
            <p:cNvSpPr/>
            <p:nvPr/>
          </p:nvSpPr>
          <p:spPr>
            <a:xfrm>
              <a:off x="6838275" y="1725700"/>
              <a:ext cx="150" cy="0"/>
            </a:xfrm>
            <a:custGeom>
              <a:rect b="b" l="l" r="r" t="t"/>
              <a:pathLst>
                <a:path extrusionOk="0" h="0" w="6">
                  <a:moveTo>
                    <a:pt x="5" y="0"/>
                  </a:moveTo>
                  <a:lnTo>
                    <a:pt x="1"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0" name="Google Shape;15610;p91"/>
            <p:cNvSpPr/>
            <p:nvPr/>
          </p:nvSpPr>
          <p:spPr>
            <a:xfrm>
              <a:off x="6838400" y="3986000"/>
              <a:ext cx="25" cy="25"/>
            </a:xfrm>
            <a:custGeom>
              <a:rect b="b" l="l" r="r" t="t"/>
              <a:pathLst>
                <a:path extrusionOk="0" h="1" w="1">
                  <a:moveTo>
                    <a:pt x="0" y="1"/>
                  </a:move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1" name="Google Shape;15611;p91"/>
            <p:cNvSpPr/>
            <p:nvPr/>
          </p:nvSpPr>
          <p:spPr>
            <a:xfrm>
              <a:off x="6744250" y="3969975"/>
              <a:ext cx="94175" cy="16050"/>
            </a:xfrm>
            <a:custGeom>
              <a:rect b="b" l="l" r="r" t="t"/>
              <a:pathLst>
                <a:path extrusionOk="0" h="642" w="3767">
                  <a:moveTo>
                    <a:pt x="1" y="0"/>
                  </a:moveTo>
                  <a:lnTo>
                    <a:pt x="1" y="0"/>
                  </a:lnTo>
                  <a:cubicBezTo>
                    <a:pt x="1190" y="425"/>
                    <a:pt x="2415" y="642"/>
                    <a:pt x="3662" y="642"/>
                  </a:cubicBezTo>
                  <a:lnTo>
                    <a:pt x="3766" y="642"/>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2" name="Google Shape;15612;p91"/>
            <p:cNvSpPr/>
            <p:nvPr/>
          </p:nvSpPr>
          <p:spPr>
            <a:xfrm>
              <a:off x="6744250" y="1725700"/>
              <a:ext cx="94050" cy="16175"/>
            </a:xfrm>
            <a:custGeom>
              <a:rect b="b" l="l" r="r" t="t"/>
              <a:pathLst>
                <a:path extrusionOk="0" h="647" w="3762">
                  <a:moveTo>
                    <a:pt x="3662" y="0"/>
                  </a:moveTo>
                  <a:cubicBezTo>
                    <a:pt x="2415" y="0"/>
                    <a:pt x="1194" y="222"/>
                    <a:pt x="1" y="646"/>
                  </a:cubicBezTo>
                  <a:lnTo>
                    <a:pt x="376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3" name="Google Shape;15613;p91"/>
            <p:cNvSpPr/>
            <p:nvPr/>
          </p:nvSpPr>
          <p:spPr>
            <a:xfrm>
              <a:off x="6294575" y="1725700"/>
              <a:ext cx="1082575" cy="2260225"/>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4" name="Google Shape;15614;p91"/>
            <p:cNvSpPr/>
            <p:nvPr/>
          </p:nvSpPr>
          <p:spPr>
            <a:xfrm>
              <a:off x="1511625" y="2613375"/>
              <a:ext cx="292400" cy="484275"/>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15" name="Google Shape;15615;p91"/>
          <p:cNvGrpSpPr/>
          <p:nvPr/>
        </p:nvGrpSpPr>
        <p:grpSpPr>
          <a:xfrm>
            <a:off x="5941424" y="2247740"/>
            <a:ext cx="1105452" cy="916747"/>
            <a:chOff x="5249100" y="1210600"/>
            <a:chExt cx="3502700" cy="2904775"/>
          </a:xfrm>
        </p:grpSpPr>
        <p:sp>
          <p:nvSpPr>
            <p:cNvPr id="15616" name="Google Shape;15616;p91"/>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7" name="Google Shape;15617;p91"/>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8" name="Google Shape;15618;p91"/>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9" name="Google Shape;15619;p91"/>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20" name="Google Shape;15620;p91"/>
            <p:cNvCxnSpPr/>
            <p:nvPr/>
          </p:nvCxnSpPr>
          <p:spPr>
            <a:xfrm>
              <a:off x="5249100" y="2382654"/>
              <a:ext cx="922800" cy="0"/>
            </a:xfrm>
            <a:prstGeom prst="straightConnector1">
              <a:avLst/>
            </a:prstGeom>
            <a:noFill/>
            <a:ln cap="flat" cmpd="sng" w="19050">
              <a:solidFill>
                <a:srgbClr val="869FB2"/>
              </a:solidFill>
              <a:prstDash val="solid"/>
              <a:round/>
              <a:headEnd len="med" w="med" type="oval"/>
              <a:tailEnd len="med" w="med" type="none"/>
            </a:ln>
          </p:spPr>
        </p:cxnSp>
        <p:cxnSp>
          <p:nvCxnSpPr>
            <p:cNvPr id="15621" name="Google Shape;15621;p91"/>
            <p:cNvCxnSpPr/>
            <p:nvPr/>
          </p:nvCxnSpPr>
          <p:spPr>
            <a:xfrm rot="10800000">
              <a:off x="8178522" y="1765431"/>
              <a:ext cx="559200" cy="0"/>
            </a:xfrm>
            <a:prstGeom prst="straightConnector1">
              <a:avLst/>
            </a:prstGeom>
            <a:noFill/>
            <a:ln cap="flat" cmpd="sng" w="19050">
              <a:solidFill>
                <a:srgbClr val="BAC8D3"/>
              </a:solidFill>
              <a:prstDash val="solid"/>
              <a:round/>
              <a:headEnd len="med" w="med" type="oval"/>
              <a:tailEnd len="med" w="med" type="none"/>
            </a:ln>
          </p:spPr>
        </p:cxnSp>
        <p:cxnSp>
          <p:nvCxnSpPr>
            <p:cNvPr id="15622" name="Google Shape;15622;p91"/>
            <p:cNvCxnSpPr/>
            <p:nvPr/>
          </p:nvCxnSpPr>
          <p:spPr>
            <a:xfrm rot="10800000">
              <a:off x="7467500" y="2943528"/>
              <a:ext cx="1284300" cy="0"/>
            </a:xfrm>
            <a:prstGeom prst="straightConnector1">
              <a:avLst/>
            </a:prstGeom>
            <a:noFill/>
            <a:ln cap="flat" cmpd="sng" w="19050">
              <a:solidFill>
                <a:srgbClr val="5F7D95"/>
              </a:solidFill>
              <a:prstDash val="solid"/>
              <a:round/>
              <a:headEnd len="med" w="med" type="oval"/>
              <a:tailEnd len="med" w="med" type="none"/>
            </a:ln>
          </p:spPr>
        </p:cxnSp>
        <p:cxnSp>
          <p:nvCxnSpPr>
            <p:cNvPr id="15623" name="Google Shape;15623;p91"/>
            <p:cNvCxnSpPr/>
            <p:nvPr/>
          </p:nvCxnSpPr>
          <p:spPr>
            <a:xfrm>
              <a:off x="5787288" y="3630350"/>
              <a:ext cx="922800" cy="0"/>
            </a:xfrm>
            <a:prstGeom prst="straightConnector1">
              <a:avLst/>
            </a:prstGeom>
            <a:noFill/>
            <a:ln cap="flat" cmpd="sng" w="19050">
              <a:solidFill>
                <a:srgbClr val="435D74"/>
              </a:solidFill>
              <a:prstDash val="solid"/>
              <a:round/>
              <a:headEnd len="med" w="med" type="oval"/>
              <a:tailEnd len="med" w="med" type="none"/>
            </a:ln>
          </p:spPr>
        </p:cxnSp>
        <p:sp>
          <p:nvSpPr>
            <p:cNvPr id="15624" name="Google Shape;15624;p91"/>
            <p:cNvSpPr/>
            <p:nvPr/>
          </p:nvSpPr>
          <p:spPr>
            <a:xfrm>
              <a:off x="6601902" y="3690575"/>
              <a:ext cx="566400" cy="424800"/>
            </a:xfrm>
            <a:prstGeom prst="downArrow">
              <a:avLst>
                <a:gd fmla="val 50000" name="adj1"/>
                <a:gd fmla="val 50000" name="adj2"/>
              </a:avLst>
            </a:pr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25" name="Google Shape;15625;p91"/>
          <p:cNvGrpSpPr/>
          <p:nvPr/>
        </p:nvGrpSpPr>
        <p:grpSpPr>
          <a:xfrm>
            <a:off x="7123972" y="967158"/>
            <a:ext cx="1304650" cy="1124856"/>
            <a:chOff x="7287122" y="1165658"/>
            <a:chExt cx="1219413" cy="1051365"/>
          </a:xfrm>
        </p:grpSpPr>
        <p:grpSp>
          <p:nvGrpSpPr>
            <p:cNvPr id="15626" name="Google Shape;15626;p91"/>
            <p:cNvGrpSpPr/>
            <p:nvPr/>
          </p:nvGrpSpPr>
          <p:grpSpPr>
            <a:xfrm>
              <a:off x="7287122" y="1969723"/>
              <a:ext cx="1219413" cy="247300"/>
              <a:chOff x="7287122" y="1969723"/>
              <a:chExt cx="1219413" cy="247300"/>
            </a:xfrm>
          </p:grpSpPr>
          <p:sp>
            <p:nvSpPr>
              <p:cNvPr id="15627" name="Google Shape;15627;p91"/>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628" name="Google Shape;15628;p91"/>
              <p:cNvGrpSpPr/>
              <p:nvPr/>
            </p:nvGrpSpPr>
            <p:grpSpPr>
              <a:xfrm>
                <a:off x="7287122" y="2063892"/>
                <a:ext cx="1151753" cy="73428"/>
                <a:chOff x="7287122" y="2063892"/>
                <a:chExt cx="1151753" cy="73428"/>
              </a:xfrm>
            </p:grpSpPr>
            <p:sp>
              <p:nvSpPr>
                <p:cNvPr id="15629" name="Google Shape;15629;p91"/>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30" name="Google Shape;15630;p91"/>
                <p:cNvCxnSpPr/>
                <p:nvPr/>
              </p:nvCxnSpPr>
              <p:spPr>
                <a:xfrm rot="10800000">
                  <a:off x="7818475" y="2100600"/>
                  <a:ext cx="620400" cy="0"/>
                </a:xfrm>
                <a:prstGeom prst="straightConnector1">
                  <a:avLst/>
                </a:prstGeom>
                <a:noFill/>
                <a:ln cap="flat" cmpd="sng" w="9525">
                  <a:solidFill>
                    <a:srgbClr val="CFD9E0"/>
                  </a:solidFill>
                  <a:prstDash val="solid"/>
                  <a:round/>
                  <a:headEnd len="med" w="med" type="none"/>
                  <a:tailEnd len="med" w="med" type="oval"/>
                </a:ln>
              </p:spPr>
            </p:cxnSp>
          </p:grpSp>
        </p:grpSp>
        <p:grpSp>
          <p:nvGrpSpPr>
            <p:cNvPr id="15631" name="Google Shape;15631;p91"/>
            <p:cNvGrpSpPr/>
            <p:nvPr/>
          </p:nvGrpSpPr>
          <p:grpSpPr>
            <a:xfrm>
              <a:off x="7287122" y="1712201"/>
              <a:ext cx="1219403" cy="246767"/>
              <a:chOff x="7287122" y="1712201"/>
              <a:chExt cx="1219403" cy="246767"/>
            </a:xfrm>
          </p:grpSpPr>
          <p:sp>
            <p:nvSpPr>
              <p:cNvPr id="15632" name="Google Shape;15632;p91"/>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633" name="Google Shape;15633;p91"/>
              <p:cNvGrpSpPr/>
              <p:nvPr/>
            </p:nvGrpSpPr>
            <p:grpSpPr>
              <a:xfrm>
                <a:off x="7287122" y="1842861"/>
                <a:ext cx="1005303" cy="73419"/>
                <a:chOff x="7287122" y="1842861"/>
                <a:chExt cx="1005303" cy="73419"/>
              </a:xfrm>
            </p:grpSpPr>
            <p:sp>
              <p:nvSpPr>
                <p:cNvPr id="15634" name="Google Shape;15634;p91"/>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35" name="Google Shape;15635;p91"/>
                <p:cNvCxnSpPr/>
                <p:nvPr/>
              </p:nvCxnSpPr>
              <p:spPr>
                <a:xfrm rot="10800000">
                  <a:off x="7818425" y="1879575"/>
                  <a:ext cx="474000" cy="0"/>
                </a:xfrm>
                <a:prstGeom prst="straightConnector1">
                  <a:avLst/>
                </a:prstGeom>
                <a:noFill/>
                <a:ln cap="flat" cmpd="sng" w="9525">
                  <a:solidFill>
                    <a:srgbClr val="A5B7C6"/>
                  </a:solidFill>
                  <a:prstDash val="solid"/>
                  <a:round/>
                  <a:headEnd len="med" w="med" type="none"/>
                  <a:tailEnd len="med" w="med" type="oval"/>
                </a:ln>
              </p:spPr>
            </p:cxnSp>
          </p:grpSp>
        </p:grpSp>
        <p:grpSp>
          <p:nvGrpSpPr>
            <p:cNvPr id="15636" name="Google Shape;15636;p91"/>
            <p:cNvGrpSpPr/>
            <p:nvPr/>
          </p:nvGrpSpPr>
          <p:grpSpPr>
            <a:xfrm>
              <a:off x="7287122" y="1447520"/>
              <a:ext cx="1219403" cy="286667"/>
              <a:chOff x="7287122" y="1447520"/>
              <a:chExt cx="1219403" cy="286667"/>
            </a:xfrm>
          </p:grpSpPr>
          <p:sp>
            <p:nvSpPr>
              <p:cNvPr id="15637" name="Google Shape;15637;p91"/>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638" name="Google Shape;15638;p91"/>
              <p:cNvGrpSpPr/>
              <p:nvPr/>
            </p:nvGrpSpPr>
            <p:grpSpPr>
              <a:xfrm>
                <a:off x="7287122" y="1581977"/>
                <a:ext cx="852803" cy="73428"/>
                <a:chOff x="7287122" y="1581977"/>
                <a:chExt cx="852803" cy="73428"/>
              </a:xfrm>
            </p:grpSpPr>
            <p:sp>
              <p:nvSpPr>
                <p:cNvPr id="15639" name="Google Shape;15639;p91"/>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40" name="Google Shape;15640;p91"/>
                <p:cNvCxnSpPr/>
                <p:nvPr/>
              </p:nvCxnSpPr>
              <p:spPr>
                <a:xfrm rot="10800000">
                  <a:off x="7818325" y="1618700"/>
                  <a:ext cx="321600" cy="0"/>
                </a:xfrm>
                <a:prstGeom prst="straightConnector1">
                  <a:avLst/>
                </a:prstGeom>
                <a:noFill/>
                <a:ln cap="flat" cmpd="sng" w="9525">
                  <a:solidFill>
                    <a:srgbClr val="869FB2"/>
                  </a:solidFill>
                  <a:prstDash val="solid"/>
                  <a:round/>
                  <a:headEnd len="med" w="med" type="none"/>
                  <a:tailEnd len="med" w="med" type="oval"/>
                </a:ln>
              </p:spPr>
            </p:cxnSp>
          </p:grpSp>
        </p:grpSp>
        <p:grpSp>
          <p:nvGrpSpPr>
            <p:cNvPr id="15641" name="Google Shape;15641;p91"/>
            <p:cNvGrpSpPr/>
            <p:nvPr/>
          </p:nvGrpSpPr>
          <p:grpSpPr>
            <a:xfrm>
              <a:off x="7287122" y="1165658"/>
              <a:ext cx="1219403" cy="344253"/>
              <a:chOff x="7287122" y="1165658"/>
              <a:chExt cx="1219403" cy="344253"/>
            </a:xfrm>
          </p:grpSpPr>
          <p:sp>
            <p:nvSpPr>
              <p:cNvPr id="15642" name="Google Shape;15642;p91"/>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643" name="Google Shape;15643;p91"/>
              <p:cNvGrpSpPr/>
              <p:nvPr/>
            </p:nvGrpSpPr>
            <p:grpSpPr>
              <a:xfrm>
                <a:off x="7287122" y="1341025"/>
                <a:ext cx="695703" cy="73419"/>
                <a:chOff x="7287122" y="1341025"/>
                <a:chExt cx="695703" cy="73419"/>
              </a:xfrm>
            </p:grpSpPr>
            <p:sp>
              <p:nvSpPr>
                <p:cNvPr id="15644" name="Google Shape;15644;p91"/>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45" name="Google Shape;15645;p91"/>
                <p:cNvCxnSpPr/>
                <p:nvPr/>
              </p:nvCxnSpPr>
              <p:spPr>
                <a:xfrm rot="10800000">
                  <a:off x="7818425" y="1377750"/>
                  <a:ext cx="164400" cy="0"/>
                </a:xfrm>
                <a:prstGeom prst="straightConnector1">
                  <a:avLst/>
                </a:prstGeom>
                <a:noFill/>
                <a:ln cap="flat" cmpd="sng" w="9525">
                  <a:solidFill>
                    <a:srgbClr val="869FB1"/>
                  </a:solidFill>
                  <a:prstDash val="solid"/>
                  <a:round/>
                  <a:headEnd len="med" w="med" type="none"/>
                  <a:tailEnd len="med" w="med" type="oval"/>
                </a:ln>
              </p:spPr>
            </p:cxnSp>
          </p:grpSp>
        </p:grpSp>
      </p:grpSp>
      <p:grpSp>
        <p:nvGrpSpPr>
          <p:cNvPr id="15646" name="Google Shape;15646;p91"/>
          <p:cNvGrpSpPr/>
          <p:nvPr/>
        </p:nvGrpSpPr>
        <p:grpSpPr>
          <a:xfrm>
            <a:off x="5790464" y="973181"/>
            <a:ext cx="1397729" cy="1098540"/>
            <a:chOff x="5900602" y="1193063"/>
            <a:chExt cx="1299851" cy="1021707"/>
          </a:xfrm>
        </p:grpSpPr>
        <p:grpSp>
          <p:nvGrpSpPr>
            <p:cNvPr id="15647" name="Google Shape;15647;p91"/>
            <p:cNvGrpSpPr/>
            <p:nvPr/>
          </p:nvGrpSpPr>
          <p:grpSpPr>
            <a:xfrm>
              <a:off x="6520337" y="1193063"/>
              <a:ext cx="341815" cy="799959"/>
              <a:chOff x="6520337" y="1193063"/>
              <a:chExt cx="341815" cy="799959"/>
            </a:xfrm>
          </p:grpSpPr>
          <p:grpSp>
            <p:nvGrpSpPr>
              <p:cNvPr id="15648" name="Google Shape;15648;p91"/>
              <p:cNvGrpSpPr/>
              <p:nvPr/>
            </p:nvGrpSpPr>
            <p:grpSpPr>
              <a:xfrm>
                <a:off x="6520337" y="1589527"/>
                <a:ext cx="213950" cy="403494"/>
                <a:chOff x="6520337" y="1589527"/>
                <a:chExt cx="213950" cy="403494"/>
              </a:xfrm>
            </p:grpSpPr>
            <p:sp>
              <p:nvSpPr>
                <p:cNvPr id="15649" name="Google Shape;15649;p91"/>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0" name="Google Shape;15650;p91"/>
                <p:cNvSpPr/>
                <p:nvPr/>
              </p:nvSpPr>
              <p:spPr>
                <a:xfrm rot="-5400000">
                  <a:off x="6529204" y="178793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51" name="Google Shape;15651;p91"/>
              <p:cNvGrpSpPr/>
              <p:nvPr/>
            </p:nvGrpSpPr>
            <p:grpSpPr>
              <a:xfrm>
                <a:off x="6577204" y="1193063"/>
                <a:ext cx="284947" cy="464512"/>
                <a:chOff x="6577204" y="1193063"/>
                <a:chExt cx="284947" cy="464512"/>
              </a:xfrm>
            </p:grpSpPr>
            <p:sp>
              <p:nvSpPr>
                <p:cNvPr id="15652" name="Google Shape;15652;p91"/>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53" name="Google Shape;15653;p91"/>
                <p:cNvCxnSpPr/>
                <p:nvPr/>
              </p:nvCxnSpPr>
              <p:spPr>
                <a:xfrm rot="10800000">
                  <a:off x="6677825" y="1279575"/>
                  <a:ext cx="0" cy="378000"/>
                </a:xfrm>
                <a:prstGeom prst="straightConnector1">
                  <a:avLst/>
                </a:prstGeom>
                <a:noFill/>
                <a:ln cap="flat" cmpd="sng" w="9525">
                  <a:solidFill>
                    <a:srgbClr val="A5B7C6"/>
                  </a:solidFill>
                  <a:prstDash val="solid"/>
                  <a:round/>
                  <a:headEnd len="med" w="med" type="none"/>
                  <a:tailEnd len="med" w="med" type="oval"/>
                </a:ln>
              </p:spPr>
            </p:cxnSp>
          </p:grpSp>
        </p:grpSp>
        <p:grpSp>
          <p:nvGrpSpPr>
            <p:cNvPr id="15654" name="Google Shape;15654;p91"/>
            <p:cNvGrpSpPr/>
            <p:nvPr/>
          </p:nvGrpSpPr>
          <p:grpSpPr>
            <a:xfrm>
              <a:off x="6238903" y="1193063"/>
              <a:ext cx="300475" cy="900152"/>
              <a:chOff x="6238903" y="1193063"/>
              <a:chExt cx="300475" cy="900152"/>
            </a:xfrm>
          </p:grpSpPr>
          <p:grpSp>
            <p:nvGrpSpPr>
              <p:cNvPr id="15655" name="Google Shape;15655;p91"/>
              <p:cNvGrpSpPr/>
              <p:nvPr/>
            </p:nvGrpSpPr>
            <p:grpSpPr>
              <a:xfrm>
                <a:off x="6290865" y="1489315"/>
                <a:ext cx="248514" cy="603900"/>
                <a:chOff x="6290865" y="1489315"/>
                <a:chExt cx="248514" cy="603900"/>
              </a:xfrm>
            </p:grpSpPr>
            <p:sp>
              <p:nvSpPr>
                <p:cNvPr id="15656" name="Google Shape;15656;p91"/>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7" name="Google Shape;15657;p91"/>
                <p:cNvSpPr/>
                <p:nvPr/>
              </p:nvSpPr>
              <p:spPr>
                <a:xfrm rot="-5400000">
                  <a:off x="6266916" y="1820752"/>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58" name="Google Shape;15658;p91"/>
              <p:cNvGrpSpPr/>
              <p:nvPr/>
            </p:nvGrpSpPr>
            <p:grpSpPr>
              <a:xfrm>
                <a:off x="6238903" y="1193063"/>
                <a:ext cx="284947" cy="333087"/>
                <a:chOff x="6238903" y="1193063"/>
                <a:chExt cx="284947" cy="333087"/>
              </a:xfrm>
            </p:grpSpPr>
            <p:sp>
              <p:nvSpPr>
                <p:cNvPr id="15659" name="Google Shape;15659;p91"/>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60" name="Google Shape;15660;p91"/>
                <p:cNvCxnSpPr/>
                <p:nvPr/>
              </p:nvCxnSpPr>
              <p:spPr>
                <a:xfrm rot="10800000">
                  <a:off x="6431250" y="1279250"/>
                  <a:ext cx="0" cy="246900"/>
                </a:xfrm>
                <a:prstGeom prst="straightConnector1">
                  <a:avLst/>
                </a:prstGeom>
                <a:noFill/>
                <a:ln cap="flat" cmpd="sng" w="9525">
                  <a:solidFill>
                    <a:srgbClr val="869FB2"/>
                  </a:solidFill>
                  <a:prstDash val="solid"/>
                  <a:round/>
                  <a:headEnd len="med" w="med" type="none"/>
                  <a:tailEnd len="med" w="med" type="oval"/>
                </a:ln>
              </p:spPr>
            </p:cxnSp>
          </p:grpSp>
        </p:grpSp>
        <p:grpSp>
          <p:nvGrpSpPr>
            <p:cNvPr id="15661" name="Google Shape;15661;p91"/>
            <p:cNvGrpSpPr/>
            <p:nvPr/>
          </p:nvGrpSpPr>
          <p:grpSpPr>
            <a:xfrm>
              <a:off x="5900602" y="1193063"/>
              <a:ext cx="444345" cy="1021707"/>
              <a:chOff x="5900602" y="1193063"/>
              <a:chExt cx="444345" cy="1021707"/>
            </a:xfrm>
          </p:grpSpPr>
          <p:grpSp>
            <p:nvGrpSpPr>
              <p:cNvPr id="15662" name="Google Shape;15662;p91"/>
              <p:cNvGrpSpPr/>
              <p:nvPr/>
            </p:nvGrpSpPr>
            <p:grpSpPr>
              <a:xfrm>
                <a:off x="6046501" y="1367785"/>
                <a:ext cx="298446" cy="846986"/>
                <a:chOff x="6046501" y="1367785"/>
                <a:chExt cx="298446" cy="846986"/>
              </a:xfrm>
            </p:grpSpPr>
            <p:sp>
              <p:nvSpPr>
                <p:cNvPr id="15663" name="Google Shape;15663;p91"/>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4" name="Google Shape;15664;p91"/>
                <p:cNvSpPr/>
                <p:nvPr/>
              </p:nvSpPr>
              <p:spPr>
                <a:xfrm rot="-5400000">
                  <a:off x="5986745" y="185656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65" name="Google Shape;15665;p91"/>
              <p:cNvGrpSpPr/>
              <p:nvPr/>
            </p:nvGrpSpPr>
            <p:grpSpPr>
              <a:xfrm>
                <a:off x="5900602" y="1193063"/>
                <a:ext cx="284947" cy="182312"/>
                <a:chOff x="5900602" y="1193063"/>
                <a:chExt cx="284947" cy="182312"/>
              </a:xfrm>
            </p:grpSpPr>
            <p:sp>
              <p:nvSpPr>
                <p:cNvPr id="15666" name="Google Shape;15666;p91"/>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67" name="Google Shape;15667;p91"/>
                <p:cNvCxnSpPr/>
                <p:nvPr/>
              </p:nvCxnSpPr>
              <p:spPr>
                <a:xfrm rot="10800000">
                  <a:off x="6156950" y="1279675"/>
                  <a:ext cx="0" cy="95700"/>
                </a:xfrm>
                <a:prstGeom prst="straightConnector1">
                  <a:avLst/>
                </a:prstGeom>
                <a:noFill/>
                <a:ln cap="flat" cmpd="sng" w="9525">
                  <a:solidFill>
                    <a:srgbClr val="657E93"/>
                  </a:solidFill>
                  <a:prstDash val="solid"/>
                  <a:round/>
                  <a:headEnd len="med" w="med" type="none"/>
                  <a:tailEnd len="med" w="med" type="oval"/>
                </a:ln>
              </p:spPr>
            </p:cxnSp>
          </p:grpSp>
        </p:grpSp>
        <p:grpSp>
          <p:nvGrpSpPr>
            <p:cNvPr id="15668" name="Google Shape;15668;p91"/>
            <p:cNvGrpSpPr/>
            <p:nvPr/>
          </p:nvGrpSpPr>
          <p:grpSpPr>
            <a:xfrm>
              <a:off x="6738300" y="1193063"/>
              <a:ext cx="462153" cy="707634"/>
              <a:chOff x="6738300" y="1193063"/>
              <a:chExt cx="462153" cy="707634"/>
            </a:xfrm>
          </p:grpSpPr>
          <p:grpSp>
            <p:nvGrpSpPr>
              <p:cNvPr id="15669" name="Google Shape;15669;p91"/>
              <p:cNvGrpSpPr/>
              <p:nvPr/>
            </p:nvGrpSpPr>
            <p:grpSpPr>
              <a:xfrm>
                <a:off x="6915505" y="1193063"/>
                <a:ext cx="284947" cy="597387"/>
                <a:chOff x="6915505" y="1193063"/>
                <a:chExt cx="284947" cy="597387"/>
              </a:xfrm>
            </p:grpSpPr>
            <p:sp>
              <p:nvSpPr>
                <p:cNvPr id="15670" name="Google Shape;15670;p91"/>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71" name="Google Shape;15671;p91"/>
                <p:cNvCxnSpPr/>
                <p:nvPr/>
              </p:nvCxnSpPr>
              <p:spPr>
                <a:xfrm rot="10800000">
                  <a:off x="6938275" y="1279850"/>
                  <a:ext cx="0" cy="510600"/>
                </a:xfrm>
                <a:prstGeom prst="straightConnector1">
                  <a:avLst/>
                </a:prstGeom>
                <a:noFill/>
                <a:ln cap="flat" cmpd="sng" w="9525">
                  <a:solidFill>
                    <a:srgbClr val="E3E7EA"/>
                  </a:solidFill>
                  <a:prstDash val="solid"/>
                  <a:round/>
                  <a:headEnd len="med" w="med" type="none"/>
                  <a:tailEnd len="med" w="med" type="oval"/>
                </a:ln>
              </p:spPr>
            </p:cxnSp>
          </p:grpSp>
          <p:grpSp>
            <p:nvGrpSpPr>
              <p:cNvPr id="15672" name="Google Shape;15672;p91"/>
              <p:cNvGrpSpPr/>
              <p:nvPr/>
            </p:nvGrpSpPr>
            <p:grpSpPr>
              <a:xfrm>
                <a:off x="6738300" y="1684725"/>
                <a:ext cx="230066" cy="215971"/>
                <a:chOff x="6738300" y="1684725"/>
                <a:chExt cx="230066" cy="215971"/>
              </a:xfrm>
            </p:grpSpPr>
            <p:sp>
              <p:nvSpPr>
                <p:cNvPr id="15673" name="Google Shape;15673;p91"/>
                <p:cNvSpPr/>
                <p:nvPr/>
              </p:nvSpPr>
              <p:spPr>
                <a:xfrm rot="-5400000">
                  <a:off x="6799187" y="1731518"/>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74" name="Google Shape;15674;p91"/>
                <p:cNvSpPr/>
                <p:nvPr/>
              </p:nvSpPr>
              <p:spPr>
                <a:xfrm flipH="1" rot="-5400000">
                  <a:off x="6799182" y="1623843"/>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5678" name="Shape 15678"/>
        <p:cNvGrpSpPr/>
        <p:nvPr/>
      </p:nvGrpSpPr>
      <p:grpSpPr>
        <a:xfrm>
          <a:off x="0" y="0"/>
          <a:ext cx="0" cy="0"/>
          <a:chOff x="0" y="0"/>
          <a:chExt cx="0" cy="0"/>
        </a:xfrm>
      </p:grpSpPr>
      <p:grpSp>
        <p:nvGrpSpPr>
          <p:cNvPr id="15679" name="Google Shape;15679;p92"/>
          <p:cNvGrpSpPr/>
          <p:nvPr/>
        </p:nvGrpSpPr>
        <p:grpSpPr>
          <a:xfrm>
            <a:off x="826133" y="2318098"/>
            <a:ext cx="387992" cy="329326"/>
            <a:chOff x="839307" y="2318098"/>
            <a:chExt cx="387992" cy="329326"/>
          </a:xfrm>
        </p:grpSpPr>
        <p:sp>
          <p:nvSpPr>
            <p:cNvPr id="15680" name="Google Shape;15680;p92"/>
            <p:cNvSpPr/>
            <p:nvPr/>
          </p:nvSpPr>
          <p:spPr>
            <a:xfrm>
              <a:off x="963051" y="2318098"/>
              <a:ext cx="140532" cy="93872"/>
            </a:xfrm>
            <a:custGeom>
              <a:rect b="b" l="l" r="r" t="t"/>
              <a:pathLst>
                <a:path extrusionOk="0" h="3573" w="5349">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1" name="Google Shape;15681;p92"/>
            <p:cNvSpPr/>
            <p:nvPr/>
          </p:nvSpPr>
          <p:spPr>
            <a:xfrm>
              <a:off x="962867" y="2358741"/>
              <a:ext cx="31553" cy="53228"/>
            </a:xfrm>
            <a:custGeom>
              <a:rect b="b" l="l" r="r" t="t"/>
              <a:pathLst>
                <a:path extrusionOk="0" h="2026" w="1201">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2" name="Google Shape;15682;p92"/>
            <p:cNvSpPr/>
            <p:nvPr/>
          </p:nvSpPr>
          <p:spPr>
            <a:xfrm>
              <a:off x="1072397" y="2358741"/>
              <a:ext cx="31369" cy="53228"/>
            </a:xfrm>
            <a:custGeom>
              <a:rect b="b" l="l" r="r" t="t"/>
              <a:pathLst>
                <a:path extrusionOk="0" h="2026" w="1194">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3" name="Google Shape;15683;p92"/>
            <p:cNvSpPr/>
            <p:nvPr/>
          </p:nvSpPr>
          <p:spPr>
            <a:xfrm>
              <a:off x="839307" y="2378419"/>
              <a:ext cx="387992" cy="260623"/>
            </a:xfrm>
            <a:custGeom>
              <a:rect b="b" l="l" r="r" t="t"/>
              <a:pathLst>
                <a:path extrusionOk="0" h="9920" w="14768">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4" name="Google Shape;15684;p92"/>
            <p:cNvSpPr/>
            <p:nvPr/>
          </p:nvSpPr>
          <p:spPr>
            <a:xfrm>
              <a:off x="839307" y="2378235"/>
              <a:ext cx="65629" cy="260623"/>
            </a:xfrm>
            <a:custGeom>
              <a:rect b="b" l="l" r="r" t="t"/>
              <a:pathLst>
                <a:path extrusionOk="0" h="9920" w="2498">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5" name="Google Shape;15685;p92"/>
            <p:cNvSpPr/>
            <p:nvPr/>
          </p:nvSpPr>
          <p:spPr>
            <a:xfrm>
              <a:off x="893796" y="2369671"/>
              <a:ext cx="39199" cy="277753"/>
            </a:xfrm>
            <a:custGeom>
              <a:rect b="b" l="l" r="r" t="t"/>
              <a:pathLst>
                <a:path extrusionOk="0" h="10572" w="1492">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6" name="Google Shape;15686;p92"/>
            <p:cNvSpPr/>
            <p:nvPr/>
          </p:nvSpPr>
          <p:spPr>
            <a:xfrm>
              <a:off x="1133612" y="2369671"/>
              <a:ext cx="39199" cy="277753"/>
            </a:xfrm>
            <a:custGeom>
              <a:rect b="b" l="l" r="r" t="t"/>
              <a:pathLst>
                <a:path extrusionOk="0" h="10572" w="1492">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7" name="Google Shape;15687;p92"/>
            <p:cNvSpPr/>
            <p:nvPr/>
          </p:nvSpPr>
          <p:spPr>
            <a:xfrm>
              <a:off x="1021008" y="2540915"/>
              <a:ext cx="86752" cy="66864"/>
            </a:xfrm>
            <a:custGeom>
              <a:rect b="b" l="l" r="r" t="t"/>
              <a:pathLst>
                <a:path extrusionOk="0" h="2545" w="3302">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8" name="Google Shape;15688;p92"/>
            <p:cNvSpPr/>
            <p:nvPr/>
          </p:nvSpPr>
          <p:spPr>
            <a:xfrm>
              <a:off x="1041947" y="2430544"/>
              <a:ext cx="64368" cy="46502"/>
            </a:xfrm>
            <a:custGeom>
              <a:rect b="b" l="l" r="r" t="t"/>
              <a:pathLst>
                <a:path extrusionOk="0" h="1770" w="245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9" name="Google Shape;15689;p92"/>
            <p:cNvSpPr/>
            <p:nvPr/>
          </p:nvSpPr>
          <p:spPr>
            <a:xfrm>
              <a:off x="954486" y="2468718"/>
              <a:ext cx="72381" cy="78345"/>
            </a:xfrm>
            <a:custGeom>
              <a:rect b="b" l="l" r="r" t="t"/>
              <a:pathLst>
                <a:path extrusionOk="0" h="2982" w="2755">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90" name="Google Shape;15690;p92"/>
          <p:cNvGrpSpPr/>
          <p:nvPr/>
        </p:nvGrpSpPr>
        <p:grpSpPr>
          <a:xfrm>
            <a:off x="1401816" y="2289671"/>
            <a:ext cx="387073" cy="385996"/>
            <a:chOff x="1414990" y="2289671"/>
            <a:chExt cx="387073" cy="385996"/>
          </a:xfrm>
        </p:grpSpPr>
        <p:sp>
          <p:nvSpPr>
            <p:cNvPr id="15691" name="Google Shape;15691;p92"/>
            <p:cNvSpPr/>
            <p:nvPr/>
          </p:nvSpPr>
          <p:spPr>
            <a:xfrm>
              <a:off x="1511384" y="2485585"/>
              <a:ext cx="110082" cy="59428"/>
            </a:xfrm>
            <a:custGeom>
              <a:rect b="b" l="l" r="r" t="t"/>
              <a:pathLst>
                <a:path extrusionOk="0" h="2262" w="419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2" name="Google Shape;15692;p92"/>
            <p:cNvSpPr/>
            <p:nvPr/>
          </p:nvSpPr>
          <p:spPr>
            <a:xfrm>
              <a:off x="1414990" y="2289671"/>
              <a:ext cx="302712" cy="214515"/>
            </a:xfrm>
            <a:custGeom>
              <a:rect b="b" l="l" r="r" t="t"/>
              <a:pathLst>
                <a:path extrusionOk="0" h="8165" w="11522">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3" name="Google Shape;15693;p92"/>
            <p:cNvSpPr/>
            <p:nvPr/>
          </p:nvSpPr>
          <p:spPr>
            <a:xfrm>
              <a:off x="1490418" y="2536212"/>
              <a:ext cx="151829" cy="17366"/>
            </a:xfrm>
            <a:custGeom>
              <a:rect b="b" l="l" r="r" t="t"/>
              <a:pathLst>
                <a:path extrusionOk="0" h="661" w="5779">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4" name="Google Shape;15694;p92"/>
            <p:cNvSpPr/>
            <p:nvPr/>
          </p:nvSpPr>
          <p:spPr>
            <a:xfrm>
              <a:off x="1430465" y="2307168"/>
              <a:ext cx="271736" cy="158738"/>
            </a:xfrm>
            <a:custGeom>
              <a:rect b="b" l="l" r="r" t="t"/>
              <a:pathLst>
                <a:path extrusionOk="0" h="6042" w="10343">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5" name="Google Shape;15695;p92"/>
            <p:cNvSpPr/>
            <p:nvPr/>
          </p:nvSpPr>
          <p:spPr>
            <a:xfrm>
              <a:off x="1426471" y="2303149"/>
              <a:ext cx="279750" cy="166594"/>
            </a:xfrm>
            <a:custGeom>
              <a:rect b="b" l="l" r="r" t="t"/>
              <a:pathLst>
                <a:path extrusionOk="0" h="6341" w="10648">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6" name="Google Shape;15696;p92"/>
            <p:cNvSpPr/>
            <p:nvPr/>
          </p:nvSpPr>
          <p:spPr>
            <a:xfrm>
              <a:off x="1533610" y="2431096"/>
              <a:ext cx="249326" cy="198830"/>
            </a:xfrm>
            <a:custGeom>
              <a:rect b="b" l="l" r="r" t="t"/>
              <a:pathLst>
                <a:path extrusionOk="0" h="7568" w="949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7" name="Google Shape;15697;p92"/>
            <p:cNvSpPr/>
            <p:nvPr/>
          </p:nvSpPr>
          <p:spPr>
            <a:xfrm>
              <a:off x="1551660" y="2452771"/>
              <a:ext cx="213228" cy="146364"/>
            </a:xfrm>
            <a:custGeom>
              <a:rect b="b" l="l" r="r" t="t"/>
              <a:pathLst>
                <a:path extrusionOk="0" h="5571" w="8116">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8" name="Google Shape;15698;p92"/>
            <p:cNvSpPr/>
            <p:nvPr/>
          </p:nvSpPr>
          <p:spPr>
            <a:xfrm>
              <a:off x="1547824" y="2448935"/>
              <a:ext cx="220899" cy="154193"/>
            </a:xfrm>
            <a:custGeom>
              <a:rect b="b" l="l" r="r" t="t"/>
              <a:pathLst>
                <a:path extrusionOk="0" h="5869" w="8408">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9" name="Google Shape;15699;p92"/>
            <p:cNvSpPr/>
            <p:nvPr/>
          </p:nvSpPr>
          <p:spPr>
            <a:xfrm>
              <a:off x="1533794" y="2610038"/>
              <a:ext cx="249142" cy="23724"/>
            </a:xfrm>
            <a:custGeom>
              <a:rect b="b" l="l" r="r" t="t"/>
              <a:pathLst>
                <a:path extrusionOk="0" h="903" w="9483">
                  <a:moveTo>
                    <a:pt x="1" y="0"/>
                  </a:moveTo>
                  <a:lnTo>
                    <a:pt x="1" y="902"/>
                  </a:lnTo>
                  <a:lnTo>
                    <a:pt x="9482" y="902"/>
                  </a:lnTo>
                  <a:lnTo>
                    <a:pt x="9482" y="0"/>
                  </a:ln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0" name="Google Shape;15700;p92"/>
            <p:cNvSpPr/>
            <p:nvPr/>
          </p:nvSpPr>
          <p:spPr>
            <a:xfrm>
              <a:off x="1514300" y="2616790"/>
              <a:ext cx="287763" cy="26246"/>
            </a:xfrm>
            <a:custGeom>
              <a:rect b="b" l="l" r="r" t="t"/>
              <a:pathLst>
                <a:path extrusionOk="0" h="999" w="10953">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1" name="Google Shape;15701;p92"/>
            <p:cNvSpPr/>
            <p:nvPr/>
          </p:nvSpPr>
          <p:spPr>
            <a:xfrm>
              <a:off x="1490418" y="2536212"/>
              <a:ext cx="36125" cy="17366"/>
            </a:xfrm>
            <a:custGeom>
              <a:rect b="b" l="l" r="r" t="t"/>
              <a:pathLst>
                <a:path extrusionOk="0" h="661" w="1375">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2" name="Google Shape;15702;p92"/>
            <p:cNvSpPr/>
            <p:nvPr/>
          </p:nvSpPr>
          <p:spPr>
            <a:xfrm>
              <a:off x="1414990" y="2289671"/>
              <a:ext cx="35547" cy="214515"/>
            </a:xfrm>
            <a:custGeom>
              <a:rect b="b" l="l" r="r" t="t"/>
              <a:pathLst>
                <a:path extrusionOk="0" h="8165" w="1353">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3" name="Google Shape;15703;p92"/>
            <p:cNvSpPr/>
            <p:nvPr/>
          </p:nvSpPr>
          <p:spPr>
            <a:xfrm>
              <a:off x="1533794" y="2431096"/>
              <a:ext cx="35021" cy="198830"/>
            </a:xfrm>
            <a:custGeom>
              <a:rect b="b" l="l" r="r" t="t"/>
              <a:pathLst>
                <a:path extrusionOk="0" h="7568" w="1333">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4" name="Google Shape;15704;p92"/>
            <p:cNvSpPr/>
            <p:nvPr/>
          </p:nvSpPr>
          <p:spPr>
            <a:xfrm>
              <a:off x="1514484" y="2616790"/>
              <a:ext cx="52492" cy="26246"/>
            </a:xfrm>
            <a:custGeom>
              <a:rect b="b" l="l" r="r" t="t"/>
              <a:pathLst>
                <a:path extrusionOk="0" h="999" w="1998">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5" name="Google Shape;15705;p92"/>
            <p:cNvSpPr/>
            <p:nvPr/>
          </p:nvSpPr>
          <p:spPr>
            <a:xfrm>
              <a:off x="1663003" y="2569762"/>
              <a:ext cx="74194" cy="105721"/>
            </a:xfrm>
            <a:custGeom>
              <a:rect b="b" l="l" r="r" t="t"/>
              <a:pathLst>
                <a:path extrusionOk="0" h="4024" w="2824">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6" name="Google Shape;15706;p92"/>
            <p:cNvSpPr/>
            <p:nvPr/>
          </p:nvSpPr>
          <p:spPr>
            <a:xfrm>
              <a:off x="1662635" y="2569946"/>
              <a:ext cx="16604" cy="105721"/>
            </a:xfrm>
            <a:custGeom>
              <a:rect b="b" l="l" r="r" t="t"/>
              <a:pathLst>
                <a:path extrusionOk="0" h="4024" w="632">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7" name="Google Shape;15707;p92"/>
            <p:cNvSpPr/>
            <p:nvPr/>
          </p:nvSpPr>
          <p:spPr>
            <a:xfrm>
              <a:off x="1662819" y="2582163"/>
              <a:ext cx="74377" cy="80919"/>
            </a:xfrm>
            <a:custGeom>
              <a:rect b="b" l="l" r="r" t="t"/>
              <a:pathLst>
                <a:path extrusionOk="0" h="3080" w="2831">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8" name="Google Shape;15708;p92"/>
            <p:cNvSpPr/>
            <p:nvPr/>
          </p:nvSpPr>
          <p:spPr>
            <a:xfrm>
              <a:off x="1662635" y="2583975"/>
              <a:ext cx="4939" cy="77478"/>
            </a:xfrm>
            <a:custGeom>
              <a:rect b="b" l="l" r="r" t="t"/>
              <a:pathLst>
                <a:path extrusionOk="0" h="2949" w="188">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09" name="Google Shape;15709;p92"/>
          <p:cNvGrpSpPr/>
          <p:nvPr/>
        </p:nvGrpSpPr>
        <p:grpSpPr>
          <a:xfrm>
            <a:off x="1976737" y="2306065"/>
            <a:ext cx="387099" cy="353207"/>
            <a:chOff x="1989911" y="2306065"/>
            <a:chExt cx="387099" cy="353207"/>
          </a:xfrm>
        </p:grpSpPr>
        <p:sp>
          <p:nvSpPr>
            <p:cNvPr id="15710" name="Google Shape;15710;p92"/>
            <p:cNvSpPr/>
            <p:nvPr/>
          </p:nvSpPr>
          <p:spPr>
            <a:xfrm>
              <a:off x="2110003" y="2555181"/>
              <a:ext cx="146916" cy="88775"/>
            </a:xfrm>
            <a:custGeom>
              <a:rect b="b" l="l" r="r" t="t"/>
              <a:pathLst>
                <a:path extrusionOk="0" h="3379" w="5592">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1" name="Google Shape;15711;p92"/>
            <p:cNvSpPr/>
            <p:nvPr/>
          </p:nvSpPr>
          <p:spPr>
            <a:xfrm>
              <a:off x="2110003" y="2555181"/>
              <a:ext cx="137615" cy="81681"/>
            </a:xfrm>
            <a:custGeom>
              <a:rect b="b" l="l" r="r" t="t"/>
              <a:pathLst>
                <a:path extrusionOk="0" h="3109" w="5238">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2" name="Google Shape;15712;p92"/>
            <p:cNvSpPr/>
            <p:nvPr/>
          </p:nvSpPr>
          <p:spPr>
            <a:xfrm>
              <a:off x="1989911" y="2306065"/>
              <a:ext cx="387099" cy="275021"/>
            </a:xfrm>
            <a:custGeom>
              <a:rect b="b" l="l" r="r" t="t"/>
              <a:pathLst>
                <a:path extrusionOk="0" h="10468" w="14734">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3" name="Google Shape;15713;p92"/>
            <p:cNvSpPr/>
            <p:nvPr/>
          </p:nvSpPr>
          <p:spPr>
            <a:xfrm>
              <a:off x="2021438" y="2337723"/>
              <a:ext cx="324045" cy="193628"/>
            </a:xfrm>
            <a:custGeom>
              <a:rect b="b" l="l" r="r" t="t"/>
              <a:pathLst>
                <a:path extrusionOk="0" h="7370" w="12334">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4" name="Google Shape;15714;p92"/>
            <p:cNvSpPr/>
            <p:nvPr/>
          </p:nvSpPr>
          <p:spPr>
            <a:xfrm>
              <a:off x="2327224" y="2337776"/>
              <a:ext cx="18259" cy="193576"/>
            </a:xfrm>
            <a:custGeom>
              <a:rect b="b" l="l" r="r" t="t"/>
              <a:pathLst>
                <a:path extrusionOk="0" h="7368" w="695">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5" name="Google Shape;15715;p92"/>
            <p:cNvSpPr/>
            <p:nvPr/>
          </p:nvSpPr>
          <p:spPr>
            <a:xfrm>
              <a:off x="2069543" y="2630819"/>
              <a:ext cx="227651" cy="28453"/>
            </a:xfrm>
            <a:custGeom>
              <a:rect b="b" l="l" r="r" t="t"/>
              <a:pathLst>
                <a:path extrusionOk="0" h="1083" w="8665">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6" name="Google Shape;15716;p92"/>
            <p:cNvSpPr/>
            <p:nvPr/>
          </p:nvSpPr>
          <p:spPr>
            <a:xfrm>
              <a:off x="2175237" y="2549191"/>
              <a:ext cx="14975" cy="11849"/>
            </a:xfrm>
            <a:custGeom>
              <a:rect b="b" l="l" r="r" t="t"/>
              <a:pathLst>
                <a:path extrusionOk="0" h="451" w="57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17" name="Google Shape;15717;p92"/>
          <p:cNvGrpSpPr/>
          <p:nvPr/>
        </p:nvGrpSpPr>
        <p:grpSpPr>
          <a:xfrm>
            <a:off x="2579927" y="2288778"/>
            <a:ext cx="204663" cy="363007"/>
            <a:chOff x="2593102" y="2288778"/>
            <a:chExt cx="204663" cy="363007"/>
          </a:xfrm>
        </p:grpSpPr>
        <p:sp>
          <p:nvSpPr>
            <p:cNvPr id="15718" name="Google Shape;15718;p92"/>
            <p:cNvSpPr/>
            <p:nvPr/>
          </p:nvSpPr>
          <p:spPr>
            <a:xfrm>
              <a:off x="2753837" y="2310636"/>
              <a:ext cx="43928" cy="297431"/>
            </a:xfrm>
            <a:custGeom>
              <a:rect b="b" l="l" r="r" t="t"/>
              <a:pathLst>
                <a:path extrusionOk="0" h="11321" w="1672">
                  <a:moveTo>
                    <a:pt x="0" y="0"/>
                  </a:moveTo>
                  <a:lnTo>
                    <a:pt x="0" y="11320"/>
                  </a:lnTo>
                  <a:lnTo>
                    <a:pt x="1672" y="10481"/>
                  </a:lnTo>
                  <a:lnTo>
                    <a:pt x="1672" y="833"/>
                  </a:lnTo>
                  <a:lnTo>
                    <a:pt x="0" y="0"/>
                  </a:lnTo>
                  <a:close/>
                </a:path>
              </a:pathLst>
            </a:custGeom>
            <a:solidFill>
              <a:srgbClr val="51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9" name="Google Shape;15719;p92"/>
            <p:cNvSpPr/>
            <p:nvPr/>
          </p:nvSpPr>
          <p:spPr>
            <a:xfrm>
              <a:off x="2593102" y="2310636"/>
              <a:ext cx="182620" cy="297431"/>
            </a:xfrm>
            <a:custGeom>
              <a:rect b="b" l="l" r="r" t="t"/>
              <a:pathLst>
                <a:path extrusionOk="0" h="11321" w="6951">
                  <a:moveTo>
                    <a:pt x="6951" y="0"/>
                  </a:moveTo>
                  <a:lnTo>
                    <a:pt x="1" y="833"/>
                  </a:lnTo>
                  <a:lnTo>
                    <a:pt x="1" y="10481"/>
                  </a:lnTo>
                  <a:lnTo>
                    <a:pt x="6951" y="11320"/>
                  </a:lnTo>
                  <a:lnTo>
                    <a:pt x="6951" y="0"/>
                  </a:lnTo>
                  <a:close/>
                </a:path>
              </a:pathLst>
            </a:custGeom>
            <a:solidFill>
              <a:srgbClr val="BF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0" name="Google Shape;15720;p92"/>
            <p:cNvSpPr/>
            <p:nvPr/>
          </p:nvSpPr>
          <p:spPr>
            <a:xfrm>
              <a:off x="2753837" y="2585972"/>
              <a:ext cx="43928" cy="65813"/>
            </a:xfrm>
            <a:custGeom>
              <a:rect b="b" l="l" r="r" t="t"/>
              <a:pathLst>
                <a:path extrusionOk="0" h="2505" w="1672">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1" name="Google Shape;15721;p92"/>
            <p:cNvSpPr/>
            <p:nvPr/>
          </p:nvSpPr>
          <p:spPr>
            <a:xfrm>
              <a:off x="2753837" y="2288778"/>
              <a:ext cx="43928" cy="43744"/>
            </a:xfrm>
            <a:custGeom>
              <a:rect b="b" l="l" r="r" t="t"/>
              <a:pathLst>
                <a:path extrusionOk="0" h="1665" w="1672">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2" name="Google Shape;15722;p92"/>
            <p:cNvSpPr/>
            <p:nvPr/>
          </p:nvSpPr>
          <p:spPr>
            <a:xfrm>
              <a:off x="2593102" y="2585972"/>
              <a:ext cx="182620" cy="65813"/>
            </a:xfrm>
            <a:custGeom>
              <a:rect b="b" l="l" r="r" t="t"/>
              <a:pathLst>
                <a:path extrusionOk="0" h="2505" w="6951">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3" name="Google Shape;15723;p92"/>
            <p:cNvSpPr/>
            <p:nvPr/>
          </p:nvSpPr>
          <p:spPr>
            <a:xfrm>
              <a:off x="2593102" y="2288778"/>
              <a:ext cx="182620" cy="43744"/>
            </a:xfrm>
            <a:custGeom>
              <a:rect b="b" l="l" r="r" t="t"/>
              <a:pathLst>
                <a:path extrusionOk="0" h="1665" w="6951">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4" name="Google Shape;15724;p92"/>
            <p:cNvSpPr/>
            <p:nvPr/>
          </p:nvSpPr>
          <p:spPr>
            <a:xfrm>
              <a:off x="2688050" y="2305172"/>
              <a:ext cx="36650" cy="10956"/>
            </a:xfrm>
            <a:custGeom>
              <a:rect b="b" l="l" r="r" t="t"/>
              <a:pathLst>
                <a:path extrusionOk="0" h="417" w="1395">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5" name="Google Shape;15725;p92"/>
            <p:cNvSpPr/>
            <p:nvPr/>
          </p:nvSpPr>
          <p:spPr>
            <a:xfrm>
              <a:off x="2684399" y="2607857"/>
              <a:ext cx="22069" cy="22069"/>
            </a:xfrm>
            <a:custGeom>
              <a:rect b="b" l="l" r="r" t="t"/>
              <a:pathLst>
                <a:path extrusionOk="0" h="840" w="84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6" name="Google Shape;15726;p92"/>
            <p:cNvSpPr/>
            <p:nvPr/>
          </p:nvSpPr>
          <p:spPr>
            <a:xfrm>
              <a:off x="2668004" y="2305172"/>
              <a:ext cx="10956" cy="10956"/>
            </a:xfrm>
            <a:custGeom>
              <a:rect b="b" l="l" r="r" t="t"/>
              <a:pathLst>
                <a:path extrusionOk="0" h="417" w="417">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27" name="Google Shape;15727;p92"/>
          <p:cNvGrpSpPr/>
          <p:nvPr/>
        </p:nvGrpSpPr>
        <p:grpSpPr>
          <a:xfrm>
            <a:off x="2957699" y="2329763"/>
            <a:ext cx="403651" cy="305996"/>
            <a:chOff x="2970874" y="2329763"/>
            <a:chExt cx="403651" cy="305996"/>
          </a:xfrm>
        </p:grpSpPr>
        <p:sp>
          <p:nvSpPr>
            <p:cNvPr id="15728" name="Google Shape;15728;p92"/>
            <p:cNvSpPr/>
            <p:nvPr/>
          </p:nvSpPr>
          <p:spPr>
            <a:xfrm>
              <a:off x="3054158" y="2352909"/>
              <a:ext cx="98233" cy="259704"/>
            </a:xfrm>
            <a:custGeom>
              <a:rect b="b" l="l" r="r" t="t"/>
              <a:pathLst>
                <a:path extrusionOk="0" h="9885" w="3739">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9" name="Google Shape;15729;p92"/>
            <p:cNvSpPr/>
            <p:nvPr/>
          </p:nvSpPr>
          <p:spPr>
            <a:xfrm>
              <a:off x="3054158" y="2512908"/>
              <a:ext cx="98233" cy="99704"/>
            </a:xfrm>
            <a:custGeom>
              <a:rect b="b" l="l" r="r" t="t"/>
              <a:pathLst>
                <a:path extrusionOk="0" h="3795" w="3739">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0" name="Google Shape;15730;p92"/>
            <p:cNvSpPr/>
            <p:nvPr/>
          </p:nvSpPr>
          <p:spPr>
            <a:xfrm>
              <a:off x="2970874" y="2429441"/>
              <a:ext cx="83310" cy="106456"/>
            </a:xfrm>
            <a:custGeom>
              <a:rect b="b" l="l" r="r" t="t"/>
              <a:pathLst>
                <a:path extrusionOk="0" h="4052" w="3171">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1" name="Google Shape;15731;p92"/>
            <p:cNvSpPr/>
            <p:nvPr/>
          </p:nvSpPr>
          <p:spPr>
            <a:xfrm>
              <a:off x="2970874" y="2476652"/>
              <a:ext cx="83310" cy="59244"/>
            </a:xfrm>
            <a:custGeom>
              <a:rect b="b" l="l" r="r" t="t"/>
              <a:pathLst>
                <a:path extrusionOk="0" h="2255" w="3171">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2" name="Google Shape;15732;p92"/>
            <p:cNvSpPr/>
            <p:nvPr/>
          </p:nvSpPr>
          <p:spPr>
            <a:xfrm>
              <a:off x="3215760" y="2442156"/>
              <a:ext cx="33392" cy="81313"/>
            </a:xfrm>
            <a:custGeom>
              <a:rect b="b" l="l" r="r" t="t"/>
              <a:pathLst>
                <a:path extrusionOk="0" h="3095" w="1271">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3" name="Google Shape;15733;p92"/>
            <p:cNvSpPr/>
            <p:nvPr/>
          </p:nvSpPr>
          <p:spPr>
            <a:xfrm>
              <a:off x="3256561" y="2401513"/>
              <a:ext cx="55829" cy="162627"/>
            </a:xfrm>
            <a:custGeom>
              <a:rect b="b" l="l" r="r" t="t"/>
              <a:pathLst>
                <a:path extrusionOk="0" h="6190" w="2125">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4" name="Google Shape;15734;p92"/>
            <p:cNvSpPr/>
            <p:nvPr/>
          </p:nvSpPr>
          <p:spPr>
            <a:xfrm>
              <a:off x="3296653" y="2361421"/>
              <a:ext cx="77872" cy="242758"/>
            </a:xfrm>
            <a:custGeom>
              <a:rect b="b" l="l" r="r" t="t"/>
              <a:pathLst>
                <a:path extrusionOk="0" h="9240" w="2964">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5" name="Google Shape;15735;p92"/>
            <p:cNvSpPr/>
            <p:nvPr/>
          </p:nvSpPr>
          <p:spPr>
            <a:xfrm>
              <a:off x="3151287" y="2329763"/>
              <a:ext cx="37727" cy="305996"/>
            </a:xfrm>
            <a:custGeom>
              <a:rect b="b" l="l" r="r" t="t"/>
              <a:pathLst>
                <a:path extrusionOk="0" h="11647" w="1436">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6" name="Google Shape;15736;p92"/>
            <p:cNvSpPr/>
            <p:nvPr/>
          </p:nvSpPr>
          <p:spPr>
            <a:xfrm>
              <a:off x="3151287" y="2329763"/>
              <a:ext cx="30450" cy="305996"/>
            </a:xfrm>
            <a:custGeom>
              <a:rect b="b" l="l" r="r" t="t"/>
              <a:pathLst>
                <a:path extrusionOk="0" h="11647" w="1159">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37" name="Google Shape;15737;p92"/>
          <p:cNvGrpSpPr/>
          <p:nvPr/>
        </p:nvGrpSpPr>
        <p:grpSpPr>
          <a:xfrm>
            <a:off x="3532620" y="2318755"/>
            <a:ext cx="387835" cy="327933"/>
            <a:chOff x="3545795" y="2318755"/>
            <a:chExt cx="387835" cy="327933"/>
          </a:xfrm>
        </p:grpSpPr>
        <p:sp>
          <p:nvSpPr>
            <p:cNvPr id="15738" name="Google Shape;15738;p92"/>
            <p:cNvSpPr/>
            <p:nvPr/>
          </p:nvSpPr>
          <p:spPr>
            <a:xfrm>
              <a:off x="3565315" y="2318755"/>
              <a:ext cx="11691" cy="57694"/>
            </a:xfrm>
            <a:custGeom>
              <a:rect b="b" l="l" r="r" t="t"/>
              <a:pathLst>
                <a:path extrusionOk="0" h="2196" w="445">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9" name="Google Shape;15739;p92"/>
            <p:cNvSpPr/>
            <p:nvPr/>
          </p:nvSpPr>
          <p:spPr>
            <a:xfrm>
              <a:off x="3545795" y="2318755"/>
              <a:ext cx="11691" cy="57694"/>
            </a:xfrm>
            <a:custGeom>
              <a:rect b="b" l="l" r="r" t="t"/>
              <a:pathLst>
                <a:path extrusionOk="0" h="2196" w="445">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0" name="Google Shape;15740;p92"/>
            <p:cNvSpPr/>
            <p:nvPr/>
          </p:nvSpPr>
          <p:spPr>
            <a:xfrm>
              <a:off x="3584888" y="2318755"/>
              <a:ext cx="11796" cy="57694"/>
            </a:xfrm>
            <a:custGeom>
              <a:rect b="b" l="l" r="r" t="t"/>
              <a:pathLst>
                <a:path extrusionOk="0" h="2196" w="449">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741" name="Google Shape;15741;p92"/>
            <p:cNvGrpSpPr/>
            <p:nvPr/>
          </p:nvGrpSpPr>
          <p:grpSpPr>
            <a:xfrm>
              <a:off x="3545795" y="2322301"/>
              <a:ext cx="387835" cy="324387"/>
              <a:chOff x="3545795" y="2322301"/>
              <a:chExt cx="387835" cy="324387"/>
            </a:xfrm>
          </p:grpSpPr>
          <p:sp>
            <p:nvSpPr>
              <p:cNvPr id="15742" name="Google Shape;15742;p92"/>
              <p:cNvSpPr/>
              <p:nvPr/>
            </p:nvSpPr>
            <p:spPr>
              <a:xfrm>
                <a:off x="3613604" y="2355089"/>
                <a:ext cx="258968" cy="258994"/>
              </a:xfrm>
              <a:custGeom>
                <a:rect b="b" l="l" r="r" t="t"/>
                <a:pathLst>
                  <a:path extrusionOk="0" h="9858" w="9857">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3" name="Google Shape;15743;p92"/>
              <p:cNvSpPr/>
              <p:nvPr/>
            </p:nvSpPr>
            <p:spPr>
              <a:xfrm>
                <a:off x="3639667" y="2380968"/>
                <a:ext cx="207027" cy="207054"/>
              </a:xfrm>
              <a:custGeom>
                <a:rect b="b" l="l" r="r" t="t"/>
                <a:pathLst>
                  <a:path extrusionOk="0" h="7881" w="788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4" name="Google Shape;15744;p92"/>
              <p:cNvSpPr/>
              <p:nvPr/>
            </p:nvSpPr>
            <p:spPr>
              <a:xfrm>
                <a:off x="3722583" y="2380968"/>
                <a:ext cx="129392" cy="207080"/>
              </a:xfrm>
              <a:custGeom>
                <a:rect b="b" l="l" r="r" t="t"/>
                <a:pathLst>
                  <a:path extrusionOk="0" h="7882" w="4925">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5" name="Google Shape;15745;p92"/>
              <p:cNvSpPr/>
              <p:nvPr/>
            </p:nvSpPr>
            <p:spPr>
              <a:xfrm>
                <a:off x="3895140" y="2322301"/>
                <a:ext cx="38489" cy="324387"/>
              </a:xfrm>
              <a:custGeom>
                <a:rect b="b" l="l" r="r" t="t"/>
                <a:pathLst>
                  <a:path extrusionOk="0" h="12347" w="1465">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6" name="Google Shape;15746;p92"/>
              <p:cNvSpPr/>
              <p:nvPr/>
            </p:nvSpPr>
            <p:spPr>
              <a:xfrm>
                <a:off x="3895140" y="2322301"/>
                <a:ext cx="38489" cy="167960"/>
              </a:xfrm>
              <a:custGeom>
                <a:rect b="b" l="l" r="r" t="t"/>
                <a:pathLst>
                  <a:path extrusionOk="0" h="6393" w="1465">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7" name="Google Shape;15747;p92"/>
              <p:cNvSpPr/>
              <p:nvPr/>
            </p:nvSpPr>
            <p:spPr>
              <a:xfrm>
                <a:off x="3545795" y="2370590"/>
                <a:ext cx="50890" cy="275021"/>
              </a:xfrm>
              <a:custGeom>
                <a:rect b="b" l="l" r="r" t="t"/>
                <a:pathLst>
                  <a:path extrusionOk="0" h="10468" w="1937">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8" name="Google Shape;15748;p92"/>
              <p:cNvSpPr/>
              <p:nvPr/>
            </p:nvSpPr>
            <p:spPr>
              <a:xfrm>
                <a:off x="3545795" y="2370590"/>
                <a:ext cx="50890" cy="59244"/>
              </a:xfrm>
              <a:custGeom>
                <a:rect b="b" l="l" r="r" t="t"/>
                <a:pathLst>
                  <a:path extrusionOk="0" h="2255" w="1937">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749" name="Google Shape;15749;p92"/>
          <p:cNvGrpSpPr/>
          <p:nvPr/>
        </p:nvGrpSpPr>
        <p:grpSpPr>
          <a:xfrm>
            <a:off x="4705294" y="2306984"/>
            <a:ext cx="364294" cy="351552"/>
            <a:chOff x="4718468" y="2306984"/>
            <a:chExt cx="364294" cy="351552"/>
          </a:xfrm>
        </p:grpSpPr>
        <p:sp>
          <p:nvSpPr>
            <p:cNvPr id="15750" name="Google Shape;15750;p92"/>
            <p:cNvSpPr/>
            <p:nvPr/>
          </p:nvSpPr>
          <p:spPr>
            <a:xfrm>
              <a:off x="4718468" y="2472869"/>
              <a:ext cx="55593" cy="57195"/>
            </a:xfrm>
            <a:custGeom>
              <a:rect b="b" l="l" r="r" t="t"/>
              <a:pathLst>
                <a:path extrusionOk="0" h="2177" w="2116">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1" name="Google Shape;15751;p92"/>
            <p:cNvSpPr/>
            <p:nvPr/>
          </p:nvSpPr>
          <p:spPr>
            <a:xfrm>
              <a:off x="4764392" y="2405927"/>
              <a:ext cx="318370" cy="252610"/>
            </a:xfrm>
            <a:custGeom>
              <a:rect b="b" l="l" r="r" t="t"/>
              <a:pathLst>
                <a:path extrusionOk="0" h="9615" w="12118">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2" name="Google Shape;15752;p92"/>
            <p:cNvSpPr/>
            <p:nvPr/>
          </p:nvSpPr>
          <p:spPr>
            <a:xfrm>
              <a:off x="4764760" y="2495595"/>
              <a:ext cx="318002" cy="162574"/>
            </a:xfrm>
            <a:custGeom>
              <a:rect b="b" l="l" r="r" t="t"/>
              <a:pathLst>
                <a:path extrusionOk="0" h="6188" w="12104">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3" name="Google Shape;15753;p92"/>
            <p:cNvSpPr/>
            <p:nvPr/>
          </p:nvSpPr>
          <p:spPr>
            <a:xfrm>
              <a:off x="4952976" y="2394314"/>
              <a:ext cx="81129" cy="79816"/>
            </a:xfrm>
            <a:custGeom>
              <a:rect b="b" l="l" r="r" t="t"/>
              <a:pathLst>
                <a:path extrusionOk="0" h="3038" w="3088">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4" name="Google Shape;15754;p92"/>
            <p:cNvSpPr/>
            <p:nvPr/>
          </p:nvSpPr>
          <p:spPr>
            <a:xfrm>
              <a:off x="4993804" y="2493230"/>
              <a:ext cx="35205" cy="22988"/>
            </a:xfrm>
            <a:custGeom>
              <a:rect b="b" l="l" r="r" t="t"/>
              <a:pathLst>
                <a:path extrusionOk="0" h="875" w="134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5" name="Google Shape;15755;p92"/>
            <p:cNvSpPr/>
            <p:nvPr/>
          </p:nvSpPr>
          <p:spPr>
            <a:xfrm>
              <a:off x="4829916" y="2432278"/>
              <a:ext cx="109793" cy="18470"/>
            </a:xfrm>
            <a:custGeom>
              <a:rect b="b" l="l" r="r" t="t"/>
              <a:pathLst>
                <a:path extrusionOk="0" h="703" w="4179">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6" name="Google Shape;15756;p92"/>
            <p:cNvSpPr/>
            <p:nvPr/>
          </p:nvSpPr>
          <p:spPr>
            <a:xfrm>
              <a:off x="4816859" y="2306984"/>
              <a:ext cx="136170" cy="135986"/>
            </a:xfrm>
            <a:custGeom>
              <a:rect b="b" l="l" r="r" t="t"/>
              <a:pathLst>
                <a:path extrusionOk="0" h="5176" w="5183">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7" name="Google Shape;15757;p92"/>
            <p:cNvSpPr/>
            <p:nvPr/>
          </p:nvSpPr>
          <p:spPr>
            <a:xfrm>
              <a:off x="4966113" y="2402301"/>
              <a:ext cx="57616" cy="56775"/>
            </a:xfrm>
            <a:custGeom>
              <a:rect b="b" l="l" r="r" t="t"/>
              <a:pathLst>
                <a:path extrusionOk="0" h="2161" w="2193">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8" name="Google Shape;15758;p92"/>
            <p:cNvSpPr/>
            <p:nvPr/>
          </p:nvSpPr>
          <p:spPr>
            <a:xfrm>
              <a:off x="4837640" y="2327766"/>
              <a:ext cx="122115" cy="115257"/>
            </a:xfrm>
            <a:custGeom>
              <a:rect b="b" l="l" r="r" t="t"/>
              <a:pathLst>
                <a:path extrusionOk="0" h="4387" w="4648">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9" name="Google Shape;15759;p92"/>
            <p:cNvSpPr/>
            <p:nvPr/>
          </p:nvSpPr>
          <p:spPr>
            <a:xfrm>
              <a:off x="4864070" y="2336305"/>
              <a:ext cx="41931" cy="76611"/>
            </a:xfrm>
            <a:custGeom>
              <a:rect b="b" l="l" r="r" t="t"/>
              <a:pathLst>
                <a:path extrusionOk="0" h="2916" w="1596">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60" name="Google Shape;15760;p92"/>
          <p:cNvGrpSpPr/>
          <p:nvPr/>
        </p:nvGrpSpPr>
        <p:grpSpPr>
          <a:xfrm>
            <a:off x="4134734" y="2303017"/>
            <a:ext cx="361194" cy="359355"/>
            <a:chOff x="4147908" y="2303017"/>
            <a:chExt cx="361194" cy="359355"/>
          </a:xfrm>
        </p:grpSpPr>
        <p:sp>
          <p:nvSpPr>
            <p:cNvPr id="15761" name="Google Shape;15761;p92"/>
            <p:cNvSpPr/>
            <p:nvPr/>
          </p:nvSpPr>
          <p:spPr>
            <a:xfrm>
              <a:off x="4147908" y="2365861"/>
              <a:ext cx="296511" cy="296511"/>
            </a:xfrm>
            <a:custGeom>
              <a:rect b="b" l="l" r="r" t="t"/>
              <a:pathLst>
                <a:path extrusionOk="0" h="11286" w="11286">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2" name="Google Shape;15762;p92"/>
            <p:cNvSpPr/>
            <p:nvPr/>
          </p:nvSpPr>
          <p:spPr>
            <a:xfrm>
              <a:off x="4296059" y="2508179"/>
              <a:ext cx="148361" cy="11875"/>
            </a:xfrm>
            <a:custGeom>
              <a:rect b="b" l="l" r="r" t="t"/>
              <a:pathLst>
                <a:path extrusionOk="0" h="452" w="5647">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3" name="Google Shape;15763;p92"/>
            <p:cNvSpPr/>
            <p:nvPr/>
          </p:nvSpPr>
          <p:spPr>
            <a:xfrm>
              <a:off x="4420695" y="2303017"/>
              <a:ext cx="88407" cy="86542"/>
            </a:xfrm>
            <a:custGeom>
              <a:rect b="b" l="l" r="r" t="t"/>
              <a:pathLst>
                <a:path extrusionOk="0" h="3294" w="3365">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4" name="Google Shape;15764;p92"/>
            <p:cNvSpPr/>
            <p:nvPr/>
          </p:nvSpPr>
          <p:spPr>
            <a:xfrm>
              <a:off x="4420695" y="2303017"/>
              <a:ext cx="59376" cy="86542"/>
            </a:xfrm>
            <a:custGeom>
              <a:rect b="b" l="l" r="r" t="t"/>
              <a:pathLst>
                <a:path extrusionOk="0" h="3294" w="226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5" name="Google Shape;15765;p92"/>
            <p:cNvSpPr/>
            <p:nvPr/>
          </p:nvSpPr>
          <p:spPr>
            <a:xfrm>
              <a:off x="4183429" y="2401382"/>
              <a:ext cx="225444" cy="225444"/>
            </a:xfrm>
            <a:custGeom>
              <a:rect b="b" l="l" r="r" t="t"/>
              <a:pathLst>
                <a:path extrusionOk="0" h="8581" w="8581">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6" name="Google Shape;15766;p92"/>
            <p:cNvSpPr/>
            <p:nvPr/>
          </p:nvSpPr>
          <p:spPr>
            <a:xfrm>
              <a:off x="4296059" y="2508179"/>
              <a:ext cx="112814" cy="11875"/>
            </a:xfrm>
            <a:custGeom>
              <a:rect b="b" l="l" r="r" t="t"/>
              <a:pathLst>
                <a:path extrusionOk="0" h="452" w="4294">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7" name="Google Shape;15767;p92"/>
            <p:cNvSpPr/>
            <p:nvPr/>
          </p:nvSpPr>
          <p:spPr>
            <a:xfrm>
              <a:off x="4213143" y="2431096"/>
              <a:ext cx="166042" cy="166042"/>
            </a:xfrm>
            <a:custGeom>
              <a:rect b="b" l="l" r="r" t="t"/>
              <a:pathLst>
                <a:path extrusionOk="0" h="6320" w="632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8" name="Google Shape;15768;p92"/>
            <p:cNvSpPr/>
            <p:nvPr/>
          </p:nvSpPr>
          <p:spPr>
            <a:xfrm>
              <a:off x="4296059" y="2508179"/>
              <a:ext cx="83126" cy="11875"/>
            </a:xfrm>
            <a:custGeom>
              <a:rect b="b" l="l" r="r" t="t"/>
              <a:pathLst>
                <a:path extrusionOk="0" h="452" w="3164">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9" name="Google Shape;15769;p92"/>
            <p:cNvSpPr/>
            <p:nvPr/>
          </p:nvSpPr>
          <p:spPr>
            <a:xfrm>
              <a:off x="4248663" y="2466616"/>
              <a:ext cx="94975" cy="94975"/>
            </a:xfrm>
            <a:custGeom>
              <a:rect b="b" l="l" r="r" t="t"/>
              <a:pathLst>
                <a:path extrusionOk="0" h="3615" w="3615">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0" name="Google Shape;15770;p92"/>
            <p:cNvSpPr/>
            <p:nvPr/>
          </p:nvSpPr>
          <p:spPr>
            <a:xfrm>
              <a:off x="4296059" y="2508179"/>
              <a:ext cx="47763" cy="11875"/>
            </a:xfrm>
            <a:custGeom>
              <a:rect b="b" l="l" r="r" t="t"/>
              <a:pathLst>
                <a:path extrusionOk="0" h="452" w="1818">
                  <a:moveTo>
                    <a:pt x="0" y="0"/>
                  </a:moveTo>
                  <a:lnTo>
                    <a:pt x="0" y="451"/>
                  </a:lnTo>
                  <a:lnTo>
                    <a:pt x="1797" y="451"/>
                  </a:lnTo>
                  <a:cubicBezTo>
                    <a:pt x="1818" y="305"/>
                    <a:pt x="1818" y="153"/>
                    <a:pt x="1797" y="0"/>
                  </a:cubicBezTo>
                  <a:close/>
                </a:path>
              </a:pathLst>
            </a:custGeom>
            <a:solidFill>
              <a:srgbClr val="E3E9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1" name="Google Shape;15771;p92"/>
            <p:cNvSpPr/>
            <p:nvPr/>
          </p:nvSpPr>
          <p:spPr>
            <a:xfrm>
              <a:off x="4278377" y="2496330"/>
              <a:ext cx="35547" cy="35547"/>
            </a:xfrm>
            <a:custGeom>
              <a:rect b="b" l="l" r="r" t="t"/>
              <a:pathLst>
                <a:path extrusionOk="0" h="1353" w="1353">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2" name="Google Shape;15772;p92"/>
            <p:cNvSpPr/>
            <p:nvPr/>
          </p:nvSpPr>
          <p:spPr>
            <a:xfrm>
              <a:off x="4296059" y="2508179"/>
              <a:ext cx="18233" cy="11875"/>
            </a:xfrm>
            <a:custGeom>
              <a:rect b="b" l="l" r="r" t="t"/>
              <a:pathLst>
                <a:path extrusionOk="0" h="452" w="694">
                  <a:moveTo>
                    <a:pt x="0" y="0"/>
                  </a:moveTo>
                  <a:lnTo>
                    <a:pt x="0" y="451"/>
                  </a:lnTo>
                  <a:lnTo>
                    <a:pt x="638" y="451"/>
                  </a:lnTo>
                  <a:cubicBezTo>
                    <a:pt x="694" y="305"/>
                    <a:pt x="694" y="146"/>
                    <a:pt x="638" y="0"/>
                  </a:cubicBezTo>
                  <a:close/>
                </a:path>
              </a:pathLst>
            </a:custGeom>
            <a:solidFill>
              <a:srgbClr val="8282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3" name="Google Shape;15773;p92"/>
            <p:cNvSpPr/>
            <p:nvPr/>
          </p:nvSpPr>
          <p:spPr>
            <a:xfrm>
              <a:off x="4287678" y="2480094"/>
              <a:ext cx="42483" cy="40013"/>
            </a:xfrm>
            <a:custGeom>
              <a:rect b="b" l="l" r="r" t="t"/>
              <a:pathLst>
                <a:path extrusionOk="0" h="1523" w="1617">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4" name="Google Shape;15774;p92"/>
            <p:cNvSpPr/>
            <p:nvPr/>
          </p:nvSpPr>
          <p:spPr>
            <a:xfrm>
              <a:off x="4314817" y="2315313"/>
              <a:ext cx="182568" cy="178128"/>
            </a:xfrm>
            <a:custGeom>
              <a:rect b="b" l="l" r="r" t="t"/>
              <a:pathLst>
                <a:path extrusionOk="0" h="6780" w="6949">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75" name="Google Shape;15775;p92"/>
          <p:cNvGrpSpPr/>
          <p:nvPr/>
        </p:nvGrpSpPr>
        <p:grpSpPr>
          <a:xfrm>
            <a:off x="5278954" y="2299891"/>
            <a:ext cx="367027" cy="365214"/>
            <a:chOff x="5292128" y="2299891"/>
            <a:chExt cx="367027" cy="365214"/>
          </a:xfrm>
        </p:grpSpPr>
        <p:sp>
          <p:nvSpPr>
            <p:cNvPr id="15776" name="Google Shape;15776;p92"/>
            <p:cNvSpPr/>
            <p:nvPr/>
          </p:nvSpPr>
          <p:spPr>
            <a:xfrm>
              <a:off x="5470361" y="2467772"/>
              <a:ext cx="11323" cy="124243"/>
            </a:xfrm>
            <a:custGeom>
              <a:rect b="b" l="l" r="r" t="t"/>
              <a:pathLst>
                <a:path extrusionOk="0" h="4729" w="431">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7" name="Google Shape;15777;p92"/>
            <p:cNvSpPr/>
            <p:nvPr/>
          </p:nvSpPr>
          <p:spPr>
            <a:xfrm>
              <a:off x="5464870" y="2299891"/>
              <a:ext cx="22279" cy="40827"/>
            </a:xfrm>
            <a:custGeom>
              <a:rect b="b" l="l" r="r" t="t"/>
              <a:pathLst>
                <a:path extrusionOk="0" h="1554" w="848">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8" name="Google Shape;15778;p92"/>
            <p:cNvSpPr/>
            <p:nvPr/>
          </p:nvSpPr>
          <p:spPr>
            <a:xfrm>
              <a:off x="5292128" y="2316837"/>
              <a:ext cx="367027" cy="184433"/>
            </a:xfrm>
            <a:custGeom>
              <a:rect b="b" l="l" r="r" t="t"/>
              <a:pathLst>
                <a:path extrusionOk="0" h="7020" w="1397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9" name="Google Shape;15779;p92"/>
            <p:cNvSpPr/>
            <p:nvPr/>
          </p:nvSpPr>
          <p:spPr>
            <a:xfrm>
              <a:off x="5293757" y="2319017"/>
              <a:ext cx="182279" cy="182436"/>
            </a:xfrm>
            <a:custGeom>
              <a:rect b="b" l="l" r="r" t="t"/>
              <a:pathLst>
                <a:path extrusionOk="0" h="6944" w="6938">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0" name="Google Shape;15780;p92"/>
            <p:cNvSpPr/>
            <p:nvPr/>
          </p:nvSpPr>
          <p:spPr>
            <a:xfrm>
              <a:off x="5476009" y="2319017"/>
              <a:ext cx="91139" cy="182252"/>
            </a:xfrm>
            <a:custGeom>
              <a:rect b="b" l="l" r="r" t="t"/>
              <a:pathLst>
                <a:path extrusionOk="0" h="6937" w="3469">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1" name="Google Shape;15781;p92"/>
            <p:cNvSpPr/>
            <p:nvPr/>
          </p:nvSpPr>
          <p:spPr>
            <a:xfrm>
              <a:off x="5404574" y="2564035"/>
              <a:ext cx="82758" cy="101070"/>
            </a:xfrm>
            <a:custGeom>
              <a:rect b="b" l="l" r="r" t="t"/>
              <a:pathLst>
                <a:path extrusionOk="0" h="3847" w="315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82" name="Google Shape;15782;p92"/>
          <p:cNvGrpSpPr/>
          <p:nvPr/>
        </p:nvGrpSpPr>
        <p:grpSpPr>
          <a:xfrm>
            <a:off x="5860443" y="2309901"/>
            <a:ext cx="345720" cy="345720"/>
            <a:chOff x="5873617" y="2309901"/>
            <a:chExt cx="345720" cy="345720"/>
          </a:xfrm>
        </p:grpSpPr>
        <p:sp>
          <p:nvSpPr>
            <p:cNvPr id="15783" name="Google Shape;15783;p92"/>
            <p:cNvSpPr/>
            <p:nvPr/>
          </p:nvSpPr>
          <p:spPr>
            <a:xfrm>
              <a:off x="5873617" y="2309901"/>
              <a:ext cx="345720" cy="345720"/>
            </a:xfrm>
            <a:custGeom>
              <a:rect b="b" l="l" r="r" t="t"/>
              <a:pathLst>
                <a:path extrusionOk="0" h="13159" w="13159">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4" name="Google Shape;15784;p92"/>
            <p:cNvSpPr/>
            <p:nvPr/>
          </p:nvSpPr>
          <p:spPr>
            <a:xfrm>
              <a:off x="5899496" y="2335779"/>
              <a:ext cx="293963" cy="293963"/>
            </a:xfrm>
            <a:custGeom>
              <a:rect b="b" l="l" r="r" t="t"/>
              <a:pathLst>
                <a:path extrusionOk="0" h="11189" w="11189">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5" name="Google Shape;15785;p92"/>
            <p:cNvSpPr/>
            <p:nvPr/>
          </p:nvSpPr>
          <p:spPr>
            <a:xfrm>
              <a:off x="6041288" y="2356088"/>
              <a:ext cx="10404" cy="131888"/>
            </a:xfrm>
            <a:custGeom>
              <a:rect b="b" l="l" r="r" t="t"/>
              <a:pathLst>
                <a:path extrusionOk="0" h="5020" w="396">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6" name="Google Shape;15786;p92"/>
            <p:cNvSpPr/>
            <p:nvPr/>
          </p:nvSpPr>
          <p:spPr>
            <a:xfrm>
              <a:off x="6039449" y="2477546"/>
              <a:ext cx="135435" cy="10430"/>
            </a:xfrm>
            <a:custGeom>
              <a:rect b="b" l="l" r="r" t="t"/>
              <a:pathLst>
                <a:path extrusionOk="0" h="397" w="5155">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7" name="Google Shape;15787;p92"/>
            <p:cNvSpPr/>
            <p:nvPr/>
          </p:nvSpPr>
          <p:spPr>
            <a:xfrm>
              <a:off x="5935778" y="2372035"/>
              <a:ext cx="275178" cy="257970"/>
            </a:xfrm>
            <a:custGeom>
              <a:rect b="b" l="l" r="r" t="t"/>
              <a:pathLst>
                <a:path extrusionOk="0" h="9819" w="10474">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8" name="Google Shape;15788;p92"/>
            <p:cNvSpPr/>
            <p:nvPr/>
          </p:nvSpPr>
          <p:spPr>
            <a:xfrm>
              <a:off x="5918097" y="2477546"/>
              <a:ext cx="21333" cy="10430"/>
            </a:xfrm>
            <a:custGeom>
              <a:rect b="b" l="l" r="r" t="t"/>
              <a:pathLst>
                <a:path extrusionOk="0" h="397" w="812">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9" name="Google Shape;15789;p92"/>
            <p:cNvSpPr/>
            <p:nvPr/>
          </p:nvSpPr>
          <p:spPr>
            <a:xfrm>
              <a:off x="6041288" y="2591542"/>
              <a:ext cx="10404" cy="17970"/>
            </a:xfrm>
            <a:custGeom>
              <a:rect b="b" l="l" r="r" t="t"/>
              <a:pathLst>
                <a:path extrusionOk="0" h="684" w="396">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0" name="Google Shape;15790;p92"/>
            <p:cNvSpPr/>
            <p:nvPr/>
          </p:nvSpPr>
          <p:spPr>
            <a:xfrm>
              <a:off x="5953144" y="2391556"/>
              <a:ext cx="19836" cy="15869"/>
            </a:xfrm>
            <a:custGeom>
              <a:rect b="b" l="l" r="r" t="t"/>
              <a:pathLst>
                <a:path extrusionOk="0" h="604" w="755">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1" name="Google Shape;15791;p92"/>
            <p:cNvSpPr/>
            <p:nvPr/>
          </p:nvSpPr>
          <p:spPr>
            <a:xfrm>
              <a:off x="6119686" y="2557939"/>
              <a:ext cx="19652" cy="15869"/>
            </a:xfrm>
            <a:custGeom>
              <a:rect b="b" l="l" r="r" t="t"/>
              <a:pathLst>
                <a:path extrusionOk="0" h="604" w="748">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2" name="Google Shape;15792;p92"/>
            <p:cNvSpPr/>
            <p:nvPr/>
          </p:nvSpPr>
          <p:spPr>
            <a:xfrm>
              <a:off x="6120185" y="2391556"/>
              <a:ext cx="19652" cy="15869"/>
            </a:xfrm>
            <a:custGeom>
              <a:rect b="b" l="l" r="r" t="t"/>
              <a:pathLst>
                <a:path extrusionOk="0" h="604" w="748">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3" name="Google Shape;15793;p92"/>
            <p:cNvSpPr/>
            <p:nvPr/>
          </p:nvSpPr>
          <p:spPr>
            <a:xfrm>
              <a:off x="5953617" y="2557939"/>
              <a:ext cx="19862" cy="15869"/>
            </a:xfrm>
            <a:custGeom>
              <a:rect b="b" l="l" r="r" t="t"/>
              <a:pathLst>
                <a:path extrusionOk="0" h="604" w="756">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4" name="Google Shape;15794;p92"/>
            <p:cNvSpPr/>
            <p:nvPr/>
          </p:nvSpPr>
          <p:spPr>
            <a:xfrm>
              <a:off x="5927056" y="2429887"/>
              <a:ext cx="21859" cy="13425"/>
            </a:xfrm>
            <a:custGeom>
              <a:rect b="b" l="l" r="r" t="t"/>
              <a:pathLst>
                <a:path extrusionOk="0" h="511" w="832">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5" name="Google Shape;15795;p92"/>
            <p:cNvSpPr/>
            <p:nvPr/>
          </p:nvSpPr>
          <p:spPr>
            <a:xfrm>
              <a:off x="6143751" y="2522077"/>
              <a:ext cx="21832" cy="13452"/>
            </a:xfrm>
            <a:custGeom>
              <a:rect b="b" l="l" r="r" t="t"/>
              <a:pathLst>
                <a:path extrusionOk="0" h="512" w="831">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6" name="Google Shape;15796;p92"/>
            <p:cNvSpPr/>
            <p:nvPr/>
          </p:nvSpPr>
          <p:spPr>
            <a:xfrm>
              <a:off x="6084822" y="2365730"/>
              <a:ext cx="15816" cy="17261"/>
            </a:xfrm>
            <a:custGeom>
              <a:rect b="b" l="l" r="r" t="t"/>
              <a:pathLst>
                <a:path extrusionOk="0" h="657" w="602">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7" name="Google Shape;15797;p92"/>
            <p:cNvSpPr/>
            <p:nvPr/>
          </p:nvSpPr>
          <p:spPr>
            <a:xfrm>
              <a:off x="5992632" y="2582399"/>
              <a:ext cx="15816" cy="17287"/>
            </a:xfrm>
            <a:custGeom>
              <a:rect b="b" l="l" r="r" t="t"/>
              <a:pathLst>
                <a:path extrusionOk="0" h="658" w="602">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8" name="Google Shape;15798;p92"/>
            <p:cNvSpPr/>
            <p:nvPr/>
          </p:nvSpPr>
          <p:spPr>
            <a:xfrm>
              <a:off x="5994445" y="2364758"/>
              <a:ext cx="15527" cy="17524"/>
            </a:xfrm>
            <a:custGeom>
              <a:rect b="b" l="l" r="r" t="t"/>
              <a:pathLst>
                <a:path extrusionOk="0" h="667" w="591">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9" name="Google Shape;15799;p92"/>
            <p:cNvSpPr/>
            <p:nvPr/>
          </p:nvSpPr>
          <p:spPr>
            <a:xfrm>
              <a:off x="6082641" y="2583161"/>
              <a:ext cx="15527" cy="17419"/>
            </a:xfrm>
            <a:custGeom>
              <a:rect b="b" l="l" r="r" t="t"/>
              <a:pathLst>
                <a:path extrusionOk="0" h="663" w="591">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0" name="Google Shape;15800;p92"/>
            <p:cNvSpPr/>
            <p:nvPr/>
          </p:nvSpPr>
          <p:spPr>
            <a:xfrm>
              <a:off x="6144776" y="2431936"/>
              <a:ext cx="22069" cy="13399"/>
            </a:xfrm>
            <a:custGeom>
              <a:rect b="b" l="l" r="r" t="t"/>
              <a:pathLst>
                <a:path extrusionOk="0" h="510" w="84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1" name="Google Shape;15801;p92"/>
            <p:cNvSpPr/>
            <p:nvPr/>
          </p:nvSpPr>
          <p:spPr>
            <a:xfrm>
              <a:off x="5926530" y="2520081"/>
              <a:ext cx="21964" cy="13268"/>
            </a:xfrm>
            <a:custGeom>
              <a:rect b="b" l="l" r="r" t="t"/>
              <a:pathLst>
                <a:path extrusionOk="0" h="505" w="836">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02" name="Google Shape;15802;p92"/>
          <p:cNvGrpSpPr/>
          <p:nvPr/>
        </p:nvGrpSpPr>
        <p:grpSpPr>
          <a:xfrm>
            <a:off x="6850154" y="2297710"/>
            <a:ext cx="391460" cy="370127"/>
            <a:chOff x="6863329" y="2297710"/>
            <a:chExt cx="391460" cy="370127"/>
          </a:xfrm>
        </p:grpSpPr>
        <p:sp>
          <p:nvSpPr>
            <p:cNvPr id="15803" name="Google Shape;15803;p92"/>
            <p:cNvSpPr/>
            <p:nvPr/>
          </p:nvSpPr>
          <p:spPr>
            <a:xfrm>
              <a:off x="6979033" y="2297710"/>
              <a:ext cx="272603" cy="342961"/>
            </a:xfrm>
            <a:custGeom>
              <a:rect b="b" l="l" r="r" t="t"/>
              <a:pathLst>
                <a:path extrusionOk="0" h="13054" w="10376">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4" name="Google Shape;15804;p92"/>
            <p:cNvSpPr/>
            <p:nvPr/>
          </p:nvSpPr>
          <p:spPr>
            <a:xfrm>
              <a:off x="6979033" y="2606386"/>
              <a:ext cx="255342" cy="34286"/>
            </a:xfrm>
            <a:custGeom>
              <a:rect b="b" l="l" r="r" t="t"/>
              <a:pathLst>
                <a:path extrusionOk="0" h="1305" w="9719">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5" name="Google Shape;15805;p92"/>
            <p:cNvSpPr/>
            <p:nvPr/>
          </p:nvSpPr>
          <p:spPr>
            <a:xfrm>
              <a:off x="7176392" y="2552081"/>
              <a:ext cx="64709" cy="34102"/>
            </a:xfrm>
            <a:custGeom>
              <a:rect b="b" l="l" r="r" t="t"/>
              <a:pathLst>
                <a:path extrusionOk="0" h="1298" w="2463">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6" name="Google Shape;15806;p92"/>
            <p:cNvSpPr/>
            <p:nvPr/>
          </p:nvSpPr>
          <p:spPr>
            <a:xfrm>
              <a:off x="7176392" y="2497591"/>
              <a:ext cx="71461" cy="34102"/>
            </a:xfrm>
            <a:custGeom>
              <a:rect b="b" l="l" r="r" t="t"/>
              <a:pathLst>
                <a:path extrusionOk="0" h="1298" w="272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7" name="Google Shape;15807;p92"/>
            <p:cNvSpPr/>
            <p:nvPr/>
          </p:nvSpPr>
          <p:spPr>
            <a:xfrm>
              <a:off x="7176392" y="2443286"/>
              <a:ext cx="78397" cy="33944"/>
            </a:xfrm>
            <a:custGeom>
              <a:rect b="b" l="l" r="r" t="t"/>
              <a:pathLst>
                <a:path extrusionOk="0" h="1292" w="2984">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8" name="Google Shape;15808;p92"/>
            <p:cNvSpPr/>
            <p:nvPr/>
          </p:nvSpPr>
          <p:spPr>
            <a:xfrm>
              <a:off x="6863329" y="2450038"/>
              <a:ext cx="122666" cy="217799"/>
            </a:xfrm>
            <a:custGeom>
              <a:rect b="b" l="l" r="r" t="t"/>
              <a:pathLst>
                <a:path extrusionOk="0" h="8290" w="4669">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9" name="Google Shape;15809;p92"/>
            <p:cNvSpPr/>
            <p:nvPr/>
          </p:nvSpPr>
          <p:spPr>
            <a:xfrm>
              <a:off x="6863329" y="2449854"/>
              <a:ext cx="41011" cy="217983"/>
            </a:xfrm>
            <a:custGeom>
              <a:rect b="b" l="l" r="r" t="t"/>
              <a:pathLst>
                <a:path extrusionOk="0" h="8297" w="1561">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0" name="Google Shape;15810;p92"/>
            <p:cNvSpPr/>
            <p:nvPr/>
          </p:nvSpPr>
          <p:spPr>
            <a:xfrm>
              <a:off x="6917818" y="2599660"/>
              <a:ext cx="40827" cy="40827"/>
            </a:xfrm>
            <a:custGeom>
              <a:rect b="b" l="l" r="r" t="t"/>
              <a:pathLst>
                <a:path extrusionOk="0" h="1554" w="1554">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1" name="Google Shape;15811;p92"/>
            <p:cNvSpPr/>
            <p:nvPr/>
          </p:nvSpPr>
          <p:spPr>
            <a:xfrm>
              <a:off x="6924544" y="2606386"/>
              <a:ext cx="27376" cy="27376"/>
            </a:xfrm>
            <a:custGeom>
              <a:rect b="b" l="l" r="r" t="t"/>
              <a:pathLst>
                <a:path extrusionOk="0" h="1042" w="1042">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12" name="Google Shape;15812;p92"/>
          <p:cNvGrpSpPr/>
          <p:nvPr/>
        </p:nvGrpSpPr>
        <p:grpSpPr>
          <a:xfrm>
            <a:off x="7408313" y="2318518"/>
            <a:ext cx="342620" cy="328459"/>
            <a:chOff x="7421488" y="2318518"/>
            <a:chExt cx="342620" cy="328459"/>
          </a:xfrm>
        </p:grpSpPr>
        <p:sp>
          <p:nvSpPr>
            <p:cNvPr id="15813" name="Google Shape;15813;p92"/>
            <p:cNvSpPr/>
            <p:nvPr/>
          </p:nvSpPr>
          <p:spPr>
            <a:xfrm>
              <a:off x="7531754" y="2515641"/>
              <a:ext cx="9117" cy="18969"/>
            </a:xfrm>
            <a:custGeom>
              <a:rect b="b" l="l" r="r" t="t"/>
              <a:pathLst>
                <a:path extrusionOk="0" h="722" w="347">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4" name="Google Shape;15814;p92"/>
            <p:cNvSpPr/>
            <p:nvPr/>
          </p:nvSpPr>
          <p:spPr>
            <a:xfrm>
              <a:off x="7540844" y="2339983"/>
              <a:ext cx="223264" cy="234902"/>
            </a:xfrm>
            <a:custGeom>
              <a:rect b="b" l="l" r="r" t="t"/>
              <a:pathLst>
                <a:path extrusionOk="0" h="8941" w="8498">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5" name="Google Shape;15815;p92"/>
            <p:cNvSpPr/>
            <p:nvPr/>
          </p:nvSpPr>
          <p:spPr>
            <a:xfrm>
              <a:off x="7520456" y="2318518"/>
              <a:ext cx="235270" cy="227756"/>
            </a:xfrm>
            <a:custGeom>
              <a:rect b="b" l="l" r="r" t="t"/>
              <a:pathLst>
                <a:path extrusionOk="0" h="8669" w="8955">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6" name="Google Shape;15816;p92"/>
            <p:cNvSpPr/>
            <p:nvPr/>
          </p:nvSpPr>
          <p:spPr>
            <a:xfrm>
              <a:off x="7450283" y="2573598"/>
              <a:ext cx="152013" cy="73379"/>
            </a:xfrm>
            <a:custGeom>
              <a:rect b="b" l="l" r="r" t="t"/>
              <a:pathLst>
                <a:path extrusionOk="0" h="2793" w="5786">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7" name="Google Shape;15817;p92"/>
            <p:cNvSpPr/>
            <p:nvPr/>
          </p:nvSpPr>
          <p:spPr>
            <a:xfrm>
              <a:off x="7565093" y="2530958"/>
              <a:ext cx="83310" cy="46713"/>
            </a:xfrm>
            <a:custGeom>
              <a:rect b="b" l="l" r="r" t="t"/>
              <a:pathLst>
                <a:path extrusionOk="0" h="1778" w="3171">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8" name="Google Shape;15818;p92"/>
            <p:cNvSpPr/>
            <p:nvPr/>
          </p:nvSpPr>
          <p:spPr>
            <a:xfrm>
              <a:off x="7421488" y="2409447"/>
              <a:ext cx="236558" cy="227599"/>
            </a:xfrm>
            <a:custGeom>
              <a:rect b="b" l="l" r="r" t="t"/>
              <a:pathLst>
                <a:path extrusionOk="0" h="8663" w="9004">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9" name="Google Shape;15819;p92"/>
            <p:cNvSpPr/>
            <p:nvPr/>
          </p:nvSpPr>
          <p:spPr>
            <a:xfrm>
              <a:off x="7556161" y="2553368"/>
              <a:ext cx="36650" cy="22253"/>
            </a:xfrm>
            <a:custGeom>
              <a:rect b="b" l="l" r="r" t="t"/>
              <a:pathLst>
                <a:path extrusionOk="0" h="847" w="1395">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20" name="Google Shape;15820;p92"/>
          <p:cNvGrpSpPr/>
          <p:nvPr/>
        </p:nvGrpSpPr>
        <p:grpSpPr>
          <a:xfrm>
            <a:off x="2495198" y="2779889"/>
            <a:ext cx="337523" cy="337680"/>
            <a:chOff x="2508373" y="2779889"/>
            <a:chExt cx="337523" cy="337680"/>
          </a:xfrm>
        </p:grpSpPr>
        <p:sp>
          <p:nvSpPr>
            <p:cNvPr id="15821" name="Google Shape;15821;p92"/>
            <p:cNvSpPr/>
            <p:nvPr/>
          </p:nvSpPr>
          <p:spPr>
            <a:xfrm>
              <a:off x="2508373" y="2779889"/>
              <a:ext cx="256971" cy="256971"/>
            </a:xfrm>
            <a:custGeom>
              <a:rect b="b" l="l" r="r" t="t"/>
              <a:pathLst>
                <a:path extrusionOk="0" h="9781" w="9781">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2" name="Google Shape;15822;p92"/>
            <p:cNvSpPr/>
            <p:nvPr/>
          </p:nvSpPr>
          <p:spPr>
            <a:xfrm>
              <a:off x="2561391" y="2852034"/>
              <a:ext cx="131783" cy="112814"/>
            </a:xfrm>
            <a:custGeom>
              <a:rect b="b" l="l" r="r" t="t"/>
              <a:pathLst>
                <a:path extrusionOk="0" h="4294" w="5016">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3" name="Google Shape;15823;p92"/>
            <p:cNvSpPr/>
            <p:nvPr/>
          </p:nvSpPr>
          <p:spPr>
            <a:xfrm>
              <a:off x="2599302" y="2880277"/>
              <a:ext cx="65629" cy="56223"/>
            </a:xfrm>
            <a:custGeom>
              <a:rect b="b" l="l" r="r" t="t"/>
              <a:pathLst>
                <a:path extrusionOk="0" h="2140" w="2498">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4" name="Google Shape;15824;p92"/>
            <p:cNvSpPr/>
            <p:nvPr/>
          </p:nvSpPr>
          <p:spPr>
            <a:xfrm>
              <a:off x="2677121" y="2948611"/>
              <a:ext cx="168775" cy="168958"/>
            </a:xfrm>
            <a:custGeom>
              <a:rect b="b" l="l" r="r" t="t"/>
              <a:pathLst>
                <a:path extrusionOk="0" h="6431" w="6424">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5" name="Google Shape;15825;p92"/>
            <p:cNvSpPr/>
            <p:nvPr/>
          </p:nvSpPr>
          <p:spPr>
            <a:xfrm>
              <a:off x="2705180" y="2990910"/>
              <a:ext cx="98601" cy="84466"/>
            </a:xfrm>
            <a:custGeom>
              <a:rect b="b" l="l" r="r" t="t"/>
              <a:pathLst>
                <a:path extrusionOk="0" h="3215" w="3753">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6" name="Google Shape;15826;p92"/>
            <p:cNvSpPr/>
            <p:nvPr/>
          </p:nvSpPr>
          <p:spPr>
            <a:xfrm>
              <a:off x="2727774" y="3007856"/>
              <a:ext cx="59061" cy="50601"/>
            </a:xfrm>
            <a:custGeom>
              <a:rect b="b" l="l" r="r" t="t"/>
              <a:pathLst>
                <a:path extrusionOk="0" h="1926" w="2248">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27" name="Google Shape;15827;p92"/>
          <p:cNvGrpSpPr/>
          <p:nvPr/>
        </p:nvGrpSpPr>
        <p:grpSpPr>
          <a:xfrm>
            <a:off x="2137900" y="4141593"/>
            <a:ext cx="410613" cy="372229"/>
            <a:chOff x="1884401" y="4141593"/>
            <a:chExt cx="410613" cy="372229"/>
          </a:xfrm>
        </p:grpSpPr>
        <p:sp>
          <p:nvSpPr>
            <p:cNvPr id="15828" name="Google Shape;15828;p92"/>
            <p:cNvSpPr/>
            <p:nvPr/>
          </p:nvSpPr>
          <p:spPr>
            <a:xfrm>
              <a:off x="1934529" y="4484476"/>
              <a:ext cx="343697" cy="29346"/>
            </a:xfrm>
            <a:custGeom>
              <a:rect b="b" l="l" r="r" t="t"/>
              <a:pathLst>
                <a:path extrusionOk="0" h="1117" w="13082">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9" name="Google Shape;15829;p92"/>
            <p:cNvSpPr/>
            <p:nvPr/>
          </p:nvSpPr>
          <p:spPr>
            <a:xfrm>
              <a:off x="1884401" y="4269619"/>
              <a:ext cx="345720" cy="189635"/>
            </a:xfrm>
            <a:custGeom>
              <a:rect b="b" l="l" r="r" t="t"/>
              <a:pathLst>
                <a:path extrusionOk="0" h="7218" w="13159">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0" name="Google Shape;15830;p92"/>
            <p:cNvSpPr/>
            <p:nvPr/>
          </p:nvSpPr>
          <p:spPr>
            <a:xfrm>
              <a:off x="2097970" y="4322006"/>
              <a:ext cx="104827" cy="110003"/>
            </a:xfrm>
            <a:custGeom>
              <a:rect b="b" l="l" r="r" t="t"/>
              <a:pathLst>
                <a:path extrusionOk="0" h="4187" w="399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1" name="Google Shape;15831;p92"/>
            <p:cNvSpPr/>
            <p:nvPr/>
          </p:nvSpPr>
          <p:spPr>
            <a:xfrm>
              <a:off x="2190187" y="4269619"/>
              <a:ext cx="12611" cy="39829"/>
            </a:xfrm>
            <a:custGeom>
              <a:rect b="b" l="l" r="r" t="t"/>
              <a:pathLst>
                <a:path extrusionOk="0" h="1516" w="48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2" name="Google Shape;15832;p92"/>
            <p:cNvSpPr/>
            <p:nvPr/>
          </p:nvSpPr>
          <p:spPr>
            <a:xfrm>
              <a:off x="2069018" y="4141593"/>
              <a:ext cx="24250" cy="109083"/>
            </a:xfrm>
            <a:custGeom>
              <a:rect b="b" l="l" r="r" t="t"/>
              <a:pathLst>
                <a:path extrusionOk="0" h="4152" w="923">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3" name="Google Shape;15833;p92"/>
            <p:cNvSpPr/>
            <p:nvPr/>
          </p:nvSpPr>
          <p:spPr>
            <a:xfrm>
              <a:off x="2119303" y="4141593"/>
              <a:ext cx="24276" cy="109083"/>
            </a:xfrm>
            <a:custGeom>
              <a:rect b="b" l="l" r="r" t="t"/>
              <a:pathLst>
                <a:path extrusionOk="0" h="4152" w="924">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4" name="Google Shape;15834;p92"/>
            <p:cNvSpPr/>
            <p:nvPr/>
          </p:nvSpPr>
          <p:spPr>
            <a:xfrm>
              <a:off x="1917583" y="4478091"/>
              <a:ext cx="377431" cy="12585"/>
            </a:xfrm>
            <a:custGeom>
              <a:rect b="b" l="l" r="r" t="t"/>
              <a:pathLst>
                <a:path extrusionOk="0" h="479" w="14366">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35" name="Google Shape;15835;p92"/>
          <p:cNvGrpSpPr/>
          <p:nvPr/>
        </p:nvGrpSpPr>
        <p:grpSpPr>
          <a:xfrm>
            <a:off x="1417658" y="2773689"/>
            <a:ext cx="294515" cy="349897"/>
            <a:chOff x="1430832" y="2773689"/>
            <a:chExt cx="294515" cy="349897"/>
          </a:xfrm>
        </p:grpSpPr>
        <p:sp>
          <p:nvSpPr>
            <p:cNvPr id="15836" name="Google Shape;15836;p92"/>
            <p:cNvSpPr/>
            <p:nvPr/>
          </p:nvSpPr>
          <p:spPr>
            <a:xfrm>
              <a:off x="1430832" y="2794996"/>
              <a:ext cx="90062" cy="149648"/>
            </a:xfrm>
            <a:custGeom>
              <a:rect b="b" l="l" r="r" t="t"/>
              <a:pathLst>
                <a:path extrusionOk="0" h="5696" w="3428">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7" name="Google Shape;15837;p92"/>
            <p:cNvSpPr/>
            <p:nvPr/>
          </p:nvSpPr>
          <p:spPr>
            <a:xfrm>
              <a:off x="1635127" y="2795180"/>
              <a:ext cx="90220" cy="149464"/>
            </a:xfrm>
            <a:custGeom>
              <a:rect b="b" l="l" r="r" t="t"/>
              <a:pathLst>
                <a:path extrusionOk="0" h="5689" w="3434">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8" name="Google Shape;15838;p92"/>
            <p:cNvSpPr/>
            <p:nvPr/>
          </p:nvSpPr>
          <p:spPr>
            <a:xfrm>
              <a:off x="1566609" y="2972861"/>
              <a:ext cx="22988" cy="104249"/>
            </a:xfrm>
            <a:custGeom>
              <a:rect b="b" l="l" r="r" t="t"/>
              <a:pathLst>
                <a:path extrusionOk="0" h="3968" w="875">
                  <a:moveTo>
                    <a:pt x="0" y="0"/>
                  </a:moveTo>
                  <a:lnTo>
                    <a:pt x="0" y="3968"/>
                  </a:lnTo>
                  <a:lnTo>
                    <a:pt x="874" y="3968"/>
                  </a:lnTo>
                  <a:lnTo>
                    <a:pt x="874"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9" name="Google Shape;15839;p92"/>
            <p:cNvSpPr/>
            <p:nvPr/>
          </p:nvSpPr>
          <p:spPr>
            <a:xfrm>
              <a:off x="1493703" y="2785354"/>
              <a:ext cx="168775" cy="206108"/>
            </a:xfrm>
            <a:custGeom>
              <a:rect b="b" l="l" r="r" t="t"/>
              <a:pathLst>
                <a:path extrusionOk="0" h="7845" w="6424">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0" name="Google Shape;15840;p92"/>
            <p:cNvSpPr/>
            <p:nvPr/>
          </p:nvSpPr>
          <p:spPr>
            <a:xfrm>
              <a:off x="1562037" y="2785354"/>
              <a:ext cx="100440" cy="206108"/>
            </a:xfrm>
            <a:custGeom>
              <a:rect b="b" l="l" r="r" t="t"/>
              <a:pathLst>
                <a:path extrusionOk="0" h="7845" w="3823">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1" name="Google Shape;15841;p92"/>
            <p:cNvSpPr/>
            <p:nvPr/>
          </p:nvSpPr>
          <p:spPr>
            <a:xfrm>
              <a:off x="1482773" y="2773689"/>
              <a:ext cx="190817" cy="23172"/>
            </a:xfrm>
            <a:custGeom>
              <a:rect b="b" l="l" r="r" t="t"/>
              <a:pathLst>
                <a:path extrusionOk="0" h="882" w="7263">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2" name="Google Shape;15842;p92"/>
            <p:cNvSpPr/>
            <p:nvPr/>
          </p:nvSpPr>
          <p:spPr>
            <a:xfrm>
              <a:off x="1641669" y="2773689"/>
              <a:ext cx="31921" cy="23172"/>
            </a:xfrm>
            <a:custGeom>
              <a:rect b="b" l="l" r="r" t="t"/>
              <a:pathLst>
                <a:path extrusionOk="0" h="882" w="1215">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3" name="Google Shape;15843;p92"/>
            <p:cNvSpPr/>
            <p:nvPr/>
          </p:nvSpPr>
          <p:spPr>
            <a:xfrm>
              <a:off x="1536343" y="2836060"/>
              <a:ext cx="83494" cy="78975"/>
            </a:xfrm>
            <a:custGeom>
              <a:rect b="b" l="l" r="r" t="t"/>
              <a:pathLst>
                <a:path extrusionOk="0" h="3006" w="3178">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4" name="Google Shape;15844;p92"/>
            <p:cNvSpPr/>
            <p:nvPr/>
          </p:nvSpPr>
          <p:spPr>
            <a:xfrm>
              <a:off x="1556205" y="2977958"/>
              <a:ext cx="43770" cy="21543"/>
            </a:xfrm>
            <a:custGeom>
              <a:rect b="b" l="l" r="r" t="t"/>
              <a:pathLst>
                <a:path extrusionOk="0" h="820" w="1666">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5" name="Google Shape;15845;p92"/>
            <p:cNvSpPr/>
            <p:nvPr/>
          </p:nvSpPr>
          <p:spPr>
            <a:xfrm>
              <a:off x="1533427" y="3061609"/>
              <a:ext cx="89326" cy="30818"/>
            </a:xfrm>
            <a:custGeom>
              <a:rect b="b" l="l" r="r" t="t"/>
              <a:pathLst>
                <a:path extrusionOk="0" h="1173" w="340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6" name="Google Shape;15846;p92"/>
            <p:cNvSpPr/>
            <p:nvPr/>
          </p:nvSpPr>
          <p:spPr>
            <a:xfrm>
              <a:off x="1591200" y="3061609"/>
              <a:ext cx="31737" cy="30818"/>
            </a:xfrm>
            <a:custGeom>
              <a:rect b="b" l="l" r="r" t="t"/>
              <a:pathLst>
                <a:path extrusionOk="0" h="1173" w="1208">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7" name="Google Shape;15847;p92"/>
            <p:cNvSpPr/>
            <p:nvPr/>
          </p:nvSpPr>
          <p:spPr>
            <a:xfrm>
              <a:off x="1501006" y="3084756"/>
              <a:ext cx="154193" cy="38831"/>
            </a:xfrm>
            <a:custGeom>
              <a:rect b="b" l="l" r="r" t="t"/>
              <a:pathLst>
                <a:path extrusionOk="0" h="1478" w="5869">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8" name="Google Shape;15848;p92"/>
            <p:cNvSpPr/>
            <p:nvPr/>
          </p:nvSpPr>
          <p:spPr>
            <a:xfrm>
              <a:off x="1616159" y="3084756"/>
              <a:ext cx="38857" cy="38647"/>
            </a:xfrm>
            <a:custGeom>
              <a:rect b="b" l="l" r="r" t="t"/>
              <a:pathLst>
                <a:path extrusionOk="0" h="1471" w="1479">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49" name="Google Shape;15849;p92"/>
          <p:cNvGrpSpPr/>
          <p:nvPr/>
        </p:nvGrpSpPr>
        <p:grpSpPr>
          <a:xfrm>
            <a:off x="3069042" y="2788586"/>
            <a:ext cx="288866" cy="320236"/>
            <a:chOff x="3082217" y="2788586"/>
            <a:chExt cx="288866" cy="320236"/>
          </a:xfrm>
        </p:grpSpPr>
        <p:sp>
          <p:nvSpPr>
            <p:cNvPr id="15850" name="Google Shape;15850;p92"/>
            <p:cNvSpPr/>
            <p:nvPr/>
          </p:nvSpPr>
          <p:spPr>
            <a:xfrm>
              <a:off x="3082401" y="2867508"/>
              <a:ext cx="275178" cy="241313"/>
            </a:xfrm>
            <a:custGeom>
              <a:rect b="b" l="l" r="r" t="t"/>
              <a:pathLst>
                <a:path extrusionOk="0" h="9185" w="10474">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1" name="Google Shape;15851;p92"/>
            <p:cNvSpPr/>
            <p:nvPr/>
          </p:nvSpPr>
          <p:spPr>
            <a:xfrm>
              <a:off x="3082217" y="2867508"/>
              <a:ext cx="219980" cy="241313"/>
            </a:xfrm>
            <a:custGeom>
              <a:rect b="b" l="l" r="r" t="t"/>
              <a:pathLst>
                <a:path extrusionOk="0" h="9185" w="8373">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2" name="Google Shape;15852;p92"/>
            <p:cNvSpPr/>
            <p:nvPr/>
          </p:nvSpPr>
          <p:spPr>
            <a:xfrm>
              <a:off x="3233100" y="2788586"/>
              <a:ext cx="137983" cy="76269"/>
            </a:xfrm>
            <a:custGeom>
              <a:rect b="b" l="l" r="r" t="t"/>
              <a:pathLst>
                <a:path extrusionOk="0" h="2903" w="5252">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3" name="Google Shape;15853;p92"/>
            <p:cNvSpPr/>
            <p:nvPr/>
          </p:nvSpPr>
          <p:spPr>
            <a:xfrm>
              <a:off x="3232916" y="2788586"/>
              <a:ext cx="138167" cy="51258"/>
            </a:xfrm>
            <a:custGeom>
              <a:rect b="b" l="l" r="r" t="t"/>
              <a:pathLst>
                <a:path extrusionOk="0" h="1951" w="5259">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4" name="Google Shape;15854;p92"/>
            <p:cNvSpPr/>
            <p:nvPr/>
          </p:nvSpPr>
          <p:spPr>
            <a:xfrm>
              <a:off x="3293605" y="2915403"/>
              <a:ext cx="38831" cy="55540"/>
            </a:xfrm>
            <a:custGeom>
              <a:rect b="b" l="l" r="r" t="t"/>
              <a:pathLst>
                <a:path extrusionOk="0" h="2114" w="1478">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5" name="Google Shape;15855;p92"/>
            <p:cNvSpPr/>
            <p:nvPr/>
          </p:nvSpPr>
          <p:spPr>
            <a:xfrm>
              <a:off x="3191379" y="2892677"/>
              <a:ext cx="57405" cy="13136"/>
            </a:xfrm>
            <a:custGeom>
              <a:rect b="b" l="l" r="r" t="t"/>
              <a:pathLst>
                <a:path extrusionOk="0" h="500" w="2185">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6" name="Google Shape;15856;p92"/>
            <p:cNvSpPr/>
            <p:nvPr/>
          </p:nvSpPr>
          <p:spPr>
            <a:xfrm>
              <a:off x="3195320" y="2830070"/>
              <a:ext cx="49708" cy="75560"/>
            </a:xfrm>
            <a:custGeom>
              <a:rect b="b" l="l" r="r" t="t"/>
              <a:pathLst>
                <a:path extrusionOk="0" h="2876" w="1892">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57" name="Google Shape;15857;p92"/>
          <p:cNvGrpSpPr/>
          <p:nvPr/>
        </p:nvGrpSpPr>
        <p:grpSpPr>
          <a:xfrm>
            <a:off x="3597382" y="2780704"/>
            <a:ext cx="325017" cy="336052"/>
            <a:chOff x="3610557" y="2780704"/>
            <a:chExt cx="325017" cy="336052"/>
          </a:xfrm>
        </p:grpSpPr>
        <p:sp>
          <p:nvSpPr>
            <p:cNvPr id="15858" name="Google Shape;15858;p92"/>
            <p:cNvSpPr/>
            <p:nvPr/>
          </p:nvSpPr>
          <p:spPr>
            <a:xfrm>
              <a:off x="3610557" y="2780704"/>
              <a:ext cx="324702" cy="335973"/>
            </a:xfrm>
            <a:custGeom>
              <a:rect b="b" l="l" r="r" t="t"/>
              <a:pathLst>
                <a:path extrusionOk="0" h="12788" w="12359">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9" name="Google Shape;15859;p92"/>
            <p:cNvSpPr/>
            <p:nvPr/>
          </p:nvSpPr>
          <p:spPr>
            <a:xfrm>
              <a:off x="3665703" y="2864434"/>
              <a:ext cx="67967" cy="252321"/>
            </a:xfrm>
            <a:custGeom>
              <a:rect b="b" l="l" r="r" t="t"/>
              <a:pathLst>
                <a:path extrusionOk="0" h="9604" w="2587">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0" name="Google Shape;15860;p92"/>
            <p:cNvSpPr/>
            <p:nvPr/>
          </p:nvSpPr>
          <p:spPr>
            <a:xfrm>
              <a:off x="3867633" y="2780704"/>
              <a:ext cx="67941" cy="294830"/>
            </a:xfrm>
            <a:custGeom>
              <a:rect b="b" l="l" r="r" t="t"/>
              <a:pathLst>
                <a:path extrusionOk="0" h="11222" w="2586">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61" name="Google Shape;15861;p92"/>
          <p:cNvGrpSpPr/>
          <p:nvPr/>
        </p:nvGrpSpPr>
        <p:grpSpPr>
          <a:xfrm>
            <a:off x="4165893" y="2811495"/>
            <a:ext cx="286475" cy="274390"/>
            <a:chOff x="4179067" y="2811495"/>
            <a:chExt cx="286475" cy="274390"/>
          </a:xfrm>
        </p:grpSpPr>
        <p:sp>
          <p:nvSpPr>
            <p:cNvPr id="15862" name="Google Shape;15862;p92"/>
            <p:cNvSpPr/>
            <p:nvPr/>
          </p:nvSpPr>
          <p:spPr>
            <a:xfrm>
              <a:off x="4333786" y="2956651"/>
              <a:ext cx="69990" cy="69990"/>
            </a:xfrm>
            <a:custGeom>
              <a:rect b="b" l="l" r="r" t="t"/>
              <a:pathLst>
                <a:path extrusionOk="0" h="2664" w="2664">
                  <a:moveTo>
                    <a:pt x="493" y="0"/>
                  </a:moveTo>
                  <a:lnTo>
                    <a:pt x="0" y="493"/>
                  </a:lnTo>
                  <a:lnTo>
                    <a:pt x="2171" y="2664"/>
                  </a:lnTo>
                  <a:lnTo>
                    <a:pt x="2664" y="2171"/>
                  </a:lnTo>
                  <a:lnTo>
                    <a:pt x="493" y="0"/>
                  </a:lnTo>
                  <a:close/>
                </a:path>
              </a:pathLst>
            </a:custGeom>
            <a:solidFill>
              <a:srgbClr val="DFE6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3" name="Google Shape;15863;p92"/>
            <p:cNvSpPr/>
            <p:nvPr/>
          </p:nvSpPr>
          <p:spPr>
            <a:xfrm>
              <a:off x="4363290" y="2987022"/>
              <a:ext cx="102253" cy="98785"/>
            </a:xfrm>
            <a:custGeom>
              <a:rect b="b" l="l" r="r" t="t"/>
              <a:pathLst>
                <a:path extrusionOk="0" h="3760" w="3892">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4" name="Google Shape;15864;p92"/>
            <p:cNvSpPr/>
            <p:nvPr/>
          </p:nvSpPr>
          <p:spPr>
            <a:xfrm>
              <a:off x="4363474" y="2993826"/>
              <a:ext cx="98259" cy="92059"/>
            </a:xfrm>
            <a:custGeom>
              <a:rect b="b" l="l" r="r" t="t"/>
              <a:pathLst>
                <a:path extrusionOk="0" h="3504" w="374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5" name="Google Shape;15865;p92"/>
            <p:cNvSpPr/>
            <p:nvPr/>
          </p:nvSpPr>
          <p:spPr>
            <a:xfrm>
              <a:off x="4179067" y="2811495"/>
              <a:ext cx="215408" cy="196282"/>
            </a:xfrm>
            <a:custGeom>
              <a:rect b="b" l="l" r="r" t="t"/>
              <a:pathLst>
                <a:path extrusionOk="0" h="7471" w="8199">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6" name="Google Shape;15866;p92"/>
            <p:cNvSpPr/>
            <p:nvPr/>
          </p:nvSpPr>
          <p:spPr>
            <a:xfrm>
              <a:off x="4204210" y="2834405"/>
              <a:ext cx="165123" cy="150463"/>
            </a:xfrm>
            <a:custGeom>
              <a:rect b="b" l="l" r="r" t="t"/>
              <a:pathLst>
                <a:path extrusionOk="0" h="5727" w="6285">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7" name="Google Shape;15867;p92"/>
            <p:cNvSpPr/>
            <p:nvPr/>
          </p:nvSpPr>
          <p:spPr>
            <a:xfrm>
              <a:off x="4204210" y="2850037"/>
              <a:ext cx="142160" cy="133175"/>
            </a:xfrm>
            <a:custGeom>
              <a:rect b="b" l="l" r="r" t="t"/>
              <a:pathLst>
                <a:path extrusionOk="0" h="5069" w="5411">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8" name="Google Shape;15868;p92"/>
            <p:cNvSpPr/>
            <p:nvPr/>
          </p:nvSpPr>
          <p:spPr>
            <a:xfrm>
              <a:off x="4246666" y="2855186"/>
              <a:ext cx="81103" cy="22883"/>
            </a:xfrm>
            <a:custGeom>
              <a:rect b="b" l="l" r="r" t="t"/>
              <a:pathLst>
                <a:path extrusionOk="0" h="871" w="3087">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9" name="Google Shape;15869;p92"/>
            <p:cNvSpPr/>
            <p:nvPr/>
          </p:nvSpPr>
          <p:spPr>
            <a:xfrm>
              <a:off x="4363290" y="2987022"/>
              <a:ext cx="41589" cy="40722"/>
            </a:xfrm>
            <a:custGeom>
              <a:rect b="b" l="l" r="r" t="t"/>
              <a:pathLst>
                <a:path extrusionOk="0" h="1550" w="1583">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0" name="Google Shape;15870;p92"/>
            <p:cNvSpPr/>
            <p:nvPr/>
          </p:nvSpPr>
          <p:spPr>
            <a:xfrm>
              <a:off x="4363474" y="2993826"/>
              <a:ext cx="29189" cy="33918"/>
            </a:xfrm>
            <a:custGeom>
              <a:rect b="b" l="l" r="r" t="t"/>
              <a:pathLst>
                <a:path extrusionOk="0" h="1291" w="1111">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71" name="Google Shape;15871;p92"/>
          <p:cNvGrpSpPr/>
          <p:nvPr/>
        </p:nvGrpSpPr>
        <p:grpSpPr>
          <a:xfrm>
            <a:off x="4673583" y="2762156"/>
            <a:ext cx="371047" cy="374199"/>
            <a:chOff x="4686757" y="2762156"/>
            <a:chExt cx="371047" cy="374199"/>
          </a:xfrm>
        </p:grpSpPr>
        <p:sp>
          <p:nvSpPr>
            <p:cNvPr id="15872" name="Google Shape;15872;p92"/>
            <p:cNvSpPr/>
            <p:nvPr/>
          </p:nvSpPr>
          <p:spPr>
            <a:xfrm>
              <a:off x="4696767" y="2762156"/>
              <a:ext cx="353207" cy="374199"/>
            </a:xfrm>
            <a:custGeom>
              <a:rect b="b" l="l" r="r" t="t"/>
              <a:pathLst>
                <a:path extrusionOk="0" h="14243" w="13444">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3" name="Google Shape;15873;p92"/>
            <p:cNvSpPr/>
            <p:nvPr/>
          </p:nvSpPr>
          <p:spPr>
            <a:xfrm>
              <a:off x="4843656" y="2919134"/>
              <a:ext cx="62161" cy="59244"/>
            </a:xfrm>
            <a:custGeom>
              <a:rect b="b" l="l" r="r" t="t"/>
              <a:pathLst>
                <a:path extrusionOk="0" h="2255" w="2366">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4" name="Google Shape;15874;p92"/>
            <p:cNvSpPr/>
            <p:nvPr/>
          </p:nvSpPr>
          <p:spPr>
            <a:xfrm>
              <a:off x="4686757" y="2827311"/>
              <a:ext cx="62660" cy="48473"/>
            </a:xfrm>
            <a:custGeom>
              <a:rect b="b" l="l" r="r" t="t"/>
              <a:pathLst>
                <a:path extrusionOk="0" h="1845" w="2385">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5" name="Google Shape;15875;p92"/>
            <p:cNvSpPr/>
            <p:nvPr/>
          </p:nvSpPr>
          <p:spPr>
            <a:xfrm>
              <a:off x="5005600" y="3019416"/>
              <a:ext cx="52020" cy="48604"/>
            </a:xfrm>
            <a:custGeom>
              <a:rect b="b" l="l" r="r" t="t"/>
              <a:pathLst>
                <a:path extrusionOk="0" h="1850" w="198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6" name="Google Shape;15876;p92"/>
            <p:cNvSpPr/>
            <p:nvPr/>
          </p:nvSpPr>
          <p:spPr>
            <a:xfrm>
              <a:off x="4857476" y="2936946"/>
              <a:ext cx="48341" cy="41484"/>
            </a:xfrm>
            <a:custGeom>
              <a:rect b="b" l="l" r="r" t="t"/>
              <a:pathLst>
                <a:path extrusionOk="0" h="1579" w="184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7" name="Google Shape;15877;p92"/>
            <p:cNvSpPr/>
            <p:nvPr/>
          </p:nvSpPr>
          <p:spPr>
            <a:xfrm>
              <a:off x="4708563" y="2844940"/>
              <a:ext cx="34890" cy="30844"/>
            </a:xfrm>
            <a:custGeom>
              <a:rect b="b" l="l" r="r" t="t"/>
              <a:pathLst>
                <a:path extrusionOk="0" h="1174" w="1328">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8" name="Google Shape;15878;p92"/>
            <p:cNvSpPr/>
            <p:nvPr/>
          </p:nvSpPr>
          <p:spPr>
            <a:xfrm>
              <a:off x="5022914" y="3037176"/>
              <a:ext cx="34890" cy="30765"/>
            </a:xfrm>
            <a:custGeom>
              <a:rect b="b" l="l" r="r" t="t"/>
              <a:pathLst>
                <a:path extrusionOk="0" h="1171" w="1328">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79" name="Google Shape;15879;p92"/>
          <p:cNvGrpSpPr/>
          <p:nvPr/>
        </p:nvGrpSpPr>
        <p:grpSpPr>
          <a:xfrm>
            <a:off x="5208438" y="2784802"/>
            <a:ext cx="406567" cy="327855"/>
            <a:chOff x="5221613" y="2784802"/>
            <a:chExt cx="406567" cy="327855"/>
          </a:xfrm>
        </p:grpSpPr>
        <p:sp>
          <p:nvSpPr>
            <p:cNvPr id="15880" name="Google Shape;15880;p92"/>
            <p:cNvSpPr/>
            <p:nvPr/>
          </p:nvSpPr>
          <p:spPr>
            <a:xfrm>
              <a:off x="5221613" y="2811049"/>
              <a:ext cx="406567" cy="301608"/>
            </a:xfrm>
            <a:custGeom>
              <a:rect b="b" l="l" r="r" t="t"/>
              <a:pathLst>
                <a:path extrusionOk="0" h="11480" w="15475">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1" name="Google Shape;15881;p92"/>
            <p:cNvSpPr/>
            <p:nvPr/>
          </p:nvSpPr>
          <p:spPr>
            <a:xfrm>
              <a:off x="5221613" y="2811049"/>
              <a:ext cx="406567" cy="39382"/>
            </a:xfrm>
            <a:custGeom>
              <a:rect b="b" l="l" r="r" t="t"/>
              <a:pathLst>
                <a:path extrusionOk="0" h="1499" w="15475">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2" name="Google Shape;15882;p92"/>
            <p:cNvSpPr/>
            <p:nvPr/>
          </p:nvSpPr>
          <p:spPr>
            <a:xfrm>
              <a:off x="5247833" y="2811049"/>
              <a:ext cx="52519" cy="26246"/>
            </a:xfrm>
            <a:custGeom>
              <a:rect b="b" l="l" r="r" t="t"/>
              <a:pathLst>
                <a:path extrusionOk="0" h="999" w="1999">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3" name="Google Shape;15883;p92"/>
            <p:cNvSpPr/>
            <p:nvPr/>
          </p:nvSpPr>
          <p:spPr>
            <a:xfrm>
              <a:off x="5549441" y="2811049"/>
              <a:ext cx="52492" cy="26246"/>
            </a:xfrm>
            <a:custGeom>
              <a:rect b="b" l="l" r="r" t="t"/>
              <a:pathLst>
                <a:path extrusionOk="0" h="999" w="1998">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4" name="Google Shape;15884;p92"/>
            <p:cNvSpPr/>
            <p:nvPr/>
          </p:nvSpPr>
          <p:spPr>
            <a:xfrm>
              <a:off x="5260969" y="2784802"/>
              <a:ext cx="26272" cy="39382"/>
            </a:xfrm>
            <a:custGeom>
              <a:rect b="b" l="l" r="r" t="t"/>
              <a:pathLst>
                <a:path extrusionOk="0" h="1499" w="100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5" name="Google Shape;15885;p92"/>
            <p:cNvSpPr/>
            <p:nvPr/>
          </p:nvSpPr>
          <p:spPr>
            <a:xfrm>
              <a:off x="5260969" y="2784802"/>
              <a:ext cx="26272" cy="19704"/>
            </a:xfrm>
            <a:custGeom>
              <a:rect b="b" l="l" r="r" t="t"/>
              <a:pathLst>
                <a:path extrusionOk="0" h="750" w="100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6" name="Google Shape;15886;p92"/>
            <p:cNvSpPr/>
            <p:nvPr/>
          </p:nvSpPr>
          <p:spPr>
            <a:xfrm>
              <a:off x="5562551" y="2784802"/>
              <a:ext cx="26456" cy="39382"/>
            </a:xfrm>
            <a:custGeom>
              <a:rect b="b" l="l" r="r" t="t"/>
              <a:pathLst>
                <a:path extrusionOk="0" h="1499" w="1007">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7" name="Google Shape;15887;p92"/>
            <p:cNvSpPr/>
            <p:nvPr/>
          </p:nvSpPr>
          <p:spPr>
            <a:xfrm>
              <a:off x="5562551" y="2784802"/>
              <a:ext cx="26456" cy="19704"/>
            </a:xfrm>
            <a:custGeom>
              <a:rect b="b" l="l" r="r" t="t"/>
              <a:pathLst>
                <a:path extrusionOk="0" h="750" w="1007">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8" name="Google Shape;15888;p92"/>
            <p:cNvSpPr/>
            <p:nvPr/>
          </p:nvSpPr>
          <p:spPr>
            <a:xfrm>
              <a:off x="5221613" y="2850405"/>
              <a:ext cx="406567" cy="13136"/>
            </a:xfrm>
            <a:custGeom>
              <a:rect b="b" l="l" r="r" t="t"/>
              <a:pathLst>
                <a:path extrusionOk="0" h="500" w="15475">
                  <a:moveTo>
                    <a:pt x="0" y="0"/>
                  </a:moveTo>
                  <a:lnTo>
                    <a:pt x="0" y="500"/>
                  </a:lnTo>
                  <a:lnTo>
                    <a:pt x="15475" y="500"/>
                  </a:lnTo>
                  <a:lnTo>
                    <a:pt x="15475" y="0"/>
                  </a:lnTo>
                  <a:close/>
                </a:path>
              </a:pathLst>
            </a:custGeom>
            <a:solidFill>
              <a:srgbClr val="CB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9" name="Google Shape;15889;p92"/>
            <p:cNvSpPr/>
            <p:nvPr/>
          </p:nvSpPr>
          <p:spPr>
            <a:xfrm>
              <a:off x="5260969"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0" name="Google Shape;15890;p92"/>
            <p:cNvSpPr/>
            <p:nvPr/>
          </p:nvSpPr>
          <p:spPr>
            <a:xfrm>
              <a:off x="5260969"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1" name="Google Shape;15891;p92"/>
            <p:cNvSpPr/>
            <p:nvPr/>
          </p:nvSpPr>
          <p:spPr>
            <a:xfrm>
              <a:off x="5260969"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2" name="Google Shape;15892;p92"/>
            <p:cNvSpPr/>
            <p:nvPr/>
          </p:nvSpPr>
          <p:spPr>
            <a:xfrm>
              <a:off x="5352818"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3" name="Google Shape;15893;p92"/>
            <p:cNvSpPr/>
            <p:nvPr/>
          </p:nvSpPr>
          <p:spPr>
            <a:xfrm>
              <a:off x="5444482"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4" name="Google Shape;15894;p92"/>
            <p:cNvSpPr/>
            <p:nvPr/>
          </p:nvSpPr>
          <p:spPr>
            <a:xfrm>
              <a:off x="5352818"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5" name="Google Shape;15895;p92"/>
            <p:cNvSpPr/>
            <p:nvPr/>
          </p:nvSpPr>
          <p:spPr>
            <a:xfrm>
              <a:off x="5260969"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6" name="Google Shape;15896;p92"/>
            <p:cNvSpPr/>
            <p:nvPr/>
          </p:nvSpPr>
          <p:spPr>
            <a:xfrm>
              <a:off x="5352818"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7" name="Google Shape;15897;p92"/>
            <p:cNvSpPr/>
            <p:nvPr/>
          </p:nvSpPr>
          <p:spPr>
            <a:xfrm>
              <a:off x="5352818"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8" name="Google Shape;15898;p92"/>
            <p:cNvSpPr/>
            <p:nvPr/>
          </p:nvSpPr>
          <p:spPr>
            <a:xfrm>
              <a:off x="5536489" y="2994536"/>
              <a:ext cx="52519" cy="26272"/>
            </a:xfrm>
            <a:custGeom>
              <a:rect b="b" l="l" r="r" t="t"/>
              <a:pathLst>
                <a:path extrusionOk="0" h="1000" w="1999">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9" name="Google Shape;15899;p92"/>
            <p:cNvSpPr/>
            <p:nvPr/>
          </p:nvSpPr>
          <p:spPr>
            <a:xfrm>
              <a:off x="5536489" y="2889577"/>
              <a:ext cx="52519" cy="26272"/>
            </a:xfrm>
            <a:custGeom>
              <a:rect b="b" l="l" r="r" t="t"/>
              <a:pathLst>
                <a:path extrusionOk="0" h="1000" w="1999">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0" name="Google Shape;15900;p92"/>
            <p:cNvSpPr/>
            <p:nvPr/>
          </p:nvSpPr>
          <p:spPr>
            <a:xfrm>
              <a:off x="5536489" y="3047028"/>
              <a:ext cx="52519" cy="26272"/>
            </a:xfrm>
            <a:custGeom>
              <a:rect b="b" l="l" r="r" t="t"/>
              <a:pathLst>
                <a:path extrusionOk="0" h="1000" w="1999">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1" name="Google Shape;15901;p92"/>
            <p:cNvSpPr/>
            <p:nvPr/>
          </p:nvSpPr>
          <p:spPr>
            <a:xfrm>
              <a:off x="5444482"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2" name="Google Shape;15902;p92"/>
            <p:cNvSpPr/>
            <p:nvPr/>
          </p:nvSpPr>
          <p:spPr>
            <a:xfrm>
              <a:off x="5444482"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3" name="Google Shape;15903;p92"/>
            <p:cNvSpPr/>
            <p:nvPr/>
          </p:nvSpPr>
          <p:spPr>
            <a:xfrm>
              <a:off x="5536489" y="2942070"/>
              <a:ext cx="52519" cy="26272"/>
            </a:xfrm>
            <a:custGeom>
              <a:rect b="b" l="l" r="r" t="t"/>
              <a:pathLst>
                <a:path extrusionOk="0" h="1000" w="1999">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4" name="Google Shape;15904;p92"/>
            <p:cNvSpPr/>
            <p:nvPr/>
          </p:nvSpPr>
          <p:spPr>
            <a:xfrm>
              <a:off x="5444482"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5" name="Google Shape;15905;p92"/>
            <p:cNvSpPr/>
            <p:nvPr/>
          </p:nvSpPr>
          <p:spPr>
            <a:xfrm>
              <a:off x="5533178" y="2935239"/>
              <a:ext cx="58824" cy="39645"/>
            </a:xfrm>
            <a:custGeom>
              <a:rect b="b" l="l" r="r" t="t"/>
              <a:pathLst>
                <a:path extrusionOk="0" h="1509" w="2239">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6" name="Google Shape;15906;p92"/>
            <p:cNvSpPr/>
            <p:nvPr/>
          </p:nvSpPr>
          <p:spPr>
            <a:xfrm>
              <a:off x="5349665" y="2935607"/>
              <a:ext cx="58141" cy="39277"/>
            </a:xfrm>
            <a:custGeom>
              <a:rect b="b" l="l" r="r" t="t"/>
              <a:pathLst>
                <a:path extrusionOk="0" h="1495" w="2213">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7" name="Google Shape;15907;p92"/>
            <p:cNvSpPr/>
            <p:nvPr/>
          </p:nvSpPr>
          <p:spPr>
            <a:xfrm>
              <a:off x="5441487" y="2987731"/>
              <a:ext cx="58798" cy="39645"/>
            </a:xfrm>
            <a:custGeom>
              <a:rect b="b" l="l" r="r" t="t"/>
              <a:pathLst>
                <a:path extrusionOk="0" h="1509" w="2238">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8" name="Google Shape;15908;p92"/>
            <p:cNvSpPr/>
            <p:nvPr/>
          </p:nvSpPr>
          <p:spPr>
            <a:xfrm>
              <a:off x="5258631" y="3040565"/>
              <a:ext cx="57353" cy="39277"/>
            </a:xfrm>
            <a:custGeom>
              <a:rect b="b" l="l" r="r" t="t"/>
              <a:pathLst>
                <a:path extrusionOk="0" h="1495" w="2183">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9" name="Google Shape;15909;p92"/>
            <p:cNvSpPr/>
            <p:nvPr/>
          </p:nvSpPr>
          <p:spPr>
            <a:xfrm>
              <a:off x="5442118" y="2882746"/>
              <a:ext cx="58167" cy="39671"/>
            </a:xfrm>
            <a:custGeom>
              <a:rect b="b" l="l" r="r" t="t"/>
              <a:pathLst>
                <a:path extrusionOk="0" h="1510" w="2214">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10" name="Google Shape;15910;p92"/>
          <p:cNvGrpSpPr/>
          <p:nvPr/>
        </p:nvGrpSpPr>
        <p:grpSpPr>
          <a:xfrm>
            <a:off x="5799412" y="2760921"/>
            <a:ext cx="303605" cy="375434"/>
            <a:chOff x="5812586" y="2760921"/>
            <a:chExt cx="303605" cy="375434"/>
          </a:xfrm>
        </p:grpSpPr>
        <p:sp>
          <p:nvSpPr>
            <p:cNvPr id="15911" name="Google Shape;15911;p92"/>
            <p:cNvSpPr/>
            <p:nvPr/>
          </p:nvSpPr>
          <p:spPr>
            <a:xfrm>
              <a:off x="5911896" y="2760921"/>
              <a:ext cx="125215" cy="32289"/>
            </a:xfrm>
            <a:custGeom>
              <a:rect b="b" l="l" r="r" t="t"/>
              <a:pathLst>
                <a:path extrusionOk="0" h="1229" w="4766">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2" name="Google Shape;15912;p92"/>
            <p:cNvSpPr/>
            <p:nvPr/>
          </p:nvSpPr>
          <p:spPr>
            <a:xfrm>
              <a:off x="6001722" y="2761105"/>
              <a:ext cx="35389" cy="32105"/>
            </a:xfrm>
            <a:custGeom>
              <a:rect b="b" l="l" r="r" t="t"/>
              <a:pathLst>
                <a:path extrusionOk="0" h="1222" w="1347">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3" name="Google Shape;15913;p92"/>
            <p:cNvSpPr/>
            <p:nvPr/>
          </p:nvSpPr>
          <p:spPr>
            <a:xfrm>
              <a:off x="5812586" y="2793183"/>
              <a:ext cx="295960" cy="343171"/>
            </a:xfrm>
            <a:custGeom>
              <a:rect b="b" l="l" r="r" t="t"/>
              <a:pathLst>
                <a:path extrusionOk="0" h="13062" w="11265">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4" name="Google Shape;15914;p92"/>
            <p:cNvSpPr/>
            <p:nvPr/>
          </p:nvSpPr>
          <p:spPr>
            <a:xfrm>
              <a:off x="5934675" y="2793183"/>
              <a:ext cx="181517" cy="340965"/>
            </a:xfrm>
            <a:custGeom>
              <a:rect b="b" l="l" r="r" t="t"/>
              <a:pathLst>
                <a:path extrusionOk="0" h="12978" w="6909">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5" name="Google Shape;15915;p92"/>
            <p:cNvSpPr/>
            <p:nvPr/>
          </p:nvSpPr>
          <p:spPr>
            <a:xfrm>
              <a:off x="5841197" y="2978063"/>
              <a:ext cx="267349" cy="158292"/>
            </a:xfrm>
            <a:custGeom>
              <a:rect b="b" l="l" r="r" t="t"/>
              <a:pathLst>
                <a:path extrusionOk="0" h="6025" w="10176">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6" name="Google Shape;15916;p92"/>
            <p:cNvSpPr/>
            <p:nvPr/>
          </p:nvSpPr>
          <p:spPr>
            <a:xfrm>
              <a:off x="6052402" y="2986523"/>
              <a:ext cx="56144" cy="147809"/>
            </a:xfrm>
            <a:custGeom>
              <a:rect b="b" l="l" r="r" t="t"/>
              <a:pathLst>
                <a:path extrusionOk="0" h="5626" w="2137">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7" name="Google Shape;15917;p92"/>
            <p:cNvSpPr/>
            <p:nvPr/>
          </p:nvSpPr>
          <p:spPr>
            <a:xfrm>
              <a:off x="6054582" y="3027718"/>
              <a:ext cx="20256" cy="17182"/>
            </a:xfrm>
            <a:custGeom>
              <a:rect b="b" l="l" r="r" t="t"/>
              <a:pathLst>
                <a:path extrusionOk="0" h="654" w="771">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8" name="Google Shape;15918;p92"/>
            <p:cNvSpPr/>
            <p:nvPr/>
          </p:nvSpPr>
          <p:spPr>
            <a:xfrm>
              <a:off x="6012678" y="3090588"/>
              <a:ext cx="17681" cy="15186"/>
            </a:xfrm>
            <a:custGeom>
              <a:rect b="b" l="l" r="r" t="t"/>
              <a:pathLst>
                <a:path extrusionOk="0" h="578" w="673">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9" name="Google Shape;15919;p92"/>
            <p:cNvSpPr/>
            <p:nvPr/>
          </p:nvSpPr>
          <p:spPr>
            <a:xfrm>
              <a:off x="5891299" y="3017130"/>
              <a:ext cx="17708" cy="15212"/>
            </a:xfrm>
            <a:custGeom>
              <a:rect b="b" l="l" r="r" t="t"/>
              <a:pathLst>
                <a:path extrusionOk="0" h="579" w="674">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0" name="Google Shape;15920;p92"/>
            <p:cNvSpPr/>
            <p:nvPr/>
          </p:nvSpPr>
          <p:spPr>
            <a:xfrm>
              <a:off x="5915916" y="3090588"/>
              <a:ext cx="17681" cy="15186"/>
            </a:xfrm>
            <a:custGeom>
              <a:rect b="b" l="l" r="r" t="t"/>
              <a:pathLst>
                <a:path extrusionOk="0" h="578" w="673">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1" name="Google Shape;15921;p92"/>
            <p:cNvSpPr/>
            <p:nvPr/>
          </p:nvSpPr>
          <p:spPr>
            <a:xfrm>
              <a:off x="5959266" y="3032999"/>
              <a:ext cx="21360" cy="18286"/>
            </a:xfrm>
            <a:custGeom>
              <a:rect b="b" l="l" r="r" t="t"/>
              <a:pathLst>
                <a:path extrusionOk="0" h="696" w="813">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22" name="Google Shape;15922;p92"/>
          <p:cNvGrpSpPr/>
          <p:nvPr/>
        </p:nvGrpSpPr>
        <p:grpSpPr>
          <a:xfrm>
            <a:off x="6321499" y="2759633"/>
            <a:ext cx="378508" cy="378166"/>
            <a:chOff x="6334673" y="2759633"/>
            <a:chExt cx="378508" cy="378166"/>
          </a:xfrm>
        </p:grpSpPr>
        <p:sp>
          <p:nvSpPr>
            <p:cNvPr id="15923" name="Google Shape;15923;p92"/>
            <p:cNvSpPr/>
            <p:nvPr/>
          </p:nvSpPr>
          <p:spPr>
            <a:xfrm>
              <a:off x="6334673" y="2759633"/>
              <a:ext cx="287027" cy="189004"/>
            </a:xfrm>
            <a:custGeom>
              <a:rect b="b" l="l" r="r" t="t"/>
              <a:pathLst>
                <a:path extrusionOk="0" h="7194" w="10925">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4" name="Google Shape;15924;p92"/>
            <p:cNvSpPr/>
            <p:nvPr/>
          </p:nvSpPr>
          <p:spPr>
            <a:xfrm>
              <a:off x="6524019" y="2759660"/>
              <a:ext cx="189162" cy="286659"/>
            </a:xfrm>
            <a:custGeom>
              <a:rect b="b" l="l" r="r" t="t"/>
              <a:pathLst>
                <a:path extrusionOk="0" h="10911" w="720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5" name="Google Shape;15925;p92"/>
            <p:cNvSpPr/>
            <p:nvPr/>
          </p:nvSpPr>
          <p:spPr>
            <a:xfrm>
              <a:off x="6426207" y="2948611"/>
              <a:ext cx="286791" cy="189188"/>
            </a:xfrm>
            <a:custGeom>
              <a:rect b="b" l="l" r="r" t="t"/>
              <a:pathLst>
                <a:path extrusionOk="0" h="7201" w="10916">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6" name="Google Shape;15926;p92"/>
            <p:cNvSpPr/>
            <p:nvPr/>
          </p:nvSpPr>
          <p:spPr>
            <a:xfrm>
              <a:off x="6334857" y="2850957"/>
              <a:ext cx="189188" cy="286843"/>
            </a:xfrm>
            <a:custGeom>
              <a:rect b="b" l="l" r="r" t="t"/>
              <a:pathLst>
                <a:path extrusionOk="0" h="10918" w="7201">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27" name="Google Shape;15927;p92"/>
          <p:cNvGrpSpPr/>
          <p:nvPr/>
        </p:nvGrpSpPr>
        <p:grpSpPr>
          <a:xfrm>
            <a:off x="7999471" y="2806477"/>
            <a:ext cx="319763" cy="284505"/>
            <a:chOff x="8012645" y="2806477"/>
            <a:chExt cx="319763" cy="284505"/>
          </a:xfrm>
        </p:grpSpPr>
        <p:sp>
          <p:nvSpPr>
            <p:cNvPr id="15928" name="Google Shape;15928;p92"/>
            <p:cNvSpPr/>
            <p:nvPr/>
          </p:nvSpPr>
          <p:spPr>
            <a:xfrm>
              <a:off x="8117446" y="3039252"/>
              <a:ext cx="87855" cy="51731"/>
            </a:xfrm>
            <a:custGeom>
              <a:rect b="b" l="l" r="r" t="t"/>
              <a:pathLst>
                <a:path extrusionOk="0" h="1969" w="3344">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9" name="Google Shape;15929;p92"/>
            <p:cNvSpPr/>
            <p:nvPr/>
          </p:nvSpPr>
          <p:spPr>
            <a:xfrm>
              <a:off x="8138570" y="3039252"/>
              <a:ext cx="66732" cy="51731"/>
            </a:xfrm>
            <a:custGeom>
              <a:rect b="b" l="l" r="r" t="t"/>
              <a:pathLst>
                <a:path extrusionOk="0" h="1969" w="254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0" name="Google Shape;15930;p92"/>
            <p:cNvSpPr/>
            <p:nvPr/>
          </p:nvSpPr>
          <p:spPr>
            <a:xfrm>
              <a:off x="8012645" y="2884664"/>
              <a:ext cx="32841" cy="41747"/>
            </a:xfrm>
            <a:custGeom>
              <a:rect b="b" l="l" r="r" t="t"/>
              <a:pathLst>
                <a:path extrusionOk="0" h="1589" w="125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1" name="Google Shape;15931;p92"/>
            <p:cNvSpPr/>
            <p:nvPr/>
          </p:nvSpPr>
          <p:spPr>
            <a:xfrm>
              <a:off x="8025598" y="2806477"/>
              <a:ext cx="306810" cy="247513"/>
            </a:xfrm>
            <a:custGeom>
              <a:rect b="b" l="l" r="r" t="t"/>
              <a:pathLst>
                <a:path extrusionOk="0" h="9421" w="11678">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2" name="Google Shape;15932;p92"/>
            <p:cNvSpPr/>
            <p:nvPr/>
          </p:nvSpPr>
          <p:spPr>
            <a:xfrm>
              <a:off x="8025598" y="2806477"/>
              <a:ext cx="209576" cy="247671"/>
            </a:xfrm>
            <a:custGeom>
              <a:rect b="b" l="l" r="r" t="t"/>
              <a:pathLst>
                <a:path extrusionOk="0" h="9427" w="7977">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3" name="Google Shape;15933;p92"/>
            <p:cNvSpPr/>
            <p:nvPr/>
          </p:nvSpPr>
          <p:spPr>
            <a:xfrm>
              <a:off x="8110274" y="2874865"/>
              <a:ext cx="179205" cy="111290"/>
            </a:xfrm>
            <a:custGeom>
              <a:rect b="b" l="l" r="r" t="t"/>
              <a:pathLst>
                <a:path extrusionOk="0" h="4236" w="6821">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4" name="Google Shape;15934;p92"/>
            <p:cNvSpPr/>
            <p:nvPr/>
          </p:nvSpPr>
          <p:spPr>
            <a:xfrm>
              <a:off x="8131397" y="2917084"/>
              <a:ext cx="158082" cy="69175"/>
            </a:xfrm>
            <a:custGeom>
              <a:rect b="b" l="l" r="r" t="t"/>
              <a:pathLst>
                <a:path extrusionOk="0" h="2633" w="6017">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5" name="Google Shape;15935;p92"/>
            <p:cNvSpPr/>
            <p:nvPr/>
          </p:nvSpPr>
          <p:spPr>
            <a:xfrm>
              <a:off x="8066399" y="2869715"/>
              <a:ext cx="31737" cy="36834"/>
            </a:xfrm>
            <a:custGeom>
              <a:rect b="b" l="l" r="r" t="t"/>
              <a:pathLst>
                <a:path extrusionOk="0" h="1402" w="1208">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6" name="Google Shape;15936;p92"/>
            <p:cNvSpPr/>
            <p:nvPr/>
          </p:nvSpPr>
          <p:spPr>
            <a:xfrm>
              <a:off x="8082268" y="2869715"/>
              <a:ext cx="15869" cy="26220"/>
            </a:xfrm>
            <a:custGeom>
              <a:rect b="b" l="l" r="r" t="t"/>
              <a:pathLst>
                <a:path extrusionOk="0" h="998" w="604">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7" name="Google Shape;15937;p92"/>
            <p:cNvSpPr/>
            <p:nvPr/>
          </p:nvSpPr>
          <p:spPr>
            <a:xfrm>
              <a:off x="8076987" y="2874996"/>
              <a:ext cx="10588" cy="10430"/>
            </a:xfrm>
            <a:custGeom>
              <a:rect b="b" l="l" r="r" t="t"/>
              <a:pathLst>
                <a:path extrusionOk="0" h="397" w="403">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38" name="Google Shape;15938;p92"/>
          <p:cNvGrpSpPr/>
          <p:nvPr/>
        </p:nvGrpSpPr>
        <p:grpSpPr>
          <a:xfrm>
            <a:off x="2707935" y="4162138"/>
            <a:ext cx="385339" cy="388071"/>
            <a:chOff x="2454435" y="4162138"/>
            <a:chExt cx="385339" cy="388071"/>
          </a:xfrm>
        </p:grpSpPr>
        <p:sp>
          <p:nvSpPr>
            <p:cNvPr id="15939" name="Google Shape;15939;p92"/>
            <p:cNvSpPr/>
            <p:nvPr/>
          </p:nvSpPr>
          <p:spPr>
            <a:xfrm>
              <a:off x="2568511" y="4162138"/>
              <a:ext cx="184144" cy="79973"/>
            </a:xfrm>
            <a:custGeom>
              <a:rect b="b" l="l" r="r" t="t"/>
              <a:pathLst>
                <a:path extrusionOk="0" h="3044" w="7009">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0" name="Google Shape;15940;p92"/>
            <p:cNvSpPr/>
            <p:nvPr/>
          </p:nvSpPr>
          <p:spPr>
            <a:xfrm>
              <a:off x="2568511" y="4470236"/>
              <a:ext cx="184144" cy="79973"/>
            </a:xfrm>
            <a:custGeom>
              <a:rect b="b" l="l" r="r" t="t"/>
              <a:pathLst>
                <a:path extrusionOk="0" h="3044" w="7009">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1" name="Google Shape;15941;p92"/>
            <p:cNvSpPr/>
            <p:nvPr/>
          </p:nvSpPr>
          <p:spPr>
            <a:xfrm>
              <a:off x="2454435" y="4217310"/>
              <a:ext cx="385339" cy="277753"/>
            </a:xfrm>
            <a:custGeom>
              <a:rect b="b" l="l" r="r" t="t"/>
              <a:pathLst>
                <a:path extrusionOk="0" h="10572" w="14667">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2" name="Google Shape;15942;p92"/>
            <p:cNvSpPr/>
            <p:nvPr/>
          </p:nvSpPr>
          <p:spPr>
            <a:xfrm>
              <a:off x="2454435" y="4251386"/>
              <a:ext cx="250403" cy="243677"/>
            </a:xfrm>
            <a:custGeom>
              <a:rect b="b" l="l" r="r" t="t"/>
              <a:pathLst>
                <a:path extrusionOk="0" h="9275" w="9531">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3" name="Google Shape;15943;p92"/>
            <p:cNvSpPr/>
            <p:nvPr/>
          </p:nvSpPr>
          <p:spPr>
            <a:xfrm>
              <a:off x="2495420" y="4331018"/>
              <a:ext cx="31553" cy="31553"/>
            </a:xfrm>
            <a:custGeom>
              <a:rect b="b" l="l" r="r" t="t"/>
              <a:pathLst>
                <a:path extrusionOk="0" h="1201" w="1201">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4" name="Google Shape;15944;p92"/>
            <p:cNvSpPr/>
            <p:nvPr/>
          </p:nvSpPr>
          <p:spPr>
            <a:xfrm>
              <a:off x="2508005" y="4337218"/>
              <a:ext cx="12768" cy="12795"/>
            </a:xfrm>
            <a:custGeom>
              <a:rect b="b" l="l" r="r" t="t"/>
              <a:pathLst>
                <a:path extrusionOk="0" h="487" w="486">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5" name="Google Shape;15945;p92"/>
            <p:cNvSpPr/>
            <p:nvPr/>
          </p:nvSpPr>
          <p:spPr>
            <a:xfrm>
              <a:off x="2545181" y="4220227"/>
              <a:ext cx="53780" cy="271920"/>
            </a:xfrm>
            <a:custGeom>
              <a:rect b="b" l="l" r="r" t="t"/>
              <a:pathLst>
                <a:path extrusionOk="0" h="10350" w="2047">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6" name="Google Shape;15946;p92"/>
            <p:cNvSpPr/>
            <p:nvPr/>
          </p:nvSpPr>
          <p:spPr>
            <a:xfrm>
              <a:off x="2545181" y="4344680"/>
              <a:ext cx="53780" cy="147468"/>
            </a:xfrm>
            <a:custGeom>
              <a:rect b="b" l="l" r="r" t="t"/>
              <a:pathLst>
                <a:path extrusionOk="0" h="5613" w="2047">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7" name="Google Shape;15947;p92"/>
            <p:cNvSpPr/>
            <p:nvPr/>
          </p:nvSpPr>
          <p:spPr>
            <a:xfrm>
              <a:off x="2623184" y="4217678"/>
              <a:ext cx="49944" cy="277201"/>
            </a:xfrm>
            <a:custGeom>
              <a:rect b="b" l="l" r="r" t="t"/>
              <a:pathLst>
                <a:path extrusionOk="0" h="10551" w="1901">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8" name="Google Shape;15948;p92"/>
            <p:cNvSpPr/>
            <p:nvPr/>
          </p:nvSpPr>
          <p:spPr>
            <a:xfrm>
              <a:off x="2629542" y="4446748"/>
              <a:ext cx="43586" cy="48131"/>
            </a:xfrm>
            <a:custGeom>
              <a:rect b="b" l="l" r="r" t="t"/>
              <a:pathLst>
                <a:path extrusionOk="0" h="1832" w="1659">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9" name="Google Shape;15949;p92"/>
            <p:cNvSpPr/>
            <p:nvPr/>
          </p:nvSpPr>
          <p:spPr>
            <a:xfrm>
              <a:off x="2694960" y="4243925"/>
              <a:ext cx="48867" cy="224709"/>
            </a:xfrm>
            <a:custGeom>
              <a:rect b="b" l="l" r="r" t="t"/>
              <a:pathLst>
                <a:path extrusionOk="0" h="8553" w="186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50" name="Google Shape;15950;p92"/>
          <p:cNvGrpSpPr/>
          <p:nvPr/>
        </p:nvGrpSpPr>
        <p:grpSpPr>
          <a:xfrm>
            <a:off x="3855439" y="4161192"/>
            <a:ext cx="275178" cy="388912"/>
            <a:chOff x="3601939" y="4161192"/>
            <a:chExt cx="275178" cy="388912"/>
          </a:xfrm>
        </p:grpSpPr>
        <p:sp>
          <p:nvSpPr>
            <p:cNvPr id="15951" name="Google Shape;15951;p92"/>
            <p:cNvSpPr/>
            <p:nvPr/>
          </p:nvSpPr>
          <p:spPr>
            <a:xfrm>
              <a:off x="3601939" y="4161192"/>
              <a:ext cx="195546" cy="388912"/>
            </a:xfrm>
            <a:custGeom>
              <a:rect b="b" l="l" r="r" t="t"/>
              <a:pathLst>
                <a:path extrusionOk="0" h="14803" w="7443">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2" name="Google Shape;15952;p92"/>
            <p:cNvSpPr/>
            <p:nvPr/>
          </p:nvSpPr>
          <p:spPr>
            <a:xfrm>
              <a:off x="3630182" y="4193980"/>
              <a:ext cx="128131" cy="324597"/>
            </a:xfrm>
            <a:custGeom>
              <a:rect b="b" l="l" r="r" t="t"/>
              <a:pathLst>
                <a:path extrusionOk="0" h="12355" w="4877">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3" name="Google Shape;15953;p92"/>
            <p:cNvSpPr/>
            <p:nvPr/>
          </p:nvSpPr>
          <p:spPr>
            <a:xfrm>
              <a:off x="3636383" y="4193980"/>
              <a:ext cx="63448" cy="324597"/>
            </a:xfrm>
            <a:custGeom>
              <a:rect b="b" l="l" r="r" t="t"/>
              <a:pathLst>
                <a:path extrusionOk="0" h="12355" w="2415">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4" name="Google Shape;15954;p92"/>
            <p:cNvSpPr/>
            <p:nvPr/>
          </p:nvSpPr>
          <p:spPr>
            <a:xfrm>
              <a:off x="3679207" y="4193980"/>
              <a:ext cx="41195" cy="89326"/>
            </a:xfrm>
            <a:custGeom>
              <a:rect b="b" l="l" r="r" t="t"/>
              <a:pathLst>
                <a:path extrusionOk="0" h="3400" w="1568">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5" name="Google Shape;15955;p92"/>
            <p:cNvSpPr/>
            <p:nvPr/>
          </p:nvSpPr>
          <p:spPr>
            <a:xfrm>
              <a:off x="3679207" y="4368010"/>
              <a:ext cx="41195" cy="11875"/>
            </a:xfrm>
            <a:custGeom>
              <a:rect b="b" l="l" r="r" t="t"/>
              <a:pathLst>
                <a:path extrusionOk="0" h="452" w="1568">
                  <a:moveTo>
                    <a:pt x="0" y="1"/>
                  </a:moveTo>
                  <a:lnTo>
                    <a:pt x="0" y="452"/>
                  </a:lnTo>
                  <a:lnTo>
                    <a:pt x="1568" y="452"/>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6" name="Google Shape;15956;p92"/>
            <p:cNvSpPr/>
            <p:nvPr/>
          </p:nvSpPr>
          <p:spPr>
            <a:xfrm>
              <a:off x="3679207" y="4322637"/>
              <a:ext cx="41195" cy="12059"/>
            </a:xfrm>
            <a:custGeom>
              <a:rect b="b" l="l" r="r" t="t"/>
              <a:pathLst>
                <a:path extrusionOk="0" h="459" w="1568">
                  <a:moveTo>
                    <a:pt x="0" y="1"/>
                  </a:moveTo>
                  <a:lnTo>
                    <a:pt x="0" y="458"/>
                  </a:lnTo>
                  <a:lnTo>
                    <a:pt x="1568" y="458"/>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7" name="Google Shape;15957;p92"/>
            <p:cNvSpPr/>
            <p:nvPr/>
          </p:nvSpPr>
          <p:spPr>
            <a:xfrm>
              <a:off x="3679207" y="4277448"/>
              <a:ext cx="41195" cy="11875"/>
            </a:xfrm>
            <a:custGeom>
              <a:rect b="b" l="l" r="r" t="t"/>
              <a:pathLst>
                <a:path extrusionOk="0" h="452" w="1568">
                  <a:moveTo>
                    <a:pt x="0" y="1"/>
                  </a:moveTo>
                  <a:lnTo>
                    <a:pt x="0" y="451"/>
                  </a:lnTo>
                  <a:lnTo>
                    <a:pt x="1568" y="451"/>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8" name="Google Shape;15958;p92"/>
            <p:cNvSpPr/>
            <p:nvPr/>
          </p:nvSpPr>
          <p:spPr>
            <a:xfrm>
              <a:off x="3679207" y="4232076"/>
              <a:ext cx="41195" cy="11875"/>
            </a:xfrm>
            <a:custGeom>
              <a:rect b="b" l="l" r="r" t="t"/>
              <a:pathLst>
                <a:path extrusionOk="0" h="452" w="1568">
                  <a:moveTo>
                    <a:pt x="0" y="0"/>
                  </a:moveTo>
                  <a:lnTo>
                    <a:pt x="0" y="451"/>
                  </a:lnTo>
                  <a:lnTo>
                    <a:pt x="1568" y="451"/>
                  </a:lnTo>
                  <a:lnTo>
                    <a:pt x="1568" y="0"/>
                  </a:ln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9" name="Google Shape;15959;p92"/>
            <p:cNvSpPr/>
            <p:nvPr/>
          </p:nvSpPr>
          <p:spPr>
            <a:xfrm>
              <a:off x="3811489" y="4211846"/>
              <a:ext cx="65629" cy="111921"/>
            </a:xfrm>
            <a:custGeom>
              <a:rect b="b" l="l" r="r" t="t"/>
              <a:pathLst>
                <a:path extrusionOk="0" h="4260" w="2498">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0" name="Google Shape;15960;p92"/>
            <p:cNvSpPr/>
            <p:nvPr/>
          </p:nvSpPr>
          <p:spPr>
            <a:xfrm>
              <a:off x="3774497" y="4175485"/>
              <a:ext cx="45241" cy="38936"/>
            </a:xfrm>
            <a:custGeom>
              <a:rect b="b" l="l" r="r" t="t"/>
              <a:pathLst>
                <a:path extrusionOk="0" h="1482" w="1722">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61" name="Google Shape;15961;p92"/>
          <p:cNvGrpSpPr/>
          <p:nvPr/>
        </p:nvGrpSpPr>
        <p:grpSpPr>
          <a:xfrm>
            <a:off x="822849" y="3215146"/>
            <a:ext cx="375802" cy="371677"/>
            <a:chOff x="836023" y="3215146"/>
            <a:chExt cx="375802" cy="371677"/>
          </a:xfrm>
        </p:grpSpPr>
        <p:sp>
          <p:nvSpPr>
            <p:cNvPr id="15962" name="Google Shape;15962;p92"/>
            <p:cNvSpPr/>
            <p:nvPr/>
          </p:nvSpPr>
          <p:spPr>
            <a:xfrm>
              <a:off x="907274" y="3284847"/>
              <a:ext cx="232748" cy="231645"/>
            </a:xfrm>
            <a:custGeom>
              <a:rect b="b" l="l" r="r" t="t"/>
              <a:pathLst>
                <a:path extrusionOk="0" h="8817" w="8859">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3" name="Google Shape;15963;p92"/>
            <p:cNvSpPr/>
            <p:nvPr/>
          </p:nvSpPr>
          <p:spPr>
            <a:xfrm>
              <a:off x="953198" y="3284847"/>
              <a:ext cx="186456" cy="221976"/>
            </a:xfrm>
            <a:custGeom>
              <a:rect b="b" l="l" r="r" t="t"/>
              <a:pathLst>
                <a:path extrusionOk="0" h="8449" w="7097">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4" name="Google Shape;15964;p92"/>
            <p:cNvSpPr/>
            <p:nvPr/>
          </p:nvSpPr>
          <p:spPr>
            <a:xfrm>
              <a:off x="936437" y="3313799"/>
              <a:ext cx="175159" cy="174791"/>
            </a:xfrm>
            <a:custGeom>
              <a:rect b="b" l="l" r="r" t="t"/>
              <a:pathLst>
                <a:path extrusionOk="0" h="6653" w="6667">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5" name="Google Shape;15965;p92"/>
            <p:cNvSpPr/>
            <p:nvPr/>
          </p:nvSpPr>
          <p:spPr>
            <a:xfrm>
              <a:off x="947550" y="3313799"/>
              <a:ext cx="164045" cy="174791"/>
            </a:xfrm>
            <a:custGeom>
              <a:rect b="b" l="l" r="r" t="t"/>
              <a:pathLst>
                <a:path extrusionOk="0" h="6653" w="6244">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6" name="Google Shape;15966;p92"/>
            <p:cNvSpPr/>
            <p:nvPr/>
          </p:nvSpPr>
          <p:spPr>
            <a:xfrm>
              <a:off x="1017724" y="3215146"/>
              <a:ext cx="12585" cy="48578"/>
            </a:xfrm>
            <a:custGeom>
              <a:rect b="b" l="l" r="r" t="t"/>
              <a:pathLst>
                <a:path extrusionOk="0" h="1849" w="479">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7" name="Google Shape;15967;p92"/>
            <p:cNvSpPr/>
            <p:nvPr/>
          </p:nvSpPr>
          <p:spPr>
            <a:xfrm>
              <a:off x="1017724" y="3538219"/>
              <a:ext cx="12585" cy="48604"/>
            </a:xfrm>
            <a:custGeom>
              <a:rect b="b" l="l" r="r" t="t"/>
              <a:pathLst>
                <a:path extrusionOk="0" h="1850" w="479">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8" name="Google Shape;15968;p92"/>
            <p:cNvSpPr/>
            <p:nvPr/>
          </p:nvSpPr>
          <p:spPr>
            <a:xfrm>
              <a:off x="925901" y="3238975"/>
              <a:ext cx="34259" cy="43875"/>
            </a:xfrm>
            <a:custGeom>
              <a:rect b="b" l="l" r="r" t="t"/>
              <a:pathLst>
                <a:path extrusionOk="0" h="1670" w="1304">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9" name="Google Shape;15969;p92"/>
            <p:cNvSpPr/>
            <p:nvPr/>
          </p:nvSpPr>
          <p:spPr>
            <a:xfrm>
              <a:off x="1087556" y="3518961"/>
              <a:ext cx="34049" cy="43796"/>
            </a:xfrm>
            <a:custGeom>
              <a:rect b="b" l="l" r="r" t="t"/>
              <a:pathLst>
                <a:path extrusionOk="0" h="1667" w="1296">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0" name="Google Shape;15970;p92"/>
            <p:cNvSpPr/>
            <p:nvPr/>
          </p:nvSpPr>
          <p:spPr>
            <a:xfrm>
              <a:off x="859274" y="3304788"/>
              <a:ext cx="49130" cy="30739"/>
            </a:xfrm>
            <a:custGeom>
              <a:rect b="b" l="l" r="r" t="t"/>
              <a:pathLst>
                <a:path extrusionOk="0" h="1170" w="187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1" name="Google Shape;15971;p92"/>
            <p:cNvSpPr/>
            <p:nvPr/>
          </p:nvSpPr>
          <p:spPr>
            <a:xfrm>
              <a:off x="1139103" y="3466311"/>
              <a:ext cx="49024" cy="30660"/>
            </a:xfrm>
            <a:custGeom>
              <a:rect b="b" l="l" r="r" t="t"/>
              <a:pathLst>
                <a:path extrusionOk="0" h="1167" w="1866">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2" name="Google Shape;15972;p92"/>
            <p:cNvSpPr/>
            <p:nvPr/>
          </p:nvSpPr>
          <p:spPr>
            <a:xfrm>
              <a:off x="836023" y="3394719"/>
              <a:ext cx="52703" cy="12611"/>
            </a:xfrm>
            <a:custGeom>
              <a:rect b="b" l="l" r="r" t="t"/>
              <a:pathLst>
                <a:path extrusionOk="0" h="480" w="2006">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3" name="Google Shape;15973;p92"/>
            <p:cNvSpPr/>
            <p:nvPr/>
          </p:nvSpPr>
          <p:spPr>
            <a:xfrm>
              <a:off x="1159122" y="3394719"/>
              <a:ext cx="52703" cy="12611"/>
            </a:xfrm>
            <a:custGeom>
              <a:rect b="b" l="l" r="r" t="t"/>
              <a:pathLst>
                <a:path extrusionOk="0" h="480" w="2006">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4" name="Google Shape;15974;p92"/>
            <p:cNvSpPr/>
            <p:nvPr/>
          </p:nvSpPr>
          <p:spPr>
            <a:xfrm>
              <a:off x="859721" y="3466311"/>
              <a:ext cx="49182" cy="30660"/>
            </a:xfrm>
            <a:custGeom>
              <a:rect b="b" l="l" r="r" t="t"/>
              <a:pathLst>
                <a:path extrusionOk="0" h="1167" w="1872">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5" name="Google Shape;15975;p92"/>
            <p:cNvSpPr/>
            <p:nvPr/>
          </p:nvSpPr>
          <p:spPr>
            <a:xfrm>
              <a:off x="1139628" y="3304840"/>
              <a:ext cx="49024" cy="30686"/>
            </a:xfrm>
            <a:custGeom>
              <a:rect b="b" l="l" r="r" t="t"/>
              <a:pathLst>
                <a:path extrusionOk="0" h="1168" w="1866">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6" name="Google Shape;15976;p92"/>
            <p:cNvSpPr/>
            <p:nvPr/>
          </p:nvSpPr>
          <p:spPr>
            <a:xfrm>
              <a:off x="926427" y="3518961"/>
              <a:ext cx="34075" cy="43796"/>
            </a:xfrm>
            <a:custGeom>
              <a:rect b="b" l="l" r="r" t="t"/>
              <a:pathLst>
                <a:path extrusionOk="0" h="1667" w="1297">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7" name="Google Shape;15977;p92"/>
            <p:cNvSpPr/>
            <p:nvPr/>
          </p:nvSpPr>
          <p:spPr>
            <a:xfrm>
              <a:off x="1087871" y="3239106"/>
              <a:ext cx="34233" cy="43744"/>
            </a:xfrm>
            <a:custGeom>
              <a:rect b="b" l="l" r="r" t="t"/>
              <a:pathLst>
                <a:path extrusionOk="0" h="1665" w="1303">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78" name="Google Shape;15978;p92"/>
          <p:cNvGrpSpPr/>
          <p:nvPr/>
        </p:nvGrpSpPr>
        <p:grpSpPr>
          <a:xfrm>
            <a:off x="1343123" y="3210890"/>
            <a:ext cx="431368" cy="380189"/>
            <a:chOff x="1356297" y="3210890"/>
            <a:chExt cx="431368" cy="380189"/>
          </a:xfrm>
        </p:grpSpPr>
        <p:sp>
          <p:nvSpPr>
            <p:cNvPr id="15979" name="Google Shape;15979;p92"/>
            <p:cNvSpPr/>
            <p:nvPr/>
          </p:nvSpPr>
          <p:spPr>
            <a:xfrm>
              <a:off x="1418432" y="3271343"/>
              <a:ext cx="191369" cy="190843"/>
            </a:xfrm>
            <a:custGeom>
              <a:rect b="b" l="l" r="r" t="t"/>
              <a:pathLst>
                <a:path extrusionOk="0" h="7264" w="7284">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0" name="Google Shape;15980;p92"/>
            <p:cNvSpPr/>
            <p:nvPr/>
          </p:nvSpPr>
          <p:spPr>
            <a:xfrm>
              <a:off x="1462543" y="3271159"/>
              <a:ext cx="147257" cy="177523"/>
            </a:xfrm>
            <a:custGeom>
              <a:rect b="b" l="l" r="r" t="t"/>
              <a:pathLst>
                <a:path extrusionOk="0" h="6757" w="5605">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1" name="Google Shape;15981;p92"/>
            <p:cNvSpPr/>
            <p:nvPr/>
          </p:nvSpPr>
          <p:spPr>
            <a:xfrm>
              <a:off x="1442681" y="3295408"/>
              <a:ext cx="144000" cy="143264"/>
            </a:xfrm>
            <a:custGeom>
              <a:rect b="b" l="l" r="r" t="t"/>
              <a:pathLst>
                <a:path extrusionOk="0" h="5453" w="5481">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2" name="Google Shape;15982;p92"/>
            <p:cNvSpPr/>
            <p:nvPr/>
          </p:nvSpPr>
          <p:spPr>
            <a:xfrm>
              <a:off x="1454346" y="3295225"/>
              <a:ext cx="132335" cy="143448"/>
            </a:xfrm>
            <a:custGeom>
              <a:rect b="b" l="l" r="r" t="t"/>
              <a:pathLst>
                <a:path extrusionOk="0" h="5460" w="5037">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3" name="Google Shape;15983;p92"/>
            <p:cNvSpPr/>
            <p:nvPr/>
          </p:nvSpPr>
          <p:spPr>
            <a:xfrm>
              <a:off x="1506996" y="3210890"/>
              <a:ext cx="14608" cy="44453"/>
            </a:xfrm>
            <a:custGeom>
              <a:rect b="b" l="l" r="r" t="t"/>
              <a:pathLst>
                <a:path extrusionOk="0" h="1692" w="556">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4" name="Google Shape;15984;p92"/>
            <p:cNvSpPr/>
            <p:nvPr/>
          </p:nvSpPr>
          <p:spPr>
            <a:xfrm>
              <a:off x="1430307" y="3230489"/>
              <a:ext cx="33892" cy="40696"/>
            </a:xfrm>
            <a:custGeom>
              <a:rect b="b" l="l" r="r" t="t"/>
              <a:pathLst>
                <a:path extrusionOk="0" h="1549" w="129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5" name="Google Shape;15985;p92"/>
            <p:cNvSpPr/>
            <p:nvPr/>
          </p:nvSpPr>
          <p:spPr>
            <a:xfrm>
              <a:off x="1374872" y="3284768"/>
              <a:ext cx="47002" cy="29793"/>
            </a:xfrm>
            <a:custGeom>
              <a:rect b="b" l="l" r="r" t="t"/>
              <a:pathLst>
                <a:path extrusionOk="0" h="1134" w="1789">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6" name="Google Shape;15986;p92"/>
            <p:cNvSpPr/>
            <p:nvPr/>
          </p:nvSpPr>
          <p:spPr>
            <a:xfrm>
              <a:off x="1356297" y="3359198"/>
              <a:ext cx="49235" cy="14581"/>
            </a:xfrm>
            <a:custGeom>
              <a:rect b="b" l="l" r="r" t="t"/>
              <a:pathLst>
                <a:path extrusionOk="0" h="555" w="1874">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7" name="Google Shape;15987;p92"/>
            <p:cNvSpPr/>
            <p:nvPr/>
          </p:nvSpPr>
          <p:spPr>
            <a:xfrm>
              <a:off x="1375686" y="3418311"/>
              <a:ext cx="46476" cy="29478"/>
            </a:xfrm>
            <a:custGeom>
              <a:rect b="b" l="l" r="r" t="t"/>
              <a:pathLst>
                <a:path extrusionOk="0" h="1122" w="1769">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8" name="Google Shape;15988;p92"/>
            <p:cNvSpPr/>
            <p:nvPr/>
          </p:nvSpPr>
          <p:spPr>
            <a:xfrm>
              <a:off x="1606701" y="3284689"/>
              <a:ext cx="46870" cy="29872"/>
            </a:xfrm>
            <a:custGeom>
              <a:rect b="b" l="l" r="r" t="t"/>
              <a:pathLst>
                <a:path extrusionOk="0" h="1137" w="1784">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9" name="Google Shape;15989;p92"/>
            <p:cNvSpPr/>
            <p:nvPr/>
          </p:nvSpPr>
          <p:spPr>
            <a:xfrm>
              <a:off x="1564402" y="3230857"/>
              <a:ext cx="33419" cy="40328"/>
            </a:xfrm>
            <a:custGeom>
              <a:rect b="b" l="l" r="r" t="t"/>
              <a:pathLst>
                <a:path extrusionOk="0" h="1535" w="1272">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0" name="Google Shape;15990;p92"/>
            <p:cNvSpPr/>
            <p:nvPr/>
          </p:nvSpPr>
          <p:spPr>
            <a:xfrm>
              <a:off x="1360317" y="3362587"/>
              <a:ext cx="427348" cy="228492"/>
            </a:xfrm>
            <a:custGeom>
              <a:rect b="b" l="l" r="r" t="t"/>
              <a:pathLst>
                <a:path extrusionOk="0" h="8697" w="16266">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1" name="Google Shape;15991;p92"/>
            <p:cNvSpPr/>
            <p:nvPr/>
          </p:nvSpPr>
          <p:spPr>
            <a:xfrm>
              <a:off x="1360317" y="3431264"/>
              <a:ext cx="216512" cy="159737"/>
            </a:xfrm>
            <a:custGeom>
              <a:rect b="b" l="l" r="r" t="t"/>
              <a:pathLst>
                <a:path extrusionOk="0" h="6080" w="8241">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92" name="Google Shape;15992;p92"/>
          <p:cNvGrpSpPr/>
          <p:nvPr/>
        </p:nvGrpSpPr>
        <p:grpSpPr>
          <a:xfrm>
            <a:off x="1890563" y="3215540"/>
            <a:ext cx="411874" cy="370731"/>
            <a:chOff x="1903737" y="3215540"/>
            <a:chExt cx="411874" cy="370731"/>
          </a:xfrm>
        </p:grpSpPr>
        <p:sp>
          <p:nvSpPr>
            <p:cNvPr id="15993" name="Google Shape;15993;p92"/>
            <p:cNvSpPr/>
            <p:nvPr/>
          </p:nvSpPr>
          <p:spPr>
            <a:xfrm>
              <a:off x="2115940" y="3285661"/>
              <a:ext cx="77451" cy="75271"/>
            </a:xfrm>
            <a:custGeom>
              <a:rect b="b" l="l" r="r" t="t"/>
              <a:pathLst>
                <a:path extrusionOk="0" h="2865" w="2948">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4" name="Google Shape;15994;p92"/>
            <p:cNvSpPr/>
            <p:nvPr/>
          </p:nvSpPr>
          <p:spPr>
            <a:xfrm>
              <a:off x="2116939" y="3285425"/>
              <a:ext cx="44663" cy="74798"/>
            </a:xfrm>
            <a:custGeom>
              <a:rect b="b" l="l" r="r" t="t"/>
              <a:pathLst>
                <a:path extrusionOk="0" h="2847" w="170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5" name="Google Shape;15995;p92"/>
            <p:cNvSpPr/>
            <p:nvPr/>
          </p:nvSpPr>
          <p:spPr>
            <a:xfrm>
              <a:off x="2200407" y="3381609"/>
              <a:ext cx="28453" cy="28453"/>
            </a:xfrm>
            <a:custGeom>
              <a:rect b="b" l="l" r="r" t="t"/>
              <a:pathLst>
                <a:path extrusionOk="0" h="1083" w="1083">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6" name="Google Shape;15996;p92"/>
            <p:cNvSpPr/>
            <p:nvPr/>
          </p:nvSpPr>
          <p:spPr>
            <a:xfrm>
              <a:off x="1942174" y="3547073"/>
              <a:ext cx="28453" cy="28453"/>
            </a:xfrm>
            <a:custGeom>
              <a:rect b="b" l="l" r="r" t="t"/>
              <a:pathLst>
                <a:path extrusionOk="0" h="1083" w="1083">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7" name="Google Shape;15997;p92"/>
            <p:cNvSpPr/>
            <p:nvPr/>
          </p:nvSpPr>
          <p:spPr>
            <a:xfrm>
              <a:off x="1903737" y="3215540"/>
              <a:ext cx="411874" cy="370731"/>
            </a:xfrm>
            <a:custGeom>
              <a:rect b="b" l="l" r="r" t="t"/>
              <a:pathLst>
                <a:path extrusionOk="0" h="14111" w="15677">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8" name="Google Shape;15998;p92"/>
            <p:cNvSpPr/>
            <p:nvPr/>
          </p:nvSpPr>
          <p:spPr>
            <a:xfrm>
              <a:off x="1920867" y="3246752"/>
              <a:ext cx="360275" cy="338889"/>
            </a:xfrm>
            <a:custGeom>
              <a:rect b="b" l="l" r="r" t="t"/>
              <a:pathLst>
                <a:path extrusionOk="0" h="12899" w="13713">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9" name="Google Shape;15999;p92"/>
            <p:cNvSpPr/>
            <p:nvPr/>
          </p:nvSpPr>
          <p:spPr>
            <a:xfrm>
              <a:off x="2146285" y="3395822"/>
              <a:ext cx="16972" cy="16972"/>
            </a:xfrm>
            <a:custGeom>
              <a:rect b="b" l="l" r="r" t="t"/>
              <a:pathLst>
                <a:path extrusionOk="0" h="646" w="646">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0" name="Google Shape;16000;p92"/>
            <p:cNvSpPr/>
            <p:nvPr/>
          </p:nvSpPr>
          <p:spPr>
            <a:xfrm>
              <a:off x="1925228" y="3497497"/>
              <a:ext cx="16972" cy="16972"/>
            </a:xfrm>
            <a:custGeom>
              <a:rect b="b" l="l" r="r" t="t"/>
              <a:pathLst>
                <a:path extrusionOk="0" h="646" w="646">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1" name="Google Shape;16001;p92"/>
            <p:cNvSpPr/>
            <p:nvPr/>
          </p:nvSpPr>
          <p:spPr>
            <a:xfrm>
              <a:off x="2200407" y="3265169"/>
              <a:ext cx="16972" cy="16972"/>
            </a:xfrm>
            <a:custGeom>
              <a:rect b="b" l="l" r="r" t="t"/>
              <a:pathLst>
                <a:path extrusionOk="0" h="646" w="646">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02" name="Google Shape;16002;p92"/>
          <p:cNvGrpSpPr/>
          <p:nvPr/>
        </p:nvGrpSpPr>
        <p:grpSpPr>
          <a:xfrm>
            <a:off x="2455290" y="3248854"/>
            <a:ext cx="397818" cy="304078"/>
            <a:chOff x="2468465" y="3248854"/>
            <a:chExt cx="397818" cy="304078"/>
          </a:xfrm>
        </p:grpSpPr>
        <p:sp>
          <p:nvSpPr>
            <p:cNvPr id="16003" name="Google Shape;16003;p92"/>
            <p:cNvSpPr/>
            <p:nvPr/>
          </p:nvSpPr>
          <p:spPr>
            <a:xfrm>
              <a:off x="2488511" y="3248854"/>
              <a:ext cx="182988" cy="99967"/>
            </a:xfrm>
            <a:custGeom>
              <a:rect b="b" l="l" r="r" t="t"/>
              <a:pathLst>
                <a:path extrusionOk="0" h="3805" w="6965">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4" name="Google Shape;16004;p92"/>
            <p:cNvSpPr/>
            <p:nvPr/>
          </p:nvSpPr>
          <p:spPr>
            <a:xfrm>
              <a:off x="2468465" y="3303448"/>
              <a:ext cx="397818" cy="211389"/>
            </a:xfrm>
            <a:custGeom>
              <a:rect b="b" l="l" r="r" t="t"/>
              <a:pathLst>
                <a:path extrusionOk="0" h="8046" w="15142">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5" name="Google Shape;16005;p92"/>
            <p:cNvSpPr/>
            <p:nvPr/>
          </p:nvSpPr>
          <p:spPr>
            <a:xfrm>
              <a:off x="2473930" y="3387073"/>
              <a:ext cx="138141" cy="127763"/>
            </a:xfrm>
            <a:custGeom>
              <a:rect b="b" l="l" r="r" t="t"/>
              <a:pathLst>
                <a:path extrusionOk="0" h="4863" w="5258">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6" name="Google Shape;16006;p92"/>
            <p:cNvSpPr/>
            <p:nvPr/>
          </p:nvSpPr>
          <p:spPr>
            <a:xfrm>
              <a:off x="2488327" y="3279382"/>
              <a:ext cx="55409" cy="69438"/>
            </a:xfrm>
            <a:custGeom>
              <a:rect b="b" l="l" r="r" t="t"/>
              <a:pathLst>
                <a:path extrusionOk="0" h="2643" w="2109">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7" name="Google Shape;16007;p92"/>
            <p:cNvSpPr/>
            <p:nvPr/>
          </p:nvSpPr>
          <p:spPr>
            <a:xfrm>
              <a:off x="2603663" y="3420807"/>
              <a:ext cx="246226" cy="132124"/>
            </a:xfrm>
            <a:custGeom>
              <a:rect b="b" l="l" r="r" t="t"/>
              <a:pathLst>
                <a:path extrusionOk="0" h="5029" w="9372">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8" name="Google Shape;16008;p92"/>
            <p:cNvSpPr/>
            <p:nvPr/>
          </p:nvSpPr>
          <p:spPr>
            <a:xfrm>
              <a:off x="2603847" y="3422594"/>
              <a:ext cx="143264" cy="130338"/>
            </a:xfrm>
            <a:custGeom>
              <a:rect b="b" l="l" r="r" t="t"/>
              <a:pathLst>
                <a:path extrusionOk="0" h="4961" w="5453">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09" name="Google Shape;16009;p92"/>
          <p:cNvGrpSpPr/>
          <p:nvPr/>
        </p:nvGrpSpPr>
        <p:grpSpPr>
          <a:xfrm>
            <a:off x="3003992" y="3216013"/>
            <a:ext cx="394376" cy="369812"/>
            <a:chOff x="3017166" y="3216013"/>
            <a:chExt cx="394376" cy="369812"/>
          </a:xfrm>
        </p:grpSpPr>
        <p:sp>
          <p:nvSpPr>
            <p:cNvPr id="16010" name="Google Shape;16010;p92"/>
            <p:cNvSpPr/>
            <p:nvPr/>
          </p:nvSpPr>
          <p:spPr>
            <a:xfrm>
              <a:off x="3017166" y="3216013"/>
              <a:ext cx="394376" cy="369812"/>
            </a:xfrm>
            <a:custGeom>
              <a:rect b="b" l="l" r="r" t="t"/>
              <a:pathLst>
                <a:path extrusionOk="0" h="14076" w="15011">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1" name="Google Shape;16011;p92"/>
            <p:cNvSpPr/>
            <p:nvPr/>
          </p:nvSpPr>
          <p:spPr>
            <a:xfrm>
              <a:off x="3017166" y="3216013"/>
              <a:ext cx="231093" cy="369812"/>
            </a:xfrm>
            <a:custGeom>
              <a:rect b="b" l="l" r="r" t="t"/>
              <a:pathLst>
                <a:path extrusionOk="0" h="14076" w="8796">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12" name="Google Shape;16012;p92"/>
          <p:cNvGrpSpPr/>
          <p:nvPr/>
        </p:nvGrpSpPr>
        <p:grpSpPr>
          <a:xfrm>
            <a:off x="4196868" y="3213228"/>
            <a:ext cx="199014" cy="375408"/>
            <a:chOff x="4210043" y="3213228"/>
            <a:chExt cx="199014" cy="375408"/>
          </a:xfrm>
        </p:grpSpPr>
        <p:sp>
          <p:nvSpPr>
            <p:cNvPr id="16013" name="Google Shape;16013;p92"/>
            <p:cNvSpPr/>
            <p:nvPr/>
          </p:nvSpPr>
          <p:spPr>
            <a:xfrm>
              <a:off x="4295875" y="3440091"/>
              <a:ext cx="27350" cy="148545"/>
            </a:xfrm>
            <a:custGeom>
              <a:rect b="b" l="l" r="r" t="t"/>
              <a:pathLst>
                <a:path extrusionOk="0" h="5654" w="1041">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4" name="Google Shape;16014;p92"/>
            <p:cNvSpPr/>
            <p:nvPr/>
          </p:nvSpPr>
          <p:spPr>
            <a:xfrm>
              <a:off x="4299684" y="3447264"/>
              <a:ext cx="84781" cy="139849"/>
            </a:xfrm>
            <a:custGeom>
              <a:rect b="b" l="l" r="r" t="t"/>
              <a:pathLst>
                <a:path extrusionOk="0" h="5323" w="3227">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5" name="Google Shape;16015;p92"/>
            <p:cNvSpPr/>
            <p:nvPr/>
          </p:nvSpPr>
          <p:spPr>
            <a:xfrm>
              <a:off x="4234450" y="3447158"/>
              <a:ext cx="84965" cy="139954"/>
            </a:xfrm>
            <a:custGeom>
              <a:rect b="b" l="l" r="r" t="t"/>
              <a:pathLst>
                <a:path extrusionOk="0" h="5327" w="3234">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6" name="Google Shape;16016;p92"/>
            <p:cNvSpPr/>
            <p:nvPr/>
          </p:nvSpPr>
          <p:spPr>
            <a:xfrm>
              <a:off x="4294036" y="3213228"/>
              <a:ext cx="30844" cy="42667"/>
            </a:xfrm>
            <a:custGeom>
              <a:rect b="b" l="l" r="r" t="t"/>
              <a:pathLst>
                <a:path extrusionOk="0" h="1624" w="1174">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7" name="Google Shape;16017;p92"/>
            <p:cNvSpPr/>
            <p:nvPr/>
          </p:nvSpPr>
          <p:spPr>
            <a:xfrm>
              <a:off x="4229721" y="3254581"/>
              <a:ext cx="159474" cy="193392"/>
            </a:xfrm>
            <a:custGeom>
              <a:rect b="b" l="l" r="r" t="t"/>
              <a:pathLst>
                <a:path extrusionOk="0" h="7361" w="607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8" name="Google Shape;16018;p92"/>
            <p:cNvSpPr/>
            <p:nvPr/>
          </p:nvSpPr>
          <p:spPr>
            <a:xfrm>
              <a:off x="4253418" y="3254581"/>
              <a:ext cx="135776" cy="193392"/>
            </a:xfrm>
            <a:custGeom>
              <a:rect b="b" l="l" r="r" t="t"/>
              <a:pathLst>
                <a:path extrusionOk="0" h="7361" w="5168">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9" name="Google Shape;16019;p92"/>
            <p:cNvSpPr/>
            <p:nvPr/>
          </p:nvSpPr>
          <p:spPr>
            <a:xfrm>
              <a:off x="4210043" y="3237635"/>
              <a:ext cx="199014" cy="31737"/>
            </a:xfrm>
            <a:custGeom>
              <a:rect b="b" l="l" r="r" t="t"/>
              <a:pathLst>
                <a:path extrusionOk="0" h="1208" w="7575">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0" name="Google Shape;16020;p92"/>
            <p:cNvSpPr/>
            <p:nvPr/>
          </p:nvSpPr>
          <p:spPr>
            <a:xfrm>
              <a:off x="4210043" y="3432998"/>
              <a:ext cx="199014" cy="31737"/>
            </a:xfrm>
            <a:custGeom>
              <a:rect b="b" l="l" r="r" t="t"/>
              <a:pathLst>
                <a:path extrusionOk="0" h="1208" w="7575">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1" name="Google Shape;16021;p92"/>
            <p:cNvSpPr/>
            <p:nvPr/>
          </p:nvSpPr>
          <p:spPr>
            <a:xfrm>
              <a:off x="4238286" y="3237635"/>
              <a:ext cx="170771" cy="31737"/>
            </a:xfrm>
            <a:custGeom>
              <a:rect b="b" l="l" r="r" t="t"/>
              <a:pathLst>
                <a:path extrusionOk="0" h="1208" w="650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2" name="Google Shape;16022;p92"/>
            <p:cNvSpPr/>
            <p:nvPr/>
          </p:nvSpPr>
          <p:spPr>
            <a:xfrm>
              <a:off x="4238286" y="3432998"/>
              <a:ext cx="170771" cy="31737"/>
            </a:xfrm>
            <a:custGeom>
              <a:rect b="b" l="l" r="r" t="t"/>
              <a:pathLst>
                <a:path extrusionOk="0" h="1208" w="650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23" name="Google Shape;16023;p92"/>
          <p:cNvGrpSpPr/>
          <p:nvPr/>
        </p:nvGrpSpPr>
        <p:grpSpPr>
          <a:xfrm>
            <a:off x="4804971" y="3203323"/>
            <a:ext cx="77845" cy="395165"/>
            <a:chOff x="4818146" y="3203323"/>
            <a:chExt cx="77845" cy="395165"/>
          </a:xfrm>
        </p:grpSpPr>
        <p:sp>
          <p:nvSpPr>
            <p:cNvPr id="16024" name="Google Shape;16024;p92"/>
            <p:cNvSpPr/>
            <p:nvPr/>
          </p:nvSpPr>
          <p:spPr>
            <a:xfrm>
              <a:off x="4818146" y="3203376"/>
              <a:ext cx="77845" cy="395112"/>
            </a:xfrm>
            <a:custGeom>
              <a:rect b="b" l="l" r="r" t="t"/>
              <a:pathLst>
                <a:path extrusionOk="0" h="15039" w="2963">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5" name="Google Shape;16025;p92"/>
            <p:cNvSpPr/>
            <p:nvPr/>
          </p:nvSpPr>
          <p:spPr>
            <a:xfrm>
              <a:off x="4818146" y="3523927"/>
              <a:ext cx="77845" cy="35731"/>
            </a:xfrm>
            <a:custGeom>
              <a:rect b="b" l="l" r="r" t="t"/>
              <a:pathLst>
                <a:path extrusionOk="0" h="1360" w="2963">
                  <a:moveTo>
                    <a:pt x="0" y="0"/>
                  </a:moveTo>
                  <a:lnTo>
                    <a:pt x="0" y="1360"/>
                  </a:lnTo>
                  <a:lnTo>
                    <a:pt x="2962" y="1360"/>
                  </a:lnTo>
                  <a:lnTo>
                    <a:pt x="2962" y="1332"/>
                  </a:lnTo>
                  <a:lnTo>
                    <a:pt x="2962"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6" name="Google Shape;16026;p92"/>
            <p:cNvSpPr/>
            <p:nvPr/>
          </p:nvSpPr>
          <p:spPr>
            <a:xfrm>
              <a:off x="4839821" y="3203323"/>
              <a:ext cx="34286" cy="35310"/>
            </a:xfrm>
            <a:custGeom>
              <a:rect b="b" l="l" r="r" t="t"/>
              <a:pathLst>
                <a:path extrusionOk="0" h="1344" w="1305">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7" name="Google Shape;16027;p92"/>
            <p:cNvSpPr/>
            <p:nvPr/>
          </p:nvSpPr>
          <p:spPr>
            <a:xfrm>
              <a:off x="4818146" y="3559631"/>
              <a:ext cx="77845" cy="38857"/>
            </a:xfrm>
            <a:custGeom>
              <a:rect b="b" l="l" r="r" t="t"/>
              <a:pathLst>
                <a:path extrusionOk="0" h="1479" w="2963">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8" name="Google Shape;16028;p92"/>
            <p:cNvSpPr/>
            <p:nvPr/>
          </p:nvSpPr>
          <p:spPr>
            <a:xfrm>
              <a:off x="4849857" y="3523927"/>
              <a:ext cx="46135" cy="35731"/>
            </a:xfrm>
            <a:custGeom>
              <a:rect b="b" l="l" r="r" t="t"/>
              <a:pathLst>
                <a:path extrusionOk="0" h="1360" w="1756">
                  <a:moveTo>
                    <a:pt x="0" y="0"/>
                  </a:moveTo>
                  <a:lnTo>
                    <a:pt x="0" y="1360"/>
                  </a:lnTo>
                  <a:lnTo>
                    <a:pt x="1755" y="1360"/>
                  </a:lnTo>
                  <a:lnTo>
                    <a:pt x="1755" y="1332"/>
                  </a:lnTo>
                  <a:lnTo>
                    <a:pt x="1755"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9" name="Google Shape;16029;p92"/>
            <p:cNvSpPr/>
            <p:nvPr/>
          </p:nvSpPr>
          <p:spPr>
            <a:xfrm>
              <a:off x="4849857" y="3559631"/>
              <a:ext cx="46135" cy="35573"/>
            </a:xfrm>
            <a:custGeom>
              <a:rect b="b" l="l" r="r" t="t"/>
              <a:pathLst>
                <a:path extrusionOk="0" h="1354" w="1756">
                  <a:moveTo>
                    <a:pt x="0" y="1"/>
                  </a:moveTo>
                  <a:cubicBezTo>
                    <a:pt x="0" y="584"/>
                    <a:pt x="340" y="1111"/>
                    <a:pt x="874" y="1353"/>
                  </a:cubicBezTo>
                  <a:cubicBezTo>
                    <a:pt x="1401" y="1111"/>
                    <a:pt x="1748" y="584"/>
                    <a:pt x="175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0" name="Google Shape;16030;p92"/>
            <p:cNvSpPr/>
            <p:nvPr/>
          </p:nvSpPr>
          <p:spPr>
            <a:xfrm>
              <a:off x="4818146" y="3274259"/>
              <a:ext cx="77845" cy="249694"/>
            </a:xfrm>
            <a:custGeom>
              <a:rect b="b" l="l" r="r" t="t"/>
              <a:pathLst>
                <a:path extrusionOk="0" h="9504" w="2963">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1" name="Google Shape;16031;p92"/>
            <p:cNvSpPr/>
            <p:nvPr/>
          </p:nvSpPr>
          <p:spPr>
            <a:xfrm>
              <a:off x="4849857" y="3274259"/>
              <a:ext cx="46135" cy="249694"/>
            </a:xfrm>
            <a:custGeom>
              <a:rect b="b" l="l" r="r" t="t"/>
              <a:pathLst>
                <a:path extrusionOk="0" h="9504" w="1756">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32" name="Google Shape;16032;p92"/>
          <p:cNvGrpSpPr/>
          <p:nvPr/>
        </p:nvGrpSpPr>
        <p:grpSpPr>
          <a:xfrm>
            <a:off x="5215716" y="3235428"/>
            <a:ext cx="344091" cy="332767"/>
            <a:chOff x="5228890" y="3235428"/>
            <a:chExt cx="344091" cy="332767"/>
          </a:xfrm>
        </p:grpSpPr>
        <p:sp>
          <p:nvSpPr>
            <p:cNvPr id="16033" name="Google Shape;16033;p92"/>
            <p:cNvSpPr/>
            <p:nvPr/>
          </p:nvSpPr>
          <p:spPr>
            <a:xfrm>
              <a:off x="5228890" y="3261701"/>
              <a:ext cx="316741" cy="306495"/>
            </a:xfrm>
            <a:custGeom>
              <a:rect b="b" l="l" r="r" t="t"/>
              <a:pathLst>
                <a:path extrusionOk="0" h="11666" w="12056">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4" name="Google Shape;16034;p92"/>
            <p:cNvSpPr/>
            <p:nvPr/>
          </p:nvSpPr>
          <p:spPr>
            <a:xfrm>
              <a:off x="5277731" y="3261701"/>
              <a:ext cx="65261" cy="82942"/>
            </a:xfrm>
            <a:custGeom>
              <a:rect b="b" l="l" r="r" t="t"/>
              <a:pathLst>
                <a:path extrusionOk="0" h="3157" w="2484">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5" name="Google Shape;16035;p92"/>
            <p:cNvSpPr/>
            <p:nvPr/>
          </p:nvSpPr>
          <p:spPr>
            <a:xfrm>
              <a:off x="5462137" y="3463053"/>
              <a:ext cx="83494" cy="64893"/>
            </a:xfrm>
            <a:custGeom>
              <a:rect b="b" l="l" r="r" t="t"/>
              <a:pathLst>
                <a:path extrusionOk="0" h="2470" w="3178">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6" name="Google Shape;16036;p92"/>
            <p:cNvSpPr/>
            <p:nvPr/>
          </p:nvSpPr>
          <p:spPr>
            <a:xfrm>
              <a:off x="5286663" y="3235428"/>
              <a:ext cx="90771" cy="111973"/>
            </a:xfrm>
            <a:custGeom>
              <a:rect b="b" l="l" r="r" t="t"/>
              <a:pathLst>
                <a:path extrusionOk="0" h="4262" w="3455">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7" name="Google Shape;16037;p92"/>
            <p:cNvSpPr/>
            <p:nvPr/>
          </p:nvSpPr>
          <p:spPr>
            <a:xfrm>
              <a:off x="5458328" y="3429740"/>
              <a:ext cx="114653" cy="88486"/>
            </a:xfrm>
            <a:custGeom>
              <a:rect b="b" l="l" r="r" t="t"/>
              <a:pathLst>
                <a:path extrusionOk="0" h="3368" w="4364">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38" name="Google Shape;16038;p92"/>
          <p:cNvGrpSpPr/>
          <p:nvPr/>
        </p:nvGrpSpPr>
        <p:grpSpPr>
          <a:xfrm>
            <a:off x="5744739" y="3227047"/>
            <a:ext cx="388544" cy="347927"/>
            <a:chOff x="5757913" y="3227047"/>
            <a:chExt cx="388544" cy="347927"/>
          </a:xfrm>
        </p:grpSpPr>
        <p:sp>
          <p:nvSpPr>
            <p:cNvPr id="16039" name="Google Shape;16039;p92"/>
            <p:cNvSpPr/>
            <p:nvPr/>
          </p:nvSpPr>
          <p:spPr>
            <a:xfrm>
              <a:off x="5757913" y="3227047"/>
              <a:ext cx="388544" cy="347927"/>
            </a:xfrm>
            <a:custGeom>
              <a:rect b="b" l="l" r="r" t="t"/>
              <a:pathLst>
                <a:path extrusionOk="0" h="13243" w="14789">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0" name="Google Shape;16040;p92"/>
            <p:cNvSpPr/>
            <p:nvPr/>
          </p:nvSpPr>
          <p:spPr>
            <a:xfrm>
              <a:off x="5758097" y="3227074"/>
              <a:ext cx="194101" cy="347743"/>
            </a:xfrm>
            <a:custGeom>
              <a:rect b="b" l="l" r="r" t="t"/>
              <a:pathLst>
                <a:path extrusionOk="0" h="13236" w="7388">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041" name="Google Shape;16041;p92"/>
          <p:cNvSpPr/>
          <p:nvPr/>
        </p:nvSpPr>
        <p:spPr>
          <a:xfrm>
            <a:off x="7189280" y="3377641"/>
            <a:ext cx="17340" cy="197149"/>
          </a:xfrm>
          <a:custGeom>
            <a:rect b="b" l="l" r="r" t="t"/>
            <a:pathLst>
              <a:path extrusionOk="0" h="7504" w="66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042" name="Google Shape;16042;p92"/>
          <p:cNvGrpSpPr/>
          <p:nvPr/>
        </p:nvGrpSpPr>
        <p:grpSpPr>
          <a:xfrm>
            <a:off x="6881681" y="3227074"/>
            <a:ext cx="324938" cy="347717"/>
            <a:chOff x="6894856" y="3227074"/>
            <a:chExt cx="324938" cy="347717"/>
          </a:xfrm>
        </p:grpSpPr>
        <p:sp>
          <p:nvSpPr>
            <p:cNvPr id="16043" name="Google Shape;16043;p92"/>
            <p:cNvSpPr/>
            <p:nvPr/>
          </p:nvSpPr>
          <p:spPr>
            <a:xfrm>
              <a:off x="6898849" y="3377589"/>
              <a:ext cx="316925" cy="43770"/>
            </a:xfrm>
            <a:custGeom>
              <a:rect b="b" l="l" r="r" t="t"/>
              <a:pathLst>
                <a:path extrusionOk="0" h="1666" w="12063">
                  <a:moveTo>
                    <a:pt x="8" y="1"/>
                  </a:moveTo>
                  <a:lnTo>
                    <a:pt x="1" y="1665"/>
                  </a:lnTo>
                  <a:lnTo>
                    <a:pt x="12063" y="1665"/>
                  </a:lnTo>
                  <a:lnTo>
                    <a:pt x="12056"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4" name="Google Shape;16044;p92"/>
            <p:cNvSpPr/>
            <p:nvPr/>
          </p:nvSpPr>
          <p:spPr>
            <a:xfrm>
              <a:off x="6996346" y="3227074"/>
              <a:ext cx="128867" cy="61977"/>
            </a:xfrm>
            <a:custGeom>
              <a:rect b="b" l="l" r="r" t="t"/>
              <a:pathLst>
                <a:path extrusionOk="0" h="2359" w="4905">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5" name="Google Shape;16045;p92"/>
            <p:cNvSpPr/>
            <p:nvPr/>
          </p:nvSpPr>
          <p:spPr>
            <a:xfrm>
              <a:off x="6996346" y="3262778"/>
              <a:ext cx="128867" cy="26273"/>
            </a:xfrm>
            <a:custGeom>
              <a:rect b="b" l="l" r="r" t="t"/>
              <a:pathLst>
                <a:path extrusionOk="0" h="1000" w="4905">
                  <a:moveTo>
                    <a:pt x="999" y="1"/>
                  </a:moveTo>
                  <a:lnTo>
                    <a:pt x="1" y="1000"/>
                  </a:lnTo>
                  <a:lnTo>
                    <a:pt x="4905" y="1000"/>
                  </a:lnTo>
                  <a:lnTo>
                    <a:pt x="3906"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6" name="Google Shape;16046;p92"/>
            <p:cNvSpPr/>
            <p:nvPr/>
          </p:nvSpPr>
          <p:spPr>
            <a:xfrm>
              <a:off x="6918186" y="3280092"/>
              <a:ext cx="278278" cy="260439"/>
            </a:xfrm>
            <a:custGeom>
              <a:rect b="b" l="l" r="r" t="t"/>
              <a:pathLst>
                <a:path extrusionOk="0" h="9913" w="10592">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7" name="Google Shape;16047;p92"/>
            <p:cNvSpPr/>
            <p:nvPr/>
          </p:nvSpPr>
          <p:spPr>
            <a:xfrm>
              <a:off x="7177127" y="3279908"/>
              <a:ext cx="19337" cy="260623"/>
            </a:xfrm>
            <a:custGeom>
              <a:rect b="b" l="l" r="r" t="t"/>
              <a:pathLst>
                <a:path extrusionOk="0" h="9920" w="736">
                  <a:moveTo>
                    <a:pt x="0" y="1"/>
                  </a:moveTo>
                  <a:lnTo>
                    <a:pt x="0" y="9920"/>
                  </a:lnTo>
                  <a:lnTo>
                    <a:pt x="736" y="9920"/>
                  </a:lnTo>
                  <a:lnTo>
                    <a:pt x="736" y="216"/>
                  </a:lnTo>
                  <a:cubicBezTo>
                    <a:pt x="736" y="98"/>
                    <a:pt x="638" y="1"/>
                    <a:pt x="521" y="1"/>
                  </a:cubicBez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8" name="Google Shape;16048;p92"/>
            <p:cNvSpPr/>
            <p:nvPr/>
          </p:nvSpPr>
          <p:spPr>
            <a:xfrm>
              <a:off x="6918186" y="3367579"/>
              <a:ext cx="278278" cy="172952"/>
            </a:xfrm>
            <a:custGeom>
              <a:rect b="b" l="l" r="r" t="t"/>
              <a:pathLst>
                <a:path extrusionOk="0" h="6583" w="10592">
                  <a:moveTo>
                    <a:pt x="0" y="0"/>
                  </a:moveTo>
                  <a:lnTo>
                    <a:pt x="0" y="6583"/>
                  </a:lnTo>
                  <a:lnTo>
                    <a:pt x="10592" y="6583"/>
                  </a:lnTo>
                  <a:lnTo>
                    <a:pt x="10592" y="0"/>
                  </a:lnTo>
                  <a:lnTo>
                    <a:pt x="5299" y="3794"/>
                  </a:lnTo>
                  <a:lnTo>
                    <a:pt x="0" y="0"/>
                  </a:ln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9" name="Google Shape;16049;p92"/>
            <p:cNvSpPr/>
            <p:nvPr/>
          </p:nvSpPr>
          <p:spPr>
            <a:xfrm>
              <a:off x="6958619" y="3418784"/>
              <a:ext cx="197385" cy="10588"/>
            </a:xfrm>
            <a:custGeom>
              <a:rect b="b" l="l" r="r" t="t"/>
              <a:pathLst>
                <a:path extrusionOk="0" h="403" w="7513">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0" name="Google Shape;16050;p92"/>
            <p:cNvSpPr/>
            <p:nvPr/>
          </p:nvSpPr>
          <p:spPr>
            <a:xfrm>
              <a:off x="6992511" y="3441378"/>
              <a:ext cx="129970" cy="10588"/>
            </a:xfrm>
            <a:custGeom>
              <a:rect b="b" l="l" r="r" t="t"/>
              <a:pathLst>
                <a:path extrusionOk="0" h="403" w="4947">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1" name="Google Shape;16051;p92"/>
            <p:cNvSpPr/>
            <p:nvPr/>
          </p:nvSpPr>
          <p:spPr>
            <a:xfrm>
              <a:off x="7021489" y="3463789"/>
              <a:ext cx="70016" cy="10588"/>
            </a:xfrm>
            <a:custGeom>
              <a:rect b="b" l="l" r="r" t="t"/>
              <a:pathLst>
                <a:path extrusionOk="0" h="403" w="2665">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2" name="Google Shape;16052;p92"/>
            <p:cNvSpPr/>
            <p:nvPr/>
          </p:nvSpPr>
          <p:spPr>
            <a:xfrm>
              <a:off x="6894856" y="3377510"/>
              <a:ext cx="324938" cy="197280"/>
            </a:xfrm>
            <a:custGeom>
              <a:rect b="b" l="l" r="r" t="t"/>
              <a:pathLst>
                <a:path extrusionOk="0" h="7509" w="12368">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3" name="Google Shape;16053;p92"/>
            <p:cNvSpPr/>
            <p:nvPr/>
          </p:nvSpPr>
          <p:spPr>
            <a:xfrm>
              <a:off x="6955361" y="3318371"/>
              <a:ext cx="32630" cy="32630"/>
            </a:xfrm>
            <a:custGeom>
              <a:rect b="b" l="l" r="r" t="t"/>
              <a:pathLst>
                <a:path extrusionOk="0" h="1242" w="1242">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4" name="Google Shape;16054;p92"/>
            <p:cNvSpPr/>
            <p:nvPr/>
          </p:nvSpPr>
          <p:spPr>
            <a:xfrm>
              <a:off x="7009115" y="3313090"/>
              <a:ext cx="36466" cy="10588"/>
            </a:xfrm>
            <a:custGeom>
              <a:rect b="b" l="l" r="r" t="t"/>
              <a:pathLst>
                <a:path extrusionOk="0" h="403" w="1388">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5" name="Google Shape;16055;p92"/>
            <p:cNvSpPr/>
            <p:nvPr/>
          </p:nvSpPr>
          <p:spPr>
            <a:xfrm>
              <a:off x="7009115" y="3341149"/>
              <a:ext cx="113366" cy="10588"/>
            </a:xfrm>
            <a:custGeom>
              <a:rect b="b" l="l" r="r" t="t"/>
              <a:pathLst>
                <a:path extrusionOk="0" h="403" w="4315">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6" name="Google Shape;16056;p92"/>
            <p:cNvSpPr/>
            <p:nvPr/>
          </p:nvSpPr>
          <p:spPr>
            <a:xfrm>
              <a:off x="6961010" y="3385234"/>
              <a:ext cx="69806" cy="10614"/>
            </a:xfrm>
            <a:custGeom>
              <a:rect b="b" l="l" r="r" t="t"/>
              <a:pathLst>
                <a:path extrusionOk="0" h="404" w="2657">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7" name="Google Shape;16057;p92"/>
            <p:cNvSpPr/>
            <p:nvPr/>
          </p:nvSpPr>
          <p:spPr>
            <a:xfrm>
              <a:off x="6921443" y="3539060"/>
              <a:ext cx="57248" cy="10588"/>
            </a:xfrm>
            <a:custGeom>
              <a:rect b="b" l="l" r="r" t="t"/>
              <a:pathLst>
                <a:path extrusionOk="0" h="403" w="2179">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58" name="Google Shape;16058;p92"/>
          <p:cNvGrpSpPr/>
          <p:nvPr/>
        </p:nvGrpSpPr>
        <p:grpSpPr>
          <a:xfrm>
            <a:off x="7401772" y="3220873"/>
            <a:ext cx="360091" cy="360117"/>
            <a:chOff x="7414946" y="3220873"/>
            <a:chExt cx="360091" cy="360117"/>
          </a:xfrm>
        </p:grpSpPr>
        <p:sp>
          <p:nvSpPr>
            <p:cNvPr id="16059" name="Google Shape;16059;p92"/>
            <p:cNvSpPr/>
            <p:nvPr/>
          </p:nvSpPr>
          <p:spPr>
            <a:xfrm>
              <a:off x="7414946" y="3305234"/>
              <a:ext cx="151619" cy="195389"/>
            </a:xfrm>
            <a:custGeom>
              <a:rect b="b" l="l" r="r" t="t"/>
              <a:pathLst>
                <a:path extrusionOk="0" h="7437" w="5771">
                  <a:moveTo>
                    <a:pt x="0" y="1"/>
                  </a:moveTo>
                  <a:lnTo>
                    <a:pt x="0" y="4572"/>
                  </a:lnTo>
                  <a:lnTo>
                    <a:pt x="5771" y="7437"/>
                  </a:lnTo>
                  <a:lnTo>
                    <a:pt x="4571" y="1360"/>
                  </a:lnTo>
                  <a:lnTo>
                    <a:pt x="902" y="272"/>
                  </a:lnTo>
                  <a:lnTo>
                    <a:pt x="0" y="1"/>
                  </a:lnTo>
                  <a:close/>
                </a:path>
              </a:pathLst>
            </a:custGeom>
            <a:solidFill>
              <a:srgbClr val="C2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0" name="Google Shape;16060;p92"/>
            <p:cNvSpPr/>
            <p:nvPr/>
          </p:nvSpPr>
          <p:spPr>
            <a:xfrm>
              <a:off x="7414946" y="3425326"/>
              <a:ext cx="143789" cy="155665"/>
            </a:xfrm>
            <a:custGeom>
              <a:rect b="b" l="l" r="r" t="t"/>
              <a:pathLst>
                <a:path extrusionOk="0" h="5925" w="5473">
                  <a:moveTo>
                    <a:pt x="0" y="1"/>
                  </a:moveTo>
                  <a:lnTo>
                    <a:pt x="0" y="4572"/>
                  </a:lnTo>
                  <a:lnTo>
                    <a:pt x="4571" y="5924"/>
                  </a:lnTo>
                  <a:lnTo>
                    <a:pt x="5473" y="3642"/>
                  </a:lnTo>
                  <a:lnTo>
                    <a:pt x="4571" y="1353"/>
                  </a:lnTo>
                  <a:lnTo>
                    <a:pt x="0" y="1"/>
                  </a:lnTo>
                  <a:close/>
                </a:path>
              </a:pathLst>
            </a:custGeom>
            <a:solidFill>
              <a:srgbClr val="AC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1" name="Google Shape;16061;p92"/>
            <p:cNvSpPr/>
            <p:nvPr/>
          </p:nvSpPr>
          <p:spPr>
            <a:xfrm>
              <a:off x="7735471" y="3430265"/>
              <a:ext cx="39566" cy="150725"/>
            </a:xfrm>
            <a:custGeom>
              <a:rect b="b" l="l" r="r" t="t"/>
              <a:pathLst>
                <a:path extrusionOk="0" h="5737" w="1506">
                  <a:moveTo>
                    <a:pt x="1" y="0"/>
                  </a:moveTo>
                  <a:lnTo>
                    <a:pt x="604" y="5466"/>
                  </a:lnTo>
                  <a:lnTo>
                    <a:pt x="1506" y="5736"/>
                  </a:lnTo>
                  <a:lnTo>
                    <a:pt x="1506" y="1165"/>
                  </a:lnTo>
                  <a:lnTo>
                    <a:pt x="1" y="0"/>
                  </a:lnTo>
                  <a:close/>
                </a:path>
              </a:pathLst>
            </a:custGeom>
            <a:solidFill>
              <a:srgbClr val="94A5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2" name="Google Shape;16062;p92"/>
            <p:cNvSpPr/>
            <p:nvPr/>
          </p:nvSpPr>
          <p:spPr>
            <a:xfrm>
              <a:off x="7623418" y="3393641"/>
              <a:ext cx="127947" cy="180229"/>
            </a:xfrm>
            <a:custGeom>
              <a:rect b="b" l="l" r="r" t="t"/>
              <a:pathLst>
                <a:path extrusionOk="0" h="6860" w="4870">
                  <a:moveTo>
                    <a:pt x="0" y="0"/>
                  </a:moveTo>
                  <a:lnTo>
                    <a:pt x="1200" y="5778"/>
                  </a:lnTo>
                  <a:lnTo>
                    <a:pt x="4869" y="6860"/>
                  </a:lnTo>
                  <a:lnTo>
                    <a:pt x="4869" y="2296"/>
                  </a:lnTo>
                  <a:lnTo>
                    <a:pt x="0" y="0"/>
                  </a:lnTo>
                  <a:close/>
                </a:path>
              </a:pathLst>
            </a:custGeom>
            <a:solidFill>
              <a:srgbClr val="AC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3" name="Google Shape;16063;p92"/>
            <p:cNvSpPr/>
            <p:nvPr/>
          </p:nvSpPr>
          <p:spPr>
            <a:xfrm>
              <a:off x="7535038" y="3420045"/>
              <a:ext cx="119908" cy="160945"/>
            </a:xfrm>
            <a:custGeom>
              <a:rect b="b" l="l" r="r" t="t"/>
              <a:pathLst>
                <a:path extrusionOk="0" h="6126" w="4564">
                  <a:moveTo>
                    <a:pt x="2282" y="1"/>
                  </a:moveTo>
                  <a:lnTo>
                    <a:pt x="0" y="1554"/>
                  </a:lnTo>
                  <a:lnTo>
                    <a:pt x="0" y="6125"/>
                  </a:lnTo>
                  <a:lnTo>
                    <a:pt x="4564" y="4773"/>
                  </a:lnTo>
                  <a:lnTo>
                    <a:pt x="4564" y="202"/>
                  </a:lnTo>
                  <a:lnTo>
                    <a:pt x="2282" y="1"/>
                  </a:lnTo>
                  <a:close/>
                </a:path>
              </a:pathLst>
            </a:custGeom>
            <a:solidFill>
              <a:srgbClr val="94A5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4" name="Google Shape;16064;p92"/>
            <p:cNvSpPr/>
            <p:nvPr/>
          </p:nvSpPr>
          <p:spPr>
            <a:xfrm>
              <a:off x="7735471" y="3333845"/>
              <a:ext cx="39566" cy="127054"/>
            </a:xfrm>
            <a:custGeom>
              <a:rect b="b" l="l" r="r" t="t"/>
              <a:pathLst>
                <a:path extrusionOk="0" h="4836" w="1506">
                  <a:moveTo>
                    <a:pt x="604" y="1"/>
                  </a:moveTo>
                  <a:lnTo>
                    <a:pt x="1" y="2290"/>
                  </a:lnTo>
                  <a:lnTo>
                    <a:pt x="604" y="4572"/>
                  </a:lnTo>
                  <a:lnTo>
                    <a:pt x="1506" y="4835"/>
                  </a:lnTo>
                  <a:lnTo>
                    <a:pt x="1506" y="271"/>
                  </a:lnTo>
                  <a:lnTo>
                    <a:pt x="604" y="1"/>
                  </a:lnTo>
                  <a:close/>
                </a:path>
              </a:pathLst>
            </a:custGeom>
            <a:solidFill>
              <a:srgbClr val="AC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5" name="Google Shape;16065;p92"/>
            <p:cNvSpPr/>
            <p:nvPr/>
          </p:nvSpPr>
          <p:spPr>
            <a:xfrm>
              <a:off x="7631248" y="3305234"/>
              <a:ext cx="120118" cy="148729"/>
            </a:xfrm>
            <a:custGeom>
              <a:rect b="b" l="l" r="r" t="t"/>
              <a:pathLst>
                <a:path extrusionOk="0" h="5661" w="4572">
                  <a:moveTo>
                    <a:pt x="902" y="1"/>
                  </a:moveTo>
                  <a:lnTo>
                    <a:pt x="0" y="2290"/>
                  </a:lnTo>
                  <a:lnTo>
                    <a:pt x="902" y="4572"/>
                  </a:lnTo>
                  <a:lnTo>
                    <a:pt x="4571" y="5661"/>
                  </a:lnTo>
                  <a:lnTo>
                    <a:pt x="4571" y="1090"/>
                  </a:lnTo>
                  <a:lnTo>
                    <a:pt x="902" y="1"/>
                  </a:lnTo>
                  <a:close/>
                </a:path>
              </a:pathLst>
            </a:custGeom>
            <a:solidFill>
              <a:srgbClr val="C2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6" name="Google Shape;16066;p92"/>
            <p:cNvSpPr/>
            <p:nvPr/>
          </p:nvSpPr>
          <p:spPr>
            <a:xfrm>
              <a:off x="7535038" y="3305234"/>
              <a:ext cx="119908" cy="155665"/>
            </a:xfrm>
            <a:custGeom>
              <a:rect b="b" l="l" r="r" t="t"/>
              <a:pathLst>
                <a:path extrusionOk="0" h="5925" w="4564">
                  <a:moveTo>
                    <a:pt x="4564" y="1"/>
                  </a:moveTo>
                  <a:lnTo>
                    <a:pt x="0" y="1360"/>
                  </a:lnTo>
                  <a:lnTo>
                    <a:pt x="0" y="5924"/>
                  </a:lnTo>
                  <a:lnTo>
                    <a:pt x="4564" y="4572"/>
                  </a:lnTo>
                  <a:lnTo>
                    <a:pt x="4564" y="1"/>
                  </a:lnTo>
                  <a:close/>
                </a:path>
              </a:pathLst>
            </a:custGeom>
            <a:solidFill>
              <a:srgbClr val="AC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7" name="Google Shape;16067;p92"/>
            <p:cNvSpPr/>
            <p:nvPr/>
          </p:nvSpPr>
          <p:spPr>
            <a:xfrm>
              <a:off x="7654945" y="3220873"/>
              <a:ext cx="67258" cy="180807"/>
            </a:xfrm>
            <a:custGeom>
              <a:rect b="b" l="l" r="r" t="t"/>
              <a:pathLst>
                <a:path extrusionOk="0" h="6882" w="256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8" name="Google Shape;16068;p92"/>
            <p:cNvSpPr/>
            <p:nvPr/>
          </p:nvSpPr>
          <p:spPr>
            <a:xfrm>
              <a:off x="7587688" y="3220873"/>
              <a:ext cx="118831" cy="180807"/>
            </a:xfrm>
            <a:custGeom>
              <a:rect b="b" l="l" r="r" t="t"/>
              <a:pathLst>
                <a:path extrusionOk="0" h="6882" w="4523">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9" name="Google Shape;16069;p92"/>
            <p:cNvSpPr/>
            <p:nvPr/>
          </p:nvSpPr>
          <p:spPr>
            <a:xfrm>
              <a:off x="7607366" y="3252479"/>
              <a:ext cx="83310" cy="71382"/>
            </a:xfrm>
            <a:custGeom>
              <a:rect b="b" l="l" r="r" t="t"/>
              <a:pathLst>
                <a:path extrusionOk="0" h="2717" w="3171">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70" name="Google Shape;16070;p92"/>
          <p:cNvGrpSpPr/>
          <p:nvPr/>
        </p:nvGrpSpPr>
        <p:grpSpPr>
          <a:xfrm>
            <a:off x="8014052" y="3215041"/>
            <a:ext cx="231829" cy="371782"/>
            <a:chOff x="8027227" y="3215041"/>
            <a:chExt cx="231829" cy="371782"/>
          </a:xfrm>
        </p:grpSpPr>
        <p:sp>
          <p:nvSpPr>
            <p:cNvPr id="16071" name="Google Shape;16071;p92"/>
            <p:cNvSpPr/>
            <p:nvPr/>
          </p:nvSpPr>
          <p:spPr>
            <a:xfrm>
              <a:off x="8135102" y="3239080"/>
              <a:ext cx="123954" cy="131967"/>
            </a:xfrm>
            <a:custGeom>
              <a:rect b="b" l="l" r="r" t="t"/>
              <a:pathLst>
                <a:path extrusionOk="0" h="5023" w="4718">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2" name="Google Shape;16072;p92"/>
            <p:cNvSpPr/>
            <p:nvPr/>
          </p:nvSpPr>
          <p:spPr>
            <a:xfrm>
              <a:off x="8135285" y="3240184"/>
              <a:ext cx="40302" cy="22805"/>
            </a:xfrm>
            <a:custGeom>
              <a:rect b="b" l="l" r="r" t="t"/>
              <a:pathLst>
                <a:path extrusionOk="0" h="868" w="1534">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3" name="Google Shape;16073;p92"/>
            <p:cNvSpPr/>
            <p:nvPr/>
          </p:nvSpPr>
          <p:spPr>
            <a:xfrm>
              <a:off x="8057309" y="3262962"/>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4" name="Google Shape;16074;p92"/>
            <p:cNvSpPr/>
            <p:nvPr/>
          </p:nvSpPr>
          <p:spPr>
            <a:xfrm>
              <a:off x="8057309" y="3382870"/>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5" name="Google Shape;16075;p92"/>
            <p:cNvSpPr/>
            <p:nvPr/>
          </p:nvSpPr>
          <p:spPr>
            <a:xfrm>
              <a:off x="8075148" y="3256946"/>
              <a:ext cx="102095" cy="144000"/>
            </a:xfrm>
            <a:custGeom>
              <a:rect b="b" l="l" r="r" t="t"/>
              <a:pathLst>
                <a:path extrusionOk="0" h="5481" w="3886">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6" name="Google Shape;16076;p92"/>
            <p:cNvSpPr/>
            <p:nvPr/>
          </p:nvSpPr>
          <p:spPr>
            <a:xfrm>
              <a:off x="8051292" y="3232906"/>
              <a:ext cx="12033" cy="335868"/>
            </a:xfrm>
            <a:custGeom>
              <a:rect b="b" l="l" r="r" t="t"/>
              <a:pathLst>
                <a:path extrusionOk="0" h="12784" w="458">
                  <a:moveTo>
                    <a:pt x="0" y="0"/>
                  </a:moveTo>
                  <a:lnTo>
                    <a:pt x="0" y="12784"/>
                  </a:lnTo>
                  <a:lnTo>
                    <a:pt x="458" y="12784"/>
                  </a:lnTo>
                  <a:lnTo>
                    <a:pt x="458"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7" name="Google Shape;16077;p92"/>
            <p:cNvSpPr/>
            <p:nvPr/>
          </p:nvSpPr>
          <p:spPr>
            <a:xfrm>
              <a:off x="8027411" y="3562915"/>
              <a:ext cx="59980" cy="23908"/>
            </a:xfrm>
            <a:custGeom>
              <a:rect b="b" l="l" r="r" t="t"/>
              <a:pathLst>
                <a:path extrusionOk="0" h="910" w="2283">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8" name="Google Shape;16078;p92"/>
            <p:cNvSpPr/>
            <p:nvPr/>
          </p:nvSpPr>
          <p:spPr>
            <a:xfrm>
              <a:off x="8045276" y="3215041"/>
              <a:ext cx="23882" cy="24092"/>
            </a:xfrm>
            <a:custGeom>
              <a:rect b="b" l="l" r="r" t="t"/>
              <a:pathLst>
                <a:path extrusionOk="0" h="917" w="909">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9" name="Google Shape;16079;p92"/>
            <p:cNvSpPr/>
            <p:nvPr/>
          </p:nvSpPr>
          <p:spPr>
            <a:xfrm>
              <a:off x="8027227" y="3562915"/>
              <a:ext cx="30108" cy="23908"/>
            </a:xfrm>
            <a:custGeom>
              <a:rect b="b" l="l" r="r" t="t"/>
              <a:pathLst>
                <a:path extrusionOk="0" h="910" w="1146">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0" name="Google Shape;16080;p92"/>
            <p:cNvSpPr/>
            <p:nvPr/>
          </p:nvSpPr>
          <p:spPr>
            <a:xfrm>
              <a:off x="8043095" y="3216144"/>
              <a:ext cx="25169" cy="22778"/>
            </a:xfrm>
            <a:custGeom>
              <a:rect b="b" l="l" r="r" t="t"/>
              <a:pathLst>
                <a:path extrusionOk="0" h="867" w="958">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81" name="Google Shape;16081;p92"/>
          <p:cNvGrpSpPr/>
          <p:nvPr/>
        </p:nvGrpSpPr>
        <p:grpSpPr>
          <a:xfrm>
            <a:off x="4347102" y="4146138"/>
            <a:ext cx="395638" cy="420544"/>
            <a:chOff x="4093603" y="4146138"/>
            <a:chExt cx="395638" cy="420544"/>
          </a:xfrm>
        </p:grpSpPr>
        <p:sp>
          <p:nvSpPr>
            <p:cNvPr id="16082" name="Google Shape;16082;p92"/>
            <p:cNvSpPr/>
            <p:nvPr/>
          </p:nvSpPr>
          <p:spPr>
            <a:xfrm>
              <a:off x="4158286" y="4218414"/>
              <a:ext cx="266088" cy="326567"/>
            </a:xfrm>
            <a:custGeom>
              <a:rect b="b" l="l" r="r" t="t"/>
              <a:pathLst>
                <a:path extrusionOk="0" h="12430" w="10128">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3" name="Google Shape;16083;p92"/>
            <p:cNvSpPr/>
            <p:nvPr/>
          </p:nvSpPr>
          <p:spPr>
            <a:xfrm>
              <a:off x="4189813" y="4240089"/>
              <a:ext cx="203218" cy="203218"/>
            </a:xfrm>
            <a:custGeom>
              <a:rect b="b" l="l" r="r" t="t"/>
              <a:pathLst>
                <a:path extrusionOk="0" h="7735" w="7735">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4" name="Google Shape;16084;p92"/>
            <p:cNvSpPr/>
            <p:nvPr/>
          </p:nvSpPr>
          <p:spPr>
            <a:xfrm>
              <a:off x="4211671" y="4261947"/>
              <a:ext cx="159658" cy="159684"/>
            </a:xfrm>
            <a:custGeom>
              <a:rect b="b" l="l" r="r" t="t"/>
              <a:pathLst>
                <a:path extrusionOk="0" h="6078" w="6077">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5" name="Google Shape;16085;p92"/>
            <p:cNvSpPr/>
            <p:nvPr/>
          </p:nvSpPr>
          <p:spPr>
            <a:xfrm>
              <a:off x="4269629" y="4537677"/>
              <a:ext cx="43586" cy="29005"/>
            </a:xfrm>
            <a:custGeom>
              <a:rect b="b" l="l" r="r" t="t"/>
              <a:pathLst>
                <a:path extrusionOk="0" h="1104" w="1659">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6" name="Google Shape;16086;p92"/>
            <p:cNvSpPr/>
            <p:nvPr/>
          </p:nvSpPr>
          <p:spPr>
            <a:xfrm>
              <a:off x="4434725" y="4334486"/>
              <a:ext cx="54515" cy="14608"/>
            </a:xfrm>
            <a:custGeom>
              <a:rect b="b" l="l" r="r" t="t"/>
              <a:pathLst>
                <a:path extrusionOk="0" h="556" w="2075">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7" name="Google Shape;16087;p92"/>
            <p:cNvSpPr/>
            <p:nvPr/>
          </p:nvSpPr>
          <p:spPr>
            <a:xfrm>
              <a:off x="4093603" y="4334460"/>
              <a:ext cx="62896" cy="14634"/>
            </a:xfrm>
            <a:custGeom>
              <a:rect b="b" l="l" r="r" t="t"/>
              <a:pathLst>
                <a:path extrusionOk="0" h="557" w="2394">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8" name="Google Shape;16088;p92"/>
            <p:cNvSpPr/>
            <p:nvPr/>
          </p:nvSpPr>
          <p:spPr>
            <a:xfrm>
              <a:off x="4284210" y="4146138"/>
              <a:ext cx="14424" cy="50417"/>
            </a:xfrm>
            <a:custGeom>
              <a:rect b="b" l="l" r="r" t="t"/>
              <a:pathLst>
                <a:path extrusionOk="0" h="1919" w="549">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9" name="Google Shape;16089;p92"/>
            <p:cNvSpPr/>
            <p:nvPr/>
          </p:nvSpPr>
          <p:spPr>
            <a:xfrm>
              <a:off x="4358561" y="4183813"/>
              <a:ext cx="29294" cy="33156"/>
            </a:xfrm>
            <a:custGeom>
              <a:rect b="b" l="l" r="r" t="t"/>
              <a:pathLst>
                <a:path extrusionOk="0" h="1262" w="1115">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0" name="Google Shape;16090;p92"/>
            <p:cNvSpPr/>
            <p:nvPr/>
          </p:nvSpPr>
          <p:spPr>
            <a:xfrm>
              <a:off x="4195277" y="4466505"/>
              <a:ext cx="29268" cy="33287"/>
            </a:xfrm>
            <a:custGeom>
              <a:rect b="b" l="l" r="r" t="t"/>
              <a:pathLst>
                <a:path extrusionOk="0" h="1267" w="1114">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1" name="Google Shape;16091;p92"/>
            <p:cNvSpPr/>
            <p:nvPr/>
          </p:nvSpPr>
          <p:spPr>
            <a:xfrm>
              <a:off x="4195172" y="4183813"/>
              <a:ext cx="29294" cy="33156"/>
            </a:xfrm>
            <a:custGeom>
              <a:rect b="b" l="l" r="r" t="t"/>
              <a:pathLst>
                <a:path extrusionOk="0" h="1262" w="1115">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2" name="Google Shape;16092;p92"/>
            <p:cNvSpPr/>
            <p:nvPr/>
          </p:nvSpPr>
          <p:spPr>
            <a:xfrm>
              <a:off x="4358272" y="4466505"/>
              <a:ext cx="29294" cy="33287"/>
            </a:xfrm>
            <a:custGeom>
              <a:rect b="b" l="l" r="r" t="t"/>
              <a:pathLst>
                <a:path extrusionOk="0" h="1267" w="1115">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3" name="Google Shape;16093;p92"/>
            <p:cNvSpPr/>
            <p:nvPr/>
          </p:nvSpPr>
          <p:spPr>
            <a:xfrm>
              <a:off x="4412315" y="4410335"/>
              <a:ext cx="39934" cy="25668"/>
            </a:xfrm>
            <a:custGeom>
              <a:rect b="b" l="l" r="r" t="t"/>
              <a:pathLst>
                <a:path extrusionOk="0" h="977" w="152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4" name="Google Shape;16094;p92"/>
            <p:cNvSpPr/>
            <p:nvPr/>
          </p:nvSpPr>
          <p:spPr>
            <a:xfrm>
              <a:off x="4130306" y="4247340"/>
              <a:ext cx="39304" cy="25589"/>
            </a:xfrm>
            <a:custGeom>
              <a:rect b="b" l="l" r="r" t="t"/>
              <a:pathLst>
                <a:path extrusionOk="0" h="974" w="1496">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5" name="Google Shape;16095;p92"/>
            <p:cNvSpPr/>
            <p:nvPr/>
          </p:nvSpPr>
          <p:spPr>
            <a:xfrm>
              <a:off x="4413418" y="4247182"/>
              <a:ext cx="39908" cy="25747"/>
            </a:xfrm>
            <a:custGeom>
              <a:rect b="b" l="l" r="r" t="t"/>
              <a:pathLst>
                <a:path extrusionOk="0" h="980" w="1519">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6" name="Google Shape;16096;p92"/>
            <p:cNvSpPr/>
            <p:nvPr/>
          </p:nvSpPr>
          <p:spPr>
            <a:xfrm>
              <a:off x="4130595" y="4410624"/>
              <a:ext cx="39304" cy="25379"/>
            </a:xfrm>
            <a:custGeom>
              <a:rect b="b" l="l" r="r" t="t"/>
              <a:pathLst>
                <a:path extrusionOk="0" h="966" w="1496">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7" name="Google Shape;16097;p92"/>
            <p:cNvSpPr/>
            <p:nvPr/>
          </p:nvSpPr>
          <p:spPr>
            <a:xfrm>
              <a:off x="4255231" y="4494118"/>
              <a:ext cx="72565" cy="50864"/>
            </a:xfrm>
            <a:custGeom>
              <a:rect b="b" l="l" r="r" t="t"/>
              <a:pathLst>
                <a:path extrusionOk="0" h="1936" w="2762">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8" name="Google Shape;16098;p92"/>
            <p:cNvSpPr/>
            <p:nvPr/>
          </p:nvSpPr>
          <p:spPr>
            <a:xfrm>
              <a:off x="4247954" y="4494118"/>
              <a:ext cx="87120" cy="14608"/>
            </a:xfrm>
            <a:custGeom>
              <a:rect b="b" l="l" r="r" t="t"/>
              <a:pathLst>
                <a:path extrusionOk="0" h="556" w="3316">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099" name="Google Shape;16099;p92"/>
          <p:cNvGrpSpPr/>
          <p:nvPr/>
        </p:nvGrpSpPr>
        <p:grpSpPr>
          <a:xfrm>
            <a:off x="4897905" y="4162322"/>
            <a:ext cx="392065" cy="387887"/>
            <a:chOff x="4644406" y="4162322"/>
            <a:chExt cx="392065" cy="387887"/>
          </a:xfrm>
        </p:grpSpPr>
        <p:sp>
          <p:nvSpPr>
            <p:cNvPr id="16100" name="Google Shape;16100;p92"/>
            <p:cNvSpPr/>
            <p:nvPr/>
          </p:nvSpPr>
          <p:spPr>
            <a:xfrm>
              <a:off x="4644406" y="4334118"/>
              <a:ext cx="217326" cy="216065"/>
            </a:xfrm>
            <a:custGeom>
              <a:rect b="b" l="l" r="r" t="t"/>
              <a:pathLst>
                <a:path extrusionOk="0" h="8224" w="8272">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1" name="Google Shape;16101;p92"/>
            <p:cNvSpPr/>
            <p:nvPr/>
          </p:nvSpPr>
          <p:spPr>
            <a:xfrm>
              <a:off x="4646481" y="4345783"/>
              <a:ext cx="215251" cy="204426"/>
            </a:xfrm>
            <a:custGeom>
              <a:rect b="b" l="l" r="r" t="t"/>
              <a:pathLst>
                <a:path extrusionOk="0" h="7781" w="8193">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2" name="Google Shape;16102;p92"/>
            <p:cNvSpPr/>
            <p:nvPr/>
          </p:nvSpPr>
          <p:spPr>
            <a:xfrm>
              <a:off x="4720780" y="4162322"/>
              <a:ext cx="315690" cy="299743"/>
            </a:xfrm>
            <a:custGeom>
              <a:rect b="b" l="l" r="r" t="t"/>
              <a:pathLst>
                <a:path extrusionOk="0" h="11409" w="12016">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3" name="Google Shape;16103;p92"/>
            <p:cNvSpPr/>
            <p:nvPr/>
          </p:nvSpPr>
          <p:spPr>
            <a:xfrm>
              <a:off x="4727952" y="4227872"/>
              <a:ext cx="308518" cy="233668"/>
            </a:xfrm>
            <a:custGeom>
              <a:rect b="b" l="l" r="r" t="t"/>
              <a:pathLst>
                <a:path extrusionOk="0" h="8894" w="11743">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4" name="Google Shape;16104;p92"/>
            <p:cNvSpPr/>
            <p:nvPr/>
          </p:nvSpPr>
          <p:spPr>
            <a:xfrm>
              <a:off x="4892497" y="4162322"/>
              <a:ext cx="143973" cy="138062"/>
            </a:xfrm>
            <a:custGeom>
              <a:rect b="b" l="l" r="r" t="t"/>
              <a:pathLst>
                <a:path extrusionOk="0" h="5255" w="548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5" name="Google Shape;16105;p92"/>
            <p:cNvSpPr/>
            <p:nvPr/>
          </p:nvSpPr>
          <p:spPr>
            <a:xfrm>
              <a:off x="4893758" y="4185048"/>
              <a:ext cx="142712" cy="115336"/>
            </a:xfrm>
            <a:custGeom>
              <a:rect b="b" l="l" r="r" t="t"/>
              <a:pathLst>
                <a:path extrusionOk="0" h="4390" w="5432">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06" name="Google Shape;16106;p92"/>
          <p:cNvGrpSpPr/>
          <p:nvPr/>
        </p:nvGrpSpPr>
        <p:grpSpPr>
          <a:xfrm>
            <a:off x="5981882" y="4221698"/>
            <a:ext cx="417128" cy="269162"/>
            <a:chOff x="5728383" y="4221698"/>
            <a:chExt cx="417128" cy="269162"/>
          </a:xfrm>
        </p:grpSpPr>
        <p:sp>
          <p:nvSpPr>
            <p:cNvPr id="16107" name="Google Shape;16107;p92"/>
            <p:cNvSpPr/>
            <p:nvPr/>
          </p:nvSpPr>
          <p:spPr>
            <a:xfrm>
              <a:off x="5728383" y="4221698"/>
              <a:ext cx="417128" cy="225260"/>
            </a:xfrm>
            <a:custGeom>
              <a:rect b="b" l="l" r="r" t="t"/>
              <a:pathLst>
                <a:path extrusionOk="0" h="8574" w="15877">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8" name="Google Shape;16108;p92"/>
            <p:cNvSpPr/>
            <p:nvPr/>
          </p:nvSpPr>
          <p:spPr>
            <a:xfrm>
              <a:off x="5728383" y="4226059"/>
              <a:ext cx="417128" cy="220899"/>
            </a:xfrm>
            <a:custGeom>
              <a:rect b="b" l="l" r="r" t="t"/>
              <a:pathLst>
                <a:path extrusionOk="0" h="8408" w="15877">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9" name="Google Shape;16109;p92"/>
            <p:cNvSpPr/>
            <p:nvPr/>
          </p:nvSpPr>
          <p:spPr>
            <a:xfrm>
              <a:off x="5822964" y="4246657"/>
              <a:ext cx="100440" cy="75271"/>
            </a:xfrm>
            <a:custGeom>
              <a:rect b="b" l="l" r="r" t="t"/>
              <a:pathLst>
                <a:path extrusionOk="0" h="2865" w="3823">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0" name="Google Shape;16110;p92"/>
            <p:cNvSpPr/>
            <p:nvPr/>
          </p:nvSpPr>
          <p:spPr>
            <a:xfrm>
              <a:off x="5948336" y="4246657"/>
              <a:ext cx="109924" cy="75271"/>
            </a:xfrm>
            <a:custGeom>
              <a:rect b="b" l="l" r="r" t="t"/>
              <a:pathLst>
                <a:path extrusionOk="0" h="2865" w="4184">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1" name="Google Shape;16111;p92"/>
            <p:cNvSpPr/>
            <p:nvPr/>
          </p:nvSpPr>
          <p:spPr>
            <a:xfrm>
              <a:off x="5738787" y="4403057"/>
              <a:ext cx="102436" cy="87803"/>
            </a:xfrm>
            <a:custGeom>
              <a:rect b="b" l="l" r="r" t="t"/>
              <a:pathLst>
                <a:path extrusionOk="0" h="3342" w="3899">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2" name="Google Shape;16112;p92"/>
            <p:cNvSpPr/>
            <p:nvPr/>
          </p:nvSpPr>
          <p:spPr>
            <a:xfrm>
              <a:off x="5754445" y="4404108"/>
              <a:ext cx="98443" cy="86673"/>
            </a:xfrm>
            <a:custGeom>
              <a:rect b="b" l="l" r="r" t="t"/>
              <a:pathLst>
                <a:path extrusionOk="0" h="3299" w="3747">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3" name="Google Shape;16113;p92"/>
            <p:cNvSpPr/>
            <p:nvPr/>
          </p:nvSpPr>
          <p:spPr>
            <a:xfrm>
              <a:off x="5772311" y="4428147"/>
              <a:ext cx="43744" cy="37648"/>
            </a:xfrm>
            <a:custGeom>
              <a:rect b="b" l="l" r="r" t="t"/>
              <a:pathLst>
                <a:path extrusionOk="0" h="1433" w="1665">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4" name="Google Shape;16114;p92"/>
            <p:cNvSpPr/>
            <p:nvPr/>
          </p:nvSpPr>
          <p:spPr>
            <a:xfrm>
              <a:off x="6000277" y="4403057"/>
              <a:ext cx="102436" cy="87803"/>
            </a:xfrm>
            <a:custGeom>
              <a:rect b="b" l="l" r="r" t="t"/>
              <a:pathLst>
                <a:path extrusionOk="0" h="3342" w="3899">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5" name="Google Shape;16115;p92"/>
            <p:cNvSpPr/>
            <p:nvPr/>
          </p:nvSpPr>
          <p:spPr>
            <a:xfrm>
              <a:off x="6016119" y="4404108"/>
              <a:ext cx="98443" cy="86673"/>
            </a:xfrm>
            <a:custGeom>
              <a:rect b="b" l="l" r="r" t="t"/>
              <a:pathLst>
                <a:path extrusionOk="0" h="3299" w="3747">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6" name="Google Shape;16116;p92"/>
            <p:cNvSpPr/>
            <p:nvPr/>
          </p:nvSpPr>
          <p:spPr>
            <a:xfrm>
              <a:off x="6033801" y="4428147"/>
              <a:ext cx="43954" cy="37648"/>
            </a:xfrm>
            <a:custGeom>
              <a:rect b="b" l="l" r="r" t="t"/>
              <a:pathLst>
                <a:path extrusionOk="0" h="1433" w="1673">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7" name="Google Shape;16117;p92"/>
            <p:cNvSpPr/>
            <p:nvPr/>
          </p:nvSpPr>
          <p:spPr>
            <a:xfrm>
              <a:off x="5728567" y="4328469"/>
              <a:ext cx="39382" cy="49051"/>
            </a:xfrm>
            <a:custGeom>
              <a:rect b="b" l="l" r="r" t="t"/>
              <a:pathLst>
                <a:path extrusionOk="0" h="1867" w="1499">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8" name="Google Shape;16118;p92"/>
            <p:cNvSpPr/>
            <p:nvPr/>
          </p:nvSpPr>
          <p:spPr>
            <a:xfrm>
              <a:off x="6109071" y="4346886"/>
              <a:ext cx="28821" cy="24985"/>
            </a:xfrm>
            <a:custGeom>
              <a:rect b="b" l="l" r="r" t="t"/>
              <a:pathLst>
                <a:path extrusionOk="0" h="951" w="1097">
                  <a:moveTo>
                    <a:pt x="0" y="0"/>
                  </a:moveTo>
                  <a:lnTo>
                    <a:pt x="0" y="950"/>
                  </a:lnTo>
                  <a:lnTo>
                    <a:pt x="951" y="950"/>
                  </a:lnTo>
                  <a:lnTo>
                    <a:pt x="951" y="319"/>
                  </a:lnTo>
                  <a:lnTo>
                    <a:pt x="1096" y="0"/>
                  </a:lnTo>
                  <a:close/>
                </a:path>
              </a:pathLst>
            </a:custGeom>
            <a:solidFill>
              <a:srgbClr val="8C9C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19" name="Google Shape;16119;p92"/>
          <p:cNvGrpSpPr/>
          <p:nvPr/>
        </p:nvGrpSpPr>
        <p:grpSpPr>
          <a:xfrm>
            <a:off x="821036" y="3696905"/>
            <a:ext cx="371782" cy="342751"/>
            <a:chOff x="834210" y="3696905"/>
            <a:chExt cx="371782" cy="342751"/>
          </a:xfrm>
        </p:grpSpPr>
        <p:sp>
          <p:nvSpPr>
            <p:cNvPr id="16120" name="Google Shape;16120;p92"/>
            <p:cNvSpPr/>
            <p:nvPr/>
          </p:nvSpPr>
          <p:spPr>
            <a:xfrm>
              <a:off x="866289" y="3696905"/>
              <a:ext cx="138876" cy="111500"/>
            </a:xfrm>
            <a:custGeom>
              <a:rect b="b" l="l" r="r" t="t"/>
              <a:pathLst>
                <a:path extrusionOk="0" h="4244" w="5286">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1" name="Google Shape;16121;p92"/>
            <p:cNvSpPr/>
            <p:nvPr/>
          </p:nvSpPr>
          <p:spPr>
            <a:xfrm>
              <a:off x="1035221" y="3696905"/>
              <a:ext cx="138693" cy="111500"/>
            </a:xfrm>
            <a:custGeom>
              <a:rect b="b" l="l" r="r" t="t"/>
              <a:pathLst>
                <a:path extrusionOk="0" h="4244" w="5279">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2" name="Google Shape;16122;p92"/>
            <p:cNvSpPr/>
            <p:nvPr/>
          </p:nvSpPr>
          <p:spPr>
            <a:xfrm>
              <a:off x="867550" y="3750080"/>
              <a:ext cx="137615" cy="58325"/>
            </a:xfrm>
            <a:custGeom>
              <a:rect b="b" l="l" r="r" t="t"/>
              <a:pathLst>
                <a:path extrusionOk="0" h="2220" w="5238">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3" name="Google Shape;16123;p92"/>
            <p:cNvSpPr/>
            <p:nvPr/>
          </p:nvSpPr>
          <p:spPr>
            <a:xfrm>
              <a:off x="1035221" y="3750080"/>
              <a:ext cx="137431" cy="58325"/>
            </a:xfrm>
            <a:custGeom>
              <a:rect b="b" l="l" r="r" t="t"/>
              <a:pathLst>
                <a:path extrusionOk="0" h="2220" w="5231">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4" name="Google Shape;16124;p92"/>
            <p:cNvSpPr/>
            <p:nvPr/>
          </p:nvSpPr>
          <p:spPr>
            <a:xfrm>
              <a:off x="994210" y="3756438"/>
              <a:ext cx="51967" cy="51967"/>
            </a:xfrm>
            <a:custGeom>
              <a:rect b="b" l="l" r="r" t="t"/>
              <a:pathLst>
                <a:path extrusionOk="0" h="1978" w="1978">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5" name="Google Shape;16125;p92"/>
            <p:cNvSpPr/>
            <p:nvPr/>
          </p:nvSpPr>
          <p:spPr>
            <a:xfrm>
              <a:off x="994210" y="3783420"/>
              <a:ext cx="51967" cy="24985"/>
            </a:xfrm>
            <a:custGeom>
              <a:rect b="b" l="l" r="r" t="t"/>
              <a:pathLst>
                <a:path extrusionOk="0" h="951" w="1978">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6" name="Google Shape;16126;p92"/>
            <p:cNvSpPr/>
            <p:nvPr/>
          </p:nvSpPr>
          <p:spPr>
            <a:xfrm>
              <a:off x="861718" y="3851387"/>
              <a:ext cx="316768" cy="188269"/>
            </a:xfrm>
            <a:custGeom>
              <a:rect b="b" l="l" r="r" t="t"/>
              <a:pathLst>
                <a:path extrusionOk="0" h="7166" w="12057">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7" name="Google Shape;16127;p92"/>
            <p:cNvSpPr/>
            <p:nvPr/>
          </p:nvSpPr>
          <p:spPr>
            <a:xfrm>
              <a:off x="861718" y="3851387"/>
              <a:ext cx="316768" cy="29005"/>
            </a:xfrm>
            <a:custGeom>
              <a:rect b="b" l="l" r="r" t="t"/>
              <a:pathLst>
                <a:path extrusionOk="0" h="1104" w="12057">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8" name="Google Shape;16128;p92"/>
            <p:cNvSpPr/>
            <p:nvPr/>
          </p:nvSpPr>
          <p:spPr>
            <a:xfrm>
              <a:off x="834394" y="3797450"/>
              <a:ext cx="371598" cy="64893"/>
            </a:xfrm>
            <a:custGeom>
              <a:rect b="b" l="l" r="r" t="t"/>
              <a:pathLst>
                <a:path extrusionOk="0" h="2470" w="14144">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9" name="Google Shape;16129;p92"/>
            <p:cNvSpPr/>
            <p:nvPr/>
          </p:nvSpPr>
          <p:spPr>
            <a:xfrm>
              <a:off x="834210" y="3837174"/>
              <a:ext cx="371782" cy="25169"/>
            </a:xfrm>
            <a:custGeom>
              <a:rect b="b" l="l" r="r" t="t"/>
              <a:pathLst>
                <a:path extrusionOk="0" h="958" w="14151">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0" name="Google Shape;16130;p92"/>
            <p:cNvSpPr/>
            <p:nvPr/>
          </p:nvSpPr>
          <p:spPr>
            <a:xfrm>
              <a:off x="987642" y="3797450"/>
              <a:ext cx="64919" cy="242206"/>
            </a:xfrm>
            <a:custGeom>
              <a:rect b="b" l="l" r="r" t="t"/>
              <a:pathLst>
                <a:path extrusionOk="0" h="9219" w="2471">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1" name="Google Shape;16131;p92"/>
            <p:cNvSpPr/>
            <p:nvPr/>
          </p:nvSpPr>
          <p:spPr>
            <a:xfrm>
              <a:off x="1027366" y="3797450"/>
              <a:ext cx="25195" cy="242206"/>
            </a:xfrm>
            <a:custGeom>
              <a:rect b="b" l="l" r="r" t="t"/>
              <a:pathLst>
                <a:path extrusionOk="0" h="9219" w="959">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32" name="Google Shape;16132;p92"/>
          <p:cNvGrpSpPr/>
          <p:nvPr/>
        </p:nvGrpSpPr>
        <p:grpSpPr>
          <a:xfrm>
            <a:off x="1346223" y="3682271"/>
            <a:ext cx="395296" cy="371966"/>
            <a:chOff x="1359398" y="3682271"/>
            <a:chExt cx="395296" cy="371966"/>
          </a:xfrm>
        </p:grpSpPr>
        <p:sp>
          <p:nvSpPr>
            <p:cNvPr id="16133" name="Google Shape;16133;p92"/>
            <p:cNvSpPr/>
            <p:nvPr/>
          </p:nvSpPr>
          <p:spPr>
            <a:xfrm>
              <a:off x="1382911" y="3682271"/>
              <a:ext cx="371782" cy="371966"/>
            </a:xfrm>
            <a:custGeom>
              <a:rect b="b" l="l" r="r" t="t"/>
              <a:pathLst>
                <a:path extrusionOk="0" h="14158" w="14151">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4" name="Google Shape;16134;p92"/>
            <p:cNvSpPr/>
            <p:nvPr/>
          </p:nvSpPr>
          <p:spPr>
            <a:xfrm>
              <a:off x="1498090" y="3920668"/>
              <a:ext cx="141241" cy="39172"/>
            </a:xfrm>
            <a:custGeom>
              <a:rect b="b" l="l" r="r" t="t"/>
              <a:pathLst>
                <a:path extrusionOk="0" h="1491" w="5376">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5" name="Google Shape;16135;p92"/>
            <p:cNvSpPr/>
            <p:nvPr/>
          </p:nvSpPr>
          <p:spPr>
            <a:xfrm>
              <a:off x="1490786" y="3826428"/>
              <a:ext cx="30108" cy="41931"/>
            </a:xfrm>
            <a:custGeom>
              <a:rect b="b" l="l" r="r" t="t"/>
              <a:pathLst>
                <a:path extrusionOk="0" h="1596" w="1146">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6" name="Google Shape;16136;p92"/>
            <p:cNvSpPr/>
            <p:nvPr/>
          </p:nvSpPr>
          <p:spPr>
            <a:xfrm>
              <a:off x="1502819" y="3826349"/>
              <a:ext cx="18075" cy="29951"/>
            </a:xfrm>
            <a:custGeom>
              <a:rect b="b" l="l" r="r" t="t"/>
              <a:pathLst>
                <a:path extrusionOk="0" h="1140" w="688">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7" name="Google Shape;16137;p92"/>
            <p:cNvSpPr/>
            <p:nvPr/>
          </p:nvSpPr>
          <p:spPr>
            <a:xfrm>
              <a:off x="1616710" y="3826244"/>
              <a:ext cx="30082" cy="42115"/>
            </a:xfrm>
            <a:custGeom>
              <a:rect b="b" l="l" r="r" t="t"/>
              <a:pathLst>
                <a:path extrusionOk="0" h="1603" w="1145">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8" name="Google Shape;16138;p92"/>
            <p:cNvSpPr/>
            <p:nvPr/>
          </p:nvSpPr>
          <p:spPr>
            <a:xfrm>
              <a:off x="1628743" y="3826349"/>
              <a:ext cx="18049" cy="29951"/>
            </a:xfrm>
            <a:custGeom>
              <a:rect b="b" l="l" r="r" t="t"/>
              <a:pathLst>
                <a:path extrusionOk="0" h="1140" w="687">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9" name="Google Shape;16139;p92"/>
            <p:cNvSpPr/>
            <p:nvPr/>
          </p:nvSpPr>
          <p:spPr>
            <a:xfrm>
              <a:off x="1359398" y="3724018"/>
              <a:ext cx="353733" cy="330114"/>
            </a:xfrm>
            <a:custGeom>
              <a:rect b="b" l="l" r="r" t="t"/>
              <a:pathLst>
                <a:path extrusionOk="0" h="12565" w="13464">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40" name="Google Shape;16140;p92"/>
          <p:cNvGrpSpPr/>
          <p:nvPr/>
        </p:nvGrpSpPr>
        <p:grpSpPr>
          <a:xfrm>
            <a:off x="1894924" y="3682271"/>
            <a:ext cx="395296" cy="371966"/>
            <a:chOff x="1908099" y="3682271"/>
            <a:chExt cx="395296" cy="371966"/>
          </a:xfrm>
        </p:grpSpPr>
        <p:sp>
          <p:nvSpPr>
            <p:cNvPr id="16141" name="Google Shape;16141;p92"/>
            <p:cNvSpPr/>
            <p:nvPr/>
          </p:nvSpPr>
          <p:spPr>
            <a:xfrm>
              <a:off x="1931613" y="3682271"/>
              <a:ext cx="371782" cy="371966"/>
            </a:xfrm>
            <a:custGeom>
              <a:rect b="b" l="l" r="r" t="t"/>
              <a:pathLst>
                <a:path extrusionOk="0" h="14158" w="14151">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2" name="Google Shape;16142;p92"/>
            <p:cNvSpPr/>
            <p:nvPr/>
          </p:nvSpPr>
          <p:spPr>
            <a:xfrm>
              <a:off x="2039487"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3" name="Google Shape;16143;p92"/>
            <p:cNvSpPr/>
            <p:nvPr/>
          </p:nvSpPr>
          <p:spPr>
            <a:xfrm>
              <a:off x="2051520"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4" name="Google Shape;16144;p92"/>
            <p:cNvSpPr/>
            <p:nvPr/>
          </p:nvSpPr>
          <p:spPr>
            <a:xfrm>
              <a:off x="2165412"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5" name="Google Shape;16145;p92"/>
            <p:cNvSpPr/>
            <p:nvPr/>
          </p:nvSpPr>
          <p:spPr>
            <a:xfrm>
              <a:off x="2177444"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6" name="Google Shape;16146;p92"/>
            <p:cNvSpPr/>
            <p:nvPr/>
          </p:nvSpPr>
          <p:spPr>
            <a:xfrm>
              <a:off x="2047501" y="3920825"/>
              <a:ext cx="140532" cy="39015"/>
            </a:xfrm>
            <a:custGeom>
              <a:rect b="b" l="l" r="r" t="t"/>
              <a:pathLst>
                <a:path extrusionOk="0" h="1485" w="5349">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7" name="Google Shape;16147;p92"/>
            <p:cNvSpPr/>
            <p:nvPr/>
          </p:nvSpPr>
          <p:spPr>
            <a:xfrm>
              <a:off x="1908099"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48" name="Google Shape;16148;p92"/>
          <p:cNvGrpSpPr/>
          <p:nvPr/>
        </p:nvGrpSpPr>
        <p:grpSpPr>
          <a:xfrm>
            <a:off x="2443625" y="3682271"/>
            <a:ext cx="395270" cy="371966"/>
            <a:chOff x="2456800" y="3682271"/>
            <a:chExt cx="395270" cy="371966"/>
          </a:xfrm>
        </p:grpSpPr>
        <p:sp>
          <p:nvSpPr>
            <p:cNvPr id="16149" name="Google Shape;16149;p92"/>
            <p:cNvSpPr/>
            <p:nvPr/>
          </p:nvSpPr>
          <p:spPr>
            <a:xfrm>
              <a:off x="2480314" y="3682271"/>
              <a:ext cx="371756" cy="371966"/>
            </a:xfrm>
            <a:custGeom>
              <a:rect b="b" l="l" r="r" t="t"/>
              <a:pathLst>
                <a:path extrusionOk="0" h="14158" w="1415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0" name="Google Shape;16150;p92"/>
            <p:cNvSpPr/>
            <p:nvPr/>
          </p:nvSpPr>
          <p:spPr>
            <a:xfrm>
              <a:off x="2456800"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1" name="Google Shape;16151;p92"/>
            <p:cNvSpPr/>
            <p:nvPr/>
          </p:nvSpPr>
          <p:spPr>
            <a:xfrm>
              <a:off x="2557318" y="3892267"/>
              <a:ext cx="217589" cy="96000"/>
            </a:xfrm>
            <a:custGeom>
              <a:rect b="b" l="l" r="r" t="t"/>
              <a:pathLst>
                <a:path extrusionOk="0" h="3654" w="8282">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2" name="Google Shape;16152;p92"/>
            <p:cNvSpPr/>
            <p:nvPr/>
          </p:nvSpPr>
          <p:spPr>
            <a:xfrm>
              <a:off x="2557318" y="3892267"/>
              <a:ext cx="217746" cy="53359"/>
            </a:xfrm>
            <a:custGeom>
              <a:rect b="b" l="l" r="r" t="t"/>
              <a:pathLst>
                <a:path extrusionOk="0" h="2031" w="8288">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3" name="Google Shape;16153;p92"/>
            <p:cNvSpPr/>
            <p:nvPr/>
          </p:nvSpPr>
          <p:spPr>
            <a:xfrm>
              <a:off x="2588189"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4" name="Google Shape;16154;p92"/>
            <p:cNvSpPr/>
            <p:nvPr/>
          </p:nvSpPr>
          <p:spPr>
            <a:xfrm>
              <a:off x="2600221"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5" name="Google Shape;16155;p92"/>
            <p:cNvSpPr/>
            <p:nvPr/>
          </p:nvSpPr>
          <p:spPr>
            <a:xfrm>
              <a:off x="2714113"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6" name="Google Shape;16156;p92"/>
            <p:cNvSpPr/>
            <p:nvPr/>
          </p:nvSpPr>
          <p:spPr>
            <a:xfrm>
              <a:off x="2726146"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7" name="Google Shape;16157;p92"/>
            <p:cNvSpPr/>
            <p:nvPr/>
          </p:nvSpPr>
          <p:spPr>
            <a:xfrm>
              <a:off x="2577259" y="3895131"/>
              <a:ext cx="177681" cy="33156"/>
            </a:xfrm>
            <a:custGeom>
              <a:rect b="b" l="l" r="r" t="t"/>
              <a:pathLst>
                <a:path extrusionOk="0" h="1262" w="6763">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58" name="Google Shape;16158;p92"/>
          <p:cNvGrpSpPr/>
          <p:nvPr/>
        </p:nvGrpSpPr>
        <p:grpSpPr>
          <a:xfrm>
            <a:off x="3001075" y="3682271"/>
            <a:ext cx="391092" cy="371940"/>
            <a:chOff x="3014250" y="3682271"/>
            <a:chExt cx="391092" cy="371940"/>
          </a:xfrm>
        </p:grpSpPr>
        <p:sp>
          <p:nvSpPr>
            <p:cNvPr id="16159" name="Google Shape;16159;p92"/>
            <p:cNvSpPr/>
            <p:nvPr/>
          </p:nvSpPr>
          <p:spPr>
            <a:xfrm>
              <a:off x="3014250" y="3682271"/>
              <a:ext cx="386521" cy="371940"/>
            </a:xfrm>
            <a:custGeom>
              <a:rect b="b" l="l" r="r" t="t"/>
              <a:pathLst>
                <a:path extrusionOk="0" h="14157" w="14712">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0" name="Google Shape;16160;p92"/>
            <p:cNvSpPr/>
            <p:nvPr/>
          </p:nvSpPr>
          <p:spPr>
            <a:xfrm>
              <a:off x="3028279" y="3694567"/>
              <a:ext cx="377063" cy="347480"/>
            </a:xfrm>
            <a:custGeom>
              <a:rect b="b" l="l" r="r" t="t"/>
              <a:pathLst>
                <a:path extrusionOk="0" h="13226" w="14352">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1" name="Google Shape;16161;p92"/>
            <p:cNvSpPr/>
            <p:nvPr/>
          </p:nvSpPr>
          <p:spPr>
            <a:xfrm>
              <a:off x="3144167" y="3741332"/>
              <a:ext cx="141267" cy="253871"/>
            </a:xfrm>
            <a:custGeom>
              <a:rect b="b" l="l" r="r" t="t"/>
              <a:pathLst>
                <a:path extrusionOk="0" h="9663" w="5377">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62" name="Google Shape;16162;p92"/>
          <p:cNvGrpSpPr/>
          <p:nvPr/>
        </p:nvGrpSpPr>
        <p:grpSpPr>
          <a:xfrm>
            <a:off x="3555950" y="3702947"/>
            <a:ext cx="388728" cy="330692"/>
            <a:chOff x="3569125" y="3702947"/>
            <a:chExt cx="388728" cy="330692"/>
          </a:xfrm>
        </p:grpSpPr>
        <p:sp>
          <p:nvSpPr>
            <p:cNvPr id="16163" name="Google Shape;16163;p92"/>
            <p:cNvSpPr/>
            <p:nvPr/>
          </p:nvSpPr>
          <p:spPr>
            <a:xfrm>
              <a:off x="3569125" y="3702947"/>
              <a:ext cx="388728" cy="330692"/>
            </a:xfrm>
            <a:custGeom>
              <a:rect b="b" l="l" r="r" t="t"/>
              <a:pathLst>
                <a:path extrusionOk="0" h="12587" w="14796">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4" name="Google Shape;16164;p92"/>
            <p:cNvSpPr/>
            <p:nvPr/>
          </p:nvSpPr>
          <p:spPr>
            <a:xfrm>
              <a:off x="3607036" y="3733135"/>
              <a:ext cx="313089" cy="270265"/>
            </a:xfrm>
            <a:custGeom>
              <a:rect b="b" l="l" r="r" t="t"/>
              <a:pathLst>
                <a:path extrusionOk="0" h="10287" w="11917">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5" name="Google Shape;16165;p92"/>
            <p:cNvSpPr/>
            <p:nvPr/>
          </p:nvSpPr>
          <p:spPr>
            <a:xfrm>
              <a:off x="3731489" y="3930126"/>
              <a:ext cx="55987" cy="47816"/>
            </a:xfrm>
            <a:custGeom>
              <a:rect b="b" l="l" r="r" t="t"/>
              <a:pathLst>
                <a:path extrusionOk="0" h="1820" w="2131">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6" name="Google Shape;16166;p92"/>
            <p:cNvSpPr/>
            <p:nvPr/>
          </p:nvSpPr>
          <p:spPr>
            <a:xfrm>
              <a:off x="3742812" y="3798185"/>
              <a:ext cx="41379" cy="112446"/>
            </a:xfrm>
            <a:custGeom>
              <a:rect b="b" l="l" r="r" t="t"/>
              <a:pathLst>
                <a:path extrusionOk="0" h="4280" w="1575">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67" name="Google Shape;16167;p92"/>
          <p:cNvGrpSpPr/>
          <p:nvPr/>
        </p:nvGrpSpPr>
        <p:grpSpPr>
          <a:xfrm>
            <a:off x="4098819" y="3682455"/>
            <a:ext cx="387992" cy="371625"/>
            <a:chOff x="4111994" y="3682455"/>
            <a:chExt cx="387992" cy="371625"/>
          </a:xfrm>
        </p:grpSpPr>
        <p:sp>
          <p:nvSpPr>
            <p:cNvPr id="16168" name="Google Shape;16168;p92"/>
            <p:cNvSpPr/>
            <p:nvPr/>
          </p:nvSpPr>
          <p:spPr>
            <a:xfrm>
              <a:off x="4111994" y="3682455"/>
              <a:ext cx="386179" cy="371572"/>
            </a:xfrm>
            <a:custGeom>
              <a:rect b="b" l="l" r="r" t="t"/>
              <a:pathLst>
                <a:path extrusionOk="0" h="14143" w="14699">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9" name="Google Shape;16169;p92"/>
            <p:cNvSpPr/>
            <p:nvPr/>
          </p:nvSpPr>
          <p:spPr>
            <a:xfrm>
              <a:off x="4301156" y="3682455"/>
              <a:ext cx="198830" cy="371625"/>
            </a:xfrm>
            <a:custGeom>
              <a:rect b="b" l="l" r="r" t="t"/>
              <a:pathLst>
                <a:path extrusionOk="0" h="14145" w="7568">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70" name="Google Shape;16170;p92"/>
          <p:cNvGrpSpPr/>
          <p:nvPr/>
        </p:nvGrpSpPr>
        <p:grpSpPr>
          <a:xfrm>
            <a:off x="4661734" y="3682271"/>
            <a:ext cx="371966" cy="371966"/>
            <a:chOff x="4674908" y="3682271"/>
            <a:chExt cx="371966" cy="371966"/>
          </a:xfrm>
        </p:grpSpPr>
        <p:sp>
          <p:nvSpPr>
            <p:cNvPr id="16171" name="Google Shape;16171;p92"/>
            <p:cNvSpPr/>
            <p:nvPr/>
          </p:nvSpPr>
          <p:spPr>
            <a:xfrm>
              <a:off x="4674908" y="3682271"/>
              <a:ext cx="371966" cy="371966"/>
            </a:xfrm>
            <a:custGeom>
              <a:rect b="b" l="l" r="r" t="t"/>
              <a:pathLst>
                <a:path extrusionOk="0" h="14158" w="14158">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2" name="Google Shape;16172;p92"/>
            <p:cNvSpPr/>
            <p:nvPr/>
          </p:nvSpPr>
          <p:spPr>
            <a:xfrm>
              <a:off x="4690934" y="3698140"/>
              <a:ext cx="339887" cy="340071"/>
            </a:xfrm>
            <a:custGeom>
              <a:rect b="b" l="l" r="r" t="t"/>
              <a:pathLst>
                <a:path extrusionOk="0" h="12944" w="12937">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3" name="Google Shape;16173;p92"/>
            <p:cNvSpPr/>
            <p:nvPr/>
          </p:nvSpPr>
          <p:spPr>
            <a:xfrm>
              <a:off x="4802829" y="3742409"/>
              <a:ext cx="103908" cy="89169"/>
            </a:xfrm>
            <a:custGeom>
              <a:rect b="b" l="l" r="r" t="t"/>
              <a:pathLst>
                <a:path extrusionOk="0" h="3394" w="3955">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4" name="Google Shape;16174;p92"/>
            <p:cNvSpPr/>
            <p:nvPr/>
          </p:nvSpPr>
          <p:spPr>
            <a:xfrm>
              <a:off x="4789167" y="3855591"/>
              <a:ext cx="143448" cy="138509"/>
            </a:xfrm>
            <a:custGeom>
              <a:rect b="b" l="l" r="r" t="t"/>
              <a:pathLst>
                <a:path extrusionOk="0" h="5272" w="546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75" name="Google Shape;16175;p92"/>
          <p:cNvGrpSpPr/>
          <p:nvPr/>
        </p:nvGrpSpPr>
        <p:grpSpPr>
          <a:xfrm>
            <a:off x="5210435" y="3731112"/>
            <a:ext cx="371782" cy="274285"/>
            <a:chOff x="5223609" y="3731112"/>
            <a:chExt cx="371782" cy="274285"/>
          </a:xfrm>
        </p:grpSpPr>
        <p:sp>
          <p:nvSpPr>
            <p:cNvPr id="16176" name="Google Shape;16176;p92"/>
            <p:cNvSpPr/>
            <p:nvPr/>
          </p:nvSpPr>
          <p:spPr>
            <a:xfrm>
              <a:off x="5223609" y="3731112"/>
              <a:ext cx="371782" cy="274285"/>
            </a:xfrm>
            <a:custGeom>
              <a:rect b="b" l="l" r="r" t="t"/>
              <a:pathLst>
                <a:path extrusionOk="0" h="10440" w="14151">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7" name="Google Shape;16177;p92"/>
            <p:cNvSpPr/>
            <p:nvPr/>
          </p:nvSpPr>
          <p:spPr>
            <a:xfrm>
              <a:off x="5338236" y="3769391"/>
              <a:ext cx="257155" cy="236006"/>
            </a:xfrm>
            <a:custGeom>
              <a:rect b="b" l="l" r="r" t="t"/>
              <a:pathLst>
                <a:path extrusionOk="0" h="8983" w="9788">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178" name="Google Shape;16178;p92"/>
          <p:cNvSpPr/>
          <p:nvPr/>
        </p:nvSpPr>
        <p:spPr>
          <a:xfrm>
            <a:off x="5799044" y="3723834"/>
            <a:ext cx="291966" cy="289050"/>
          </a:xfrm>
          <a:custGeom>
            <a:rect b="b" l="l" r="r" t="t"/>
            <a:pathLst>
              <a:path extrusionOk="0" h="11002" w="11113">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179" name="Google Shape;16179;p92"/>
          <p:cNvGrpSpPr/>
          <p:nvPr/>
        </p:nvGrpSpPr>
        <p:grpSpPr>
          <a:xfrm>
            <a:off x="6306734" y="3696721"/>
            <a:ext cx="373963" cy="343119"/>
            <a:chOff x="6319908" y="3696721"/>
            <a:chExt cx="373963" cy="343119"/>
          </a:xfrm>
        </p:grpSpPr>
        <p:sp>
          <p:nvSpPr>
            <p:cNvPr id="16180" name="Google Shape;16180;p92"/>
            <p:cNvSpPr/>
            <p:nvPr/>
          </p:nvSpPr>
          <p:spPr>
            <a:xfrm>
              <a:off x="6378049" y="3745325"/>
              <a:ext cx="48315" cy="66180"/>
            </a:xfrm>
            <a:custGeom>
              <a:rect b="b" l="l" r="r" t="t"/>
              <a:pathLst>
                <a:path extrusionOk="0" h="2519" w="1839">
                  <a:moveTo>
                    <a:pt x="0" y="1"/>
                  </a:moveTo>
                  <a:lnTo>
                    <a:pt x="0" y="2519"/>
                  </a:lnTo>
                  <a:lnTo>
                    <a:pt x="1838" y="923"/>
                  </a:lnTo>
                  <a:lnTo>
                    <a:pt x="1838" y="1"/>
                  </a:lnTo>
                  <a:close/>
                </a:path>
              </a:pathLst>
            </a:custGeom>
            <a:solidFill>
              <a:srgbClr val="B7C2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1" name="Google Shape;16181;p92"/>
            <p:cNvSpPr/>
            <p:nvPr/>
          </p:nvSpPr>
          <p:spPr>
            <a:xfrm>
              <a:off x="6401195" y="3745325"/>
              <a:ext cx="25169" cy="46135"/>
            </a:xfrm>
            <a:custGeom>
              <a:rect b="b" l="l" r="r" t="t"/>
              <a:pathLst>
                <a:path extrusionOk="0" h="1756" w="958">
                  <a:moveTo>
                    <a:pt x="0" y="1"/>
                  </a:moveTo>
                  <a:lnTo>
                    <a:pt x="0" y="1756"/>
                  </a:lnTo>
                  <a:lnTo>
                    <a:pt x="957" y="923"/>
                  </a:lnTo>
                  <a:lnTo>
                    <a:pt x="957" y="1"/>
                  </a:lnTo>
                  <a:close/>
                </a:path>
              </a:pathLst>
            </a:custGeom>
            <a:solidFill>
              <a:srgbClr val="9FAE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2" name="Google Shape;16182;p92"/>
            <p:cNvSpPr/>
            <p:nvPr/>
          </p:nvSpPr>
          <p:spPr>
            <a:xfrm>
              <a:off x="6366016" y="3736813"/>
              <a:ext cx="281562" cy="303027"/>
            </a:xfrm>
            <a:custGeom>
              <a:rect b="b" l="l" r="r" t="t"/>
              <a:pathLst>
                <a:path extrusionOk="0" h="11534" w="10717">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3" name="Google Shape;16183;p92"/>
            <p:cNvSpPr/>
            <p:nvPr/>
          </p:nvSpPr>
          <p:spPr>
            <a:xfrm>
              <a:off x="6493753" y="3736813"/>
              <a:ext cx="153825" cy="303027"/>
            </a:xfrm>
            <a:custGeom>
              <a:rect b="b" l="l" r="r" t="t"/>
              <a:pathLst>
                <a:path extrusionOk="0" h="11534" w="5855">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4" name="Google Shape;16184;p92"/>
            <p:cNvSpPr/>
            <p:nvPr/>
          </p:nvSpPr>
          <p:spPr>
            <a:xfrm>
              <a:off x="6366200" y="3726750"/>
              <a:ext cx="70174" cy="22069"/>
            </a:xfrm>
            <a:custGeom>
              <a:rect b="b" l="l" r="r" t="t"/>
              <a:pathLst>
                <a:path extrusionOk="0" h="840" w="2671">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5" name="Google Shape;16185;p92"/>
            <p:cNvSpPr/>
            <p:nvPr/>
          </p:nvSpPr>
          <p:spPr>
            <a:xfrm>
              <a:off x="6467691" y="3889298"/>
              <a:ext cx="85123" cy="150541"/>
            </a:xfrm>
            <a:custGeom>
              <a:rect b="b" l="l" r="r" t="t"/>
              <a:pathLst>
                <a:path extrusionOk="0" h="5730" w="324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6" name="Google Shape;16186;p92"/>
            <p:cNvSpPr/>
            <p:nvPr/>
          </p:nvSpPr>
          <p:spPr>
            <a:xfrm>
              <a:off x="6519632" y="3889298"/>
              <a:ext cx="33182" cy="150541"/>
            </a:xfrm>
            <a:custGeom>
              <a:rect b="b" l="l" r="r" t="t"/>
              <a:pathLst>
                <a:path extrusionOk="0" h="5730" w="1263">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7" name="Google Shape;16187;p92"/>
            <p:cNvSpPr/>
            <p:nvPr/>
          </p:nvSpPr>
          <p:spPr>
            <a:xfrm>
              <a:off x="6319908" y="3696721"/>
              <a:ext cx="373963" cy="165096"/>
            </a:xfrm>
            <a:custGeom>
              <a:rect b="b" l="l" r="r" t="t"/>
              <a:pathLst>
                <a:path extrusionOk="0" h="6284" w="14234">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8" name="Google Shape;16188;p92"/>
            <p:cNvSpPr/>
            <p:nvPr/>
          </p:nvSpPr>
          <p:spPr>
            <a:xfrm>
              <a:off x="6411021" y="3726750"/>
              <a:ext cx="25353" cy="22253"/>
            </a:xfrm>
            <a:custGeom>
              <a:rect b="b" l="l" r="r" t="t"/>
              <a:pathLst>
                <a:path extrusionOk="0" h="847" w="965">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89" name="Google Shape;16189;p92"/>
          <p:cNvGrpSpPr/>
          <p:nvPr/>
        </p:nvGrpSpPr>
        <p:grpSpPr>
          <a:xfrm>
            <a:off x="6858167" y="3740044"/>
            <a:ext cx="371966" cy="256420"/>
            <a:chOff x="6871342" y="3740044"/>
            <a:chExt cx="371966" cy="256420"/>
          </a:xfrm>
        </p:grpSpPr>
        <p:sp>
          <p:nvSpPr>
            <p:cNvPr id="16190" name="Google Shape;16190;p92"/>
            <p:cNvSpPr/>
            <p:nvPr/>
          </p:nvSpPr>
          <p:spPr>
            <a:xfrm>
              <a:off x="6871342" y="3816944"/>
              <a:ext cx="371966" cy="179520"/>
            </a:xfrm>
            <a:custGeom>
              <a:rect b="b" l="l" r="r" t="t"/>
              <a:pathLst>
                <a:path extrusionOk="0" h="6833" w="14158">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1" name="Google Shape;16191;p92"/>
            <p:cNvSpPr/>
            <p:nvPr/>
          </p:nvSpPr>
          <p:spPr>
            <a:xfrm>
              <a:off x="6871342" y="3740044"/>
              <a:ext cx="371966" cy="179520"/>
            </a:xfrm>
            <a:custGeom>
              <a:rect b="b" l="l" r="r" t="t"/>
              <a:pathLst>
                <a:path extrusionOk="0" h="6833" w="14158">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2" name="Google Shape;16192;p92"/>
            <p:cNvSpPr/>
            <p:nvPr/>
          </p:nvSpPr>
          <p:spPr>
            <a:xfrm>
              <a:off x="6890652" y="3759355"/>
              <a:ext cx="333319" cy="140899"/>
            </a:xfrm>
            <a:custGeom>
              <a:rect b="b" l="l" r="r" t="t"/>
              <a:pathLst>
                <a:path extrusionOk="0" h="5363" w="12687">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3" name="Google Shape;16193;p92"/>
            <p:cNvSpPr/>
            <p:nvPr/>
          </p:nvSpPr>
          <p:spPr>
            <a:xfrm>
              <a:off x="6986862" y="3759355"/>
              <a:ext cx="140899" cy="141083"/>
            </a:xfrm>
            <a:custGeom>
              <a:rect b="b" l="l" r="r" t="t"/>
              <a:pathLst>
                <a:path extrusionOk="0" h="5370" w="5363">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4" name="Google Shape;16194;p92"/>
            <p:cNvSpPr/>
            <p:nvPr/>
          </p:nvSpPr>
          <p:spPr>
            <a:xfrm>
              <a:off x="7025141" y="3785023"/>
              <a:ext cx="64184" cy="89773"/>
            </a:xfrm>
            <a:custGeom>
              <a:rect b="b" l="l" r="r" t="t"/>
              <a:pathLst>
                <a:path extrusionOk="0" h="3417" w="2443">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5" name="Google Shape;16195;p92"/>
            <p:cNvSpPr/>
            <p:nvPr/>
          </p:nvSpPr>
          <p:spPr>
            <a:xfrm>
              <a:off x="6890652" y="3759355"/>
              <a:ext cx="12795" cy="12795"/>
            </a:xfrm>
            <a:custGeom>
              <a:rect b="b" l="l" r="r" t="t"/>
              <a:pathLst>
                <a:path extrusionOk="0" h="487" w="487">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6" name="Google Shape;16196;p92"/>
            <p:cNvSpPr/>
            <p:nvPr/>
          </p:nvSpPr>
          <p:spPr>
            <a:xfrm>
              <a:off x="7211203" y="3759355"/>
              <a:ext cx="12768" cy="12795"/>
            </a:xfrm>
            <a:custGeom>
              <a:rect b="b" l="l" r="r" t="t"/>
              <a:pathLst>
                <a:path extrusionOk="0" h="487" w="486">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7" name="Google Shape;16197;p92"/>
            <p:cNvSpPr/>
            <p:nvPr/>
          </p:nvSpPr>
          <p:spPr>
            <a:xfrm>
              <a:off x="6890652" y="3887486"/>
              <a:ext cx="12795" cy="12768"/>
            </a:xfrm>
            <a:custGeom>
              <a:rect b="b" l="l" r="r" t="t"/>
              <a:pathLst>
                <a:path extrusionOk="0" h="486" w="487">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8" name="Google Shape;16198;p92"/>
            <p:cNvSpPr/>
            <p:nvPr/>
          </p:nvSpPr>
          <p:spPr>
            <a:xfrm>
              <a:off x="7211203" y="3887486"/>
              <a:ext cx="12768" cy="12768"/>
            </a:xfrm>
            <a:custGeom>
              <a:rect b="b" l="l" r="r" t="t"/>
              <a:pathLst>
                <a:path extrusionOk="0" h="486" w="486">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9" name="Google Shape;16199;p92"/>
            <p:cNvSpPr/>
            <p:nvPr/>
          </p:nvSpPr>
          <p:spPr>
            <a:xfrm>
              <a:off x="6871342" y="3932306"/>
              <a:ext cx="371966" cy="12952"/>
            </a:xfrm>
            <a:custGeom>
              <a:rect b="b" l="l" r="r" t="t"/>
              <a:pathLst>
                <a:path extrusionOk="0" h="493" w="14158">
                  <a:moveTo>
                    <a:pt x="0" y="0"/>
                  </a:moveTo>
                  <a:lnTo>
                    <a:pt x="0" y="493"/>
                  </a:lnTo>
                  <a:lnTo>
                    <a:pt x="14157" y="493"/>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0" name="Google Shape;16200;p92"/>
            <p:cNvSpPr/>
            <p:nvPr/>
          </p:nvSpPr>
          <p:spPr>
            <a:xfrm>
              <a:off x="6871342" y="3958001"/>
              <a:ext cx="371966" cy="12768"/>
            </a:xfrm>
            <a:custGeom>
              <a:rect b="b" l="l" r="r" t="t"/>
              <a:pathLst>
                <a:path extrusionOk="0" h="486" w="14158">
                  <a:moveTo>
                    <a:pt x="0" y="0"/>
                  </a:moveTo>
                  <a:lnTo>
                    <a:pt x="0" y="486"/>
                  </a:lnTo>
                  <a:lnTo>
                    <a:pt x="14157" y="486"/>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1" name="Google Shape;16201;p92"/>
            <p:cNvSpPr/>
            <p:nvPr/>
          </p:nvSpPr>
          <p:spPr>
            <a:xfrm>
              <a:off x="6871342" y="3983695"/>
              <a:ext cx="371966" cy="12768"/>
            </a:xfrm>
            <a:custGeom>
              <a:rect b="b" l="l" r="r" t="t"/>
              <a:pathLst>
                <a:path extrusionOk="0" h="486" w="14158">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02" name="Google Shape;16202;p92"/>
          <p:cNvGrpSpPr/>
          <p:nvPr/>
        </p:nvGrpSpPr>
        <p:grpSpPr>
          <a:xfrm>
            <a:off x="7389187" y="3681535"/>
            <a:ext cx="402757" cy="372728"/>
            <a:chOff x="7402362" y="3681535"/>
            <a:chExt cx="402757" cy="372728"/>
          </a:xfrm>
        </p:grpSpPr>
        <p:sp>
          <p:nvSpPr>
            <p:cNvPr id="16203" name="Google Shape;16203;p92"/>
            <p:cNvSpPr/>
            <p:nvPr/>
          </p:nvSpPr>
          <p:spPr>
            <a:xfrm>
              <a:off x="7471248" y="3681535"/>
              <a:ext cx="333871" cy="303763"/>
            </a:xfrm>
            <a:custGeom>
              <a:rect b="b" l="l" r="r" t="t"/>
              <a:pathLst>
                <a:path extrusionOk="0" h="11562" w="12708">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4" name="Google Shape;16204;p92"/>
            <p:cNvSpPr/>
            <p:nvPr/>
          </p:nvSpPr>
          <p:spPr>
            <a:xfrm>
              <a:off x="7540502" y="3735683"/>
              <a:ext cx="236741" cy="236558"/>
            </a:xfrm>
            <a:custGeom>
              <a:rect b="b" l="l" r="r" t="t"/>
              <a:pathLst>
                <a:path extrusionOk="0" h="9004" w="9011">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5" name="Google Shape;16205;p92"/>
            <p:cNvSpPr/>
            <p:nvPr/>
          </p:nvSpPr>
          <p:spPr>
            <a:xfrm>
              <a:off x="7472693" y="3728274"/>
              <a:ext cx="283585" cy="256998"/>
            </a:xfrm>
            <a:custGeom>
              <a:rect b="b" l="l" r="r" t="t"/>
              <a:pathLst>
                <a:path extrusionOk="0" h="9782" w="10794">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6" name="Google Shape;16206;p92"/>
            <p:cNvSpPr/>
            <p:nvPr/>
          </p:nvSpPr>
          <p:spPr>
            <a:xfrm>
              <a:off x="7508791" y="3711985"/>
              <a:ext cx="251691" cy="243572"/>
            </a:xfrm>
            <a:custGeom>
              <a:rect b="b" l="l" r="r" t="t"/>
              <a:pathLst>
                <a:path extrusionOk="0" h="9271" w="958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7" name="Google Shape;16207;p92"/>
            <p:cNvSpPr/>
            <p:nvPr/>
          </p:nvSpPr>
          <p:spPr>
            <a:xfrm>
              <a:off x="7496575" y="3728248"/>
              <a:ext cx="251323" cy="227310"/>
            </a:xfrm>
            <a:custGeom>
              <a:rect b="b" l="l" r="r" t="t"/>
              <a:pathLst>
                <a:path extrusionOk="0" h="8652" w="9566">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8" name="Google Shape;16208;p92"/>
            <p:cNvSpPr/>
            <p:nvPr/>
          </p:nvSpPr>
          <p:spPr>
            <a:xfrm>
              <a:off x="7511524" y="3731296"/>
              <a:ext cx="221976" cy="232564"/>
            </a:xfrm>
            <a:custGeom>
              <a:rect b="b" l="l" r="r" t="t"/>
              <a:pathLst>
                <a:path extrusionOk="0" h="8852" w="8449">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9" name="Google Shape;16209;p92"/>
            <p:cNvSpPr/>
            <p:nvPr/>
          </p:nvSpPr>
          <p:spPr>
            <a:xfrm>
              <a:off x="7519721" y="3712169"/>
              <a:ext cx="144157" cy="136696"/>
            </a:xfrm>
            <a:custGeom>
              <a:rect b="b" l="l" r="r" t="t"/>
              <a:pathLst>
                <a:path extrusionOk="0" h="5203" w="5487">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0" name="Google Shape;16210;p92"/>
            <p:cNvSpPr/>
            <p:nvPr/>
          </p:nvSpPr>
          <p:spPr>
            <a:xfrm>
              <a:off x="7502039" y="3706442"/>
              <a:ext cx="276466" cy="254686"/>
            </a:xfrm>
            <a:custGeom>
              <a:rect b="b" l="l" r="r" t="t"/>
              <a:pathLst>
                <a:path extrusionOk="0" h="9694" w="10523">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1" name="Google Shape;16211;p92"/>
            <p:cNvSpPr/>
            <p:nvPr/>
          </p:nvSpPr>
          <p:spPr>
            <a:xfrm>
              <a:off x="7402362" y="3750580"/>
              <a:ext cx="333871" cy="303684"/>
            </a:xfrm>
            <a:custGeom>
              <a:rect b="b" l="l" r="r" t="t"/>
              <a:pathLst>
                <a:path extrusionOk="0" h="11559" w="12708">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2" name="Google Shape;16212;p92"/>
            <p:cNvSpPr/>
            <p:nvPr/>
          </p:nvSpPr>
          <p:spPr>
            <a:xfrm>
              <a:off x="7471432" y="3804570"/>
              <a:ext cx="236741" cy="236741"/>
            </a:xfrm>
            <a:custGeom>
              <a:rect b="b" l="l" r="r" t="t"/>
              <a:pathLst>
                <a:path extrusionOk="0" h="9011" w="9011">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3" name="Google Shape;16213;p92"/>
            <p:cNvSpPr/>
            <p:nvPr/>
          </p:nvSpPr>
          <p:spPr>
            <a:xfrm>
              <a:off x="7435334" y="3781029"/>
              <a:ext cx="256078" cy="243520"/>
            </a:xfrm>
            <a:custGeom>
              <a:rect b="b" l="l" r="r" t="t"/>
              <a:pathLst>
                <a:path extrusionOk="0" h="9269" w="9747">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4" name="Google Shape;16214;p92"/>
            <p:cNvSpPr/>
            <p:nvPr/>
          </p:nvSpPr>
          <p:spPr>
            <a:xfrm>
              <a:off x="7435701" y="3780924"/>
              <a:ext cx="211231" cy="198962"/>
            </a:xfrm>
            <a:custGeom>
              <a:rect b="b" l="l" r="r" t="t"/>
              <a:pathLst>
                <a:path extrusionOk="0" h="7573" w="804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5" name="Google Shape;16215;p92"/>
            <p:cNvSpPr/>
            <p:nvPr/>
          </p:nvSpPr>
          <p:spPr>
            <a:xfrm>
              <a:off x="7452122" y="3785417"/>
              <a:ext cx="174949" cy="174791"/>
            </a:xfrm>
            <a:custGeom>
              <a:rect b="b" l="l" r="r" t="t"/>
              <a:pathLst>
                <a:path extrusionOk="0" h="6653" w="6659">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6" name="Google Shape;16216;p92"/>
            <p:cNvSpPr/>
            <p:nvPr/>
          </p:nvSpPr>
          <p:spPr>
            <a:xfrm>
              <a:off x="7432969" y="3775407"/>
              <a:ext cx="276466" cy="254791"/>
            </a:xfrm>
            <a:custGeom>
              <a:rect b="b" l="l" r="r" t="t"/>
              <a:pathLst>
                <a:path extrusionOk="0" h="9698" w="10523">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7" name="Google Shape;16217;p92"/>
            <p:cNvSpPr/>
            <p:nvPr/>
          </p:nvSpPr>
          <p:spPr>
            <a:xfrm>
              <a:off x="7528286" y="3838093"/>
              <a:ext cx="82758" cy="129418"/>
            </a:xfrm>
            <a:custGeom>
              <a:rect b="b" l="l" r="r" t="t"/>
              <a:pathLst>
                <a:path extrusionOk="0" h="4926" w="315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8" name="Google Shape;16218;p92"/>
            <p:cNvSpPr/>
            <p:nvPr/>
          </p:nvSpPr>
          <p:spPr>
            <a:xfrm>
              <a:off x="7563622" y="3825798"/>
              <a:ext cx="12164" cy="153353"/>
            </a:xfrm>
            <a:custGeom>
              <a:rect b="b" l="l" r="r" t="t"/>
              <a:pathLst>
                <a:path extrusionOk="0" h="5837" w="463">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19" name="Google Shape;16219;p92"/>
          <p:cNvGrpSpPr/>
          <p:nvPr/>
        </p:nvGrpSpPr>
        <p:grpSpPr>
          <a:xfrm>
            <a:off x="7947530" y="3736235"/>
            <a:ext cx="378902" cy="264065"/>
            <a:chOff x="7960705" y="3736235"/>
            <a:chExt cx="378902" cy="264065"/>
          </a:xfrm>
        </p:grpSpPr>
        <p:sp>
          <p:nvSpPr>
            <p:cNvPr id="16220" name="Google Shape;16220;p92"/>
            <p:cNvSpPr/>
            <p:nvPr/>
          </p:nvSpPr>
          <p:spPr>
            <a:xfrm>
              <a:off x="7960705" y="3736235"/>
              <a:ext cx="378902" cy="235638"/>
            </a:xfrm>
            <a:custGeom>
              <a:rect b="b" l="l" r="r" t="t"/>
              <a:pathLst>
                <a:path extrusionOk="0" h="8969" w="14422">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1" name="Google Shape;16221;p92"/>
            <p:cNvSpPr/>
            <p:nvPr/>
          </p:nvSpPr>
          <p:spPr>
            <a:xfrm>
              <a:off x="8295653" y="3797450"/>
              <a:ext cx="43034" cy="174423"/>
            </a:xfrm>
            <a:custGeom>
              <a:rect b="b" l="l" r="r" t="t"/>
              <a:pathLst>
                <a:path extrusionOk="0" h="6639" w="1638">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2" name="Google Shape;16222;p92"/>
            <p:cNvSpPr/>
            <p:nvPr/>
          </p:nvSpPr>
          <p:spPr>
            <a:xfrm>
              <a:off x="8109407" y="3875821"/>
              <a:ext cx="76033" cy="64972"/>
            </a:xfrm>
            <a:custGeom>
              <a:rect b="b" l="l" r="r" t="t"/>
              <a:pathLst>
                <a:path extrusionOk="0" h="2473" w="2894">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3" name="Google Shape;16223;p92"/>
            <p:cNvSpPr/>
            <p:nvPr/>
          </p:nvSpPr>
          <p:spPr>
            <a:xfrm>
              <a:off x="7961624" y="3897495"/>
              <a:ext cx="50496" cy="43245"/>
            </a:xfrm>
            <a:custGeom>
              <a:rect b="b" l="l" r="r" t="t"/>
              <a:pathLst>
                <a:path extrusionOk="0" h="1646" w="1922">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4" name="Google Shape;16224;p92"/>
            <p:cNvSpPr/>
            <p:nvPr/>
          </p:nvSpPr>
          <p:spPr>
            <a:xfrm>
              <a:off x="8037447" y="3897495"/>
              <a:ext cx="50496" cy="43245"/>
            </a:xfrm>
            <a:custGeom>
              <a:rect b="b" l="l" r="r" t="t"/>
              <a:pathLst>
                <a:path extrusionOk="0" h="1646" w="1922">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5" name="Google Shape;16225;p92"/>
            <p:cNvSpPr/>
            <p:nvPr/>
          </p:nvSpPr>
          <p:spPr>
            <a:xfrm>
              <a:off x="8286352" y="3897495"/>
              <a:ext cx="50522" cy="43245"/>
            </a:xfrm>
            <a:custGeom>
              <a:rect b="b" l="l" r="r" t="t"/>
              <a:pathLst>
                <a:path extrusionOk="0" h="1646" w="1923">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6" name="Google Shape;16226;p92"/>
            <p:cNvSpPr/>
            <p:nvPr/>
          </p:nvSpPr>
          <p:spPr>
            <a:xfrm>
              <a:off x="8210556" y="3897495"/>
              <a:ext cx="50496" cy="43245"/>
            </a:xfrm>
            <a:custGeom>
              <a:rect b="b" l="l" r="r" t="t"/>
              <a:pathLst>
                <a:path extrusionOk="0" h="1646" w="1922">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7" name="Google Shape;16227;p92"/>
            <p:cNvSpPr/>
            <p:nvPr/>
          </p:nvSpPr>
          <p:spPr>
            <a:xfrm>
              <a:off x="8143666" y="3875821"/>
              <a:ext cx="44138" cy="64919"/>
            </a:xfrm>
            <a:custGeom>
              <a:rect b="b" l="l" r="r" t="t"/>
              <a:pathLst>
                <a:path extrusionOk="0" h="2471" w="168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8" name="Google Shape;16228;p92"/>
            <p:cNvSpPr/>
            <p:nvPr/>
          </p:nvSpPr>
          <p:spPr>
            <a:xfrm>
              <a:off x="7981302" y="3897495"/>
              <a:ext cx="33392" cy="43192"/>
            </a:xfrm>
            <a:custGeom>
              <a:rect b="b" l="l" r="r" t="t"/>
              <a:pathLst>
                <a:path extrusionOk="0" h="1644" w="1271">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9" name="Google Shape;16229;p92"/>
            <p:cNvSpPr/>
            <p:nvPr/>
          </p:nvSpPr>
          <p:spPr>
            <a:xfrm>
              <a:off x="8057125"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0" name="Google Shape;16230;p92"/>
            <p:cNvSpPr/>
            <p:nvPr/>
          </p:nvSpPr>
          <p:spPr>
            <a:xfrm>
              <a:off x="8306057"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1" name="Google Shape;16231;p92"/>
            <p:cNvSpPr/>
            <p:nvPr/>
          </p:nvSpPr>
          <p:spPr>
            <a:xfrm>
              <a:off x="8230234" y="3897495"/>
              <a:ext cx="33366" cy="43192"/>
            </a:xfrm>
            <a:custGeom>
              <a:rect b="b" l="l" r="r" t="t"/>
              <a:pathLst>
                <a:path extrusionOk="0" h="1644" w="127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2" name="Google Shape;16232;p92"/>
            <p:cNvSpPr/>
            <p:nvPr/>
          </p:nvSpPr>
          <p:spPr>
            <a:xfrm>
              <a:off x="7970373" y="3960733"/>
              <a:ext cx="365030" cy="39566"/>
            </a:xfrm>
            <a:custGeom>
              <a:rect b="b" l="l" r="r" t="t"/>
              <a:pathLst>
                <a:path extrusionOk="0" h="1506" w="13894">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3" name="Google Shape;16233;p92"/>
            <p:cNvSpPr/>
            <p:nvPr/>
          </p:nvSpPr>
          <p:spPr>
            <a:xfrm>
              <a:off x="8291108" y="3960733"/>
              <a:ext cx="44295" cy="39566"/>
            </a:xfrm>
            <a:custGeom>
              <a:rect b="b" l="l" r="r" t="t"/>
              <a:pathLst>
                <a:path extrusionOk="0" h="1506" w="1686">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34" name="Google Shape;16234;p92"/>
          <p:cNvGrpSpPr/>
          <p:nvPr/>
        </p:nvGrpSpPr>
        <p:grpSpPr>
          <a:xfrm>
            <a:off x="6654327" y="4162270"/>
            <a:ext cx="166200" cy="388019"/>
            <a:chOff x="6400828" y="4162270"/>
            <a:chExt cx="166200" cy="388019"/>
          </a:xfrm>
        </p:grpSpPr>
        <p:sp>
          <p:nvSpPr>
            <p:cNvPr id="16235" name="Google Shape;16235;p92"/>
            <p:cNvSpPr/>
            <p:nvPr/>
          </p:nvSpPr>
          <p:spPr>
            <a:xfrm>
              <a:off x="6433432" y="4162270"/>
              <a:ext cx="88407" cy="75717"/>
            </a:xfrm>
            <a:custGeom>
              <a:rect b="b" l="l" r="r" t="t"/>
              <a:pathLst>
                <a:path extrusionOk="0" h="2882" w="3365">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6" name="Google Shape;16236;p92"/>
            <p:cNvSpPr/>
            <p:nvPr/>
          </p:nvSpPr>
          <p:spPr>
            <a:xfrm>
              <a:off x="6475888" y="4162270"/>
              <a:ext cx="48157" cy="75612"/>
            </a:xfrm>
            <a:custGeom>
              <a:rect b="b" l="l" r="r" t="t"/>
              <a:pathLst>
                <a:path extrusionOk="0" h="2878" w="1833">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7" name="Google Shape;16237;p92"/>
            <p:cNvSpPr/>
            <p:nvPr/>
          </p:nvSpPr>
          <p:spPr>
            <a:xfrm>
              <a:off x="6400828" y="4244292"/>
              <a:ext cx="166042" cy="305996"/>
            </a:xfrm>
            <a:custGeom>
              <a:rect b="b" l="l" r="r" t="t"/>
              <a:pathLst>
                <a:path extrusionOk="0" h="11647" w="632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8" name="Google Shape;16238;p92"/>
            <p:cNvSpPr/>
            <p:nvPr/>
          </p:nvSpPr>
          <p:spPr>
            <a:xfrm>
              <a:off x="6452400" y="4421947"/>
              <a:ext cx="31553" cy="127973"/>
            </a:xfrm>
            <a:custGeom>
              <a:rect b="b" l="l" r="r" t="t"/>
              <a:pathLst>
                <a:path extrusionOk="0" h="4871" w="1201">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9" name="Google Shape;16239;p92"/>
            <p:cNvSpPr/>
            <p:nvPr/>
          </p:nvSpPr>
          <p:spPr>
            <a:xfrm>
              <a:off x="6501583" y="4288745"/>
              <a:ext cx="29005" cy="261359"/>
            </a:xfrm>
            <a:custGeom>
              <a:rect b="b" l="l" r="r" t="t"/>
              <a:pathLst>
                <a:path extrusionOk="0" h="9948" w="1104">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0" name="Google Shape;16240;p92"/>
            <p:cNvSpPr/>
            <p:nvPr/>
          </p:nvSpPr>
          <p:spPr>
            <a:xfrm>
              <a:off x="6408105" y="4288745"/>
              <a:ext cx="29189" cy="109924"/>
            </a:xfrm>
            <a:custGeom>
              <a:rect b="b" l="l" r="r" t="t"/>
              <a:pathLst>
                <a:path extrusionOk="0" h="4184" w="1111">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1" name="Google Shape;16241;p92"/>
            <p:cNvSpPr/>
            <p:nvPr/>
          </p:nvSpPr>
          <p:spPr>
            <a:xfrm>
              <a:off x="6508519" y="4244292"/>
              <a:ext cx="58509" cy="154298"/>
            </a:xfrm>
            <a:custGeom>
              <a:rect b="b" l="l" r="r" t="t"/>
              <a:pathLst>
                <a:path extrusionOk="0" h="5873" w="2227">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42" name="Google Shape;16242;p92"/>
          <p:cNvGrpSpPr/>
          <p:nvPr/>
        </p:nvGrpSpPr>
        <p:grpSpPr>
          <a:xfrm>
            <a:off x="7173314" y="4162270"/>
            <a:ext cx="225260" cy="388019"/>
            <a:chOff x="6919815" y="4162270"/>
            <a:chExt cx="225260" cy="388019"/>
          </a:xfrm>
        </p:grpSpPr>
        <p:sp>
          <p:nvSpPr>
            <p:cNvPr id="16243" name="Google Shape;16243;p92"/>
            <p:cNvSpPr/>
            <p:nvPr/>
          </p:nvSpPr>
          <p:spPr>
            <a:xfrm>
              <a:off x="6919815" y="4244634"/>
              <a:ext cx="224157" cy="305654"/>
            </a:xfrm>
            <a:custGeom>
              <a:rect b="b" l="l" r="r" t="t"/>
              <a:pathLst>
                <a:path extrusionOk="0" h="11634" w="8532">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4" name="Google Shape;16244;p92"/>
            <p:cNvSpPr/>
            <p:nvPr/>
          </p:nvSpPr>
          <p:spPr>
            <a:xfrm>
              <a:off x="6981581" y="4162270"/>
              <a:ext cx="88407" cy="75717"/>
            </a:xfrm>
            <a:custGeom>
              <a:rect b="b" l="l" r="r" t="t"/>
              <a:pathLst>
                <a:path extrusionOk="0" h="2882" w="3365">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5" name="Google Shape;16245;p92"/>
            <p:cNvSpPr/>
            <p:nvPr/>
          </p:nvSpPr>
          <p:spPr>
            <a:xfrm>
              <a:off x="7024038" y="4162270"/>
              <a:ext cx="48157" cy="75612"/>
            </a:xfrm>
            <a:custGeom>
              <a:rect b="b" l="l" r="r" t="t"/>
              <a:pathLst>
                <a:path extrusionOk="0" h="2878" w="1833">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6" name="Google Shape;16246;p92"/>
            <p:cNvSpPr/>
            <p:nvPr/>
          </p:nvSpPr>
          <p:spPr>
            <a:xfrm>
              <a:off x="6928563" y="4289113"/>
              <a:ext cx="54515" cy="109556"/>
            </a:xfrm>
            <a:custGeom>
              <a:rect b="b" l="l" r="r" t="t"/>
              <a:pathLst>
                <a:path extrusionOk="0" h="4170" w="2075">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7" name="Google Shape;16247;p92"/>
            <p:cNvSpPr/>
            <p:nvPr/>
          </p:nvSpPr>
          <p:spPr>
            <a:xfrm>
              <a:off x="7056484" y="4244634"/>
              <a:ext cx="88591" cy="154167"/>
            </a:xfrm>
            <a:custGeom>
              <a:rect b="b" l="l" r="r" t="t"/>
              <a:pathLst>
                <a:path extrusionOk="0" h="5868" w="3372">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8" name="Google Shape;16248;p92"/>
            <p:cNvSpPr/>
            <p:nvPr/>
          </p:nvSpPr>
          <p:spPr>
            <a:xfrm>
              <a:off x="7000550" y="4429251"/>
              <a:ext cx="21333" cy="121037"/>
            </a:xfrm>
            <a:custGeom>
              <a:rect b="b" l="l" r="r" t="t"/>
              <a:pathLst>
                <a:path extrusionOk="0" h="4607" w="812">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9" name="Google Shape;16249;p92"/>
            <p:cNvSpPr/>
            <p:nvPr/>
          </p:nvSpPr>
          <p:spPr>
            <a:xfrm>
              <a:off x="7049574" y="4429251"/>
              <a:ext cx="21517" cy="120932"/>
            </a:xfrm>
            <a:custGeom>
              <a:rect b="b" l="l" r="r" t="t"/>
              <a:pathLst>
                <a:path extrusionOk="0" h="4603" w="819">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0" name="Google Shape;16250;p92"/>
            <p:cNvSpPr/>
            <p:nvPr/>
          </p:nvSpPr>
          <p:spPr>
            <a:xfrm>
              <a:off x="7058139" y="4289113"/>
              <a:ext cx="48315" cy="140164"/>
            </a:xfrm>
            <a:custGeom>
              <a:rect b="b" l="l" r="r" t="t"/>
              <a:pathLst>
                <a:path extrusionOk="0" h="5335" w="1839">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51" name="Google Shape;16251;p92"/>
          <p:cNvGrpSpPr/>
          <p:nvPr/>
        </p:nvGrpSpPr>
        <p:grpSpPr>
          <a:xfrm>
            <a:off x="7639099" y="4177035"/>
            <a:ext cx="388728" cy="358383"/>
            <a:chOff x="7385600" y="4177035"/>
            <a:chExt cx="388728" cy="358383"/>
          </a:xfrm>
        </p:grpSpPr>
        <p:sp>
          <p:nvSpPr>
            <p:cNvPr id="16252" name="Google Shape;16252;p92"/>
            <p:cNvSpPr/>
            <p:nvPr/>
          </p:nvSpPr>
          <p:spPr>
            <a:xfrm>
              <a:off x="7385600" y="4314808"/>
              <a:ext cx="230541" cy="220610"/>
            </a:xfrm>
            <a:custGeom>
              <a:rect b="b" l="l" r="r" t="t"/>
              <a:pathLst>
                <a:path extrusionOk="0" h="8397" w="8775">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3" name="Google Shape;16253;p92"/>
            <p:cNvSpPr/>
            <p:nvPr/>
          </p:nvSpPr>
          <p:spPr>
            <a:xfrm>
              <a:off x="7541212" y="4315176"/>
              <a:ext cx="74561" cy="179704"/>
            </a:xfrm>
            <a:custGeom>
              <a:rect b="b" l="l" r="r" t="t"/>
              <a:pathLst>
                <a:path extrusionOk="0" h="6840" w="2838">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4" name="Google Shape;16254;p92"/>
            <p:cNvSpPr/>
            <p:nvPr/>
          </p:nvSpPr>
          <p:spPr>
            <a:xfrm>
              <a:off x="7435334" y="4177035"/>
              <a:ext cx="338994" cy="281011"/>
            </a:xfrm>
            <a:custGeom>
              <a:rect b="b" l="l" r="r" t="t"/>
              <a:pathLst>
                <a:path extrusionOk="0" h="10696" w="12903">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5" name="Google Shape;16255;p92"/>
            <p:cNvSpPr/>
            <p:nvPr/>
          </p:nvSpPr>
          <p:spPr>
            <a:xfrm>
              <a:off x="7700843" y="4177035"/>
              <a:ext cx="73484" cy="215618"/>
            </a:xfrm>
            <a:custGeom>
              <a:rect b="b" l="l" r="r" t="t"/>
              <a:pathLst>
                <a:path extrusionOk="0" h="8207" w="2797">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6" name="Google Shape;16256;p92"/>
            <p:cNvSpPr/>
            <p:nvPr/>
          </p:nvSpPr>
          <p:spPr>
            <a:xfrm>
              <a:off x="7516069" y="4261764"/>
              <a:ext cx="28085" cy="28112"/>
            </a:xfrm>
            <a:custGeom>
              <a:rect b="b" l="l" r="r" t="t"/>
              <a:pathLst>
                <a:path extrusionOk="0" h="1070" w="1069">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7" name="Google Shape;16257;p92"/>
            <p:cNvSpPr/>
            <p:nvPr/>
          </p:nvSpPr>
          <p:spPr>
            <a:xfrm>
              <a:off x="7586059" y="4261764"/>
              <a:ext cx="28085" cy="28112"/>
            </a:xfrm>
            <a:custGeom>
              <a:rect b="b" l="l" r="r" t="t"/>
              <a:pathLst>
                <a:path extrusionOk="0" h="1070" w="1069">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8" name="Google Shape;16258;p92"/>
            <p:cNvSpPr/>
            <p:nvPr/>
          </p:nvSpPr>
          <p:spPr>
            <a:xfrm>
              <a:off x="7655839" y="4261764"/>
              <a:ext cx="28269" cy="28112"/>
            </a:xfrm>
            <a:custGeom>
              <a:rect b="b" l="l" r="r" t="t"/>
              <a:pathLst>
                <a:path extrusionOk="0" h="1070" w="1076">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59" name="Google Shape;16259;p92"/>
          <p:cNvGrpSpPr/>
          <p:nvPr/>
        </p:nvGrpSpPr>
        <p:grpSpPr>
          <a:xfrm>
            <a:off x="3611911" y="3259862"/>
            <a:ext cx="369207" cy="258259"/>
            <a:chOff x="3625085" y="3259862"/>
            <a:chExt cx="369207" cy="258259"/>
          </a:xfrm>
        </p:grpSpPr>
        <p:sp>
          <p:nvSpPr>
            <p:cNvPr id="16260" name="Google Shape;16260;p92"/>
            <p:cNvSpPr/>
            <p:nvPr/>
          </p:nvSpPr>
          <p:spPr>
            <a:xfrm>
              <a:off x="3779069" y="3268978"/>
              <a:ext cx="109372" cy="40670"/>
            </a:xfrm>
            <a:custGeom>
              <a:rect b="b" l="l" r="r" t="t"/>
              <a:pathLst>
                <a:path extrusionOk="0" h="1548" w="4163">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1" name="Google Shape;16261;p92"/>
            <p:cNvSpPr/>
            <p:nvPr/>
          </p:nvSpPr>
          <p:spPr>
            <a:xfrm>
              <a:off x="3913374" y="3283192"/>
              <a:ext cx="57432" cy="31369"/>
            </a:xfrm>
            <a:custGeom>
              <a:rect b="b" l="l" r="r" t="t"/>
              <a:pathLst>
                <a:path extrusionOk="0" h="1194" w="2186">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2" name="Google Shape;16262;p92"/>
            <p:cNvSpPr/>
            <p:nvPr/>
          </p:nvSpPr>
          <p:spPr>
            <a:xfrm>
              <a:off x="3625085" y="3309070"/>
              <a:ext cx="369207" cy="209050"/>
            </a:xfrm>
            <a:custGeom>
              <a:rect b="b" l="l" r="r" t="t"/>
              <a:pathLst>
                <a:path extrusionOk="0" h="7957" w="14053">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3" name="Google Shape;16263;p92"/>
            <p:cNvSpPr/>
            <p:nvPr/>
          </p:nvSpPr>
          <p:spPr>
            <a:xfrm>
              <a:off x="3941616" y="3344065"/>
              <a:ext cx="52676" cy="145996"/>
            </a:xfrm>
            <a:custGeom>
              <a:rect b="b" l="l" r="r" t="t"/>
              <a:pathLst>
                <a:path extrusionOk="0" h="5557" w="2005">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4" name="Google Shape;16264;p92"/>
            <p:cNvSpPr/>
            <p:nvPr/>
          </p:nvSpPr>
          <p:spPr>
            <a:xfrm>
              <a:off x="3739161" y="3324203"/>
              <a:ext cx="187349" cy="179783"/>
            </a:xfrm>
            <a:custGeom>
              <a:rect b="b" l="l" r="r" t="t"/>
              <a:pathLst>
                <a:path extrusionOk="0" h="6843" w="7131">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5" name="Google Shape;16265;p92"/>
            <p:cNvSpPr/>
            <p:nvPr/>
          </p:nvSpPr>
          <p:spPr>
            <a:xfrm>
              <a:off x="3755739" y="3339494"/>
              <a:ext cx="155297" cy="149096"/>
            </a:xfrm>
            <a:custGeom>
              <a:rect b="b" l="l" r="r" t="t"/>
              <a:pathLst>
                <a:path extrusionOk="0" h="5675" w="5911">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6" name="Google Shape;16266;p92"/>
            <p:cNvSpPr/>
            <p:nvPr/>
          </p:nvSpPr>
          <p:spPr>
            <a:xfrm>
              <a:off x="3775049" y="3359172"/>
              <a:ext cx="122298" cy="108479"/>
            </a:xfrm>
            <a:custGeom>
              <a:rect b="b" l="l" r="r" t="t"/>
              <a:pathLst>
                <a:path extrusionOk="0" h="4129" w="4655">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7" name="Google Shape;16267;p92"/>
            <p:cNvSpPr/>
            <p:nvPr/>
          </p:nvSpPr>
          <p:spPr>
            <a:xfrm>
              <a:off x="3798563" y="3359093"/>
              <a:ext cx="98075" cy="90982"/>
            </a:xfrm>
            <a:custGeom>
              <a:rect b="b" l="l" r="r" t="t"/>
              <a:pathLst>
                <a:path extrusionOk="0" h="3463" w="3733">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8" name="Google Shape;16268;p92"/>
            <p:cNvSpPr/>
            <p:nvPr/>
          </p:nvSpPr>
          <p:spPr>
            <a:xfrm>
              <a:off x="3828461" y="3387441"/>
              <a:ext cx="34286" cy="34286"/>
            </a:xfrm>
            <a:custGeom>
              <a:rect b="b" l="l" r="r" t="t"/>
              <a:pathLst>
                <a:path extrusionOk="0" h="1305" w="1305">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9" name="Google Shape;16269;p92"/>
            <p:cNvSpPr/>
            <p:nvPr/>
          </p:nvSpPr>
          <p:spPr>
            <a:xfrm>
              <a:off x="3658057" y="3259862"/>
              <a:ext cx="35573" cy="31028"/>
            </a:xfrm>
            <a:custGeom>
              <a:rect b="b" l="l" r="r" t="t"/>
              <a:pathLst>
                <a:path extrusionOk="0" h="1181" w="1354">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0" name="Google Shape;16270;p92"/>
            <p:cNvSpPr/>
            <p:nvPr/>
          </p:nvSpPr>
          <p:spPr>
            <a:xfrm>
              <a:off x="3625085" y="3281931"/>
              <a:ext cx="101517" cy="236190"/>
            </a:xfrm>
            <a:custGeom>
              <a:rect b="b" l="l" r="r" t="t"/>
              <a:pathLst>
                <a:path extrusionOk="0" h="8990" w="3864">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1" name="Google Shape;16271;p92"/>
            <p:cNvSpPr/>
            <p:nvPr/>
          </p:nvSpPr>
          <p:spPr>
            <a:xfrm>
              <a:off x="3625269" y="3281931"/>
              <a:ext cx="79474" cy="209944"/>
            </a:xfrm>
            <a:custGeom>
              <a:rect b="b" l="l" r="r" t="t"/>
              <a:pathLst>
                <a:path extrusionOk="0" h="7991" w="3025">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2" name="Google Shape;16272;p92"/>
            <p:cNvSpPr/>
            <p:nvPr/>
          </p:nvSpPr>
          <p:spPr>
            <a:xfrm>
              <a:off x="3912822" y="3327671"/>
              <a:ext cx="22621" cy="22621"/>
            </a:xfrm>
            <a:custGeom>
              <a:rect b="b" l="l" r="r" t="t"/>
              <a:pathLst>
                <a:path extrusionOk="0" h="861" w="861">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273" name="Google Shape;16273;p92"/>
          <p:cNvGrpSpPr/>
          <p:nvPr/>
        </p:nvGrpSpPr>
        <p:grpSpPr>
          <a:xfrm>
            <a:off x="6304185" y="3276808"/>
            <a:ext cx="363217" cy="248590"/>
            <a:chOff x="6317360" y="3276808"/>
            <a:chExt cx="363217" cy="248590"/>
          </a:xfrm>
        </p:grpSpPr>
        <p:sp>
          <p:nvSpPr>
            <p:cNvPr id="16274" name="Google Shape;16274;p92"/>
            <p:cNvSpPr/>
            <p:nvPr/>
          </p:nvSpPr>
          <p:spPr>
            <a:xfrm>
              <a:off x="6568840" y="3420045"/>
              <a:ext cx="77110" cy="49051"/>
            </a:xfrm>
            <a:custGeom>
              <a:rect b="b" l="l" r="r" t="t"/>
              <a:pathLst>
                <a:path extrusionOk="0" h="1867" w="2935">
                  <a:moveTo>
                    <a:pt x="0" y="1"/>
                  </a:moveTo>
                  <a:lnTo>
                    <a:pt x="0" y="1867"/>
                  </a:lnTo>
                  <a:lnTo>
                    <a:pt x="2934" y="1867"/>
                  </a:lnTo>
                  <a:lnTo>
                    <a:pt x="2934" y="1"/>
                  </a:ln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5" name="Google Shape;16275;p92"/>
            <p:cNvSpPr/>
            <p:nvPr/>
          </p:nvSpPr>
          <p:spPr>
            <a:xfrm>
              <a:off x="6568840" y="3444663"/>
              <a:ext cx="77110" cy="24433"/>
            </a:xfrm>
            <a:custGeom>
              <a:rect b="b" l="l" r="r" t="t"/>
              <a:pathLst>
                <a:path extrusionOk="0" h="930" w="2935">
                  <a:moveTo>
                    <a:pt x="0" y="0"/>
                  </a:moveTo>
                  <a:lnTo>
                    <a:pt x="0" y="930"/>
                  </a:lnTo>
                  <a:lnTo>
                    <a:pt x="2934" y="930"/>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6" name="Google Shape;16276;p92"/>
            <p:cNvSpPr/>
            <p:nvPr/>
          </p:nvSpPr>
          <p:spPr>
            <a:xfrm>
              <a:off x="6626797" y="3387178"/>
              <a:ext cx="53780" cy="114890"/>
            </a:xfrm>
            <a:custGeom>
              <a:rect b="b" l="l" r="r" t="t"/>
              <a:pathLst>
                <a:path extrusionOk="0" h="4373" w="2047">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7" name="Google Shape;16277;p92"/>
            <p:cNvSpPr/>
            <p:nvPr/>
          </p:nvSpPr>
          <p:spPr>
            <a:xfrm>
              <a:off x="6345051" y="3363743"/>
              <a:ext cx="247855" cy="161655"/>
            </a:xfrm>
            <a:custGeom>
              <a:rect b="b" l="l" r="r" t="t"/>
              <a:pathLst>
                <a:path extrusionOk="0" h="6153" w="9434">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8" name="Google Shape;16278;p92"/>
            <p:cNvSpPr/>
            <p:nvPr/>
          </p:nvSpPr>
          <p:spPr>
            <a:xfrm>
              <a:off x="6345051" y="3363743"/>
              <a:ext cx="247671" cy="161655"/>
            </a:xfrm>
            <a:custGeom>
              <a:rect b="b" l="l" r="r" t="t"/>
              <a:pathLst>
                <a:path extrusionOk="0" h="6153" w="9427">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9" name="Google Shape;16279;p92"/>
            <p:cNvSpPr/>
            <p:nvPr/>
          </p:nvSpPr>
          <p:spPr>
            <a:xfrm>
              <a:off x="6317360" y="3276808"/>
              <a:ext cx="147993" cy="147835"/>
            </a:xfrm>
            <a:custGeom>
              <a:rect b="b" l="l" r="r" t="t"/>
              <a:pathLst>
                <a:path extrusionOk="0" h="5627" w="5633">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0" name="Google Shape;16280;p92"/>
            <p:cNvSpPr/>
            <p:nvPr/>
          </p:nvSpPr>
          <p:spPr>
            <a:xfrm>
              <a:off x="6339035" y="3298325"/>
              <a:ext cx="133622" cy="126344"/>
            </a:xfrm>
            <a:custGeom>
              <a:rect b="b" l="l" r="r" t="t"/>
              <a:pathLst>
                <a:path extrusionOk="0" h="4809" w="5086">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1" name="Google Shape;16281;p92"/>
            <p:cNvSpPr/>
            <p:nvPr/>
          </p:nvSpPr>
          <p:spPr>
            <a:xfrm>
              <a:off x="6505051" y="3446659"/>
              <a:ext cx="54148" cy="54148"/>
            </a:xfrm>
            <a:custGeom>
              <a:rect b="b" l="l" r="r" t="t"/>
              <a:pathLst>
                <a:path extrusionOk="0" h="2061" w="2061">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2" name="Google Shape;16282;p92"/>
            <p:cNvSpPr/>
            <p:nvPr/>
          </p:nvSpPr>
          <p:spPr>
            <a:xfrm>
              <a:off x="6358371" y="3325885"/>
              <a:ext cx="57773" cy="49550"/>
            </a:xfrm>
            <a:custGeom>
              <a:rect b="b" l="l" r="r" t="t"/>
              <a:pathLst>
                <a:path extrusionOk="0" h="1886" w="2199">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3" name="Google Shape;16283;p92"/>
            <p:cNvSpPr/>
            <p:nvPr/>
          </p:nvSpPr>
          <p:spPr>
            <a:xfrm>
              <a:off x="6484821" y="3293937"/>
              <a:ext cx="113734" cy="113576"/>
            </a:xfrm>
            <a:custGeom>
              <a:rect b="b" l="l" r="r" t="t"/>
              <a:pathLst>
                <a:path extrusionOk="0" h="4323" w="4329">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4" name="Google Shape;16284;p92"/>
            <p:cNvSpPr/>
            <p:nvPr/>
          </p:nvSpPr>
          <p:spPr>
            <a:xfrm>
              <a:off x="6501583" y="3310541"/>
              <a:ext cx="102463" cy="96919"/>
            </a:xfrm>
            <a:custGeom>
              <a:rect b="b" l="l" r="r" t="t"/>
              <a:pathLst>
                <a:path extrusionOk="0" h="3689" w="390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5" name="Google Shape;16285;p92"/>
            <p:cNvSpPr/>
            <p:nvPr/>
          </p:nvSpPr>
          <p:spPr>
            <a:xfrm>
              <a:off x="6521445" y="3335448"/>
              <a:ext cx="35389" cy="30502"/>
            </a:xfrm>
            <a:custGeom>
              <a:rect b="b" l="l" r="r" t="t"/>
              <a:pathLst>
                <a:path extrusionOk="0" h="1161" w="1347">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6" name="Google Shape;16286;p92"/>
            <p:cNvSpPr/>
            <p:nvPr/>
          </p:nvSpPr>
          <p:spPr>
            <a:xfrm>
              <a:off x="6413071" y="3305234"/>
              <a:ext cx="25800" cy="21806"/>
            </a:xfrm>
            <a:custGeom>
              <a:rect b="b" l="l" r="r" t="t"/>
              <a:pathLst>
                <a:path extrusionOk="0" h="830" w="982">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7" name="Google Shape;16287;p92"/>
            <p:cNvSpPr/>
            <p:nvPr/>
          </p:nvSpPr>
          <p:spPr>
            <a:xfrm>
              <a:off x="6343869" y="3373779"/>
              <a:ext cx="26956" cy="22358"/>
            </a:xfrm>
            <a:custGeom>
              <a:rect b="b" l="l" r="r" t="t"/>
              <a:pathLst>
                <a:path extrusionOk="0" h="851" w="1026">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8" name="Google Shape;16288;p92"/>
            <p:cNvSpPr/>
            <p:nvPr/>
          </p:nvSpPr>
          <p:spPr>
            <a:xfrm>
              <a:off x="6412072" y="3373779"/>
              <a:ext cx="27823" cy="22962"/>
            </a:xfrm>
            <a:custGeom>
              <a:rect b="b" l="l" r="r" t="t"/>
              <a:pathLst>
                <a:path extrusionOk="0" h="874" w="1059">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9" name="Google Shape;16289;p92"/>
            <p:cNvSpPr/>
            <p:nvPr/>
          </p:nvSpPr>
          <p:spPr>
            <a:xfrm>
              <a:off x="6342870" y="3304656"/>
              <a:ext cx="27980" cy="22988"/>
            </a:xfrm>
            <a:custGeom>
              <a:rect b="b" l="l" r="r" t="t"/>
              <a:pathLst>
                <a:path extrusionOk="0" h="875" w="1065">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0" name="Google Shape;16290;p92"/>
            <p:cNvSpPr/>
            <p:nvPr/>
          </p:nvSpPr>
          <p:spPr>
            <a:xfrm>
              <a:off x="6557727" y="3315402"/>
              <a:ext cx="21754" cy="17392"/>
            </a:xfrm>
            <a:custGeom>
              <a:rect b="b" l="l" r="r" t="t"/>
              <a:pathLst>
                <a:path extrusionOk="0" h="662" w="828">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1" name="Google Shape;16291;p92"/>
            <p:cNvSpPr/>
            <p:nvPr/>
          </p:nvSpPr>
          <p:spPr>
            <a:xfrm>
              <a:off x="6504945" y="3368761"/>
              <a:ext cx="20676" cy="16683"/>
            </a:xfrm>
            <a:custGeom>
              <a:rect b="b" l="l" r="r" t="t"/>
              <a:pathLst>
                <a:path extrusionOk="0" h="635" w="787">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2" name="Google Shape;16292;p92"/>
            <p:cNvSpPr/>
            <p:nvPr/>
          </p:nvSpPr>
          <p:spPr>
            <a:xfrm>
              <a:off x="6557753" y="3368761"/>
              <a:ext cx="20703" cy="16683"/>
            </a:xfrm>
            <a:custGeom>
              <a:rect b="b" l="l" r="r" t="t"/>
              <a:pathLst>
                <a:path extrusionOk="0" h="635" w="788">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3" name="Google Shape;16293;p92"/>
            <p:cNvSpPr/>
            <p:nvPr/>
          </p:nvSpPr>
          <p:spPr>
            <a:xfrm>
              <a:off x="6504945" y="3316006"/>
              <a:ext cx="20808" cy="16604"/>
            </a:xfrm>
            <a:custGeom>
              <a:rect b="b" l="l" r="r" t="t"/>
              <a:pathLst>
                <a:path extrusionOk="0" h="632" w="792">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4" name="Google Shape;16294;p92"/>
            <p:cNvSpPr/>
            <p:nvPr/>
          </p:nvSpPr>
          <p:spPr>
            <a:xfrm>
              <a:off x="6367094" y="3441168"/>
              <a:ext cx="105931" cy="11008"/>
            </a:xfrm>
            <a:custGeom>
              <a:rect b="b" l="l" r="r" t="t"/>
              <a:pathLst>
                <a:path extrusionOk="0" h="419" w="4032">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5" name="Google Shape;16295;p92"/>
            <p:cNvSpPr/>
            <p:nvPr/>
          </p:nvSpPr>
          <p:spPr>
            <a:xfrm>
              <a:off x="6368013" y="3495290"/>
              <a:ext cx="105011" cy="11008"/>
            </a:xfrm>
            <a:custGeom>
              <a:rect b="b" l="l" r="r" t="t"/>
              <a:pathLst>
                <a:path extrusionOk="0" h="419" w="3997">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6" name="Google Shape;16296;p92"/>
            <p:cNvSpPr/>
            <p:nvPr/>
          </p:nvSpPr>
          <p:spPr>
            <a:xfrm>
              <a:off x="6367094" y="3468334"/>
              <a:ext cx="105931" cy="10982"/>
            </a:xfrm>
            <a:custGeom>
              <a:rect b="b" l="l" r="r" t="t"/>
              <a:pathLst>
                <a:path extrusionOk="0" h="418" w="4032">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7" name="Google Shape;16297;p92"/>
            <p:cNvSpPr/>
            <p:nvPr/>
          </p:nvSpPr>
          <p:spPr>
            <a:xfrm>
              <a:off x="6532216" y="3446659"/>
              <a:ext cx="27166" cy="54148"/>
            </a:xfrm>
            <a:custGeom>
              <a:rect b="b" l="l" r="r" t="t"/>
              <a:pathLst>
                <a:path extrusionOk="0" h="2061" w="1034">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8" name="Google Shape;16298;p92"/>
            <p:cNvSpPr/>
            <p:nvPr/>
          </p:nvSpPr>
          <p:spPr>
            <a:xfrm>
              <a:off x="6626797" y="3444663"/>
              <a:ext cx="53780" cy="57458"/>
            </a:xfrm>
            <a:custGeom>
              <a:rect b="b" l="l" r="r" t="t"/>
              <a:pathLst>
                <a:path extrusionOk="0" h="2187" w="2047">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9" name="Google Shape;16299;p92"/>
            <p:cNvSpPr/>
            <p:nvPr/>
          </p:nvSpPr>
          <p:spPr>
            <a:xfrm>
              <a:off x="6391343" y="3325832"/>
              <a:ext cx="24801" cy="49602"/>
            </a:xfrm>
            <a:custGeom>
              <a:rect b="b" l="l" r="r" t="t"/>
              <a:pathLst>
                <a:path extrusionOk="0" h="1888" w="944">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0" name="Google Shape;16300;p92"/>
            <p:cNvSpPr/>
            <p:nvPr/>
          </p:nvSpPr>
          <p:spPr>
            <a:xfrm>
              <a:off x="6541674" y="3335500"/>
              <a:ext cx="14608" cy="30450"/>
            </a:xfrm>
            <a:custGeom>
              <a:rect b="b" l="l" r="r" t="t"/>
              <a:pathLst>
                <a:path extrusionOk="0" h="1159" w="556">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01" name="Google Shape;16301;p92"/>
          <p:cNvGrpSpPr/>
          <p:nvPr/>
        </p:nvGrpSpPr>
        <p:grpSpPr>
          <a:xfrm>
            <a:off x="5337891" y="4183682"/>
            <a:ext cx="504064" cy="325595"/>
            <a:chOff x="5084391" y="4183682"/>
            <a:chExt cx="504064" cy="325595"/>
          </a:xfrm>
        </p:grpSpPr>
        <p:sp>
          <p:nvSpPr>
            <p:cNvPr id="16302" name="Google Shape;16302;p92"/>
            <p:cNvSpPr/>
            <p:nvPr/>
          </p:nvSpPr>
          <p:spPr>
            <a:xfrm>
              <a:off x="5209948" y="4186887"/>
              <a:ext cx="186981" cy="137957"/>
            </a:xfrm>
            <a:custGeom>
              <a:rect b="b" l="l" r="r" t="t"/>
              <a:pathLst>
                <a:path extrusionOk="0" h="5251" w="7117">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3" name="Google Shape;16303;p92"/>
            <p:cNvSpPr/>
            <p:nvPr/>
          </p:nvSpPr>
          <p:spPr>
            <a:xfrm>
              <a:off x="5212680" y="4186887"/>
              <a:ext cx="184249" cy="137957"/>
            </a:xfrm>
            <a:custGeom>
              <a:rect b="b" l="l" r="r" t="t"/>
              <a:pathLst>
                <a:path extrusionOk="0" h="5251" w="7013">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4" name="Google Shape;16304;p92"/>
            <p:cNvSpPr/>
            <p:nvPr/>
          </p:nvSpPr>
          <p:spPr>
            <a:xfrm>
              <a:off x="5084391" y="4236069"/>
              <a:ext cx="504064" cy="145103"/>
            </a:xfrm>
            <a:custGeom>
              <a:rect b="b" l="l" r="r" t="t"/>
              <a:pathLst>
                <a:path extrusionOk="0" h="5523" w="19186">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5" name="Google Shape;16305;p92"/>
            <p:cNvSpPr/>
            <p:nvPr/>
          </p:nvSpPr>
          <p:spPr>
            <a:xfrm>
              <a:off x="5209948" y="4348148"/>
              <a:ext cx="209050" cy="161129"/>
            </a:xfrm>
            <a:custGeom>
              <a:rect b="b" l="l" r="r" t="t"/>
              <a:pathLst>
                <a:path extrusionOk="0" h="6133" w="7957">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6" name="Google Shape;16306;p92"/>
            <p:cNvSpPr/>
            <p:nvPr/>
          </p:nvSpPr>
          <p:spPr>
            <a:xfrm>
              <a:off x="5382322" y="4183682"/>
              <a:ext cx="203218" cy="76663"/>
            </a:xfrm>
            <a:custGeom>
              <a:rect b="b" l="l" r="r" t="t"/>
              <a:pathLst>
                <a:path extrusionOk="0" h="2918" w="7735">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7" name="Google Shape;16307;p92"/>
            <p:cNvSpPr/>
            <p:nvPr/>
          </p:nvSpPr>
          <p:spPr>
            <a:xfrm>
              <a:off x="5274263" y="4337901"/>
              <a:ext cx="23724" cy="20309"/>
            </a:xfrm>
            <a:custGeom>
              <a:rect b="b" l="l" r="r" t="t"/>
              <a:pathLst>
                <a:path extrusionOk="0" h="773" w="903">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8" name="Google Shape;16308;p92"/>
            <p:cNvSpPr/>
            <p:nvPr/>
          </p:nvSpPr>
          <p:spPr>
            <a:xfrm>
              <a:off x="5233619" y="4337901"/>
              <a:ext cx="23724" cy="20309"/>
            </a:xfrm>
            <a:custGeom>
              <a:rect b="b" l="l" r="r" t="t"/>
              <a:pathLst>
                <a:path extrusionOk="0" h="773" w="903">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9" name="Google Shape;16309;p92"/>
            <p:cNvSpPr/>
            <p:nvPr/>
          </p:nvSpPr>
          <p:spPr>
            <a:xfrm>
              <a:off x="5193002" y="4337901"/>
              <a:ext cx="23698" cy="20309"/>
            </a:xfrm>
            <a:custGeom>
              <a:rect b="b" l="l" r="r" t="t"/>
              <a:pathLst>
                <a:path extrusionOk="0" h="773" w="902">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0" name="Google Shape;16310;p92"/>
            <p:cNvSpPr/>
            <p:nvPr/>
          </p:nvSpPr>
          <p:spPr>
            <a:xfrm>
              <a:off x="5152542" y="4337901"/>
              <a:ext cx="23724" cy="20309"/>
            </a:xfrm>
            <a:custGeom>
              <a:rect b="b" l="l" r="r" t="t"/>
              <a:pathLst>
                <a:path extrusionOk="0" h="773" w="903">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1" name="Google Shape;16311;p92"/>
            <p:cNvSpPr/>
            <p:nvPr/>
          </p:nvSpPr>
          <p:spPr>
            <a:xfrm>
              <a:off x="5446479" y="4337901"/>
              <a:ext cx="23724" cy="20309"/>
            </a:xfrm>
            <a:custGeom>
              <a:rect b="b" l="l" r="r" t="t"/>
              <a:pathLst>
                <a:path extrusionOk="0" h="773" w="903">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2" name="Google Shape;16312;p92"/>
            <p:cNvSpPr/>
            <p:nvPr/>
          </p:nvSpPr>
          <p:spPr>
            <a:xfrm>
              <a:off x="5467261" y="4183944"/>
              <a:ext cx="118279" cy="76400"/>
            </a:xfrm>
            <a:custGeom>
              <a:rect b="b" l="l" r="r" t="t"/>
              <a:pathLst>
                <a:path extrusionOk="0" h="2908" w="4502">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3" name="Google Shape;16313;p92"/>
            <p:cNvSpPr/>
            <p:nvPr/>
          </p:nvSpPr>
          <p:spPr>
            <a:xfrm>
              <a:off x="5212680" y="4348148"/>
              <a:ext cx="206265" cy="161129"/>
            </a:xfrm>
            <a:custGeom>
              <a:rect b="b" l="l" r="r" t="t"/>
              <a:pathLst>
                <a:path extrusionOk="0" h="6133" w="7851">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4" name="Google Shape;16314;p92"/>
            <p:cNvSpPr/>
            <p:nvPr/>
          </p:nvSpPr>
          <p:spPr>
            <a:xfrm>
              <a:off x="5479819" y="4315176"/>
              <a:ext cx="27376" cy="6410"/>
            </a:xfrm>
            <a:custGeom>
              <a:rect b="b" l="l" r="r" t="t"/>
              <a:pathLst>
                <a:path extrusionOk="0" h="244" w="1042">
                  <a:moveTo>
                    <a:pt x="1" y="0"/>
                  </a:moveTo>
                  <a:cubicBezTo>
                    <a:pt x="361" y="0"/>
                    <a:pt x="715" y="84"/>
                    <a:pt x="1041" y="243"/>
                  </a:cubicBezTo>
                  <a:lnTo>
                    <a:pt x="1041" y="0"/>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5" name="Google Shape;16315;p92"/>
            <p:cNvSpPr/>
            <p:nvPr/>
          </p:nvSpPr>
          <p:spPr>
            <a:xfrm>
              <a:off x="5540508" y="4350696"/>
              <a:ext cx="47947" cy="30476"/>
            </a:xfrm>
            <a:custGeom>
              <a:rect b="b" l="l" r="r" t="t"/>
              <a:pathLst>
                <a:path extrusionOk="0" h="1160" w="1825">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6" name="Google Shape;16316;p92"/>
            <p:cNvSpPr/>
            <p:nvPr/>
          </p:nvSpPr>
          <p:spPr>
            <a:xfrm>
              <a:off x="5507352" y="4315176"/>
              <a:ext cx="63606" cy="35547"/>
            </a:xfrm>
            <a:custGeom>
              <a:rect b="b" l="l" r="r" t="t"/>
              <a:pathLst>
                <a:path extrusionOk="0" h="1353" w="2421">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7" name="Google Shape;16317;p92"/>
            <p:cNvSpPr/>
            <p:nvPr/>
          </p:nvSpPr>
          <p:spPr>
            <a:xfrm>
              <a:off x="5507352" y="4315176"/>
              <a:ext cx="63606" cy="35547"/>
            </a:xfrm>
            <a:custGeom>
              <a:rect b="b" l="l" r="r" t="t"/>
              <a:pathLst>
                <a:path extrusionOk="0" h="1353" w="2421">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18" name="Google Shape;16318;p92"/>
          <p:cNvGrpSpPr/>
          <p:nvPr/>
        </p:nvGrpSpPr>
        <p:grpSpPr>
          <a:xfrm>
            <a:off x="7934420" y="2347996"/>
            <a:ext cx="379795" cy="267165"/>
            <a:chOff x="7947595" y="2347996"/>
            <a:chExt cx="379795" cy="267165"/>
          </a:xfrm>
        </p:grpSpPr>
        <p:sp>
          <p:nvSpPr>
            <p:cNvPr id="16319" name="Google Shape;16319;p92"/>
            <p:cNvSpPr/>
            <p:nvPr/>
          </p:nvSpPr>
          <p:spPr>
            <a:xfrm>
              <a:off x="7947779" y="2386432"/>
              <a:ext cx="379611" cy="228728"/>
            </a:xfrm>
            <a:custGeom>
              <a:rect b="b" l="l" r="r" t="t"/>
              <a:pathLst>
                <a:path extrusionOk="0" h="8706" w="14449">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0" name="Google Shape;16320;p92"/>
            <p:cNvSpPr/>
            <p:nvPr/>
          </p:nvSpPr>
          <p:spPr>
            <a:xfrm>
              <a:off x="7947595" y="2386432"/>
              <a:ext cx="208866" cy="228728"/>
            </a:xfrm>
            <a:custGeom>
              <a:rect b="b" l="l" r="r" t="t"/>
              <a:pathLst>
                <a:path extrusionOk="0" h="8706" w="795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1" name="Google Shape;16321;p92"/>
            <p:cNvSpPr/>
            <p:nvPr/>
          </p:nvSpPr>
          <p:spPr>
            <a:xfrm>
              <a:off x="8049269" y="2419063"/>
              <a:ext cx="170062" cy="163678"/>
            </a:xfrm>
            <a:custGeom>
              <a:rect b="b" l="l" r="r" t="t"/>
              <a:pathLst>
                <a:path extrusionOk="0" h="6230" w="6473">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2" name="Google Shape;16322;p92"/>
            <p:cNvSpPr/>
            <p:nvPr/>
          </p:nvSpPr>
          <p:spPr>
            <a:xfrm>
              <a:off x="8055837" y="2418984"/>
              <a:ext cx="97340" cy="163599"/>
            </a:xfrm>
            <a:custGeom>
              <a:rect b="b" l="l" r="r" t="t"/>
              <a:pathLst>
                <a:path extrusionOk="0" h="6227" w="3705">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3" name="Google Shape;16323;p92"/>
            <p:cNvSpPr/>
            <p:nvPr/>
          </p:nvSpPr>
          <p:spPr>
            <a:xfrm>
              <a:off x="8082451" y="2459444"/>
              <a:ext cx="96420" cy="82653"/>
            </a:xfrm>
            <a:custGeom>
              <a:rect b="b" l="l" r="r" t="t"/>
              <a:pathLst>
                <a:path extrusionOk="0" h="3146" w="367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4" name="Google Shape;16324;p92"/>
            <p:cNvSpPr/>
            <p:nvPr/>
          </p:nvSpPr>
          <p:spPr>
            <a:xfrm>
              <a:off x="8096113" y="2459496"/>
              <a:ext cx="57432" cy="82601"/>
            </a:xfrm>
            <a:custGeom>
              <a:rect b="b" l="l" r="r" t="t"/>
              <a:pathLst>
                <a:path extrusionOk="0" h="3144" w="2186">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5" name="Google Shape;16325;p92"/>
            <p:cNvSpPr/>
            <p:nvPr/>
          </p:nvSpPr>
          <p:spPr>
            <a:xfrm>
              <a:off x="8254563" y="2401513"/>
              <a:ext cx="38174" cy="26325"/>
            </a:xfrm>
            <a:custGeom>
              <a:rect b="b" l="l" r="r" t="t"/>
              <a:pathLst>
                <a:path extrusionOk="0" h="1002" w="1453">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6" name="Google Shape;16326;p92"/>
            <p:cNvSpPr/>
            <p:nvPr/>
          </p:nvSpPr>
          <p:spPr>
            <a:xfrm>
              <a:off x="8013933" y="2347996"/>
              <a:ext cx="230331" cy="58693"/>
            </a:xfrm>
            <a:custGeom>
              <a:rect b="b" l="l" r="r" t="t"/>
              <a:pathLst>
                <a:path extrusionOk="0" h="2234" w="8767">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7" name="Google Shape;16327;p92"/>
            <p:cNvSpPr/>
            <p:nvPr/>
          </p:nvSpPr>
          <p:spPr>
            <a:xfrm>
              <a:off x="8147686" y="2462097"/>
              <a:ext cx="33366" cy="28427"/>
            </a:xfrm>
            <a:custGeom>
              <a:rect b="b" l="l" r="r" t="t"/>
              <a:pathLst>
                <a:path extrusionOk="0" h="1082" w="127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28" name="Google Shape;16328;p92"/>
          <p:cNvGrpSpPr/>
          <p:nvPr/>
        </p:nvGrpSpPr>
        <p:grpSpPr>
          <a:xfrm>
            <a:off x="6387469" y="2310269"/>
            <a:ext cx="275362" cy="338784"/>
            <a:chOff x="6400644" y="2310269"/>
            <a:chExt cx="275362" cy="338784"/>
          </a:xfrm>
        </p:grpSpPr>
        <p:sp>
          <p:nvSpPr>
            <p:cNvPr id="16329" name="Google Shape;16329;p92"/>
            <p:cNvSpPr/>
            <p:nvPr/>
          </p:nvSpPr>
          <p:spPr>
            <a:xfrm>
              <a:off x="6503789" y="2310269"/>
              <a:ext cx="69070" cy="45399"/>
            </a:xfrm>
            <a:custGeom>
              <a:rect b="b" l="l" r="r" t="t"/>
              <a:pathLst>
                <a:path extrusionOk="0" h="1728" w="2629">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0" name="Google Shape;16330;p92"/>
            <p:cNvSpPr/>
            <p:nvPr/>
          </p:nvSpPr>
          <p:spPr>
            <a:xfrm>
              <a:off x="6434351" y="2389533"/>
              <a:ext cx="207763" cy="259520"/>
            </a:xfrm>
            <a:custGeom>
              <a:rect b="b" l="l" r="r" t="t"/>
              <a:pathLst>
                <a:path extrusionOk="0" h="9878" w="7908">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1" name="Google Shape;16331;p92"/>
            <p:cNvSpPr/>
            <p:nvPr/>
          </p:nvSpPr>
          <p:spPr>
            <a:xfrm>
              <a:off x="6447645" y="2389533"/>
              <a:ext cx="194653" cy="259520"/>
            </a:xfrm>
            <a:custGeom>
              <a:rect b="b" l="l" r="r" t="t"/>
              <a:pathLst>
                <a:path extrusionOk="0" h="9878" w="7409">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2" name="Google Shape;16332;p92"/>
            <p:cNvSpPr/>
            <p:nvPr/>
          </p:nvSpPr>
          <p:spPr>
            <a:xfrm>
              <a:off x="6434351" y="2343424"/>
              <a:ext cx="207211" cy="42850"/>
            </a:xfrm>
            <a:custGeom>
              <a:rect b="b" l="l" r="r" t="t"/>
              <a:pathLst>
                <a:path extrusionOk="0" h="1631" w="7887">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3" name="Google Shape;16333;p92"/>
            <p:cNvSpPr/>
            <p:nvPr/>
          </p:nvSpPr>
          <p:spPr>
            <a:xfrm>
              <a:off x="6555178" y="2343424"/>
              <a:ext cx="86568" cy="42850"/>
            </a:xfrm>
            <a:custGeom>
              <a:rect b="b" l="l" r="r" t="t"/>
              <a:pathLst>
                <a:path extrusionOk="0" h="1631" w="3295">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4" name="Google Shape;16334;p92"/>
            <p:cNvSpPr/>
            <p:nvPr/>
          </p:nvSpPr>
          <p:spPr>
            <a:xfrm>
              <a:off x="6400644" y="2368751"/>
              <a:ext cx="275362" cy="30844"/>
            </a:xfrm>
            <a:custGeom>
              <a:rect b="b" l="l" r="r" t="t"/>
              <a:pathLst>
                <a:path extrusionOk="0" h="1174" w="10481">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5" name="Google Shape;16335;p92"/>
            <p:cNvSpPr/>
            <p:nvPr/>
          </p:nvSpPr>
          <p:spPr>
            <a:xfrm>
              <a:off x="6400644" y="2368751"/>
              <a:ext cx="275362" cy="31028"/>
            </a:xfrm>
            <a:custGeom>
              <a:rect b="b" l="l" r="r" t="t"/>
              <a:pathLst>
                <a:path extrusionOk="0" h="1181" w="10481">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6" name="Google Shape;16336;p92"/>
            <p:cNvSpPr/>
            <p:nvPr/>
          </p:nvSpPr>
          <p:spPr>
            <a:xfrm>
              <a:off x="6528748" y="2430912"/>
              <a:ext cx="19153" cy="165858"/>
            </a:xfrm>
            <a:custGeom>
              <a:rect b="b" l="l" r="r" t="t"/>
              <a:pathLst>
                <a:path extrusionOk="0" h="6313" w="729">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7" name="Google Shape;16337;p92"/>
            <p:cNvSpPr/>
            <p:nvPr/>
          </p:nvSpPr>
          <p:spPr>
            <a:xfrm>
              <a:off x="6582870" y="2430912"/>
              <a:ext cx="23356" cy="165438"/>
            </a:xfrm>
            <a:custGeom>
              <a:rect b="b" l="l" r="r" t="t"/>
              <a:pathLst>
                <a:path extrusionOk="0" h="6297" w="889">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8" name="Google Shape;16338;p92"/>
            <p:cNvSpPr/>
            <p:nvPr/>
          </p:nvSpPr>
          <p:spPr>
            <a:xfrm>
              <a:off x="6470423" y="2430912"/>
              <a:ext cx="23356" cy="165438"/>
            </a:xfrm>
            <a:custGeom>
              <a:rect b="b" l="l" r="r" t="t"/>
              <a:pathLst>
                <a:path extrusionOk="0" h="6297" w="889">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9" name="Google Shape;16339;p92"/>
            <p:cNvSpPr/>
            <p:nvPr/>
          </p:nvSpPr>
          <p:spPr>
            <a:xfrm>
              <a:off x="6529668" y="2430912"/>
              <a:ext cx="18233" cy="165858"/>
            </a:xfrm>
            <a:custGeom>
              <a:rect b="b" l="l" r="r" t="t"/>
              <a:pathLst>
                <a:path extrusionOk="0" h="6313" w="694">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0" name="Google Shape;16340;p92"/>
            <p:cNvSpPr/>
            <p:nvPr/>
          </p:nvSpPr>
          <p:spPr>
            <a:xfrm>
              <a:off x="6583789" y="2430912"/>
              <a:ext cx="22437" cy="165858"/>
            </a:xfrm>
            <a:custGeom>
              <a:rect b="b" l="l" r="r" t="t"/>
              <a:pathLst>
                <a:path extrusionOk="0" h="6313" w="854">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1" name="Google Shape;16341;p92"/>
            <p:cNvSpPr/>
            <p:nvPr/>
          </p:nvSpPr>
          <p:spPr>
            <a:xfrm>
              <a:off x="6475547" y="2430912"/>
              <a:ext cx="18338" cy="165963"/>
            </a:xfrm>
            <a:custGeom>
              <a:rect b="b" l="l" r="r" t="t"/>
              <a:pathLst>
                <a:path extrusionOk="0" h="6317" w="698">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42" name="Google Shape;16342;p92"/>
          <p:cNvGrpSpPr/>
          <p:nvPr/>
        </p:nvGrpSpPr>
        <p:grpSpPr>
          <a:xfrm>
            <a:off x="1595767" y="4161009"/>
            <a:ext cx="359565" cy="358094"/>
            <a:chOff x="1342268" y="4161009"/>
            <a:chExt cx="359565" cy="358094"/>
          </a:xfrm>
        </p:grpSpPr>
        <p:sp>
          <p:nvSpPr>
            <p:cNvPr id="16343" name="Google Shape;16343;p92"/>
            <p:cNvSpPr/>
            <p:nvPr/>
          </p:nvSpPr>
          <p:spPr>
            <a:xfrm>
              <a:off x="1342268" y="4371845"/>
              <a:ext cx="65077" cy="147257"/>
            </a:xfrm>
            <a:custGeom>
              <a:rect b="b" l="l" r="r" t="t"/>
              <a:pathLst>
                <a:path extrusionOk="0" h="5605" w="2477">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4" name="Google Shape;16344;p92"/>
            <p:cNvSpPr/>
            <p:nvPr/>
          </p:nvSpPr>
          <p:spPr>
            <a:xfrm>
              <a:off x="1342268" y="4371845"/>
              <a:ext cx="31002" cy="147257"/>
            </a:xfrm>
            <a:custGeom>
              <a:rect b="b" l="l" r="r" t="t"/>
              <a:pathLst>
                <a:path extrusionOk="0" h="5605" w="118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5" name="Google Shape;16345;p92"/>
            <p:cNvSpPr/>
            <p:nvPr/>
          </p:nvSpPr>
          <p:spPr>
            <a:xfrm>
              <a:off x="1440501" y="4335589"/>
              <a:ext cx="65077" cy="183513"/>
            </a:xfrm>
            <a:custGeom>
              <a:rect b="b" l="l" r="r" t="t"/>
              <a:pathLst>
                <a:path extrusionOk="0" h="6985" w="2477">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6" name="Google Shape;16346;p92"/>
            <p:cNvSpPr/>
            <p:nvPr/>
          </p:nvSpPr>
          <p:spPr>
            <a:xfrm>
              <a:off x="1440501" y="4335589"/>
              <a:ext cx="31002" cy="183513"/>
            </a:xfrm>
            <a:custGeom>
              <a:rect b="b" l="l" r="r" t="t"/>
              <a:pathLst>
                <a:path extrusionOk="0" h="6985" w="118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7" name="Google Shape;16347;p92"/>
            <p:cNvSpPr/>
            <p:nvPr/>
          </p:nvSpPr>
          <p:spPr>
            <a:xfrm>
              <a:off x="1538707" y="4299123"/>
              <a:ext cx="64919" cy="219980"/>
            </a:xfrm>
            <a:custGeom>
              <a:rect b="b" l="l" r="r" t="t"/>
              <a:pathLst>
                <a:path extrusionOk="0" h="8373" w="2471">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8" name="Google Shape;16348;p92"/>
            <p:cNvSpPr/>
            <p:nvPr/>
          </p:nvSpPr>
          <p:spPr>
            <a:xfrm>
              <a:off x="1538707" y="4299123"/>
              <a:ext cx="31002" cy="219980"/>
            </a:xfrm>
            <a:custGeom>
              <a:rect b="b" l="l" r="r" t="t"/>
              <a:pathLst>
                <a:path extrusionOk="0" h="8373" w="118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9" name="Google Shape;16349;p92"/>
            <p:cNvSpPr/>
            <p:nvPr/>
          </p:nvSpPr>
          <p:spPr>
            <a:xfrm>
              <a:off x="1636940" y="4262683"/>
              <a:ext cx="64893" cy="256420"/>
            </a:xfrm>
            <a:custGeom>
              <a:rect b="b" l="l" r="r" t="t"/>
              <a:pathLst>
                <a:path extrusionOk="0" h="9760" w="247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0" name="Google Shape;16350;p92"/>
            <p:cNvSpPr/>
            <p:nvPr/>
          </p:nvSpPr>
          <p:spPr>
            <a:xfrm>
              <a:off x="1636940" y="4262683"/>
              <a:ext cx="31002" cy="256420"/>
            </a:xfrm>
            <a:custGeom>
              <a:rect b="b" l="l" r="r" t="t"/>
              <a:pathLst>
                <a:path extrusionOk="0" h="9760" w="118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1" name="Google Shape;16351;p92"/>
            <p:cNvSpPr/>
            <p:nvPr/>
          </p:nvSpPr>
          <p:spPr>
            <a:xfrm>
              <a:off x="1357953" y="4161009"/>
              <a:ext cx="333687" cy="134699"/>
            </a:xfrm>
            <a:custGeom>
              <a:rect b="b" l="l" r="r" t="t"/>
              <a:pathLst>
                <a:path extrusionOk="0" h="5127" w="12701">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52" name="Google Shape;16352;p92"/>
          <p:cNvGrpSpPr/>
          <p:nvPr/>
        </p:nvGrpSpPr>
        <p:grpSpPr>
          <a:xfrm>
            <a:off x="1899837" y="2764940"/>
            <a:ext cx="417523" cy="374252"/>
            <a:chOff x="1913012" y="2764940"/>
            <a:chExt cx="417523" cy="374252"/>
          </a:xfrm>
        </p:grpSpPr>
        <p:sp>
          <p:nvSpPr>
            <p:cNvPr id="16353" name="Google Shape;16353;p92"/>
            <p:cNvSpPr/>
            <p:nvPr/>
          </p:nvSpPr>
          <p:spPr>
            <a:xfrm>
              <a:off x="2010693" y="2813676"/>
              <a:ext cx="285214" cy="163494"/>
            </a:xfrm>
            <a:custGeom>
              <a:rect b="b" l="l" r="r" t="t"/>
              <a:pathLst>
                <a:path extrusionOk="0" h="6223" w="10856">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4" name="Google Shape;16354;p92"/>
            <p:cNvSpPr/>
            <p:nvPr/>
          </p:nvSpPr>
          <p:spPr>
            <a:xfrm>
              <a:off x="2022174" y="3062529"/>
              <a:ext cx="89694" cy="76663"/>
            </a:xfrm>
            <a:custGeom>
              <a:rect b="b" l="l" r="r" t="t"/>
              <a:pathLst>
                <a:path extrusionOk="0" h="2918" w="3414">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5" name="Google Shape;16355;p92"/>
            <p:cNvSpPr/>
            <p:nvPr/>
          </p:nvSpPr>
          <p:spPr>
            <a:xfrm>
              <a:off x="2050233" y="3083284"/>
              <a:ext cx="40670" cy="34969"/>
            </a:xfrm>
            <a:custGeom>
              <a:rect b="b" l="l" r="r" t="t"/>
              <a:pathLst>
                <a:path extrusionOk="0" h="1331" w="1548">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6" name="Google Shape;16356;p92"/>
            <p:cNvSpPr/>
            <p:nvPr/>
          </p:nvSpPr>
          <p:spPr>
            <a:xfrm>
              <a:off x="2174344" y="3062529"/>
              <a:ext cx="89668" cy="76663"/>
            </a:xfrm>
            <a:custGeom>
              <a:rect b="b" l="l" r="r" t="t"/>
              <a:pathLst>
                <a:path extrusionOk="0" h="2918" w="3413">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7" name="Google Shape;16357;p92"/>
            <p:cNvSpPr/>
            <p:nvPr/>
          </p:nvSpPr>
          <p:spPr>
            <a:xfrm>
              <a:off x="2202219" y="3083284"/>
              <a:ext cx="40854" cy="34969"/>
            </a:xfrm>
            <a:custGeom>
              <a:rect b="b" l="l" r="r" t="t"/>
              <a:pathLst>
                <a:path extrusionOk="0" h="1331" w="1555">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8" name="Google Shape;16358;p92"/>
            <p:cNvSpPr/>
            <p:nvPr/>
          </p:nvSpPr>
          <p:spPr>
            <a:xfrm>
              <a:off x="1995376" y="2792632"/>
              <a:ext cx="335158" cy="174975"/>
            </a:xfrm>
            <a:custGeom>
              <a:rect b="b" l="l" r="r" t="t"/>
              <a:pathLst>
                <a:path extrusionOk="0" h="6660" w="12757">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9" name="Google Shape;16359;p92"/>
            <p:cNvSpPr/>
            <p:nvPr/>
          </p:nvSpPr>
          <p:spPr>
            <a:xfrm>
              <a:off x="2273654" y="2792632"/>
              <a:ext cx="56696" cy="174975"/>
            </a:xfrm>
            <a:custGeom>
              <a:rect b="b" l="l" r="r" t="t"/>
              <a:pathLst>
                <a:path extrusionOk="0" h="6660" w="2158">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0" name="Google Shape;16360;p92"/>
            <p:cNvSpPr/>
            <p:nvPr/>
          </p:nvSpPr>
          <p:spPr>
            <a:xfrm>
              <a:off x="1913012" y="2764940"/>
              <a:ext cx="412610" cy="236006"/>
            </a:xfrm>
            <a:custGeom>
              <a:rect b="b" l="l" r="r" t="t"/>
              <a:pathLst>
                <a:path extrusionOk="0" h="8983" w="15705">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1" name="Google Shape;16361;p92"/>
            <p:cNvSpPr/>
            <p:nvPr/>
          </p:nvSpPr>
          <p:spPr>
            <a:xfrm>
              <a:off x="2026903" y="2967580"/>
              <a:ext cx="299270" cy="33182"/>
            </a:xfrm>
            <a:custGeom>
              <a:rect b="b" l="l" r="r" t="t"/>
              <a:pathLst>
                <a:path extrusionOk="0" h="1263" w="11391">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2" name="Google Shape;16362;p92"/>
            <p:cNvSpPr/>
            <p:nvPr/>
          </p:nvSpPr>
          <p:spPr>
            <a:xfrm>
              <a:off x="1994483" y="2978326"/>
              <a:ext cx="287027" cy="92427"/>
            </a:xfrm>
            <a:custGeom>
              <a:rect b="b" l="l" r="r" t="t"/>
              <a:pathLst>
                <a:path extrusionOk="0" h="3518" w="10925">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3" name="Google Shape;16363;p92"/>
            <p:cNvSpPr/>
            <p:nvPr/>
          </p:nvSpPr>
          <p:spPr>
            <a:xfrm>
              <a:off x="2003757" y="3021518"/>
              <a:ext cx="277569" cy="49235"/>
            </a:xfrm>
            <a:custGeom>
              <a:rect b="b" l="l" r="r" t="t"/>
              <a:pathLst>
                <a:path extrusionOk="0" h="1874" w="10565">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4" name="Google Shape;16364;p92"/>
            <p:cNvSpPr/>
            <p:nvPr/>
          </p:nvSpPr>
          <p:spPr>
            <a:xfrm>
              <a:off x="2020361" y="2978326"/>
              <a:ext cx="38463" cy="32841"/>
            </a:xfrm>
            <a:custGeom>
              <a:rect b="b" l="l" r="r" t="t"/>
              <a:pathLst>
                <a:path extrusionOk="0" h="1250" w="1464">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65" name="Google Shape;16365;p92"/>
          <p:cNvGrpSpPr/>
          <p:nvPr/>
        </p:nvGrpSpPr>
        <p:grpSpPr>
          <a:xfrm>
            <a:off x="817568" y="2763601"/>
            <a:ext cx="384734" cy="381556"/>
            <a:chOff x="830742" y="2763601"/>
            <a:chExt cx="384734" cy="381556"/>
          </a:xfrm>
        </p:grpSpPr>
        <p:sp>
          <p:nvSpPr>
            <p:cNvPr id="16366" name="Google Shape;16366;p92"/>
            <p:cNvSpPr/>
            <p:nvPr/>
          </p:nvSpPr>
          <p:spPr>
            <a:xfrm>
              <a:off x="830742" y="2881012"/>
              <a:ext cx="174423" cy="83678"/>
            </a:xfrm>
            <a:custGeom>
              <a:rect b="b" l="l" r="r" t="t"/>
              <a:pathLst>
                <a:path extrusionOk="0" h="3185" w="6639">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7" name="Google Shape;16367;p92"/>
            <p:cNvSpPr/>
            <p:nvPr/>
          </p:nvSpPr>
          <p:spPr>
            <a:xfrm>
              <a:off x="1013520" y="2973045"/>
              <a:ext cx="83494" cy="172111"/>
            </a:xfrm>
            <a:custGeom>
              <a:rect b="b" l="l" r="r" t="t"/>
              <a:pathLst>
                <a:path extrusionOk="0" h="6551" w="3178">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8" name="Google Shape;16368;p92"/>
            <p:cNvSpPr/>
            <p:nvPr/>
          </p:nvSpPr>
          <p:spPr>
            <a:xfrm>
              <a:off x="830742" y="2885557"/>
              <a:ext cx="125583" cy="72932"/>
            </a:xfrm>
            <a:custGeom>
              <a:rect b="b" l="l" r="r" t="t"/>
              <a:pathLst>
                <a:path extrusionOk="0" h="2776" w="478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9" name="Google Shape;16369;p92"/>
            <p:cNvSpPr/>
            <p:nvPr/>
          </p:nvSpPr>
          <p:spPr>
            <a:xfrm>
              <a:off x="1013520" y="3041012"/>
              <a:ext cx="24460" cy="104144"/>
            </a:xfrm>
            <a:custGeom>
              <a:rect b="b" l="l" r="r" t="t"/>
              <a:pathLst>
                <a:path extrusionOk="0" h="3964" w="931">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0" name="Google Shape;16370;p92"/>
            <p:cNvSpPr/>
            <p:nvPr/>
          </p:nvSpPr>
          <p:spPr>
            <a:xfrm>
              <a:off x="903281" y="2763601"/>
              <a:ext cx="312038" cy="310383"/>
            </a:xfrm>
            <a:custGeom>
              <a:rect b="b" l="l" r="r" t="t"/>
              <a:pathLst>
                <a:path extrusionOk="0" h="11814" w="11877">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1" name="Google Shape;16371;p92"/>
            <p:cNvSpPr/>
            <p:nvPr/>
          </p:nvSpPr>
          <p:spPr>
            <a:xfrm>
              <a:off x="903281" y="2763601"/>
              <a:ext cx="312012" cy="232065"/>
            </a:xfrm>
            <a:custGeom>
              <a:rect b="b" l="l" r="r" t="t"/>
              <a:pathLst>
                <a:path extrusionOk="0" h="8833" w="11876">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2" name="Google Shape;16372;p92"/>
            <p:cNvSpPr/>
            <p:nvPr/>
          </p:nvSpPr>
          <p:spPr>
            <a:xfrm>
              <a:off x="1060732" y="2852218"/>
              <a:ext cx="65261" cy="65261"/>
            </a:xfrm>
            <a:custGeom>
              <a:rect b="b" l="l" r="r" t="t"/>
              <a:pathLst>
                <a:path extrusionOk="0" h="2484" w="2484">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3" name="Google Shape;16373;p92"/>
            <p:cNvSpPr/>
            <p:nvPr/>
          </p:nvSpPr>
          <p:spPr>
            <a:xfrm>
              <a:off x="1060732" y="2852218"/>
              <a:ext cx="40302" cy="65287"/>
            </a:xfrm>
            <a:custGeom>
              <a:rect b="b" l="l" r="r" t="t"/>
              <a:pathLst>
                <a:path extrusionOk="0" h="2485" w="1534">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4" name="Google Shape;16374;p92"/>
            <p:cNvSpPr/>
            <p:nvPr/>
          </p:nvSpPr>
          <p:spPr>
            <a:xfrm>
              <a:off x="895084" y="2998739"/>
              <a:ext cx="84387" cy="83520"/>
            </a:xfrm>
            <a:custGeom>
              <a:rect b="b" l="l" r="r" t="t"/>
              <a:pathLst>
                <a:path extrusionOk="0" h="3179" w="3212">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5" name="Google Shape;16375;p92"/>
            <p:cNvSpPr/>
            <p:nvPr/>
          </p:nvSpPr>
          <p:spPr>
            <a:xfrm>
              <a:off x="895084" y="2998555"/>
              <a:ext cx="32814" cy="36650"/>
            </a:xfrm>
            <a:custGeom>
              <a:rect b="b" l="l" r="r" t="t"/>
              <a:pathLst>
                <a:path extrusionOk="0" h="1395" w="1249">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6" name="Google Shape;16376;p92"/>
            <p:cNvSpPr/>
            <p:nvPr/>
          </p:nvSpPr>
          <p:spPr>
            <a:xfrm>
              <a:off x="903281" y="2964480"/>
              <a:ext cx="110266" cy="109504"/>
            </a:xfrm>
            <a:custGeom>
              <a:rect b="b" l="l" r="r" t="t"/>
              <a:pathLst>
                <a:path extrusionOk="0" h="4168" w="4197">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7" name="Google Shape;16377;p92"/>
            <p:cNvSpPr/>
            <p:nvPr/>
          </p:nvSpPr>
          <p:spPr>
            <a:xfrm>
              <a:off x="903281" y="2964480"/>
              <a:ext cx="29557" cy="31185"/>
            </a:xfrm>
            <a:custGeom>
              <a:rect b="b" l="l" r="r" t="t"/>
              <a:pathLst>
                <a:path extrusionOk="0" h="1187" w="1125">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8" name="Google Shape;16378;p92"/>
            <p:cNvSpPr/>
            <p:nvPr/>
          </p:nvSpPr>
          <p:spPr>
            <a:xfrm>
              <a:off x="854992" y="3038831"/>
              <a:ext cx="34154" cy="31185"/>
            </a:xfrm>
            <a:custGeom>
              <a:rect b="b" l="l" r="r" t="t"/>
              <a:pathLst>
                <a:path extrusionOk="0" h="1187" w="130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9" name="Google Shape;16379;p92"/>
            <p:cNvSpPr/>
            <p:nvPr/>
          </p:nvSpPr>
          <p:spPr>
            <a:xfrm>
              <a:off x="873934" y="3057800"/>
              <a:ext cx="34286" cy="31343"/>
            </a:xfrm>
            <a:custGeom>
              <a:rect b="b" l="l" r="r" t="t"/>
              <a:pathLst>
                <a:path extrusionOk="0" h="1193" w="1305">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0" name="Google Shape;16380;p92"/>
            <p:cNvSpPr/>
            <p:nvPr/>
          </p:nvSpPr>
          <p:spPr>
            <a:xfrm>
              <a:off x="912213" y="3095895"/>
              <a:ext cx="34102" cy="31343"/>
            </a:xfrm>
            <a:custGeom>
              <a:rect b="b" l="l" r="r" t="t"/>
              <a:pathLst>
                <a:path extrusionOk="0" h="1193" w="1298">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1" name="Google Shape;16381;p92"/>
            <p:cNvSpPr/>
            <p:nvPr/>
          </p:nvSpPr>
          <p:spPr>
            <a:xfrm>
              <a:off x="893061" y="3076926"/>
              <a:ext cx="34312" cy="31343"/>
            </a:xfrm>
            <a:custGeom>
              <a:rect b="b" l="l" r="r" t="t"/>
              <a:pathLst>
                <a:path extrusionOk="0" h="1193" w="1306">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2" name="Google Shape;16382;p92"/>
            <p:cNvSpPr/>
            <p:nvPr/>
          </p:nvSpPr>
          <p:spPr>
            <a:xfrm>
              <a:off x="1141809" y="2763601"/>
              <a:ext cx="73668" cy="72801"/>
            </a:xfrm>
            <a:custGeom>
              <a:rect b="b" l="l" r="r" t="t"/>
              <a:pathLst>
                <a:path extrusionOk="0" h="2771" w="2804">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3" name="Google Shape;16383;p92"/>
            <p:cNvSpPr/>
            <p:nvPr/>
          </p:nvSpPr>
          <p:spPr>
            <a:xfrm>
              <a:off x="1141809" y="2763601"/>
              <a:ext cx="73484" cy="31974"/>
            </a:xfrm>
            <a:custGeom>
              <a:rect b="b" l="l" r="r" t="t"/>
              <a:pathLst>
                <a:path extrusionOk="0" h="1217" w="2797">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4" name="Google Shape;16384;p92"/>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5" name="Google Shape;16385;p92"/>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6" name="Google Shape;16386;p92"/>
            <p:cNvSpPr/>
            <p:nvPr/>
          </p:nvSpPr>
          <p:spPr>
            <a:xfrm>
              <a:off x="919491" y="2924152"/>
              <a:ext cx="133254" cy="133648"/>
            </a:xfrm>
            <a:custGeom>
              <a:rect b="b" l="l" r="r" t="t"/>
              <a:pathLst>
                <a:path extrusionOk="0" h="5087" w="5072">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87" name="Google Shape;16387;p92"/>
          <p:cNvGrpSpPr/>
          <p:nvPr/>
        </p:nvGrpSpPr>
        <p:grpSpPr>
          <a:xfrm>
            <a:off x="3260997" y="4183419"/>
            <a:ext cx="375434" cy="329667"/>
            <a:chOff x="3007498" y="4183419"/>
            <a:chExt cx="375434" cy="329667"/>
          </a:xfrm>
        </p:grpSpPr>
        <p:sp>
          <p:nvSpPr>
            <p:cNvPr id="16388" name="Google Shape;16388;p92"/>
            <p:cNvSpPr/>
            <p:nvPr/>
          </p:nvSpPr>
          <p:spPr>
            <a:xfrm>
              <a:off x="3046302" y="4196792"/>
              <a:ext cx="53622" cy="53465"/>
            </a:xfrm>
            <a:custGeom>
              <a:rect b="b" l="l" r="r" t="t"/>
              <a:pathLst>
                <a:path extrusionOk="0" h="2035" w="2041">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9" name="Google Shape;16389;p92"/>
            <p:cNvSpPr/>
            <p:nvPr/>
          </p:nvSpPr>
          <p:spPr>
            <a:xfrm>
              <a:off x="3007498" y="4244292"/>
              <a:ext cx="50680" cy="42483"/>
            </a:xfrm>
            <a:custGeom>
              <a:rect b="b" l="l" r="r" t="t"/>
              <a:pathLst>
                <a:path extrusionOk="0" h="1617" w="1929">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0" name="Google Shape;16390;p92"/>
            <p:cNvSpPr/>
            <p:nvPr/>
          </p:nvSpPr>
          <p:spPr>
            <a:xfrm>
              <a:off x="3169126" y="4210112"/>
              <a:ext cx="43218" cy="47763"/>
            </a:xfrm>
            <a:custGeom>
              <a:rect b="b" l="l" r="r" t="t"/>
              <a:pathLst>
                <a:path extrusionOk="0" h="1818" w="1645">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1" name="Google Shape;16391;p92"/>
            <p:cNvSpPr/>
            <p:nvPr/>
          </p:nvSpPr>
          <p:spPr>
            <a:xfrm>
              <a:off x="3056338" y="4262263"/>
              <a:ext cx="135592" cy="89195"/>
            </a:xfrm>
            <a:custGeom>
              <a:rect b="b" l="l" r="r" t="t"/>
              <a:pathLst>
                <a:path extrusionOk="0" h="3395" w="5161">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2" name="Google Shape;16392;p92"/>
            <p:cNvSpPr/>
            <p:nvPr/>
          </p:nvSpPr>
          <p:spPr>
            <a:xfrm>
              <a:off x="3111563" y="4183419"/>
              <a:ext cx="46292" cy="57589"/>
            </a:xfrm>
            <a:custGeom>
              <a:rect b="b" l="l" r="r" t="t"/>
              <a:pathLst>
                <a:path extrusionOk="0" h="2192" w="1762">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3" name="Google Shape;16393;p92"/>
            <p:cNvSpPr/>
            <p:nvPr/>
          </p:nvSpPr>
          <p:spPr>
            <a:xfrm>
              <a:off x="3056706" y="4265415"/>
              <a:ext cx="50496" cy="86069"/>
            </a:xfrm>
            <a:custGeom>
              <a:rect b="b" l="l" r="r" t="t"/>
              <a:pathLst>
                <a:path extrusionOk="0" h="3276" w="1922">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4" name="Google Shape;16394;p92"/>
            <p:cNvSpPr/>
            <p:nvPr/>
          </p:nvSpPr>
          <p:spPr>
            <a:xfrm>
              <a:off x="3007498" y="4248286"/>
              <a:ext cx="46502" cy="38489"/>
            </a:xfrm>
            <a:custGeom>
              <a:rect b="b" l="l" r="r" t="t"/>
              <a:pathLst>
                <a:path extrusionOk="0" h="1465" w="177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5" name="Google Shape;16395;p92"/>
            <p:cNvSpPr/>
            <p:nvPr/>
          </p:nvSpPr>
          <p:spPr>
            <a:xfrm>
              <a:off x="3046302" y="4197448"/>
              <a:ext cx="44506" cy="52887"/>
            </a:xfrm>
            <a:custGeom>
              <a:rect b="b" l="l" r="r" t="t"/>
              <a:pathLst>
                <a:path extrusionOk="0" h="2013" w="1694">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6" name="Google Shape;16396;p92"/>
            <p:cNvSpPr/>
            <p:nvPr/>
          </p:nvSpPr>
          <p:spPr>
            <a:xfrm>
              <a:off x="3111905" y="4183419"/>
              <a:ext cx="34837" cy="55593"/>
            </a:xfrm>
            <a:custGeom>
              <a:rect b="b" l="l" r="r" t="t"/>
              <a:pathLst>
                <a:path extrusionOk="0" h="2116" w="1326">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7" name="Google Shape;16397;p92"/>
            <p:cNvSpPr/>
            <p:nvPr/>
          </p:nvSpPr>
          <p:spPr>
            <a:xfrm>
              <a:off x="3169678" y="4210086"/>
              <a:ext cx="37937" cy="42982"/>
            </a:xfrm>
            <a:custGeom>
              <a:rect b="b" l="l" r="r" t="t"/>
              <a:pathLst>
                <a:path extrusionOk="0" h="1636" w="1444">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8" name="Google Shape;16398;p92"/>
            <p:cNvSpPr/>
            <p:nvPr/>
          </p:nvSpPr>
          <p:spPr>
            <a:xfrm>
              <a:off x="3245316" y="4339740"/>
              <a:ext cx="43034" cy="57826"/>
            </a:xfrm>
            <a:custGeom>
              <a:rect b="b" l="l" r="r" t="t"/>
              <a:pathLst>
                <a:path extrusionOk="0" h="2201" w="1638">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9" name="Google Shape;16399;p92"/>
            <p:cNvSpPr/>
            <p:nvPr/>
          </p:nvSpPr>
          <p:spPr>
            <a:xfrm>
              <a:off x="3187175" y="4355793"/>
              <a:ext cx="41038" cy="49366"/>
            </a:xfrm>
            <a:custGeom>
              <a:rect b="b" l="l" r="r" t="t"/>
              <a:pathLst>
                <a:path extrusionOk="0" h="1879" w="1562">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0" name="Google Shape;16400;p92"/>
            <p:cNvSpPr/>
            <p:nvPr/>
          </p:nvSpPr>
          <p:spPr>
            <a:xfrm>
              <a:off x="3329861" y="4419977"/>
              <a:ext cx="53070" cy="39671"/>
            </a:xfrm>
            <a:custGeom>
              <a:rect b="b" l="l" r="r" t="t"/>
              <a:pathLst>
                <a:path extrusionOk="0" h="1510" w="202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1" name="Google Shape;16401;p92"/>
            <p:cNvSpPr/>
            <p:nvPr/>
          </p:nvSpPr>
          <p:spPr>
            <a:xfrm>
              <a:off x="3187911" y="4418111"/>
              <a:ext cx="136328" cy="94975"/>
            </a:xfrm>
            <a:custGeom>
              <a:rect b="b" l="l" r="r" t="t"/>
              <a:pathLst>
                <a:path extrusionOk="0" h="3615" w="5189">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2" name="Google Shape;16402;p92"/>
            <p:cNvSpPr/>
            <p:nvPr/>
          </p:nvSpPr>
          <p:spPr>
            <a:xfrm>
              <a:off x="3294682" y="4365277"/>
              <a:ext cx="56171" cy="51336"/>
            </a:xfrm>
            <a:custGeom>
              <a:rect b="b" l="l" r="r" t="t"/>
              <a:pathLst>
                <a:path extrusionOk="0" h="1954" w="2138">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3" name="Google Shape;16403;p92"/>
            <p:cNvSpPr/>
            <p:nvPr/>
          </p:nvSpPr>
          <p:spPr>
            <a:xfrm>
              <a:off x="3191011" y="4418111"/>
              <a:ext cx="80026" cy="70384"/>
            </a:xfrm>
            <a:custGeom>
              <a:rect b="b" l="l" r="r" t="t"/>
              <a:pathLst>
                <a:path extrusionOk="0" h="2679" w="3046">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4" name="Google Shape;16404;p92"/>
            <p:cNvSpPr/>
            <p:nvPr/>
          </p:nvSpPr>
          <p:spPr>
            <a:xfrm>
              <a:off x="3187175" y="4355977"/>
              <a:ext cx="33182" cy="49182"/>
            </a:xfrm>
            <a:custGeom>
              <a:rect b="b" l="l" r="r" t="t"/>
              <a:pathLst>
                <a:path extrusionOk="0" h="1872" w="1263">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5" name="Google Shape;16405;p92"/>
            <p:cNvSpPr/>
            <p:nvPr/>
          </p:nvSpPr>
          <p:spPr>
            <a:xfrm>
              <a:off x="3245316" y="4339740"/>
              <a:ext cx="28453" cy="57826"/>
            </a:xfrm>
            <a:custGeom>
              <a:rect b="b" l="l" r="r" t="t"/>
              <a:pathLst>
                <a:path extrusionOk="0" h="2201" w="1083">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6" name="Google Shape;16406;p92"/>
            <p:cNvSpPr/>
            <p:nvPr/>
          </p:nvSpPr>
          <p:spPr>
            <a:xfrm>
              <a:off x="3296338" y="4365198"/>
              <a:ext cx="51047" cy="44033"/>
            </a:xfrm>
            <a:custGeom>
              <a:rect b="b" l="l" r="r" t="t"/>
              <a:pathLst>
                <a:path extrusionOk="0" h="1676" w="1943">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7" name="Google Shape;16407;p92"/>
            <p:cNvSpPr/>
            <p:nvPr/>
          </p:nvSpPr>
          <p:spPr>
            <a:xfrm>
              <a:off x="3333697" y="4419898"/>
              <a:ext cx="46844" cy="28138"/>
            </a:xfrm>
            <a:custGeom>
              <a:rect b="b" l="l" r="r" t="t"/>
              <a:pathLst>
                <a:path extrusionOk="0" h="1071" w="1783">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408" name="Google Shape;16408;p92"/>
          <p:cNvGrpSpPr/>
          <p:nvPr/>
        </p:nvGrpSpPr>
        <p:grpSpPr>
          <a:xfrm>
            <a:off x="6906101" y="2766990"/>
            <a:ext cx="274550" cy="354728"/>
            <a:chOff x="7606826" y="2419290"/>
            <a:chExt cx="274550" cy="354728"/>
          </a:xfrm>
        </p:grpSpPr>
        <p:sp>
          <p:nvSpPr>
            <p:cNvPr id="16409" name="Google Shape;16409;p92"/>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0" name="Google Shape;16410;p92"/>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1" name="Google Shape;16411;p92"/>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2" name="Google Shape;16412;p92"/>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3" name="Google Shape;16413;p92"/>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4" name="Google Shape;16414;p92"/>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5" name="Google Shape;16415;p92"/>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6" name="Google Shape;16416;p92"/>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7" name="Google Shape;16417;p92"/>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8" name="Google Shape;16418;p92"/>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9" name="Google Shape;16419;p92"/>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0" name="Google Shape;16420;p92"/>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1" name="Google Shape;16421;p92"/>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2" name="Google Shape;16422;p92"/>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3" name="Google Shape;16423;p92"/>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424" name="Google Shape;16424;p92"/>
          <p:cNvGrpSpPr/>
          <p:nvPr/>
        </p:nvGrpSpPr>
        <p:grpSpPr>
          <a:xfrm>
            <a:off x="7536994" y="2777003"/>
            <a:ext cx="263316" cy="354728"/>
            <a:chOff x="8062968" y="2419290"/>
            <a:chExt cx="263316" cy="354728"/>
          </a:xfrm>
        </p:grpSpPr>
        <p:sp>
          <p:nvSpPr>
            <p:cNvPr id="16425" name="Google Shape;16425;p92"/>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6" name="Google Shape;16426;p92"/>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7" name="Google Shape;16427;p92"/>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8" name="Google Shape;16428;p92"/>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9" name="Google Shape;16429;p92"/>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0" name="Google Shape;16430;p92"/>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1" name="Google Shape;16431;p92"/>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2" name="Google Shape;16432;p92"/>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3" name="Google Shape;16433;p92"/>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4" name="Google Shape;16434;p92"/>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5" name="Google Shape;16435;p92"/>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6" name="Google Shape;16436;p92"/>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7" name="Google Shape;16437;p92"/>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8" name="Google Shape;16438;p92"/>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9" name="Google Shape;16439;p92"/>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0" name="Google Shape;16440;p92"/>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1" name="Google Shape;16441;p92"/>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442" name="Google Shape;16442;p92"/>
          <p:cNvSpPr txBox="1"/>
          <p:nvPr/>
        </p:nvSpPr>
        <p:spPr>
          <a:xfrm>
            <a:off x="716700" y="1188000"/>
            <a:ext cx="7710600" cy="76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lt1"/>
                </a:solidFill>
              </a:rPr>
              <a:t>You can </a:t>
            </a:r>
            <a:r>
              <a:rPr b="1" lang="en" sz="1100">
                <a:solidFill>
                  <a:schemeClr val="hlink"/>
                </a:solidFill>
              </a:rPr>
              <a:t>resize </a:t>
            </a:r>
            <a:r>
              <a:rPr lang="en" sz="1100">
                <a:solidFill>
                  <a:schemeClr val="lt1"/>
                </a:solidFill>
              </a:rPr>
              <a:t>these icons without losing quality.</a:t>
            </a:r>
            <a:endParaRPr sz="1100">
              <a:solidFill>
                <a:schemeClr val="lt1"/>
              </a:solidFill>
            </a:endParaRPr>
          </a:p>
          <a:p>
            <a:pPr indent="0" lvl="0" marL="0" rtl="0" algn="ctr">
              <a:spcBef>
                <a:spcPts val="0"/>
              </a:spcBef>
              <a:spcAft>
                <a:spcPts val="0"/>
              </a:spcAft>
              <a:buClr>
                <a:schemeClr val="dk1"/>
              </a:buClr>
              <a:buSzPts val="1100"/>
              <a:buFont typeface="Arial"/>
              <a:buNone/>
            </a:pPr>
            <a:r>
              <a:rPr lang="en" sz="1100">
                <a:solidFill>
                  <a:schemeClr val="lt1"/>
                </a:solidFill>
              </a:rPr>
              <a:t>You can </a:t>
            </a:r>
            <a:r>
              <a:rPr b="1" lang="en" sz="1100">
                <a:solidFill>
                  <a:schemeClr val="hlink"/>
                </a:solidFill>
              </a:rPr>
              <a:t>change the stroke and fill color</a:t>
            </a:r>
            <a:r>
              <a:rPr lang="en" sz="1100">
                <a:solidFill>
                  <a:schemeClr val="lt1"/>
                </a:solidFill>
              </a:rPr>
              <a:t>; just select the icon and click on the </a:t>
            </a:r>
            <a:r>
              <a:rPr b="1" lang="en" sz="1100">
                <a:solidFill>
                  <a:schemeClr val="hlink"/>
                </a:solidFill>
              </a:rPr>
              <a:t>paint bucket/pen</a:t>
            </a:r>
            <a:r>
              <a:rPr lang="en" sz="1100">
                <a:solidFill>
                  <a:schemeClr val="lt1"/>
                </a:solidFill>
              </a:rPr>
              <a:t>.</a:t>
            </a:r>
            <a:endParaRPr sz="1100">
              <a:solidFill>
                <a:schemeClr val="lt1"/>
              </a:solidFill>
            </a:endParaRPr>
          </a:p>
          <a:p>
            <a:pPr indent="0" lvl="0" marL="0" rtl="0" algn="ctr">
              <a:spcBef>
                <a:spcPts val="0"/>
              </a:spcBef>
              <a:spcAft>
                <a:spcPts val="0"/>
              </a:spcAft>
              <a:buClr>
                <a:schemeClr val="dk1"/>
              </a:buClr>
              <a:buSzPts val="1100"/>
              <a:buFont typeface="Arial"/>
              <a:buNone/>
            </a:pPr>
            <a:r>
              <a:rPr lang="en" sz="1100">
                <a:solidFill>
                  <a:schemeClr val="lt1"/>
                </a:solidFill>
              </a:rPr>
              <a:t>In Google Slides, you can also use </a:t>
            </a:r>
            <a:r>
              <a:rPr b="1" lang="en" sz="1100">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16443" name="Google Shape;16443;p92"/>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...and our sets of editable icons</a:t>
            </a:r>
            <a:endParaRPr/>
          </a:p>
        </p:txBody>
      </p:sp>
      <p:grpSp>
        <p:nvGrpSpPr>
          <p:cNvPr id="16444" name="Google Shape;16444;p92"/>
          <p:cNvGrpSpPr/>
          <p:nvPr/>
        </p:nvGrpSpPr>
        <p:grpSpPr>
          <a:xfrm>
            <a:off x="1089824" y="4149725"/>
            <a:ext cx="364280" cy="363684"/>
            <a:chOff x="836325" y="4149725"/>
            <a:chExt cx="364280" cy="363684"/>
          </a:xfrm>
        </p:grpSpPr>
        <p:sp>
          <p:nvSpPr>
            <p:cNvPr id="16445" name="Google Shape;16445;p92"/>
            <p:cNvSpPr/>
            <p:nvPr/>
          </p:nvSpPr>
          <p:spPr>
            <a:xfrm>
              <a:off x="836325" y="4428035"/>
              <a:ext cx="86394" cy="85374"/>
            </a:xfrm>
            <a:custGeom>
              <a:rect b="b" l="l" r="r" t="t"/>
              <a:pathLst>
                <a:path extrusionOk="0" h="10203" w="10325">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6" name="Google Shape;16446;p92"/>
            <p:cNvSpPr/>
            <p:nvPr/>
          </p:nvSpPr>
          <p:spPr>
            <a:xfrm>
              <a:off x="836325" y="4373908"/>
              <a:ext cx="60045" cy="58999"/>
            </a:xfrm>
            <a:custGeom>
              <a:rect b="b" l="l" r="r" t="t"/>
              <a:pathLst>
                <a:path extrusionOk="0" h="7051" w="7176">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7" name="Google Shape;16447;p92"/>
            <p:cNvSpPr/>
            <p:nvPr/>
          </p:nvSpPr>
          <p:spPr>
            <a:xfrm>
              <a:off x="916801" y="4454384"/>
              <a:ext cx="60045" cy="58999"/>
            </a:xfrm>
            <a:custGeom>
              <a:rect b="b" l="l" r="r" t="t"/>
              <a:pathLst>
                <a:path extrusionOk="0" h="7051" w="7176">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8" name="Google Shape;16448;p92"/>
            <p:cNvSpPr/>
            <p:nvPr/>
          </p:nvSpPr>
          <p:spPr>
            <a:xfrm>
              <a:off x="901229" y="4149725"/>
              <a:ext cx="298594" cy="157234"/>
            </a:xfrm>
            <a:custGeom>
              <a:rect b="b" l="l" r="r" t="t"/>
              <a:pathLst>
                <a:path extrusionOk="0" h="18791" w="35685">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9" name="Google Shape;16449;p92"/>
            <p:cNvSpPr/>
            <p:nvPr/>
          </p:nvSpPr>
          <p:spPr>
            <a:xfrm>
              <a:off x="951985" y="4150026"/>
              <a:ext cx="248255" cy="248163"/>
            </a:xfrm>
            <a:custGeom>
              <a:rect b="b" l="l" r="r" t="t"/>
              <a:pathLst>
                <a:path extrusionOk="0" h="29658" w="29669">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0" name="Google Shape;16450;p92"/>
            <p:cNvSpPr/>
            <p:nvPr/>
          </p:nvSpPr>
          <p:spPr>
            <a:xfrm>
              <a:off x="1046141" y="4150445"/>
              <a:ext cx="154464" cy="298017"/>
            </a:xfrm>
            <a:custGeom>
              <a:rect b="b" l="l" r="r" t="t"/>
              <a:pathLst>
                <a:path extrusionOk="0" h="35616" w="1846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1" name="Google Shape;16451;p92"/>
            <p:cNvSpPr/>
            <p:nvPr/>
          </p:nvSpPr>
          <p:spPr>
            <a:xfrm>
              <a:off x="952454" y="4150244"/>
              <a:ext cx="247787" cy="247946"/>
            </a:xfrm>
            <a:custGeom>
              <a:rect b="b" l="l" r="r" t="t"/>
              <a:pathLst>
                <a:path extrusionOk="0" h="29632" w="29613">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6455" name="Shape 16455"/>
        <p:cNvGrpSpPr/>
        <p:nvPr/>
      </p:nvGrpSpPr>
      <p:grpSpPr>
        <a:xfrm>
          <a:off x="0" y="0"/>
          <a:ext cx="0" cy="0"/>
          <a:chOff x="0" y="0"/>
          <a:chExt cx="0" cy="0"/>
        </a:xfrm>
      </p:grpSpPr>
      <p:grpSp>
        <p:nvGrpSpPr>
          <p:cNvPr id="16456" name="Google Shape;16456;p93"/>
          <p:cNvGrpSpPr/>
          <p:nvPr/>
        </p:nvGrpSpPr>
        <p:grpSpPr>
          <a:xfrm>
            <a:off x="4655438" y="1588417"/>
            <a:ext cx="369948" cy="370132"/>
            <a:chOff x="4682526" y="1512217"/>
            <a:chExt cx="369948" cy="370132"/>
          </a:xfrm>
        </p:grpSpPr>
        <p:sp>
          <p:nvSpPr>
            <p:cNvPr id="16457" name="Google Shape;16457;p93"/>
            <p:cNvSpPr/>
            <p:nvPr/>
          </p:nvSpPr>
          <p:spPr>
            <a:xfrm>
              <a:off x="4921192"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8" name="Google Shape;16458;p93"/>
            <p:cNvSpPr/>
            <p:nvPr/>
          </p:nvSpPr>
          <p:spPr>
            <a:xfrm>
              <a:off x="4945036"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9" name="Google Shape;16459;p93"/>
            <p:cNvSpPr/>
            <p:nvPr/>
          </p:nvSpPr>
          <p:spPr>
            <a:xfrm>
              <a:off x="4682526"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0" name="Google Shape;16460;p93"/>
            <p:cNvSpPr/>
            <p:nvPr/>
          </p:nvSpPr>
          <p:spPr>
            <a:xfrm>
              <a:off x="4706343"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1" name="Google Shape;16461;p93"/>
            <p:cNvSpPr/>
            <p:nvPr/>
          </p:nvSpPr>
          <p:spPr>
            <a:xfrm>
              <a:off x="4694434" y="1547942"/>
              <a:ext cx="346131" cy="320006"/>
            </a:xfrm>
            <a:custGeom>
              <a:rect b="b" l="l" r="r" t="t"/>
              <a:pathLst>
                <a:path extrusionOk="0" h="12200" w="13196">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2" name="Google Shape;16462;p93"/>
            <p:cNvSpPr/>
            <p:nvPr/>
          </p:nvSpPr>
          <p:spPr>
            <a:xfrm>
              <a:off x="4694434" y="1547942"/>
              <a:ext cx="174849" cy="320163"/>
            </a:xfrm>
            <a:custGeom>
              <a:rect b="b" l="l" r="r" t="t"/>
              <a:pathLst>
                <a:path extrusionOk="0" h="12206" w="6666">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3" name="Google Shape;16463;p93"/>
            <p:cNvSpPr/>
            <p:nvPr/>
          </p:nvSpPr>
          <p:spPr>
            <a:xfrm>
              <a:off x="4826397" y="1738975"/>
              <a:ext cx="82021" cy="143373"/>
            </a:xfrm>
            <a:custGeom>
              <a:rect b="b" l="l" r="r" t="t"/>
              <a:pathLst>
                <a:path extrusionOk="0" h="5466" w="3127">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4" name="Google Shape;16464;p93"/>
            <p:cNvSpPr/>
            <p:nvPr/>
          </p:nvSpPr>
          <p:spPr>
            <a:xfrm>
              <a:off x="4826397" y="1738975"/>
              <a:ext cx="82205" cy="101484"/>
            </a:xfrm>
            <a:custGeom>
              <a:rect b="b" l="l" r="r" t="t"/>
              <a:pathLst>
                <a:path extrusionOk="0" h="3869" w="3134">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5" name="Google Shape;16465;p93"/>
            <p:cNvSpPr/>
            <p:nvPr/>
          </p:nvSpPr>
          <p:spPr>
            <a:xfrm>
              <a:off x="4766121" y="1685256"/>
              <a:ext cx="41811" cy="53745"/>
            </a:xfrm>
            <a:custGeom>
              <a:rect b="b" l="l" r="r" t="t"/>
              <a:pathLst>
                <a:path extrusionOk="0" h="2049" w="1594">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6" name="Google Shape;16466;p93"/>
            <p:cNvSpPr/>
            <p:nvPr/>
          </p:nvSpPr>
          <p:spPr>
            <a:xfrm>
              <a:off x="4783905" y="1685256"/>
              <a:ext cx="24027" cy="41811"/>
            </a:xfrm>
            <a:custGeom>
              <a:rect b="b" l="l" r="r" t="t"/>
              <a:pathLst>
                <a:path extrusionOk="0" h="1594" w="916">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7" name="Google Shape;16467;p93"/>
            <p:cNvSpPr/>
            <p:nvPr/>
          </p:nvSpPr>
          <p:spPr>
            <a:xfrm>
              <a:off x="4778029" y="1691315"/>
              <a:ext cx="17810" cy="17810"/>
            </a:xfrm>
            <a:custGeom>
              <a:rect b="b" l="l" r="r" t="t"/>
              <a:pathLst>
                <a:path extrusionOk="0" h="679" w="679">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8" name="Google Shape;16468;p93"/>
            <p:cNvSpPr/>
            <p:nvPr/>
          </p:nvSpPr>
          <p:spPr>
            <a:xfrm>
              <a:off x="4927252" y="1685256"/>
              <a:ext cx="41811" cy="53745"/>
            </a:xfrm>
            <a:custGeom>
              <a:rect b="b" l="l" r="r" t="t"/>
              <a:pathLst>
                <a:path extrusionOk="0" h="2049" w="1594">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9" name="Google Shape;16469;p93"/>
            <p:cNvSpPr/>
            <p:nvPr/>
          </p:nvSpPr>
          <p:spPr>
            <a:xfrm>
              <a:off x="4945219" y="1685256"/>
              <a:ext cx="23843" cy="41811"/>
            </a:xfrm>
            <a:custGeom>
              <a:rect b="b" l="l" r="r" t="t"/>
              <a:pathLst>
                <a:path extrusionOk="0" h="1594" w="909">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0" name="Google Shape;16470;p93"/>
            <p:cNvSpPr/>
            <p:nvPr/>
          </p:nvSpPr>
          <p:spPr>
            <a:xfrm>
              <a:off x="4939160" y="1691315"/>
              <a:ext cx="17810" cy="17810"/>
            </a:xfrm>
            <a:custGeom>
              <a:rect b="b" l="l" r="r" t="t"/>
              <a:pathLst>
                <a:path extrusionOk="0" h="679" w="679">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1" name="Google Shape;16471;p93"/>
            <p:cNvSpPr/>
            <p:nvPr/>
          </p:nvSpPr>
          <p:spPr>
            <a:xfrm>
              <a:off x="4810922" y="1739001"/>
              <a:ext cx="111005" cy="107412"/>
            </a:xfrm>
            <a:custGeom>
              <a:rect b="b" l="l" r="r" t="t"/>
              <a:pathLst>
                <a:path extrusionOk="0" h="4095" w="4232">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472" name="Google Shape;16472;p93"/>
          <p:cNvGrpSpPr/>
          <p:nvPr/>
        </p:nvGrpSpPr>
        <p:grpSpPr>
          <a:xfrm>
            <a:off x="3565345" y="2056412"/>
            <a:ext cx="381542" cy="370079"/>
            <a:chOff x="3592433" y="1980212"/>
            <a:chExt cx="381542" cy="370079"/>
          </a:xfrm>
        </p:grpSpPr>
        <p:sp>
          <p:nvSpPr>
            <p:cNvPr id="16473" name="Google Shape;16473;p93"/>
            <p:cNvSpPr/>
            <p:nvPr/>
          </p:nvSpPr>
          <p:spPr>
            <a:xfrm>
              <a:off x="3790916" y="1980212"/>
              <a:ext cx="165800" cy="370079"/>
            </a:xfrm>
            <a:custGeom>
              <a:rect b="b" l="l" r="r" t="t"/>
              <a:pathLst>
                <a:path extrusionOk="0" h="14109" w="6321">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4" name="Google Shape;16474;p93"/>
            <p:cNvSpPr/>
            <p:nvPr/>
          </p:nvSpPr>
          <p:spPr>
            <a:xfrm>
              <a:off x="3601509" y="2157448"/>
              <a:ext cx="11935" cy="19777"/>
            </a:xfrm>
            <a:custGeom>
              <a:rect b="b" l="l" r="r" t="t"/>
              <a:pathLst>
                <a:path extrusionOk="0" h="754" w="455">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5" name="Google Shape;16475;p93"/>
            <p:cNvSpPr/>
            <p:nvPr/>
          </p:nvSpPr>
          <p:spPr>
            <a:xfrm>
              <a:off x="3592433" y="2165291"/>
              <a:ext cx="29902" cy="35778"/>
            </a:xfrm>
            <a:custGeom>
              <a:rect b="b" l="l" r="r" t="t"/>
              <a:pathLst>
                <a:path extrusionOk="0" h="1364" w="114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6" name="Google Shape;16476;p93"/>
            <p:cNvSpPr/>
            <p:nvPr/>
          </p:nvSpPr>
          <p:spPr>
            <a:xfrm>
              <a:off x="3722088" y="2190551"/>
              <a:ext cx="61404" cy="80054"/>
            </a:xfrm>
            <a:custGeom>
              <a:rect b="b" l="l" r="r" t="t"/>
              <a:pathLst>
                <a:path extrusionOk="0" h="3052" w="2341">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7" name="Google Shape;16477;p93"/>
            <p:cNvSpPr/>
            <p:nvPr/>
          </p:nvSpPr>
          <p:spPr>
            <a:xfrm>
              <a:off x="3701471" y="2022364"/>
              <a:ext cx="15004" cy="26440"/>
            </a:xfrm>
            <a:custGeom>
              <a:rect b="b" l="l" r="r" t="t"/>
              <a:pathLst>
                <a:path extrusionOk="0" h="1008" w="572">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8" name="Google Shape;16478;p93"/>
            <p:cNvSpPr/>
            <p:nvPr/>
          </p:nvSpPr>
          <p:spPr>
            <a:xfrm>
              <a:off x="3611109" y="2065040"/>
              <a:ext cx="319455" cy="285068"/>
            </a:xfrm>
            <a:custGeom>
              <a:rect b="b" l="l" r="r" t="t"/>
              <a:pathLst>
                <a:path extrusionOk="0" h="10868" w="12179">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9" name="Google Shape;16479;p93"/>
            <p:cNvSpPr/>
            <p:nvPr/>
          </p:nvSpPr>
          <p:spPr>
            <a:xfrm>
              <a:off x="3685628" y="2035636"/>
              <a:ext cx="34361" cy="50886"/>
            </a:xfrm>
            <a:custGeom>
              <a:rect b="b" l="l" r="r" t="t"/>
              <a:pathLst>
                <a:path extrusionOk="0" h="1940" w="131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0" name="Google Shape;16480;p93"/>
            <p:cNvSpPr/>
            <p:nvPr/>
          </p:nvSpPr>
          <p:spPr>
            <a:xfrm>
              <a:off x="3658244" y="2099480"/>
              <a:ext cx="17810" cy="17994"/>
            </a:xfrm>
            <a:custGeom>
              <a:rect b="b" l="l" r="r" t="t"/>
              <a:pathLst>
                <a:path extrusionOk="0" h="686" w="679">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1" name="Google Shape;16481;p93"/>
            <p:cNvSpPr/>
            <p:nvPr/>
          </p:nvSpPr>
          <p:spPr>
            <a:xfrm>
              <a:off x="3645077" y="2133264"/>
              <a:ext cx="89497" cy="35594"/>
            </a:xfrm>
            <a:custGeom>
              <a:rect b="b" l="l" r="r" t="t"/>
              <a:pathLst>
                <a:path extrusionOk="0" h="1357" w="3412">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2" name="Google Shape;16482;p93"/>
            <p:cNvSpPr/>
            <p:nvPr/>
          </p:nvSpPr>
          <p:spPr>
            <a:xfrm>
              <a:off x="3623752" y="2119231"/>
              <a:ext cx="20459" cy="24394"/>
            </a:xfrm>
            <a:custGeom>
              <a:rect b="b" l="l" r="r" t="t"/>
              <a:pathLst>
                <a:path extrusionOk="0" h="930" w="78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3" name="Google Shape;16483;p93"/>
            <p:cNvSpPr/>
            <p:nvPr/>
          </p:nvSpPr>
          <p:spPr>
            <a:xfrm>
              <a:off x="3744856" y="2237660"/>
              <a:ext cx="88421" cy="88789"/>
            </a:xfrm>
            <a:custGeom>
              <a:rect b="b" l="l" r="r" t="t"/>
              <a:pathLst>
                <a:path extrusionOk="0" h="3385" w="3371">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4" name="Google Shape;16484;p93"/>
            <p:cNvSpPr/>
            <p:nvPr/>
          </p:nvSpPr>
          <p:spPr>
            <a:xfrm>
              <a:off x="3829159" y="1998626"/>
              <a:ext cx="144816" cy="333147"/>
            </a:xfrm>
            <a:custGeom>
              <a:rect b="b" l="l" r="r" t="t"/>
              <a:pathLst>
                <a:path extrusionOk="0" h="12701" w="5521">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485" name="Google Shape;16485;p93"/>
          <p:cNvGrpSpPr/>
          <p:nvPr/>
        </p:nvGrpSpPr>
        <p:grpSpPr>
          <a:xfrm>
            <a:off x="1371494" y="3049690"/>
            <a:ext cx="371391" cy="235126"/>
            <a:chOff x="1398582" y="2973490"/>
            <a:chExt cx="371391" cy="235126"/>
          </a:xfrm>
        </p:grpSpPr>
        <p:sp>
          <p:nvSpPr>
            <p:cNvPr id="16486" name="Google Shape;16486;p93"/>
            <p:cNvSpPr/>
            <p:nvPr/>
          </p:nvSpPr>
          <p:spPr>
            <a:xfrm>
              <a:off x="1398582" y="2973490"/>
              <a:ext cx="44302" cy="114704"/>
            </a:xfrm>
            <a:custGeom>
              <a:rect b="b" l="l" r="r" t="t"/>
              <a:pathLst>
                <a:path extrusionOk="0" h="4373" w="1689">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7" name="Google Shape;16487;p93"/>
            <p:cNvSpPr/>
            <p:nvPr/>
          </p:nvSpPr>
          <p:spPr>
            <a:xfrm>
              <a:off x="1403907" y="2991903"/>
              <a:ext cx="38847" cy="96290"/>
            </a:xfrm>
            <a:custGeom>
              <a:rect b="b" l="l" r="r" t="t"/>
              <a:pathLst>
                <a:path extrusionOk="0" h="3671" w="1481">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8" name="Google Shape;16488;p93"/>
            <p:cNvSpPr/>
            <p:nvPr/>
          </p:nvSpPr>
          <p:spPr>
            <a:xfrm>
              <a:off x="1459226" y="3099210"/>
              <a:ext cx="280320" cy="80001"/>
            </a:xfrm>
            <a:custGeom>
              <a:rect b="b" l="l" r="r" t="t"/>
              <a:pathLst>
                <a:path extrusionOk="0" h="3050" w="10687">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9" name="Google Shape;16489;p93"/>
            <p:cNvSpPr/>
            <p:nvPr/>
          </p:nvSpPr>
          <p:spPr>
            <a:xfrm>
              <a:off x="1459226" y="3099210"/>
              <a:ext cx="276071" cy="71870"/>
            </a:xfrm>
            <a:custGeom>
              <a:rect b="b" l="l" r="r" t="t"/>
              <a:pathLst>
                <a:path extrusionOk="0" h="2740" w="10525">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0" name="Google Shape;16490;p93"/>
            <p:cNvSpPr/>
            <p:nvPr/>
          </p:nvSpPr>
          <p:spPr>
            <a:xfrm>
              <a:off x="1446609" y="3061780"/>
              <a:ext cx="323363" cy="65732"/>
            </a:xfrm>
            <a:custGeom>
              <a:rect b="b" l="l" r="r" t="t"/>
              <a:pathLst>
                <a:path extrusionOk="0" h="2506" w="12328">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1" name="Google Shape;16491;p93"/>
            <p:cNvSpPr/>
            <p:nvPr/>
          </p:nvSpPr>
          <p:spPr>
            <a:xfrm>
              <a:off x="1404615" y="3076076"/>
              <a:ext cx="72237" cy="102481"/>
            </a:xfrm>
            <a:custGeom>
              <a:rect b="b" l="l" r="r" t="t"/>
              <a:pathLst>
                <a:path extrusionOk="0" h="3907" w="2754">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2" name="Google Shape;16492;p93"/>
            <p:cNvSpPr/>
            <p:nvPr/>
          </p:nvSpPr>
          <p:spPr>
            <a:xfrm>
              <a:off x="1650967" y="3040324"/>
              <a:ext cx="110455" cy="168292"/>
            </a:xfrm>
            <a:custGeom>
              <a:rect b="b" l="l" r="r" t="t"/>
              <a:pathLst>
                <a:path extrusionOk="0" h="6416" w="4211">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3" name="Google Shape;16493;p93"/>
            <p:cNvSpPr/>
            <p:nvPr/>
          </p:nvSpPr>
          <p:spPr>
            <a:xfrm>
              <a:off x="1521312" y="3032953"/>
              <a:ext cx="138730" cy="154259"/>
            </a:xfrm>
            <a:custGeom>
              <a:rect b="b" l="l" r="r" t="t"/>
              <a:pathLst>
                <a:path extrusionOk="0" h="5881" w="5289">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4" name="Google Shape;16494;p93"/>
            <p:cNvSpPr/>
            <p:nvPr/>
          </p:nvSpPr>
          <p:spPr>
            <a:xfrm>
              <a:off x="1428642" y="3100260"/>
              <a:ext cx="30086" cy="36145"/>
            </a:xfrm>
            <a:custGeom>
              <a:rect b="b" l="l" r="r" t="t"/>
              <a:pathLst>
                <a:path extrusionOk="0" h="1378" w="1147">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5" name="Google Shape;16495;p93"/>
            <p:cNvSpPr/>
            <p:nvPr/>
          </p:nvSpPr>
          <p:spPr>
            <a:xfrm>
              <a:off x="1446609" y="3100443"/>
              <a:ext cx="12118" cy="23948"/>
            </a:xfrm>
            <a:custGeom>
              <a:rect b="b" l="l" r="r" t="t"/>
              <a:pathLst>
                <a:path extrusionOk="0" h="913" w="462">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6" name="Google Shape;16496;p93"/>
            <p:cNvSpPr/>
            <p:nvPr/>
          </p:nvSpPr>
          <p:spPr>
            <a:xfrm>
              <a:off x="1440734" y="3106319"/>
              <a:ext cx="11935" cy="11935"/>
            </a:xfrm>
            <a:custGeom>
              <a:rect b="b" l="l" r="r" t="t"/>
              <a:pathLst>
                <a:path extrusionOk="0" h="455" w="455">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7" name="Google Shape;16497;p93"/>
            <p:cNvSpPr/>
            <p:nvPr/>
          </p:nvSpPr>
          <p:spPr>
            <a:xfrm>
              <a:off x="1404615" y="3081584"/>
              <a:ext cx="56054" cy="96972"/>
            </a:xfrm>
            <a:custGeom>
              <a:rect b="b" l="l" r="r" t="t"/>
              <a:pathLst>
                <a:path extrusionOk="0" h="3697" w="2137">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8" name="Google Shape;16498;p93"/>
            <p:cNvSpPr/>
            <p:nvPr/>
          </p:nvSpPr>
          <p:spPr>
            <a:xfrm>
              <a:off x="1414582" y="3154005"/>
              <a:ext cx="76513" cy="54611"/>
            </a:xfrm>
            <a:custGeom>
              <a:rect b="b" l="l" r="r" t="t"/>
              <a:pathLst>
                <a:path extrusionOk="0" h="2082" w="2917">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9" name="Google Shape;16499;p93"/>
            <p:cNvSpPr/>
            <p:nvPr/>
          </p:nvSpPr>
          <p:spPr>
            <a:xfrm>
              <a:off x="1474702" y="3154372"/>
              <a:ext cx="32210" cy="54244"/>
            </a:xfrm>
            <a:custGeom>
              <a:rect b="b" l="l" r="r" t="t"/>
              <a:pathLst>
                <a:path extrusionOk="0" h="2068" w="1228">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0" name="Google Shape;16500;p93"/>
            <p:cNvSpPr/>
            <p:nvPr/>
          </p:nvSpPr>
          <p:spPr>
            <a:xfrm>
              <a:off x="1469534" y="3061859"/>
              <a:ext cx="102664" cy="48027"/>
            </a:xfrm>
            <a:custGeom>
              <a:rect b="b" l="l" r="r" t="t"/>
              <a:pathLst>
                <a:path extrusionOk="0" h="1831" w="3914">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01" name="Google Shape;16501;p93"/>
          <p:cNvGrpSpPr/>
          <p:nvPr/>
        </p:nvGrpSpPr>
        <p:grpSpPr>
          <a:xfrm>
            <a:off x="823707" y="1588417"/>
            <a:ext cx="370132" cy="370132"/>
            <a:chOff x="850795" y="1512217"/>
            <a:chExt cx="370132" cy="370132"/>
          </a:xfrm>
        </p:grpSpPr>
        <p:sp>
          <p:nvSpPr>
            <p:cNvPr id="16502" name="Google Shape;16502;p93"/>
            <p:cNvSpPr/>
            <p:nvPr/>
          </p:nvSpPr>
          <p:spPr>
            <a:xfrm>
              <a:off x="1089462" y="1512217"/>
              <a:ext cx="131465" cy="131281"/>
            </a:xfrm>
            <a:custGeom>
              <a:rect b="b" l="l" r="r" t="t"/>
              <a:pathLst>
                <a:path extrusionOk="0" h="5005" w="5012">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3" name="Google Shape;16503;p93"/>
            <p:cNvSpPr/>
            <p:nvPr/>
          </p:nvSpPr>
          <p:spPr>
            <a:xfrm>
              <a:off x="1113488" y="1536034"/>
              <a:ext cx="83438" cy="83621"/>
            </a:xfrm>
            <a:custGeom>
              <a:rect b="b" l="l" r="r" t="t"/>
              <a:pathLst>
                <a:path extrusionOk="0" h="3188" w="3181">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4" name="Google Shape;16504;p93"/>
            <p:cNvSpPr/>
            <p:nvPr/>
          </p:nvSpPr>
          <p:spPr>
            <a:xfrm>
              <a:off x="850795"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5" name="Google Shape;16505;p93"/>
            <p:cNvSpPr/>
            <p:nvPr/>
          </p:nvSpPr>
          <p:spPr>
            <a:xfrm>
              <a:off x="874612"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6" name="Google Shape;16506;p93"/>
            <p:cNvSpPr/>
            <p:nvPr/>
          </p:nvSpPr>
          <p:spPr>
            <a:xfrm>
              <a:off x="862703" y="1547942"/>
              <a:ext cx="346315" cy="334406"/>
            </a:xfrm>
            <a:custGeom>
              <a:rect b="b" l="l" r="r" t="t"/>
              <a:pathLst>
                <a:path extrusionOk="0" h="12749" w="13203">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7" name="Google Shape;16507;p93"/>
            <p:cNvSpPr/>
            <p:nvPr/>
          </p:nvSpPr>
          <p:spPr>
            <a:xfrm>
              <a:off x="1058353" y="1661387"/>
              <a:ext cx="120789" cy="115202"/>
            </a:xfrm>
            <a:custGeom>
              <a:rect b="b" l="l" r="r" t="t"/>
              <a:pathLst>
                <a:path extrusionOk="0" h="4392" w="4605">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8" name="Google Shape;16508;p93"/>
            <p:cNvSpPr/>
            <p:nvPr/>
          </p:nvSpPr>
          <p:spPr>
            <a:xfrm>
              <a:off x="862703" y="1552034"/>
              <a:ext cx="165249" cy="330131"/>
            </a:xfrm>
            <a:custGeom>
              <a:rect b="b" l="l" r="r" t="t"/>
              <a:pathLst>
                <a:path extrusionOk="0" h="12586" w="630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9" name="Google Shape;16509;p93"/>
            <p:cNvSpPr/>
            <p:nvPr/>
          </p:nvSpPr>
          <p:spPr>
            <a:xfrm>
              <a:off x="108946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0" name="Google Shape;16510;p93"/>
            <p:cNvSpPr/>
            <p:nvPr/>
          </p:nvSpPr>
          <p:spPr>
            <a:xfrm>
              <a:off x="110742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1" name="Google Shape;16511;p93"/>
            <p:cNvSpPr/>
            <p:nvPr/>
          </p:nvSpPr>
          <p:spPr>
            <a:xfrm>
              <a:off x="1101554" y="1697164"/>
              <a:ext cx="11961" cy="11961"/>
            </a:xfrm>
            <a:custGeom>
              <a:rect b="b" l="l" r="r" t="t"/>
              <a:pathLst>
                <a:path extrusionOk="0" h="456" w="456">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2" name="Google Shape;16512;p93"/>
            <p:cNvSpPr/>
            <p:nvPr/>
          </p:nvSpPr>
          <p:spPr>
            <a:xfrm>
              <a:off x="976174" y="1780759"/>
              <a:ext cx="119373" cy="77562"/>
            </a:xfrm>
            <a:custGeom>
              <a:rect b="b" l="l" r="r" t="t"/>
              <a:pathLst>
                <a:path extrusionOk="0" h="2957" w="4551">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3" name="Google Shape;16513;p93"/>
            <p:cNvSpPr/>
            <p:nvPr/>
          </p:nvSpPr>
          <p:spPr>
            <a:xfrm>
              <a:off x="1006050" y="1762976"/>
              <a:ext cx="59621" cy="41653"/>
            </a:xfrm>
            <a:custGeom>
              <a:rect b="b" l="l" r="r" t="t"/>
              <a:pathLst>
                <a:path extrusionOk="0" h="1588" w="2273">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4" name="Google Shape;16514;p93"/>
            <p:cNvSpPr/>
            <p:nvPr/>
          </p:nvSpPr>
          <p:spPr>
            <a:xfrm>
              <a:off x="975282" y="1798360"/>
              <a:ext cx="121156" cy="33024"/>
            </a:xfrm>
            <a:custGeom>
              <a:rect b="b" l="l" r="r" t="t"/>
              <a:pathLst>
                <a:path extrusionOk="0" h="1259" w="4619">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5" name="Google Shape;16515;p93"/>
            <p:cNvSpPr/>
            <p:nvPr/>
          </p:nvSpPr>
          <p:spPr>
            <a:xfrm>
              <a:off x="1006050" y="1765992"/>
              <a:ext cx="49470" cy="38820"/>
            </a:xfrm>
            <a:custGeom>
              <a:rect b="b" l="l" r="r" t="t"/>
              <a:pathLst>
                <a:path extrusionOk="0" h="1480" w="1886">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6" name="Google Shape;16516;p93"/>
            <p:cNvSpPr/>
            <p:nvPr/>
          </p:nvSpPr>
          <p:spPr>
            <a:xfrm>
              <a:off x="892396" y="1661387"/>
              <a:ext cx="120789" cy="115202"/>
            </a:xfrm>
            <a:custGeom>
              <a:rect b="b" l="l" r="r" t="t"/>
              <a:pathLst>
                <a:path extrusionOk="0" h="4392" w="4605">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7" name="Google Shape;16517;p93"/>
            <p:cNvSpPr/>
            <p:nvPr/>
          </p:nvSpPr>
          <p:spPr>
            <a:xfrm>
              <a:off x="946298" y="1691315"/>
              <a:ext cx="35778" cy="41811"/>
            </a:xfrm>
            <a:custGeom>
              <a:rect b="b" l="l" r="r" t="t"/>
              <a:pathLst>
                <a:path extrusionOk="0" h="1594" w="1364">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8" name="Google Shape;16518;p93"/>
            <p:cNvSpPr/>
            <p:nvPr/>
          </p:nvSpPr>
          <p:spPr>
            <a:xfrm>
              <a:off x="964266" y="1691315"/>
              <a:ext cx="17810" cy="29771"/>
            </a:xfrm>
            <a:custGeom>
              <a:rect b="b" l="l" r="r" t="t"/>
              <a:pathLst>
                <a:path extrusionOk="0" h="1135" w="679">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9" name="Google Shape;16519;p93"/>
            <p:cNvSpPr/>
            <p:nvPr/>
          </p:nvSpPr>
          <p:spPr>
            <a:xfrm>
              <a:off x="958207" y="1697164"/>
              <a:ext cx="11935" cy="11961"/>
            </a:xfrm>
            <a:custGeom>
              <a:rect b="b" l="l" r="r" t="t"/>
              <a:pathLst>
                <a:path extrusionOk="0" h="456" w="455">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20" name="Google Shape;16520;p93"/>
          <p:cNvGrpSpPr/>
          <p:nvPr/>
        </p:nvGrpSpPr>
        <p:grpSpPr>
          <a:xfrm>
            <a:off x="8011409" y="2982279"/>
            <a:ext cx="236568" cy="370105"/>
            <a:chOff x="8038497" y="2906079"/>
            <a:chExt cx="236568" cy="370105"/>
          </a:xfrm>
        </p:grpSpPr>
        <p:sp>
          <p:nvSpPr>
            <p:cNvPr id="16521" name="Google Shape;16521;p93"/>
            <p:cNvSpPr/>
            <p:nvPr/>
          </p:nvSpPr>
          <p:spPr>
            <a:xfrm>
              <a:off x="8114616" y="3032508"/>
              <a:ext cx="55345" cy="237801"/>
            </a:xfrm>
            <a:custGeom>
              <a:rect b="b" l="l" r="r" t="t"/>
              <a:pathLst>
                <a:path extrusionOk="0" h="9066" w="211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2" name="Google Shape;16522;p93"/>
            <p:cNvSpPr/>
            <p:nvPr/>
          </p:nvSpPr>
          <p:spPr>
            <a:xfrm>
              <a:off x="8114800" y="2997123"/>
              <a:ext cx="83070" cy="273185"/>
            </a:xfrm>
            <a:custGeom>
              <a:rect b="b" l="l" r="r" t="t"/>
              <a:pathLst>
                <a:path extrusionOk="0" h="10415" w="3167">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3" name="Google Shape;16523;p93"/>
            <p:cNvSpPr/>
            <p:nvPr/>
          </p:nvSpPr>
          <p:spPr>
            <a:xfrm>
              <a:off x="8104649" y="3264433"/>
              <a:ext cx="74729" cy="11751"/>
            </a:xfrm>
            <a:custGeom>
              <a:rect b="b" l="l" r="r" t="t"/>
              <a:pathLst>
                <a:path extrusionOk="0" h="448" w="2849">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4" name="Google Shape;16524;p93"/>
            <p:cNvSpPr/>
            <p:nvPr/>
          </p:nvSpPr>
          <p:spPr>
            <a:xfrm>
              <a:off x="8139666" y="2906079"/>
              <a:ext cx="60355" cy="104763"/>
            </a:xfrm>
            <a:custGeom>
              <a:rect b="b" l="l" r="r" t="t"/>
              <a:pathLst>
                <a:path extrusionOk="0" h="3994" w="2301">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5" name="Google Shape;16525;p93"/>
            <p:cNvSpPr/>
            <p:nvPr/>
          </p:nvSpPr>
          <p:spPr>
            <a:xfrm>
              <a:off x="8038497" y="2975169"/>
              <a:ext cx="133065" cy="50598"/>
            </a:xfrm>
            <a:custGeom>
              <a:rect b="b" l="l" r="r" t="t"/>
              <a:pathLst>
                <a:path extrusionOk="0" h="1929" w="5073">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6" name="Google Shape;16526;p93"/>
            <p:cNvSpPr/>
            <p:nvPr/>
          </p:nvSpPr>
          <p:spPr>
            <a:xfrm>
              <a:off x="8171535" y="2996048"/>
              <a:ext cx="93221" cy="82152"/>
            </a:xfrm>
            <a:custGeom>
              <a:rect b="b" l="l" r="r" t="t"/>
              <a:pathLst>
                <a:path extrusionOk="0" h="3132" w="3554">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7" name="Google Shape;16527;p93"/>
            <p:cNvSpPr/>
            <p:nvPr/>
          </p:nvSpPr>
          <p:spPr>
            <a:xfrm>
              <a:off x="8067297" y="2917646"/>
              <a:ext cx="207768" cy="93195"/>
            </a:xfrm>
            <a:custGeom>
              <a:rect b="b" l="l" r="r" t="t"/>
              <a:pathLst>
                <a:path extrusionOk="0" h="3553" w="7921">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28" name="Google Shape;16528;p93"/>
          <p:cNvGrpSpPr/>
          <p:nvPr/>
        </p:nvGrpSpPr>
        <p:grpSpPr>
          <a:xfrm>
            <a:off x="6297042" y="1642503"/>
            <a:ext cx="370630" cy="261802"/>
            <a:chOff x="6324130" y="1566303"/>
            <a:chExt cx="370630" cy="261802"/>
          </a:xfrm>
        </p:grpSpPr>
        <p:sp>
          <p:nvSpPr>
            <p:cNvPr id="16529" name="Google Shape;16529;p93"/>
            <p:cNvSpPr/>
            <p:nvPr/>
          </p:nvSpPr>
          <p:spPr>
            <a:xfrm>
              <a:off x="6536147" y="1780418"/>
              <a:ext cx="57286" cy="47686"/>
            </a:xfrm>
            <a:custGeom>
              <a:rect b="b" l="l" r="r" t="t"/>
              <a:pathLst>
                <a:path extrusionOk="0" h="1818" w="2184">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0" name="Google Shape;16530;p93"/>
            <p:cNvSpPr/>
            <p:nvPr/>
          </p:nvSpPr>
          <p:spPr>
            <a:xfrm>
              <a:off x="6404525" y="1787343"/>
              <a:ext cx="51253" cy="40761"/>
            </a:xfrm>
            <a:custGeom>
              <a:rect b="b" l="l" r="r" t="t"/>
              <a:pathLst>
                <a:path extrusionOk="0" h="1554" w="1954">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1" name="Google Shape;16531;p93"/>
            <p:cNvSpPr/>
            <p:nvPr/>
          </p:nvSpPr>
          <p:spPr>
            <a:xfrm>
              <a:off x="6566023" y="1780418"/>
              <a:ext cx="57286" cy="47686"/>
            </a:xfrm>
            <a:custGeom>
              <a:rect b="b" l="l" r="r" t="t"/>
              <a:pathLst>
                <a:path extrusionOk="0" h="1818" w="2184">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2" name="Google Shape;16532;p93"/>
            <p:cNvSpPr/>
            <p:nvPr/>
          </p:nvSpPr>
          <p:spPr>
            <a:xfrm>
              <a:off x="6434401" y="1787343"/>
              <a:ext cx="51253" cy="40761"/>
            </a:xfrm>
            <a:custGeom>
              <a:rect b="b" l="l" r="r" t="t"/>
              <a:pathLst>
                <a:path extrusionOk="0" h="1554" w="1954">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3" name="Google Shape;16533;p93"/>
            <p:cNvSpPr/>
            <p:nvPr/>
          </p:nvSpPr>
          <p:spPr>
            <a:xfrm>
              <a:off x="6324314" y="1684889"/>
              <a:ext cx="362315" cy="112212"/>
            </a:xfrm>
            <a:custGeom>
              <a:rect b="b" l="l" r="r" t="t"/>
              <a:pathLst>
                <a:path extrusionOk="0" h="4278" w="13813">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4" name="Google Shape;16534;p93"/>
            <p:cNvSpPr/>
            <p:nvPr/>
          </p:nvSpPr>
          <p:spPr>
            <a:xfrm>
              <a:off x="6324314" y="1715316"/>
              <a:ext cx="362315" cy="81785"/>
            </a:xfrm>
            <a:custGeom>
              <a:rect b="b" l="l" r="r" t="t"/>
              <a:pathLst>
                <a:path extrusionOk="0" h="3118" w="13813">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5" name="Google Shape;16535;p93"/>
            <p:cNvSpPr/>
            <p:nvPr/>
          </p:nvSpPr>
          <p:spPr>
            <a:xfrm>
              <a:off x="6324130" y="1684836"/>
              <a:ext cx="117405" cy="98258"/>
            </a:xfrm>
            <a:custGeom>
              <a:rect b="b" l="l" r="r" t="t"/>
              <a:pathLst>
                <a:path extrusionOk="0" h="3746" w="4476">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6" name="Google Shape;16536;p93"/>
            <p:cNvSpPr/>
            <p:nvPr/>
          </p:nvSpPr>
          <p:spPr>
            <a:xfrm>
              <a:off x="6382833" y="1566303"/>
              <a:ext cx="311927" cy="177498"/>
            </a:xfrm>
            <a:custGeom>
              <a:rect b="b" l="l" r="r" t="t"/>
              <a:pathLst>
                <a:path extrusionOk="0" h="6767" w="11892">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7" name="Google Shape;16537;p93"/>
            <p:cNvSpPr/>
            <p:nvPr/>
          </p:nvSpPr>
          <p:spPr>
            <a:xfrm>
              <a:off x="6382833" y="1566303"/>
              <a:ext cx="275520" cy="125904"/>
            </a:xfrm>
            <a:custGeom>
              <a:rect b="b" l="l" r="r" t="t"/>
              <a:pathLst>
                <a:path extrusionOk="0" h="4800" w="10504">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8" name="Google Shape;16538;p93"/>
            <p:cNvSpPr/>
            <p:nvPr/>
          </p:nvSpPr>
          <p:spPr>
            <a:xfrm>
              <a:off x="6389941" y="1714607"/>
              <a:ext cx="24027" cy="23843"/>
            </a:xfrm>
            <a:custGeom>
              <a:rect b="b" l="l" r="r" t="t"/>
              <a:pathLst>
                <a:path extrusionOk="0" h="909" w="916">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9" name="Google Shape;16539;p93"/>
            <p:cNvSpPr/>
            <p:nvPr/>
          </p:nvSpPr>
          <p:spPr>
            <a:xfrm>
              <a:off x="6456644" y="1601792"/>
              <a:ext cx="49365" cy="43830"/>
            </a:xfrm>
            <a:custGeom>
              <a:rect b="b" l="l" r="r" t="t"/>
              <a:pathLst>
                <a:path extrusionOk="0" h="1671" w="1882">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0" name="Google Shape;16540;p93"/>
            <p:cNvSpPr/>
            <p:nvPr/>
          </p:nvSpPr>
          <p:spPr>
            <a:xfrm>
              <a:off x="6516763" y="1605753"/>
              <a:ext cx="49286" cy="26519"/>
            </a:xfrm>
            <a:custGeom>
              <a:rect b="b" l="l" r="r" t="t"/>
              <a:pathLst>
                <a:path extrusionOk="0" h="1011" w="1879">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1" name="Google Shape;16541;p93"/>
            <p:cNvSpPr/>
            <p:nvPr/>
          </p:nvSpPr>
          <p:spPr>
            <a:xfrm>
              <a:off x="6575440" y="1631012"/>
              <a:ext cx="44145" cy="13194"/>
            </a:xfrm>
            <a:custGeom>
              <a:rect b="b" l="l" r="r" t="t"/>
              <a:pathLst>
                <a:path extrusionOk="0" h="503" w="1683">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2" name="Google Shape;16542;p93"/>
            <p:cNvSpPr/>
            <p:nvPr/>
          </p:nvSpPr>
          <p:spPr>
            <a:xfrm>
              <a:off x="6632962" y="1667026"/>
              <a:ext cx="32499" cy="19856"/>
            </a:xfrm>
            <a:custGeom>
              <a:rect b="b" l="l" r="r" t="t"/>
              <a:pathLst>
                <a:path extrusionOk="0" h="757" w="1239">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3" name="Google Shape;16543;p93"/>
            <p:cNvSpPr/>
            <p:nvPr/>
          </p:nvSpPr>
          <p:spPr>
            <a:xfrm>
              <a:off x="6428526" y="1678594"/>
              <a:ext cx="52067" cy="35568"/>
            </a:xfrm>
            <a:custGeom>
              <a:rect b="b" l="l" r="r" t="t"/>
              <a:pathLst>
                <a:path extrusionOk="0" h="1356" w="1985">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4" name="Google Shape;16544;p93"/>
            <p:cNvSpPr/>
            <p:nvPr/>
          </p:nvSpPr>
          <p:spPr>
            <a:xfrm>
              <a:off x="6324314" y="1715316"/>
              <a:ext cx="103713" cy="67778"/>
            </a:xfrm>
            <a:custGeom>
              <a:rect b="b" l="l" r="r" t="t"/>
              <a:pathLst>
                <a:path extrusionOk="0" h="2584" w="3954">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5" name="Google Shape;16545;p93"/>
            <p:cNvSpPr/>
            <p:nvPr/>
          </p:nvSpPr>
          <p:spPr>
            <a:xfrm>
              <a:off x="6324130" y="1708024"/>
              <a:ext cx="24210" cy="30086"/>
            </a:xfrm>
            <a:custGeom>
              <a:rect b="b" l="l" r="r" t="t"/>
              <a:pathLst>
                <a:path extrusionOk="0" h="1147" w="923">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46" name="Google Shape;16546;p93"/>
          <p:cNvGrpSpPr/>
          <p:nvPr/>
        </p:nvGrpSpPr>
        <p:grpSpPr>
          <a:xfrm>
            <a:off x="5205192" y="2102787"/>
            <a:ext cx="370840" cy="353213"/>
            <a:chOff x="5232280" y="2026587"/>
            <a:chExt cx="370840" cy="353213"/>
          </a:xfrm>
        </p:grpSpPr>
        <p:sp>
          <p:nvSpPr>
            <p:cNvPr id="16547" name="Google Shape;16547;p93"/>
            <p:cNvSpPr/>
            <p:nvPr/>
          </p:nvSpPr>
          <p:spPr>
            <a:xfrm>
              <a:off x="5232280" y="2058561"/>
              <a:ext cx="370840" cy="321239"/>
            </a:xfrm>
            <a:custGeom>
              <a:rect b="b" l="l" r="r" t="t"/>
              <a:pathLst>
                <a:path extrusionOk="0" h="12247" w="14138">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8" name="Google Shape;16548;p93"/>
            <p:cNvSpPr/>
            <p:nvPr/>
          </p:nvSpPr>
          <p:spPr>
            <a:xfrm>
              <a:off x="5287048" y="2026587"/>
              <a:ext cx="105550" cy="71687"/>
            </a:xfrm>
            <a:custGeom>
              <a:rect b="b" l="l" r="r" t="t"/>
              <a:pathLst>
                <a:path extrusionOk="0" h="2733" w="4024">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9" name="Google Shape;16549;p93"/>
            <p:cNvSpPr/>
            <p:nvPr/>
          </p:nvSpPr>
          <p:spPr>
            <a:xfrm>
              <a:off x="5276740" y="2088621"/>
              <a:ext cx="15135" cy="11961"/>
            </a:xfrm>
            <a:custGeom>
              <a:rect b="b" l="l" r="r" t="t"/>
              <a:pathLst>
                <a:path extrusionOk="0" h="456" w="577">
                  <a:moveTo>
                    <a:pt x="285" y="1"/>
                  </a:moveTo>
                  <a:cubicBezTo>
                    <a:pt x="0" y="21"/>
                    <a:pt x="0" y="442"/>
                    <a:pt x="285" y="455"/>
                  </a:cubicBezTo>
                  <a:cubicBezTo>
                    <a:pt x="577" y="442"/>
                    <a:pt x="577" y="21"/>
                    <a:pt x="2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0" name="Google Shape;16550;p93"/>
            <p:cNvSpPr/>
            <p:nvPr/>
          </p:nvSpPr>
          <p:spPr>
            <a:xfrm>
              <a:off x="5370827" y="2355406"/>
              <a:ext cx="29902" cy="24394"/>
            </a:xfrm>
            <a:custGeom>
              <a:rect b="b" l="l" r="r" t="t"/>
              <a:pathLst>
                <a:path extrusionOk="0" h="930" w="114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1" name="Google Shape;16551;p93"/>
            <p:cNvSpPr/>
            <p:nvPr/>
          </p:nvSpPr>
          <p:spPr>
            <a:xfrm>
              <a:off x="5561126" y="2355223"/>
              <a:ext cx="31345" cy="24578"/>
            </a:xfrm>
            <a:custGeom>
              <a:rect b="b" l="l" r="r" t="t"/>
              <a:pathLst>
                <a:path extrusionOk="0" h="937" w="1195">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2" name="Google Shape;16552;p93"/>
            <p:cNvSpPr/>
            <p:nvPr/>
          </p:nvSpPr>
          <p:spPr>
            <a:xfrm>
              <a:off x="5232280" y="2095756"/>
              <a:ext cx="46978" cy="46689"/>
            </a:xfrm>
            <a:custGeom>
              <a:rect b="b" l="l" r="r" t="t"/>
              <a:pathLst>
                <a:path extrusionOk="0" h="1780" w="1791">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3" name="Google Shape;16553;p93"/>
            <p:cNvSpPr/>
            <p:nvPr/>
          </p:nvSpPr>
          <p:spPr>
            <a:xfrm>
              <a:off x="5232621" y="2121933"/>
              <a:ext cx="9469" cy="9574"/>
            </a:xfrm>
            <a:custGeom>
              <a:rect b="b" l="l" r="r" t="t"/>
              <a:pathLst>
                <a:path extrusionOk="0" h="365" w="361">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4" name="Google Shape;16554;p93"/>
            <p:cNvSpPr/>
            <p:nvPr/>
          </p:nvSpPr>
          <p:spPr>
            <a:xfrm>
              <a:off x="5305908" y="2118235"/>
              <a:ext cx="65654" cy="132802"/>
            </a:xfrm>
            <a:custGeom>
              <a:rect b="b" l="l" r="r" t="t"/>
              <a:pathLst>
                <a:path extrusionOk="0" h="5063" w="2503">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5" name="Google Shape;16555;p93"/>
            <p:cNvSpPr/>
            <p:nvPr/>
          </p:nvSpPr>
          <p:spPr>
            <a:xfrm>
              <a:off x="5406762" y="2226302"/>
              <a:ext cx="120947" cy="37745"/>
            </a:xfrm>
            <a:custGeom>
              <a:rect b="b" l="l" r="r" t="t"/>
              <a:pathLst>
                <a:path extrusionOk="0" h="1439" w="4611">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6" name="Google Shape;16556;p93"/>
            <p:cNvSpPr/>
            <p:nvPr/>
          </p:nvSpPr>
          <p:spPr>
            <a:xfrm>
              <a:off x="5302524" y="2046207"/>
              <a:ext cx="73680" cy="48001"/>
            </a:xfrm>
            <a:custGeom>
              <a:rect b="b" l="l" r="r" t="t"/>
              <a:pathLst>
                <a:path extrusionOk="0" h="1830" w="2809">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57" name="Google Shape;16557;p93"/>
          <p:cNvGrpSpPr/>
          <p:nvPr/>
        </p:nvGrpSpPr>
        <p:grpSpPr>
          <a:xfrm>
            <a:off x="7941873" y="2511529"/>
            <a:ext cx="379548" cy="365331"/>
            <a:chOff x="7968961" y="2435329"/>
            <a:chExt cx="379548" cy="365331"/>
          </a:xfrm>
        </p:grpSpPr>
        <p:sp>
          <p:nvSpPr>
            <p:cNvPr id="16558" name="Google Shape;16558;p93"/>
            <p:cNvSpPr/>
            <p:nvPr/>
          </p:nvSpPr>
          <p:spPr>
            <a:xfrm>
              <a:off x="8154276" y="2638638"/>
              <a:ext cx="118297" cy="162023"/>
            </a:xfrm>
            <a:custGeom>
              <a:rect b="b" l="l" r="r" t="t"/>
              <a:pathLst>
                <a:path extrusionOk="0" h="6177" w="45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9" name="Google Shape;16559;p93"/>
            <p:cNvSpPr/>
            <p:nvPr/>
          </p:nvSpPr>
          <p:spPr>
            <a:xfrm>
              <a:off x="8154276" y="2638638"/>
              <a:ext cx="107805" cy="162023"/>
            </a:xfrm>
            <a:custGeom>
              <a:rect b="b" l="l" r="r" t="t"/>
              <a:pathLst>
                <a:path extrusionOk="0" h="6177" w="41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0" name="Google Shape;16560;p93"/>
            <p:cNvSpPr/>
            <p:nvPr/>
          </p:nvSpPr>
          <p:spPr>
            <a:xfrm>
              <a:off x="8145332" y="2435382"/>
              <a:ext cx="203178" cy="195886"/>
            </a:xfrm>
            <a:custGeom>
              <a:rect b="b" l="l" r="r" t="t"/>
              <a:pathLst>
                <a:path extrusionOk="0" h="7468" w="7746">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1" name="Google Shape;16561;p93"/>
            <p:cNvSpPr/>
            <p:nvPr/>
          </p:nvSpPr>
          <p:spPr>
            <a:xfrm>
              <a:off x="8145489" y="2435329"/>
              <a:ext cx="196095" cy="195886"/>
            </a:xfrm>
            <a:custGeom>
              <a:rect b="b" l="l" r="r" t="t"/>
              <a:pathLst>
                <a:path extrusionOk="0" h="7468" w="7476">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2" name="Google Shape;16562;p93"/>
            <p:cNvSpPr/>
            <p:nvPr/>
          </p:nvSpPr>
          <p:spPr>
            <a:xfrm>
              <a:off x="7968961" y="2488183"/>
              <a:ext cx="136606" cy="226968"/>
            </a:xfrm>
            <a:custGeom>
              <a:rect b="b" l="l" r="r" t="t"/>
              <a:pathLst>
                <a:path extrusionOk="0" h="8653" w="5208">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3" name="Google Shape;16563;p93"/>
            <p:cNvSpPr/>
            <p:nvPr/>
          </p:nvSpPr>
          <p:spPr>
            <a:xfrm>
              <a:off x="7968961" y="2488104"/>
              <a:ext cx="117038" cy="227047"/>
            </a:xfrm>
            <a:custGeom>
              <a:rect b="b" l="l" r="r" t="t"/>
              <a:pathLst>
                <a:path extrusionOk="0" h="8656" w="4462">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64" name="Google Shape;16564;p93"/>
          <p:cNvGrpSpPr/>
          <p:nvPr/>
        </p:nvGrpSpPr>
        <p:grpSpPr>
          <a:xfrm>
            <a:off x="4109591" y="2191523"/>
            <a:ext cx="373305" cy="223217"/>
            <a:chOff x="4136679" y="2115323"/>
            <a:chExt cx="373305" cy="223217"/>
          </a:xfrm>
        </p:grpSpPr>
        <p:sp>
          <p:nvSpPr>
            <p:cNvPr id="16565" name="Google Shape;16565;p93"/>
            <p:cNvSpPr/>
            <p:nvPr/>
          </p:nvSpPr>
          <p:spPr>
            <a:xfrm>
              <a:off x="4453092" y="2115323"/>
              <a:ext cx="56893" cy="53903"/>
            </a:xfrm>
            <a:custGeom>
              <a:rect b="b" l="l" r="r" t="t"/>
              <a:pathLst>
                <a:path extrusionOk="0" h="2055" w="2169">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6" name="Google Shape;16566;p93"/>
            <p:cNvSpPr/>
            <p:nvPr/>
          </p:nvSpPr>
          <p:spPr>
            <a:xfrm>
              <a:off x="4136679" y="2131691"/>
              <a:ext cx="367823" cy="206850"/>
            </a:xfrm>
            <a:custGeom>
              <a:rect b="b" l="l" r="r" t="t"/>
              <a:pathLst>
                <a:path extrusionOk="0" h="7886" w="14023">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7" name="Google Shape;16567;p93"/>
            <p:cNvSpPr/>
            <p:nvPr/>
          </p:nvSpPr>
          <p:spPr>
            <a:xfrm>
              <a:off x="4191998" y="2139481"/>
              <a:ext cx="33810" cy="38952"/>
            </a:xfrm>
            <a:custGeom>
              <a:rect b="b" l="l" r="r" t="t"/>
              <a:pathLst>
                <a:path extrusionOk="0" h="1485" w="1289">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8" name="Google Shape;16568;p93"/>
            <p:cNvSpPr/>
            <p:nvPr/>
          </p:nvSpPr>
          <p:spPr>
            <a:xfrm>
              <a:off x="4178123" y="2194275"/>
              <a:ext cx="15686" cy="11777"/>
            </a:xfrm>
            <a:custGeom>
              <a:rect b="b" l="l" r="r" t="t"/>
              <a:pathLst>
                <a:path extrusionOk="0" h="449" w="598">
                  <a:moveTo>
                    <a:pt x="299" y="1"/>
                  </a:moveTo>
                  <a:cubicBezTo>
                    <a:pt x="0" y="1"/>
                    <a:pt x="0" y="448"/>
                    <a:pt x="299" y="448"/>
                  </a:cubicBezTo>
                  <a:cubicBezTo>
                    <a:pt x="597" y="448"/>
                    <a:pt x="597"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9" name="Google Shape;16569;p93"/>
            <p:cNvSpPr/>
            <p:nvPr/>
          </p:nvSpPr>
          <p:spPr>
            <a:xfrm>
              <a:off x="4152339" y="2228637"/>
              <a:ext cx="29902" cy="15817"/>
            </a:xfrm>
            <a:custGeom>
              <a:rect b="b" l="l" r="r" t="t"/>
              <a:pathLst>
                <a:path extrusionOk="0" h="603" w="114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0" name="Google Shape;16570;p93"/>
            <p:cNvSpPr/>
            <p:nvPr/>
          </p:nvSpPr>
          <p:spPr>
            <a:xfrm>
              <a:off x="4136863" y="2204584"/>
              <a:ext cx="15502" cy="29194"/>
            </a:xfrm>
            <a:custGeom>
              <a:rect b="b" l="l" r="r" t="t"/>
              <a:pathLst>
                <a:path extrusionOk="0" h="1113" w="591">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1" name="Google Shape;16571;p93"/>
            <p:cNvSpPr/>
            <p:nvPr/>
          </p:nvSpPr>
          <p:spPr>
            <a:xfrm>
              <a:off x="4269246" y="2253477"/>
              <a:ext cx="169629" cy="27410"/>
            </a:xfrm>
            <a:custGeom>
              <a:rect b="b" l="l" r="r" t="t"/>
              <a:pathLst>
                <a:path extrusionOk="0" h="1045" w="6467">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2" name="Google Shape;16572;p93"/>
            <p:cNvSpPr/>
            <p:nvPr/>
          </p:nvSpPr>
          <p:spPr>
            <a:xfrm>
              <a:off x="4171355" y="2249044"/>
              <a:ext cx="63870" cy="14794"/>
            </a:xfrm>
            <a:custGeom>
              <a:rect b="b" l="l" r="r" t="t"/>
              <a:pathLst>
                <a:path extrusionOk="0" h="564" w="2435">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3" name="Google Shape;16573;p93"/>
            <p:cNvSpPr/>
            <p:nvPr/>
          </p:nvSpPr>
          <p:spPr>
            <a:xfrm>
              <a:off x="4443492" y="2324822"/>
              <a:ext cx="25994" cy="13718"/>
            </a:xfrm>
            <a:custGeom>
              <a:rect b="b" l="l" r="r" t="t"/>
              <a:pathLst>
                <a:path extrusionOk="0" h="523" w="991">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4" name="Google Shape;16574;p93"/>
            <p:cNvSpPr/>
            <p:nvPr/>
          </p:nvSpPr>
          <p:spPr>
            <a:xfrm>
              <a:off x="4243042" y="2324822"/>
              <a:ext cx="24210" cy="13718"/>
            </a:xfrm>
            <a:custGeom>
              <a:rect b="b" l="l" r="r" t="t"/>
              <a:pathLst>
                <a:path extrusionOk="0" h="523" w="923">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75" name="Google Shape;16575;p93"/>
          <p:cNvGrpSpPr/>
          <p:nvPr/>
        </p:nvGrpSpPr>
        <p:grpSpPr>
          <a:xfrm>
            <a:off x="7396735" y="2540277"/>
            <a:ext cx="372046" cy="307730"/>
            <a:chOff x="7423823" y="2464077"/>
            <a:chExt cx="372046" cy="307730"/>
          </a:xfrm>
        </p:grpSpPr>
        <p:sp>
          <p:nvSpPr>
            <p:cNvPr id="16576" name="Google Shape;16576;p93"/>
            <p:cNvSpPr/>
            <p:nvPr/>
          </p:nvSpPr>
          <p:spPr>
            <a:xfrm>
              <a:off x="7423823" y="2464077"/>
              <a:ext cx="212909" cy="149249"/>
            </a:xfrm>
            <a:custGeom>
              <a:rect b="b" l="l" r="r" t="t"/>
              <a:pathLst>
                <a:path extrusionOk="0" h="5690" w="8117">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7" name="Google Shape;16577;p93"/>
            <p:cNvSpPr/>
            <p:nvPr/>
          </p:nvSpPr>
          <p:spPr>
            <a:xfrm>
              <a:off x="7434840" y="2507645"/>
              <a:ext cx="359115" cy="258287"/>
            </a:xfrm>
            <a:custGeom>
              <a:rect b="b" l="l" r="r" t="t"/>
              <a:pathLst>
                <a:path extrusionOk="0" h="9847" w="13691">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8" name="Google Shape;16578;p93"/>
            <p:cNvSpPr/>
            <p:nvPr/>
          </p:nvSpPr>
          <p:spPr>
            <a:xfrm>
              <a:off x="7434656" y="2507645"/>
              <a:ext cx="302406" cy="223060"/>
            </a:xfrm>
            <a:custGeom>
              <a:rect b="b" l="l" r="r" t="t"/>
              <a:pathLst>
                <a:path extrusionOk="0" h="8504" w="11529">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9" name="Google Shape;16579;p93"/>
            <p:cNvSpPr/>
            <p:nvPr/>
          </p:nvSpPr>
          <p:spPr>
            <a:xfrm>
              <a:off x="7434840" y="2507645"/>
              <a:ext cx="129865" cy="173433"/>
            </a:xfrm>
            <a:custGeom>
              <a:rect b="b" l="l" r="r" t="t"/>
              <a:pathLst>
                <a:path extrusionOk="0" h="6612" w="4951">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0" name="Google Shape;16580;p93"/>
            <p:cNvSpPr/>
            <p:nvPr/>
          </p:nvSpPr>
          <p:spPr>
            <a:xfrm>
              <a:off x="7459915" y="2490045"/>
              <a:ext cx="205932" cy="82729"/>
            </a:xfrm>
            <a:custGeom>
              <a:rect b="b" l="l" r="r" t="t"/>
              <a:pathLst>
                <a:path extrusionOk="0" h="3154" w="7851">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1" name="Google Shape;16581;p93"/>
            <p:cNvSpPr/>
            <p:nvPr/>
          </p:nvSpPr>
          <p:spPr>
            <a:xfrm>
              <a:off x="7423823" y="2553469"/>
              <a:ext cx="102192" cy="177236"/>
            </a:xfrm>
            <a:custGeom>
              <a:rect b="b" l="l" r="r" t="t"/>
              <a:pathLst>
                <a:path extrusionOk="0" h="6757" w="3896">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2" name="Google Shape;16582;p93"/>
            <p:cNvSpPr/>
            <p:nvPr/>
          </p:nvSpPr>
          <p:spPr>
            <a:xfrm>
              <a:off x="7423823" y="2581456"/>
              <a:ext cx="41102" cy="149249"/>
            </a:xfrm>
            <a:custGeom>
              <a:rect b="b" l="l" r="r" t="t"/>
              <a:pathLst>
                <a:path extrusionOk="0" h="5690" w="1567">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3" name="Google Shape;16583;p93"/>
            <p:cNvSpPr/>
            <p:nvPr/>
          </p:nvSpPr>
          <p:spPr>
            <a:xfrm>
              <a:off x="7445882" y="2660251"/>
              <a:ext cx="347915" cy="111556"/>
            </a:xfrm>
            <a:custGeom>
              <a:rect b="b" l="l" r="r" t="t"/>
              <a:pathLst>
                <a:path extrusionOk="0" h="4253" w="13264">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4" name="Google Shape;16584;p93"/>
            <p:cNvSpPr/>
            <p:nvPr/>
          </p:nvSpPr>
          <p:spPr>
            <a:xfrm>
              <a:off x="7446040" y="2660251"/>
              <a:ext cx="349830" cy="111556"/>
            </a:xfrm>
            <a:custGeom>
              <a:rect b="b" l="l" r="r" t="t"/>
              <a:pathLst>
                <a:path extrusionOk="0" h="4253" w="13337">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5" name="Google Shape;16585;p93"/>
            <p:cNvSpPr/>
            <p:nvPr/>
          </p:nvSpPr>
          <p:spPr>
            <a:xfrm>
              <a:off x="7433423" y="2624133"/>
              <a:ext cx="118533" cy="106572"/>
            </a:xfrm>
            <a:custGeom>
              <a:rect b="b" l="l" r="r" t="t"/>
              <a:pathLst>
                <a:path extrusionOk="0" h="4063" w="4519">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6" name="Google Shape;16586;p93"/>
            <p:cNvSpPr/>
            <p:nvPr/>
          </p:nvSpPr>
          <p:spPr>
            <a:xfrm>
              <a:off x="7439823" y="2642126"/>
              <a:ext cx="99149" cy="88579"/>
            </a:xfrm>
            <a:custGeom>
              <a:rect b="b" l="l" r="r" t="t"/>
              <a:pathLst>
                <a:path extrusionOk="0" h="3377" w="378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7" name="Google Shape;16587;p93"/>
            <p:cNvSpPr/>
            <p:nvPr/>
          </p:nvSpPr>
          <p:spPr>
            <a:xfrm>
              <a:off x="7744196" y="2725669"/>
              <a:ext cx="26650" cy="14112"/>
            </a:xfrm>
            <a:custGeom>
              <a:rect b="b" l="l" r="r" t="t"/>
              <a:pathLst>
                <a:path extrusionOk="0" h="538" w="1016">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8" name="Google Shape;16588;p93"/>
            <p:cNvSpPr/>
            <p:nvPr/>
          </p:nvSpPr>
          <p:spPr>
            <a:xfrm>
              <a:off x="7596679" y="2685694"/>
              <a:ext cx="24578" cy="16027"/>
            </a:xfrm>
            <a:custGeom>
              <a:rect b="b" l="l" r="r" t="t"/>
              <a:pathLst>
                <a:path extrusionOk="0" h="611" w="937">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89" name="Google Shape;16589;p93"/>
          <p:cNvGrpSpPr/>
          <p:nvPr/>
        </p:nvGrpSpPr>
        <p:grpSpPr>
          <a:xfrm>
            <a:off x="3855423" y="3441356"/>
            <a:ext cx="295061" cy="370263"/>
            <a:chOff x="3882511" y="3365156"/>
            <a:chExt cx="295061" cy="370263"/>
          </a:xfrm>
        </p:grpSpPr>
        <p:sp>
          <p:nvSpPr>
            <p:cNvPr id="16590" name="Google Shape;16590;p93"/>
            <p:cNvSpPr/>
            <p:nvPr/>
          </p:nvSpPr>
          <p:spPr>
            <a:xfrm>
              <a:off x="3882511" y="3365156"/>
              <a:ext cx="295061" cy="282209"/>
            </a:xfrm>
            <a:custGeom>
              <a:rect b="b" l="l" r="r" t="t"/>
              <a:pathLst>
                <a:path extrusionOk="0" h="10759" w="11249">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1" name="Google Shape;16591;p93"/>
            <p:cNvSpPr/>
            <p:nvPr/>
          </p:nvSpPr>
          <p:spPr>
            <a:xfrm>
              <a:off x="3882511" y="3365314"/>
              <a:ext cx="166875" cy="282051"/>
            </a:xfrm>
            <a:custGeom>
              <a:rect b="b" l="l" r="r" t="t"/>
              <a:pathLst>
                <a:path extrusionOk="0" h="10753" w="6362">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2" name="Google Shape;16592;p93"/>
            <p:cNvSpPr/>
            <p:nvPr/>
          </p:nvSpPr>
          <p:spPr>
            <a:xfrm>
              <a:off x="4023208" y="3614656"/>
              <a:ext cx="35227" cy="114887"/>
            </a:xfrm>
            <a:custGeom>
              <a:rect b="b" l="l" r="r" t="t"/>
              <a:pathLst>
                <a:path extrusionOk="0" h="4380" w="1343">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3" name="Google Shape;16593;p93"/>
            <p:cNvSpPr/>
            <p:nvPr/>
          </p:nvSpPr>
          <p:spPr>
            <a:xfrm>
              <a:off x="4023208" y="3614656"/>
              <a:ext cx="30269" cy="114887"/>
            </a:xfrm>
            <a:custGeom>
              <a:rect b="b" l="l" r="r" t="t"/>
              <a:pathLst>
                <a:path extrusionOk="0" h="4380" w="1154">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4" name="Google Shape;16594;p93"/>
            <p:cNvSpPr/>
            <p:nvPr/>
          </p:nvSpPr>
          <p:spPr>
            <a:xfrm>
              <a:off x="4003641" y="3723642"/>
              <a:ext cx="74362" cy="11777"/>
            </a:xfrm>
            <a:custGeom>
              <a:rect b="b" l="l" r="r" t="t"/>
              <a:pathLst>
                <a:path extrusionOk="0" h="449" w="2835">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95" name="Google Shape;16595;p93"/>
          <p:cNvGrpSpPr/>
          <p:nvPr/>
        </p:nvGrpSpPr>
        <p:grpSpPr>
          <a:xfrm>
            <a:off x="5202700" y="1588417"/>
            <a:ext cx="370132" cy="370132"/>
            <a:chOff x="5229788" y="1512217"/>
            <a:chExt cx="370132" cy="370132"/>
          </a:xfrm>
        </p:grpSpPr>
        <p:sp>
          <p:nvSpPr>
            <p:cNvPr id="16596" name="Google Shape;16596;p93"/>
            <p:cNvSpPr/>
            <p:nvPr/>
          </p:nvSpPr>
          <p:spPr>
            <a:xfrm>
              <a:off x="5468639"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7" name="Google Shape;16597;p93"/>
            <p:cNvSpPr/>
            <p:nvPr/>
          </p:nvSpPr>
          <p:spPr>
            <a:xfrm>
              <a:off x="5492482"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8" name="Google Shape;16598;p93"/>
            <p:cNvSpPr/>
            <p:nvPr/>
          </p:nvSpPr>
          <p:spPr>
            <a:xfrm>
              <a:off x="5229788" y="1512217"/>
              <a:ext cx="131465" cy="131281"/>
            </a:xfrm>
            <a:custGeom>
              <a:rect b="b" l="l" r="r" t="t"/>
              <a:pathLst>
                <a:path extrusionOk="0" h="5005" w="5012">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9" name="Google Shape;16599;p93"/>
            <p:cNvSpPr/>
            <p:nvPr/>
          </p:nvSpPr>
          <p:spPr>
            <a:xfrm>
              <a:off x="5253789" y="1536034"/>
              <a:ext cx="83438" cy="83621"/>
            </a:xfrm>
            <a:custGeom>
              <a:rect b="b" l="l" r="r" t="t"/>
              <a:pathLst>
                <a:path extrusionOk="0" h="3188" w="3181">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0" name="Google Shape;16600;p93"/>
            <p:cNvSpPr/>
            <p:nvPr/>
          </p:nvSpPr>
          <p:spPr>
            <a:xfrm>
              <a:off x="5241697" y="1547942"/>
              <a:ext cx="346315" cy="334406"/>
            </a:xfrm>
            <a:custGeom>
              <a:rect b="b" l="l" r="r" t="t"/>
              <a:pathLst>
                <a:path extrusionOk="0" h="12749" w="13203">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1" name="Google Shape;16601;p93"/>
            <p:cNvSpPr/>
            <p:nvPr/>
          </p:nvSpPr>
          <p:spPr>
            <a:xfrm>
              <a:off x="5370119" y="1786819"/>
              <a:ext cx="89471" cy="71687"/>
            </a:xfrm>
            <a:custGeom>
              <a:rect b="b" l="l" r="r" t="t"/>
              <a:pathLst>
                <a:path extrusionOk="0" h="2733" w="3411">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2" name="Google Shape;16602;p93"/>
            <p:cNvSpPr/>
            <p:nvPr/>
          </p:nvSpPr>
          <p:spPr>
            <a:xfrm>
              <a:off x="5241880" y="1552034"/>
              <a:ext cx="165065" cy="330131"/>
            </a:xfrm>
            <a:custGeom>
              <a:rect b="b" l="l" r="r" t="t"/>
              <a:pathLst>
                <a:path extrusionOk="0" h="12586" w="6293">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3" name="Google Shape;16603;p93"/>
            <p:cNvSpPr/>
            <p:nvPr/>
          </p:nvSpPr>
          <p:spPr>
            <a:xfrm>
              <a:off x="532529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4" name="Google Shape;16604;p93"/>
            <p:cNvSpPr/>
            <p:nvPr/>
          </p:nvSpPr>
          <p:spPr>
            <a:xfrm>
              <a:off x="534325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5" name="Google Shape;16605;p93"/>
            <p:cNvSpPr/>
            <p:nvPr/>
          </p:nvSpPr>
          <p:spPr>
            <a:xfrm>
              <a:off x="5337200" y="1697164"/>
              <a:ext cx="11961" cy="11961"/>
            </a:xfrm>
            <a:custGeom>
              <a:rect b="b" l="l" r="r" t="t"/>
              <a:pathLst>
                <a:path extrusionOk="0" h="456" w="456">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6" name="Google Shape;16606;p93"/>
            <p:cNvSpPr/>
            <p:nvPr/>
          </p:nvSpPr>
          <p:spPr>
            <a:xfrm>
              <a:off x="5468639" y="1691315"/>
              <a:ext cx="35778" cy="41811"/>
            </a:xfrm>
            <a:custGeom>
              <a:rect b="b" l="l" r="r" t="t"/>
              <a:pathLst>
                <a:path extrusionOk="0" h="1594" w="1364">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7" name="Google Shape;16607;p93"/>
            <p:cNvSpPr/>
            <p:nvPr/>
          </p:nvSpPr>
          <p:spPr>
            <a:xfrm>
              <a:off x="5486423" y="1691315"/>
              <a:ext cx="17994" cy="29771"/>
            </a:xfrm>
            <a:custGeom>
              <a:rect b="b" l="l" r="r" t="t"/>
              <a:pathLst>
                <a:path extrusionOk="0" h="1135" w="686">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8" name="Google Shape;16608;p93"/>
            <p:cNvSpPr/>
            <p:nvPr/>
          </p:nvSpPr>
          <p:spPr>
            <a:xfrm>
              <a:off x="5480573" y="1697164"/>
              <a:ext cx="11935" cy="11961"/>
            </a:xfrm>
            <a:custGeom>
              <a:rect b="b" l="l" r="r" t="t"/>
              <a:pathLst>
                <a:path extrusionOk="0" h="456" w="455">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9" name="Google Shape;16609;p93"/>
            <p:cNvSpPr/>
            <p:nvPr/>
          </p:nvSpPr>
          <p:spPr>
            <a:xfrm>
              <a:off x="5355168" y="1780759"/>
              <a:ext cx="119373" cy="47870"/>
            </a:xfrm>
            <a:custGeom>
              <a:rect b="b" l="l" r="r" t="t"/>
              <a:pathLst>
                <a:path extrusionOk="0" h="1825" w="4551">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0" name="Google Shape;16610;p93"/>
            <p:cNvSpPr/>
            <p:nvPr/>
          </p:nvSpPr>
          <p:spPr>
            <a:xfrm>
              <a:off x="5385044" y="1762976"/>
              <a:ext cx="59804" cy="41653"/>
            </a:xfrm>
            <a:custGeom>
              <a:rect b="b" l="l" r="r" t="t"/>
              <a:pathLst>
                <a:path extrusionOk="0" h="1588" w="228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1" name="Google Shape;16611;p93"/>
            <p:cNvSpPr/>
            <p:nvPr/>
          </p:nvSpPr>
          <p:spPr>
            <a:xfrm>
              <a:off x="5354276" y="1798543"/>
              <a:ext cx="121340" cy="32761"/>
            </a:xfrm>
            <a:custGeom>
              <a:rect b="b" l="l" r="r" t="t"/>
              <a:pathLst>
                <a:path extrusionOk="0" h="1249" w="4626">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2" name="Google Shape;16612;p93"/>
            <p:cNvSpPr/>
            <p:nvPr/>
          </p:nvSpPr>
          <p:spPr>
            <a:xfrm>
              <a:off x="5385044" y="1765992"/>
              <a:ext cx="49470" cy="38820"/>
            </a:xfrm>
            <a:custGeom>
              <a:rect b="b" l="l" r="r" t="t"/>
              <a:pathLst>
                <a:path extrusionOk="0" h="1480" w="1886">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13" name="Google Shape;16613;p93"/>
          <p:cNvGrpSpPr/>
          <p:nvPr/>
        </p:nvGrpSpPr>
        <p:grpSpPr>
          <a:xfrm>
            <a:off x="6014781" y="3441592"/>
            <a:ext cx="373882" cy="370053"/>
            <a:chOff x="6041869" y="3365392"/>
            <a:chExt cx="373882" cy="370053"/>
          </a:xfrm>
        </p:grpSpPr>
        <p:sp>
          <p:nvSpPr>
            <p:cNvPr id="16614" name="Google Shape;16614;p93"/>
            <p:cNvSpPr/>
            <p:nvPr/>
          </p:nvSpPr>
          <p:spPr>
            <a:xfrm>
              <a:off x="6082080" y="3626355"/>
              <a:ext cx="70795" cy="68854"/>
            </a:xfrm>
            <a:custGeom>
              <a:rect b="b" l="l" r="r" t="t"/>
              <a:pathLst>
                <a:path extrusionOk="0" h="2625" w="2699">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5" name="Google Shape;16615;p93"/>
            <p:cNvSpPr/>
            <p:nvPr/>
          </p:nvSpPr>
          <p:spPr>
            <a:xfrm>
              <a:off x="6304746" y="3405603"/>
              <a:ext cx="70821" cy="68723"/>
            </a:xfrm>
            <a:custGeom>
              <a:rect b="b" l="l" r="r" t="t"/>
              <a:pathLst>
                <a:path extrusionOk="0" h="2620" w="270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6" name="Google Shape;16616;p93"/>
            <p:cNvSpPr/>
            <p:nvPr/>
          </p:nvSpPr>
          <p:spPr>
            <a:xfrm>
              <a:off x="6180128" y="3388344"/>
              <a:ext cx="97418" cy="52171"/>
            </a:xfrm>
            <a:custGeom>
              <a:rect b="b" l="l" r="r" t="t"/>
              <a:pathLst>
                <a:path extrusionOk="0" h="1989" w="3714">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7" name="Google Shape;16617;p93"/>
            <p:cNvSpPr/>
            <p:nvPr/>
          </p:nvSpPr>
          <p:spPr>
            <a:xfrm>
              <a:off x="6180075" y="3660375"/>
              <a:ext cx="96946" cy="52093"/>
            </a:xfrm>
            <a:custGeom>
              <a:rect b="b" l="l" r="r" t="t"/>
              <a:pathLst>
                <a:path extrusionOk="0" h="1986" w="3696">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8" name="Google Shape;16618;p93"/>
            <p:cNvSpPr/>
            <p:nvPr/>
          </p:nvSpPr>
          <p:spPr>
            <a:xfrm>
              <a:off x="6338190" y="3503939"/>
              <a:ext cx="55109" cy="92749"/>
            </a:xfrm>
            <a:custGeom>
              <a:rect b="b" l="l" r="r" t="t"/>
              <a:pathLst>
                <a:path extrusionOk="0" h="3536" w="2101">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9" name="Google Shape;16619;p93"/>
            <p:cNvSpPr/>
            <p:nvPr/>
          </p:nvSpPr>
          <p:spPr>
            <a:xfrm>
              <a:off x="6064506" y="3503939"/>
              <a:ext cx="55109" cy="92749"/>
            </a:xfrm>
            <a:custGeom>
              <a:rect b="b" l="l" r="r" t="t"/>
              <a:pathLst>
                <a:path extrusionOk="0" h="3536" w="2101">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0" name="Google Shape;16620;p93"/>
            <p:cNvSpPr/>
            <p:nvPr/>
          </p:nvSpPr>
          <p:spPr>
            <a:xfrm>
              <a:off x="6304746" y="3626355"/>
              <a:ext cx="70821" cy="68854"/>
            </a:xfrm>
            <a:custGeom>
              <a:rect b="b" l="l" r="r" t="t"/>
              <a:pathLst>
                <a:path extrusionOk="0" h="2625" w="270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1" name="Google Shape;16621;p93"/>
            <p:cNvSpPr/>
            <p:nvPr/>
          </p:nvSpPr>
          <p:spPr>
            <a:xfrm>
              <a:off x="6082080" y="3405603"/>
              <a:ext cx="70795" cy="68723"/>
            </a:xfrm>
            <a:custGeom>
              <a:rect b="b" l="l" r="r" t="t"/>
              <a:pathLst>
                <a:path extrusionOk="0" h="2620" w="2699">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2" name="Google Shape;16622;p93"/>
            <p:cNvSpPr/>
            <p:nvPr/>
          </p:nvSpPr>
          <p:spPr>
            <a:xfrm>
              <a:off x="6041869" y="3365392"/>
              <a:ext cx="373882" cy="370053"/>
            </a:xfrm>
            <a:custGeom>
              <a:rect b="b" l="l" r="r" t="t"/>
              <a:pathLst>
                <a:path extrusionOk="0" h="14108" w="14254">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3" name="Google Shape;16623;p93"/>
            <p:cNvSpPr/>
            <p:nvPr/>
          </p:nvSpPr>
          <p:spPr>
            <a:xfrm>
              <a:off x="6141832" y="3463755"/>
              <a:ext cx="173957" cy="173302"/>
            </a:xfrm>
            <a:custGeom>
              <a:rect b="b" l="l" r="r" t="t"/>
              <a:pathLst>
                <a:path extrusionOk="0" h="6607" w="6632">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24" name="Google Shape;16624;p93"/>
          <p:cNvGrpSpPr/>
          <p:nvPr/>
        </p:nvGrpSpPr>
        <p:grpSpPr>
          <a:xfrm>
            <a:off x="4657221" y="2163693"/>
            <a:ext cx="374748" cy="279140"/>
            <a:chOff x="4684309" y="2087493"/>
            <a:chExt cx="374748" cy="279140"/>
          </a:xfrm>
        </p:grpSpPr>
        <p:sp>
          <p:nvSpPr>
            <p:cNvPr id="16625" name="Google Shape;16625;p93"/>
            <p:cNvSpPr/>
            <p:nvPr/>
          </p:nvSpPr>
          <p:spPr>
            <a:xfrm>
              <a:off x="4994977" y="2140268"/>
              <a:ext cx="64080" cy="144029"/>
            </a:xfrm>
            <a:custGeom>
              <a:rect b="b" l="l" r="r" t="t"/>
              <a:pathLst>
                <a:path extrusionOk="0" h="5491" w="2443">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6" name="Google Shape;16626;p93"/>
            <p:cNvSpPr/>
            <p:nvPr/>
          </p:nvSpPr>
          <p:spPr>
            <a:xfrm>
              <a:off x="4684309" y="2118707"/>
              <a:ext cx="342931" cy="247926"/>
            </a:xfrm>
            <a:custGeom>
              <a:rect b="b" l="l" r="r" t="t"/>
              <a:pathLst>
                <a:path extrusionOk="0" h="9452" w="13074">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7" name="Google Shape;16627;p93"/>
            <p:cNvSpPr/>
            <p:nvPr/>
          </p:nvSpPr>
          <p:spPr>
            <a:xfrm>
              <a:off x="4716494" y="2087493"/>
              <a:ext cx="48762" cy="52198"/>
            </a:xfrm>
            <a:custGeom>
              <a:rect b="b" l="l" r="r" t="t"/>
              <a:pathLst>
                <a:path extrusionOk="0" h="1990" w="1859">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8" name="Google Shape;16628;p93"/>
            <p:cNvSpPr/>
            <p:nvPr/>
          </p:nvSpPr>
          <p:spPr>
            <a:xfrm>
              <a:off x="4759721" y="2118681"/>
              <a:ext cx="36827" cy="23948"/>
            </a:xfrm>
            <a:custGeom>
              <a:rect b="b" l="l" r="r" t="t"/>
              <a:pathLst>
                <a:path extrusionOk="0" h="913" w="1404">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9" name="Google Shape;16629;p93"/>
            <p:cNvSpPr/>
            <p:nvPr/>
          </p:nvSpPr>
          <p:spPr>
            <a:xfrm>
              <a:off x="4778554" y="2342973"/>
              <a:ext cx="43620" cy="23502"/>
            </a:xfrm>
            <a:custGeom>
              <a:rect b="b" l="l" r="r" t="t"/>
              <a:pathLst>
                <a:path extrusionOk="0" h="896" w="1663">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0" name="Google Shape;16630;p93"/>
            <p:cNvSpPr/>
            <p:nvPr/>
          </p:nvSpPr>
          <p:spPr>
            <a:xfrm>
              <a:off x="4979895" y="2341714"/>
              <a:ext cx="40211" cy="24761"/>
            </a:xfrm>
            <a:custGeom>
              <a:rect b="b" l="l" r="r" t="t"/>
              <a:pathLst>
                <a:path extrusionOk="0" h="944" w="1533">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1" name="Google Shape;16631;p93"/>
            <p:cNvSpPr/>
            <p:nvPr/>
          </p:nvSpPr>
          <p:spPr>
            <a:xfrm>
              <a:off x="4731969" y="2155140"/>
              <a:ext cx="11751" cy="11777"/>
            </a:xfrm>
            <a:custGeom>
              <a:rect b="b" l="l" r="r" t="t"/>
              <a:pathLst>
                <a:path extrusionOk="0" h="449" w="448">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2" name="Google Shape;16632;p93"/>
            <p:cNvSpPr/>
            <p:nvPr/>
          </p:nvSpPr>
          <p:spPr>
            <a:xfrm>
              <a:off x="4741569" y="2191311"/>
              <a:ext cx="64578" cy="74493"/>
            </a:xfrm>
            <a:custGeom>
              <a:rect b="b" l="l" r="r" t="t"/>
              <a:pathLst>
                <a:path extrusionOk="0" h="2840" w="2462">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3" name="Google Shape;16633;p93"/>
            <p:cNvSpPr/>
            <p:nvPr/>
          </p:nvSpPr>
          <p:spPr>
            <a:xfrm>
              <a:off x="4837073" y="2244716"/>
              <a:ext cx="143924" cy="39581"/>
            </a:xfrm>
            <a:custGeom>
              <a:rect b="b" l="l" r="r" t="t"/>
              <a:pathLst>
                <a:path extrusionOk="0" h="1509" w="5487">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4" name="Google Shape;16634;p93"/>
            <p:cNvSpPr/>
            <p:nvPr/>
          </p:nvSpPr>
          <p:spPr>
            <a:xfrm>
              <a:off x="4684309" y="2161199"/>
              <a:ext cx="47503" cy="48237"/>
            </a:xfrm>
            <a:custGeom>
              <a:rect b="b" l="l" r="r" t="t"/>
              <a:pathLst>
                <a:path extrusionOk="0" h="1839" w="1811">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5" name="Google Shape;16635;p93"/>
            <p:cNvSpPr/>
            <p:nvPr/>
          </p:nvSpPr>
          <p:spPr>
            <a:xfrm>
              <a:off x="4716494" y="2087913"/>
              <a:ext cx="44670" cy="51935"/>
            </a:xfrm>
            <a:custGeom>
              <a:rect b="b" l="l" r="r" t="t"/>
              <a:pathLst>
                <a:path extrusionOk="0" h="1980" w="1703">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6" name="Google Shape;16636;p93"/>
            <p:cNvSpPr/>
            <p:nvPr/>
          </p:nvSpPr>
          <p:spPr>
            <a:xfrm>
              <a:off x="4684309" y="2177200"/>
              <a:ext cx="10518" cy="17102"/>
            </a:xfrm>
            <a:custGeom>
              <a:rect b="b" l="l" r="r" t="t"/>
              <a:pathLst>
                <a:path extrusionOk="0" h="652" w="401">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37" name="Google Shape;16637;p93"/>
          <p:cNvGrpSpPr/>
          <p:nvPr/>
        </p:nvGrpSpPr>
        <p:grpSpPr>
          <a:xfrm>
            <a:off x="7494022" y="2982331"/>
            <a:ext cx="175400" cy="370053"/>
            <a:chOff x="7521110" y="2906131"/>
            <a:chExt cx="175400" cy="370053"/>
          </a:xfrm>
        </p:grpSpPr>
        <p:sp>
          <p:nvSpPr>
            <p:cNvPr id="16638" name="Google Shape;16638;p93"/>
            <p:cNvSpPr/>
            <p:nvPr/>
          </p:nvSpPr>
          <p:spPr>
            <a:xfrm>
              <a:off x="7590646" y="3215698"/>
              <a:ext cx="36302" cy="54453"/>
            </a:xfrm>
            <a:custGeom>
              <a:rect b="b" l="l" r="r" t="t"/>
              <a:pathLst>
                <a:path extrusionOk="0" h="2076" w="1384">
                  <a:moveTo>
                    <a:pt x="1" y="0"/>
                  </a:moveTo>
                  <a:lnTo>
                    <a:pt x="1" y="2075"/>
                  </a:lnTo>
                  <a:lnTo>
                    <a:pt x="1384" y="2075"/>
                  </a:lnTo>
                  <a:lnTo>
                    <a:pt x="1384" y="0"/>
                  </a:ln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9" name="Google Shape;16639;p93"/>
            <p:cNvSpPr/>
            <p:nvPr/>
          </p:nvSpPr>
          <p:spPr>
            <a:xfrm>
              <a:off x="7608797" y="3233823"/>
              <a:ext cx="18151" cy="36329"/>
            </a:xfrm>
            <a:custGeom>
              <a:rect b="b" l="l" r="r" t="t"/>
              <a:pathLst>
                <a:path extrusionOk="0" h="1385" w="692">
                  <a:moveTo>
                    <a:pt x="231" y="1"/>
                  </a:moveTo>
                  <a:cubicBezTo>
                    <a:pt x="102" y="1"/>
                    <a:pt x="0" y="103"/>
                    <a:pt x="0" y="231"/>
                  </a:cubicBezTo>
                  <a:lnTo>
                    <a:pt x="0" y="1384"/>
                  </a:lnTo>
                  <a:lnTo>
                    <a:pt x="692" y="1384"/>
                  </a:lnTo>
                  <a:lnTo>
                    <a:pt x="692" y="1"/>
                  </a:ln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0" name="Google Shape;16640;p93"/>
            <p:cNvSpPr/>
            <p:nvPr/>
          </p:nvSpPr>
          <p:spPr>
            <a:xfrm>
              <a:off x="7570554" y="3264066"/>
              <a:ext cx="76513" cy="12118"/>
            </a:xfrm>
            <a:custGeom>
              <a:rect b="b" l="l" r="r" t="t"/>
              <a:pathLst>
                <a:path extrusionOk="0" h="462" w="2917">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1" name="Google Shape;16641;p93"/>
            <p:cNvSpPr/>
            <p:nvPr/>
          </p:nvSpPr>
          <p:spPr>
            <a:xfrm>
              <a:off x="7526094" y="3064351"/>
              <a:ext cx="165433" cy="109038"/>
            </a:xfrm>
            <a:custGeom>
              <a:rect b="b" l="l" r="r" t="t"/>
              <a:pathLst>
                <a:path extrusionOk="0" h="4157" w="6307">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2" name="Google Shape;16642;p93"/>
            <p:cNvSpPr/>
            <p:nvPr/>
          </p:nvSpPr>
          <p:spPr>
            <a:xfrm>
              <a:off x="7521110" y="3173363"/>
              <a:ext cx="175400" cy="48394"/>
            </a:xfrm>
            <a:custGeom>
              <a:rect b="b" l="l" r="r" t="t"/>
              <a:pathLst>
                <a:path extrusionOk="0" h="1845" w="6687">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3" name="Google Shape;16643;p93"/>
            <p:cNvSpPr/>
            <p:nvPr/>
          </p:nvSpPr>
          <p:spPr>
            <a:xfrm>
              <a:off x="7521110" y="3173363"/>
              <a:ext cx="156541" cy="48421"/>
            </a:xfrm>
            <a:custGeom>
              <a:rect b="b" l="l" r="r" t="t"/>
              <a:pathLst>
                <a:path extrusionOk="0" h="1846" w="5968">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4" name="Google Shape;16644;p93"/>
            <p:cNvSpPr/>
            <p:nvPr/>
          </p:nvSpPr>
          <p:spPr>
            <a:xfrm>
              <a:off x="7526094" y="3064351"/>
              <a:ext cx="135189" cy="109038"/>
            </a:xfrm>
            <a:custGeom>
              <a:rect b="b" l="l" r="r" t="t"/>
              <a:pathLst>
                <a:path extrusionOk="0" h="4157" w="5154">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5" name="Google Shape;16645;p93"/>
            <p:cNvSpPr/>
            <p:nvPr/>
          </p:nvSpPr>
          <p:spPr>
            <a:xfrm>
              <a:off x="7537635" y="2906131"/>
              <a:ext cx="142140" cy="182587"/>
            </a:xfrm>
            <a:custGeom>
              <a:rect b="b" l="l" r="r" t="t"/>
              <a:pathLst>
                <a:path extrusionOk="0" h="6961" w="5419">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6" name="Google Shape;16646;p93"/>
            <p:cNvSpPr/>
            <p:nvPr/>
          </p:nvSpPr>
          <p:spPr>
            <a:xfrm>
              <a:off x="7537635" y="2906210"/>
              <a:ext cx="71188" cy="182508"/>
            </a:xfrm>
            <a:custGeom>
              <a:rect b="b" l="l" r="r" t="t"/>
              <a:pathLst>
                <a:path extrusionOk="0" h="6958" w="2714">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47" name="Google Shape;16647;p93"/>
          <p:cNvGrpSpPr/>
          <p:nvPr/>
        </p:nvGrpSpPr>
        <p:grpSpPr>
          <a:xfrm>
            <a:off x="3559837" y="1599486"/>
            <a:ext cx="371023" cy="347915"/>
            <a:chOff x="3586925" y="1523286"/>
            <a:chExt cx="371023" cy="347915"/>
          </a:xfrm>
        </p:grpSpPr>
        <p:sp>
          <p:nvSpPr>
            <p:cNvPr id="16648" name="Google Shape;16648;p93"/>
            <p:cNvSpPr/>
            <p:nvPr/>
          </p:nvSpPr>
          <p:spPr>
            <a:xfrm>
              <a:off x="3732580" y="1530158"/>
              <a:ext cx="225211" cy="212935"/>
            </a:xfrm>
            <a:custGeom>
              <a:rect b="b" l="l" r="r" t="t"/>
              <a:pathLst>
                <a:path extrusionOk="0" h="8118" w="8586">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9" name="Google Shape;16649;p93"/>
            <p:cNvSpPr/>
            <p:nvPr/>
          </p:nvSpPr>
          <p:spPr>
            <a:xfrm>
              <a:off x="3732580" y="1530263"/>
              <a:ext cx="138573" cy="126560"/>
            </a:xfrm>
            <a:custGeom>
              <a:rect b="b" l="l" r="r" t="t"/>
              <a:pathLst>
                <a:path extrusionOk="0" h="4825" w="5283">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0" name="Google Shape;16650;p93"/>
            <p:cNvSpPr/>
            <p:nvPr/>
          </p:nvSpPr>
          <p:spPr>
            <a:xfrm>
              <a:off x="3881094" y="1554185"/>
              <a:ext cx="38453" cy="145498"/>
            </a:xfrm>
            <a:custGeom>
              <a:rect b="b" l="l" r="r" t="t"/>
              <a:pathLst>
                <a:path extrusionOk="0" h="5547" w="1466">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1" name="Google Shape;16651;p93"/>
            <p:cNvSpPr/>
            <p:nvPr/>
          </p:nvSpPr>
          <p:spPr>
            <a:xfrm>
              <a:off x="3910262" y="1590828"/>
              <a:ext cx="43070" cy="130730"/>
            </a:xfrm>
            <a:custGeom>
              <a:rect b="b" l="l" r="r" t="t"/>
              <a:pathLst>
                <a:path extrusionOk="0" h="4984" w="1642">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2" name="Google Shape;16652;p93"/>
            <p:cNvSpPr/>
            <p:nvPr/>
          </p:nvSpPr>
          <p:spPr>
            <a:xfrm>
              <a:off x="3586925" y="1573569"/>
              <a:ext cx="370866" cy="297527"/>
            </a:xfrm>
            <a:custGeom>
              <a:rect b="b" l="l" r="r" t="t"/>
              <a:pathLst>
                <a:path extrusionOk="0" h="11343" w="14139">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3" name="Google Shape;16653;p93"/>
            <p:cNvSpPr/>
            <p:nvPr/>
          </p:nvSpPr>
          <p:spPr>
            <a:xfrm>
              <a:off x="3586925" y="1687381"/>
              <a:ext cx="144973" cy="109536"/>
            </a:xfrm>
            <a:custGeom>
              <a:rect b="b" l="l" r="r" t="t"/>
              <a:pathLst>
                <a:path extrusionOk="0" h="4176" w="5527">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4" name="Google Shape;16654;p93"/>
            <p:cNvSpPr/>
            <p:nvPr/>
          </p:nvSpPr>
          <p:spPr>
            <a:xfrm>
              <a:off x="3601692" y="1735224"/>
              <a:ext cx="26886" cy="21377"/>
            </a:xfrm>
            <a:custGeom>
              <a:rect b="b" l="l" r="r" t="t"/>
              <a:pathLst>
                <a:path extrusionOk="0" h="815" w="1025">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5" name="Google Shape;16655;p93"/>
            <p:cNvSpPr/>
            <p:nvPr/>
          </p:nvSpPr>
          <p:spPr>
            <a:xfrm>
              <a:off x="3775807" y="1523286"/>
              <a:ext cx="44670" cy="70585"/>
            </a:xfrm>
            <a:custGeom>
              <a:rect b="b" l="l" r="r" t="t"/>
              <a:pathLst>
                <a:path extrusionOk="0" h="2691" w="1703">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6" name="Google Shape;16656;p93"/>
            <p:cNvSpPr/>
            <p:nvPr/>
          </p:nvSpPr>
          <p:spPr>
            <a:xfrm>
              <a:off x="3635477" y="1755054"/>
              <a:ext cx="49837" cy="33574"/>
            </a:xfrm>
            <a:custGeom>
              <a:rect b="b" l="l" r="r" t="t"/>
              <a:pathLst>
                <a:path extrusionOk="0" h="1280" w="190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7" name="Google Shape;16657;p93"/>
            <p:cNvSpPr/>
            <p:nvPr/>
          </p:nvSpPr>
          <p:spPr>
            <a:xfrm>
              <a:off x="3656120" y="1655905"/>
              <a:ext cx="139098" cy="103189"/>
            </a:xfrm>
            <a:custGeom>
              <a:rect b="b" l="l" r="r" t="t"/>
              <a:pathLst>
                <a:path extrusionOk="0" h="3934" w="5303">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8" name="Google Shape;16658;p93"/>
            <p:cNvSpPr/>
            <p:nvPr/>
          </p:nvSpPr>
          <p:spPr>
            <a:xfrm>
              <a:off x="3742915" y="1626737"/>
              <a:ext cx="35751" cy="41837"/>
            </a:xfrm>
            <a:custGeom>
              <a:rect b="b" l="l" r="r" t="t"/>
              <a:pathLst>
                <a:path extrusionOk="0" h="1595" w="1363">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9" name="Google Shape;16659;p93"/>
            <p:cNvSpPr/>
            <p:nvPr/>
          </p:nvSpPr>
          <p:spPr>
            <a:xfrm>
              <a:off x="3760856" y="1626737"/>
              <a:ext cx="17810" cy="29771"/>
            </a:xfrm>
            <a:custGeom>
              <a:rect b="b" l="l" r="r" t="t"/>
              <a:pathLst>
                <a:path extrusionOk="0" h="1135" w="679">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0" name="Google Shape;16660;p93"/>
            <p:cNvSpPr/>
            <p:nvPr/>
          </p:nvSpPr>
          <p:spPr>
            <a:xfrm>
              <a:off x="3754823" y="1632612"/>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1" name="Google Shape;16661;p93"/>
            <p:cNvSpPr/>
            <p:nvPr/>
          </p:nvSpPr>
          <p:spPr>
            <a:xfrm>
              <a:off x="3807283" y="1622252"/>
              <a:ext cx="57654" cy="131150"/>
            </a:xfrm>
            <a:custGeom>
              <a:rect b="b" l="l" r="r" t="t"/>
              <a:pathLst>
                <a:path extrusionOk="0" h="5000" w="2198">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2" name="Google Shape;16662;p93"/>
            <p:cNvSpPr/>
            <p:nvPr/>
          </p:nvSpPr>
          <p:spPr>
            <a:xfrm>
              <a:off x="3801958" y="1653859"/>
              <a:ext cx="32027" cy="90467"/>
            </a:xfrm>
            <a:custGeom>
              <a:rect b="b" l="l" r="r" t="t"/>
              <a:pathLst>
                <a:path extrusionOk="0" h="3449" w="1221">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3" name="Google Shape;16663;p93"/>
            <p:cNvSpPr/>
            <p:nvPr/>
          </p:nvSpPr>
          <p:spPr>
            <a:xfrm>
              <a:off x="3817434" y="1617845"/>
              <a:ext cx="96605" cy="162233"/>
            </a:xfrm>
            <a:custGeom>
              <a:rect b="b" l="l" r="r" t="t"/>
              <a:pathLst>
                <a:path extrusionOk="0" h="6185" w="3683">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4" name="Google Shape;16664;p93"/>
            <p:cNvSpPr/>
            <p:nvPr/>
          </p:nvSpPr>
          <p:spPr>
            <a:xfrm>
              <a:off x="3830943" y="1657872"/>
              <a:ext cx="113130" cy="152265"/>
            </a:xfrm>
            <a:custGeom>
              <a:rect b="b" l="l" r="r" t="t"/>
              <a:pathLst>
                <a:path extrusionOk="0" h="5805" w="4313">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5" name="Google Shape;16665;p93"/>
            <p:cNvSpPr/>
            <p:nvPr/>
          </p:nvSpPr>
          <p:spPr>
            <a:xfrm>
              <a:off x="3843743" y="1701624"/>
              <a:ext cx="114048" cy="138914"/>
            </a:xfrm>
            <a:custGeom>
              <a:rect b="b" l="l" r="r" t="t"/>
              <a:pathLst>
                <a:path extrusionOk="0" h="5296" w="4348">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6" name="Google Shape;16666;p93"/>
            <p:cNvSpPr/>
            <p:nvPr/>
          </p:nvSpPr>
          <p:spPr>
            <a:xfrm>
              <a:off x="3856018" y="1769926"/>
              <a:ext cx="101930" cy="101274"/>
            </a:xfrm>
            <a:custGeom>
              <a:rect b="b" l="l" r="r" t="t"/>
              <a:pathLst>
                <a:path extrusionOk="0" h="3861" w="3886">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67" name="Google Shape;16667;p93"/>
          <p:cNvGrpSpPr/>
          <p:nvPr/>
        </p:nvGrpSpPr>
        <p:grpSpPr>
          <a:xfrm>
            <a:off x="6848921" y="2551661"/>
            <a:ext cx="370158" cy="285120"/>
            <a:chOff x="6876009" y="2475461"/>
            <a:chExt cx="370158" cy="285120"/>
          </a:xfrm>
        </p:grpSpPr>
        <p:sp>
          <p:nvSpPr>
            <p:cNvPr id="16668" name="Google Shape;16668;p93"/>
            <p:cNvSpPr/>
            <p:nvPr/>
          </p:nvSpPr>
          <p:spPr>
            <a:xfrm>
              <a:off x="6876009" y="2510688"/>
              <a:ext cx="370158" cy="241001"/>
            </a:xfrm>
            <a:custGeom>
              <a:rect b="b" l="l" r="r" t="t"/>
              <a:pathLst>
                <a:path extrusionOk="0" h="9188" w="14112">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9" name="Google Shape;16669;p93"/>
            <p:cNvSpPr/>
            <p:nvPr/>
          </p:nvSpPr>
          <p:spPr>
            <a:xfrm>
              <a:off x="6876009" y="2600132"/>
              <a:ext cx="158324" cy="151452"/>
            </a:xfrm>
            <a:custGeom>
              <a:rect b="b" l="l" r="r" t="t"/>
              <a:pathLst>
                <a:path extrusionOk="0" h="5774" w="6036">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0" name="Google Shape;16670;p93"/>
            <p:cNvSpPr/>
            <p:nvPr/>
          </p:nvSpPr>
          <p:spPr>
            <a:xfrm>
              <a:off x="6876193" y="2630008"/>
              <a:ext cx="222352" cy="121655"/>
            </a:xfrm>
            <a:custGeom>
              <a:rect b="b" l="l" r="r" t="t"/>
              <a:pathLst>
                <a:path extrusionOk="0" h="4638" w="8477">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1" name="Google Shape;16671;p93"/>
            <p:cNvSpPr/>
            <p:nvPr/>
          </p:nvSpPr>
          <p:spPr>
            <a:xfrm>
              <a:off x="6904128" y="2629851"/>
              <a:ext cx="194417" cy="119347"/>
            </a:xfrm>
            <a:custGeom>
              <a:rect b="b" l="l" r="r" t="t"/>
              <a:pathLst>
                <a:path extrusionOk="0" h="4550" w="7412">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2" name="Google Shape;16672;p93"/>
            <p:cNvSpPr/>
            <p:nvPr/>
          </p:nvSpPr>
          <p:spPr>
            <a:xfrm>
              <a:off x="7043199" y="2618100"/>
              <a:ext cx="23869" cy="23869"/>
            </a:xfrm>
            <a:custGeom>
              <a:rect b="b" l="l" r="r" t="t"/>
              <a:pathLst>
                <a:path extrusionOk="0" h="910" w="91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3" name="Google Shape;16673;p93"/>
            <p:cNvSpPr/>
            <p:nvPr/>
          </p:nvSpPr>
          <p:spPr>
            <a:xfrm>
              <a:off x="7072210" y="2697524"/>
              <a:ext cx="58152" cy="63057"/>
            </a:xfrm>
            <a:custGeom>
              <a:rect b="b" l="l" r="r" t="t"/>
              <a:pathLst>
                <a:path extrusionOk="0" h="2404" w="2217">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4" name="Google Shape;16674;p93"/>
            <p:cNvSpPr/>
            <p:nvPr/>
          </p:nvSpPr>
          <p:spPr>
            <a:xfrm>
              <a:off x="6876009" y="2624159"/>
              <a:ext cx="151216" cy="11935"/>
            </a:xfrm>
            <a:custGeom>
              <a:rect b="b" l="l" r="r" t="t"/>
              <a:pathLst>
                <a:path extrusionOk="0" h="455" w="5765">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5" name="Google Shape;16675;p93"/>
            <p:cNvSpPr/>
            <p:nvPr/>
          </p:nvSpPr>
          <p:spPr>
            <a:xfrm>
              <a:off x="7051934" y="2621483"/>
              <a:ext cx="12118" cy="11935"/>
            </a:xfrm>
            <a:custGeom>
              <a:rect b="b" l="l" r="r" t="t"/>
              <a:pathLst>
                <a:path extrusionOk="0" h="455" w="462">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6" name="Google Shape;16676;p93"/>
            <p:cNvSpPr/>
            <p:nvPr/>
          </p:nvSpPr>
          <p:spPr>
            <a:xfrm>
              <a:off x="7096551" y="2475461"/>
              <a:ext cx="72421" cy="94480"/>
            </a:xfrm>
            <a:custGeom>
              <a:rect b="b" l="l" r="r" t="t"/>
              <a:pathLst>
                <a:path extrusionOk="0" h="3602" w="2761">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77" name="Google Shape;16677;p93"/>
          <p:cNvGrpSpPr/>
          <p:nvPr/>
        </p:nvGrpSpPr>
        <p:grpSpPr>
          <a:xfrm>
            <a:off x="6301134" y="2522047"/>
            <a:ext cx="370158" cy="344269"/>
            <a:chOff x="6328222" y="2445847"/>
            <a:chExt cx="370158" cy="344269"/>
          </a:xfrm>
        </p:grpSpPr>
        <p:sp>
          <p:nvSpPr>
            <p:cNvPr id="16678" name="Google Shape;16678;p93"/>
            <p:cNvSpPr/>
            <p:nvPr/>
          </p:nvSpPr>
          <p:spPr>
            <a:xfrm>
              <a:off x="6556423" y="2453585"/>
              <a:ext cx="128081" cy="56237"/>
            </a:xfrm>
            <a:custGeom>
              <a:rect b="b" l="l" r="r" t="t"/>
              <a:pathLst>
                <a:path extrusionOk="0" h="2144" w="4883">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9" name="Google Shape;16679;p93"/>
            <p:cNvSpPr/>
            <p:nvPr/>
          </p:nvSpPr>
          <p:spPr>
            <a:xfrm>
              <a:off x="6328222" y="2445847"/>
              <a:ext cx="370158" cy="344269"/>
            </a:xfrm>
            <a:custGeom>
              <a:rect b="b" l="l" r="r" t="t"/>
              <a:pathLst>
                <a:path extrusionOk="0" h="13125" w="14112">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0" name="Google Shape;16680;p93"/>
            <p:cNvSpPr/>
            <p:nvPr/>
          </p:nvSpPr>
          <p:spPr>
            <a:xfrm>
              <a:off x="6328222" y="2465546"/>
              <a:ext cx="367115" cy="303219"/>
            </a:xfrm>
            <a:custGeom>
              <a:rect b="b" l="l" r="r" t="t"/>
              <a:pathLst>
                <a:path extrusionOk="0" h="11560" w="13996">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1" name="Google Shape;16681;p93"/>
            <p:cNvSpPr/>
            <p:nvPr/>
          </p:nvSpPr>
          <p:spPr>
            <a:xfrm>
              <a:off x="6441877" y="2460536"/>
              <a:ext cx="23843" cy="23843"/>
            </a:xfrm>
            <a:custGeom>
              <a:rect b="b" l="l" r="r" t="t"/>
              <a:pathLst>
                <a:path extrusionOk="0" h="909" w="909">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2" name="Google Shape;16682;p93"/>
            <p:cNvSpPr/>
            <p:nvPr/>
          </p:nvSpPr>
          <p:spPr>
            <a:xfrm>
              <a:off x="6511071" y="2472051"/>
              <a:ext cx="30978" cy="38820"/>
            </a:xfrm>
            <a:custGeom>
              <a:rect b="b" l="l" r="r" t="t"/>
              <a:pathLst>
                <a:path extrusionOk="0" h="1480" w="1181">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3" name="Google Shape;16683;p93"/>
            <p:cNvSpPr/>
            <p:nvPr/>
          </p:nvSpPr>
          <p:spPr>
            <a:xfrm>
              <a:off x="6537905" y="2480261"/>
              <a:ext cx="24945" cy="34702"/>
            </a:xfrm>
            <a:custGeom>
              <a:rect b="b" l="l" r="r" t="t"/>
              <a:pathLst>
                <a:path extrusionOk="0" h="1323" w="951">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4" name="Google Shape;16684;p93"/>
            <p:cNvSpPr/>
            <p:nvPr/>
          </p:nvSpPr>
          <p:spPr>
            <a:xfrm>
              <a:off x="6561407" y="2488655"/>
              <a:ext cx="22610" cy="29876"/>
            </a:xfrm>
            <a:custGeom>
              <a:rect b="b" l="l" r="r" t="t"/>
              <a:pathLst>
                <a:path extrusionOk="0" h="1139" w="862">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5" name="Google Shape;16685;p93"/>
            <p:cNvSpPr/>
            <p:nvPr/>
          </p:nvSpPr>
          <p:spPr>
            <a:xfrm>
              <a:off x="6388866" y="2518242"/>
              <a:ext cx="86244" cy="15240"/>
            </a:xfrm>
            <a:custGeom>
              <a:rect b="b" l="l" r="r" t="t"/>
              <a:pathLst>
                <a:path extrusionOk="0" h="581" w="3288">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86" name="Google Shape;16686;p93"/>
          <p:cNvGrpSpPr/>
          <p:nvPr/>
        </p:nvGrpSpPr>
        <p:grpSpPr>
          <a:xfrm>
            <a:off x="5222452" y="2509142"/>
            <a:ext cx="351639" cy="370184"/>
            <a:chOff x="5249540" y="2432942"/>
            <a:chExt cx="351639" cy="370184"/>
          </a:xfrm>
        </p:grpSpPr>
        <p:sp>
          <p:nvSpPr>
            <p:cNvPr id="16687" name="Google Shape;16687;p93"/>
            <p:cNvSpPr/>
            <p:nvPr/>
          </p:nvSpPr>
          <p:spPr>
            <a:xfrm>
              <a:off x="5268556" y="2532721"/>
              <a:ext cx="131281" cy="68854"/>
            </a:xfrm>
            <a:custGeom>
              <a:rect b="b" l="l" r="r" t="t"/>
              <a:pathLst>
                <a:path extrusionOk="0" h="2625" w="5005">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8" name="Google Shape;16688;p93"/>
            <p:cNvSpPr/>
            <p:nvPr/>
          </p:nvSpPr>
          <p:spPr>
            <a:xfrm>
              <a:off x="5476482" y="2439054"/>
              <a:ext cx="96946" cy="67726"/>
            </a:xfrm>
            <a:custGeom>
              <a:rect b="b" l="l" r="r" t="t"/>
              <a:pathLst>
                <a:path extrusionOk="0" h="2582" w="3696">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9" name="Google Shape;16689;p93"/>
            <p:cNvSpPr/>
            <p:nvPr/>
          </p:nvSpPr>
          <p:spPr>
            <a:xfrm>
              <a:off x="5249540" y="2432942"/>
              <a:ext cx="342931" cy="370184"/>
            </a:xfrm>
            <a:custGeom>
              <a:rect b="b" l="l" r="r" t="t"/>
              <a:pathLst>
                <a:path extrusionOk="0" h="14113" w="13074">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0" name="Google Shape;16690;p93"/>
            <p:cNvSpPr/>
            <p:nvPr/>
          </p:nvSpPr>
          <p:spPr>
            <a:xfrm>
              <a:off x="5249540" y="2484196"/>
              <a:ext cx="351639" cy="318931"/>
            </a:xfrm>
            <a:custGeom>
              <a:rect b="b" l="l" r="r" t="t"/>
              <a:pathLst>
                <a:path extrusionOk="0" h="12159" w="13406">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1" name="Google Shape;16691;p93"/>
            <p:cNvSpPr/>
            <p:nvPr/>
          </p:nvSpPr>
          <p:spPr>
            <a:xfrm>
              <a:off x="5369227" y="2515540"/>
              <a:ext cx="191820" cy="234549"/>
            </a:xfrm>
            <a:custGeom>
              <a:rect b="b" l="l" r="r" t="t"/>
              <a:pathLst>
                <a:path extrusionOk="0" h="8942" w="7313">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2" name="Google Shape;16692;p93"/>
            <p:cNvSpPr/>
            <p:nvPr/>
          </p:nvSpPr>
          <p:spPr>
            <a:xfrm>
              <a:off x="5352335" y="2493245"/>
              <a:ext cx="24027" cy="30086"/>
            </a:xfrm>
            <a:custGeom>
              <a:rect b="b" l="l" r="r" t="t"/>
              <a:pathLst>
                <a:path extrusionOk="0" h="1147" w="916">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3" name="Google Shape;16693;p93"/>
            <p:cNvSpPr/>
            <p:nvPr/>
          </p:nvSpPr>
          <p:spPr>
            <a:xfrm>
              <a:off x="5358184" y="2499304"/>
              <a:ext cx="12118" cy="11935"/>
            </a:xfrm>
            <a:custGeom>
              <a:rect b="b" l="l" r="r" t="t"/>
              <a:pathLst>
                <a:path extrusionOk="0" h="455" w="462">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94" name="Google Shape;16694;p93"/>
          <p:cNvGrpSpPr/>
          <p:nvPr/>
        </p:nvGrpSpPr>
        <p:grpSpPr>
          <a:xfrm>
            <a:off x="4109959" y="2558376"/>
            <a:ext cx="371102" cy="271585"/>
            <a:chOff x="4137047" y="2482176"/>
            <a:chExt cx="371102" cy="271585"/>
          </a:xfrm>
        </p:grpSpPr>
        <p:sp>
          <p:nvSpPr>
            <p:cNvPr id="16695" name="Google Shape;16695;p93"/>
            <p:cNvSpPr/>
            <p:nvPr/>
          </p:nvSpPr>
          <p:spPr>
            <a:xfrm>
              <a:off x="4264367" y="2702062"/>
              <a:ext cx="108540" cy="51699"/>
            </a:xfrm>
            <a:custGeom>
              <a:rect b="b" l="l" r="r" t="t"/>
              <a:pathLst>
                <a:path extrusionOk="0" h="1971" w="4138">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6" name="Google Shape;16696;p93"/>
            <p:cNvSpPr/>
            <p:nvPr/>
          </p:nvSpPr>
          <p:spPr>
            <a:xfrm>
              <a:off x="4240026" y="2482176"/>
              <a:ext cx="181958" cy="104841"/>
            </a:xfrm>
            <a:custGeom>
              <a:rect b="b" l="l" r="r" t="t"/>
              <a:pathLst>
                <a:path extrusionOk="0" h="3997" w="6937">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7" name="Google Shape;16697;p93"/>
            <p:cNvSpPr/>
            <p:nvPr/>
          </p:nvSpPr>
          <p:spPr>
            <a:xfrm>
              <a:off x="4415924" y="2545049"/>
              <a:ext cx="92225" cy="168528"/>
            </a:xfrm>
            <a:custGeom>
              <a:rect b="b" l="l" r="r" t="t"/>
              <a:pathLst>
                <a:path extrusionOk="0" h="6425" w="3516">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8" name="Google Shape;16698;p93"/>
            <p:cNvSpPr/>
            <p:nvPr/>
          </p:nvSpPr>
          <p:spPr>
            <a:xfrm>
              <a:off x="4137047" y="2520104"/>
              <a:ext cx="315363" cy="218443"/>
            </a:xfrm>
            <a:custGeom>
              <a:rect b="b" l="l" r="r" t="t"/>
              <a:pathLst>
                <a:path extrusionOk="0" h="8328" w="12023">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9" name="Google Shape;16699;p93"/>
            <p:cNvSpPr/>
            <p:nvPr/>
          </p:nvSpPr>
          <p:spPr>
            <a:xfrm>
              <a:off x="4148955" y="2618283"/>
              <a:ext cx="303455" cy="120265"/>
            </a:xfrm>
            <a:custGeom>
              <a:rect b="b" l="l" r="r" t="t"/>
              <a:pathLst>
                <a:path extrusionOk="0" h="4585" w="11569">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0" name="Google Shape;16700;p93"/>
            <p:cNvSpPr/>
            <p:nvPr/>
          </p:nvSpPr>
          <p:spPr>
            <a:xfrm>
              <a:off x="4137047" y="2520996"/>
              <a:ext cx="151714" cy="216817"/>
            </a:xfrm>
            <a:custGeom>
              <a:rect b="b" l="l" r="r" t="t"/>
              <a:pathLst>
                <a:path extrusionOk="0" h="8266" w="5784">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1" name="Google Shape;16701;p93"/>
            <p:cNvSpPr/>
            <p:nvPr/>
          </p:nvSpPr>
          <p:spPr>
            <a:xfrm>
              <a:off x="4148771" y="2649759"/>
              <a:ext cx="131281" cy="88054"/>
            </a:xfrm>
            <a:custGeom>
              <a:rect b="b" l="l" r="r" t="t"/>
              <a:pathLst>
                <a:path extrusionOk="0" h="3357" w="5005">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2" name="Google Shape;16702;p93"/>
            <p:cNvSpPr/>
            <p:nvPr/>
          </p:nvSpPr>
          <p:spPr>
            <a:xfrm>
              <a:off x="4315411" y="2615608"/>
              <a:ext cx="77588" cy="55109"/>
            </a:xfrm>
            <a:custGeom>
              <a:rect b="b" l="l" r="r" t="t"/>
              <a:pathLst>
                <a:path extrusionOk="0" h="2101" w="2958">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3" name="Google Shape;16703;p93"/>
            <p:cNvSpPr/>
            <p:nvPr/>
          </p:nvSpPr>
          <p:spPr>
            <a:xfrm>
              <a:off x="4173323" y="2580748"/>
              <a:ext cx="24394" cy="30453"/>
            </a:xfrm>
            <a:custGeom>
              <a:rect b="b" l="l" r="r" t="t"/>
              <a:pathLst>
                <a:path extrusionOk="0" h="1161" w="93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4" name="Google Shape;16704;p93"/>
            <p:cNvSpPr/>
            <p:nvPr/>
          </p:nvSpPr>
          <p:spPr>
            <a:xfrm>
              <a:off x="4179356" y="2586807"/>
              <a:ext cx="12118" cy="12302"/>
            </a:xfrm>
            <a:custGeom>
              <a:rect b="b" l="l" r="r" t="t"/>
              <a:pathLst>
                <a:path extrusionOk="0" h="469" w="462">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5" name="Google Shape;16705;p93"/>
            <p:cNvSpPr/>
            <p:nvPr/>
          </p:nvSpPr>
          <p:spPr>
            <a:xfrm>
              <a:off x="4334978" y="2629300"/>
              <a:ext cx="52145" cy="16918"/>
            </a:xfrm>
            <a:custGeom>
              <a:rect b="b" l="l" r="r" t="t"/>
              <a:pathLst>
                <a:path extrusionOk="0" h="645" w="1988">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06" name="Google Shape;16706;p93"/>
          <p:cNvGrpSpPr/>
          <p:nvPr/>
        </p:nvGrpSpPr>
        <p:grpSpPr>
          <a:xfrm>
            <a:off x="4659346" y="2509116"/>
            <a:ext cx="367377" cy="370079"/>
            <a:chOff x="4686434" y="2432916"/>
            <a:chExt cx="367377" cy="370079"/>
          </a:xfrm>
        </p:grpSpPr>
        <p:sp>
          <p:nvSpPr>
            <p:cNvPr id="16707" name="Google Shape;16707;p93"/>
            <p:cNvSpPr/>
            <p:nvPr/>
          </p:nvSpPr>
          <p:spPr>
            <a:xfrm>
              <a:off x="4795105" y="2432916"/>
              <a:ext cx="175426" cy="76198"/>
            </a:xfrm>
            <a:custGeom>
              <a:rect b="b" l="l" r="r" t="t"/>
              <a:pathLst>
                <a:path extrusionOk="0" h="2905" w="6688">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8" name="Google Shape;16708;p93"/>
            <p:cNvSpPr/>
            <p:nvPr/>
          </p:nvSpPr>
          <p:spPr>
            <a:xfrm>
              <a:off x="4795105" y="2726771"/>
              <a:ext cx="175374" cy="76224"/>
            </a:xfrm>
            <a:custGeom>
              <a:rect b="b" l="l" r="r" t="t"/>
              <a:pathLst>
                <a:path extrusionOk="0" h="2906" w="6686">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9" name="Google Shape;16709;p93"/>
            <p:cNvSpPr/>
            <p:nvPr/>
          </p:nvSpPr>
          <p:spPr>
            <a:xfrm>
              <a:off x="4686434" y="2485428"/>
              <a:ext cx="367377" cy="265028"/>
            </a:xfrm>
            <a:custGeom>
              <a:rect b="b" l="l" r="r" t="t"/>
              <a:pathLst>
                <a:path extrusionOk="0" h="10104" w="14006">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0" name="Google Shape;16710;p93"/>
            <p:cNvSpPr/>
            <p:nvPr/>
          </p:nvSpPr>
          <p:spPr>
            <a:xfrm>
              <a:off x="4686434" y="2517980"/>
              <a:ext cx="238719" cy="232476"/>
            </a:xfrm>
            <a:custGeom>
              <a:rect b="b" l="l" r="r" t="t"/>
              <a:pathLst>
                <a:path extrusionOk="0" h="8863" w="9101">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1" name="Google Shape;16711;p93"/>
            <p:cNvSpPr/>
            <p:nvPr/>
          </p:nvSpPr>
          <p:spPr>
            <a:xfrm>
              <a:off x="4725386" y="2593916"/>
              <a:ext cx="30086" cy="30086"/>
            </a:xfrm>
            <a:custGeom>
              <a:rect b="b" l="l" r="r" t="t"/>
              <a:pathLst>
                <a:path extrusionOk="0" h="1147" w="1147">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2" name="Google Shape;16712;p93"/>
            <p:cNvSpPr/>
            <p:nvPr/>
          </p:nvSpPr>
          <p:spPr>
            <a:xfrm>
              <a:off x="4737478" y="2599949"/>
              <a:ext cx="12118" cy="11961"/>
            </a:xfrm>
            <a:custGeom>
              <a:rect b="b" l="l" r="r" t="t"/>
              <a:pathLst>
                <a:path extrusionOk="0" h="456" w="462">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3" name="Google Shape;16713;p93"/>
            <p:cNvSpPr/>
            <p:nvPr/>
          </p:nvSpPr>
          <p:spPr>
            <a:xfrm>
              <a:off x="4772862" y="2488261"/>
              <a:ext cx="51253" cy="259336"/>
            </a:xfrm>
            <a:custGeom>
              <a:rect b="b" l="l" r="r" t="t"/>
              <a:pathLst>
                <a:path extrusionOk="0" h="9887" w="1954">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4" name="Google Shape;16714;p93"/>
            <p:cNvSpPr/>
            <p:nvPr/>
          </p:nvSpPr>
          <p:spPr>
            <a:xfrm>
              <a:off x="4772862" y="2606900"/>
              <a:ext cx="51253" cy="140698"/>
            </a:xfrm>
            <a:custGeom>
              <a:rect b="b" l="l" r="r" t="t"/>
              <a:pathLst>
                <a:path extrusionOk="0" h="5364" w="1954">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5" name="Google Shape;16715;p93"/>
            <p:cNvSpPr/>
            <p:nvPr/>
          </p:nvSpPr>
          <p:spPr>
            <a:xfrm>
              <a:off x="4847381" y="2485769"/>
              <a:ext cx="47529" cy="264503"/>
            </a:xfrm>
            <a:custGeom>
              <a:rect b="b" l="l" r="r" t="t"/>
              <a:pathLst>
                <a:path extrusionOk="0" h="10084" w="1812">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6" name="Google Shape;16716;p93"/>
            <p:cNvSpPr/>
            <p:nvPr/>
          </p:nvSpPr>
          <p:spPr>
            <a:xfrm>
              <a:off x="4853440" y="2704528"/>
              <a:ext cx="41470" cy="45745"/>
            </a:xfrm>
            <a:custGeom>
              <a:rect b="b" l="l" r="r" t="t"/>
              <a:pathLst>
                <a:path extrusionOk="0" h="1744" w="1581">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7" name="Google Shape;16717;p93"/>
            <p:cNvSpPr/>
            <p:nvPr/>
          </p:nvSpPr>
          <p:spPr>
            <a:xfrm>
              <a:off x="4915868" y="2510845"/>
              <a:ext cx="46611" cy="214168"/>
            </a:xfrm>
            <a:custGeom>
              <a:rect b="b" l="l" r="r" t="t"/>
              <a:pathLst>
                <a:path extrusionOk="0" h="8165" w="1777">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18" name="Google Shape;16718;p93"/>
          <p:cNvGrpSpPr/>
          <p:nvPr/>
        </p:nvGrpSpPr>
        <p:grpSpPr>
          <a:xfrm>
            <a:off x="6301134" y="2132506"/>
            <a:ext cx="372099" cy="293986"/>
            <a:chOff x="6328222" y="2056306"/>
            <a:chExt cx="372099" cy="293986"/>
          </a:xfrm>
        </p:grpSpPr>
        <p:sp>
          <p:nvSpPr>
            <p:cNvPr id="16719" name="Google Shape;16719;p93"/>
            <p:cNvSpPr/>
            <p:nvPr/>
          </p:nvSpPr>
          <p:spPr>
            <a:xfrm>
              <a:off x="6581656" y="2179875"/>
              <a:ext cx="58021" cy="170416"/>
            </a:xfrm>
            <a:custGeom>
              <a:rect b="b" l="l" r="r" t="t"/>
              <a:pathLst>
                <a:path extrusionOk="0" h="6497" w="2212">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0" name="Google Shape;16720;p93"/>
            <p:cNvSpPr/>
            <p:nvPr/>
          </p:nvSpPr>
          <p:spPr>
            <a:xfrm>
              <a:off x="6488461" y="2209227"/>
              <a:ext cx="51253" cy="141065"/>
            </a:xfrm>
            <a:custGeom>
              <a:rect b="b" l="l" r="r" t="t"/>
              <a:pathLst>
                <a:path extrusionOk="0" h="5378" w="1954">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1" name="Google Shape;16721;p93"/>
            <p:cNvSpPr/>
            <p:nvPr/>
          </p:nvSpPr>
          <p:spPr>
            <a:xfrm>
              <a:off x="6642720" y="2150524"/>
              <a:ext cx="57601" cy="88238"/>
            </a:xfrm>
            <a:custGeom>
              <a:rect b="b" l="l" r="r" t="t"/>
              <a:pathLst>
                <a:path extrusionOk="0" h="3364" w="2196">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2" name="Google Shape;16722;p93"/>
            <p:cNvSpPr/>
            <p:nvPr/>
          </p:nvSpPr>
          <p:spPr>
            <a:xfrm>
              <a:off x="6328222" y="2056620"/>
              <a:ext cx="352190" cy="293671"/>
            </a:xfrm>
            <a:custGeom>
              <a:rect b="b" l="l" r="r" t="t"/>
              <a:pathLst>
                <a:path extrusionOk="0" h="11196" w="13427">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3" name="Google Shape;16723;p93"/>
            <p:cNvSpPr/>
            <p:nvPr/>
          </p:nvSpPr>
          <p:spPr>
            <a:xfrm>
              <a:off x="6371633" y="2068896"/>
              <a:ext cx="18151" cy="11751"/>
            </a:xfrm>
            <a:custGeom>
              <a:rect b="b" l="l" r="r" t="t"/>
              <a:pathLst>
                <a:path extrusionOk="0" h="448" w="692">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4" name="Google Shape;16724;p93"/>
            <p:cNvSpPr/>
            <p:nvPr/>
          </p:nvSpPr>
          <p:spPr>
            <a:xfrm>
              <a:off x="6396158" y="2056306"/>
              <a:ext cx="25102" cy="18702"/>
            </a:xfrm>
            <a:custGeom>
              <a:rect b="b" l="l" r="r" t="t"/>
              <a:pathLst>
                <a:path extrusionOk="0" h="713" w="957">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5" name="Google Shape;16725;p93"/>
            <p:cNvSpPr/>
            <p:nvPr/>
          </p:nvSpPr>
          <p:spPr>
            <a:xfrm>
              <a:off x="6380682" y="2097697"/>
              <a:ext cx="88605" cy="117589"/>
            </a:xfrm>
            <a:custGeom>
              <a:rect b="b" l="l" r="r" t="t"/>
              <a:pathLst>
                <a:path extrusionOk="0" h="4483" w="3378">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6" name="Google Shape;16726;p93"/>
            <p:cNvSpPr/>
            <p:nvPr/>
          </p:nvSpPr>
          <p:spPr>
            <a:xfrm>
              <a:off x="6328406" y="2070496"/>
              <a:ext cx="23318" cy="27227"/>
            </a:xfrm>
            <a:custGeom>
              <a:rect b="b" l="l" r="r" t="t"/>
              <a:pathLst>
                <a:path extrusionOk="0" h="1038" w="889">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7" name="Google Shape;16727;p93"/>
            <p:cNvSpPr/>
            <p:nvPr/>
          </p:nvSpPr>
          <p:spPr>
            <a:xfrm>
              <a:off x="6495937" y="2180347"/>
              <a:ext cx="120448" cy="41889"/>
            </a:xfrm>
            <a:custGeom>
              <a:rect b="b" l="l" r="r" t="t"/>
              <a:pathLst>
                <a:path extrusionOk="0" h="1597" w="4592">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28" name="Google Shape;16728;p93"/>
          <p:cNvGrpSpPr/>
          <p:nvPr/>
        </p:nvGrpSpPr>
        <p:grpSpPr>
          <a:xfrm>
            <a:off x="5762239" y="2509168"/>
            <a:ext cx="352531" cy="370132"/>
            <a:chOff x="5789327" y="2432968"/>
            <a:chExt cx="352531" cy="370132"/>
          </a:xfrm>
        </p:grpSpPr>
        <p:sp>
          <p:nvSpPr>
            <p:cNvPr id="16729" name="Google Shape;16729;p93"/>
            <p:cNvSpPr/>
            <p:nvPr/>
          </p:nvSpPr>
          <p:spPr>
            <a:xfrm>
              <a:off x="5794651" y="2568132"/>
              <a:ext cx="341882" cy="228935"/>
            </a:xfrm>
            <a:custGeom>
              <a:rect b="b" l="l" r="r" t="t"/>
              <a:pathLst>
                <a:path extrusionOk="0" h="8728" w="13034">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0" name="Google Shape;16730;p93"/>
            <p:cNvSpPr/>
            <p:nvPr/>
          </p:nvSpPr>
          <p:spPr>
            <a:xfrm>
              <a:off x="5998826" y="2544656"/>
              <a:ext cx="143032" cy="117405"/>
            </a:xfrm>
            <a:custGeom>
              <a:rect b="b" l="l" r="r" t="t"/>
              <a:pathLst>
                <a:path extrusionOk="0" h="4476" w="5453">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1" name="Google Shape;16731;p93"/>
            <p:cNvSpPr/>
            <p:nvPr/>
          </p:nvSpPr>
          <p:spPr>
            <a:xfrm>
              <a:off x="5846062" y="2667360"/>
              <a:ext cx="238877" cy="135740"/>
            </a:xfrm>
            <a:custGeom>
              <a:rect b="b" l="l" r="r" t="t"/>
              <a:pathLst>
                <a:path extrusionOk="0" h="5175" w="9107">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2" name="Google Shape;16732;p93"/>
            <p:cNvSpPr/>
            <p:nvPr/>
          </p:nvSpPr>
          <p:spPr>
            <a:xfrm>
              <a:off x="5898339" y="2432968"/>
              <a:ext cx="134481" cy="211492"/>
            </a:xfrm>
            <a:custGeom>
              <a:rect b="b" l="l" r="r" t="t"/>
              <a:pathLst>
                <a:path extrusionOk="0" h="8063" w="5127">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3" name="Google Shape;16733;p93"/>
            <p:cNvSpPr/>
            <p:nvPr/>
          </p:nvSpPr>
          <p:spPr>
            <a:xfrm>
              <a:off x="5898522" y="2433309"/>
              <a:ext cx="59962" cy="175925"/>
            </a:xfrm>
            <a:custGeom>
              <a:rect b="b" l="l" r="r" t="t"/>
              <a:pathLst>
                <a:path extrusionOk="0" h="6707" w="2286">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4" name="Google Shape;16734;p93"/>
            <p:cNvSpPr/>
            <p:nvPr/>
          </p:nvSpPr>
          <p:spPr>
            <a:xfrm>
              <a:off x="5804960" y="2667045"/>
              <a:ext cx="141065" cy="88920"/>
            </a:xfrm>
            <a:custGeom>
              <a:rect b="b" l="l" r="r" t="t"/>
              <a:pathLst>
                <a:path extrusionOk="0" h="3390" w="5378">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5" name="Google Shape;16735;p93"/>
            <p:cNvSpPr/>
            <p:nvPr/>
          </p:nvSpPr>
          <p:spPr>
            <a:xfrm>
              <a:off x="5912739" y="2597483"/>
              <a:ext cx="29378" cy="23502"/>
            </a:xfrm>
            <a:custGeom>
              <a:rect b="b" l="l" r="r" t="t"/>
              <a:pathLst>
                <a:path extrusionOk="0" h="896" w="112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6" name="Google Shape;16736;p93"/>
            <p:cNvSpPr/>
            <p:nvPr/>
          </p:nvSpPr>
          <p:spPr>
            <a:xfrm>
              <a:off x="5989042" y="2597483"/>
              <a:ext cx="29378" cy="23502"/>
            </a:xfrm>
            <a:custGeom>
              <a:rect b="b" l="l" r="r" t="t"/>
              <a:pathLst>
                <a:path extrusionOk="0" h="896" w="112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7" name="Google Shape;16737;p93"/>
            <p:cNvSpPr/>
            <p:nvPr/>
          </p:nvSpPr>
          <p:spPr>
            <a:xfrm>
              <a:off x="5789327" y="2544656"/>
              <a:ext cx="142849" cy="117405"/>
            </a:xfrm>
            <a:custGeom>
              <a:rect b="b" l="l" r="r" t="t"/>
              <a:pathLst>
                <a:path extrusionOk="0" h="4476" w="5446">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8" name="Google Shape;16738;p93"/>
            <p:cNvSpPr/>
            <p:nvPr/>
          </p:nvSpPr>
          <p:spPr>
            <a:xfrm>
              <a:off x="5985134" y="2666940"/>
              <a:ext cx="141065" cy="89025"/>
            </a:xfrm>
            <a:custGeom>
              <a:rect b="b" l="l" r="r" t="t"/>
              <a:pathLst>
                <a:path extrusionOk="0" h="3394" w="5378">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39" name="Google Shape;16739;p93"/>
          <p:cNvGrpSpPr/>
          <p:nvPr/>
        </p:nvGrpSpPr>
        <p:grpSpPr>
          <a:xfrm>
            <a:off x="847524" y="2056334"/>
            <a:ext cx="322314" cy="370158"/>
            <a:chOff x="874612" y="1980134"/>
            <a:chExt cx="322314" cy="370158"/>
          </a:xfrm>
        </p:grpSpPr>
        <p:sp>
          <p:nvSpPr>
            <p:cNvPr id="16740" name="Google Shape;16740;p93"/>
            <p:cNvSpPr/>
            <p:nvPr/>
          </p:nvSpPr>
          <p:spPr>
            <a:xfrm>
              <a:off x="1067586" y="1980134"/>
              <a:ext cx="129340" cy="193709"/>
            </a:xfrm>
            <a:custGeom>
              <a:rect b="b" l="l" r="r" t="t"/>
              <a:pathLst>
                <a:path extrusionOk="0" h="7385" w="4931">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1" name="Google Shape;16741;p93"/>
            <p:cNvSpPr/>
            <p:nvPr/>
          </p:nvSpPr>
          <p:spPr>
            <a:xfrm>
              <a:off x="1095521" y="1980317"/>
              <a:ext cx="101405" cy="193525"/>
            </a:xfrm>
            <a:custGeom>
              <a:rect b="b" l="l" r="r" t="t"/>
              <a:pathLst>
                <a:path extrusionOk="0" h="7378" w="3866">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2" name="Google Shape;16742;p93"/>
            <p:cNvSpPr/>
            <p:nvPr/>
          </p:nvSpPr>
          <p:spPr>
            <a:xfrm>
              <a:off x="874612" y="1980134"/>
              <a:ext cx="129681" cy="193709"/>
            </a:xfrm>
            <a:custGeom>
              <a:rect b="b" l="l" r="r" t="t"/>
              <a:pathLst>
                <a:path extrusionOk="0" h="7385" w="4944">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3" name="Google Shape;16743;p93"/>
            <p:cNvSpPr/>
            <p:nvPr/>
          </p:nvSpPr>
          <p:spPr>
            <a:xfrm>
              <a:off x="874612" y="1980317"/>
              <a:ext cx="101589" cy="193525"/>
            </a:xfrm>
            <a:custGeom>
              <a:rect b="b" l="l" r="r" t="t"/>
              <a:pathLst>
                <a:path extrusionOk="0" h="7378" w="3873">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4" name="Google Shape;16744;p93"/>
            <p:cNvSpPr/>
            <p:nvPr/>
          </p:nvSpPr>
          <p:spPr>
            <a:xfrm>
              <a:off x="922455" y="2123481"/>
              <a:ext cx="226785" cy="226811"/>
            </a:xfrm>
            <a:custGeom>
              <a:rect b="b" l="l" r="r" t="t"/>
              <a:pathLst>
                <a:path extrusionOk="0" h="8647" w="8646">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5" name="Google Shape;16745;p93"/>
            <p:cNvSpPr/>
            <p:nvPr/>
          </p:nvSpPr>
          <p:spPr>
            <a:xfrm>
              <a:off x="922455" y="2123664"/>
              <a:ext cx="106205" cy="222876"/>
            </a:xfrm>
            <a:custGeom>
              <a:rect b="b" l="l" r="r" t="t"/>
              <a:pathLst>
                <a:path extrusionOk="0" h="8497" w="4049">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6" name="Google Shape;16746;p93"/>
            <p:cNvSpPr/>
            <p:nvPr/>
          </p:nvSpPr>
          <p:spPr>
            <a:xfrm>
              <a:off x="964082" y="2219010"/>
              <a:ext cx="35935" cy="41627"/>
            </a:xfrm>
            <a:custGeom>
              <a:rect b="b" l="l" r="r" t="t"/>
              <a:pathLst>
                <a:path extrusionOk="0" h="1587" w="137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7" name="Google Shape;16747;p93"/>
            <p:cNvSpPr/>
            <p:nvPr/>
          </p:nvSpPr>
          <p:spPr>
            <a:xfrm>
              <a:off x="982050" y="2218984"/>
              <a:ext cx="17968" cy="29797"/>
            </a:xfrm>
            <a:custGeom>
              <a:rect b="b" l="l" r="r" t="t"/>
              <a:pathLst>
                <a:path extrusionOk="0" h="1136" w="685">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8" name="Google Shape;16748;p93"/>
            <p:cNvSpPr/>
            <p:nvPr/>
          </p:nvSpPr>
          <p:spPr>
            <a:xfrm>
              <a:off x="976174" y="2224860"/>
              <a:ext cx="11935" cy="11961"/>
            </a:xfrm>
            <a:custGeom>
              <a:rect b="b" l="l" r="r" t="t"/>
              <a:pathLst>
                <a:path extrusionOk="0" h="456" w="455">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9" name="Google Shape;16749;p93"/>
            <p:cNvSpPr/>
            <p:nvPr/>
          </p:nvSpPr>
          <p:spPr>
            <a:xfrm>
              <a:off x="1071678" y="2219010"/>
              <a:ext cx="35778" cy="41627"/>
            </a:xfrm>
            <a:custGeom>
              <a:rect b="b" l="l" r="r" t="t"/>
              <a:pathLst>
                <a:path extrusionOk="0" h="1587" w="1364">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0" name="Google Shape;16750;p93"/>
            <p:cNvSpPr/>
            <p:nvPr/>
          </p:nvSpPr>
          <p:spPr>
            <a:xfrm>
              <a:off x="1089462" y="2218984"/>
              <a:ext cx="17994" cy="29797"/>
            </a:xfrm>
            <a:custGeom>
              <a:rect b="b" l="l" r="r" t="t"/>
              <a:pathLst>
                <a:path extrusionOk="0" h="1136" w="686">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1" name="Google Shape;16751;p93"/>
            <p:cNvSpPr/>
            <p:nvPr/>
          </p:nvSpPr>
          <p:spPr>
            <a:xfrm>
              <a:off x="1083586" y="2224860"/>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2" name="Google Shape;16752;p93"/>
            <p:cNvSpPr/>
            <p:nvPr/>
          </p:nvSpPr>
          <p:spPr>
            <a:xfrm>
              <a:off x="949682" y="2219010"/>
              <a:ext cx="172357" cy="131281"/>
            </a:xfrm>
            <a:custGeom>
              <a:rect b="b" l="l" r="r" t="t"/>
              <a:pathLst>
                <a:path extrusionOk="0" h="5005" w="6571">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3" name="Google Shape;16753;p93"/>
            <p:cNvSpPr/>
            <p:nvPr/>
          </p:nvSpPr>
          <p:spPr>
            <a:xfrm>
              <a:off x="985984" y="2318238"/>
              <a:ext cx="99700" cy="24027"/>
            </a:xfrm>
            <a:custGeom>
              <a:rect b="b" l="l" r="r" t="t"/>
              <a:pathLst>
                <a:path extrusionOk="0" h="916" w="3801">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4" name="Google Shape;16754;p93"/>
            <p:cNvSpPr/>
            <p:nvPr/>
          </p:nvSpPr>
          <p:spPr>
            <a:xfrm>
              <a:off x="1008726" y="2278579"/>
              <a:ext cx="54270" cy="41784"/>
            </a:xfrm>
            <a:custGeom>
              <a:rect b="b" l="l" r="r" t="t"/>
              <a:pathLst>
                <a:path extrusionOk="0" h="1593" w="2069">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5" name="Google Shape;16755;p93"/>
            <p:cNvSpPr/>
            <p:nvPr/>
          </p:nvSpPr>
          <p:spPr>
            <a:xfrm>
              <a:off x="1008726" y="2279811"/>
              <a:ext cx="36827" cy="40552"/>
            </a:xfrm>
            <a:custGeom>
              <a:rect b="b" l="l" r="r" t="t"/>
              <a:pathLst>
                <a:path extrusionOk="0" h="1546" w="1404">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6" name="Google Shape;16756;p93"/>
            <p:cNvSpPr/>
            <p:nvPr/>
          </p:nvSpPr>
          <p:spPr>
            <a:xfrm>
              <a:off x="950023" y="2286395"/>
              <a:ext cx="51070" cy="59962"/>
            </a:xfrm>
            <a:custGeom>
              <a:rect b="b" l="l" r="r" t="t"/>
              <a:pathLst>
                <a:path extrusionOk="0" h="2286" w="1947">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57" name="Google Shape;16757;p93"/>
          <p:cNvGrpSpPr/>
          <p:nvPr/>
        </p:nvGrpSpPr>
        <p:grpSpPr>
          <a:xfrm>
            <a:off x="3012574" y="2590980"/>
            <a:ext cx="374223" cy="329764"/>
            <a:chOff x="3039662" y="2514780"/>
            <a:chExt cx="374223" cy="329764"/>
          </a:xfrm>
        </p:grpSpPr>
        <p:sp>
          <p:nvSpPr>
            <p:cNvPr id="16758" name="Google Shape;16758;p93"/>
            <p:cNvSpPr/>
            <p:nvPr/>
          </p:nvSpPr>
          <p:spPr>
            <a:xfrm>
              <a:off x="3270171" y="2554964"/>
              <a:ext cx="64395" cy="72762"/>
            </a:xfrm>
            <a:custGeom>
              <a:rect b="b" l="l" r="r" t="t"/>
              <a:pathLst>
                <a:path extrusionOk="0" h="2774" w="2455">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9" name="Google Shape;16759;p93"/>
            <p:cNvSpPr/>
            <p:nvPr/>
          </p:nvSpPr>
          <p:spPr>
            <a:xfrm>
              <a:off x="3245804" y="2514780"/>
              <a:ext cx="97838" cy="179571"/>
            </a:xfrm>
            <a:custGeom>
              <a:rect b="b" l="l" r="r" t="t"/>
              <a:pathLst>
                <a:path extrusionOk="0" h="6846" w="373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0" name="Google Shape;16760;p93"/>
            <p:cNvSpPr/>
            <p:nvPr/>
          </p:nvSpPr>
          <p:spPr>
            <a:xfrm>
              <a:off x="3119165" y="2554964"/>
              <a:ext cx="64395" cy="72762"/>
            </a:xfrm>
            <a:custGeom>
              <a:rect b="b" l="l" r="r" t="t"/>
              <a:pathLst>
                <a:path extrusionOk="0" h="2774" w="2455">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1" name="Google Shape;16761;p93"/>
            <p:cNvSpPr/>
            <p:nvPr/>
          </p:nvSpPr>
          <p:spPr>
            <a:xfrm>
              <a:off x="3254512" y="2624867"/>
              <a:ext cx="17627" cy="28827"/>
            </a:xfrm>
            <a:custGeom>
              <a:rect b="b" l="l" r="r" t="t"/>
              <a:pathLst>
                <a:path extrusionOk="0" h="1099" w="672">
                  <a:moveTo>
                    <a:pt x="217" y="0"/>
                  </a:moveTo>
                  <a:lnTo>
                    <a:pt x="0" y="1099"/>
                  </a:lnTo>
                  <a:lnTo>
                    <a:pt x="448" y="1099"/>
                  </a:lnTo>
                  <a:lnTo>
                    <a:pt x="672"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2" name="Google Shape;16762;p93"/>
            <p:cNvSpPr/>
            <p:nvPr/>
          </p:nvSpPr>
          <p:spPr>
            <a:xfrm>
              <a:off x="3255745" y="2607424"/>
              <a:ext cx="23161" cy="23161"/>
            </a:xfrm>
            <a:custGeom>
              <a:rect b="b" l="l" r="r" t="t"/>
              <a:pathLst>
                <a:path extrusionOk="0" h="883" w="883">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3" name="Google Shape;16763;p93"/>
            <p:cNvSpPr/>
            <p:nvPr/>
          </p:nvSpPr>
          <p:spPr>
            <a:xfrm>
              <a:off x="3181593" y="2624867"/>
              <a:ext cx="17627" cy="28827"/>
            </a:xfrm>
            <a:custGeom>
              <a:rect b="b" l="l" r="r" t="t"/>
              <a:pathLst>
                <a:path extrusionOk="0" h="1099" w="672">
                  <a:moveTo>
                    <a:pt x="0" y="0"/>
                  </a:moveTo>
                  <a:lnTo>
                    <a:pt x="224" y="1099"/>
                  </a:lnTo>
                  <a:lnTo>
                    <a:pt x="672" y="1099"/>
                  </a:lnTo>
                  <a:lnTo>
                    <a:pt x="448"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4" name="Google Shape;16764;p93"/>
            <p:cNvSpPr/>
            <p:nvPr/>
          </p:nvSpPr>
          <p:spPr>
            <a:xfrm>
              <a:off x="3288480" y="2694219"/>
              <a:ext cx="125406" cy="52145"/>
            </a:xfrm>
            <a:custGeom>
              <a:rect b="b" l="l" r="r" t="t"/>
              <a:pathLst>
                <a:path extrusionOk="0" h="1988" w="4781">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5" name="Google Shape;16765;p93"/>
            <p:cNvSpPr/>
            <p:nvPr/>
          </p:nvSpPr>
          <p:spPr>
            <a:xfrm>
              <a:off x="3276204" y="2705813"/>
              <a:ext cx="118140" cy="78952"/>
            </a:xfrm>
            <a:custGeom>
              <a:rect b="b" l="l" r="r" t="t"/>
              <a:pathLst>
                <a:path extrusionOk="0" h="3010" w="4504">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6" name="Google Shape;16766;p93"/>
            <p:cNvSpPr/>
            <p:nvPr/>
          </p:nvSpPr>
          <p:spPr>
            <a:xfrm>
              <a:off x="3265240" y="2711793"/>
              <a:ext cx="104186" cy="103399"/>
            </a:xfrm>
            <a:custGeom>
              <a:rect b="b" l="l" r="r" t="t"/>
              <a:pathLst>
                <a:path extrusionOk="0" h="3942" w="3972">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7" name="Google Shape;16767;p93"/>
            <p:cNvSpPr/>
            <p:nvPr/>
          </p:nvSpPr>
          <p:spPr>
            <a:xfrm>
              <a:off x="3247430" y="2717223"/>
              <a:ext cx="88920" cy="127320"/>
            </a:xfrm>
            <a:custGeom>
              <a:rect b="b" l="l" r="r" t="t"/>
              <a:pathLst>
                <a:path extrusionOk="0" h="4854" w="339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8" name="Google Shape;16768;p93"/>
            <p:cNvSpPr/>
            <p:nvPr/>
          </p:nvSpPr>
          <p:spPr>
            <a:xfrm>
              <a:off x="3039662" y="2694219"/>
              <a:ext cx="125406" cy="52145"/>
            </a:xfrm>
            <a:custGeom>
              <a:rect b="b" l="l" r="r" t="t"/>
              <a:pathLst>
                <a:path extrusionOk="0" h="1988" w="4781">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9" name="Google Shape;16769;p93"/>
            <p:cNvSpPr/>
            <p:nvPr/>
          </p:nvSpPr>
          <p:spPr>
            <a:xfrm>
              <a:off x="3059230" y="2705813"/>
              <a:ext cx="118297" cy="78952"/>
            </a:xfrm>
            <a:custGeom>
              <a:rect b="b" l="l" r="r" t="t"/>
              <a:pathLst>
                <a:path extrusionOk="0" h="3010" w="451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0" name="Google Shape;16770;p93"/>
            <p:cNvSpPr/>
            <p:nvPr/>
          </p:nvSpPr>
          <p:spPr>
            <a:xfrm>
              <a:off x="3084306" y="2711793"/>
              <a:ext cx="104186" cy="103399"/>
            </a:xfrm>
            <a:custGeom>
              <a:rect b="b" l="l" r="r" t="t"/>
              <a:pathLst>
                <a:path extrusionOk="0" h="3942" w="3972">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1" name="Google Shape;16771;p93"/>
            <p:cNvSpPr/>
            <p:nvPr/>
          </p:nvSpPr>
          <p:spPr>
            <a:xfrm>
              <a:off x="3117198" y="2717223"/>
              <a:ext cx="88972" cy="127320"/>
            </a:xfrm>
            <a:custGeom>
              <a:rect b="b" l="l" r="r" t="t"/>
              <a:pathLst>
                <a:path extrusionOk="0" h="4854" w="3392">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2" name="Google Shape;16772;p93"/>
            <p:cNvSpPr/>
            <p:nvPr/>
          </p:nvSpPr>
          <p:spPr>
            <a:xfrm>
              <a:off x="3145841" y="2642100"/>
              <a:ext cx="161865" cy="121524"/>
            </a:xfrm>
            <a:custGeom>
              <a:rect b="b" l="l" r="r" t="t"/>
              <a:pathLst>
                <a:path extrusionOk="0" h="4633" w="6171">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3" name="Google Shape;16773;p93"/>
            <p:cNvSpPr/>
            <p:nvPr/>
          </p:nvSpPr>
          <p:spPr>
            <a:xfrm>
              <a:off x="3109906" y="2514780"/>
              <a:ext cx="97864" cy="179571"/>
            </a:xfrm>
            <a:custGeom>
              <a:rect b="b" l="l" r="r" t="t"/>
              <a:pathLst>
                <a:path extrusionOk="0" h="6846" w="3731">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4" name="Google Shape;16774;p93"/>
            <p:cNvSpPr/>
            <p:nvPr/>
          </p:nvSpPr>
          <p:spPr>
            <a:xfrm>
              <a:off x="3174825" y="2607424"/>
              <a:ext cx="23161" cy="23161"/>
            </a:xfrm>
            <a:custGeom>
              <a:rect b="b" l="l" r="r" t="t"/>
              <a:pathLst>
                <a:path extrusionOk="0" h="883" w="883">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5" name="Google Shape;16775;p93"/>
            <p:cNvSpPr/>
            <p:nvPr/>
          </p:nvSpPr>
          <p:spPr>
            <a:xfrm>
              <a:off x="3145841" y="2642651"/>
              <a:ext cx="79529" cy="120973"/>
            </a:xfrm>
            <a:custGeom>
              <a:rect b="b" l="l" r="r" t="t"/>
              <a:pathLst>
                <a:path extrusionOk="0" h="4612" w="3032">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76" name="Google Shape;16776;p93"/>
          <p:cNvGrpSpPr/>
          <p:nvPr/>
        </p:nvGrpSpPr>
        <p:grpSpPr>
          <a:xfrm>
            <a:off x="1919281" y="2639322"/>
            <a:ext cx="374066" cy="233395"/>
            <a:chOff x="1946369" y="2563122"/>
            <a:chExt cx="374066" cy="233395"/>
          </a:xfrm>
        </p:grpSpPr>
        <p:sp>
          <p:nvSpPr>
            <p:cNvPr id="16777" name="Google Shape;16777;p93"/>
            <p:cNvSpPr/>
            <p:nvPr/>
          </p:nvSpPr>
          <p:spPr>
            <a:xfrm>
              <a:off x="1946369" y="2563148"/>
              <a:ext cx="334223" cy="215401"/>
            </a:xfrm>
            <a:custGeom>
              <a:rect b="b" l="l" r="r" t="t"/>
              <a:pathLst>
                <a:path extrusionOk="0" h="8212" w="12742">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8" name="Google Shape;16778;p93"/>
            <p:cNvSpPr/>
            <p:nvPr/>
          </p:nvSpPr>
          <p:spPr>
            <a:xfrm>
              <a:off x="1995656" y="2698836"/>
              <a:ext cx="107254" cy="97497"/>
            </a:xfrm>
            <a:custGeom>
              <a:rect b="b" l="l" r="r" t="t"/>
              <a:pathLst>
                <a:path extrusionOk="0" h="3717" w="4089">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9" name="Google Shape;16779;p93"/>
            <p:cNvSpPr/>
            <p:nvPr/>
          </p:nvSpPr>
          <p:spPr>
            <a:xfrm>
              <a:off x="2186846" y="2736738"/>
              <a:ext cx="57811" cy="59778"/>
            </a:xfrm>
            <a:custGeom>
              <a:rect b="b" l="l" r="r" t="t"/>
              <a:pathLst>
                <a:path extrusionOk="0" h="2279" w="2204">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0" name="Google Shape;16780;p93"/>
            <p:cNvSpPr/>
            <p:nvPr/>
          </p:nvSpPr>
          <p:spPr>
            <a:xfrm>
              <a:off x="1974645" y="2580433"/>
              <a:ext cx="14977" cy="20433"/>
            </a:xfrm>
            <a:custGeom>
              <a:rect b="b" l="l" r="r" t="t"/>
              <a:pathLst>
                <a:path extrusionOk="0" h="779" w="571">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1" name="Google Shape;16781;p93"/>
            <p:cNvSpPr/>
            <p:nvPr/>
          </p:nvSpPr>
          <p:spPr>
            <a:xfrm>
              <a:off x="1952429" y="2612408"/>
              <a:ext cx="38506" cy="16918"/>
            </a:xfrm>
            <a:custGeom>
              <a:rect b="b" l="l" r="r" t="t"/>
              <a:pathLst>
                <a:path extrusionOk="0" h="645" w="1468">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2" name="Google Shape;16782;p93"/>
            <p:cNvSpPr/>
            <p:nvPr/>
          </p:nvSpPr>
          <p:spPr>
            <a:xfrm>
              <a:off x="1978029" y="2563122"/>
              <a:ext cx="51962" cy="90048"/>
            </a:xfrm>
            <a:custGeom>
              <a:rect b="b" l="l" r="r" t="t"/>
              <a:pathLst>
                <a:path extrusionOk="0" h="3433" w="1981">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3" name="Google Shape;16783;p93"/>
            <p:cNvSpPr/>
            <p:nvPr/>
          </p:nvSpPr>
          <p:spPr>
            <a:xfrm>
              <a:off x="2029781" y="2601417"/>
              <a:ext cx="290655" cy="147098"/>
            </a:xfrm>
            <a:custGeom>
              <a:rect b="b" l="l" r="r" t="t"/>
              <a:pathLst>
                <a:path extrusionOk="0" h="5608" w="11081">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4" name="Google Shape;16784;p93"/>
            <p:cNvSpPr/>
            <p:nvPr/>
          </p:nvSpPr>
          <p:spPr>
            <a:xfrm>
              <a:off x="2029781" y="2604932"/>
              <a:ext cx="286379" cy="143635"/>
            </a:xfrm>
            <a:custGeom>
              <a:rect b="b" l="l" r="r" t="t"/>
              <a:pathLst>
                <a:path extrusionOk="0" h="5476" w="10918">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85" name="Google Shape;16785;p93"/>
          <p:cNvGrpSpPr/>
          <p:nvPr/>
        </p:nvGrpSpPr>
        <p:grpSpPr>
          <a:xfrm>
            <a:off x="4108175" y="2982384"/>
            <a:ext cx="374040" cy="370184"/>
            <a:chOff x="4135263" y="2906184"/>
            <a:chExt cx="374040" cy="370184"/>
          </a:xfrm>
        </p:grpSpPr>
        <p:sp>
          <p:nvSpPr>
            <p:cNvPr id="16786" name="Google Shape;16786;p93"/>
            <p:cNvSpPr/>
            <p:nvPr/>
          </p:nvSpPr>
          <p:spPr>
            <a:xfrm>
              <a:off x="4165139" y="2935037"/>
              <a:ext cx="314288" cy="312347"/>
            </a:xfrm>
            <a:custGeom>
              <a:rect b="b" l="l" r="r" t="t"/>
              <a:pathLst>
                <a:path extrusionOk="0" h="11908" w="11982">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7" name="Google Shape;16787;p93"/>
            <p:cNvSpPr/>
            <p:nvPr/>
          </p:nvSpPr>
          <p:spPr>
            <a:xfrm>
              <a:off x="4228799" y="2998802"/>
              <a:ext cx="187151" cy="184895"/>
            </a:xfrm>
            <a:custGeom>
              <a:rect b="b" l="l" r="r" t="t"/>
              <a:pathLst>
                <a:path extrusionOk="0" h="7049" w="7135">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8" name="Google Shape;16788;p93"/>
            <p:cNvSpPr/>
            <p:nvPr/>
          </p:nvSpPr>
          <p:spPr>
            <a:xfrm>
              <a:off x="4135263" y="2906184"/>
              <a:ext cx="374040" cy="370184"/>
            </a:xfrm>
            <a:custGeom>
              <a:rect b="b" l="l" r="r" t="t"/>
              <a:pathLst>
                <a:path extrusionOk="0" h="14113" w="1426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89" name="Google Shape;16789;p93"/>
          <p:cNvGrpSpPr/>
          <p:nvPr/>
        </p:nvGrpSpPr>
        <p:grpSpPr>
          <a:xfrm>
            <a:off x="4656513" y="2982384"/>
            <a:ext cx="372676" cy="370184"/>
            <a:chOff x="4683601" y="2906184"/>
            <a:chExt cx="372676" cy="370184"/>
          </a:xfrm>
        </p:grpSpPr>
        <p:sp>
          <p:nvSpPr>
            <p:cNvPr id="16790" name="Google Shape;16790;p93"/>
            <p:cNvSpPr/>
            <p:nvPr/>
          </p:nvSpPr>
          <p:spPr>
            <a:xfrm>
              <a:off x="4846516" y="3004205"/>
              <a:ext cx="20538" cy="69588"/>
            </a:xfrm>
            <a:custGeom>
              <a:rect b="b" l="l" r="r" t="t"/>
              <a:pathLst>
                <a:path extrusionOk="0" h="2653" w="783">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1" name="Google Shape;16791;p93"/>
            <p:cNvSpPr/>
            <p:nvPr/>
          </p:nvSpPr>
          <p:spPr>
            <a:xfrm>
              <a:off x="4875133" y="3004415"/>
              <a:ext cx="18361" cy="69378"/>
            </a:xfrm>
            <a:custGeom>
              <a:rect b="b" l="l" r="r" t="t"/>
              <a:pathLst>
                <a:path extrusionOk="0" h="2645" w="70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2" name="Google Shape;16792;p93"/>
            <p:cNvSpPr/>
            <p:nvPr/>
          </p:nvSpPr>
          <p:spPr>
            <a:xfrm>
              <a:off x="4846857" y="3027524"/>
              <a:ext cx="46270" cy="46270"/>
            </a:xfrm>
            <a:custGeom>
              <a:rect b="b" l="l" r="r" t="t"/>
              <a:pathLst>
                <a:path extrusionOk="0" h="1764" w="1764">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3" name="Google Shape;16793;p93"/>
            <p:cNvSpPr/>
            <p:nvPr/>
          </p:nvSpPr>
          <p:spPr>
            <a:xfrm>
              <a:off x="4683601" y="2906184"/>
              <a:ext cx="372676" cy="370184"/>
            </a:xfrm>
            <a:custGeom>
              <a:rect b="b" l="l" r="r" t="t"/>
              <a:pathLst>
                <a:path extrusionOk="0" h="14113" w="14208">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4" name="Google Shape;16794;p93"/>
            <p:cNvSpPr/>
            <p:nvPr/>
          </p:nvSpPr>
          <p:spPr>
            <a:xfrm>
              <a:off x="4818056" y="3102751"/>
              <a:ext cx="104054" cy="104081"/>
            </a:xfrm>
            <a:custGeom>
              <a:rect b="b" l="l" r="r" t="t"/>
              <a:pathLst>
                <a:path extrusionOk="0" h="3968" w="3967">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5" name="Google Shape;16795;p93"/>
            <p:cNvSpPr/>
            <p:nvPr/>
          </p:nvSpPr>
          <p:spPr>
            <a:xfrm>
              <a:off x="4817872" y="3102935"/>
              <a:ext cx="54086" cy="103897"/>
            </a:xfrm>
            <a:custGeom>
              <a:rect b="b" l="l" r="r" t="t"/>
              <a:pathLst>
                <a:path extrusionOk="0" h="3961" w="2062">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96" name="Google Shape;16796;p93"/>
          <p:cNvGrpSpPr/>
          <p:nvPr/>
        </p:nvGrpSpPr>
        <p:grpSpPr>
          <a:xfrm>
            <a:off x="843720" y="2982253"/>
            <a:ext cx="329134" cy="370132"/>
            <a:chOff x="870808" y="2906053"/>
            <a:chExt cx="329134" cy="370132"/>
          </a:xfrm>
        </p:grpSpPr>
        <p:sp>
          <p:nvSpPr>
            <p:cNvPr id="16797" name="Google Shape;16797;p93"/>
            <p:cNvSpPr/>
            <p:nvPr/>
          </p:nvSpPr>
          <p:spPr>
            <a:xfrm>
              <a:off x="907530" y="3114004"/>
              <a:ext cx="113943" cy="162180"/>
            </a:xfrm>
            <a:custGeom>
              <a:rect b="b" l="l" r="r" t="t"/>
              <a:pathLst>
                <a:path extrusionOk="0" h="6183" w="4344">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8" name="Google Shape;16798;p93"/>
            <p:cNvSpPr/>
            <p:nvPr/>
          </p:nvSpPr>
          <p:spPr>
            <a:xfrm>
              <a:off x="1050169" y="3114030"/>
              <a:ext cx="113838" cy="162154"/>
            </a:xfrm>
            <a:custGeom>
              <a:rect b="b" l="l" r="r" t="t"/>
              <a:pathLst>
                <a:path extrusionOk="0" h="6182" w="434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9" name="Google Shape;16799;p93"/>
            <p:cNvSpPr/>
            <p:nvPr/>
          </p:nvSpPr>
          <p:spPr>
            <a:xfrm>
              <a:off x="870808" y="3073951"/>
              <a:ext cx="329134" cy="52250"/>
            </a:xfrm>
            <a:custGeom>
              <a:rect b="b" l="l" r="r" t="t"/>
              <a:pathLst>
                <a:path extrusionOk="0" h="1992" w="12548">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0" name="Google Shape;16800;p93"/>
            <p:cNvSpPr/>
            <p:nvPr/>
          </p:nvSpPr>
          <p:spPr>
            <a:xfrm>
              <a:off x="889038" y="2975536"/>
              <a:ext cx="293828" cy="86690"/>
            </a:xfrm>
            <a:custGeom>
              <a:rect b="b" l="l" r="r" t="t"/>
              <a:pathLst>
                <a:path extrusionOk="0" h="3305" w="11202">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1" name="Google Shape;16801;p93"/>
            <p:cNvSpPr/>
            <p:nvPr/>
          </p:nvSpPr>
          <p:spPr>
            <a:xfrm>
              <a:off x="983807" y="3021832"/>
              <a:ext cx="104081" cy="225368"/>
            </a:xfrm>
            <a:custGeom>
              <a:rect b="b" l="l" r="r" t="t"/>
              <a:pathLst>
                <a:path extrusionOk="0" h="8592" w="3968">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2" name="Google Shape;16802;p93"/>
            <p:cNvSpPr/>
            <p:nvPr/>
          </p:nvSpPr>
          <p:spPr>
            <a:xfrm>
              <a:off x="1042326" y="3108968"/>
              <a:ext cx="210" cy="26"/>
            </a:xfrm>
            <a:custGeom>
              <a:rect b="b" l="l" r="r" t="t"/>
              <a:pathLst>
                <a:path extrusionOk="0" h="1" w="8">
                  <a:moveTo>
                    <a:pt x="1" y="1"/>
                  </a:moveTo>
                  <a:lnTo>
                    <a:pt x="1" y="1"/>
                  </a:lnTo>
                  <a:cubicBezTo>
                    <a:pt x="8" y="1"/>
                    <a:pt x="8" y="1"/>
                    <a:pt x="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3" name="Google Shape;16803;p93"/>
            <p:cNvSpPr/>
            <p:nvPr/>
          </p:nvSpPr>
          <p:spPr>
            <a:xfrm>
              <a:off x="983650" y="3021648"/>
              <a:ext cx="70270" cy="225552"/>
            </a:xfrm>
            <a:custGeom>
              <a:rect b="b" l="l" r="r" t="t"/>
              <a:pathLst>
                <a:path extrusionOk="0" h="8599" w="2679">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4" name="Google Shape;16804;p93"/>
            <p:cNvSpPr/>
            <p:nvPr/>
          </p:nvSpPr>
          <p:spPr>
            <a:xfrm>
              <a:off x="983807" y="3151120"/>
              <a:ext cx="104081" cy="26728"/>
            </a:xfrm>
            <a:custGeom>
              <a:rect b="b" l="l" r="r" t="t"/>
              <a:pathLst>
                <a:path extrusionOk="0" h="1019" w="3968">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5" name="Google Shape;16805;p93"/>
            <p:cNvSpPr/>
            <p:nvPr/>
          </p:nvSpPr>
          <p:spPr>
            <a:xfrm>
              <a:off x="988633" y="3194347"/>
              <a:ext cx="94271" cy="24053"/>
            </a:xfrm>
            <a:custGeom>
              <a:rect b="b" l="l" r="r" t="t"/>
              <a:pathLst>
                <a:path extrusionOk="0" h="917" w="3594">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6" name="Google Shape;16806;p93"/>
            <p:cNvSpPr/>
            <p:nvPr/>
          </p:nvSpPr>
          <p:spPr>
            <a:xfrm>
              <a:off x="1024201" y="3151120"/>
              <a:ext cx="63503" cy="26728"/>
            </a:xfrm>
            <a:custGeom>
              <a:rect b="b" l="l" r="r" t="t"/>
              <a:pathLst>
                <a:path extrusionOk="0" h="1019" w="2421">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7" name="Google Shape;16807;p93"/>
            <p:cNvSpPr/>
            <p:nvPr/>
          </p:nvSpPr>
          <p:spPr>
            <a:xfrm>
              <a:off x="985066" y="3150962"/>
              <a:ext cx="26" cy="26"/>
            </a:xfrm>
            <a:custGeom>
              <a:rect b="b" l="l" r="r" t="t"/>
              <a:pathLst>
                <a:path extrusionOk="0" h="1" w="1">
                  <a:moveTo>
                    <a:pt x="0" y="0"/>
                  </a:moveTo>
                  <a:lnTo>
                    <a:pt x="0"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8" name="Google Shape;16808;p93"/>
            <p:cNvSpPr/>
            <p:nvPr/>
          </p:nvSpPr>
          <p:spPr>
            <a:xfrm>
              <a:off x="984174" y="3157362"/>
              <a:ext cx="26" cy="26"/>
            </a:xfrm>
            <a:custGeom>
              <a:rect b="b" l="l" r="r" t="t"/>
              <a:pathLst>
                <a:path extrusionOk="0" h="1" w="1">
                  <a:moveTo>
                    <a:pt x="0" y="0"/>
                  </a:move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9" name="Google Shape;16809;p93"/>
            <p:cNvSpPr/>
            <p:nvPr/>
          </p:nvSpPr>
          <p:spPr>
            <a:xfrm>
              <a:off x="991834" y="3202714"/>
              <a:ext cx="367" cy="734"/>
            </a:xfrm>
            <a:custGeom>
              <a:rect b="b" l="l" r="r" t="t"/>
              <a:pathLst>
                <a:path extrusionOk="0" h="28" w="14">
                  <a:moveTo>
                    <a:pt x="0" y="0"/>
                  </a:moveTo>
                  <a:lnTo>
                    <a:pt x="14" y="27"/>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0" name="Google Shape;16810;p93"/>
            <p:cNvSpPr/>
            <p:nvPr/>
          </p:nvSpPr>
          <p:spPr>
            <a:xfrm>
              <a:off x="1029159" y="3194347"/>
              <a:ext cx="53745" cy="24053"/>
            </a:xfrm>
            <a:custGeom>
              <a:rect b="b" l="l" r="r" t="t"/>
              <a:pathLst>
                <a:path extrusionOk="0" h="917" w="2049">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1" name="Google Shape;16811;p93"/>
            <p:cNvSpPr/>
            <p:nvPr/>
          </p:nvSpPr>
          <p:spPr>
            <a:xfrm>
              <a:off x="935282" y="2906053"/>
              <a:ext cx="201341" cy="63686"/>
            </a:xfrm>
            <a:custGeom>
              <a:rect b="b" l="l" r="r" t="t"/>
              <a:pathLst>
                <a:path extrusionOk="0" h="2428" w="7676">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2" name="Google Shape;16812;p93"/>
            <p:cNvSpPr/>
            <p:nvPr/>
          </p:nvSpPr>
          <p:spPr>
            <a:xfrm>
              <a:off x="1001066" y="2958172"/>
              <a:ext cx="69405" cy="69378"/>
            </a:xfrm>
            <a:custGeom>
              <a:rect b="b" l="l" r="r" t="t"/>
              <a:pathLst>
                <a:path extrusionOk="0" h="2645" w="2646">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3" name="Google Shape;16813;p93"/>
            <p:cNvSpPr/>
            <p:nvPr/>
          </p:nvSpPr>
          <p:spPr>
            <a:xfrm>
              <a:off x="1001066" y="2958172"/>
              <a:ext cx="37378" cy="69378"/>
            </a:xfrm>
            <a:custGeom>
              <a:rect b="b" l="l" r="r" t="t"/>
              <a:pathLst>
                <a:path extrusionOk="0" h="2645" w="1425">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4" name="Google Shape;16814;p93"/>
            <p:cNvSpPr/>
            <p:nvPr/>
          </p:nvSpPr>
          <p:spPr>
            <a:xfrm>
              <a:off x="1001066"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5" name="Google Shape;16815;p93"/>
            <p:cNvSpPr/>
            <p:nvPr/>
          </p:nvSpPr>
          <p:spPr>
            <a:xfrm>
              <a:off x="1047310"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16" name="Google Shape;16816;p93"/>
          <p:cNvGrpSpPr/>
          <p:nvPr/>
        </p:nvGrpSpPr>
        <p:grpSpPr>
          <a:xfrm>
            <a:off x="1916790" y="2985269"/>
            <a:ext cx="374774" cy="364282"/>
            <a:chOff x="1943878" y="2909069"/>
            <a:chExt cx="374774" cy="364282"/>
          </a:xfrm>
        </p:grpSpPr>
        <p:sp>
          <p:nvSpPr>
            <p:cNvPr id="16817" name="Google Shape;16817;p93"/>
            <p:cNvSpPr/>
            <p:nvPr/>
          </p:nvSpPr>
          <p:spPr>
            <a:xfrm>
              <a:off x="2142911" y="2909069"/>
              <a:ext cx="65470" cy="50178"/>
            </a:xfrm>
            <a:custGeom>
              <a:rect b="b" l="l" r="r" t="t"/>
              <a:pathLst>
                <a:path extrusionOk="0" h="1913" w="2496">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8" name="Google Shape;16818;p93"/>
            <p:cNvSpPr/>
            <p:nvPr/>
          </p:nvSpPr>
          <p:spPr>
            <a:xfrm>
              <a:off x="2193063" y="2938316"/>
              <a:ext cx="90231" cy="51699"/>
            </a:xfrm>
            <a:custGeom>
              <a:rect b="b" l="l" r="r" t="t"/>
              <a:pathLst>
                <a:path extrusionOk="0" h="1971" w="344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9" name="Google Shape;16819;p93"/>
            <p:cNvSpPr/>
            <p:nvPr/>
          </p:nvSpPr>
          <p:spPr>
            <a:xfrm>
              <a:off x="2239306" y="3065216"/>
              <a:ext cx="79346" cy="75096"/>
            </a:xfrm>
            <a:custGeom>
              <a:rect b="b" l="l" r="r" t="t"/>
              <a:pathLst>
                <a:path extrusionOk="0" h="2863" w="3025">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0" name="Google Shape;16820;p93"/>
            <p:cNvSpPr/>
            <p:nvPr/>
          </p:nvSpPr>
          <p:spPr>
            <a:xfrm>
              <a:off x="2232696" y="3151723"/>
              <a:ext cx="43096" cy="98494"/>
            </a:xfrm>
            <a:custGeom>
              <a:rect b="b" l="l" r="r" t="t"/>
              <a:pathLst>
                <a:path extrusionOk="0" h="3755" w="1643">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1" name="Google Shape;16821;p93"/>
            <p:cNvSpPr/>
            <p:nvPr/>
          </p:nvSpPr>
          <p:spPr>
            <a:xfrm>
              <a:off x="2054149" y="2909069"/>
              <a:ext cx="65654" cy="50178"/>
            </a:xfrm>
            <a:custGeom>
              <a:rect b="b" l="l" r="r" t="t"/>
              <a:pathLst>
                <a:path extrusionOk="0" h="1913" w="2503">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2" name="Google Shape;16822;p93"/>
            <p:cNvSpPr/>
            <p:nvPr/>
          </p:nvSpPr>
          <p:spPr>
            <a:xfrm>
              <a:off x="1978344" y="2937634"/>
              <a:ext cx="91307" cy="52381"/>
            </a:xfrm>
            <a:custGeom>
              <a:rect b="b" l="l" r="r" t="t"/>
              <a:pathLst>
                <a:path extrusionOk="0" h="1997" w="3481">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3" name="Google Shape;16823;p93"/>
            <p:cNvSpPr/>
            <p:nvPr/>
          </p:nvSpPr>
          <p:spPr>
            <a:xfrm>
              <a:off x="1943878" y="3065216"/>
              <a:ext cx="79529" cy="75096"/>
            </a:xfrm>
            <a:custGeom>
              <a:rect b="b" l="l" r="r" t="t"/>
              <a:pathLst>
                <a:path extrusionOk="0" h="2863" w="3032">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4" name="Google Shape;16824;p93"/>
            <p:cNvSpPr/>
            <p:nvPr/>
          </p:nvSpPr>
          <p:spPr>
            <a:xfrm>
              <a:off x="1986737" y="3151723"/>
              <a:ext cx="43122" cy="98494"/>
            </a:xfrm>
            <a:custGeom>
              <a:rect b="b" l="l" r="r" t="t"/>
              <a:pathLst>
                <a:path extrusionOk="0" h="3755" w="1644">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5" name="Google Shape;16825;p93"/>
            <p:cNvSpPr/>
            <p:nvPr/>
          </p:nvSpPr>
          <p:spPr>
            <a:xfrm>
              <a:off x="2003813" y="3007432"/>
              <a:ext cx="254903" cy="265920"/>
            </a:xfrm>
            <a:custGeom>
              <a:rect b="b" l="l" r="r" t="t"/>
              <a:pathLst>
                <a:path extrusionOk="0" h="10138" w="9718">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6" name="Google Shape;16826;p93"/>
            <p:cNvSpPr/>
            <p:nvPr/>
          </p:nvSpPr>
          <p:spPr>
            <a:xfrm>
              <a:off x="2125468" y="3007432"/>
              <a:ext cx="11594" cy="248529"/>
            </a:xfrm>
            <a:custGeom>
              <a:rect b="b" l="l" r="r" t="t"/>
              <a:pathLst>
                <a:path extrusionOk="0" h="9475" w="442">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7" name="Google Shape;16827;p93"/>
            <p:cNvSpPr/>
            <p:nvPr/>
          </p:nvSpPr>
          <p:spPr>
            <a:xfrm>
              <a:off x="2003813" y="3007432"/>
              <a:ext cx="129865" cy="265736"/>
            </a:xfrm>
            <a:custGeom>
              <a:rect b="b" l="l" r="r" t="t"/>
              <a:pathLst>
                <a:path extrusionOk="0" h="10131" w="4951">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8" name="Google Shape;16828;p93"/>
            <p:cNvSpPr/>
            <p:nvPr/>
          </p:nvSpPr>
          <p:spPr>
            <a:xfrm>
              <a:off x="2044732" y="2937896"/>
              <a:ext cx="173433" cy="92487"/>
            </a:xfrm>
            <a:custGeom>
              <a:rect b="b" l="l" r="r" t="t"/>
              <a:pathLst>
                <a:path extrusionOk="0" h="3526" w="6612">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9" name="Google Shape;16829;p93"/>
            <p:cNvSpPr/>
            <p:nvPr/>
          </p:nvSpPr>
          <p:spPr>
            <a:xfrm>
              <a:off x="2044548" y="2937896"/>
              <a:ext cx="99805" cy="91962"/>
            </a:xfrm>
            <a:custGeom>
              <a:rect b="b" l="l" r="r" t="t"/>
              <a:pathLst>
                <a:path extrusionOk="0" h="3506" w="3805">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0" name="Google Shape;16830;p93"/>
            <p:cNvSpPr/>
            <p:nvPr/>
          </p:nvSpPr>
          <p:spPr>
            <a:xfrm>
              <a:off x="2153219" y="2943404"/>
              <a:ext cx="47162" cy="35070"/>
            </a:xfrm>
            <a:custGeom>
              <a:rect b="b" l="l" r="r" t="t"/>
              <a:pathLst>
                <a:path extrusionOk="0" h="1337" w="1798">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1" name="Google Shape;16831;p93"/>
            <p:cNvSpPr/>
            <p:nvPr/>
          </p:nvSpPr>
          <p:spPr>
            <a:xfrm>
              <a:off x="2062332" y="2943404"/>
              <a:ext cx="47162" cy="35070"/>
            </a:xfrm>
            <a:custGeom>
              <a:rect b="b" l="l" r="r" t="t"/>
              <a:pathLst>
                <a:path extrusionOk="0" h="1337" w="1798">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2" name="Google Shape;16832;p93"/>
            <p:cNvSpPr/>
            <p:nvPr/>
          </p:nvSpPr>
          <p:spPr>
            <a:xfrm>
              <a:off x="2061991" y="3123027"/>
              <a:ext cx="40394" cy="40394"/>
            </a:xfrm>
            <a:custGeom>
              <a:rect b="b" l="l" r="r" t="t"/>
              <a:pathLst>
                <a:path extrusionOk="0" h="1540" w="154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3" name="Google Shape;16833;p93"/>
            <p:cNvSpPr/>
            <p:nvPr/>
          </p:nvSpPr>
          <p:spPr>
            <a:xfrm>
              <a:off x="2039407" y="3209665"/>
              <a:ext cx="38794" cy="34519"/>
            </a:xfrm>
            <a:custGeom>
              <a:rect b="b" l="l" r="r" t="t"/>
              <a:pathLst>
                <a:path extrusionOk="0" h="1316" w="1479">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4" name="Google Shape;16834;p93"/>
            <p:cNvSpPr/>
            <p:nvPr/>
          </p:nvSpPr>
          <p:spPr>
            <a:xfrm>
              <a:off x="2015748" y="3065216"/>
              <a:ext cx="28827" cy="28853"/>
            </a:xfrm>
            <a:custGeom>
              <a:rect b="b" l="l" r="r" t="t"/>
              <a:pathLst>
                <a:path extrusionOk="0" h="1100" w="1099">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5" name="Google Shape;16835;p93"/>
            <p:cNvSpPr/>
            <p:nvPr/>
          </p:nvSpPr>
          <p:spPr>
            <a:xfrm>
              <a:off x="2160170" y="3123027"/>
              <a:ext cx="40578" cy="40394"/>
            </a:xfrm>
            <a:custGeom>
              <a:rect b="b" l="l" r="r" t="t"/>
              <a:pathLst>
                <a:path extrusionOk="0" h="1540" w="1547">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6" name="Google Shape;16836;p93"/>
            <p:cNvSpPr/>
            <p:nvPr/>
          </p:nvSpPr>
          <p:spPr>
            <a:xfrm>
              <a:off x="2184354" y="3209665"/>
              <a:ext cx="38794" cy="34519"/>
            </a:xfrm>
            <a:custGeom>
              <a:rect b="b" l="l" r="r" t="t"/>
              <a:pathLst>
                <a:path extrusionOk="0" h="1316" w="1479">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7" name="Google Shape;16837;p93"/>
            <p:cNvSpPr/>
            <p:nvPr/>
          </p:nvSpPr>
          <p:spPr>
            <a:xfrm>
              <a:off x="2218138" y="3065216"/>
              <a:ext cx="28853" cy="28853"/>
            </a:xfrm>
            <a:custGeom>
              <a:rect b="b" l="l" r="r" t="t"/>
              <a:pathLst>
                <a:path extrusionOk="0" h="1100" w="110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38" name="Google Shape;16838;p93"/>
          <p:cNvGrpSpPr/>
          <p:nvPr/>
        </p:nvGrpSpPr>
        <p:grpSpPr>
          <a:xfrm>
            <a:off x="1100984" y="3441461"/>
            <a:ext cx="328872" cy="370158"/>
            <a:chOff x="1128072" y="3365261"/>
            <a:chExt cx="328872" cy="370158"/>
          </a:xfrm>
        </p:grpSpPr>
        <p:sp>
          <p:nvSpPr>
            <p:cNvPr id="16839" name="Google Shape;16839;p93"/>
            <p:cNvSpPr/>
            <p:nvPr/>
          </p:nvSpPr>
          <p:spPr>
            <a:xfrm>
              <a:off x="1128072" y="3641306"/>
              <a:ext cx="23502" cy="11935"/>
            </a:xfrm>
            <a:custGeom>
              <a:rect b="b" l="l" r="r" t="t"/>
              <a:pathLst>
                <a:path extrusionOk="0" h="455" w="896">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0" name="Google Shape;16840;p93"/>
            <p:cNvSpPr/>
            <p:nvPr/>
          </p:nvSpPr>
          <p:spPr>
            <a:xfrm>
              <a:off x="1128072" y="3600203"/>
              <a:ext cx="23502" cy="11777"/>
            </a:xfrm>
            <a:custGeom>
              <a:rect b="b" l="l" r="r" t="t"/>
              <a:pathLst>
                <a:path extrusionOk="0" h="449" w="896">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1" name="Google Shape;16841;p93"/>
            <p:cNvSpPr/>
            <p:nvPr/>
          </p:nvSpPr>
          <p:spPr>
            <a:xfrm>
              <a:off x="1186749" y="3600203"/>
              <a:ext cx="23502" cy="11961"/>
            </a:xfrm>
            <a:custGeom>
              <a:rect b="b" l="l" r="r" t="t"/>
              <a:pathLst>
                <a:path extrusionOk="0" h="456" w="896">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2" name="Google Shape;16842;p93"/>
            <p:cNvSpPr/>
            <p:nvPr/>
          </p:nvSpPr>
          <p:spPr>
            <a:xfrm>
              <a:off x="1128072" y="3559127"/>
              <a:ext cx="23502" cy="11777"/>
            </a:xfrm>
            <a:custGeom>
              <a:rect b="b" l="l" r="r" t="t"/>
              <a:pathLst>
                <a:path extrusionOk="0" h="449" w="896">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3" name="Google Shape;16843;p93"/>
            <p:cNvSpPr/>
            <p:nvPr/>
          </p:nvSpPr>
          <p:spPr>
            <a:xfrm>
              <a:off x="1186749" y="3559127"/>
              <a:ext cx="23502" cy="11777"/>
            </a:xfrm>
            <a:custGeom>
              <a:rect b="b" l="l" r="r" t="t"/>
              <a:pathLst>
                <a:path extrusionOk="0" h="449" w="896">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4" name="Google Shape;16844;p93"/>
            <p:cNvSpPr/>
            <p:nvPr/>
          </p:nvSpPr>
          <p:spPr>
            <a:xfrm>
              <a:off x="1128072" y="3518051"/>
              <a:ext cx="23502" cy="11751"/>
            </a:xfrm>
            <a:custGeom>
              <a:rect b="b" l="l" r="r" t="t"/>
              <a:pathLst>
                <a:path extrusionOk="0" h="448" w="896">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5" name="Google Shape;16845;p93"/>
            <p:cNvSpPr/>
            <p:nvPr/>
          </p:nvSpPr>
          <p:spPr>
            <a:xfrm>
              <a:off x="1186749" y="3518051"/>
              <a:ext cx="23502" cy="11751"/>
            </a:xfrm>
            <a:custGeom>
              <a:rect b="b" l="l" r="r" t="t"/>
              <a:pathLst>
                <a:path extrusionOk="0" h="448" w="896">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6" name="Google Shape;16846;p93"/>
            <p:cNvSpPr/>
            <p:nvPr/>
          </p:nvSpPr>
          <p:spPr>
            <a:xfrm>
              <a:off x="1163273" y="3476975"/>
              <a:ext cx="11777" cy="23502"/>
            </a:xfrm>
            <a:custGeom>
              <a:rect b="b" l="l" r="r" t="t"/>
              <a:pathLst>
                <a:path extrusionOk="0" h="896" w="449">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7" name="Google Shape;16847;p93"/>
            <p:cNvSpPr/>
            <p:nvPr/>
          </p:nvSpPr>
          <p:spPr>
            <a:xfrm>
              <a:off x="1374739" y="3512176"/>
              <a:ext cx="23502" cy="11777"/>
            </a:xfrm>
            <a:custGeom>
              <a:rect b="b" l="l" r="r" t="t"/>
              <a:pathLst>
                <a:path extrusionOk="0" h="449" w="896">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8" name="Google Shape;16848;p93"/>
            <p:cNvSpPr/>
            <p:nvPr/>
          </p:nvSpPr>
          <p:spPr>
            <a:xfrm>
              <a:off x="1433442" y="3512176"/>
              <a:ext cx="23502" cy="11777"/>
            </a:xfrm>
            <a:custGeom>
              <a:rect b="b" l="l" r="r" t="t"/>
              <a:pathLst>
                <a:path extrusionOk="0" h="449" w="896">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9" name="Google Shape;16849;p93"/>
            <p:cNvSpPr/>
            <p:nvPr/>
          </p:nvSpPr>
          <p:spPr>
            <a:xfrm>
              <a:off x="1433442" y="3553252"/>
              <a:ext cx="23502" cy="11777"/>
            </a:xfrm>
            <a:custGeom>
              <a:rect b="b" l="l" r="r" t="t"/>
              <a:pathLst>
                <a:path extrusionOk="0" h="449" w="896">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0" name="Google Shape;16850;p93"/>
            <p:cNvSpPr/>
            <p:nvPr/>
          </p:nvSpPr>
          <p:spPr>
            <a:xfrm>
              <a:off x="1374739" y="3471099"/>
              <a:ext cx="23502" cy="11751"/>
            </a:xfrm>
            <a:custGeom>
              <a:rect b="b" l="l" r="r" t="t"/>
              <a:pathLst>
                <a:path extrusionOk="0" h="448" w="896">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1" name="Google Shape;16851;p93"/>
            <p:cNvSpPr/>
            <p:nvPr/>
          </p:nvSpPr>
          <p:spPr>
            <a:xfrm>
              <a:off x="1433442" y="3471099"/>
              <a:ext cx="23502" cy="11751"/>
            </a:xfrm>
            <a:custGeom>
              <a:rect b="b" l="l" r="r" t="t"/>
              <a:pathLst>
                <a:path extrusionOk="0" h="448" w="896">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2" name="Google Shape;16852;p93"/>
            <p:cNvSpPr/>
            <p:nvPr/>
          </p:nvSpPr>
          <p:spPr>
            <a:xfrm>
              <a:off x="1409966" y="3429997"/>
              <a:ext cx="11751" cy="23502"/>
            </a:xfrm>
            <a:custGeom>
              <a:rect b="b" l="l" r="r" t="t"/>
              <a:pathLst>
                <a:path extrusionOk="0" h="896" w="448">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3" name="Google Shape;16853;p93"/>
            <p:cNvSpPr/>
            <p:nvPr/>
          </p:nvSpPr>
          <p:spPr>
            <a:xfrm>
              <a:off x="1210225" y="3582603"/>
              <a:ext cx="29378" cy="11777"/>
            </a:xfrm>
            <a:custGeom>
              <a:rect b="b" l="l" r="r" t="t"/>
              <a:pathLst>
                <a:path extrusionOk="0" h="449" w="112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4" name="Google Shape;16854;p93"/>
            <p:cNvSpPr/>
            <p:nvPr/>
          </p:nvSpPr>
          <p:spPr>
            <a:xfrm>
              <a:off x="1210225" y="3535651"/>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5" name="Google Shape;16855;p93"/>
            <p:cNvSpPr/>
            <p:nvPr/>
          </p:nvSpPr>
          <p:spPr>
            <a:xfrm>
              <a:off x="1345230" y="3676690"/>
              <a:ext cx="29535" cy="11777"/>
            </a:xfrm>
            <a:custGeom>
              <a:rect b="b" l="l" r="r" t="t"/>
              <a:pathLst>
                <a:path extrusionOk="0" h="449" w="1126">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6" name="Google Shape;16856;p93"/>
            <p:cNvSpPr/>
            <p:nvPr/>
          </p:nvSpPr>
          <p:spPr>
            <a:xfrm>
              <a:off x="1345230" y="3629738"/>
              <a:ext cx="29535" cy="11777"/>
            </a:xfrm>
            <a:custGeom>
              <a:rect b="b" l="l" r="r" t="t"/>
              <a:pathLst>
                <a:path extrusionOk="0" h="449" w="1126">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7" name="Google Shape;16857;p93"/>
            <p:cNvSpPr/>
            <p:nvPr/>
          </p:nvSpPr>
          <p:spPr>
            <a:xfrm>
              <a:off x="1210225" y="3488700"/>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8" name="Google Shape;16858;p93"/>
            <p:cNvSpPr/>
            <p:nvPr/>
          </p:nvSpPr>
          <p:spPr>
            <a:xfrm>
              <a:off x="1345230" y="3488700"/>
              <a:ext cx="29535" cy="11777"/>
            </a:xfrm>
            <a:custGeom>
              <a:rect b="b" l="l" r="r" t="t"/>
              <a:pathLst>
                <a:path extrusionOk="0" h="449" w="1126">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9" name="Google Shape;16859;p93"/>
            <p:cNvSpPr/>
            <p:nvPr/>
          </p:nvSpPr>
          <p:spPr>
            <a:xfrm>
              <a:off x="1210225" y="3441748"/>
              <a:ext cx="29378" cy="11751"/>
            </a:xfrm>
            <a:custGeom>
              <a:rect b="b" l="l" r="r" t="t"/>
              <a:pathLst>
                <a:path extrusionOk="0" h="448" w="112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0" name="Google Shape;16860;p93"/>
            <p:cNvSpPr/>
            <p:nvPr/>
          </p:nvSpPr>
          <p:spPr>
            <a:xfrm>
              <a:off x="1286528" y="3365261"/>
              <a:ext cx="11777" cy="29561"/>
            </a:xfrm>
            <a:custGeom>
              <a:rect b="b" l="l" r="r" t="t"/>
              <a:pathLst>
                <a:path extrusionOk="0" h="1127" w="449">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1" name="Google Shape;16861;p93"/>
            <p:cNvSpPr/>
            <p:nvPr/>
          </p:nvSpPr>
          <p:spPr>
            <a:xfrm>
              <a:off x="1233359" y="3388685"/>
              <a:ext cx="26335" cy="26046"/>
            </a:xfrm>
            <a:custGeom>
              <a:rect b="b" l="l" r="r" t="t"/>
              <a:pathLst>
                <a:path extrusionOk="0" h="993" w="1004">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2" name="Google Shape;16862;p93"/>
            <p:cNvSpPr/>
            <p:nvPr/>
          </p:nvSpPr>
          <p:spPr>
            <a:xfrm>
              <a:off x="1325296" y="3388685"/>
              <a:ext cx="26361" cy="26046"/>
            </a:xfrm>
            <a:custGeom>
              <a:rect b="b" l="l" r="r" t="t"/>
              <a:pathLst>
                <a:path extrusionOk="0" h="993" w="1005">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3" name="Google Shape;16863;p93"/>
            <p:cNvSpPr/>
            <p:nvPr/>
          </p:nvSpPr>
          <p:spPr>
            <a:xfrm>
              <a:off x="1345230" y="3441748"/>
              <a:ext cx="29535" cy="11751"/>
            </a:xfrm>
            <a:custGeom>
              <a:rect b="b" l="l" r="r" t="t"/>
              <a:pathLst>
                <a:path extrusionOk="0" h="448" w="1126">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4" name="Google Shape;16864;p93"/>
            <p:cNvSpPr/>
            <p:nvPr/>
          </p:nvSpPr>
          <p:spPr>
            <a:xfrm>
              <a:off x="1233700" y="3388816"/>
              <a:ext cx="205643" cy="346603"/>
            </a:xfrm>
            <a:custGeom>
              <a:rect b="b" l="l" r="r" t="t"/>
              <a:pathLst>
                <a:path extrusionOk="0" h="13214" w="784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5" name="Google Shape;16865;p93"/>
            <p:cNvSpPr/>
            <p:nvPr/>
          </p:nvSpPr>
          <p:spPr>
            <a:xfrm>
              <a:off x="1145489" y="3388816"/>
              <a:ext cx="164724" cy="346603"/>
            </a:xfrm>
            <a:custGeom>
              <a:rect b="b" l="l" r="r" t="t"/>
              <a:pathLst>
                <a:path extrusionOk="0" h="13214" w="628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6" name="Google Shape;16866;p93"/>
            <p:cNvSpPr/>
            <p:nvPr/>
          </p:nvSpPr>
          <p:spPr>
            <a:xfrm>
              <a:off x="1175024" y="3495283"/>
              <a:ext cx="29351" cy="140173"/>
            </a:xfrm>
            <a:custGeom>
              <a:rect b="b" l="l" r="r" t="t"/>
              <a:pathLst>
                <a:path extrusionOk="0" h="5344" w="1119">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7" name="Google Shape;16867;p93"/>
            <p:cNvSpPr/>
            <p:nvPr/>
          </p:nvSpPr>
          <p:spPr>
            <a:xfrm>
              <a:off x="1286528" y="3435872"/>
              <a:ext cx="11777" cy="17627"/>
            </a:xfrm>
            <a:custGeom>
              <a:rect b="b" l="l" r="r" t="t"/>
              <a:pathLst>
                <a:path extrusionOk="0" h="672" w="449">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8" name="Google Shape;16868;p93"/>
            <p:cNvSpPr/>
            <p:nvPr/>
          </p:nvSpPr>
          <p:spPr>
            <a:xfrm>
              <a:off x="1286528" y="3482824"/>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9" name="Google Shape;16869;p93"/>
            <p:cNvSpPr/>
            <p:nvPr/>
          </p:nvSpPr>
          <p:spPr>
            <a:xfrm>
              <a:off x="1163273" y="3518051"/>
              <a:ext cx="11777" cy="17627"/>
            </a:xfrm>
            <a:custGeom>
              <a:rect b="b" l="l" r="r" t="t"/>
              <a:pathLst>
                <a:path extrusionOk="0" h="672" w="449">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0" name="Google Shape;16870;p93"/>
            <p:cNvSpPr/>
            <p:nvPr/>
          </p:nvSpPr>
          <p:spPr>
            <a:xfrm>
              <a:off x="1163273" y="355912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1" name="Google Shape;16871;p93"/>
            <p:cNvSpPr/>
            <p:nvPr/>
          </p:nvSpPr>
          <p:spPr>
            <a:xfrm>
              <a:off x="1163273" y="360038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2" name="Google Shape;16872;p93"/>
            <p:cNvSpPr/>
            <p:nvPr/>
          </p:nvSpPr>
          <p:spPr>
            <a:xfrm>
              <a:off x="1165109" y="3637581"/>
              <a:ext cx="19882" cy="16368"/>
            </a:xfrm>
            <a:custGeom>
              <a:rect b="b" l="l" r="r" t="t"/>
              <a:pathLst>
                <a:path extrusionOk="0" h="624" w="758">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3" name="Google Shape;16873;p93"/>
            <p:cNvSpPr/>
            <p:nvPr/>
          </p:nvSpPr>
          <p:spPr>
            <a:xfrm>
              <a:off x="1196532" y="3653214"/>
              <a:ext cx="21377" cy="11777"/>
            </a:xfrm>
            <a:custGeom>
              <a:rect b="b" l="l" r="r" t="t"/>
              <a:pathLst>
                <a:path extrusionOk="0" h="449" w="815">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4" name="Google Shape;16874;p93"/>
            <p:cNvSpPr/>
            <p:nvPr/>
          </p:nvSpPr>
          <p:spPr>
            <a:xfrm>
              <a:off x="1286528" y="3529776"/>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5" name="Google Shape;16875;p93"/>
            <p:cNvSpPr/>
            <p:nvPr/>
          </p:nvSpPr>
          <p:spPr>
            <a:xfrm>
              <a:off x="1286528" y="3576728"/>
              <a:ext cx="11777" cy="17653"/>
            </a:xfrm>
            <a:custGeom>
              <a:rect b="b" l="l" r="r" t="t"/>
              <a:pathLst>
                <a:path extrusionOk="0" h="673" w="449">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6" name="Google Shape;16876;p93"/>
            <p:cNvSpPr/>
            <p:nvPr/>
          </p:nvSpPr>
          <p:spPr>
            <a:xfrm>
              <a:off x="1286528" y="3623863"/>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7" name="Google Shape;16877;p93"/>
            <p:cNvSpPr/>
            <p:nvPr/>
          </p:nvSpPr>
          <p:spPr>
            <a:xfrm>
              <a:off x="1286528" y="3670815"/>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8" name="Google Shape;16878;p93"/>
            <p:cNvSpPr/>
            <p:nvPr/>
          </p:nvSpPr>
          <p:spPr>
            <a:xfrm>
              <a:off x="1380615" y="3448332"/>
              <a:ext cx="29378" cy="93221"/>
            </a:xfrm>
            <a:custGeom>
              <a:rect b="b" l="l" r="r" t="t"/>
              <a:pathLst>
                <a:path extrusionOk="0" h="3554" w="112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9" name="Google Shape;16879;p93"/>
            <p:cNvSpPr/>
            <p:nvPr/>
          </p:nvSpPr>
          <p:spPr>
            <a:xfrm>
              <a:off x="1409966" y="3471099"/>
              <a:ext cx="11751" cy="17627"/>
            </a:xfrm>
            <a:custGeom>
              <a:rect b="b" l="l" r="r" t="t"/>
              <a:pathLst>
                <a:path extrusionOk="0" h="672" w="448">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0" name="Google Shape;16880;p93"/>
            <p:cNvSpPr/>
            <p:nvPr/>
          </p:nvSpPr>
          <p:spPr>
            <a:xfrm>
              <a:off x="1409966" y="3512176"/>
              <a:ext cx="11751" cy="17627"/>
            </a:xfrm>
            <a:custGeom>
              <a:rect b="b" l="l" r="r" t="t"/>
              <a:pathLst>
                <a:path extrusionOk="0" h="672" w="448">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1" name="Google Shape;16881;p93"/>
            <p:cNvSpPr/>
            <p:nvPr/>
          </p:nvSpPr>
          <p:spPr>
            <a:xfrm>
              <a:off x="1368706" y="3559127"/>
              <a:ext cx="19594" cy="11777"/>
            </a:xfrm>
            <a:custGeom>
              <a:rect b="b" l="l" r="r" t="t"/>
              <a:pathLst>
                <a:path extrusionOk="0" h="449" w="747">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2" name="Google Shape;16882;p93"/>
            <p:cNvSpPr/>
            <p:nvPr/>
          </p:nvSpPr>
          <p:spPr>
            <a:xfrm>
              <a:off x="1399815" y="3547691"/>
              <a:ext cx="19017" cy="16053"/>
            </a:xfrm>
            <a:custGeom>
              <a:rect b="b" l="l" r="r" t="t"/>
              <a:pathLst>
                <a:path extrusionOk="0" h="612" w="725">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83" name="Google Shape;16883;p93"/>
          <p:cNvGrpSpPr/>
          <p:nvPr/>
        </p:nvGrpSpPr>
        <p:grpSpPr>
          <a:xfrm>
            <a:off x="5749779" y="1591381"/>
            <a:ext cx="370866" cy="364151"/>
            <a:chOff x="5776868" y="1515181"/>
            <a:chExt cx="370866" cy="364151"/>
          </a:xfrm>
        </p:grpSpPr>
        <p:sp>
          <p:nvSpPr>
            <p:cNvPr id="16884" name="Google Shape;16884;p93"/>
            <p:cNvSpPr/>
            <p:nvPr/>
          </p:nvSpPr>
          <p:spPr>
            <a:xfrm>
              <a:off x="5776868" y="1515181"/>
              <a:ext cx="176213" cy="156147"/>
            </a:xfrm>
            <a:custGeom>
              <a:rect b="b" l="l" r="r" t="t"/>
              <a:pathLst>
                <a:path extrusionOk="0" h="5953" w="6718">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5" name="Google Shape;16885;p93"/>
            <p:cNvSpPr/>
            <p:nvPr/>
          </p:nvSpPr>
          <p:spPr>
            <a:xfrm>
              <a:off x="5971494" y="1515181"/>
              <a:ext cx="176239" cy="156147"/>
            </a:xfrm>
            <a:custGeom>
              <a:rect b="b" l="l" r="r" t="t"/>
              <a:pathLst>
                <a:path extrusionOk="0" h="5953" w="6719">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6" name="Google Shape;16886;p93"/>
            <p:cNvSpPr/>
            <p:nvPr/>
          </p:nvSpPr>
          <p:spPr>
            <a:xfrm>
              <a:off x="5818180" y="1637360"/>
              <a:ext cx="97969" cy="62873"/>
            </a:xfrm>
            <a:custGeom>
              <a:rect b="b" l="l" r="r" t="t"/>
              <a:pathLst>
                <a:path extrusionOk="0" h="2397" w="3735">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7" name="Google Shape;16887;p93"/>
            <p:cNvSpPr/>
            <p:nvPr/>
          </p:nvSpPr>
          <p:spPr>
            <a:xfrm>
              <a:off x="5821327" y="1637360"/>
              <a:ext cx="94821" cy="52906"/>
            </a:xfrm>
            <a:custGeom>
              <a:rect b="b" l="l" r="r" t="t"/>
              <a:pathLst>
                <a:path extrusionOk="0" h="2017" w="3615">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8" name="Google Shape;16888;p93"/>
            <p:cNvSpPr/>
            <p:nvPr/>
          </p:nvSpPr>
          <p:spPr>
            <a:xfrm>
              <a:off x="6008610" y="1637360"/>
              <a:ext cx="97812" cy="62873"/>
            </a:xfrm>
            <a:custGeom>
              <a:rect b="b" l="l" r="r" t="t"/>
              <a:pathLst>
                <a:path extrusionOk="0" h="2397" w="3729">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9" name="Google Shape;16889;p93"/>
            <p:cNvSpPr/>
            <p:nvPr/>
          </p:nvSpPr>
          <p:spPr>
            <a:xfrm>
              <a:off x="6008610" y="1637360"/>
              <a:ext cx="94664" cy="52906"/>
            </a:xfrm>
            <a:custGeom>
              <a:rect b="b" l="l" r="r" t="t"/>
              <a:pathLst>
                <a:path extrusionOk="0" h="2017" w="3609">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0" name="Google Shape;16890;p93"/>
            <p:cNvSpPr/>
            <p:nvPr/>
          </p:nvSpPr>
          <p:spPr>
            <a:xfrm>
              <a:off x="5927690" y="1844603"/>
              <a:ext cx="69378" cy="34729"/>
            </a:xfrm>
            <a:custGeom>
              <a:rect b="b" l="l" r="r" t="t"/>
              <a:pathLst>
                <a:path extrusionOk="0" h="1324" w="2645">
                  <a:moveTo>
                    <a:pt x="1" y="1"/>
                  </a:moveTo>
                  <a:cubicBezTo>
                    <a:pt x="1" y="733"/>
                    <a:pt x="319" y="1323"/>
                    <a:pt x="1323" y="1323"/>
                  </a:cubicBezTo>
                  <a:cubicBezTo>
                    <a:pt x="2326" y="1323"/>
                    <a:pt x="2645" y="733"/>
                    <a:pt x="2645"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1" name="Google Shape;16891;p93"/>
            <p:cNvSpPr/>
            <p:nvPr/>
          </p:nvSpPr>
          <p:spPr>
            <a:xfrm>
              <a:off x="5875571" y="1653964"/>
              <a:ext cx="173433" cy="167557"/>
            </a:xfrm>
            <a:custGeom>
              <a:rect b="b" l="l" r="r" t="t"/>
              <a:pathLst>
                <a:path extrusionOk="0" h="6388" w="6612">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2" name="Google Shape;16892;p93"/>
            <p:cNvSpPr/>
            <p:nvPr/>
          </p:nvSpPr>
          <p:spPr>
            <a:xfrm>
              <a:off x="5875571" y="1653964"/>
              <a:ext cx="88264" cy="167557"/>
            </a:xfrm>
            <a:custGeom>
              <a:rect b="b" l="l" r="r" t="t"/>
              <a:pathLst>
                <a:path extrusionOk="0" h="6388" w="3365">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3" name="Google Shape;16893;p93"/>
            <p:cNvSpPr/>
            <p:nvPr/>
          </p:nvSpPr>
          <p:spPr>
            <a:xfrm>
              <a:off x="5898706" y="1729008"/>
              <a:ext cx="23135" cy="29010"/>
            </a:xfrm>
            <a:custGeom>
              <a:rect b="b" l="l" r="r" t="t"/>
              <a:pathLst>
                <a:path extrusionOk="0" h="1106" w="882">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4" name="Google Shape;16894;p93"/>
            <p:cNvSpPr/>
            <p:nvPr/>
          </p:nvSpPr>
          <p:spPr>
            <a:xfrm>
              <a:off x="6002734" y="1729008"/>
              <a:ext cx="23161" cy="29010"/>
            </a:xfrm>
            <a:custGeom>
              <a:rect b="b" l="l" r="r" t="t"/>
              <a:pathLst>
                <a:path extrusionOk="0" h="1106" w="883">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5" name="Google Shape;16895;p93"/>
            <p:cNvSpPr/>
            <p:nvPr/>
          </p:nvSpPr>
          <p:spPr>
            <a:xfrm>
              <a:off x="5913814" y="1781127"/>
              <a:ext cx="96972" cy="75070"/>
            </a:xfrm>
            <a:custGeom>
              <a:rect b="b" l="l" r="r" t="t"/>
              <a:pathLst>
                <a:path extrusionOk="0" h="2862" w="3697">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6" name="Google Shape;16896;p93"/>
            <p:cNvSpPr/>
            <p:nvPr/>
          </p:nvSpPr>
          <p:spPr>
            <a:xfrm>
              <a:off x="5904581" y="1734883"/>
              <a:ext cx="11567" cy="11594"/>
            </a:xfrm>
            <a:custGeom>
              <a:rect b="b" l="l" r="r" t="t"/>
              <a:pathLst>
                <a:path extrusionOk="0" h="442" w="441">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7" name="Google Shape;16897;p93"/>
            <p:cNvSpPr/>
            <p:nvPr/>
          </p:nvSpPr>
          <p:spPr>
            <a:xfrm>
              <a:off x="6008610" y="1734883"/>
              <a:ext cx="11594" cy="11594"/>
            </a:xfrm>
            <a:custGeom>
              <a:rect b="b" l="l" r="r" t="t"/>
              <a:pathLst>
                <a:path extrusionOk="0" h="442" w="442">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8" name="Google Shape;16898;p93"/>
            <p:cNvSpPr/>
            <p:nvPr/>
          </p:nvSpPr>
          <p:spPr>
            <a:xfrm>
              <a:off x="5913998" y="1785376"/>
              <a:ext cx="80238" cy="70821"/>
            </a:xfrm>
            <a:custGeom>
              <a:rect b="b" l="l" r="r" t="t"/>
              <a:pathLst>
                <a:path extrusionOk="0" h="2700" w="3059">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9" name="Google Shape;16899;p93"/>
            <p:cNvSpPr/>
            <p:nvPr/>
          </p:nvSpPr>
          <p:spPr>
            <a:xfrm>
              <a:off x="5939257" y="1809927"/>
              <a:ext cx="46270" cy="29010"/>
            </a:xfrm>
            <a:custGeom>
              <a:rect b="b" l="l" r="r" t="t"/>
              <a:pathLst>
                <a:path extrusionOk="0" h="1106" w="1764">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0" name="Google Shape;16900;p93"/>
            <p:cNvSpPr/>
            <p:nvPr/>
          </p:nvSpPr>
          <p:spPr>
            <a:xfrm>
              <a:off x="5939074" y="1811527"/>
              <a:ext cx="30794" cy="44670"/>
            </a:xfrm>
            <a:custGeom>
              <a:rect b="b" l="l" r="r" t="t"/>
              <a:pathLst>
                <a:path extrusionOk="0" h="1703" w="1174">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01" name="Google Shape;16901;p93"/>
          <p:cNvGrpSpPr/>
          <p:nvPr/>
        </p:nvGrpSpPr>
        <p:grpSpPr>
          <a:xfrm>
            <a:off x="3550761" y="2509142"/>
            <a:ext cx="393660" cy="370079"/>
            <a:chOff x="3577849" y="2432942"/>
            <a:chExt cx="393660" cy="370079"/>
          </a:xfrm>
        </p:grpSpPr>
        <p:sp>
          <p:nvSpPr>
            <p:cNvPr id="16902" name="Google Shape;16902;p93"/>
            <p:cNvSpPr/>
            <p:nvPr/>
          </p:nvSpPr>
          <p:spPr>
            <a:xfrm>
              <a:off x="3803558" y="2571279"/>
              <a:ext cx="167951" cy="223007"/>
            </a:xfrm>
            <a:custGeom>
              <a:rect b="b" l="l" r="r" t="t"/>
              <a:pathLst>
                <a:path extrusionOk="0" h="8502" w="6403">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3" name="Google Shape;16903;p93"/>
            <p:cNvSpPr/>
            <p:nvPr/>
          </p:nvSpPr>
          <p:spPr>
            <a:xfrm>
              <a:off x="3805867" y="2590348"/>
              <a:ext cx="145813" cy="180567"/>
            </a:xfrm>
            <a:custGeom>
              <a:rect b="b" l="l" r="r" t="t"/>
              <a:pathLst>
                <a:path extrusionOk="0" h="6884" w="5559">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4" name="Google Shape;16904;p93"/>
            <p:cNvSpPr/>
            <p:nvPr/>
          </p:nvSpPr>
          <p:spPr>
            <a:xfrm>
              <a:off x="3809591" y="2603568"/>
              <a:ext cx="117694" cy="135111"/>
            </a:xfrm>
            <a:custGeom>
              <a:rect b="b" l="l" r="r" t="t"/>
              <a:pathLst>
                <a:path extrusionOk="0" h="5151" w="4487">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5" name="Google Shape;16905;p93"/>
            <p:cNvSpPr/>
            <p:nvPr/>
          </p:nvSpPr>
          <p:spPr>
            <a:xfrm>
              <a:off x="3584066" y="2432942"/>
              <a:ext cx="62637" cy="48945"/>
            </a:xfrm>
            <a:custGeom>
              <a:rect b="b" l="l" r="r" t="t"/>
              <a:pathLst>
                <a:path extrusionOk="0" h="1866" w="2388">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6" name="Google Shape;16906;p93"/>
            <p:cNvSpPr/>
            <p:nvPr/>
          </p:nvSpPr>
          <p:spPr>
            <a:xfrm>
              <a:off x="3577849" y="2441887"/>
              <a:ext cx="117064" cy="105445"/>
            </a:xfrm>
            <a:custGeom>
              <a:rect b="b" l="l" r="r" t="t"/>
              <a:pathLst>
                <a:path extrusionOk="0" h="4020" w="4463">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7" name="Google Shape;16907;p93"/>
            <p:cNvSpPr/>
            <p:nvPr/>
          </p:nvSpPr>
          <p:spPr>
            <a:xfrm>
              <a:off x="3580000" y="2457310"/>
              <a:ext cx="65470" cy="90021"/>
            </a:xfrm>
            <a:custGeom>
              <a:rect b="b" l="l" r="r" t="t"/>
              <a:pathLst>
                <a:path extrusionOk="0" h="3432" w="2496">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8" name="Google Shape;16908;p93"/>
            <p:cNvSpPr/>
            <p:nvPr/>
          </p:nvSpPr>
          <p:spPr>
            <a:xfrm>
              <a:off x="3581417" y="2460562"/>
              <a:ext cx="173066" cy="174272"/>
            </a:xfrm>
            <a:custGeom>
              <a:rect b="b" l="l" r="r" t="t"/>
              <a:pathLst>
                <a:path extrusionOk="0" h="6644" w="6598">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9" name="Google Shape;16909;p93"/>
            <p:cNvSpPr/>
            <p:nvPr/>
          </p:nvSpPr>
          <p:spPr>
            <a:xfrm>
              <a:off x="3590125" y="2505704"/>
              <a:ext cx="95530" cy="129130"/>
            </a:xfrm>
            <a:custGeom>
              <a:rect b="b" l="l" r="r" t="t"/>
              <a:pathLst>
                <a:path extrusionOk="0" h="4923" w="3642">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0" name="Google Shape;16910;p93"/>
            <p:cNvSpPr/>
            <p:nvPr/>
          </p:nvSpPr>
          <p:spPr>
            <a:xfrm>
              <a:off x="3617509" y="2486661"/>
              <a:ext cx="253670" cy="316360"/>
            </a:xfrm>
            <a:custGeom>
              <a:rect b="b" l="l" r="r" t="t"/>
              <a:pathLst>
                <a:path extrusionOk="0" h="12061" w="9671">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1" name="Google Shape;16911;p93"/>
            <p:cNvSpPr/>
            <p:nvPr/>
          </p:nvSpPr>
          <p:spPr>
            <a:xfrm>
              <a:off x="3627476" y="2566873"/>
              <a:ext cx="236227" cy="236149"/>
            </a:xfrm>
            <a:custGeom>
              <a:rect b="b" l="l" r="r" t="t"/>
              <a:pathLst>
                <a:path extrusionOk="0" h="9003" w="9006">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12" name="Google Shape;16912;p93"/>
          <p:cNvGrpSpPr/>
          <p:nvPr/>
        </p:nvGrpSpPr>
        <p:grpSpPr>
          <a:xfrm>
            <a:off x="2466911" y="3003237"/>
            <a:ext cx="370132" cy="328164"/>
            <a:chOff x="2493999" y="2927037"/>
            <a:chExt cx="370132" cy="328164"/>
          </a:xfrm>
        </p:grpSpPr>
        <p:sp>
          <p:nvSpPr>
            <p:cNvPr id="16913" name="Google Shape;16913;p93"/>
            <p:cNvSpPr/>
            <p:nvPr/>
          </p:nvSpPr>
          <p:spPr>
            <a:xfrm>
              <a:off x="2538826" y="2932807"/>
              <a:ext cx="27804" cy="89759"/>
            </a:xfrm>
            <a:custGeom>
              <a:rect b="b" l="l" r="r" t="t"/>
              <a:pathLst>
                <a:path extrusionOk="0" h="3422" w="106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4" name="Google Shape;16914;p93"/>
            <p:cNvSpPr/>
            <p:nvPr/>
          </p:nvSpPr>
          <p:spPr>
            <a:xfrm>
              <a:off x="2505173" y="2932965"/>
              <a:ext cx="27804" cy="89602"/>
            </a:xfrm>
            <a:custGeom>
              <a:rect b="b" l="l" r="r" t="t"/>
              <a:pathLst>
                <a:path extrusionOk="0" h="3416" w="106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5" name="Google Shape;16915;p93"/>
            <p:cNvSpPr/>
            <p:nvPr/>
          </p:nvSpPr>
          <p:spPr>
            <a:xfrm>
              <a:off x="2493999" y="3004573"/>
              <a:ext cx="362682" cy="250628"/>
            </a:xfrm>
            <a:custGeom>
              <a:rect b="b" l="l" r="r" t="t"/>
              <a:pathLst>
                <a:path extrusionOk="0" h="9555" w="1382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6" name="Google Shape;16916;p93"/>
            <p:cNvSpPr/>
            <p:nvPr/>
          </p:nvSpPr>
          <p:spPr>
            <a:xfrm>
              <a:off x="2547718" y="2927037"/>
              <a:ext cx="23843" cy="23869"/>
            </a:xfrm>
            <a:custGeom>
              <a:rect b="b" l="l" r="r" t="t"/>
              <a:pathLst>
                <a:path extrusionOk="0" h="910" w="909">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7" name="Google Shape;16917;p93"/>
            <p:cNvSpPr/>
            <p:nvPr/>
          </p:nvSpPr>
          <p:spPr>
            <a:xfrm>
              <a:off x="2557135" y="2932204"/>
              <a:ext cx="10177" cy="10151"/>
            </a:xfrm>
            <a:custGeom>
              <a:rect b="b" l="l" r="r" t="t"/>
              <a:pathLst>
                <a:path extrusionOk="0" h="387" w="388">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8" name="Google Shape;16918;p93"/>
            <p:cNvSpPr/>
            <p:nvPr/>
          </p:nvSpPr>
          <p:spPr>
            <a:xfrm>
              <a:off x="2500032" y="2927037"/>
              <a:ext cx="23869" cy="23869"/>
            </a:xfrm>
            <a:custGeom>
              <a:rect b="b" l="l" r="r" t="t"/>
              <a:pathLst>
                <a:path extrusionOk="0" h="910" w="91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9" name="Google Shape;16919;p93"/>
            <p:cNvSpPr/>
            <p:nvPr/>
          </p:nvSpPr>
          <p:spPr>
            <a:xfrm>
              <a:off x="2508583" y="2932204"/>
              <a:ext cx="10151" cy="10151"/>
            </a:xfrm>
            <a:custGeom>
              <a:rect b="b" l="l" r="r" t="t"/>
              <a:pathLst>
                <a:path extrusionOk="0" h="387" w="387">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0" name="Google Shape;16920;p93"/>
            <p:cNvSpPr/>
            <p:nvPr/>
          </p:nvSpPr>
          <p:spPr>
            <a:xfrm>
              <a:off x="2493999" y="3004573"/>
              <a:ext cx="342223" cy="250628"/>
            </a:xfrm>
            <a:custGeom>
              <a:rect b="b" l="l" r="r" t="t"/>
              <a:pathLst>
                <a:path extrusionOk="0" h="9555" w="1304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1" name="Google Shape;16921;p93"/>
            <p:cNvSpPr/>
            <p:nvPr/>
          </p:nvSpPr>
          <p:spPr>
            <a:xfrm>
              <a:off x="2576519" y="2987497"/>
              <a:ext cx="287612" cy="244044"/>
            </a:xfrm>
            <a:custGeom>
              <a:rect b="b" l="l" r="r" t="t"/>
              <a:pathLst>
                <a:path extrusionOk="0" h="9304" w="10965">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2" name="Google Shape;16922;p93"/>
            <p:cNvSpPr/>
            <p:nvPr/>
          </p:nvSpPr>
          <p:spPr>
            <a:xfrm>
              <a:off x="2576519" y="2987497"/>
              <a:ext cx="227860" cy="211676"/>
            </a:xfrm>
            <a:custGeom>
              <a:rect b="b" l="l" r="r" t="t"/>
              <a:pathLst>
                <a:path extrusionOk="0" h="8070" w="8687">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3" name="Google Shape;16923;p93"/>
            <p:cNvSpPr/>
            <p:nvPr/>
          </p:nvSpPr>
          <p:spPr>
            <a:xfrm>
              <a:off x="2651930" y="3069308"/>
              <a:ext cx="146573" cy="122940"/>
            </a:xfrm>
            <a:custGeom>
              <a:rect b="b" l="l" r="r" t="t"/>
              <a:pathLst>
                <a:path extrusionOk="0" h="4687" w="5588">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4" name="Google Shape;16924;p93"/>
            <p:cNvSpPr/>
            <p:nvPr/>
          </p:nvSpPr>
          <p:spPr>
            <a:xfrm>
              <a:off x="2517842" y="3062200"/>
              <a:ext cx="19935" cy="14610"/>
            </a:xfrm>
            <a:custGeom>
              <a:rect b="b" l="l" r="r" t="t"/>
              <a:pathLst>
                <a:path extrusionOk="0" h="557" w="76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25" name="Google Shape;16925;p93"/>
          <p:cNvGrpSpPr/>
          <p:nvPr/>
        </p:nvGrpSpPr>
        <p:grpSpPr>
          <a:xfrm>
            <a:off x="3562329" y="3026896"/>
            <a:ext cx="370315" cy="281028"/>
            <a:chOff x="3589417" y="2950696"/>
            <a:chExt cx="370315" cy="281028"/>
          </a:xfrm>
        </p:grpSpPr>
        <p:sp>
          <p:nvSpPr>
            <p:cNvPr id="16926" name="Google Shape;16926;p93"/>
            <p:cNvSpPr/>
            <p:nvPr/>
          </p:nvSpPr>
          <p:spPr>
            <a:xfrm>
              <a:off x="3719098" y="2969083"/>
              <a:ext cx="110612" cy="83018"/>
            </a:xfrm>
            <a:custGeom>
              <a:rect b="b" l="l" r="r" t="t"/>
              <a:pathLst>
                <a:path extrusionOk="0" h="3165" w="4217">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7" name="Google Shape;16927;p93"/>
            <p:cNvSpPr/>
            <p:nvPr/>
          </p:nvSpPr>
          <p:spPr>
            <a:xfrm>
              <a:off x="3589417" y="2950696"/>
              <a:ext cx="370315" cy="137865"/>
            </a:xfrm>
            <a:custGeom>
              <a:rect b="b" l="l" r="r" t="t"/>
              <a:pathLst>
                <a:path extrusionOk="0" h="5256" w="14118">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8" name="Google Shape;16928;p93"/>
            <p:cNvSpPr/>
            <p:nvPr/>
          </p:nvSpPr>
          <p:spPr>
            <a:xfrm>
              <a:off x="3774574" y="3080535"/>
              <a:ext cx="162206" cy="151190"/>
            </a:xfrm>
            <a:custGeom>
              <a:rect b="b" l="l" r="r" t="t"/>
              <a:pathLst>
                <a:path extrusionOk="0" h="5764" w="6184">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9" name="Google Shape;16929;p93"/>
            <p:cNvSpPr/>
            <p:nvPr/>
          </p:nvSpPr>
          <p:spPr>
            <a:xfrm>
              <a:off x="3786483" y="3097191"/>
              <a:ext cx="129157" cy="122809"/>
            </a:xfrm>
            <a:custGeom>
              <a:rect b="b" l="l" r="r" t="t"/>
              <a:pathLst>
                <a:path extrusionOk="0" h="4682" w="4924">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0" name="Google Shape;16930;p93"/>
            <p:cNvSpPr/>
            <p:nvPr/>
          </p:nvSpPr>
          <p:spPr>
            <a:xfrm>
              <a:off x="3801591" y="2978054"/>
              <a:ext cx="130757" cy="98415"/>
            </a:xfrm>
            <a:custGeom>
              <a:rect b="b" l="l" r="r" t="t"/>
              <a:pathLst>
                <a:path extrusionOk="0" h="3752" w="4985">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1" name="Google Shape;16931;p93"/>
            <p:cNvSpPr/>
            <p:nvPr/>
          </p:nvSpPr>
          <p:spPr>
            <a:xfrm>
              <a:off x="3803558" y="2978054"/>
              <a:ext cx="127556" cy="90415"/>
            </a:xfrm>
            <a:custGeom>
              <a:rect b="b" l="l" r="r" t="t"/>
              <a:pathLst>
                <a:path extrusionOk="0" h="3447" w="4863">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2" name="Google Shape;16932;p93"/>
            <p:cNvSpPr/>
            <p:nvPr/>
          </p:nvSpPr>
          <p:spPr>
            <a:xfrm>
              <a:off x="3926813" y="2960637"/>
              <a:ext cx="20302" cy="20486"/>
            </a:xfrm>
            <a:custGeom>
              <a:rect b="b" l="l" r="r" t="t"/>
              <a:pathLst>
                <a:path extrusionOk="0" h="781" w="774">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3" name="Google Shape;16933;p93"/>
            <p:cNvSpPr/>
            <p:nvPr/>
          </p:nvSpPr>
          <p:spPr>
            <a:xfrm>
              <a:off x="3786483" y="3099919"/>
              <a:ext cx="127373" cy="111530"/>
            </a:xfrm>
            <a:custGeom>
              <a:rect b="b" l="l" r="r" t="t"/>
              <a:pathLst>
                <a:path extrusionOk="0" h="4252" w="4856">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4" name="Google Shape;16934;p93"/>
            <p:cNvSpPr/>
            <p:nvPr/>
          </p:nvSpPr>
          <p:spPr>
            <a:xfrm>
              <a:off x="3859979" y="3157887"/>
              <a:ext cx="51909" cy="38978"/>
            </a:xfrm>
            <a:custGeom>
              <a:rect b="b" l="l" r="r" t="t"/>
              <a:pathLst>
                <a:path extrusionOk="0" h="1486" w="1979">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5" name="Google Shape;16935;p93"/>
            <p:cNvSpPr/>
            <p:nvPr/>
          </p:nvSpPr>
          <p:spPr>
            <a:xfrm>
              <a:off x="3811191" y="3046200"/>
              <a:ext cx="113340" cy="30269"/>
            </a:xfrm>
            <a:custGeom>
              <a:rect b="b" l="l" r="r" t="t"/>
              <a:pathLst>
                <a:path extrusionOk="0" h="1154" w="4321">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6" name="Google Shape;16936;p93"/>
            <p:cNvSpPr/>
            <p:nvPr/>
          </p:nvSpPr>
          <p:spPr>
            <a:xfrm>
              <a:off x="3612368" y="3080535"/>
              <a:ext cx="162233" cy="151190"/>
            </a:xfrm>
            <a:custGeom>
              <a:rect b="b" l="l" r="r" t="t"/>
              <a:pathLst>
                <a:path extrusionOk="0" h="5764" w="6185">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7" name="Google Shape;16937;p93"/>
            <p:cNvSpPr/>
            <p:nvPr/>
          </p:nvSpPr>
          <p:spPr>
            <a:xfrm>
              <a:off x="3633509" y="3097296"/>
              <a:ext cx="129157" cy="122704"/>
            </a:xfrm>
            <a:custGeom>
              <a:rect b="b" l="l" r="r" t="t"/>
              <a:pathLst>
                <a:path extrusionOk="0" h="4678" w="4924">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8" name="Google Shape;16938;p93"/>
            <p:cNvSpPr/>
            <p:nvPr/>
          </p:nvSpPr>
          <p:spPr>
            <a:xfrm>
              <a:off x="3616801" y="2978054"/>
              <a:ext cx="130757" cy="98415"/>
            </a:xfrm>
            <a:custGeom>
              <a:rect b="b" l="l" r="r" t="t"/>
              <a:pathLst>
                <a:path extrusionOk="0" h="3752" w="4985">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9" name="Google Shape;16939;p93"/>
            <p:cNvSpPr/>
            <p:nvPr/>
          </p:nvSpPr>
          <p:spPr>
            <a:xfrm>
              <a:off x="3618060" y="2978054"/>
              <a:ext cx="127373" cy="90415"/>
            </a:xfrm>
            <a:custGeom>
              <a:rect b="b" l="l" r="r" t="t"/>
              <a:pathLst>
                <a:path extrusionOk="0" h="3447" w="4856">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0" name="Google Shape;16940;p93"/>
            <p:cNvSpPr/>
            <p:nvPr/>
          </p:nvSpPr>
          <p:spPr>
            <a:xfrm>
              <a:off x="3768699" y="3136142"/>
              <a:ext cx="11935" cy="65339"/>
            </a:xfrm>
            <a:custGeom>
              <a:rect b="b" l="l" r="r" t="t"/>
              <a:pathLst>
                <a:path extrusionOk="0" h="2491" w="455">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1" name="Google Shape;16941;p93"/>
            <p:cNvSpPr/>
            <p:nvPr/>
          </p:nvSpPr>
          <p:spPr>
            <a:xfrm>
              <a:off x="3602033" y="2960637"/>
              <a:ext cx="20302" cy="20486"/>
            </a:xfrm>
            <a:custGeom>
              <a:rect b="b" l="l" r="r" t="t"/>
              <a:pathLst>
                <a:path extrusionOk="0" h="781" w="774">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2" name="Google Shape;16942;p93"/>
            <p:cNvSpPr/>
            <p:nvPr/>
          </p:nvSpPr>
          <p:spPr>
            <a:xfrm>
              <a:off x="3635293" y="3099919"/>
              <a:ext cx="127373" cy="111530"/>
            </a:xfrm>
            <a:custGeom>
              <a:rect b="b" l="l" r="r" t="t"/>
              <a:pathLst>
                <a:path extrusionOk="0" h="4252" w="4856">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3" name="Google Shape;16943;p93"/>
            <p:cNvSpPr/>
            <p:nvPr/>
          </p:nvSpPr>
          <p:spPr>
            <a:xfrm>
              <a:off x="3756764" y="3070043"/>
              <a:ext cx="35778" cy="77746"/>
            </a:xfrm>
            <a:custGeom>
              <a:rect b="b" l="l" r="r" t="t"/>
              <a:pathLst>
                <a:path extrusionOk="0" h="2964" w="1364">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4" name="Google Shape;16944;p93"/>
            <p:cNvSpPr/>
            <p:nvPr/>
          </p:nvSpPr>
          <p:spPr>
            <a:xfrm>
              <a:off x="3637260" y="3157887"/>
              <a:ext cx="51909" cy="38978"/>
            </a:xfrm>
            <a:custGeom>
              <a:rect b="b" l="l" r="r" t="t"/>
              <a:pathLst>
                <a:path extrusionOk="0" h="1486" w="1979">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5" name="Google Shape;16945;p93"/>
            <p:cNvSpPr/>
            <p:nvPr/>
          </p:nvSpPr>
          <p:spPr>
            <a:xfrm>
              <a:off x="3624617" y="3046200"/>
              <a:ext cx="113156" cy="30269"/>
            </a:xfrm>
            <a:custGeom>
              <a:rect b="b" l="l" r="r" t="t"/>
              <a:pathLst>
                <a:path extrusionOk="0" h="1154" w="4314">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46" name="Google Shape;16946;p93"/>
          <p:cNvGrpSpPr/>
          <p:nvPr/>
        </p:nvGrpSpPr>
        <p:grpSpPr>
          <a:xfrm>
            <a:off x="3005623" y="2987918"/>
            <a:ext cx="396125" cy="359062"/>
            <a:chOff x="3032711" y="2911718"/>
            <a:chExt cx="396125" cy="359062"/>
          </a:xfrm>
        </p:grpSpPr>
        <p:sp>
          <p:nvSpPr>
            <p:cNvPr id="16947" name="Google Shape;16947;p93"/>
            <p:cNvSpPr/>
            <p:nvPr/>
          </p:nvSpPr>
          <p:spPr>
            <a:xfrm>
              <a:off x="3075781" y="2911718"/>
              <a:ext cx="25810" cy="46821"/>
            </a:xfrm>
            <a:custGeom>
              <a:rect b="b" l="l" r="r" t="t"/>
              <a:pathLst>
                <a:path extrusionOk="0" h="1785" w="984">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8" name="Google Shape;16948;p93"/>
            <p:cNvSpPr/>
            <p:nvPr/>
          </p:nvSpPr>
          <p:spPr>
            <a:xfrm>
              <a:off x="3051098" y="2926066"/>
              <a:ext cx="35542" cy="32473"/>
            </a:xfrm>
            <a:custGeom>
              <a:rect b="b" l="l" r="r" t="t"/>
              <a:pathLst>
                <a:path extrusionOk="0" h="1238" w="1355">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9" name="Google Shape;16949;p93"/>
            <p:cNvSpPr/>
            <p:nvPr/>
          </p:nvSpPr>
          <p:spPr>
            <a:xfrm>
              <a:off x="3168897" y="3190622"/>
              <a:ext cx="35122" cy="32289"/>
            </a:xfrm>
            <a:custGeom>
              <a:rect b="b" l="l" r="r" t="t"/>
              <a:pathLst>
                <a:path extrusionOk="0" h="1231" w="1339">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0" name="Google Shape;16950;p93"/>
            <p:cNvSpPr/>
            <p:nvPr/>
          </p:nvSpPr>
          <p:spPr>
            <a:xfrm>
              <a:off x="3277280" y="3245941"/>
              <a:ext cx="29719" cy="24840"/>
            </a:xfrm>
            <a:custGeom>
              <a:rect b="b" l="l" r="r" t="t"/>
              <a:pathLst>
                <a:path extrusionOk="0" h="947" w="1133">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1" name="Google Shape;16951;p93"/>
            <p:cNvSpPr/>
            <p:nvPr/>
          </p:nvSpPr>
          <p:spPr>
            <a:xfrm>
              <a:off x="3367799" y="3209822"/>
              <a:ext cx="28564" cy="26728"/>
            </a:xfrm>
            <a:custGeom>
              <a:rect b="b" l="l" r="r" t="t"/>
              <a:pathLst>
                <a:path extrusionOk="0" h="1019" w="1089">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2" name="Google Shape;16952;p93"/>
            <p:cNvSpPr/>
            <p:nvPr/>
          </p:nvSpPr>
          <p:spPr>
            <a:xfrm>
              <a:off x="3155441" y="3089059"/>
              <a:ext cx="28486" cy="30978"/>
            </a:xfrm>
            <a:custGeom>
              <a:rect b="b" l="l" r="r" t="t"/>
              <a:pathLst>
                <a:path extrusionOk="0" h="1181" w="1086">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3" name="Google Shape;16953;p93"/>
            <p:cNvSpPr/>
            <p:nvPr/>
          </p:nvSpPr>
          <p:spPr>
            <a:xfrm>
              <a:off x="3096581" y="2941280"/>
              <a:ext cx="332255" cy="310432"/>
            </a:xfrm>
            <a:custGeom>
              <a:rect b="b" l="l" r="r" t="t"/>
              <a:pathLst>
                <a:path extrusionOk="0" h="11835" w="12667">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4" name="Google Shape;16954;p93"/>
            <p:cNvSpPr/>
            <p:nvPr/>
          </p:nvSpPr>
          <p:spPr>
            <a:xfrm>
              <a:off x="3109067" y="2981464"/>
              <a:ext cx="301986" cy="270117"/>
            </a:xfrm>
            <a:custGeom>
              <a:rect b="b" l="l" r="r" t="t"/>
              <a:pathLst>
                <a:path extrusionOk="0" h="10298" w="11513">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5" name="Google Shape;16955;p93"/>
            <p:cNvSpPr/>
            <p:nvPr/>
          </p:nvSpPr>
          <p:spPr>
            <a:xfrm>
              <a:off x="3041787" y="2947312"/>
              <a:ext cx="95530" cy="95530"/>
            </a:xfrm>
            <a:custGeom>
              <a:rect b="b" l="l" r="r" t="t"/>
              <a:pathLst>
                <a:path extrusionOk="0" h="3642" w="3642">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6" name="Google Shape;16956;p93"/>
            <p:cNvSpPr/>
            <p:nvPr/>
          </p:nvSpPr>
          <p:spPr>
            <a:xfrm>
              <a:off x="3032711" y="2952637"/>
              <a:ext cx="99281" cy="90284"/>
            </a:xfrm>
            <a:custGeom>
              <a:rect b="b" l="l" r="r" t="t"/>
              <a:pathLst>
                <a:path extrusionOk="0" h="3442" w="3785">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7" name="Google Shape;16957;p93"/>
            <p:cNvSpPr/>
            <p:nvPr/>
          </p:nvSpPr>
          <p:spPr>
            <a:xfrm>
              <a:off x="3071663" y="2971156"/>
              <a:ext cx="23869" cy="24027"/>
            </a:xfrm>
            <a:custGeom>
              <a:rect b="b" l="l" r="r" t="t"/>
              <a:pathLst>
                <a:path extrusionOk="0" h="916" w="91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8" name="Google Shape;16958;p93"/>
            <p:cNvSpPr/>
            <p:nvPr/>
          </p:nvSpPr>
          <p:spPr>
            <a:xfrm>
              <a:off x="3083597" y="2971156"/>
              <a:ext cx="11935" cy="11935"/>
            </a:xfrm>
            <a:custGeom>
              <a:rect b="b" l="l" r="r" t="t"/>
              <a:pathLst>
                <a:path extrusionOk="0" h="455" w="455">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59" name="Google Shape;16959;p93"/>
          <p:cNvGrpSpPr/>
          <p:nvPr/>
        </p:nvGrpSpPr>
        <p:grpSpPr>
          <a:xfrm>
            <a:off x="7390676" y="1589597"/>
            <a:ext cx="373174" cy="367692"/>
            <a:chOff x="7417764" y="1513397"/>
            <a:chExt cx="373174" cy="367692"/>
          </a:xfrm>
        </p:grpSpPr>
        <p:sp>
          <p:nvSpPr>
            <p:cNvPr id="16960" name="Google Shape;16960;p93"/>
            <p:cNvSpPr/>
            <p:nvPr/>
          </p:nvSpPr>
          <p:spPr>
            <a:xfrm>
              <a:off x="7659841" y="1513397"/>
              <a:ext cx="131098" cy="139517"/>
            </a:xfrm>
            <a:custGeom>
              <a:rect b="b" l="l" r="r" t="t"/>
              <a:pathLst>
                <a:path extrusionOk="0" h="5319" w="4998">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1" name="Google Shape;16961;p93"/>
            <p:cNvSpPr/>
            <p:nvPr/>
          </p:nvSpPr>
          <p:spPr>
            <a:xfrm>
              <a:off x="7693441" y="1515941"/>
              <a:ext cx="96421" cy="136973"/>
            </a:xfrm>
            <a:custGeom>
              <a:rect b="b" l="l" r="r" t="t"/>
              <a:pathLst>
                <a:path extrusionOk="0" h="5222" w="3676">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2" name="Google Shape;16962;p93"/>
            <p:cNvSpPr/>
            <p:nvPr/>
          </p:nvSpPr>
          <p:spPr>
            <a:xfrm>
              <a:off x="7417764" y="1513397"/>
              <a:ext cx="131281" cy="139517"/>
            </a:xfrm>
            <a:custGeom>
              <a:rect b="b" l="l" r="r" t="t"/>
              <a:pathLst>
                <a:path extrusionOk="0" h="5319" w="5005">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3" name="Google Shape;16963;p93"/>
            <p:cNvSpPr/>
            <p:nvPr/>
          </p:nvSpPr>
          <p:spPr>
            <a:xfrm>
              <a:off x="7419023" y="1515941"/>
              <a:ext cx="96421" cy="136973"/>
            </a:xfrm>
            <a:custGeom>
              <a:rect b="b" l="l" r="r" t="t"/>
              <a:pathLst>
                <a:path extrusionOk="0" h="5222" w="3676">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4" name="Google Shape;16964;p93"/>
            <p:cNvSpPr/>
            <p:nvPr/>
          </p:nvSpPr>
          <p:spPr>
            <a:xfrm>
              <a:off x="7447115" y="1547942"/>
              <a:ext cx="314655" cy="333147"/>
            </a:xfrm>
            <a:custGeom>
              <a:rect b="b" l="l" r="r" t="t"/>
              <a:pathLst>
                <a:path extrusionOk="0" h="12701" w="11996">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5" name="Google Shape;16965;p93"/>
            <p:cNvSpPr/>
            <p:nvPr/>
          </p:nvSpPr>
          <p:spPr>
            <a:xfrm>
              <a:off x="7447115" y="1550617"/>
              <a:ext cx="134298" cy="324622"/>
            </a:xfrm>
            <a:custGeom>
              <a:rect b="b" l="l" r="r" t="t"/>
              <a:pathLst>
                <a:path extrusionOk="0" h="12376" w="512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6" name="Google Shape;16966;p93"/>
            <p:cNvSpPr/>
            <p:nvPr/>
          </p:nvSpPr>
          <p:spPr>
            <a:xfrm>
              <a:off x="7518094" y="1665164"/>
              <a:ext cx="37011" cy="43227"/>
            </a:xfrm>
            <a:custGeom>
              <a:rect b="b" l="l" r="r" t="t"/>
              <a:pathLst>
                <a:path extrusionOk="0" h="1648" w="1411">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7" name="Google Shape;16967;p93"/>
            <p:cNvSpPr/>
            <p:nvPr/>
          </p:nvSpPr>
          <p:spPr>
            <a:xfrm>
              <a:off x="7536586" y="1665164"/>
              <a:ext cx="18518" cy="30925"/>
            </a:xfrm>
            <a:custGeom>
              <a:rect b="b" l="l" r="r" t="t"/>
              <a:pathLst>
                <a:path extrusionOk="0" h="1179" w="706">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8" name="Google Shape;16968;p93"/>
            <p:cNvSpPr/>
            <p:nvPr/>
          </p:nvSpPr>
          <p:spPr>
            <a:xfrm>
              <a:off x="7530343"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9" name="Google Shape;16969;p93"/>
            <p:cNvSpPr/>
            <p:nvPr/>
          </p:nvSpPr>
          <p:spPr>
            <a:xfrm>
              <a:off x="7653781" y="1665164"/>
              <a:ext cx="37037" cy="43227"/>
            </a:xfrm>
            <a:custGeom>
              <a:rect b="b" l="l" r="r" t="t"/>
              <a:pathLst>
                <a:path extrusionOk="0" h="1648" w="1412">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0" name="Google Shape;16970;p93"/>
            <p:cNvSpPr/>
            <p:nvPr/>
          </p:nvSpPr>
          <p:spPr>
            <a:xfrm>
              <a:off x="7672274" y="1665164"/>
              <a:ext cx="18545" cy="30925"/>
            </a:xfrm>
            <a:custGeom>
              <a:rect b="b" l="l" r="r" t="t"/>
              <a:pathLst>
                <a:path extrusionOk="0" h="1179" w="707">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1" name="Google Shape;16971;p93"/>
            <p:cNvSpPr/>
            <p:nvPr/>
          </p:nvSpPr>
          <p:spPr>
            <a:xfrm>
              <a:off x="7666057"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2" name="Google Shape;16972;p93"/>
            <p:cNvSpPr/>
            <p:nvPr/>
          </p:nvSpPr>
          <p:spPr>
            <a:xfrm>
              <a:off x="7432479" y="1722922"/>
              <a:ext cx="110350" cy="98782"/>
            </a:xfrm>
            <a:custGeom>
              <a:rect b="b" l="l" r="r" t="t"/>
              <a:pathLst>
                <a:path extrusionOk="0" h="3766" w="4207">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3" name="Google Shape;16973;p93"/>
            <p:cNvSpPr/>
            <p:nvPr/>
          </p:nvSpPr>
          <p:spPr>
            <a:xfrm>
              <a:off x="7432531" y="1723132"/>
              <a:ext cx="102664" cy="98572"/>
            </a:xfrm>
            <a:custGeom>
              <a:rect b="b" l="l" r="r" t="t"/>
              <a:pathLst>
                <a:path extrusionOk="0" h="3758" w="3914">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4" name="Google Shape;16974;p93"/>
            <p:cNvSpPr/>
            <p:nvPr/>
          </p:nvSpPr>
          <p:spPr>
            <a:xfrm>
              <a:off x="7666057" y="1722922"/>
              <a:ext cx="110350" cy="98782"/>
            </a:xfrm>
            <a:custGeom>
              <a:rect b="b" l="l" r="r" t="t"/>
              <a:pathLst>
                <a:path extrusionOk="0" h="3766" w="4207">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5" name="Google Shape;16975;p93"/>
            <p:cNvSpPr/>
            <p:nvPr/>
          </p:nvSpPr>
          <p:spPr>
            <a:xfrm>
              <a:off x="7673716" y="1723132"/>
              <a:ext cx="102638" cy="98572"/>
            </a:xfrm>
            <a:custGeom>
              <a:rect b="b" l="l" r="r" t="t"/>
              <a:pathLst>
                <a:path extrusionOk="0" h="3758" w="3913">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6" name="Google Shape;16976;p93"/>
            <p:cNvSpPr/>
            <p:nvPr/>
          </p:nvSpPr>
          <p:spPr>
            <a:xfrm>
              <a:off x="7527327" y="1740208"/>
              <a:ext cx="154232" cy="104999"/>
            </a:xfrm>
            <a:custGeom>
              <a:rect b="b" l="l" r="r" t="t"/>
              <a:pathLst>
                <a:path extrusionOk="0" h="4003" w="588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7" name="Google Shape;16977;p93"/>
            <p:cNvSpPr/>
            <p:nvPr/>
          </p:nvSpPr>
          <p:spPr>
            <a:xfrm>
              <a:off x="7561294" y="1788602"/>
              <a:ext cx="31869" cy="33181"/>
            </a:xfrm>
            <a:custGeom>
              <a:rect b="b" l="l" r="r" t="t"/>
              <a:pathLst>
                <a:path extrusionOk="0" h="1265" w="1215">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8" name="Google Shape;16978;p93"/>
            <p:cNvSpPr/>
            <p:nvPr/>
          </p:nvSpPr>
          <p:spPr>
            <a:xfrm>
              <a:off x="7615538" y="1788602"/>
              <a:ext cx="32053" cy="33181"/>
            </a:xfrm>
            <a:custGeom>
              <a:rect b="b" l="l" r="r" t="t"/>
              <a:pathLst>
                <a:path extrusionOk="0" h="1265" w="1222">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79" name="Google Shape;16979;p93"/>
          <p:cNvGrpSpPr/>
          <p:nvPr/>
        </p:nvGrpSpPr>
        <p:grpSpPr>
          <a:xfrm>
            <a:off x="6844856" y="1590568"/>
            <a:ext cx="370132" cy="365672"/>
            <a:chOff x="6871944" y="1514368"/>
            <a:chExt cx="370132" cy="365672"/>
          </a:xfrm>
        </p:grpSpPr>
        <p:sp>
          <p:nvSpPr>
            <p:cNvPr id="16980" name="Google Shape;16980;p93"/>
            <p:cNvSpPr/>
            <p:nvPr/>
          </p:nvSpPr>
          <p:spPr>
            <a:xfrm>
              <a:off x="7098702" y="1514368"/>
              <a:ext cx="119845" cy="138888"/>
            </a:xfrm>
            <a:custGeom>
              <a:rect b="b" l="l" r="r" t="t"/>
              <a:pathLst>
                <a:path extrusionOk="0" h="5295" w="4569">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1" name="Google Shape;16981;p93"/>
            <p:cNvSpPr/>
            <p:nvPr/>
          </p:nvSpPr>
          <p:spPr>
            <a:xfrm>
              <a:off x="7133903" y="1535561"/>
              <a:ext cx="73969" cy="122153"/>
            </a:xfrm>
            <a:custGeom>
              <a:rect b="b" l="l" r="r" t="t"/>
              <a:pathLst>
                <a:path extrusionOk="0" h="4657" w="282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2" name="Google Shape;16982;p93"/>
            <p:cNvSpPr/>
            <p:nvPr/>
          </p:nvSpPr>
          <p:spPr>
            <a:xfrm>
              <a:off x="6895656" y="1514368"/>
              <a:ext cx="119661" cy="138888"/>
            </a:xfrm>
            <a:custGeom>
              <a:rect b="b" l="l" r="r" t="t"/>
              <a:pathLst>
                <a:path extrusionOk="0" h="5295" w="4562">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3" name="Google Shape;16983;p93"/>
            <p:cNvSpPr/>
            <p:nvPr/>
          </p:nvSpPr>
          <p:spPr>
            <a:xfrm>
              <a:off x="6906174" y="1535561"/>
              <a:ext cx="74100" cy="122153"/>
            </a:xfrm>
            <a:custGeom>
              <a:rect b="b" l="l" r="r" t="t"/>
              <a:pathLst>
                <a:path extrusionOk="0" h="4657" w="2825">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4" name="Google Shape;16984;p93"/>
            <p:cNvSpPr/>
            <p:nvPr/>
          </p:nvSpPr>
          <p:spPr>
            <a:xfrm>
              <a:off x="7021140" y="1832354"/>
              <a:ext cx="71713" cy="47686"/>
            </a:xfrm>
            <a:custGeom>
              <a:rect b="b" l="l" r="r" t="t"/>
              <a:pathLst>
                <a:path extrusionOk="0" h="1818" w="2734">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5" name="Google Shape;16985;p93"/>
            <p:cNvSpPr/>
            <p:nvPr/>
          </p:nvSpPr>
          <p:spPr>
            <a:xfrm>
              <a:off x="6871944" y="1581569"/>
              <a:ext cx="370132" cy="257028"/>
            </a:xfrm>
            <a:custGeom>
              <a:rect b="b" l="l" r="r" t="t"/>
              <a:pathLst>
                <a:path extrusionOk="0" h="9799" w="14111">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6" name="Google Shape;16986;p93"/>
            <p:cNvSpPr/>
            <p:nvPr/>
          </p:nvSpPr>
          <p:spPr>
            <a:xfrm>
              <a:off x="6997323" y="1742700"/>
              <a:ext cx="119373" cy="116540"/>
            </a:xfrm>
            <a:custGeom>
              <a:rect b="b" l="l" r="r" t="t"/>
              <a:pathLst>
                <a:path extrusionOk="0" h="4443" w="4551">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7" name="Google Shape;16987;p93"/>
            <p:cNvSpPr/>
            <p:nvPr/>
          </p:nvSpPr>
          <p:spPr>
            <a:xfrm>
              <a:off x="6871944" y="1670541"/>
              <a:ext cx="155282" cy="168056"/>
            </a:xfrm>
            <a:custGeom>
              <a:rect b="b" l="l" r="r" t="t"/>
              <a:pathLst>
                <a:path extrusionOk="0" h="6407" w="592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8" name="Google Shape;16988;p93"/>
            <p:cNvSpPr/>
            <p:nvPr/>
          </p:nvSpPr>
          <p:spPr>
            <a:xfrm>
              <a:off x="7086951" y="1670541"/>
              <a:ext cx="155124" cy="168056"/>
            </a:xfrm>
            <a:custGeom>
              <a:rect b="b" l="l" r="r" t="t"/>
              <a:pathLst>
                <a:path extrusionOk="0" h="6407" w="5914">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9" name="Google Shape;16989;p93"/>
            <p:cNvSpPr/>
            <p:nvPr/>
          </p:nvSpPr>
          <p:spPr>
            <a:xfrm>
              <a:off x="6961572"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0" name="Google Shape;16990;p93"/>
            <p:cNvSpPr/>
            <p:nvPr/>
          </p:nvSpPr>
          <p:spPr>
            <a:xfrm>
              <a:off x="6979356" y="1695040"/>
              <a:ext cx="24027" cy="41811"/>
            </a:xfrm>
            <a:custGeom>
              <a:rect b="b" l="l" r="r" t="t"/>
              <a:pathLst>
                <a:path extrusionOk="0" h="1594" w="916">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1" name="Google Shape;16991;p93"/>
            <p:cNvSpPr/>
            <p:nvPr/>
          </p:nvSpPr>
          <p:spPr>
            <a:xfrm>
              <a:off x="6973480" y="1700915"/>
              <a:ext cx="17994" cy="17994"/>
            </a:xfrm>
            <a:custGeom>
              <a:rect b="b" l="l" r="r" t="t"/>
              <a:pathLst>
                <a:path extrusionOk="0" h="686" w="686">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2" name="Google Shape;16992;p93"/>
            <p:cNvSpPr/>
            <p:nvPr/>
          </p:nvSpPr>
          <p:spPr>
            <a:xfrm>
              <a:off x="7110794"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3" name="Google Shape;16993;p93"/>
            <p:cNvSpPr/>
            <p:nvPr/>
          </p:nvSpPr>
          <p:spPr>
            <a:xfrm>
              <a:off x="7128578" y="1695040"/>
              <a:ext cx="24027" cy="41811"/>
            </a:xfrm>
            <a:custGeom>
              <a:rect b="b" l="l" r="r" t="t"/>
              <a:pathLst>
                <a:path extrusionOk="0" h="1594" w="916">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4" name="Google Shape;16994;p93"/>
            <p:cNvSpPr/>
            <p:nvPr/>
          </p:nvSpPr>
          <p:spPr>
            <a:xfrm>
              <a:off x="7122703" y="1700915"/>
              <a:ext cx="17810" cy="17994"/>
            </a:xfrm>
            <a:custGeom>
              <a:rect b="b" l="l" r="r" t="t"/>
              <a:pathLst>
                <a:path extrusionOk="0" h="686" w="679">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5" name="Google Shape;16995;p93"/>
            <p:cNvSpPr/>
            <p:nvPr/>
          </p:nvSpPr>
          <p:spPr>
            <a:xfrm>
              <a:off x="7026491" y="1796602"/>
              <a:ext cx="60486" cy="59411"/>
            </a:xfrm>
            <a:custGeom>
              <a:rect b="b" l="l" r="r" t="t"/>
              <a:pathLst>
                <a:path extrusionOk="0" h="2265" w="2306">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6" name="Google Shape;16996;p93"/>
            <p:cNvSpPr/>
            <p:nvPr/>
          </p:nvSpPr>
          <p:spPr>
            <a:xfrm>
              <a:off x="6871944" y="1581569"/>
              <a:ext cx="185158" cy="232660"/>
            </a:xfrm>
            <a:custGeom>
              <a:rect b="b" l="l" r="r" t="t"/>
              <a:pathLst>
                <a:path extrusionOk="0" h="8870" w="7059">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7" name="Google Shape;16997;p93"/>
            <p:cNvSpPr/>
            <p:nvPr/>
          </p:nvSpPr>
          <p:spPr>
            <a:xfrm>
              <a:off x="6871944" y="1675289"/>
              <a:ext cx="84670" cy="138940"/>
            </a:xfrm>
            <a:custGeom>
              <a:rect b="b" l="l" r="r" t="t"/>
              <a:pathLst>
                <a:path extrusionOk="0" h="5297" w="3228">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98" name="Google Shape;16998;p93"/>
          <p:cNvGrpSpPr/>
          <p:nvPr/>
        </p:nvGrpSpPr>
        <p:grpSpPr>
          <a:xfrm>
            <a:off x="6534843" y="3441461"/>
            <a:ext cx="400375" cy="370184"/>
            <a:chOff x="6561931" y="3365261"/>
            <a:chExt cx="400375" cy="370184"/>
          </a:xfrm>
        </p:grpSpPr>
        <p:sp>
          <p:nvSpPr>
            <p:cNvPr id="16999" name="Google Shape;16999;p93"/>
            <p:cNvSpPr/>
            <p:nvPr/>
          </p:nvSpPr>
          <p:spPr>
            <a:xfrm>
              <a:off x="6592332" y="3365261"/>
              <a:ext cx="369974" cy="370158"/>
            </a:xfrm>
            <a:custGeom>
              <a:rect b="b" l="l" r="r" t="t"/>
              <a:pathLst>
                <a:path extrusionOk="0" h="14112" w="14105">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0" name="Google Shape;17000;p93"/>
            <p:cNvSpPr/>
            <p:nvPr/>
          </p:nvSpPr>
          <p:spPr>
            <a:xfrm>
              <a:off x="6561931" y="3392672"/>
              <a:ext cx="372991" cy="342774"/>
            </a:xfrm>
            <a:custGeom>
              <a:rect b="b" l="l" r="r" t="t"/>
              <a:pathLst>
                <a:path extrusionOk="0" h="13068" w="1422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1" name="Google Shape;17001;p93"/>
            <p:cNvSpPr/>
            <p:nvPr/>
          </p:nvSpPr>
          <p:spPr>
            <a:xfrm>
              <a:off x="6756506" y="3585882"/>
              <a:ext cx="52539" cy="31083"/>
            </a:xfrm>
            <a:custGeom>
              <a:rect b="b" l="l" r="r" t="t"/>
              <a:pathLst>
                <a:path extrusionOk="0" h="1185" w="2003">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2" name="Google Shape;17002;p93"/>
            <p:cNvSpPr/>
            <p:nvPr/>
          </p:nvSpPr>
          <p:spPr>
            <a:xfrm>
              <a:off x="6853609" y="3448830"/>
              <a:ext cx="27882" cy="35096"/>
            </a:xfrm>
            <a:custGeom>
              <a:rect b="b" l="l" r="r" t="t"/>
              <a:pathLst>
                <a:path extrusionOk="0" h="1338" w="1063">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3" name="Google Shape;17003;p93"/>
            <p:cNvSpPr/>
            <p:nvPr/>
          </p:nvSpPr>
          <p:spPr>
            <a:xfrm>
              <a:off x="6816441" y="3525920"/>
              <a:ext cx="19777" cy="30925"/>
            </a:xfrm>
            <a:custGeom>
              <a:rect b="b" l="l" r="r" t="t"/>
              <a:pathLst>
                <a:path extrusionOk="0" h="1179" w="754">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4" name="Google Shape;17004;p93"/>
            <p:cNvSpPr/>
            <p:nvPr/>
          </p:nvSpPr>
          <p:spPr>
            <a:xfrm>
              <a:off x="6787457" y="3566891"/>
              <a:ext cx="34519" cy="25548"/>
            </a:xfrm>
            <a:custGeom>
              <a:rect b="b" l="l" r="r" t="t"/>
              <a:pathLst>
                <a:path extrusionOk="0" h="974" w="1316">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5" name="Google Shape;17005;p93"/>
            <p:cNvSpPr/>
            <p:nvPr/>
          </p:nvSpPr>
          <p:spPr>
            <a:xfrm>
              <a:off x="6844376" y="3570249"/>
              <a:ext cx="40027" cy="23450"/>
            </a:xfrm>
            <a:custGeom>
              <a:rect b="b" l="l" r="r" t="t"/>
              <a:pathLst>
                <a:path extrusionOk="0" h="894" w="1526">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6" name="Google Shape;17006;p93"/>
            <p:cNvSpPr/>
            <p:nvPr/>
          </p:nvSpPr>
          <p:spPr>
            <a:xfrm>
              <a:off x="6789791" y="3610381"/>
              <a:ext cx="97287" cy="68854"/>
            </a:xfrm>
            <a:custGeom>
              <a:rect b="b" l="l" r="r" t="t"/>
              <a:pathLst>
                <a:path extrusionOk="0" h="2625" w="3709">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7" name="Google Shape;17007;p93"/>
            <p:cNvSpPr/>
            <p:nvPr/>
          </p:nvSpPr>
          <p:spPr>
            <a:xfrm>
              <a:off x="6587716" y="3526576"/>
              <a:ext cx="38978" cy="131124"/>
            </a:xfrm>
            <a:custGeom>
              <a:rect b="b" l="l" r="r" t="t"/>
              <a:pathLst>
                <a:path extrusionOk="0" h="4999" w="1486">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8" name="Google Shape;17008;p93"/>
            <p:cNvSpPr/>
            <p:nvPr/>
          </p:nvSpPr>
          <p:spPr>
            <a:xfrm>
              <a:off x="6596975" y="3365314"/>
              <a:ext cx="283520" cy="210207"/>
            </a:xfrm>
            <a:custGeom>
              <a:rect b="b" l="l" r="r" t="t"/>
              <a:pathLst>
                <a:path extrusionOk="0" h="8014" w="10809">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9" name="Google Shape;17009;p93"/>
            <p:cNvSpPr/>
            <p:nvPr/>
          </p:nvSpPr>
          <p:spPr>
            <a:xfrm>
              <a:off x="6596791" y="3393013"/>
              <a:ext cx="83438" cy="136081"/>
            </a:xfrm>
            <a:custGeom>
              <a:rect b="b" l="l" r="r" t="t"/>
              <a:pathLst>
                <a:path extrusionOk="0" h="5188" w="3181">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0" name="Google Shape;17010;p93"/>
            <p:cNvSpPr/>
            <p:nvPr/>
          </p:nvSpPr>
          <p:spPr>
            <a:xfrm>
              <a:off x="6852376" y="3672257"/>
              <a:ext cx="14951" cy="7082"/>
            </a:xfrm>
            <a:custGeom>
              <a:rect b="b" l="l" r="r" t="t"/>
              <a:pathLst>
                <a:path extrusionOk="0" h="270" w="57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11" name="Google Shape;17011;p93"/>
          <p:cNvGrpSpPr/>
          <p:nvPr/>
        </p:nvGrpSpPr>
        <p:grpSpPr>
          <a:xfrm>
            <a:off x="1915032" y="2062052"/>
            <a:ext cx="378315" cy="358695"/>
            <a:chOff x="1942120" y="1985852"/>
            <a:chExt cx="378315" cy="358695"/>
          </a:xfrm>
        </p:grpSpPr>
        <p:sp>
          <p:nvSpPr>
            <p:cNvPr id="17012" name="Google Shape;17012;p93"/>
            <p:cNvSpPr/>
            <p:nvPr/>
          </p:nvSpPr>
          <p:spPr>
            <a:xfrm>
              <a:off x="2161928" y="1985852"/>
              <a:ext cx="158508" cy="158901"/>
            </a:xfrm>
            <a:custGeom>
              <a:rect b="b" l="l" r="r" t="t"/>
              <a:pathLst>
                <a:path extrusionOk="0" h="6058" w="6043">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3" name="Google Shape;17013;p93"/>
            <p:cNvSpPr/>
            <p:nvPr/>
          </p:nvSpPr>
          <p:spPr>
            <a:xfrm>
              <a:off x="2190571" y="2006888"/>
              <a:ext cx="115648" cy="123570"/>
            </a:xfrm>
            <a:custGeom>
              <a:rect b="b" l="l" r="r" t="t"/>
              <a:pathLst>
                <a:path extrusionOk="0" h="4711" w="4409">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4" name="Google Shape;17014;p93"/>
            <p:cNvSpPr/>
            <p:nvPr/>
          </p:nvSpPr>
          <p:spPr>
            <a:xfrm>
              <a:off x="1942120" y="1986009"/>
              <a:ext cx="158665" cy="158928"/>
            </a:xfrm>
            <a:custGeom>
              <a:rect b="b" l="l" r="r" t="t"/>
              <a:pathLst>
                <a:path extrusionOk="0" h="6059" w="6049">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5" name="Google Shape;17015;p93"/>
            <p:cNvSpPr/>
            <p:nvPr/>
          </p:nvSpPr>
          <p:spPr>
            <a:xfrm>
              <a:off x="1956520" y="2007072"/>
              <a:ext cx="115438" cy="123491"/>
            </a:xfrm>
            <a:custGeom>
              <a:rect b="b" l="l" r="r" t="t"/>
              <a:pathLst>
                <a:path extrusionOk="0" h="4708" w="4401">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6" name="Google Shape;17016;p93"/>
            <p:cNvSpPr/>
            <p:nvPr/>
          </p:nvSpPr>
          <p:spPr>
            <a:xfrm>
              <a:off x="1986921" y="2043820"/>
              <a:ext cx="289055" cy="300727"/>
            </a:xfrm>
            <a:custGeom>
              <a:rect b="b" l="l" r="r" t="t"/>
              <a:pathLst>
                <a:path extrusionOk="0" h="11465" w="1102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7" name="Google Shape;17017;p93"/>
            <p:cNvSpPr/>
            <p:nvPr/>
          </p:nvSpPr>
          <p:spPr>
            <a:xfrm>
              <a:off x="1986737" y="2047178"/>
              <a:ext cx="119215" cy="280687"/>
            </a:xfrm>
            <a:custGeom>
              <a:rect b="b" l="l" r="r" t="t"/>
              <a:pathLst>
                <a:path extrusionOk="0" h="10701" w="4545">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8" name="Google Shape;17018;p93"/>
            <p:cNvSpPr/>
            <p:nvPr/>
          </p:nvSpPr>
          <p:spPr>
            <a:xfrm>
              <a:off x="2084916" y="2316822"/>
              <a:ext cx="92697" cy="27725"/>
            </a:xfrm>
            <a:custGeom>
              <a:rect b="b" l="l" r="r" t="t"/>
              <a:pathLst>
                <a:path extrusionOk="0" h="1057" w="3534">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9" name="Google Shape;17019;p93"/>
            <p:cNvSpPr/>
            <p:nvPr/>
          </p:nvSpPr>
          <p:spPr>
            <a:xfrm>
              <a:off x="2102359" y="2257778"/>
              <a:ext cx="57995" cy="48762"/>
            </a:xfrm>
            <a:custGeom>
              <a:rect b="b" l="l" r="r" t="t"/>
              <a:pathLst>
                <a:path extrusionOk="0" h="1859" w="2211">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0" name="Google Shape;17020;p93"/>
            <p:cNvSpPr/>
            <p:nvPr/>
          </p:nvSpPr>
          <p:spPr>
            <a:xfrm>
              <a:off x="2081611" y="2309714"/>
              <a:ext cx="99202" cy="23135"/>
            </a:xfrm>
            <a:custGeom>
              <a:rect b="b" l="l" r="r" t="t"/>
              <a:pathLst>
                <a:path extrusionOk="0" h="882" w="3782">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1" name="Google Shape;17021;p93"/>
            <p:cNvSpPr/>
            <p:nvPr/>
          </p:nvSpPr>
          <p:spPr>
            <a:xfrm>
              <a:off x="2180892" y="2280756"/>
              <a:ext cx="114809" cy="40709"/>
            </a:xfrm>
            <a:custGeom>
              <a:rect b="b" l="l" r="r" t="t"/>
              <a:pathLst>
                <a:path extrusionOk="0" h="1552" w="4377">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2" name="Google Shape;17022;p93"/>
            <p:cNvSpPr/>
            <p:nvPr/>
          </p:nvSpPr>
          <p:spPr>
            <a:xfrm>
              <a:off x="2194846" y="2262841"/>
              <a:ext cx="123806" cy="18072"/>
            </a:xfrm>
            <a:custGeom>
              <a:rect b="b" l="l" r="r" t="t"/>
              <a:pathLst>
                <a:path extrusionOk="0" h="689" w="472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3" name="Google Shape;17023;p93"/>
            <p:cNvSpPr/>
            <p:nvPr/>
          </p:nvSpPr>
          <p:spPr>
            <a:xfrm>
              <a:off x="1967065" y="2280756"/>
              <a:ext cx="114599" cy="40525"/>
            </a:xfrm>
            <a:custGeom>
              <a:rect b="b" l="l" r="r" t="t"/>
              <a:pathLst>
                <a:path extrusionOk="0" h="1545" w="4369">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4" name="Google Shape;17024;p93"/>
            <p:cNvSpPr/>
            <p:nvPr/>
          </p:nvSpPr>
          <p:spPr>
            <a:xfrm>
              <a:off x="1943878" y="2262841"/>
              <a:ext cx="125852" cy="18072"/>
            </a:xfrm>
            <a:custGeom>
              <a:rect b="b" l="l" r="r" t="t"/>
              <a:pathLst>
                <a:path extrusionOk="0" h="689" w="4798">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5" name="Google Shape;17025;p93"/>
            <p:cNvSpPr/>
            <p:nvPr/>
          </p:nvSpPr>
          <p:spPr>
            <a:xfrm>
              <a:off x="2050424" y="2182524"/>
              <a:ext cx="40394" cy="52145"/>
            </a:xfrm>
            <a:custGeom>
              <a:rect b="b" l="l" r="r" t="t"/>
              <a:pathLst>
                <a:path extrusionOk="0" h="1988" w="154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6" name="Google Shape;17026;p93"/>
            <p:cNvSpPr/>
            <p:nvPr/>
          </p:nvSpPr>
          <p:spPr>
            <a:xfrm>
              <a:off x="2067683"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7" name="Google Shape;17027;p93"/>
            <p:cNvSpPr/>
            <p:nvPr/>
          </p:nvSpPr>
          <p:spPr>
            <a:xfrm>
              <a:off x="2061991" y="2188216"/>
              <a:ext cx="17259" cy="17469"/>
            </a:xfrm>
            <a:custGeom>
              <a:rect b="b" l="l" r="r" t="t"/>
              <a:pathLst>
                <a:path extrusionOk="0" h="666" w="658">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8" name="Google Shape;17028;p93"/>
            <p:cNvSpPr/>
            <p:nvPr/>
          </p:nvSpPr>
          <p:spPr>
            <a:xfrm>
              <a:off x="2171711" y="2182524"/>
              <a:ext cx="40578" cy="52145"/>
            </a:xfrm>
            <a:custGeom>
              <a:rect b="b" l="l" r="r" t="t"/>
              <a:pathLst>
                <a:path extrusionOk="0" h="1988" w="1547">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9" name="Google Shape;17029;p93"/>
            <p:cNvSpPr/>
            <p:nvPr/>
          </p:nvSpPr>
          <p:spPr>
            <a:xfrm>
              <a:off x="2189154"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0" name="Google Shape;17030;p93"/>
            <p:cNvSpPr/>
            <p:nvPr/>
          </p:nvSpPr>
          <p:spPr>
            <a:xfrm>
              <a:off x="2183279" y="2188216"/>
              <a:ext cx="17469" cy="17469"/>
            </a:xfrm>
            <a:custGeom>
              <a:rect b="b" l="l" r="r" t="t"/>
              <a:pathLst>
                <a:path extrusionOk="0" h="666" w="666">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1" name="Google Shape;17031;p93"/>
            <p:cNvSpPr/>
            <p:nvPr/>
          </p:nvSpPr>
          <p:spPr>
            <a:xfrm>
              <a:off x="2102359" y="2258303"/>
              <a:ext cx="38086" cy="48237"/>
            </a:xfrm>
            <a:custGeom>
              <a:rect b="b" l="l" r="r" t="t"/>
              <a:pathLst>
                <a:path extrusionOk="0" h="1839" w="1452">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32" name="Google Shape;17032;p93"/>
          <p:cNvGrpSpPr/>
          <p:nvPr/>
        </p:nvGrpSpPr>
        <p:grpSpPr>
          <a:xfrm>
            <a:off x="1374327" y="2505418"/>
            <a:ext cx="364282" cy="374197"/>
            <a:chOff x="1401415" y="2429218"/>
            <a:chExt cx="364282" cy="374197"/>
          </a:xfrm>
        </p:grpSpPr>
        <p:sp>
          <p:nvSpPr>
            <p:cNvPr id="17033" name="Google Shape;17033;p93"/>
            <p:cNvSpPr/>
            <p:nvPr/>
          </p:nvSpPr>
          <p:spPr>
            <a:xfrm>
              <a:off x="1458596" y="2755938"/>
              <a:ext cx="89759" cy="47476"/>
            </a:xfrm>
            <a:custGeom>
              <a:rect b="b" l="l" r="r" t="t"/>
              <a:pathLst>
                <a:path extrusionOk="0" h="1810" w="3422">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4" name="Google Shape;17034;p93"/>
            <p:cNvSpPr/>
            <p:nvPr/>
          </p:nvSpPr>
          <p:spPr>
            <a:xfrm>
              <a:off x="1618757" y="2755938"/>
              <a:ext cx="89759" cy="47476"/>
            </a:xfrm>
            <a:custGeom>
              <a:rect b="b" l="l" r="r" t="t"/>
              <a:pathLst>
                <a:path extrusionOk="0" h="1810" w="3422">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5" name="Google Shape;17035;p93"/>
            <p:cNvSpPr/>
            <p:nvPr/>
          </p:nvSpPr>
          <p:spPr>
            <a:xfrm>
              <a:off x="1442517" y="2491645"/>
              <a:ext cx="282104" cy="287979"/>
            </a:xfrm>
            <a:custGeom>
              <a:rect b="b" l="l" r="r" t="t"/>
              <a:pathLst>
                <a:path extrusionOk="0" h="10979" w="10755">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6" name="Google Shape;17036;p93"/>
            <p:cNvSpPr/>
            <p:nvPr/>
          </p:nvSpPr>
          <p:spPr>
            <a:xfrm>
              <a:off x="1489653" y="2515121"/>
              <a:ext cx="187833" cy="252752"/>
            </a:xfrm>
            <a:custGeom>
              <a:rect b="b" l="l" r="r" t="t"/>
              <a:pathLst>
                <a:path extrusionOk="0" h="9636" w="7161">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7" name="Google Shape;17037;p93"/>
            <p:cNvSpPr/>
            <p:nvPr/>
          </p:nvSpPr>
          <p:spPr>
            <a:xfrm>
              <a:off x="1401415" y="2432968"/>
              <a:ext cx="364282" cy="212384"/>
            </a:xfrm>
            <a:custGeom>
              <a:rect b="b" l="l" r="r" t="t"/>
              <a:pathLst>
                <a:path extrusionOk="0" h="8097" w="13888">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8" name="Google Shape;17038;p93"/>
            <p:cNvSpPr/>
            <p:nvPr/>
          </p:nvSpPr>
          <p:spPr>
            <a:xfrm>
              <a:off x="1407291" y="2429218"/>
              <a:ext cx="352531" cy="209368"/>
            </a:xfrm>
            <a:custGeom>
              <a:rect b="b" l="l" r="r" t="t"/>
              <a:pathLst>
                <a:path extrusionOk="0" h="7982" w="1344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9" name="Google Shape;17039;p93"/>
            <p:cNvSpPr/>
            <p:nvPr/>
          </p:nvSpPr>
          <p:spPr>
            <a:xfrm>
              <a:off x="1448550" y="2491645"/>
              <a:ext cx="117405" cy="117589"/>
            </a:xfrm>
            <a:custGeom>
              <a:rect b="b" l="l" r="r" t="t"/>
              <a:pathLst>
                <a:path extrusionOk="0" h="4483" w="4476">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0" name="Google Shape;17040;p93"/>
            <p:cNvSpPr/>
            <p:nvPr/>
          </p:nvSpPr>
          <p:spPr>
            <a:xfrm>
              <a:off x="1466177" y="2509245"/>
              <a:ext cx="82179" cy="82388"/>
            </a:xfrm>
            <a:custGeom>
              <a:rect b="b" l="l" r="r" t="t"/>
              <a:pathLst>
                <a:path extrusionOk="0" h="3141" w="3133">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1" name="Google Shape;17041;p93"/>
            <p:cNvSpPr/>
            <p:nvPr/>
          </p:nvSpPr>
          <p:spPr>
            <a:xfrm>
              <a:off x="1566664" y="2590453"/>
              <a:ext cx="33627" cy="52486"/>
            </a:xfrm>
            <a:custGeom>
              <a:rect b="b" l="l" r="r" t="t"/>
              <a:pathLst>
                <a:path extrusionOk="0" h="2001" w="1282">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2" name="Google Shape;17042;p93"/>
            <p:cNvSpPr/>
            <p:nvPr/>
          </p:nvSpPr>
          <p:spPr>
            <a:xfrm>
              <a:off x="1483777" y="2520996"/>
              <a:ext cx="46978" cy="58886"/>
            </a:xfrm>
            <a:custGeom>
              <a:rect b="b" l="l" r="r" t="t"/>
              <a:pathLst>
                <a:path extrusionOk="0" h="2245" w="1791">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3" name="Google Shape;17043;p93"/>
            <p:cNvSpPr/>
            <p:nvPr/>
          </p:nvSpPr>
          <p:spPr>
            <a:xfrm>
              <a:off x="1501378" y="2532721"/>
              <a:ext cx="17627" cy="17653"/>
            </a:xfrm>
            <a:custGeom>
              <a:rect b="b" l="l" r="r" t="t"/>
              <a:pathLst>
                <a:path extrusionOk="0" h="673" w="672">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4" name="Google Shape;17044;p93"/>
            <p:cNvSpPr/>
            <p:nvPr/>
          </p:nvSpPr>
          <p:spPr>
            <a:xfrm>
              <a:off x="1601156" y="2491645"/>
              <a:ext cx="117589" cy="117589"/>
            </a:xfrm>
            <a:custGeom>
              <a:rect b="b" l="l" r="r" t="t"/>
              <a:pathLst>
                <a:path extrusionOk="0" h="4483" w="4483">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5" name="Google Shape;17045;p93"/>
            <p:cNvSpPr/>
            <p:nvPr/>
          </p:nvSpPr>
          <p:spPr>
            <a:xfrm>
              <a:off x="1618757" y="2509245"/>
              <a:ext cx="82388" cy="82388"/>
            </a:xfrm>
            <a:custGeom>
              <a:rect b="b" l="l" r="r" t="t"/>
              <a:pathLst>
                <a:path extrusionOk="0" h="3141" w="3141">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6" name="Google Shape;17046;p93"/>
            <p:cNvSpPr/>
            <p:nvPr/>
          </p:nvSpPr>
          <p:spPr>
            <a:xfrm>
              <a:off x="1636541" y="2520996"/>
              <a:ext cx="46978" cy="58886"/>
            </a:xfrm>
            <a:custGeom>
              <a:rect b="b" l="l" r="r" t="t"/>
              <a:pathLst>
                <a:path extrusionOk="0" h="2245" w="1791">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7" name="Google Shape;17047;p93"/>
            <p:cNvSpPr/>
            <p:nvPr/>
          </p:nvSpPr>
          <p:spPr>
            <a:xfrm>
              <a:off x="1653984" y="2532721"/>
              <a:ext cx="17627" cy="17653"/>
            </a:xfrm>
            <a:custGeom>
              <a:rect b="b" l="l" r="r" t="t"/>
              <a:pathLst>
                <a:path extrusionOk="0" h="673" w="672">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48" name="Google Shape;17048;p93"/>
          <p:cNvGrpSpPr/>
          <p:nvPr/>
        </p:nvGrpSpPr>
        <p:grpSpPr>
          <a:xfrm>
            <a:off x="7083339" y="3441461"/>
            <a:ext cx="400401" cy="370184"/>
            <a:chOff x="7110427" y="3365261"/>
            <a:chExt cx="400401" cy="370184"/>
          </a:xfrm>
        </p:grpSpPr>
        <p:sp>
          <p:nvSpPr>
            <p:cNvPr id="17049" name="Google Shape;17049;p93"/>
            <p:cNvSpPr/>
            <p:nvPr/>
          </p:nvSpPr>
          <p:spPr>
            <a:xfrm>
              <a:off x="7140854" y="3365261"/>
              <a:ext cx="369974" cy="370158"/>
            </a:xfrm>
            <a:custGeom>
              <a:rect b="b" l="l" r="r" t="t"/>
              <a:pathLst>
                <a:path extrusionOk="0" h="14112" w="14105">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0" name="Google Shape;17050;p93"/>
            <p:cNvSpPr/>
            <p:nvPr/>
          </p:nvSpPr>
          <p:spPr>
            <a:xfrm>
              <a:off x="7216081" y="3366704"/>
              <a:ext cx="294747" cy="295901"/>
            </a:xfrm>
            <a:custGeom>
              <a:rect b="b" l="l" r="r" t="t"/>
              <a:pathLst>
                <a:path extrusionOk="0" h="11281" w="11237">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1" name="Google Shape;17051;p93"/>
            <p:cNvSpPr/>
            <p:nvPr/>
          </p:nvSpPr>
          <p:spPr>
            <a:xfrm>
              <a:off x="7110427" y="3392672"/>
              <a:ext cx="372991" cy="342774"/>
            </a:xfrm>
            <a:custGeom>
              <a:rect b="b" l="l" r="r" t="t"/>
              <a:pathLst>
                <a:path extrusionOk="0" h="13068" w="1422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2" name="Google Shape;17052;p93"/>
            <p:cNvSpPr/>
            <p:nvPr/>
          </p:nvSpPr>
          <p:spPr>
            <a:xfrm>
              <a:off x="7398563" y="3617646"/>
              <a:ext cx="31424" cy="30427"/>
            </a:xfrm>
            <a:custGeom>
              <a:rect b="b" l="l" r="r" t="t"/>
              <a:pathLst>
                <a:path extrusionOk="0" h="1160" w="1198">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3" name="Google Shape;17053;p93"/>
            <p:cNvSpPr/>
            <p:nvPr/>
          </p:nvSpPr>
          <p:spPr>
            <a:xfrm>
              <a:off x="7268410" y="3369012"/>
              <a:ext cx="20276" cy="26886"/>
            </a:xfrm>
            <a:custGeom>
              <a:rect b="b" l="l" r="r" t="t"/>
              <a:pathLst>
                <a:path extrusionOk="0" h="1025" w="773">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4" name="Google Shape;17054;p93"/>
            <p:cNvSpPr/>
            <p:nvPr/>
          </p:nvSpPr>
          <p:spPr>
            <a:xfrm>
              <a:off x="7141562" y="3566236"/>
              <a:ext cx="35778" cy="86638"/>
            </a:xfrm>
            <a:custGeom>
              <a:rect b="b" l="l" r="r" t="t"/>
              <a:pathLst>
                <a:path extrusionOk="0" h="3303" w="1364">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5" name="Google Shape;17055;p93"/>
            <p:cNvSpPr/>
            <p:nvPr/>
          </p:nvSpPr>
          <p:spPr>
            <a:xfrm>
              <a:off x="7303060" y="3365261"/>
              <a:ext cx="26178" cy="27043"/>
            </a:xfrm>
            <a:custGeom>
              <a:rect b="b" l="l" r="r" t="t"/>
              <a:pathLst>
                <a:path extrusionOk="0" h="1031" w="998">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56" name="Google Shape;17056;p93"/>
          <p:cNvGrpSpPr/>
          <p:nvPr/>
        </p:nvGrpSpPr>
        <p:grpSpPr>
          <a:xfrm>
            <a:off x="7631861" y="3439337"/>
            <a:ext cx="400375" cy="370132"/>
            <a:chOff x="7658949" y="3363137"/>
            <a:chExt cx="400375" cy="370132"/>
          </a:xfrm>
        </p:grpSpPr>
        <p:sp>
          <p:nvSpPr>
            <p:cNvPr id="17057" name="Google Shape;17057;p93"/>
            <p:cNvSpPr/>
            <p:nvPr/>
          </p:nvSpPr>
          <p:spPr>
            <a:xfrm>
              <a:off x="7689192" y="3363137"/>
              <a:ext cx="370132" cy="370132"/>
            </a:xfrm>
            <a:custGeom>
              <a:rect b="b" l="l" r="r" t="t"/>
              <a:pathLst>
                <a:path extrusionOk="0" h="14111" w="14111">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8" name="Google Shape;17058;p93"/>
            <p:cNvSpPr/>
            <p:nvPr/>
          </p:nvSpPr>
          <p:spPr>
            <a:xfrm>
              <a:off x="7658949" y="3390521"/>
              <a:ext cx="372991" cy="342695"/>
            </a:xfrm>
            <a:custGeom>
              <a:rect b="b" l="l" r="r" t="t"/>
              <a:pathLst>
                <a:path extrusionOk="0" h="13065" w="1422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9" name="Google Shape;17059;p93"/>
            <p:cNvSpPr/>
            <p:nvPr/>
          </p:nvSpPr>
          <p:spPr>
            <a:xfrm>
              <a:off x="7754111" y="3380029"/>
              <a:ext cx="244569" cy="330000"/>
            </a:xfrm>
            <a:custGeom>
              <a:rect b="b" l="l" r="r" t="t"/>
              <a:pathLst>
                <a:path extrusionOk="0" h="12581" w="9324">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0" name="Google Shape;17060;p93"/>
            <p:cNvSpPr/>
            <p:nvPr/>
          </p:nvSpPr>
          <p:spPr>
            <a:xfrm>
              <a:off x="7754111" y="3390704"/>
              <a:ext cx="23135" cy="30086"/>
            </a:xfrm>
            <a:custGeom>
              <a:rect b="b" l="l" r="r" t="t"/>
              <a:pathLst>
                <a:path extrusionOk="0" h="1147" w="882">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1" name="Google Shape;17061;p93"/>
            <p:cNvSpPr/>
            <p:nvPr/>
          </p:nvSpPr>
          <p:spPr>
            <a:xfrm>
              <a:off x="7891766" y="3668690"/>
              <a:ext cx="47162" cy="41470"/>
            </a:xfrm>
            <a:custGeom>
              <a:rect b="b" l="l" r="r" t="t"/>
              <a:pathLst>
                <a:path extrusionOk="0" h="1581" w="1798">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62" name="Google Shape;17062;p93"/>
          <p:cNvGrpSpPr/>
          <p:nvPr/>
        </p:nvGrpSpPr>
        <p:grpSpPr>
          <a:xfrm>
            <a:off x="3277393" y="3455589"/>
            <a:ext cx="356623" cy="370105"/>
            <a:chOff x="3307156" y="3365314"/>
            <a:chExt cx="356623" cy="370105"/>
          </a:xfrm>
        </p:grpSpPr>
        <p:sp>
          <p:nvSpPr>
            <p:cNvPr id="17063" name="Google Shape;17063;p93"/>
            <p:cNvSpPr/>
            <p:nvPr/>
          </p:nvSpPr>
          <p:spPr>
            <a:xfrm>
              <a:off x="3534465" y="3485683"/>
              <a:ext cx="129314" cy="71346"/>
            </a:xfrm>
            <a:custGeom>
              <a:rect b="b" l="l" r="r" t="t"/>
              <a:pathLst>
                <a:path extrusionOk="0" h="2720" w="493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4" name="Google Shape;17064;p93"/>
            <p:cNvSpPr/>
            <p:nvPr/>
          </p:nvSpPr>
          <p:spPr>
            <a:xfrm>
              <a:off x="3545481" y="3518235"/>
              <a:ext cx="117956" cy="38794"/>
            </a:xfrm>
            <a:custGeom>
              <a:rect b="b" l="l" r="r" t="t"/>
              <a:pathLst>
                <a:path extrusionOk="0" h="1479" w="4497">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5" name="Google Shape;17065;p93"/>
            <p:cNvSpPr/>
            <p:nvPr/>
          </p:nvSpPr>
          <p:spPr>
            <a:xfrm>
              <a:off x="3356075" y="3631522"/>
              <a:ext cx="96762" cy="103897"/>
            </a:xfrm>
            <a:custGeom>
              <a:rect b="b" l="l" r="r" t="t"/>
              <a:pathLst>
                <a:path extrusionOk="0" h="3961" w="3689">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6" name="Google Shape;17066;p93"/>
            <p:cNvSpPr/>
            <p:nvPr/>
          </p:nvSpPr>
          <p:spPr>
            <a:xfrm>
              <a:off x="3356075" y="3631522"/>
              <a:ext cx="59778" cy="102638"/>
            </a:xfrm>
            <a:custGeom>
              <a:rect b="b" l="l" r="r" t="t"/>
              <a:pathLst>
                <a:path extrusionOk="0" h="3913" w="2279">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7" name="Google Shape;17067;p93"/>
            <p:cNvSpPr/>
            <p:nvPr/>
          </p:nvSpPr>
          <p:spPr>
            <a:xfrm>
              <a:off x="3478962" y="3563403"/>
              <a:ext cx="101222" cy="161236"/>
            </a:xfrm>
            <a:custGeom>
              <a:rect b="b" l="l" r="r" t="t"/>
              <a:pathLst>
                <a:path extrusionOk="0" h="6147" w="3859">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8" name="Google Shape;17068;p93"/>
            <p:cNvSpPr/>
            <p:nvPr/>
          </p:nvSpPr>
          <p:spPr>
            <a:xfrm>
              <a:off x="3478962" y="3573711"/>
              <a:ext cx="68146" cy="150324"/>
            </a:xfrm>
            <a:custGeom>
              <a:rect b="b" l="l" r="r" t="t"/>
              <a:pathLst>
                <a:path extrusionOk="0" h="5731" w="2598">
                  <a:moveTo>
                    <a:pt x="618" y="1"/>
                  </a:moveTo>
                  <a:lnTo>
                    <a:pt x="1" y="4279"/>
                  </a:lnTo>
                  <a:cubicBezTo>
                    <a:pt x="652" y="4889"/>
                    <a:pt x="1581" y="5513"/>
                    <a:pt x="2598" y="5730"/>
                  </a:cubicBezTo>
                  <a:lnTo>
                    <a:pt x="618" y="1"/>
                  </a:ln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9" name="Google Shape;17069;p93"/>
            <p:cNvSpPr/>
            <p:nvPr/>
          </p:nvSpPr>
          <p:spPr>
            <a:xfrm>
              <a:off x="3382383" y="3674749"/>
              <a:ext cx="32368" cy="34151"/>
            </a:xfrm>
            <a:custGeom>
              <a:rect b="b" l="l" r="r" t="t"/>
              <a:pathLst>
                <a:path extrusionOk="0" h="1302" w="1234">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0" name="Google Shape;17070;p93"/>
            <p:cNvSpPr/>
            <p:nvPr/>
          </p:nvSpPr>
          <p:spPr>
            <a:xfrm>
              <a:off x="3551698" y="3514484"/>
              <a:ext cx="80972" cy="19069"/>
            </a:xfrm>
            <a:custGeom>
              <a:rect b="b" l="l" r="r" t="t"/>
              <a:pathLst>
                <a:path extrusionOk="0" h="727" w="3087">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1" name="Google Shape;17071;p93"/>
            <p:cNvSpPr/>
            <p:nvPr/>
          </p:nvSpPr>
          <p:spPr>
            <a:xfrm>
              <a:off x="3490241" y="3574787"/>
              <a:ext cx="49575" cy="107254"/>
            </a:xfrm>
            <a:custGeom>
              <a:rect b="b" l="l" r="r" t="t"/>
              <a:pathLst>
                <a:path extrusionOk="0" h="4089" w="189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2" name="Google Shape;17072;p93"/>
            <p:cNvSpPr/>
            <p:nvPr/>
          </p:nvSpPr>
          <p:spPr>
            <a:xfrm>
              <a:off x="3307156" y="3365314"/>
              <a:ext cx="345239" cy="335508"/>
            </a:xfrm>
            <a:custGeom>
              <a:rect b="b" l="l" r="r" t="t"/>
              <a:pathLst>
                <a:path extrusionOk="0" h="12791" w="13162">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3" name="Google Shape;17073;p93"/>
            <p:cNvSpPr/>
            <p:nvPr/>
          </p:nvSpPr>
          <p:spPr>
            <a:xfrm>
              <a:off x="3376167" y="3431859"/>
              <a:ext cx="199453" cy="203623"/>
            </a:xfrm>
            <a:custGeom>
              <a:rect b="b" l="l" r="r" t="t"/>
              <a:pathLst>
                <a:path extrusionOk="0" h="7763" w="7604">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4" name="Google Shape;17074;p93"/>
            <p:cNvSpPr/>
            <p:nvPr/>
          </p:nvSpPr>
          <p:spPr>
            <a:xfrm>
              <a:off x="3390803" y="3461499"/>
              <a:ext cx="99228" cy="74887"/>
            </a:xfrm>
            <a:custGeom>
              <a:rect b="b" l="l" r="r" t="t"/>
              <a:pathLst>
                <a:path extrusionOk="0" h="2855" w="3783">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5" name="Google Shape;17075;p93"/>
            <p:cNvSpPr/>
            <p:nvPr/>
          </p:nvSpPr>
          <p:spPr>
            <a:xfrm>
              <a:off x="3369058" y="3464516"/>
              <a:ext cx="29902" cy="29719"/>
            </a:xfrm>
            <a:custGeom>
              <a:rect b="b" l="l" r="r" t="t"/>
              <a:pathLst>
                <a:path extrusionOk="0" h="1133" w="114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6" name="Google Shape;17076;p93"/>
            <p:cNvSpPr/>
            <p:nvPr/>
          </p:nvSpPr>
          <p:spPr>
            <a:xfrm>
              <a:off x="3386475" y="3446732"/>
              <a:ext cx="29902" cy="29902"/>
            </a:xfrm>
            <a:custGeom>
              <a:rect b="b" l="l" r="r" t="t"/>
              <a:pathLst>
                <a:path extrusionOk="0" h="1140" w="114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7" name="Google Shape;17077;p93"/>
            <p:cNvSpPr/>
            <p:nvPr/>
          </p:nvSpPr>
          <p:spPr>
            <a:xfrm>
              <a:off x="3390042" y="3471099"/>
              <a:ext cx="29719" cy="29719"/>
            </a:xfrm>
            <a:custGeom>
              <a:rect b="b" l="l" r="r" t="t"/>
              <a:pathLst>
                <a:path extrusionOk="0" h="1133" w="1133">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78" name="Google Shape;17078;p93"/>
          <p:cNvGrpSpPr/>
          <p:nvPr/>
        </p:nvGrpSpPr>
        <p:grpSpPr>
          <a:xfrm>
            <a:off x="7395319" y="2056307"/>
            <a:ext cx="372807" cy="370079"/>
            <a:chOff x="7422407" y="1980107"/>
            <a:chExt cx="372807" cy="370079"/>
          </a:xfrm>
        </p:grpSpPr>
        <p:sp>
          <p:nvSpPr>
            <p:cNvPr id="17079" name="Google Shape;17079;p93"/>
            <p:cNvSpPr/>
            <p:nvPr/>
          </p:nvSpPr>
          <p:spPr>
            <a:xfrm>
              <a:off x="7422407" y="2057670"/>
              <a:ext cx="90546" cy="89680"/>
            </a:xfrm>
            <a:custGeom>
              <a:rect b="b" l="l" r="r" t="t"/>
              <a:pathLst>
                <a:path extrusionOk="0" h="3419" w="3452">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0" name="Google Shape;17080;p93"/>
            <p:cNvSpPr/>
            <p:nvPr/>
          </p:nvSpPr>
          <p:spPr>
            <a:xfrm>
              <a:off x="7704668" y="2057670"/>
              <a:ext cx="90546" cy="89680"/>
            </a:xfrm>
            <a:custGeom>
              <a:rect b="b" l="l" r="r" t="t"/>
              <a:pathLst>
                <a:path extrusionOk="0" h="3419" w="3452">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1" name="Google Shape;17081;p93"/>
            <p:cNvSpPr/>
            <p:nvPr/>
          </p:nvSpPr>
          <p:spPr>
            <a:xfrm>
              <a:off x="7469175" y="1981340"/>
              <a:ext cx="278720" cy="350984"/>
            </a:xfrm>
            <a:custGeom>
              <a:rect b="b" l="l" r="r" t="t"/>
              <a:pathLst>
                <a:path extrusionOk="0" h="13381" w="10626">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2" name="Google Shape;17082;p93"/>
            <p:cNvSpPr/>
            <p:nvPr/>
          </p:nvSpPr>
          <p:spPr>
            <a:xfrm>
              <a:off x="7443207" y="1980107"/>
              <a:ext cx="189276" cy="352295"/>
            </a:xfrm>
            <a:custGeom>
              <a:rect b="b" l="l" r="r" t="t"/>
              <a:pathLst>
                <a:path extrusionOk="0" h="13431" w="7216">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3" name="Google Shape;17083;p93"/>
            <p:cNvSpPr/>
            <p:nvPr/>
          </p:nvSpPr>
          <p:spPr>
            <a:xfrm>
              <a:off x="7456007" y="2181790"/>
              <a:ext cx="302038" cy="168370"/>
            </a:xfrm>
            <a:custGeom>
              <a:rect b="b" l="l" r="r" t="t"/>
              <a:pathLst>
                <a:path extrusionOk="0" h="6419" w="11515">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4" name="Google Shape;17084;p93"/>
            <p:cNvSpPr/>
            <p:nvPr/>
          </p:nvSpPr>
          <p:spPr>
            <a:xfrm>
              <a:off x="7757469" y="2189108"/>
              <a:ext cx="210" cy="26"/>
            </a:xfrm>
            <a:custGeom>
              <a:rect b="b" l="l" r="r" t="t"/>
              <a:pathLst>
                <a:path extrusionOk="0" h="1" w="8">
                  <a:moveTo>
                    <a:pt x="1" y="1"/>
                  </a:moveTo>
                  <a:lnTo>
                    <a:pt x="1" y="1"/>
                  </a:lnTo>
                  <a:lnTo>
                    <a:pt x="8" y="1"/>
                  </a:lnTo>
                  <a:close/>
                </a:path>
              </a:pathLst>
            </a:custGeom>
            <a:solidFill>
              <a:srgbClr val="F2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5" name="Google Shape;17085;p93"/>
            <p:cNvSpPr/>
            <p:nvPr/>
          </p:nvSpPr>
          <p:spPr>
            <a:xfrm>
              <a:off x="7578554" y="2076896"/>
              <a:ext cx="59778" cy="57286"/>
            </a:xfrm>
            <a:custGeom>
              <a:rect b="b" l="l" r="r" t="t"/>
              <a:pathLst>
                <a:path extrusionOk="0" h="2184" w="2279">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6" name="Google Shape;17086;p93"/>
            <p:cNvSpPr/>
            <p:nvPr/>
          </p:nvSpPr>
          <p:spPr>
            <a:xfrm>
              <a:off x="7542802" y="2051820"/>
              <a:ext cx="23869" cy="29902"/>
            </a:xfrm>
            <a:custGeom>
              <a:rect b="b" l="l" r="r" t="t"/>
              <a:pathLst>
                <a:path extrusionOk="0" h="1140" w="91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7" name="Google Shape;17087;p93"/>
            <p:cNvSpPr/>
            <p:nvPr/>
          </p:nvSpPr>
          <p:spPr>
            <a:xfrm>
              <a:off x="7650240" y="2051820"/>
              <a:ext cx="23843" cy="29902"/>
            </a:xfrm>
            <a:custGeom>
              <a:rect b="b" l="l" r="r" t="t"/>
              <a:pathLst>
                <a:path extrusionOk="0" h="1140" w="909">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8" name="Google Shape;17088;p93"/>
            <p:cNvSpPr/>
            <p:nvPr/>
          </p:nvSpPr>
          <p:spPr>
            <a:xfrm>
              <a:off x="7582462" y="2100582"/>
              <a:ext cx="51778" cy="22768"/>
            </a:xfrm>
            <a:custGeom>
              <a:rect b="b" l="l" r="r" t="t"/>
              <a:pathLst>
                <a:path extrusionOk="0" h="868" w="1974">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9" name="Google Shape;17089;p93"/>
            <p:cNvSpPr/>
            <p:nvPr/>
          </p:nvSpPr>
          <p:spPr>
            <a:xfrm>
              <a:off x="7548678" y="2057853"/>
              <a:ext cx="11935" cy="11961"/>
            </a:xfrm>
            <a:custGeom>
              <a:rect b="b" l="l" r="r" t="t"/>
              <a:pathLst>
                <a:path extrusionOk="0" h="456" w="455">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0" name="Google Shape;17090;p93"/>
            <p:cNvSpPr/>
            <p:nvPr/>
          </p:nvSpPr>
          <p:spPr>
            <a:xfrm>
              <a:off x="7656273" y="2057853"/>
              <a:ext cx="11935" cy="11961"/>
            </a:xfrm>
            <a:custGeom>
              <a:rect b="b" l="l" r="r" t="t"/>
              <a:pathLst>
                <a:path extrusionOk="0" h="456" w="455">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1" name="Google Shape;17091;p93"/>
            <p:cNvSpPr/>
            <p:nvPr/>
          </p:nvSpPr>
          <p:spPr>
            <a:xfrm>
              <a:off x="7455824" y="2181974"/>
              <a:ext cx="194784" cy="168213"/>
            </a:xfrm>
            <a:custGeom>
              <a:rect b="b" l="l" r="r" t="t"/>
              <a:pathLst>
                <a:path extrusionOk="0" h="6413" w="7426">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92" name="Google Shape;17092;p93"/>
          <p:cNvGrpSpPr/>
          <p:nvPr/>
        </p:nvGrpSpPr>
        <p:grpSpPr>
          <a:xfrm>
            <a:off x="6889053" y="2982384"/>
            <a:ext cx="289737" cy="370394"/>
            <a:chOff x="6916141" y="2906184"/>
            <a:chExt cx="289737" cy="370394"/>
          </a:xfrm>
        </p:grpSpPr>
        <p:sp>
          <p:nvSpPr>
            <p:cNvPr id="17093" name="Google Shape;17093;p93"/>
            <p:cNvSpPr/>
            <p:nvPr/>
          </p:nvSpPr>
          <p:spPr>
            <a:xfrm>
              <a:off x="7003199" y="2916073"/>
              <a:ext cx="44827" cy="64159"/>
            </a:xfrm>
            <a:custGeom>
              <a:rect b="b" l="l" r="r" t="t"/>
              <a:pathLst>
                <a:path extrusionOk="0" h="2446" w="1709">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4" name="Google Shape;17094;p93"/>
            <p:cNvSpPr/>
            <p:nvPr/>
          </p:nvSpPr>
          <p:spPr>
            <a:xfrm>
              <a:off x="7073967" y="3099551"/>
              <a:ext cx="44853" cy="64159"/>
            </a:xfrm>
            <a:custGeom>
              <a:rect b="b" l="l" r="r" t="t"/>
              <a:pathLst>
                <a:path extrusionOk="0" h="2446" w="171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5" name="Google Shape;17095;p93"/>
            <p:cNvSpPr/>
            <p:nvPr/>
          </p:nvSpPr>
          <p:spPr>
            <a:xfrm>
              <a:off x="7120762" y="2985530"/>
              <a:ext cx="64945" cy="41496"/>
            </a:xfrm>
            <a:custGeom>
              <a:rect b="b" l="l" r="r" t="t"/>
              <a:pathLst>
                <a:path extrusionOk="0" h="1582" w="2476">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6" name="Google Shape;17096;p93"/>
            <p:cNvSpPr/>
            <p:nvPr/>
          </p:nvSpPr>
          <p:spPr>
            <a:xfrm>
              <a:off x="6936312" y="3052967"/>
              <a:ext cx="65129" cy="41470"/>
            </a:xfrm>
            <a:custGeom>
              <a:rect b="b" l="l" r="r" t="t"/>
              <a:pathLst>
                <a:path extrusionOk="0" h="1581" w="2483">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7" name="Google Shape;17097;p93"/>
            <p:cNvSpPr/>
            <p:nvPr/>
          </p:nvSpPr>
          <p:spPr>
            <a:xfrm>
              <a:off x="7073967" y="2916073"/>
              <a:ext cx="44853" cy="64159"/>
            </a:xfrm>
            <a:custGeom>
              <a:rect b="b" l="l" r="r" t="t"/>
              <a:pathLst>
                <a:path extrusionOk="0" h="2446" w="171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8" name="Google Shape;17098;p93"/>
            <p:cNvSpPr/>
            <p:nvPr/>
          </p:nvSpPr>
          <p:spPr>
            <a:xfrm>
              <a:off x="7003199" y="3099551"/>
              <a:ext cx="44827" cy="64159"/>
            </a:xfrm>
            <a:custGeom>
              <a:rect b="b" l="l" r="r" t="t"/>
              <a:pathLst>
                <a:path extrusionOk="0" h="2446" w="1709">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9" name="Google Shape;17099;p93"/>
            <p:cNvSpPr/>
            <p:nvPr/>
          </p:nvSpPr>
          <p:spPr>
            <a:xfrm>
              <a:off x="7120762" y="3052967"/>
              <a:ext cx="64945" cy="41338"/>
            </a:xfrm>
            <a:custGeom>
              <a:rect b="b" l="l" r="r" t="t"/>
              <a:pathLst>
                <a:path extrusionOk="0" h="1576" w="2476">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0" name="Google Shape;17100;p93"/>
            <p:cNvSpPr/>
            <p:nvPr/>
          </p:nvSpPr>
          <p:spPr>
            <a:xfrm>
              <a:off x="6936496" y="2985477"/>
              <a:ext cx="64945" cy="41548"/>
            </a:xfrm>
            <a:custGeom>
              <a:rect b="b" l="l" r="r" t="t"/>
              <a:pathLst>
                <a:path extrusionOk="0" h="1584" w="2476">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1" name="Google Shape;17101;p93"/>
            <p:cNvSpPr/>
            <p:nvPr/>
          </p:nvSpPr>
          <p:spPr>
            <a:xfrm>
              <a:off x="7022032" y="3104902"/>
              <a:ext cx="77929" cy="171675"/>
            </a:xfrm>
            <a:custGeom>
              <a:rect b="b" l="l" r="r" t="t"/>
              <a:pathLst>
                <a:path extrusionOk="0" h="6545" w="2971">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2" name="Google Shape;17102;p93"/>
            <p:cNvSpPr/>
            <p:nvPr/>
          </p:nvSpPr>
          <p:spPr>
            <a:xfrm>
              <a:off x="6916141" y="3148234"/>
              <a:ext cx="121471" cy="83359"/>
            </a:xfrm>
            <a:custGeom>
              <a:rect b="b" l="l" r="r" t="t"/>
              <a:pathLst>
                <a:path extrusionOk="0" h="3178" w="4631">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3" name="Google Shape;17103;p93"/>
            <p:cNvSpPr/>
            <p:nvPr/>
          </p:nvSpPr>
          <p:spPr>
            <a:xfrm>
              <a:off x="7084407" y="3148234"/>
              <a:ext cx="121471" cy="83359"/>
            </a:xfrm>
            <a:custGeom>
              <a:rect b="b" l="l" r="r" t="t"/>
              <a:pathLst>
                <a:path extrusionOk="0" h="3178" w="4631">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4" name="Google Shape;17104;p93"/>
            <p:cNvSpPr/>
            <p:nvPr/>
          </p:nvSpPr>
          <p:spPr>
            <a:xfrm>
              <a:off x="7037508" y="2906184"/>
              <a:ext cx="46978" cy="62847"/>
            </a:xfrm>
            <a:custGeom>
              <a:rect b="b" l="l" r="r" t="t"/>
              <a:pathLst>
                <a:path extrusionOk="0" h="2396" w="1791">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5" name="Google Shape;17105;p93"/>
            <p:cNvSpPr/>
            <p:nvPr/>
          </p:nvSpPr>
          <p:spPr>
            <a:xfrm>
              <a:off x="7037508" y="3110752"/>
              <a:ext cx="47162" cy="62900"/>
            </a:xfrm>
            <a:custGeom>
              <a:rect b="b" l="l" r="r" t="t"/>
              <a:pathLst>
                <a:path extrusionOk="0" h="2398" w="1798">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6" name="Google Shape;17106;p93"/>
            <p:cNvSpPr/>
            <p:nvPr/>
          </p:nvSpPr>
          <p:spPr>
            <a:xfrm>
              <a:off x="7131962" y="3022225"/>
              <a:ext cx="63345" cy="35463"/>
            </a:xfrm>
            <a:custGeom>
              <a:rect b="b" l="l" r="r" t="t"/>
              <a:pathLst>
                <a:path extrusionOk="0" h="1352" w="2415">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7" name="Google Shape;17107;p93"/>
            <p:cNvSpPr/>
            <p:nvPr/>
          </p:nvSpPr>
          <p:spPr>
            <a:xfrm>
              <a:off x="6926896" y="3022199"/>
              <a:ext cx="63345" cy="35489"/>
            </a:xfrm>
            <a:custGeom>
              <a:rect b="b" l="l" r="r" t="t"/>
              <a:pathLst>
                <a:path extrusionOk="0" h="1353" w="2415">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8" name="Google Shape;17108;p93"/>
            <p:cNvSpPr/>
            <p:nvPr/>
          </p:nvSpPr>
          <p:spPr>
            <a:xfrm>
              <a:off x="7100302" y="2944558"/>
              <a:ext cx="56526" cy="56132"/>
            </a:xfrm>
            <a:custGeom>
              <a:rect b="b" l="l" r="r" t="t"/>
              <a:pathLst>
                <a:path extrusionOk="0" h="2140" w="2155">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9" name="Google Shape;17109;p93"/>
            <p:cNvSpPr/>
            <p:nvPr/>
          </p:nvSpPr>
          <p:spPr>
            <a:xfrm>
              <a:off x="6965218" y="3079092"/>
              <a:ext cx="56499" cy="56158"/>
            </a:xfrm>
            <a:custGeom>
              <a:rect b="b" l="l" r="r" t="t"/>
              <a:pathLst>
                <a:path extrusionOk="0" h="2141" w="2154">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0" name="Google Shape;17110;p93"/>
            <p:cNvSpPr/>
            <p:nvPr/>
          </p:nvSpPr>
          <p:spPr>
            <a:xfrm>
              <a:off x="7100302" y="3079276"/>
              <a:ext cx="56499" cy="56027"/>
            </a:xfrm>
            <a:custGeom>
              <a:rect b="b" l="l" r="r" t="t"/>
              <a:pathLst>
                <a:path extrusionOk="0" h="2136" w="2154">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1" name="Google Shape;17111;p93"/>
            <p:cNvSpPr/>
            <p:nvPr/>
          </p:nvSpPr>
          <p:spPr>
            <a:xfrm>
              <a:off x="6965218" y="2944558"/>
              <a:ext cx="56499" cy="56132"/>
            </a:xfrm>
            <a:custGeom>
              <a:rect b="b" l="l" r="r" t="t"/>
              <a:pathLst>
                <a:path extrusionOk="0" h="2140" w="2154">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2" name="Google Shape;17112;p93"/>
            <p:cNvSpPr/>
            <p:nvPr/>
          </p:nvSpPr>
          <p:spPr>
            <a:xfrm>
              <a:off x="6984156" y="2963129"/>
              <a:ext cx="153708" cy="153524"/>
            </a:xfrm>
            <a:custGeom>
              <a:rect b="b" l="l" r="r" t="t"/>
              <a:pathLst>
                <a:path extrusionOk="0" h="5853" w="586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3" name="Google Shape;17113;p93"/>
            <p:cNvSpPr/>
            <p:nvPr/>
          </p:nvSpPr>
          <p:spPr>
            <a:xfrm>
              <a:off x="7001940" y="2980756"/>
              <a:ext cx="118114" cy="118297"/>
            </a:xfrm>
            <a:custGeom>
              <a:rect b="b" l="l" r="r" t="t"/>
              <a:pathLst>
                <a:path extrusionOk="0" h="4510" w="4503">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14" name="Google Shape;17114;p93"/>
          <p:cNvGrpSpPr/>
          <p:nvPr/>
        </p:nvGrpSpPr>
        <p:grpSpPr>
          <a:xfrm>
            <a:off x="7943106" y="2089777"/>
            <a:ext cx="372676" cy="331731"/>
            <a:chOff x="7970194" y="2013577"/>
            <a:chExt cx="372676" cy="331731"/>
          </a:xfrm>
        </p:grpSpPr>
        <p:sp>
          <p:nvSpPr>
            <p:cNvPr id="17115" name="Google Shape;17115;p93"/>
            <p:cNvSpPr/>
            <p:nvPr/>
          </p:nvSpPr>
          <p:spPr>
            <a:xfrm>
              <a:off x="8092032" y="2284533"/>
              <a:ext cx="102454" cy="60775"/>
            </a:xfrm>
            <a:custGeom>
              <a:rect b="b" l="l" r="r" t="t"/>
              <a:pathLst>
                <a:path extrusionOk="0" h="2317" w="3906">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6" name="Google Shape;17116;p93"/>
            <p:cNvSpPr/>
            <p:nvPr/>
          </p:nvSpPr>
          <p:spPr>
            <a:xfrm>
              <a:off x="8116741" y="2284533"/>
              <a:ext cx="77746" cy="60775"/>
            </a:xfrm>
            <a:custGeom>
              <a:rect b="b" l="l" r="r" t="t"/>
              <a:pathLst>
                <a:path extrusionOk="0" h="2317" w="2964">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7" name="Google Shape;17117;p93"/>
            <p:cNvSpPr/>
            <p:nvPr/>
          </p:nvSpPr>
          <p:spPr>
            <a:xfrm>
              <a:off x="7970194" y="2104805"/>
              <a:ext cx="38086" cy="48578"/>
            </a:xfrm>
            <a:custGeom>
              <a:rect b="b" l="l" r="r" t="t"/>
              <a:pathLst>
                <a:path extrusionOk="0" h="1852" w="1452">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8" name="Google Shape;17118;p93"/>
            <p:cNvSpPr/>
            <p:nvPr/>
          </p:nvSpPr>
          <p:spPr>
            <a:xfrm>
              <a:off x="7984961" y="2013577"/>
              <a:ext cx="357908" cy="288687"/>
            </a:xfrm>
            <a:custGeom>
              <a:rect b="b" l="l" r="r" t="t"/>
              <a:pathLst>
                <a:path extrusionOk="0" h="11006" w="13645">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9" name="Google Shape;17119;p93"/>
            <p:cNvSpPr/>
            <p:nvPr/>
          </p:nvSpPr>
          <p:spPr>
            <a:xfrm>
              <a:off x="7984961" y="2013577"/>
              <a:ext cx="244385" cy="288687"/>
            </a:xfrm>
            <a:custGeom>
              <a:rect b="b" l="l" r="r" t="t"/>
              <a:pathLst>
                <a:path extrusionOk="0" h="11006" w="9317">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0" name="Google Shape;17120;p93"/>
            <p:cNvSpPr/>
            <p:nvPr/>
          </p:nvSpPr>
          <p:spPr>
            <a:xfrm>
              <a:off x="8083875" y="2093447"/>
              <a:ext cx="208974" cy="129786"/>
            </a:xfrm>
            <a:custGeom>
              <a:rect b="b" l="l" r="r" t="t"/>
              <a:pathLst>
                <a:path extrusionOk="0" h="4948" w="7967">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1" name="Google Shape;17121;p93"/>
            <p:cNvSpPr/>
            <p:nvPr/>
          </p:nvSpPr>
          <p:spPr>
            <a:xfrm>
              <a:off x="8108505" y="2142707"/>
              <a:ext cx="184292" cy="80552"/>
            </a:xfrm>
            <a:custGeom>
              <a:rect b="b" l="l" r="r" t="t"/>
              <a:pathLst>
                <a:path extrusionOk="0" h="3071" w="7026">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2" name="Google Shape;17122;p93"/>
            <p:cNvSpPr/>
            <p:nvPr/>
          </p:nvSpPr>
          <p:spPr>
            <a:xfrm>
              <a:off x="8032805" y="2087388"/>
              <a:ext cx="36827" cy="42886"/>
            </a:xfrm>
            <a:custGeom>
              <a:rect b="b" l="l" r="r" t="t"/>
              <a:pathLst>
                <a:path extrusionOk="0" h="1635" w="1404">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3" name="Google Shape;17123;p93"/>
            <p:cNvSpPr/>
            <p:nvPr/>
          </p:nvSpPr>
          <p:spPr>
            <a:xfrm>
              <a:off x="8051297" y="2087388"/>
              <a:ext cx="18518" cy="30742"/>
            </a:xfrm>
            <a:custGeom>
              <a:rect b="b" l="l" r="r" t="t"/>
              <a:pathLst>
                <a:path extrusionOk="0" h="1172" w="706">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4" name="Google Shape;17124;p93"/>
            <p:cNvSpPr/>
            <p:nvPr/>
          </p:nvSpPr>
          <p:spPr>
            <a:xfrm>
              <a:off x="8045081" y="2093421"/>
              <a:ext cx="12276" cy="12302"/>
            </a:xfrm>
            <a:custGeom>
              <a:rect b="b" l="l" r="r" t="t"/>
              <a:pathLst>
                <a:path extrusionOk="0" h="469" w="468">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25" name="Google Shape;17125;p93"/>
          <p:cNvGrpSpPr/>
          <p:nvPr/>
        </p:nvGrpSpPr>
        <p:grpSpPr>
          <a:xfrm>
            <a:off x="1389645" y="1588390"/>
            <a:ext cx="332964" cy="370158"/>
            <a:chOff x="1416733" y="1512190"/>
            <a:chExt cx="332964" cy="370158"/>
          </a:xfrm>
        </p:grpSpPr>
        <p:sp>
          <p:nvSpPr>
            <p:cNvPr id="17126" name="Google Shape;17126;p93"/>
            <p:cNvSpPr/>
            <p:nvPr/>
          </p:nvSpPr>
          <p:spPr>
            <a:xfrm>
              <a:off x="1416733" y="1637596"/>
              <a:ext cx="106913" cy="144134"/>
            </a:xfrm>
            <a:custGeom>
              <a:rect b="b" l="l" r="r" t="t"/>
              <a:pathLst>
                <a:path extrusionOk="0" h="5495" w="4076">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7" name="Google Shape;17127;p93"/>
            <p:cNvSpPr/>
            <p:nvPr/>
          </p:nvSpPr>
          <p:spPr>
            <a:xfrm>
              <a:off x="1642967" y="1637596"/>
              <a:ext cx="106730" cy="144134"/>
            </a:xfrm>
            <a:custGeom>
              <a:rect b="b" l="l" r="r" t="t"/>
              <a:pathLst>
                <a:path extrusionOk="0" h="5495" w="4069">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8" name="Google Shape;17128;p93"/>
            <p:cNvSpPr/>
            <p:nvPr/>
          </p:nvSpPr>
          <p:spPr>
            <a:xfrm>
              <a:off x="1463685" y="1643472"/>
              <a:ext cx="238877" cy="238877"/>
            </a:xfrm>
            <a:custGeom>
              <a:rect b="b" l="l" r="r" t="t"/>
              <a:pathLst>
                <a:path extrusionOk="0" h="9107" w="9107">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9" name="Google Shape;17129;p93"/>
            <p:cNvSpPr/>
            <p:nvPr/>
          </p:nvSpPr>
          <p:spPr>
            <a:xfrm>
              <a:off x="1506178" y="1643472"/>
              <a:ext cx="154049" cy="47765"/>
            </a:xfrm>
            <a:custGeom>
              <a:rect b="b" l="l" r="r" t="t"/>
              <a:pathLst>
                <a:path extrusionOk="0" h="1821" w="5873">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0" name="Google Shape;17130;p93"/>
            <p:cNvSpPr/>
            <p:nvPr/>
          </p:nvSpPr>
          <p:spPr>
            <a:xfrm>
              <a:off x="1499594" y="1643472"/>
              <a:ext cx="167216" cy="196909"/>
            </a:xfrm>
            <a:custGeom>
              <a:rect b="b" l="l" r="r" t="t"/>
              <a:pathLst>
                <a:path extrusionOk="0" h="7507" w="6375">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1" name="Google Shape;17131;p93"/>
            <p:cNvSpPr/>
            <p:nvPr/>
          </p:nvSpPr>
          <p:spPr>
            <a:xfrm>
              <a:off x="1518637" y="1643472"/>
              <a:ext cx="129157" cy="47765"/>
            </a:xfrm>
            <a:custGeom>
              <a:rect b="b" l="l" r="r" t="t"/>
              <a:pathLst>
                <a:path extrusionOk="0" h="1821" w="4924">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2" name="Google Shape;17132;p93"/>
            <p:cNvSpPr/>
            <p:nvPr/>
          </p:nvSpPr>
          <p:spPr>
            <a:xfrm>
              <a:off x="1493745" y="1858295"/>
              <a:ext cx="71687" cy="23869"/>
            </a:xfrm>
            <a:custGeom>
              <a:rect b="b" l="l" r="r" t="t"/>
              <a:pathLst>
                <a:path extrusionOk="0" h="910" w="2733">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3" name="Google Shape;17133;p93"/>
            <p:cNvSpPr/>
            <p:nvPr/>
          </p:nvSpPr>
          <p:spPr>
            <a:xfrm>
              <a:off x="1493745" y="1858295"/>
              <a:ext cx="47686" cy="23869"/>
            </a:xfrm>
            <a:custGeom>
              <a:rect b="b" l="l" r="r" t="t"/>
              <a:pathLst>
                <a:path extrusionOk="0" h="910" w="1818">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4" name="Google Shape;17134;p93"/>
            <p:cNvSpPr/>
            <p:nvPr/>
          </p:nvSpPr>
          <p:spPr>
            <a:xfrm>
              <a:off x="1601156" y="1858295"/>
              <a:ext cx="71713" cy="23869"/>
            </a:xfrm>
            <a:custGeom>
              <a:rect b="b" l="l" r="r" t="t"/>
              <a:pathLst>
                <a:path extrusionOk="0" h="910" w="2734">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5" name="Google Shape;17135;p93"/>
            <p:cNvSpPr/>
            <p:nvPr/>
          </p:nvSpPr>
          <p:spPr>
            <a:xfrm>
              <a:off x="1601156" y="1858295"/>
              <a:ext cx="47870" cy="23869"/>
            </a:xfrm>
            <a:custGeom>
              <a:rect b="b" l="l" r="r" t="t"/>
              <a:pathLst>
                <a:path extrusionOk="0" h="910" w="1825">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6" name="Google Shape;17136;p93"/>
            <p:cNvSpPr/>
            <p:nvPr/>
          </p:nvSpPr>
          <p:spPr>
            <a:xfrm>
              <a:off x="1499594" y="1512217"/>
              <a:ext cx="167216" cy="167190"/>
            </a:xfrm>
            <a:custGeom>
              <a:rect b="b" l="l" r="r" t="t"/>
              <a:pathLst>
                <a:path extrusionOk="0" h="6374" w="6375">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7" name="Google Shape;17137;p93"/>
            <p:cNvSpPr/>
            <p:nvPr/>
          </p:nvSpPr>
          <p:spPr>
            <a:xfrm>
              <a:off x="1566480" y="1620415"/>
              <a:ext cx="33286" cy="32263"/>
            </a:xfrm>
            <a:custGeom>
              <a:rect b="b" l="l" r="r" t="t"/>
              <a:pathLst>
                <a:path extrusionOk="0" h="1230" w="1269">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8" name="Google Shape;17138;p93"/>
            <p:cNvSpPr/>
            <p:nvPr/>
          </p:nvSpPr>
          <p:spPr>
            <a:xfrm>
              <a:off x="1499253" y="1512190"/>
              <a:ext cx="98913" cy="167190"/>
            </a:xfrm>
            <a:custGeom>
              <a:rect b="b" l="l" r="r" t="t"/>
              <a:pathLst>
                <a:path extrusionOk="0" h="6374" w="3771">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9" name="Google Shape;17139;p93"/>
            <p:cNvSpPr/>
            <p:nvPr/>
          </p:nvSpPr>
          <p:spPr>
            <a:xfrm>
              <a:off x="1499594" y="1512217"/>
              <a:ext cx="167216" cy="86638"/>
            </a:xfrm>
            <a:custGeom>
              <a:rect b="b" l="l" r="r" t="t"/>
              <a:pathLst>
                <a:path extrusionOk="0" h="3303" w="6375">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0" name="Google Shape;17140;p93"/>
            <p:cNvSpPr/>
            <p:nvPr/>
          </p:nvSpPr>
          <p:spPr>
            <a:xfrm>
              <a:off x="1499594" y="1512217"/>
              <a:ext cx="98572" cy="86638"/>
            </a:xfrm>
            <a:custGeom>
              <a:rect b="b" l="l" r="r" t="t"/>
              <a:pathLst>
                <a:path extrusionOk="0" h="3303" w="3758">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1" name="Google Shape;17141;p93"/>
            <p:cNvSpPr/>
            <p:nvPr/>
          </p:nvSpPr>
          <p:spPr>
            <a:xfrm>
              <a:off x="1535529" y="1583877"/>
              <a:ext cx="23869" cy="29745"/>
            </a:xfrm>
            <a:custGeom>
              <a:rect b="b" l="l" r="r" t="t"/>
              <a:pathLst>
                <a:path extrusionOk="0" h="1134" w="91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2" name="Google Shape;17142;p93"/>
            <p:cNvSpPr/>
            <p:nvPr/>
          </p:nvSpPr>
          <p:spPr>
            <a:xfrm>
              <a:off x="1541404" y="1589753"/>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3" name="Google Shape;17143;p93"/>
            <p:cNvSpPr/>
            <p:nvPr/>
          </p:nvSpPr>
          <p:spPr>
            <a:xfrm>
              <a:off x="1607032" y="1583877"/>
              <a:ext cx="23843" cy="29719"/>
            </a:xfrm>
            <a:custGeom>
              <a:rect b="b" l="l" r="r" t="t"/>
              <a:pathLst>
                <a:path extrusionOk="0" h="1133" w="909">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4" name="Google Shape;17144;p93"/>
            <p:cNvSpPr/>
            <p:nvPr/>
          </p:nvSpPr>
          <p:spPr>
            <a:xfrm>
              <a:off x="1613065" y="1589753"/>
              <a:ext cx="11961" cy="11935"/>
            </a:xfrm>
            <a:custGeom>
              <a:rect b="b" l="l" r="r" t="t"/>
              <a:pathLst>
                <a:path extrusionOk="0" h="455" w="456">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45" name="Google Shape;17145;p93"/>
          <p:cNvGrpSpPr/>
          <p:nvPr/>
        </p:nvGrpSpPr>
        <p:grpSpPr>
          <a:xfrm>
            <a:off x="5219278" y="2982305"/>
            <a:ext cx="342852" cy="370079"/>
            <a:chOff x="5246366" y="2906105"/>
            <a:chExt cx="342852" cy="370079"/>
          </a:xfrm>
        </p:grpSpPr>
        <p:sp>
          <p:nvSpPr>
            <p:cNvPr id="17146" name="Google Shape;17146;p93"/>
            <p:cNvSpPr/>
            <p:nvPr/>
          </p:nvSpPr>
          <p:spPr>
            <a:xfrm>
              <a:off x="5410172" y="3089033"/>
              <a:ext cx="179046" cy="163701"/>
            </a:xfrm>
            <a:custGeom>
              <a:rect b="b" l="l" r="r" t="t"/>
              <a:pathLst>
                <a:path extrusionOk="0" h="6241" w="6826">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7" name="Google Shape;17147;p93"/>
            <p:cNvSpPr/>
            <p:nvPr/>
          </p:nvSpPr>
          <p:spPr>
            <a:xfrm>
              <a:off x="5405687" y="3137611"/>
              <a:ext cx="24210" cy="138573"/>
            </a:xfrm>
            <a:custGeom>
              <a:rect b="b" l="l" r="r" t="t"/>
              <a:pathLst>
                <a:path extrusionOk="0" h="5283" w="923">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8" name="Google Shape;17148;p93"/>
            <p:cNvSpPr/>
            <p:nvPr/>
          </p:nvSpPr>
          <p:spPr>
            <a:xfrm>
              <a:off x="5381660" y="2906105"/>
              <a:ext cx="72237" cy="87110"/>
            </a:xfrm>
            <a:custGeom>
              <a:rect b="b" l="l" r="r" t="t"/>
              <a:pathLst>
                <a:path extrusionOk="0" h="3321" w="2754">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9" name="Google Shape;17149;p93"/>
            <p:cNvSpPr/>
            <p:nvPr/>
          </p:nvSpPr>
          <p:spPr>
            <a:xfrm>
              <a:off x="5343076" y="2934093"/>
              <a:ext cx="168108" cy="215820"/>
            </a:xfrm>
            <a:custGeom>
              <a:rect b="b" l="l" r="r" t="t"/>
              <a:pathLst>
                <a:path extrusionOk="0" h="8228" w="6409">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0" name="Google Shape;17150;p93"/>
            <p:cNvSpPr/>
            <p:nvPr/>
          </p:nvSpPr>
          <p:spPr>
            <a:xfrm>
              <a:off x="5324584" y="2934093"/>
              <a:ext cx="168108" cy="215820"/>
            </a:xfrm>
            <a:custGeom>
              <a:rect b="b" l="l" r="r" t="t"/>
              <a:pathLst>
                <a:path extrusionOk="0" h="8228" w="6409">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1" name="Google Shape;17151;p93"/>
            <p:cNvSpPr/>
            <p:nvPr/>
          </p:nvSpPr>
          <p:spPr>
            <a:xfrm>
              <a:off x="5246366" y="3089033"/>
              <a:ext cx="179046" cy="163701"/>
            </a:xfrm>
            <a:custGeom>
              <a:rect b="b" l="l" r="r" t="t"/>
              <a:pathLst>
                <a:path extrusionOk="0" h="6241" w="6826">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52" name="Google Shape;17152;p93"/>
          <p:cNvGrpSpPr/>
          <p:nvPr/>
        </p:nvGrpSpPr>
        <p:grpSpPr>
          <a:xfrm>
            <a:off x="822579" y="2511083"/>
            <a:ext cx="371259" cy="366249"/>
            <a:chOff x="849667" y="2434883"/>
            <a:chExt cx="371259" cy="366249"/>
          </a:xfrm>
        </p:grpSpPr>
        <p:sp>
          <p:nvSpPr>
            <p:cNvPr id="17153" name="Google Shape;17153;p93"/>
            <p:cNvSpPr/>
            <p:nvPr/>
          </p:nvSpPr>
          <p:spPr>
            <a:xfrm>
              <a:off x="956607" y="2434883"/>
              <a:ext cx="258628" cy="145367"/>
            </a:xfrm>
            <a:custGeom>
              <a:rect b="b" l="l" r="r" t="t"/>
              <a:pathLst>
                <a:path extrusionOk="0" h="5542" w="986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4" name="Google Shape;17154;p93"/>
            <p:cNvSpPr/>
            <p:nvPr/>
          </p:nvSpPr>
          <p:spPr>
            <a:xfrm>
              <a:off x="1078078" y="2454661"/>
              <a:ext cx="393" cy="210"/>
            </a:xfrm>
            <a:custGeom>
              <a:rect b="b" l="l" r="r" t="t"/>
              <a:pathLst>
                <a:path extrusionOk="0" h="8" w="15">
                  <a:moveTo>
                    <a:pt x="1" y="7"/>
                  </a:moveTo>
                  <a:lnTo>
                    <a:pt x="14" y="0"/>
                  </a:ln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5" name="Google Shape;17155;p93"/>
            <p:cNvSpPr/>
            <p:nvPr/>
          </p:nvSpPr>
          <p:spPr>
            <a:xfrm>
              <a:off x="956790" y="2434883"/>
              <a:ext cx="121314" cy="145183"/>
            </a:xfrm>
            <a:custGeom>
              <a:rect b="b" l="l" r="r" t="t"/>
              <a:pathLst>
                <a:path extrusionOk="0" h="5535" w="4625">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6" name="Google Shape;17156;p93"/>
            <p:cNvSpPr/>
            <p:nvPr/>
          </p:nvSpPr>
          <p:spPr>
            <a:xfrm>
              <a:off x="869287" y="2681944"/>
              <a:ext cx="100854" cy="95372"/>
            </a:xfrm>
            <a:custGeom>
              <a:rect b="b" l="l" r="r" t="t"/>
              <a:pathLst>
                <a:path extrusionOk="0" h="3636" w="3845">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7" name="Google Shape;17157;p93"/>
            <p:cNvSpPr/>
            <p:nvPr/>
          </p:nvSpPr>
          <p:spPr>
            <a:xfrm>
              <a:off x="880828" y="2681944"/>
              <a:ext cx="89313" cy="95372"/>
            </a:xfrm>
            <a:custGeom>
              <a:rect b="b" l="l" r="r" t="t"/>
              <a:pathLst>
                <a:path extrusionOk="0" h="3636" w="3405">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8" name="Google Shape;17158;p93"/>
            <p:cNvSpPr/>
            <p:nvPr/>
          </p:nvSpPr>
          <p:spPr>
            <a:xfrm>
              <a:off x="946456" y="2490674"/>
              <a:ext cx="274471" cy="310458"/>
            </a:xfrm>
            <a:custGeom>
              <a:rect b="b" l="l" r="r" t="t"/>
              <a:pathLst>
                <a:path extrusionOk="0" h="11836" w="10464">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9" name="Google Shape;17159;p93"/>
            <p:cNvSpPr/>
            <p:nvPr/>
          </p:nvSpPr>
          <p:spPr>
            <a:xfrm>
              <a:off x="946456" y="2490753"/>
              <a:ext cx="172908" cy="310380"/>
            </a:xfrm>
            <a:custGeom>
              <a:rect b="b" l="l" r="r" t="t"/>
              <a:pathLst>
                <a:path extrusionOk="0" h="11833" w="6592">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0" name="Google Shape;17160;p93"/>
            <p:cNvSpPr/>
            <p:nvPr/>
          </p:nvSpPr>
          <p:spPr>
            <a:xfrm>
              <a:off x="850952" y="2598506"/>
              <a:ext cx="156200" cy="100592"/>
            </a:xfrm>
            <a:custGeom>
              <a:rect b="b" l="l" r="r" t="t"/>
              <a:pathLst>
                <a:path extrusionOk="0" h="3835" w="5955">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1" name="Google Shape;17161;p93"/>
            <p:cNvSpPr/>
            <p:nvPr/>
          </p:nvSpPr>
          <p:spPr>
            <a:xfrm>
              <a:off x="855936" y="2664160"/>
              <a:ext cx="131281" cy="34938"/>
            </a:xfrm>
            <a:custGeom>
              <a:rect b="b" l="l" r="r" t="t"/>
              <a:pathLst>
                <a:path extrusionOk="0" h="1332" w="5005">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2" name="Google Shape;17162;p93"/>
            <p:cNvSpPr/>
            <p:nvPr/>
          </p:nvSpPr>
          <p:spPr>
            <a:xfrm>
              <a:off x="1011926" y="2574164"/>
              <a:ext cx="41811" cy="53745"/>
            </a:xfrm>
            <a:custGeom>
              <a:rect b="b" l="l" r="r" t="t"/>
              <a:pathLst>
                <a:path extrusionOk="0" h="2049" w="1594">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3" name="Google Shape;17163;p93"/>
            <p:cNvSpPr/>
            <p:nvPr/>
          </p:nvSpPr>
          <p:spPr>
            <a:xfrm>
              <a:off x="1029893" y="2574164"/>
              <a:ext cx="23843" cy="41837"/>
            </a:xfrm>
            <a:custGeom>
              <a:rect b="b" l="l" r="r" t="t"/>
              <a:pathLst>
                <a:path extrusionOk="0" h="1595" w="909">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4" name="Google Shape;17164;p93"/>
            <p:cNvSpPr/>
            <p:nvPr/>
          </p:nvSpPr>
          <p:spPr>
            <a:xfrm>
              <a:off x="1023834" y="2580224"/>
              <a:ext cx="17994" cy="17994"/>
            </a:xfrm>
            <a:custGeom>
              <a:rect b="b" l="l" r="r" t="t"/>
              <a:pathLst>
                <a:path extrusionOk="0" h="686" w="686">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5" name="Google Shape;17165;p93"/>
            <p:cNvSpPr/>
            <p:nvPr/>
          </p:nvSpPr>
          <p:spPr>
            <a:xfrm>
              <a:off x="849667" y="2658127"/>
              <a:ext cx="121733" cy="30138"/>
            </a:xfrm>
            <a:custGeom>
              <a:rect b="b" l="l" r="r" t="t"/>
              <a:pathLst>
                <a:path extrusionOk="0" h="1149" w="4641">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66" name="Google Shape;17166;p93"/>
          <p:cNvGrpSpPr/>
          <p:nvPr/>
        </p:nvGrpSpPr>
        <p:grpSpPr>
          <a:xfrm>
            <a:off x="4389938" y="3441566"/>
            <a:ext cx="332728" cy="370053"/>
            <a:chOff x="4417026" y="3365366"/>
            <a:chExt cx="332728" cy="370053"/>
          </a:xfrm>
        </p:grpSpPr>
        <p:sp>
          <p:nvSpPr>
            <p:cNvPr id="17167" name="Google Shape;17167;p93"/>
            <p:cNvSpPr/>
            <p:nvPr/>
          </p:nvSpPr>
          <p:spPr>
            <a:xfrm>
              <a:off x="4486352" y="3547402"/>
              <a:ext cx="194050" cy="188017"/>
            </a:xfrm>
            <a:custGeom>
              <a:rect b="b" l="l" r="r" t="t"/>
              <a:pathLst>
                <a:path extrusionOk="0" h="7168" w="7398">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8" name="Google Shape;17168;p93"/>
            <p:cNvSpPr/>
            <p:nvPr/>
          </p:nvSpPr>
          <p:spPr>
            <a:xfrm>
              <a:off x="4572071" y="3656598"/>
              <a:ext cx="22610" cy="30269"/>
            </a:xfrm>
            <a:custGeom>
              <a:rect b="b" l="l" r="r" t="t"/>
              <a:pathLst>
                <a:path extrusionOk="0" h="1154" w="862">
                  <a:moveTo>
                    <a:pt x="170" y="0"/>
                  </a:moveTo>
                  <a:lnTo>
                    <a:pt x="0" y="1153"/>
                  </a:lnTo>
                  <a:lnTo>
                    <a:pt x="862" y="1153"/>
                  </a:lnTo>
                  <a:lnTo>
                    <a:pt x="699" y="0"/>
                  </a:ln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9" name="Google Shape;17169;p93"/>
            <p:cNvSpPr/>
            <p:nvPr/>
          </p:nvSpPr>
          <p:spPr>
            <a:xfrm>
              <a:off x="4583271" y="3619482"/>
              <a:ext cx="147465" cy="43175"/>
            </a:xfrm>
            <a:custGeom>
              <a:rect b="b" l="l" r="r" t="t"/>
              <a:pathLst>
                <a:path extrusionOk="0" h="1646" w="5622">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0" name="Google Shape;17170;p93"/>
            <p:cNvSpPr/>
            <p:nvPr/>
          </p:nvSpPr>
          <p:spPr>
            <a:xfrm>
              <a:off x="4583271" y="3555455"/>
              <a:ext cx="166482" cy="95110"/>
            </a:xfrm>
            <a:custGeom>
              <a:rect b="b" l="l" r="r" t="t"/>
              <a:pathLst>
                <a:path extrusionOk="0" h="3626" w="6347">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1" name="Google Shape;17171;p93"/>
            <p:cNvSpPr/>
            <p:nvPr/>
          </p:nvSpPr>
          <p:spPr>
            <a:xfrm>
              <a:off x="4436016" y="3619482"/>
              <a:ext cx="147465" cy="43175"/>
            </a:xfrm>
            <a:custGeom>
              <a:rect b="b" l="l" r="r" t="t"/>
              <a:pathLst>
                <a:path extrusionOk="0" h="1646" w="5622">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2" name="Google Shape;17172;p93"/>
            <p:cNvSpPr/>
            <p:nvPr/>
          </p:nvSpPr>
          <p:spPr>
            <a:xfrm>
              <a:off x="4430928" y="3444082"/>
              <a:ext cx="46191" cy="45535"/>
            </a:xfrm>
            <a:custGeom>
              <a:rect b="b" l="l" r="r" t="t"/>
              <a:pathLst>
                <a:path extrusionOk="0" h="1736" w="1761">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3" name="Google Shape;17173;p93"/>
            <p:cNvSpPr/>
            <p:nvPr/>
          </p:nvSpPr>
          <p:spPr>
            <a:xfrm>
              <a:off x="4464135" y="3435899"/>
              <a:ext cx="92487" cy="118874"/>
            </a:xfrm>
            <a:custGeom>
              <a:rect b="b" l="l" r="r" t="t"/>
              <a:pathLst>
                <a:path extrusionOk="0" h="4532" w="3526">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4" name="Google Shape;17174;p93"/>
            <p:cNvSpPr/>
            <p:nvPr/>
          </p:nvSpPr>
          <p:spPr>
            <a:xfrm>
              <a:off x="4422481" y="3476791"/>
              <a:ext cx="121681" cy="88867"/>
            </a:xfrm>
            <a:custGeom>
              <a:rect b="b" l="l" r="r" t="t"/>
              <a:pathLst>
                <a:path extrusionOk="0" h="3388" w="4639">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5" name="Google Shape;17175;p93"/>
            <p:cNvSpPr/>
            <p:nvPr/>
          </p:nvSpPr>
          <p:spPr>
            <a:xfrm>
              <a:off x="4689818" y="3444082"/>
              <a:ext cx="46007" cy="45535"/>
            </a:xfrm>
            <a:custGeom>
              <a:rect b="b" l="l" r="r" t="t"/>
              <a:pathLst>
                <a:path extrusionOk="0" h="1736" w="1754">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6" name="Google Shape;17176;p93"/>
            <p:cNvSpPr/>
            <p:nvPr/>
          </p:nvSpPr>
          <p:spPr>
            <a:xfrm>
              <a:off x="4610131" y="3435899"/>
              <a:ext cx="92487" cy="118874"/>
            </a:xfrm>
            <a:custGeom>
              <a:rect b="b" l="l" r="r" t="t"/>
              <a:pathLst>
                <a:path extrusionOk="0" h="4532" w="3526">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7" name="Google Shape;17177;p93"/>
            <p:cNvSpPr/>
            <p:nvPr/>
          </p:nvSpPr>
          <p:spPr>
            <a:xfrm>
              <a:off x="4622590" y="3476791"/>
              <a:ext cx="121681" cy="88867"/>
            </a:xfrm>
            <a:custGeom>
              <a:rect b="b" l="l" r="r" t="t"/>
              <a:pathLst>
                <a:path extrusionOk="0" h="3388" w="4639">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8" name="Google Shape;17178;p93"/>
            <p:cNvSpPr/>
            <p:nvPr/>
          </p:nvSpPr>
          <p:spPr>
            <a:xfrm>
              <a:off x="4560687" y="3365366"/>
              <a:ext cx="45378" cy="62532"/>
            </a:xfrm>
            <a:custGeom>
              <a:rect b="b" l="l" r="r" t="t"/>
              <a:pathLst>
                <a:path extrusionOk="0" h="2384" w="173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9" name="Google Shape;17179;p93"/>
            <p:cNvSpPr/>
            <p:nvPr/>
          </p:nvSpPr>
          <p:spPr>
            <a:xfrm>
              <a:off x="4551271" y="3382730"/>
              <a:ext cx="86638" cy="128343"/>
            </a:xfrm>
            <a:custGeom>
              <a:rect b="b" l="l" r="r" t="t"/>
              <a:pathLst>
                <a:path extrusionOk="0" h="4893" w="3303">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0" name="Google Shape;17180;p93"/>
            <p:cNvSpPr/>
            <p:nvPr/>
          </p:nvSpPr>
          <p:spPr>
            <a:xfrm>
              <a:off x="4528844" y="3382730"/>
              <a:ext cx="86638" cy="128343"/>
            </a:xfrm>
            <a:custGeom>
              <a:rect b="b" l="l" r="r" t="t"/>
              <a:pathLst>
                <a:path extrusionOk="0" h="4893" w="3303">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1" name="Google Shape;17181;p93"/>
            <p:cNvSpPr/>
            <p:nvPr/>
          </p:nvSpPr>
          <p:spPr>
            <a:xfrm>
              <a:off x="4417026" y="3555455"/>
              <a:ext cx="166456" cy="95110"/>
            </a:xfrm>
            <a:custGeom>
              <a:rect b="b" l="l" r="r" t="t"/>
              <a:pathLst>
                <a:path extrusionOk="0" h="3626" w="6346">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2" name="Google Shape;17182;p93"/>
            <p:cNvSpPr/>
            <p:nvPr/>
          </p:nvSpPr>
          <p:spPr>
            <a:xfrm>
              <a:off x="4560687" y="3478968"/>
              <a:ext cx="45378" cy="62401"/>
            </a:xfrm>
            <a:custGeom>
              <a:rect b="b" l="l" r="r" t="t"/>
              <a:pathLst>
                <a:path extrusionOk="0" h="2379" w="173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3" name="Google Shape;17183;p93"/>
            <p:cNvSpPr/>
            <p:nvPr/>
          </p:nvSpPr>
          <p:spPr>
            <a:xfrm>
              <a:off x="4551271" y="3496306"/>
              <a:ext cx="86638" cy="128422"/>
            </a:xfrm>
            <a:custGeom>
              <a:rect b="b" l="l" r="r" t="t"/>
              <a:pathLst>
                <a:path extrusionOk="0" h="4896" w="3303">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4" name="Google Shape;17184;p93"/>
            <p:cNvSpPr/>
            <p:nvPr/>
          </p:nvSpPr>
          <p:spPr>
            <a:xfrm>
              <a:off x="4528844" y="3496306"/>
              <a:ext cx="86638" cy="128422"/>
            </a:xfrm>
            <a:custGeom>
              <a:rect b="b" l="l" r="r" t="t"/>
              <a:pathLst>
                <a:path extrusionOk="0" h="4896" w="3303">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85" name="Google Shape;17185;p93"/>
          <p:cNvGrpSpPr/>
          <p:nvPr/>
        </p:nvGrpSpPr>
        <p:grpSpPr>
          <a:xfrm>
            <a:off x="2469980" y="2056386"/>
            <a:ext cx="363994" cy="370105"/>
            <a:chOff x="2497068" y="1980186"/>
            <a:chExt cx="363994" cy="370105"/>
          </a:xfrm>
        </p:grpSpPr>
        <p:sp>
          <p:nvSpPr>
            <p:cNvPr id="17186" name="Google Shape;17186;p93"/>
            <p:cNvSpPr/>
            <p:nvPr/>
          </p:nvSpPr>
          <p:spPr>
            <a:xfrm>
              <a:off x="2702974" y="1980186"/>
              <a:ext cx="131832" cy="172488"/>
            </a:xfrm>
            <a:custGeom>
              <a:rect b="b" l="l" r="r" t="t"/>
              <a:pathLst>
                <a:path extrusionOk="0" h="6576" w="5026">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7" name="Google Shape;17187;p93"/>
            <p:cNvSpPr/>
            <p:nvPr/>
          </p:nvSpPr>
          <p:spPr>
            <a:xfrm>
              <a:off x="2742634" y="2020292"/>
              <a:ext cx="80238" cy="125274"/>
            </a:xfrm>
            <a:custGeom>
              <a:rect b="b" l="l" r="r" t="t"/>
              <a:pathLst>
                <a:path extrusionOk="0" h="4776" w="3059">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8" name="Google Shape;17188;p93"/>
            <p:cNvSpPr/>
            <p:nvPr/>
          </p:nvSpPr>
          <p:spPr>
            <a:xfrm>
              <a:off x="2523351" y="1980186"/>
              <a:ext cx="131806" cy="172488"/>
            </a:xfrm>
            <a:custGeom>
              <a:rect b="b" l="l" r="r" t="t"/>
              <a:pathLst>
                <a:path extrusionOk="0" h="6576" w="5025">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9" name="Google Shape;17189;p93"/>
            <p:cNvSpPr/>
            <p:nvPr/>
          </p:nvSpPr>
          <p:spPr>
            <a:xfrm>
              <a:off x="2535443" y="2020292"/>
              <a:ext cx="80238" cy="125274"/>
            </a:xfrm>
            <a:custGeom>
              <a:rect b="b" l="l" r="r" t="t"/>
              <a:pathLst>
                <a:path extrusionOk="0" h="4776" w="3059">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0" name="Google Shape;17190;p93"/>
            <p:cNvSpPr/>
            <p:nvPr/>
          </p:nvSpPr>
          <p:spPr>
            <a:xfrm>
              <a:off x="2511416" y="2032961"/>
              <a:ext cx="335298" cy="317331"/>
            </a:xfrm>
            <a:custGeom>
              <a:rect b="b" l="l" r="r" t="t"/>
              <a:pathLst>
                <a:path extrusionOk="0" h="12098" w="12783">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1" name="Google Shape;17191;p93"/>
            <p:cNvSpPr/>
            <p:nvPr/>
          </p:nvSpPr>
          <p:spPr>
            <a:xfrm>
              <a:off x="2655130" y="2278395"/>
              <a:ext cx="47870" cy="47870"/>
            </a:xfrm>
            <a:custGeom>
              <a:rect b="b" l="l" r="r" t="t"/>
              <a:pathLst>
                <a:path extrusionOk="0" h="1825" w="1825">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2" name="Google Shape;17192;p93"/>
            <p:cNvSpPr/>
            <p:nvPr/>
          </p:nvSpPr>
          <p:spPr>
            <a:xfrm>
              <a:off x="2656914" y="2228610"/>
              <a:ext cx="44302" cy="30112"/>
            </a:xfrm>
            <a:custGeom>
              <a:rect b="b" l="l" r="r" t="t"/>
              <a:pathLst>
                <a:path extrusionOk="0" h="1148" w="1689">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3" name="Google Shape;17193;p93"/>
            <p:cNvSpPr/>
            <p:nvPr/>
          </p:nvSpPr>
          <p:spPr>
            <a:xfrm>
              <a:off x="2737204" y="2253555"/>
              <a:ext cx="111792" cy="42834"/>
            </a:xfrm>
            <a:custGeom>
              <a:rect b="b" l="l" r="r" t="t"/>
              <a:pathLst>
                <a:path extrusionOk="0" h="1633" w="4262">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4" name="Google Shape;17194;p93"/>
            <p:cNvSpPr/>
            <p:nvPr/>
          </p:nvSpPr>
          <p:spPr>
            <a:xfrm>
              <a:off x="2747670" y="2234879"/>
              <a:ext cx="113392" cy="19541"/>
            </a:xfrm>
            <a:custGeom>
              <a:rect b="b" l="l" r="r" t="t"/>
              <a:pathLst>
                <a:path extrusionOk="0" h="745" w="4323">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5" name="Google Shape;17195;p93"/>
            <p:cNvSpPr/>
            <p:nvPr/>
          </p:nvSpPr>
          <p:spPr>
            <a:xfrm>
              <a:off x="2511416" y="2035086"/>
              <a:ext cx="236595" cy="315206"/>
            </a:xfrm>
            <a:custGeom>
              <a:rect b="b" l="l" r="r" t="t"/>
              <a:pathLst>
                <a:path extrusionOk="0" h="12017" w="902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6" name="Google Shape;17196;p93"/>
            <p:cNvSpPr/>
            <p:nvPr/>
          </p:nvSpPr>
          <p:spPr>
            <a:xfrm>
              <a:off x="2508924" y="2253713"/>
              <a:ext cx="111950" cy="42676"/>
            </a:xfrm>
            <a:custGeom>
              <a:rect b="b" l="l" r="r" t="t"/>
              <a:pathLst>
                <a:path extrusionOk="0" h="1627" w="4268">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7" name="Google Shape;17197;p93"/>
            <p:cNvSpPr/>
            <p:nvPr/>
          </p:nvSpPr>
          <p:spPr>
            <a:xfrm>
              <a:off x="2497068" y="2234801"/>
              <a:ext cx="113392" cy="19620"/>
            </a:xfrm>
            <a:custGeom>
              <a:rect b="b" l="l" r="r" t="t"/>
              <a:pathLst>
                <a:path extrusionOk="0" h="748" w="4323">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8" name="Google Shape;17198;p93"/>
            <p:cNvSpPr/>
            <p:nvPr/>
          </p:nvSpPr>
          <p:spPr>
            <a:xfrm>
              <a:off x="2589319" y="2158524"/>
              <a:ext cx="41837" cy="54086"/>
            </a:xfrm>
            <a:custGeom>
              <a:rect b="b" l="l" r="r" t="t"/>
              <a:pathLst>
                <a:path extrusionOk="0" h="2062" w="1595">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9" name="Google Shape;17199;p93"/>
            <p:cNvSpPr/>
            <p:nvPr/>
          </p:nvSpPr>
          <p:spPr>
            <a:xfrm>
              <a:off x="2606946" y="2158708"/>
              <a:ext cx="24551" cy="42361"/>
            </a:xfrm>
            <a:custGeom>
              <a:rect b="b" l="l" r="r" t="t"/>
              <a:pathLst>
                <a:path extrusionOk="0" h="1615" w="936">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0" name="Google Shape;17200;p93"/>
            <p:cNvSpPr/>
            <p:nvPr/>
          </p:nvSpPr>
          <p:spPr>
            <a:xfrm>
              <a:off x="2601254" y="2164583"/>
              <a:ext cx="17968" cy="17968"/>
            </a:xfrm>
            <a:custGeom>
              <a:rect b="b" l="l" r="r" t="t"/>
              <a:pathLst>
                <a:path extrusionOk="0" h="685" w="685">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1" name="Google Shape;17201;p93"/>
            <p:cNvSpPr/>
            <p:nvPr/>
          </p:nvSpPr>
          <p:spPr>
            <a:xfrm>
              <a:off x="2727000" y="2158524"/>
              <a:ext cx="41994" cy="54086"/>
            </a:xfrm>
            <a:custGeom>
              <a:rect b="b" l="l" r="r" t="t"/>
              <a:pathLst>
                <a:path extrusionOk="0" h="2062" w="1601">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2" name="Google Shape;17202;p93"/>
            <p:cNvSpPr/>
            <p:nvPr/>
          </p:nvSpPr>
          <p:spPr>
            <a:xfrm>
              <a:off x="2744601" y="2158708"/>
              <a:ext cx="24578" cy="42361"/>
            </a:xfrm>
            <a:custGeom>
              <a:rect b="b" l="l" r="r" t="t"/>
              <a:pathLst>
                <a:path extrusionOk="0" h="1615" w="937">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3" name="Google Shape;17203;p93"/>
            <p:cNvSpPr/>
            <p:nvPr/>
          </p:nvSpPr>
          <p:spPr>
            <a:xfrm>
              <a:off x="2738909" y="2164583"/>
              <a:ext cx="17994" cy="17968"/>
            </a:xfrm>
            <a:custGeom>
              <a:rect b="b" l="l" r="r" t="t"/>
              <a:pathLst>
                <a:path extrusionOk="0" h="685" w="686">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4" name="Google Shape;17204;p93"/>
            <p:cNvSpPr/>
            <p:nvPr/>
          </p:nvSpPr>
          <p:spPr>
            <a:xfrm>
              <a:off x="2656914" y="2228768"/>
              <a:ext cx="26886" cy="29981"/>
            </a:xfrm>
            <a:custGeom>
              <a:rect b="b" l="l" r="r" t="t"/>
              <a:pathLst>
                <a:path extrusionOk="0" h="1143" w="1025">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5" name="Google Shape;17205;p93"/>
            <p:cNvSpPr/>
            <p:nvPr/>
          </p:nvSpPr>
          <p:spPr>
            <a:xfrm>
              <a:off x="2655130" y="2278395"/>
              <a:ext cx="47870" cy="35909"/>
            </a:xfrm>
            <a:custGeom>
              <a:rect b="b" l="l" r="r" t="t"/>
              <a:pathLst>
                <a:path extrusionOk="0" h="1369" w="1825">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6" name="Google Shape;17206;p93"/>
            <p:cNvSpPr/>
            <p:nvPr/>
          </p:nvSpPr>
          <p:spPr>
            <a:xfrm>
              <a:off x="2616572" y="2275142"/>
              <a:ext cx="124986" cy="21246"/>
            </a:xfrm>
            <a:custGeom>
              <a:rect b="b" l="l" r="r" t="t"/>
              <a:pathLst>
                <a:path extrusionOk="0" h="810" w="4765">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07" name="Google Shape;17207;p93"/>
          <p:cNvGrpSpPr/>
          <p:nvPr/>
        </p:nvGrpSpPr>
        <p:grpSpPr>
          <a:xfrm>
            <a:off x="5793190" y="2982358"/>
            <a:ext cx="294904" cy="370027"/>
            <a:chOff x="5820278" y="2906158"/>
            <a:chExt cx="294904" cy="370027"/>
          </a:xfrm>
        </p:grpSpPr>
        <p:sp>
          <p:nvSpPr>
            <p:cNvPr id="17208" name="Google Shape;17208;p93"/>
            <p:cNvSpPr/>
            <p:nvPr/>
          </p:nvSpPr>
          <p:spPr>
            <a:xfrm>
              <a:off x="5893198" y="2987339"/>
              <a:ext cx="193158" cy="168790"/>
            </a:xfrm>
            <a:custGeom>
              <a:rect b="b" l="l" r="r" t="t"/>
              <a:pathLst>
                <a:path extrusionOk="0" h="6435" w="7364">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9" name="Google Shape;17209;p93"/>
            <p:cNvSpPr/>
            <p:nvPr/>
          </p:nvSpPr>
          <p:spPr>
            <a:xfrm>
              <a:off x="5885906" y="2906158"/>
              <a:ext cx="229276" cy="237880"/>
            </a:xfrm>
            <a:custGeom>
              <a:rect b="b" l="l" r="r" t="t"/>
              <a:pathLst>
                <a:path extrusionOk="0" h="9069" w="8741">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0" name="Google Shape;17210;p93"/>
            <p:cNvSpPr/>
            <p:nvPr/>
          </p:nvSpPr>
          <p:spPr>
            <a:xfrm>
              <a:off x="5836987" y="2915154"/>
              <a:ext cx="61562" cy="295061"/>
            </a:xfrm>
            <a:custGeom>
              <a:rect b="b" l="l" r="r" t="t"/>
              <a:pathLst>
                <a:path extrusionOk="0" h="11249" w="2347">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1" name="Google Shape;17211;p93"/>
            <p:cNvSpPr/>
            <p:nvPr/>
          </p:nvSpPr>
          <p:spPr>
            <a:xfrm>
              <a:off x="5880555" y="3094358"/>
              <a:ext cx="187990" cy="175951"/>
            </a:xfrm>
            <a:custGeom>
              <a:rect b="b" l="l" r="r" t="t"/>
              <a:pathLst>
                <a:path extrusionOk="0" h="6708" w="7167">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2" name="Google Shape;17212;p93"/>
            <p:cNvSpPr/>
            <p:nvPr/>
          </p:nvSpPr>
          <p:spPr>
            <a:xfrm>
              <a:off x="5820278" y="2986343"/>
              <a:ext cx="94979" cy="289842"/>
            </a:xfrm>
            <a:custGeom>
              <a:rect b="b" l="l" r="r" t="t"/>
              <a:pathLst>
                <a:path extrusionOk="0" h="11050" w="3621">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3" name="Google Shape;17213;p93"/>
            <p:cNvSpPr/>
            <p:nvPr/>
          </p:nvSpPr>
          <p:spPr>
            <a:xfrm>
              <a:off x="5951166" y="2917804"/>
              <a:ext cx="156541" cy="130179"/>
            </a:xfrm>
            <a:custGeom>
              <a:rect b="b" l="l" r="r" t="t"/>
              <a:pathLst>
                <a:path extrusionOk="0" h="4963" w="5968">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4" name="Google Shape;17214;p93"/>
            <p:cNvSpPr/>
            <p:nvPr/>
          </p:nvSpPr>
          <p:spPr>
            <a:xfrm>
              <a:off x="5937290" y="2999589"/>
              <a:ext cx="141249" cy="156541"/>
            </a:xfrm>
            <a:custGeom>
              <a:rect b="b" l="l" r="r" t="t"/>
              <a:pathLst>
                <a:path extrusionOk="0" h="5968" w="5385">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15" name="Google Shape;17215;p93"/>
          <p:cNvGrpSpPr/>
          <p:nvPr/>
        </p:nvGrpSpPr>
        <p:grpSpPr>
          <a:xfrm>
            <a:off x="4919731" y="3459429"/>
            <a:ext cx="370132" cy="334223"/>
            <a:chOff x="4946819" y="3383229"/>
            <a:chExt cx="370132" cy="334223"/>
          </a:xfrm>
        </p:grpSpPr>
        <p:sp>
          <p:nvSpPr>
            <p:cNvPr id="17216" name="Google Shape;17216;p93"/>
            <p:cNvSpPr/>
            <p:nvPr/>
          </p:nvSpPr>
          <p:spPr>
            <a:xfrm>
              <a:off x="4946819" y="3383229"/>
              <a:ext cx="370132" cy="179125"/>
            </a:xfrm>
            <a:custGeom>
              <a:rect b="b" l="l" r="r" t="t"/>
              <a:pathLst>
                <a:path extrusionOk="0" h="6829" w="14111">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7" name="Google Shape;17217;p93"/>
            <p:cNvSpPr/>
            <p:nvPr/>
          </p:nvSpPr>
          <p:spPr>
            <a:xfrm>
              <a:off x="4946819" y="3383229"/>
              <a:ext cx="200817" cy="179125"/>
            </a:xfrm>
            <a:custGeom>
              <a:rect b="b" l="l" r="r" t="t"/>
              <a:pathLst>
                <a:path extrusionOk="0" h="6829" w="7656">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8" name="Google Shape;17218;p93"/>
            <p:cNvSpPr/>
            <p:nvPr/>
          </p:nvSpPr>
          <p:spPr>
            <a:xfrm>
              <a:off x="5063149" y="3562327"/>
              <a:ext cx="137314" cy="155124"/>
            </a:xfrm>
            <a:custGeom>
              <a:rect b="b" l="l" r="r" t="t"/>
              <a:pathLst>
                <a:path extrusionOk="0" h="5914" w="5235">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9" name="Google Shape;17219;p93"/>
            <p:cNvSpPr/>
            <p:nvPr/>
          </p:nvSpPr>
          <p:spPr>
            <a:xfrm>
              <a:off x="5063149" y="3562327"/>
              <a:ext cx="122206" cy="155124"/>
            </a:xfrm>
            <a:custGeom>
              <a:rect b="b" l="l" r="r" t="t"/>
              <a:pathLst>
                <a:path extrusionOk="0" h="5914" w="4659">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0" name="Google Shape;17220;p93"/>
            <p:cNvSpPr/>
            <p:nvPr/>
          </p:nvSpPr>
          <p:spPr>
            <a:xfrm>
              <a:off x="5048382" y="3425039"/>
              <a:ext cx="95530" cy="83595"/>
            </a:xfrm>
            <a:custGeom>
              <a:rect b="b" l="l" r="r" t="t"/>
              <a:pathLst>
                <a:path extrusionOk="0" h="3187" w="3642">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1" name="Google Shape;17221;p93"/>
            <p:cNvSpPr/>
            <p:nvPr/>
          </p:nvSpPr>
          <p:spPr>
            <a:xfrm>
              <a:off x="5197604" y="3396580"/>
              <a:ext cx="82362" cy="64237"/>
            </a:xfrm>
            <a:custGeom>
              <a:rect b="b" l="l" r="r" t="t"/>
              <a:pathLst>
                <a:path extrusionOk="0" h="2449" w="314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2" name="Google Shape;17222;p93"/>
            <p:cNvSpPr/>
            <p:nvPr/>
          </p:nvSpPr>
          <p:spPr>
            <a:xfrm>
              <a:off x="5157394" y="3496700"/>
              <a:ext cx="115989" cy="65654"/>
            </a:xfrm>
            <a:custGeom>
              <a:rect b="b" l="l" r="r" t="t"/>
              <a:pathLst>
                <a:path extrusionOk="0" h="2503" w="4422">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3" name="Google Shape;17223;p93"/>
            <p:cNvSpPr/>
            <p:nvPr/>
          </p:nvSpPr>
          <p:spPr>
            <a:xfrm>
              <a:off x="4947344" y="3455807"/>
              <a:ext cx="58545" cy="70690"/>
            </a:xfrm>
            <a:custGeom>
              <a:rect b="b" l="l" r="r" t="t"/>
              <a:pathLst>
                <a:path extrusionOk="0" h="2695" w="2232">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4" name="Google Shape;17224;p93"/>
            <p:cNvSpPr/>
            <p:nvPr/>
          </p:nvSpPr>
          <p:spPr>
            <a:xfrm>
              <a:off x="5048198" y="3425564"/>
              <a:ext cx="41102" cy="71529"/>
            </a:xfrm>
            <a:custGeom>
              <a:rect b="b" l="l" r="r" t="t"/>
              <a:pathLst>
                <a:path extrusionOk="0" h="2727" w="1567">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25" name="Google Shape;17225;p93"/>
          <p:cNvGrpSpPr/>
          <p:nvPr/>
        </p:nvGrpSpPr>
        <p:grpSpPr>
          <a:xfrm>
            <a:off x="3011315" y="1615434"/>
            <a:ext cx="375482" cy="316072"/>
            <a:chOff x="3038403" y="1539234"/>
            <a:chExt cx="375482" cy="316072"/>
          </a:xfrm>
        </p:grpSpPr>
        <p:sp>
          <p:nvSpPr>
            <p:cNvPr id="17226" name="Google Shape;17226;p93"/>
            <p:cNvSpPr/>
            <p:nvPr/>
          </p:nvSpPr>
          <p:spPr>
            <a:xfrm>
              <a:off x="3137965" y="1548658"/>
              <a:ext cx="10688" cy="13760"/>
            </a:xfrm>
            <a:custGeom>
              <a:rect b="b" l="l" r="r" t="t"/>
              <a:pathLst>
                <a:path extrusionOk="0" h="430" w="334">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227" name="Google Shape;17227;p93"/>
            <p:cNvGrpSpPr/>
            <p:nvPr/>
          </p:nvGrpSpPr>
          <p:grpSpPr>
            <a:xfrm>
              <a:off x="3038403" y="1539234"/>
              <a:ext cx="375482" cy="316072"/>
              <a:chOff x="3038403" y="1539234"/>
              <a:chExt cx="375482" cy="316072"/>
            </a:xfrm>
          </p:grpSpPr>
          <p:sp>
            <p:nvSpPr>
              <p:cNvPr id="17228" name="Google Shape;17228;p93"/>
              <p:cNvSpPr/>
              <p:nvPr/>
            </p:nvSpPr>
            <p:spPr>
              <a:xfrm>
                <a:off x="3038403" y="1585792"/>
                <a:ext cx="72788" cy="58414"/>
              </a:xfrm>
              <a:custGeom>
                <a:rect b="b" l="l" r="r" t="t"/>
                <a:pathLst>
                  <a:path extrusionOk="0" h="2227" w="2775">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9" name="Google Shape;17229;p93"/>
              <p:cNvSpPr/>
              <p:nvPr/>
            </p:nvSpPr>
            <p:spPr>
              <a:xfrm>
                <a:off x="3169317" y="1683420"/>
                <a:ext cx="244569" cy="169105"/>
              </a:xfrm>
              <a:custGeom>
                <a:rect b="b" l="l" r="r" t="t"/>
                <a:pathLst>
                  <a:path extrusionOk="0" h="6447" w="9324">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0" name="Google Shape;17230;p93"/>
              <p:cNvSpPr/>
              <p:nvPr/>
            </p:nvSpPr>
            <p:spPr>
              <a:xfrm>
                <a:off x="3194760" y="1700076"/>
                <a:ext cx="197800" cy="103294"/>
              </a:xfrm>
              <a:custGeom>
                <a:rect b="b" l="l" r="r" t="t"/>
                <a:pathLst>
                  <a:path extrusionOk="0" h="3938" w="7541">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1" name="Google Shape;17231;p93"/>
              <p:cNvSpPr/>
              <p:nvPr/>
            </p:nvSpPr>
            <p:spPr>
              <a:xfrm>
                <a:off x="3077905" y="1539234"/>
                <a:ext cx="153367" cy="300963"/>
              </a:xfrm>
              <a:custGeom>
                <a:rect b="b" l="l" r="r" t="t"/>
                <a:pathLst>
                  <a:path extrusionOk="0" h="11474" w="5847">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2" name="Google Shape;17232;p93"/>
              <p:cNvSpPr/>
              <p:nvPr/>
            </p:nvSpPr>
            <p:spPr>
              <a:xfrm>
                <a:off x="3049315" y="1658633"/>
                <a:ext cx="284464" cy="196673"/>
              </a:xfrm>
              <a:custGeom>
                <a:rect b="b" l="l" r="r" t="t"/>
                <a:pathLst>
                  <a:path extrusionOk="0" h="7498" w="10845">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3" name="Google Shape;17233;p93"/>
              <p:cNvSpPr/>
              <p:nvPr/>
            </p:nvSpPr>
            <p:spPr>
              <a:xfrm>
                <a:off x="3058207" y="1663013"/>
                <a:ext cx="272976" cy="192292"/>
              </a:xfrm>
              <a:custGeom>
                <a:rect b="b" l="l" r="r" t="t"/>
                <a:pathLst>
                  <a:path extrusionOk="0" h="7331" w="10407">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4" name="Google Shape;17234;p93"/>
              <p:cNvSpPr/>
              <p:nvPr/>
            </p:nvSpPr>
            <p:spPr>
              <a:xfrm>
                <a:off x="3107598" y="1603261"/>
                <a:ext cx="85405" cy="219309"/>
              </a:xfrm>
              <a:custGeom>
                <a:rect b="b" l="l" r="r" t="t"/>
                <a:pathLst>
                  <a:path extrusionOk="0" h="8361" w="3256">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5" name="Google Shape;17235;p93"/>
              <p:cNvSpPr/>
              <p:nvPr/>
            </p:nvSpPr>
            <p:spPr>
              <a:xfrm>
                <a:off x="3093381" y="1585556"/>
                <a:ext cx="94271" cy="32289"/>
              </a:xfrm>
              <a:custGeom>
                <a:rect b="b" l="l" r="r" t="t"/>
                <a:pathLst>
                  <a:path extrusionOk="0" h="1231" w="3594">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6" name="Google Shape;17236;p93"/>
              <p:cNvSpPr/>
              <p:nvPr/>
            </p:nvSpPr>
            <p:spPr>
              <a:xfrm>
                <a:off x="3137133" y="1559824"/>
                <a:ext cx="14767" cy="20512"/>
              </a:xfrm>
              <a:custGeom>
                <a:rect b="b" l="l" r="r" t="t"/>
                <a:pathLst>
                  <a:path extrusionOk="0" h="782" w="563">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237" name="Google Shape;17237;p93"/>
          <p:cNvGrpSpPr/>
          <p:nvPr/>
        </p:nvGrpSpPr>
        <p:grpSpPr>
          <a:xfrm>
            <a:off x="6305777" y="2982331"/>
            <a:ext cx="360846" cy="370184"/>
            <a:chOff x="6332865" y="2906131"/>
            <a:chExt cx="360846" cy="370184"/>
          </a:xfrm>
        </p:grpSpPr>
        <p:sp>
          <p:nvSpPr>
            <p:cNvPr id="17238" name="Google Shape;17238;p93"/>
            <p:cNvSpPr/>
            <p:nvPr/>
          </p:nvSpPr>
          <p:spPr>
            <a:xfrm>
              <a:off x="6332865" y="2906131"/>
              <a:ext cx="360846" cy="327508"/>
            </a:xfrm>
            <a:custGeom>
              <a:rect b="b" l="l" r="r" t="t"/>
              <a:pathLst>
                <a:path extrusionOk="0" h="12486" w="13757">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9" name="Google Shape;17239;p93"/>
            <p:cNvSpPr/>
            <p:nvPr/>
          </p:nvSpPr>
          <p:spPr>
            <a:xfrm>
              <a:off x="6636005" y="3022855"/>
              <a:ext cx="21089" cy="18466"/>
            </a:xfrm>
            <a:custGeom>
              <a:rect b="b" l="l" r="r" t="t"/>
              <a:pathLst>
                <a:path extrusionOk="0" h="704" w="804">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0" name="Google Shape;17240;p93"/>
            <p:cNvSpPr/>
            <p:nvPr/>
          </p:nvSpPr>
          <p:spPr>
            <a:xfrm>
              <a:off x="6391594" y="2960034"/>
              <a:ext cx="243546" cy="316281"/>
            </a:xfrm>
            <a:custGeom>
              <a:rect b="b" l="l" r="r" t="t"/>
              <a:pathLst>
                <a:path extrusionOk="0" h="12058" w="9285">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1" name="Google Shape;17241;p93"/>
            <p:cNvSpPr/>
            <p:nvPr/>
          </p:nvSpPr>
          <p:spPr>
            <a:xfrm>
              <a:off x="6624333" y="3184510"/>
              <a:ext cx="22820" cy="12879"/>
            </a:xfrm>
            <a:custGeom>
              <a:rect b="b" l="l" r="r" t="t"/>
              <a:pathLst>
                <a:path extrusionOk="0" h="491" w="87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2" name="Google Shape;17242;p93"/>
            <p:cNvSpPr/>
            <p:nvPr/>
          </p:nvSpPr>
          <p:spPr>
            <a:xfrm>
              <a:off x="6367593" y="3022750"/>
              <a:ext cx="21115" cy="18387"/>
            </a:xfrm>
            <a:custGeom>
              <a:rect b="b" l="l" r="r" t="t"/>
              <a:pathLst>
                <a:path extrusionOk="0" h="701" w="805">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3" name="Google Shape;17243;p93"/>
            <p:cNvSpPr/>
            <p:nvPr/>
          </p:nvSpPr>
          <p:spPr>
            <a:xfrm>
              <a:off x="6379633" y="3184563"/>
              <a:ext cx="22794" cy="12826"/>
            </a:xfrm>
            <a:custGeom>
              <a:rect b="b" l="l" r="r" t="t"/>
              <a:pathLst>
                <a:path extrusionOk="0" h="489" w="869">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4" name="Google Shape;17244;p93"/>
            <p:cNvSpPr/>
            <p:nvPr/>
          </p:nvSpPr>
          <p:spPr>
            <a:xfrm>
              <a:off x="6507321" y="2948257"/>
              <a:ext cx="11935" cy="17941"/>
            </a:xfrm>
            <a:custGeom>
              <a:rect b="b" l="l" r="r" t="t"/>
              <a:pathLst>
                <a:path extrusionOk="0" h="684" w="455">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5" name="Google Shape;17245;p93"/>
            <p:cNvSpPr/>
            <p:nvPr/>
          </p:nvSpPr>
          <p:spPr>
            <a:xfrm>
              <a:off x="6417142" y="3001923"/>
              <a:ext cx="72001" cy="84985"/>
            </a:xfrm>
            <a:custGeom>
              <a:rect b="b" l="l" r="r" t="t"/>
              <a:pathLst>
                <a:path extrusionOk="0" h="3240" w="2745">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6" name="Google Shape;17246;p93"/>
            <p:cNvSpPr/>
            <p:nvPr/>
          </p:nvSpPr>
          <p:spPr>
            <a:xfrm>
              <a:off x="6358990" y="3090659"/>
              <a:ext cx="102481" cy="86113"/>
            </a:xfrm>
            <a:custGeom>
              <a:rect b="b" l="l" r="r" t="t"/>
              <a:pathLst>
                <a:path extrusionOk="0" h="3283" w="3907">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7" name="Google Shape;17247;p93"/>
            <p:cNvSpPr/>
            <p:nvPr/>
          </p:nvSpPr>
          <p:spPr>
            <a:xfrm>
              <a:off x="6565131" y="3090659"/>
              <a:ext cx="102481" cy="86113"/>
            </a:xfrm>
            <a:custGeom>
              <a:rect b="b" l="l" r="r" t="t"/>
              <a:pathLst>
                <a:path extrusionOk="0" h="3283" w="3907">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8" name="Google Shape;17248;p93"/>
            <p:cNvSpPr/>
            <p:nvPr/>
          </p:nvSpPr>
          <p:spPr>
            <a:xfrm>
              <a:off x="6537459" y="3001740"/>
              <a:ext cx="72342" cy="85038"/>
            </a:xfrm>
            <a:custGeom>
              <a:rect b="b" l="l" r="r" t="t"/>
              <a:pathLst>
                <a:path extrusionOk="0" h="3242" w="2758">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49" name="Google Shape;17249;p93"/>
          <p:cNvGrpSpPr/>
          <p:nvPr/>
        </p:nvGrpSpPr>
        <p:grpSpPr>
          <a:xfrm>
            <a:off x="4107991" y="1594266"/>
            <a:ext cx="370132" cy="358223"/>
            <a:chOff x="4135079" y="1518066"/>
            <a:chExt cx="370132" cy="358223"/>
          </a:xfrm>
        </p:grpSpPr>
        <p:sp>
          <p:nvSpPr>
            <p:cNvPr id="17250" name="Google Shape;17250;p93"/>
            <p:cNvSpPr/>
            <p:nvPr/>
          </p:nvSpPr>
          <p:spPr>
            <a:xfrm>
              <a:off x="4135079" y="1625688"/>
              <a:ext cx="95530" cy="95530"/>
            </a:xfrm>
            <a:custGeom>
              <a:rect b="b" l="l" r="r" t="t"/>
              <a:pathLst>
                <a:path extrusionOk="0" h="3642" w="3642">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1" name="Google Shape;17251;p93"/>
            <p:cNvSpPr/>
            <p:nvPr/>
          </p:nvSpPr>
          <p:spPr>
            <a:xfrm>
              <a:off x="4153047" y="1643472"/>
              <a:ext cx="59595" cy="59778"/>
            </a:xfrm>
            <a:custGeom>
              <a:rect b="b" l="l" r="r" t="t"/>
              <a:pathLst>
                <a:path extrusionOk="0" h="2279" w="2272">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2" name="Google Shape;17252;p93"/>
            <p:cNvSpPr/>
            <p:nvPr/>
          </p:nvSpPr>
          <p:spPr>
            <a:xfrm>
              <a:off x="4409681" y="1625688"/>
              <a:ext cx="95530" cy="95530"/>
            </a:xfrm>
            <a:custGeom>
              <a:rect b="b" l="l" r="r" t="t"/>
              <a:pathLst>
                <a:path extrusionOk="0" h="3642" w="3642">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3" name="Google Shape;17253;p93"/>
            <p:cNvSpPr/>
            <p:nvPr/>
          </p:nvSpPr>
          <p:spPr>
            <a:xfrm>
              <a:off x="4427649" y="1643472"/>
              <a:ext cx="59621" cy="59778"/>
            </a:xfrm>
            <a:custGeom>
              <a:rect b="b" l="l" r="r" t="t"/>
              <a:pathLst>
                <a:path extrusionOk="0" h="2279" w="2273">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4" name="Google Shape;17254;p93"/>
            <p:cNvSpPr/>
            <p:nvPr/>
          </p:nvSpPr>
          <p:spPr>
            <a:xfrm>
              <a:off x="4170831" y="1518250"/>
              <a:ext cx="298471" cy="358040"/>
            </a:xfrm>
            <a:custGeom>
              <a:rect b="b" l="l" r="r" t="t"/>
              <a:pathLst>
                <a:path extrusionOk="0" h="13650" w="11379">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5" name="Google Shape;17255;p93"/>
            <p:cNvSpPr/>
            <p:nvPr/>
          </p:nvSpPr>
          <p:spPr>
            <a:xfrm>
              <a:off x="4170831" y="1518066"/>
              <a:ext cx="166665" cy="352374"/>
            </a:xfrm>
            <a:custGeom>
              <a:rect b="b" l="l" r="r" t="t"/>
              <a:pathLst>
                <a:path extrusionOk="0" h="13434" w="6354">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6" name="Google Shape;17256;p93"/>
            <p:cNvSpPr/>
            <p:nvPr/>
          </p:nvSpPr>
          <p:spPr>
            <a:xfrm>
              <a:off x="4212615" y="1636914"/>
              <a:ext cx="214719" cy="215558"/>
            </a:xfrm>
            <a:custGeom>
              <a:rect b="b" l="l" r="r" t="t"/>
              <a:pathLst>
                <a:path extrusionOk="0" h="8218" w="8186">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7" name="Google Shape;17257;p93"/>
            <p:cNvSpPr/>
            <p:nvPr/>
          </p:nvSpPr>
          <p:spPr>
            <a:xfrm>
              <a:off x="4204274" y="1638121"/>
              <a:ext cx="60119" cy="179308"/>
            </a:xfrm>
            <a:custGeom>
              <a:rect b="b" l="l" r="r" t="t"/>
              <a:pathLst>
                <a:path extrusionOk="0" h="6836" w="2292">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8" name="Google Shape;17258;p93"/>
            <p:cNvSpPr/>
            <p:nvPr/>
          </p:nvSpPr>
          <p:spPr>
            <a:xfrm>
              <a:off x="4287948" y="1733126"/>
              <a:ext cx="28564" cy="17968"/>
            </a:xfrm>
            <a:custGeom>
              <a:rect b="b" l="l" r="r" t="t"/>
              <a:pathLst>
                <a:path extrusionOk="0" h="685" w="1089">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9" name="Google Shape;17259;p93"/>
            <p:cNvSpPr/>
            <p:nvPr/>
          </p:nvSpPr>
          <p:spPr>
            <a:xfrm>
              <a:off x="4323673" y="1733126"/>
              <a:ext cx="28696" cy="17784"/>
            </a:xfrm>
            <a:custGeom>
              <a:rect b="b" l="l" r="r" t="t"/>
              <a:pathLst>
                <a:path extrusionOk="0" h="678" w="1094">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0" name="Google Shape;17260;p93"/>
            <p:cNvSpPr/>
            <p:nvPr/>
          </p:nvSpPr>
          <p:spPr>
            <a:xfrm>
              <a:off x="4260459" y="1774884"/>
              <a:ext cx="119373" cy="53745"/>
            </a:xfrm>
            <a:custGeom>
              <a:rect b="b" l="l" r="r" t="t"/>
              <a:pathLst>
                <a:path extrusionOk="0" h="2049" w="4551">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1" name="Google Shape;17261;p93"/>
            <p:cNvSpPr/>
            <p:nvPr/>
          </p:nvSpPr>
          <p:spPr>
            <a:xfrm>
              <a:off x="4285718" y="1792773"/>
              <a:ext cx="68670" cy="35778"/>
            </a:xfrm>
            <a:custGeom>
              <a:rect b="b" l="l" r="r" t="t"/>
              <a:pathLst>
                <a:path extrusionOk="0" h="1364" w="2618">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2" name="Google Shape;17262;p93"/>
            <p:cNvSpPr/>
            <p:nvPr/>
          </p:nvSpPr>
          <p:spPr>
            <a:xfrm>
              <a:off x="4248550" y="1667472"/>
              <a:ext cx="35778" cy="41811"/>
            </a:xfrm>
            <a:custGeom>
              <a:rect b="b" l="l" r="r" t="t"/>
              <a:pathLst>
                <a:path extrusionOk="0" h="1594" w="1364">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3" name="Google Shape;17263;p93"/>
            <p:cNvSpPr/>
            <p:nvPr/>
          </p:nvSpPr>
          <p:spPr>
            <a:xfrm>
              <a:off x="4266334" y="1667472"/>
              <a:ext cx="17994" cy="29771"/>
            </a:xfrm>
            <a:custGeom>
              <a:rect b="b" l="l" r="r" t="t"/>
              <a:pathLst>
                <a:path extrusionOk="0" h="1135" w="686">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4" name="Google Shape;17264;p93"/>
            <p:cNvSpPr/>
            <p:nvPr/>
          </p:nvSpPr>
          <p:spPr>
            <a:xfrm>
              <a:off x="4260459" y="1673348"/>
              <a:ext cx="11961" cy="11935"/>
            </a:xfrm>
            <a:custGeom>
              <a:rect b="b" l="l" r="r" t="t"/>
              <a:pathLst>
                <a:path extrusionOk="0" h="455" w="456">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5" name="Google Shape;17265;p93"/>
            <p:cNvSpPr/>
            <p:nvPr/>
          </p:nvSpPr>
          <p:spPr>
            <a:xfrm>
              <a:off x="4355962" y="1667472"/>
              <a:ext cx="35778" cy="41811"/>
            </a:xfrm>
            <a:custGeom>
              <a:rect b="b" l="l" r="r" t="t"/>
              <a:pathLst>
                <a:path extrusionOk="0" h="1594" w="1364">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6" name="Google Shape;17266;p93"/>
            <p:cNvSpPr/>
            <p:nvPr/>
          </p:nvSpPr>
          <p:spPr>
            <a:xfrm>
              <a:off x="4373772" y="1667472"/>
              <a:ext cx="17968" cy="29771"/>
            </a:xfrm>
            <a:custGeom>
              <a:rect b="b" l="l" r="r" t="t"/>
              <a:pathLst>
                <a:path extrusionOk="0" h="1135" w="685">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7" name="Google Shape;17267;p93"/>
            <p:cNvSpPr/>
            <p:nvPr/>
          </p:nvSpPr>
          <p:spPr>
            <a:xfrm>
              <a:off x="4367897" y="1673348"/>
              <a:ext cx="11935" cy="11935"/>
            </a:xfrm>
            <a:custGeom>
              <a:rect b="b" l="l" r="r" t="t"/>
              <a:pathLst>
                <a:path extrusionOk="0" h="455" w="455">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8" name="Google Shape;17268;p93"/>
            <p:cNvSpPr/>
            <p:nvPr/>
          </p:nvSpPr>
          <p:spPr>
            <a:xfrm>
              <a:off x="4314178" y="1810688"/>
              <a:ext cx="11935" cy="17941"/>
            </a:xfrm>
            <a:custGeom>
              <a:rect b="b" l="l" r="r" t="t"/>
              <a:pathLst>
                <a:path extrusionOk="0" h="684" w="455">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69" name="Google Shape;17269;p93"/>
          <p:cNvGrpSpPr/>
          <p:nvPr/>
        </p:nvGrpSpPr>
        <p:grpSpPr>
          <a:xfrm>
            <a:off x="6851780" y="2056334"/>
            <a:ext cx="361240" cy="370158"/>
            <a:chOff x="6878869" y="1980134"/>
            <a:chExt cx="361240" cy="370158"/>
          </a:xfrm>
        </p:grpSpPr>
        <p:sp>
          <p:nvSpPr>
            <p:cNvPr id="17270" name="Google Shape;17270;p93"/>
            <p:cNvSpPr/>
            <p:nvPr/>
          </p:nvSpPr>
          <p:spPr>
            <a:xfrm>
              <a:off x="6878869" y="2012869"/>
              <a:ext cx="67437" cy="32027"/>
            </a:xfrm>
            <a:custGeom>
              <a:rect b="b" l="l" r="r" t="t"/>
              <a:pathLst>
                <a:path extrusionOk="0" h="1221" w="2571">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1" name="Google Shape;17271;p93"/>
            <p:cNvSpPr/>
            <p:nvPr/>
          </p:nvSpPr>
          <p:spPr>
            <a:xfrm>
              <a:off x="6882777" y="2032961"/>
              <a:ext cx="63529" cy="11777"/>
            </a:xfrm>
            <a:custGeom>
              <a:rect b="b" l="l" r="r" t="t"/>
              <a:pathLst>
                <a:path extrusionOk="0" h="449" w="2422">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2" name="Google Shape;17272;p93"/>
            <p:cNvSpPr/>
            <p:nvPr/>
          </p:nvSpPr>
          <p:spPr>
            <a:xfrm>
              <a:off x="6992339" y="2273962"/>
              <a:ext cx="91989" cy="76329"/>
            </a:xfrm>
            <a:custGeom>
              <a:rect b="b" l="l" r="r" t="t"/>
              <a:pathLst>
                <a:path extrusionOk="0" h="2910" w="3507">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3" name="Google Shape;17273;p93"/>
            <p:cNvSpPr/>
            <p:nvPr/>
          </p:nvSpPr>
          <p:spPr>
            <a:xfrm>
              <a:off x="7015815" y="2273962"/>
              <a:ext cx="68670" cy="76329"/>
            </a:xfrm>
            <a:custGeom>
              <a:rect b="b" l="l" r="r" t="t"/>
              <a:pathLst>
                <a:path extrusionOk="0" h="2910" w="2618">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4" name="Google Shape;17274;p93"/>
            <p:cNvSpPr/>
            <p:nvPr/>
          </p:nvSpPr>
          <p:spPr>
            <a:xfrm>
              <a:off x="6923696" y="1980134"/>
              <a:ext cx="316412" cy="317147"/>
            </a:xfrm>
            <a:custGeom>
              <a:rect b="b" l="l" r="r" t="t"/>
              <a:pathLst>
                <a:path extrusionOk="0" h="12091" w="12063">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5" name="Google Shape;17275;p93"/>
            <p:cNvSpPr/>
            <p:nvPr/>
          </p:nvSpPr>
          <p:spPr>
            <a:xfrm>
              <a:off x="6923853" y="1987085"/>
              <a:ext cx="305239" cy="310380"/>
            </a:xfrm>
            <a:custGeom>
              <a:rect b="b" l="l" r="r" t="t"/>
              <a:pathLst>
                <a:path extrusionOk="0" h="11833" w="11637">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6" name="Google Shape;17276;p93"/>
            <p:cNvSpPr/>
            <p:nvPr/>
          </p:nvSpPr>
          <p:spPr>
            <a:xfrm>
              <a:off x="6923853" y="2087388"/>
              <a:ext cx="316255" cy="210076"/>
            </a:xfrm>
            <a:custGeom>
              <a:rect b="b" l="l" r="r" t="t"/>
              <a:pathLst>
                <a:path extrusionOk="0" h="8009" w="12057">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7" name="Google Shape;17277;p93"/>
            <p:cNvSpPr/>
            <p:nvPr/>
          </p:nvSpPr>
          <p:spPr>
            <a:xfrm>
              <a:off x="6923853" y="2087388"/>
              <a:ext cx="305239" cy="210076"/>
            </a:xfrm>
            <a:custGeom>
              <a:rect b="b" l="l" r="r" t="t"/>
              <a:pathLst>
                <a:path extrusionOk="0" h="8009" w="11637">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8" name="Google Shape;17278;p93"/>
            <p:cNvSpPr/>
            <p:nvPr/>
          </p:nvSpPr>
          <p:spPr>
            <a:xfrm>
              <a:off x="6941296" y="2121356"/>
              <a:ext cx="298812" cy="176108"/>
            </a:xfrm>
            <a:custGeom>
              <a:rect b="b" l="l" r="r" t="t"/>
              <a:pathLst>
                <a:path extrusionOk="0" h="6714" w="11392">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9" name="Google Shape;17279;p93"/>
            <p:cNvSpPr/>
            <p:nvPr/>
          </p:nvSpPr>
          <p:spPr>
            <a:xfrm>
              <a:off x="6953388" y="2121172"/>
              <a:ext cx="286720" cy="152632"/>
            </a:xfrm>
            <a:custGeom>
              <a:rect b="b" l="l" r="r" t="t"/>
              <a:pathLst>
                <a:path extrusionOk="0" h="5819" w="10931">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0" name="Google Shape;17280;p93"/>
            <p:cNvSpPr/>
            <p:nvPr/>
          </p:nvSpPr>
          <p:spPr>
            <a:xfrm>
              <a:off x="6953204" y="2003610"/>
              <a:ext cx="23502" cy="23502"/>
            </a:xfrm>
            <a:custGeom>
              <a:rect b="b" l="l" r="r" t="t"/>
              <a:pathLst>
                <a:path extrusionOk="0" h="896" w="896">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1" name="Google Shape;17281;p93"/>
            <p:cNvSpPr/>
            <p:nvPr/>
          </p:nvSpPr>
          <p:spPr>
            <a:xfrm>
              <a:off x="6971696" y="2121146"/>
              <a:ext cx="218811" cy="95503"/>
            </a:xfrm>
            <a:custGeom>
              <a:rect b="b" l="l" r="r" t="t"/>
              <a:pathLst>
                <a:path extrusionOk="0" h="3641" w="8342">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2" name="Google Shape;17282;p93"/>
            <p:cNvSpPr/>
            <p:nvPr/>
          </p:nvSpPr>
          <p:spPr>
            <a:xfrm>
              <a:off x="6964955" y="2003610"/>
              <a:ext cx="11751" cy="11777"/>
            </a:xfrm>
            <a:custGeom>
              <a:rect b="b" l="l" r="r" t="t"/>
              <a:pathLst>
                <a:path extrusionOk="0" h="449" w="448">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83" name="Google Shape;17283;p93"/>
          <p:cNvGrpSpPr/>
          <p:nvPr/>
        </p:nvGrpSpPr>
        <p:grpSpPr>
          <a:xfrm>
            <a:off x="2466911" y="2626233"/>
            <a:ext cx="370132" cy="259467"/>
            <a:chOff x="2493999" y="2550033"/>
            <a:chExt cx="370132" cy="259467"/>
          </a:xfrm>
        </p:grpSpPr>
        <p:sp>
          <p:nvSpPr>
            <p:cNvPr id="17284" name="Google Shape;17284;p93"/>
            <p:cNvSpPr/>
            <p:nvPr/>
          </p:nvSpPr>
          <p:spPr>
            <a:xfrm>
              <a:off x="2493999" y="2660251"/>
              <a:ext cx="370132" cy="149249"/>
            </a:xfrm>
            <a:custGeom>
              <a:rect b="b" l="l" r="r" t="t"/>
              <a:pathLst>
                <a:path extrusionOk="0" h="5690" w="14111">
                  <a:moveTo>
                    <a:pt x="0" y="1"/>
                  </a:moveTo>
                  <a:cubicBezTo>
                    <a:pt x="0" y="1947"/>
                    <a:pt x="3872" y="5690"/>
                    <a:pt x="7059" y="5690"/>
                  </a:cubicBezTo>
                  <a:cubicBezTo>
                    <a:pt x="10239" y="5690"/>
                    <a:pt x="14111" y="1953"/>
                    <a:pt x="14111"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5" name="Google Shape;17285;p93"/>
            <p:cNvSpPr/>
            <p:nvPr/>
          </p:nvSpPr>
          <p:spPr>
            <a:xfrm>
              <a:off x="2493999" y="2660251"/>
              <a:ext cx="139649" cy="140724"/>
            </a:xfrm>
            <a:custGeom>
              <a:rect b="b" l="l" r="r" t="t"/>
              <a:pathLst>
                <a:path extrusionOk="0" h="5365" w="5324">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6" name="Google Shape;17286;p93"/>
            <p:cNvSpPr/>
            <p:nvPr/>
          </p:nvSpPr>
          <p:spPr>
            <a:xfrm>
              <a:off x="2493999" y="2660251"/>
              <a:ext cx="370132" cy="101405"/>
            </a:xfrm>
            <a:custGeom>
              <a:rect b="b" l="l" r="r" t="t"/>
              <a:pathLst>
                <a:path extrusionOk="0" h="3866" w="14111">
                  <a:moveTo>
                    <a:pt x="0" y="1"/>
                  </a:moveTo>
                  <a:cubicBezTo>
                    <a:pt x="0" y="1031"/>
                    <a:pt x="4781" y="3866"/>
                    <a:pt x="7059" y="3866"/>
                  </a:cubicBezTo>
                  <a:cubicBezTo>
                    <a:pt x="9331" y="3866"/>
                    <a:pt x="14111" y="1031"/>
                    <a:pt x="1411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7" name="Google Shape;17287;p93"/>
            <p:cNvSpPr/>
            <p:nvPr/>
          </p:nvSpPr>
          <p:spPr>
            <a:xfrm>
              <a:off x="2493999" y="2550033"/>
              <a:ext cx="370132" cy="152055"/>
            </a:xfrm>
            <a:custGeom>
              <a:rect b="b" l="l" r="r" t="t"/>
              <a:pathLst>
                <a:path extrusionOk="0" h="5797" w="14111">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8" name="Google Shape;17288;p93"/>
            <p:cNvSpPr/>
            <p:nvPr/>
          </p:nvSpPr>
          <p:spPr>
            <a:xfrm>
              <a:off x="2493999" y="2550033"/>
              <a:ext cx="158665" cy="141012"/>
            </a:xfrm>
            <a:custGeom>
              <a:rect b="b" l="l" r="r" t="t"/>
              <a:pathLst>
                <a:path extrusionOk="0" h="5376" w="6049">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9" name="Google Shape;17289;p93"/>
            <p:cNvSpPr/>
            <p:nvPr/>
          </p:nvSpPr>
          <p:spPr>
            <a:xfrm>
              <a:off x="2505908" y="2558689"/>
              <a:ext cx="95530" cy="95556"/>
            </a:xfrm>
            <a:custGeom>
              <a:rect b="b" l="l" r="r" t="t"/>
              <a:pathLst>
                <a:path extrusionOk="0" h="3643" w="3642">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0" name="Google Shape;17290;p93"/>
            <p:cNvSpPr/>
            <p:nvPr/>
          </p:nvSpPr>
          <p:spPr>
            <a:xfrm>
              <a:off x="2497567" y="2564932"/>
              <a:ext cx="97654" cy="89392"/>
            </a:xfrm>
            <a:custGeom>
              <a:rect b="b" l="l" r="r" t="t"/>
              <a:pathLst>
                <a:path extrusionOk="0" h="3408" w="3723">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1" name="Google Shape;17291;p93"/>
            <p:cNvSpPr/>
            <p:nvPr/>
          </p:nvSpPr>
          <p:spPr>
            <a:xfrm>
              <a:off x="2756693" y="2558689"/>
              <a:ext cx="95530" cy="95556"/>
            </a:xfrm>
            <a:custGeom>
              <a:rect b="b" l="l" r="r" t="t"/>
              <a:pathLst>
                <a:path extrusionOk="0" h="3643" w="3642">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2" name="Google Shape;17292;p93"/>
            <p:cNvSpPr/>
            <p:nvPr/>
          </p:nvSpPr>
          <p:spPr>
            <a:xfrm>
              <a:off x="2748325" y="2564932"/>
              <a:ext cx="97681" cy="89392"/>
            </a:xfrm>
            <a:custGeom>
              <a:rect b="b" l="l" r="r" t="t"/>
              <a:pathLst>
                <a:path extrusionOk="0" h="3408" w="3724">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3" name="Google Shape;17293;p93"/>
            <p:cNvSpPr/>
            <p:nvPr/>
          </p:nvSpPr>
          <p:spPr>
            <a:xfrm>
              <a:off x="2523875" y="2576840"/>
              <a:ext cx="35778" cy="53745"/>
            </a:xfrm>
            <a:custGeom>
              <a:rect b="b" l="l" r="r" t="t"/>
              <a:pathLst>
                <a:path extrusionOk="0" h="2049" w="1364">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4" name="Google Shape;17294;p93"/>
            <p:cNvSpPr/>
            <p:nvPr/>
          </p:nvSpPr>
          <p:spPr>
            <a:xfrm>
              <a:off x="2647130" y="2648212"/>
              <a:ext cx="22558" cy="17941"/>
            </a:xfrm>
            <a:custGeom>
              <a:rect b="b" l="l" r="r" t="t"/>
              <a:pathLst>
                <a:path extrusionOk="0" h="684" w="86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5" name="Google Shape;17295;p93"/>
            <p:cNvSpPr/>
            <p:nvPr/>
          </p:nvSpPr>
          <p:spPr>
            <a:xfrm>
              <a:off x="2688495" y="2648212"/>
              <a:ext cx="22505" cy="17941"/>
            </a:xfrm>
            <a:custGeom>
              <a:rect b="b" l="l" r="r" t="t"/>
              <a:pathLst>
                <a:path extrusionOk="0" h="684" w="858">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6" name="Google Shape;17296;p93"/>
            <p:cNvSpPr/>
            <p:nvPr/>
          </p:nvSpPr>
          <p:spPr>
            <a:xfrm>
              <a:off x="2541843" y="2576656"/>
              <a:ext cx="17810" cy="35830"/>
            </a:xfrm>
            <a:custGeom>
              <a:rect b="b" l="l" r="r" t="t"/>
              <a:pathLst>
                <a:path extrusionOk="0" h="1366" w="679">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7" name="Google Shape;17297;p93"/>
            <p:cNvSpPr/>
            <p:nvPr/>
          </p:nvSpPr>
          <p:spPr>
            <a:xfrm>
              <a:off x="2535784" y="2588591"/>
              <a:ext cx="11961" cy="11935"/>
            </a:xfrm>
            <a:custGeom>
              <a:rect b="b" l="l" r="r" t="t"/>
              <a:pathLst>
                <a:path extrusionOk="0" h="455" w="456">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8" name="Google Shape;17298;p93"/>
            <p:cNvSpPr/>
            <p:nvPr/>
          </p:nvSpPr>
          <p:spPr>
            <a:xfrm>
              <a:off x="2798477" y="2576840"/>
              <a:ext cx="35778" cy="53745"/>
            </a:xfrm>
            <a:custGeom>
              <a:rect b="b" l="l" r="r" t="t"/>
              <a:pathLst>
                <a:path extrusionOk="0" h="2049" w="1364">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9" name="Google Shape;17299;p93"/>
            <p:cNvSpPr/>
            <p:nvPr/>
          </p:nvSpPr>
          <p:spPr>
            <a:xfrm>
              <a:off x="2816261" y="2576656"/>
              <a:ext cx="17994" cy="35830"/>
            </a:xfrm>
            <a:custGeom>
              <a:rect b="b" l="l" r="r" t="t"/>
              <a:pathLst>
                <a:path extrusionOk="0" h="1366" w="686">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0" name="Google Shape;17300;p93"/>
            <p:cNvSpPr/>
            <p:nvPr/>
          </p:nvSpPr>
          <p:spPr>
            <a:xfrm>
              <a:off x="2810412" y="2588591"/>
              <a:ext cx="11935" cy="11935"/>
            </a:xfrm>
            <a:custGeom>
              <a:rect b="b" l="l" r="r" t="t"/>
              <a:pathLst>
                <a:path extrusionOk="0" h="455" w="455">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1" name="Google Shape;17301;p93"/>
            <p:cNvSpPr/>
            <p:nvPr/>
          </p:nvSpPr>
          <p:spPr>
            <a:xfrm>
              <a:off x="2609595" y="2725879"/>
              <a:ext cx="138940" cy="35778"/>
            </a:xfrm>
            <a:custGeom>
              <a:rect b="b" l="l" r="r" t="t"/>
              <a:pathLst>
                <a:path extrusionOk="0" h="1364" w="5297">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2" name="Google Shape;17302;p93"/>
            <p:cNvSpPr/>
            <p:nvPr/>
          </p:nvSpPr>
          <p:spPr>
            <a:xfrm>
              <a:off x="2656730" y="2727662"/>
              <a:ext cx="91805" cy="33994"/>
            </a:xfrm>
            <a:custGeom>
              <a:rect b="b" l="l" r="r" t="t"/>
              <a:pathLst>
                <a:path extrusionOk="0" h="1296" w="350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03" name="Google Shape;17303;p93"/>
          <p:cNvGrpSpPr/>
          <p:nvPr/>
        </p:nvGrpSpPr>
        <p:grpSpPr>
          <a:xfrm>
            <a:off x="1672614" y="3441461"/>
            <a:ext cx="281054" cy="370158"/>
            <a:chOff x="1699703" y="3365261"/>
            <a:chExt cx="281054" cy="370158"/>
          </a:xfrm>
        </p:grpSpPr>
        <p:sp>
          <p:nvSpPr>
            <p:cNvPr id="17304" name="Google Shape;17304;p93"/>
            <p:cNvSpPr/>
            <p:nvPr/>
          </p:nvSpPr>
          <p:spPr>
            <a:xfrm>
              <a:off x="1737474" y="3471362"/>
              <a:ext cx="227781" cy="108435"/>
            </a:xfrm>
            <a:custGeom>
              <a:rect b="b" l="l" r="r" t="t"/>
              <a:pathLst>
                <a:path extrusionOk="0" h="4134" w="8684">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5" name="Google Shape;17305;p93"/>
            <p:cNvSpPr/>
            <p:nvPr/>
          </p:nvSpPr>
          <p:spPr>
            <a:xfrm>
              <a:off x="1743271" y="3393301"/>
              <a:ext cx="237486" cy="103425"/>
            </a:xfrm>
            <a:custGeom>
              <a:rect b="b" l="l" r="r" t="t"/>
              <a:pathLst>
                <a:path extrusionOk="0" h="3943" w="9054">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6" name="Google Shape;17306;p93"/>
            <p:cNvSpPr/>
            <p:nvPr/>
          </p:nvSpPr>
          <p:spPr>
            <a:xfrm>
              <a:off x="1709644" y="3365261"/>
              <a:ext cx="47686" cy="370158"/>
            </a:xfrm>
            <a:custGeom>
              <a:rect b="b" l="l" r="r" t="t"/>
              <a:pathLst>
                <a:path extrusionOk="0" h="14112" w="1818">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7" name="Google Shape;17307;p93"/>
            <p:cNvSpPr/>
            <p:nvPr/>
          </p:nvSpPr>
          <p:spPr>
            <a:xfrm>
              <a:off x="1709644" y="3365261"/>
              <a:ext cx="25653" cy="370158"/>
            </a:xfrm>
            <a:custGeom>
              <a:rect b="b" l="l" r="r" t="t"/>
              <a:pathLst>
                <a:path extrusionOk="0" h="14112" w="978">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8" name="Google Shape;17308;p93"/>
            <p:cNvSpPr/>
            <p:nvPr/>
          </p:nvSpPr>
          <p:spPr>
            <a:xfrm>
              <a:off x="1789881" y="3484660"/>
              <a:ext cx="38243" cy="70218"/>
            </a:xfrm>
            <a:custGeom>
              <a:rect b="b" l="l" r="r" t="t"/>
              <a:pathLst>
                <a:path extrusionOk="0" h="2677" w="1458">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9" name="Google Shape;17309;p93"/>
            <p:cNvSpPr/>
            <p:nvPr/>
          </p:nvSpPr>
          <p:spPr>
            <a:xfrm>
              <a:off x="1805147" y="3536228"/>
              <a:ext cx="122232" cy="130389"/>
            </a:xfrm>
            <a:custGeom>
              <a:rect b="b" l="l" r="r" t="t"/>
              <a:pathLst>
                <a:path extrusionOk="0" h="4971" w="466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0" name="Google Shape;17310;p93"/>
            <p:cNvSpPr/>
            <p:nvPr/>
          </p:nvSpPr>
          <p:spPr>
            <a:xfrm>
              <a:off x="1703611" y="3472699"/>
              <a:ext cx="59778" cy="24027"/>
            </a:xfrm>
            <a:custGeom>
              <a:rect b="b" l="l" r="r" t="t"/>
              <a:pathLst>
                <a:path extrusionOk="0" h="916" w="2279">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1" name="Google Shape;17311;p93"/>
            <p:cNvSpPr/>
            <p:nvPr/>
          </p:nvSpPr>
          <p:spPr>
            <a:xfrm>
              <a:off x="1699703" y="3472699"/>
              <a:ext cx="33810" cy="24027"/>
            </a:xfrm>
            <a:custGeom>
              <a:rect b="b" l="l" r="r" t="t"/>
              <a:pathLst>
                <a:path extrusionOk="0" h="916" w="1289">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2" name="Google Shape;17312;p93"/>
            <p:cNvSpPr/>
            <p:nvPr/>
          </p:nvSpPr>
          <p:spPr>
            <a:xfrm>
              <a:off x="1703611" y="3604138"/>
              <a:ext cx="59778" cy="23843"/>
            </a:xfrm>
            <a:custGeom>
              <a:rect b="b" l="l" r="r" t="t"/>
              <a:pathLst>
                <a:path extrusionOk="0" h="909" w="2279">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3" name="Google Shape;17313;p93"/>
            <p:cNvSpPr/>
            <p:nvPr/>
          </p:nvSpPr>
          <p:spPr>
            <a:xfrm>
              <a:off x="1699703" y="3604138"/>
              <a:ext cx="33810" cy="23843"/>
            </a:xfrm>
            <a:custGeom>
              <a:rect b="b" l="l" r="r" t="t"/>
              <a:pathLst>
                <a:path extrusionOk="0" h="909" w="1289">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4" name="Google Shape;17314;p93"/>
            <p:cNvSpPr/>
            <p:nvPr/>
          </p:nvSpPr>
          <p:spPr>
            <a:xfrm>
              <a:off x="1801606" y="3393222"/>
              <a:ext cx="177341" cy="55844"/>
            </a:xfrm>
            <a:custGeom>
              <a:rect b="b" l="l" r="r" t="t"/>
              <a:pathLst>
                <a:path extrusionOk="0" h="2129" w="6761">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5" name="Google Shape;17315;p93"/>
            <p:cNvSpPr/>
            <p:nvPr/>
          </p:nvSpPr>
          <p:spPr>
            <a:xfrm>
              <a:off x="1822957" y="3484319"/>
              <a:ext cx="141590" cy="95582"/>
            </a:xfrm>
            <a:custGeom>
              <a:rect b="b" l="l" r="r" t="t"/>
              <a:pathLst>
                <a:path extrusionOk="0" h="3644" w="5398">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6" name="Google Shape;17316;p93"/>
            <p:cNvSpPr/>
            <p:nvPr/>
          </p:nvSpPr>
          <p:spPr>
            <a:xfrm>
              <a:off x="1805147" y="3536228"/>
              <a:ext cx="98572" cy="130389"/>
            </a:xfrm>
            <a:custGeom>
              <a:rect b="b" l="l" r="r" t="t"/>
              <a:pathLst>
                <a:path extrusionOk="0" h="4971" w="3758">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17" name="Google Shape;17317;p93"/>
          <p:cNvGrpSpPr/>
          <p:nvPr/>
        </p:nvGrpSpPr>
        <p:grpSpPr>
          <a:xfrm>
            <a:off x="7939722" y="1595630"/>
            <a:ext cx="369974" cy="355626"/>
            <a:chOff x="7966810" y="1519430"/>
            <a:chExt cx="369974" cy="355626"/>
          </a:xfrm>
        </p:grpSpPr>
        <p:sp>
          <p:nvSpPr>
            <p:cNvPr id="17318" name="Google Shape;17318;p93"/>
            <p:cNvSpPr/>
            <p:nvPr/>
          </p:nvSpPr>
          <p:spPr>
            <a:xfrm>
              <a:off x="8205503" y="1519430"/>
              <a:ext cx="131281" cy="122992"/>
            </a:xfrm>
            <a:custGeom>
              <a:rect b="b" l="l" r="r" t="t"/>
              <a:pathLst>
                <a:path extrusionOk="0" h="4689" w="5005">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9" name="Google Shape;17319;p93"/>
            <p:cNvSpPr/>
            <p:nvPr/>
          </p:nvSpPr>
          <p:spPr>
            <a:xfrm>
              <a:off x="8230763" y="1530132"/>
              <a:ext cx="105130" cy="112291"/>
            </a:xfrm>
            <a:custGeom>
              <a:rect b="b" l="l" r="r" t="t"/>
              <a:pathLst>
                <a:path extrusionOk="0" h="4281" w="4008">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0" name="Google Shape;17320;p93"/>
            <p:cNvSpPr/>
            <p:nvPr/>
          </p:nvSpPr>
          <p:spPr>
            <a:xfrm>
              <a:off x="7966810" y="1519430"/>
              <a:ext cx="131281" cy="122992"/>
            </a:xfrm>
            <a:custGeom>
              <a:rect b="b" l="l" r="r" t="t"/>
              <a:pathLst>
                <a:path extrusionOk="0" h="4689" w="5005">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1" name="Google Shape;17321;p93"/>
            <p:cNvSpPr/>
            <p:nvPr/>
          </p:nvSpPr>
          <p:spPr>
            <a:xfrm>
              <a:off x="7967886" y="1530132"/>
              <a:ext cx="104946" cy="112291"/>
            </a:xfrm>
            <a:custGeom>
              <a:rect b="b" l="l" r="r" t="t"/>
              <a:pathLst>
                <a:path extrusionOk="0" h="4281" w="4001">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2" name="Google Shape;17322;p93"/>
            <p:cNvSpPr/>
            <p:nvPr/>
          </p:nvSpPr>
          <p:spPr>
            <a:xfrm>
              <a:off x="8002562" y="1564677"/>
              <a:ext cx="298471" cy="310380"/>
            </a:xfrm>
            <a:custGeom>
              <a:rect b="b" l="l" r="r" t="t"/>
              <a:pathLst>
                <a:path extrusionOk="0" h="11833" w="11379">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3" name="Google Shape;17323;p93"/>
            <p:cNvSpPr/>
            <p:nvPr/>
          </p:nvSpPr>
          <p:spPr>
            <a:xfrm>
              <a:off x="8100741" y="1803527"/>
              <a:ext cx="102481" cy="35778"/>
            </a:xfrm>
            <a:custGeom>
              <a:rect b="b" l="l" r="r" t="t"/>
              <a:pathLst>
                <a:path extrusionOk="0" h="1364" w="3907">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4" name="Google Shape;17324;p93"/>
            <p:cNvSpPr/>
            <p:nvPr/>
          </p:nvSpPr>
          <p:spPr>
            <a:xfrm>
              <a:off x="8084924" y="1714948"/>
              <a:ext cx="133930" cy="94507"/>
            </a:xfrm>
            <a:custGeom>
              <a:rect b="b" l="l" r="r" t="t"/>
              <a:pathLst>
                <a:path extrusionOk="0" h="3603" w="5106">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5" name="Google Shape;17325;p93"/>
            <p:cNvSpPr/>
            <p:nvPr/>
          </p:nvSpPr>
          <p:spPr>
            <a:xfrm>
              <a:off x="8002562" y="1564677"/>
              <a:ext cx="149249" cy="309855"/>
            </a:xfrm>
            <a:custGeom>
              <a:rect b="b" l="l" r="r" t="t"/>
              <a:pathLst>
                <a:path extrusionOk="0" h="11813" w="569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6" name="Google Shape;17326;p93"/>
            <p:cNvSpPr/>
            <p:nvPr/>
          </p:nvSpPr>
          <p:spPr>
            <a:xfrm>
              <a:off x="8112492" y="1755684"/>
              <a:ext cx="29010" cy="28486"/>
            </a:xfrm>
            <a:custGeom>
              <a:rect b="b" l="l" r="r" t="t"/>
              <a:pathLst>
                <a:path extrusionOk="0" h="1086" w="1106">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7" name="Google Shape;17327;p93"/>
            <p:cNvSpPr/>
            <p:nvPr/>
          </p:nvSpPr>
          <p:spPr>
            <a:xfrm>
              <a:off x="8161935" y="1755788"/>
              <a:ext cx="29194" cy="28538"/>
            </a:xfrm>
            <a:custGeom>
              <a:rect b="b" l="l" r="r" t="t"/>
              <a:pathLst>
                <a:path extrusionOk="0" h="1088" w="1113">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8" name="Google Shape;17328;p93"/>
            <p:cNvSpPr/>
            <p:nvPr/>
          </p:nvSpPr>
          <p:spPr>
            <a:xfrm>
              <a:off x="8068189" y="1666213"/>
              <a:ext cx="35778" cy="41837"/>
            </a:xfrm>
            <a:custGeom>
              <a:rect b="b" l="l" r="r" t="t"/>
              <a:pathLst>
                <a:path extrusionOk="0" h="1595" w="1364">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9" name="Google Shape;17329;p93"/>
            <p:cNvSpPr/>
            <p:nvPr/>
          </p:nvSpPr>
          <p:spPr>
            <a:xfrm>
              <a:off x="8086157" y="1666213"/>
              <a:ext cx="17810" cy="29797"/>
            </a:xfrm>
            <a:custGeom>
              <a:rect b="b" l="l" r="r" t="t"/>
              <a:pathLst>
                <a:path extrusionOk="0" h="1136" w="679">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0" name="Google Shape;17330;p93"/>
            <p:cNvSpPr/>
            <p:nvPr/>
          </p:nvSpPr>
          <p:spPr>
            <a:xfrm>
              <a:off x="8080098" y="1672089"/>
              <a:ext cx="11961" cy="11961"/>
            </a:xfrm>
            <a:custGeom>
              <a:rect b="b" l="l" r="r" t="t"/>
              <a:pathLst>
                <a:path extrusionOk="0" h="456" w="456">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1" name="Google Shape;17331;p93"/>
            <p:cNvSpPr/>
            <p:nvPr/>
          </p:nvSpPr>
          <p:spPr>
            <a:xfrm>
              <a:off x="8199628" y="1666213"/>
              <a:ext cx="35778" cy="41837"/>
            </a:xfrm>
            <a:custGeom>
              <a:rect b="b" l="l" r="r" t="t"/>
              <a:pathLst>
                <a:path extrusionOk="0" h="1595" w="1364">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2" name="Google Shape;17332;p93"/>
            <p:cNvSpPr/>
            <p:nvPr/>
          </p:nvSpPr>
          <p:spPr>
            <a:xfrm>
              <a:off x="8217412" y="1666213"/>
              <a:ext cx="17994" cy="29797"/>
            </a:xfrm>
            <a:custGeom>
              <a:rect b="b" l="l" r="r" t="t"/>
              <a:pathLst>
                <a:path extrusionOk="0" h="1136" w="686">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3" name="Google Shape;17333;p93"/>
            <p:cNvSpPr/>
            <p:nvPr/>
          </p:nvSpPr>
          <p:spPr>
            <a:xfrm>
              <a:off x="8211536" y="1672089"/>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34" name="Google Shape;17334;p93"/>
          <p:cNvGrpSpPr/>
          <p:nvPr/>
        </p:nvGrpSpPr>
        <p:grpSpPr>
          <a:xfrm>
            <a:off x="2765540" y="3441540"/>
            <a:ext cx="290445" cy="370079"/>
            <a:chOff x="2792628" y="3365340"/>
            <a:chExt cx="290445" cy="370079"/>
          </a:xfrm>
        </p:grpSpPr>
        <p:sp>
          <p:nvSpPr>
            <p:cNvPr id="17335" name="Google Shape;17335;p93"/>
            <p:cNvSpPr/>
            <p:nvPr/>
          </p:nvSpPr>
          <p:spPr>
            <a:xfrm>
              <a:off x="2792628" y="3365366"/>
              <a:ext cx="290445" cy="287769"/>
            </a:xfrm>
            <a:custGeom>
              <a:rect b="b" l="l" r="r" t="t"/>
              <a:pathLst>
                <a:path extrusionOk="0" h="10971" w="11073">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6" name="Google Shape;17336;p93"/>
            <p:cNvSpPr/>
            <p:nvPr/>
          </p:nvSpPr>
          <p:spPr>
            <a:xfrm>
              <a:off x="2792628" y="3502025"/>
              <a:ext cx="145314" cy="89156"/>
            </a:xfrm>
            <a:custGeom>
              <a:rect b="b" l="l" r="r" t="t"/>
              <a:pathLst>
                <a:path extrusionOk="0" h="3399" w="554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7" name="Google Shape;17337;p93"/>
            <p:cNvSpPr/>
            <p:nvPr/>
          </p:nvSpPr>
          <p:spPr>
            <a:xfrm>
              <a:off x="2937916" y="3427348"/>
              <a:ext cx="145157" cy="88946"/>
            </a:xfrm>
            <a:custGeom>
              <a:rect b="b" l="l" r="r" t="t"/>
              <a:pathLst>
                <a:path extrusionOk="0" h="3391" w="5534">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8" name="Google Shape;17338;p93"/>
            <p:cNvSpPr/>
            <p:nvPr/>
          </p:nvSpPr>
          <p:spPr>
            <a:xfrm>
              <a:off x="2856105" y="3365340"/>
              <a:ext cx="108356" cy="143845"/>
            </a:xfrm>
            <a:custGeom>
              <a:rect b="b" l="l" r="r" t="t"/>
              <a:pathLst>
                <a:path extrusionOk="0" h="5484" w="4131">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9" name="Google Shape;17339;p93"/>
            <p:cNvSpPr/>
            <p:nvPr/>
          </p:nvSpPr>
          <p:spPr>
            <a:xfrm>
              <a:off x="2911424" y="3509159"/>
              <a:ext cx="108173" cy="143845"/>
            </a:xfrm>
            <a:custGeom>
              <a:rect b="b" l="l" r="r" t="t"/>
              <a:pathLst>
                <a:path extrusionOk="0" h="5484" w="4124">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0" name="Google Shape;17340;p93"/>
            <p:cNvSpPr/>
            <p:nvPr/>
          </p:nvSpPr>
          <p:spPr>
            <a:xfrm>
              <a:off x="2830504" y="3566708"/>
              <a:ext cx="25181" cy="17889"/>
            </a:xfrm>
            <a:custGeom>
              <a:rect b="b" l="l" r="r" t="t"/>
              <a:pathLst>
                <a:path extrusionOk="0" h="682" w="96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1" name="Google Shape;17341;p93"/>
            <p:cNvSpPr/>
            <p:nvPr/>
          </p:nvSpPr>
          <p:spPr>
            <a:xfrm>
              <a:off x="2857547" y="3525002"/>
              <a:ext cx="57890" cy="40735"/>
            </a:xfrm>
            <a:custGeom>
              <a:rect b="b" l="l" r="r" t="t"/>
              <a:pathLst>
                <a:path extrusionOk="0" h="1553" w="2207">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2" name="Google Shape;17342;p93"/>
            <p:cNvSpPr/>
            <p:nvPr/>
          </p:nvSpPr>
          <p:spPr>
            <a:xfrm>
              <a:off x="3020095" y="3433407"/>
              <a:ext cx="26256" cy="18492"/>
            </a:xfrm>
            <a:custGeom>
              <a:rect b="b" l="l" r="r" t="t"/>
              <a:pathLst>
                <a:path extrusionOk="0" h="705" w="1001">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3" name="Google Shape;17343;p93"/>
            <p:cNvSpPr/>
            <p:nvPr/>
          </p:nvSpPr>
          <p:spPr>
            <a:xfrm>
              <a:off x="2961392" y="3452529"/>
              <a:ext cx="57837" cy="40657"/>
            </a:xfrm>
            <a:custGeom>
              <a:rect b="b" l="l" r="r" t="t"/>
              <a:pathLst>
                <a:path extrusionOk="0" h="1550" w="2205">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4" name="Google Shape;17344;p93"/>
            <p:cNvSpPr/>
            <p:nvPr/>
          </p:nvSpPr>
          <p:spPr>
            <a:xfrm>
              <a:off x="2860878" y="3404292"/>
              <a:ext cx="21404" cy="20591"/>
            </a:xfrm>
            <a:custGeom>
              <a:rect b="b" l="l" r="r" t="t"/>
              <a:pathLst>
                <a:path extrusionOk="0" h="785" w="816">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5" name="Google Shape;17345;p93"/>
            <p:cNvSpPr/>
            <p:nvPr/>
          </p:nvSpPr>
          <p:spPr>
            <a:xfrm>
              <a:off x="2879790" y="3431466"/>
              <a:ext cx="43568" cy="52093"/>
            </a:xfrm>
            <a:custGeom>
              <a:rect b="b" l="l" r="r" t="t"/>
              <a:pathLst>
                <a:path extrusionOk="0" h="1986" w="1661">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6" name="Google Shape;17346;p93"/>
            <p:cNvSpPr/>
            <p:nvPr/>
          </p:nvSpPr>
          <p:spPr>
            <a:xfrm>
              <a:off x="2993445" y="3593856"/>
              <a:ext cx="21509" cy="20617"/>
            </a:xfrm>
            <a:custGeom>
              <a:rect b="b" l="l" r="r" t="t"/>
              <a:pathLst>
                <a:path extrusionOk="0" h="786" w="82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7" name="Google Shape;17347;p93"/>
            <p:cNvSpPr/>
            <p:nvPr/>
          </p:nvSpPr>
          <p:spPr>
            <a:xfrm>
              <a:off x="2952500" y="3535258"/>
              <a:ext cx="43620" cy="52171"/>
            </a:xfrm>
            <a:custGeom>
              <a:rect b="b" l="l" r="r" t="t"/>
              <a:pathLst>
                <a:path extrusionOk="0" h="1989" w="1663">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8" name="Google Shape;17348;p93"/>
            <p:cNvSpPr/>
            <p:nvPr/>
          </p:nvSpPr>
          <p:spPr>
            <a:xfrm>
              <a:off x="2912315" y="3503284"/>
              <a:ext cx="41470" cy="232136"/>
            </a:xfrm>
            <a:custGeom>
              <a:rect b="b" l="l" r="r" t="t"/>
              <a:pathLst>
                <a:path extrusionOk="0" h="8850" w="1581">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49" name="Google Shape;17349;p93"/>
          <p:cNvGrpSpPr/>
          <p:nvPr/>
        </p:nvGrpSpPr>
        <p:grpSpPr>
          <a:xfrm>
            <a:off x="1362497" y="2064517"/>
            <a:ext cx="388125" cy="353790"/>
            <a:chOff x="1389585" y="1988317"/>
            <a:chExt cx="388125" cy="353790"/>
          </a:xfrm>
        </p:grpSpPr>
        <p:sp>
          <p:nvSpPr>
            <p:cNvPr id="17350" name="Google Shape;17350;p93"/>
            <p:cNvSpPr/>
            <p:nvPr/>
          </p:nvSpPr>
          <p:spPr>
            <a:xfrm>
              <a:off x="1673551" y="2066221"/>
              <a:ext cx="104159" cy="74546"/>
            </a:xfrm>
            <a:custGeom>
              <a:rect b="b" l="l" r="r" t="t"/>
              <a:pathLst>
                <a:path extrusionOk="0" h="2842" w="3971">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1" name="Google Shape;17351;p93"/>
            <p:cNvSpPr/>
            <p:nvPr/>
          </p:nvSpPr>
          <p:spPr>
            <a:xfrm>
              <a:off x="1691519" y="2074745"/>
              <a:ext cx="77510" cy="66021"/>
            </a:xfrm>
            <a:custGeom>
              <a:rect b="b" l="l" r="r" t="t"/>
              <a:pathLst>
                <a:path extrusionOk="0" h="2517" w="2955">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2" name="Google Shape;17352;p93"/>
            <p:cNvSpPr/>
            <p:nvPr/>
          </p:nvSpPr>
          <p:spPr>
            <a:xfrm>
              <a:off x="1389585" y="2066221"/>
              <a:ext cx="104002" cy="74546"/>
            </a:xfrm>
            <a:custGeom>
              <a:rect b="b" l="l" r="r" t="t"/>
              <a:pathLst>
                <a:path extrusionOk="0" h="2842" w="3965">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3" name="Google Shape;17353;p93"/>
            <p:cNvSpPr/>
            <p:nvPr/>
          </p:nvSpPr>
          <p:spPr>
            <a:xfrm>
              <a:off x="1398267" y="2074745"/>
              <a:ext cx="77352" cy="66021"/>
            </a:xfrm>
            <a:custGeom>
              <a:rect b="b" l="l" r="r" t="t"/>
              <a:pathLst>
                <a:path extrusionOk="0" h="2517" w="2949">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4" name="Google Shape;17354;p93"/>
            <p:cNvSpPr/>
            <p:nvPr/>
          </p:nvSpPr>
          <p:spPr>
            <a:xfrm>
              <a:off x="1655584" y="1988317"/>
              <a:ext cx="89838" cy="101930"/>
            </a:xfrm>
            <a:custGeom>
              <a:rect b="b" l="l" r="r" t="t"/>
              <a:pathLst>
                <a:path extrusionOk="0" h="3886" w="3425">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5" name="Google Shape;17355;p93"/>
            <p:cNvSpPr/>
            <p:nvPr/>
          </p:nvSpPr>
          <p:spPr>
            <a:xfrm>
              <a:off x="1670168" y="1988317"/>
              <a:ext cx="75254" cy="101930"/>
            </a:xfrm>
            <a:custGeom>
              <a:rect b="b" l="l" r="r" t="t"/>
              <a:pathLst>
                <a:path extrusionOk="0" h="3886" w="2869">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6" name="Google Shape;17356;p93"/>
            <p:cNvSpPr/>
            <p:nvPr/>
          </p:nvSpPr>
          <p:spPr>
            <a:xfrm>
              <a:off x="1421691" y="1988317"/>
              <a:ext cx="90021" cy="101930"/>
            </a:xfrm>
            <a:custGeom>
              <a:rect b="b" l="l" r="r" t="t"/>
              <a:pathLst>
                <a:path extrusionOk="0" h="3886" w="3432">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7" name="Google Shape;17357;p93"/>
            <p:cNvSpPr/>
            <p:nvPr/>
          </p:nvSpPr>
          <p:spPr>
            <a:xfrm>
              <a:off x="1421691" y="1988317"/>
              <a:ext cx="75280" cy="101930"/>
            </a:xfrm>
            <a:custGeom>
              <a:rect b="b" l="l" r="r" t="t"/>
              <a:pathLst>
                <a:path extrusionOk="0" h="3886" w="287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8" name="Google Shape;17358;p93"/>
            <p:cNvSpPr/>
            <p:nvPr/>
          </p:nvSpPr>
          <p:spPr>
            <a:xfrm>
              <a:off x="1461193" y="2012502"/>
              <a:ext cx="244726" cy="295088"/>
            </a:xfrm>
            <a:custGeom>
              <a:rect b="b" l="l" r="r" t="t"/>
              <a:pathLst>
                <a:path extrusionOk="0" h="11250" w="933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9" name="Google Shape;17359;p93"/>
            <p:cNvSpPr/>
            <p:nvPr/>
          </p:nvSpPr>
          <p:spPr>
            <a:xfrm>
              <a:off x="1461901" y="2012869"/>
              <a:ext cx="111346" cy="294720"/>
            </a:xfrm>
            <a:custGeom>
              <a:rect b="b" l="l" r="r" t="t"/>
              <a:pathLst>
                <a:path extrusionOk="0" h="11236" w="4245">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0" name="Google Shape;17360;p93"/>
            <p:cNvSpPr/>
            <p:nvPr/>
          </p:nvSpPr>
          <p:spPr>
            <a:xfrm>
              <a:off x="1526270" y="2270054"/>
              <a:ext cx="114573" cy="72054"/>
            </a:xfrm>
            <a:custGeom>
              <a:rect b="b" l="l" r="r" t="t"/>
              <a:pathLst>
                <a:path extrusionOk="0" h="2747" w="4368">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1" name="Google Shape;17361;p93"/>
            <p:cNvSpPr/>
            <p:nvPr/>
          </p:nvSpPr>
          <p:spPr>
            <a:xfrm>
              <a:off x="1526270" y="2270211"/>
              <a:ext cx="75437" cy="71896"/>
            </a:xfrm>
            <a:custGeom>
              <a:rect b="b" l="l" r="r" t="t"/>
              <a:pathLst>
                <a:path extrusionOk="0" h="2741" w="2876">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2" name="Google Shape;17362;p93"/>
            <p:cNvSpPr/>
            <p:nvPr/>
          </p:nvSpPr>
          <p:spPr>
            <a:xfrm>
              <a:off x="1547621" y="2287628"/>
              <a:ext cx="19463" cy="24420"/>
            </a:xfrm>
            <a:custGeom>
              <a:rect b="b" l="l" r="r" t="t"/>
              <a:pathLst>
                <a:path extrusionOk="0" h="931" w="742">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3" name="Google Shape;17363;p93"/>
            <p:cNvSpPr/>
            <p:nvPr/>
          </p:nvSpPr>
          <p:spPr>
            <a:xfrm>
              <a:off x="1600029" y="2287628"/>
              <a:ext cx="19463" cy="24420"/>
            </a:xfrm>
            <a:custGeom>
              <a:rect b="b" l="l" r="r" t="t"/>
              <a:pathLst>
                <a:path extrusionOk="0" h="931" w="742">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4" name="Google Shape;17364;p93"/>
            <p:cNvSpPr/>
            <p:nvPr/>
          </p:nvSpPr>
          <p:spPr>
            <a:xfrm>
              <a:off x="1499594" y="2126156"/>
              <a:ext cx="35961" cy="41994"/>
            </a:xfrm>
            <a:custGeom>
              <a:rect b="b" l="l" r="r" t="t"/>
              <a:pathLst>
                <a:path extrusionOk="0" h="1601" w="1371">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5" name="Google Shape;17365;p93"/>
            <p:cNvSpPr/>
            <p:nvPr/>
          </p:nvSpPr>
          <p:spPr>
            <a:xfrm>
              <a:off x="1517561" y="2126156"/>
              <a:ext cx="17994" cy="30086"/>
            </a:xfrm>
            <a:custGeom>
              <a:rect b="b" l="l" r="r" t="t"/>
              <a:pathLst>
                <a:path extrusionOk="0" h="1147" w="686">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6" name="Google Shape;17366;p93"/>
            <p:cNvSpPr/>
            <p:nvPr/>
          </p:nvSpPr>
          <p:spPr>
            <a:xfrm>
              <a:off x="1511686" y="2132215"/>
              <a:ext cx="11961" cy="11935"/>
            </a:xfrm>
            <a:custGeom>
              <a:rect b="b" l="l" r="r" t="t"/>
              <a:pathLst>
                <a:path extrusionOk="0" h="455" w="456">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7" name="Google Shape;17367;p93"/>
            <p:cNvSpPr/>
            <p:nvPr/>
          </p:nvSpPr>
          <p:spPr>
            <a:xfrm>
              <a:off x="1631583" y="2126156"/>
              <a:ext cx="35935" cy="41994"/>
            </a:xfrm>
            <a:custGeom>
              <a:rect b="b" l="l" r="r" t="t"/>
              <a:pathLst>
                <a:path extrusionOk="0" h="1601" w="137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8" name="Google Shape;17368;p93"/>
            <p:cNvSpPr/>
            <p:nvPr/>
          </p:nvSpPr>
          <p:spPr>
            <a:xfrm>
              <a:off x="1649525" y="2126156"/>
              <a:ext cx="17994" cy="30086"/>
            </a:xfrm>
            <a:custGeom>
              <a:rect b="b" l="l" r="r" t="t"/>
              <a:pathLst>
                <a:path extrusionOk="0" h="1147" w="686">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9" name="Google Shape;17369;p93"/>
            <p:cNvSpPr/>
            <p:nvPr/>
          </p:nvSpPr>
          <p:spPr>
            <a:xfrm>
              <a:off x="1643492" y="2132215"/>
              <a:ext cx="12118" cy="11935"/>
            </a:xfrm>
            <a:custGeom>
              <a:rect b="b" l="l" r="r" t="t"/>
              <a:pathLst>
                <a:path extrusionOk="0" h="455" w="462">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0" name="Google Shape;17370;p93"/>
            <p:cNvSpPr/>
            <p:nvPr/>
          </p:nvSpPr>
          <p:spPr>
            <a:xfrm>
              <a:off x="1483410" y="2012370"/>
              <a:ext cx="190876" cy="73077"/>
            </a:xfrm>
            <a:custGeom>
              <a:rect b="b" l="l" r="r" t="t"/>
              <a:pathLst>
                <a:path extrusionOk="0" h="2786" w="7277">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1" name="Google Shape;17371;p93"/>
            <p:cNvSpPr/>
            <p:nvPr/>
          </p:nvSpPr>
          <p:spPr>
            <a:xfrm>
              <a:off x="1483410" y="2012869"/>
              <a:ext cx="89838" cy="60460"/>
            </a:xfrm>
            <a:custGeom>
              <a:rect b="b" l="l" r="r" t="t"/>
              <a:pathLst>
                <a:path extrusionOk="0" h="2305" w="3425">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72" name="Google Shape;17372;p93"/>
          <p:cNvGrpSpPr/>
          <p:nvPr/>
        </p:nvGrpSpPr>
        <p:grpSpPr>
          <a:xfrm>
            <a:off x="2465836" y="1588390"/>
            <a:ext cx="370158" cy="370158"/>
            <a:chOff x="2492924" y="1512190"/>
            <a:chExt cx="370158" cy="370158"/>
          </a:xfrm>
        </p:grpSpPr>
        <p:sp>
          <p:nvSpPr>
            <p:cNvPr id="17373" name="Google Shape;17373;p93"/>
            <p:cNvSpPr/>
            <p:nvPr/>
          </p:nvSpPr>
          <p:spPr>
            <a:xfrm>
              <a:off x="2492924" y="1512190"/>
              <a:ext cx="370158" cy="370158"/>
            </a:xfrm>
            <a:custGeom>
              <a:rect b="b" l="l" r="r" t="t"/>
              <a:pathLst>
                <a:path extrusionOk="0" h="14112" w="14112">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4" name="Google Shape;17374;p93"/>
            <p:cNvSpPr/>
            <p:nvPr/>
          </p:nvSpPr>
          <p:spPr>
            <a:xfrm>
              <a:off x="2492924" y="1512190"/>
              <a:ext cx="185000" cy="369974"/>
            </a:xfrm>
            <a:custGeom>
              <a:rect b="b" l="l" r="r" t="t"/>
              <a:pathLst>
                <a:path extrusionOk="0" h="14105" w="7053">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5" name="Google Shape;17375;p93"/>
            <p:cNvSpPr/>
            <p:nvPr/>
          </p:nvSpPr>
          <p:spPr>
            <a:xfrm>
              <a:off x="2725033" y="1548047"/>
              <a:ext cx="91307" cy="91175"/>
            </a:xfrm>
            <a:custGeom>
              <a:rect b="b" l="l" r="r" t="t"/>
              <a:pathLst>
                <a:path extrusionOk="0" h="3476" w="3481">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6" name="Google Shape;17376;p93"/>
            <p:cNvSpPr/>
            <p:nvPr/>
          </p:nvSpPr>
          <p:spPr>
            <a:xfrm>
              <a:off x="2740509" y="1563732"/>
              <a:ext cx="66782" cy="71739"/>
            </a:xfrm>
            <a:custGeom>
              <a:rect b="b" l="l" r="r" t="t"/>
              <a:pathLst>
                <a:path extrusionOk="0" h="2735" w="2546">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7" name="Google Shape;17377;p93"/>
            <p:cNvSpPr/>
            <p:nvPr/>
          </p:nvSpPr>
          <p:spPr>
            <a:xfrm>
              <a:off x="2539666" y="1548047"/>
              <a:ext cx="91307" cy="91175"/>
            </a:xfrm>
            <a:custGeom>
              <a:rect b="b" l="l" r="r" t="t"/>
              <a:pathLst>
                <a:path extrusionOk="0" h="3476" w="3481">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8" name="Google Shape;17378;p93"/>
            <p:cNvSpPr/>
            <p:nvPr/>
          </p:nvSpPr>
          <p:spPr>
            <a:xfrm>
              <a:off x="2548532" y="1563732"/>
              <a:ext cx="66782" cy="71739"/>
            </a:xfrm>
            <a:custGeom>
              <a:rect b="b" l="l" r="r" t="t"/>
              <a:pathLst>
                <a:path extrusionOk="0" h="2735" w="2546">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9" name="Google Shape;17379;p93"/>
            <p:cNvSpPr/>
            <p:nvPr/>
          </p:nvSpPr>
          <p:spPr>
            <a:xfrm>
              <a:off x="2540767" y="1577975"/>
              <a:ext cx="274471" cy="250654"/>
            </a:xfrm>
            <a:custGeom>
              <a:rect b="b" l="l" r="r" t="t"/>
              <a:pathLst>
                <a:path extrusionOk="0" h="9556" w="10464">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0" name="Google Shape;17380;p93"/>
            <p:cNvSpPr/>
            <p:nvPr/>
          </p:nvSpPr>
          <p:spPr>
            <a:xfrm>
              <a:off x="2540767" y="1577949"/>
              <a:ext cx="87530" cy="229513"/>
            </a:xfrm>
            <a:custGeom>
              <a:rect b="b" l="l" r="r" t="t"/>
              <a:pathLst>
                <a:path extrusionOk="0" h="8750" w="3337">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1" name="Google Shape;17381;p93"/>
            <p:cNvSpPr/>
            <p:nvPr/>
          </p:nvSpPr>
          <p:spPr>
            <a:xfrm>
              <a:off x="2544676" y="1735067"/>
              <a:ext cx="266471" cy="93562"/>
            </a:xfrm>
            <a:custGeom>
              <a:rect b="b" l="l" r="r" t="t"/>
              <a:pathLst>
                <a:path extrusionOk="0" h="3567" w="10159">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2" name="Google Shape;17382;p93"/>
            <p:cNvSpPr/>
            <p:nvPr/>
          </p:nvSpPr>
          <p:spPr>
            <a:xfrm>
              <a:off x="2628454" y="1810478"/>
              <a:ext cx="99097" cy="41994"/>
            </a:xfrm>
            <a:custGeom>
              <a:rect b="b" l="l" r="r" t="t"/>
              <a:pathLst>
                <a:path extrusionOk="0" h="1601" w="3778">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3" name="Google Shape;17383;p93"/>
            <p:cNvSpPr/>
            <p:nvPr/>
          </p:nvSpPr>
          <p:spPr>
            <a:xfrm>
              <a:off x="2606395" y="1762976"/>
              <a:ext cx="143216" cy="59621"/>
            </a:xfrm>
            <a:custGeom>
              <a:rect b="b" l="l" r="r" t="t"/>
              <a:pathLst>
                <a:path extrusionOk="0" h="2273" w="546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4" name="Google Shape;17384;p93"/>
            <p:cNvSpPr/>
            <p:nvPr/>
          </p:nvSpPr>
          <p:spPr>
            <a:xfrm>
              <a:off x="2601778" y="1776353"/>
              <a:ext cx="152265" cy="51935"/>
            </a:xfrm>
            <a:custGeom>
              <a:rect b="b" l="l" r="r" t="t"/>
              <a:pathLst>
                <a:path extrusionOk="0" h="1980" w="5805">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5" name="Google Shape;17385;p93"/>
            <p:cNvSpPr/>
            <p:nvPr/>
          </p:nvSpPr>
          <p:spPr>
            <a:xfrm>
              <a:off x="2640022" y="1759434"/>
              <a:ext cx="75778" cy="31633"/>
            </a:xfrm>
            <a:custGeom>
              <a:rect b="b" l="l" r="r" t="t"/>
              <a:pathLst>
                <a:path extrusionOk="0" h="1206" w="2889">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6" name="Google Shape;17386;p93"/>
            <p:cNvSpPr/>
            <p:nvPr/>
          </p:nvSpPr>
          <p:spPr>
            <a:xfrm>
              <a:off x="2672022" y="1606697"/>
              <a:ext cx="11961" cy="60801"/>
            </a:xfrm>
            <a:custGeom>
              <a:rect b="b" l="l" r="r" t="t"/>
              <a:pathLst>
                <a:path extrusionOk="0" h="2318" w="456">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7" name="Google Shape;17387;p93"/>
            <p:cNvSpPr/>
            <p:nvPr/>
          </p:nvSpPr>
          <p:spPr>
            <a:xfrm>
              <a:off x="2600362" y="1685256"/>
              <a:ext cx="35778" cy="41811"/>
            </a:xfrm>
            <a:custGeom>
              <a:rect b="b" l="l" r="r" t="t"/>
              <a:pathLst>
                <a:path extrusionOk="0" h="1594" w="1364">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8" name="Google Shape;17388;p93"/>
            <p:cNvSpPr/>
            <p:nvPr/>
          </p:nvSpPr>
          <p:spPr>
            <a:xfrm>
              <a:off x="2618330" y="1685256"/>
              <a:ext cx="17810" cy="29955"/>
            </a:xfrm>
            <a:custGeom>
              <a:rect b="b" l="l" r="r" t="t"/>
              <a:pathLst>
                <a:path extrusionOk="0" h="1142" w="679">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9" name="Google Shape;17389;p93"/>
            <p:cNvSpPr/>
            <p:nvPr/>
          </p:nvSpPr>
          <p:spPr>
            <a:xfrm>
              <a:off x="2612270" y="1691315"/>
              <a:ext cx="11935" cy="11935"/>
            </a:xfrm>
            <a:custGeom>
              <a:rect b="b" l="l" r="r" t="t"/>
              <a:pathLst>
                <a:path extrusionOk="0" h="455" w="455">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0" name="Google Shape;17390;p93"/>
            <p:cNvSpPr/>
            <p:nvPr/>
          </p:nvSpPr>
          <p:spPr>
            <a:xfrm>
              <a:off x="2719709" y="1685256"/>
              <a:ext cx="35935" cy="41811"/>
            </a:xfrm>
            <a:custGeom>
              <a:rect b="b" l="l" r="r" t="t"/>
              <a:pathLst>
                <a:path extrusionOk="0" h="1594" w="137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1" name="Google Shape;17391;p93"/>
            <p:cNvSpPr/>
            <p:nvPr/>
          </p:nvSpPr>
          <p:spPr>
            <a:xfrm>
              <a:off x="2737650" y="1685256"/>
              <a:ext cx="17994" cy="29955"/>
            </a:xfrm>
            <a:custGeom>
              <a:rect b="b" l="l" r="r" t="t"/>
              <a:pathLst>
                <a:path extrusionOk="0" h="1142" w="686">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2" name="Google Shape;17392;p93"/>
            <p:cNvSpPr/>
            <p:nvPr/>
          </p:nvSpPr>
          <p:spPr>
            <a:xfrm>
              <a:off x="2731617" y="1691315"/>
              <a:ext cx="11935" cy="11935"/>
            </a:xfrm>
            <a:custGeom>
              <a:rect b="b" l="l" r="r" t="t"/>
              <a:pathLst>
                <a:path extrusionOk="0" h="455" w="455">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3" name="Google Shape;17393;p93"/>
            <p:cNvSpPr/>
            <p:nvPr/>
          </p:nvSpPr>
          <p:spPr>
            <a:xfrm>
              <a:off x="2640022" y="1759434"/>
              <a:ext cx="48762" cy="31528"/>
            </a:xfrm>
            <a:custGeom>
              <a:rect b="b" l="l" r="r" t="t"/>
              <a:pathLst>
                <a:path extrusionOk="0" h="1202" w="1859">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4" name="Google Shape;17394;p93"/>
            <p:cNvSpPr/>
            <p:nvPr/>
          </p:nvSpPr>
          <p:spPr>
            <a:xfrm>
              <a:off x="2544859" y="1735067"/>
              <a:ext cx="39345" cy="72578"/>
            </a:xfrm>
            <a:custGeom>
              <a:rect b="b" l="l" r="r" t="t"/>
              <a:pathLst>
                <a:path extrusionOk="0" h="2767" w="150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395" name="Google Shape;17395;p93"/>
          <p:cNvGrpSpPr/>
          <p:nvPr/>
        </p:nvGrpSpPr>
        <p:grpSpPr>
          <a:xfrm>
            <a:off x="1906481" y="1588443"/>
            <a:ext cx="393975" cy="370105"/>
            <a:chOff x="1933569" y="1512243"/>
            <a:chExt cx="393975" cy="370105"/>
          </a:xfrm>
        </p:grpSpPr>
        <p:sp>
          <p:nvSpPr>
            <p:cNvPr id="17396" name="Google Shape;17396;p93"/>
            <p:cNvSpPr/>
            <p:nvPr/>
          </p:nvSpPr>
          <p:spPr>
            <a:xfrm>
              <a:off x="2184354" y="1512243"/>
              <a:ext cx="113943" cy="113471"/>
            </a:xfrm>
            <a:custGeom>
              <a:rect b="b" l="l" r="r" t="t"/>
              <a:pathLst>
                <a:path extrusionOk="0" h="4326" w="4344">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7" name="Google Shape;17397;p93"/>
            <p:cNvSpPr/>
            <p:nvPr/>
          </p:nvSpPr>
          <p:spPr>
            <a:xfrm>
              <a:off x="2203214" y="1527273"/>
              <a:ext cx="86979" cy="92749"/>
            </a:xfrm>
            <a:custGeom>
              <a:rect b="b" l="l" r="r" t="t"/>
              <a:pathLst>
                <a:path extrusionOk="0" h="3536" w="3316">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8" name="Google Shape;17398;p93"/>
            <p:cNvSpPr/>
            <p:nvPr/>
          </p:nvSpPr>
          <p:spPr>
            <a:xfrm>
              <a:off x="1962999" y="1512243"/>
              <a:ext cx="113943" cy="113471"/>
            </a:xfrm>
            <a:custGeom>
              <a:rect b="b" l="l" r="r" t="t"/>
              <a:pathLst>
                <a:path extrusionOk="0" h="4326" w="4344">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9" name="Google Shape;17399;p93"/>
            <p:cNvSpPr/>
            <p:nvPr/>
          </p:nvSpPr>
          <p:spPr>
            <a:xfrm>
              <a:off x="1970947" y="1527273"/>
              <a:ext cx="87162" cy="92749"/>
            </a:xfrm>
            <a:custGeom>
              <a:rect b="b" l="l" r="r" t="t"/>
              <a:pathLst>
                <a:path extrusionOk="0" h="3536" w="3323">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0" name="Google Shape;17400;p93"/>
            <p:cNvSpPr/>
            <p:nvPr/>
          </p:nvSpPr>
          <p:spPr>
            <a:xfrm>
              <a:off x="1933569" y="1542093"/>
              <a:ext cx="393975" cy="328347"/>
            </a:xfrm>
            <a:custGeom>
              <a:rect b="b" l="l" r="r" t="t"/>
              <a:pathLst>
                <a:path extrusionOk="0" h="12518" w="1502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1" name="Google Shape;17401;p93"/>
            <p:cNvSpPr/>
            <p:nvPr/>
          </p:nvSpPr>
          <p:spPr>
            <a:xfrm>
              <a:off x="1939445" y="1551876"/>
              <a:ext cx="190508" cy="318563"/>
            </a:xfrm>
            <a:custGeom>
              <a:rect b="b" l="l" r="r" t="t"/>
              <a:pathLst>
                <a:path extrusionOk="0" h="12145" w="7263">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2" name="Google Shape;17402;p93"/>
            <p:cNvSpPr/>
            <p:nvPr/>
          </p:nvSpPr>
          <p:spPr>
            <a:xfrm>
              <a:off x="2199122" y="1856538"/>
              <a:ext cx="23135" cy="13902"/>
            </a:xfrm>
            <a:custGeom>
              <a:rect b="b" l="l" r="r" t="t"/>
              <a:pathLst>
                <a:path extrusionOk="0" h="530" w="882">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3" name="Google Shape;17403;p93"/>
            <p:cNvSpPr/>
            <p:nvPr/>
          </p:nvSpPr>
          <p:spPr>
            <a:xfrm>
              <a:off x="1950461" y="1650921"/>
              <a:ext cx="120448" cy="219519"/>
            </a:xfrm>
            <a:custGeom>
              <a:rect b="b" l="l" r="r" t="t"/>
              <a:pathLst>
                <a:path extrusionOk="0" h="8369" w="4592">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4" name="Google Shape;17404;p93"/>
            <p:cNvSpPr/>
            <p:nvPr/>
          </p:nvSpPr>
          <p:spPr>
            <a:xfrm>
              <a:off x="2190230" y="1650921"/>
              <a:ext cx="120422" cy="219519"/>
            </a:xfrm>
            <a:custGeom>
              <a:rect b="b" l="l" r="r" t="t"/>
              <a:pathLst>
                <a:path extrusionOk="0" h="8369" w="4591">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5" name="Google Shape;17405;p93"/>
            <p:cNvSpPr/>
            <p:nvPr/>
          </p:nvSpPr>
          <p:spPr>
            <a:xfrm>
              <a:off x="2071408" y="1828603"/>
              <a:ext cx="118114" cy="53745"/>
            </a:xfrm>
            <a:custGeom>
              <a:rect b="b" l="l" r="r" t="t"/>
              <a:pathLst>
                <a:path extrusionOk="0" h="2049" w="4503">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6" name="Google Shape;17406;p93"/>
            <p:cNvSpPr/>
            <p:nvPr/>
          </p:nvSpPr>
          <p:spPr>
            <a:xfrm>
              <a:off x="2023040" y="1755395"/>
              <a:ext cx="25627" cy="20958"/>
            </a:xfrm>
            <a:custGeom>
              <a:rect b="b" l="l" r="r" t="t"/>
              <a:pathLst>
                <a:path extrusionOk="0" h="799" w="977">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7" name="Google Shape;17407;p93"/>
            <p:cNvSpPr/>
            <p:nvPr/>
          </p:nvSpPr>
          <p:spPr>
            <a:xfrm>
              <a:off x="1986213" y="1706188"/>
              <a:ext cx="35778" cy="47922"/>
            </a:xfrm>
            <a:custGeom>
              <a:rect b="b" l="l" r="r" t="t"/>
              <a:pathLst>
                <a:path extrusionOk="0" h="1827" w="1364">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8" name="Google Shape;17408;p93"/>
            <p:cNvSpPr/>
            <p:nvPr/>
          </p:nvSpPr>
          <p:spPr>
            <a:xfrm>
              <a:off x="2206571" y="1755474"/>
              <a:ext cx="25653" cy="20879"/>
            </a:xfrm>
            <a:custGeom>
              <a:rect b="b" l="l" r="r" t="t"/>
              <a:pathLst>
                <a:path extrusionOk="0" h="796" w="978">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9" name="Google Shape;17409;p93"/>
            <p:cNvSpPr/>
            <p:nvPr/>
          </p:nvSpPr>
          <p:spPr>
            <a:xfrm>
              <a:off x="2233090" y="1706188"/>
              <a:ext cx="35778" cy="47922"/>
            </a:xfrm>
            <a:custGeom>
              <a:rect b="b" l="l" r="r" t="t"/>
              <a:pathLst>
                <a:path extrusionOk="0" h="1827" w="1364">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0" name="Google Shape;17410;p93"/>
            <p:cNvSpPr/>
            <p:nvPr/>
          </p:nvSpPr>
          <p:spPr>
            <a:xfrm>
              <a:off x="2042765" y="1585031"/>
              <a:ext cx="33758" cy="22164"/>
            </a:xfrm>
            <a:custGeom>
              <a:rect b="b" l="l" r="r" t="t"/>
              <a:pathLst>
                <a:path extrusionOk="0" h="845" w="1287">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1" name="Google Shape;17411;p93"/>
            <p:cNvSpPr/>
            <p:nvPr/>
          </p:nvSpPr>
          <p:spPr>
            <a:xfrm>
              <a:off x="2078201" y="1600297"/>
              <a:ext cx="104395" cy="23082"/>
            </a:xfrm>
            <a:custGeom>
              <a:rect b="b" l="l" r="r" t="t"/>
              <a:pathLst>
                <a:path extrusionOk="0" h="880" w="398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2" name="Google Shape;17412;p93"/>
            <p:cNvSpPr/>
            <p:nvPr/>
          </p:nvSpPr>
          <p:spPr>
            <a:xfrm>
              <a:off x="2184590" y="1585031"/>
              <a:ext cx="33942" cy="22164"/>
            </a:xfrm>
            <a:custGeom>
              <a:rect b="b" l="l" r="r" t="t"/>
              <a:pathLst>
                <a:path extrusionOk="0" h="845" w="1294">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3" name="Google Shape;17413;p93"/>
            <p:cNvSpPr/>
            <p:nvPr/>
          </p:nvSpPr>
          <p:spPr>
            <a:xfrm>
              <a:off x="2075264" y="1568952"/>
              <a:ext cx="110717" cy="23922"/>
            </a:xfrm>
            <a:custGeom>
              <a:rect b="b" l="l" r="r" t="t"/>
              <a:pathLst>
                <a:path extrusionOk="0" h="912" w="4221">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4" name="Google Shape;17414;p93"/>
            <p:cNvSpPr/>
            <p:nvPr/>
          </p:nvSpPr>
          <p:spPr>
            <a:xfrm>
              <a:off x="2035132"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5" name="Google Shape;17415;p93"/>
            <p:cNvSpPr/>
            <p:nvPr/>
          </p:nvSpPr>
          <p:spPr>
            <a:xfrm>
              <a:off x="2052916"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6" name="Google Shape;17416;p93"/>
            <p:cNvSpPr/>
            <p:nvPr/>
          </p:nvSpPr>
          <p:spPr>
            <a:xfrm>
              <a:off x="2047040" y="1685256"/>
              <a:ext cx="17994" cy="17994"/>
            </a:xfrm>
            <a:custGeom>
              <a:rect b="b" l="l" r="r" t="t"/>
              <a:pathLst>
                <a:path extrusionOk="0" h="686" w="686">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7" name="Google Shape;17417;p93"/>
            <p:cNvSpPr/>
            <p:nvPr/>
          </p:nvSpPr>
          <p:spPr>
            <a:xfrm>
              <a:off x="2184354"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8" name="Google Shape;17418;p93"/>
            <p:cNvSpPr/>
            <p:nvPr/>
          </p:nvSpPr>
          <p:spPr>
            <a:xfrm>
              <a:off x="2202138"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9" name="Google Shape;17419;p93"/>
            <p:cNvSpPr/>
            <p:nvPr/>
          </p:nvSpPr>
          <p:spPr>
            <a:xfrm>
              <a:off x="2196263" y="1685256"/>
              <a:ext cx="17994" cy="17994"/>
            </a:xfrm>
            <a:custGeom>
              <a:rect b="b" l="l" r="r" t="t"/>
              <a:pathLst>
                <a:path extrusionOk="0" h="686" w="686">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0" name="Google Shape;17420;p93"/>
            <p:cNvSpPr/>
            <p:nvPr/>
          </p:nvSpPr>
          <p:spPr>
            <a:xfrm>
              <a:off x="2047040" y="1774884"/>
              <a:ext cx="167216" cy="71529"/>
            </a:xfrm>
            <a:custGeom>
              <a:rect b="b" l="l" r="r" t="t"/>
              <a:pathLst>
                <a:path extrusionOk="0" h="2727" w="6375">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1" name="Google Shape;17421;p93"/>
            <p:cNvSpPr/>
            <p:nvPr/>
          </p:nvSpPr>
          <p:spPr>
            <a:xfrm>
              <a:off x="2085467" y="1771343"/>
              <a:ext cx="90205" cy="37588"/>
            </a:xfrm>
            <a:custGeom>
              <a:rect b="b" l="l" r="r" t="t"/>
              <a:pathLst>
                <a:path extrusionOk="0" h="1433" w="3439">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2" name="Google Shape;17422;p93"/>
            <p:cNvSpPr/>
            <p:nvPr/>
          </p:nvSpPr>
          <p:spPr>
            <a:xfrm>
              <a:off x="2085467" y="1771526"/>
              <a:ext cx="48762" cy="37404"/>
            </a:xfrm>
            <a:custGeom>
              <a:rect b="b" l="l" r="r" t="t"/>
              <a:pathLst>
                <a:path extrusionOk="0" h="1426" w="1859">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3" name="Google Shape;17423;p93"/>
            <p:cNvSpPr/>
            <p:nvPr/>
          </p:nvSpPr>
          <p:spPr>
            <a:xfrm>
              <a:off x="2041007" y="1792720"/>
              <a:ext cx="179125" cy="59752"/>
            </a:xfrm>
            <a:custGeom>
              <a:rect b="b" l="l" r="r" t="t"/>
              <a:pathLst>
                <a:path extrusionOk="0" h="2278" w="6829">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24" name="Google Shape;17424;p93"/>
          <p:cNvGrpSpPr/>
          <p:nvPr/>
        </p:nvGrpSpPr>
        <p:grpSpPr>
          <a:xfrm>
            <a:off x="2209018" y="3441592"/>
            <a:ext cx="306471" cy="370000"/>
            <a:chOff x="2236106" y="3365392"/>
            <a:chExt cx="306471" cy="370000"/>
          </a:xfrm>
        </p:grpSpPr>
        <p:sp>
          <p:nvSpPr>
            <p:cNvPr id="17425" name="Google Shape;17425;p93"/>
            <p:cNvSpPr/>
            <p:nvPr/>
          </p:nvSpPr>
          <p:spPr>
            <a:xfrm>
              <a:off x="2413788" y="3588085"/>
              <a:ext cx="128789" cy="88107"/>
            </a:xfrm>
            <a:custGeom>
              <a:rect b="b" l="l" r="r" t="t"/>
              <a:pathLst>
                <a:path extrusionOk="0" h="3359" w="491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6" name="Google Shape;17426;p93"/>
            <p:cNvSpPr/>
            <p:nvPr/>
          </p:nvSpPr>
          <p:spPr>
            <a:xfrm>
              <a:off x="2413604" y="3588085"/>
              <a:ext cx="127740" cy="67831"/>
            </a:xfrm>
            <a:custGeom>
              <a:rect b="b" l="l" r="r" t="t"/>
              <a:pathLst>
                <a:path extrusionOk="0" h="2586" w="487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7" name="Google Shape;17427;p93"/>
            <p:cNvSpPr/>
            <p:nvPr/>
          </p:nvSpPr>
          <p:spPr>
            <a:xfrm>
              <a:off x="2350469" y="3365471"/>
              <a:ext cx="64945" cy="86559"/>
            </a:xfrm>
            <a:custGeom>
              <a:rect b="b" l="l" r="r" t="t"/>
              <a:pathLst>
                <a:path extrusionOk="0" h="3300" w="2476">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8" name="Google Shape;17428;p93"/>
            <p:cNvSpPr/>
            <p:nvPr/>
          </p:nvSpPr>
          <p:spPr>
            <a:xfrm>
              <a:off x="2368436" y="3365392"/>
              <a:ext cx="46978" cy="86166"/>
            </a:xfrm>
            <a:custGeom>
              <a:rect b="b" l="l" r="r" t="t"/>
              <a:pathLst>
                <a:path extrusionOk="0" h="3285" w="1791">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9" name="Google Shape;17429;p93"/>
            <p:cNvSpPr/>
            <p:nvPr/>
          </p:nvSpPr>
          <p:spPr>
            <a:xfrm>
              <a:off x="2236106" y="3542156"/>
              <a:ext cx="145157" cy="92618"/>
            </a:xfrm>
            <a:custGeom>
              <a:rect b="b" l="l" r="r" t="t"/>
              <a:pathLst>
                <a:path extrusionOk="0" h="3531" w="5534">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0" name="Google Shape;17430;p93"/>
            <p:cNvSpPr/>
            <p:nvPr/>
          </p:nvSpPr>
          <p:spPr>
            <a:xfrm>
              <a:off x="2236814" y="3542156"/>
              <a:ext cx="144449" cy="63608"/>
            </a:xfrm>
            <a:custGeom>
              <a:rect b="b" l="l" r="r" t="t"/>
              <a:pathLst>
                <a:path extrusionOk="0" h="2425" w="5507">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1" name="Google Shape;17431;p93"/>
            <p:cNvSpPr/>
            <p:nvPr/>
          </p:nvSpPr>
          <p:spPr>
            <a:xfrm>
              <a:off x="2298717" y="3457171"/>
              <a:ext cx="81654" cy="61693"/>
            </a:xfrm>
            <a:custGeom>
              <a:rect b="b" l="l" r="r" t="t"/>
              <a:pathLst>
                <a:path extrusionOk="0" h="2352" w="3113">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2" name="Google Shape;17432;p93"/>
            <p:cNvSpPr/>
            <p:nvPr/>
          </p:nvSpPr>
          <p:spPr>
            <a:xfrm>
              <a:off x="2299609" y="3457171"/>
              <a:ext cx="80762" cy="51647"/>
            </a:xfrm>
            <a:custGeom>
              <a:rect b="b" l="l" r="r" t="t"/>
              <a:pathLst>
                <a:path extrusionOk="0" h="1969" w="3079">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3" name="Google Shape;17433;p93"/>
            <p:cNvSpPr/>
            <p:nvPr/>
          </p:nvSpPr>
          <p:spPr>
            <a:xfrm>
              <a:off x="2421080" y="3480857"/>
              <a:ext cx="85929" cy="59044"/>
            </a:xfrm>
            <a:custGeom>
              <a:rect b="b" l="l" r="r" t="t"/>
              <a:pathLst>
                <a:path extrusionOk="0" h="2251" w="3276">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4" name="Google Shape;17434;p93"/>
            <p:cNvSpPr/>
            <p:nvPr/>
          </p:nvSpPr>
          <p:spPr>
            <a:xfrm>
              <a:off x="2421080" y="3480857"/>
              <a:ext cx="85221" cy="47345"/>
            </a:xfrm>
            <a:custGeom>
              <a:rect b="b" l="l" r="r" t="t"/>
              <a:pathLst>
                <a:path extrusionOk="0" h="1805" w="3249">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5" name="Google Shape;17435;p93"/>
            <p:cNvSpPr/>
            <p:nvPr/>
          </p:nvSpPr>
          <p:spPr>
            <a:xfrm>
              <a:off x="2379269" y="3608807"/>
              <a:ext cx="129340" cy="76093"/>
            </a:xfrm>
            <a:custGeom>
              <a:rect b="b" l="l" r="r" t="t"/>
              <a:pathLst>
                <a:path extrusionOk="0" h="2901" w="4931">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6" name="Google Shape;17436;p93"/>
            <p:cNvSpPr/>
            <p:nvPr/>
          </p:nvSpPr>
          <p:spPr>
            <a:xfrm>
              <a:off x="2274035" y="3568019"/>
              <a:ext cx="22400" cy="12485"/>
            </a:xfrm>
            <a:custGeom>
              <a:rect b="b" l="l" r="r" t="t"/>
              <a:pathLst>
                <a:path extrusionOk="0" h="476" w="854">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7" name="Google Shape;17437;p93"/>
            <p:cNvSpPr/>
            <p:nvPr/>
          </p:nvSpPr>
          <p:spPr>
            <a:xfrm>
              <a:off x="2450012" y="3500398"/>
              <a:ext cx="20722" cy="13823"/>
            </a:xfrm>
            <a:custGeom>
              <a:rect b="b" l="l" r="r" t="t"/>
              <a:pathLst>
                <a:path extrusionOk="0" h="527" w="79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8" name="Google Shape;17438;p93"/>
            <p:cNvSpPr/>
            <p:nvPr/>
          </p:nvSpPr>
          <p:spPr>
            <a:xfrm>
              <a:off x="2303675" y="3396003"/>
              <a:ext cx="142088" cy="339390"/>
            </a:xfrm>
            <a:custGeom>
              <a:rect b="b" l="l" r="r" t="t"/>
              <a:pathLst>
                <a:path extrusionOk="0" h="12939" w="5417">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39" name="Google Shape;17439;p93"/>
          <p:cNvGrpSpPr/>
          <p:nvPr/>
        </p:nvGrpSpPr>
        <p:grpSpPr>
          <a:xfrm>
            <a:off x="5465735" y="3461763"/>
            <a:ext cx="375325" cy="329606"/>
            <a:chOff x="5492823" y="3385563"/>
            <a:chExt cx="375325" cy="329606"/>
          </a:xfrm>
        </p:grpSpPr>
        <p:sp>
          <p:nvSpPr>
            <p:cNvPr id="17440" name="Google Shape;17440;p93"/>
            <p:cNvSpPr/>
            <p:nvPr/>
          </p:nvSpPr>
          <p:spPr>
            <a:xfrm>
              <a:off x="5531617" y="3399019"/>
              <a:ext cx="53719" cy="53404"/>
            </a:xfrm>
            <a:custGeom>
              <a:rect b="b" l="l" r="r" t="t"/>
              <a:pathLst>
                <a:path extrusionOk="0" h="2036" w="2048">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1" name="Google Shape;17441;p93"/>
            <p:cNvSpPr/>
            <p:nvPr/>
          </p:nvSpPr>
          <p:spPr>
            <a:xfrm>
              <a:off x="5492823" y="3446417"/>
              <a:ext cx="50729" cy="42388"/>
            </a:xfrm>
            <a:custGeom>
              <a:rect b="b" l="l" r="r" t="t"/>
              <a:pathLst>
                <a:path extrusionOk="0" h="1616" w="1934">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2" name="Google Shape;17442;p93"/>
            <p:cNvSpPr/>
            <p:nvPr/>
          </p:nvSpPr>
          <p:spPr>
            <a:xfrm>
              <a:off x="5654321" y="3412318"/>
              <a:ext cx="43437" cy="47660"/>
            </a:xfrm>
            <a:custGeom>
              <a:rect b="b" l="l" r="r" t="t"/>
              <a:pathLst>
                <a:path extrusionOk="0" h="1817" w="1656">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3" name="Google Shape;17443;p93"/>
            <p:cNvSpPr/>
            <p:nvPr/>
          </p:nvSpPr>
          <p:spPr>
            <a:xfrm>
              <a:off x="5541742" y="3464332"/>
              <a:ext cx="135373" cy="89182"/>
            </a:xfrm>
            <a:custGeom>
              <a:rect b="b" l="l" r="r" t="t"/>
              <a:pathLst>
                <a:path extrusionOk="0" h="3400" w="5161">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4" name="Google Shape;17444;p93"/>
            <p:cNvSpPr/>
            <p:nvPr/>
          </p:nvSpPr>
          <p:spPr>
            <a:xfrm>
              <a:off x="5596877" y="3385563"/>
              <a:ext cx="46270" cy="57470"/>
            </a:xfrm>
            <a:custGeom>
              <a:rect b="b" l="l" r="r" t="t"/>
              <a:pathLst>
                <a:path extrusionOk="0" h="2191" w="1764">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5" name="Google Shape;17445;p93"/>
            <p:cNvSpPr/>
            <p:nvPr/>
          </p:nvSpPr>
          <p:spPr>
            <a:xfrm>
              <a:off x="5542109" y="3467532"/>
              <a:ext cx="50519" cy="85956"/>
            </a:xfrm>
            <a:custGeom>
              <a:rect b="b" l="l" r="r" t="t"/>
              <a:pathLst>
                <a:path extrusionOk="0" h="3277" w="1926">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6" name="Google Shape;17446;p93"/>
            <p:cNvSpPr/>
            <p:nvPr/>
          </p:nvSpPr>
          <p:spPr>
            <a:xfrm>
              <a:off x="5492823" y="3450273"/>
              <a:ext cx="46821" cy="38532"/>
            </a:xfrm>
            <a:custGeom>
              <a:rect b="b" l="l" r="r" t="t"/>
              <a:pathLst>
                <a:path extrusionOk="0" h="1469" w="1785">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7" name="Google Shape;17447;p93"/>
            <p:cNvSpPr/>
            <p:nvPr/>
          </p:nvSpPr>
          <p:spPr>
            <a:xfrm>
              <a:off x="5531774" y="3399596"/>
              <a:ext cx="44486" cy="52827"/>
            </a:xfrm>
            <a:custGeom>
              <a:rect b="b" l="l" r="r" t="t"/>
              <a:pathLst>
                <a:path extrusionOk="0" h="2014" w="1696">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8" name="Google Shape;17448;p93"/>
            <p:cNvSpPr/>
            <p:nvPr/>
          </p:nvSpPr>
          <p:spPr>
            <a:xfrm>
              <a:off x="5597244" y="3385563"/>
              <a:ext cx="34886" cy="55686"/>
            </a:xfrm>
            <a:custGeom>
              <a:rect b="b" l="l" r="r" t="t"/>
              <a:pathLst>
                <a:path extrusionOk="0" h="2123" w="133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9" name="Google Shape;17449;p93"/>
            <p:cNvSpPr/>
            <p:nvPr/>
          </p:nvSpPr>
          <p:spPr>
            <a:xfrm>
              <a:off x="5654872" y="3412292"/>
              <a:ext cx="38086" cy="42807"/>
            </a:xfrm>
            <a:custGeom>
              <a:rect b="b" l="l" r="r" t="t"/>
              <a:pathLst>
                <a:path extrusionOk="0" h="1632" w="1452">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0" name="Google Shape;17450;p93"/>
            <p:cNvSpPr/>
            <p:nvPr/>
          </p:nvSpPr>
          <p:spPr>
            <a:xfrm>
              <a:off x="5730624" y="3541868"/>
              <a:ext cx="43070" cy="57863"/>
            </a:xfrm>
            <a:custGeom>
              <a:rect b="b" l="l" r="r" t="t"/>
              <a:pathLst>
                <a:path extrusionOk="0" h="2206" w="1642">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1" name="Google Shape;17451;p93"/>
            <p:cNvSpPr/>
            <p:nvPr/>
          </p:nvSpPr>
          <p:spPr>
            <a:xfrm>
              <a:off x="5672472" y="3557868"/>
              <a:ext cx="41102" cy="49260"/>
            </a:xfrm>
            <a:custGeom>
              <a:rect b="b" l="l" r="r" t="t"/>
              <a:pathLst>
                <a:path extrusionOk="0" h="1878" w="1567">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2" name="Google Shape;17452;p93"/>
            <p:cNvSpPr/>
            <p:nvPr/>
          </p:nvSpPr>
          <p:spPr>
            <a:xfrm>
              <a:off x="5815111" y="3621974"/>
              <a:ext cx="53037" cy="39712"/>
            </a:xfrm>
            <a:custGeom>
              <a:rect b="b" l="l" r="r" t="t"/>
              <a:pathLst>
                <a:path extrusionOk="0" h="1514" w="2022">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3" name="Google Shape;17453;p93"/>
            <p:cNvSpPr/>
            <p:nvPr/>
          </p:nvSpPr>
          <p:spPr>
            <a:xfrm>
              <a:off x="5673180" y="3620138"/>
              <a:ext cx="136265" cy="95031"/>
            </a:xfrm>
            <a:custGeom>
              <a:rect b="b" l="l" r="r" t="t"/>
              <a:pathLst>
                <a:path extrusionOk="0" h="3623" w="5195">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4" name="Google Shape;17454;p93"/>
            <p:cNvSpPr/>
            <p:nvPr/>
          </p:nvSpPr>
          <p:spPr>
            <a:xfrm>
              <a:off x="5779884" y="3567363"/>
              <a:ext cx="56237" cy="51280"/>
            </a:xfrm>
            <a:custGeom>
              <a:rect b="b" l="l" r="r" t="t"/>
              <a:pathLst>
                <a:path extrusionOk="0" h="1955" w="2144">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5" name="Google Shape;17455;p93"/>
            <p:cNvSpPr/>
            <p:nvPr/>
          </p:nvSpPr>
          <p:spPr>
            <a:xfrm>
              <a:off x="5676380" y="3620243"/>
              <a:ext cx="79897" cy="70349"/>
            </a:xfrm>
            <a:custGeom>
              <a:rect b="b" l="l" r="r" t="t"/>
              <a:pathLst>
                <a:path extrusionOk="0" h="2682" w="3046">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6" name="Google Shape;17456;p93"/>
            <p:cNvSpPr/>
            <p:nvPr/>
          </p:nvSpPr>
          <p:spPr>
            <a:xfrm>
              <a:off x="5672289" y="3558052"/>
              <a:ext cx="33286" cy="49076"/>
            </a:xfrm>
            <a:custGeom>
              <a:rect b="b" l="l" r="r" t="t"/>
              <a:pathLst>
                <a:path extrusionOk="0" h="1871" w="1269">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7" name="Google Shape;17457;p93"/>
            <p:cNvSpPr/>
            <p:nvPr/>
          </p:nvSpPr>
          <p:spPr>
            <a:xfrm>
              <a:off x="5730624" y="3541868"/>
              <a:ext cx="28486" cy="57837"/>
            </a:xfrm>
            <a:custGeom>
              <a:rect b="b" l="l" r="r" t="t"/>
              <a:pathLst>
                <a:path extrusionOk="0" h="2205" w="1086">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8" name="Google Shape;17458;p93"/>
            <p:cNvSpPr/>
            <p:nvPr/>
          </p:nvSpPr>
          <p:spPr>
            <a:xfrm>
              <a:off x="5781484" y="3567363"/>
              <a:ext cx="51070" cy="44093"/>
            </a:xfrm>
            <a:custGeom>
              <a:rect b="b" l="l" r="r" t="t"/>
              <a:pathLst>
                <a:path extrusionOk="0" h="1681" w="1947">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9" name="Google Shape;17459;p93"/>
            <p:cNvSpPr/>
            <p:nvPr/>
          </p:nvSpPr>
          <p:spPr>
            <a:xfrm>
              <a:off x="5818836" y="3622027"/>
              <a:ext cx="46978" cy="28197"/>
            </a:xfrm>
            <a:custGeom>
              <a:rect b="b" l="l" r="r" t="t"/>
              <a:pathLst>
                <a:path extrusionOk="0" h="1075" w="1791">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60" name="Google Shape;17460;p93"/>
          <p:cNvGrpSpPr/>
          <p:nvPr/>
        </p:nvGrpSpPr>
        <p:grpSpPr>
          <a:xfrm>
            <a:off x="3014699" y="2077318"/>
            <a:ext cx="370158" cy="328164"/>
            <a:chOff x="3041787" y="2001118"/>
            <a:chExt cx="370158" cy="328164"/>
          </a:xfrm>
        </p:grpSpPr>
        <p:sp>
          <p:nvSpPr>
            <p:cNvPr id="17461" name="Google Shape;17461;p93"/>
            <p:cNvSpPr/>
            <p:nvPr/>
          </p:nvSpPr>
          <p:spPr>
            <a:xfrm>
              <a:off x="3087689" y="2006993"/>
              <a:ext cx="278536" cy="258628"/>
            </a:xfrm>
            <a:custGeom>
              <a:rect b="b" l="l" r="r" t="t"/>
              <a:pathLst>
                <a:path extrusionOk="0" h="9860" w="10619">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2" name="Google Shape;17462;p93"/>
            <p:cNvSpPr/>
            <p:nvPr/>
          </p:nvSpPr>
          <p:spPr>
            <a:xfrm>
              <a:off x="3298631" y="2001118"/>
              <a:ext cx="113314" cy="184082"/>
            </a:xfrm>
            <a:custGeom>
              <a:rect b="b" l="l" r="r" t="t"/>
              <a:pathLst>
                <a:path extrusionOk="0" h="7018" w="432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3" name="Google Shape;17463;p93"/>
            <p:cNvSpPr/>
            <p:nvPr/>
          </p:nvSpPr>
          <p:spPr>
            <a:xfrm>
              <a:off x="3143166" y="2114431"/>
              <a:ext cx="41837" cy="53719"/>
            </a:xfrm>
            <a:custGeom>
              <a:rect b="b" l="l" r="r" t="t"/>
              <a:pathLst>
                <a:path extrusionOk="0" h="2048" w="1595">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4" name="Google Shape;17464;p93"/>
            <p:cNvSpPr/>
            <p:nvPr/>
          </p:nvSpPr>
          <p:spPr>
            <a:xfrm>
              <a:off x="3161133" y="2114431"/>
              <a:ext cx="23869" cy="41811"/>
            </a:xfrm>
            <a:custGeom>
              <a:rect b="b" l="l" r="r" t="t"/>
              <a:pathLst>
                <a:path extrusionOk="0" h="1594" w="91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5" name="Google Shape;17465;p93"/>
            <p:cNvSpPr/>
            <p:nvPr/>
          </p:nvSpPr>
          <p:spPr>
            <a:xfrm>
              <a:off x="3155258" y="2120464"/>
              <a:ext cx="17810" cy="17810"/>
            </a:xfrm>
            <a:custGeom>
              <a:rect b="b" l="l" r="r" t="t"/>
              <a:pathLst>
                <a:path extrusionOk="0" h="679" w="679">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6" name="Google Shape;17466;p93"/>
            <p:cNvSpPr/>
            <p:nvPr/>
          </p:nvSpPr>
          <p:spPr>
            <a:xfrm>
              <a:off x="3268571" y="2114431"/>
              <a:ext cx="41811" cy="53719"/>
            </a:xfrm>
            <a:custGeom>
              <a:rect b="b" l="l" r="r" t="t"/>
              <a:pathLst>
                <a:path extrusionOk="0" h="2048" w="1594">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7" name="Google Shape;17467;p93"/>
            <p:cNvSpPr/>
            <p:nvPr/>
          </p:nvSpPr>
          <p:spPr>
            <a:xfrm>
              <a:off x="3286513" y="2114431"/>
              <a:ext cx="23869" cy="41811"/>
            </a:xfrm>
            <a:custGeom>
              <a:rect b="b" l="l" r="r" t="t"/>
              <a:pathLst>
                <a:path extrusionOk="0" h="1594" w="91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8" name="Google Shape;17468;p93"/>
            <p:cNvSpPr/>
            <p:nvPr/>
          </p:nvSpPr>
          <p:spPr>
            <a:xfrm>
              <a:off x="3280480" y="2120464"/>
              <a:ext cx="17994" cy="17810"/>
            </a:xfrm>
            <a:custGeom>
              <a:rect b="b" l="l" r="r" t="t"/>
              <a:pathLst>
                <a:path extrusionOk="0" h="679" w="686">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9" name="Google Shape;17469;p93"/>
            <p:cNvSpPr/>
            <p:nvPr/>
          </p:nvSpPr>
          <p:spPr>
            <a:xfrm>
              <a:off x="3298447" y="2011741"/>
              <a:ext cx="98730" cy="173459"/>
            </a:xfrm>
            <a:custGeom>
              <a:rect b="b" l="l" r="r" t="t"/>
              <a:pathLst>
                <a:path extrusionOk="0" h="6613" w="3764">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0" name="Google Shape;17470;p93"/>
            <p:cNvSpPr/>
            <p:nvPr/>
          </p:nvSpPr>
          <p:spPr>
            <a:xfrm>
              <a:off x="3087506" y="2013052"/>
              <a:ext cx="98730" cy="252569"/>
            </a:xfrm>
            <a:custGeom>
              <a:rect b="b" l="l" r="r" t="t"/>
              <a:pathLst>
                <a:path extrusionOk="0" h="9629" w="3764">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1" name="Google Shape;17471;p93"/>
            <p:cNvSpPr/>
            <p:nvPr/>
          </p:nvSpPr>
          <p:spPr>
            <a:xfrm>
              <a:off x="3041787" y="2001118"/>
              <a:ext cx="113497" cy="184082"/>
            </a:xfrm>
            <a:custGeom>
              <a:rect b="b" l="l" r="r" t="t"/>
              <a:pathLst>
                <a:path extrusionOk="0" h="7018" w="4327">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2" name="Google Shape;17472;p93"/>
            <p:cNvSpPr/>
            <p:nvPr/>
          </p:nvSpPr>
          <p:spPr>
            <a:xfrm>
              <a:off x="3041787" y="2001118"/>
              <a:ext cx="111373" cy="122232"/>
            </a:xfrm>
            <a:custGeom>
              <a:rect b="b" l="l" r="r" t="t"/>
              <a:pathLst>
                <a:path extrusionOk="0" h="4660" w="4246">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3" name="Google Shape;17473;p93"/>
            <p:cNvSpPr/>
            <p:nvPr/>
          </p:nvSpPr>
          <p:spPr>
            <a:xfrm>
              <a:off x="3161133" y="2221843"/>
              <a:ext cx="131281" cy="95530"/>
            </a:xfrm>
            <a:custGeom>
              <a:rect b="b" l="l" r="r" t="t"/>
              <a:pathLst>
                <a:path extrusionOk="0" h="3642" w="5005">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4" name="Google Shape;17474;p93"/>
            <p:cNvSpPr/>
            <p:nvPr/>
          </p:nvSpPr>
          <p:spPr>
            <a:xfrm>
              <a:off x="3196885" y="2269687"/>
              <a:ext cx="59778" cy="59595"/>
            </a:xfrm>
            <a:custGeom>
              <a:rect b="b" l="l" r="r" t="t"/>
              <a:pathLst>
                <a:path extrusionOk="0" h="2272" w="2279">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5" name="Google Shape;17475;p93"/>
            <p:cNvSpPr/>
            <p:nvPr/>
          </p:nvSpPr>
          <p:spPr>
            <a:xfrm>
              <a:off x="3196885" y="2269687"/>
              <a:ext cx="59778" cy="29850"/>
            </a:xfrm>
            <a:custGeom>
              <a:rect b="b" l="l" r="r" t="t"/>
              <a:pathLst>
                <a:path extrusionOk="0" h="1138" w="2279">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6" name="Google Shape;17476;p93"/>
            <p:cNvSpPr/>
            <p:nvPr/>
          </p:nvSpPr>
          <p:spPr>
            <a:xfrm>
              <a:off x="3143166" y="2215968"/>
              <a:ext cx="167216" cy="65680"/>
            </a:xfrm>
            <a:custGeom>
              <a:rect b="b" l="l" r="r" t="t"/>
              <a:pathLst>
                <a:path extrusionOk="0" h="2504" w="6375">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7" name="Google Shape;17477;p93"/>
            <p:cNvSpPr/>
            <p:nvPr/>
          </p:nvSpPr>
          <p:spPr>
            <a:xfrm>
              <a:off x="3191009" y="2192151"/>
              <a:ext cx="71713" cy="50362"/>
            </a:xfrm>
            <a:custGeom>
              <a:rect b="b" l="l" r="r" t="t"/>
              <a:pathLst>
                <a:path extrusionOk="0" h="1920" w="2734">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8" name="Google Shape;17478;p93"/>
            <p:cNvSpPr/>
            <p:nvPr/>
          </p:nvSpPr>
          <p:spPr>
            <a:xfrm>
              <a:off x="3190826" y="2193908"/>
              <a:ext cx="53221" cy="48604"/>
            </a:xfrm>
            <a:custGeom>
              <a:rect b="b" l="l" r="r" t="t"/>
              <a:pathLst>
                <a:path extrusionOk="0" h="1853" w="2029">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79" name="Google Shape;17479;p93"/>
          <p:cNvGrpSpPr/>
          <p:nvPr/>
        </p:nvGrpSpPr>
        <p:grpSpPr>
          <a:xfrm>
            <a:off x="5752796" y="2115325"/>
            <a:ext cx="372309" cy="328216"/>
            <a:chOff x="5779884" y="2039125"/>
            <a:chExt cx="372309" cy="328216"/>
          </a:xfrm>
        </p:grpSpPr>
        <p:sp>
          <p:nvSpPr>
            <p:cNvPr id="17480" name="Google Shape;17480;p93"/>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1" name="Google Shape;17481;p93"/>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2" name="Google Shape;17482;p93"/>
            <p:cNvSpPr/>
            <p:nvPr/>
          </p:nvSpPr>
          <p:spPr>
            <a:xfrm>
              <a:off x="6095221" y="2136097"/>
              <a:ext cx="56972" cy="134088"/>
            </a:xfrm>
            <a:custGeom>
              <a:rect b="b" l="l" r="r" t="t"/>
              <a:pathLst>
                <a:path extrusionOk="0" h="5112" w="2172">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3" name="Google Shape;17483;p93"/>
            <p:cNvSpPr/>
            <p:nvPr/>
          </p:nvSpPr>
          <p:spPr>
            <a:xfrm>
              <a:off x="5801419" y="2039125"/>
              <a:ext cx="156882" cy="90441"/>
            </a:xfrm>
            <a:custGeom>
              <a:rect b="b" l="l" r="r" t="t"/>
              <a:pathLst>
                <a:path extrusionOk="0" h="3448" w="5981">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4" name="Google Shape;17484;p93"/>
            <p:cNvSpPr/>
            <p:nvPr/>
          </p:nvSpPr>
          <p:spPr>
            <a:xfrm>
              <a:off x="5779884" y="2058666"/>
              <a:ext cx="331731" cy="308675"/>
            </a:xfrm>
            <a:custGeom>
              <a:rect b="b" l="l" r="r" t="t"/>
              <a:pathLst>
                <a:path extrusionOk="0" h="11768" w="12647">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5" name="Google Shape;17485;p93"/>
            <p:cNvSpPr/>
            <p:nvPr/>
          </p:nvSpPr>
          <p:spPr>
            <a:xfrm>
              <a:off x="5818757" y="2041250"/>
              <a:ext cx="35515" cy="28250"/>
            </a:xfrm>
            <a:custGeom>
              <a:rect b="b" l="l" r="r" t="t"/>
              <a:pathLst>
                <a:path extrusionOk="0" h="1077" w="1354">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6" name="Google Shape;17486;p93"/>
            <p:cNvSpPr/>
            <p:nvPr/>
          </p:nvSpPr>
          <p:spPr>
            <a:xfrm>
              <a:off x="5821695" y="2081513"/>
              <a:ext cx="16027" cy="12118"/>
            </a:xfrm>
            <a:custGeom>
              <a:rect b="b" l="l" r="r" t="t"/>
              <a:pathLst>
                <a:path extrusionOk="0" h="462" w="611">
                  <a:moveTo>
                    <a:pt x="305" y="1"/>
                  </a:moveTo>
                  <a:cubicBezTo>
                    <a:pt x="0" y="1"/>
                    <a:pt x="0" y="462"/>
                    <a:pt x="305" y="462"/>
                  </a:cubicBezTo>
                  <a:cubicBezTo>
                    <a:pt x="611" y="462"/>
                    <a:pt x="611" y="1"/>
                    <a:pt x="30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7" name="Google Shape;17487;p93"/>
            <p:cNvSpPr/>
            <p:nvPr/>
          </p:nvSpPr>
          <p:spPr>
            <a:xfrm>
              <a:off x="5844987" y="2093710"/>
              <a:ext cx="48945" cy="110717"/>
            </a:xfrm>
            <a:custGeom>
              <a:rect b="b" l="l" r="r" t="t"/>
              <a:pathLst>
                <a:path extrusionOk="0" h="4221" w="1866">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8" name="Google Shape;17488;p93"/>
            <p:cNvSpPr/>
            <p:nvPr/>
          </p:nvSpPr>
          <p:spPr>
            <a:xfrm>
              <a:off x="5927690" y="2196374"/>
              <a:ext cx="105864" cy="35253"/>
            </a:xfrm>
            <a:custGeom>
              <a:rect b="b" l="l" r="r" t="t"/>
              <a:pathLst>
                <a:path extrusionOk="0" h="1344" w="4036">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9" name="Google Shape;17489;p93"/>
            <p:cNvSpPr/>
            <p:nvPr/>
          </p:nvSpPr>
          <p:spPr>
            <a:xfrm>
              <a:off x="5779884" y="2098956"/>
              <a:ext cx="42886" cy="34833"/>
            </a:xfrm>
            <a:custGeom>
              <a:rect b="b" l="l" r="r" t="t"/>
              <a:pathLst>
                <a:path extrusionOk="0" h="1328" w="1635">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0" name="Google Shape;17490;p93"/>
            <p:cNvSpPr/>
            <p:nvPr/>
          </p:nvSpPr>
          <p:spPr>
            <a:xfrm>
              <a:off x="5780959" y="2120884"/>
              <a:ext cx="9102" cy="7790"/>
            </a:xfrm>
            <a:custGeom>
              <a:rect b="b" l="l" r="r" t="t"/>
              <a:pathLst>
                <a:path extrusionOk="0" h="297" w="347">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1" name="Google Shape;17491;p93"/>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2" name="Google Shape;17492;p93"/>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493" name="Google Shape;17493;p93"/>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Nature Icons</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497" name="Shape 17497"/>
        <p:cNvGrpSpPr/>
        <p:nvPr/>
      </p:nvGrpSpPr>
      <p:grpSpPr>
        <a:xfrm>
          <a:off x="0" y="0"/>
          <a:ext cx="0" cy="0"/>
          <a:chOff x="0" y="0"/>
          <a:chExt cx="0" cy="0"/>
        </a:xfrm>
      </p:grpSpPr>
      <p:grpSp>
        <p:nvGrpSpPr>
          <p:cNvPr id="17498" name="Google Shape;17498;p94"/>
          <p:cNvGrpSpPr/>
          <p:nvPr/>
        </p:nvGrpSpPr>
        <p:grpSpPr>
          <a:xfrm>
            <a:off x="7071588" y="2263554"/>
            <a:ext cx="362163" cy="347098"/>
            <a:chOff x="7075663" y="2444129"/>
            <a:chExt cx="362163" cy="347098"/>
          </a:xfrm>
        </p:grpSpPr>
        <p:sp>
          <p:nvSpPr>
            <p:cNvPr id="17499" name="Google Shape;17499;p94"/>
            <p:cNvSpPr/>
            <p:nvPr/>
          </p:nvSpPr>
          <p:spPr>
            <a:xfrm>
              <a:off x="7165817" y="2444129"/>
              <a:ext cx="181854" cy="100713"/>
            </a:xfrm>
            <a:custGeom>
              <a:rect b="b" l="l" r="r" t="t"/>
              <a:pathLst>
                <a:path extrusionOk="0" h="3844" w="6941">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0" name="Google Shape;17500;p94"/>
            <p:cNvSpPr/>
            <p:nvPr/>
          </p:nvSpPr>
          <p:spPr>
            <a:xfrm>
              <a:off x="7166053" y="2517201"/>
              <a:ext cx="27405" cy="27405"/>
            </a:xfrm>
            <a:custGeom>
              <a:rect b="b" l="l" r="r" t="t"/>
              <a:pathLst>
                <a:path extrusionOk="0" h="1046" w="1046">
                  <a:moveTo>
                    <a:pt x="260" y="1"/>
                  </a:moveTo>
                  <a:cubicBezTo>
                    <a:pt x="173" y="1"/>
                    <a:pt x="87" y="1"/>
                    <a:pt x="1" y="10"/>
                  </a:cubicBezTo>
                  <a:lnTo>
                    <a:pt x="1" y="1045"/>
                  </a:lnTo>
                  <a:lnTo>
                    <a:pt x="1046" y="1045"/>
                  </a:lnTo>
                  <a:lnTo>
                    <a:pt x="1046" y="1"/>
                  </a:ln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1" name="Google Shape;17501;p94"/>
            <p:cNvSpPr/>
            <p:nvPr/>
          </p:nvSpPr>
          <p:spPr>
            <a:xfrm>
              <a:off x="7320266" y="2517201"/>
              <a:ext cx="27405" cy="27641"/>
            </a:xfrm>
            <a:custGeom>
              <a:rect b="b" l="l" r="r" t="t"/>
              <a:pathLst>
                <a:path extrusionOk="0" h="1055" w="1046">
                  <a:moveTo>
                    <a:pt x="0" y="1"/>
                  </a:moveTo>
                  <a:lnTo>
                    <a:pt x="0" y="1055"/>
                  </a:lnTo>
                  <a:lnTo>
                    <a:pt x="1045" y="1055"/>
                  </a:lnTo>
                  <a:lnTo>
                    <a:pt x="1045" y="10"/>
                  </a:lnTo>
                  <a:cubicBezTo>
                    <a:pt x="959" y="10"/>
                    <a:pt x="863" y="1"/>
                    <a:pt x="777" y="1"/>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2" name="Google Shape;17502;p94"/>
            <p:cNvSpPr/>
            <p:nvPr/>
          </p:nvSpPr>
          <p:spPr>
            <a:xfrm>
              <a:off x="7075899" y="2544580"/>
              <a:ext cx="361927" cy="246647"/>
            </a:xfrm>
            <a:custGeom>
              <a:rect b="b" l="l" r="r" t="t"/>
              <a:pathLst>
                <a:path extrusionOk="0" h="9414" w="13814">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3" name="Google Shape;17503;p94"/>
            <p:cNvSpPr/>
            <p:nvPr/>
          </p:nvSpPr>
          <p:spPr>
            <a:xfrm>
              <a:off x="7298153" y="2544580"/>
              <a:ext cx="139672" cy="246647"/>
            </a:xfrm>
            <a:custGeom>
              <a:rect b="b" l="l" r="r" t="t"/>
              <a:pathLst>
                <a:path extrusionOk="0" h="9414" w="5331">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4" name="Google Shape;17504;p94"/>
            <p:cNvSpPr/>
            <p:nvPr/>
          </p:nvSpPr>
          <p:spPr>
            <a:xfrm>
              <a:off x="7075663" y="2743229"/>
              <a:ext cx="362163" cy="47998"/>
            </a:xfrm>
            <a:custGeom>
              <a:rect b="b" l="l" r="r" t="t"/>
              <a:pathLst>
                <a:path extrusionOk="0" h="1832" w="13823">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5" name="Google Shape;17505;p94"/>
            <p:cNvSpPr/>
            <p:nvPr/>
          </p:nvSpPr>
          <p:spPr>
            <a:xfrm>
              <a:off x="7374002" y="2743464"/>
              <a:ext cx="63823" cy="47763"/>
            </a:xfrm>
            <a:custGeom>
              <a:rect b="b" l="l" r="r" t="t"/>
              <a:pathLst>
                <a:path extrusionOk="0" h="1823" w="2436">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6" name="Google Shape;17506;p94"/>
            <p:cNvSpPr/>
            <p:nvPr/>
          </p:nvSpPr>
          <p:spPr>
            <a:xfrm>
              <a:off x="7198960" y="2593286"/>
              <a:ext cx="115542" cy="115306"/>
            </a:xfrm>
            <a:custGeom>
              <a:rect b="b" l="l" r="r" t="t"/>
              <a:pathLst>
                <a:path extrusionOk="0" h="4401" w="441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07" name="Google Shape;17507;p94"/>
          <p:cNvGrpSpPr/>
          <p:nvPr/>
        </p:nvGrpSpPr>
        <p:grpSpPr>
          <a:xfrm>
            <a:off x="6634100" y="2256009"/>
            <a:ext cx="372197" cy="362163"/>
            <a:chOff x="6638175" y="2436584"/>
            <a:chExt cx="372197" cy="362163"/>
          </a:xfrm>
        </p:grpSpPr>
        <p:sp>
          <p:nvSpPr>
            <p:cNvPr id="17508" name="Google Shape;17508;p94"/>
            <p:cNvSpPr/>
            <p:nvPr/>
          </p:nvSpPr>
          <p:spPr>
            <a:xfrm>
              <a:off x="6638175" y="2436584"/>
              <a:ext cx="182090" cy="362163"/>
            </a:xfrm>
            <a:custGeom>
              <a:rect b="b" l="l" r="r" t="t"/>
              <a:pathLst>
                <a:path extrusionOk="0" h="13823" w="695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9" name="Google Shape;17509;p94"/>
            <p:cNvSpPr/>
            <p:nvPr/>
          </p:nvSpPr>
          <p:spPr>
            <a:xfrm>
              <a:off x="6662017" y="2441850"/>
              <a:ext cx="158248" cy="356792"/>
            </a:xfrm>
            <a:custGeom>
              <a:rect b="b" l="l" r="r" t="t"/>
              <a:pathLst>
                <a:path extrusionOk="0" h="13618" w="604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0" name="Google Shape;17510;p94"/>
            <p:cNvSpPr/>
            <p:nvPr/>
          </p:nvSpPr>
          <p:spPr>
            <a:xfrm>
              <a:off x="6638175" y="2617652"/>
              <a:ext cx="182090" cy="181094"/>
            </a:xfrm>
            <a:custGeom>
              <a:rect b="b" l="l" r="r" t="t"/>
              <a:pathLst>
                <a:path extrusionOk="0" h="6912" w="695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1" name="Google Shape;17511;p94"/>
            <p:cNvSpPr/>
            <p:nvPr/>
          </p:nvSpPr>
          <p:spPr>
            <a:xfrm>
              <a:off x="6662017" y="2617652"/>
              <a:ext cx="158248" cy="180990"/>
            </a:xfrm>
            <a:custGeom>
              <a:rect b="b" l="l" r="r" t="t"/>
              <a:pathLst>
                <a:path extrusionOk="0" h="6908" w="604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2" name="Google Shape;17512;p94"/>
            <p:cNvSpPr/>
            <p:nvPr/>
          </p:nvSpPr>
          <p:spPr>
            <a:xfrm>
              <a:off x="6846623" y="2467762"/>
              <a:ext cx="160999" cy="153899"/>
            </a:xfrm>
            <a:custGeom>
              <a:rect b="b" l="l" r="r" t="t"/>
              <a:pathLst>
                <a:path extrusionOk="0" h="5874" w="6145">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3" name="Google Shape;17513;p94"/>
            <p:cNvSpPr/>
            <p:nvPr/>
          </p:nvSpPr>
          <p:spPr>
            <a:xfrm>
              <a:off x="6857155" y="2478530"/>
              <a:ext cx="151462" cy="143576"/>
            </a:xfrm>
            <a:custGeom>
              <a:rect b="b" l="l" r="r" t="t"/>
              <a:pathLst>
                <a:path extrusionOk="0" h="5480" w="5781">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4" name="Google Shape;17514;p94"/>
            <p:cNvSpPr/>
            <p:nvPr/>
          </p:nvSpPr>
          <p:spPr>
            <a:xfrm>
              <a:off x="6846623" y="2636621"/>
              <a:ext cx="160999" cy="153794"/>
            </a:xfrm>
            <a:custGeom>
              <a:rect b="b" l="l" r="r" t="t"/>
              <a:pathLst>
                <a:path extrusionOk="0" h="5870" w="6145">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5" name="Google Shape;17515;p94"/>
            <p:cNvSpPr/>
            <p:nvPr/>
          </p:nvSpPr>
          <p:spPr>
            <a:xfrm>
              <a:off x="6857155" y="2647546"/>
              <a:ext cx="153218" cy="142790"/>
            </a:xfrm>
            <a:custGeom>
              <a:rect b="b" l="l" r="r" t="t"/>
              <a:pathLst>
                <a:path extrusionOk="0" h="5450" w="5848">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6" name="Google Shape;17516;p94"/>
            <p:cNvSpPr/>
            <p:nvPr/>
          </p:nvSpPr>
          <p:spPr>
            <a:xfrm>
              <a:off x="6863941" y="2485552"/>
              <a:ext cx="118555" cy="118581"/>
            </a:xfrm>
            <a:custGeom>
              <a:rect b="b" l="l" r="r" t="t"/>
              <a:pathLst>
                <a:path extrusionOk="0" h="4526" w="4525">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7" name="Google Shape;17517;p94"/>
            <p:cNvSpPr/>
            <p:nvPr/>
          </p:nvSpPr>
          <p:spPr>
            <a:xfrm>
              <a:off x="6863941" y="2654332"/>
              <a:ext cx="118555" cy="118555"/>
            </a:xfrm>
            <a:custGeom>
              <a:rect b="b" l="l" r="r" t="t"/>
              <a:pathLst>
                <a:path extrusionOk="0" h="4525" w="4525">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8" name="Google Shape;17518;p94"/>
            <p:cNvSpPr/>
            <p:nvPr/>
          </p:nvSpPr>
          <p:spPr>
            <a:xfrm>
              <a:off x="6863941" y="2758294"/>
              <a:ext cx="20881" cy="14593"/>
            </a:xfrm>
            <a:custGeom>
              <a:rect b="b" l="l" r="r" t="t"/>
              <a:pathLst>
                <a:path extrusionOk="0" h="557" w="797">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9" name="Google Shape;17519;p94"/>
            <p:cNvSpPr/>
            <p:nvPr/>
          </p:nvSpPr>
          <p:spPr>
            <a:xfrm>
              <a:off x="6967902" y="2654332"/>
              <a:ext cx="14593" cy="20619"/>
            </a:xfrm>
            <a:custGeom>
              <a:rect b="b" l="l" r="r" t="t"/>
              <a:pathLst>
                <a:path extrusionOk="0" h="787" w="557">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0" name="Google Shape;17520;p94"/>
            <p:cNvSpPr/>
            <p:nvPr/>
          </p:nvSpPr>
          <p:spPr>
            <a:xfrm>
              <a:off x="6944820" y="2566169"/>
              <a:ext cx="37676" cy="37702"/>
            </a:xfrm>
            <a:custGeom>
              <a:rect b="b" l="l" r="r" t="t"/>
              <a:pathLst>
                <a:path extrusionOk="0" h="1439" w="1438">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21" name="Google Shape;17521;p94"/>
          <p:cNvGrpSpPr/>
          <p:nvPr/>
        </p:nvGrpSpPr>
        <p:grpSpPr>
          <a:xfrm>
            <a:off x="6188831" y="2258865"/>
            <a:ext cx="371699" cy="356084"/>
            <a:chOff x="6192906" y="2439440"/>
            <a:chExt cx="371699" cy="356084"/>
          </a:xfrm>
        </p:grpSpPr>
        <p:sp>
          <p:nvSpPr>
            <p:cNvPr id="17522" name="Google Shape;17522;p94"/>
            <p:cNvSpPr/>
            <p:nvPr/>
          </p:nvSpPr>
          <p:spPr>
            <a:xfrm>
              <a:off x="6227805" y="2461710"/>
              <a:ext cx="247904" cy="110381"/>
            </a:xfrm>
            <a:custGeom>
              <a:rect b="b" l="l" r="r" t="t"/>
              <a:pathLst>
                <a:path extrusionOk="0" h="4213" w="9462">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3" name="Google Shape;17523;p94"/>
            <p:cNvSpPr/>
            <p:nvPr/>
          </p:nvSpPr>
          <p:spPr>
            <a:xfrm>
              <a:off x="6483962" y="2670078"/>
              <a:ext cx="14593" cy="54575"/>
            </a:xfrm>
            <a:custGeom>
              <a:rect b="b" l="l" r="r" t="t"/>
              <a:pathLst>
                <a:path extrusionOk="0" h="2083" w="557">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4" name="Google Shape;17524;p94"/>
            <p:cNvSpPr/>
            <p:nvPr/>
          </p:nvSpPr>
          <p:spPr>
            <a:xfrm>
              <a:off x="6246905" y="2554117"/>
              <a:ext cx="251651" cy="128118"/>
            </a:xfrm>
            <a:custGeom>
              <a:rect b="b" l="l" r="r" t="t"/>
              <a:pathLst>
                <a:path extrusionOk="0" h="4890" w="9605">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5" name="Google Shape;17525;p94"/>
            <p:cNvSpPr/>
            <p:nvPr/>
          </p:nvSpPr>
          <p:spPr>
            <a:xfrm>
              <a:off x="6246905" y="2584142"/>
              <a:ext cx="167287" cy="97831"/>
            </a:xfrm>
            <a:custGeom>
              <a:rect b="b" l="l" r="r" t="t"/>
              <a:pathLst>
                <a:path extrusionOk="0" h="3734" w="6385">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6" name="Google Shape;17526;p94"/>
            <p:cNvSpPr/>
            <p:nvPr/>
          </p:nvSpPr>
          <p:spPr>
            <a:xfrm>
              <a:off x="6192906" y="2605102"/>
              <a:ext cx="197915" cy="190369"/>
            </a:xfrm>
            <a:custGeom>
              <a:rect b="b" l="l" r="r" t="t"/>
              <a:pathLst>
                <a:path extrusionOk="0" h="7266" w="7554">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7" name="Google Shape;17527;p94"/>
            <p:cNvSpPr/>
            <p:nvPr/>
          </p:nvSpPr>
          <p:spPr>
            <a:xfrm>
              <a:off x="6280807" y="2605102"/>
              <a:ext cx="113787" cy="190291"/>
            </a:xfrm>
            <a:custGeom>
              <a:rect b="b" l="l" r="r" t="t"/>
              <a:pathLst>
                <a:path extrusionOk="0" h="7263" w="4343">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8" name="Google Shape;17528;p94"/>
            <p:cNvSpPr/>
            <p:nvPr/>
          </p:nvSpPr>
          <p:spPr>
            <a:xfrm>
              <a:off x="6499787" y="2747735"/>
              <a:ext cx="64819" cy="14593"/>
            </a:xfrm>
            <a:custGeom>
              <a:rect b="b" l="l" r="r" t="t"/>
              <a:pathLst>
                <a:path extrusionOk="0" h="557" w="2474">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9" name="Google Shape;17529;p94"/>
            <p:cNvSpPr/>
            <p:nvPr/>
          </p:nvSpPr>
          <p:spPr>
            <a:xfrm>
              <a:off x="6437274" y="2714592"/>
              <a:ext cx="94189" cy="80932"/>
            </a:xfrm>
            <a:custGeom>
              <a:rect b="b" l="l" r="r" t="t"/>
              <a:pathLst>
                <a:path extrusionOk="0" h="3089" w="3595">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0" name="Google Shape;17530;p94"/>
            <p:cNvSpPr/>
            <p:nvPr/>
          </p:nvSpPr>
          <p:spPr>
            <a:xfrm>
              <a:off x="6477438" y="2714854"/>
              <a:ext cx="54024" cy="80644"/>
            </a:xfrm>
            <a:custGeom>
              <a:rect b="b" l="l" r="r" t="t"/>
              <a:pathLst>
                <a:path extrusionOk="0" h="3078" w="2062">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1" name="Google Shape;17531;p94"/>
            <p:cNvSpPr/>
            <p:nvPr/>
          </p:nvSpPr>
          <p:spPr>
            <a:xfrm>
              <a:off x="6193902" y="2439440"/>
              <a:ext cx="47003" cy="37466"/>
            </a:xfrm>
            <a:custGeom>
              <a:rect b="b" l="l" r="r" t="t"/>
              <a:pathLst>
                <a:path extrusionOk="0" h="1430" w="1794">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2" name="Google Shape;17532;p94"/>
            <p:cNvSpPr/>
            <p:nvPr/>
          </p:nvSpPr>
          <p:spPr>
            <a:xfrm>
              <a:off x="6241376" y="2659598"/>
              <a:ext cx="94949" cy="81351"/>
            </a:xfrm>
            <a:custGeom>
              <a:rect b="b" l="l" r="r" t="t"/>
              <a:pathLst>
                <a:path extrusionOk="0" h="3105" w="3624">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3" name="Google Shape;17533;p94"/>
            <p:cNvSpPr/>
            <p:nvPr/>
          </p:nvSpPr>
          <p:spPr>
            <a:xfrm>
              <a:off x="6282065" y="2659598"/>
              <a:ext cx="54024" cy="81403"/>
            </a:xfrm>
            <a:custGeom>
              <a:rect b="b" l="l" r="r" t="t"/>
              <a:pathLst>
                <a:path extrusionOk="0" h="3107" w="2062">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4" name="Google Shape;17534;p94"/>
            <p:cNvSpPr/>
            <p:nvPr/>
          </p:nvSpPr>
          <p:spPr>
            <a:xfrm>
              <a:off x="6439265" y="2510180"/>
              <a:ext cx="65317" cy="28899"/>
            </a:xfrm>
            <a:custGeom>
              <a:rect b="b" l="l" r="r" t="t"/>
              <a:pathLst>
                <a:path extrusionOk="0" h="1103" w="2493">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35" name="Google Shape;17535;p94"/>
          <p:cNvGrpSpPr/>
          <p:nvPr/>
        </p:nvGrpSpPr>
        <p:grpSpPr>
          <a:xfrm>
            <a:off x="5758392" y="2256009"/>
            <a:ext cx="362163" cy="362163"/>
            <a:chOff x="5762467" y="2436584"/>
            <a:chExt cx="362163" cy="362163"/>
          </a:xfrm>
        </p:grpSpPr>
        <p:sp>
          <p:nvSpPr>
            <p:cNvPr id="17536" name="Google Shape;17536;p94"/>
            <p:cNvSpPr/>
            <p:nvPr/>
          </p:nvSpPr>
          <p:spPr>
            <a:xfrm>
              <a:off x="5762467" y="2778127"/>
              <a:ext cx="362163" cy="20619"/>
            </a:xfrm>
            <a:custGeom>
              <a:rect b="b" l="l" r="r" t="t"/>
              <a:pathLst>
                <a:path extrusionOk="0" h="787" w="13823">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7" name="Google Shape;17537;p94"/>
            <p:cNvSpPr/>
            <p:nvPr/>
          </p:nvSpPr>
          <p:spPr>
            <a:xfrm>
              <a:off x="5762702" y="2777891"/>
              <a:ext cx="361927" cy="9301"/>
            </a:xfrm>
            <a:custGeom>
              <a:rect b="b" l="l" r="r" t="t"/>
              <a:pathLst>
                <a:path extrusionOk="0" h="355" w="13814">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8" name="Google Shape;17538;p94"/>
            <p:cNvSpPr/>
            <p:nvPr/>
          </p:nvSpPr>
          <p:spPr>
            <a:xfrm>
              <a:off x="5852359" y="2528493"/>
              <a:ext cx="182352" cy="249660"/>
            </a:xfrm>
            <a:custGeom>
              <a:rect b="b" l="l" r="r" t="t"/>
              <a:pathLst>
                <a:path extrusionOk="0" h="9529" w="6960">
                  <a:moveTo>
                    <a:pt x="1" y="1"/>
                  </a:moveTo>
                  <a:lnTo>
                    <a:pt x="1" y="9529"/>
                  </a:lnTo>
                  <a:lnTo>
                    <a:pt x="6960" y="9529"/>
                  </a:lnTo>
                  <a:lnTo>
                    <a:pt x="6960" y="1"/>
                  </a:lnTo>
                  <a:close/>
                </a:path>
              </a:pathLst>
            </a:custGeom>
            <a:solidFill>
              <a:srgbClr val="E1E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9" name="Google Shape;17539;p94"/>
            <p:cNvSpPr/>
            <p:nvPr/>
          </p:nvSpPr>
          <p:spPr>
            <a:xfrm>
              <a:off x="5838551" y="2508922"/>
              <a:ext cx="209967" cy="19860"/>
            </a:xfrm>
            <a:custGeom>
              <a:rect b="b" l="l" r="r" t="t"/>
              <a:pathLst>
                <a:path extrusionOk="0" h="758" w="8014">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0" name="Google Shape;17540;p94"/>
            <p:cNvSpPr/>
            <p:nvPr/>
          </p:nvSpPr>
          <p:spPr>
            <a:xfrm>
              <a:off x="6014589" y="2508922"/>
              <a:ext cx="33929" cy="19598"/>
            </a:xfrm>
            <a:custGeom>
              <a:rect b="b" l="l" r="r" t="t"/>
              <a:pathLst>
                <a:path extrusionOk="0" h="748" w="1295">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1" name="Google Shape;17541;p94"/>
            <p:cNvSpPr/>
            <p:nvPr/>
          </p:nvSpPr>
          <p:spPr>
            <a:xfrm>
              <a:off x="5762467" y="2565173"/>
              <a:ext cx="89918" cy="19598"/>
            </a:xfrm>
            <a:custGeom>
              <a:rect b="b" l="l" r="r" t="t"/>
              <a:pathLst>
                <a:path extrusionOk="0" h="748" w="3432">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2" name="Google Shape;17542;p94"/>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3" name="Google Shape;17543;p94"/>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4" name="Google Shape;17544;p94"/>
            <p:cNvSpPr/>
            <p:nvPr/>
          </p:nvSpPr>
          <p:spPr>
            <a:xfrm>
              <a:off x="5894803" y="2686217"/>
              <a:ext cx="97726" cy="91936"/>
            </a:xfrm>
            <a:custGeom>
              <a:rect b="b" l="l" r="r" t="t"/>
              <a:pathLst>
                <a:path extrusionOk="0" h="3509" w="373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5" name="Google Shape;17545;p94"/>
            <p:cNvSpPr/>
            <p:nvPr/>
          </p:nvSpPr>
          <p:spPr>
            <a:xfrm>
              <a:off x="5930959" y="2686217"/>
              <a:ext cx="25152" cy="91700"/>
            </a:xfrm>
            <a:custGeom>
              <a:rect b="b" l="l" r="r" t="t"/>
              <a:pathLst>
                <a:path extrusionOk="0" h="3500" w="960">
                  <a:moveTo>
                    <a:pt x="1" y="0"/>
                  </a:moveTo>
                  <a:lnTo>
                    <a:pt x="1" y="3499"/>
                  </a:lnTo>
                  <a:lnTo>
                    <a:pt x="959" y="3499"/>
                  </a:lnTo>
                  <a:lnTo>
                    <a:pt x="959" y="0"/>
                  </a:lnTo>
                  <a:close/>
                </a:path>
              </a:pathLst>
            </a:custGeom>
            <a:solidFill>
              <a:srgbClr val="93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6" name="Google Shape;17546;p94"/>
            <p:cNvSpPr/>
            <p:nvPr/>
          </p:nvSpPr>
          <p:spPr>
            <a:xfrm>
              <a:off x="5770484" y="2584745"/>
              <a:ext cx="81901" cy="193173"/>
            </a:xfrm>
            <a:custGeom>
              <a:rect b="b" l="l" r="r" t="t"/>
              <a:pathLst>
                <a:path extrusionOk="0" h="7373" w="3126">
                  <a:moveTo>
                    <a:pt x="1" y="1"/>
                  </a:moveTo>
                  <a:lnTo>
                    <a:pt x="1" y="7372"/>
                  </a:lnTo>
                  <a:lnTo>
                    <a:pt x="3126" y="737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7" name="Google Shape;17547;p94"/>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8" name="Google Shape;17548;p94"/>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9" name="Google Shape;17549;p94"/>
            <p:cNvSpPr/>
            <p:nvPr/>
          </p:nvSpPr>
          <p:spPr>
            <a:xfrm>
              <a:off x="6034685" y="2584745"/>
              <a:ext cx="81901" cy="193408"/>
            </a:xfrm>
            <a:custGeom>
              <a:rect b="b" l="l" r="r" t="t"/>
              <a:pathLst>
                <a:path extrusionOk="0" h="7382" w="3126">
                  <a:moveTo>
                    <a:pt x="1" y="1"/>
                  </a:moveTo>
                  <a:lnTo>
                    <a:pt x="1" y="7382"/>
                  </a:lnTo>
                  <a:lnTo>
                    <a:pt x="3126" y="738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0" name="Google Shape;17550;p94"/>
            <p:cNvSpPr/>
            <p:nvPr/>
          </p:nvSpPr>
          <p:spPr>
            <a:xfrm>
              <a:off x="6034685" y="2584745"/>
              <a:ext cx="17371" cy="193173"/>
            </a:xfrm>
            <a:custGeom>
              <a:rect b="b" l="l" r="r" t="t"/>
              <a:pathLst>
                <a:path extrusionOk="0" h="7373" w="663">
                  <a:moveTo>
                    <a:pt x="1" y="1"/>
                  </a:moveTo>
                  <a:lnTo>
                    <a:pt x="1"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1" name="Google Shape;17551;p94"/>
            <p:cNvSpPr/>
            <p:nvPr/>
          </p:nvSpPr>
          <p:spPr>
            <a:xfrm>
              <a:off x="5872192"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2" name="Google Shape;17552;p94"/>
            <p:cNvSpPr/>
            <p:nvPr/>
          </p:nvSpPr>
          <p:spPr>
            <a:xfrm>
              <a:off x="5928706" y="2567400"/>
              <a:ext cx="29920" cy="58819"/>
            </a:xfrm>
            <a:custGeom>
              <a:rect b="b" l="l" r="r" t="t"/>
              <a:pathLst>
                <a:path extrusionOk="0" h="2245" w="1142">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3" name="Google Shape;17553;p94"/>
            <p:cNvSpPr/>
            <p:nvPr/>
          </p:nvSpPr>
          <p:spPr>
            <a:xfrm>
              <a:off x="5984957"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4" name="Google Shape;17554;p94"/>
            <p:cNvSpPr/>
            <p:nvPr/>
          </p:nvSpPr>
          <p:spPr>
            <a:xfrm>
              <a:off x="5796369" y="2651817"/>
              <a:ext cx="29894" cy="59029"/>
            </a:xfrm>
            <a:custGeom>
              <a:rect b="b" l="l" r="r" t="t"/>
              <a:pathLst>
                <a:path extrusionOk="0" h="2253" w="1141">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5" name="Google Shape;17555;p94"/>
            <p:cNvSpPr/>
            <p:nvPr/>
          </p:nvSpPr>
          <p:spPr>
            <a:xfrm>
              <a:off x="6060806" y="2651817"/>
              <a:ext cx="29658" cy="59029"/>
            </a:xfrm>
            <a:custGeom>
              <a:rect b="b" l="l" r="r" t="t"/>
              <a:pathLst>
                <a:path extrusionOk="0" h="2253" w="1132">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6" name="Google Shape;17556;p94"/>
            <p:cNvSpPr/>
            <p:nvPr/>
          </p:nvSpPr>
          <p:spPr>
            <a:xfrm>
              <a:off x="6034685" y="2565173"/>
              <a:ext cx="89945" cy="19860"/>
            </a:xfrm>
            <a:custGeom>
              <a:rect b="b" l="l" r="r" t="t"/>
              <a:pathLst>
                <a:path extrusionOk="0" h="758" w="3433">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7" name="Google Shape;17557;p94"/>
            <p:cNvSpPr/>
            <p:nvPr/>
          </p:nvSpPr>
          <p:spPr>
            <a:xfrm>
              <a:off x="6034685" y="2565173"/>
              <a:ext cx="17371" cy="19598"/>
            </a:xfrm>
            <a:custGeom>
              <a:rect b="b" l="l" r="r" t="t"/>
              <a:pathLst>
                <a:path extrusionOk="0" h="748" w="663">
                  <a:moveTo>
                    <a:pt x="1" y="0"/>
                  </a:moveTo>
                  <a:lnTo>
                    <a:pt x="1"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8" name="Google Shape;17558;p94"/>
            <p:cNvSpPr/>
            <p:nvPr/>
          </p:nvSpPr>
          <p:spPr>
            <a:xfrm>
              <a:off x="5892550" y="2436584"/>
              <a:ext cx="101735" cy="72364"/>
            </a:xfrm>
            <a:custGeom>
              <a:rect b="b" l="l" r="r" t="t"/>
              <a:pathLst>
                <a:path extrusionOk="0" h="2762" w="3883">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9" name="Google Shape;17559;p94"/>
            <p:cNvSpPr/>
            <p:nvPr/>
          </p:nvSpPr>
          <p:spPr>
            <a:xfrm>
              <a:off x="5976416" y="2436584"/>
              <a:ext cx="18130" cy="72364"/>
            </a:xfrm>
            <a:custGeom>
              <a:rect b="b" l="l" r="r" t="t"/>
              <a:pathLst>
                <a:path extrusionOk="0" h="2762" w="692">
                  <a:moveTo>
                    <a:pt x="1" y="1"/>
                  </a:moveTo>
                  <a:lnTo>
                    <a:pt x="1" y="2761"/>
                  </a:lnTo>
                  <a:lnTo>
                    <a:pt x="691" y="2761"/>
                  </a:lnTo>
                  <a:lnTo>
                    <a:pt x="691" y="451"/>
                  </a:lnTo>
                  <a:cubicBezTo>
                    <a:pt x="691" y="202"/>
                    <a:pt x="490" y="1"/>
                    <a:pt x="241" y="1"/>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0" name="Google Shape;17560;p94"/>
            <p:cNvSpPr/>
            <p:nvPr/>
          </p:nvSpPr>
          <p:spPr>
            <a:xfrm>
              <a:off x="5919405" y="2450706"/>
              <a:ext cx="48260" cy="44619"/>
            </a:xfrm>
            <a:custGeom>
              <a:rect b="b" l="l" r="r" t="t"/>
              <a:pathLst>
                <a:path extrusionOk="0" h="1703" w="1842">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61" name="Google Shape;17561;p94"/>
          <p:cNvGrpSpPr/>
          <p:nvPr/>
        </p:nvGrpSpPr>
        <p:grpSpPr>
          <a:xfrm>
            <a:off x="5319646" y="2256454"/>
            <a:ext cx="362922" cy="361219"/>
            <a:chOff x="5323721" y="2437029"/>
            <a:chExt cx="362922" cy="361219"/>
          </a:xfrm>
        </p:grpSpPr>
        <p:sp>
          <p:nvSpPr>
            <p:cNvPr id="17562" name="Google Shape;17562;p94"/>
            <p:cNvSpPr/>
            <p:nvPr/>
          </p:nvSpPr>
          <p:spPr>
            <a:xfrm>
              <a:off x="5611528" y="2437029"/>
              <a:ext cx="75115" cy="73989"/>
            </a:xfrm>
            <a:custGeom>
              <a:rect b="b" l="l" r="r" t="t"/>
              <a:pathLst>
                <a:path extrusionOk="0" h="2824" w="2867">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3" name="Google Shape;17563;p94"/>
            <p:cNvSpPr/>
            <p:nvPr/>
          </p:nvSpPr>
          <p:spPr>
            <a:xfrm>
              <a:off x="5323721" y="2714042"/>
              <a:ext cx="88346" cy="84207"/>
            </a:xfrm>
            <a:custGeom>
              <a:rect b="b" l="l" r="r" t="t"/>
              <a:pathLst>
                <a:path extrusionOk="0" h="3214" w="3372">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4" name="Google Shape;17564;p94"/>
            <p:cNvSpPr/>
            <p:nvPr/>
          </p:nvSpPr>
          <p:spPr>
            <a:xfrm>
              <a:off x="5395536" y="2683702"/>
              <a:ext cx="43728" cy="42601"/>
            </a:xfrm>
            <a:custGeom>
              <a:rect b="b" l="l" r="r" t="t"/>
              <a:pathLst>
                <a:path extrusionOk="0" h="1626" w="1669">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5" name="Google Shape;17565;p94"/>
            <p:cNvSpPr/>
            <p:nvPr/>
          </p:nvSpPr>
          <p:spPr>
            <a:xfrm>
              <a:off x="5413640" y="2504651"/>
              <a:ext cx="204936" cy="203155"/>
            </a:xfrm>
            <a:custGeom>
              <a:rect b="b" l="l" r="r" t="t"/>
              <a:pathLst>
                <a:path extrusionOk="0" h="7754" w="7822">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6" name="Google Shape;17566;p94"/>
            <p:cNvSpPr/>
            <p:nvPr/>
          </p:nvSpPr>
          <p:spPr>
            <a:xfrm>
              <a:off x="5417386" y="2554877"/>
              <a:ext cx="201190" cy="153191"/>
            </a:xfrm>
            <a:custGeom>
              <a:rect b="b" l="l" r="r" t="t"/>
              <a:pathLst>
                <a:path extrusionOk="0" h="5847" w="7679">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7" name="Google Shape;17567;p94"/>
            <p:cNvSpPr/>
            <p:nvPr/>
          </p:nvSpPr>
          <p:spPr>
            <a:xfrm>
              <a:off x="5413640" y="2579243"/>
              <a:ext cx="132362" cy="128563"/>
            </a:xfrm>
            <a:custGeom>
              <a:rect b="b" l="l" r="r" t="t"/>
              <a:pathLst>
                <a:path extrusionOk="0" h="4907" w="5052">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8" name="Google Shape;17568;p94"/>
            <p:cNvSpPr/>
            <p:nvPr/>
          </p:nvSpPr>
          <p:spPr>
            <a:xfrm>
              <a:off x="5417386" y="2632481"/>
              <a:ext cx="128616" cy="75325"/>
            </a:xfrm>
            <a:custGeom>
              <a:rect b="b" l="l" r="r" t="t"/>
              <a:pathLst>
                <a:path extrusionOk="0" h="2875" w="4909">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9" name="Google Shape;17569;p94"/>
            <p:cNvSpPr/>
            <p:nvPr/>
          </p:nvSpPr>
          <p:spPr>
            <a:xfrm>
              <a:off x="5540710" y="2480102"/>
              <a:ext cx="103228" cy="101342"/>
            </a:xfrm>
            <a:custGeom>
              <a:rect b="b" l="l" r="r" t="t"/>
              <a:pathLst>
                <a:path extrusionOk="0" h="3868" w="394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0" name="Google Shape;17570;p94"/>
            <p:cNvSpPr/>
            <p:nvPr/>
          </p:nvSpPr>
          <p:spPr>
            <a:xfrm>
              <a:off x="5619310" y="2557890"/>
              <a:ext cx="26750" cy="23213"/>
            </a:xfrm>
            <a:custGeom>
              <a:rect b="b" l="l" r="r" t="t"/>
              <a:pathLst>
                <a:path extrusionOk="0" h="886" w="1021">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1" name="Google Shape;17571;p94"/>
            <p:cNvSpPr/>
            <p:nvPr/>
          </p:nvSpPr>
          <p:spPr>
            <a:xfrm>
              <a:off x="5575608" y="2456181"/>
              <a:ext cx="91202" cy="91176"/>
            </a:xfrm>
            <a:custGeom>
              <a:rect b="b" l="l" r="r" t="t"/>
              <a:pathLst>
                <a:path extrusionOk="0" h="3480" w="3481">
                  <a:moveTo>
                    <a:pt x="1745" y="0"/>
                  </a:moveTo>
                  <a:lnTo>
                    <a:pt x="1" y="1745"/>
                  </a:lnTo>
                  <a:lnTo>
                    <a:pt x="1745" y="3480"/>
                  </a:lnTo>
                  <a:lnTo>
                    <a:pt x="3480" y="1745"/>
                  </a:lnTo>
                  <a:lnTo>
                    <a:pt x="1745" y="0"/>
                  </a:ln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2" name="Google Shape;17572;p94"/>
            <p:cNvSpPr/>
            <p:nvPr/>
          </p:nvSpPr>
          <p:spPr>
            <a:xfrm>
              <a:off x="5575608" y="2456181"/>
              <a:ext cx="91438" cy="91176"/>
            </a:xfrm>
            <a:custGeom>
              <a:rect b="b" l="l" r="r" t="t"/>
              <a:pathLst>
                <a:path extrusionOk="0" h="3480" w="349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3" name="Google Shape;17573;p94"/>
            <p:cNvSpPr/>
            <p:nvPr/>
          </p:nvSpPr>
          <p:spPr>
            <a:xfrm>
              <a:off x="5523680" y="2521865"/>
              <a:ext cx="29868" cy="27012"/>
            </a:xfrm>
            <a:custGeom>
              <a:rect b="b" l="l" r="r" t="t"/>
              <a:pathLst>
                <a:path extrusionOk="0" h="1031" w="114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4" name="Google Shape;17574;p94"/>
            <p:cNvSpPr/>
            <p:nvPr/>
          </p:nvSpPr>
          <p:spPr>
            <a:xfrm>
              <a:off x="5505366" y="2541358"/>
              <a:ext cx="29344" cy="26593"/>
            </a:xfrm>
            <a:custGeom>
              <a:rect b="b" l="l" r="r" t="t"/>
              <a:pathLst>
                <a:path extrusionOk="0" h="1015" w="112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5" name="Google Shape;17575;p94"/>
            <p:cNvSpPr/>
            <p:nvPr/>
          </p:nvSpPr>
          <p:spPr>
            <a:xfrm>
              <a:off x="5486266" y="2560222"/>
              <a:ext cx="43675" cy="40898"/>
            </a:xfrm>
            <a:custGeom>
              <a:rect b="b" l="l" r="r" t="t"/>
              <a:pathLst>
                <a:path extrusionOk="0" h="1561" w="1667">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6" name="Google Shape;17576;p94"/>
            <p:cNvSpPr/>
            <p:nvPr/>
          </p:nvSpPr>
          <p:spPr>
            <a:xfrm>
              <a:off x="5467376" y="2579295"/>
              <a:ext cx="29161" cy="26593"/>
            </a:xfrm>
            <a:custGeom>
              <a:rect b="b" l="l" r="r" t="t"/>
              <a:pathLst>
                <a:path extrusionOk="0" h="1015" w="1113">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7" name="Google Shape;17577;p94"/>
            <p:cNvSpPr/>
            <p:nvPr/>
          </p:nvSpPr>
          <p:spPr>
            <a:xfrm>
              <a:off x="5448381" y="2598264"/>
              <a:ext cx="29318" cy="26698"/>
            </a:xfrm>
            <a:custGeom>
              <a:rect b="b" l="l" r="r" t="t"/>
              <a:pathLst>
                <a:path extrusionOk="0" h="1019" w="1119">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8" name="Google Shape;17578;p94"/>
            <p:cNvSpPr/>
            <p:nvPr/>
          </p:nvSpPr>
          <p:spPr>
            <a:xfrm>
              <a:off x="5429491" y="2617364"/>
              <a:ext cx="43440" cy="40741"/>
            </a:xfrm>
            <a:custGeom>
              <a:rect b="b" l="l" r="r" t="t"/>
              <a:pathLst>
                <a:path extrusionOk="0" h="1555" w="1658">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79" name="Google Shape;17579;p94"/>
          <p:cNvGrpSpPr/>
          <p:nvPr/>
        </p:nvGrpSpPr>
        <p:grpSpPr>
          <a:xfrm>
            <a:off x="4871862" y="2288156"/>
            <a:ext cx="407122" cy="315448"/>
            <a:chOff x="4875937" y="2468731"/>
            <a:chExt cx="407122" cy="315448"/>
          </a:xfrm>
        </p:grpSpPr>
        <p:sp>
          <p:nvSpPr>
            <p:cNvPr id="17580" name="Google Shape;17580;p94"/>
            <p:cNvSpPr/>
            <p:nvPr/>
          </p:nvSpPr>
          <p:spPr>
            <a:xfrm>
              <a:off x="4876199" y="2482801"/>
              <a:ext cx="223041" cy="247380"/>
            </a:xfrm>
            <a:custGeom>
              <a:rect b="b" l="l" r="r" t="t"/>
              <a:pathLst>
                <a:path extrusionOk="0" h="9442" w="8513">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1" name="Google Shape;17581;p94"/>
            <p:cNvSpPr/>
            <p:nvPr/>
          </p:nvSpPr>
          <p:spPr>
            <a:xfrm>
              <a:off x="5044456" y="2482801"/>
              <a:ext cx="54784" cy="247642"/>
            </a:xfrm>
            <a:custGeom>
              <a:rect b="b" l="l" r="r" t="t"/>
              <a:pathLst>
                <a:path extrusionOk="0" h="9452" w="2091">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2" name="Google Shape;17582;p94"/>
            <p:cNvSpPr/>
            <p:nvPr/>
          </p:nvSpPr>
          <p:spPr>
            <a:xfrm>
              <a:off x="5099214" y="2530249"/>
              <a:ext cx="183845" cy="200194"/>
            </a:xfrm>
            <a:custGeom>
              <a:rect b="b" l="l" r="r" t="t"/>
              <a:pathLst>
                <a:path extrusionOk="0" h="7641" w="7017">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3" name="Google Shape;17583;p94"/>
            <p:cNvSpPr/>
            <p:nvPr/>
          </p:nvSpPr>
          <p:spPr>
            <a:xfrm>
              <a:off x="5169770" y="2530249"/>
              <a:ext cx="113289" cy="200194"/>
            </a:xfrm>
            <a:custGeom>
              <a:rect b="b" l="l" r="r" t="t"/>
              <a:pathLst>
                <a:path extrusionOk="0" h="7641" w="4324">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4" name="Google Shape;17584;p94"/>
            <p:cNvSpPr/>
            <p:nvPr/>
          </p:nvSpPr>
          <p:spPr>
            <a:xfrm>
              <a:off x="5141396" y="2560405"/>
              <a:ext cx="75115" cy="69849"/>
            </a:xfrm>
            <a:custGeom>
              <a:rect b="b" l="l" r="r" t="t"/>
              <a:pathLst>
                <a:path extrusionOk="0" h="2666" w="2867">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5" name="Google Shape;17585;p94"/>
            <p:cNvSpPr/>
            <p:nvPr/>
          </p:nvSpPr>
          <p:spPr>
            <a:xfrm>
              <a:off x="5128846" y="2512669"/>
              <a:ext cx="62042" cy="17606"/>
            </a:xfrm>
            <a:custGeom>
              <a:rect b="b" l="l" r="r" t="t"/>
              <a:pathLst>
                <a:path extrusionOk="0" h="672" w="2368">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6" name="Google Shape;17586;p94"/>
            <p:cNvSpPr/>
            <p:nvPr/>
          </p:nvSpPr>
          <p:spPr>
            <a:xfrm>
              <a:off x="5135867" y="2468731"/>
              <a:ext cx="47998" cy="43728"/>
            </a:xfrm>
            <a:custGeom>
              <a:rect b="b" l="l" r="r" t="t"/>
              <a:pathLst>
                <a:path extrusionOk="0" h="1669" w="1832">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7" name="Google Shape;17587;p94"/>
            <p:cNvSpPr/>
            <p:nvPr/>
          </p:nvSpPr>
          <p:spPr>
            <a:xfrm>
              <a:off x="5150697" y="2468731"/>
              <a:ext cx="33405" cy="43728"/>
            </a:xfrm>
            <a:custGeom>
              <a:rect b="b" l="l" r="r" t="t"/>
              <a:pathLst>
                <a:path extrusionOk="0" h="1669" w="1275">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8" name="Google Shape;17588;p94"/>
            <p:cNvSpPr/>
            <p:nvPr/>
          </p:nvSpPr>
          <p:spPr>
            <a:xfrm>
              <a:off x="4924905" y="2690488"/>
              <a:ext cx="109778" cy="93691"/>
            </a:xfrm>
            <a:custGeom>
              <a:rect b="b" l="l" r="r" t="t"/>
              <a:pathLst>
                <a:path extrusionOk="0" h="3576" w="419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9" name="Google Shape;17589;p94"/>
            <p:cNvSpPr/>
            <p:nvPr/>
          </p:nvSpPr>
          <p:spPr>
            <a:xfrm>
              <a:off x="4949533" y="2697772"/>
              <a:ext cx="93691" cy="86303"/>
            </a:xfrm>
            <a:custGeom>
              <a:rect b="b" l="l" r="r" t="t"/>
              <a:pathLst>
                <a:path extrusionOk="0" h="3294" w="3576">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0" name="Google Shape;17590;p94"/>
            <p:cNvSpPr/>
            <p:nvPr/>
          </p:nvSpPr>
          <p:spPr>
            <a:xfrm>
              <a:off x="4961087" y="2717605"/>
              <a:ext cx="46479" cy="39824"/>
            </a:xfrm>
            <a:custGeom>
              <a:rect b="b" l="l" r="r" t="t"/>
              <a:pathLst>
                <a:path extrusionOk="0" h="1520" w="1774">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1" name="Google Shape;17591;p94"/>
            <p:cNvSpPr/>
            <p:nvPr/>
          </p:nvSpPr>
          <p:spPr>
            <a:xfrm>
              <a:off x="5121300" y="2690488"/>
              <a:ext cx="109516" cy="93691"/>
            </a:xfrm>
            <a:custGeom>
              <a:rect b="b" l="l" r="r" t="t"/>
              <a:pathLst>
                <a:path extrusionOk="0" h="3576" w="418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2" name="Google Shape;17592;p94"/>
            <p:cNvSpPr/>
            <p:nvPr/>
          </p:nvSpPr>
          <p:spPr>
            <a:xfrm>
              <a:off x="5144409" y="2697772"/>
              <a:ext cx="93691" cy="86303"/>
            </a:xfrm>
            <a:custGeom>
              <a:rect b="b" l="l" r="r" t="t"/>
              <a:pathLst>
                <a:path extrusionOk="0" h="3294" w="3576">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3" name="Google Shape;17593;p94"/>
            <p:cNvSpPr/>
            <p:nvPr/>
          </p:nvSpPr>
          <p:spPr>
            <a:xfrm>
              <a:off x="5157220" y="2717605"/>
              <a:ext cx="46741" cy="39824"/>
            </a:xfrm>
            <a:custGeom>
              <a:rect b="b" l="l" r="r" t="t"/>
              <a:pathLst>
                <a:path extrusionOk="0" h="1520" w="1784">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4" name="Google Shape;17594;p94"/>
            <p:cNvSpPr/>
            <p:nvPr/>
          </p:nvSpPr>
          <p:spPr>
            <a:xfrm>
              <a:off x="4936223" y="2525245"/>
              <a:ext cx="102730" cy="102494"/>
            </a:xfrm>
            <a:custGeom>
              <a:rect b="b" l="l" r="r" t="t"/>
              <a:pathLst>
                <a:path extrusionOk="0" h="3912" w="3921">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5" name="Google Shape;17595;p94"/>
            <p:cNvSpPr/>
            <p:nvPr/>
          </p:nvSpPr>
          <p:spPr>
            <a:xfrm>
              <a:off x="5098952" y="2670890"/>
              <a:ext cx="183872" cy="59815"/>
            </a:xfrm>
            <a:custGeom>
              <a:rect b="b" l="l" r="r" t="t"/>
              <a:pathLst>
                <a:path extrusionOk="0" h="2283" w="7018">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6" name="Google Shape;17596;p94"/>
            <p:cNvSpPr/>
            <p:nvPr/>
          </p:nvSpPr>
          <p:spPr>
            <a:xfrm>
              <a:off x="5233069" y="2670890"/>
              <a:ext cx="49990" cy="59553"/>
            </a:xfrm>
            <a:custGeom>
              <a:rect b="b" l="l" r="r" t="t"/>
              <a:pathLst>
                <a:path extrusionOk="0" h="2273" w="1908">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7" name="Google Shape;17597;p94"/>
            <p:cNvSpPr/>
            <p:nvPr/>
          </p:nvSpPr>
          <p:spPr>
            <a:xfrm>
              <a:off x="4875937" y="2670655"/>
              <a:ext cx="223303" cy="59788"/>
            </a:xfrm>
            <a:custGeom>
              <a:rect b="b" l="l" r="r" t="t"/>
              <a:pathLst>
                <a:path extrusionOk="0" h="2282" w="8523">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8" name="Google Shape;17598;p94"/>
            <p:cNvSpPr/>
            <p:nvPr/>
          </p:nvSpPr>
          <p:spPr>
            <a:xfrm>
              <a:off x="5063529" y="2670890"/>
              <a:ext cx="35711" cy="59815"/>
            </a:xfrm>
            <a:custGeom>
              <a:rect b="b" l="l" r="r" t="t"/>
              <a:pathLst>
                <a:path extrusionOk="0" h="2283" w="1363">
                  <a:moveTo>
                    <a:pt x="1" y="1"/>
                  </a:moveTo>
                  <a:lnTo>
                    <a:pt x="1" y="2282"/>
                  </a:lnTo>
                  <a:lnTo>
                    <a:pt x="1362" y="2282"/>
                  </a:lnTo>
                  <a:lnTo>
                    <a:pt x="1362" y="1"/>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599" name="Google Shape;17599;p94"/>
          <p:cNvGrpSpPr/>
          <p:nvPr/>
        </p:nvGrpSpPr>
        <p:grpSpPr>
          <a:xfrm>
            <a:off x="4889207" y="3624199"/>
            <a:ext cx="242114" cy="362163"/>
            <a:chOff x="4893282" y="3804774"/>
            <a:chExt cx="242114" cy="362163"/>
          </a:xfrm>
        </p:grpSpPr>
        <p:sp>
          <p:nvSpPr>
            <p:cNvPr id="17600" name="Google Shape;17600;p94"/>
            <p:cNvSpPr/>
            <p:nvPr/>
          </p:nvSpPr>
          <p:spPr>
            <a:xfrm>
              <a:off x="4893517" y="3804774"/>
              <a:ext cx="241878" cy="361927"/>
            </a:xfrm>
            <a:custGeom>
              <a:rect b="b" l="l" r="r" t="t"/>
              <a:pathLst>
                <a:path extrusionOk="0" h="13814" w="9232">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1" name="Google Shape;17601;p94"/>
            <p:cNvSpPr/>
            <p:nvPr/>
          </p:nvSpPr>
          <p:spPr>
            <a:xfrm>
              <a:off x="4893282" y="3804774"/>
              <a:ext cx="242114" cy="362163"/>
            </a:xfrm>
            <a:custGeom>
              <a:rect b="b" l="l" r="r" t="t"/>
              <a:pathLst>
                <a:path extrusionOk="0" h="13823" w="9241">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2" name="Google Shape;17602;p94"/>
            <p:cNvSpPr/>
            <p:nvPr/>
          </p:nvSpPr>
          <p:spPr>
            <a:xfrm>
              <a:off x="4917124" y="3834668"/>
              <a:ext cx="83159" cy="71264"/>
            </a:xfrm>
            <a:custGeom>
              <a:rect b="b" l="l" r="r" t="t"/>
              <a:pathLst>
                <a:path extrusionOk="0" h="2720" w="3174">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3" name="Google Shape;17603;p94"/>
            <p:cNvSpPr/>
            <p:nvPr/>
          </p:nvSpPr>
          <p:spPr>
            <a:xfrm>
              <a:off x="4957812" y="3834668"/>
              <a:ext cx="42470" cy="71343"/>
            </a:xfrm>
            <a:custGeom>
              <a:rect b="b" l="l" r="r" t="t"/>
              <a:pathLst>
                <a:path extrusionOk="0" h="2723" w="1621">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4" name="Google Shape;17604;p94"/>
            <p:cNvSpPr/>
            <p:nvPr/>
          </p:nvSpPr>
          <p:spPr>
            <a:xfrm>
              <a:off x="4935961" y="3841454"/>
              <a:ext cx="57535" cy="57535"/>
            </a:xfrm>
            <a:custGeom>
              <a:rect b="b" l="l" r="r" t="t"/>
              <a:pathLst>
                <a:path extrusionOk="0" h="2196" w="2196">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5" name="Google Shape;17605;p94"/>
            <p:cNvSpPr/>
            <p:nvPr/>
          </p:nvSpPr>
          <p:spPr>
            <a:xfrm>
              <a:off x="4979401" y="3841690"/>
              <a:ext cx="14358" cy="16611"/>
            </a:xfrm>
            <a:custGeom>
              <a:rect b="b" l="l" r="r" t="t"/>
              <a:pathLst>
                <a:path extrusionOk="0" h="634" w="548">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6" name="Google Shape;17606;p94"/>
            <p:cNvSpPr/>
            <p:nvPr/>
          </p:nvSpPr>
          <p:spPr>
            <a:xfrm>
              <a:off x="5016317" y="3834668"/>
              <a:ext cx="83421" cy="71264"/>
            </a:xfrm>
            <a:custGeom>
              <a:rect b="b" l="l" r="r" t="t"/>
              <a:pathLst>
                <a:path extrusionOk="0" h="2720" w="3184">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7" name="Google Shape;17607;p94"/>
            <p:cNvSpPr/>
            <p:nvPr/>
          </p:nvSpPr>
          <p:spPr>
            <a:xfrm>
              <a:off x="5057267" y="3834668"/>
              <a:ext cx="42470" cy="71343"/>
            </a:xfrm>
            <a:custGeom>
              <a:rect b="b" l="l" r="r" t="t"/>
              <a:pathLst>
                <a:path extrusionOk="0" h="2723" w="1621">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8" name="Google Shape;17608;p94"/>
            <p:cNvSpPr/>
            <p:nvPr/>
          </p:nvSpPr>
          <p:spPr>
            <a:xfrm>
              <a:off x="5035155" y="3841454"/>
              <a:ext cx="57535" cy="57535"/>
            </a:xfrm>
            <a:custGeom>
              <a:rect b="b" l="l" r="r" t="t"/>
              <a:pathLst>
                <a:path extrusionOk="0" h="2196" w="2196">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9" name="Google Shape;17609;p94"/>
            <p:cNvSpPr/>
            <p:nvPr/>
          </p:nvSpPr>
          <p:spPr>
            <a:xfrm>
              <a:off x="5078620" y="3841690"/>
              <a:ext cx="14593" cy="16611"/>
            </a:xfrm>
            <a:custGeom>
              <a:rect b="b" l="l" r="r" t="t"/>
              <a:pathLst>
                <a:path extrusionOk="0" h="634" w="557">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0" name="Google Shape;17610;p94"/>
            <p:cNvSpPr/>
            <p:nvPr/>
          </p:nvSpPr>
          <p:spPr>
            <a:xfrm>
              <a:off x="4917124" y="3947669"/>
              <a:ext cx="83159" cy="71264"/>
            </a:xfrm>
            <a:custGeom>
              <a:rect b="b" l="l" r="r" t="t"/>
              <a:pathLst>
                <a:path extrusionOk="0" h="2720" w="3174">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1" name="Google Shape;17611;p94"/>
            <p:cNvSpPr/>
            <p:nvPr/>
          </p:nvSpPr>
          <p:spPr>
            <a:xfrm>
              <a:off x="4957812" y="3947433"/>
              <a:ext cx="42470" cy="71578"/>
            </a:xfrm>
            <a:custGeom>
              <a:rect b="b" l="l" r="r" t="t"/>
              <a:pathLst>
                <a:path extrusionOk="0" h="2732" w="1621">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2" name="Google Shape;17612;p94"/>
            <p:cNvSpPr/>
            <p:nvPr/>
          </p:nvSpPr>
          <p:spPr>
            <a:xfrm>
              <a:off x="4935961" y="3954455"/>
              <a:ext cx="57535" cy="57535"/>
            </a:xfrm>
            <a:custGeom>
              <a:rect b="b" l="l" r="r" t="t"/>
              <a:pathLst>
                <a:path extrusionOk="0" h="2196" w="2196">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3" name="Google Shape;17613;p94"/>
            <p:cNvSpPr/>
            <p:nvPr/>
          </p:nvSpPr>
          <p:spPr>
            <a:xfrm>
              <a:off x="4979401" y="3954717"/>
              <a:ext cx="14358" cy="16585"/>
            </a:xfrm>
            <a:custGeom>
              <a:rect b="b" l="l" r="r" t="t"/>
              <a:pathLst>
                <a:path extrusionOk="0" h="633" w="548">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4" name="Google Shape;17614;p94"/>
            <p:cNvSpPr/>
            <p:nvPr/>
          </p:nvSpPr>
          <p:spPr>
            <a:xfrm>
              <a:off x="5016317" y="3947669"/>
              <a:ext cx="83421" cy="71264"/>
            </a:xfrm>
            <a:custGeom>
              <a:rect b="b" l="l" r="r" t="t"/>
              <a:pathLst>
                <a:path extrusionOk="0" h="2720" w="3184">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5" name="Google Shape;17615;p94"/>
            <p:cNvSpPr/>
            <p:nvPr/>
          </p:nvSpPr>
          <p:spPr>
            <a:xfrm>
              <a:off x="5057267" y="3947433"/>
              <a:ext cx="42470" cy="71578"/>
            </a:xfrm>
            <a:custGeom>
              <a:rect b="b" l="l" r="r" t="t"/>
              <a:pathLst>
                <a:path extrusionOk="0" h="2732" w="1621">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6" name="Google Shape;17616;p94"/>
            <p:cNvSpPr/>
            <p:nvPr/>
          </p:nvSpPr>
          <p:spPr>
            <a:xfrm>
              <a:off x="5035155" y="3954455"/>
              <a:ext cx="57535" cy="57535"/>
            </a:xfrm>
            <a:custGeom>
              <a:rect b="b" l="l" r="r" t="t"/>
              <a:pathLst>
                <a:path extrusionOk="0" h="2196" w="2196">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7" name="Google Shape;17617;p94"/>
            <p:cNvSpPr/>
            <p:nvPr/>
          </p:nvSpPr>
          <p:spPr>
            <a:xfrm>
              <a:off x="5078620" y="3954717"/>
              <a:ext cx="14593" cy="16585"/>
            </a:xfrm>
            <a:custGeom>
              <a:rect b="b" l="l" r="r" t="t"/>
              <a:pathLst>
                <a:path extrusionOk="0" h="633" w="557">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8" name="Google Shape;17618;p94"/>
            <p:cNvSpPr/>
            <p:nvPr/>
          </p:nvSpPr>
          <p:spPr>
            <a:xfrm>
              <a:off x="4917124" y="4060434"/>
              <a:ext cx="83159" cy="71264"/>
            </a:xfrm>
            <a:custGeom>
              <a:rect b="b" l="l" r="r" t="t"/>
              <a:pathLst>
                <a:path extrusionOk="0" h="2720" w="3174">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9" name="Google Shape;17619;p94"/>
            <p:cNvSpPr/>
            <p:nvPr/>
          </p:nvSpPr>
          <p:spPr>
            <a:xfrm>
              <a:off x="4957812" y="4060434"/>
              <a:ext cx="42470" cy="71343"/>
            </a:xfrm>
            <a:custGeom>
              <a:rect b="b" l="l" r="r" t="t"/>
              <a:pathLst>
                <a:path extrusionOk="0" h="2723" w="1621">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0" name="Google Shape;17620;p94"/>
            <p:cNvSpPr/>
            <p:nvPr/>
          </p:nvSpPr>
          <p:spPr>
            <a:xfrm>
              <a:off x="4935961" y="4067219"/>
              <a:ext cx="57535" cy="57535"/>
            </a:xfrm>
            <a:custGeom>
              <a:rect b="b" l="l" r="r" t="t"/>
              <a:pathLst>
                <a:path extrusionOk="0" h="2196" w="2196">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1" name="Google Shape;17621;p94"/>
            <p:cNvSpPr/>
            <p:nvPr/>
          </p:nvSpPr>
          <p:spPr>
            <a:xfrm>
              <a:off x="4979401" y="4067455"/>
              <a:ext cx="14358" cy="16611"/>
            </a:xfrm>
            <a:custGeom>
              <a:rect b="b" l="l" r="r" t="t"/>
              <a:pathLst>
                <a:path extrusionOk="0" h="634" w="548">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2" name="Google Shape;17622;p94"/>
            <p:cNvSpPr/>
            <p:nvPr/>
          </p:nvSpPr>
          <p:spPr>
            <a:xfrm>
              <a:off x="5016317" y="4060434"/>
              <a:ext cx="83421" cy="71264"/>
            </a:xfrm>
            <a:custGeom>
              <a:rect b="b" l="l" r="r" t="t"/>
              <a:pathLst>
                <a:path extrusionOk="0" h="2720" w="3184">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3" name="Google Shape;17623;p94"/>
            <p:cNvSpPr/>
            <p:nvPr/>
          </p:nvSpPr>
          <p:spPr>
            <a:xfrm>
              <a:off x="5057267" y="4060434"/>
              <a:ext cx="42470" cy="71343"/>
            </a:xfrm>
            <a:custGeom>
              <a:rect b="b" l="l" r="r" t="t"/>
              <a:pathLst>
                <a:path extrusionOk="0" h="2723" w="1621">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4" name="Google Shape;17624;p94"/>
            <p:cNvSpPr/>
            <p:nvPr/>
          </p:nvSpPr>
          <p:spPr>
            <a:xfrm>
              <a:off x="5035155" y="4067219"/>
              <a:ext cx="57535" cy="57535"/>
            </a:xfrm>
            <a:custGeom>
              <a:rect b="b" l="l" r="r" t="t"/>
              <a:pathLst>
                <a:path extrusionOk="0" h="2196" w="2196">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5" name="Google Shape;17625;p94"/>
            <p:cNvSpPr/>
            <p:nvPr/>
          </p:nvSpPr>
          <p:spPr>
            <a:xfrm>
              <a:off x="5078620" y="4067455"/>
              <a:ext cx="14593" cy="16611"/>
            </a:xfrm>
            <a:custGeom>
              <a:rect b="b" l="l" r="r" t="t"/>
              <a:pathLst>
                <a:path extrusionOk="0" h="634" w="557">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26" name="Google Shape;17626;p94"/>
          <p:cNvGrpSpPr/>
          <p:nvPr/>
        </p:nvGrpSpPr>
        <p:grpSpPr>
          <a:xfrm>
            <a:off x="6244087" y="3624199"/>
            <a:ext cx="231058" cy="362425"/>
            <a:chOff x="6248162" y="3804774"/>
            <a:chExt cx="231058" cy="362425"/>
          </a:xfrm>
        </p:grpSpPr>
        <p:sp>
          <p:nvSpPr>
            <p:cNvPr id="17627" name="Google Shape;17627;p94"/>
            <p:cNvSpPr/>
            <p:nvPr/>
          </p:nvSpPr>
          <p:spPr>
            <a:xfrm>
              <a:off x="6248162" y="3845646"/>
              <a:ext cx="231058" cy="321553"/>
            </a:xfrm>
            <a:custGeom>
              <a:rect b="b" l="l" r="r" t="t"/>
              <a:pathLst>
                <a:path extrusionOk="0" h="12273" w="8819">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8" name="Google Shape;17628;p94"/>
            <p:cNvSpPr/>
            <p:nvPr/>
          </p:nvSpPr>
          <p:spPr>
            <a:xfrm>
              <a:off x="6316963" y="3845463"/>
              <a:ext cx="162257" cy="256157"/>
            </a:xfrm>
            <a:custGeom>
              <a:rect b="b" l="l" r="r" t="t"/>
              <a:pathLst>
                <a:path extrusionOk="0" h="9777" w="6193">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9" name="Google Shape;17629;p94"/>
            <p:cNvSpPr/>
            <p:nvPr/>
          </p:nvSpPr>
          <p:spPr>
            <a:xfrm>
              <a:off x="6256939" y="3804774"/>
              <a:ext cx="61046" cy="102232"/>
            </a:xfrm>
            <a:custGeom>
              <a:rect b="b" l="l" r="r" t="t"/>
              <a:pathLst>
                <a:path extrusionOk="0" h="3902" w="233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0" name="Google Shape;17630;p94"/>
            <p:cNvSpPr/>
            <p:nvPr/>
          </p:nvSpPr>
          <p:spPr>
            <a:xfrm>
              <a:off x="6288589" y="3870562"/>
              <a:ext cx="29396" cy="36706"/>
            </a:xfrm>
            <a:custGeom>
              <a:rect b="b" l="l" r="r" t="t"/>
              <a:pathLst>
                <a:path extrusionOk="0" h="1401" w="1122">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31" name="Google Shape;17631;p94"/>
          <p:cNvGrpSpPr/>
          <p:nvPr/>
        </p:nvGrpSpPr>
        <p:grpSpPr>
          <a:xfrm>
            <a:off x="5342493" y="3624199"/>
            <a:ext cx="233337" cy="362163"/>
            <a:chOff x="5346568" y="3804774"/>
            <a:chExt cx="233337" cy="362163"/>
          </a:xfrm>
        </p:grpSpPr>
        <p:sp>
          <p:nvSpPr>
            <p:cNvPr id="17632" name="Google Shape;17632;p94"/>
            <p:cNvSpPr/>
            <p:nvPr/>
          </p:nvSpPr>
          <p:spPr>
            <a:xfrm>
              <a:off x="5346568" y="3804774"/>
              <a:ext cx="233337" cy="264463"/>
            </a:xfrm>
            <a:custGeom>
              <a:rect b="b" l="l" r="r" t="t"/>
              <a:pathLst>
                <a:path extrusionOk="0" h="10094" w="8906">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3" name="Google Shape;17633;p94"/>
            <p:cNvSpPr/>
            <p:nvPr/>
          </p:nvSpPr>
          <p:spPr>
            <a:xfrm>
              <a:off x="5494231" y="3804774"/>
              <a:ext cx="85674" cy="264463"/>
            </a:xfrm>
            <a:custGeom>
              <a:rect b="b" l="l" r="r" t="t"/>
              <a:pathLst>
                <a:path extrusionOk="0" h="10094" w="327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4" name="Google Shape;17634;p94"/>
            <p:cNvSpPr/>
            <p:nvPr/>
          </p:nvSpPr>
          <p:spPr>
            <a:xfrm>
              <a:off x="5398811" y="3829900"/>
              <a:ext cx="129114" cy="110014"/>
            </a:xfrm>
            <a:custGeom>
              <a:rect b="b" l="l" r="r" t="t"/>
              <a:pathLst>
                <a:path extrusionOk="0" h="4199" w="4928">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5" name="Google Shape;17635;p94"/>
            <p:cNvSpPr/>
            <p:nvPr/>
          </p:nvSpPr>
          <p:spPr>
            <a:xfrm>
              <a:off x="5398811" y="3840930"/>
              <a:ext cx="129114" cy="98984"/>
            </a:xfrm>
            <a:custGeom>
              <a:rect b="b" l="l" r="r" t="t"/>
              <a:pathLst>
                <a:path extrusionOk="0" h="3778" w="4928">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6" name="Google Shape;17636;p94"/>
            <p:cNvSpPr/>
            <p:nvPr/>
          </p:nvSpPr>
          <p:spPr>
            <a:xfrm>
              <a:off x="5438477" y="4034076"/>
              <a:ext cx="50016" cy="132860"/>
            </a:xfrm>
            <a:custGeom>
              <a:rect b="b" l="l" r="r" t="t"/>
              <a:pathLst>
                <a:path extrusionOk="0" h="5071" w="1909">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7" name="Google Shape;17637;p94"/>
            <p:cNvSpPr/>
            <p:nvPr/>
          </p:nvSpPr>
          <p:spPr>
            <a:xfrm>
              <a:off x="5471647" y="4034076"/>
              <a:ext cx="16847" cy="132860"/>
            </a:xfrm>
            <a:custGeom>
              <a:rect b="b" l="l" r="r" t="t"/>
              <a:pathLst>
                <a:path extrusionOk="0" h="5071" w="643">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8" name="Google Shape;17638;p94"/>
            <p:cNvSpPr/>
            <p:nvPr/>
          </p:nvSpPr>
          <p:spPr>
            <a:xfrm>
              <a:off x="5369938" y="3977799"/>
              <a:ext cx="35920" cy="27667"/>
            </a:xfrm>
            <a:custGeom>
              <a:rect b="b" l="l" r="r" t="t"/>
              <a:pathLst>
                <a:path extrusionOk="0" h="1056" w="1371">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9" name="Google Shape;17639;p94"/>
            <p:cNvSpPr/>
            <p:nvPr/>
          </p:nvSpPr>
          <p:spPr>
            <a:xfrm>
              <a:off x="5370174" y="3985344"/>
              <a:ext cx="36208" cy="20122"/>
            </a:xfrm>
            <a:custGeom>
              <a:rect b="b" l="l" r="r" t="t"/>
              <a:pathLst>
                <a:path extrusionOk="0" h="768" w="1382">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0" name="Google Shape;17640;p94"/>
            <p:cNvSpPr/>
            <p:nvPr/>
          </p:nvSpPr>
          <p:spPr>
            <a:xfrm>
              <a:off x="5438477" y="3977799"/>
              <a:ext cx="49754" cy="27667"/>
            </a:xfrm>
            <a:custGeom>
              <a:rect b="b" l="l" r="r" t="t"/>
              <a:pathLst>
                <a:path extrusionOk="0" h="1056" w="1899">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1" name="Google Shape;17641;p94"/>
            <p:cNvSpPr/>
            <p:nvPr/>
          </p:nvSpPr>
          <p:spPr>
            <a:xfrm>
              <a:off x="5438739" y="3985344"/>
              <a:ext cx="50016" cy="20122"/>
            </a:xfrm>
            <a:custGeom>
              <a:rect b="b" l="l" r="r" t="t"/>
              <a:pathLst>
                <a:path extrusionOk="0" h="768" w="1909">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2" name="Google Shape;17642;p94"/>
            <p:cNvSpPr/>
            <p:nvPr/>
          </p:nvSpPr>
          <p:spPr>
            <a:xfrm>
              <a:off x="5520850" y="3977799"/>
              <a:ext cx="35946" cy="27667"/>
            </a:xfrm>
            <a:custGeom>
              <a:rect b="b" l="l" r="r" t="t"/>
              <a:pathLst>
                <a:path extrusionOk="0" h="1056" w="1372">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3" name="Google Shape;17643;p94"/>
            <p:cNvSpPr/>
            <p:nvPr/>
          </p:nvSpPr>
          <p:spPr>
            <a:xfrm>
              <a:off x="5520850" y="3985842"/>
              <a:ext cx="36208" cy="19624"/>
            </a:xfrm>
            <a:custGeom>
              <a:rect b="b" l="l" r="r" t="t"/>
              <a:pathLst>
                <a:path extrusionOk="0" h="749" w="1382">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4" name="Google Shape;17644;p94"/>
            <p:cNvSpPr/>
            <p:nvPr/>
          </p:nvSpPr>
          <p:spPr>
            <a:xfrm>
              <a:off x="5438477" y="4113410"/>
              <a:ext cx="49754" cy="53527"/>
            </a:xfrm>
            <a:custGeom>
              <a:rect b="b" l="l" r="r" t="t"/>
              <a:pathLst>
                <a:path extrusionOk="0" h="2043" w="1899">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5" name="Google Shape;17645;p94"/>
            <p:cNvSpPr/>
            <p:nvPr/>
          </p:nvSpPr>
          <p:spPr>
            <a:xfrm>
              <a:off x="5471647" y="4113174"/>
              <a:ext cx="16847" cy="53762"/>
            </a:xfrm>
            <a:custGeom>
              <a:rect b="b" l="l" r="r" t="t"/>
              <a:pathLst>
                <a:path extrusionOk="0" h="2052" w="643">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6" name="Google Shape;17646;p94"/>
            <p:cNvSpPr/>
            <p:nvPr/>
          </p:nvSpPr>
          <p:spPr>
            <a:xfrm>
              <a:off x="5452311" y="4132772"/>
              <a:ext cx="19362" cy="16427"/>
            </a:xfrm>
            <a:custGeom>
              <a:rect b="b" l="l" r="r" t="t"/>
              <a:pathLst>
                <a:path extrusionOk="0" h="627" w="739">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7" name="Google Shape;17647;p94"/>
            <p:cNvSpPr/>
            <p:nvPr/>
          </p:nvSpPr>
          <p:spPr>
            <a:xfrm>
              <a:off x="5419902" y="3867811"/>
              <a:ext cx="30916" cy="51011"/>
            </a:xfrm>
            <a:custGeom>
              <a:rect b="b" l="l" r="r" t="t"/>
              <a:pathLst>
                <a:path extrusionOk="0" h="1947" w="118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8" name="Google Shape;17648;p94"/>
            <p:cNvSpPr/>
            <p:nvPr/>
          </p:nvSpPr>
          <p:spPr>
            <a:xfrm>
              <a:off x="5475917" y="3867811"/>
              <a:ext cx="32671" cy="51011"/>
            </a:xfrm>
            <a:custGeom>
              <a:rect b="b" l="l" r="r" t="t"/>
              <a:pathLst>
                <a:path extrusionOk="0" h="1947" w="1247">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9" name="Google Shape;17649;p94"/>
            <p:cNvSpPr/>
            <p:nvPr/>
          </p:nvSpPr>
          <p:spPr>
            <a:xfrm>
              <a:off x="5456817" y="3905696"/>
              <a:ext cx="16349" cy="18890"/>
            </a:xfrm>
            <a:custGeom>
              <a:rect b="b" l="l" r="r" t="t"/>
              <a:pathLst>
                <a:path extrusionOk="0" h="721" w="624">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0" name="Google Shape;17650;p94"/>
            <p:cNvSpPr/>
            <p:nvPr/>
          </p:nvSpPr>
          <p:spPr>
            <a:xfrm>
              <a:off x="5419142" y="4028548"/>
              <a:ext cx="88425" cy="11056"/>
            </a:xfrm>
            <a:custGeom>
              <a:rect b="b" l="l" r="r" t="t"/>
              <a:pathLst>
                <a:path extrusionOk="0" h="422" w="3375">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51" name="Google Shape;17651;p94"/>
          <p:cNvGrpSpPr/>
          <p:nvPr/>
        </p:nvGrpSpPr>
        <p:grpSpPr>
          <a:xfrm>
            <a:off x="6700910" y="3624566"/>
            <a:ext cx="209967" cy="361639"/>
            <a:chOff x="6704985" y="3805141"/>
            <a:chExt cx="209967" cy="361639"/>
          </a:xfrm>
        </p:grpSpPr>
        <p:sp>
          <p:nvSpPr>
            <p:cNvPr id="17652" name="Google Shape;17652;p94"/>
            <p:cNvSpPr/>
            <p:nvPr/>
          </p:nvSpPr>
          <p:spPr>
            <a:xfrm>
              <a:off x="6704985" y="3965013"/>
              <a:ext cx="209967" cy="201426"/>
            </a:xfrm>
            <a:custGeom>
              <a:rect b="b" l="l" r="r" t="t"/>
              <a:pathLst>
                <a:path extrusionOk="0" h="7688" w="8014">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3" name="Google Shape;17653;p94"/>
            <p:cNvSpPr/>
            <p:nvPr/>
          </p:nvSpPr>
          <p:spPr>
            <a:xfrm>
              <a:off x="6796895" y="3965013"/>
              <a:ext cx="118057" cy="201766"/>
            </a:xfrm>
            <a:custGeom>
              <a:rect b="b" l="l" r="r" t="t"/>
              <a:pathLst>
                <a:path extrusionOk="0" h="7701" w="4506">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4" name="Google Shape;17654;p94"/>
            <p:cNvSpPr/>
            <p:nvPr/>
          </p:nvSpPr>
          <p:spPr>
            <a:xfrm>
              <a:off x="6789847" y="3965013"/>
              <a:ext cx="7074" cy="7808"/>
            </a:xfrm>
            <a:custGeom>
              <a:rect b="b" l="l" r="r" t="t"/>
              <a:pathLst>
                <a:path extrusionOk="0" h="298" w="27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5" name="Google Shape;17655;p94"/>
            <p:cNvSpPr/>
            <p:nvPr/>
          </p:nvSpPr>
          <p:spPr>
            <a:xfrm>
              <a:off x="6744495" y="3965013"/>
              <a:ext cx="132939" cy="201426"/>
            </a:xfrm>
            <a:custGeom>
              <a:rect b="b" l="l" r="r" t="t"/>
              <a:pathLst>
                <a:path extrusionOk="0" h="7688" w="5074">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6" name="Google Shape;17656;p94"/>
            <p:cNvSpPr/>
            <p:nvPr/>
          </p:nvSpPr>
          <p:spPr>
            <a:xfrm>
              <a:off x="6772791" y="3965013"/>
              <a:ext cx="73858" cy="135873"/>
            </a:xfrm>
            <a:custGeom>
              <a:rect b="b" l="l" r="r" t="t"/>
              <a:pathLst>
                <a:path extrusionOk="0" h="5186" w="2819">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7" name="Google Shape;17657;p94"/>
            <p:cNvSpPr/>
            <p:nvPr/>
          </p:nvSpPr>
          <p:spPr>
            <a:xfrm>
              <a:off x="6772791" y="3978323"/>
              <a:ext cx="74094" cy="49492"/>
            </a:xfrm>
            <a:custGeom>
              <a:rect b="b" l="l" r="r" t="t"/>
              <a:pathLst>
                <a:path extrusionOk="0" h="1889" w="2828">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8" name="Google Shape;17658;p94"/>
            <p:cNvSpPr/>
            <p:nvPr/>
          </p:nvSpPr>
          <p:spPr>
            <a:xfrm>
              <a:off x="6727570" y="3805141"/>
              <a:ext cx="162021" cy="136528"/>
            </a:xfrm>
            <a:custGeom>
              <a:rect b="b" l="l" r="r" t="t"/>
              <a:pathLst>
                <a:path extrusionOk="0" h="5211" w="6184">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9" name="Google Shape;17659;p94"/>
            <p:cNvSpPr/>
            <p:nvPr/>
          </p:nvSpPr>
          <p:spPr>
            <a:xfrm>
              <a:off x="6728330" y="3805219"/>
              <a:ext cx="161261" cy="131681"/>
            </a:xfrm>
            <a:custGeom>
              <a:rect b="b" l="l" r="r" t="t"/>
              <a:pathLst>
                <a:path extrusionOk="0" h="5026" w="6155">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0" name="Google Shape;17660;p94"/>
            <p:cNvSpPr/>
            <p:nvPr/>
          </p:nvSpPr>
          <p:spPr>
            <a:xfrm>
              <a:off x="6789847" y="3965013"/>
              <a:ext cx="40217" cy="35999"/>
            </a:xfrm>
            <a:custGeom>
              <a:rect b="b" l="l" r="r" t="t"/>
              <a:pathLst>
                <a:path extrusionOk="0" h="1374" w="1535">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1" name="Google Shape;17661;p94"/>
            <p:cNvSpPr/>
            <p:nvPr/>
          </p:nvSpPr>
          <p:spPr>
            <a:xfrm>
              <a:off x="6789847" y="3969782"/>
              <a:ext cx="40217" cy="19598"/>
            </a:xfrm>
            <a:custGeom>
              <a:rect b="b" l="l" r="r" t="t"/>
              <a:pathLst>
                <a:path extrusionOk="0" h="748" w="1535">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2" name="Google Shape;17662;p94"/>
            <p:cNvSpPr/>
            <p:nvPr/>
          </p:nvSpPr>
          <p:spPr>
            <a:xfrm>
              <a:off x="6760477" y="3866318"/>
              <a:ext cx="99219" cy="113525"/>
            </a:xfrm>
            <a:custGeom>
              <a:rect b="b" l="l" r="r" t="t"/>
              <a:pathLst>
                <a:path extrusionOk="0" h="4333" w="3787">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3" name="Google Shape;17663;p94"/>
            <p:cNvSpPr/>
            <p:nvPr/>
          </p:nvSpPr>
          <p:spPr>
            <a:xfrm>
              <a:off x="6777297" y="3866318"/>
              <a:ext cx="82163" cy="109752"/>
            </a:xfrm>
            <a:custGeom>
              <a:rect b="b" l="l" r="r" t="t"/>
              <a:pathLst>
                <a:path extrusionOk="0" h="4189" w="3136">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64" name="Google Shape;17664;p94"/>
          <p:cNvGrpSpPr/>
          <p:nvPr/>
        </p:nvGrpSpPr>
        <p:grpSpPr>
          <a:xfrm>
            <a:off x="7509809" y="2267694"/>
            <a:ext cx="363184" cy="338792"/>
            <a:chOff x="7513884" y="2448269"/>
            <a:chExt cx="363184" cy="338792"/>
          </a:xfrm>
        </p:grpSpPr>
        <p:sp>
          <p:nvSpPr>
            <p:cNvPr id="17665" name="Google Shape;17665;p94"/>
            <p:cNvSpPr/>
            <p:nvPr/>
          </p:nvSpPr>
          <p:spPr>
            <a:xfrm>
              <a:off x="7666316" y="2448269"/>
              <a:ext cx="210753" cy="206954"/>
            </a:xfrm>
            <a:custGeom>
              <a:rect b="b" l="l" r="r" t="t"/>
              <a:pathLst>
                <a:path extrusionOk="0" h="7899" w="8044">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6" name="Google Shape;17666;p94"/>
            <p:cNvSpPr/>
            <p:nvPr/>
          </p:nvSpPr>
          <p:spPr>
            <a:xfrm>
              <a:off x="7691442" y="2471482"/>
              <a:ext cx="185627" cy="183741"/>
            </a:xfrm>
            <a:custGeom>
              <a:rect b="b" l="l" r="r" t="t"/>
              <a:pathLst>
                <a:path extrusionOk="0" h="7013" w="7085">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7" name="Google Shape;17667;p94"/>
            <p:cNvSpPr/>
            <p:nvPr/>
          </p:nvSpPr>
          <p:spPr>
            <a:xfrm>
              <a:off x="7755972" y="2483298"/>
              <a:ext cx="84416" cy="84154"/>
            </a:xfrm>
            <a:custGeom>
              <a:rect b="b" l="l" r="r" t="t"/>
              <a:pathLst>
                <a:path extrusionOk="0" h="3212" w="3222">
                  <a:moveTo>
                    <a:pt x="624" y="0"/>
                  </a:moveTo>
                  <a:lnTo>
                    <a:pt x="1" y="614"/>
                  </a:lnTo>
                  <a:lnTo>
                    <a:pt x="2599" y="3212"/>
                  </a:lnTo>
                  <a:lnTo>
                    <a:pt x="3222" y="2589"/>
                  </a:lnTo>
                  <a:lnTo>
                    <a:pt x="624" y="0"/>
                  </a:ln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8" name="Google Shape;17668;p94"/>
            <p:cNvSpPr/>
            <p:nvPr/>
          </p:nvSpPr>
          <p:spPr>
            <a:xfrm>
              <a:off x="7800931" y="2528258"/>
              <a:ext cx="39457" cy="39195"/>
            </a:xfrm>
            <a:custGeom>
              <a:rect b="b" l="l" r="r" t="t"/>
              <a:pathLst>
                <a:path extrusionOk="0" h="1496" w="1506">
                  <a:moveTo>
                    <a:pt x="614" y="0"/>
                  </a:moveTo>
                  <a:lnTo>
                    <a:pt x="1" y="614"/>
                  </a:lnTo>
                  <a:lnTo>
                    <a:pt x="883" y="1496"/>
                  </a:lnTo>
                  <a:lnTo>
                    <a:pt x="1506" y="882"/>
                  </a:lnTo>
                  <a:lnTo>
                    <a:pt x="614"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9" name="Google Shape;17669;p94"/>
            <p:cNvSpPr/>
            <p:nvPr/>
          </p:nvSpPr>
          <p:spPr>
            <a:xfrm>
              <a:off x="7513884" y="2611888"/>
              <a:ext cx="195662" cy="175068"/>
            </a:xfrm>
            <a:custGeom>
              <a:rect b="b" l="l" r="r" t="t"/>
              <a:pathLst>
                <a:path extrusionOk="0" h="6682" w="7468">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0" name="Google Shape;17670;p94"/>
            <p:cNvSpPr/>
            <p:nvPr/>
          </p:nvSpPr>
          <p:spPr>
            <a:xfrm>
              <a:off x="7513884" y="2626691"/>
              <a:ext cx="195426" cy="160370"/>
            </a:xfrm>
            <a:custGeom>
              <a:rect b="b" l="l" r="r" t="t"/>
              <a:pathLst>
                <a:path extrusionOk="0" h="6121" w="7459">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71" name="Google Shape;17671;p94"/>
          <p:cNvGrpSpPr/>
          <p:nvPr/>
        </p:nvGrpSpPr>
        <p:grpSpPr>
          <a:xfrm>
            <a:off x="5773692" y="3624251"/>
            <a:ext cx="258699" cy="362136"/>
            <a:chOff x="5777767" y="3804826"/>
            <a:chExt cx="258699" cy="362136"/>
          </a:xfrm>
        </p:grpSpPr>
        <p:sp>
          <p:nvSpPr>
            <p:cNvPr id="17672" name="Google Shape;17672;p94"/>
            <p:cNvSpPr/>
            <p:nvPr/>
          </p:nvSpPr>
          <p:spPr>
            <a:xfrm>
              <a:off x="5777767" y="3804826"/>
              <a:ext cx="258699" cy="362136"/>
            </a:xfrm>
            <a:custGeom>
              <a:rect b="b" l="l" r="r" t="t"/>
              <a:pathLst>
                <a:path extrusionOk="0" h="13822" w="9874">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3" name="Google Shape;17673;p94"/>
            <p:cNvSpPr/>
            <p:nvPr/>
          </p:nvSpPr>
          <p:spPr>
            <a:xfrm>
              <a:off x="5820211" y="3822852"/>
              <a:ext cx="216255" cy="344085"/>
            </a:xfrm>
            <a:custGeom>
              <a:rect b="b" l="l" r="r" t="t"/>
              <a:pathLst>
                <a:path extrusionOk="0" h="13133" w="8254">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4" name="Google Shape;17674;p94"/>
            <p:cNvSpPr/>
            <p:nvPr/>
          </p:nvSpPr>
          <p:spPr>
            <a:xfrm>
              <a:off x="5841067" y="3853427"/>
              <a:ext cx="154973" cy="205775"/>
            </a:xfrm>
            <a:custGeom>
              <a:rect b="b" l="l" r="r" t="t"/>
              <a:pathLst>
                <a:path extrusionOk="0" h="7854" w="5915">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75" name="Google Shape;17675;p94"/>
          <p:cNvGrpSpPr/>
          <p:nvPr/>
        </p:nvGrpSpPr>
        <p:grpSpPr>
          <a:xfrm>
            <a:off x="7949026" y="2256009"/>
            <a:ext cx="361691" cy="362163"/>
            <a:chOff x="7953101" y="2436584"/>
            <a:chExt cx="361691" cy="362163"/>
          </a:xfrm>
        </p:grpSpPr>
        <p:sp>
          <p:nvSpPr>
            <p:cNvPr id="17676" name="Google Shape;17676;p94"/>
            <p:cNvSpPr/>
            <p:nvPr/>
          </p:nvSpPr>
          <p:spPr>
            <a:xfrm>
              <a:off x="7960673" y="2452906"/>
              <a:ext cx="304392" cy="345840"/>
            </a:xfrm>
            <a:custGeom>
              <a:rect b="b" l="l" r="r" t="t"/>
              <a:pathLst>
                <a:path extrusionOk="0" h="13200" w="11618">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7" name="Google Shape;17677;p94"/>
            <p:cNvSpPr/>
            <p:nvPr/>
          </p:nvSpPr>
          <p:spPr>
            <a:xfrm>
              <a:off x="8012156" y="2436846"/>
              <a:ext cx="40453" cy="46977"/>
            </a:xfrm>
            <a:custGeom>
              <a:rect b="b" l="l" r="r" t="t"/>
              <a:pathLst>
                <a:path extrusionOk="0" h="1793" w="1544">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8" name="Google Shape;17678;p94"/>
            <p:cNvSpPr/>
            <p:nvPr/>
          </p:nvSpPr>
          <p:spPr>
            <a:xfrm>
              <a:off x="8012156" y="2436584"/>
              <a:ext cx="23108" cy="47239"/>
            </a:xfrm>
            <a:custGeom>
              <a:rect b="b" l="l" r="r" t="t"/>
              <a:pathLst>
                <a:path extrusionOk="0" h="1803" w="882">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9" name="Google Shape;17679;p94"/>
            <p:cNvSpPr/>
            <p:nvPr/>
          </p:nvSpPr>
          <p:spPr>
            <a:xfrm>
              <a:off x="8098773" y="2436846"/>
              <a:ext cx="40479" cy="46977"/>
            </a:xfrm>
            <a:custGeom>
              <a:rect b="b" l="l" r="r" t="t"/>
              <a:pathLst>
                <a:path extrusionOk="0" h="1793" w="1545">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0" name="Google Shape;17680;p94"/>
            <p:cNvSpPr/>
            <p:nvPr/>
          </p:nvSpPr>
          <p:spPr>
            <a:xfrm>
              <a:off x="8116117" y="2436584"/>
              <a:ext cx="23135" cy="47239"/>
            </a:xfrm>
            <a:custGeom>
              <a:rect b="b" l="l" r="r" t="t"/>
              <a:pathLst>
                <a:path extrusionOk="0" h="1803" w="883">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1" name="Google Shape;17681;p94"/>
            <p:cNvSpPr/>
            <p:nvPr/>
          </p:nvSpPr>
          <p:spPr>
            <a:xfrm>
              <a:off x="8204254" y="2591085"/>
              <a:ext cx="108023" cy="102940"/>
            </a:xfrm>
            <a:custGeom>
              <a:rect b="b" l="l" r="r" t="t"/>
              <a:pathLst>
                <a:path extrusionOk="0" h="3929" w="4123">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2" name="Google Shape;17682;p94"/>
            <p:cNvSpPr/>
            <p:nvPr/>
          </p:nvSpPr>
          <p:spPr>
            <a:xfrm>
              <a:off x="8244183" y="2591085"/>
              <a:ext cx="70609" cy="102992"/>
            </a:xfrm>
            <a:custGeom>
              <a:rect b="b" l="l" r="r" t="t"/>
              <a:pathLst>
                <a:path extrusionOk="0" h="3931" w="2695">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3" name="Google Shape;17683;p94"/>
            <p:cNvSpPr/>
            <p:nvPr/>
          </p:nvSpPr>
          <p:spPr>
            <a:xfrm>
              <a:off x="8234646" y="2624936"/>
              <a:ext cx="40977" cy="35291"/>
            </a:xfrm>
            <a:custGeom>
              <a:rect b="b" l="l" r="r" t="t"/>
              <a:pathLst>
                <a:path extrusionOk="0" h="1347" w="1564">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4" name="Google Shape;17684;p94"/>
            <p:cNvSpPr/>
            <p:nvPr/>
          </p:nvSpPr>
          <p:spPr>
            <a:xfrm>
              <a:off x="7953101" y="2520214"/>
              <a:ext cx="244446" cy="184867"/>
            </a:xfrm>
            <a:custGeom>
              <a:rect b="b" l="l" r="r" t="t"/>
              <a:pathLst>
                <a:path extrusionOk="0" h="7056" w="933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685" name="Google Shape;17685;p94"/>
          <p:cNvGrpSpPr/>
          <p:nvPr/>
        </p:nvGrpSpPr>
        <p:grpSpPr>
          <a:xfrm>
            <a:off x="4855278" y="3174555"/>
            <a:ext cx="373481" cy="362267"/>
            <a:chOff x="4859353" y="3355130"/>
            <a:chExt cx="373481" cy="362267"/>
          </a:xfrm>
        </p:grpSpPr>
        <p:sp>
          <p:nvSpPr>
            <p:cNvPr id="17686" name="Google Shape;17686;p94"/>
            <p:cNvSpPr/>
            <p:nvPr/>
          </p:nvSpPr>
          <p:spPr>
            <a:xfrm>
              <a:off x="4859353" y="3355130"/>
              <a:ext cx="373219" cy="362005"/>
            </a:xfrm>
            <a:custGeom>
              <a:rect b="b" l="l" r="r" t="t"/>
              <a:pathLst>
                <a:path extrusionOk="0" h="13817" w="14245">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7" name="Google Shape;17687;p94"/>
            <p:cNvSpPr/>
            <p:nvPr/>
          </p:nvSpPr>
          <p:spPr>
            <a:xfrm>
              <a:off x="4868418" y="3388142"/>
              <a:ext cx="364154" cy="329255"/>
            </a:xfrm>
            <a:custGeom>
              <a:rect b="b" l="l" r="r" t="t"/>
              <a:pathLst>
                <a:path extrusionOk="0" h="12567" w="13899">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8" name="Google Shape;17688;p94"/>
            <p:cNvSpPr/>
            <p:nvPr/>
          </p:nvSpPr>
          <p:spPr>
            <a:xfrm>
              <a:off x="4969497" y="3355627"/>
              <a:ext cx="263336" cy="251415"/>
            </a:xfrm>
            <a:custGeom>
              <a:rect b="b" l="l" r="r" t="t"/>
              <a:pathLst>
                <a:path extrusionOk="0" h="9596" w="10051">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9" name="Google Shape;17689;p94"/>
            <p:cNvSpPr/>
            <p:nvPr/>
          </p:nvSpPr>
          <p:spPr>
            <a:xfrm>
              <a:off x="5178809" y="3364038"/>
              <a:ext cx="12078" cy="12078"/>
            </a:xfrm>
            <a:custGeom>
              <a:rect b="b" l="l" r="r" t="t"/>
              <a:pathLst>
                <a:path extrusionOk="0" h="461" w="461">
                  <a:moveTo>
                    <a:pt x="461" y="460"/>
                  </a:moveTo>
                  <a:lnTo>
                    <a:pt x="1" y="0"/>
                  </a:lnTo>
                  <a:close/>
                </a:path>
              </a:pathLst>
            </a:custGeom>
            <a:solidFill>
              <a:srgbClr val="CAD3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0" name="Google Shape;17690;p94"/>
            <p:cNvSpPr/>
            <p:nvPr/>
          </p:nvSpPr>
          <p:spPr>
            <a:xfrm>
              <a:off x="4983934" y="3388142"/>
              <a:ext cx="248900" cy="218849"/>
            </a:xfrm>
            <a:custGeom>
              <a:rect b="b" l="l" r="r" t="t"/>
              <a:pathLst>
                <a:path extrusionOk="0" h="8353" w="950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1" name="Google Shape;17691;p94"/>
            <p:cNvSpPr/>
            <p:nvPr/>
          </p:nvSpPr>
          <p:spPr>
            <a:xfrm>
              <a:off x="4865641" y="3654098"/>
              <a:ext cx="65579" cy="63299"/>
            </a:xfrm>
            <a:custGeom>
              <a:rect b="b" l="l" r="r" t="t"/>
              <a:pathLst>
                <a:path extrusionOk="0" h="2416" w="2503">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2" name="Google Shape;17692;p94"/>
            <p:cNvSpPr/>
            <p:nvPr/>
          </p:nvSpPr>
          <p:spPr>
            <a:xfrm>
              <a:off x="4868156" y="3668665"/>
              <a:ext cx="63063" cy="48732"/>
            </a:xfrm>
            <a:custGeom>
              <a:rect b="b" l="l" r="r" t="t"/>
              <a:pathLst>
                <a:path extrusionOk="0" h="1860" w="2407">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3" name="Google Shape;17693;p94"/>
            <p:cNvSpPr/>
            <p:nvPr/>
          </p:nvSpPr>
          <p:spPr>
            <a:xfrm>
              <a:off x="5010160" y="3403076"/>
              <a:ext cx="178527" cy="165689"/>
            </a:xfrm>
            <a:custGeom>
              <a:rect b="b" l="l" r="r" t="t"/>
              <a:pathLst>
                <a:path extrusionOk="0" h="6324" w="6814">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4" name="Google Shape;17694;p94"/>
            <p:cNvSpPr/>
            <p:nvPr/>
          </p:nvSpPr>
          <p:spPr>
            <a:xfrm>
              <a:off x="5115274" y="3375592"/>
              <a:ext cx="27143" cy="26200"/>
            </a:xfrm>
            <a:custGeom>
              <a:rect b="b" l="l" r="r" t="t"/>
              <a:pathLst>
                <a:path extrusionOk="0" h="1000" w="1036">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5" name="Google Shape;17695;p94"/>
            <p:cNvSpPr/>
            <p:nvPr/>
          </p:nvSpPr>
          <p:spPr>
            <a:xfrm>
              <a:off x="5094681" y="3396185"/>
              <a:ext cx="27143" cy="26200"/>
            </a:xfrm>
            <a:custGeom>
              <a:rect b="b" l="l" r="r" t="t"/>
              <a:pathLst>
                <a:path extrusionOk="0" h="1000" w="1036">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6" name="Google Shape;17696;p94"/>
            <p:cNvSpPr/>
            <p:nvPr/>
          </p:nvSpPr>
          <p:spPr>
            <a:xfrm>
              <a:off x="5074088" y="3416778"/>
              <a:ext cx="29344" cy="26357"/>
            </a:xfrm>
            <a:custGeom>
              <a:rect b="b" l="l" r="r" t="t"/>
              <a:pathLst>
                <a:path extrusionOk="0" h="1006" w="112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7" name="Google Shape;17697;p94"/>
            <p:cNvSpPr/>
            <p:nvPr/>
          </p:nvSpPr>
          <p:spPr>
            <a:xfrm>
              <a:off x="5053495" y="3437371"/>
              <a:ext cx="26907" cy="26200"/>
            </a:xfrm>
            <a:custGeom>
              <a:rect b="b" l="l" r="r" t="t"/>
              <a:pathLst>
                <a:path extrusionOk="0" h="1000" w="1027">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8" name="Google Shape;17698;p94"/>
            <p:cNvSpPr/>
            <p:nvPr/>
          </p:nvSpPr>
          <p:spPr>
            <a:xfrm>
              <a:off x="5032901" y="3457965"/>
              <a:ext cx="26907" cy="26200"/>
            </a:xfrm>
            <a:custGeom>
              <a:rect b="b" l="l" r="r" t="t"/>
              <a:pathLst>
                <a:path extrusionOk="0" h="1000" w="1027">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9" name="Google Shape;17699;p94"/>
            <p:cNvSpPr/>
            <p:nvPr/>
          </p:nvSpPr>
          <p:spPr>
            <a:xfrm>
              <a:off x="5013304" y="3478794"/>
              <a:ext cx="25912" cy="26148"/>
            </a:xfrm>
            <a:custGeom>
              <a:rect b="b" l="l" r="r" t="t"/>
              <a:pathLst>
                <a:path extrusionOk="0" h="998" w="989">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00" name="Google Shape;17700;p94"/>
          <p:cNvGrpSpPr/>
          <p:nvPr/>
        </p:nvGrpSpPr>
        <p:grpSpPr>
          <a:xfrm>
            <a:off x="6633603" y="1320407"/>
            <a:ext cx="378721" cy="362005"/>
            <a:chOff x="6637678" y="1500982"/>
            <a:chExt cx="378721" cy="362005"/>
          </a:xfrm>
        </p:grpSpPr>
        <p:sp>
          <p:nvSpPr>
            <p:cNvPr id="17701" name="Google Shape;17701;p94"/>
            <p:cNvSpPr/>
            <p:nvPr/>
          </p:nvSpPr>
          <p:spPr>
            <a:xfrm>
              <a:off x="6637678" y="1500982"/>
              <a:ext cx="377725" cy="361717"/>
            </a:xfrm>
            <a:custGeom>
              <a:rect b="b" l="l" r="r" t="t"/>
              <a:pathLst>
                <a:path extrusionOk="0" h="13806" w="14417">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2" name="Google Shape;17702;p94"/>
            <p:cNvSpPr/>
            <p:nvPr/>
          </p:nvSpPr>
          <p:spPr>
            <a:xfrm>
              <a:off x="6696680" y="1551338"/>
              <a:ext cx="260218" cy="260454"/>
            </a:xfrm>
            <a:custGeom>
              <a:rect b="b" l="l" r="r" t="t"/>
              <a:pathLst>
                <a:path extrusionOk="0" h="9941" w="9932">
                  <a:moveTo>
                    <a:pt x="5464" y="0"/>
                  </a:moveTo>
                  <a:lnTo>
                    <a:pt x="1" y="5464"/>
                  </a:lnTo>
                  <a:lnTo>
                    <a:pt x="4468" y="9940"/>
                  </a:lnTo>
                  <a:lnTo>
                    <a:pt x="9931" y="4477"/>
                  </a:lnTo>
                  <a:lnTo>
                    <a:pt x="5464" y="0"/>
                  </a:ln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3" name="Google Shape;17703;p94"/>
            <p:cNvSpPr/>
            <p:nvPr/>
          </p:nvSpPr>
          <p:spPr>
            <a:xfrm>
              <a:off x="6638175" y="1500982"/>
              <a:ext cx="377725" cy="361717"/>
            </a:xfrm>
            <a:custGeom>
              <a:rect b="b" l="l" r="r" t="t"/>
              <a:pathLst>
                <a:path extrusionOk="0" h="13806" w="14417">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4" name="Google Shape;17704;p94"/>
            <p:cNvSpPr/>
            <p:nvPr/>
          </p:nvSpPr>
          <p:spPr>
            <a:xfrm>
              <a:off x="6842090" y="1696748"/>
              <a:ext cx="174309" cy="166239"/>
            </a:xfrm>
            <a:custGeom>
              <a:rect b="b" l="l" r="r" t="t"/>
              <a:pathLst>
                <a:path extrusionOk="0" h="6345" w="6653">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5" name="Google Shape;17705;p94"/>
            <p:cNvSpPr/>
            <p:nvPr/>
          </p:nvSpPr>
          <p:spPr>
            <a:xfrm>
              <a:off x="6752931" y="1608847"/>
              <a:ext cx="146458" cy="144179"/>
            </a:xfrm>
            <a:custGeom>
              <a:rect b="b" l="l" r="r" t="t"/>
              <a:pathLst>
                <a:path extrusionOk="0" h="5503" w="559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6" name="Google Shape;17706;p94"/>
            <p:cNvSpPr/>
            <p:nvPr/>
          </p:nvSpPr>
          <p:spPr>
            <a:xfrm>
              <a:off x="6797393" y="1608847"/>
              <a:ext cx="101735" cy="144414"/>
            </a:xfrm>
            <a:custGeom>
              <a:rect b="b" l="l" r="r" t="t"/>
              <a:pathLst>
                <a:path extrusionOk="0" h="5512" w="3883">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7" name="Google Shape;17707;p94"/>
            <p:cNvSpPr/>
            <p:nvPr/>
          </p:nvSpPr>
          <p:spPr>
            <a:xfrm>
              <a:off x="6697309" y="1620087"/>
              <a:ext cx="22270" cy="18654"/>
            </a:xfrm>
            <a:custGeom>
              <a:rect b="b" l="l" r="r" t="t"/>
              <a:pathLst>
                <a:path extrusionOk="0" h="712" w="85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8" name="Google Shape;17708;p94"/>
            <p:cNvSpPr/>
            <p:nvPr/>
          </p:nvSpPr>
          <p:spPr>
            <a:xfrm>
              <a:off x="6690995" y="1582123"/>
              <a:ext cx="22296" cy="18707"/>
            </a:xfrm>
            <a:custGeom>
              <a:rect b="b" l="l" r="r" t="t"/>
              <a:pathLst>
                <a:path extrusionOk="0" h="714" w="851">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9" name="Google Shape;17709;p94"/>
            <p:cNvSpPr/>
            <p:nvPr/>
          </p:nvSpPr>
          <p:spPr>
            <a:xfrm>
              <a:off x="6724190" y="1548771"/>
              <a:ext cx="22244" cy="18654"/>
            </a:xfrm>
            <a:custGeom>
              <a:rect b="b" l="l" r="r" t="t"/>
              <a:pathLst>
                <a:path extrusionOk="0" h="712" w="849">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0" name="Google Shape;17710;p94"/>
            <p:cNvSpPr/>
            <p:nvPr/>
          </p:nvSpPr>
          <p:spPr>
            <a:xfrm>
              <a:off x="6729902" y="1587782"/>
              <a:ext cx="22322" cy="18576"/>
            </a:xfrm>
            <a:custGeom>
              <a:rect b="b" l="l" r="r" t="t"/>
              <a:pathLst>
                <a:path extrusionOk="0" h="709" w="852">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1" name="Google Shape;17711;p94"/>
            <p:cNvSpPr/>
            <p:nvPr/>
          </p:nvSpPr>
          <p:spPr>
            <a:xfrm>
              <a:off x="6762285" y="1555137"/>
              <a:ext cx="22322" cy="18812"/>
            </a:xfrm>
            <a:custGeom>
              <a:rect b="b" l="l" r="r" t="t"/>
              <a:pathLst>
                <a:path extrusionOk="0" h="718" w="852">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2" name="Google Shape;17712;p94"/>
            <p:cNvSpPr/>
            <p:nvPr/>
          </p:nvSpPr>
          <p:spPr>
            <a:xfrm>
              <a:off x="6866508" y="1789208"/>
              <a:ext cx="22322" cy="18812"/>
            </a:xfrm>
            <a:custGeom>
              <a:rect b="b" l="l" r="r" t="t"/>
              <a:pathLst>
                <a:path extrusionOk="0" h="718" w="852">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3" name="Google Shape;17713;p94"/>
            <p:cNvSpPr/>
            <p:nvPr/>
          </p:nvSpPr>
          <p:spPr>
            <a:xfrm>
              <a:off x="6903450" y="1794998"/>
              <a:ext cx="23554" cy="19309"/>
            </a:xfrm>
            <a:custGeom>
              <a:rect b="b" l="l" r="r" t="t"/>
              <a:pathLst>
                <a:path extrusionOk="0" h="737" w="899">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4" name="Google Shape;17714;p94"/>
            <p:cNvSpPr/>
            <p:nvPr/>
          </p:nvSpPr>
          <p:spPr>
            <a:xfrm>
              <a:off x="6937877" y="1762432"/>
              <a:ext cx="22270" cy="18707"/>
            </a:xfrm>
            <a:custGeom>
              <a:rect b="b" l="l" r="r" t="t"/>
              <a:pathLst>
                <a:path extrusionOk="0" h="714" w="85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5" name="Google Shape;17715;p94"/>
            <p:cNvSpPr/>
            <p:nvPr/>
          </p:nvSpPr>
          <p:spPr>
            <a:xfrm>
              <a:off x="6898970" y="1756799"/>
              <a:ext cx="22270" cy="18812"/>
            </a:xfrm>
            <a:custGeom>
              <a:rect b="b" l="l" r="r" t="t"/>
              <a:pathLst>
                <a:path extrusionOk="0" h="718" w="85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6" name="Google Shape;17716;p94"/>
            <p:cNvSpPr/>
            <p:nvPr/>
          </p:nvSpPr>
          <p:spPr>
            <a:xfrm>
              <a:off x="6931380" y="1724311"/>
              <a:ext cx="22506" cy="18654"/>
            </a:xfrm>
            <a:custGeom>
              <a:rect b="b" l="l" r="r" t="t"/>
              <a:pathLst>
                <a:path extrusionOk="0" h="712" w="859">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17" name="Google Shape;17717;p94"/>
          <p:cNvGrpSpPr/>
          <p:nvPr/>
        </p:nvGrpSpPr>
        <p:grpSpPr>
          <a:xfrm>
            <a:off x="5823918" y="3174921"/>
            <a:ext cx="223041" cy="362163"/>
            <a:chOff x="5827993" y="3355496"/>
            <a:chExt cx="223041" cy="362163"/>
          </a:xfrm>
        </p:grpSpPr>
        <p:sp>
          <p:nvSpPr>
            <p:cNvPr id="17718" name="Google Shape;17718;p94"/>
            <p:cNvSpPr/>
            <p:nvPr/>
          </p:nvSpPr>
          <p:spPr>
            <a:xfrm>
              <a:off x="5827993" y="3448664"/>
              <a:ext cx="223041" cy="268995"/>
            </a:xfrm>
            <a:custGeom>
              <a:rect b="b" l="l" r="r" t="t"/>
              <a:pathLst>
                <a:path extrusionOk="0" h="10267" w="8513">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9" name="Google Shape;17719;p94"/>
            <p:cNvSpPr/>
            <p:nvPr/>
          </p:nvSpPr>
          <p:spPr>
            <a:xfrm>
              <a:off x="5989987" y="3448664"/>
              <a:ext cx="60810" cy="268733"/>
            </a:xfrm>
            <a:custGeom>
              <a:rect b="b" l="l" r="r" t="t"/>
              <a:pathLst>
                <a:path extrusionOk="0" h="10257" w="2321">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0" name="Google Shape;17720;p94"/>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1" name="Google Shape;17721;p94"/>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2" name="Google Shape;17722;p94"/>
            <p:cNvSpPr/>
            <p:nvPr/>
          </p:nvSpPr>
          <p:spPr>
            <a:xfrm>
              <a:off x="5963630" y="3424560"/>
              <a:ext cx="36942" cy="24130"/>
            </a:xfrm>
            <a:custGeom>
              <a:rect b="b" l="l" r="r" t="t"/>
              <a:pathLst>
                <a:path extrusionOk="0" h="921" w="1410">
                  <a:moveTo>
                    <a:pt x="0" y="0"/>
                  </a:moveTo>
                  <a:lnTo>
                    <a:pt x="0" y="921"/>
                  </a:lnTo>
                  <a:lnTo>
                    <a:pt x="1409" y="921"/>
                  </a:lnTo>
                  <a:lnTo>
                    <a:pt x="1409" y="0"/>
                  </a:ln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3" name="Google Shape;17723;p94"/>
            <p:cNvSpPr/>
            <p:nvPr/>
          </p:nvSpPr>
          <p:spPr>
            <a:xfrm>
              <a:off x="5852857" y="3355496"/>
              <a:ext cx="172815" cy="69089"/>
            </a:xfrm>
            <a:custGeom>
              <a:rect b="b" l="l" r="r" t="t"/>
              <a:pathLst>
                <a:path extrusionOk="0" h="2637" w="6596">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4" name="Google Shape;17724;p94"/>
            <p:cNvSpPr/>
            <p:nvPr/>
          </p:nvSpPr>
          <p:spPr>
            <a:xfrm>
              <a:off x="5981708" y="3355496"/>
              <a:ext cx="43964" cy="69089"/>
            </a:xfrm>
            <a:custGeom>
              <a:rect b="b" l="l" r="r" t="t"/>
              <a:pathLst>
                <a:path extrusionOk="0" h="2637" w="1678">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5" name="Google Shape;17725;p94"/>
            <p:cNvSpPr/>
            <p:nvPr/>
          </p:nvSpPr>
          <p:spPr>
            <a:xfrm>
              <a:off x="5862917" y="3488854"/>
              <a:ext cx="152720" cy="188378"/>
            </a:xfrm>
            <a:custGeom>
              <a:rect b="b" l="l" r="r" t="t"/>
              <a:pathLst>
                <a:path extrusionOk="0" h="7190" w="5829">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6" name="Google Shape;17726;p94"/>
            <p:cNvSpPr/>
            <p:nvPr/>
          </p:nvSpPr>
          <p:spPr>
            <a:xfrm>
              <a:off x="5971412" y="3488854"/>
              <a:ext cx="44226" cy="188614"/>
            </a:xfrm>
            <a:custGeom>
              <a:rect b="b" l="l" r="r" t="t"/>
              <a:pathLst>
                <a:path extrusionOk="0" h="7199" w="1688">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7" name="Google Shape;17727;p94"/>
            <p:cNvSpPr/>
            <p:nvPr/>
          </p:nvSpPr>
          <p:spPr>
            <a:xfrm>
              <a:off x="5869939" y="3531036"/>
              <a:ext cx="121568" cy="104197"/>
            </a:xfrm>
            <a:custGeom>
              <a:rect b="b" l="l" r="r" t="t"/>
              <a:pathLst>
                <a:path extrusionOk="0" h="3977" w="464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8" name="Google Shape;17728;p94"/>
            <p:cNvSpPr/>
            <p:nvPr/>
          </p:nvSpPr>
          <p:spPr>
            <a:xfrm>
              <a:off x="5894043" y="3538058"/>
              <a:ext cx="106529" cy="97202"/>
            </a:xfrm>
            <a:custGeom>
              <a:rect b="b" l="l" r="r" t="t"/>
              <a:pathLst>
                <a:path extrusionOk="0" h="3710" w="4066">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9" name="Google Shape;17729;p94"/>
            <p:cNvSpPr/>
            <p:nvPr/>
          </p:nvSpPr>
          <p:spPr>
            <a:xfrm>
              <a:off x="5905597" y="3551813"/>
              <a:ext cx="67334" cy="62513"/>
            </a:xfrm>
            <a:custGeom>
              <a:rect b="b" l="l" r="r" t="t"/>
              <a:pathLst>
                <a:path extrusionOk="0" h="2386" w="257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0" name="Google Shape;17730;p94"/>
            <p:cNvSpPr/>
            <p:nvPr/>
          </p:nvSpPr>
          <p:spPr>
            <a:xfrm>
              <a:off x="5887781" y="3355496"/>
              <a:ext cx="14593" cy="69089"/>
            </a:xfrm>
            <a:custGeom>
              <a:rect b="b" l="l" r="r" t="t"/>
              <a:pathLst>
                <a:path extrusionOk="0" h="2637" w="557">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1" name="Google Shape;17731;p94"/>
            <p:cNvSpPr/>
            <p:nvPr/>
          </p:nvSpPr>
          <p:spPr>
            <a:xfrm>
              <a:off x="5931719" y="3355496"/>
              <a:ext cx="14855" cy="69089"/>
            </a:xfrm>
            <a:custGeom>
              <a:rect b="b" l="l" r="r" t="t"/>
              <a:pathLst>
                <a:path extrusionOk="0" h="2637" w="567">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2" name="Google Shape;17732;p94"/>
            <p:cNvSpPr/>
            <p:nvPr/>
          </p:nvSpPr>
          <p:spPr>
            <a:xfrm>
              <a:off x="5976416" y="3355496"/>
              <a:ext cx="14593" cy="69089"/>
            </a:xfrm>
            <a:custGeom>
              <a:rect b="b" l="l" r="r" t="t"/>
              <a:pathLst>
                <a:path extrusionOk="0" h="2637" w="557">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33" name="Google Shape;17733;p94"/>
          <p:cNvGrpSpPr/>
          <p:nvPr/>
        </p:nvGrpSpPr>
        <p:grpSpPr>
          <a:xfrm>
            <a:off x="7524638" y="1320066"/>
            <a:ext cx="370520" cy="361586"/>
            <a:chOff x="7528713" y="1500641"/>
            <a:chExt cx="370520" cy="361586"/>
          </a:xfrm>
        </p:grpSpPr>
        <p:sp>
          <p:nvSpPr>
            <p:cNvPr id="17734" name="Google Shape;17734;p94"/>
            <p:cNvSpPr/>
            <p:nvPr/>
          </p:nvSpPr>
          <p:spPr>
            <a:xfrm>
              <a:off x="7684158" y="1587809"/>
              <a:ext cx="121070" cy="119603"/>
            </a:xfrm>
            <a:custGeom>
              <a:rect b="b" l="l" r="r" t="t"/>
              <a:pathLst>
                <a:path extrusionOk="0" h="4565" w="4621">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5" name="Google Shape;17735;p94"/>
            <p:cNvSpPr/>
            <p:nvPr/>
          </p:nvSpPr>
          <p:spPr>
            <a:xfrm>
              <a:off x="7750208" y="1653282"/>
              <a:ext cx="54784" cy="53972"/>
            </a:xfrm>
            <a:custGeom>
              <a:rect b="b" l="l" r="r" t="t"/>
              <a:pathLst>
                <a:path extrusionOk="0" h="2060" w="2091">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6" name="Google Shape;17736;p94"/>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7" name="Google Shape;17737;p94"/>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8" name="Google Shape;17738;p94"/>
            <p:cNvSpPr/>
            <p:nvPr/>
          </p:nvSpPr>
          <p:spPr>
            <a:xfrm>
              <a:off x="7764775" y="1501846"/>
              <a:ext cx="128616" cy="155497"/>
            </a:xfrm>
            <a:custGeom>
              <a:rect b="b" l="l" r="r" t="t"/>
              <a:pathLst>
                <a:path extrusionOk="0" h="5935" w="4909">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9" name="Google Shape;17739;p94"/>
            <p:cNvSpPr/>
            <p:nvPr/>
          </p:nvSpPr>
          <p:spPr>
            <a:xfrm>
              <a:off x="7528713" y="1618279"/>
              <a:ext cx="252673" cy="243948"/>
            </a:xfrm>
            <a:custGeom>
              <a:rect b="b" l="l" r="r" t="t"/>
              <a:pathLst>
                <a:path extrusionOk="0" h="9311" w="9644">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0" name="Google Shape;17740;p94"/>
            <p:cNvSpPr/>
            <p:nvPr/>
          </p:nvSpPr>
          <p:spPr>
            <a:xfrm>
              <a:off x="7570136" y="1670627"/>
              <a:ext cx="211251" cy="191574"/>
            </a:xfrm>
            <a:custGeom>
              <a:rect b="b" l="l" r="r" t="t"/>
              <a:pathLst>
                <a:path extrusionOk="0" h="7312" w="8063">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41" name="Google Shape;17741;p94"/>
          <p:cNvGrpSpPr/>
          <p:nvPr/>
        </p:nvGrpSpPr>
        <p:grpSpPr>
          <a:xfrm>
            <a:off x="5313123" y="3174921"/>
            <a:ext cx="367429" cy="362163"/>
            <a:chOff x="5317198" y="3355496"/>
            <a:chExt cx="367429" cy="362163"/>
          </a:xfrm>
        </p:grpSpPr>
        <p:sp>
          <p:nvSpPr>
            <p:cNvPr id="17742" name="Google Shape;17742;p94"/>
            <p:cNvSpPr/>
            <p:nvPr/>
          </p:nvSpPr>
          <p:spPr>
            <a:xfrm>
              <a:off x="5378715" y="3535883"/>
              <a:ext cx="256184" cy="181776"/>
            </a:xfrm>
            <a:custGeom>
              <a:rect b="b" l="l" r="r" t="t"/>
              <a:pathLst>
                <a:path extrusionOk="0" h="6938" w="9778">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3" name="Google Shape;17743;p94"/>
            <p:cNvSpPr/>
            <p:nvPr/>
          </p:nvSpPr>
          <p:spPr>
            <a:xfrm>
              <a:off x="5455822" y="3438419"/>
              <a:ext cx="112031" cy="218220"/>
            </a:xfrm>
            <a:custGeom>
              <a:rect b="b" l="l" r="r" t="t"/>
              <a:pathLst>
                <a:path extrusionOk="0" h="8329" w="4276">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4" name="Google Shape;17744;p94"/>
            <p:cNvSpPr/>
            <p:nvPr/>
          </p:nvSpPr>
          <p:spPr>
            <a:xfrm>
              <a:off x="5448276" y="3359505"/>
              <a:ext cx="59815" cy="185129"/>
            </a:xfrm>
            <a:custGeom>
              <a:rect b="b" l="l" r="r" t="t"/>
              <a:pathLst>
                <a:path extrusionOk="0" h="7066" w="2283">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5" name="Google Shape;17745;p94"/>
            <p:cNvSpPr/>
            <p:nvPr/>
          </p:nvSpPr>
          <p:spPr>
            <a:xfrm>
              <a:off x="5448276" y="3359505"/>
              <a:ext cx="21877" cy="185129"/>
            </a:xfrm>
            <a:custGeom>
              <a:rect b="b" l="l" r="r" t="t"/>
              <a:pathLst>
                <a:path extrusionOk="0" h="7066" w="835">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6" name="Google Shape;17746;p94"/>
            <p:cNvSpPr/>
            <p:nvPr/>
          </p:nvSpPr>
          <p:spPr>
            <a:xfrm>
              <a:off x="5529653" y="3432839"/>
              <a:ext cx="67570" cy="21379"/>
            </a:xfrm>
            <a:custGeom>
              <a:rect b="b" l="l" r="r" t="t"/>
              <a:pathLst>
                <a:path extrusionOk="0" h="816" w="2579">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7" name="Google Shape;17747;p94"/>
            <p:cNvSpPr/>
            <p:nvPr/>
          </p:nvSpPr>
          <p:spPr>
            <a:xfrm>
              <a:off x="5571102" y="3432839"/>
              <a:ext cx="26383" cy="21877"/>
            </a:xfrm>
            <a:custGeom>
              <a:rect b="b" l="l" r="r" t="t"/>
              <a:pathLst>
                <a:path extrusionOk="0" h="835" w="1007">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8" name="Google Shape;17748;p94"/>
            <p:cNvSpPr/>
            <p:nvPr/>
          </p:nvSpPr>
          <p:spPr>
            <a:xfrm>
              <a:off x="5596699" y="3538058"/>
              <a:ext cx="67832" cy="21405"/>
            </a:xfrm>
            <a:custGeom>
              <a:rect b="b" l="l" r="r" t="t"/>
              <a:pathLst>
                <a:path extrusionOk="0" h="817" w="2589">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9" name="Google Shape;17749;p94"/>
            <p:cNvSpPr/>
            <p:nvPr/>
          </p:nvSpPr>
          <p:spPr>
            <a:xfrm>
              <a:off x="5639903" y="3538058"/>
              <a:ext cx="24628" cy="21641"/>
            </a:xfrm>
            <a:custGeom>
              <a:rect b="b" l="l" r="r" t="t"/>
              <a:pathLst>
                <a:path extrusionOk="0" h="826" w="94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0" name="Google Shape;17750;p94"/>
            <p:cNvSpPr/>
            <p:nvPr/>
          </p:nvSpPr>
          <p:spPr>
            <a:xfrm>
              <a:off x="5576604" y="3470514"/>
              <a:ext cx="108023" cy="68592"/>
            </a:xfrm>
            <a:custGeom>
              <a:rect b="b" l="l" r="r" t="t"/>
              <a:pathLst>
                <a:path extrusionOk="0" h="2618" w="4123">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1" name="Google Shape;17751;p94"/>
            <p:cNvSpPr/>
            <p:nvPr/>
          </p:nvSpPr>
          <p:spPr>
            <a:xfrm>
              <a:off x="5600734" y="3538058"/>
              <a:ext cx="5528" cy="1284"/>
            </a:xfrm>
            <a:custGeom>
              <a:rect b="b" l="l" r="r" t="t"/>
              <a:pathLst>
                <a:path extrusionOk="0" h="49" w="211">
                  <a:moveTo>
                    <a:pt x="0" y="1"/>
                  </a:moveTo>
                  <a:cubicBezTo>
                    <a:pt x="10" y="20"/>
                    <a:pt x="29" y="30"/>
                    <a:pt x="38" y="49"/>
                  </a:cubicBezTo>
                  <a:cubicBezTo>
                    <a:pt x="86" y="20"/>
                    <a:pt x="153" y="1"/>
                    <a:pt x="211" y="1"/>
                  </a:cubicBezTo>
                  <a:close/>
                </a:path>
              </a:pathLst>
            </a:custGeom>
            <a:solidFill>
              <a:srgbClr val="CAD3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2" name="Google Shape;17752;p94"/>
            <p:cNvSpPr/>
            <p:nvPr/>
          </p:nvSpPr>
          <p:spPr>
            <a:xfrm>
              <a:off x="5621327" y="3470776"/>
              <a:ext cx="63299" cy="68565"/>
            </a:xfrm>
            <a:custGeom>
              <a:rect b="b" l="l" r="r" t="t"/>
              <a:pathLst>
                <a:path extrusionOk="0" h="2617" w="2416">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3" name="Google Shape;17753;p94"/>
            <p:cNvSpPr/>
            <p:nvPr/>
          </p:nvSpPr>
          <p:spPr>
            <a:xfrm>
              <a:off x="5528396" y="3355496"/>
              <a:ext cx="70085" cy="77369"/>
            </a:xfrm>
            <a:custGeom>
              <a:rect b="b" l="l" r="r" t="t"/>
              <a:pathLst>
                <a:path extrusionOk="0" h="2953" w="2675">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4" name="Google Shape;17754;p94"/>
            <p:cNvSpPr/>
            <p:nvPr/>
          </p:nvSpPr>
          <p:spPr>
            <a:xfrm>
              <a:off x="5554779" y="3355496"/>
              <a:ext cx="43964" cy="77369"/>
            </a:xfrm>
            <a:custGeom>
              <a:rect b="b" l="l" r="r" t="t"/>
              <a:pathLst>
                <a:path extrusionOk="0" h="2953" w="1678">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5" name="Google Shape;17755;p94"/>
            <p:cNvSpPr/>
            <p:nvPr/>
          </p:nvSpPr>
          <p:spPr>
            <a:xfrm>
              <a:off x="5317433" y="3355496"/>
              <a:ext cx="135637" cy="193146"/>
            </a:xfrm>
            <a:custGeom>
              <a:rect b="b" l="l" r="r" t="t"/>
              <a:pathLst>
                <a:path extrusionOk="0" h="7372" w="5177">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6" name="Google Shape;17756;p94"/>
            <p:cNvSpPr/>
            <p:nvPr/>
          </p:nvSpPr>
          <p:spPr>
            <a:xfrm>
              <a:off x="5317198" y="3357514"/>
              <a:ext cx="135873" cy="191129"/>
            </a:xfrm>
            <a:custGeom>
              <a:rect b="b" l="l" r="r" t="t"/>
              <a:pathLst>
                <a:path extrusionOk="0" h="7295" w="5186">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7" name="Google Shape;17757;p94"/>
            <p:cNvSpPr/>
            <p:nvPr/>
          </p:nvSpPr>
          <p:spPr>
            <a:xfrm>
              <a:off x="5625336" y="3485579"/>
              <a:ext cx="10821" cy="27641"/>
            </a:xfrm>
            <a:custGeom>
              <a:rect b="b" l="l" r="r" t="t"/>
              <a:pathLst>
                <a:path extrusionOk="0" h="1055" w="413">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58" name="Google Shape;17758;p94"/>
          <p:cNvGrpSpPr/>
          <p:nvPr/>
        </p:nvGrpSpPr>
        <p:grpSpPr>
          <a:xfrm>
            <a:off x="5298896" y="1319988"/>
            <a:ext cx="383175" cy="362241"/>
            <a:chOff x="5302971" y="1500563"/>
            <a:chExt cx="383175" cy="362241"/>
          </a:xfrm>
        </p:grpSpPr>
        <p:sp>
          <p:nvSpPr>
            <p:cNvPr id="17759" name="Google Shape;17759;p94"/>
            <p:cNvSpPr/>
            <p:nvPr/>
          </p:nvSpPr>
          <p:spPr>
            <a:xfrm>
              <a:off x="5302971" y="1500563"/>
              <a:ext cx="383175" cy="362241"/>
            </a:xfrm>
            <a:custGeom>
              <a:rect b="b" l="l" r="r" t="t"/>
              <a:pathLst>
                <a:path extrusionOk="0" h="13826" w="14625">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0" name="Google Shape;17760;p94"/>
            <p:cNvSpPr/>
            <p:nvPr/>
          </p:nvSpPr>
          <p:spPr>
            <a:xfrm>
              <a:off x="5375964" y="1557102"/>
              <a:ext cx="309920" cy="305675"/>
            </a:xfrm>
            <a:custGeom>
              <a:rect b="b" l="l" r="r" t="t"/>
              <a:pathLst>
                <a:path extrusionOk="0" h="11667" w="11829">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61" name="Google Shape;17761;p94"/>
          <p:cNvGrpSpPr/>
          <p:nvPr/>
        </p:nvGrpSpPr>
        <p:grpSpPr>
          <a:xfrm>
            <a:off x="6198630" y="1344878"/>
            <a:ext cx="364180" cy="312461"/>
            <a:chOff x="6202705" y="1525453"/>
            <a:chExt cx="364180" cy="312461"/>
          </a:xfrm>
        </p:grpSpPr>
        <p:sp>
          <p:nvSpPr>
            <p:cNvPr id="17762" name="Google Shape;17762;p94"/>
            <p:cNvSpPr/>
            <p:nvPr/>
          </p:nvSpPr>
          <p:spPr>
            <a:xfrm>
              <a:off x="6407615" y="1616891"/>
              <a:ext cx="159270" cy="221023"/>
            </a:xfrm>
            <a:custGeom>
              <a:rect b="b" l="l" r="r" t="t"/>
              <a:pathLst>
                <a:path extrusionOk="0" h="8436" w="6079">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3" name="Google Shape;17763;p94"/>
            <p:cNvSpPr/>
            <p:nvPr/>
          </p:nvSpPr>
          <p:spPr>
            <a:xfrm>
              <a:off x="6454592" y="1616891"/>
              <a:ext cx="112031" cy="221023"/>
            </a:xfrm>
            <a:custGeom>
              <a:rect b="b" l="l" r="r" t="t"/>
              <a:pathLst>
                <a:path extrusionOk="0" h="8436" w="4276">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4" name="Google Shape;17764;p94"/>
            <p:cNvSpPr/>
            <p:nvPr/>
          </p:nvSpPr>
          <p:spPr>
            <a:xfrm>
              <a:off x="6202705" y="1616891"/>
              <a:ext cx="158982" cy="221023"/>
            </a:xfrm>
            <a:custGeom>
              <a:rect b="b" l="l" r="r" t="t"/>
              <a:pathLst>
                <a:path extrusionOk="0" h="8436" w="6068">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5" name="Google Shape;17765;p94"/>
            <p:cNvSpPr/>
            <p:nvPr/>
          </p:nvSpPr>
          <p:spPr>
            <a:xfrm>
              <a:off x="6202705" y="1616891"/>
              <a:ext cx="112031" cy="221023"/>
            </a:xfrm>
            <a:custGeom>
              <a:rect b="b" l="l" r="r" t="t"/>
              <a:pathLst>
                <a:path extrusionOk="0" h="8436" w="4276">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6" name="Google Shape;17766;p94"/>
            <p:cNvSpPr/>
            <p:nvPr/>
          </p:nvSpPr>
          <p:spPr>
            <a:xfrm>
              <a:off x="6288327"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7" name="Google Shape;17767;p94"/>
            <p:cNvSpPr/>
            <p:nvPr/>
          </p:nvSpPr>
          <p:spPr>
            <a:xfrm>
              <a:off x="6453072"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8" name="Google Shape;17768;p94"/>
            <p:cNvSpPr/>
            <p:nvPr/>
          </p:nvSpPr>
          <p:spPr>
            <a:xfrm>
              <a:off x="6295086" y="1525453"/>
              <a:ext cx="177924" cy="246411"/>
            </a:xfrm>
            <a:custGeom>
              <a:rect b="b" l="l" r="r" t="t"/>
              <a:pathLst>
                <a:path extrusionOk="0" h="9405" w="6791">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69" name="Google Shape;17769;p94"/>
          <p:cNvGrpSpPr/>
          <p:nvPr/>
        </p:nvGrpSpPr>
        <p:grpSpPr>
          <a:xfrm>
            <a:off x="7083142" y="1323027"/>
            <a:ext cx="362398" cy="356163"/>
            <a:chOff x="7087217" y="1503602"/>
            <a:chExt cx="362398" cy="356163"/>
          </a:xfrm>
        </p:grpSpPr>
        <p:sp>
          <p:nvSpPr>
            <p:cNvPr id="17770" name="Google Shape;17770;p94"/>
            <p:cNvSpPr/>
            <p:nvPr/>
          </p:nvSpPr>
          <p:spPr>
            <a:xfrm>
              <a:off x="7087217" y="1503602"/>
              <a:ext cx="362398" cy="356163"/>
            </a:xfrm>
            <a:custGeom>
              <a:rect b="b" l="l" r="r" t="t"/>
              <a:pathLst>
                <a:path extrusionOk="0" h="13594" w="13832">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1" name="Google Shape;17771;p94"/>
            <p:cNvSpPr/>
            <p:nvPr/>
          </p:nvSpPr>
          <p:spPr>
            <a:xfrm>
              <a:off x="7140953" y="1772833"/>
              <a:ext cx="23135" cy="19781"/>
            </a:xfrm>
            <a:custGeom>
              <a:rect b="b" l="l" r="r" t="t"/>
              <a:pathLst>
                <a:path extrusionOk="0" h="755" w="883">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2" name="Google Shape;17772;p94"/>
            <p:cNvSpPr/>
            <p:nvPr/>
          </p:nvSpPr>
          <p:spPr>
            <a:xfrm>
              <a:off x="7278818" y="1541277"/>
              <a:ext cx="23135" cy="19912"/>
            </a:xfrm>
            <a:custGeom>
              <a:rect b="b" l="l" r="r" t="t"/>
              <a:pathLst>
                <a:path extrusionOk="0" h="760" w="883">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3" name="Google Shape;17773;p94"/>
            <p:cNvSpPr/>
            <p:nvPr/>
          </p:nvSpPr>
          <p:spPr>
            <a:xfrm>
              <a:off x="7322781" y="1635204"/>
              <a:ext cx="23108" cy="19781"/>
            </a:xfrm>
            <a:custGeom>
              <a:rect b="b" l="l" r="r" t="t"/>
              <a:pathLst>
                <a:path extrusionOk="0" h="755" w="882">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4" name="Google Shape;17774;p94"/>
            <p:cNvSpPr/>
            <p:nvPr/>
          </p:nvSpPr>
          <p:spPr>
            <a:xfrm>
              <a:off x="7258722" y="1616367"/>
              <a:ext cx="23397" cy="19781"/>
            </a:xfrm>
            <a:custGeom>
              <a:rect b="b" l="l" r="r" t="t"/>
              <a:pathLst>
                <a:path extrusionOk="0" h="755" w="893">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5" name="Google Shape;17775;p94"/>
            <p:cNvSpPr/>
            <p:nvPr/>
          </p:nvSpPr>
          <p:spPr>
            <a:xfrm>
              <a:off x="7231370" y="1692713"/>
              <a:ext cx="23108" cy="19912"/>
            </a:xfrm>
            <a:custGeom>
              <a:rect b="b" l="l" r="r" t="t"/>
              <a:pathLst>
                <a:path extrusionOk="0" h="760" w="882">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6" name="Google Shape;17776;p94"/>
            <p:cNvSpPr/>
            <p:nvPr/>
          </p:nvSpPr>
          <p:spPr>
            <a:xfrm>
              <a:off x="7399626" y="1590009"/>
              <a:ext cx="23135" cy="19833"/>
            </a:xfrm>
            <a:custGeom>
              <a:rect b="b" l="l" r="r" t="t"/>
              <a:pathLst>
                <a:path extrusionOk="0" h="757" w="883">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7" name="Google Shape;17777;p94"/>
            <p:cNvSpPr/>
            <p:nvPr/>
          </p:nvSpPr>
          <p:spPr>
            <a:xfrm>
              <a:off x="7108806" y="1792431"/>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8" name="Google Shape;17778;p94"/>
            <p:cNvSpPr/>
            <p:nvPr/>
          </p:nvSpPr>
          <p:spPr>
            <a:xfrm>
              <a:off x="7128639" y="1823320"/>
              <a:ext cx="23135" cy="19755"/>
            </a:xfrm>
            <a:custGeom>
              <a:rect b="b" l="l" r="r" t="t"/>
              <a:pathLst>
                <a:path extrusionOk="0" h="754" w="883">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9" name="Google Shape;17779;p94"/>
            <p:cNvSpPr/>
            <p:nvPr/>
          </p:nvSpPr>
          <p:spPr>
            <a:xfrm>
              <a:off x="7129635" y="1561137"/>
              <a:ext cx="319981" cy="298628"/>
            </a:xfrm>
            <a:custGeom>
              <a:rect b="b" l="l" r="r" t="t"/>
              <a:pathLst>
                <a:path extrusionOk="0" h="11398" w="12213">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0" name="Google Shape;17780;p94"/>
            <p:cNvSpPr/>
            <p:nvPr/>
          </p:nvSpPr>
          <p:spPr>
            <a:xfrm>
              <a:off x="7117583" y="1646523"/>
              <a:ext cx="107027" cy="112162"/>
            </a:xfrm>
            <a:custGeom>
              <a:rect b="b" l="l" r="r" t="t"/>
              <a:pathLst>
                <a:path extrusionOk="0" h="4281" w="4085">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1" name="Google Shape;17781;p94"/>
            <p:cNvSpPr/>
            <p:nvPr/>
          </p:nvSpPr>
          <p:spPr>
            <a:xfrm>
              <a:off x="7117347" y="1646523"/>
              <a:ext cx="107499" cy="112057"/>
            </a:xfrm>
            <a:custGeom>
              <a:rect b="b" l="l" r="r" t="t"/>
              <a:pathLst>
                <a:path extrusionOk="0" h="4277" w="4103">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2" name="Google Shape;17782;p94"/>
            <p:cNvSpPr/>
            <p:nvPr/>
          </p:nvSpPr>
          <p:spPr>
            <a:xfrm>
              <a:off x="7136421" y="1769322"/>
              <a:ext cx="23135" cy="19912"/>
            </a:xfrm>
            <a:custGeom>
              <a:rect b="b" l="l" r="r" t="t"/>
              <a:pathLst>
                <a:path extrusionOk="0" h="760" w="883">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3" name="Google Shape;17783;p94"/>
            <p:cNvSpPr/>
            <p:nvPr/>
          </p:nvSpPr>
          <p:spPr>
            <a:xfrm>
              <a:off x="7274311" y="1538029"/>
              <a:ext cx="23108" cy="19833"/>
            </a:xfrm>
            <a:custGeom>
              <a:rect b="b" l="l" r="r" t="t"/>
              <a:pathLst>
                <a:path extrusionOk="0" h="757" w="882">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4" name="Google Shape;17784;p94"/>
            <p:cNvSpPr/>
            <p:nvPr/>
          </p:nvSpPr>
          <p:spPr>
            <a:xfrm>
              <a:off x="7318249" y="1631956"/>
              <a:ext cx="23135" cy="19833"/>
            </a:xfrm>
            <a:custGeom>
              <a:rect b="b" l="l" r="r" t="t"/>
              <a:pathLst>
                <a:path extrusionOk="0" h="757" w="883">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5" name="Google Shape;17785;p94"/>
            <p:cNvSpPr/>
            <p:nvPr/>
          </p:nvSpPr>
          <p:spPr>
            <a:xfrm>
              <a:off x="7254216" y="1613118"/>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6" name="Google Shape;17786;p94"/>
            <p:cNvSpPr/>
            <p:nvPr/>
          </p:nvSpPr>
          <p:spPr>
            <a:xfrm>
              <a:off x="7226575" y="1689465"/>
              <a:ext cx="23397" cy="19833"/>
            </a:xfrm>
            <a:custGeom>
              <a:rect b="b" l="l" r="r" t="t"/>
              <a:pathLst>
                <a:path extrusionOk="0" h="757" w="893">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7" name="Google Shape;17787;p94"/>
            <p:cNvSpPr/>
            <p:nvPr/>
          </p:nvSpPr>
          <p:spPr>
            <a:xfrm>
              <a:off x="7395093" y="1586734"/>
              <a:ext cx="23135" cy="19833"/>
            </a:xfrm>
            <a:custGeom>
              <a:rect b="b" l="l" r="r" t="t"/>
              <a:pathLst>
                <a:path extrusionOk="0" h="757" w="883">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8" name="Google Shape;17788;p94"/>
            <p:cNvSpPr/>
            <p:nvPr/>
          </p:nvSpPr>
          <p:spPr>
            <a:xfrm>
              <a:off x="7104273" y="1789156"/>
              <a:ext cx="23135" cy="19912"/>
            </a:xfrm>
            <a:custGeom>
              <a:rect b="b" l="l" r="r" t="t"/>
              <a:pathLst>
                <a:path extrusionOk="0" h="760" w="883">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9" name="Google Shape;17789;p94"/>
            <p:cNvSpPr/>
            <p:nvPr/>
          </p:nvSpPr>
          <p:spPr>
            <a:xfrm>
              <a:off x="7124133" y="1820045"/>
              <a:ext cx="23108" cy="19781"/>
            </a:xfrm>
            <a:custGeom>
              <a:rect b="b" l="l" r="r" t="t"/>
              <a:pathLst>
                <a:path extrusionOk="0" h="755" w="882">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0" name="Google Shape;17790;p94"/>
            <p:cNvSpPr/>
            <p:nvPr/>
          </p:nvSpPr>
          <p:spPr>
            <a:xfrm>
              <a:off x="7159529" y="1730677"/>
              <a:ext cx="86670" cy="97438"/>
            </a:xfrm>
            <a:custGeom>
              <a:rect b="b" l="l" r="r" t="t"/>
              <a:pathLst>
                <a:path extrusionOk="0" h="3719" w="3308">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91" name="Google Shape;17791;p94"/>
          <p:cNvGrpSpPr/>
          <p:nvPr/>
        </p:nvGrpSpPr>
        <p:grpSpPr>
          <a:xfrm>
            <a:off x="7964877" y="1320302"/>
            <a:ext cx="378747" cy="361455"/>
            <a:chOff x="7968952" y="1500877"/>
            <a:chExt cx="378747" cy="361455"/>
          </a:xfrm>
        </p:grpSpPr>
        <p:sp>
          <p:nvSpPr>
            <p:cNvPr id="17792" name="Google Shape;17792;p94"/>
            <p:cNvSpPr/>
            <p:nvPr/>
          </p:nvSpPr>
          <p:spPr>
            <a:xfrm>
              <a:off x="8160579" y="1622393"/>
              <a:ext cx="52505" cy="51771"/>
            </a:xfrm>
            <a:custGeom>
              <a:rect b="b" l="l" r="r" t="t"/>
              <a:pathLst>
                <a:path extrusionOk="0" h="1976" w="2004">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3" name="Google Shape;17793;p94"/>
            <p:cNvSpPr/>
            <p:nvPr/>
          </p:nvSpPr>
          <p:spPr>
            <a:xfrm>
              <a:off x="8163592" y="1642750"/>
              <a:ext cx="49728" cy="31230"/>
            </a:xfrm>
            <a:custGeom>
              <a:rect b="b" l="l" r="r" t="t"/>
              <a:pathLst>
                <a:path extrusionOk="0" h="1192" w="1898">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4" name="Google Shape;17794;p94"/>
            <p:cNvSpPr/>
            <p:nvPr/>
          </p:nvSpPr>
          <p:spPr>
            <a:xfrm>
              <a:off x="7968952" y="1652549"/>
              <a:ext cx="215233" cy="209364"/>
            </a:xfrm>
            <a:custGeom>
              <a:rect b="b" l="l" r="r" t="t"/>
              <a:pathLst>
                <a:path extrusionOk="0" h="7991" w="8215">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5" name="Google Shape;17795;p94"/>
            <p:cNvSpPr/>
            <p:nvPr/>
          </p:nvSpPr>
          <p:spPr>
            <a:xfrm>
              <a:off x="8164587" y="1652287"/>
              <a:ext cx="9825" cy="10061"/>
            </a:xfrm>
            <a:custGeom>
              <a:rect b="b" l="l" r="r" t="t"/>
              <a:pathLst>
                <a:path extrusionOk="0" h="384" w="375">
                  <a:moveTo>
                    <a:pt x="374" y="384"/>
                  </a:moveTo>
                  <a:lnTo>
                    <a:pt x="0" y="1"/>
                  </a:lnTo>
                  <a:close/>
                </a:path>
              </a:pathLst>
            </a:custGeom>
            <a:solidFill>
              <a:srgbClr val="CF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6" name="Google Shape;17796;p94"/>
            <p:cNvSpPr/>
            <p:nvPr/>
          </p:nvSpPr>
          <p:spPr>
            <a:xfrm>
              <a:off x="7972463" y="1662583"/>
              <a:ext cx="211722" cy="199565"/>
            </a:xfrm>
            <a:custGeom>
              <a:rect b="b" l="l" r="r" t="t"/>
              <a:pathLst>
                <a:path extrusionOk="0" h="7617" w="8081">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7" name="Google Shape;17797;p94"/>
            <p:cNvSpPr/>
            <p:nvPr/>
          </p:nvSpPr>
          <p:spPr>
            <a:xfrm>
              <a:off x="8167103" y="1502554"/>
              <a:ext cx="180597" cy="157750"/>
            </a:xfrm>
            <a:custGeom>
              <a:rect b="b" l="l" r="r" t="t"/>
              <a:pathLst>
                <a:path extrusionOk="0" h="6021" w="6893">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8" name="Google Shape;17798;p94"/>
            <p:cNvSpPr/>
            <p:nvPr/>
          </p:nvSpPr>
          <p:spPr>
            <a:xfrm>
              <a:off x="8187198" y="1506877"/>
              <a:ext cx="160501" cy="153427"/>
            </a:xfrm>
            <a:custGeom>
              <a:rect b="b" l="l" r="r" t="t"/>
              <a:pathLst>
                <a:path extrusionOk="0" h="5856" w="6126">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9" name="Google Shape;17799;p94"/>
            <p:cNvSpPr/>
            <p:nvPr/>
          </p:nvSpPr>
          <p:spPr>
            <a:xfrm>
              <a:off x="8073176" y="1500877"/>
              <a:ext cx="93193" cy="81430"/>
            </a:xfrm>
            <a:custGeom>
              <a:rect b="b" l="l" r="r" t="t"/>
              <a:pathLst>
                <a:path extrusionOk="0" h="3108" w="3557">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0" name="Google Shape;17800;p94"/>
            <p:cNvSpPr/>
            <p:nvPr/>
          </p:nvSpPr>
          <p:spPr>
            <a:xfrm>
              <a:off x="8081455" y="1501846"/>
              <a:ext cx="85176" cy="80696"/>
            </a:xfrm>
            <a:custGeom>
              <a:rect b="b" l="l" r="r" t="t"/>
              <a:pathLst>
                <a:path extrusionOk="0" h="3080" w="3251">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1" name="Google Shape;17801;p94"/>
            <p:cNvSpPr/>
            <p:nvPr/>
          </p:nvSpPr>
          <p:spPr>
            <a:xfrm>
              <a:off x="8069901" y="1562630"/>
              <a:ext cx="26907" cy="26593"/>
            </a:xfrm>
            <a:custGeom>
              <a:rect b="b" l="l" r="r" t="t"/>
              <a:pathLst>
                <a:path extrusionOk="0" h="1015" w="1027">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2" name="Google Shape;17802;p94"/>
            <p:cNvSpPr/>
            <p:nvPr/>
          </p:nvSpPr>
          <p:spPr>
            <a:xfrm>
              <a:off x="7970969" y="1578193"/>
              <a:ext cx="111009" cy="108337"/>
            </a:xfrm>
            <a:custGeom>
              <a:rect b="b" l="l" r="r" t="t"/>
              <a:pathLst>
                <a:path extrusionOk="0" h="4135" w="4237">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3" name="Google Shape;17803;p94"/>
            <p:cNvSpPr/>
            <p:nvPr/>
          </p:nvSpPr>
          <p:spPr>
            <a:xfrm>
              <a:off x="8247458" y="1676758"/>
              <a:ext cx="92958" cy="81534"/>
            </a:xfrm>
            <a:custGeom>
              <a:rect b="b" l="l" r="r" t="t"/>
              <a:pathLst>
                <a:path extrusionOk="0" h="3112" w="3548">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4" name="Google Shape;17804;p94"/>
            <p:cNvSpPr/>
            <p:nvPr/>
          </p:nvSpPr>
          <p:spPr>
            <a:xfrm>
              <a:off x="8255501" y="1677648"/>
              <a:ext cx="85150" cy="80460"/>
            </a:xfrm>
            <a:custGeom>
              <a:rect b="b" l="l" r="r" t="t"/>
              <a:pathLst>
                <a:path extrusionOk="0" h="3071" w="325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5" name="Google Shape;17805;p94"/>
            <p:cNvSpPr/>
            <p:nvPr/>
          </p:nvSpPr>
          <p:spPr>
            <a:xfrm>
              <a:off x="8244183" y="1738432"/>
              <a:ext cx="27169" cy="26776"/>
            </a:xfrm>
            <a:custGeom>
              <a:rect b="b" l="l" r="r" t="t"/>
              <a:pathLst>
                <a:path extrusionOk="0" h="1022" w="1037">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6" name="Google Shape;17806;p94"/>
            <p:cNvSpPr/>
            <p:nvPr/>
          </p:nvSpPr>
          <p:spPr>
            <a:xfrm>
              <a:off x="8145252" y="1753995"/>
              <a:ext cx="111036" cy="108337"/>
            </a:xfrm>
            <a:custGeom>
              <a:rect b="b" l="l" r="r" t="t"/>
              <a:pathLst>
                <a:path extrusionOk="0" h="4135" w="4238">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07" name="Google Shape;17807;p94"/>
          <p:cNvGrpSpPr/>
          <p:nvPr/>
        </p:nvGrpSpPr>
        <p:grpSpPr>
          <a:xfrm>
            <a:off x="5757370" y="1361148"/>
            <a:ext cx="362163" cy="279737"/>
            <a:chOff x="5761445" y="1541723"/>
            <a:chExt cx="362163" cy="279737"/>
          </a:xfrm>
        </p:grpSpPr>
        <p:sp>
          <p:nvSpPr>
            <p:cNvPr id="17808" name="Google Shape;17808;p94"/>
            <p:cNvSpPr/>
            <p:nvPr/>
          </p:nvSpPr>
          <p:spPr>
            <a:xfrm>
              <a:off x="5870699" y="1603371"/>
              <a:ext cx="64059" cy="218089"/>
            </a:xfrm>
            <a:custGeom>
              <a:rect b="b" l="l" r="r" t="t"/>
              <a:pathLst>
                <a:path extrusionOk="0" h="8324" w="2445">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9" name="Google Shape;17809;p94"/>
            <p:cNvSpPr/>
            <p:nvPr/>
          </p:nvSpPr>
          <p:spPr>
            <a:xfrm>
              <a:off x="5761445" y="1541723"/>
              <a:ext cx="139567" cy="223198"/>
            </a:xfrm>
            <a:custGeom>
              <a:rect b="b" l="l" r="r" t="t"/>
              <a:pathLst>
                <a:path extrusionOk="0" h="8519" w="5327">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0" name="Google Shape;17810;p94"/>
            <p:cNvSpPr/>
            <p:nvPr/>
          </p:nvSpPr>
          <p:spPr>
            <a:xfrm>
              <a:off x="5761707" y="1541854"/>
              <a:ext cx="83159" cy="222962"/>
            </a:xfrm>
            <a:custGeom>
              <a:rect b="b" l="l" r="r" t="t"/>
              <a:pathLst>
                <a:path extrusionOk="0" h="8510" w="3174">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1" name="Google Shape;17811;p94"/>
            <p:cNvSpPr/>
            <p:nvPr/>
          </p:nvSpPr>
          <p:spPr>
            <a:xfrm>
              <a:off x="5950059" y="1603371"/>
              <a:ext cx="64059" cy="218089"/>
            </a:xfrm>
            <a:custGeom>
              <a:rect b="b" l="l" r="r" t="t"/>
              <a:pathLst>
                <a:path extrusionOk="0" h="8324" w="2445">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2" name="Google Shape;17812;p94"/>
            <p:cNvSpPr/>
            <p:nvPr/>
          </p:nvSpPr>
          <p:spPr>
            <a:xfrm>
              <a:off x="5984040" y="1541723"/>
              <a:ext cx="139567" cy="223250"/>
            </a:xfrm>
            <a:custGeom>
              <a:rect b="b" l="l" r="r" t="t"/>
              <a:pathLst>
                <a:path extrusionOk="0" h="8521" w="5327">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3" name="Google Shape;17813;p94"/>
            <p:cNvSpPr/>
            <p:nvPr/>
          </p:nvSpPr>
          <p:spPr>
            <a:xfrm>
              <a:off x="6038955" y="1541959"/>
              <a:ext cx="84652" cy="223119"/>
            </a:xfrm>
            <a:custGeom>
              <a:rect b="b" l="l" r="r" t="t"/>
              <a:pathLst>
                <a:path extrusionOk="0" h="8516" w="3231">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14" name="Google Shape;17814;p94"/>
          <p:cNvGrpSpPr/>
          <p:nvPr/>
        </p:nvGrpSpPr>
        <p:grpSpPr>
          <a:xfrm>
            <a:off x="6200883" y="3175000"/>
            <a:ext cx="358390" cy="362320"/>
            <a:chOff x="6204958" y="3355575"/>
            <a:chExt cx="358390" cy="362320"/>
          </a:xfrm>
        </p:grpSpPr>
        <p:sp>
          <p:nvSpPr>
            <p:cNvPr id="17815" name="Google Shape;17815;p94"/>
            <p:cNvSpPr/>
            <p:nvPr/>
          </p:nvSpPr>
          <p:spPr>
            <a:xfrm>
              <a:off x="6204958" y="3355706"/>
              <a:ext cx="358154" cy="362189"/>
            </a:xfrm>
            <a:custGeom>
              <a:rect b="b" l="l" r="r" t="t"/>
              <a:pathLst>
                <a:path extrusionOk="0" h="13824" w="1367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6" name="Google Shape;17816;p94"/>
            <p:cNvSpPr/>
            <p:nvPr/>
          </p:nvSpPr>
          <p:spPr>
            <a:xfrm>
              <a:off x="6253428" y="3355575"/>
              <a:ext cx="309920" cy="221442"/>
            </a:xfrm>
            <a:custGeom>
              <a:rect b="b" l="l" r="r" t="t"/>
              <a:pathLst>
                <a:path extrusionOk="0" h="8452" w="11829">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7" name="Google Shape;17817;p94"/>
            <p:cNvSpPr/>
            <p:nvPr/>
          </p:nvSpPr>
          <p:spPr>
            <a:xfrm>
              <a:off x="6225814" y="3425057"/>
              <a:ext cx="3537" cy="6550"/>
            </a:xfrm>
            <a:custGeom>
              <a:rect b="b" l="l" r="r" t="t"/>
              <a:pathLst>
                <a:path extrusionOk="0" h="250" w="135">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8" name="Google Shape;17818;p94"/>
            <p:cNvSpPr/>
            <p:nvPr/>
          </p:nvSpPr>
          <p:spPr>
            <a:xfrm>
              <a:off x="6367451" y="3577751"/>
              <a:ext cx="139148" cy="140144"/>
            </a:xfrm>
            <a:custGeom>
              <a:rect b="b" l="l" r="r" t="t"/>
              <a:pathLst>
                <a:path extrusionOk="0" h="5349" w="5311">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9" name="Google Shape;17819;p94"/>
            <p:cNvSpPr/>
            <p:nvPr/>
          </p:nvSpPr>
          <p:spPr>
            <a:xfrm>
              <a:off x="6460120" y="3595069"/>
              <a:ext cx="46479" cy="122328"/>
            </a:xfrm>
            <a:custGeom>
              <a:rect b="b" l="l" r="r" t="t"/>
              <a:pathLst>
                <a:path extrusionOk="0" h="4669" w="1774">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0" name="Google Shape;17820;p94"/>
            <p:cNvSpPr/>
            <p:nvPr/>
          </p:nvSpPr>
          <p:spPr>
            <a:xfrm>
              <a:off x="6419929" y="3572485"/>
              <a:ext cx="101997" cy="56513"/>
            </a:xfrm>
            <a:custGeom>
              <a:rect b="b" l="l" r="r" t="t"/>
              <a:pathLst>
                <a:path extrusionOk="0" h="2157" w="3893">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1" name="Google Shape;17821;p94"/>
            <p:cNvSpPr/>
            <p:nvPr/>
          </p:nvSpPr>
          <p:spPr>
            <a:xfrm>
              <a:off x="6426453" y="3572485"/>
              <a:ext cx="95211" cy="56513"/>
            </a:xfrm>
            <a:custGeom>
              <a:rect b="b" l="l" r="r" t="t"/>
              <a:pathLst>
                <a:path extrusionOk="0" h="2157" w="3634">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2" name="Google Shape;17822;p94"/>
            <p:cNvSpPr/>
            <p:nvPr/>
          </p:nvSpPr>
          <p:spPr>
            <a:xfrm>
              <a:off x="6381232" y="3407006"/>
              <a:ext cx="100503" cy="62277"/>
            </a:xfrm>
            <a:custGeom>
              <a:rect b="b" l="l" r="r" t="t"/>
              <a:pathLst>
                <a:path extrusionOk="0" h="2377" w="3836">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3" name="Google Shape;17823;p94"/>
            <p:cNvSpPr/>
            <p:nvPr/>
          </p:nvSpPr>
          <p:spPr>
            <a:xfrm>
              <a:off x="6255865" y="3454873"/>
              <a:ext cx="84259" cy="48811"/>
            </a:xfrm>
            <a:custGeom>
              <a:rect b="b" l="l" r="r" t="t"/>
              <a:pathLst>
                <a:path extrusionOk="0" h="1863" w="3216">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4" name="Google Shape;17824;p94"/>
            <p:cNvSpPr/>
            <p:nvPr/>
          </p:nvSpPr>
          <p:spPr>
            <a:xfrm>
              <a:off x="6422183" y="3506932"/>
              <a:ext cx="51273" cy="22637"/>
            </a:xfrm>
            <a:custGeom>
              <a:rect b="b" l="l" r="r" t="t"/>
              <a:pathLst>
                <a:path extrusionOk="0" h="864" w="1957">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5" name="Google Shape;17825;p94"/>
            <p:cNvSpPr/>
            <p:nvPr/>
          </p:nvSpPr>
          <p:spPr>
            <a:xfrm>
              <a:off x="6358621" y="3569236"/>
              <a:ext cx="52793" cy="23292"/>
            </a:xfrm>
            <a:custGeom>
              <a:rect b="b" l="l" r="r" t="t"/>
              <a:pathLst>
                <a:path extrusionOk="0" h="889" w="2015">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6" name="Google Shape;17826;p94"/>
            <p:cNvSpPr/>
            <p:nvPr/>
          </p:nvSpPr>
          <p:spPr>
            <a:xfrm>
              <a:off x="6345076" y="3480470"/>
              <a:ext cx="45509" cy="34532"/>
            </a:xfrm>
            <a:custGeom>
              <a:rect b="b" l="l" r="r" t="t"/>
              <a:pathLst>
                <a:path extrusionOk="0" h="1318" w="1737">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7" name="Google Shape;17827;p94"/>
            <p:cNvSpPr/>
            <p:nvPr/>
          </p:nvSpPr>
          <p:spPr>
            <a:xfrm>
              <a:off x="6278030" y="3534285"/>
              <a:ext cx="15353" cy="32933"/>
            </a:xfrm>
            <a:custGeom>
              <a:rect b="b" l="l" r="r" t="t"/>
              <a:pathLst>
                <a:path extrusionOk="0" h="1257" w="586">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8" name="Google Shape;17828;p94"/>
            <p:cNvSpPr/>
            <p:nvPr/>
          </p:nvSpPr>
          <p:spPr>
            <a:xfrm>
              <a:off x="6325767" y="3362911"/>
              <a:ext cx="20672" cy="25519"/>
            </a:xfrm>
            <a:custGeom>
              <a:rect b="b" l="l" r="r" t="t"/>
              <a:pathLst>
                <a:path extrusionOk="0" h="974" w="789">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9" name="Google Shape;17829;p94"/>
            <p:cNvSpPr/>
            <p:nvPr/>
          </p:nvSpPr>
          <p:spPr>
            <a:xfrm>
              <a:off x="6305042" y="3381146"/>
              <a:ext cx="50880" cy="19205"/>
            </a:xfrm>
            <a:custGeom>
              <a:rect b="b" l="l" r="r" t="t"/>
              <a:pathLst>
                <a:path extrusionOk="0" h="733" w="1942">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0" name="Google Shape;17830;p94"/>
            <p:cNvSpPr/>
            <p:nvPr/>
          </p:nvSpPr>
          <p:spPr>
            <a:xfrm>
              <a:off x="6526275" y="3501037"/>
              <a:ext cx="29056" cy="37309"/>
            </a:xfrm>
            <a:custGeom>
              <a:rect b="b" l="l" r="r" t="t"/>
              <a:pathLst>
                <a:path extrusionOk="0" h="1424" w="1109">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31" name="Google Shape;17831;p94"/>
          <p:cNvGrpSpPr/>
          <p:nvPr/>
        </p:nvGrpSpPr>
        <p:grpSpPr>
          <a:xfrm>
            <a:off x="4935895" y="1319280"/>
            <a:ext cx="242979" cy="362660"/>
            <a:chOff x="4939970" y="1499855"/>
            <a:chExt cx="242979" cy="362660"/>
          </a:xfrm>
        </p:grpSpPr>
        <p:sp>
          <p:nvSpPr>
            <p:cNvPr id="17832" name="Google Shape;17832;p94"/>
            <p:cNvSpPr/>
            <p:nvPr/>
          </p:nvSpPr>
          <p:spPr>
            <a:xfrm>
              <a:off x="4992973" y="1499855"/>
              <a:ext cx="43728" cy="120075"/>
            </a:xfrm>
            <a:custGeom>
              <a:rect b="b" l="l" r="r" t="t"/>
              <a:pathLst>
                <a:path extrusionOk="0" h="4583" w="1669">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3" name="Google Shape;17833;p94"/>
            <p:cNvSpPr/>
            <p:nvPr/>
          </p:nvSpPr>
          <p:spPr>
            <a:xfrm>
              <a:off x="4993470" y="1584979"/>
              <a:ext cx="42732" cy="34951"/>
            </a:xfrm>
            <a:custGeom>
              <a:rect b="b" l="l" r="r" t="t"/>
              <a:pathLst>
                <a:path extrusionOk="0" h="1334" w="1631">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4" name="Google Shape;17834;p94"/>
            <p:cNvSpPr/>
            <p:nvPr/>
          </p:nvSpPr>
          <p:spPr>
            <a:xfrm>
              <a:off x="4939970" y="1536588"/>
              <a:ext cx="203207" cy="325928"/>
            </a:xfrm>
            <a:custGeom>
              <a:rect b="b" l="l" r="r" t="t"/>
              <a:pathLst>
                <a:path extrusionOk="0" h="12440" w="7756">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5" name="Google Shape;17835;p94"/>
            <p:cNvSpPr/>
            <p:nvPr/>
          </p:nvSpPr>
          <p:spPr>
            <a:xfrm>
              <a:off x="5033163" y="1662321"/>
              <a:ext cx="149785" cy="191155"/>
            </a:xfrm>
            <a:custGeom>
              <a:rect b="b" l="l" r="r" t="t"/>
              <a:pathLst>
                <a:path extrusionOk="0" h="7296" w="5717">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6" name="Google Shape;17836;p94"/>
            <p:cNvSpPr/>
            <p:nvPr/>
          </p:nvSpPr>
          <p:spPr>
            <a:xfrm>
              <a:off x="5033399" y="1662321"/>
              <a:ext cx="25388" cy="27667"/>
            </a:xfrm>
            <a:custGeom>
              <a:rect b="b" l="l" r="r" t="t"/>
              <a:pathLst>
                <a:path extrusionOk="0" h="1056" w="969">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7" name="Google Shape;17837;p94"/>
            <p:cNvSpPr/>
            <p:nvPr/>
          </p:nvSpPr>
          <p:spPr>
            <a:xfrm>
              <a:off x="5006780" y="1626427"/>
              <a:ext cx="30680" cy="26279"/>
            </a:xfrm>
            <a:custGeom>
              <a:rect b="b" l="l" r="r" t="t"/>
              <a:pathLst>
                <a:path extrusionOk="0" h="1003" w="1171">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38" name="Google Shape;17838;p94"/>
          <p:cNvGrpSpPr/>
          <p:nvPr/>
        </p:nvGrpSpPr>
        <p:grpSpPr>
          <a:xfrm>
            <a:off x="8019373" y="3174921"/>
            <a:ext cx="284322" cy="362163"/>
            <a:chOff x="8023448" y="3355496"/>
            <a:chExt cx="284322" cy="362163"/>
          </a:xfrm>
        </p:grpSpPr>
        <p:sp>
          <p:nvSpPr>
            <p:cNvPr id="17839" name="Google Shape;17839;p94"/>
            <p:cNvSpPr/>
            <p:nvPr/>
          </p:nvSpPr>
          <p:spPr>
            <a:xfrm>
              <a:off x="8023448" y="3372815"/>
              <a:ext cx="284322" cy="344844"/>
            </a:xfrm>
            <a:custGeom>
              <a:rect b="b" l="l" r="r" t="t"/>
              <a:pathLst>
                <a:path extrusionOk="0" h="13162" w="10852">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0" name="Google Shape;17840;p94"/>
            <p:cNvSpPr/>
            <p:nvPr/>
          </p:nvSpPr>
          <p:spPr>
            <a:xfrm>
              <a:off x="8241930" y="3373077"/>
              <a:ext cx="65841" cy="344582"/>
            </a:xfrm>
            <a:custGeom>
              <a:rect b="b" l="l" r="r" t="t"/>
              <a:pathLst>
                <a:path extrusionOk="0" h="13152" w="2513">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1" name="Google Shape;17841;p94"/>
            <p:cNvSpPr/>
            <p:nvPr/>
          </p:nvSpPr>
          <p:spPr>
            <a:xfrm>
              <a:off x="8058111" y="3373077"/>
              <a:ext cx="214997" cy="312435"/>
            </a:xfrm>
            <a:custGeom>
              <a:rect b="b" l="l" r="r" t="t"/>
              <a:pathLst>
                <a:path extrusionOk="0" h="11925" w="8206">
                  <a:moveTo>
                    <a:pt x="0" y="0"/>
                  </a:moveTo>
                  <a:lnTo>
                    <a:pt x="0" y="11925"/>
                  </a:lnTo>
                  <a:lnTo>
                    <a:pt x="8205" y="11925"/>
                  </a:lnTo>
                  <a:lnTo>
                    <a:pt x="8205" y="0"/>
                  </a:lnTo>
                  <a:close/>
                </a:path>
              </a:pathLst>
            </a:custGeom>
            <a:solidFill>
              <a:srgbClr val="E7EB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2" name="Google Shape;17842;p94"/>
            <p:cNvSpPr/>
            <p:nvPr/>
          </p:nvSpPr>
          <p:spPr>
            <a:xfrm>
              <a:off x="8058346" y="3373077"/>
              <a:ext cx="214761" cy="312435"/>
            </a:xfrm>
            <a:custGeom>
              <a:rect b="b" l="l" r="r" t="t"/>
              <a:pathLst>
                <a:path extrusionOk="0" h="11925" w="8197">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3" name="Google Shape;17843;p94"/>
            <p:cNvSpPr/>
            <p:nvPr/>
          </p:nvSpPr>
          <p:spPr>
            <a:xfrm>
              <a:off x="8092013" y="3355496"/>
              <a:ext cx="147427" cy="72338"/>
            </a:xfrm>
            <a:custGeom>
              <a:rect b="b" l="l" r="r" t="t"/>
              <a:pathLst>
                <a:path extrusionOk="0" h="2761" w="5627">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4" name="Google Shape;17844;p94"/>
            <p:cNvSpPr/>
            <p:nvPr/>
          </p:nvSpPr>
          <p:spPr>
            <a:xfrm>
              <a:off x="8162570" y="3355496"/>
              <a:ext cx="76871" cy="72102"/>
            </a:xfrm>
            <a:custGeom>
              <a:rect b="b" l="l" r="r" t="t"/>
              <a:pathLst>
                <a:path extrusionOk="0" h="2752" w="2934">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5" name="Google Shape;17845;p94"/>
            <p:cNvSpPr/>
            <p:nvPr/>
          </p:nvSpPr>
          <p:spPr>
            <a:xfrm>
              <a:off x="8090992" y="3448402"/>
              <a:ext cx="147454" cy="103516"/>
            </a:xfrm>
            <a:custGeom>
              <a:rect b="b" l="l" r="r" t="t"/>
              <a:pathLst>
                <a:path extrusionOk="0" h="3951" w="5628">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6" name="Google Shape;17846;p94"/>
            <p:cNvSpPr/>
            <p:nvPr/>
          </p:nvSpPr>
          <p:spPr>
            <a:xfrm>
              <a:off x="8091254" y="3588310"/>
              <a:ext cx="148947" cy="10559"/>
            </a:xfrm>
            <a:custGeom>
              <a:rect b="b" l="l" r="r" t="t"/>
              <a:pathLst>
                <a:path extrusionOk="0" h="403" w="5685">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7" name="Google Shape;17847;p94"/>
            <p:cNvSpPr/>
            <p:nvPr/>
          </p:nvSpPr>
          <p:spPr>
            <a:xfrm>
              <a:off x="8091254" y="3634998"/>
              <a:ext cx="148947" cy="10585"/>
            </a:xfrm>
            <a:custGeom>
              <a:rect b="b" l="l" r="r" t="t"/>
              <a:pathLst>
                <a:path extrusionOk="0" h="404" w="5685">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48" name="Google Shape;17848;p94"/>
          <p:cNvGrpSpPr/>
          <p:nvPr/>
        </p:nvGrpSpPr>
        <p:grpSpPr>
          <a:xfrm>
            <a:off x="6640126" y="3174921"/>
            <a:ext cx="366695" cy="361979"/>
            <a:chOff x="6644201" y="3355496"/>
            <a:chExt cx="366695" cy="361979"/>
          </a:xfrm>
        </p:grpSpPr>
        <p:sp>
          <p:nvSpPr>
            <p:cNvPr id="17849" name="Google Shape;17849;p94"/>
            <p:cNvSpPr/>
            <p:nvPr/>
          </p:nvSpPr>
          <p:spPr>
            <a:xfrm>
              <a:off x="6824274" y="3378421"/>
              <a:ext cx="11056" cy="52190"/>
            </a:xfrm>
            <a:custGeom>
              <a:rect b="b" l="l" r="r" t="t"/>
              <a:pathLst>
                <a:path extrusionOk="0" h="1992" w="422">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0" name="Google Shape;17850;p94"/>
            <p:cNvSpPr/>
            <p:nvPr/>
          </p:nvSpPr>
          <p:spPr>
            <a:xfrm>
              <a:off x="6904944" y="3402709"/>
              <a:ext cx="60994" cy="56802"/>
            </a:xfrm>
            <a:custGeom>
              <a:rect b="b" l="l" r="r" t="t"/>
              <a:pathLst>
                <a:path extrusionOk="0" h="2168" w="2328">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1" name="Google Shape;17851;p94"/>
            <p:cNvSpPr/>
            <p:nvPr/>
          </p:nvSpPr>
          <p:spPr>
            <a:xfrm>
              <a:off x="6942541" y="3531036"/>
              <a:ext cx="47239" cy="10821"/>
            </a:xfrm>
            <a:custGeom>
              <a:rect b="b" l="l" r="r" t="t"/>
              <a:pathLst>
                <a:path extrusionOk="0" h="413" w="1803">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2" name="Google Shape;17852;p94"/>
            <p:cNvSpPr/>
            <p:nvPr/>
          </p:nvSpPr>
          <p:spPr>
            <a:xfrm>
              <a:off x="6927397" y="3636518"/>
              <a:ext cx="30759" cy="26645"/>
            </a:xfrm>
            <a:custGeom>
              <a:rect b="b" l="l" r="r" t="t"/>
              <a:pathLst>
                <a:path extrusionOk="0" h="1017" w="1174">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3" name="Google Shape;17853;p94"/>
            <p:cNvSpPr/>
            <p:nvPr/>
          </p:nvSpPr>
          <p:spPr>
            <a:xfrm>
              <a:off x="6905049" y="3614169"/>
              <a:ext cx="23973" cy="21117"/>
            </a:xfrm>
            <a:custGeom>
              <a:rect b="b" l="l" r="r" t="t"/>
              <a:pathLst>
                <a:path extrusionOk="0" h="806" w="915">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4" name="Google Shape;17854;p94"/>
            <p:cNvSpPr/>
            <p:nvPr/>
          </p:nvSpPr>
          <p:spPr>
            <a:xfrm>
              <a:off x="6824274" y="3642360"/>
              <a:ext cx="11056" cy="52190"/>
            </a:xfrm>
            <a:custGeom>
              <a:rect b="b" l="l" r="r" t="t"/>
              <a:pathLst>
                <a:path extrusionOk="0" h="1992" w="422">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5" name="Google Shape;17855;p94"/>
            <p:cNvSpPr/>
            <p:nvPr/>
          </p:nvSpPr>
          <p:spPr>
            <a:xfrm>
              <a:off x="6715780" y="3612754"/>
              <a:ext cx="40034" cy="37099"/>
            </a:xfrm>
            <a:custGeom>
              <a:rect b="b" l="l" r="r" t="t"/>
              <a:pathLst>
                <a:path extrusionOk="0" h="1416" w="1528">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6" name="Google Shape;17856;p94"/>
            <p:cNvSpPr/>
            <p:nvPr/>
          </p:nvSpPr>
          <p:spPr>
            <a:xfrm>
              <a:off x="6669825" y="3531036"/>
              <a:ext cx="47239" cy="10821"/>
            </a:xfrm>
            <a:custGeom>
              <a:rect b="b" l="l" r="r" t="t"/>
              <a:pathLst>
                <a:path extrusionOk="0" h="413" w="1803">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7" name="Google Shape;17857;p94"/>
            <p:cNvSpPr/>
            <p:nvPr/>
          </p:nvSpPr>
          <p:spPr>
            <a:xfrm>
              <a:off x="6700924" y="3410097"/>
              <a:ext cx="54548" cy="50409"/>
            </a:xfrm>
            <a:custGeom>
              <a:rect b="b" l="l" r="r" t="t"/>
              <a:pathLst>
                <a:path extrusionOk="0" h="1924" w="2082">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8" name="Google Shape;17858;p94"/>
            <p:cNvSpPr/>
            <p:nvPr/>
          </p:nvSpPr>
          <p:spPr>
            <a:xfrm>
              <a:off x="6709492" y="3418953"/>
              <a:ext cx="240621" cy="234988"/>
            </a:xfrm>
            <a:custGeom>
              <a:rect b="b" l="l" r="r" t="t"/>
              <a:pathLst>
                <a:path extrusionOk="0" h="8969" w="9184">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9" name="Google Shape;17859;p94"/>
            <p:cNvSpPr/>
            <p:nvPr/>
          </p:nvSpPr>
          <p:spPr>
            <a:xfrm>
              <a:off x="6749683" y="3436114"/>
              <a:ext cx="200430" cy="218010"/>
            </a:xfrm>
            <a:custGeom>
              <a:rect b="b" l="l" r="r" t="t"/>
              <a:pathLst>
                <a:path extrusionOk="0" h="8321" w="765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0" name="Google Shape;17860;p94"/>
            <p:cNvSpPr/>
            <p:nvPr/>
          </p:nvSpPr>
          <p:spPr>
            <a:xfrm>
              <a:off x="6774049" y="3464226"/>
              <a:ext cx="33169" cy="28244"/>
            </a:xfrm>
            <a:custGeom>
              <a:rect b="b" l="l" r="r" t="t"/>
              <a:pathLst>
                <a:path extrusionOk="0" h="1078" w="1266">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1" name="Google Shape;17861;p94"/>
            <p:cNvSpPr/>
            <p:nvPr/>
          </p:nvSpPr>
          <p:spPr>
            <a:xfrm>
              <a:off x="6810964" y="3355496"/>
              <a:ext cx="33169" cy="28479"/>
            </a:xfrm>
            <a:custGeom>
              <a:rect b="b" l="l" r="r" t="t"/>
              <a:pathLst>
                <a:path extrusionOk="0" h="1087" w="1266">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2" name="Google Shape;17862;p94"/>
            <p:cNvSpPr/>
            <p:nvPr/>
          </p:nvSpPr>
          <p:spPr>
            <a:xfrm>
              <a:off x="6866194" y="3511203"/>
              <a:ext cx="33195" cy="28401"/>
            </a:xfrm>
            <a:custGeom>
              <a:rect b="b" l="l" r="r" t="t"/>
              <a:pathLst>
                <a:path extrusionOk="0" h="1084" w="1267">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3" name="Google Shape;17863;p94"/>
            <p:cNvSpPr/>
            <p:nvPr/>
          </p:nvSpPr>
          <p:spPr>
            <a:xfrm>
              <a:off x="6762992" y="3556896"/>
              <a:ext cx="52505" cy="44828"/>
            </a:xfrm>
            <a:custGeom>
              <a:rect b="b" l="l" r="r" t="t"/>
              <a:pathLst>
                <a:path extrusionOk="0" h="1711" w="2004">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4" name="Google Shape;17864;p94"/>
            <p:cNvSpPr/>
            <p:nvPr/>
          </p:nvSpPr>
          <p:spPr>
            <a:xfrm>
              <a:off x="6953859" y="3377426"/>
              <a:ext cx="36680" cy="35003"/>
            </a:xfrm>
            <a:custGeom>
              <a:rect b="b" l="l" r="r" t="t"/>
              <a:pathLst>
                <a:path extrusionOk="0" h="1336" w="140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5" name="Google Shape;17865;p94"/>
            <p:cNvSpPr/>
            <p:nvPr/>
          </p:nvSpPr>
          <p:spPr>
            <a:xfrm>
              <a:off x="6977701" y="3522259"/>
              <a:ext cx="33195" cy="28479"/>
            </a:xfrm>
            <a:custGeom>
              <a:rect b="b" l="l" r="r" t="t"/>
              <a:pathLst>
                <a:path extrusionOk="0" h="1087" w="1267">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6" name="Google Shape;17866;p94"/>
            <p:cNvSpPr/>
            <p:nvPr/>
          </p:nvSpPr>
          <p:spPr>
            <a:xfrm>
              <a:off x="6945816" y="3652473"/>
              <a:ext cx="38462" cy="36680"/>
            </a:xfrm>
            <a:custGeom>
              <a:rect b="b" l="l" r="r" t="t"/>
              <a:pathLst>
                <a:path extrusionOk="0" h="1400" w="1468">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7" name="Google Shape;17867;p94"/>
            <p:cNvSpPr/>
            <p:nvPr/>
          </p:nvSpPr>
          <p:spPr>
            <a:xfrm>
              <a:off x="6810964" y="3688996"/>
              <a:ext cx="33169" cy="28479"/>
            </a:xfrm>
            <a:custGeom>
              <a:rect b="b" l="l" r="r" t="t"/>
              <a:pathLst>
                <a:path extrusionOk="0" h="1087" w="1266">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8" name="Google Shape;17868;p94"/>
            <p:cNvSpPr/>
            <p:nvPr/>
          </p:nvSpPr>
          <p:spPr>
            <a:xfrm>
              <a:off x="6697702" y="3640212"/>
              <a:ext cx="29894" cy="28479"/>
            </a:xfrm>
            <a:custGeom>
              <a:rect b="b" l="l" r="r" t="t"/>
              <a:pathLst>
                <a:path extrusionOk="0" h="1087" w="1141">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9" name="Google Shape;17869;p94"/>
            <p:cNvSpPr/>
            <p:nvPr/>
          </p:nvSpPr>
          <p:spPr>
            <a:xfrm>
              <a:off x="6644201" y="3522259"/>
              <a:ext cx="33169" cy="28479"/>
            </a:xfrm>
            <a:custGeom>
              <a:rect b="b" l="l" r="r" t="t"/>
              <a:pathLst>
                <a:path extrusionOk="0" h="1087" w="1266">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0" name="Google Shape;17870;p94"/>
            <p:cNvSpPr/>
            <p:nvPr/>
          </p:nvSpPr>
          <p:spPr>
            <a:xfrm>
              <a:off x="6676349" y="3383242"/>
              <a:ext cx="39457" cy="37754"/>
            </a:xfrm>
            <a:custGeom>
              <a:rect b="b" l="l" r="r" t="t"/>
              <a:pathLst>
                <a:path extrusionOk="0" h="1441" w="1506">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71" name="Google Shape;17871;p94"/>
          <p:cNvGrpSpPr/>
          <p:nvPr/>
        </p:nvGrpSpPr>
        <p:grpSpPr>
          <a:xfrm>
            <a:off x="7951070" y="1838617"/>
            <a:ext cx="365176" cy="271013"/>
            <a:chOff x="7955145" y="2019192"/>
            <a:chExt cx="365176" cy="271013"/>
          </a:xfrm>
        </p:grpSpPr>
        <p:sp>
          <p:nvSpPr>
            <p:cNvPr id="17872" name="Google Shape;17872;p94"/>
            <p:cNvSpPr/>
            <p:nvPr/>
          </p:nvSpPr>
          <p:spPr>
            <a:xfrm>
              <a:off x="7977729" y="2019192"/>
              <a:ext cx="320243" cy="271013"/>
            </a:xfrm>
            <a:custGeom>
              <a:rect b="b" l="l" r="r" t="t"/>
              <a:pathLst>
                <a:path extrusionOk="0" h="10344" w="12223">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3" name="Google Shape;17873;p94"/>
            <p:cNvSpPr/>
            <p:nvPr/>
          </p:nvSpPr>
          <p:spPr>
            <a:xfrm>
              <a:off x="8084468" y="2023226"/>
              <a:ext cx="213504" cy="266978"/>
            </a:xfrm>
            <a:custGeom>
              <a:rect b="b" l="l" r="r" t="t"/>
              <a:pathLst>
                <a:path extrusionOk="0" h="10190" w="8149">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4" name="Google Shape;17874;p94"/>
            <p:cNvSpPr/>
            <p:nvPr/>
          </p:nvSpPr>
          <p:spPr>
            <a:xfrm>
              <a:off x="8182377" y="2136437"/>
              <a:ext cx="95735" cy="76163"/>
            </a:xfrm>
            <a:custGeom>
              <a:rect b="b" l="l" r="r" t="t"/>
              <a:pathLst>
                <a:path extrusionOk="0" h="2907" w="3654">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5" name="Google Shape;17875;p94"/>
            <p:cNvSpPr/>
            <p:nvPr/>
          </p:nvSpPr>
          <p:spPr>
            <a:xfrm>
              <a:off x="7997327" y="2098866"/>
              <a:ext cx="191601" cy="125026"/>
            </a:xfrm>
            <a:custGeom>
              <a:rect b="b" l="l" r="r" t="t"/>
              <a:pathLst>
                <a:path extrusionOk="0" h="4772" w="7313">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6" name="Google Shape;17876;p94"/>
            <p:cNvSpPr/>
            <p:nvPr/>
          </p:nvSpPr>
          <p:spPr>
            <a:xfrm>
              <a:off x="8182220" y="2122917"/>
              <a:ext cx="138100" cy="76373"/>
            </a:xfrm>
            <a:custGeom>
              <a:rect b="b" l="l" r="r" t="t"/>
              <a:pathLst>
                <a:path extrusionOk="0" h="2915" w="5271">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7" name="Google Shape;17877;p94"/>
            <p:cNvSpPr/>
            <p:nvPr/>
          </p:nvSpPr>
          <p:spPr>
            <a:xfrm>
              <a:off x="7955145" y="2085504"/>
              <a:ext cx="234123" cy="125341"/>
            </a:xfrm>
            <a:custGeom>
              <a:rect b="b" l="l" r="r" t="t"/>
              <a:pathLst>
                <a:path extrusionOk="0" h="4784" w="8936">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78" name="Google Shape;17878;p94"/>
          <p:cNvGrpSpPr/>
          <p:nvPr/>
        </p:nvGrpSpPr>
        <p:grpSpPr>
          <a:xfrm>
            <a:off x="7514080" y="1828896"/>
            <a:ext cx="361927" cy="290270"/>
            <a:chOff x="7518155" y="2009471"/>
            <a:chExt cx="361927" cy="290270"/>
          </a:xfrm>
        </p:grpSpPr>
        <p:sp>
          <p:nvSpPr>
            <p:cNvPr id="17879" name="Google Shape;17879;p94"/>
            <p:cNvSpPr/>
            <p:nvPr/>
          </p:nvSpPr>
          <p:spPr>
            <a:xfrm>
              <a:off x="7518155" y="2133712"/>
              <a:ext cx="361403" cy="166029"/>
            </a:xfrm>
            <a:custGeom>
              <a:rect b="b" l="l" r="r" t="t"/>
              <a:pathLst>
                <a:path extrusionOk="0" h="6337" w="13794">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0" name="Google Shape;17880;p94"/>
            <p:cNvSpPr/>
            <p:nvPr/>
          </p:nvSpPr>
          <p:spPr>
            <a:xfrm>
              <a:off x="7765037" y="2147781"/>
              <a:ext cx="114782" cy="40217"/>
            </a:xfrm>
            <a:custGeom>
              <a:rect b="b" l="l" r="r" t="t"/>
              <a:pathLst>
                <a:path extrusionOk="0" h="1535" w="4381">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1" name="Google Shape;17881;p94"/>
            <p:cNvSpPr/>
            <p:nvPr/>
          </p:nvSpPr>
          <p:spPr>
            <a:xfrm>
              <a:off x="7518417" y="2147781"/>
              <a:ext cx="114782" cy="40217"/>
            </a:xfrm>
            <a:custGeom>
              <a:rect b="b" l="l" r="r" t="t"/>
              <a:pathLst>
                <a:path extrusionOk="0" h="1535" w="4381">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2" name="Google Shape;17882;p94"/>
            <p:cNvSpPr/>
            <p:nvPr/>
          </p:nvSpPr>
          <p:spPr>
            <a:xfrm>
              <a:off x="7518417" y="2133712"/>
              <a:ext cx="117533" cy="39955"/>
            </a:xfrm>
            <a:custGeom>
              <a:rect b="b" l="l" r="r" t="t"/>
              <a:pathLst>
                <a:path extrusionOk="0" h="1525" w="4486">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3" name="Google Shape;17883;p94"/>
            <p:cNvSpPr/>
            <p:nvPr/>
          </p:nvSpPr>
          <p:spPr>
            <a:xfrm>
              <a:off x="7762548" y="2133712"/>
              <a:ext cx="117533" cy="39955"/>
            </a:xfrm>
            <a:custGeom>
              <a:rect b="b" l="l" r="r" t="t"/>
              <a:pathLst>
                <a:path extrusionOk="0" h="1525" w="4486">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4" name="Google Shape;17884;p94"/>
            <p:cNvSpPr/>
            <p:nvPr/>
          </p:nvSpPr>
          <p:spPr>
            <a:xfrm>
              <a:off x="7604536" y="2228896"/>
              <a:ext cx="22139" cy="18916"/>
            </a:xfrm>
            <a:custGeom>
              <a:rect b="b" l="l" r="r" t="t"/>
              <a:pathLst>
                <a:path extrusionOk="0" h="722" w="845">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5" name="Google Shape;17885;p94"/>
            <p:cNvSpPr/>
            <p:nvPr/>
          </p:nvSpPr>
          <p:spPr>
            <a:xfrm>
              <a:off x="7526696" y="2253000"/>
              <a:ext cx="22113" cy="18916"/>
            </a:xfrm>
            <a:custGeom>
              <a:rect b="b" l="l" r="r" t="t"/>
              <a:pathLst>
                <a:path extrusionOk="0" h="722" w="844">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6" name="Google Shape;17886;p94"/>
            <p:cNvSpPr/>
            <p:nvPr/>
          </p:nvSpPr>
          <p:spPr>
            <a:xfrm>
              <a:off x="7550564" y="2206286"/>
              <a:ext cx="22113" cy="18943"/>
            </a:xfrm>
            <a:custGeom>
              <a:rect b="b" l="l" r="r" t="t"/>
              <a:pathLst>
                <a:path extrusionOk="0" h="723" w="844">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7" name="Google Shape;17887;p94"/>
            <p:cNvSpPr/>
            <p:nvPr/>
          </p:nvSpPr>
          <p:spPr>
            <a:xfrm>
              <a:off x="7768286" y="2228896"/>
              <a:ext cx="21877" cy="18916"/>
            </a:xfrm>
            <a:custGeom>
              <a:rect b="b" l="l" r="r" t="t"/>
              <a:pathLst>
                <a:path extrusionOk="0" h="722" w="835">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8" name="Google Shape;17888;p94"/>
            <p:cNvSpPr/>
            <p:nvPr/>
          </p:nvSpPr>
          <p:spPr>
            <a:xfrm>
              <a:off x="7845891" y="2253000"/>
              <a:ext cx="22113" cy="18916"/>
            </a:xfrm>
            <a:custGeom>
              <a:rect b="b" l="l" r="r" t="t"/>
              <a:pathLst>
                <a:path extrusionOk="0" h="722" w="844">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9" name="Google Shape;17889;p94"/>
            <p:cNvSpPr/>
            <p:nvPr/>
          </p:nvSpPr>
          <p:spPr>
            <a:xfrm>
              <a:off x="7822022" y="2206286"/>
              <a:ext cx="22139" cy="18943"/>
            </a:xfrm>
            <a:custGeom>
              <a:rect b="b" l="l" r="r" t="t"/>
              <a:pathLst>
                <a:path extrusionOk="0" h="723" w="845">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0" name="Google Shape;17890;p94"/>
            <p:cNvSpPr/>
            <p:nvPr/>
          </p:nvSpPr>
          <p:spPr>
            <a:xfrm>
              <a:off x="7636500" y="2009471"/>
              <a:ext cx="125026" cy="206901"/>
            </a:xfrm>
            <a:custGeom>
              <a:rect b="b" l="l" r="r" t="t"/>
              <a:pathLst>
                <a:path extrusionOk="0" h="7897" w="4772">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1" name="Google Shape;17891;p94"/>
            <p:cNvSpPr/>
            <p:nvPr/>
          </p:nvSpPr>
          <p:spPr>
            <a:xfrm>
              <a:off x="7688167" y="2009471"/>
              <a:ext cx="73412" cy="206639"/>
            </a:xfrm>
            <a:custGeom>
              <a:rect b="b" l="l" r="r" t="t"/>
              <a:pathLst>
                <a:path extrusionOk="0" h="7887" w="2802">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92" name="Google Shape;17892;p94"/>
          <p:cNvGrpSpPr/>
          <p:nvPr/>
        </p:nvGrpSpPr>
        <p:grpSpPr>
          <a:xfrm>
            <a:off x="7075597" y="1810478"/>
            <a:ext cx="362163" cy="327264"/>
            <a:chOff x="7079672" y="1991053"/>
            <a:chExt cx="362163" cy="327264"/>
          </a:xfrm>
        </p:grpSpPr>
        <p:sp>
          <p:nvSpPr>
            <p:cNvPr id="17893" name="Google Shape;17893;p94"/>
            <p:cNvSpPr/>
            <p:nvPr/>
          </p:nvSpPr>
          <p:spPr>
            <a:xfrm>
              <a:off x="7418202" y="2117651"/>
              <a:ext cx="23632" cy="200666"/>
            </a:xfrm>
            <a:custGeom>
              <a:rect b="b" l="l" r="r" t="t"/>
              <a:pathLst>
                <a:path extrusionOk="0" h="7659" w="902">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4" name="Google Shape;17894;p94"/>
            <p:cNvSpPr/>
            <p:nvPr/>
          </p:nvSpPr>
          <p:spPr>
            <a:xfrm>
              <a:off x="7423992" y="2117651"/>
              <a:ext cx="17842" cy="200666"/>
            </a:xfrm>
            <a:custGeom>
              <a:rect b="b" l="l" r="r" t="t"/>
              <a:pathLst>
                <a:path extrusionOk="0" h="7659" w="681">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5" name="Google Shape;17895;p94"/>
            <p:cNvSpPr/>
            <p:nvPr/>
          </p:nvSpPr>
          <p:spPr>
            <a:xfrm>
              <a:off x="7103540" y="2161353"/>
              <a:ext cx="104748" cy="94687"/>
            </a:xfrm>
            <a:custGeom>
              <a:rect b="b" l="l" r="r" t="t"/>
              <a:pathLst>
                <a:path extrusionOk="0" h="3614" w="3998">
                  <a:moveTo>
                    <a:pt x="0" y="0"/>
                  </a:moveTo>
                  <a:lnTo>
                    <a:pt x="0" y="3614"/>
                  </a:lnTo>
                  <a:lnTo>
                    <a:pt x="3997" y="3614"/>
                  </a:lnTo>
                  <a:lnTo>
                    <a:pt x="3997" y="0"/>
                  </a:lnTo>
                  <a:close/>
                </a:path>
              </a:pathLst>
            </a:custGeom>
            <a:solidFill>
              <a:srgbClr val="D2D9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6" name="Google Shape;17896;p94"/>
            <p:cNvSpPr/>
            <p:nvPr/>
          </p:nvSpPr>
          <p:spPr>
            <a:xfrm>
              <a:off x="7190419" y="2161353"/>
              <a:ext cx="17868" cy="94687"/>
            </a:xfrm>
            <a:custGeom>
              <a:rect b="b" l="l" r="r" t="t"/>
              <a:pathLst>
                <a:path extrusionOk="0" h="3614" w="682">
                  <a:moveTo>
                    <a:pt x="1" y="0"/>
                  </a:moveTo>
                  <a:lnTo>
                    <a:pt x="1" y="3614"/>
                  </a:lnTo>
                  <a:lnTo>
                    <a:pt x="681" y="3614"/>
                  </a:lnTo>
                  <a:lnTo>
                    <a:pt x="681" y="0"/>
                  </a:lnTo>
                  <a:close/>
                </a:path>
              </a:pathLst>
            </a:custGeom>
            <a:solidFill>
              <a:srgbClr val="CF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7" name="Google Shape;17897;p94"/>
            <p:cNvSpPr/>
            <p:nvPr/>
          </p:nvSpPr>
          <p:spPr>
            <a:xfrm>
              <a:off x="7103540" y="2090010"/>
              <a:ext cx="71343" cy="71369"/>
            </a:xfrm>
            <a:custGeom>
              <a:rect b="b" l="l" r="r" t="t"/>
              <a:pathLst>
                <a:path extrusionOk="0" h="2724" w="2723">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8" name="Google Shape;17898;p94"/>
            <p:cNvSpPr/>
            <p:nvPr/>
          </p:nvSpPr>
          <p:spPr>
            <a:xfrm>
              <a:off x="7103540" y="2090010"/>
              <a:ext cx="71343" cy="71369"/>
            </a:xfrm>
            <a:custGeom>
              <a:rect b="b" l="l" r="r" t="t"/>
              <a:pathLst>
                <a:path extrusionOk="0" h="2724" w="2723">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9" name="Google Shape;17899;p94"/>
            <p:cNvSpPr/>
            <p:nvPr/>
          </p:nvSpPr>
          <p:spPr>
            <a:xfrm>
              <a:off x="7139198" y="2256013"/>
              <a:ext cx="16847" cy="62304"/>
            </a:xfrm>
            <a:custGeom>
              <a:rect b="b" l="l" r="r" t="t"/>
              <a:pathLst>
                <a:path extrusionOk="0" h="2378" w="643">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0" name="Google Shape;17900;p94"/>
            <p:cNvSpPr/>
            <p:nvPr/>
          </p:nvSpPr>
          <p:spPr>
            <a:xfrm>
              <a:off x="7193930" y="2002424"/>
              <a:ext cx="11083" cy="38147"/>
            </a:xfrm>
            <a:custGeom>
              <a:rect b="b" l="l" r="r" t="t"/>
              <a:pathLst>
                <a:path extrusionOk="0" h="1456" w="423">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1" name="Google Shape;17901;p94"/>
            <p:cNvSpPr/>
            <p:nvPr/>
          </p:nvSpPr>
          <p:spPr>
            <a:xfrm>
              <a:off x="7193930" y="2072063"/>
              <a:ext cx="11083" cy="47108"/>
            </a:xfrm>
            <a:custGeom>
              <a:rect b="b" l="l" r="r" t="t"/>
              <a:pathLst>
                <a:path extrusionOk="0" h="1798" w="423">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2" name="Google Shape;17902;p94"/>
            <p:cNvSpPr/>
            <p:nvPr/>
          </p:nvSpPr>
          <p:spPr>
            <a:xfrm>
              <a:off x="7177371" y="2029488"/>
              <a:ext cx="43964" cy="47998"/>
            </a:xfrm>
            <a:custGeom>
              <a:rect b="b" l="l" r="r" t="t"/>
              <a:pathLst>
                <a:path extrusionOk="0" h="1832" w="1678">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3" name="Google Shape;17903;p94"/>
            <p:cNvSpPr/>
            <p:nvPr/>
          </p:nvSpPr>
          <p:spPr>
            <a:xfrm>
              <a:off x="7197205" y="2029488"/>
              <a:ext cx="24130" cy="47998"/>
            </a:xfrm>
            <a:custGeom>
              <a:rect b="b" l="l" r="r" t="t"/>
              <a:pathLst>
                <a:path extrusionOk="0" h="1832" w="921">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4" name="Google Shape;17904;p94"/>
            <p:cNvSpPr/>
            <p:nvPr/>
          </p:nvSpPr>
          <p:spPr>
            <a:xfrm>
              <a:off x="7208261" y="2145528"/>
              <a:ext cx="209705" cy="129611"/>
            </a:xfrm>
            <a:custGeom>
              <a:rect b="b" l="l" r="r" t="t"/>
              <a:pathLst>
                <a:path extrusionOk="0" h="4947" w="8004">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5" name="Google Shape;17905;p94"/>
            <p:cNvSpPr/>
            <p:nvPr/>
          </p:nvSpPr>
          <p:spPr>
            <a:xfrm>
              <a:off x="7391321" y="2145528"/>
              <a:ext cx="26645" cy="129611"/>
            </a:xfrm>
            <a:custGeom>
              <a:rect b="b" l="l" r="r" t="t"/>
              <a:pathLst>
                <a:path extrusionOk="0" h="4947" w="1017">
                  <a:moveTo>
                    <a:pt x="1" y="0"/>
                  </a:moveTo>
                  <a:lnTo>
                    <a:pt x="1" y="4946"/>
                  </a:lnTo>
                  <a:lnTo>
                    <a:pt x="1017" y="4946"/>
                  </a:lnTo>
                  <a:lnTo>
                    <a:pt x="1017" y="0"/>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6" name="Google Shape;17906;p94"/>
            <p:cNvSpPr/>
            <p:nvPr/>
          </p:nvSpPr>
          <p:spPr>
            <a:xfrm>
              <a:off x="7139198" y="1991053"/>
              <a:ext cx="88189" cy="122092"/>
            </a:xfrm>
            <a:custGeom>
              <a:rect b="b" l="l" r="r" t="t"/>
              <a:pathLst>
                <a:path extrusionOk="0" h="4660" w="3366">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7" name="Google Shape;17907;p94"/>
            <p:cNvSpPr/>
            <p:nvPr/>
          </p:nvSpPr>
          <p:spPr>
            <a:xfrm>
              <a:off x="7079672" y="2018406"/>
              <a:ext cx="23894" cy="299911"/>
            </a:xfrm>
            <a:custGeom>
              <a:rect b="b" l="l" r="r" t="t"/>
              <a:pathLst>
                <a:path extrusionOk="0" h="11447" w="912">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8" name="Google Shape;17908;p94"/>
            <p:cNvSpPr/>
            <p:nvPr/>
          </p:nvSpPr>
          <p:spPr>
            <a:xfrm>
              <a:off x="7085698" y="2018379"/>
              <a:ext cx="17868" cy="299938"/>
            </a:xfrm>
            <a:custGeom>
              <a:rect b="b" l="l" r="r" t="t"/>
              <a:pathLst>
                <a:path extrusionOk="0" h="11448" w="682">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09" name="Google Shape;17909;p94"/>
          <p:cNvGrpSpPr/>
          <p:nvPr/>
        </p:nvGrpSpPr>
        <p:grpSpPr>
          <a:xfrm>
            <a:off x="6637113" y="1854939"/>
            <a:ext cx="361901" cy="238132"/>
            <a:chOff x="6641188" y="2035514"/>
            <a:chExt cx="361901" cy="238132"/>
          </a:xfrm>
        </p:grpSpPr>
        <p:sp>
          <p:nvSpPr>
            <p:cNvPr id="17910" name="Google Shape;17910;p94"/>
            <p:cNvSpPr/>
            <p:nvPr/>
          </p:nvSpPr>
          <p:spPr>
            <a:xfrm>
              <a:off x="6641188" y="2035514"/>
              <a:ext cx="361901" cy="220787"/>
            </a:xfrm>
            <a:custGeom>
              <a:rect b="b" l="l" r="r" t="t"/>
              <a:pathLst>
                <a:path extrusionOk="0" h="8427" w="13813">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1" name="Google Shape;17911;p94"/>
            <p:cNvSpPr/>
            <p:nvPr/>
          </p:nvSpPr>
          <p:spPr>
            <a:xfrm>
              <a:off x="6641188" y="2035514"/>
              <a:ext cx="361901" cy="220787"/>
            </a:xfrm>
            <a:custGeom>
              <a:rect b="b" l="l" r="r" t="t"/>
              <a:pathLst>
                <a:path extrusionOk="0" h="8427" w="13813">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2" name="Google Shape;17912;p94"/>
            <p:cNvSpPr/>
            <p:nvPr/>
          </p:nvSpPr>
          <p:spPr>
            <a:xfrm>
              <a:off x="6681615" y="2256275"/>
              <a:ext cx="65579" cy="17371"/>
            </a:xfrm>
            <a:custGeom>
              <a:rect b="b" l="l" r="r" t="t"/>
              <a:pathLst>
                <a:path extrusionOk="0" h="663" w="2503">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3" name="Google Shape;17913;p94"/>
            <p:cNvSpPr/>
            <p:nvPr/>
          </p:nvSpPr>
          <p:spPr>
            <a:xfrm>
              <a:off x="6897084" y="2256275"/>
              <a:ext cx="65579" cy="17371"/>
            </a:xfrm>
            <a:custGeom>
              <a:rect b="b" l="l" r="r" t="t"/>
              <a:pathLst>
                <a:path extrusionOk="0" h="663" w="2503">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4" name="Google Shape;17914;p94"/>
            <p:cNvSpPr/>
            <p:nvPr/>
          </p:nvSpPr>
          <p:spPr>
            <a:xfrm>
              <a:off x="6666288" y="2064151"/>
              <a:ext cx="191653" cy="163776"/>
            </a:xfrm>
            <a:custGeom>
              <a:rect b="b" l="l" r="r" t="t"/>
              <a:pathLst>
                <a:path extrusionOk="0" h="6251" w="7315">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5" name="Google Shape;17915;p94"/>
            <p:cNvSpPr/>
            <p:nvPr/>
          </p:nvSpPr>
          <p:spPr>
            <a:xfrm>
              <a:off x="6666288" y="2063653"/>
              <a:ext cx="191915" cy="164274"/>
            </a:xfrm>
            <a:custGeom>
              <a:rect b="b" l="l" r="r" t="t"/>
              <a:pathLst>
                <a:path extrusionOk="0" h="6270" w="7325">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6" name="Google Shape;17916;p94"/>
            <p:cNvSpPr/>
            <p:nvPr/>
          </p:nvSpPr>
          <p:spPr>
            <a:xfrm>
              <a:off x="6892315" y="2171387"/>
              <a:ext cx="75115" cy="64321"/>
            </a:xfrm>
            <a:custGeom>
              <a:rect b="b" l="l" r="r" t="t"/>
              <a:pathLst>
                <a:path extrusionOk="0" h="2455" w="2867">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7" name="Google Shape;17917;p94"/>
            <p:cNvSpPr/>
            <p:nvPr/>
          </p:nvSpPr>
          <p:spPr>
            <a:xfrm>
              <a:off x="6925485" y="2171387"/>
              <a:ext cx="44461" cy="64111"/>
            </a:xfrm>
            <a:custGeom>
              <a:rect b="b" l="l" r="r" t="t"/>
              <a:pathLst>
                <a:path extrusionOk="0" h="2447" w="1697">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8" name="Google Shape;17918;p94"/>
            <p:cNvSpPr/>
            <p:nvPr/>
          </p:nvSpPr>
          <p:spPr>
            <a:xfrm>
              <a:off x="6889302" y="2064151"/>
              <a:ext cx="40715" cy="19624"/>
            </a:xfrm>
            <a:custGeom>
              <a:rect b="b" l="l" r="r" t="t"/>
              <a:pathLst>
                <a:path extrusionOk="0" h="749" w="1554">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9" name="Google Shape;17919;p94"/>
            <p:cNvSpPr/>
            <p:nvPr/>
          </p:nvSpPr>
          <p:spPr>
            <a:xfrm>
              <a:off x="6908402" y="2063889"/>
              <a:ext cx="21615" cy="19886"/>
            </a:xfrm>
            <a:custGeom>
              <a:rect b="b" l="l" r="r" t="t"/>
              <a:pathLst>
                <a:path extrusionOk="0" h="759" w="825">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0" name="Google Shape;17920;p94"/>
            <p:cNvSpPr/>
            <p:nvPr/>
          </p:nvSpPr>
          <p:spPr>
            <a:xfrm>
              <a:off x="6889302" y="2099049"/>
              <a:ext cx="40715" cy="19624"/>
            </a:xfrm>
            <a:custGeom>
              <a:rect b="b" l="l" r="r" t="t"/>
              <a:pathLst>
                <a:path extrusionOk="0" h="749" w="1554">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1" name="Google Shape;17921;p94"/>
            <p:cNvSpPr/>
            <p:nvPr/>
          </p:nvSpPr>
          <p:spPr>
            <a:xfrm>
              <a:off x="6889302" y="2133974"/>
              <a:ext cx="40715" cy="19598"/>
            </a:xfrm>
            <a:custGeom>
              <a:rect b="b" l="l" r="r" t="t"/>
              <a:pathLst>
                <a:path extrusionOk="0" h="748" w="1554">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2" name="Google Shape;17922;p94"/>
            <p:cNvSpPr/>
            <p:nvPr/>
          </p:nvSpPr>
          <p:spPr>
            <a:xfrm>
              <a:off x="6908402" y="2099049"/>
              <a:ext cx="21615" cy="19624"/>
            </a:xfrm>
            <a:custGeom>
              <a:rect b="b" l="l" r="r" t="t"/>
              <a:pathLst>
                <a:path extrusionOk="0" h="749" w="825">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3" name="Google Shape;17923;p94"/>
            <p:cNvSpPr/>
            <p:nvPr/>
          </p:nvSpPr>
          <p:spPr>
            <a:xfrm>
              <a:off x="6908402" y="2133974"/>
              <a:ext cx="21615" cy="19598"/>
            </a:xfrm>
            <a:custGeom>
              <a:rect b="b" l="l" r="r" t="t"/>
              <a:pathLst>
                <a:path extrusionOk="0" h="748" w="825">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4" name="Google Shape;17924;p94"/>
            <p:cNvSpPr/>
            <p:nvPr/>
          </p:nvSpPr>
          <p:spPr>
            <a:xfrm>
              <a:off x="6947833" y="2064151"/>
              <a:ext cx="33405" cy="89421"/>
            </a:xfrm>
            <a:custGeom>
              <a:rect b="b" l="l" r="r" t="t"/>
              <a:pathLst>
                <a:path extrusionOk="0" h="3413" w="1275">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5" name="Google Shape;17925;p94"/>
            <p:cNvSpPr/>
            <p:nvPr/>
          </p:nvSpPr>
          <p:spPr>
            <a:xfrm>
              <a:off x="6960645" y="2063889"/>
              <a:ext cx="20593" cy="89683"/>
            </a:xfrm>
            <a:custGeom>
              <a:rect b="b" l="l" r="r" t="t"/>
              <a:pathLst>
                <a:path extrusionOk="0" h="3423" w="786">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6" name="Google Shape;17926;p94"/>
            <p:cNvSpPr/>
            <p:nvPr/>
          </p:nvSpPr>
          <p:spPr>
            <a:xfrm>
              <a:off x="6816728" y="2076203"/>
              <a:ext cx="31676" cy="11083"/>
            </a:xfrm>
            <a:custGeom>
              <a:rect b="b" l="l" r="r" t="t"/>
              <a:pathLst>
                <a:path extrusionOk="0" h="423" w="1209">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7" name="Google Shape;17927;p94"/>
            <p:cNvSpPr/>
            <p:nvPr/>
          </p:nvSpPr>
          <p:spPr>
            <a:xfrm>
              <a:off x="6677842" y="2076203"/>
              <a:ext cx="15353" cy="11083"/>
            </a:xfrm>
            <a:custGeom>
              <a:rect b="b" l="l" r="r" t="t"/>
              <a:pathLst>
                <a:path extrusionOk="0" h="423" w="586">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8" name="Google Shape;17928;p94"/>
            <p:cNvSpPr/>
            <p:nvPr/>
          </p:nvSpPr>
          <p:spPr>
            <a:xfrm>
              <a:off x="6685126" y="2100569"/>
              <a:ext cx="155995" cy="90678"/>
            </a:xfrm>
            <a:custGeom>
              <a:rect b="b" l="l" r="r" t="t"/>
              <a:pathLst>
                <a:path extrusionOk="0" h="3461" w="5954">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29" name="Google Shape;17929;p94"/>
          <p:cNvGrpSpPr/>
          <p:nvPr/>
        </p:nvGrpSpPr>
        <p:grpSpPr>
          <a:xfrm>
            <a:off x="6198368" y="1806102"/>
            <a:ext cx="362425" cy="335884"/>
            <a:chOff x="6202443" y="1986677"/>
            <a:chExt cx="362425" cy="335884"/>
          </a:xfrm>
        </p:grpSpPr>
        <p:sp>
          <p:nvSpPr>
            <p:cNvPr id="17930" name="Google Shape;17930;p94"/>
            <p:cNvSpPr/>
            <p:nvPr/>
          </p:nvSpPr>
          <p:spPr>
            <a:xfrm>
              <a:off x="6202705" y="2077460"/>
              <a:ext cx="202945" cy="244891"/>
            </a:xfrm>
            <a:custGeom>
              <a:rect b="b" l="l" r="r" t="t"/>
              <a:pathLst>
                <a:path extrusionOk="0" h="9347" w="7746">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1" name="Google Shape;17931;p94"/>
            <p:cNvSpPr/>
            <p:nvPr/>
          </p:nvSpPr>
          <p:spPr>
            <a:xfrm>
              <a:off x="6202443" y="2077460"/>
              <a:ext cx="202185" cy="244891"/>
            </a:xfrm>
            <a:custGeom>
              <a:rect b="b" l="l" r="r" t="t"/>
              <a:pathLst>
                <a:path extrusionOk="0" h="9347" w="7717">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2" name="Google Shape;17932;p94"/>
            <p:cNvSpPr/>
            <p:nvPr/>
          </p:nvSpPr>
          <p:spPr>
            <a:xfrm>
              <a:off x="6248398" y="2055610"/>
              <a:ext cx="111298" cy="22139"/>
            </a:xfrm>
            <a:custGeom>
              <a:rect b="b" l="l" r="r" t="t"/>
              <a:pathLst>
                <a:path extrusionOk="0" h="845" w="4248">
                  <a:moveTo>
                    <a:pt x="1" y="1"/>
                  </a:moveTo>
                  <a:lnTo>
                    <a:pt x="1" y="844"/>
                  </a:lnTo>
                  <a:lnTo>
                    <a:pt x="4247" y="844"/>
                  </a:lnTo>
                  <a:lnTo>
                    <a:pt x="4247" y="1"/>
                  </a:ln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3" name="Google Shape;17933;p94"/>
            <p:cNvSpPr/>
            <p:nvPr/>
          </p:nvSpPr>
          <p:spPr>
            <a:xfrm>
              <a:off x="6331295" y="2055610"/>
              <a:ext cx="28401" cy="22139"/>
            </a:xfrm>
            <a:custGeom>
              <a:rect b="b" l="l" r="r" t="t"/>
              <a:pathLst>
                <a:path extrusionOk="0" h="845" w="1084">
                  <a:moveTo>
                    <a:pt x="0" y="1"/>
                  </a:moveTo>
                  <a:lnTo>
                    <a:pt x="0" y="844"/>
                  </a:lnTo>
                  <a:lnTo>
                    <a:pt x="1083" y="844"/>
                  </a:lnTo>
                  <a:lnTo>
                    <a:pt x="1083" y="1"/>
                  </a:ln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4" name="Google Shape;17934;p94"/>
            <p:cNvSpPr/>
            <p:nvPr/>
          </p:nvSpPr>
          <p:spPr>
            <a:xfrm>
              <a:off x="6225290" y="1992834"/>
              <a:ext cx="157514" cy="62801"/>
            </a:xfrm>
            <a:custGeom>
              <a:rect b="b" l="l" r="r" t="t"/>
              <a:pathLst>
                <a:path extrusionOk="0" h="2397" w="6012">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5" name="Google Shape;17935;p94"/>
            <p:cNvSpPr/>
            <p:nvPr/>
          </p:nvSpPr>
          <p:spPr>
            <a:xfrm>
              <a:off x="6343085" y="1992572"/>
              <a:ext cx="39719" cy="63063"/>
            </a:xfrm>
            <a:custGeom>
              <a:rect b="b" l="l" r="r" t="t"/>
              <a:pathLst>
                <a:path extrusionOk="0" h="2407" w="1516">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6" name="Google Shape;17936;p94"/>
            <p:cNvSpPr/>
            <p:nvPr/>
          </p:nvSpPr>
          <p:spPr>
            <a:xfrm>
              <a:off x="6222539" y="2138978"/>
              <a:ext cx="142685" cy="122223"/>
            </a:xfrm>
            <a:custGeom>
              <a:rect b="b" l="l" r="r" t="t"/>
              <a:pathLst>
                <a:path extrusionOk="0" h="4665" w="5446">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7" name="Google Shape;17937;p94"/>
            <p:cNvSpPr/>
            <p:nvPr/>
          </p:nvSpPr>
          <p:spPr>
            <a:xfrm>
              <a:off x="6253926" y="2149799"/>
              <a:ext cx="121070" cy="111586"/>
            </a:xfrm>
            <a:custGeom>
              <a:rect b="b" l="l" r="r" t="t"/>
              <a:pathLst>
                <a:path extrusionOk="0" h="4259" w="4621">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8" name="Google Shape;17938;p94"/>
            <p:cNvSpPr/>
            <p:nvPr/>
          </p:nvSpPr>
          <p:spPr>
            <a:xfrm>
              <a:off x="6355137" y="2176654"/>
              <a:ext cx="170562" cy="145908"/>
            </a:xfrm>
            <a:custGeom>
              <a:rect b="b" l="l" r="r" t="t"/>
              <a:pathLst>
                <a:path extrusionOk="0" h="5569" w="651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9" name="Google Shape;17939;p94"/>
            <p:cNvSpPr/>
            <p:nvPr/>
          </p:nvSpPr>
          <p:spPr>
            <a:xfrm>
              <a:off x="6394568" y="2191483"/>
              <a:ext cx="141166" cy="131026"/>
            </a:xfrm>
            <a:custGeom>
              <a:rect b="b" l="l" r="r" t="t"/>
              <a:pathLst>
                <a:path extrusionOk="0" h="5001" w="5388">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0" name="Google Shape;17940;p94"/>
            <p:cNvSpPr/>
            <p:nvPr/>
          </p:nvSpPr>
          <p:spPr>
            <a:xfrm>
              <a:off x="6402611" y="2199002"/>
              <a:ext cx="109516" cy="109542"/>
            </a:xfrm>
            <a:custGeom>
              <a:rect b="b" l="l" r="r" t="t"/>
              <a:pathLst>
                <a:path extrusionOk="0" h="4181" w="418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1" name="Google Shape;17941;p94"/>
            <p:cNvSpPr/>
            <p:nvPr/>
          </p:nvSpPr>
          <p:spPr>
            <a:xfrm>
              <a:off x="6451841" y="2085320"/>
              <a:ext cx="113027" cy="215181"/>
            </a:xfrm>
            <a:custGeom>
              <a:rect b="b" l="l" r="r" t="t"/>
              <a:pathLst>
                <a:path extrusionOk="0" h="8213" w="4314">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2" name="Google Shape;17942;p94"/>
            <p:cNvSpPr/>
            <p:nvPr/>
          </p:nvSpPr>
          <p:spPr>
            <a:xfrm>
              <a:off x="6497796" y="2085242"/>
              <a:ext cx="66810" cy="215259"/>
            </a:xfrm>
            <a:custGeom>
              <a:rect b="b" l="l" r="r" t="t"/>
              <a:pathLst>
                <a:path extrusionOk="0" h="8216" w="255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3" name="Google Shape;17943;p94"/>
            <p:cNvSpPr/>
            <p:nvPr/>
          </p:nvSpPr>
          <p:spPr>
            <a:xfrm>
              <a:off x="6498791" y="2192740"/>
              <a:ext cx="66076" cy="107761"/>
            </a:xfrm>
            <a:custGeom>
              <a:rect b="b" l="l" r="r" t="t"/>
              <a:pathLst>
                <a:path extrusionOk="0" h="4113" w="2522">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4" name="Google Shape;17944;p94"/>
            <p:cNvSpPr/>
            <p:nvPr/>
          </p:nvSpPr>
          <p:spPr>
            <a:xfrm>
              <a:off x="6504555" y="2192740"/>
              <a:ext cx="60050" cy="107761"/>
            </a:xfrm>
            <a:custGeom>
              <a:rect b="b" l="l" r="r" t="t"/>
              <a:pathLst>
                <a:path extrusionOk="0" h="4113" w="2292">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5" name="Google Shape;17945;p94"/>
            <p:cNvSpPr/>
            <p:nvPr/>
          </p:nvSpPr>
          <p:spPr>
            <a:xfrm>
              <a:off x="6268493" y="2166226"/>
              <a:ext cx="71343" cy="67596"/>
            </a:xfrm>
            <a:custGeom>
              <a:rect b="b" l="l" r="r" t="t"/>
              <a:pathLst>
                <a:path extrusionOk="0" h="2580" w="2723">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6" name="Google Shape;17946;p94"/>
            <p:cNvSpPr/>
            <p:nvPr/>
          </p:nvSpPr>
          <p:spPr>
            <a:xfrm>
              <a:off x="6258459" y="1986677"/>
              <a:ext cx="11318" cy="74487"/>
            </a:xfrm>
            <a:custGeom>
              <a:rect b="b" l="l" r="r" t="t"/>
              <a:pathLst>
                <a:path extrusionOk="0" h="2843" w="432">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7" name="Google Shape;17947;p94"/>
            <p:cNvSpPr/>
            <p:nvPr/>
          </p:nvSpPr>
          <p:spPr>
            <a:xfrm>
              <a:off x="6298623" y="1986677"/>
              <a:ext cx="11345" cy="74487"/>
            </a:xfrm>
            <a:custGeom>
              <a:rect b="b" l="l" r="r" t="t"/>
              <a:pathLst>
                <a:path extrusionOk="0" h="2843" w="433">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8" name="Google Shape;17948;p94"/>
            <p:cNvSpPr/>
            <p:nvPr/>
          </p:nvSpPr>
          <p:spPr>
            <a:xfrm>
              <a:off x="6338814" y="1986677"/>
              <a:ext cx="11318" cy="74487"/>
            </a:xfrm>
            <a:custGeom>
              <a:rect b="b" l="l" r="r" t="t"/>
              <a:pathLst>
                <a:path extrusionOk="0" h="2843" w="432">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9" name="Google Shape;17949;p94"/>
            <p:cNvSpPr/>
            <p:nvPr/>
          </p:nvSpPr>
          <p:spPr>
            <a:xfrm>
              <a:off x="6394306" y="2194286"/>
              <a:ext cx="116118" cy="111979"/>
            </a:xfrm>
            <a:custGeom>
              <a:rect b="b" l="l" r="r" t="t"/>
              <a:pathLst>
                <a:path extrusionOk="0" h="4274" w="4432">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50" name="Google Shape;17950;p94"/>
          <p:cNvGrpSpPr/>
          <p:nvPr/>
        </p:nvGrpSpPr>
        <p:grpSpPr>
          <a:xfrm>
            <a:off x="5760147" y="1836023"/>
            <a:ext cx="374293" cy="276069"/>
            <a:chOff x="5764222" y="2016598"/>
            <a:chExt cx="374293" cy="276069"/>
          </a:xfrm>
        </p:grpSpPr>
        <p:sp>
          <p:nvSpPr>
            <p:cNvPr id="17951" name="Google Shape;17951;p94"/>
            <p:cNvSpPr/>
            <p:nvPr/>
          </p:nvSpPr>
          <p:spPr>
            <a:xfrm>
              <a:off x="5925693" y="2209823"/>
              <a:ext cx="37440" cy="82844"/>
            </a:xfrm>
            <a:custGeom>
              <a:rect b="b" l="l" r="r" t="t"/>
              <a:pathLst>
                <a:path extrusionOk="0" h="3162" w="1429">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2" name="Google Shape;17952;p94"/>
            <p:cNvSpPr/>
            <p:nvPr/>
          </p:nvSpPr>
          <p:spPr>
            <a:xfrm>
              <a:off x="5932478" y="2209823"/>
              <a:ext cx="29973" cy="29396"/>
            </a:xfrm>
            <a:custGeom>
              <a:rect b="b" l="l" r="r" t="t"/>
              <a:pathLst>
                <a:path extrusionOk="0" h="1122" w="1144">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3" name="Google Shape;17953;p94"/>
            <p:cNvSpPr/>
            <p:nvPr/>
          </p:nvSpPr>
          <p:spPr>
            <a:xfrm>
              <a:off x="5913824" y="2016598"/>
              <a:ext cx="39772" cy="54103"/>
            </a:xfrm>
            <a:custGeom>
              <a:rect b="b" l="l" r="r" t="t"/>
              <a:pathLst>
                <a:path extrusionOk="0" h="2065" w="1518">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4" name="Google Shape;17954;p94"/>
            <p:cNvSpPr/>
            <p:nvPr/>
          </p:nvSpPr>
          <p:spPr>
            <a:xfrm>
              <a:off x="5919667" y="2050081"/>
              <a:ext cx="34191" cy="20619"/>
            </a:xfrm>
            <a:custGeom>
              <a:rect b="b" l="l" r="r" t="t"/>
              <a:pathLst>
                <a:path extrusionOk="0" h="787" w="1305">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5" name="Google Shape;17955;p94"/>
            <p:cNvSpPr/>
            <p:nvPr/>
          </p:nvSpPr>
          <p:spPr>
            <a:xfrm>
              <a:off x="6013096" y="2018301"/>
              <a:ext cx="39510" cy="52898"/>
            </a:xfrm>
            <a:custGeom>
              <a:rect b="b" l="l" r="r" t="t"/>
              <a:pathLst>
                <a:path extrusionOk="0" h="2019" w="1508">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6" name="Google Shape;17956;p94"/>
            <p:cNvSpPr/>
            <p:nvPr/>
          </p:nvSpPr>
          <p:spPr>
            <a:xfrm>
              <a:off x="6012834" y="2050841"/>
              <a:ext cx="34191" cy="20619"/>
            </a:xfrm>
            <a:custGeom>
              <a:rect b="b" l="l" r="r" t="t"/>
              <a:pathLst>
                <a:path extrusionOk="0" h="787" w="1305">
                  <a:moveTo>
                    <a:pt x="173" y="1"/>
                  </a:moveTo>
                  <a:lnTo>
                    <a:pt x="1" y="787"/>
                  </a:lnTo>
                  <a:lnTo>
                    <a:pt x="1141" y="787"/>
                  </a:lnTo>
                  <a:lnTo>
                    <a:pt x="1304" y="1"/>
                  </a:ln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7" name="Google Shape;17957;p94"/>
            <p:cNvSpPr/>
            <p:nvPr/>
          </p:nvSpPr>
          <p:spPr>
            <a:xfrm>
              <a:off x="5764222" y="2069679"/>
              <a:ext cx="201190" cy="176798"/>
            </a:xfrm>
            <a:custGeom>
              <a:rect b="b" l="l" r="r" t="t"/>
              <a:pathLst>
                <a:path extrusionOk="0" h="6748" w="7679">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8" name="Google Shape;17958;p94"/>
            <p:cNvSpPr/>
            <p:nvPr/>
          </p:nvSpPr>
          <p:spPr>
            <a:xfrm>
              <a:off x="5769750" y="2069679"/>
              <a:ext cx="195662" cy="176562"/>
            </a:xfrm>
            <a:custGeom>
              <a:rect b="b" l="l" r="r" t="t"/>
              <a:pathLst>
                <a:path extrusionOk="0" h="6739" w="7468">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9" name="Google Shape;17959;p94"/>
            <p:cNvSpPr/>
            <p:nvPr/>
          </p:nvSpPr>
          <p:spPr>
            <a:xfrm>
              <a:off x="5987236" y="2069679"/>
              <a:ext cx="151279" cy="119289"/>
            </a:xfrm>
            <a:custGeom>
              <a:rect b="b" l="l" r="r" t="t"/>
              <a:pathLst>
                <a:path extrusionOk="0" h="4553" w="5774">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0" name="Google Shape;17960;p94"/>
            <p:cNvSpPr/>
            <p:nvPr/>
          </p:nvSpPr>
          <p:spPr>
            <a:xfrm>
              <a:off x="5986974" y="2071434"/>
              <a:ext cx="146930" cy="117533"/>
            </a:xfrm>
            <a:custGeom>
              <a:rect b="b" l="l" r="r" t="t"/>
              <a:pathLst>
                <a:path extrusionOk="0" h="4486" w="5608">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1" name="Google Shape;17961;p94"/>
            <p:cNvSpPr/>
            <p:nvPr/>
          </p:nvSpPr>
          <p:spPr>
            <a:xfrm>
              <a:off x="5958836" y="2073452"/>
              <a:ext cx="44985" cy="133122"/>
            </a:xfrm>
            <a:custGeom>
              <a:rect b="b" l="l" r="r" t="t"/>
              <a:pathLst>
                <a:path extrusionOk="0" h="5081" w="1717">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62" name="Google Shape;17962;p94"/>
          <p:cNvGrpSpPr/>
          <p:nvPr/>
        </p:nvGrpSpPr>
        <p:grpSpPr>
          <a:xfrm>
            <a:off x="5321402" y="1835866"/>
            <a:ext cx="361927" cy="276515"/>
            <a:chOff x="5325477" y="2016441"/>
            <a:chExt cx="361927" cy="276515"/>
          </a:xfrm>
        </p:grpSpPr>
        <p:sp>
          <p:nvSpPr>
            <p:cNvPr id="17963" name="Google Shape;17963;p94"/>
            <p:cNvSpPr/>
            <p:nvPr/>
          </p:nvSpPr>
          <p:spPr>
            <a:xfrm>
              <a:off x="5514091" y="2232853"/>
              <a:ext cx="35449" cy="60103"/>
            </a:xfrm>
            <a:custGeom>
              <a:rect b="b" l="l" r="r" t="t"/>
              <a:pathLst>
                <a:path extrusionOk="0" h="2294" w="1353">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4" name="Google Shape;17964;p94"/>
            <p:cNvSpPr/>
            <p:nvPr/>
          </p:nvSpPr>
          <p:spPr>
            <a:xfrm>
              <a:off x="5605633" y="2232879"/>
              <a:ext cx="35291" cy="60077"/>
            </a:xfrm>
            <a:custGeom>
              <a:rect b="b" l="l" r="r" t="t"/>
              <a:pathLst>
                <a:path extrusionOk="0" h="2293" w="1347">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5" name="Google Shape;17965;p94"/>
            <p:cNvSpPr/>
            <p:nvPr/>
          </p:nvSpPr>
          <p:spPr>
            <a:xfrm>
              <a:off x="5466852" y="2264476"/>
              <a:ext cx="219530" cy="28479"/>
            </a:xfrm>
            <a:custGeom>
              <a:rect b="b" l="l" r="r" t="t"/>
              <a:pathLst>
                <a:path extrusionOk="0" h="1087" w="8379">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6" name="Google Shape;17966;p94"/>
            <p:cNvSpPr/>
            <p:nvPr/>
          </p:nvSpPr>
          <p:spPr>
            <a:xfrm>
              <a:off x="5325477" y="2064413"/>
              <a:ext cx="361665" cy="177060"/>
            </a:xfrm>
            <a:custGeom>
              <a:rect b="b" l="l" r="r" t="t"/>
              <a:pathLst>
                <a:path extrusionOk="0" h="6758" w="13804">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7" name="Google Shape;17967;p94"/>
            <p:cNvSpPr/>
            <p:nvPr/>
          </p:nvSpPr>
          <p:spPr>
            <a:xfrm>
              <a:off x="5325477" y="2064413"/>
              <a:ext cx="361927" cy="171793"/>
            </a:xfrm>
            <a:custGeom>
              <a:rect b="b" l="l" r="r" t="t"/>
              <a:pathLst>
                <a:path extrusionOk="0" h="6557" w="13814">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8" name="Google Shape;17968;p94"/>
            <p:cNvSpPr/>
            <p:nvPr/>
          </p:nvSpPr>
          <p:spPr>
            <a:xfrm>
              <a:off x="5567329" y="2102062"/>
              <a:ext cx="111036" cy="101735"/>
            </a:xfrm>
            <a:custGeom>
              <a:rect b="b" l="l" r="r" t="t"/>
              <a:pathLst>
                <a:path extrusionOk="0" h="3883" w="4238">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9" name="Google Shape;17969;p94"/>
            <p:cNvSpPr/>
            <p:nvPr/>
          </p:nvSpPr>
          <p:spPr>
            <a:xfrm>
              <a:off x="5567329" y="2102062"/>
              <a:ext cx="111036" cy="101735"/>
            </a:xfrm>
            <a:custGeom>
              <a:rect b="b" l="l" r="r" t="t"/>
              <a:pathLst>
                <a:path extrusionOk="0" h="3883" w="4238">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0" name="Google Shape;17970;p94"/>
            <p:cNvSpPr/>
            <p:nvPr/>
          </p:nvSpPr>
          <p:spPr>
            <a:xfrm>
              <a:off x="5506309" y="2128943"/>
              <a:ext cx="37676" cy="63587"/>
            </a:xfrm>
            <a:custGeom>
              <a:rect b="b" l="l" r="r" t="t"/>
              <a:pathLst>
                <a:path extrusionOk="0" h="2427" w="1438">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1" name="Google Shape;17971;p94"/>
            <p:cNvSpPr/>
            <p:nvPr/>
          </p:nvSpPr>
          <p:spPr>
            <a:xfrm>
              <a:off x="5530413" y="2128681"/>
              <a:ext cx="13572" cy="63823"/>
            </a:xfrm>
            <a:custGeom>
              <a:rect b="b" l="l" r="r" t="t"/>
              <a:pathLst>
                <a:path extrusionOk="0" h="2436" w="518">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2" name="Google Shape;17972;p94"/>
            <p:cNvSpPr/>
            <p:nvPr/>
          </p:nvSpPr>
          <p:spPr>
            <a:xfrm>
              <a:off x="5503532" y="2078718"/>
              <a:ext cx="17606" cy="17868"/>
            </a:xfrm>
            <a:custGeom>
              <a:rect b="b" l="l" r="r" t="t"/>
              <a:pathLst>
                <a:path extrusionOk="0" h="682" w="672">
                  <a:moveTo>
                    <a:pt x="1" y="0"/>
                  </a:moveTo>
                  <a:lnTo>
                    <a:pt x="1" y="681"/>
                  </a:lnTo>
                  <a:lnTo>
                    <a:pt x="672" y="681"/>
                  </a:lnTo>
                  <a:lnTo>
                    <a:pt x="672" y="0"/>
                  </a:lnTo>
                  <a:close/>
                </a:path>
              </a:pathLst>
            </a:custGeom>
            <a:solidFill>
              <a:srgbClr val="C3CB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3" name="Google Shape;17973;p94"/>
            <p:cNvSpPr/>
            <p:nvPr/>
          </p:nvSpPr>
          <p:spPr>
            <a:xfrm>
              <a:off x="5489960" y="2060876"/>
              <a:ext cx="44226" cy="17868"/>
            </a:xfrm>
            <a:custGeom>
              <a:rect b="b" l="l" r="r" t="t"/>
              <a:pathLst>
                <a:path extrusionOk="0" h="682" w="1688">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4" name="Google Shape;17974;p94"/>
            <p:cNvSpPr/>
            <p:nvPr/>
          </p:nvSpPr>
          <p:spPr>
            <a:xfrm>
              <a:off x="5518859" y="2060640"/>
              <a:ext cx="15589" cy="18104"/>
            </a:xfrm>
            <a:custGeom>
              <a:rect b="b" l="l" r="r" t="t"/>
              <a:pathLst>
                <a:path extrusionOk="0" h="691" w="595">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5" name="Google Shape;17975;p94"/>
            <p:cNvSpPr/>
            <p:nvPr/>
          </p:nvSpPr>
          <p:spPr>
            <a:xfrm>
              <a:off x="5496746" y="2016441"/>
              <a:ext cx="31178" cy="44461"/>
            </a:xfrm>
            <a:custGeom>
              <a:rect b="b" l="l" r="r" t="t"/>
              <a:pathLst>
                <a:path extrusionOk="0" h="1697" w="119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6" name="Google Shape;17976;p94"/>
            <p:cNvSpPr/>
            <p:nvPr/>
          </p:nvSpPr>
          <p:spPr>
            <a:xfrm>
              <a:off x="5502039" y="2016441"/>
              <a:ext cx="25886" cy="44226"/>
            </a:xfrm>
            <a:custGeom>
              <a:rect b="b" l="l" r="r" t="t"/>
              <a:pathLst>
                <a:path extrusionOk="0" h="1688" w="988">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7" name="Google Shape;17977;p94"/>
            <p:cNvSpPr/>
            <p:nvPr/>
          </p:nvSpPr>
          <p:spPr>
            <a:xfrm>
              <a:off x="5363676" y="2019165"/>
              <a:ext cx="133096" cy="34741"/>
            </a:xfrm>
            <a:custGeom>
              <a:rect b="b" l="l" r="r" t="t"/>
              <a:pathLst>
                <a:path extrusionOk="0" h="1326" w="508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8" name="Google Shape;17978;p94"/>
            <p:cNvSpPr/>
            <p:nvPr/>
          </p:nvSpPr>
          <p:spPr>
            <a:xfrm>
              <a:off x="5482939" y="2025977"/>
              <a:ext cx="14331" cy="21379"/>
            </a:xfrm>
            <a:custGeom>
              <a:rect b="b" l="l" r="r" t="t"/>
              <a:pathLst>
                <a:path extrusionOk="0" h="816" w="547">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9" name="Google Shape;17979;p94"/>
            <p:cNvSpPr/>
            <p:nvPr/>
          </p:nvSpPr>
          <p:spPr>
            <a:xfrm>
              <a:off x="5584647" y="2123179"/>
              <a:ext cx="26645" cy="52007"/>
            </a:xfrm>
            <a:custGeom>
              <a:rect b="b" l="l" r="r" t="t"/>
              <a:pathLst>
                <a:path extrusionOk="0" h="1985" w="1017">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0" name="Google Shape;17980;p94"/>
            <p:cNvSpPr/>
            <p:nvPr/>
          </p:nvSpPr>
          <p:spPr>
            <a:xfrm>
              <a:off x="5592429" y="2123913"/>
              <a:ext cx="18366" cy="51011"/>
            </a:xfrm>
            <a:custGeom>
              <a:rect b="b" l="l" r="r" t="t"/>
              <a:pathLst>
                <a:path extrusionOk="0" h="1947" w="701">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1" name="Google Shape;17981;p94"/>
            <p:cNvSpPr/>
            <p:nvPr/>
          </p:nvSpPr>
          <p:spPr>
            <a:xfrm>
              <a:off x="5526378" y="2019165"/>
              <a:ext cx="133096" cy="34558"/>
            </a:xfrm>
            <a:custGeom>
              <a:rect b="b" l="l" r="r" t="t"/>
              <a:pathLst>
                <a:path extrusionOk="0" h="1319" w="508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2" name="Google Shape;17982;p94"/>
            <p:cNvSpPr/>
            <p:nvPr/>
          </p:nvSpPr>
          <p:spPr>
            <a:xfrm>
              <a:off x="5526143" y="2025977"/>
              <a:ext cx="14593" cy="21379"/>
            </a:xfrm>
            <a:custGeom>
              <a:rect b="b" l="l" r="r" t="t"/>
              <a:pathLst>
                <a:path extrusionOk="0" h="816" w="557">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83" name="Google Shape;17983;p94"/>
          <p:cNvGrpSpPr/>
          <p:nvPr/>
        </p:nvGrpSpPr>
        <p:grpSpPr>
          <a:xfrm>
            <a:off x="4866596" y="1836625"/>
            <a:ext cx="364180" cy="274812"/>
            <a:chOff x="4870671" y="2017200"/>
            <a:chExt cx="364180" cy="274812"/>
          </a:xfrm>
        </p:grpSpPr>
        <p:sp>
          <p:nvSpPr>
            <p:cNvPr id="17984" name="Google Shape;17984;p94"/>
            <p:cNvSpPr/>
            <p:nvPr/>
          </p:nvSpPr>
          <p:spPr>
            <a:xfrm>
              <a:off x="5143151" y="2097294"/>
              <a:ext cx="91700" cy="115044"/>
            </a:xfrm>
            <a:custGeom>
              <a:rect b="b" l="l" r="r" t="t"/>
              <a:pathLst>
                <a:path extrusionOk="0" h="4391" w="350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5" name="Google Shape;17985;p94"/>
            <p:cNvSpPr/>
            <p:nvPr/>
          </p:nvSpPr>
          <p:spPr>
            <a:xfrm>
              <a:off x="5143151" y="2097058"/>
              <a:ext cx="33667" cy="115280"/>
            </a:xfrm>
            <a:custGeom>
              <a:rect b="b" l="l" r="r" t="t"/>
              <a:pathLst>
                <a:path extrusionOk="0" h="4400" w="1285">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6" name="Google Shape;17986;p94"/>
            <p:cNvSpPr/>
            <p:nvPr/>
          </p:nvSpPr>
          <p:spPr>
            <a:xfrm>
              <a:off x="4870671" y="2017200"/>
              <a:ext cx="290584" cy="274471"/>
            </a:xfrm>
            <a:custGeom>
              <a:rect b="b" l="l" r="r" t="t"/>
              <a:pathLst>
                <a:path extrusionOk="0" h="10476" w="11091">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7" name="Google Shape;17987;p94"/>
            <p:cNvSpPr/>
            <p:nvPr/>
          </p:nvSpPr>
          <p:spPr>
            <a:xfrm>
              <a:off x="4911595" y="2046309"/>
              <a:ext cx="263729" cy="245704"/>
            </a:xfrm>
            <a:custGeom>
              <a:rect b="b" l="l" r="r" t="t"/>
              <a:pathLst>
                <a:path extrusionOk="0" h="9378" w="10066">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8" name="Google Shape;17988;p94"/>
            <p:cNvSpPr/>
            <p:nvPr/>
          </p:nvSpPr>
          <p:spPr>
            <a:xfrm>
              <a:off x="4872688" y="2101774"/>
              <a:ext cx="28899" cy="103045"/>
            </a:xfrm>
            <a:custGeom>
              <a:rect b="b" l="l" r="r" t="t"/>
              <a:pathLst>
                <a:path extrusionOk="0" h="3933" w="1103">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9" name="Google Shape;17989;p94"/>
            <p:cNvSpPr/>
            <p:nvPr/>
          </p:nvSpPr>
          <p:spPr>
            <a:xfrm>
              <a:off x="4873946" y="2075024"/>
              <a:ext cx="73858" cy="159427"/>
            </a:xfrm>
            <a:custGeom>
              <a:rect b="b" l="l" r="r" t="t"/>
              <a:pathLst>
                <a:path extrusionOk="0" h="6085" w="2819">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0" name="Google Shape;17990;p94"/>
            <p:cNvSpPr/>
            <p:nvPr/>
          </p:nvSpPr>
          <p:spPr>
            <a:xfrm>
              <a:off x="4904312" y="2074945"/>
              <a:ext cx="43492" cy="159244"/>
            </a:xfrm>
            <a:custGeom>
              <a:rect b="b" l="l" r="r" t="t"/>
              <a:pathLst>
                <a:path extrusionOk="0" h="6078" w="166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1" name="Google Shape;17991;p94"/>
            <p:cNvSpPr/>
            <p:nvPr/>
          </p:nvSpPr>
          <p:spPr>
            <a:xfrm>
              <a:off x="4877693" y="2119407"/>
              <a:ext cx="36706" cy="70583"/>
            </a:xfrm>
            <a:custGeom>
              <a:rect b="b" l="l" r="r" t="t"/>
              <a:pathLst>
                <a:path extrusionOk="0" h="2694" w="1401">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2" name="Google Shape;17992;p94"/>
            <p:cNvSpPr/>
            <p:nvPr/>
          </p:nvSpPr>
          <p:spPr>
            <a:xfrm>
              <a:off x="5047888" y="2085504"/>
              <a:ext cx="106346" cy="54024"/>
            </a:xfrm>
            <a:custGeom>
              <a:rect b="b" l="l" r="r" t="t"/>
              <a:pathLst>
                <a:path extrusionOk="0" h="2062" w="4059">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3" name="Google Shape;17993;p94"/>
            <p:cNvSpPr/>
            <p:nvPr/>
          </p:nvSpPr>
          <p:spPr>
            <a:xfrm>
              <a:off x="5056508" y="2170313"/>
              <a:ext cx="99717" cy="68644"/>
            </a:xfrm>
            <a:custGeom>
              <a:rect b="b" l="l" r="r" t="t"/>
              <a:pathLst>
                <a:path extrusionOk="0" h="2620" w="3806">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4" name="Google Shape;17994;p94"/>
            <p:cNvSpPr/>
            <p:nvPr/>
          </p:nvSpPr>
          <p:spPr>
            <a:xfrm>
              <a:off x="5064368" y="2140995"/>
              <a:ext cx="45405" cy="20567"/>
            </a:xfrm>
            <a:custGeom>
              <a:rect b="b" l="l" r="r" t="t"/>
              <a:pathLst>
                <a:path extrusionOk="0" h="785" w="1733">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5" name="Google Shape;17995;p94"/>
            <p:cNvSpPr/>
            <p:nvPr/>
          </p:nvSpPr>
          <p:spPr>
            <a:xfrm>
              <a:off x="5039556" y="2037479"/>
              <a:ext cx="75482" cy="44016"/>
            </a:xfrm>
            <a:custGeom>
              <a:rect b="b" l="l" r="r" t="t"/>
              <a:pathLst>
                <a:path extrusionOk="0" h="1680" w="2881">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6" name="Google Shape;17996;p94"/>
            <p:cNvSpPr/>
            <p:nvPr/>
          </p:nvSpPr>
          <p:spPr>
            <a:xfrm>
              <a:off x="5016002" y="2240634"/>
              <a:ext cx="61884" cy="30995"/>
            </a:xfrm>
            <a:custGeom>
              <a:rect b="b" l="l" r="r" t="t"/>
              <a:pathLst>
                <a:path extrusionOk="0" h="1183" w="2362">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97" name="Google Shape;17997;p94"/>
          <p:cNvGrpSpPr/>
          <p:nvPr/>
        </p:nvGrpSpPr>
        <p:grpSpPr>
          <a:xfrm>
            <a:off x="7140651" y="3174921"/>
            <a:ext cx="260690" cy="362032"/>
            <a:chOff x="7144726" y="3355496"/>
            <a:chExt cx="260690" cy="362032"/>
          </a:xfrm>
        </p:grpSpPr>
        <p:sp>
          <p:nvSpPr>
            <p:cNvPr id="17998" name="Google Shape;17998;p94"/>
            <p:cNvSpPr/>
            <p:nvPr/>
          </p:nvSpPr>
          <p:spPr>
            <a:xfrm>
              <a:off x="7144726" y="3355496"/>
              <a:ext cx="260690" cy="362032"/>
            </a:xfrm>
            <a:custGeom>
              <a:rect b="b" l="l" r="r" t="t"/>
              <a:pathLst>
                <a:path extrusionOk="0" h="13818" w="995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9" name="Google Shape;17999;p94"/>
            <p:cNvSpPr/>
            <p:nvPr/>
          </p:nvSpPr>
          <p:spPr>
            <a:xfrm>
              <a:off x="7232601" y="3355496"/>
              <a:ext cx="172579" cy="330277"/>
            </a:xfrm>
            <a:custGeom>
              <a:rect b="b" l="l" r="r" t="t"/>
              <a:pathLst>
                <a:path extrusionOk="0" h="12606" w="6587">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0" name="Google Shape;18000;p94"/>
            <p:cNvSpPr/>
            <p:nvPr/>
          </p:nvSpPr>
          <p:spPr>
            <a:xfrm>
              <a:off x="7302424" y="3660936"/>
              <a:ext cx="85910" cy="52950"/>
            </a:xfrm>
            <a:custGeom>
              <a:rect b="b" l="l" r="r" t="t"/>
              <a:pathLst>
                <a:path extrusionOk="0" h="2021" w="3279">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1" name="Google Shape;18001;p94"/>
            <p:cNvSpPr/>
            <p:nvPr/>
          </p:nvSpPr>
          <p:spPr>
            <a:xfrm>
              <a:off x="7161285" y="3661198"/>
              <a:ext cx="84652" cy="52452"/>
            </a:xfrm>
            <a:custGeom>
              <a:rect b="b" l="l" r="r" t="t"/>
              <a:pathLst>
                <a:path extrusionOk="0" h="2002" w="3231">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2" name="Google Shape;18002;p94"/>
            <p:cNvSpPr/>
            <p:nvPr/>
          </p:nvSpPr>
          <p:spPr>
            <a:xfrm>
              <a:off x="7175066" y="3655617"/>
              <a:ext cx="71631" cy="39195"/>
            </a:xfrm>
            <a:custGeom>
              <a:rect b="b" l="l" r="r" t="t"/>
              <a:pathLst>
                <a:path extrusionOk="0" h="1496" w="2734">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3" name="Google Shape;18003;p94"/>
            <p:cNvSpPr/>
            <p:nvPr/>
          </p:nvSpPr>
          <p:spPr>
            <a:xfrm>
              <a:off x="7302686" y="3655670"/>
              <a:ext cx="72784" cy="39143"/>
            </a:xfrm>
            <a:custGeom>
              <a:rect b="b" l="l" r="r" t="t"/>
              <a:pathLst>
                <a:path extrusionOk="0" h="1494" w="2778">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04" name="Google Shape;18004;p94"/>
          <p:cNvGrpSpPr/>
          <p:nvPr/>
        </p:nvGrpSpPr>
        <p:grpSpPr>
          <a:xfrm>
            <a:off x="6701644" y="4097476"/>
            <a:ext cx="261712" cy="361770"/>
            <a:chOff x="6705719" y="4278051"/>
            <a:chExt cx="261712" cy="361770"/>
          </a:xfrm>
        </p:grpSpPr>
        <p:sp>
          <p:nvSpPr>
            <p:cNvPr id="18005" name="Google Shape;18005;p94"/>
            <p:cNvSpPr/>
            <p:nvPr/>
          </p:nvSpPr>
          <p:spPr>
            <a:xfrm>
              <a:off x="6863443" y="4340328"/>
              <a:ext cx="14331" cy="32802"/>
            </a:xfrm>
            <a:custGeom>
              <a:rect b="b" l="l" r="r" t="t"/>
              <a:pathLst>
                <a:path extrusionOk="0" h="1252" w="547">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6" name="Google Shape;18006;p94"/>
            <p:cNvSpPr/>
            <p:nvPr/>
          </p:nvSpPr>
          <p:spPr>
            <a:xfrm>
              <a:off x="6863443" y="4573875"/>
              <a:ext cx="14331" cy="65945"/>
            </a:xfrm>
            <a:custGeom>
              <a:rect b="b" l="l" r="r" t="t"/>
              <a:pathLst>
                <a:path extrusionOk="0" h="2517" w="547">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7" name="Google Shape;18007;p94"/>
            <p:cNvSpPr/>
            <p:nvPr/>
          </p:nvSpPr>
          <p:spPr>
            <a:xfrm>
              <a:off x="6773787" y="4364563"/>
              <a:ext cx="193644" cy="190133"/>
            </a:xfrm>
            <a:custGeom>
              <a:rect b="b" l="l" r="r" t="t"/>
              <a:pathLst>
                <a:path extrusionOk="0" h="7257" w="7391">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8" name="Google Shape;18008;p94"/>
            <p:cNvSpPr/>
            <p:nvPr/>
          </p:nvSpPr>
          <p:spPr>
            <a:xfrm>
              <a:off x="6877512" y="4364563"/>
              <a:ext cx="89918" cy="190133"/>
            </a:xfrm>
            <a:custGeom>
              <a:rect b="b" l="l" r="r" t="t"/>
              <a:pathLst>
                <a:path extrusionOk="0" h="7257" w="3432">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9" name="Google Shape;18009;p94"/>
            <p:cNvSpPr/>
            <p:nvPr/>
          </p:nvSpPr>
          <p:spPr>
            <a:xfrm>
              <a:off x="6779315" y="4427600"/>
              <a:ext cx="182850" cy="127096"/>
            </a:xfrm>
            <a:custGeom>
              <a:rect b="b" l="l" r="r" t="t"/>
              <a:pathLst>
                <a:path extrusionOk="0" h="4851" w="6979">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0" name="Google Shape;18010;p94"/>
            <p:cNvSpPr/>
            <p:nvPr/>
          </p:nvSpPr>
          <p:spPr>
            <a:xfrm>
              <a:off x="6877512" y="4427600"/>
              <a:ext cx="84652" cy="127096"/>
            </a:xfrm>
            <a:custGeom>
              <a:rect b="b" l="l" r="r" t="t"/>
              <a:pathLst>
                <a:path extrusionOk="0" h="4851" w="3231">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1" name="Google Shape;18011;p94"/>
            <p:cNvSpPr/>
            <p:nvPr/>
          </p:nvSpPr>
          <p:spPr>
            <a:xfrm>
              <a:off x="6826029" y="4554670"/>
              <a:ext cx="89421" cy="29396"/>
            </a:xfrm>
            <a:custGeom>
              <a:rect b="b" l="l" r="r" t="t"/>
              <a:pathLst>
                <a:path extrusionOk="0" h="1122" w="3413">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2" name="Google Shape;18012;p94"/>
            <p:cNvSpPr/>
            <p:nvPr/>
          </p:nvSpPr>
          <p:spPr>
            <a:xfrm>
              <a:off x="6871722" y="4554670"/>
              <a:ext cx="43728" cy="29396"/>
            </a:xfrm>
            <a:custGeom>
              <a:rect b="b" l="l" r="r" t="t"/>
              <a:pathLst>
                <a:path extrusionOk="0" h="1122" w="1669">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3" name="Google Shape;18013;p94"/>
            <p:cNvSpPr/>
            <p:nvPr/>
          </p:nvSpPr>
          <p:spPr>
            <a:xfrm>
              <a:off x="6863443" y="4278051"/>
              <a:ext cx="14331" cy="32540"/>
            </a:xfrm>
            <a:custGeom>
              <a:rect b="b" l="l" r="r" t="t"/>
              <a:pathLst>
                <a:path extrusionOk="0" h="1242" w="547">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4" name="Google Shape;18014;p94"/>
            <p:cNvSpPr/>
            <p:nvPr/>
          </p:nvSpPr>
          <p:spPr>
            <a:xfrm>
              <a:off x="6705719" y="4296312"/>
              <a:ext cx="200430" cy="343508"/>
            </a:xfrm>
            <a:custGeom>
              <a:rect b="b" l="l" r="r" t="t"/>
              <a:pathLst>
                <a:path extrusionOk="0" h="13111" w="765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5" name="Google Shape;18015;p94"/>
            <p:cNvSpPr/>
            <p:nvPr/>
          </p:nvSpPr>
          <p:spPr>
            <a:xfrm>
              <a:off x="6922367" y="4395689"/>
              <a:ext cx="42811" cy="14358"/>
            </a:xfrm>
            <a:custGeom>
              <a:rect b="b" l="l" r="r" t="t"/>
              <a:pathLst>
                <a:path extrusionOk="0" h="548" w="1634">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6" name="Google Shape;18016;p94"/>
            <p:cNvSpPr/>
            <p:nvPr/>
          </p:nvSpPr>
          <p:spPr>
            <a:xfrm>
              <a:off x="6901092" y="4445390"/>
              <a:ext cx="59317" cy="14148"/>
            </a:xfrm>
            <a:custGeom>
              <a:rect b="b" l="l" r="r" t="t"/>
              <a:pathLst>
                <a:path extrusionOk="0" h="540" w="2264">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7" name="Google Shape;18017;p94"/>
            <p:cNvSpPr/>
            <p:nvPr/>
          </p:nvSpPr>
          <p:spPr>
            <a:xfrm>
              <a:off x="6922445" y="4420526"/>
              <a:ext cx="40217" cy="14148"/>
            </a:xfrm>
            <a:custGeom>
              <a:rect b="b" l="l" r="r" t="t"/>
              <a:pathLst>
                <a:path extrusionOk="0" h="540" w="1535">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8" name="Google Shape;18018;p94"/>
            <p:cNvSpPr/>
            <p:nvPr/>
          </p:nvSpPr>
          <p:spPr>
            <a:xfrm>
              <a:off x="6922445" y="4470254"/>
              <a:ext cx="35449" cy="14148"/>
            </a:xfrm>
            <a:custGeom>
              <a:rect b="b" l="l" r="r" t="t"/>
              <a:pathLst>
                <a:path extrusionOk="0" h="540" w="1353">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9" name="Google Shape;18019;p94"/>
            <p:cNvSpPr/>
            <p:nvPr/>
          </p:nvSpPr>
          <p:spPr>
            <a:xfrm>
              <a:off x="6901014" y="4494882"/>
              <a:ext cx="54365" cy="14358"/>
            </a:xfrm>
            <a:custGeom>
              <a:rect b="b" l="l" r="r" t="t"/>
              <a:pathLst>
                <a:path extrusionOk="0" h="548" w="2075">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20" name="Google Shape;18020;p94"/>
          <p:cNvGrpSpPr/>
          <p:nvPr/>
        </p:nvGrpSpPr>
        <p:grpSpPr>
          <a:xfrm>
            <a:off x="5746575" y="2711077"/>
            <a:ext cx="320216" cy="361403"/>
            <a:chOff x="5750650" y="2891652"/>
            <a:chExt cx="320216" cy="361403"/>
          </a:xfrm>
        </p:grpSpPr>
        <p:sp>
          <p:nvSpPr>
            <p:cNvPr id="18021" name="Google Shape;18021;p94"/>
            <p:cNvSpPr/>
            <p:nvPr/>
          </p:nvSpPr>
          <p:spPr>
            <a:xfrm>
              <a:off x="5750650" y="2891652"/>
              <a:ext cx="196919" cy="193644"/>
            </a:xfrm>
            <a:custGeom>
              <a:rect b="b" l="l" r="r" t="t"/>
              <a:pathLst>
                <a:path extrusionOk="0" h="7391" w="7516">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2" name="Google Shape;18022;p94"/>
            <p:cNvSpPr/>
            <p:nvPr/>
          </p:nvSpPr>
          <p:spPr>
            <a:xfrm>
              <a:off x="5847590" y="2891652"/>
              <a:ext cx="99979" cy="193644"/>
            </a:xfrm>
            <a:custGeom>
              <a:rect b="b" l="l" r="r" t="t"/>
              <a:pathLst>
                <a:path extrusionOk="0" h="7391" w="3816">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3" name="Google Shape;18023;p94"/>
            <p:cNvSpPr/>
            <p:nvPr/>
          </p:nvSpPr>
          <p:spPr>
            <a:xfrm>
              <a:off x="5753428" y="2930821"/>
              <a:ext cx="191129" cy="154475"/>
            </a:xfrm>
            <a:custGeom>
              <a:rect b="b" l="l" r="r" t="t"/>
              <a:pathLst>
                <a:path extrusionOk="0" h="5896" w="7295">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4" name="Google Shape;18024;p94"/>
            <p:cNvSpPr/>
            <p:nvPr/>
          </p:nvSpPr>
          <p:spPr>
            <a:xfrm>
              <a:off x="5847852" y="2930821"/>
              <a:ext cx="96966" cy="154475"/>
            </a:xfrm>
            <a:custGeom>
              <a:rect b="b" l="l" r="r" t="t"/>
              <a:pathLst>
                <a:path extrusionOk="0" h="5896" w="3701">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5" name="Google Shape;18025;p94"/>
            <p:cNvSpPr/>
            <p:nvPr/>
          </p:nvSpPr>
          <p:spPr>
            <a:xfrm>
              <a:off x="5803653" y="3085270"/>
              <a:ext cx="90940" cy="29920"/>
            </a:xfrm>
            <a:custGeom>
              <a:rect b="b" l="l" r="r" t="t"/>
              <a:pathLst>
                <a:path extrusionOk="0" h="1142" w="3471">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6" name="Google Shape;18026;p94"/>
            <p:cNvSpPr/>
            <p:nvPr/>
          </p:nvSpPr>
          <p:spPr>
            <a:xfrm>
              <a:off x="5847093" y="3085270"/>
              <a:ext cx="47501" cy="29920"/>
            </a:xfrm>
            <a:custGeom>
              <a:rect b="b" l="l" r="r" t="t"/>
              <a:pathLst>
                <a:path extrusionOk="0" h="1142" w="1813">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7" name="Google Shape;18027;p94"/>
            <p:cNvSpPr/>
            <p:nvPr/>
          </p:nvSpPr>
          <p:spPr>
            <a:xfrm>
              <a:off x="6041470" y="2936611"/>
              <a:ext cx="14331" cy="56016"/>
            </a:xfrm>
            <a:custGeom>
              <a:rect b="b" l="l" r="r" t="t"/>
              <a:pathLst>
                <a:path extrusionOk="0" h="2138" w="547">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8" name="Google Shape;18028;p94"/>
            <p:cNvSpPr/>
            <p:nvPr/>
          </p:nvSpPr>
          <p:spPr>
            <a:xfrm>
              <a:off x="6026405" y="2971247"/>
              <a:ext cx="44226" cy="94451"/>
            </a:xfrm>
            <a:custGeom>
              <a:rect b="b" l="l" r="r" t="t"/>
              <a:pathLst>
                <a:path extrusionOk="0" h="3605" w="1688">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9" name="Google Shape;18029;p94"/>
            <p:cNvSpPr/>
            <p:nvPr/>
          </p:nvSpPr>
          <p:spPr>
            <a:xfrm>
              <a:off x="6038955" y="2971247"/>
              <a:ext cx="31912" cy="94215"/>
            </a:xfrm>
            <a:custGeom>
              <a:rect b="b" l="l" r="r" t="t"/>
              <a:pathLst>
                <a:path extrusionOk="0" h="3596" w="1218">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0" name="Google Shape;18030;p94"/>
            <p:cNvSpPr/>
            <p:nvPr/>
          </p:nvSpPr>
          <p:spPr>
            <a:xfrm>
              <a:off x="5841826" y="3065934"/>
              <a:ext cx="212718" cy="187120"/>
            </a:xfrm>
            <a:custGeom>
              <a:rect b="b" l="l" r="r" t="t"/>
              <a:pathLst>
                <a:path extrusionOk="0" h="7142" w="8119">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1" name="Google Shape;18031;p94"/>
            <p:cNvSpPr/>
            <p:nvPr/>
          </p:nvSpPr>
          <p:spPr>
            <a:xfrm>
              <a:off x="5908610" y="2923511"/>
              <a:ext cx="36706" cy="14384"/>
            </a:xfrm>
            <a:custGeom>
              <a:rect b="b" l="l" r="r" t="t"/>
              <a:pathLst>
                <a:path extrusionOk="0" h="549" w="1401">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2" name="Google Shape;18032;p94"/>
            <p:cNvSpPr/>
            <p:nvPr/>
          </p:nvSpPr>
          <p:spPr>
            <a:xfrm>
              <a:off x="5886917" y="2973998"/>
              <a:ext cx="53369" cy="14620"/>
            </a:xfrm>
            <a:custGeom>
              <a:rect b="b" l="l" r="r" t="t"/>
              <a:pathLst>
                <a:path extrusionOk="0" h="558" w="2037">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3" name="Google Shape;18033;p94"/>
            <p:cNvSpPr/>
            <p:nvPr/>
          </p:nvSpPr>
          <p:spPr>
            <a:xfrm>
              <a:off x="5908532" y="2948637"/>
              <a:ext cx="34270" cy="14646"/>
            </a:xfrm>
            <a:custGeom>
              <a:rect b="b" l="l" r="r" t="t"/>
              <a:pathLst>
                <a:path extrusionOk="0" h="559" w="1308">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4" name="Google Shape;18034;p94"/>
            <p:cNvSpPr/>
            <p:nvPr/>
          </p:nvSpPr>
          <p:spPr>
            <a:xfrm>
              <a:off x="5908532" y="2999124"/>
              <a:ext cx="29501" cy="14620"/>
            </a:xfrm>
            <a:custGeom>
              <a:rect b="b" l="l" r="r" t="t"/>
              <a:pathLst>
                <a:path extrusionOk="0" h="558" w="1126">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5" name="Google Shape;18035;p94"/>
            <p:cNvSpPr/>
            <p:nvPr/>
          </p:nvSpPr>
          <p:spPr>
            <a:xfrm>
              <a:off x="5886995" y="3024459"/>
              <a:ext cx="48522" cy="14410"/>
            </a:xfrm>
            <a:custGeom>
              <a:rect b="b" l="l" r="r" t="t"/>
              <a:pathLst>
                <a:path extrusionOk="0" h="550" w="1852">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36" name="Google Shape;18036;p94"/>
          <p:cNvGrpSpPr/>
          <p:nvPr/>
        </p:nvGrpSpPr>
        <p:grpSpPr>
          <a:xfrm>
            <a:off x="6653934" y="2710815"/>
            <a:ext cx="315972" cy="361927"/>
            <a:chOff x="6658009" y="2891390"/>
            <a:chExt cx="315972" cy="361927"/>
          </a:xfrm>
        </p:grpSpPr>
        <p:sp>
          <p:nvSpPr>
            <p:cNvPr id="18037" name="Google Shape;18037;p94"/>
            <p:cNvSpPr/>
            <p:nvPr/>
          </p:nvSpPr>
          <p:spPr>
            <a:xfrm>
              <a:off x="6658009" y="2891390"/>
              <a:ext cx="315972" cy="361927"/>
            </a:xfrm>
            <a:custGeom>
              <a:rect b="b" l="l" r="r" t="t"/>
              <a:pathLst>
                <a:path extrusionOk="0" h="13814" w="1206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8" name="Google Shape;18038;p94"/>
            <p:cNvSpPr/>
            <p:nvPr/>
          </p:nvSpPr>
          <p:spPr>
            <a:xfrm>
              <a:off x="6658507" y="2921284"/>
              <a:ext cx="315474" cy="332033"/>
            </a:xfrm>
            <a:custGeom>
              <a:rect b="b" l="l" r="r" t="t"/>
              <a:pathLst>
                <a:path extrusionOk="0" h="12673" w="12041">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9" name="Google Shape;18039;p94"/>
            <p:cNvSpPr/>
            <p:nvPr/>
          </p:nvSpPr>
          <p:spPr>
            <a:xfrm>
              <a:off x="6742897" y="2928567"/>
              <a:ext cx="146432" cy="55780"/>
            </a:xfrm>
            <a:custGeom>
              <a:rect b="b" l="l" r="r" t="t"/>
              <a:pathLst>
                <a:path extrusionOk="0" h="2129" w="5589">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0" name="Google Shape;18040;p94"/>
            <p:cNvSpPr/>
            <p:nvPr/>
          </p:nvSpPr>
          <p:spPr>
            <a:xfrm>
              <a:off x="6836562" y="2928567"/>
              <a:ext cx="52767" cy="55780"/>
            </a:xfrm>
            <a:custGeom>
              <a:rect b="b" l="l" r="r" t="t"/>
              <a:pathLst>
                <a:path extrusionOk="0" h="2129" w="2014">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1" name="Google Shape;18041;p94"/>
            <p:cNvSpPr/>
            <p:nvPr/>
          </p:nvSpPr>
          <p:spPr>
            <a:xfrm>
              <a:off x="6810702" y="3035856"/>
              <a:ext cx="11083" cy="162702"/>
            </a:xfrm>
            <a:custGeom>
              <a:rect b="b" l="l" r="r" t="t"/>
              <a:pathLst>
                <a:path extrusionOk="0" h="6210" w="423">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2" name="Google Shape;18042;p94"/>
            <p:cNvSpPr/>
            <p:nvPr/>
          </p:nvSpPr>
          <p:spPr>
            <a:xfrm>
              <a:off x="6724059" y="3209091"/>
              <a:ext cx="11083" cy="44226"/>
            </a:xfrm>
            <a:custGeom>
              <a:rect b="b" l="l" r="r" t="t"/>
              <a:pathLst>
                <a:path extrusionOk="0" h="1688" w="423">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3" name="Google Shape;18043;p94"/>
            <p:cNvSpPr/>
            <p:nvPr/>
          </p:nvSpPr>
          <p:spPr>
            <a:xfrm>
              <a:off x="6897346" y="3209091"/>
              <a:ext cx="11083" cy="44226"/>
            </a:xfrm>
            <a:custGeom>
              <a:rect b="b" l="l" r="r" t="t"/>
              <a:pathLst>
                <a:path extrusionOk="0" h="1688" w="423">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44" name="Google Shape;18044;p94"/>
          <p:cNvGrpSpPr/>
          <p:nvPr/>
        </p:nvGrpSpPr>
        <p:grpSpPr>
          <a:xfrm>
            <a:off x="6199390" y="2710631"/>
            <a:ext cx="320478" cy="362110"/>
            <a:chOff x="6203465" y="2891206"/>
            <a:chExt cx="320478" cy="362110"/>
          </a:xfrm>
        </p:grpSpPr>
        <p:sp>
          <p:nvSpPr>
            <p:cNvPr id="18045" name="Google Shape;18045;p94"/>
            <p:cNvSpPr/>
            <p:nvPr/>
          </p:nvSpPr>
          <p:spPr>
            <a:xfrm>
              <a:off x="6203465" y="2902158"/>
              <a:ext cx="320478" cy="351159"/>
            </a:xfrm>
            <a:custGeom>
              <a:rect b="b" l="l" r="r" t="t"/>
              <a:pathLst>
                <a:path extrusionOk="0" h="13403" w="12232">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6" name="Google Shape;18046;p94"/>
            <p:cNvSpPr/>
            <p:nvPr/>
          </p:nvSpPr>
          <p:spPr>
            <a:xfrm>
              <a:off x="6286833" y="2902132"/>
              <a:ext cx="184867" cy="71159"/>
            </a:xfrm>
            <a:custGeom>
              <a:rect b="b" l="l" r="r" t="t"/>
              <a:pathLst>
                <a:path extrusionOk="0" h="2716" w="7056">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7" name="Google Shape;18047;p94"/>
            <p:cNvSpPr/>
            <p:nvPr/>
          </p:nvSpPr>
          <p:spPr>
            <a:xfrm>
              <a:off x="6457107" y="2973265"/>
              <a:ext cx="57771" cy="131865"/>
            </a:xfrm>
            <a:custGeom>
              <a:rect b="b" l="l" r="r" t="t"/>
              <a:pathLst>
                <a:path extrusionOk="0" h="5033" w="2205">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8" name="Google Shape;18048;p94"/>
            <p:cNvSpPr/>
            <p:nvPr/>
          </p:nvSpPr>
          <p:spPr>
            <a:xfrm>
              <a:off x="6423807" y="2891206"/>
              <a:ext cx="97988" cy="103752"/>
            </a:xfrm>
            <a:custGeom>
              <a:rect b="b" l="l" r="r" t="t"/>
              <a:pathLst>
                <a:path extrusionOk="0" h="3960" w="374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9" name="Google Shape;18049;p94"/>
            <p:cNvSpPr/>
            <p:nvPr/>
          </p:nvSpPr>
          <p:spPr>
            <a:xfrm>
              <a:off x="6396087" y="2978085"/>
              <a:ext cx="33405" cy="38907"/>
            </a:xfrm>
            <a:custGeom>
              <a:rect b="b" l="l" r="r" t="t"/>
              <a:pathLst>
                <a:path extrusionOk="0" h="1485" w="1275">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50" name="Google Shape;18050;p94"/>
          <p:cNvGrpSpPr/>
          <p:nvPr/>
        </p:nvGrpSpPr>
        <p:grpSpPr>
          <a:xfrm>
            <a:off x="7563205" y="2710684"/>
            <a:ext cx="307116" cy="362294"/>
            <a:chOff x="7567280" y="2891259"/>
            <a:chExt cx="307116" cy="362294"/>
          </a:xfrm>
        </p:grpSpPr>
        <p:sp>
          <p:nvSpPr>
            <p:cNvPr id="18051" name="Google Shape;18051;p94"/>
            <p:cNvSpPr/>
            <p:nvPr/>
          </p:nvSpPr>
          <p:spPr>
            <a:xfrm>
              <a:off x="7612082" y="2891337"/>
              <a:ext cx="217250" cy="207006"/>
            </a:xfrm>
            <a:custGeom>
              <a:rect b="b" l="l" r="r" t="t"/>
              <a:pathLst>
                <a:path extrusionOk="0" h="7901" w="8292">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2" name="Google Shape;18052;p94"/>
            <p:cNvSpPr/>
            <p:nvPr/>
          </p:nvSpPr>
          <p:spPr>
            <a:xfrm>
              <a:off x="7677870" y="3190698"/>
              <a:ext cx="85936" cy="62618"/>
            </a:xfrm>
            <a:custGeom>
              <a:rect b="b" l="l" r="r" t="t"/>
              <a:pathLst>
                <a:path extrusionOk="0" h="2390" w="328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3" name="Google Shape;18053;p94"/>
            <p:cNvSpPr/>
            <p:nvPr/>
          </p:nvSpPr>
          <p:spPr>
            <a:xfrm>
              <a:off x="7644229" y="2891285"/>
              <a:ext cx="63299" cy="21091"/>
            </a:xfrm>
            <a:custGeom>
              <a:rect b="b" l="l" r="r" t="t"/>
              <a:pathLst>
                <a:path extrusionOk="0" h="805" w="2416">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4" name="Google Shape;18054;p94"/>
            <p:cNvSpPr/>
            <p:nvPr/>
          </p:nvSpPr>
          <p:spPr>
            <a:xfrm>
              <a:off x="7707502" y="2891259"/>
              <a:ext cx="121830" cy="207268"/>
            </a:xfrm>
            <a:custGeom>
              <a:rect b="b" l="l" r="r" t="t"/>
              <a:pathLst>
                <a:path extrusionOk="0" h="7911" w="465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5" name="Google Shape;18055;p94"/>
            <p:cNvSpPr/>
            <p:nvPr/>
          </p:nvSpPr>
          <p:spPr>
            <a:xfrm>
              <a:off x="7707502" y="3190751"/>
              <a:ext cx="56304" cy="62801"/>
            </a:xfrm>
            <a:custGeom>
              <a:rect b="b" l="l" r="r" t="t"/>
              <a:pathLst>
                <a:path extrusionOk="0" h="2397" w="2149">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6" name="Google Shape;18056;p94"/>
            <p:cNvSpPr/>
            <p:nvPr/>
          </p:nvSpPr>
          <p:spPr>
            <a:xfrm>
              <a:off x="7677870" y="3190698"/>
              <a:ext cx="85936" cy="28191"/>
            </a:xfrm>
            <a:custGeom>
              <a:rect b="b" l="l" r="r" t="t"/>
              <a:pathLst>
                <a:path extrusionOk="0" h="1076" w="328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7" name="Google Shape;18057;p94"/>
            <p:cNvSpPr/>
            <p:nvPr/>
          </p:nvSpPr>
          <p:spPr>
            <a:xfrm>
              <a:off x="7669958" y="3221588"/>
              <a:ext cx="99874" cy="17397"/>
            </a:xfrm>
            <a:custGeom>
              <a:rect b="b" l="l" r="r" t="t"/>
              <a:pathLst>
                <a:path extrusionOk="0" h="664" w="3812">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8" name="Google Shape;18058;p94"/>
            <p:cNvSpPr/>
            <p:nvPr/>
          </p:nvSpPr>
          <p:spPr>
            <a:xfrm>
              <a:off x="7669958" y="3012879"/>
              <a:ext cx="99874" cy="17423"/>
            </a:xfrm>
            <a:custGeom>
              <a:rect b="b" l="l" r="r" t="t"/>
              <a:pathLst>
                <a:path extrusionOk="0" h="665" w="3812">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9" name="Google Shape;18059;p94"/>
            <p:cNvSpPr/>
            <p:nvPr/>
          </p:nvSpPr>
          <p:spPr>
            <a:xfrm>
              <a:off x="7670010" y="3041070"/>
              <a:ext cx="99822" cy="17423"/>
            </a:xfrm>
            <a:custGeom>
              <a:rect b="b" l="l" r="r" t="t"/>
              <a:pathLst>
                <a:path extrusionOk="0" h="665" w="381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0" name="Google Shape;18060;p94"/>
            <p:cNvSpPr/>
            <p:nvPr/>
          </p:nvSpPr>
          <p:spPr>
            <a:xfrm>
              <a:off x="7669958" y="3066615"/>
              <a:ext cx="99874" cy="17423"/>
            </a:xfrm>
            <a:custGeom>
              <a:rect b="b" l="l" r="r" t="t"/>
              <a:pathLst>
                <a:path extrusionOk="0" h="665" w="3812">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1" name="Google Shape;18061;p94"/>
            <p:cNvSpPr/>
            <p:nvPr/>
          </p:nvSpPr>
          <p:spPr>
            <a:xfrm>
              <a:off x="7567280" y="2994880"/>
              <a:ext cx="307116" cy="226368"/>
            </a:xfrm>
            <a:custGeom>
              <a:rect b="b" l="l" r="r" t="t"/>
              <a:pathLst>
                <a:path extrusionOk="0" h="8640" w="11722">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2" name="Google Shape;18062;p94"/>
            <p:cNvSpPr/>
            <p:nvPr/>
          </p:nvSpPr>
          <p:spPr>
            <a:xfrm>
              <a:off x="7568144" y="3019717"/>
              <a:ext cx="305151" cy="201530"/>
            </a:xfrm>
            <a:custGeom>
              <a:rect b="b" l="l" r="r" t="t"/>
              <a:pathLst>
                <a:path extrusionOk="0" h="7692" w="11647">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63" name="Google Shape;18063;p94"/>
          <p:cNvGrpSpPr/>
          <p:nvPr/>
        </p:nvGrpSpPr>
        <p:grpSpPr>
          <a:xfrm>
            <a:off x="7108504" y="2710946"/>
            <a:ext cx="338556" cy="361534"/>
            <a:chOff x="7112579" y="2891521"/>
            <a:chExt cx="338556" cy="361534"/>
          </a:xfrm>
        </p:grpSpPr>
        <p:sp>
          <p:nvSpPr>
            <p:cNvPr id="18064" name="Google Shape;18064;p94"/>
            <p:cNvSpPr/>
            <p:nvPr/>
          </p:nvSpPr>
          <p:spPr>
            <a:xfrm>
              <a:off x="7112579" y="2891521"/>
              <a:ext cx="312671" cy="361534"/>
            </a:xfrm>
            <a:custGeom>
              <a:rect b="b" l="l" r="r" t="t"/>
              <a:pathLst>
                <a:path extrusionOk="0" h="13799" w="11934">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5" name="Google Shape;18065;p94"/>
            <p:cNvSpPr/>
            <p:nvPr/>
          </p:nvSpPr>
          <p:spPr>
            <a:xfrm>
              <a:off x="7302424" y="2891783"/>
              <a:ext cx="148711" cy="361272"/>
            </a:xfrm>
            <a:custGeom>
              <a:rect b="b" l="l" r="r" t="t"/>
              <a:pathLst>
                <a:path extrusionOk="0" h="13789" w="5676">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66" name="Google Shape;18066;p94"/>
          <p:cNvGrpSpPr/>
          <p:nvPr/>
        </p:nvGrpSpPr>
        <p:grpSpPr>
          <a:xfrm>
            <a:off x="7151184" y="3624461"/>
            <a:ext cx="207478" cy="361272"/>
            <a:chOff x="7155259" y="3805036"/>
            <a:chExt cx="207478" cy="361272"/>
          </a:xfrm>
        </p:grpSpPr>
        <p:sp>
          <p:nvSpPr>
            <p:cNvPr id="18067" name="Google Shape;18067;p94"/>
            <p:cNvSpPr/>
            <p:nvPr/>
          </p:nvSpPr>
          <p:spPr>
            <a:xfrm>
              <a:off x="7178865" y="3839175"/>
              <a:ext cx="160265" cy="144179"/>
            </a:xfrm>
            <a:custGeom>
              <a:rect b="b" l="l" r="r" t="t"/>
              <a:pathLst>
                <a:path extrusionOk="0" h="5503" w="6117">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8" name="Google Shape;18068;p94"/>
            <p:cNvSpPr/>
            <p:nvPr/>
          </p:nvSpPr>
          <p:spPr>
            <a:xfrm>
              <a:off x="7281071" y="3839175"/>
              <a:ext cx="58059" cy="144179"/>
            </a:xfrm>
            <a:custGeom>
              <a:rect b="b" l="l" r="r" t="t"/>
              <a:pathLst>
                <a:path extrusionOk="0" h="5503" w="2216">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9" name="Google Shape;18069;p94"/>
            <p:cNvSpPr/>
            <p:nvPr/>
          </p:nvSpPr>
          <p:spPr>
            <a:xfrm>
              <a:off x="7204488" y="3805036"/>
              <a:ext cx="108756" cy="54417"/>
            </a:xfrm>
            <a:custGeom>
              <a:rect b="b" l="l" r="r" t="t"/>
              <a:pathLst>
                <a:path extrusionOk="0" h="2077" w="4151">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0" name="Google Shape;18070;p94"/>
            <p:cNvSpPr/>
            <p:nvPr/>
          </p:nvSpPr>
          <p:spPr>
            <a:xfrm>
              <a:off x="7275805" y="3809307"/>
              <a:ext cx="37440" cy="50252"/>
            </a:xfrm>
            <a:custGeom>
              <a:rect b="b" l="l" r="r" t="t"/>
              <a:pathLst>
                <a:path extrusionOk="0" h="1918" w="1429">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1" name="Google Shape;18071;p94"/>
            <p:cNvSpPr/>
            <p:nvPr/>
          </p:nvSpPr>
          <p:spPr>
            <a:xfrm>
              <a:off x="7243815" y="3815568"/>
              <a:ext cx="30104" cy="24707"/>
            </a:xfrm>
            <a:custGeom>
              <a:rect b="b" l="l" r="r" t="t"/>
              <a:pathLst>
                <a:path extrusionOk="0" h="943" w="1149">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2" name="Google Shape;18072;p94"/>
            <p:cNvSpPr/>
            <p:nvPr/>
          </p:nvSpPr>
          <p:spPr>
            <a:xfrm>
              <a:off x="7155259" y="3970515"/>
              <a:ext cx="207216" cy="195793"/>
            </a:xfrm>
            <a:custGeom>
              <a:rect b="b" l="l" r="r" t="t"/>
              <a:pathLst>
                <a:path extrusionOk="0" h="7473" w="7909">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3" name="Google Shape;18073;p94"/>
            <p:cNvSpPr/>
            <p:nvPr/>
          </p:nvSpPr>
          <p:spPr>
            <a:xfrm>
              <a:off x="7239151" y="3970515"/>
              <a:ext cx="6550" cy="4297"/>
            </a:xfrm>
            <a:custGeom>
              <a:rect b="b" l="l" r="r" t="t"/>
              <a:pathLst>
                <a:path extrusionOk="0" h="164" w="25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4" name="Google Shape;18074;p94"/>
            <p:cNvSpPr/>
            <p:nvPr/>
          </p:nvSpPr>
          <p:spPr>
            <a:xfrm>
              <a:off x="7245675" y="3970515"/>
              <a:ext cx="117062" cy="195766"/>
            </a:xfrm>
            <a:custGeom>
              <a:rect b="b" l="l" r="r" t="t"/>
              <a:pathLst>
                <a:path extrusionOk="0" h="7472" w="4468">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5" name="Google Shape;18075;p94"/>
            <p:cNvSpPr/>
            <p:nvPr/>
          </p:nvSpPr>
          <p:spPr>
            <a:xfrm>
              <a:off x="7221571" y="3970515"/>
              <a:ext cx="73098" cy="84285"/>
            </a:xfrm>
            <a:custGeom>
              <a:rect b="b" l="l" r="r" t="t"/>
              <a:pathLst>
                <a:path extrusionOk="0" h="3217" w="279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6" name="Google Shape;18076;p94"/>
            <p:cNvSpPr/>
            <p:nvPr/>
          </p:nvSpPr>
          <p:spPr>
            <a:xfrm>
              <a:off x="7239151" y="3970515"/>
              <a:ext cx="39693" cy="19362"/>
            </a:xfrm>
            <a:custGeom>
              <a:rect b="b" l="l" r="r" t="t"/>
              <a:pathLst>
                <a:path extrusionOk="0" h="739" w="1515">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7" name="Google Shape;18077;p94"/>
            <p:cNvSpPr/>
            <p:nvPr/>
          </p:nvSpPr>
          <p:spPr>
            <a:xfrm>
              <a:off x="7210017" y="3869069"/>
              <a:ext cx="97962" cy="110774"/>
            </a:xfrm>
            <a:custGeom>
              <a:rect b="b" l="l" r="r" t="t"/>
              <a:pathLst>
                <a:path extrusionOk="0" h="4228" w="3739">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8" name="Google Shape;18078;p94"/>
            <p:cNvSpPr/>
            <p:nvPr/>
          </p:nvSpPr>
          <p:spPr>
            <a:xfrm>
              <a:off x="7261735" y="3869069"/>
              <a:ext cx="46243" cy="112031"/>
            </a:xfrm>
            <a:custGeom>
              <a:rect b="b" l="l" r="r" t="t"/>
              <a:pathLst>
                <a:path extrusionOk="0" h="4276" w="1765">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79" name="Google Shape;18079;p94"/>
          <p:cNvGrpSpPr/>
          <p:nvPr/>
        </p:nvGrpSpPr>
        <p:grpSpPr>
          <a:xfrm>
            <a:off x="4911293" y="2710815"/>
            <a:ext cx="182850" cy="361927"/>
            <a:chOff x="4915368" y="2891390"/>
            <a:chExt cx="182850" cy="361927"/>
          </a:xfrm>
        </p:grpSpPr>
        <p:sp>
          <p:nvSpPr>
            <p:cNvPr id="18080" name="Google Shape;18080;p94"/>
            <p:cNvSpPr/>
            <p:nvPr/>
          </p:nvSpPr>
          <p:spPr>
            <a:xfrm>
              <a:off x="4940992" y="2925292"/>
              <a:ext cx="131367" cy="326504"/>
            </a:xfrm>
            <a:custGeom>
              <a:rect b="b" l="l" r="r" t="t"/>
              <a:pathLst>
                <a:path extrusionOk="0" h="12462" w="5014">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1" name="Google Shape;18081;p94"/>
            <p:cNvSpPr/>
            <p:nvPr/>
          </p:nvSpPr>
          <p:spPr>
            <a:xfrm>
              <a:off x="4991977" y="2925292"/>
              <a:ext cx="80644" cy="328024"/>
            </a:xfrm>
            <a:custGeom>
              <a:rect b="b" l="l" r="r" t="t"/>
              <a:pathLst>
                <a:path extrusionOk="0" h="12520" w="3078">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2" name="Google Shape;18082;p94"/>
            <p:cNvSpPr/>
            <p:nvPr/>
          </p:nvSpPr>
          <p:spPr>
            <a:xfrm>
              <a:off x="4940992" y="3044345"/>
              <a:ext cx="131367" cy="208971"/>
            </a:xfrm>
            <a:custGeom>
              <a:rect b="b" l="l" r="r" t="t"/>
              <a:pathLst>
                <a:path extrusionOk="0" h="7976" w="5014">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3" name="Google Shape;18083;p94"/>
            <p:cNvSpPr/>
            <p:nvPr/>
          </p:nvSpPr>
          <p:spPr>
            <a:xfrm>
              <a:off x="4991977" y="3048852"/>
              <a:ext cx="80382" cy="203443"/>
            </a:xfrm>
            <a:custGeom>
              <a:rect b="b" l="l" r="r" t="t"/>
              <a:pathLst>
                <a:path extrusionOk="0" h="7765" w="3068">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4" name="Google Shape;18084;p94"/>
            <p:cNvSpPr/>
            <p:nvPr/>
          </p:nvSpPr>
          <p:spPr>
            <a:xfrm>
              <a:off x="4963838" y="3076493"/>
              <a:ext cx="19624" cy="16558"/>
            </a:xfrm>
            <a:custGeom>
              <a:rect b="b" l="l" r="r" t="t"/>
              <a:pathLst>
                <a:path extrusionOk="0" h="632" w="749">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5" name="Google Shape;18085;p94"/>
            <p:cNvSpPr/>
            <p:nvPr/>
          </p:nvSpPr>
          <p:spPr>
            <a:xfrm>
              <a:off x="5030386" y="3100099"/>
              <a:ext cx="16847" cy="14436"/>
            </a:xfrm>
            <a:custGeom>
              <a:rect b="b" l="l" r="r" t="t"/>
              <a:pathLst>
                <a:path extrusionOk="0" h="551" w="643">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6" name="Google Shape;18086;p94"/>
            <p:cNvSpPr/>
            <p:nvPr/>
          </p:nvSpPr>
          <p:spPr>
            <a:xfrm>
              <a:off x="4980921" y="3202803"/>
              <a:ext cx="16847" cy="14436"/>
            </a:xfrm>
            <a:custGeom>
              <a:rect b="b" l="l" r="r" t="t"/>
              <a:pathLst>
                <a:path extrusionOk="0" h="551" w="643">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7" name="Google Shape;18087;p94"/>
            <p:cNvSpPr/>
            <p:nvPr/>
          </p:nvSpPr>
          <p:spPr>
            <a:xfrm>
              <a:off x="5030386" y="3171651"/>
              <a:ext cx="16847" cy="14698"/>
            </a:xfrm>
            <a:custGeom>
              <a:rect b="b" l="l" r="r" t="t"/>
              <a:pathLst>
                <a:path extrusionOk="0" h="561" w="643">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8" name="Google Shape;18088;p94"/>
            <p:cNvSpPr/>
            <p:nvPr/>
          </p:nvSpPr>
          <p:spPr>
            <a:xfrm>
              <a:off x="4974135" y="3132246"/>
              <a:ext cx="20357" cy="17397"/>
            </a:xfrm>
            <a:custGeom>
              <a:rect b="b" l="l" r="r" t="t"/>
              <a:pathLst>
                <a:path extrusionOk="0" h="664" w="777">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9" name="Google Shape;18089;p94"/>
            <p:cNvSpPr/>
            <p:nvPr/>
          </p:nvSpPr>
          <p:spPr>
            <a:xfrm>
              <a:off x="4915368" y="2891390"/>
              <a:ext cx="182850" cy="33693"/>
            </a:xfrm>
            <a:custGeom>
              <a:rect b="b" l="l" r="r" t="t"/>
              <a:pathLst>
                <a:path extrusionOk="0" h="1286" w="6979">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0" name="Google Shape;18090;p94"/>
            <p:cNvSpPr/>
            <p:nvPr/>
          </p:nvSpPr>
          <p:spPr>
            <a:xfrm>
              <a:off x="5055250" y="2891390"/>
              <a:ext cx="42732" cy="33693"/>
            </a:xfrm>
            <a:custGeom>
              <a:rect b="b" l="l" r="r" t="t"/>
              <a:pathLst>
                <a:path extrusionOk="0" h="1286" w="1631">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91" name="Google Shape;18091;p94"/>
          <p:cNvGrpSpPr/>
          <p:nvPr/>
        </p:nvGrpSpPr>
        <p:grpSpPr>
          <a:xfrm>
            <a:off x="8024639" y="2711077"/>
            <a:ext cx="289589" cy="361403"/>
            <a:chOff x="8028714" y="2891652"/>
            <a:chExt cx="289589" cy="361403"/>
          </a:xfrm>
        </p:grpSpPr>
        <p:sp>
          <p:nvSpPr>
            <p:cNvPr id="18092" name="Google Shape;18092;p94"/>
            <p:cNvSpPr/>
            <p:nvPr/>
          </p:nvSpPr>
          <p:spPr>
            <a:xfrm>
              <a:off x="8096520" y="3139006"/>
              <a:ext cx="167025" cy="83421"/>
            </a:xfrm>
            <a:custGeom>
              <a:rect b="b" l="l" r="r" t="t"/>
              <a:pathLst>
                <a:path extrusionOk="0" h="3184" w="6375">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3" name="Google Shape;18093;p94"/>
            <p:cNvSpPr/>
            <p:nvPr/>
          </p:nvSpPr>
          <p:spPr>
            <a:xfrm>
              <a:off x="8168360" y="3139006"/>
              <a:ext cx="95185" cy="83421"/>
            </a:xfrm>
            <a:custGeom>
              <a:rect b="b" l="l" r="r" t="t"/>
              <a:pathLst>
                <a:path extrusionOk="0" h="3184" w="3633">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4" name="Google Shape;18094;p94"/>
            <p:cNvSpPr/>
            <p:nvPr/>
          </p:nvSpPr>
          <p:spPr>
            <a:xfrm>
              <a:off x="8028714" y="3109871"/>
              <a:ext cx="104748" cy="24392"/>
            </a:xfrm>
            <a:custGeom>
              <a:rect b="b" l="l" r="r" t="t"/>
              <a:pathLst>
                <a:path extrusionOk="0" h="931" w="3998">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5" name="Google Shape;18095;p94"/>
            <p:cNvSpPr/>
            <p:nvPr/>
          </p:nvSpPr>
          <p:spPr>
            <a:xfrm>
              <a:off x="8101812" y="3109871"/>
              <a:ext cx="31650" cy="24392"/>
            </a:xfrm>
            <a:custGeom>
              <a:rect b="b" l="l" r="r" t="t"/>
              <a:pathLst>
                <a:path extrusionOk="0" h="931" w="1208">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6" name="Google Shape;18096;p94"/>
            <p:cNvSpPr/>
            <p:nvPr/>
          </p:nvSpPr>
          <p:spPr>
            <a:xfrm>
              <a:off x="8053342" y="3134237"/>
              <a:ext cx="67570" cy="53527"/>
            </a:xfrm>
            <a:custGeom>
              <a:rect b="b" l="l" r="r" t="t"/>
              <a:pathLst>
                <a:path extrusionOk="0" h="2043" w="2579">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7" name="Google Shape;18097;p94"/>
            <p:cNvSpPr/>
            <p:nvPr/>
          </p:nvSpPr>
          <p:spPr>
            <a:xfrm>
              <a:off x="8159321" y="3165127"/>
              <a:ext cx="36182" cy="31099"/>
            </a:xfrm>
            <a:custGeom>
              <a:rect b="b" l="l" r="r" t="t"/>
              <a:pathLst>
                <a:path extrusionOk="0" h="1187" w="1381">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8" name="Google Shape;18098;p94"/>
            <p:cNvSpPr/>
            <p:nvPr/>
          </p:nvSpPr>
          <p:spPr>
            <a:xfrm>
              <a:off x="8232655" y="2960453"/>
              <a:ext cx="74356" cy="219530"/>
            </a:xfrm>
            <a:custGeom>
              <a:rect b="b" l="l" r="r" t="t"/>
              <a:pathLst>
                <a:path extrusionOk="0" h="8379" w="2838">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9" name="Google Shape;18099;p94"/>
            <p:cNvSpPr/>
            <p:nvPr/>
          </p:nvSpPr>
          <p:spPr>
            <a:xfrm>
              <a:off x="8243685" y="2960453"/>
              <a:ext cx="63063" cy="219766"/>
            </a:xfrm>
            <a:custGeom>
              <a:rect b="b" l="l" r="r" t="t"/>
              <a:pathLst>
                <a:path extrusionOk="0" h="8388" w="2407">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0" name="Google Shape;18100;p94"/>
            <p:cNvSpPr/>
            <p:nvPr/>
          </p:nvSpPr>
          <p:spPr>
            <a:xfrm>
              <a:off x="8041788" y="3222400"/>
              <a:ext cx="276515" cy="30654"/>
            </a:xfrm>
            <a:custGeom>
              <a:rect b="b" l="l" r="r" t="t"/>
              <a:pathLst>
                <a:path extrusionOk="0" h="1170" w="10554">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1" name="Google Shape;18101;p94"/>
            <p:cNvSpPr/>
            <p:nvPr/>
          </p:nvSpPr>
          <p:spPr>
            <a:xfrm>
              <a:off x="8286627" y="3222400"/>
              <a:ext cx="31676" cy="30654"/>
            </a:xfrm>
            <a:custGeom>
              <a:rect b="b" l="l" r="r" t="t"/>
              <a:pathLst>
                <a:path extrusionOk="0" h="1170" w="1209">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2" name="Google Shape;18102;p94"/>
            <p:cNvSpPr/>
            <p:nvPr/>
          </p:nvSpPr>
          <p:spPr>
            <a:xfrm>
              <a:off x="8235668" y="2891652"/>
              <a:ext cx="58531" cy="57037"/>
            </a:xfrm>
            <a:custGeom>
              <a:rect b="b" l="l" r="r" t="t"/>
              <a:pathLst>
                <a:path extrusionOk="0" h="2177" w="2234">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3" name="Google Shape;18103;p94"/>
            <p:cNvSpPr/>
            <p:nvPr/>
          </p:nvSpPr>
          <p:spPr>
            <a:xfrm>
              <a:off x="8240698" y="2912507"/>
              <a:ext cx="53500" cy="36182"/>
            </a:xfrm>
            <a:custGeom>
              <a:rect b="b" l="l" r="r" t="t"/>
              <a:pathLst>
                <a:path extrusionOk="0" h="1381" w="2042">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4" name="Google Shape;18104;p94"/>
            <p:cNvSpPr/>
            <p:nvPr/>
          </p:nvSpPr>
          <p:spPr>
            <a:xfrm>
              <a:off x="8094005" y="3011490"/>
              <a:ext cx="80408" cy="79281"/>
            </a:xfrm>
            <a:custGeom>
              <a:rect b="b" l="l" r="r" t="t"/>
              <a:pathLst>
                <a:path extrusionOk="0" h="3026" w="3069">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5" name="Google Shape;18105;p94"/>
            <p:cNvSpPr/>
            <p:nvPr/>
          </p:nvSpPr>
          <p:spPr>
            <a:xfrm>
              <a:off x="8140221" y="3057157"/>
              <a:ext cx="34427" cy="33536"/>
            </a:xfrm>
            <a:custGeom>
              <a:rect b="b" l="l" r="r" t="t"/>
              <a:pathLst>
                <a:path extrusionOk="0" h="1280" w="1314">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6" name="Google Shape;18106;p94"/>
            <p:cNvSpPr/>
            <p:nvPr/>
          </p:nvSpPr>
          <p:spPr>
            <a:xfrm>
              <a:off x="8086485" y="3036564"/>
              <a:ext cx="32907" cy="31912"/>
            </a:xfrm>
            <a:custGeom>
              <a:rect b="b" l="l" r="r" t="t"/>
              <a:pathLst>
                <a:path extrusionOk="0" h="1218" w="1256">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7" name="Google Shape;18107;p94"/>
            <p:cNvSpPr/>
            <p:nvPr/>
          </p:nvSpPr>
          <p:spPr>
            <a:xfrm>
              <a:off x="8115855" y="3065934"/>
              <a:ext cx="32933" cy="31912"/>
            </a:xfrm>
            <a:custGeom>
              <a:rect b="b" l="l" r="r" t="t"/>
              <a:pathLst>
                <a:path extrusionOk="0" h="1218" w="1257">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8" name="Google Shape;18108;p94"/>
            <p:cNvSpPr/>
            <p:nvPr/>
          </p:nvSpPr>
          <p:spPr>
            <a:xfrm>
              <a:off x="8212062" y="2913738"/>
              <a:ext cx="61544" cy="61570"/>
            </a:xfrm>
            <a:custGeom>
              <a:rect b="b" l="l" r="r" t="t"/>
              <a:pathLst>
                <a:path extrusionOk="0" h="2350" w="2349">
                  <a:moveTo>
                    <a:pt x="1150" y="1"/>
                  </a:moveTo>
                  <a:lnTo>
                    <a:pt x="0" y="1151"/>
                  </a:lnTo>
                  <a:lnTo>
                    <a:pt x="1198" y="2349"/>
                  </a:lnTo>
                  <a:lnTo>
                    <a:pt x="2348" y="1199"/>
                  </a:lnTo>
                  <a:lnTo>
                    <a:pt x="1150" y="1"/>
                  </a:lnTo>
                  <a:close/>
                </a:path>
              </a:pathLst>
            </a:custGeom>
            <a:solidFill>
              <a:srgbClr val="B3BD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9" name="Google Shape;18109;p94"/>
            <p:cNvSpPr/>
            <p:nvPr/>
          </p:nvSpPr>
          <p:spPr>
            <a:xfrm>
              <a:off x="8212953" y="2932078"/>
              <a:ext cx="60653" cy="43466"/>
            </a:xfrm>
            <a:custGeom>
              <a:rect b="b" l="l" r="r" t="t"/>
              <a:pathLst>
                <a:path extrusionOk="0" h="1659" w="2315">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0" name="Google Shape;18110;p94"/>
            <p:cNvSpPr/>
            <p:nvPr/>
          </p:nvSpPr>
          <p:spPr>
            <a:xfrm>
              <a:off x="8119890" y="2937423"/>
              <a:ext cx="128354" cy="128039"/>
            </a:xfrm>
            <a:custGeom>
              <a:rect b="b" l="l" r="r" t="t"/>
              <a:pathLst>
                <a:path extrusionOk="0" h="4887" w="4899">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1" name="Google Shape;18111;p94"/>
            <p:cNvSpPr/>
            <p:nvPr/>
          </p:nvSpPr>
          <p:spPr>
            <a:xfrm>
              <a:off x="8153531" y="2968732"/>
              <a:ext cx="94713" cy="96730"/>
            </a:xfrm>
            <a:custGeom>
              <a:rect b="b" l="l" r="r" t="t"/>
              <a:pathLst>
                <a:path extrusionOk="0" h="3692" w="3615">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12" name="Google Shape;18112;p94"/>
          <p:cNvGrpSpPr/>
          <p:nvPr/>
        </p:nvGrpSpPr>
        <p:grpSpPr>
          <a:xfrm>
            <a:off x="7547747" y="3624199"/>
            <a:ext cx="293335" cy="361927"/>
            <a:chOff x="7551822" y="3804774"/>
            <a:chExt cx="293335" cy="361927"/>
          </a:xfrm>
        </p:grpSpPr>
        <p:sp>
          <p:nvSpPr>
            <p:cNvPr id="18113" name="Google Shape;18113;p94"/>
            <p:cNvSpPr/>
            <p:nvPr/>
          </p:nvSpPr>
          <p:spPr>
            <a:xfrm>
              <a:off x="7647242" y="3804774"/>
              <a:ext cx="121070" cy="30916"/>
            </a:xfrm>
            <a:custGeom>
              <a:rect b="b" l="l" r="r" t="t"/>
              <a:pathLst>
                <a:path extrusionOk="0" h="1180" w="4621">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4" name="Google Shape;18114;p94"/>
            <p:cNvSpPr/>
            <p:nvPr/>
          </p:nvSpPr>
          <p:spPr>
            <a:xfrm>
              <a:off x="7734148" y="3804774"/>
              <a:ext cx="34165" cy="31178"/>
            </a:xfrm>
            <a:custGeom>
              <a:rect b="b" l="l" r="r" t="t"/>
              <a:pathLst>
                <a:path extrusionOk="0" h="1190" w="1304">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5" name="Google Shape;18115;p94"/>
            <p:cNvSpPr/>
            <p:nvPr/>
          </p:nvSpPr>
          <p:spPr>
            <a:xfrm>
              <a:off x="7551822" y="3835664"/>
              <a:ext cx="285056" cy="331037"/>
            </a:xfrm>
            <a:custGeom>
              <a:rect b="b" l="l" r="r" t="t"/>
              <a:pathLst>
                <a:path extrusionOk="0" h="12635" w="1088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6" name="Google Shape;18116;p94"/>
            <p:cNvSpPr/>
            <p:nvPr/>
          </p:nvSpPr>
          <p:spPr>
            <a:xfrm>
              <a:off x="7669329" y="3835664"/>
              <a:ext cx="174833" cy="329020"/>
            </a:xfrm>
            <a:custGeom>
              <a:rect b="b" l="l" r="r" t="t"/>
              <a:pathLst>
                <a:path extrusionOk="0" h="12558" w="6673">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7" name="Google Shape;18117;p94"/>
            <p:cNvSpPr/>
            <p:nvPr/>
          </p:nvSpPr>
          <p:spPr>
            <a:xfrm>
              <a:off x="7571655" y="4014007"/>
              <a:ext cx="273502" cy="152694"/>
            </a:xfrm>
            <a:custGeom>
              <a:rect b="b" l="l" r="r" t="t"/>
              <a:pathLst>
                <a:path extrusionOk="0" h="5828" w="10439">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8" name="Google Shape;18118;p94"/>
            <p:cNvSpPr/>
            <p:nvPr/>
          </p:nvSpPr>
          <p:spPr>
            <a:xfrm>
              <a:off x="7785369" y="4022260"/>
              <a:ext cx="52269" cy="142423"/>
            </a:xfrm>
            <a:custGeom>
              <a:rect b="b" l="l" r="r" t="t"/>
              <a:pathLst>
                <a:path extrusionOk="0" h="5436" w="1995">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9" name="Google Shape;18119;p94"/>
            <p:cNvSpPr/>
            <p:nvPr/>
          </p:nvSpPr>
          <p:spPr>
            <a:xfrm>
              <a:off x="7785107" y="4061927"/>
              <a:ext cx="19362" cy="16558"/>
            </a:xfrm>
            <a:custGeom>
              <a:rect b="b" l="l" r="r" t="t"/>
              <a:pathLst>
                <a:path extrusionOk="0" h="632" w="739">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0" name="Google Shape;18120;p94"/>
            <p:cNvSpPr/>
            <p:nvPr/>
          </p:nvSpPr>
          <p:spPr>
            <a:xfrm>
              <a:off x="7744680" y="4122711"/>
              <a:ext cx="17109" cy="14436"/>
            </a:xfrm>
            <a:custGeom>
              <a:rect b="b" l="l" r="r" t="t"/>
              <a:pathLst>
                <a:path extrusionOk="0" h="551" w="653">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1" name="Google Shape;18121;p94"/>
            <p:cNvSpPr/>
            <p:nvPr/>
          </p:nvSpPr>
          <p:spPr>
            <a:xfrm>
              <a:off x="7627645" y="4051892"/>
              <a:ext cx="17109" cy="14436"/>
            </a:xfrm>
            <a:custGeom>
              <a:rect b="b" l="l" r="r" t="t"/>
              <a:pathLst>
                <a:path extrusionOk="0" h="551" w="653">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2" name="Google Shape;18122;p94"/>
            <p:cNvSpPr/>
            <p:nvPr/>
          </p:nvSpPr>
          <p:spPr>
            <a:xfrm>
              <a:off x="7651513" y="4122711"/>
              <a:ext cx="16847" cy="14436"/>
            </a:xfrm>
            <a:custGeom>
              <a:rect b="b" l="l" r="r" t="t"/>
              <a:pathLst>
                <a:path extrusionOk="0" h="551" w="643">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3" name="Google Shape;18123;p94"/>
            <p:cNvSpPr/>
            <p:nvPr/>
          </p:nvSpPr>
          <p:spPr>
            <a:xfrm>
              <a:off x="7693459" y="4066957"/>
              <a:ext cx="20095" cy="17423"/>
            </a:xfrm>
            <a:custGeom>
              <a:rect b="b" l="l" r="r" t="t"/>
              <a:pathLst>
                <a:path extrusionOk="0" h="665" w="767">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24" name="Google Shape;18124;p94"/>
          <p:cNvGrpSpPr/>
          <p:nvPr/>
        </p:nvGrpSpPr>
        <p:grpSpPr>
          <a:xfrm>
            <a:off x="6259650" y="4097083"/>
            <a:ext cx="210491" cy="362163"/>
            <a:chOff x="6263725" y="4277658"/>
            <a:chExt cx="210491" cy="362163"/>
          </a:xfrm>
        </p:grpSpPr>
        <p:sp>
          <p:nvSpPr>
            <p:cNvPr id="18125" name="Google Shape;18125;p94"/>
            <p:cNvSpPr/>
            <p:nvPr/>
          </p:nvSpPr>
          <p:spPr>
            <a:xfrm>
              <a:off x="6265480" y="4277658"/>
              <a:ext cx="88189" cy="362163"/>
            </a:xfrm>
            <a:custGeom>
              <a:rect b="b" l="l" r="r" t="t"/>
              <a:pathLst>
                <a:path extrusionOk="0" h="13823" w="3366">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6" name="Google Shape;18126;p94"/>
            <p:cNvSpPr/>
            <p:nvPr/>
          </p:nvSpPr>
          <p:spPr>
            <a:xfrm>
              <a:off x="6265480" y="4277658"/>
              <a:ext cx="88189" cy="155497"/>
            </a:xfrm>
            <a:custGeom>
              <a:rect b="b" l="l" r="r" t="t"/>
              <a:pathLst>
                <a:path extrusionOk="0" h="5935" w="3366">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7" name="Google Shape;18127;p94"/>
            <p:cNvSpPr/>
            <p:nvPr/>
          </p:nvSpPr>
          <p:spPr>
            <a:xfrm>
              <a:off x="6265480" y="4433600"/>
              <a:ext cx="88189" cy="206220"/>
            </a:xfrm>
            <a:custGeom>
              <a:rect b="b" l="l" r="r" t="t"/>
              <a:pathLst>
                <a:path extrusionOk="0" h="7871" w="3366">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8" name="Google Shape;18128;p94"/>
            <p:cNvSpPr/>
            <p:nvPr/>
          </p:nvSpPr>
          <p:spPr>
            <a:xfrm>
              <a:off x="6267996" y="4349498"/>
              <a:ext cx="83159" cy="10559"/>
            </a:xfrm>
            <a:custGeom>
              <a:rect b="b" l="l" r="r" t="t"/>
              <a:pathLst>
                <a:path extrusionOk="0" h="403"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9" name="Google Shape;18129;p94"/>
            <p:cNvSpPr/>
            <p:nvPr/>
          </p:nvSpPr>
          <p:spPr>
            <a:xfrm>
              <a:off x="6263725" y="4453460"/>
              <a:ext cx="89945" cy="10585"/>
            </a:xfrm>
            <a:custGeom>
              <a:rect b="b" l="l" r="r" t="t"/>
              <a:pathLst>
                <a:path extrusionOk="0" h="404" w="3433">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0" name="Google Shape;18130;p94"/>
            <p:cNvSpPr/>
            <p:nvPr/>
          </p:nvSpPr>
          <p:spPr>
            <a:xfrm>
              <a:off x="6267996" y="4381881"/>
              <a:ext cx="83159" cy="10585"/>
            </a:xfrm>
            <a:custGeom>
              <a:rect b="b" l="l" r="r" t="t"/>
              <a:pathLst>
                <a:path extrusionOk="0" h="404" w="3174">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1" name="Google Shape;18131;p94"/>
            <p:cNvSpPr/>
            <p:nvPr/>
          </p:nvSpPr>
          <p:spPr>
            <a:xfrm>
              <a:off x="6267996" y="4525772"/>
              <a:ext cx="83159" cy="10585"/>
            </a:xfrm>
            <a:custGeom>
              <a:rect b="b" l="l" r="r" t="t"/>
              <a:pathLst>
                <a:path extrusionOk="0" h="404" w="3174">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2" name="Google Shape;18132;p94"/>
            <p:cNvSpPr/>
            <p:nvPr/>
          </p:nvSpPr>
          <p:spPr>
            <a:xfrm>
              <a:off x="6267996" y="4557683"/>
              <a:ext cx="83159" cy="10585"/>
            </a:xfrm>
            <a:custGeom>
              <a:rect b="b" l="l" r="r" t="t"/>
              <a:pathLst>
                <a:path extrusionOk="0" h="404"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3" name="Google Shape;18133;p94"/>
            <p:cNvSpPr/>
            <p:nvPr/>
          </p:nvSpPr>
          <p:spPr>
            <a:xfrm>
              <a:off x="6384271" y="4277658"/>
              <a:ext cx="88163" cy="362163"/>
            </a:xfrm>
            <a:custGeom>
              <a:rect b="b" l="l" r="r" t="t"/>
              <a:pathLst>
                <a:path extrusionOk="0" h="13823" w="3365">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4" name="Google Shape;18134;p94"/>
            <p:cNvSpPr/>
            <p:nvPr/>
          </p:nvSpPr>
          <p:spPr>
            <a:xfrm>
              <a:off x="6403371" y="4277920"/>
              <a:ext cx="69063" cy="66076"/>
            </a:xfrm>
            <a:custGeom>
              <a:rect b="b" l="l" r="r" t="t"/>
              <a:pathLst>
                <a:path extrusionOk="0" h="2522" w="2636">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5" name="Google Shape;18135;p94"/>
            <p:cNvSpPr/>
            <p:nvPr/>
          </p:nvSpPr>
          <p:spPr>
            <a:xfrm>
              <a:off x="6384271" y="4344835"/>
              <a:ext cx="88425" cy="294986"/>
            </a:xfrm>
            <a:custGeom>
              <a:rect b="b" l="l" r="r" t="t"/>
              <a:pathLst>
                <a:path extrusionOk="0" h="11259" w="3375">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6" name="Google Shape;18136;p94"/>
            <p:cNvSpPr/>
            <p:nvPr/>
          </p:nvSpPr>
          <p:spPr>
            <a:xfrm>
              <a:off x="6382516" y="4364563"/>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7" name="Google Shape;18137;p94"/>
            <p:cNvSpPr/>
            <p:nvPr/>
          </p:nvSpPr>
          <p:spPr>
            <a:xfrm>
              <a:off x="6382516" y="4541361"/>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8" name="Google Shape;18138;p94"/>
            <p:cNvSpPr/>
            <p:nvPr/>
          </p:nvSpPr>
          <p:spPr>
            <a:xfrm>
              <a:off x="6386524" y="4437399"/>
              <a:ext cx="81665" cy="10585"/>
            </a:xfrm>
            <a:custGeom>
              <a:rect b="b" l="l" r="r" t="t"/>
              <a:pathLst>
                <a:path extrusionOk="0" h="404" w="3117">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9" name="Google Shape;18139;p94"/>
            <p:cNvSpPr/>
            <p:nvPr/>
          </p:nvSpPr>
          <p:spPr>
            <a:xfrm>
              <a:off x="6386524" y="4469782"/>
              <a:ext cx="83421" cy="10585"/>
            </a:xfrm>
            <a:custGeom>
              <a:rect b="b" l="l" r="r" t="t"/>
              <a:pathLst>
                <a:path extrusionOk="0" h="404" w="3184">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40" name="Google Shape;18140;p94"/>
          <p:cNvGrpSpPr/>
          <p:nvPr/>
        </p:nvGrpSpPr>
        <p:grpSpPr>
          <a:xfrm>
            <a:off x="7983715" y="3624120"/>
            <a:ext cx="336303" cy="362005"/>
            <a:chOff x="7987790" y="3804695"/>
            <a:chExt cx="336303" cy="362005"/>
          </a:xfrm>
        </p:grpSpPr>
        <p:sp>
          <p:nvSpPr>
            <p:cNvPr id="18141" name="Google Shape;18141;p94"/>
            <p:cNvSpPr/>
            <p:nvPr/>
          </p:nvSpPr>
          <p:spPr>
            <a:xfrm>
              <a:off x="8053080" y="3851489"/>
              <a:ext cx="218010" cy="208080"/>
            </a:xfrm>
            <a:custGeom>
              <a:rect b="b" l="l" r="r" t="t"/>
              <a:pathLst>
                <a:path extrusionOk="0" h="7942" w="8321">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2" name="Google Shape;18142;p94"/>
            <p:cNvSpPr/>
            <p:nvPr/>
          </p:nvSpPr>
          <p:spPr>
            <a:xfrm>
              <a:off x="8057534" y="3969939"/>
              <a:ext cx="179575" cy="21196"/>
            </a:xfrm>
            <a:custGeom>
              <a:rect b="b" l="l" r="r" t="t"/>
              <a:pathLst>
                <a:path extrusionOk="0" h="809" w="6854">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3" name="Google Shape;18143;p94"/>
            <p:cNvSpPr/>
            <p:nvPr/>
          </p:nvSpPr>
          <p:spPr>
            <a:xfrm>
              <a:off x="8050329" y="3909312"/>
              <a:ext cx="187330" cy="27589"/>
            </a:xfrm>
            <a:custGeom>
              <a:rect b="b" l="l" r="r" t="t"/>
              <a:pathLst>
                <a:path extrusionOk="0" h="1053" w="715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4" name="Google Shape;18144;p94"/>
            <p:cNvSpPr/>
            <p:nvPr/>
          </p:nvSpPr>
          <p:spPr>
            <a:xfrm>
              <a:off x="8083367" y="3946568"/>
              <a:ext cx="178946" cy="18209"/>
            </a:xfrm>
            <a:custGeom>
              <a:rect b="b" l="l" r="r" t="t"/>
              <a:pathLst>
                <a:path extrusionOk="0" h="695" w="683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5" name="Google Shape;18145;p94"/>
            <p:cNvSpPr/>
            <p:nvPr/>
          </p:nvSpPr>
          <p:spPr>
            <a:xfrm>
              <a:off x="8082188" y="3881173"/>
              <a:ext cx="178867" cy="18052"/>
            </a:xfrm>
            <a:custGeom>
              <a:rect b="b" l="l" r="r" t="t"/>
              <a:pathLst>
                <a:path extrusionOk="0" h="689" w="6827">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6" name="Google Shape;18146;p94"/>
            <p:cNvSpPr/>
            <p:nvPr/>
          </p:nvSpPr>
          <p:spPr>
            <a:xfrm>
              <a:off x="8083970" y="3999492"/>
              <a:ext cx="183610" cy="28322"/>
            </a:xfrm>
            <a:custGeom>
              <a:rect b="b" l="l" r="r" t="t"/>
              <a:pathLst>
                <a:path extrusionOk="0" h="1081" w="7008">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7" name="Google Shape;18147;p94"/>
            <p:cNvSpPr/>
            <p:nvPr/>
          </p:nvSpPr>
          <p:spPr>
            <a:xfrm>
              <a:off x="8059106" y="3851489"/>
              <a:ext cx="129611" cy="29554"/>
            </a:xfrm>
            <a:custGeom>
              <a:rect b="b" l="l" r="r" t="t"/>
              <a:pathLst>
                <a:path extrusionOk="0" h="1128" w="4947">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8" name="Google Shape;18148;p94"/>
            <p:cNvSpPr/>
            <p:nvPr/>
          </p:nvSpPr>
          <p:spPr>
            <a:xfrm>
              <a:off x="7987790" y="3804695"/>
              <a:ext cx="336041" cy="362005"/>
            </a:xfrm>
            <a:custGeom>
              <a:rect b="b" l="l" r="r" t="t"/>
              <a:pathLst>
                <a:path extrusionOk="0" h="13817" w="12826">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9" name="Google Shape;18149;p94"/>
            <p:cNvSpPr/>
            <p:nvPr/>
          </p:nvSpPr>
          <p:spPr>
            <a:xfrm>
              <a:off x="8018680" y="3869331"/>
              <a:ext cx="51011" cy="251153"/>
            </a:xfrm>
            <a:custGeom>
              <a:rect b="b" l="l" r="r" t="t"/>
              <a:pathLst>
                <a:path extrusionOk="0" h="9586" w="1947">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0" name="Google Shape;18150;p94"/>
            <p:cNvSpPr/>
            <p:nvPr/>
          </p:nvSpPr>
          <p:spPr>
            <a:xfrm>
              <a:off x="8006366" y="3804695"/>
              <a:ext cx="317727" cy="300724"/>
            </a:xfrm>
            <a:custGeom>
              <a:rect b="b" l="l" r="r" t="t"/>
              <a:pathLst>
                <a:path extrusionOk="0" h="11478" w="12127">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51" name="Google Shape;18151;p94"/>
          <p:cNvGrpSpPr/>
          <p:nvPr/>
        </p:nvGrpSpPr>
        <p:grpSpPr>
          <a:xfrm>
            <a:off x="5269369" y="2710710"/>
            <a:ext cx="371123" cy="362267"/>
            <a:chOff x="5273444" y="2891285"/>
            <a:chExt cx="371123" cy="362267"/>
          </a:xfrm>
        </p:grpSpPr>
        <p:sp>
          <p:nvSpPr>
            <p:cNvPr id="18152" name="Google Shape;18152;p94"/>
            <p:cNvSpPr/>
            <p:nvPr/>
          </p:nvSpPr>
          <p:spPr>
            <a:xfrm>
              <a:off x="5301373" y="2914996"/>
              <a:ext cx="315186" cy="314452"/>
            </a:xfrm>
            <a:custGeom>
              <a:rect b="b" l="l" r="r" t="t"/>
              <a:pathLst>
                <a:path extrusionOk="0" h="12002" w="1203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3" name="Google Shape;18153;p94"/>
            <p:cNvSpPr/>
            <p:nvPr/>
          </p:nvSpPr>
          <p:spPr>
            <a:xfrm>
              <a:off x="5427945" y="2958200"/>
              <a:ext cx="188614" cy="271249"/>
            </a:xfrm>
            <a:custGeom>
              <a:rect b="b" l="l" r="r" t="t"/>
              <a:pathLst>
                <a:path extrusionOk="0" h="10353" w="7199">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4" name="Google Shape;18154;p94"/>
            <p:cNvSpPr/>
            <p:nvPr/>
          </p:nvSpPr>
          <p:spPr>
            <a:xfrm>
              <a:off x="5430539" y="3027210"/>
              <a:ext cx="131786" cy="142318"/>
            </a:xfrm>
            <a:custGeom>
              <a:rect b="b" l="l" r="r" t="t"/>
              <a:pathLst>
                <a:path extrusionOk="0" h="5432" w="503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5" name="Google Shape;18155;p94"/>
            <p:cNvSpPr/>
            <p:nvPr/>
          </p:nvSpPr>
          <p:spPr>
            <a:xfrm>
              <a:off x="5441752" y="3027761"/>
              <a:ext cx="120572" cy="141585"/>
            </a:xfrm>
            <a:custGeom>
              <a:rect b="b" l="l" r="r" t="t"/>
              <a:pathLst>
                <a:path extrusionOk="0" h="5404" w="4602">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6" name="Google Shape;18156;p94"/>
            <p:cNvSpPr/>
            <p:nvPr/>
          </p:nvSpPr>
          <p:spPr>
            <a:xfrm>
              <a:off x="5382986" y="2999779"/>
              <a:ext cx="69640" cy="69587"/>
            </a:xfrm>
            <a:custGeom>
              <a:rect b="b" l="l" r="r" t="t"/>
              <a:pathLst>
                <a:path extrusionOk="0" h="2656" w="2658">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7" name="Google Shape;18157;p94"/>
            <p:cNvSpPr/>
            <p:nvPr/>
          </p:nvSpPr>
          <p:spPr>
            <a:xfrm>
              <a:off x="5390767" y="3000644"/>
              <a:ext cx="61858" cy="68932"/>
            </a:xfrm>
            <a:custGeom>
              <a:rect b="b" l="l" r="r" t="t"/>
              <a:pathLst>
                <a:path extrusionOk="0" h="2631" w="2361">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8" name="Google Shape;18158;p94"/>
            <p:cNvSpPr/>
            <p:nvPr/>
          </p:nvSpPr>
          <p:spPr>
            <a:xfrm>
              <a:off x="5510554" y="2894429"/>
              <a:ext cx="37571" cy="42706"/>
            </a:xfrm>
            <a:custGeom>
              <a:rect b="b" l="l" r="r" t="t"/>
              <a:pathLst>
                <a:path extrusionOk="0" h="1630" w="1434">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9" name="Google Shape;18159;p94"/>
            <p:cNvSpPr/>
            <p:nvPr/>
          </p:nvSpPr>
          <p:spPr>
            <a:xfrm>
              <a:off x="5597721" y="2995928"/>
              <a:ext cx="46846" cy="32619"/>
            </a:xfrm>
            <a:custGeom>
              <a:rect b="b" l="l" r="r" t="t"/>
              <a:pathLst>
                <a:path extrusionOk="0" h="1245" w="1788">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0" name="Google Shape;18160;p94"/>
            <p:cNvSpPr/>
            <p:nvPr/>
          </p:nvSpPr>
          <p:spPr>
            <a:xfrm>
              <a:off x="5594184" y="3123941"/>
              <a:ext cx="47448" cy="33824"/>
            </a:xfrm>
            <a:custGeom>
              <a:rect b="b" l="l" r="r" t="t"/>
              <a:pathLst>
                <a:path extrusionOk="0" h="1291" w="1811">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1" name="Google Shape;18161;p94"/>
            <p:cNvSpPr/>
            <p:nvPr/>
          </p:nvSpPr>
          <p:spPr>
            <a:xfrm>
              <a:off x="5503034" y="3211082"/>
              <a:ext cx="35894" cy="42470"/>
            </a:xfrm>
            <a:custGeom>
              <a:rect b="b" l="l" r="r" t="t"/>
              <a:pathLst>
                <a:path extrusionOk="0" h="1621" w="137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2" name="Google Shape;18162;p94"/>
            <p:cNvSpPr/>
            <p:nvPr/>
          </p:nvSpPr>
          <p:spPr>
            <a:xfrm>
              <a:off x="5369912" y="3207571"/>
              <a:ext cx="37466" cy="42706"/>
            </a:xfrm>
            <a:custGeom>
              <a:rect b="b" l="l" r="r" t="t"/>
              <a:pathLst>
                <a:path extrusionOk="0" h="1630" w="143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3" name="Google Shape;18163;p94"/>
            <p:cNvSpPr/>
            <p:nvPr/>
          </p:nvSpPr>
          <p:spPr>
            <a:xfrm>
              <a:off x="5273444" y="3116159"/>
              <a:ext cx="47029" cy="32698"/>
            </a:xfrm>
            <a:custGeom>
              <a:rect b="b" l="l" r="r" t="t"/>
              <a:pathLst>
                <a:path extrusionOk="0" h="1248" w="1795">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4" name="Google Shape;18164;p94"/>
            <p:cNvSpPr/>
            <p:nvPr/>
          </p:nvSpPr>
          <p:spPr>
            <a:xfrm>
              <a:off x="5277452" y="2987517"/>
              <a:ext cx="46295" cy="33248"/>
            </a:xfrm>
            <a:custGeom>
              <a:rect b="b" l="l" r="r" t="t"/>
              <a:pathLst>
                <a:path extrusionOk="0" h="1269" w="1767">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5" name="Google Shape;18165;p94"/>
            <p:cNvSpPr/>
            <p:nvPr/>
          </p:nvSpPr>
          <p:spPr>
            <a:xfrm>
              <a:off x="5379265" y="2891285"/>
              <a:ext cx="35632" cy="42575"/>
            </a:xfrm>
            <a:custGeom>
              <a:rect b="b" l="l" r="r" t="t"/>
              <a:pathLst>
                <a:path extrusionOk="0" h="1625" w="136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66" name="Google Shape;18166;p94"/>
          <p:cNvGrpSpPr/>
          <p:nvPr/>
        </p:nvGrpSpPr>
        <p:grpSpPr>
          <a:xfrm>
            <a:off x="7626322" y="3177824"/>
            <a:ext cx="214759" cy="357030"/>
            <a:chOff x="2235125" y="238075"/>
            <a:chExt cx="3144350" cy="5227375"/>
          </a:xfrm>
        </p:grpSpPr>
        <p:sp>
          <p:nvSpPr>
            <p:cNvPr id="18167" name="Google Shape;18167;p94"/>
            <p:cNvSpPr/>
            <p:nvPr/>
          </p:nvSpPr>
          <p:spPr>
            <a:xfrm>
              <a:off x="2650075" y="593150"/>
              <a:ext cx="2312675" cy="2882350"/>
            </a:xfrm>
            <a:custGeom>
              <a:rect b="b" l="l" r="r" t="t"/>
              <a:pathLst>
                <a:path extrusionOk="0" h="115294" w="92507">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8" name="Google Shape;18168;p94"/>
            <p:cNvSpPr/>
            <p:nvPr/>
          </p:nvSpPr>
          <p:spPr>
            <a:xfrm>
              <a:off x="3257850" y="3360975"/>
              <a:ext cx="269025" cy="1808275"/>
            </a:xfrm>
            <a:custGeom>
              <a:rect b="b" l="l" r="r" t="t"/>
              <a:pathLst>
                <a:path extrusionOk="0" h="72331" w="10761">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9" name="Google Shape;18169;p94"/>
            <p:cNvSpPr/>
            <p:nvPr/>
          </p:nvSpPr>
          <p:spPr>
            <a:xfrm>
              <a:off x="3093300" y="5170300"/>
              <a:ext cx="596675" cy="295150"/>
            </a:xfrm>
            <a:custGeom>
              <a:rect b="b" l="l" r="r" t="t"/>
              <a:pathLst>
                <a:path extrusionOk="0" h="11806" w="23867">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0" name="Google Shape;18170;p94"/>
            <p:cNvSpPr/>
            <p:nvPr/>
          </p:nvSpPr>
          <p:spPr>
            <a:xfrm>
              <a:off x="3921750" y="5170300"/>
              <a:ext cx="596700" cy="295150"/>
            </a:xfrm>
            <a:custGeom>
              <a:rect b="b" l="l" r="r" t="t"/>
              <a:pathLst>
                <a:path extrusionOk="0" h="11806" w="23868">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1" name="Google Shape;18171;p94"/>
            <p:cNvSpPr/>
            <p:nvPr/>
          </p:nvSpPr>
          <p:spPr>
            <a:xfrm>
              <a:off x="2235125" y="238575"/>
              <a:ext cx="2312300" cy="451450"/>
            </a:xfrm>
            <a:custGeom>
              <a:rect b="b" l="l" r="r" t="t"/>
              <a:pathLst>
                <a:path extrusionOk="0" h="18058" w="92492">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2" name="Google Shape;18172;p94"/>
            <p:cNvSpPr/>
            <p:nvPr/>
          </p:nvSpPr>
          <p:spPr>
            <a:xfrm>
              <a:off x="2251950" y="243125"/>
              <a:ext cx="2337325" cy="448250"/>
            </a:xfrm>
            <a:custGeom>
              <a:rect b="b" l="l" r="r" t="t"/>
              <a:pathLst>
                <a:path extrusionOk="0" h="17930" w="93493">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3" name="Google Shape;18173;p94"/>
            <p:cNvSpPr/>
            <p:nvPr/>
          </p:nvSpPr>
          <p:spPr>
            <a:xfrm>
              <a:off x="3807650" y="238075"/>
              <a:ext cx="1571825" cy="453150"/>
            </a:xfrm>
            <a:custGeom>
              <a:rect b="b" l="l" r="r" t="t"/>
              <a:pathLst>
                <a:path extrusionOk="0" h="18126" w="62873">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4" name="Google Shape;18174;p94"/>
            <p:cNvSpPr/>
            <p:nvPr/>
          </p:nvSpPr>
          <p:spPr>
            <a:xfrm>
              <a:off x="3805500" y="298575"/>
              <a:ext cx="1011300" cy="385275"/>
            </a:xfrm>
            <a:custGeom>
              <a:rect b="b" l="l" r="r" t="t"/>
              <a:pathLst>
                <a:path extrusionOk="0" h="15411" w="40452">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5" name="Google Shape;18175;p94"/>
            <p:cNvSpPr/>
            <p:nvPr/>
          </p:nvSpPr>
          <p:spPr>
            <a:xfrm>
              <a:off x="4086300" y="3360975"/>
              <a:ext cx="269025" cy="1808275"/>
            </a:xfrm>
            <a:custGeom>
              <a:rect b="b" l="l" r="r" t="t"/>
              <a:pathLst>
                <a:path extrusionOk="0" h="72331" w="10761">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76" name="Google Shape;18176;p94"/>
          <p:cNvGrpSpPr/>
          <p:nvPr/>
        </p:nvGrpSpPr>
        <p:grpSpPr>
          <a:xfrm>
            <a:off x="2818791" y="4097368"/>
            <a:ext cx="342496" cy="351944"/>
            <a:chOff x="2810729" y="4267107"/>
            <a:chExt cx="342496" cy="351944"/>
          </a:xfrm>
        </p:grpSpPr>
        <p:sp>
          <p:nvSpPr>
            <p:cNvPr id="18177" name="Google Shape;18177;p94"/>
            <p:cNvSpPr/>
            <p:nvPr/>
          </p:nvSpPr>
          <p:spPr>
            <a:xfrm>
              <a:off x="2890682" y="4267422"/>
              <a:ext cx="35575" cy="23627"/>
            </a:xfrm>
            <a:custGeom>
              <a:rect b="b" l="l" r="r" t="t"/>
              <a:pathLst>
                <a:path extrusionOk="0" h="1578" w="2376">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8" name="Google Shape;18178;p94"/>
            <p:cNvSpPr/>
            <p:nvPr/>
          </p:nvSpPr>
          <p:spPr>
            <a:xfrm>
              <a:off x="2890996" y="4390181"/>
              <a:ext cx="34946" cy="36533"/>
            </a:xfrm>
            <a:custGeom>
              <a:rect b="b" l="l" r="r" t="t"/>
              <a:pathLst>
                <a:path extrusionOk="0" h="2440" w="2334">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9" name="Google Shape;18179;p94"/>
            <p:cNvSpPr/>
            <p:nvPr/>
          </p:nvSpPr>
          <p:spPr>
            <a:xfrm>
              <a:off x="2886579" y="4287245"/>
              <a:ext cx="43780" cy="105466"/>
            </a:xfrm>
            <a:custGeom>
              <a:rect b="b" l="l" r="r" t="t"/>
              <a:pathLst>
                <a:path extrusionOk="0" h="7044" w="2924">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0" name="Google Shape;18180;p94"/>
            <p:cNvSpPr/>
            <p:nvPr/>
          </p:nvSpPr>
          <p:spPr>
            <a:xfrm>
              <a:off x="2909248" y="4287245"/>
              <a:ext cx="20797" cy="105466"/>
            </a:xfrm>
            <a:custGeom>
              <a:rect b="b" l="l" r="r" t="t"/>
              <a:pathLst>
                <a:path extrusionOk="0" h="7044" w="1389">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1" name="Google Shape;18181;p94"/>
            <p:cNvSpPr/>
            <p:nvPr/>
          </p:nvSpPr>
          <p:spPr>
            <a:xfrm>
              <a:off x="2819532" y="4267496"/>
              <a:ext cx="38419" cy="39917"/>
            </a:xfrm>
            <a:custGeom>
              <a:rect b="b" l="l" r="r" t="t"/>
              <a:pathLst>
                <a:path extrusionOk="0" h="2666" w="2566">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2" name="Google Shape;18182;p94"/>
            <p:cNvSpPr/>
            <p:nvPr/>
          </p:nvSpPr>
          <p:spPr>
            <a:xfrm>
              <a:off x="2815130" y="4306140"/>
              <a:ext cx="46924" cy="230442"/>
            </a:xfrm>
            <a:custGeom>
              <a:rect b="b" l="l" r="r" t="t"/>
              <a:pathLst>
                <a:path extrusionOk="0" h="15391" w="3134">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3" name="Google Shape;18183;p94"/>
            <p:cNvSpPr/>
            <p:nvPr/>
          </p:nvSpPr>
          <p:spPr>
            <a:xfrm>
              <a:off x="2838742" y="4306140"/>
              <a:ext cx="23312" cy="230442"/>
            </a:xfrm>
            <a:custGeom>
              <a:rect b="b" l="l" r="r" t="t"/>
              <a:pathLst>
                <a:path extrusionOk="0" h="15391" w="1557">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4" name="Google Shape;18184;p94"/>
            <p:cNvSpPr/>
            <p:nvPr/>
          </p:nvSpPr>
          <p:spPr>
            <a:xfrm>
              <a:off x="2815130" y="4505080"/>
              <a:ext cx="46924" cy="31502"/>
            </a:xfrm>
            <a:custGeom>
              <a:rect b="b" l="l" r="r" t="t"/>
              <a:pathLst>
                <a:path extrusionOk="0" h="2104" w="3134">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5" name="Google Shape;18185;p94"/>
            <p:cNvSpPr/>
            <p:nvPr/>
          </p:nvSpPr>
          <p:spPr>
            <a:xfrm>
              <a:off x="2888795" y="4455970"/>
              <a:ext cx="39677" cy="54799"/>
            </a:xfrm>
            <a:custGeom>
              <a:rect b="b" l="l" r="r" t="t"/>
              <a:pathLst>
                <a:path extrusionOk="0" h="3660" w="265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6" name="Google Shape;18186;p94"/>
            <p:cNvSpPr/>
            <p:nvPr/>
          </p:nvSpPr>
          <p:spPr>
            <a:xfrm>
              <a:off x="2883435" y="4475180"/>
              <a:ext cx="50068" cy="61402"/>
            </a:xfrm>
            <a:custGeom>
              <a:rect b="b" l="l" r="r" t="t"/>
              <a:pathLst>
                <a:path extrusionOk="0" h="4101" w="3344">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7" name="Google Shape;18187;p94"/>
            <p:cNvSpPr/>
            <p:nvPr/>
          </p:nvSpPr>
          <p:spPr>
            <a:xfrm>
              <a:off x="2912077" y="4475180"/>
              <a:ext cx="21426" cy="61402"/>
            </a:xfrm>
            <a:custGeom>
              <a:rect b="b" l="l" r="r" t="t"/>
              <a:pathLst>
                <a:path extrusionOk="0" h="4101" w="1431">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8" name="Google Shape;18188;p94"/>
            <p:cNvSpPr/>
            <p:nvPr/>
          </p:nvSpPr>
          <p:spPr>
            <a:xfrm>
              <a:off x="2955842" y="4272767"/>
              <a:ext cx="192666" cy="259399"/>
            </a:xfrm>
            <a:custGeom>
              <a:rect b="b" l="l" r="r" t="t"/>
              <a:pathLst>
                <a:path extrusionOk="0" h="17325" w="12868">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9" name="Google Shape;18189;p94"/>
            <p:cNvSpPr/>
            <p:nvPr/>
          </p:nvSpPr>
          <p:spPr>
            <a:xfrm>
              <a:off x="3116063" y="4273081"/>
              <a:ext cx="32445" cy="259084"/>
            </a:xfrm>
            <a:custGeom>
              <a:rect b="b" l="l" r="r" t="t"/>
              <a:pathLst>
                <a:path extrusionOk="0" h="17304" w="2167">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0" name="Google Shape;18190;p94"/>
            <p:cNvSpPr/>
            <p:nvPr/>
          </p:nvSpPr>
          <p:spPr>
            <a:xfrm>
              <a:off x="2984484" y="4267107"/>
              <a:ext cx="18266" cy="270733"/>
            </a:xfrm>
            <a:custGeom>
              <a:rect b="b" l="l" r="r" t="t"/>
              <a:pathLst>
                <a:path extrusionOk="0" h="18082" w="122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1" name="Google Shape;18191;p94"/>
            <p:cNvSpPr/>
            <p:nvPr/>
          </p:nvSpPr>
          <p:spPr>
            <a:xfrm>
              <a:off x="3091193" y="4499106"/>
              <a:ext cx="32445" cy="10705"/>
            </a:xfrm>
            <a:custGeom>
              <a:rect b="b" l="l" r="r" t="t"/>
              <a:pathLst>
                <a:path extrusionOk="0" h="715" w="2167">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2" name="Google Shape;18192;p94"/>
            <p:cNvSpPr/>
            <p:nvPr/>
          </p:nvSpPr>
          <p:spPr>
            <a:xfrm>
              <a:off x="3110718" y="4485571"/>
              <a:ext cx="12292" cy="10705"/>
            </a:xfrm>
            <a:custGeom>
              <a:rect b="b" l="l" r="r" t="t"/>
              <a:pathLst>
                <a:path extrusionOk="0" h="715" w="821">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3" name="Google Shape;18193;p94"/>
            <p:cNvSpPr/>
            <p:nvPr/>
          </p:nvSpPr>
          <p:spPr>
            <a:xfrm>
              <a:off x="2810729" y="4557334"/>
              <a:ext cx="342496" cy="61717"/>
            </a:xfrm>
            <a:custGeom>
              <a:rect b="b" l="l" r="r" t="t"/>
              <a:pathLst>
                <a:path extrusionOk="0" h="4122" w="22875">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4" name="Google Shape;18194;p94"/>
            <p:cNvSpPr/>
            <p:nvPr/>
          </p:nvSpPr>
          <p:spPr>
            <a:xfrm>
              <a:off x="3129598" y="4557334"/>
              <a:ext cx="23627" cy="61717"/>
            </a:xfrm>
            <a:custGeom>
              <a:rect b="b" l="l" r="r" t="t"/>
              <a:pathLst>
                <a:path extrusionOk="0" h="4122" w="1578">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5" name="Google Shape;18195;p94"/>
            <p:cNvSpPr/>
            <p:nvPr/>
          </p:nvSpPr>
          <p:spPr>
            <a:xfrm>
              <a:off x="2838428" y="4553711"/>
              <a:ext cx="10720" cy="22219"/>
            </a:xfrm>
            <a:custGeom>
              <a:rect b="b" l="l" r="r" t="t"/>
              <a:pathLst>
                <a:path extrusionOk="0" h="1484" w="716">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6" name="Google Shape;18196;p94"/>
            <p:cNvSpPr/>
            <p:nvPr/>
          </p:nvSpPr>
          <p:spPr>
            <a:xfrm>
              <a:off x="2863611" y="4553711"/>
              <a:ext cx="10705" cy="22219"/>
            </a:xfrm>
            <a:custGeom>
              <a:rect b="b" l="l" r="r" t="t"/>
              <a:pathLst>
                <a:path extrusionOk="0" h="1484" w="715">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7" name="Google Shape;18197;p94"/>
            <p:cNvSpPr/>
            <p:nvPr/>
          </p:nvSpPr>
          <p:spPr>
            <a:xfrm>
              <a:off x="2888795" y="4553711"/>
              <a:ext cx="10705" cy="22219"/>
            </a:xfrm>
            <a:custGeom>
              <a:rect b="b" l="l" r="r" t="t"/>
              <a:pathLst>
                <a:path extrusionOk="0" h="1484" w="715">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8" name="Google Shape;18198;p94"/>
            <p:cNvSpPr/>
            <p:nvPr/>
          </p:nvSpPr>
          <p:spPr>
            <a:xfrm>
              <a:off x="2913664" y="4553711"/>
              <a:ext cx="10705" cy="22219"/>
            </a:xfrm>
            <a:custGeom>
              <a:rect b="b" l="l" r="r" t="t"/>
              <a:pathLst>
                <a:path extrusionOk="0" h="1484" w="715">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9" name="Google Shape;18199;p94"/>
            <p:cNvSpPr/>
            <p:nvPr/>
          </p:nvSpPr>
          <p:spPr>
            <a:xfrm>
              <a:off x="2938833" y="4553711"/>
              <a:ext cx="10720" cy="22219"/>
            </a:xfrm>
            <a:custGeom>
              <a:rect b="b" l="l" r="r" t="t"/>
              <a:pathLst>
                <a:path extrusionOk="0" h="1484" w="716">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0" name="Google Shape;18200;p94"/>
            <p:cNvSpPr/>
            <p:nvPr/>
          </p:nvSpPr>
          <p:spPr>
            <a:xfrm>
              <a:off x="2964017" y="4553711"/>
              <a:ext cx="10720" cy="22219"/>
            </a:xfrm>
            <a:custGeom>
              <a:rect b="b" l="l" r="r" t="t"/>
              <a:pathLst>
                <a:path extrusionOk="0" h="1484" w="716">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1" name="Google Shape;18201;p94"/>
            <p:cNvSpPr/>
            <p:nvPr/>
          </p:nvSpPr>
          <p:spPr>
            <a:xfrm>
              <a:off x="2989201" y="4553711"/>
              <a:ext cx="10406" cy="22219"/>
            </a:xfrm>
            <a:custGeom>
              <a:rect b="b" l="l" r="r" t="t"/>
              <a:pathLst>
                <a:path extrusionOk="0" h="1484" w="695">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2" name="Google Shape;18202;p94"/>
            <p:cNvSpPr/>
            <p:nvPr/>
          </p:nvSpPr>
          <p:spPr>
            <a:xfrm>
              <a:off x="3014070"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3" name="Google Shape;18203;p94"/>
            <p:cNvSpPr/>
            <p:nvPr/>
          </p:nvSpPr>
          <p:spPr>
            <a:xfrm>
              <a:off x="3039254"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4" name="Google Shape;18204;p94"/>
            <p:cNvSpPr/>
            <p:nvPr/>
          </p:nvSpPr>
          <p:spPr>
            <a:xfrm>
              <a:off x="3064438"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5" name="Google Shape;18205;p94"/>
            <p:cNvSpPr/>
            <p:nvPr/>
          </p:nvSpPr>
          <p:spPr>
            <a:xfrm>
              <a:off x="3089472" y="4553711"/>
              <a:ext cx="10556" cy="22219"/>
            </a:xfrm>
            <a:custGeom>
              <a:rect b="b" l="l" r="r" t="t"/>
              <a:pathLst>
                <a:path extrusionOk="0" h="1484" w="705">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6" name="Google Shape;18206;p94"/>
            <p:cNvSpPr/>
            <p:nvPr/>
          </p:nvSpPr>
          <p:spPr>
            <a:xfrm>
              <a:off x="3114491"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07" name="Google Shape;18207;p94"/>
          <p:cNvGrpSpPr/>
          <p:nvPr/>
        </p:nvGrpSpPr>
        <p:grpSpPr>
          <a:xfrm>
            <a:off x="1787231" y="3635885"/>
            <a:ext cx="282381" cy="343454"/>
            <a:chOff x="1779168" y="3805625"/>
            <a:chExt cx="282381" cy="343454"/>
          </a:xfrm>
        </p:grpSpPr>
        <p:sp>
          <p:nvSpPr>
            <p:cNvPr id="18208" name="Google Shape;18208;p94"/>
            <p:cNvSpPr/>
            <p:nvPr/>
          </p:nvSpPr>
          <p:spPr>
            <a:xfrm>
              <a:off x="1798048" y="3814758"/>
              <a:ext cx="243662" cy="314797"/>
            </a:xfrm>
            <a:custGeom>
              <a:rect b="b" l="l" r="r" t="t"/>
              <a:pathLst>
                <a:path extrusionOk="0" h="21025" w="16274">
                  <a:moveTo>
                    <a:pt x="1" y="0"/>
                  </a:moveTo>
                  <a:lnTo>
                    <a:pt x="1" y="21025"/>
                  </a:lnTo>
                  <a:lnTo>
                    <a:pt x="16274" y="21025"/>
                  </a:lnTo>
                  <a:lnTo>
                    <a:pt x="16274" y="0"/>
                  </a:ln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9" name="Google Shape;18209;p94"/>
            <p:cNvSpPr/>
            <p:nvPr/>
          </p:nvSpPr>
          <p:spPr>
            <a:xfrm>
              <a:off x="1798048" y="3814758"/>
              <a:ext cx="54485" cy="314797"/>
            </a:xfrm>
            <a:custGeom>
              <a:rect b="b" l="l" r="r" t="t"/>
              <a:pathLst>
                <a:path extrusionOk="0" h="21025" w="3639">
                  <a:moveTo>
                    <a:pt x="1" y="0"/>
                  </a:moveTo>
                  <a:lnTo>
                    <a:pt x="1" y="21025"/>
                  </a:lnTo>
                  <a:lnTo>
                    <a:pt x="3638" y="21025"/>
                  </a:lnTo>
                  <a:lnTo>
                    <a:pt x="3638"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0" name="Google Shape;18210;p94"/>
            <p:cNvSpPr/>
            <p:nvPr/>
          </p:nvSpPr>
          <p:spPr>
            <a:xfrm>
              <a:off x="1779168" y="4116319"/>
              <a:ext cx="282381" cy="32760"/>
            </a:xfrm>
            <a:custGeom>
              <a:rect b="b" l="l" r="r" t="t"/>
              <a:pathLst>
                <a:path extrusionOk="0" h="2188" w="1886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1" name="Google Shape;18211;p94"/>
            <p:cNvSpPr/>
            <p:nvPr/>
          </p:nvSpPr>
          <p:spPr>
            <a:xfrm>
              <a:off x="1930585" y="3847488"/>
              <a:ext cx="90359" cy="247750"/>
            </a:xfrm>
            <a:custGeom>
              <a:rect b="b" l="l" r="r" t="t"/>
              <a:pathLst>
                <a:path extrusionOk="0" h="16547" w="6035">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2" name="Google Shape;18212;p94"/>
            <p:cNvSpPr/>
            <p:nvPr/>
          </p:nvSpPr>
          <p:spPr>
            <a:xfrm>
              <a:off x="1818830" y="3847488"/>
              <a:ext cx="90988" cy="147659"/>
            </a:xfrm>
            <a:custGeom>
              <a:rect b="b" l="l" r="r" t="t"/>
              <a:pathLst>
                <a:path extrusionOk="0" h="9862" w="6077">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3" name="Google Shape;18213;p94"/>
            <p:cNvSpPr/>
            <p:nvPr/>
          </p:nvSpPr>
          <p:spPr>
            <a:xfrm>
              <a:off x="1818830" y="3847802"/>
              <a:ext cx="33703" cy="147344"/>
            </a:xfrm>
            <a:custGeom>
              <a:rect b="b" l="l" r="r" t="t"/>
              <a:pathLst>
                <a:path extrusionOk="0" h="9841" w="2251">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4" name="Google Shape;18214;p94"/>
            <p:cNvSpPr/>
            <p:nvPr/>
          </p:nvSpPr>
          <p:spPr>
            <a:xfrm>
              <a:off x="1831737" y="3916107"/>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5" name="Google Shape;18215;p94"/>
            <p:cNvSpPr/>
            <p:nvPr/>
          </p:nvSpPr>
          <p:spPr>
            <a:xfrm>
              <a:off x="1831737" y="3916107"/>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6" name="Google Shape;18216;p94"/>
            <p:cNvSpPr/>
            <p:nvPr/>
          </p:nvSpPr>
          <p:spPr>
            <a:xfrm>
              <a:off x="1831737" y="3892510"/>
              <a:ext cx="63603" cy="10391"/>
            </a:xfrm>
            <a:custGeom>
              <a:rect b="b" l="l" r="r" t="t"/>
              <a:pathLst>
                <a:path extrusionOk="0" h="694"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7" name="Google Shape;18217;p94"/>
            <p:cNvSpPr/>
            <p:nvPr/>
          </p:nvSpPr>
          <p:spPr>
            <a:xfrm>
              <a:off x="1831737" y="3892510"/>
              <a:ext cx="20797" cy="10391"/>
            </a:xfrm>
            <a:custGeom>
              <a:rect b="b" l="l" r="r" t="t"/>
              <a:pathLst>
                <a:path extrusionOk="0" h="694"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8" name="Google Shape;18218;p94"/>
            <p:cNvSpPr/>
            <p:nvPr/>
          </p:nvSpPr>
          <p:spPr>
            <a:xfrm>
              <a:off x="1831737" y="3868584"/>
              <a:ext cx="63603" cy="10406"/>
            </a:xfrm>
            <a:custGeom>
              <a:rect b="b" l="l" r="r" t="t"/>
              <a:pathLst>
                <a:path extrusionOk="0" h="695"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9" name="Google Shape;18219;p94"/>
            <p:cNvSpPr/>
            <p:nvPr/>
          </p:nvSpPr>
          <p:spPr>
            <a:xfrm>
              <a:off x="1831737" y="3868584"/>
              <a:ext cx="20797" cy="10406"/>
            </a:xfrm>
            <a:custGeom>
              <a:rect b="b" l="l" r="r" t="t"/>
              <a:pathLst>
                <a:path extrusionOk="0" h="695"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0" name="Google Shape;18220;p94"/>
            <p:cNvSpPr/>
            <p:nvPr/>
          </p:nvSpPr>
          <p:spPr>
            <a:xfrm>
              <a:off x="1831737" y="3940033"/>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1" name="Google Shape;18221;p94"/>
            <p:cNvSpPr/>
            <p:nvPr/>
          </p:nvSpPr>
          <p:spPr>
            <a:xfrm>
              <a:off x="1831737" y="3940033"/>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2" name="Google Shape;18222;p94"/>
            <p:cNvSpPr/>
            <p:nvPr/>
          </p:nvSpPr>
          <p:spPr>
            <a:xfrm>
              <a:off x="1831737" y="3963644"/>
              <a:ext cx="63603" cy="10406"/>
            </a:xfrm>
            <a:custGeom>
              <a:rect b="b" l="l" r="r" t="t"/>
              <a:pathLst>
                <a:path extrusionOk="0" h="695" w="4248">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3" name="Google Shape;18223;p94"/>
            <p:cNvSpPr/>
            <p:nvPr/>
          </p:nvSpPr>
          <p:spPr>
            <a:xfrm>
              <a:off x="1831737" y="3963644"/>
              <a:ext cx="20797" cy="10406"/>
            </a:xfrm>
            <a:custGeom>
              <a:rect b="b" l="l" r="r" t="t"/>
              <a:pathLst>
                <a:path extrusionOk="0" h="695" w="1389">
                  <a:moveTo>
                    <a:pt x="463" y="1"/>
                  </a:moveTo>
                  <a:cubicBezTo>
                    <a:pt x="0" y="1"/>
                    <a:pt x="0" y="694"/>
                    <a:pt x="463" y="694"/>
                  </a:cubicBezTo>
                  <a:lnTo>
                    <a:pt x="1388" y="694"/>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4" name="Google Shape;18224;p94"/>
            <p:cNvSpPr/>
            <p:nvPr/>
          </p:nvSpPr>
          <p:spPr>
            <a:xfrm>
              <a:off x="1818830" y="4022202"/>
              <a:ext cx="22369" cy="58557"/>
            </a:xfrm>
            <a:custGeom>
              <a:rect b="b" l="l" r="r" t="t"/>
              <a:pathLst>
                <a:path extrusionOk="0" h="3911" w="1494">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5" name="Google Shape;18225;p94"/>
            <p:cNvSpPr/>
            <p:nvPr/>
          </p:nvSpPr>
          <p:spPr>
            <a:xfrm>
              <a:off x="1865739" y="4039510"/>
              <a:ext cx="19839" cy="20168"/>
            </a:xfrm>
            <a:custGeom>
              <a:rect b="b" l="l" r="r" t="t"/>
              <a:pathLst>
                <a:path extrusionOk="0" h="1347" w="1325">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6" name="Google Shape;18226;p94"/>
            <p:cNvSpPr/>
            <p:nvPr/>
          </p:nvSpPr>
          <p:spPr>
            <a:xfrm>
              <a:off x="1813800" y="4009760"/>
              <a:ext cx="10391" cy="83277"/>
            </a:xfrm>
            <a:custGeom>
              <a:rect b="b" l="l" r="r" t="t"/>
              <a:pathLst>
                <a:path extrusionOk="0" h="5562" w="694">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7" name="Google Shape;18227;p94"/>
            <p:cNvSpPr/>
            <p:nvPr/>
          </p:nvSpPr>
          <p:spPr>
            <a:xfrm>
              <a:off x="1930585" y="3967732"/>
              <a:ext cx="90359" cy="20797"/>
            </a:xfrm>
            <a:custGeom>
              <a:rect b="b" l="l" r="r" t="t"/>
              <a:pathLst>
                <a:path extrusionOk="0" h="1389" w="6035">
                  <a:moveTo>
                    <a:pt x="0" y="1"/>
                  </a:moveTo>
                  <a:lnTo>
                    <a:pt x="0" y="1389"/>
                  </a:lnTo>
                  <a:lnTo>
                    <a:pt x="6034" y="1389"/>
                  </a:lnTo>
                  <a:lnTo>
                    <a:pt x="6034" y="1"/>
                  </a:lnTo>
                  <a:close/>
                </a:path>
              </a:pathLst>
            </a:custGeom>
            <a:solidFill>
              <a:srgbClr val="F4F6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8" name="Google Shape;18228;p94"/>
            <p:cNvSpPr/>
            <p:nvPr/>
          </p:nvSpPr>
          <p:spPr>
            <a:xfrm>
              <a:off x="1992901" y="3889351"/>
              <a:ext cx="28043" cy="78396"/>
            </a:xfrm>
            <a:custGeom>
              <a:rect b="b" l="l" r="r" t="t"/>
              <a:pathLst>
                <a:path extrusionOk="0" h="5236" w="1873">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9" name="Google Shape;18229;p94"/>
            <p:cNvSpPr/>
            <p:nvPr/>
          </p:nvSpPr>
          <p:spPr>
            <a:xfrm>
              <a:off x="1972134" y="3913591"/>
              <a:ext cx="20782" cy="54156"/>
            </a:xfrm>
            <a:custGeom>
              <a:rect b="b" l="l" r="r" t="t"/>
              <a:pathLst>
                <a:path extrusionOk="0" h="3617" w="1388">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0" name="Google Shape;18230;p94"/>
            <p:cNvSpPr/>
            <p:nvPr/>
          </p:nvSpPr>
          <p:spPr>
            <a:xfrm>
              <a:off x="1930585" y="3889980"/>
              <a:ext cx="20782" cy="77767"/>
            </a:xfrm>
            <a:custGeom>
              <a:rect b="b" l="l" r="r" t="t"/>
              <a:pathLst>
                <a:path extrusionOk="0" h="5194" w="1388">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1" name="Google Shape;18231;p94"/>
            <p:cNvSpPr/>
            <p:nvPr/>
          </p:nvSpPr>
          <p:spPr>
            <a:xfrm>
              <a:off x="1951352" y="3921467"/>
              <a:ext cx="20797" cy="46280"/>
            </a:xfrm>
            <a:custGeom>
              <a:rect b="b" l="l" r="r" t="t"/>
              <a:pathLst>
                <a:path extrusionOk="0" h="3091" w="1389">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2" name="Google Shape;18232;p94"/>
            <p:cNvSpPr/>
            <p:nvPr/>
          </p:nvSpPr>
          <p:spPr>
            <a:xfrm>
              <a:off x="1974964" y="4026289"/>
              <a:ext cx="44393" cy="68948"/>
            </a:xfrm>
            <a:custGeom>
              <a:rect b="b" l="l" r="r" t="t"/>
              <a:pathLst>
                <a:path extrusionOk="0" h="4605" w="2965">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3" name="Google Shape;18233;p94"/>
            <p:cNvSpPr/>
            <p:nvPr/>
          </p:nvSpPr>
          <p:spPr>
            <a:xfrm>
              <a:off x="1930585" y="4017770"/>
              <a:ext cx="20782" cy="77782"/>
            </a:xfrm>
            <a:custGeom>
              <a:rect b="b" l="l" r="r" t="t"/>
              <a:pathLst>
                <a:path extrusionOk="0" h="5195" w="1388">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4" name="Google Shape;18234;p94"/>
            <p:cNvSpPr/>
            <p:nvPr/>
          </p:nvSpPr>
          <p:spPr>
            <a:xfrm>
              <a:off x="1951352" y="4044855"/>
              <a:ext cx="20797" cy="50697"/>
            </a:xfrm>
            <a:custGeom>
              <a:rect b="b" l="l" r="r" t="t"/>
              <a:pathLst>
                <a:path extrusionOk="0" h="3386" w="1389">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5" name="Google Shape;18235;p94"/>
            <p:cNvSpPr/>
            <p:nvPr/>
          </p:nvSpPr>
          <p:spPr>
            <a:xfrm>
              <a:off x="1789245" y="3805625"/>
              <a:ext cx="261914" cy="21426"/>
            </a:xfrm>
            <a:custGeom>
              <a:rect b="b" l="l" r="r" t="t"/>
              <a:pathLst>
                <a:path extrusionOk="0" h="1431" w="17493">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36" name="Google Shape;18236;p94"/>
          <p:cNvGrpSpPr/>
          <p:nvPr/>
        </p:nvGrpSpPr>
        <p:grpSpPr>
          <a:xfrm>
            <a:off x="2601585" y="2237289"/>
            <a:ext cx="391606" cy="364535"/>
            <a:chOff x="2593522" y="2407029"/>
            <a:chExt cx="391606" cy="364535"/>
          </a:xfrm>
        </p:grpSpPr>
        <p:sp>
          <p:nvSpPr>
            <p:cNvPr id="18237" name="Google Shape;18237;p94"/>
            <p:cNvSpPr/>
            <p:nvPr/>
          </p:nvSpPr>
          <p:spPr>
            <a:xfrm>
              <a:off x="2602641" y="2573867"/>
              <a:ext cx="97291" cy="197697"/>
            </a:xfrm>
            <a:custGeom>
              <a:rect b="b" l="l" r="r" t="t"/>
              <a:pathLst>
                <a:path extrusionOk="0" h="13204" w="6498">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8" name="Google Shape;18238;p94"/>
            <p:cNvSpPr/>
            <p:nvPr/>
          </p:nvSpPr>
          <p:spPr>
            <a:xfrm>
              <a:off x="2680078" y="2573867"/>
              <a:ext cx="19854" cy="156148"/>
            </a:xfrm>
            <a:custGeom>
              <a:rect b="b" l="l" r="r" t="t"/>
              <a:pathLst>
                <a:path extrusionOk="0" h="10429" w="1326">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9" name="Google Shape;18239;p94"/>
            <p:cNvSpPr/>
            <p:nvPr/>
          </p:nvSpPr>
          <p:spPr>
            <a:xfrm>
              <a:off x="2602641" y="2742907"/>
              <a:ext cx="57629" cy="28657"/>
            </a:xfrm>
            <a:custGeom>
              <a:rect b="b" l="l" r="r" t="t"/>
              <a:pathLst>
                <a:path extrusionOk="0" h="1914" w="3849">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0" name="Google Shape;18240;p94"/>
            <p:cNvSpPr/>
            <p:nvPr/>
          </p:nvSpPr>
          <p:spPr>
            <a:xfrm>
              <a:off x="2593522" y="2516552"/>
              <a:ext cx="106410" cy="57330"/>
            </a:xfrm>
            <a:custGeom>
              <a:rect b="b" l="l" r="r" t="t"/>
              <a:pathLst>
                <a:path extrusionOk="0" h="3829" w="7107">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1" name="Google Shape;18241;p94"/>
            <p:cNvSpPr/>
            <p:nvPr/>
          </p:nvSpPr>
          <p:spPr>
            <a:xfrm>
              <a:off x="2593522" y="2516567"/>
              <a:ext cx="106410" cy="56985"/>
            </a:xfrm>
            <a:custGeom>
              <a:rect b="b" l="l" r="r" t="t"/>
              <a:pathLst>
                <a:path extrusionOk="0" h="3806" w="7107">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2" name="Google Shape;18242;p94"/>
            <p:cNvSpPr/>
            <p:nvPr/>
          </p:nvSpPr>
          <p:spPr>
            <a:xfrm>
              <a:off x="2629726" y="2602794"/>
              <a:ext cx="43136" cy="61432"/>
            </a:xfrm>
            <a:custGeom>
              <a:rect b="b" l="l" r="r" t="t"/>
              <a:pathLst>
                <a:path extrusionOk="0" h="4103" w="2881">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3" name="Google Shape;18243;p94"/>
            <p:cNvSpPr/>
            <p:nvPr/>
          </p:nvSpPr>
          <p:spPr>
            <a:xfrm>
              <a:off x="2646091" y="2602704"/>
              <a:ext cx="26771" cy="61522"/>
            </a:xfrm>
            <a:custGeom>
              <a:rect b="b" l="l" r="r" t="t"/>
              <a:pathLst>
                <a:path extrusionOk="0" h="4109" w="1788">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4" name="Google Shape;18244;p94"/>
            <p:cNvSpPr/>
            <p:nvPr/>
          </p:nvSpPr>
          <p:spPr>
            <a:xfrm>
              <a:off x="2878719" y="2573867"/>
              <a:ext cx="97276" cy="197697"/>
            </a:xfrm>
            <a:custGeom>
              <a:rect b="b" l="l" r="r" t="t"/>
              <a:pathLst>
                <a:path extrusionOk="0" h="13204" w="6497">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5" name="Google Shape;18245;p94"/>
            <p:cNvSpPr/>
            <p:nvPr/>
          </p:nvSpPr>
          <p:spPr>
            <a:xfrm>
              <a:off x="2959929" y="2573867"/>
              <a:ext cx="15751" cy="197697"/>
            </a:xfrm>
            <a:custGeom>
              <a:rect b="b" l="l" r="r" t="t"/>
              <a:pathLst>
                <a:path extrusionOk="0" h="13204" w="1052">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6" name="Google Shape;18246;p94"/>
            <p:cNvSpPr/>
            <p:nvPr/>
          </p:nvSpPr>
          <p:spPr>
            <a:xfrm>
              <a:off x="2878719" y="2573867"/>
              <a:ext cx="20782" cy="156148"/>
            </a:xfrm>
            <a:custGeom>
              <a:rect b="b" l="l" r="r" t="t"/>
              <a:pathLst>
                <a:path extrusionOk="0" h="10429" w="1388">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7" name="Google Shape;18247;p94"/>
            <p:cNvSpPr/>
            <p:nvPr/>
          </p:nvSpPr>
          <p:spPr>
            <a:xfrm>
              <a:off x="2918381" y="2742907"/>
              <a:ext cx="57614" cy="28657"/>
            </a:xfrm>
            <a:custGeom>
              <a:rect b="b" l="l" r="r" t="t"/>
              <a:pathLst>
                <a:path extrusionOk="0" h="1914" w="3848">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8" name="Google Shape;18248;p94"/>
            <p:cNvSpPr/>
            <p:nvPr/>
          </p:nvSpPr>
          <p:spPr>
            <a:xfrm>
              <a:off x="2959929" y="2742907"/>
              <a:ext cx="15751" cy="28657"/>
            </a:xfrm>
            <a:custGeom>
              <a:rect b="b" l="l" r="r" t="t"/>
              <a:pathLst>
                <a:path extrusionOk="0" h="1914" w="1052">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9" name="Google Shape;18249;p94"/>
            <p:cNvSpPr/>
            <p:nvPr/>
          </p:nvSpPr>
          <p:spPr>
            <a:xfrm>
              <a:off x="2878719" y="2516552"/>
              <a:ext cx="106410" cy="57330"/>
            </a:xfrm>
            <a:custGeom>
              <a:rect b="b" l="l" r="r" t="t"/>
              <a:pathLst>
                <a:path extrusionOk="0" h="3829" w="7107">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0" name="Google Shape;18250;p94"/>
            <p:cNvSpPr/>
            <p:nvPr/>
          </p:nvSpPr>
          <p:spPr>
            <a:xfrm>
              <a:off x="2878719" y="2516552"/>
              <a:ext cx="106410" cy="57330"/>
            </a:xfrm>
            <a:custGeom>
              <a:rect b="b" l="l" r="r" t="t"/>
              <a:pathLst>
                <a:path extrusionOk="0" h="3829" w="7107">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1" name="Google Shape;18251;p94"/>
            <p:cNvSpPr/>
            <p:nvPr/>
          </p:nvSpPr>
          <p:spPr>
            <a:xfrm>
              <a:off x="2675991" y="2714249"/>
              <a:ext cx="226669" cy="28672"/>
            </a:xfrm>
            <a:custGeom>
              <a:rect b="b" l="l" r="r" t="t"/>
              <a:pathLst>
                <a:path extrusionOk="0" h="1915" w="15139">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2" name="Google Shape;18252;p94"/>
            <p:cNvSpPr/>
            <p:nvPr/>
          </p:nvSpPr>
          <p:spPr>
            <a:xfrm>
              <a:off x="2676305" y="2714249"/>
              <a:ext cx="226354" cy="28672"/>
            </a:xfrm>
            <a:custGeom>
              <a:rect b="b" l="l" r="r" t="t"/>
              <a:pathLst>
                <a:path extrusionOk="0" h="1915" w="15118">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3" name="Google Shape;18253;p94"/>
            <p:cNvSpPr/>
            <p:nvPr/>
          </p:nvSpPr>
          <p:spPr>
            <a:xfrm>
              <a:off x="2660255" y="2742907"/>
              <a:ext cx="258141" cy="28657"/>
            </a:xfrm>
            <a:custGeom>
              <a:rect b="b" l="l" r="r" t="t"/>
              <a:pathLst>
                <a:path extrusionOk="0" h="1914" w="17241">
                  <a:moveTo>
                    <a:pt x="0" y="0"/>
                  </a:moveTo>
                  <a:lnTo>
                    <a:pt x="0" y="1913"/>
                  </a:lnTo>
                  <a:lnTo>
                    <a:pt x="17240" y="1913"/>
                  </a:lnTo>
                  <a:lnTo>
                    <a:pt x="17240"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4" name="Google Shape;18254;p94"/>
            <p:cNvSpPr/>
            <p:nvPr/>
          </p:nvSpPr>
          <p:spPr>
            <a:xfrm>
              <a:off x="2660255" y="2742907"/>
              <a:ext cx="258141" cy="28657"/>
            </a:xfrm>
            <a:custGeom>
              <a:rect b="b" l="l" r="r" t="t"/>
              <a:pathLst>
                <a:path extrusionOk="0" h="1914" w="17241">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5" name="Google Shape;18255;p94"/>
            <p:cNvSpPr/>
            <p:nvPr/>
          </p:nvSpPr>
          <p:spPr>
            <a:xfrm>
              <a:off x="2715968" y="2516567"/>
              <a:ext cx="147344" cy="197697"/>
            </a:xfrm>
            <a:custGeom>
              <a:rect b="b" l="l" r="r" t="t"/>
              <a:pathLst>
                <a:path extrusionOk="0" h="13204" w="9841">
                  <a:moveTo>
                    <a:pt x="1" y="1"/>
                  </a:moveTo>
                  <a:lnTo>
                    <a:pt x="1" y="13204"/>
                  </a:lnTo>
                  <a:lnTo>
                    <a:pt x="9840" y="13204"/>
                  </a:lnTo>
                  <a:lnTo>
                    <a:pt x="9840" y="1"/>
                  </a:ln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6" name="Google Shape;18256;p94"/>
            <p:cNvSpPr/>
            <p:nvPr/>
          </p:nvSpPr>
          <p:spPr>
            <a:xfrm>
              <a:off x="2763191" y="2618560"/>
              <a:ext cx="52583" cy="95704"/>
            </a:xfrm>
            <a:custGeom>
              <a:rect b="b" l="l" r="r" t="t"/>
              <a:pathLst>
                <a:path extrusionOk="0" h="6392" w="3512">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7" name="Google Shape;18257;p94"/>
            <p:cNvSpPr/>
            <p:nvPr/>
          </p:nvSpPr>
          <p:spPr>
            <a:xfrm>
              <a:off x="2783329" y="2618515"/>
              <a:ext cx="32445" cy="95749"/>
            </a:xfrm>
            <a:custGeom>
              <a:rect b="b" l="l" r="r" t="t"/>
              <a:pathLst>
                <a:path extrusionOk="0" h="6395" w="2167">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8" name="Google Shape;18258;p94"/>
            <p:cNvSpPr/>
            <p:nvPr/>
          </p:nvSpPr>
          <p:spPr>
            <a:xfrm>
              <a:off x="2692041" y="2516253"/>
              <a:ext cx="47867" cy="32131"/>
            </a:xfrm>
            <a:custGeom>
              <a:rect b="b" l="l" r="r" t="t"/>
              <a:pathLst>
                <a:path extrusionOk="0" h="2146" w="3197">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9" name="Google Shape;18259;p94"/>
            <p:cNvSpPr/>
            <p:nvPr/>
          </p:nvSpPr>
          <p:spPr>
            <a:xfrm>
              <a:off x="2719112" y="2516253"/>
              <a:ext cx="20797" cy="31817"/>
            </a:xfrm>
            <a:custGeom>
              <a:rect b="b" l="l" r="r" t="t"/>
              <a:pathLst>
                <a:path extrusionOk="0" h="2125" w="1389">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0" name="Google Shape;18260;p94"/>
            <p:cNvSpPr/>
            <p:nvPr/>
          </p:nvSpPr>
          <p:spPr>
            <a:xfrm>
              <a:off x="2692041" y="2682148"/>
              <a:ext cx="47867" cy="32116"/>
            </a:xfrm>
            <a:custGeom>
              <a:rect b="b" l="l" r="r" t="t"/>
              <a:pathLst>
                <a:path extrusionOk="0" h="2145" w="3197">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1" name="Google Shape;18261;p94"/>
            <p:cNvSpPr/>
            <p:nvPr/>
          </p:nvSpPr>
          <p:spPr>
            <a:xfrm>
              <a:off x="2719112" y="2682148"/>
              <a:ext cx="20797" cy="31802"/>
            </a:xfrm>
            <a:custGeom>
              <a:rect b="b" l="l" r="r" t="t"/>
              <a:pathLst>
                <a:path extrusionOk="0" h="2124" w="1389">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2" name="Google Shape;18262;p94"/>
            <p:cNvSpPr/>
            <p:nvPr/>
          </p:nvSpPr>
          <p:spPr>
            <a:xfrm>
              <a:off x="2699917" y="2548369"/>
              <a:ext cx="31802" cy="133794"/>
            </a:xfrm>
            <a:custGeom>
              <a:rect b="b" l="l" r="r" t="t"/>
              <a:pathLst>
                <a:path extrusionOk="0" h="8936" w="2124">
                  <a:moveTo>
                    <a:pt x="0" y="0"/>
                  </a:moveTo>
                  <a:lnTo>
                    <a:pt x="0" y="8935"/>
                  </a:lnTo>
                  <a:lnTo>
                    <a:pt x="2124" y="8935"/>
                  </a:lnTo>
                  <a:lnTo>
                    <a:pt x="2124"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3" name="Google Shape;18263;p94"/>
            <p:cNvSpPr/>
            <p:nvPr/>
          </p:nvSpPr>
          <p:spPr>
            <a:xfrm>
              <a:off x="2838742" y="2516253"/>
              <a:ext cx="47852" cy="32131"/>
            </a:xfrm>
            <a:custGeom>
              <a:rect b="b" l="l" r="r" t="t"/>
              <a:pathLst>
                <a:path extrusionOk="0" h="2146" w="3196">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4" name="Google Shape;18264;p94"/>
            <p:cNvSpPr/>
            <p:nvPr/>
          </p:nvSpPr>
          <p:spPr>
            <a:xfrm>
              <a:off x="2838742" y="2682148"/>
              <a:ext cx="47852" cy="32116"/>
            </a:xfrm>
            <a:custGeom>
              <a:rect b="b" l="l" r="r" t="t"/>
              <a:pathLst>
                <a:path extrusionOk="0" h="2145" w="3196">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5" name="Google Shape;18265;p94"/>
            <p:cNvSpPr/>
            <p:nvPr/>
          </p:nvSpPr>
          <p:spPr>
            <a:xfrm>
              <a:off x="2866127" y="2516253"/>
              <a:ext cx="20467" cy="31817"/>
            </a:xfrm>
            <a:custGeom>
              <a:rect b="b" l="l" r="r" t="t"/>
              <a:pathLst>
                <a:path extrusionOk="0" h="2125" w="1367">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6" name="Google Shape;18266;p94"/>
            <p:cNvSpPr/>
            <p:nvPr/>
          </p:nvSpPr>
          <p:spPr>
            <a:xfrm>
              <a:off x="2865812" y="2682148"/>
              <a:ext cx="20782" cy="31802"/>
            </a:xfrm>
            <a:custGeom>
              <a:rect b="b" l="l" r="r" t="t"/>
              <a:pathLst>
                <a:path extrusionOk="0" h="2124" w="1388">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7" name="Google Shape;18267;p94"/>
            <p:cNvSpPr/>
            <p:nvPr/>
          </p:nvSpPr>
          <p:spPr>
            <a:xfrm>
              <a:off x="2846603" y="2548369"/>
              <a:ext cx="32131" cy="133794"/>
            </a:xfrm>
            <a:custGeom>
              <a:rect b="b" l="l" r="r" t="t"/>
              <a:pathLst>
                <a:path extrusionOk="0" h="8936" w="2146">
                  <a:moveTo>
                    <a:pt x="1" y="0"/>
                  </a:moveTo>
                  <a:lnTo>
                    <a:pt x="1" y="8935"/>
                  </a:lnTo>
                  <a:lnTo>
                    <a:pt x="2145" y="8935"/>
                  </a:lnTo>
                  <a:lnTo>
                    <a:pt x="2145"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8" name="Google Shape;18268;p94"/>
            <p:cNvSpPr/>
            <p:nvPr/>
          </p:nvSpPr>
          <p:spPr>
            <a:xfrm>
              <a:off x="2683238" y="2407029"/>
              <a:ext cx="212175" cy="80597"/>
            </a:xfrm>
            <a:custGeom>
              <a:rect b="b" l="l" r="r" t="t"/>
              <a:pathLst>
                <a:path extrusionOk="0" h="5383" w="14171">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9" name="Google Shape;18269;p94"/>
            <p:cNvSpPr/>
            <p:nvPr/>
          </p:nvSpPr>
          <p:spPr>
            <a:xfrm>
              <a:off x="2683238" y="2407029"/>
              <a:ext cx="212175" cy="80597"/>
            </a:xfrm>
            <a:custGeom>
              <a:rect b="b" l="l" r="r" t="t"/>
              <a:pathLst>
                <a:path extrusionOk="0" h="5383" w="14171">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0" name="Google Shape;18270;p94"/>
            <p:cNvSpPr/>
            <p:nvPr/>
          </p:nvSpPr>
          <p:spPr>
            <a:xfrm>
              <a:off x="2668130" y="2487925"/>
              <a:ext cx="242390" cy="28657"/>
            </a:xfrm>
            <a:custGeom>
              <a:rect b="b" l="l" r="r" t="t"/>
              <a:pathLst>
                <a:path extrusionOk="0" h="1914" w="16189">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1" name="Google Shape;18271;p94"/>
            <p:cNvSpPr/>
            <p:nvPr/>
          </p:nvSpPr>
          <p:spPr>
            <a:xfrm>
              <a:off x="2668130" y="2487611"/>
              <a:ext cx="242390" cy="28657"/>
            </a:xfrm>
            <a:custGeom>
              <a:rect b="b" l="l" r="r" t="t"/>
              <a:pathLst>
                <a:path extrusionOk="0" h="1914" w="16189">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2" name="Google Shape;18272;p94"/>
            <p:cNvSpPr/>
            <p:nvPr/>
          </p:nvSpPr>
          <p:spPr>
            <a:xfrm>
              <a:off x="2905789" y="2602495"/>
              <a:ext cx="43136" cy="61432"/>
            </a:xfrm>
            <a:custGeom>
              <a:rect b="b" l="l" r="r" t="t"/>
              <a:pathLst>
                <a:path extrusionOk="0" h="4103" w="2881">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3" name="Google Shape;18273;p94"/>
            <p:cNvSpPr/>
            <p:nvPr/>
          </p:nvSpPr>
          <p:spPr>
            <a:xfrm>
              <a:off x="2922154" y="2602704"/>
              <a:ext cx="26456" cy="61522"/>
            </a:xfrm>
            <a:custGeom>
              <a:rect b="b" l="l" r="r" t="t"/>
              <a:pathLst>
                <a:path extrusionOk="0" h="4109" w="1767">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4" name="Google Shape;18274;p94"/>
            <p:cNvSpPr/>
            <p:nvPr/>
          </p:nvSpPr>
          <p:spPr>
            <a:xfrm>
              <a:off x="2758789" y="2542066"/>
              <a:ext cx="54156" cy="46115"/>
            </a:xfrm>
            <a:custGeom>
              <a:rect b="b" l="l" r="r" t="t"/>
              <a:pathLst>
                <a:path extrusionOk="0" h="3080" w="3617">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5" name="Google Shape;18275;p94"/>
            <p:cNvSpPr/>
            <p:nvPr/>
          </p:nvSpPr>
          <p:spPr>
            <a:xfrm>
              <a:off x="2769794" y="2545210"/>
              <a:ext cx="46924" cy="43046"/>
            </a:xfrm>
            <a:custGeom>
              <a:rect b="b" l="l" r="r" t="t"/>
              <a:pathLst>
                <a:path extrusionOk="0" h="2875" w="3134">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76" name="Google Shape;18276;p94"/>
          <p:cNvGrpSpPr/>
          <p:nvPr/>
        </p:nvGrpSpPr>
        <p:grpSpPr>
          <a:xfrm>
            <a:off x="3963109" y="2262503"/>
            <a:ext cx="322912" cy="334396"/>
            <a:chOff x="3955047" y="2432242"/>
            <a:chExt cx="322912" cy="334396"/>
          </a:xfrm>
        </p:grpSpPr>
        <p:sp>
          <p:nvSpPr>
            <p:cNvPr id="18277" name="Google Shape;18277;p94"/>
            <p:cNvSpPr/>
            <p:nvPr/>
          </p:nvSpPr>
          <p:spPr>
            <a:xfrm>
              <a:off x="3955047" y="2432242"/>
              <a:ext cx="322912" cy="334291"/>
            </a:xfrm>
            <a:custGeom>
              <a:rect b="b" l="l" r="r" t="t"/>
              <a:pathLst>
                <a:path extrusionOk="0" h="22327" w="21567">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8" name="Google Shape;18278;p94"/>
            <p:cNvSpPr/>
            <p:nvPr/>
          </p:nvSpPr>
          <p:spPr>
            <a:xfrm>
              <a:off x="4009741" y="2515624"/>
              <a:ext cx="67361" cy="251014"/>
            </a:xfrm>
            <a:custGeom>
              <a:rect b="b" l="l" r="r" t="t"/>
              <a:pathLst>
                <a:path extrusionOk="0" h="16765" w="4499">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9" name="Google Shape;18279;p94"/>
            <p:cNvSpPr/>
            <p:nvPr/>
          </p:nvSpPr>
          <p:spPr>
            <a:xfrm>
              <a:off x="4210582" y="2432317"/>
              <a:ext cx="67346" cy="293087"/>
            </a:xfrm>
            <a:custGeom>
              <a:rect b="b" l="l" r="r" t="t"/>
              <a:pathLst>
                <a:path extrusionOk="0" h="19575" w="4498">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80" name="Google Shape;18280;p94"/>
          <p:cNvGrpSpPr/>
          <p:nvPr/>
        </p:nvGrpSpPr>
        <p:grpSpPr>
          <a:xfrm>
            <a:off x="1810528" y="1793115"/>
            <a:ext cx="265373" cy="351944"/>
            <a:chOff x="1802465" y="1962854"/>
            <a:chExt cx="265373" cy="351944"/>
          </a:xfrm>
        </p:grpSpPr>
        <p:sp>
          <p:nvSpPr>
            <p:cNvPr id="18281" name="Google Shape;18281;p94"/>
            <p:cNvSpPr/>
            <p:nvPr/>
          </p:nvSpPr>
          <p:spPr>
            <a:xfrm>
              <a:off x="1802465" y="2243020"/>
              <a:ext cx="265373" cy="71778"/>
            </a:xfrm>
            <a:custGeom>
              <a:rect b="b" l="l" r="r" t="t"/>
              <a:pathLst>
                <a:path extrusionOk="0" h="4794" w="17724">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2" name="Google Shape;18282;p94"/>
            <p:cNvSpPr/>
            <p:nvPr/>
          </p:nvSpPr>
          <p:spPr>
            <a:xfrm>
              <a:off x="1802465" y="2208074"/>
              <a:ext cx="265373" cy="83442"/>
            </a:xfrm>
            <a:custGeom>
              <a:rect b="b" l="l" r="r" t="t"/>
              <a:pathLst>
                <a:path extrusionOk="0" h="5573" w="17724">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3" name="Google Shape;18283;p94"/>
            <p:cNvSpPr/>
            <p:nvPr/>
          </p:nvSpPr>
          <p:spPr>
            <a:xfrm>
              <a:off x="1802465" y="1962854"/>
              <a:ext cx="35889" cy="316069"/>
            </a:xfrm>
            <a:custGeom>
              <a:rect b="b" l="l" r="r" t="t"/>
              <a:pathLst>
                <a:path extrusionOk="0" h="21110" w="2397">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4" name="Google Shape;18284;p94"/>
            <p:cNvSpPr/>
            <p:nvPr/>
          </p:nvSpPr>
          <p:spPr>
            <a:xfrm>
              <a:off x="1837082" y="2286141"/>
              <a:ext cx="230756" cy="8834"/>
            </a:xfrm>
            <a:custGeom>
              <a:rect b="b" l="l" r="r" t="t"/>
              <a:pathLst>
                <a:path extrusionOk="0" h="590" w="15412">
                  <a:moveTo>
                    <a:pt x="1" y="1"/>
                  </a:moveTo>
                  <a:lnTo>
                    <a:pt x="1" y="589"/>
                  </a:lnTo>
                  <a:lnTo>
                    <a:pt x="15412" y="589"/>
                  </a:lnTo>
                  <a:lnTo>
                    <a:pt x="15412" y="1"/>
                  </a:ln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5" name="Google Shape;18285;p94"/>
            <p:cNvSpPr/>
            <p:nvPr/>
          </p:nvSpPr>
          <p:spPr>
            <a:xfrm>
              <a:off x="1900041" y="2262843"/>
              <a:ext cx="167797" cy="9148"/>
            </a:xfrm>
            <a:custGeom>
              <a:rect b="b" l="l" r="r" t="t"/>
              <a:pathLst>
                <a:path extrusionOk="0" h="611" w="11207">
                  <a:moveTo>
                    <a:pt x="1" y="1"/>
                  </a:moveTo>
                  <a:lnTo>
                    <a:pt x="1" y="611"/>
                  </a:lnTo>
                  <a:lnTo>
                    <a:pt x="11207" y="611"/>
                  </a:lnTo>
                  <a:lnTo>
                    <a:pt x="11207" y="1"/>
                  </a:ln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6" name="Google Shape;18286;p94"/>
            <p:cNvSpPr/>
            <p:nvPr/>
          </p:nvSpPr>
          <p:spPr>
            <a:xfrm>
              <a:off x="1838339" y="1962854"/>
              <a:ext cx="229498" cy="280180"/>
            </a:xfrm>
            <a:custGeom>
              <a:rect b="b" l="l" r="r" t="t"/>
              <a:pathLst>
                <a:path extrusionOk="0" h="18713" w="15328">
                  <a:moveTo>
                    <a:pt x="1" y="1"/>
                  </a:moveTo>
                  <a:lnTo>
                    <a:pt x="1" y="18712"/>
                  </a:lnTo>
                  <a:lnTo>
                    <a:pt x="15328" y="18712"/>
                  </a:lnTo>
                  <a:lnTo>
                    <a:pt x="15328" y="1"/>
                  </a:ln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7" name="Google Shape;18287;p94"/>
            <p:cNvSpPr/>
            <p:nvPr/>
          </p:nvSpPr>
          <p:spPr>
            <a:xfrm>
              <a:off x="1854091" y="1978905"/>
              <a:ext cx="197697" cy="248394"/>
            </a:xfrm>
            <a:custGeom>
              <a:rect b="b" l="l" r="r" t="t"/>
              <a:pathLst>
                <a:path extrusionOk="0" h="16590" w="13204">
                  <a:moveTo>
                    <a:pt x="0" y="1"/>
                  </a:moveTo>
                  <a:lnTo>
                    <a:pt x="0" y="16589"/>
                  </a:lnTo>
                  <a:lnTo>
                    <a:pt x="13203" y="16589"/>
                  </a:lnTo>
                  <a:lnTo>
                    <a:pt x="13203" y="1"/>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88" name="Google Shape;18288;p94"/>
          <p:cNvGrpSpPr/>
          <p:nvPr/>
        </p:nvGrpSpPr>
        <p:grpSpPr>
          <a:xfrm>
            <a:off x="3520133" y="1786482"/>
            <a:ext cx="373983" cy="363622"/>
            <a:chOff x="3512070" y="1956222"/>
            <a:chExt cx="373983" cy="363622"/>
          </a:xfrm>
        </p:grpSpPr>
        <p:sp>
          <p:nvSpPr>
            <p:cNvPr id="18289" name="Google Shape;18289;p94"/>
            <p:cNvSpPr/>
            <p:nvPr/>
          </p:nvSpPr>
          <p:spPr>
            <a:xfrm>
              <a:off x="3547316" y="2232314"/>
              <a:ext cx="316069" cy="53841"/>
            </a:xfrm>
            <a:custGeom>
              <a:rect b="b" l="l" r="r" t="t"/>
              <a:pathLst>
                <a:path extrusionOk="0" h="3596" w="2111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0" name="Google Shape;18290;p94"/>
            <p:cNvSpPr/>
            <p:nvPr/>
          </p:nvSpPr>
          <p:spPr>
            <a:xfrm>
              <a:off x="3548903" y="2232314"/>
              <a:ext cx="314482" cy="53841"/>
            </a:xfrm>
            <a:custGeom>
              <a:rect b="b" l="l" r="r" t="t"/>
              <a:pathLst>
                <a:path extrusionOk="0" h="3596" w="21004">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1" name="Google Shape;18291;p94"/>
            <p:cNvSpPr/>
            <p:nvPr/>
          </p:nvSpPr>
          <p:spPr>
            <a:xfrm>
              <a:off x="3515215" y="2198312"/>
              <a:ext cx="370524" cy="121217"/>
            </a:xfrm>
            <a:custGeom>
              <a:rect b="b" l="l" r="r" t="t"/>
              <a:pathLst>
                <a:path extrusionOk="0" h="8096" w="24747">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2" name="Google Shape;18292;p94"/>
            <p:cNvSpPr/>
            <p:nvPr/>
          </p:nvSpPr>
          <p:spPr>
            <a:xfrm>
              <a:off x="3864628" y="2198626"/>
              <a:ext cx="21426" cy="33703"/>
            </a:xfrm>
            <a:custGeom>
              <a:rect b="b" l="l" r="r" t="t"/>
              <a:pathLst>
                <a:path extrusionOk="0" h="2251" w="1431">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3" name="Google Shape;18293;p94"/>
            <p:cNvSpPr/>
            <p:nvPr/>
          </p:nvSpPr>
          <p:spPr>
            <a:xfrm>
              <a:off x="3864628" y="2286141"/>
              <a:ext cx="21426" cy="33703"/>
            </a:xfrm>
            <a:custGeom>
              <a:rect b="b" l="l" r="r" t="t"/>
              <a:pathLst>
                <a:path extrusionOk="0" h="2251" w="1431">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4" name="Google Shape;18294;p94"/>
            <p:cNvSpPr/>
            <p:nvPr/>
          </p:nvSpPr>
          <p:spPr>
            <a:xfrm>
              <a:off x="3574401" y="2259070"/>
              <a:ext cx="52583" cy="52838"/>
            </a:xfrm>
            <a:custGeom>
              <a:rect b="b" l="l" r="r" t="t"/>
              <a:pathLst>
                <a:path extrusionOk="0" h="3529" w="3512">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5" name="Google Shape;18295;p94"/>
            <p:cNvSpPr/>
            <p:nvPr/>
          </p:nvSpPr>
          <p:spPr>
            <a:xfrm>
              <a:off x="3547316" y="1990239"/>
              <a:ext cx="316069" cy="53841"/>
            </a:xfrm>
            <a:custGeom>
              <a:rect b="b" l="l" r="r" t="t"/>
              <a:pathLst>
                <a:path extrusionOk="0" h="3596" w="2111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6" name="Google Shape;18296;p94"/>
            <p:cNvSpPr/>
            <p:nvPr/>
          </p:nvSpPr>
          <p:spPr>
            <a:xfrm>
              <a:off x="3548903" y="1990239"/>
              <a:ext cx="314482" cy="53841"/>
            </a:xfrm>
            <a:custGeom>
              <a:rect b="b" l="l" r="r" t="t"/>
              <a:pathLst>
                <a:path extrusionOk="0" h="3596" w="21004">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7" name="Google Shape;18297;p94"/>
            <p:cNvSpPr/>
            <p:nvPr/>
          </p:nvSpPr>
          <p:spPr>
            <a:xfrm>
              <a:off x="3512070" y="1956222"/>
              <a:ext cx="373669" cy="121247"/>
            </a:xfrm>
            <a:custGeom>
              <a:rect b="b" l="l" r="r" t="t"/>
              <a:pathLst>
                <a:path extrusionOk="0" h="8098" w="24957">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8" name="Google Shape;18298;p94"/>
            <p:cNvSpPr/>
            <p:nvPr/>
          </p:nvSpPr>
          <p:spPr>
            <a:xfrm>
              <a:off x="3864628" y="1956566"/>
              <a:ext cx="21426" cy="33688"/>
            </a:xfrm>
            <a:custGeom>
              <a:rect b="b" l="l" r="r" t="t"/>
              <a:pathLst>
                <a:path extrusionOk="0" h="2250" w="1431">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9" name="Google Shape;18299;p94"/>
            <p:cNvSpPr/>
            <p:nvPr/>
          </p:nvSpPr>
          <p:spPr>
            <a:xfrm>
              <a:off x="3864628" y="2044065"/>
              <a:ext cx="21426" cy="33703"/>
            </a:xfrm>
            <a:custGeom>
              <a:rect b="b" l="l" r="r" t="t"/>
              <a:pathLst>
                <a:path extrusionOk="0" h="2251" w="1431">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0" name="Google Shape;18300;p94"/>
            <p:cNvSpPr/>
            <p:nvPr/>
          </p:nvSpPr>
          <p:spPr>
            <a:xfrm>
              <a:off x="3574401" y="2016995"/>
              <a:ext cx="52583" cy="52733"/>
            </a:xfrm>
            <a:custGeom>
              <a:rect b="b" l="l" r="r" t="t"/>
              <a:pathLst>
                <a:path extrusionOk="0" h="3522" w="3512">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1" name="Google Shape;18301;p94"/>
            <p:cNvSpPr/>
            <p:nvPr/>
          </p:nvSpPr>
          <p:spPr>
            <a:xfrm>
              <a:off x="3536311" y="2111127"/>
              <a:ext cx="315740" cy="53841"/>
            </a:xfrm>
            <a:custGeom>
              <a:rect b="b" l="l" r="r" t="t"/>
              <a:pathLst>
                <a:path extrusionOk="0" h="3596" w="21088">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2" name="Google Shape;18302;p94"/>
            <p:cNvSpPr/>
            <p:nvPr/>
          </p:nvSpPr>
          <p:spPr>
            <a:xfrm>
              <a:off x="3536311" y="2111127"/>
              <a:ext cx="315740" cy="53841"/>
            </a:xfrm>
            <a:custGeom>
              <a:rect b="b" l="l" r="r" t="t"/>
              <a:pathLst>
                <a:path extrusionOk="0" h="3596" w="21088">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3" name="Google Shape;18303;p94"/>
            <p:cNvSpPr/>
            <p:nvPr/>
          </p:nvSpPr>
          <p:spPr>
            <a:xfrm>
              <a:off x="3513642" y="2077439"/>
              <a:ext cx="370509" cy="120888"/>
            </a:xfrm>
            <a:custGeom>
              <a:rect b="b" l="l" r="r" t="t"/>
              <a:pathLst>
                <a:path extrusionOk="0" h="8074" w="24746">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4" name="Google Shape;18304;p94"/>
            <p:cNvSpPr/>
            <p:nvPr/>
          </p:nvSpPr>
          <p:spPr>
            <a:xfrm>
              <a:off x="3806385" y="2077753"/>
              <a:ext cx="77767" cy="120888"/>
            </a:xfrm>
            <a:custGeom>
              <a:rect b="b" l="l" r="r" t="t"/>
              <a:pathLst>
                <a:path extrusionOk="0" h="8074" w="5194">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5" name="Google Shape;18305;p94"/>
            <p:cNvSpPr/>
            <p:nvPr/>
          </p:nvSpPr>
          <p:spPr>
            <a:xfrm>
              <a:off x="3772397" y="2138182"/>
              <a:ext cx="52898" cy="52568"/>
            </a:xfrm>
            <a:custGeom>
              <a:rect b="b" l="l" r="r" t="t"/>
              <a:pathLst>
                <a:path extrusionOk="0" h="3511" w="3533">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06" name="Google Shape;18306;p94"/>
          <p:cNvGrpSpPr/>
          <p:nvPr/>
        </p:nvGrpSpPr>
        <p:grpSpPr>
          <a:xfrm>
            <a:off x="850746" y="2225012"/>
            <a:ext cx="345640" cy="356660"/>
            <a:chOff x="842683" y="2394751"/>
            <a:chExt cx="345640" cy="356660"/>
          </a:xfrm>
        </p:grpSpPr>
        <p:sp>
          <p:nvSpPr>
            <p:cNvPr id="18307" name="Google Shape;18307;p94"/>
            <p:cNvSpPr/>
            <p:nvPr/>
          </p:nvSpPr>
          <p:spPr>
            <a:xfrm>
              <a:off x="1099042" y="2499888"/>
              <a:ext cx="89266" cy="107353"/>
            </a:xfrm>
            <a:custGeom>
              <a:rect b="b" l="l" r="r" t="t"/>
              <a:pathLst>
                <a:path extrusionOk="0" h="7170" w="5962">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8" name="Google Shape;18308;p94"/>
            <p:cNvSpPr/>
            <p:nvPr/>
          </p:nvSpPr>
          <p:spPr>
            <a:xfrm>
              <a:off x="1098908" y="2603138"/>
              <a:ext cx="89416" cy="47852"/>
            </a:xfrm>
            <a:custGeom>
              <a:rect b="b" l="l" r="r" t="t"/>
              <a:pathLst>
                <a:path extrusionOk="0" h="3196" w="5972">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9" name="Google Shape;18309;p94"/>
            <p:cNvSpPr/>
            <p:nvPr/>
          </p:nvSpPr>
          <p:spPr>
            <a:xfrm>
              <a:off x="1127236" y="2603138"/>
              <a:ext cx="61088" cy="48182"/>
            </a:xfrm>
            <a:custGeom>
              <a:rect b="b" l="l" r="r" t="t"/>
              <a:pathLst>
                <a:path extrusionOk="0" h="3218" w="408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0" name="Google Shape;18310;p94"/>
            <p:cNvSpPr/>
            <p:nvPr/>
          </p:nvSpPr>
          <p:spPr>
            <a:xfrm>
              <a:off x="842803" y="2499888"/>
              <a:ext cx="89281" cy="107353"/>
            </a:xfrm>
            <a:custGeom>
              <a:rect b="b" l="l" r="r" t="t"/>
              <a:pathLst>
                <a:path extrusionOk="0" h="7170" w="5963">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1" name="Google Shape;18311;p94"/>
            <p:cNvSpPr/>
            <p:nvPr/>
          </p:nvSpPr>
          <p:spPr>
            <a:xfrm>
              <a:off x="842683" y="2603138"/>
              <a:ext cx="89715" cy="47867"/>
            </a:xfrm>
            <a:custGeom>
              <a:rect b="b" l="l" r="r" t="t"/>
              <a:pathLst>
                <a:path extrusionOk="0" h="3197" w="5992">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2" name="Google Shape;18312;p94"/>
            <p:cNvSpPr/>
            <p:nvPr/>
          </p:nvSpPr>
          <p:spPr>
            <a:xfrm>
              <a:off x="871011" y="2603138"/>
              <a:ext cx="61073" cy="48182"/>
            </a:xfrm>
            <a:custGeom>
              <a:rect b="b" l="l" r="r" t="t"/>
              <a:pathLst>
                <a:path extrusionOk="0" h="3218" w="4079">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3" name="Google Shape;18313;p94"/>
            <p:cNvSpPr/>
            <p:nvPr/>
          </p:nvSpPr>
          <p:spPr>
            <a:xfrm>
              <a:off x="1003533" y="2433470"/>
              <a:ext cx="23941" cy="274506"/>
            </a:xfrm>
            <a:custGeom>
              <a:rect b="b" l="l" r="r" t="t"/>
              <a:pathLst>
                <a:path extrusionOk="0" h="18334" w="1599">
                  <a:moveTo>
                    <a:pt x="0" y="0"/>
                  </a:moveTo>
                  <a:lnTo>
                    <a:pt x="0" y="18333"/>
                  </a:lnTo>
                  <a:lnTo>
                    <a:pt x="1598" y="18333"/>
                  </a:lnTo>
                  <a:lnTo>
                    <a:pt x="1598"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4" name="Google Shape;18314;p94"/>
            <p:cNvSpPr/>
            <p:nvPr/>
          </p:nvSpPr>
          <p:spPr>
            <a:xfrm>
              <a:off x="1015496" y="2433470"/>
              <a:ext cx="11978" cy="274506"/>
            </a:xfrm>
            <a:custGeom>
              <a:rect b="b" l="l" r="r" t="t"/>
              <a:pathLst>
                <a:path extrusionOk="0" h="18334" w="800">
                  <a:moveTo>
                    <a:pt x="0" y="0"/>
                  </a:moveTo>
                  <a:lnTo>
                    <a:pt x="0" y="18333"/>
                  </a:lnTo>
                  <a:lnTo>
                    <a:pt x="799" y="18333"/>
                  </a:lnTo>
                  <a:lnTo>
                    <a:pt x="799" y="0"/>
                  </a:lnTo>
                  <a:close/>
                </a:path>
              </a:pathLst>
            </a:custGeom>
            <a:solidFill>
              <a:srgbClr val="798F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5" name="Google Shape;18315;p94"/>
            <p:cNvSpPr/>
            <p:nvPr/>
          </p:nvSpPr>
          <p:spPr>
            <a:xfrm>
              <a:off x="932698" y="2697570"/>
              <a:ext cx="165910" cy="34646"/>
            </a:xfrm>
            <a:custGeom>
              <a:rect b="b" l="l" r="r" t="t"/>
              <a:pathLst>
                <a:path extrusionOk="0" h="2314" w="11081">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6" name="Google Shape;18316;p94"/>
            <p:cNvSpPr/>
            <p:nvPr/>
          </p:nvSpPr>
          <p:spPr>
            <a:xfrm>
              <a:off x="993771" y="2394751"/>
              <a:ext cx="43465" cy="43450"/>
            </a:xfrm>
            <a:custGeom>
              <a:rect b="b" l="l" r="r" t="t"/>
              <a:pathLst>
                <a:path extrusionOk="0" h="2902" w="2903">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7" name="Google Shape;18317;p94"/>
            <p:cNvSpPr/>
            <p:nvPr/>
          </p:nvSpPr>
          <p:spPr>
            <a:xfrm>
              <a:off x="996286" y="2397266"/>
              <a:ext cx="45037" cy="40950"/>
            </a:xfrm>
            <a:custGeom>
              <a:rect b="b" l="l" r="r" t="t"/>
              <a:pathLst>
                <a:path extrusionOk="0" h="2735" w="3008">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8" name="Google Shape;18318;p94"/>
            <p:cNvSpPr/>
            <p:nvPr/>
          </p:nvSpPr>
          <p:spPr>
            <a:xfrm>
              <a:off x="844570" y="2454237"/>
              <a:ext cx="341867" cy="50068"/>
            </a:xfrm>
            <a:custGeom>
              <a:rect b="b" l="l" r="r" t="t"/>
              <a:pathLst>
                <a:path extrusionOk="0" h="3344" w="22833">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9" name="Google Shape;18319;p94"/>
            <p:cNvSpPr/>
            <p:nvPr/>
          </p:nvSpPr>
          <p:spPr>
            <a:xfrm>
              <a:off x="844570" y="2466499"/>
              <a:ext cx="341867" cy="37821"/>
            </a:xfrm>
            <a:custGeom>
              <a:rect b="b" l="l" r="r" t="t"/>
              <a:pathLst>
                <a:path extrusionOk="0" h="2526" w="22833">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0" name="Google Shape;18320;p94"/>
            <p:cNvSpPr/>
            <p:nvPr/>
          </p:nvSpPr>
          <p:spPr>
            <a:xfrm>
              <a:off x="932698" y="2697555"/>
              <a:ext cx="165910" cy="34661"/>
            </a:xfrm>
            <a:custGeom>
              <a:rect b="b" l="l" r="r" t="t"/>
              <a:pathLst>
                <a:path extrusionOk="0" h="2315" w="11081">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1" name="Google Shape;18321;p94"/>
            <p:cNvSpPr/>
            <p:nvPr/>
          </p:nvSpPr>
          <p:spPr>
            <a:xfrm>
              <a:off x="906885" y="2723068"/>
              <a:ext cx="217221" cy="28343"/>
            </a:xfrm>
            <a:custGeom>
              <a:rect b="b" l="l" r="r" t="t"/>
              <a:pathLst>
                <a:path extrusionOk="0" h="1893" w="14508">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2" name="Google Shape;18322;p94"/>
            <p:cNvSpPr/>
            <p:nvPr/>
          </p:nvSpPr>
          <p:spPr>
            <a:xfrm>
              <a:off x="907200" y="2723068"/>
              <a:ext cx="216907" cy="28029"/>
            </a:xfrm>
            <a:custGeom>
              <a:rect b="b" l="l" r="r" t="t"/>
              <a:pathLst>
                <a:path extrusionOk="0" h="1872" w="14487">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23" name="Google Shape;18323;p94"/>
          <p:cNvGrpSpPr/>
          <p:nvPr/>
        </p:nvGrpSpPr>
        <p:grpSpPr>
          <a:xfrm>
            <a:off x="1298678" y="2229728"/>
            <a:ext cx="336836" cy="342511"/>
            <a:chOff x="1290615" y="2399467"/>
            <a:chExt cx="336836" cy="342511"/>
          </a:xfrm>
        </p:grpSpPr>
        <p:sp>
          <p:nvSpPr>
            <p:cNvPr id="18324" name="Google Shape;18324;p94"/>
            <p:cNvSpPr/>
            <p:nvPr/>
          </p:nvSpPr>
          <p:spPr>
            <a:xfrm>
              <a:off x="1399226" y="2683720"/>
              <a:ext cx="119316" cy="39363"/>
            </a:xfrm>
            <a:custGeom>
              <a:rect b="b" l="l" r="r" t="t"/>
              <a:pathLst>
                <a:path extrusionOk="0" h="2629" w="7969">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5" name="Google Shape;18325;p94"/>
            <p:cNvSpPr/>
            <p:nvPr/>
          </p:nvSpPr>
          <p:spPr>
            <a:xfrm>
              <a:off x="1321788" y="2662624"/>
              <a:ext cx="58872" cy="79354"/>
            </a:xfrm>
            <a:custGeom>
              <a:rect b="b" l="l" r="r" t="t"/>
              <a:pathLst>
                <a:path extrusionOk="0" h="5300" w="3932">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6" name="Google Shape;18326;p94"/>
            <p:cNvSpPr/>
            <p:nvPr/>
          </p:nvSpPr>
          <p:spPr>
            <a:xfrm>
              <a:off x="1540866" y="2676159"/>
              <a:ext cx="58887" cy="65819"/>
            </a:xfrm>
            <a:custGeom>
              <a:rect b="b" l="l" r="r" t="t"/>
              <a:pathLst>
                <a:path extrusionOk="0" h="4396" w="3933">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7" name="Google Shape;18327;p94"/>
            <p:cNvSpPr/>
            <p:nvPr/>
          </p:nvSpPr>
          <p:spPr>
            <a:xfrm>
              <a:off x="1290615" y="2471560"/>
              <a:ext cx="115857" cy="80283"/>
            </a:xfrm>
            <a:custGeom>
              <a:rect b="b" l="l" r="r" t="t"/>
              <a:pathLst>
                <a:path extrusionOk="0" h="5362" w="7738">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8" name="Google Shape;18328;p94"/>
            <p:cNvSpPr/>
            <p:nvPr/>
          </p:nvSpPr>
          <p:spPr>
            <a:xfrm>
              <a:off x="1555045" y="2471859"/>
              <a:ext cx="72407" cy="79983"/>
            </a:xfrm>
            <a:custGeom>
              <a:rect b="b" l="l" r="r" t="t"/>
              <a:pathLst>
                <a:path extrusionOk="0" h="5342" w="4836">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9" name="Google Shape;18329;p94"/>
            <p:cNvSpPr/>
            <p:nvPr/>
          </p:nvSpPr>
          <p:spPr>
            <a:xfrm>
              <a:off x="1313598" y="2399467"/>
              <a:ext cx="290871" cy="263172"/>
            </a:xfrm>
            <a:custGeom>
              <a:rect b="b" l="l" r="r" t="t"/>
              <a:pathLst>
                <a:path extrusionOk="0" h="17577" w="19427">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0" name="Google Shape;18330;p94"/>
            <p:cNvSpPr/>
            <p:nvPr/>
          </p:nvSpPr>
          <p:spPr>
            <a:xfrm>
              <a:off x="1313598" y="2399467"/>
              <a:ext cx="77138" cy="263172"/>
            </a:xfrm>
            <a:custGeom>
              <a:rect b="b" l="l" r="r" t="t"/>
              <a:pathLst>
                <a:path extrusionOk="0" h="17577" w="5152">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1" name="Google Shape;18331;p94"/>
            <p:cNvSpPr/>
            <p:nvPr/>
          </p:nvSpPr>
          <p:spPr>
            <a:xfrm>
              <a:off x="1332793" y="2446376"/>
              <a:ext cx="252481" cy="129392"/>
            </a:xfrm>
            <a:custGeom>
              <a:rect b="b" l="l" r="r" t="t"/>
              <a:pathLst>
                <a:path extrusionOk="0" h="8642" w="16863">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2" name="Google Shape;18332;p94"/>
            <p:cNvSpPr/>
            <p:nvPr/>
          </p:nvSpPr>
          <p:spPr>
            <a:xfrm>
              <a:off x="1332479" y="2446376"/>
              <a:ext cx="44094" cy="129392"/>
            </a:xfrm>
            <a:custGeom>
              <a:rect b="b" l="l" r="r" t="t"/>
              <a:pathLst>
                <a:path extrusionOk="0" h="8642" w="2945">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3" name="Google Shape;18333;p94"/>
            <p:cNvSpPr/>
            <p:nvPr/>
          </p:nvSpPr>
          <p:spPr>
            <a:xfrm>
              <a:off x="1332479" y="2446376"/>
              <a:ext cx="252796" cy="38105"/>
            </a:xfrm>
            <a:custGeom>
              <a:rect b="b" l="l" r="r" t="t"/>
              <a:pathLst>
                <a:path extrusionOk="0" h="2545" w="16884">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4" name="Google Shape;18334;p94"/>
            <p:cNvSpPr/>
            <p:nvPr/>
          </p:nvSpPr>
          <p:spPr>
            <a:xfrm>
              <a:off x="1335323" y="2597464"/>
              <a:ext cx="40935" cy="40620"/>
            </a:xfrm>
            <a:custGeom>
              <a:rect b="b" l="l" r="r" t="t"/>
              <a:pathLst>
                <a:path extrusionOk="0" h="2713" w="2734">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5" name="Google Shape;18335;p94"/>
            <p:cNvSpPr/>
            <p:nvPr/>
          </p:nvSpPr>
          <p:spPr>
            <a:xfrm>
              <a:off x="1541824" y="2597464"/>
              <a:ext cx="40620" cy="40620"/>
            </a:xfrm>
            <a:custGeom>
              <a:rect b="b" l="l" r="r" t="t"/>
              <a:pathLst>
                <a:path extrusionOk="0" h="2713" w="2713">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6" name="Google Shape;18336;p94"/>
            <p:cNvSpPr/>
            <p:nvPr/>
          </p:nvSpPr>
          <p:spPr>
            <a:xfrm>
              <a:off x="1327448" y="2441331"/>
              <a:ext cx="263172" cy="139783"/>
            </a:xfrm>
            <a:custGeom>
              <a:rect b="b" l="l" r="r" t="t"/>
              <a:pathLst>
                <a:path extrusionOk="0" h="9336" w="17577">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7" name="Google Shape;18337;p94"/>
            <p:cNvSpPr/>
            <p:nvPr/>
          </p:nvSpPr>
          <p:spPr>
            <a:xfrm>
              <a:off x="1321459"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8" name="Google Shape;18338;p94"/>
            <p:cNvSpPr/>
            <p:nvPr/>
          </p:nvSpPr>
          <p:spPr>
            <a:xfrm>
              <a:off x="1527960"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9" name="Google Shape;18339;p94"/>
            <p:cNvSpPr/>
            <p:nvPr/>
          </p:nvSpPr>
          <p:spPr>
            <a:xfrm>
              <a:off x="1401427" y="2594005"/>
              <a:ext cx="115228" cy="84385"/>
            </a:xfrm>
            <a:custGeom>
              <a:rect b="b" l="l" r="r" t="t"/>
              <a:pathLst>
                <a:path extrusionOk="0" h="5636" w="7696">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0" name="Google Shape;18340;p94"/>
            <p:cNvSpPr/>
            <p:nvPr/>
          </p:nvSpPr>
          <p:spPr>
            <a:xfrm>
              <a:off x="1396067" y="2588660"/>
              <a:ext cx="125619" cy="70520"/>
            </a:xfrm>
            <a:custGeom>
              <a:rect b="b" l="l" r="r" t="t"/>
              <a:pathLst>
                <a:path extrusionOk="0" h="4710" w="839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1" name="Google Shape;18341;p94"/>
            <p:cNvSpPr/>
            <p:nvPr/>
          </p:nvSpPr>
          <p:spPr>
            <a:xfrm>
              <a:off x="1301950" y="2659165"/>
              <a:ext cx="317956" cy="49125"/>
            </a:xfrm>
            <a:custGeom>
              <a:rect b="b" l="l" r="r" t="t"/>
              <a:pathLst>
                <a:path extrusionOk="0" h="3281" w="21236">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2" name="Google Shape;18342;p94"/>
            <p:cNvSpPr/>
            <p:nvPr/>
          </p:nvSpPr>
          <p:spPr>
            <a:xfrm>
              <a:off x="1301950" y="2659165"/>
              <a:ext cx="45666" cy="49125"/>
            </a:xfrm>
            <a:custGeom>
              <a:rect b="b" l="l" r="r" t="t"/>
              <a:pathLst>
                <a:path extrusionOk="0" h="3281" w="305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43" name="Google Shape;18343;p94"/>
          <p:cNvGrpSpPr/>
          <p:nvPr/>
        </p:nvGrpSpPr>
        <p:grpSpPr>
          <a:xfrm>
            <a:off x="1756372" y="2238861"/>
            <a:ext cx="308508" cy="333378"/>
            <a:chOff x="1748310" y="2408601"/>
            <a:chExt cx="308508" cy="333378"/>
          </a:xfrm>
        </p:grpSpPr>
        <p:sp>
          <p:nvSpPr>
            <p:cNvPr id="18344" name="Google Shape;18344;p94"/>
            <p:cNvSpPr/>
            <p:nvPr/>
          </p:nvSpPr>
          <p:spPr>
            <a:xfrm>
              <a:off x="1748310" y="2433470"/>
              <a:ext cx="308508" cy="308508"/>
            </a:xfrm>
            <a:custGeom>
              <a:rect b="b" l="l" r="r" t="t"/>
              <a:pathLst>
                <a:path extrusionOk="0" h="20605" w="20605">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5" name="Google Shape;18345;p94"/>
            <p:cNvSpPr/>
            <p:nvPr/>
          </p:nvSpPr>
          <p:spPr>
            <a:xfrm>
              <a:off x="2022187" y="2433470"/>
              <a:ext cx="34631" cy="308508"/>
            </a:xfrm>
            <a:custGeom>
              <a:rect b="b" l="l" r="r" t="t"/>
              <a:pathLst>
                <a:path extrusionOk="0" h="20605" w="2313">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6" name="Google Shape;18346;p94"/>
            <p:cNvSpPr/>
            <p:nvPr/>
          </p:nvSpPr>
          <p:spPr>
            <a:xfrm>
              <a:off x="1748310" y="2433470"/>
              <a:ext cx="308508" cy="55728"/>
            </a:xfrm>
            <a:custGeom>
              <a:rect b="b" l="l" r="r" t="t"/>
              <a:pathLst>
                <a:path extrusionOk="0" h="3722" w="20605">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7" name="Google Shape;18347;p94"/>
            <p:cNvSpPr/>
            <p:nvPr/>
          </p:nvSpPr>
          <p:spPr>
            <a:xfrm>
              <a:off x="2022187" y="2433470"/>
              <a:ext cx="34631" cy="55728"/>
            </a:xfrm>
            <a:custGeom>
              <a:rect b="b" l="l" r="r" t="t"/>
              <a:pathLst>
                <a:path extrusionOk="0" h="3722" w="2313">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8" name="Google Shape;18348;p94"/>
            <p:cNvSpPr/>
            <p:nvPr/>
          </p:nvSpPr>
          <p:spPr>
            <a:xfrm>
              <a:off x="1780111" y="2408601"/>
              <a:ext cx="28657" cy="49754"/>
            </a:xfrm>
            <a:custGeom>
              <a:rect b="b" l="l" r="r" t="t"/>
              <a:pathLst>
                <a:path extrusionOk="0" h="3323" w="1914">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9" name="Google Shape;18349;p94"/>
            <p:cNvSpPr/>
            <p:nvPr/>
          </p:nvSpPr>
          <p:spPr>
            <a:xfrm>
              <a:off x="1852189" y="2408601"/>
              <a:ext cx="28358" cy="49754"/>
            </a:xfrm>
            <a:custGeom>
              <a:rect b="b" l="l" r="r" t="t"/>
              <a:pathLst>
                <a:path extrusionOk="0" h="3323" w="1894">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0" name="Google Shape;18350;p94"/>
            <p:cNvSpPr/>
            <p:nvPr/>
          </p:nvSpPr>
          <p:spPr>
            <a:xfrm>
              <a:off x="1924282" y="2408601"/>
              <a:ext cx="28343" cy="49754"/>
            </a:xfrm>
            <a:custGeom>
              <a:rect b="b" l="l" r="r" t="t"/>
              <a:pathLst>
                <a:path extrusionOk="0" h="3323" w="1893">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1" name="Google Shape;18351;p94"/>
            <p:cNvSpPr/>
            <p:nvPr/>
          </p:nvSpPr>
          <p:spPr>
            <a:xfrm>
              <a:off x="1996060" y="2408601"/>
              <a:ext cx="28657" cy="49754"/>
            </a:xfrm>
            <a:custGeom>
              <a:rect b="b" l="l" r="r" t="t"/>
              <a:pathLst>
                <a:path extrusionOk="0" h="3323" w="1914">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52" name="Google Shape;18352;p94"/>
          <p:cNvGrpSpPr/>
          <p:nvPr/>
        </p:nvGrpSpPr>
        <p:grpSpPr>
          <a:xfrm>
            <a:off x="3052676" y="2248294"/>
            <a:ext cx="376184" cy="315141"/>
            <a:chOff x="3044614" y="2418033"/>
            <a:chExt cx="376184" cy="315141"/>
          </a:xfrm>
        </p:grpSpPr>
        <p:sp>
          <p:nvSpPr>
            <p:cNvPr id="18353" name="Google Shape;18353;p94"/>
            <p:cNvSpPr/>
            <p:nvPr/>
          </p:nvSpPr>
          <p:spPr>
            <a:xfrm>
              <a:off x="3326965" y="2418033"/>
              <a:ext cx="93833" cy="233601"/>
            </a:xfrm>
            <a:custGeom>
              <a:rect b="b" l="l" r="r" t="t"/>
              <a:pathLst>
                <a:path extrusionOk="0" h="15602" w="6267">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4" name="Google Shape;18354;p94"/>
            <p:cNvSpPr/>
            <p:nvPr/>
          </p:nvSpPr>
          <p:spPr>
            <a:xfrm>
              <a:off x="3393398" y="2639656"/>
              <a:ext cx="27400" cy="29286"/>
            </a:xfrm>
            <a:custGeom>
              <a:rect b="b" l="l" r="r" t="t"/>
              <a:pathLst>
                <a:path extrusionOk="0" h="1956" w="183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5" name="Google Shape;18355;p94"/>
            <p:cNvSpPr/>
            <p:nvPr/>
          </p:nvSpPr>
          <p:spPr>
            <a:xfrm>
              <a:off x="3044928" y="2418033"/>
              <a:ext cx="93503" cy="233601"/>
            </a:xfrm>
            <a:custGeom>
              <a:rect b="b" l="l" r="r" t="t"/>
              <a:pathLst>
                <a:path extrusionOk="0" h="15602" w="6245">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6" name="Google Shape;18356;p94"/>
            <p:cNvSpPr/>
            <p:nvPr/>
          </p:nvSpPr>
          <p:spPr>
            <a:xfrm>
              <a:off x="3044614" y="2639641"/>
              <a:ext cx="27400" cy="29301"/>
            </a:xfrm>
            <a:custGeom>
              <a:rect b="b" l="l" r="r" t="t"/>
              <a:pathLst>
                <a:path extrusionOk="0" h="1957" w="183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7" name="Google Shape;18357;p94"/>
            <p:cNvSpPr/>
            <p:nvPr/>
          </p:nvSpPr>
          <p:spPr>
            <a:xfrm>
              <a:off x="3061922" y="2599275"/>
              <a:ext cx="341238" cy="133899"/>
            </a:xfrm>
            <a:custGeom>
              <a:rect b="b" l="l" r="r" t="t"/>
              <a:pathLst>
                <a:path extrusionOk="0" h="8943" w="22791">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8" name="Google Shape;18358;p94"/>
            <p:cNvSpPr/>
            <p:nvPr/>
          </p:nvSpPr>
          <p:spPr>
            <a:xfrm>
              <a:off x="3261176" y="2611628"/>
              <a:ext cx="129707" cy="108625"/>
            </a:xfrm>
            <a:custGeom>
              <a:rect b="b" l="l" r="r" t="t"/>
              <a:pathLst>
                <a:path extrusionOk="0" h="7255" w="8663">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9" name="Google Shape;18359;p94"/>
            <p:cNvSpPr/>
            <p:nvPr/>
          </p:nvSpPr>
          <p:spPr>
            <a:xfrm>
              <a:off x="3074828" y="2611628"/>
              <a:ext cx="129707" cy="108625"/>
            </a:xfrm>
            <a:custGeom>
              <a:rect b="b" l="l" r="r" t="t"/>
              <a:pathLst>
                <a:path extrusionOk="0" h="7255" w="8663">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0" name="Google Shape;18360;p94"/>
            <p:cNvSpPr/>
            <p:nvPr/>
          </p:nvSpPr>
          <p:spPr>
            <a:xfrm>
              <a:off x="3090250" y="2617302"/>
              <a:ext cx="102322" cy="95704"/>
            </a:xfrm>
            <a:custGeom>
              <a:rect b="b" l="l" r="r" t="t"/>
              <a:pathLst>
                <a:path extrusionOk="0" h="6392" w="6834">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1" name="Google Shape;18361;p94"/>
            <p:cNvSpPr/>
            <p:nvPr/>
          </p:nvSpPr>
          <p:spPr>
            <a:xfrm>
              <a:off x="3276613" y="2617302"/>
              <a:ext cx="102307" cy="95704"/>
            </a:xfrm>
            <a:custGeom>
              <a:rect b="b" l="l" r="r" t="t"/>
              <a:pathLst>
                <a:path extrusionOk="0" h="6392" w="6833">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62" name="Google Shape;18362;p94"/>
          <p:cNvGrpSpPr/>
          <p:nvPr/>
        </p:nvGrpSpPr>
        <p:grpSpPr>
          <a:xfrm>
            <a:off x="3951700" y="3645333"/>
            <a:ext cx="357933" cy="342676"/>
            <a:chOff x="3943638" y="3815072"/>
            <a:chExt cx="357933" cy="342676"/>
          </a:xfrm>
        </p:grpSpPr>
        <p:sp>
          <p:nvSpPr>
            <p:cNvPr id="18363" name="Google Shape;18363;p94"/>
            <p:cNvSpPr/>
            <p:nvPr/>
          </p:nvSpPr>
          <p:spPr>
            <a:xfrm>
              <a:off x="4136918" y="3996389"/>
              <a:ext cx="87215" cy="87514"/>
            </a:xfrm>
            <a:custGeom>
              <a:rect b="b" l="l" r="r" t="t"/>
              <a:pathLst>
                <a:path extrusionOk="0" h="5845" w="5825">
                  <a:moveTo>
                    <a:pt x="1073" y="0"/>
                  </a:moveTo>
                  <a:lnTo>
                    <a:pt x="1" y="1072"/>
                  </a:lnTo>
                  <a:lnTo>
                    <a:pt x="4752" y="5845"/>
                  </a:lnTo>
                  <a:lnTo>
                    <a:pt x="5824" y="4752"/>
                  </a:lnTo>
                  <a:lnTo>
                    <a:pt x="1073" y="0"/>
                  </a:ln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4" name="Google Shape;18364;p94"/>
            <p:cNvSpPr/>
            <p:nvPr/>
          </p:nvSpPr>
          <p:spPr>
            <a:xfrm>
              <a:off x="4173750" y="4034240"/>
              <a:ext cx="127820" cy="123508"/>
            </a:xfrm>
            <a:custGeom>
              <a:rect b="b" l="l" r="r" t="t"/>
              <a:pathLst>
                <a:path extrusionOk="0" h="8249" w="8537">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5" name="Google Shape;18365;p94"/>
            <p:cNvSpPr/>
            <p:nvPr/>
          </p:nvSpPr>
          <p:spPr>
            <a:xfrm>
              <a:off x="4173750" y="4042969"/>
              <a:ext cx="122460" cy="114779"/>
            </a:xfrm>
            <a:custGeom>
              <a:rect b="b" l="l" r="r" t="t"/>
              <a:pathLst>
                <a:path extrusionOk="0" h="7666" w="8179">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6" name="Google Shape;18366;p94"/>
            <p:cNvSpPr/>
            <p:nvPr/>
          </p:nvSpPr>
          <p:spPr>
            <a:xfrm>
              <a:off x="3943638" y="3815072"/>
              <a:ext cx="268846" cy="245235"/>
            </a:xfrm>
            <a:custGeom>
              <a:rect b="b" l="l" r="r" t="t"/>
              <a:pathLst>
                <a:path extrusionOk="0" h="16379" w="17956">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7" name="Google Shape;18367;p94"/>
            <p:cNvSpPr/>
            <p:nvPr/>
          </p:nvSpPr>
          <p:spPr>
            <a:xfrm>
              <a:off x="3974795" y="3843715"/>
              <a:ext cx="206516" cy="187860"/>
            </a:xfrm>
            <a:custGeom>
              <a:rect b="b" l="l" r="r" t="t"/>
              <a:pathLst>
                <a:path extrusionOk="0" h="12547" w="13793">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8" name="Google Shape;18368;p94"/>
            <p:cNvSpPr/>
            <p:nvPr/>
          </p:nvSpPr>
          <p:spPr>
            <a:xfrm>
              <a:off x="3973538" y="3863538"/>
              <a:ext cx="178817" cy="167857"/>
            </a:xfrm>
            <a:custGeom>
              <a:rect b="b" l="l" r="r" t="t"/>
              <a:pathLst>
                <a:path extrusionOk="0" h="11211" w="11943">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9" name="Google Shape;18369;p94"/>
            <p:cNvSpPr/>
            <p:nvPr/>
          </p:nvSpPr>
          <p:spPr>
            <a:xfrm>
              <a:off x="4028008" y="3869842"/>
              <a:ext cx="102202" cy="29017"/>
            </a:xfrm>
            <a:custGeom>
              <a:rect b="b" l="l" r="r" t="t"/>
              <a:pathLst>
                <a:path extrusionOk="0" h="1938" w="6826">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0" name="Google Shape;18370;p94"/>
            <p:cNvSpPr/>
            <p:nvPr/>
          </p:nvSpPr>
          <p:spPr>
            <a:xfrm>
              <a:off x="4173750" y="4034240"/>
              <a:ext cx="51640" cy="50936"/>
            </a:xfrm>
            <a:custGeom>
              <a:rect b="b" l="l" r="r" t="t"/>
              <a:pathLst>
                <a:path extrusionOk="0" h="3402" w="3449">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1" name="Google Shape;18371;p94"/>
            <p:cNvSpPr/>
            <p:nvPr/>
          </p:nvSpPr>
          <p:spPr>
            <a:xfrm>
              <a:off x="4173750" y="4042969"/>
              <a:ext cx="36533" cy="42207"/>
            </a:xfrm>
            <a:custGeom>
              <a:rect b="b" l="l" r="r" t="t"/>
              <a:pathLst>
                <a:path extrusionOk="0" h="2819" w="244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72" name="Google Shape;18372;p94"/>
          <p:cNvGrpSpPr/>
          <p:nvPr/>
        </p:nvGrpSpPr>
        <p:grpSpPr>
          <a:xfrm>
            <a:off x="3516345" y="3640602"/>
            <a:ext cx="351644" cy="351959"/>
            <a:chOff x="3508282" y="3810341"/>
            <a:chExt cx="351644" cy="351959"/>
          </a:xfrm>
        </p:grpSpPr>
        <p:sp>
          <p:nvSpPr>
            <p:cNvPr id="18373" name="Google Shape;18373;p94"/>
            <p:cNvSpPr/>
            <p:nvPr/>
          </p:nvSpPr>
          <p:spPr>
            <a:xfrm>
              <a:off x="3508282" y="3810341"/>
              <a:ext cx="133180" cy="64232"/>
            </a:xfrm>
            <a:custGeom>
              <a:rect b="b" l="l" r="r" t="t"/>
              <a:pathLst>
                <a:path extrusionOk="0" h="4290" w="8895">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4" name="Google Shape;18374;p94"/>
            <p:cNvSpPr/>
            <p:nvPr/>
          </p:nvSpPr>
          <p:spPr>
            <a:xfrm>
              <a:off x="3535053" y="3847802"/>
              <a:ext cx="58872" cy="26771"/>
            </a:xfrm>
            <a:custGeom>
              <a:rect b="b" l="l" r="r" t="t"/>
              <a:pathLst>
                <a:path extrusionOk="0" h="1788" w="3932">
                  <a:moveTo>
                    <a:pt x="1808" y="1"/>
                  </a:moveTo>
                  <a:cubicBezTo>
                    <a:pt x="1808" y="989"/>
                    <a:pt x="1009" y="1788"/>
                    <a:pt x="0" y="1788"/>
                  </a:cubicBezTo>
                  <a:lnTo>
                    <a:pt x="3932" y="1788"/>
                  </a:lnTo>
                  <a:lnTo>
                    <a:pt x="3932" y="1"/>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5" name="Google Shape;18375;p94"/>
            <p:cNvSpPr/>
            <p:nvPr/>
          </p:nvSpPr>
          <p:spPr>
            <a:xfrm>
              <a:off x="3545743" y="3810341"/>
              <a:ext cx="239261" cy="351959"/>
            </a:xfrm>
            <a:custGeom>
              <a:rect b="b" l="l" r="r" t="t"/>
              <a:pathLst>
                <a:path extrusionOk="0" h="23507" w="1598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6" name="Google Shape;18376;p94"/>
            <p:cNvSpPr/>
            <p:nvPr/>
          </p:nvSpPr>
          <p:spPr>
            <a:xfrm>
              <a:off x="3583205" y="4082317"/>
              <a:ext cx="201799" cy="79983"/>
            </a:xfrm>
            <a:custGeom>
              <a:rect b="b" l="l" r="r" t="t"/>
              <a:pathLst>
                <a:path extrusionOk="0" h="5342" w="13478">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7" name="Google Shape;18377;p94"/>
            <p:cNvSpPr/>
            <p:nvPr/>
          </p:nvSpPr>
          <p:spPr>
            <a:xfrm>
              <a:off x="3545429" y="3810341"/>
              <a:ext cx="232328" cy="15437"/>
            </a:xfrm>
            <a:custGeom>
              <a:rect b="b" l="l" r="r" t="t"/>
              <a:pathLst>
                <a:path extrusionOk="0" h="1031" w="15517">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8" name="Google Shape;18378;p94"/>
            <p:cNvSpPr/>
            <p:nvPr/>
          </p:nvSpPr>
          <p:spPr>
            <a:xfrm>
              <a:off x="3620666" y="4097753"/>
              <a:ext cx="239261" cy="64546"/>
            </a:xfrm>
            <a:custGeom>
              <a:rect b="b" l="l" r="r" t="t"/>
              <a:pathLst>
                <a:path extrusionOk="0" h="4311" w="1598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9" name="Google Shape;18379;p94"/>
            <p:cNvSpPr/>
            <p:nvPr/>
          </p:nvSpPr>
          <p:spPr>
            <a:xfrm>
              <a:off x="3620666" y="4147791"/>
              <a:ext cx="231385" cy="14508"/>
            </a:xfrm>
            <a:custGeom>
              <a:rect b="b" l="l" r="r" t="t"/>
              <a:pathLst>
                <a:path extrusionOk="0" h="969" w="15454">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0" name="Google Shape;18380;p94"/>
            <p:cNvSpPr/>
            <p:nvPr/>
          </p:nvSpPr>
          <p:spPr>
            <a:xfrm>
              <a:off x="3604301" y="4097753"/>
              <a:ext cx="53841" cy="27085"/>
            </a:xfrm>
            <a:custGeom>
              <a:rect b="b" l="l" r="r" t="t"/>
              <a:pathLst>
                <a:path extrusionOk="0" h="1809" w="3596">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1" name="Google Shape;18381;p94"/>
            <p:cNvSpPr/>
            <p:nvPr/>
          </p:nvSpPr>
          <p:spPr>
            <a:xfrm>
              <a:off x="3606187" y="3867401"/>
              <a:ext cx="159292" cy="25124"/>
            </a:xfrm>
            <a:custGeom>
              <a:rect b="b" l="l" r="r" t="t"/>
              <a:pathLst>
                <a:path extrusionOk="0" h="1678" w="10639">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2" name="Google Shape;18382;p94"/>
            <p:cNvSpPr/>
            <p:nvPr/>
          </p:nvSpPr>
          <p:spPr>
            <a:xfrm>
              <a:off x="3606187" y="3904159"/>
              <a:ext cx="159292" cy="25184"/>
            </a:xfrm>
            <a:custGeom>
              <a:rect b="b" l="l" r="r" t="t"/>
              <a:pathLst>
                <a:path extrusionOk="0" h="1682" w="10639">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3" name="Google Shape;18383;p94"/>
            <p:cNvSpPr/>
            <p:nvPr/>
          </p:nvSpPr>
          <p:spPr>
            <a:xfrm>
              <a:off x="3606187" y="3940976"/>
              <a:ext cx="159292" cy="25199"/>
            </a:xfrm>
            <a:custGeom>
              <a:rect b="b" l="l" r="r" t="t"/>
              <a:pathLst>
                <a:path extrusionOk="0" h="1683" w="10639">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4" name="Google Shape;18384;p94"/>
            <p:cNvSpPr/>
            <p:nvPr/>
          </p:nvSpPr>
          <p:spPr>
            <a:xfrm>
              <a:off x="3711639" y="3882434"/>
              <a:ext cx="147030" cy="147015"/>
            </a:xfrm>
            <a:custGeom>
              <a:rect b="b" l="l" r="r" t="t"/>
              <a:pathLst>
                <a:path extrusionOk="0" h="9819" w="982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5" name="Google Shape;18385;p94"/>
            <p:cNvSpPr/>
            <p:nvPr/>
          </p:nvSpPr>
          <p:spPr>
            <a:xfrm>
              <a:off x="3682996" y="3930915"/>
              <a:ext cx="127191" cy="127176"/>
            </a:xfrm>
            <a:custGeom>
              <a:rect b="b" l="l" r="r" t="t"/>
              <a:pathLst>
                <a:path extrusionOk="0" h="8494" w="8495">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86" name="Google Shape;18386;p94"/>
          <p:cNvGrpSpPr/>
          <p:nvPr/>
        </p:nvGrpSpPr>
        <p:grpSpPr>
          <a:xfrm>
            <a:off x="2232648" y="1793115"/>
            <a:ext cx="303163" cy="351809"/>
            <a:chOff x="2224585" y="1962854"/>
            <a:chExt cx="303163" cy="351809"/>
          </a:xfrm>
        </p:grpSpPr>
        <p:sp>
          <p:nvSpPr>
            <p:cNvPr id="18387" name="Google Shape;18387;p94"/>
            <p:cNvSpPr/>
            <p:nvPr/>
          </p:nvSpPr>
          <p:spPr>
            <a:xfrm>
              <a:off x="2283143" y="1962854"/>
              <a:ext cx="181018" cy="81870"/>
            </a:xfrm>
            <a:custGeom>
              <a:rect b="b" l="l" r="r" t="t"/>
              <a:pathLst>
                <a:path extrusionOk="0" h="5468" w="12090">
                  <a:moveTo>
                    <a:pt x="652" y="1"/>
                  </a:moveTo>
                  <a:lnTo>
                    <a:pt x="0" y="5467"/>
                  </a:lnTo>
                  <a:lnTo>
                    <a:pt x="12089" y="5467"/>
                  </a:lnTo>
                  <a:lnTo>
                    <a:pt x="11774" y="1"/>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8" name="Google Shape;18388;p94"/>
            <p:cNvSpPr/>
            <p:nvPr/>
          </p:nvSpPr>
          <p:spPr>
            <a:xfrm>
              <a:off x="2224899" y="1962854"/>
              <a:ext cx="141355" cy="186378"/>
            </a:xfrm>
            <a:custGeom>
              <a:rect b="b" l="l" r="r" t="t"/>
              <a:pathLst>
                <a:path extrusionOk="0" h="12448" w="9441">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9" name="Google Shape;18389;p94"/>
            <p:cNvSpPr/>
            <p:nvPr/>
          </p:nvSpPr>
          <p:spPr>
            <a:xfrm>
              <a:off x="2386393" y="1962854"/>
              <a:ext cx="141355" cy="186378"/>
            </a:xfrm>
            <a:custGeom>
              <a:rect b="b" l="l" r="r" t="t"/>
              <a:pathLst>
                <a:path extrusionOk="0" h="12448" w="9441">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0" name="Google Shape;18390;p94"/>
            <p:cNvSpPr/>
            <p:nvPr/>
          </p:nvSpPr>
          <p:spPr>
            <a:xfrm>
              <a:off x="2279684" y="2074609"/>
              <a:ext cx="86571" cy="74623"/>
            </a:xfrm>
            <a:custGeom>
              <a:rect b="b" l="l" r="r" t="t"/>
              <a:pathLst>
                <a:path extrusionOk="0" h="4984" w="5782">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1" name="Google Shape;18391;p94"/>
            <p:cNvSpPr/>
            <p:nvPr/>
          </p:nvSpPr>
          <p:spPr>
            <a:xfrm>
              <a:off x="2386393" y="2074609"/>
              <a:ext cx="86571" cy="74623"/>
            </a:xfrm>
            <a:custGeom>
              <a:rect b="b" l="l" r="r" t="t"/>
              <a:pathLst>
                <a:path extrusionOk="0" h="4984" w="5782">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2" name="Google Shape;18392;p94"/>
            <p:cNvSpPr/>
            <p:nvPr/>
          </p:nvSpPr>
          <p:spPr>
            <a:xfrm>
              <a:off x="2224585" y="2087830"/>
              <a:ext cx="265073" cy="226833"/>
            </a:xfrm>
            <a:custGeom>
              <a:rect b="b" l="l" r="r" t="t"/>
              <a:pathLst>
                <a:path extrusionOk="0" h="15150" w="17704">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3" name="Google Shape;18393;p94"/>
            <p:cNvSpPr/>
            <p:nvPr/>
          </p:nvSpPr>
          <p:spPr>
            <a:xfrm>
              <a:off x="2274953" y="2125605"/>
              <a:ext cx="177244" cy="151627"/>
            </a:xfrm>
            <a:custGeom>
              <a:rect b="b" l="l" r="r" t="t"/>
              <a:pathLst>
                <a:path extrusionOk="0" h="10127" w="11838">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4" name="Google Shape;18394;p94"/>
            <p:cNvSpPr/>
            <p:nvPr/>
          </p:nvSpPr>
          <p:spPr>
            <a:xfrm>
              <a:off x="2326263" y="2154053"/>
              <a:ext cx="99492" cy="89191"/>
            </a:xfrm>
            <a:custGeom>
              <a:rect b="b" l="l" r="r" t="t"/>
              <a:pathLst>
                <a:path extrusionOk="0" h="5957" w="6645">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95" name="Google Shape;18395;p94"/>
          <p:cNvGrpSpPr/>
          <p:nvPr/>
        </p:nvGrpSpPr>
        <p:grpSpPr>
          <a:xfrm>
            <a:off x="2630856" y="1821128"/>
            <a:ext cx="389090" cy="296231"/>
            <a:chOff x="2622794" y="1990868"/>
            <a:chExt cx="389090" cy="296231"/>
          </a:xfrm>
        </p:grpSpPr>
        <p:sp>
          <p:nvSpPr>
            <p:cNvPr id="18396" name="Google Shape;18396;p94"/>
            <p:cNvSpPr/>
            <p:nvPr/>
          </p:nvSpPr>
          <p:spPr>
            <a:xfrm>
              <a:off x="2654910" y="1990868"/>
              <a:ext cx="324873" cy="224468"/>
            </a:xfrm>
            <a:custGeom>
              <a:rect b="b" l="l" r="r" t="t"/>
              <a:pathLst>
                <a:path extrusionOk="0" h="14992" w="21698">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7" name="Google Shape;18397;p94"/>
            <p:cNvSpPr/>
            <p:nvPr/>
          </p:nvSpPr>
          <p:spPr>
            <a:xfrm>
              <a:off x="2654910" y="1990868"/>
              <a:ext cx="324873" cy="224468"/>
            </a:xfrm>
            <a:custGeom>
              <a:rect b="b" l="l" r="r" t="t"/>
              <a:pathLst>
                <a:path extrusionOk="0" h="14992" w="21698">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8" name="Google Shape;18398;p94"/>
            <p:cNvSpPr/>
            <p:nvPr/>
          </p:nvSpPr>
          <p:spPr>
            <a:xfrm>
              <a:off x="2679135" y="2015108"/>
              <a:ext cx="276407" cy="162137"/>
            </a:xfrm>
            <a:custGeom>
              <a:rect b="b" l="l" r="r" t="t"/>
              <a:pathLst>
                <a:path extrusionOk="0" h="10829" w="18461">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9" name="Google Shape;18399;p94"/>
            <p:cNvSpPr/>
            <p:nvPr/>
          </p:nvSpPr>
          <p:spPr>
            <a:xfrm>
              <a:off x="2679135" y="2015108"/>
              <a:ext cx="276722" cy="162137"/>
            </a:xfrm>
            <a:custGeom>
              <a:rect b="b" l="l" r="r" t="t"/>
              <a:pathLst>
                <a:path extrusionOk="0" h="10829" w="18482">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0" name="Google Shape;18400;p94"/>
            <p:cNvSpPr/>
            <p:nvPr/>
          </p:nvSpPr>
          <p:spPr>
            <a:xfrm>
              <a:off x="2622794" y="2264430"/>
              <a:ext cx="388776" cy="22668"/>
            </a:xfrm>
            <a:custGeom>
              <a:rect b="b" l="l" r="r" t="t"/>
              <a:pathLst>
                <a:path extrusionOk="0" h="1514" w="25966">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1" name="Google Shape;18401;p94"/>
            <p:cNvSpPr/>
            <p:nvPr/>
          </p:nvSpPr>
          <p:spPr>
            <a:xfrm>
              <a:off x="2623108" y="2201471"/>
              <a:ext cx="388776" cy="62974"/>
            </a:xfrm>
            <a:custGeom>
              <a:rect b="b" l="l" r="r" t="t"/>
              <a:pathLst>
                <a:path extrusionOk="0" h="4206" w="25966">
                  <a:moveTo>
                    <a:pt x="2124" y="0"/>
                  </a:moveTo>
                  <a:lnTo>
                    <a:pt x="1" y="4205"/>
                  </a:lnTo>
                  <a:lnTo>
                    <a:pt x="25966" y="4205"/>
                  </a:lnTo>
                  <a:lnTo>
                    <a:pt x="23821" y="0"/>
                  </a:lnTo>
                  <a:close/>
                </a:path>
              </a:pathLst>
            </a:custGeom>
            <a:solidFill>
              <a:srgbClr val="A1B4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2" name="Google Shape;18402;p94"/>
            <p:cNvSpPr/>
            <p:nvPr/>
          </p:nvSpPr>
          <p:spPr>
            <a:xfrm>
              <a:off x="2623108" y="2201471"/>
              <a:ext cx="388776" cy="62974"/>
            </a:xfrm>
            <a:custGeom>
              <a:rect b="b" l="l" r="r" t="t"/>
              <a:pathLst>
                <a:path extrusionOk="0" h="4206" w="25966">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3" name="Google Shape;18403;p94"/>
            <p:cNvSpPr/>
            <p:nvPr/>
          </p:nvSpPr>
          <p:spPr>
            <a:xfrm>
              <a:off x="2766021" y="2232943"/>
              <a:ext cx="102951" cy="31502"/>
            </a:xfrm>
            <a:custGeom>
              <a:rect b="b" l="l" r="r" t="t"/>
              <a:pathLst>
                <a:path extrusionOk="0" h="2104" w="6876">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4" name="Google Shape;18404;p94"/>
            <p:cNvSpPr/>
            <p:nvPr/>
          </p:nvSpPr>
          <p:spPr>
            <a:xfrm>
              <a:off x="2766021" y="2253096"/>
              <a:ext cx="102951" cy="11349"/>
            </a:xfrm>
            <a:custGeom>
              <a:rect b="b" l="l" r="r" t="t"/>
              <a:pathLst>
                <a:path extrusionOk="0" h="758" w="6876">
                  <a:moveTo>
                    <a:pt x="211" y="0"/>
                  </a:moveTo>
                  <a:lnTo>
                    <a:pt x="1" y="757"/>
                  </a:lnTo>
                  <a:lnTo>
                    <a:pt x="6876" y="757"/>
                  </a:lnTo>
                  <a:lnTo>
                    <a:pt x="6665" y="0"/>
                  </a:lnTo>
                  <a:close/>
                </a:path>
              </a:pathLst>
            </a:custGeom>
            <a:solidFill>
              <a:srgbClr val="BB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05" name="Google Shape;18405;p94"/>
          <p:cNvGrpSpPr/>
          <p:nvPr/>
        </p:nvGrpSpPr>
        <p:grpSpPr>
          <a:xfrm>
            <a:off x="3985388" y="1782409"/>
            <a:ext cx="327074" cy="375241"/>
            <a:chOff x="3977326" y="1952149"/>
            <a:chExt cx="327074" cy="375241"/>
          </a:xfrm>
        </p:grpSpPr>
        <p:sp>
          <p:nvSpPr>
            <p:cNvPr id="18406" name="Google Shape;18406;p94"/>
            <p:cNvSpPr/>
            <p:nvPr/>
          </p:nvSpPr>
          <p:spPr>
            <a:xfrm>
              <a:off x="4035868" y="2103566"/>
              <a:ext cx="209974" cy="49754"/>
            </a:xfrm>
            <a:custGeom>
              <a:rect b="b" l="l" r="r" t="t"/>
              <a:pathLst>
                <a:path extrusionOk="0" h="3323" w="14024">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7" name="Google Shape;18407;p94"/>
            <p:cNvSpPr/>
            <p:nvPr/>
          </p:nvSpPr>
          <p:spPr>
            <a:xfrm>
              <a:off x="4035868" y="2142285"/>
              <a:ext cx="209974" cy="185105"/>
            </a:xfrm>
            <a:custGeom>
              <a:rect b="b" l="l" r="r" t="t"/>
              <a:pathLst>
                <a:path extrusionOk="0" h="12363" w="14024">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8" name="Google Shape;18408;p94"/>
            <p:cNvSpPr/>
            <p:nvPr/>
          </p:nvSpPr>
          <p:spPr>
            <a:xfrm>
              <a:off x="4064825" y="2171242"/>
              <a:ext cx="41264" cy="156148"/>
            </a:xfrm>
            <a:custGeom>
              <a:rect b="b" l="l" r="r" t="t"/>
              <a:pathLst>
                <a:path extrusionOk="0" h="10429" w="2756">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9" name="Google Shape;18409;p94"/>
            <p:cNvSpPr/>
            <p:nvPr/>
          </p:nvSpPr>
          <p:spPr>
            <a:xfrm>
              <a:off x="4120553" y="2171242"/>
              <a:ext cx="40935" cy="156148"/>
            </a:xfrm>
            <a:custGeom>
              <a:rect b="b" l="l" r="r" t="t"/>
              <a:pathLst>
                <a:path extrusionOk="0" h="10429" w="2734">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0" name="Google Shape;18410;p94"/>
            <p:cNvSpPr/>
            <p:nvPr/>
          </p:nvSpPr>
          <p:spPr>
            <a:xfrm>
              <a:off x="4175951" y="2171242"/>
              <a:ext cx="41249" cy="156148"/>
            </a:xfrm>
            <a:custGeom>
              <a:rect b="b" l="l" r="r" t="t"/>
              <a:pathLst>
                <a:path extrusionOk="0" h="10429" w="2755">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1" name="Google Shape;18411;p94"/>
            <p:cNvSpPr/>
            <p:nvPr/>
          </p:nvSpPr>
          <p:spPr>
            <a:xfrm>
              <a:off x="3977326" y="1952149"/>
              <a:ext cx="327074" cy="64232"/>
            </a:xfrm>
            <a:custGeom>
              <a:rect b="b" l="l" r="r" t="t"/>
              <a:pathLst>
                <a:path extrusionOk="0" h="4290" w="21845">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2" name="Google Shape;18412;p94"/>
            <p:cNvSpPr/>
            <p:nvPr/>
          </p:nvSpPr>
          <p:spPr>
            <a:xfrm>
              <a:off x="4223489" y="2103566"/>
              <a:ext cx="22354" cy="49754"/>
            </a:xfrm>
            <a:custGeom>
              <a:rect b="b" l="l" r="r" t="t"/>
              <a:pathLst>
                <a:path extrusionOk="0" h="3323" w="1493">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3" name="Google Shape;18413;p94"/>
            <p:cNvSpPr/>
            <p:nvPr/>
          </p:nvSpPr>
          <p:spPr>
            <a:xfrm>
              <a:off x="4223489" y="2142285"/>
              <a:ext cx="22354" cy="185105"/>
            </a:xfrm>
            <a:custGeom>
              <a:rect b="b" l="l" r="r" t="t"/>
              <a:pathLst>
                <a:path extrusionOk="0" h="12363" w="1493">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4" name="Google Shape;18414;p94"/>
            <p:cNvSpPr/>
            <p:nvPr/>
          </p:nvSpPr>
          <p:spPr>
            <a:xfrm>
              <a:off x="4077103" y="2171242"/>
              <a:ext cx="28987" cy="156148"/>
            </a:xfrm>
            <a:custGeom>
              <a:rect b="b" l="l" r="r" t="t"/>
              <a:pathLst>
                <a:path extrusionOk="0" h="10429" w="1936">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5" name="Google Shape;18415;p94"/>
            <p:cNvSpPr/>
            <p:nvPr/>
          </p:nvSpPr>
          <p:spPr>
            <a:xfrm>
              <a:off x="4132516" y="2171242"/>
              <a:ext cx="28972" cy="156148"/>
            </a:xfrm>
            <a:custGeom>
              <a:rect b="b" l="l" r="r" t="t"/>
              <a:pathLst>
                <a:path extrusionOk="0" h="10429" w="1935">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6" name="Google Shape;18416;p94"/>
            <p:cNvSpPr/>
            <p:nvPr/>
          </p:nvSpPr>
          <p:spPr>
            <a:xfrm>
              <a:off x="4188228" y="2171242"/>
              <a:ext cx="28657" cy="156148"/>
            </a:xfrm>
            <a:custGeom>
              <a:rect b="b" l="l" r="r" t="t"/>
              <a:pathLst>
                <a:path extrusionOk="0" h="10429" w="1914">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7" name="Google Shape;18417;p94"/>
            <p:cNvSpPr/>
            <p:nvPr/>
          </p:nvSpPr>
          <p:spPr>
            <a:xfrm>
              <a:off x="4255590" y="1952149"/>
              <a:ext cx="48810" cy="64232"/>
            </a:xfrm>
            <a:custGeom>
              <a:rect b="b" l="l" r="r" t="t"/>
              <a:pathLst>
                <a:path extrusionOk="0" h="4290" w="326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8" name="Google Shape;18418;p94"/>
            <p:cNvSpPr/>
            <p:nvPr/>
          </p:nvSpPr>
          <p:spPr>
            <a:xfrm>
              <a:off x="3988346" y="2010706"/>
              <a:ext cx="307865" cy="98235"/>
            </a:xfrm>
            <a:custGeom>
              <a:rect b="b" l="l" r="r" t="t"/>
              <a:pathLst>
                <a:path extrusionOk="0" h="6561" w="20562">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9" name="Google Shape;18419;p94"/>
            <p:cNvSpPr/>
            <p:nvPr/>
          </p:nvSpPr>
          <p:spPr>
            <a:xfrm>
              <a:off x="4230092" y="2010706"/>
              <a:ext cx="66119" cy="98549"/>
            </a:xfrm>
            <a:custGeom>
              <a:rect b="b" l="l" r="r" t="t"/>
              <a:pathLst>
                <a:path extrusionOk="0" h="6582" w="4416">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0" name="Google Shape;18420;p94"/>
            <p:cNvSpPr/>
            <p:nvPr/>
          </p:nvSpPr>
          <p:spPr>
            <a:xfrm>
              <a:off x="3982671" y="2005346"/>
              <a:ext cx="318899" cy="109254"/>
            </a:xfrm>
            <a:custGeom>
              <a:rect b="b" l="l" r="r" t="t"/>
              <a:pathLst>
                <a:path extrusionOk="0" h="7297" w="21299">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1" name="Google Shape;18421;p94"/>
            <p:cNvSpPr/>
            <p:nvPr/>
          </p:nvSpPr>
          <p:spPr>
            <a:xfrm>
              <a:off x="4014158" y="2043871"/>
              <a:ext cx="65175" cy="71045"/>
            </a:xfrm>
            <a:custGeom>
              <a:rect b="b" l="l" r="r" t="t"/>
              <a:pathLst>
                <a:path extrusionOk="0" h="4745" w="4353">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2" name="Google Shape;18422;p94"/>
            <p:cNvSpPr/>
            <p:nvPr/>
          </p:nvSpPr>
          <p:spPr>
            <a:xfrm>
              <a:off x="4204908" y="2043751"/>
              <a:ext cx="65490" cy="71164"/>
            </a:xfrm>
            <a:custGeom>
              <a:rect b="b" l="l" r="r" t="t"/>
              <a:pathLst>
                <a:path extrusionOk="0" h="4753" w="4374">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23" name="Google Shape;18423;p94"/>
          <p:cNvGrpSpPr/>
          <p:nvPr/>
        </p:nvGrpSpPr>
        <p:grpSpPr>
          <a:xfrm>
            <a:off x="1349674" y="3170315"/>
            <a:ext cx="259399" cy="370524"/>
            <a:chOff x="1341612" y="3340055"/>
            <a:chExt cx="259399" cy="370524"/>
          </a:xfrm>
        </p:grpSpPr>
        <p:sp>
          <p:nvSpPr>
            <p:cNvPr id="18424" name="Google Shape;18424;p94"/>
            <p:cNvSpPr/>
            <p:nvPr/>
          </p:nvSpPr>
          <p:spPr>
            <a:xfrm>
              <a:off x="1383954" y="3340055"/>
              <a:ext cx="43615" cy="35664"/>
            </a:xfrm>
            <a:custGeom>
              <a:rect b="b" l="l" r="r" t="t"/>
              <a:pathLst>
                <a:path extrusionOk="0" h="2382" w="2913">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5" name="Google Shape;18425;p94"/>
            <p:cNvSpPr/>
            <p:nvPr/>
          </p:nvSpPr>
          <p:spPr>
            <a:xfrm>
              <a:off x="1363966" y="3403329"/>
              <a:ext cx="237045" cy="307251"/>
            </a:xfrm>
            <a:custGeom>
              <a:rect b="b" l="l" r="r" t="t"/>
              <a:pathLst>
                <a:path extrusionOk="0" h="20521" w="15832">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6" name="Google Shape;18426;p94"/>
            <p:cNvSpPr/>
            <p:nvPr/>
          </p:nvSpPr>
          <p:spPr>
            <a:xfrm>
              <a:off x="1341612" y="3371841"/>
              <a:ext cx="237045" cy="306936"/>
            </a:xfrm>
            <a:custGeom>
              <a:rect b="b" l="l" r="r" t="t"/>
              <a:pathLst>
                <a:path extrusionOk="0" h="20500" w="15832">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7" name="Google Shape;18427;p94"/>
            <p:cNvSpPr/>
            <p:nvPr/>
          </p:nvSpPr>
          <p:spPr>
            <a:xfrm>
              <a:off x="1556303" y="3371841"/>
              <a:ext cx="22354" cy="306936"/>
            </a:xfrm>
            <a:custGeom>
              <a:rect b="b" l="l" r="r" t="t"/>
              <a:pathLst>
                <a:path extrusionOk="0" h="20500" w="1493">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8" name="Google Shape;18428;p94"/>
            <p:cNvSpPr/>
            <p:nvPr/>
          </p:nvSpPr>
          <p:spPr>
            <a:xfrm>
              <a:off x="1379387" y="3455583"/>
              <a:ext cx="44708" cy="44708"/>
            </a:xfrm>
            <a:custGeom>
              <a:rect b="b" l="l" r="r" t="t"/>
              <a:pathLst>
                <a:path extrusionOk="0" h="2986" w="2986">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9" name="Google Shape;18429;p94"/>
            <p:cNvSpPr/>
            <p:nvPr/>
          </p:nvSpPr>
          <p:spPr>
            <a:xfrm>
              <a:off x="1379387" y="3527975"/>
              <a:ext cx="44708" cy="44723"/>
            </a:xfrm>
            <a:custGeom>
              <a:rect b="b" l="l" r="r" t="t"/>
              <a:pathLst>
                <a:path extrusionOk="0" h="2987" w="2986">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0" name="Google Shape;18430;p94"/>
            <p:cNvSpPr/>
            <p:nvPr/>
          </p:nvSpPr>
          <p:spPr>
            <a:xfrm>
              <a:off x="1379387" y="3600067"/>
              <a:ext cx="44708" cy="44708"/>
            </a:xfrm>
            <a:custGeom>
              <a:rect b="b" l="l" r="r" t="t"/>
              <a:pathLst>
                <a:path extrusionOk="0" h="2986" w="2986">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1" name="Google Shape;18431;p94"/>
            <p:cNvSpPr/>
            <p:nvPr/>
          </p:nvSpPr>
          <p:spPr>
            <a:xfrm>
              <a:off x="1444233" y="3459041"/>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2" name="Google Shape;18432;p94"/>
            <p:cNvSpPr/>
            <p:nvPr/>
          </p:nvSpPr>
          <p:spPr>
            <a:xfrm>
              <a:off x="1444233" y="3482967"/>
              <a:ext cx="103894" cy="10720"/>
            </a:xfrm>
            <a:custGeom>
              <a:rect b="b" l="l" r="r" t="t"/>
              <a:pathLst>
                <a:path extrusionOk="0" h="716" w="6939">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3" name="Google Shape;18433;p94"/>
            <p:cNvSpPr/>
            <p:nvPr/>
          </p:nvSpPr>
          <p:spPr>
            <a:xfrm>
              <a:off x="1444233" y="3531433"/>
              <a:ext cx="103894" cy="10735"/>
            </a:xfrm>
            <a:custGeom>
              <a:rect b="b" l="l" r="r" t="t"/>
              <a:pathLst>
                <a:path extrusionOk="0" h="717"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4" name="Google Shape;18434;p94"/>
            <p:cNvSpPr/>
            <p:nvPr/>
          </p:nvSpPr>
          <p:spPr>
            <a:xfrm>
              <a:off x="1444233" y="3555359"/>
              <a:ext cx="103894" cy="10720"/>
            </a:xfrm>
            <a:custGeom>
              <a:rect b="b" l="l" r="r" t="t"/>
              <a:pathLst>
                <a:path extrusionOk="0" h="716"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5" name="Google Shape;18435;p94"/>
            <p:cNvSpPr/>
            <p:nvPr/>
          </p:nvSpPr>
          <p:spPr>
            <a:xfrm>
              <a:off x="1444233" y="3603526"/>
              <a:ext cx="103894" cy="11035"/>
            </a:xfrm>
            <a:custGeom>
              <a:rect b="b" l="l" r="r" t="t"/>
              <a:pathLst>
                <a:path extrusionOk="0" h="737" w="6939">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6" name="Google Shape;18436;p94"/>
            <p:cNvSpPr/>
            <p:nvPr/>
          </p:nvSpPr>
          <p:spPr>
            <a:xfrm>
              <a:off x="1444233" y="3627452"/>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7" name="Google Shape;18437;p94"/>
            <p:cNvSpPr/>
            <p:nvPr/>
          </p:nvSpPr>
          <p:spPr>
            <a:xfrm>
              <a:off x="1390183" y="3448845"/>
              <a:ext cx="55413" cy="37087"/>
            </a:xfrm>
            <a:custGeom>
              <a:rect b="b" l="l" r="r" t="t"/>
              <a:pathLst>
                <a:path extrusionOk="0" h="2477" w="3701">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8" name="Google Shape;18438;p94"/>
            <p:cNvSpPr/>
            <p:nvPr/>
          </p:nvSpPr>
          <p:spPr>
            <a:xfrm>
              <a:off x="1390183" y="3521686"/>
              <a:ext cx="54874" cy="37147"/>
            </a:xfrm>
            <a:custGeom>
              <a:rect b="b" l="l" r="r" t="t"/>
              <a:pathLst>
                <a:path extrusionOk="0" h="2481" w="3665">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39" name="Google Shape;18439;p94"/>
            <p:cNvSpPr/>
            <p:nvPr/>
          </p:nvSpPr>
          <p:spPr>
            <a:xfrm>
              <a:off x="1390183" y="3595216"/>
              <a:ext cx="55413" cy="37267"/>
            </a:xfrm>
            <a:custGeom>
              <a:rect b="b" l="l" r="r" t="t"/>
              <a:pathLst>
                <a:path extrusionOk="0" h="2489" w="3701">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0" name="Google Shape;18440;p94"/>
            <p:cNvSpPr/>
            <p:nvPr/>
          </p:nvSpPr>
          <p:spPr>
            <a:xfrm>
              <a:off x="1368682" y="3362409"/>
              <a:ext cx="74309" cy="38734"/>
            </a:xfrm>
            <a:custGeom>
              <a:rect b="b" l="l" r="r" t="t"/>
              <a:pathLst>
                <a:path extrusionOk="0" h="2587" w="4963">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1" name="Google Shape;18441;p94"/>
            <p:cNvSpPr/>
            <p:nvPr/>
          </p:nvSpPr>
          <p:spPr>
            <a:xfrm>
              <a:off x="1409602" y="3362409"/>
              <a:ext cx="33389" cy="38734"/>
            </a:xfrm>
            <a:custGeom>
              <a:rect b="b" l="l" r="r" t="t"/>
              <a:pathLst>
                <a:path extrusionOk="0" h="2587" w="223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42" name="Google Shape;18442;p94"/>
          <p:cNvGrpSpPr/>
          <p:nvPr/>
        </p:nvGrpSpPr>
        <p:grpSpPr>
          <a:xfrm>
            <a:off x="2187955" y="3675233"/>
            <a:ext cx="351629" cy="282381"/>
            <a:chOff x="2179892" y="3844972"/>
            <a:chExt cx="351629" cy="282381"/>
          </a:xfrm>
        </p:grpSpPr>
        <p:sp>
          <p:nvSpPr>
            <p:cNvPr id="18443" name="Google Shape;18443;p94"/>
            <p:cNvSpPr/>
            <p:nvPr/>
          </p:nvSpPr>
          <p:spPr>
            <a:xfrm>
              <a:off x="2179892"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4" name="Google Shape;18444;p94"/>
            <p:cNvSpPr/>
            <p:nvPr/>
          </p:nvSpPr>
          <p:spPr>
            <a:xfrm>
              <a:off x="2179892" y="3844972"/>
              <a:ext cx="15751" cy="282381"/>
            </a:xfrm>
            <a:custGeom>
              <a:rect b="b" l="l" r="r" t="t"/>
              <a:pathLst>
                <a:path extrusionOk="0" h="18860" w="1052">
                  <a:moveTo>
                    <a:pt x="0" y="0"/>
                  </a:moveTo>
                  <a:lnTo>
                    <a:pt x="0" y="18859"/>
                  </a:lnTo>
                  <a:lnTo>
                    <a:pt x="1052" y="18859"/>
                  </a:lnTo>
                  <a:lnTo>
                    <a:pt x="1052"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5" name="Google Shape;18445;p94"/>
            <p:cNvSpPr/>
            <p:nvPr/>
          </p:nvSpPr>
          <p:spPr>
            <a:xfrm>
              <a:off x="2250083" y="3844972"/>
              <a:ext cx="70535" cy="282381"/>
            </a:xfrm>
            <a:custGeom>
              <a:rect b="b" l="l" r="r" t="t"/>
              <a:pathLst>
                <a:path extrusionOk="0" h="18860" w="4711">
                  <a:moveTo>
                    <a:pt x="1" y="0"/>
                  </a:moveTo>
                  <a:lnTo>
                    <a:pt x="1" y="11732"/>
                  </a:ln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6" name="Google Shape;18446;p94"/>
            <p:cNvSpPr/>
            <p:nvPr/>
          </p:nvSpPr>
          <p:spPr>
            <a:xfrm>
              <a:off x="2250083"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7" name="Google Shape;18447;p94"/>
            <p:cNvSpPr/>
            <p:nvPr/>
          </p:nvSpPr>
          <p:spPr>
            <a:xfrm>
              <a:off x="2320604"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8" name="Google Shape;18448;p94"/>
            <p:cNvSpPr/>
            <p:nvPr/>
          </p:nvSpPr>
          <p:spPr>
            <a:xfrm>
              <a:off x="2390795" y="3844972"/>
              <a:ext cx="70535" cy="282381"/>
            </a:xfrm>
            <a:custGeom>
              <a:rect b="b" l="l" r="r" t="t"/>
              <a:pathLst>
                <a:path extrusionOk="0" h="18860" w="4711">
                  <a:moveTo>
                    <a:pt x="1" y="0"/>
                  </a:move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9" name="Google Shape;18449;p94"/>
            <p:cNvSpPr/>
            <p:nvPr/>
          </p:nvSpPr>
          <p:spPr>
            <a:xfrm>
              <a:off x="2461315" y="3844972"/>
              <a:ext cx="70206" cy="282381"/>
            </a:xfrm>
            <a:custGeom>
              <a:rect b="b" l="l" r="r" t="t"/>
              <a:pathLst>
                <a:path extrusionOk="0" h="18860" w="4689">
                  <a:moveTo>
                    <a:pt x="0" y="0"/>
                  </a:moveTo>
                  <a:lnTo>
                    <a:pt x="0" y="11732"/>
                  </a:lnTo>
                  <a:lnTo>
                    <a:pt x="0" y="18859"/>
                  </a:lnTo>
                  <a:lnTo>
                    <a:pt x="4688" y="18859"/>
                  </a:lnTo>
                  <a:lnTo>
                    <a:pt x="4688" y="0"/>
                  </a:ln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0" name="Google Shape;18450;p94"/>
            <p:cNvSpPr/>
            <p:nvPr/>
          </p:nvSpPr>
          <p:spPr>
            <a:xfrm>
              <a:off x="2320604"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1" name="Google Shape;18451;p94"/>
            <p:cNvSpPr/>
            <p:nvPr/>
          </p:nvSpPr>
          <p:spPr>
            <a:xfrm>
              <a:off x="2390795"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2" name="Google Shape;18452;p94"/>
            <p:cNvSpPr/>
            <p:nvPr/>
          </p:nvSpPr>
          <p:spPr>
            <a:xfrm>
              <a:off x="2461315"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3" name="Google Shape;18453;p94"/>
            <p:cNvSpPr/>
            <p:nvPr/>
          </p:nvSpPr>
          <p:spPr>
            <a:xfrm>
              <a:off x="2229631"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4" name="Google Shape;18454;p94"/>
            <p:cNvSpPr/>
            <p:nvPr/>
          </p:nvSpPr>
          <p:spPr>
            <a:xfrm>
              <a:off x="2229631"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5" name="Google Shape;18455;p94"/>
            <p:cNvSpPr/>
            <p:nvPr/>
          </p:nvSpPr>
          <p:spPr>
            <a:xfrm>
              <a:off x="2370342"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6" name="Google Shape;18456;p94"/>
            <p:cNvSpPr/>
            <p:nvPr/>
          </p:nvSpPr>
          <p:spPr>
            <a:xfrm>
              <a:off x="2370342"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7" name="Google Shape;18457;p94"/>
            <p:cNvSpPr/>
            <p:nvPr/>
          </p:nvSpPr>
          <p:spPr>
            <a:xfrm>
              <a:off x="2440533" y="3844972"/>
              <a:ext cx="41249" cy="175672"/>
            </a:xfrm>
            <a:custGeom>
              <a:rect b="b" l="l" r="r" t="t"/>
              <a:pathLst>
                <a:path extrusionOk="0" h="11733" w="2755">
                  <a:moveTo>
                    <a:pt x="0" y="0"/>
                  </a:moveTo>
                  <a:lnTo>
                    <a:pt x="0" y="11732"/>
                  </a:lnTo>
                  <a:lnTo>
                    <a:pt x="2755" y="11732"/>
                  </a:lnTo>
                  <a:lnTo>
                    <a:pt x="2755"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8" name="Google Shape;18458;p94"/>
            <p:cNvSpPr/>
            <p:nvPr/>
          </p:nvSpPr>
          <p:spPr>
            <a:xfrm>
              <a:off x="2440533" y="3844972"/>
              <a:ext cx="13550" cy="175672"/>
            </a:xfrm>
            <a:custGeom>
              <a:rect b="b" l="l" r="r" t="t"/>
              <a:pathLst>
                <a:path extrusionOk="0" h="11733" w="905">
                  <a:moveTo>
                    <a:pt x="0" y="0"/>
                  </a:moveTo>
                  <a:lnTo>
                    <a:pt x="0" y="11732"/>
                  </a:lnTo>
                  <a:lnTo>
                    <a:pt x="905" y="11732"/>
                  </a:lnTo>
                  <a:lnTo>
                    <a:pt x="905" y="0"/>
                  </a:ln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9" name="Google Shape;18459;p94"/>
            <p:cNvSpPr/>
            <p:nvPr/>
          </p:nvSpPr>
          <p:spPr>
            <a:xfrm>
              <a:off x="2244738"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0" name="Google Shape;18460;p94"/>
            <p:cNvSpPr/>
            <p:nvPr/>
          </p:nvSpPr>
          <p:spPr>
            <a:xfrm>
              <a:off x="2315244" y="3844972"/>
              <a:ext cx="10720" cy="282381"/>
            </a:xfrm>
            <a:custGeom>
              <a:rect b="b" l="l" r="r" t="t"/>
              <a:pathLst>
                <a:path extrusionOk="0" h="18860" w="716">
                  <a:moveTo>
                    <a:pt x="1" y="0"/>
                  </a:moveTo>
                  <a:lnTo>
                    <a:pt x="1" y="18859"/>
                  </a:lnTo>
                  <a:lnTo>
                    <a:pt x="716" y="18859"/>
                  </a:lnTo>
                  <a:lnTo>
                    <a:pt x="716"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1" name="Google Shape;18461;p94"/>
            <p:cNvSpPr/>
            <p:nvPr/>
          </p:nvSpPr>
          <p:spPr>
            <a:xfrm>
              <a:off x="2385450"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2" name="Google Shape;18462;p94"/>
            <p:cNvSpPr/>
            <p:nvPr/>
          </p:nvSpPr>
          <p:spPr>
            <a:xfrm>
              <a:off x="2455955" y="3985684"/>
              <a:ext cx="10720" cy="141670"/>
            </a:xfrm>
            <a:custGeom>
              <a:rect b="b" l="l" r="r" t="t"/>
              <a:pathLst>
                <a:path extrusionOk="0" h="9462" w="716">
                  <a:moveTo>
                    <a:pt x="1" y="0"/>
                  </a:moveTo>
                  <a:lnTo>
                    <a:pt x="1"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63" name="Google Shape;18463;p94"/>
          <p:cNvGrpSpPr/>
          <p:nvPr/>
        </p:nvGrpSpPr>
        <p:grpSpPr>
          <a:xfrm>
            <a:off x="3139232" y="3647145"/>
            <a:ext cx="220051" cy="338169"/>
            <a:chOff x="3131170" y="3816884"/>
            <a:chExt cx="220051" cy="338169"/>
          </a:xfrm>
        </p:grpSpPr>
        <p:sp>
          <p:nvSpPr>
            <p:cNvPr id="18464" name="Google Shape;18464;p94"/>
            <p:cNvSpPr/>
            <p:nvPr/>
          </p:nvSpPr>
          <p:spPr>
            <a:xfrm>
              <a:off x="3131170" y="3816884"/>
              <a:ext cx="220051" cy="258530"/>
            </a:xfrm>
            <a:custGeom>
              <a:rect b="b" l="l" r="r" t="t"/>
              <a:pathLst>
                <a:path extrusionOk="0" h="17267" w="14697">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5" name="Google Shape;18465;p94"/>
            <p:cNvSpPr/>
            <p:nvPr/>
          </p:nvSpPr>
          <p:spPr>
            <a:xfrm>
              <a:off x="3131170" y="3816884"/>
              <a:ext cx="118373" cy="258530"/>
            </a:xfrm>
            <a:custGeom>
              <a:rect b="b" l="l" r="r" t="t"/>
              <a:pathLst>
                <a:path extrusionOk="0" h="17267" w="7906">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6" name="Google Shape;18466;p94"/>
            <p:cNvSpPr/>
            <p:nvPr/>
          </p:nvSpPr>
          <p:spPr>
            <a:xfrm>
              <a:off x="3235049" y="3816884"/>
              <a:ext cx="12292" cy="179041"/>
            </a:xfrm>
            <a:custGeom>
              <a:rect b="b" l="l" r="r" t="t"/>
              <a:pathLst>
                <a:path extrusionOk="0" h="11958" w="821">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7" name="Google Shape;18467;p94"/>
            <p:cNvSpPr/>
            <p:nvPr/>
          </p:nvSpPr>
          <p:spPr>
            <a:xfrm>
              <a:off x="3212396" y="3974350"/>
              <a:ext cx="57929" cy="30858"/>
            </a:xfrm>
            <a:custGeom>
              <a:rect b="b" l="l" r="r" t="t"/>
              <a:pathLst>
                <a:path extrusionOk="0" h="2061" w="3869">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8" name="Google Shape;18468;p94"/>
            <p:cNvSpPr/>
            <p:nvPr/>
          </p:nvSpPr>
          <p:spPr>
            <a:xfrm>
              <a:off x="3213339" y="3981597"/>
              <a:ext cx="56042" cy="23612"/>
            </a:xfrm>
            <a:custGeom>
              <a:rect b="b" l="l" r="r" t="t"/>
              <a:pathLst>
                <a:path extrusionOk="0" h="1577" w="3743">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9" name="Google Shape;18469;p94"/>
            <p:cNvSpPr/>
            <p:nvPr/>
          </p:nvSpPr>
          <p:spPr>
            <a:xfrm>
              <a:off x="3199804" y="4118834"/>
              <a:ext cx="83112" cy="36218"/>
            </a:xfrm>
            <a:custGeom>
              <a:rect b="b" l="l" r="r" t="t"/>
              <a:pathLst>
                <a:path extrusionOk="0" h="2419" w="5551">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0" name="Google Shape;18470;p94"/>
            <p:cNvSpPr/>
            <p:nvPr/>
          </p:nvSpPr>
          <p:spPr>
            <a:xfrm>
              <a:off x="3199804" y="4118834"/>
              <a:ext cx="25199" cy="36218"/>
            </a:xfrm>
            <a:custGeom>
              <a:rect b="b" l="l" r="r" t="t"/>
              <a:pathLst>
                <a:path extrusionOk="0" h="2419" w="1683">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1" name="Google Shape;18471;p94"/>
            <p:cNvSpPr/>
            <p:nvPr/>
          </p:nvSpPr>
          <p:spPr>
            <a:xfrm>
              <a:off x="3176192" y="4074770"/>
              <a:ext cx="130021" cy="44708"/>
            </a:xfrm>
            <a:custGeom>
              <a:rect b="b" l="l" r="r" t="t"/>
              <a:pathLst>
                <a:path extrusionOk="0" h="2986" w="8684">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2" name="Google Shape;18472;p94"/>
            <p:cNvSpPr/>
            <p:nvPr/>
          </p:nvSpPr>
          <p:spPr>
            <a:xfrm>
              <a:off x="3176192" y="4093336"/>
              <a:ext cx="130021" cy="26142"/>
            </a:xfrm>
            <a:custGeom>
              <a:rect b="b" l="l" r="r" t="t"/>
              <a:pathLst>
                <a:path extrusionOk="0" h="1746" w="8684">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73" name="Google Shape;18473;p94"/>
          <p:cNvGrpSpPr/>
          <p:nvPr/>
        </p:nvGrpSpPr>
        <p:grpSpPr>
          <a:xfrm>
            <a:off x="911564" y="3189824"/>
            <a:ext cx="247990" cy="333393"/>
            <a:chOff x="903502" y="3359564"/>
            <a:chExt cx="247990" cy="333393"/>
          </a:xfrm>
        </p:grpSpPr>
        <p:sp>
          <p:nvSpPr>
            <p:cNvPr id="18474" name="Google Shape;18474;p94"/>
            <p:cNvSpPr/>
            <p:nvPr/>
          </p:nvSpPr>
          <p:spPr>
            <a:xfrm>
              <a:off x="903502" y="3364610"/>
              <a:ext cx="247930" cy="328347"/>
            </a:xfrm>
            <a:custGeom>
              <a:rect b="b" l="l" r="r" t="t"/>
              <a:pathLst>
                <a:path extrusionOk="0" h="21930" w="16559">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5" name="Google Shape;18475;p94"/>
            <p:cNvSpPr/>
            <p:nvPr/>
          </p:nvSpPr>
          <p:spPr>
            <a:xfrm>
              <a:off x="1032175" y="3364610"/>
              <a:ext cx="119316" cy="328347"/>
            </a:xfrm>
            <a:custGeom>
              <a:rect b="b" l="l" r="r" t="t"/>
              <a:pathLst>
                <a:path extrusionOk="0" h="21930" w="7969">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6" name="Google Shape;18476;p94"/>
            <p:cNvSpPr/>
            <p:nvPr/>
          </p:nvSpPr>
          <p:spPr>
            <a:xfrm>
              <a:off x="953480" y="3587460"/>
              <a:ext cx="147958" cy="77782"/>
            </a:xfrm>
            <a:custGeom>
              <a:rect b="b" l="l" r="r" t="t"/>
              <a:pathLst>
                <a:path extrusionOk="0" h="5195" w="9882">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7" name="Google Shape;18477;p94"/>
            <p:cNvSpPr/>
            <p:nvPr/>
          </p:nvSpPr>
          <p:spPr>
            <a:xfrm>
              <a:off x="1013295" y="3587490"/>
              <a:ext cx="88473" cy="77752"/>
            </a:xfrm>
            <a:custGeom>
              <a:rect b="b" l="l" r="r" t="t"/>
              <a:pathLst>
                <a:path extrusionOk="0" h="5193" w="5909">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8" name="Google Shape;18478;p94"/>
            <p:cNvSpPr/>
            <p:nvPr/>
          </p:nvSpPr>
          <p:spPr>
            <a:xfrm>
              <a:off x="1048226" y="3630282"/>
              <a:ext cx="19854" cy="17323"/>
            </a:xfrm>
            <a:custGeom>
              <a:rect b="b" l="l" r="r" t="t"/>
              <a:pathLst>
                <a:path extrusionOk="0" h="1157" w="1326">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9" name="Google Shape;18479;p94"/>
            <p:cNvSpPr/>
            <p:nvPr/>
          </p:nvSpPr>
          <p:spPr>
            <a:xfrm>
              <a:off x="1056101" y="3630282"/>
              <a:ext cx="12682" cy="17173"/>
            </a:xfrm>
            <a:custGeom>
              <a:rect b="b" l="l" r="r" t="t"/>
              <a:pathLst>
                <a:path extrusionOk="0" h="1147" w="847">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0" name="Google Shape;18480;p94"/>
            <p:cNvSpPr/>
            <p:nvPr/>
          </p:nvSpPr>
          <p:spPr>
            <a:xfrm>
              <a:off x="981493" y="3635013"/>
              <a:ext cx="19854" cy="16994"/>
            </a:xfrm>
            <a:custGeom>
              <a:rect b="b" l="l" r="r" t="t"/>
              <a:pathLst>
                <a:path extrusionOk="0" h="1135" w="1326">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1" name="Google Shape;18481;p94"/>
            <p:cNvSpPr/>
            <p:nvPr/>
          </p:nvSpPr>
          <p:spPr>
            <a:xfrm>
              <a:off x="989369" y="3635013"/>
              <a:ext cx="12682" cy="16844"/>
            </a:xfrm>
            <a:custGeom>
              <a:rect b="b" l="l" r="r" t="t"/>
              <a:pathLst>
                <a:path extrusionOk="0" h="1125" w="847">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2" name="Google Shape;18482;p94"/>
            <p:cNvSpPr/>
            <p:nvPr/>
          </p:nvSpPr>
          <p:spPr>
            <a:xfrm>
              <a:off x="1008249" y="3606041"/>
              <a:ext cx="24255" cy="20602"/>
            </a:xfrm>
            <a:custGeom>
              <a:rect b="b" l="l" r="r" t="t"/>
              <a:pathLst>
                <a:path extrusionOk="0" h="1376" w="162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3" name="Google Shape;18483;p94"/>
            <p:cNvSpPr/>
            <p:nvPr/>
          </p:nvSpPr>
          <p:spPr>
            <a:xfrm>
              <a:off x="1018011" y="3606041"/>
              <a:ext cx="14179" cy="20662"/>
            </a:xfrm>
            <a:custGeom>
              <a:rect b="b" l="l" r="r" t="t"/>
              <a:pathLst>
                <a:path extrusionOk="0" h="1380" w="947">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4" name="Google Shape;18484;p94"/>
            <p:cNvSpPr/>
            <p:nvPr/>
          </p:nvSpPr>
          <p:spPr>
            <a:xfrm>
              <a:off x="995657" y="3550329"/>
              <a:ext cx="24255" cy="20602"/>
            </a:xfrm>
            <a:custGeom>
              <a:rect b="b" l="l" r="r" t="t"/>
              <a:pathLst>
                <a:path extrusionOk="0" h="1376" w="162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5" name="Google Shape;18485;p94"/>
            <p:cNvSpPr/>
            <p:nvPr/>
          </p:nvSpPr>
          <p:spPr>
            <a:xfrm>
              <a:off x="1004790" y="3550329"/>
              <a:ext cx="15751" cy="20363"/>
            </a:xfrm>
            <a:custGeom>
              <a:rect b="b" l="l" r="r" t="t"/>
              <a:pathLst>
                <a:path extrusionOk="0" h="1360" w="1052">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6" name="Google Shape;18486;p94"/>
            <p:cNvSpPr/>
            <p:nvPr/>
          </p:nvSpPr>
          <p:spPr>
            <a:xfrm>
              <a:off x="1026830" y="3523558"/>
              <a:ext cx="23941" cy="20437"/>
            </a:xfrm>
            <a:custGeom>
              <a:rect b="b" l="l" r="r" t="t"/>
              <a:pathLst>
                <a:path extrusionOk="0" h="1365" w="1599">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7" name="Google Shape;18487;p94"/>
            <p:cNvSpPr/>
            <p:nvPr/>
          </p:nvSpPr>
          <p:spPr>
            <a:xfrm>
              <a:off x="1035948" y="3523258"/>
              <a:ext cx="15766" cy="20677"/>
            </a:xfrm>
            <a:custGeom>
              <a:rect b="b" l="l" r="r" t="t"/>
              <a:pathLst>
                <a:path extrusionOk="0" h="1381" w="1053">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8" name="Google Shape;18488;p94"/>
            <p:cNvSpPr/>
            <p:nvPr/>
          </p:nvSpPr>
          <p:spPr>
            <a:xfrm>
              <a:off x="1012666" y="3484854"/>
              <a:ext cx="19839" cy="17144"/>
            </a:xfrm>
            <a:custGeom>
              <a:rect b="b" l="l" r="r" t="t"/>
              <a:pathLst>
                <a:path extrusionOk="0" h="1145" w="1325">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9" name="Google Shape;18489;p94"/>
            <p:cNvSpPr/>
            <p:nvPr/>
          </p:nvSpPr>
          <p:spPr>
            <a:xfrm>
              <a:off x="1020527" y="3484854"/>
              <a:ext cx="12622" cy="16934"/>
            </a:xfrm>
            <a:custGeom>
              <a:rect b="b" l="l" r="r" t="t"/>
              <a:pathLst>
                <a:path extrusionOk="0" h="1131" w="843">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0" name="Google Shape;18490;p94"/>
            <p:cNvSpPr/>
            <p:nvPr/>
          </p:nvSpPr>
          <p:spPr>
            <a:xfrm>
              <a:off x="918534" y="3642559"/>
              <a:ext cx="24884" cy="10091"/>
            </a:xfrm>
            <a:custGeom>
              <a:rect b="b" l="l" r="r" t="t"/>
              <a:pathLst>
                <a:path extrusionOk="0" h="674" w="1662">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1" name="Google Shape;18491;p94"/>
            <p:cNvSpPr/>
            <p:nvPr/>
          </p:nvSpPr>
          <p:spPr>
            <a:xfrm>
              <a:off x="933342" y="3615175"/>
              <a:ext cx="24555" cy="10091"/>
            </a:xfrm>
            <a:custGeom>
              <a:rect b="b" l="l" r="r" t="t"/>
              <a:pathLst>
                <a:path extrusionOk="0" h="674" w="164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2" name="Google Shape;18492;p94"/>
            <p:cNvSpPr/>
            <p:nvPr/>
          </p:nvSpPr>
          <p:spPr>
            <a:xfrm>
              <a:off x="947820" y="3587790"/>
              <a:ext cx="24884" cy="10091"/>
            </a:xfrm>
            <a:custGeom>
              <a:rect b="b" l="l" r="r" t="t"/>
              <a:pathLst>
                <a:path extrusionOk="0" h="674" w="1662">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3" name="Google Shape;18493;p94"/>
            <p:cNvSpPr/>
            <p:nvPr/>
          </p:nvSpPr>
          <p:spPr>
            <a:xfrm>
              <a:off x="962299" y="3560405"/>
              <a:ext cx="24884" cy="10406"/>
            </a:xfrm>
            <a:custGeom>
              <a:rect b="b" l="l" r="r" t="t"/>
              <a:pathLst>
                <a:path extrusionOk="0" h="695" w="1662">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4" name="Google Shape;18494;p94"/>
            <p:cNvSpPr/>
            <p:nvPr/>
          </p:nvSpPr>
          <p:spPr>
            <a:xfrm>
              <a:off x="984637" y="3359564"/>
              <a:ext cx="85957" cy="26456"/>
            </a:xfrm>
            <a:custGeom>
              <a:rect b="b" l="l" r="r" t="t"/>
              <a:pathLst>
                <a:path extrusionOk="0" h="1767" w="5741">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5" name="Google Shape;18495;p94"/>
            <p:cNvSpPr/>
            <p:nvPr/>
          </p:nvSpPr>
          <p:spPr>
            <a:xfrm>
              <a:off x="1037535" y="3359564"/>
              <a:ext cx="33059" cy="26456"/>
            </a:xfrm>
            <a:custGeom>
              <a:rect b="b" l="l" r="r" t="t"/>
              <a:pathLst>
                <a:path extrusionOk="0" h="1767" w="2208">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96" name="Google Shape;18496;p94"/>
          <p:cNvGrpSpPr/>
          <p:nvPr/>
        </p:nvGrpSpPr>
        <p:grpSpPr>
          <a:xfrm>
            <a:off x="2624253" y="2720721"/>
            <a:ext cx="365793" cy="361152"/>
            <a:chOff x="2616191" y="2890461"/>
            <a:chExt cx="365793" cy="361152"/>
          </a:xfrm>
        </p:grpSpPr>
        <p:sp>
          <p:nvSpPr>
            <p:cNvPr id="18497" name="Google Shape;18497;p94"/>
            <p:cNvSpPr/>
            <p:nvPr/>
          </p:nvSpPr>
          <p:spPr>
            <a:xfrm>
              <a:off x="2616191" y="3225545"/>
              <a:ext cx="30604" cy="26067"/>
            </a:xfrm>
            <a:custGeom>
              <a:rect b="b" l="l" r="r" t="t"/>
              <a:pathLst>
                <a:path extrusionOk="0" h="1741" w="2044">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8" name="Google Shape;18498;p94"/>
            <p:cNvSpPr/>
            <p:nvPr/>
          </p:nvSpPr>
          <p:spPr>
            <a:xfrm>
              <a:off x="2627196" y="3189506"/>
              <a:ext cx="53527" cy="51326"/>
            </a:xfrm>
            <a:custGeom>
              <a:rect b="b" l="l" r="r" t="t"/>
              <a:pathLst>
                <a:path extrusionOk="0" h="3428" w="3575">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9" name="Google Shape;18499;p94"/>
            <p:cNvSpPr/>
            <p:nvPr/>
          </p:nvSpPr>
          <p:spPr>
            <a:xfrm>
              <a:off x="2631298" y="3201544"/>
              <a:ext cx="49424" cy="39288"/>
            </a:xfrm>
            <a:custGeom>
              <a:rect b="b" l="l" r="r" t="t"/>
              <a:pathLst>
                <a:path extrusionOk="0" h="2624" w="3301">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0" name="Google Shape;18500;p94"/>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1" name="Google Shape;18501;p94"/>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2" name="Google Shape;18502;p94"/>
            <p:cNvSpPr/>
            <p:nvPr/>
          </p:nvSpPr>
          <p:spPr>
            <a:xfrm>
              <a:off x="2663085" y="2897153"/>
              <a:ext cx="318899" cy="327314"/>
            </a:xfrm>
            <a:custGeom>
              <a:rect b="b" l="l" r="r" t="t"/>
              <a:pathLst>
                <a:path extrusionOk="0" h="21861" w="21299">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3" name="Google Shape;18503;p94"/>
            <p:cNvSpPr/>
            <p:nvPr/>
          </p:nvSpPr>
          <p:spPr>
            <a:xfrm>
              <a:off x="2643576" y="3148033"/>
              <a:ext cx="78082" cy="76435"/>
            </a:xfrm>
            <a:custGeom>
              <a:rect b="b" l="l" r="r" t="t"/>
              <a:pathLst>
                <a:path extrusionOk="0" h="5105" w="5215">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4" name="Google Shape;18504;p94"/>
            <p:cNvSpPr/>
            <p:nvPr/>
          </p:nvSpPr>
          <p:spPr>
            <a:xfrm>
              <a:off x="2815759" y="2931141"/>
              <a:ext cx="122774" cy="122789"/>
            </a:xfrm>
            <a:custGeom>
              <a:rect b="b" l="l" r="r" t="t"/>
              <a:pathLst>
                <a:path extrusionOk="0" h="8201" w="8200">
                  <a:moveTo>
                    <a:pt x="4962" y="1"/>
                  </a:moveTo>
                  <a:lnTo>
                    <a:pt x="0" y="4962"/>
                  </a:lnTo>
                  <a:lnTo>
                    <a:pt x="3238" y="8200"/>
                  </a:lnTo>
                  <a:lnTo>
                    <a:pt x="8200" y="3238"/>
                  </a:lnTo>
                  <a:lnTo>
                    <a:pt x="4962" y="1"/>
                  </a:ln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5" name="Google Shape;18505;p94"/>
            <p:cNvSpPr/>
            <p:nvPr/>
          </p:nvSpPr>
          <p:spPr>
            <a:xfrm>
              <a:off x="2663085" y="3185179"/>
              <a:ext cx="58572" cy="39288"/>
            </a:xfrm>
            <a:custGeom>
              <a:rect b="b" l="l" r="r" t="t"/>
              <a:pathLst>
                <a:path extrusionOk="0" h="2624" w="3912">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6" name="Google Shape;18506;p94"/>
            <p:cNvSpPr/>
            <p:nvPr/>
          </p:nvSpPr>
          <p:spPr>
            <a:xfrm>
              <a:off x="2852906" y="2968288"/>
              <a:ext cx="85628" cy="85643"/>
            </a:xfrm>
            <a:custGeom>
              <a:rect b="b" l="l" r="r" t="t"/>
              <a:pathLst>
                <a:path extrusionOk="0" h="5720" w="5719">
                  <a:moveTo>
                    <a:pt x="4962" y="1"/>
                  </a:moveTo>
                  <a:lnTo>
                    <a:pt x="0" y="4962"/>
                  </a:lnTo>
                  <a:lnTo>
                    <a:pt x="757" y="5719"/>
                  </a:lnTo>
                  <a:lnTo>
                    <a:pt x="5719" y="757"/>
                  </a:lnTo>
                  <a:lnTo>
                    <a:pt x="4962"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7" name="Google Shape;18507;p94"/>
            <p:cNvSpPr/>
            <p:nvPr/>
          </p:nvSpPr>
          <p:spPr>
            <a:xfrm>
              <a:off x="2874302" y="2921783"/>
              <a:ext cx="82813" cy="146311"/>
            </a:xfrm>
            <a:custGeom>
              <a:rect b="b" l="l" r="r" t="t"/>
              <a:pathLst>
                <a:path extrusionOk="0" h="9772" w="5531">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08" name="Google Shape;18508;p94"/>
          <p:cNvGrpSpPr/>
          <p:nvPr/>
        </p:nvGrpSpPr>
        <p:grpSpPr>
          <a:xfrm>
            <a:off x="3058022" y="1776121"/>
            <a:ext cx="402940" cy="388536"/>
            <a:chOff x="3049959" y="1945861"/>
            <a:chExt cx="402940" cy="388536"/>
          </a:xfrm>
        </p:grpSpPr>
        <p:sp>
          <p:nvSpPr>
            <p:cNvPr id="18509" name="Google Shape;18509;p94"/>
            <p:cNvSpPr/>
            <p:nvPr/>
          </p:nvSpPr>
          <p:spPr>
            <a:xfrm>
              <a:off x="3049959" y="1993398"/>
              <a:ext cx="355402" cy="340999"/>
            </a:xfrm>
            <a:custGeom>
              <a:rect b="b" l="l" r="r" t="t"/>
              <a:pathLst>
                <a:path extrusionOk="0" h="22775" w="23737">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0" name="Google Shape;18510;p94"/>
            <p:cNvSpPr/>
            <p:nvPr/>
          </p:nvSpPr>
          <p:spPr>
            <a:xfrm>
              <a:off x="3093080" y="2196350"/>
              <a:ext cx="12607" cy="11184"/>
            </a:xfrm>
            <a:custGeom>
              <a:rect b="b" l="l" r="r" t="t"/>
              <a:pathLst>
                <a:path extrusionOk="0" h="747" w="842">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1" name="Google Shape;18511;p94"/>
            <p:cNvSpPr/>
            <p:nvPr/>
          </p:nvSpPr>
          <p:spPr>
            <a:xfrm>
              <a:off x="3093080" y="2164564"/>
              <a:ext cx="12607" cy="11184"/>
            </a:xfrm>
            <a:custGeom>
              <a:rect b="b" l="l" r="r" t="t"/>
              <a:pathLst>
                <a:path extrusionOk="0" h="747" w="842">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2" name="Google Shape;18512;p94"/>
            <p:cNvSpPr/>
            <p:nvPr/>
          </p:nvSpPr>
          <p:spPr>
            <a:xfrm>
              <a:off x="3336413" y="2211458"/>
              <a:ext cx="12292" cy="11514"/>
            </a:xfrm>
            <a:custGeom>
              <a:rect b="b" l="l" r="r" t="t"/>
              <a:pathLst>
                <a:path extrusionOk="0" h="769" w="821">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3" name="Google Shape;18513;p94"/>
            <p:cNvSpPr/>
            <p:nvPr/>
          </p:nvSpPr>
          <p:spPr>
            <a:xfrm>
              <a:off x="3196330" y="1945861"/>
              <a:ext cx="116172" cy="116486"/>
            </a:xfrm>
            <a:custGeom>
              <a:rect b="b" l="l" r="r" t="t"/>
              <a:pathLst>
                <a:path extrusionOk="0" h="7780" w="7759">
                  <a:moveTo>
                    <a:pt x="3176" y="0"/>
                  </a:moveTo>
                  <a:lnTo>
                    <a:pt x="1" y="3175"/>
                  </a:lnTo>
                  <a:lnTo>
                    <a:pt x="4584" y="7779"/>
                  </a:lnTo>
                  <a:lnTo>
                    <a:pt x="7759" y="4584"/>
                  </a:lnTo>
                  <a:lnTo>
                    <a:pt x="3176" y="0"/>
                  </a:ln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4" name="Google Shape;18514;p94"/>
            <p:cNvSpPr/>
            <p:nvPr/>
          </p:nvSpPr>
          <p:spPr>
            <a:xfrm>
              <a:off x="3336413" y="2085943"/>
              <a:ext cx="116486" cy="116486"/>
            </a:xfrm>
            <a:custGeom>
              <a:rect b="b" l="l" r="r" t="t"/>
              <a:pathLst>
                <a:path extrusionOk="0" h="7780" w="7780">
                  <a:moveTo>
                    <a:pt x="3175" y="0"/>
                  </a:moveTo>
                  <a:lnTo>
                    <a:pt x="1" y="3196"/>
                  </a:lnTo>
                  <a:lnTo>
                    <a:pt x="4605" y="7779"/>
                  </a:lnTo>
                  <a:lnTo>
                    <a:pt x="7780" y="4605"/>
                  </a:lnTo>
                  <a:lnTo>
                    <a:pt x="317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15" name="Google Shape;18515;p94"/>
          <p:cNvGrpSpPr/>
          <p:nvPr/>
        </p:nvGrpSpPr>
        <p:grpSpPr>
          <a:xfrm>
            <a:off x="2491088" y="4098940"/>
            <a:ext cx="202428" cy="349114"/>
            <a:chOff x="2483025" y="4268679"/>
            <a:chExt cx="202428" cy="349114"/>
          </a:xfrm>
        </p:grpSpPr>
        <p:sp>
          <p:nvSpPr>
            <p:cNvPr id="18516" name="Google Shape;18516;p94"/>
            <p:cNvSpPr/>
            <p:nvPr/>
          </p:nvSpPr>
          <p:spPr>
            <a:xfrm>
              <a:off x="2497818" y="4274339"/>
              <a:ext cx="172528" cy="337780"/>
            </a:xfrm>
            <a:custGeom>
              <a:rect b="b" l="l" r="r" t="t"/>
              <a:pathLst>
                <a:path extrusionOk="0" h="22560" w="11523">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7" name="Google Shape;18517;p94"/>
            <p:cNvSpPr/>
            <p:nvPr/>
          </p:nvSpPr>
          <p:spPr>
            <a:xfrm>
              <a:off x="2599811" y="4274339"/>
              <a:ext cx="76195" cy="337780"/>
            </a:xfrm>
            <a:custGeom>
              <a:rect b="b" l="l" r="r" t="t"/>
              <a:pathLst>
                <a:path extrusionOk="0" h="22560" w="5089">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8" name="Google Shape;18518;p94"/>
            <p:cNvSpPr/>
            <p:nvPr/>
          </p:nvSpPr>
          <p:spPr>
            <a:xfrm>
              <a:off x="2492159" y="4274339"/>
              <a:ext cx="76195" cy="337780"/>
            </a:xfrm>
            <a:custGeom>
              <a:rect b="b" l="l" r="r" t="t"/>
              <a:pathLst>
                <a:path extrusionOk="0" h="22560" w="5089">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9" name="Google Shape;18519;p94"/>
            <p:cNvSpPr/>
            <p:nvPr/>
          </p:nvSpPr>
          <p:spPr>
            <a:xfrm>
              <a:off x="2483025" y="4606444"/>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0" name="Google Shape;18520;p94"/>
            <p:cNvSpPr/>
            <p:nvPr/>
          </p:nvSpPr>
          <p:spPr>
            <a:xfrm>
              <a:off x="2483025" y="4268679"/>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1" name="Google Shape;18521;p94"/>
            <p:cNvSpPr/>
            <p:nvPr/>
          </p:nvSpPr>
          <p:spPr>
            <a:xfrm>
              <a:off x="2520487" y="4378847"/>
              <a:ext cx="127506" cy="210933"/>
            </a:xfrm>
            <a:custGeom>
              <a:rect b="b" l="l" r="r" t="t"/>
              <a:pathLst>
                <a:path extrusionOk="0" h="14088" w="8516">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22" name="Google Shape;18522;p94"/>
          <p:cNvGrpSpPr/>
          <p:nvPr/>
        </p:nvGrpSpPr>
        <p:grpSpPr>
          <a:xfrm>
            <a:off x="870569" y="2716244"/>
            <a:ext cx="329590" cy="365000"/>
            <a:chOff x="862507" y="2885984"/>
            <a:chExt cx="329590" cy="365000"/>
          </a:xfrm>
        </p:grpSpPr>
        <p:sp>
          <p:nvSpPr>
            <p:cNvPr id="18523" name="Google Shape;18523;p94"/>
            <p:cNvSpPr/>
            <p:nvPr/>
          </p:nvSpPr>
          <p:spPr>
            <a:xfrm>
              <a:off x="862821" y="2975834"/>
              <a:ext cx="313854" cy="275150"/>
            </a:xfrm>
            <a:custGeom>
              <a:rect b="b" l="l" r="r" t="t"/>
              <a:pathLst>
                <a:path extrusionOk="0" h="18377" w="20962">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4" name="Google Shape;18524;p94"/>
            <p:cNvSpPr/>
            <p:nvPr/>
          </p:nvSpPr>
          <p:spPr>
            <a:xfrm>
              <a:off x="862507" y="2975819"/>
              <a:ext cx="250894" cy="275165"/>
            </a:xfrm>
            <a:custGeom>
              <a:rect b="b" l="l" r="r" t="t"/>
              <a:pathLst>
                <a:path extrusionOk="0" h="18378" w="16757">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5" name="Google Shape;18525;p94"/>
            <p:cNvSpPr/>
            <p:nvPr/>
          </p:nvSpPr>
          <p:spPr>
            <a:xfrm>
              <a:off x="1034691" y="2885984"/>
              <a:ext cx="157406" cy="87050"/>
            </a:xfrm>
            <a:custGeom>
              <a:rect b="b" l="l" r="r" t="t"/>
              <a:pathLst>
                <a:path extrusionOk="0" h="5814" w="10513">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6" name="Google Shape;18526;p94"/>
            <p:cNvSpPr/>
            <p:nvPr/>
          </p:nvSpPr>
          <p:spPr>
            <a:xfrm>
              <a:off x="1034691" y="2885984"/>
              <a:ext cx="157406" cy="58707"/>
            </a:xfrm>
            <a:custGeom>
              <a:rect b="b" l="l" r="r" t="t"/>
              <a:pathLst>
                <a:path extrusionOk="0" h="3921" w="10513">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7" name="Google Shape;18527;p94"/>
            <p:cNvSpPr/>
            <p:nvPr/>
          </p:nvSpPr>
          <p:spPr>
            <a:xfrm>
              <a:off x="1103639" y="3030843"/>
              <a:ext cx="44393" cy="63139"/>
            </a:xfrm>
            <a:custGeom>
              <a:rect b="b" l="l" r="r" t="t"/>
              <a:pathLst>
                <a:path extrusionOk="0" h="4217" w="2965">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8" name="Google Shape;18528;p94"/>
            <p:cNvSpPr/>
            <p:nvPr/>
          </p:nvSpPr>
          <p:spPr>
            <a:xfrm>
              <a:off x="986853" y="3004491"/>
              <a:ext cx="65804" cy="14808"/>
            </a:xfrm>
            <a:custGeom>
              <a:rect b="b" l="l" r="r" t="t"/>
              <a:pathLst>
                <a:path extrusionOk="0" h="989" w="4395">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9" name="Google Shape;18529;p94"/>
            <p:cNvSpPr/>
            <p:nvPr/>
          </p:nvSpPr>
          <p:spPr>
            <a:xfrm>
              <a:off x="991330" y="2933641"/>
              <a:ext cx="56356" cy="85972"/>
            </a:xfrm>
            <a:custGeom>
              <a:rect b="b" l="l" r="r" t="t"/>
              <a:pathLst>
                <a:path extrusionOk="0" h="5742" w="3764">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30" name="Google Shape;18530;p94"/>
          <p:cNvGrpSpPr/>
          <p:nvPr/>
        </p:nvGrpSpPr>
        <p:grpSpPr>
          <a:xfrm>
            <a:off x="3090138" y="2702065"/>
            <a:ext cx="318884" cy="379807"/>
            <a:chOff x="3082075" y="2871805"/>
            <a:chExt cx="318884" cy="379807"/>
          </a:xfrm>
        </p:grpSpPr>
        <p:sp>
          <p:nvSpPr>
            <p:cNvPr id="18531" name="Google Shape;18531;p94"/>
            <p:cNvSpPr/>
            <p:nvPr/>
          </p:nvSpPr>
          <p:spPr>
            <a:xfrm>
              <a:off x="3105357" y="2915584"/>
              <a:ext cx="248708" cy="281887"/>
            </a:xfrm>
            <a:custGeom>
              <a:rect b="b" l="l" r="r" t="t"/>
              <a:pathLst>
                <a:path extrusionOk="0" h="18827" w="16611">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2" name="Google Shape;18532;p94"/>
            <p:cNvSpPr/>
            <p:nvPr/>
          </p:nvSpPr>
          <p:spPr>
            <a:xfrm>
              <a:off x="3210180" y="2990956"/>
              <a:ext cx="62974" cy="68005"/>
            </a:xfrm>
            <a:custGeom>
              <a:rect b="b" l="l" r="r" t="t"/>
              <a:pathLst>
                <a:path extrusionOk="0" h="4542" w="4206">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3" name="Google Shape;18533;p94"/>
            <p:cNvSpPr/>
            <p:nvPr/>
          </p:nvSpPr>
          <p:spPr>
            <a:xfrm>
              <a:off x="3241667" y="3020542"/>
              <a:ext cx="31487" cy="163709"/>
            </a:xfrm>
            <a:custGeom>
              <a:rect b="b" l="l" r="r" t="t"/>
              <a:pathLst>
                <a:path extrusionOk="0" h="10934" w="2103">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4" name="Google Shape;18534;p94"/>
            <p:cNvSpPr/>
            <p:nvPr/>
          </p:nvSpPr>
          <p:spPr>
            <a:xfrm>
              <a:off x="3210180" y="3020542"/>
              <a:ext cx="31502" cy="163709"/>
            </a:xfrm>
            <a:custGeom>
              <a:rect b="b" l="l" r="r" t="t"/>
              <a:pathLst>
                <a:path extrusionOk="0" h="10934" w="2104">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5" name="Google Shape;18535;p94"/>
            <p:cNvSpPr/>
            <p:nvPr/>
          </p:nvSpPr>
          <p:spPr>
            <a:xfrm>
              <a:off x="3236307" y="3026845"/>
              <a:ext cx="10720" cy="157406"/>
            </a:xfrm>
            <a:custGeom>
              <a:rect b="b" l="l" r="r" t="t"/>
              <a:pathLst>
                <a:path extrusionOk="0" h="10513" w="716">
                  <a:moveTo>
                    <a:pt x="1" y="0"/>
                  </a:moveTo>
                  <a:lnTo>
                    <a:pt x="1" y="10512"/>
                  </a:lnTo>
                  <a:lnTo>
                    <a:pt x="716" y="10512"/>
                  </a:lnTo>
                  <a:lnTo>
                    <a:pt x="716"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6" name="Google Shape;18536;p94"/>
            <p:cNvSpPr/>
            <p:nvPr/>
          </p:nvSpPr>
          <p:spPr>
            <a:xfrm>
              <a:off x="3224673" y="2973318"/>
              <a:ext cx="33688" cy="30080"/>
            </a:xfrm>
            <a:custGeom>
              <a:rect b="b" l="l" r="r" t="t"/>
              <a:pathLst>
                <a:path extrusionOk="0" h="2009" w="225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7" name="Google Shape;18537;p94"/>
            <p:cNvSpPr/>
            <p:nvPr/>
          </p:nvSpPr>
          <p:spPr>
            <a:xfrm>
              <a:off x="3255651" y="2935558"/>
              <a:ext cx="81720" cy="99477"/>
            </a:xfrm>
            <a:custGeom>
              <a:rect b="b" l="l" r="r" t="t"/>
              <a:pathLst>
                <a:path extrusionOk="0" h="6644" w="5458">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8" name="Google Shape;18538;p94"/>
            <p:cNvSpPr/>
            <p:nvPr/>
          </p:nvSpPr>
          <p:spPr>
            <a:xfrm>
              <a:off x="3230752" y="2932399"/>
              <a:ext cx="25304" cy="13880"/>
            </a:xfrm>
            <a:custGeom>
              <a:rect b="b" l="l" r="r" t="t"/>
              <a:pathLst>
                <a:path extrusionOk="0" h="927" w="169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9" name="Google Shape;18539;p94"/>
            <p:cNvSpPr/>
            <p:nvPr/>
          </p:nvSpPr>
          <p:spPr>
            <a:xfrm>
              <a:off x="3374817" y="3024629"/>
              <a:ext cx="26142" cy="10091"/>
            </a:xfrm>
            <a:custGeom>
              <a:rect b="b" l="l" r="r" t="t"/>
              <a:pathLst>
                <a:path extrusionOk="0" h="674" w="1746">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0" name="Google Shape;18540;p94"/>
            <p:cNvSpPr/>
            <p:nvPr/>
          </p:nvSpPr>
          <p:spPr>
            <a:xfrm>
              <a:off x="3082075" y="3024629"/>
              <a:ext cx="26142" cy="10091"/>
            </a:xfrm>
            <a:custGeom>
              <a:rect b="b" l="l" r="r" t="t"/>
              <a:pathLst>
                <a:path extrusionOk="0" h="674" w="1746">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1" name="Google Shape;18541;p94"/>
            <p:cNvSpPr/>
            <p:nvPr/>
          </p:nvSpPr>
          <p:spPr>
            <a:xfrm>
              <a:off x="3355623" y="2948000"/>
              <a:ext cx="25528" cy="16844"/>
            </a:xfrm>
            <a:custGeom>
              <a:rect b="b" l="l" r="r" t="t"/>
              <a:pathLst>
                <a:path extrusionOk="0" h="1125" w="1705">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2" name="Google Shape;18542;p94"/>
            <p:cNvSpPr/>
            <p:nvPr/>
          </p:nvSpPr>
          <p:spPr>
            <a:xfrm>
              <a:off x="3102213" y="3094371"/>
              <a:ext cx="25528" cy="16844"/>
            </a:xfrm>
            <a:custGeom>
              <a:rect b="b" l="l" r="r" t="t"/>
              <a:pathLst>
                <a:path extrusionOk="0" h="1125" w="1705">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3" name="Google Shape;18543;p94"/>
            <p:cNvSpPr/>
            <p:nvPr/>
          </p:nvSpPr>
          <p:spPr>
            <a:xfrm>
              <a:off x="3305001" y="2892257"/>
              <a:ext cx="19629" cy="20976"/>
            </a:xfrm>
            <a:custGeom>
              <a:rect b="b" l="l" r="r" t="t"/>
              <a:pathLst>
                <a:path extrusionOk="0" h="1401" w="1311">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4" name="Google Shape;18544;p94"/>
            <p:cNvSpPr/>
            <p:nvPr/>
          </p:nvSpPr>
          <p:spPr>
            <a:xfrm>
              <a:off x="3236307" y="2871805"/>
              <a:ext cx="10406" cy="22833"/>
            </a:xfrm>
            <a:custGeom>
              <a:rect b="b" l="l" r="r" t="t"/>
              <a:pathLst>
                <a:path extrusionOk="0" h="1525" w="695">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5" name="Google Shape;18545;p94"/>
            <p:cNvSpPr/>
            <p:nvPr/>
          </p:nvSpPr>
          <p:spPr>
            <a:xfrm>
              <a:off x="3158405" y="2892257"/>
              <a:ext cx="19689" cy="21276"/>
            </a:xfrm>
            <a:custGeom>
              <a:rect b="b" l="l" r="r" t="t"/>
              <a:pathLst>
                <a:path extrusionOk="0" h="1421" w="1315">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6" name="Google Shape;18546;p94"/>
            <p:cNvSpPr/>
            <p:nvPr/>
          </p:nvSpPr>
          <p:spPr>
            <a:xfrm>
              <a:off x="3101884" y="2948000"/>
              <a:ext cx="25528" cy="16844"/>
            </a:xfrm>
            <a:custGeom>
              <a:rect b="b" l="l" r="r" t="t"/>
              <a:pathLst>
                <a:path extrusionOk="0" h="1125" w="1705">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7" name="Google Shape;18547;p94"/>
            <p:cNvSpPr/>
            <p:nvPr/>
          </p:nvSpPr>
          <p:spPr>
            <a:xfrm>
              <a:off x="3355278" y="3094371"/>
              <a:ext cx="25543" cy="16844"/>
            </a:xfrm>
            <a:custGeom>
              <a:rect b="b" l="l" r="r" t="t"/>
              <a:pathLst>
                <a:path extrusionOk="0" h="1125" w="1706">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8" name="Google Shape;18548;p94"/>
            <p:cNvSpPr/>
            <p:nvPr/>
          </p:nvSpPr>
          <p:spPr>
            <a:xfrm>
              <a:off x="3223401" y="3230187"/>
              <a:ext cx="36533" cy="21426"/>
            </a:xfrm>
            <a:custGeom>
              <a:rect b="b" l="l" r="r" t="t"/>
              <a:pathLst>
                <a:path extrusionOk="0" h="1431" w="244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9" name="Google Shape;18549;p94"/>
            <p:cNvSpPr/>
            <p:nvPr/>
          </p:nvSpPr>
          <p:spPr>
            <a:xfrm>
              <a:off x="3188470" y="3173531"/>
              <a:ext cx="106095" cy="61088"/>
            </a:xfrm>
            <a:custGeom>
              <a:rect b="b" l="l" r="r" t="t"/>
              <a:pathLst>
                <a:path extrusionOk="0" h="4080" w="7086">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0" name="Google Shape;18550;p94"/>
            <p:cNvSpPr/>
            <p:nvPr/>
          </p:nvSpPr>
          <p:spPr>
            <a:xfrm>
              <a:off x="3188470" y="3191153"/>
              <a:ext cx="106095" cy="13865"/>
            </a:xfrm>
            <a:custGeom>
              <a:rect b="b" l="l" r="r" t="t"/>
              <a:pathLst>
                <a:path extrusionOk="0" h="926" w="7086">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51" name="Google Shape;18551;p94"/>
          <p:cNvGrpSpPr/>
          <p:nvPr/>
        </p:nvGrpSpPr>
        <p:grpSpPr>
          <a:xfrm>
            <a:off x="2602843" y="1346755"/>
            <a:ext cx="410187" cy="324244"/>
            <a:chOff x="2594780" y="1516494"/>
            <a:chExt cx="410187" cy="324244"/>
          </a:xfrm>
        </p:grpSpPr>
        <p:sp>
          <p:nvSpPr>
            <p:cNvPr id="18552" name="Google Shape;18552;p94"/>
            <p:cNvSpPr/>
            <p:nvPr/>
          </p:nvSpPr>
          <p:spPr>
            <a:xfrm>
              <a:off x="2594780" y="1641455"/>
              <a:ext cx="241776" cy="199284"/>
            </a:xfrm>
            <a:custGeom>
              <a:rect b="b" l="l" r="r" t="t"/>
              <a:pathLst>
                <a:path extrusionOk="0" h="13310" w="16148">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3" name="Google Shape;18553;p94"/>
            <p:cNvSpPr/>
            <p:nvPr/>
          </p:nvSpPr>
          <p:spPr>
            <a:xfrm>
              <a:off x="2632556" y="1738731"/>
              <a:ext cx="204000" cy="102008"/>
            </a:xfrm>
            <a:custGeom>
              <a:rect b="b" l="l" r="r" t="t"/>
              <a:pathLst>
                <a:path extrusionOk="0" h="6813" w="13625">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4" name="Google Shape;18554;p94"/>
            <p:cNvSpPr/>
            <p:nvPr/>
          </p:nvSpPr>
          <p:spPr>
            <a:xfrm>
              <a:off x="2721957" y="1516494"/>
              <a:ext cx="241132" cy="239560"/>
            </a:xfrm>
            <a:custGeom>
              <a:rect b="b" l="l" r="r" t="t"/>
              <a:pathLst>
                <a:path extrusionOk="0" h="16000" w="16105">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5" name="Google Shape;18555;p94"/>
            <p:cNvSpPr/>
            <p:nvPr/>
          </p:nvSpPr>
          <p:spPr>
            <a:xfrm>
              <a:off x="2881234" y="1828446"/>
              <a:ext cx="40306" cy="12292"/>
            </a:xfrm>
            <a:custGeom>
              <a:rect b="b" l="l" r="r" t="t"/>
              <a:pathLst>
                <a:path extrusionOk="0" h="821" w="2692">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6" name="Google Shape;18556;p94"/>
            <p:cNvSpPr/>
            <p:nvPr/>
          </p:nvSpPr>
          <p:spPr>
            <a:xfrm>
              <a:off x="2735177" y="1828446"/>
              <a:ext cx="89101" cy="12292"/>
            </a:xfrm>
            <a:custGeom>
              <a:rect b="b" l="l" r="r" t="t"/>
              <a:pathLst>
                <a:path extrusionOk="0" h="821" w="5951">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7" name="Google Shape;18557;p94"/>
            <p:cNvSpPr/>
            <p:nvPr/>
          </p:nvSpPr>
          <p:spPr>
            <a:xfrm>
              <a:off x="2832439" y="1828446"/>
              <a:ext cx="14179" cy="12203"/>
            </a:xfrm>
            <a:custGeom>
              <a:rect b="b" l="l" r="r" t="t"/>
              <a:pathLst>
                <a:path extrusionOk="0" h="815" w="947">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8" name="Google Shape;18558;p94"/>
            <p:cNvSpPr/>
            <p:nvPr/>
          </p:nvSpPr>
          <p:spPr>
            <a:xfrm>
              <a:off x="2990773" y="1828446"/>
              <a:ext cx="14194" cy="12203"/>
            </a:xfrm>
            <a:custGeom>
              <a:rect b="b" l="l" r="r" t="t"/>
              <a:pathLst>
                <a:path extrusionOk="0" h="815" w="948">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9" name="Google Shape;18559;p94"/>
            <p:cNvSpPr/>
            <p:nvPr/>
          </p:nvSpPr>
          <p:spPr>
            <a:xfrm>
              <a:off x="2928143" y="1828446"/>
              <a:ext cx="45022" cy="12292"/>
            </a:xfrm>
            <a:custGeom>
              <a:rect b="b" l="l" r="r" t="t"/>
              <a:pathLst>
                <a:path extrusionOk="0" h="821" w="3007">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60" name="Google Shape;18560;p94"/>
          <p:cNvGrpSpPr/>
          <p:nvPr/>
        </p:nvGrpSpPr>
        <p:grpSpPr>
          <a:xfrm>
            <a:off x="1751027" y="1333220"/>
            <a:ext cx="333692" cy="333363"/>
            <a:chOff x="1742965" y="1502959"/>
            <a:chExt cx="333692" cy="333363"/>
          </a:xfrm>
        </p:grpSpPr>
        <p:sp>
          <p:nvSpPr>
            <p:cNvPr id="18561" name="Google Shape;18561;p94"/>
            <p:cNvSpPr/>
            <p:nvPr/>
          </p:nvSpPr>
          <p:spPr>
            <a:xfrm>
              <a:off x="1742965" y="1502959"/>
              <a:ext cx="333692" cy="333363"/>
            </a:xfrm>
            <a:custGeom>
              <a:rect b="b" l="l" r="r" t="t"/>
              <a:pathLst>
                <a:path extrusionOk="0" h="22265" w="22287">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2" name="Google Shape;18562;p94"/>
            <p:cNvSpPr/>
            <p:nvPr/>
          </p:nvSpPr>
          <p:spPr>
            <a:xfrm>
              <a:off x="1854719" y="1629492"/>
              <a:ext cx="22040" cy="21740"/>
            </a:xfrm>
            <a:custGeom>
              <a:rect b="b" l="l" r="r" t="t"/>
              <a:pathLst>
                <a:path extrusionOk="0" h="1452" w="1472">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3" name="Google Shape;18563;p94"/>
            <p:cNvSpPr/>
            <p:nvPr/>
          </p:nvSpPr>
          <p:spPr>
            <a:xfrm>
              <a:off x="1898783" y="1629492"/>
              <a:ext cx="22054" cy="21740"/>
            </a:xfrm>
            <a:custGeom>
              <a:rect b="b" l="l" r="r" t="t"/>
              <a:pathLst>
                <a:path extrusionOk="0" h="1452" w="1473">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4" name="Google Shape;18564;p94"/>
            <p:cNvSpPr/>
            <p:nvPr/>
          </p:nvSpPr>
          <p:spPr>
            <a:xfrm>
              <a:off x="1942863" y="1629492"/>
              <a:ext cx="21725" cy="21740"/>
            </a:xfrm>
            <a:custGeom>
              <a:rect b="b" l="l" r="r" t="t"/>
              <a:pathLst>
                <a:path extrusionOk="0" h="1452" w="1451">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65" name="Google Shape;18565;p94"/>
          <p:cNvGrpSpPr/>
          <p:nvPr/>
        </p:nvGrpSpPr>
        <p:grpSpPr>
          <a:xfrm>
            <a:off x="3059594" y="1347069"/>
            <a:ext cx="390034" cy="296545"/>
            <a:chOff x="3051531" y="1516809"/>
            <a:chExt cx="390034" cy="296545"/>
          </a:xfrm>
        </p:grpSpPr>
        <p:sp>
          <p:nvSpPr>
            <p:cNvPr id="18566" name="Google Shape;18566;p94"/>
            <p:cNvSpPr/>
            <p:nvPr/>
          </p:nvSpPr>
          <p:spPr>
            <a:xfrm>
              <a:off x="3051531" y="1516809"/>
              <a:ext cx="389719" cy="296545"/>
            </a:xfrm>
            <a:custGeom>
              <a:rect b="b" l="l" r="r" t="t"/>
              <a:pathLst>
                <a:path extrusionOk="0" h="19806" w="26029">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7" name="Google Shape;18567;p94"/>
            <p:cNvSpPr/>
            <p:nvPr/>
          </p:nvSpPr>
          <p:spPr>
            <a:xfrm>
              <a:off x="3051531" y="1744391"/>
              <a:ext cx="389719" cy="68963"/>
            </a:xfrm>
            <a:custGeom>
              <a:rect b="b" l="l" r="r" t="t"/>
              <a:pathLst>
                <a:path extrusionOk="0" h="4606" w="26029">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8" name="Google Shape;18568;p94"/>
            <p:cNvSpPr/>
            <p:nvPr/>
          </p:nvSpPr>
          <p:spPr>
            <a:xfrm>
              <a:off x="3051531" y="1753838"/>
              <a:ext cx="389719" cy="59516"/>
            </a:xfrm>
            <a:custGeom>
              <a:rect b="b" l="l" r="r" t="t"/>
              <a:pathLst>
                <a:path extrusionOk="0" h="3975" w="26029">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9" name="Google Shape;18569;p94"/>
            <p:cNvSpPr/>
            <p:nvPr/>
          </p:nvSpPr>
          <p:spPr>
            <a:xfrm>
              <a:off x="3051846" y="1516809"/>
              <a:ext cx="389405" cy="65804"/>
            </a:xfrm>
            <a:custGeom>
              <a:rect b="b" l="l" r="r" t="t"/>
              <a:pathLst>
                <a:path extrusionOk="0" h="4395" w="26008">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0" name="Google Shape;18570;p94"/>
            <p:cNvSpPr/>
            <p:nvPr/>
          </p:nvSpPr>
          <p:spPr>
            <a:xfrm>
              <a:off x="3051846" y="1516809"/>
              <a:ext cx="389719" cy="56356"/>
            </a:xfrm>
            <a:custGeom>
              <a:rect b="b" l="l" r="r" t="t"/>
              <a:pathLst>
                <a:path extrusionOk="0" h="3764" w="26029">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1" name="Google Shape;18571;p94"/>
            <p:cNvSpPr/>
            <p:nvPr/>
          </p:nvSpPr>
          <p:spPr>
            <a:xfrm>
              <a:off x="3077973" y="1539148"/>
              <a:ext cx="15751" cy="11978"/>
            </a:xfrm>
            <a:custGeom>
              <a:rect b="b" l="l" r="r" t="t"/>
              <a:pathLst>
                <a:path extrusionOk="0" h="800" w="1052">
                  <a:moveTo>
                    <a:pt x="526" y="1"/>
                  </a:moveTo>
                  <a:cubicBezTo>
                    <a:pt x="1" y="1"/>
                    <a:pt x="1" y="779"/>
                    <a:pt x="526" y="800"/>
                  </a:cubicBezTo>
                  <a:cubicBezTo>
                    <a:pt x="1052" y="779"/>
                    <a:pt x="1052" y="1"/>
                    <a:pt x="526"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2" name="Google Shape;18572;p94"/>
            <p:cNvSpPr/>
            <p:nvPr/>
          </p:nvSpPr>
          <p:spPr>
            <a:xfrm>
              <a:off x="3100012" y="1539148"/>
              <a:ext cx="15751" cy="11978"/>
            </a:xfrm>
            <a:custGeom>
              <a:rect b="b" l="l" r="r" t="t"/>
              <a:pathLst>
                <a:path extrusionOk="0" h="800" w="1052">
                  <a:moveTo>
                    <a:pt x="526" y="1"/>
                  </a:moveTo>
                  <a:cubicBezTo>
                    <a:pt x="0" y="1"/>
                    <a:pt x="0" y="779"/>
                    <a:pt x="526" y="800"/>
                  </a:cubicBezTo>
                  <a:cubicBezTo>
                    <a:pt x="1052" y="779"/>
                    <a:pt x="1052" y="1"/>
                    <a:pt x="526"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3" name="Google Shape;18573;p94"/>
            <p:cNvSpPr/>
            <p:nvPr/>
          </p:nvSpPr>
          <p:spPr>
            <a:xfrm>
              <a:off x="3121737" y="1539148"/>
              <a:ext cx="15751" cy="11978"/>
            </a:xfrm>
            <a:custGeom>
              <a:rect b="b" l="l" r="r" t="t"/>
              <a:pathLst>
                <a:path extrusionOk="0" h="800" w="1052">
                  <a:moveTo>
                    <a:pt x="526" y="1"/>
                  </a:moveTo>
                  <a:cubicBezTo>
                    <a:pt x="0" y="1"/>
                    <a:pt x="0" y="800"/>
                    <a:pt x="526" y="800"/>
                  </a:cubicBezTo>
                  <a:cubicBezTo>
                    <a:pt x="1051" y="800"/>
                    <a:pt x="1051" y="1"/>
                    <a:pt x="526" y="1"/>
                  </a:cubicBezTo>
                  <a:close/>
                </a:path>
              </a:pathLst>
            </a:custGeom>
            <a:solidFill>
              <a:srgbClr val="7F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4" name="Google Shape;18574;p94"/>
            <p:cNvSpPr/>
            <p:nvPr/>
          </p:nvSpPr>
          <p:spPr>
            <a:xfrm>
              <a:off x="3336727" y="1539148"/>
              <a:ext cx="81226" cy="11978"/>
            </a:xfrm>
            <a:custGeom>
              <a:rect b="b" l="l" r="r" t="t"/>
              <a:pathLst>
                <a:path extrusionOk="0" h="800" w="5425">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5" name="Google Shape;18575;p94"/>
            <p:cNvSpPr/>
            <p:nvPr/>
          </p:nvSpPr>
          <p:spPr>
            <a:xfrm>
              <a:off x="3301153" y="1539148"/>
              <a:ext cx="30244" cy="11978"/>
            </a:xfrm>
            <a:custGeom>
              <a:rect b="b" l="l" r="r" t="t"/>
              <a:pathLst>
                <a:path extrusionOk="0" h="800" w="202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6" name="Google Shape;18576;p94"/>
            <p:cNvSpPr/>
            <p:nvPr/>
          </p:nvSpPr>
          <p:spPr>
            <a:xfrm>
              <a:off x="3170832" y="1608096"/>
              <a:ext cx="151432" cy="107667"/>
            </a:xfrm>
            <a:custGeom>
              <a:rect b="b" l="l" r="r" t="t"/>
              <a:pathLst>
                <a:path extrusionOk="0" h="7191" w="10114">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7" name="Google Shape;18577;p94"/>
            <p:cNvSpPr/>
            <p:nvPr/>
          </p:nvSpPr>
          <p:spPr>
            <a:xfrm>
              <a:off x="3170832" y="1608096"/>
              <a:ext cx="151432" cy="44079"/>
            </a:xfrm>
            <a:custGeom>
              <a:rect b="b" l="l" r="r" t="t"/>
              <a:pathLst>
                <a:path extrusionOk="0" h="2944" w="10114">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8" name="Google Shape;18578;p94"/>
            <p:cNvSpPr/>
            <p:nvPr/>
          </p:nvSpPr>
          <p:spPr>
            <a:xfrm>
              <a:off x="3227503" y="1642084"/>
              <a:ext cx="41878" cy="40007"/>
            </a:xfrm>
            <a:custGeom>
              <a:rect b="b" l="l" r="r" t="t"/>
              <a:pathLst>
                <a:path extrusionOk="0" h="2672" w="2797">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9" name="Google Shape;18579;p94"/>
            <p:cNvSpPr/>
            <p:nvPr/>
          </p:nvSpPr>
          <p:spPr>
            <a:xfrm>
              <a:off x="3087106" y="1776177"/>
              <a:ext cx="160865" cy="11679"/>
            </a:xfrm>
            <a:custGeom>
              <a:rect b="b" l="l" r="r" t="t"/>
              <a:pathLst>
                <a:path extrusionOk="0" h="780" w="10744">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0" name="Google Shape;18580;p94"/>
            <p:cNvSpPr/>
            <p:nvPr/>
          </p:nvSpPr>
          <p:spPr>
            <a:xfrm>
              <a:off x="3362540" y="1775563"/>
              <a:ext cx="46295" cy="11978"/>
            </a:xfrm>
            <a:custGeom>
              <a:rect b="b" l="l" r="r" t="t"/>
              <a:pathLst>
                <a:path extrusionOk="0" h="800" w="3092">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581" name="Google Shape;18581;p94"/>
          <p:cNvGrpSpPr/>
          <p:nvPr/>
        </p:nvGrpSpPr>
        <p:grpSpPr>
          <a:xfrm>
            <a:off x="3522963" y="1319280"/>
            <a:ext cx="354145" cy="351869"/>
            <a:chOff x="3514900" y="1489020"/>
            <a:chExt cx="354145" cy="351869"/>
          </a:xfrm>
        </p:grpSpPr>
        <p:sp>
          <p:nvSpPr>
            <p:cNvPr id="18582" name="Google Shape;18582;p94"/>
            <p:cNvSpPr/>
            <p:nvPr/>
          </p:nvSpPr>
          <p:spPr>
            <a:xfrm>
              <a:off x="3514900" y="1489020"/>
              <a:ext cx="354145" cy="351869"/>
            </a:xfrm>
            <a:custGeom>
              <a:rect b="b" l="l" r="r" t="t"/>
              <a:pathLst>
                <a:path extrusionOk="0" h="23501" w="23653">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3" name="Google Shape;18583;p94"/>
            <p:cNvSpPr/>
            <p:nvPr/>
          </p:nvSpPr>
          <p:spPr>
            <a:xfrm>
              <a:off x="3619094" y="1759498"/>
              <a:ext cx="24570" cy="24884"/>
            </a:xfrm>
            <a:custGeom>
              <a:rect b="b" l="l" r="r" t="t"/>
              <a:pathLst>
                <a:path extrusionOk="0" h="1662" w="1641">
                  <a:moveTo>
                    <a:pt x="526" y="1"/>
                  </a:moveTo>
                  <a:lnTo>
                    <a:pt x="1"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4" name="Google Shape;18584;p94"/>
            <p:cNvSpPr/>
            <p:nvPr/>
          </p:nvSpPr>
          <p:spPr>
            <a:xfrm>
              <a:off x="3623181" y="1722052"/>
              <a:ext cx="41249" cy="41249"/>
            </a:xfrm>
            <a:custGeom>
              <a:rect b="b" l="l" r="r" t="t"/>
              <a:pathLst>
                <a:path extrusionOk="0" h="2755" w="2755">
                  <a:moveTo>
                    <a:pt x="526" y="0"/>
                  </a:moveTo>
                  <a:lnTo>
                    <a:pt x="1" y="526"/>
                  </a:lnTo>
                  <a:lnTo>
                    <a:pt x="2229" y="2754"/>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5" name="Google Shape;18585;p94"/>
            <p:cNvSpPr/>
            <p:nvPr/>
          </p:nvSpPr>
          <p:spPr>
            <a:xfrm>
              <a:off x="3560536" y="1784682"/>
              <a:ext cx="41264" cy="41579"/>
            </a:xfrm>
            <a:custGeom>
              <a:rect b="b" l="l" r="r" t="t"/>
              <a:pathLst>
                <a:path extrusionOk="0" h="2777" w="2756">
                  <a:moveTo>
                    <a:pt x="527" y="1"/>
                  </a:moveTo>
                  <a:lnTo>
                    <a:pt x="1" y="548"/>
                  </a:lnTo>
                  <a:lnTo>
                    <a:pt x="2230" y="2776"/>
                  </a:lnTo>
                  <a:lnTo>
                    <a:pt x="2755" y="2251"/>
                  </a:lnTo>
                  <a:lnTo>
                    <a:pt x="527" y="1"/>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6" name="Google Shape;18586;p94"/>
            <p:cNvSpPr/>
            <p:nvPr/>
          </p:nvSpPr>
          <p:spPr>
            <a:xfrm>
              <a:off x="3660957" y="1717635"/>
              <a:ext cx="24570" cy="24884"/>
            </a:xfrm>
            <a:custGeom>
              <a:rect b="b" l="l" r="r" t="t"/>
              <a:pathLst>
                <a:path extrusionOk="0" h="1662" w="1641">
                  <a:moveTo>
                    <a:pt x="526" y="1"/>
                  </a:moveTo>
                  <a:lnTo>
                    <a:pt x="1" y="547"/>
                  </a:lnTo>
                  <a:lnTo>
                    <a:pt x="1115" y="1662"/>
                  </a:lnTo>
                  <a:lnTo>
                    <a:pt x="1641"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7" name="Google Shape;18587;p94"/>
            <p:cNvSpPr/>
            <p:nvPr/>
          </p:nvSpPr>
          <p:spPr>
            <a:xfrm>
              <a:off x="3681739" y="1696868"/>
              <a:ext cx="24570" cy="24555"/>
            </a:xfrm>
            <a:custGeom>
              <a:rect b="b" l="l" r="r" t="t"/>
              <a:pathLst>
                <a:path extrusionOk="0" h="1640" w="1641">
                  <a:moveTo>
                    <a:pt x="526" y="0"/>
                  </a:moveTo>
                  <a:lnTo>
                    <a:pt x="0" y="526"/>
                  </a:lnTo>
                  <a:lnTo>
                    <a:pt x="1115" y="1640"/>
                  </a:lnTo>
                  <a:lnTo>
                    <a:pt x="1640" y="1114"/>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8" name="Google Shape;18588;p94"/>
            <p:cNvSpPr/>
            <p:nvPr/>
          </p:nvSpPr>
          <p:spPr>
            <a:xfrm>
              <a:off x="3686141" y="1659092"/>
              <a:ext cx="41249" cy="41564"/>
            </a:xfrm>
            <a:custGeom>
              <a:rect b="b" l="l" r="r" t="t"/>
              <a:pathLst>
                <a:path extrusionOk="0" h="2776" w="2755">
                  <a:moveTo>
                    <a:pt x="526" y="0"/>
                  </a:moveTo>
                  <a:lnTo>
                    <a:pt x="1" y="547"/>
                  </a:lnTo>
                  <a:lnTo>
                    <a:pt x="2229" y="2775"/>
                  </a:lnTo>
                  <a:lnTo>
                    <a:pt x="2755" y="2250"/>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9" name="Google Shape;18589;p94"/>
            <p:cNvSpPr/>
            <p:nvPr/>
          </p:nvSpPr>
          <p:spPr>
            <a:xfrm>
              <a:off x="3723602" y="1654990"/>
              <a:ext cx="24884" cy="24570"/>
            </a:xfrm>
            <a:custGeom>
              <a:rect b="b" l="l" r="r" t="t"/>
              <a:pathLst>
                <a:path extrusionOk="0" h="1641" w="1662">
                  <a:moveTo>
                    <a:pt x="526" y="1"/>
                  </a:moveTo>
                  <a:lnTo>
                    <a:pt x="1" y="526"/>
                  </a:lnTo>
                  <a:lnTo>
                    <a:pt x="1115" y="1641"/>
                  </a:lnTo>
                  <a:lnTo>
                    <a:pt x="1662"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0" name="Google Shape;18590;p94"/>
            <p:cNvSpPr/>
            <p:nvPr/>
          </p:nvSpPr>
          <p:spPr>
            <a:xfrm>
              <a:off x="3744698" y="1633909"/>
              <a:ext cx="24570" cy="24884"/>
            </a:xfrm>
            <a:custGeom>
              <a:rect b="b" l="l" r="r" t="t"/>
              <a:pathLst>
                <a:path extrusionOk="0" h="1662" w="1641">
                  <a:moveTo>
                    <a:pt x="526" y="0"/>
                  </a:moveTo>
                  <a:lnTo>
                    <a:pt x="0" y="547"/>
                  </a:lnTo>
                  <a:lnTo>
                    <a:pt x="1115" y="1661"/>
                  </a:lnTo>
                  <a:lnTo>
                    <a:pt x="1640"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1" name="Google Shape;18591;p94"/>
            <p:cNvSpPr/>
            <p:nvPr/>
          </p:nvSpPr>
          <p:spPr>
            <a:xfrm>
              <a:off x="3748786" y="1596447"/>
              <a:ext cx="41564" cy="41249"/>
            </a:xfrm>
            <a:custGeom>
              <a:rect b="b" l="l" r="r" t="t"/>
              <a:pathLst>
                <a:path extrusionOk="0" h="2755" w="2776">
                  <a:moveTo>
                    <a:pt x="526" y="0"/>
                  </a:moveTo>
                  <a:lnTo>
                    <a:pt x="1" y="526"/>
                  </a:lnTo>
                  <a:lnTo>
                    <a:pt x="2229" y="2755"/>
                  </a:lnTo>
                  <a:lnTo>
                    <a:pt x="2776"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2" name="Google Shape;18592;p94"/>
            <p:cNvSpPr/>
            <p:nvPr/>
          </p:nvSpPr>
          <p:spPr>
            <a:xfrm>
              <a:off x="3786561" y="1592030"/>
              <a:ext cx="24570" cy="24884"/>
            </a:xfrm>
            <a:custGeom>
              <a:rect b="b" l="l" r="r" t="t"/>
              <a:pathLst>
                <a:path extrusionOk="0" h="1662" w="1641">
                  <a:moveTo>
                    <a:pt x="526" y="1"/>
                  </a:moveTo>
                  <a:lnTo>
                    <a:pt x="0"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3" name="Google Shape;18593;p94"/>
            <p:cNvSpPr/>
            <p:nvPr/>
          </p:nvSpPr>
          <p:spPr>
            <a:xfrm>
              <a:off x="3807343" y="1571264"/>
              <a:ext cx="24869" cy="24570"/>
            </a:xfrm>
            <a:custGeom>
              <a:rect b="b" l="l" r="r" t="t"/>
              <a:pathLst>
                <a:path extrusionOk="0" h="1641" w="1661">
                  <a:moveTo>
                    <a:pt x="526" y="0"/>
                  </a:moveTo>
                  <a:lnTo>
                    <a:pt x="0" y="526"/>
                  </a:lnTo>
                  <a:lnTo>
                    <a:pt x="1114" y="1640"/>
                  </a:lnTo>
                  <a:lnTo>
                    <a:pt x="1661"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4" name="Google Shape;18594;p94"/>
            <p:cNvSpPr/>
            <p:nvPr/>
          </p:nvSpPr>
          <p:spPr>
            <a:xfrm>
              <a:off x="3811745" y="1533488"/>
              <a:ext cx="41249" cy="41564"/>
            </a:xfrm>
            <a:custGeom>
              <a:rect b="b" l="l" r="r" t="t"/>
              <a:pathLst>
                <a:path extrusionOk="0" h="2776" w="2755">
                  <a:moveTo>
                    <a:pt x="526" y="0"/>
                  </a:moveTo>
                  <a:lnTo>
                    <a:pt x="0" y="526"/>
                  </a:lnTo>
                  <a:lnTo>
                    <a:pt x="2229" y="2776"/>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5" name="Google Shape;18595;p94"/>
            <p:cNvSpPr/>
            <p:nvPr/>
          </p:nvSpPr>
          <p:spPr>
            <a:xfrm>
              <a:off x="3597998" y="1780594"/>
              <a:ext cx="24570" cy="24570"/>
            </a:xfrm>
            <a:custGeom>
              <a:rect b="b" l="l" r="r" t="t"/>
              <a:pathLst>
                <a:path extrusionOk="0" h="1641" w="1641">
                  <a:moveTo>
                    <a:pt x="526" y="1"/>
                  </a:moveTo>
                  <a:lnTo>
                    <a:pt x="1" y="526"/>
                  </a:lnTo>
                  <a:lnTo>
                    <a:pt x="1115" y="1640"/>
                  </a:lnTo>
                  <a:lnTo>
                    <a:pt x="1641"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6" name="Google Shape;18596;p94"/>
            <p:cNvSpPr/>
            <p:nvPr/>
          </p:nvSpPr>
          <p:spPr>
            <a:xfrm>
              <a:off x="3623181" y="1625090"/>
              <a:ext cx="108940" cy="108925"/>
            </a:xfrm>
            <a:custGeom>
              <a:rect b="b" l="l" r="r" t="t"/>
              <a:pathLst>
                <a:path extrusionOk="0" h="7275" w="7276">
                  <a:moveTo>
                    <a:pt x="3070" y="1"/>
                  </a:moveTo>
                  <a:lnTo>
                    <a:pt x="1" y="3049"/>
                  </a:lnTo>
                  <a:lnTo>
                    <a:pt x="4206" y="7275"/>
                  </a:lnTo>
                  <a:lnTo>
                    <a:pt x="7275" y="4205"/>
                  </a:lnTo>
                  <a:lnTo>
                    <a:pt x="3070" y="1"/>
                  </a:lnTo>
                  <a:close/>
                </a:path>
              </a:pathLst>
            </a:custGeom>
            <a:solidFill>
              <a:srgbClr val="B2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7" name="Google Shape;18597;p94"/>
            <p:cNvSpPr/>
            <p:nvPr/>
          </p:nvSpPr>
          <p:spPr>
            <a:xfrm>
              <a:off x="3517416" y="1493826"/>
              <a:ext cx="316698" cy="313225"/>
            </a:xfrm>
            <a:custGeom>
              <a:rect b="b" l="l" r="r" t="t"/>
              <a:pathLst>
                <a:path extrusionOk="0" h="20920" w="21152">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8" name="Google Shape;18598;p94"/>
            <p:cNvSpPr/>
            <p:nvPr/>
          </p:nvSpPr>
          <p:spPr>
            <a:xfrm>
              <a:off x="3788133" y="1761399"/>
              <a:ext cx="73230" cy="72287"/>
            </a:xfrm>
            <a:custGeom>
              <a:rect b="b" l="l" r="r" t="t"/>
              <a:pathLst>
                <a:path extrusionOk="0" h="4828" w="4891">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9" name="Google Shape;18599;p94"/>
            <p:cNvSpPr/>
            <p:nvPr/>
          </p:nvSpPr>
          <p:spPr>
            <a:xfrm>
              <a:off x="3822136" y="1761399"/>
              <a:ext cx="39198" cy="72407"/>
            </a:xfrm>
            <a:custGeom>
              <a:rect b="b" l="l" r="r" t="t"/>
              <a:pathLst>
                <a:path extrusionOk="0" h="4836" w="2618">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0" name="Google Shape;18600;p94"/>
            <p:cNvSpPr/>
            <p:nvPr/>
          </p:nvSpPr>
          <p:spPr>
            <a:xfrm>
              <a:off x="3541656" y="1493781"/>
              <a:ext cx="292458" cy="313270"/>
            </a:xfrm>
            <a:custGeom>
              <a:rect b="b" l="l" r="r" t="t"/>
              <a:pathLst>
                <a:path extrusionOk="0" h="20923" w="19533">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1" name="Google Shape;18601;p94"/>
            <p:cNvSpPr/>
            <p:nvPr/>
          </p:nvSpPr>
          <p:spPr>
            <a:xfrm>
              <a:off x="3834728" y="1807979"/>
              <a:ext cx="26636" cy="25708"/>
            </a:xfrm>
            <a:custGeom>
              <a:rect b="b" l="l" r="r" t="t"/>
              <a:pathLst>
                <a:path extrusionOk="0" h="1717" w="1779">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2" name="Google Shape;18602;p94"/>
            <p:cNvSpPr/>
            <p:nvPr/>
          </p:nvSpPr>
          <p:spPr>
            <a:xfrm>
              <a:off x="3552047" y="1524984"/>
              <a:ext cx="68320" cy="68334"/>
            </a:xfrm>
            <a:custGeom>
              <a:rect b="b" l="l" r="r" t="t"/>
              <a:pathLst>
                <a:path extrusionOk="0" h="4564" w="4563">
                  <a:moveTo>
                    <a:pt x="3049" y="1"/>
                  </a:moveTo>
                  <a:lnTo>
                    <a:pt x="0" y="3070"/>
                  </a:lnTo>
                  <a:lnTo>
                    <a:pt x="1493" y="4563"/>
                  </a:lnTo>
                  <a:lnTo>
                    <a:pt x="4563" y="1494"/>
                  </a:lnTo>
                  <a:lnTo>
                    <a:pt x="3049" y="1"/>
                  </a:lnTo>
                  <a:close/>
                </a:path>
              </a:pathLst>
            </a:custGeom>
            <a:solidFill>
              <a:srgbClr val="29435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3" name="Google Shape;18603;p94"/>
            <p:cNvSpPr/>
            <p:nvPr/>
          </p:nvSpPr>
          <p:spPr>
            <a:xfrm>
              <a:off x="3593281" y="1566218"/>
              <a:ext cx="221623" cy="221952"/>
            </a:xfrm>
            <a:custGeom>
              <a:rect b="b" l="l" r="r" t="t"/>
              <a:pathLst>
                <a:path extrusionOk="0" h="14824" w="14802">
                  <a:moveTo>
                    <a:pt x="526" y="1"/>
                  </a:moveTo>
                  <a:lnTo>
                    <a:pt x="1" y="548"/>
                  </a:lnTo>
                  <a:lnTo>
                    <a:pt x="14276" y="14823"/>
                  </a:lnTo>
                  <a:lnTo>
                    <a:pt x="14802" y="14298"/>
                  </a:lnTo>
                  <a:lnTo>
                    <a:pt x="526"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04" name="Google Shape;18604;p94"/>
          <p:cNvGrpSpPr/>
          <p:nvPr/>
        </p:nvGrpSpPr>
        <p:grpSpPr>
          <a:xfrm>
            <a:off x="3074387" y="3180706"/>
            <a:ext cx="346598" cy="333183"/>
            <a:chOff x="3066324" y="3350446"/>
            <a:chExt cx="346598" cy="333183"/>
          </a:xfrm>
        </p:grpSpPr>
        <p:sp>
          <p:nvSpPr>
            <p:cNvPr id="18605" name="Google Shape;18605;p94"/>
            <p:cNvSpPr/>
            <p:nvPr/>
          </p:nvSpPr>
          <p:spPr>
            <a:xfrm>
              <a:off x="3077658" y="3672759"/>
              <a:ext cx="297174" cy="10735"/>
            </a:xfrm>
            <a:custGeom>
              <a:rect b="b" l="l" r="r" t="t"/>
              <a:pathLst>
                <a:path extrusionOk="0" h="717" w="19848">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6" name="Google Shape;18606;p94"/>
            <p:cNvSpPr/>
            <p:nvPr/>
          </p:nvSpPr>
          <p:spPr>
            <a:xfrm>
              <a:off x="3066324" y="3350446"/>
              <a:ext cx="346598" cy="333183"/>
            </a:xfrm>
            <a:custGeom>
              <a:rect b="b" l="l" r="r" t="t"/>
              <a:pathLst>
                <a:path extrusionOk="0" h="22253" w="23149">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7" name="Google Shape;18607;p94"/>
            <p:cNvSpPr/>
            <p:nvPr/>
          </p:nvSpPr>
          <p:spPr>
            <a:xfrm>
              <a:off x="3079545" y="3516970"/>
              <a:ext cx="333378" cy="166524"/>
            </a:xfrm>
            <a:custGeom>
              <a:rect b="b" l="l" r="r" t="t"/>
              <a:pathLst>
                <a:path extrusionOk="0" h="11122" w="22266">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8" name="Google Shape;18608;p94"/>
            <p:cNvSpPr/>
            <p:nvPr/>
          </p:nvSpPr>
          <p:spPr>
            <a:xfrm>
              <a:off x="3079545" y="3371841"/>
              <a:ext cx="333378" cy="145143"/>
            </a:xfrm>
            <a:custGeom>
              <a:rect b="b" l="l" r="r" t="t"/>
              <a:pathLst>
                <a:path extrusionOk="0" h="9694" w="22266">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9" name="Google Shape;18609;p94"/>
            <p:cNvSpPr/>
            <p:nvPr/>
          </p:nvSpPr>
          <p:spPr>
            <a:xfrm>
              <a:off x="3188784" y="3371841"/>
              <a:ext cx="224138" cy="145143"/>
            </a:xfrm>
            <a:custGeom>
              <a:rect b="b" l="l" r="r" t="t"/>
              <a:pathLst>
                <a:path extrusionOk="0" h="9694" w="1497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0" name="Google Shape;18610;p94"/>
            <p:cNvSpPr/>
            <p:nvPr/>
          </p:nvSpPr>
          <p:spPr>
            <a:xfrm>
              <a:off x="3079545" y="3516970"/>
              <a:ext cx="333378" cy="144814"/>
            </a:xfrm>
            <a:custGeom>
              <a:rect b="b" l="l" r="r" t="t"/>
              <a:pathLst>
                <a:path extrusionOk="0" h="9672" w="22266">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1" name="Google Shape;18611;p94"/>
            <p:cNvSpPr/>
            <p:nvPr/>
          </p:nvSpPr>
          <p:spPr>
            <a:xfrm>
              <a:off x="3079545" y="3516970"/>
              <a:ext cx="181018" cy="136938"/>
            </a:xfrm>
            <a:custGeom>
              <a:rect b="b" l="l" r="r" t="t"/>
              <a:pathLst>
                <a:path extrusionOk="0" h="9146" w="1209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2" name="Google Shape;18612;p94"/>
            <p:cNvSpPr/>
            <p:nvPr/>
          </p:nvSpPr>
          <p:spPr>
            <a:xfrm>
              <a:off x="3079545" y="3430084"/>
              <a:ext cx="333378" cy="173771"/>
            </a:xfrm>
            <a:custGeom>
              <a:rect b="b" l="l" r="r" t="t"/>
              <a:pathLst>
                <a:path extrusionOk="0" h="11606" w="22266">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3" name="Google Shape;18613;p94"/>
            <p:cNvSpPr/>
            <p:nvPr/>
          </p:nvSpPr>
          <p:spPr>
            <a:xfrm>
              <a:off x="3079545" y="3444563"/>
              <a:ext cx="333378" cy="144814"/>
            </a:xfrm>
            <a:custGeom>
              <a:rect b="b" l="l" r="r" t="t"/>
              <a:pathLst>
                <a:path extrusionOk="0" h="9672" w="22266">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4" name="Google Shape;18614;p94"/>
            <p:cNvSpPr/>
            <p:nvPr/>
          </p:nvSpPr>
          <p:spPr>
            <a:xfrm>
              <a:off x="3079545" y="3444563"/>
              <a:ext cx="186692" cy="144814"/>
            </a:xfrm>
            <a:custGeom>
              <a:rect b="b" l="l" r="r" t="t"/>
              <a:pathLst>
                <a:path extrusionOk="0" h="9672" w="12469">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15" name="Google Shape;18615;p94"/>
          <p:cNvGrpSpPr/>
          <p:nvPr/>
        </p:nvGrpSpPr>
        <p:grpSpPr>
          <a:xfrm>
            <a:off x="1290817" y="1782350"/>
            <a:ext cx="363278" cy="363338"/>
            <a:chOff x="1282755" y="1952089"/>
            <a:chExt cx="363278" cy="363338"/>
          </a:xfrm>
        </p:grpSpPr>
        <p:sp>
          <p:nvSpPr>
            <p:cNvPr id="18616" name="Google Shape;18616;p94"/>
            <p:cNvSpPr/>
            <p:nvPr/>
          </p:nvSpPr>
          <p:spPr>
            <a:xfrm>
              <a:off x="1282755" y="1952089"/>
              <a:ext cx="359924" cy="363338"/>
            </a:xfrm>
            <a:custGeom>
              <a:rect b="b" l="l" r="r" t="t"/>
              <a:pathLst>
                <a:path extrusionOk="0" h="24267" w="24039">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7" name="Google Shape;18617;p94"/>
            <p:cNvSpPr/>
            <p:nvPr/>
          </p:nvSpPr>
          <p:spPr>
            <a:xfrm>
              <a:off x="1437900" y="2104404"/>
              <a:ext cx="61118" cy="57644"/>
            </a:xfrm>
            <a:custGeom>
              <a:rect b="b" l="l" r="r" t="t"/>
              <a:pathLst>
                <a:path extrusionOk="0" h="3850" w="4082">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8" name="Google Shape;18618;p94"/>
            <p:cNvSpPr/>
            <p:nvPr/>
          </p:nvSpPr>
          <p:spPr>
            <a:xfrm>
              <a:off x="1286214" y="2015019"/>
              <a:ext cx="61148" cy="47313"/>
            </a:xfrm>
            <a:custGeom>
              <a:rect b="b" l="l" r="r" t="t"/>
              <a:pathLst>
                <a:path extrusionOk="0" h="3160" w="4084">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9" name="Google Shape;18619;p94"/>
            <p:cNvSpPr/>
            <p:nvPr/>
          </p:nvSpPr>
          <p:spPr>
            <a:xfrm>
              <a:off x="1595396" y="2201696"/>
              <a:ext cx="50637" cy="47253"/>
            </a:xfrm>
            <a:custGeom>
              <a:rect b="b" l="l" r="r" t="t"/>
              <a:pathLst>
                <a:path extrusionOk="0" h="3156" w="3382">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0" name="Google Shape;18620;p94"/>
            <p:cNvSpPr/>
            <p:nvPr/>
          </p:nvSpPr>
          <p:spPr>
            <a:xfrm>
              <a:off x="1452034" y="2121653"/>
              <a:ext cx="46984" cy="40276"/>
            </a:xfrm>
            <a:custGeom>
              <a:rect b="b" l="l" r="r" t="t"/>
              <a:pathLst>
                <a:path extrusionOk="0" h="2690" w="3138">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1" name="Google Shape;18621;p94"/>
            <p:cNvSpPr/>
            <p:nvPr/>
          </p:nvSpPr>
          <p:spPr>
            <a:xfrm>
              <a:off x="1307445" y="2032701"/>
              <a:ext cx="33868" cy="29631"/>
            </a:xfrm>
            <a:custGeom>
              <a:rect b="b" l="l" r="r" t="t"/>
              <a:pathLst>
                <a:path extrusionOk="0" h="1979" w="2262">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2" name="Google Shape;18622;p94"/>
            <p:cNvSpPr/>
            <p:nvPr/>
          </p:nvSpPr>
          <p:spPr>
            <a:xfrm>
              <a:off x="1612464" y="2219064"/>
              <a:ext cx="33568" cy="29750"/>
            </a:xfrm>
            <a:custGeom>
              <a:rect b="b" l="l" r="r" t="t"/>
              <a:pathLst>
                <a:path extrusionOk="0" h="1987" w="2242">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23" name="Google Shape;18623;p94"/>
          <p:cNvGrpSpPr/>
          <p:nvPr/>
        </p:nvGrpSpPr>
        <p:grpSpPr>
          <a:xfrm>
            <a:off x="3518156" y="2739542"/>
            <a:ext cx="355133" cy="343574"/>
            <a:chOff x="3510094" y="2909281"/>
            <a:chExt cx="355133" cy="343574"/>
          </a:xfrm>
        </p:grpSpPr>
        <p:sp>
          <p:nvSpPr>
            <p:cNvPr id="18624" name="Google Shape;18624;p94"/>
            <p:cNvSpPr/>
            <p:nvPr/>
          </p:nvSpPr>
          <p:spPr>
            <a:xfrm>
              <a:off x="3583205" y="3134527"/>
              <a:ext cx="50652" cy="47523"/>
            </a:xfrm>
            <a:custGeom>
              <a:rect b="b" l="l" r="r" t="t"/>
              <a:pathLst>
                <a:path extrusionOk="0" h="3174" w="3383">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5" name="Google Shape;18625;p94"/>
            <p:cNvSpPr/>
            <p:nvPr/>
          </p:nvSpPr>
          <p:spPr>
            <a:xfrm>
              <a:off x="3655746" y="2909281"/>
              <a:ext cx="209480" cy="192127"/>
            </a:xfrm>
            <a:custGeom>
              <a:rect b="b" l="l" r="r" t="t"/>
              <a:pathLst>
                <a:path extrusionOk="0" h="12832" w="13991">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6" name="Google Shape;18626;p94"/>
            <p:cNvSpPr/>
            <p:nvPr/>
          </p:nvSpPr>
          <p:spPr>
            <a:xfrm>
              <a:off x="3673863" y="2923430"/>
              <a:ext cx="184806" cy="179550"/>
            </a:xfrm>
            <a:custGeom>
              <a:rect b="b" l="l" r="r" t="t"/>
              <a:pathLst>
                <a:path extrusionOk="0" h="11992" w="12343">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7" name="Google Shape;18627;p94"/>
            <p:cNvSpPr/>
            <p:nvPr/>
          </p:nvSpPr>
          <p:spPr>
            <a:xfrm>
              <a:off x="3541970" y="3007531"/>
              <a:ext cx="218793" cy="216383"/>
            </a:xfrm>
            <a:custGeom>
              <a:rect b="b" l="l" r="r" t="t"/>
              <a:pathLst>
                <a:path extrusionOk="0" h="14452" w="14613">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8" name="Google Shape;18628;p94"/>
            <p:cNvSpPr/>
            <p:nvPr/>
          </p:nvSpPr>
          <p:spPr>
            <a:xfrm>
              <a:off x="3562123" y="3027504"/>
              <a:ext cx="198640" cy="196409"/>
            </a:xfrm>
            <a:custGeom>
              <a:rect b="b" l="l" r="r" t="t"/>
              <a:pathLst>
                <a:path extrusionOk="0" h="13118" w="13267">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9" name="Google Shape;18629;p94"/>
            <p:cNvSpPr/>
            <p:nvPr/>
          </p:nvSpPr>
          <p:spPr>
            <a:xfrm>
              <a:off x="3516562" y="3033523"/>
              <a:ext cx="217446" cy="210304"/>
            </a:xfrm>
            <a:custGeom>
              <a:rect b="b" l="l" r="r" t="t"/>
              <a:pathLst>
                <a:path extrusionOk="0" h="14046" w="14523">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0" name="Google Shape;18630;p94"/>
            <p:cNvSpPr/>
            <p:nvPr/>
          </p:nvSpPr>
          <p:spPr>
            <a:xfrm>
              <a:off x="3524033" y="3056041"/>
              <a:ext cx="202413" cy="188100"/>
            </a:xfrm>
            <a:custGeom>
              <a:rect b="b" l="l" r="r" t="t"/>
              <a:pathLst>
                <a:path extrusionOk="0" h="12563" w="13519">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1" name="Google Shape;18631;p94"/>
            <p:cNvSpPr/>
            <p:nvPr/>
          </p:nvSpPr>
          <p:spPr>
            <a:xfrm>
              <a:off x="3556389" y="3171360"/>
              <a:ext cx="39108" cy="35620"/>
            </a:xfrm>
            <a:custGeom>
              <a:rect b="b" l="l" r="r" t="t"/>
              <a:pathLst>
                <a:path extrusionOk="0" h="2379" w="2612">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2" name="Google Shape;18632;p94"/>
            <p:cNvSpPr/>
            <p:nvPr/>
          </p:nvSpPr>
          <p:spPr>
            <a:xfrm>
              <a:off x="3573413" y="3180268"/>
              <a:ext cx="22084" cy="21920"/>
            </a:xfrm>
            <a:custGeom>
              <a:rect b="b" l="l" r="r" t="t"/>
              <a:pathLst>
                <a:path extrusionOk="0" h="1464" w="1475">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3" name="Google Shape;18633;p94"/>
            <p:cNvSpPr/>
            <p:nvPr/>
          </p:nvSpPr>
          <p:spPr>
            <a:xfrm>
              <a:off x="3510094" y="2969111"/>
              <a:ext cx="174534" cy="41549"/>
            </a:xfrm>
            <a:custGeom>
              <a:rect b="b" l="l" r="r" t="t"/>
              <a:pathLst>
                <a:path extrusionOk="0" h="2775" w="11657">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4" name="Google Shape;18634;p94"/>
            <p:cNvSpPr/>
            <p:nvPr/>
          </p:nvSpPr>
          <p:spPr>
            <a:xfrm>
              <a:off x="3529948" y="2930572"/>
              <a:ext cx="133270" cy="33928"/>
            </a:xfrm>
            <a:custGeom>
              <a:rect b="b" l="l" r="r" t="t"/>
              <a:pathLst>
                <a:path extrusionOk="0" h="2266" w="8901">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5" name="Google Shape;18635;p94"/>
            <p:cNvSpPr/>
            <p:nvPr/>
          </p:nvSpPr>
          <p:spPr>
            <a:xfrm>
              <a:off x="3753292" y="3083980"/>
              <a:ext cx="52793" cy="168875"/>
            </a:xfrm>
            <a:custGeom>
              <a:rect b="b" l="l" r="r" t="t"/>
              <a:pathLst>
                <a:path extrusionOk="0" h="11279" w="3526">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6" name="Google Shape;18636;p94"/>
            <p:cNvSpPr/>
            <p:nvPr/>
          </p:nvSpPr>
          <p:spPr>
            <a:xfrm>
              <a:off x="3799243" y="3105481"/>
              <a:ext cx="43046" cy="127700"/>
            </a:xfrm>
            <a:custGeom>
              <a:rect b="b" l="l" r="r" t="t"/>
              <a:pathLst>
                <a:path extrusionOk="0" h="8529" w="2875">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637" name="Google Shape;18637;p94"/>
          <p:cNvSpPr/>
          <p:nvPr/>
        </p:nvSpPr>
        <p:spPr>
          <a:xfrm>
            <a:off x="2521946" y="1642342"/>
            <a:ext cx="32745" cy="26456"/>
          </a:xfrm>
          <a:custGeom>
            <a:rect b="b" l="l" r="r" t="t"/>
            <a:pathLst>
              <a:path extrusionOk="0" h="1767" w="2187">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638" name="Google Shape;18638;p94"/>
          <p:cNvGrpSpPr/>
          <p:nvPr/>
        </p:nvGrpSpPr>
        <p:grpSpPr>
          <a:xfrm>
            <a:off x="2171904" y="1337232"/>
            <a:ext cx="382787" cy="331566"/>
            <a:chOff x="2163842" y="1506972"/>
            <a:chExt cx="382787" cy="331566"/>
          </a:xfrm>
        </p:grpSpPr>
        <p:sp>
          <p:nvSpPr>
            <p:cNvPr id="18639" name="Google Shape;18639;p94"/>
            <p:cNvSpPr/>
            <p:nvPr/>
          </p:nvSpPr>
          <p:spPr>
            <a:xfrm>
              <a:off x="2247253" y="1506972"/>
              <a:ext cx="214152" cy="101768"/>
            </a:xfrm>
            <a:custGeom>
              <a:rect b="b" l="l" r="r" t="t"/>
              <a:pathLst>
                <a:path extrusionOk="0" h="6797" w="14303">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0" name="Google Shape;18640;p94"/>
            <p:cNvSpPr/>
            <p:nvPr/>
          </p:nvSpPr>
          <p:spPr>
            <a:xfrm>
              <a:off x="2163842" y="1812081"/>
              <a:ext cx="382787" cy="26456"/>
            </a:xfrm>
            <a:custGeom>
              <a:rect b="b" l="l" r="r" t="t"/>
              <a:pathLst>
                <a:path extrusionOk="0" h="1767" w="25566">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1" name="Google Shape;18641;p94"/>
            <p:cNvSpPr/>
            <p:nvPr/>
          </p:nvSpPr>
          <p:spPr>
            <a:xfrm>
              <a:off x="2178634" y="1592030"/>
              <a:ext cx="353201" cy="220066"/>
            </a:xfrm>
            <a:custGeom>
              <a:rect b="b" l="l" r="r" t="t"/>
              <a:pathLst>
                <a:path extrusionOk="0" h="14698" w="2359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2" name="Google Shape;18642;p94"/>
            <p:cNvSpPr/>
            <p:nvPr/>
          </p:nvSpPr>
          <p:spPr>
            <a:xfrm>
              <a:off x="2178634" y="1592030"/>
              <a:ext cx="353201" cy="220066"/>
            </a:xfrm>
            <a:custGeom>
              <a:rect b="b" l="l" r="r" t="t"/>
              <a:pathLst>
                <a:path extrusionOk="0" h="14698" w="2359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3" name="Google Shape;18643;p94"/>
            <p:cNvSpPr/>
            <p:nvPr/>
          </p:nvSpPr>
          <p:spPr>
            <a:xfrm>
              <a:off x="2201602" y="1615013"/>
              <a:ext cx="307251" cy="174100"/>
            </a:xfrm>
            <a:custGeom>
              <a:rect b="b" l="l" r="r" t="t"/>
              <a:pathLst>
                <a:path extrusionOk="0" h="11628" w="20521">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4" name="Google Shape;18644;p94"/>
            <p:cNvSpPr/>
            <p:nvPr/>
          </p:nvSpPr>
          <p:spPr>
            <a:xfrm>
              <a:off x="2201932" y="1615013"/>
              <a:ext cx="306921" cy="173786"/>
            </a:xfrm>
            <a:custGeom>
              <a:rect b="b" l="l" r="r" t="t"/>
              <a:pathLst>
                <a:path extrusionOk="0" h="11607" w="20499">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5" name="Google Shape;18645;p94"/>
            <p:cNvSpPr/>
            <p:nvPr/>
          </p:nvSpPr>
          <p:spPr>
            <a:xfrm>
              <a:off x="2254500" y="1777450"/>
              <a:ext cx="76824" cy="34646"/>
            </a:xfrm>
            <a:custGeom>
              <a:rect b="b" l="l" r="r" t="t"/>
              <a:pathLst>
                <a:path extrusionOk="0" h="2314" w="5131">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6" name="Google Shape;18646;p94"/>
            <p:cNvSpPr/>
            <p:nvPr/>
          </p:nvSpPr>
          <p:spPr>
            <a:xfrm>
              <a:off x="2300765" y="1777450"/>
              <a:ext cx="30873" cy="34646"/>
            </a:xfrm>
            <a:custGeom>
              <a:rect b="b" l="l" r="r" t="t"/>
              <a:pathLst>
                <a:path extrusionOk="0" h="2314" w="2062">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47" name="Google Shape;18647;p94"/>
          <p:cNvGrpSpPr/>
          <p:nvPr/>
        </p:nvGrpSpPr>
        <p:grpSpPr>
          <a:xfrm>
            <a:off x="1746940" y="3179913"/>
            <a:ext cx="357918" cy="350536"/>
            <a:chOff x="1738877" y="3349652"/>
            <a:chExt cx="357918" cy="350536"/>
          </a:xfrm>
        </p:grpSpPr>
        <p:sp>
          <p:nvSpPr>
            <p:cNvPr id="18648" name="Google Shape;18648;p94"/>
            <p:cNvSpPr/>
            <p:nvPr/>
          </p:nvSpPr>
          <p:spPr>
            <a:xfrm>
              <a:off x="1814114" y="3407461"/>
              <a:ext cx="154516" cy="282965"/>
            </a:xfrm>
            <a:custGeom>
              <a:rect b="b" l="l" r="r" t="t"/>
              <a:pathLst>
                <a:path extrusionOk="0" h="18899" w="1032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9" name="Google Shape;18649;p94"/>
            <p:cNvSpPr/>
            <p:nvPr/>
          </p:nvSpPr>
          <p:spPr>
            <a:xfrm>
              <a:off x="1813800" y="3521057"/>
              <a:ext cx="47538" cy="80402"/>
            </a:xfrm>
            <a:custGeom>
              <a:rect b="b" l="l" r="r" t="t"/>
              <a:pathLst>
                <a:path extrusionOk="0" h="5370" w="3175">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0" name="Google Shape;18650;p94"/>
            <p:cNvSpPr/>
            <p:nvPr/>
          </p:nvSpPr>
          <p:spPr>
            <a:xfrm>
              <a:off x="1900041" y="3407506"/>
              <a:ext cx="61402" cy="56896"/>
            </a:xfrm>
            <a:custGeom>
              <a:rect b="b" l="l" r="r" t="t"/>
              <a:pathLst>
                <a:path extrusionOk="0" h="3800" w="4101">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1" name="Google Shape;18651;p94"/>
            <p:cNvSpPr/>
            <p:nvPr/>
          </p:nvSpPr>
          <p:spPr>
            <a:xfrm>
              <a:off x="1738877" y="3658310"/>
              <a:ext cx="215320" cy="41878"/>
            </a:xfrm>
            <a:custGeom>
              <a:rect b="b" l="l" r="r" t="t"/>
              <a:pathLst>
                <a:path extrusionOk="0" h="2797" w="14381">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2" name="Google Shape;18652;p94"/>
            <p:cNvSpPr/>
            <p:nvPr/>
          </p:nvSpPr>
          <p:spPr>
            <a:xfrm>
              <a:off x="1901928" y="3658310"/>
              <a:ext cx="52269" cy="41878"/>
            </a:xfrm>
            <a:custGeom>
              <a:rect b="b" l="l" r="r" t="t"/>
              <a:pathLst>
                <a:path extrusionOk="0" h="2797" w="3491">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3" name="Google Shape;18653;p94"/>
            <p:cNvSpPr/>
            <p:nvPr/>
          </p:nvSpPr>
          <p:spPr>
            <a:xfrm>
              <a:off x="1781369" y="3503749"/>
              <a:ext cx="93818" cy="80402"/>
            </a:xfrm>
            <a:custGeom>
              <a:rect b="b" l="l" r="r" t="t"/>
              <a:pathLst>
                <a:path extrusionOk="0" h="5370" w="6266">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4" name="Google Shape;18654;p94"/>
            <p:cNvSpPr/>
            <p:nvPr/>
          </p:nvSpPr>
          <p:spPr>
            <a:xfrm>
              <a:off x="1829221" y="3503749"/>
              <a:ext cx="45966" cy="80283"/>
            </a:xfrm>
            <a:custGeom>
              <a:rect b="b" l="l" r="r" t="t"/>
              <a:pathLst>
                <a:path extrusionOk="0" h="5362" w="307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5" name="Google Shape;18655;p94"/>
            <p:cNvSpPr/>
            <p:nvPr/>
          </p:nvSpPr>
          <p:spPr>
            <a:xfrm>
              <a:off x="1813800" y="3528289"/>
              <a:ext cx="36832" cy="31337"/>
            </a:xfrm>
            <a:custGeom>
              <a:rect b="b" l="l" r="r" t="t"/>
              <a:pathLst>
                <a:path extrusionOk="0" h="2093" w="246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6" name="Google Shape;18656;p94"/>
            <p:cNvSpPr/>
            <p:nvPr/>
          </p:nvSpPr>
          <p:spPr>
            <a:xfrm>
              <a:off x="1881475" y="3351479"/>
              <a:ext cx="95075" cy="97186"/>
            </a:xfrm>
            <a:custGeom>
              <a:rect b="b" l="l" r="r" t="t"/>
              <a:pathLst>
                <a:path extrusionOk="0" h="6491" w="635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7" name="Google Shape;18657;p94"/>
            <p:cNvSpPr/>
            <p:nvPr/>
          </p:nvSpPr>
          <p:spPr>
            <a:xfrm>
              <a:off x="1914834" y="3370584"/>
              <a:ext cx="61717" cy="78082"/>
            </a:xfrm>
            <a:custGeom>
              <a:rect b="b" l="l" r="r" t="t"/>
              <a:pathLst>
                <a:path extrusionOk="0" h="5215" w="4122">
                  <a:moveTo>
                    <a:pt x="2755" y="1"/>
                  </a:moveTo>
                  <a:lnTo>
                    <a:pt x="1" y="4374"/>
                  </a:lnTo>
                  <a:lnTo>
                    <a:pt x="1346" y="5215"/>
                  </a:lnTo>
                  <a:lnTo>
                    <a:pt x="4122" y="821"/>
                  </a:lnTo>
                  <a:lnTo>
                    <a:pt x="2818" y="1"/>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8" name="Google Shape;18658;p94"/>
            <p:cNvSpPr/>
            <p:nvPr/>
          </p:nvSpPr>
          <p:spPr>
            <a:xfrm>
              <a:off x="1934987" y="3382861"/>
              <a:ext cx="140412" cy="147255"/>
            </a:xfrm>
            <a:custGeom>
              <a:rect b="b" l="l" r="r" t="t"/>
              <a:pathLst>
                <a:path extrusionOk="0" h="9835" w="9378">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9" name="Google Shape;18659;p94"/>
            <p:cNvSpPr/>
            <p:nvPr/>
          </p:nvSpPr>
          <p:spPr>
            <a:xfrm>
              <a:off x="1974020" y="3389165"/>
              <a:ext cx="101379" cy="140801"/>
            </a:xfrm>
            <a:custGeom>
              <a:rect b="b" l="l" r="r" t="t"/>
              <a:pathLst>
                <a:path extrusionOk="0" h="9404" w="6771">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0" name="Google Shape;18660;p94"/>
            <p:cNvSpPr/>
            <p:nvPr/>
          </p:nvSpPr>
          <p:spPr>
            <a:xfrm>
              <a:off x="2010538" y="3427884"/>
              <a:ext cx="86257" cy="88937"/>
            </a:xfrm>
            <a:custGeom>
              <a:rect b="b" l="l" r="r" t="t"/>
              <a:pathLst>
                <a:path extrusionOk="0" h="5940" w="5761">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1" name="Google Shape;18661;p94"/>
            <p:cNvSpPr/>
            <p:nvPr/>
          </p:nvSpPr>
          <p:spPr>
            <a:xfrm>
              <a:off x="2020929" y="3432600"/>
              <a:ext cx="75866" cy="84370"/>
            </a:xfrm>
            <a:custGeom>
              <a:rect b="b" l="l" r="r" t="t"/>
              <a:pathLst>
                <a:path extrusionOk="0" h="5635" w="5067">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2" name="Google Shape;18662;p94"/>
            <p:cNvSpPr/>
            <p:nvPr/>
          </p:nvSpPr>
          <p:spPr>
            <a:xfrm>
              <a:off x="1861322" y="3349652"/>
              <a:ext cx="46924" cy="44873"/>
            </a:xfrm>
            <a:custGeom>
              <a:rect b="b" l="l" r="r" t="t"/>
              <a:pathLst>
                <a:path extrusionOk="0" h="2997" w="3134">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3" name="Google Shape;18663;p94"/>
            <p:cNvSpPr/>
            <p:nvPr/>
          </p:nvSpPr>
          <p:spPr>
            <a:xfrm>
              <a:off x="1877687" y="3358306"/>
              <a:ext cx="30559" cy="36218"/>
            </a:xfrm>
            <a:custGeom>
              <a:rect b="b" l="l" r="r" t="t"/>
              <a:pathLst>
                <a:path extrusionOk="0" h="2419" w="2041">
                  <a:moveTo>
                    <a:pt x="1136" y="1"/>
                  </a:moveTo>
                  <a:lnTo>
                    <a:pt x="1" y="1851"/>
                  </a:lnTo>
                  <a:lnTo>
                    <a:pt x="863" y="2419"/>
                  </a:lnTo>
                  <a:lnTo>
                    <a:pt x="2040" y="547"/>
                  </a:lnTo>
                  <a:lnTo>
                    <a:pt x="1136" y="1"/>
                  </a:ln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4" name="Google Shape;18664;p94"/>
            <p:cNvSpPr/>
            <p:nvPr/>
          </p:nvSpPr>
          <p:spPr>
            <a:xfrm>
              <a:off x="1872656" y="3625880"/>
              <a:ext cx="42193" cy="32430"/>
            </a:xfrm>
            <a:custGeom>
              <a:rect b="b" l="l" r="r" t="t"/>
              <a:pathLst>
                <a:path extrusionOk="0" h="2166" w="2818">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5" name="Google Shape;18665;p94"/>
            <p:cNvSpPr/>
            <p:nvPr/>
          </p:nvSpPr>
          <p:spPr>
            <a:xfrm>
              <a:off x="1885563" y="3625745"/>
              <a:ext cx="28972" cy="32565"/>
            </a:xfrm>
            <a:custGeom>
              <a:rect b="b" l="l" r="r" t="t"/>
              <a:pathLst>
                <a:path extrusionOk="0" h="2175" w="1935">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66" name="Google Shape;18666;p94"/>
          <p:cNvGrpSpPr/>
          <p:nvPr/>
        </p:nvGrpSpPr>
        <p:grpSpPr>
          <a:xfrm>
            <a:off x="1979882" y="4107115"/>
            <a:ext cx="383281" cy="333947"/>
            <a:chOff x="1971819" y="4276854"/>
            <a:chExt cx="383281" cy="333947"/>
          </a:xfrm>
        </p:grpSpPr>
        <p:sp>
          <p:nvSpPr>
            <p:cNvPr id="18667" name="Google Shape;18667;p94"/>
            <p:cNvSpPr/>
            <p:nvPr/>
          </p:nvSpPr>
          <p:spPr>
            <a:xfrm>
              <a:off x="1971819" y="4277094"/>
              <a:ext cx="383281" cy="333707"/>
            </a:xfrm>
            <a:custGeom>
              <a:rect b="b" l="l" r="r" t="t"/>
              <a:pathLst>
                <a:path extrusionOk="0" h="22288" w="25599">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8" name="Google Shape;18668;p94"/>
            <p:cNvSpPr/>
            <p:nvPr/>
          </p:nvSpPr>
          <p:spPr>
            <a:xfrm>
              <a:off x="2071910" y="4276854"/>
              <a:ext cx="281124" cy="183233"/>
            </a:xfrm>
            <a:custGeom>
              <a:rect b="b" l="l" r="r" t="t"/>
              <a:pathLst>
                <a:path extrusionOk="0" h="12238" w="18776">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9" name="Google Shape;18669;p94"/>
            <p:cNvSpPr/>
            <p:nvPr/>
          </p:nvSpPr>
          <p:spPr>
            <a:xfrm>
              <a:off x="2169187" y="4328644"/>
              <a:ext cx="141984" cy="106574"/>
            </a:xfrm>
            <a:custGeom>
              <a:rect b="b" l="l" r="r" t="t"/>
              <a:pathLst>
                <a:path extrusionOk="0" h="7118" w="9483">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0" name="Google Shape;18670;p94"/>
            <p:cNvSpPr/>
            <p:nvPr/>
          </p:nvSpPr>
          <p:spPr>
            <a:xfrm>
              <a:off x="2194685" y="4328959"/>
              <a:ext cx="103894" cy="98699"/>
            </a:xfrm>
            <a:custGeom>
              <a:rect b="b" l="l" r="r" t="t"/>
              <a:pathLst>
                <a:path extrusionOk="0" h="6592" w="6939">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1" name="Google Shape;18671;p94"/>
            <p:cNvSpPr/>
            <p:nvPr/>
          </p:nvSpPr>
          <p:spPr>
            <a:xfrm>
              <a:off x="2061849" y="4499810"/>
              <a:ext cx="81226" cy="60684"/>
            </a:xfrm>
            <a:custGeom>
              <a:rect b="b" l="l" r="r" t="t"/>
              <a:pathLst>
                <a:path extrusionOk="0" h="4053" w="5425">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2" name="Google Shape;18672;p94"/>
            <p:cNvSpPr/>
            <p:nvPr/>
          </p:nvSpPr>
          <p:spPr>
            <a:xfrm>
              <a:off x="2075384" y="4499600"/>
              <a:ext cx="62660" cy="57435"/>
            </a:xfrm>
            <a:custGeom>
              <a:rect b="b" l="l" r="r" t="t"/>
              <a:pathLst>
                <a:path extrusionOk="0" h="3836" w="4185">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3" name="Google Shape;18673;p94"/>
            <p:cNvSpPr/>
            <p:nvPr/>
          </p:nvSpPr>
          <p:spPr>
            <a:xfrm>
              <a:off x="2030047" y="4417027"/>
              <a:ext cx="81241" cy="60684"/>
            </a:xfrm>
            <a:custGeom>
              <a:rect b="b" l="l" r="r" t="t"/>
              <a:pathLst>
                <a:path extrusionOk="0" h="4053" w="5426">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4" name="Google Shape;18674;p94"/>
            <p:cNvSpPr/>
            <p:nvPr/>
          </p:nvSpPr>
          <p:spPr>
            <a:xfrm>
              <a:off x="2043897" y="4416937"/>
              <a:ext cx="62345" cy="57315"/>
            </a:xfrm>
            <a:custGeom>
              <a:rect b="b" l="l" r="r" t="t"/>
              <a:pathLst>
                <a:path extrusionOk="0" h="3828" w="4164">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5" name="Google Shape;18675;p94"/>
            <p:cNvSpPr/>
            <p:nvPr/>
          </p:nvSpPr>
          <p:spPr>
            <a:xfrm>
              <a:off x="2067194" y="4330845"/>
              <a:ext cx="80911" cy="60609"/>
            </a:xfrm>
            <a:custGeom>
              <a:rect b="b" l="l" r="r" t="t"/>
              <a:pathLst>
                <a:path extrusionOk="0" h="4048" w="5404">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6" name="Google Shape;18676;p94"/>
            <p:cNvSpPr/>
            <p:nvPr/>
          </p:nvSpPr>
          <p:spPr>
            <a:xfrm>
              <a:off x="2080415" y="4330845"/>
              <a:ext cx="62974" cy="57464"/>
            </a:xfrm>
            <a:custGeom>
              <a:rect b="b" l="l" r="r" t="t"/>
              <a:pathLst>
                <a:path extrusionOk="0" h="3838" w="4206">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77" name="Google Shape;18677;p94"/>
          <p:cNvGrpSpPr/>
          <p:nvPr/>
        </p:nvGrpSpPr>
        <p:grpSpPr>
          <a:xfrm>
            <a:off x="1833181" y="2716080"/>
            <a:ext cx="175987" cy="361391"/>
            <a:chOff x="1825119" y="2885819"/>
            <a:chExt cx="175987" cy="361391"/>
          </a:xfrm>
        </p:grpSpPr>
        <p:sp>
          <p:nvSpPr>
            <p:cNvPr id="18678" name="Google Shape;18678;p94"/>
            <p:cNvSpPr/>
            <p:nvPr/>
          </p:nvSpPr>
          <p:spPr>
            <a:xfrm>
              <a:off x="1825119" y="2885819"/>
              <a:ext cx="175987" cy="56356"/>
            </a:xfrm>
            <a:custGeom>
              <a:rect b="b" l="l" r="r" t="t"/>
              <a:pathLst>
                <a:path extrusionOk="0" h="3764" w="11754">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9" name="Google Shape;18679;p94"/>
            <p:cNvSpPr/>
            <p:nvPr/>
          </p:nvSpPr>
          <p:spPr>
            <a:xfrm>
              <a:off x="1951666" y="2886119"/>
              <a:ext cx="49439" cy="56371"/>
            </a:xfrm>
            <a:custGeom>
              <a:rect b="b" l="l" r="r" t="t"/>
              <a:pathLst>
                <a:path extrusionOk="0" h="3765" w="3302">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0" name="Google Shape;18680;p94"/>
            <p:cNvSpPr/>
            <p:nvPr/>
          </p:nvSpPr>
          <p:spPr>
            <a:xfrm>
              <a:off x="1853776" y="2942161"/>
              <a:ext cx="118058" cy="304735"/>
            </a:xfrm>
            <a:custGeom>
              <a:rect b="b" l="l" r="r" t="t"/>
              <a:pathLst>
                <a:path extrusionOk="0" h="20353" w="7885">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1" name="Google Shape;18681;p94"/>
            <p:cNvSpPr/>
            <p:nvPr/>
          </p:nvSpPr>
          <p:spPr>
            <a:xfrm>
              <a:off x="1853776" y="2942161"/>
              <a:ext cx="118058" cy="305050"/>
            </a:xfrm>
            <a:custGeom>
              <a:rect b="b" l="l" r="r" t="t"/>
              <a:pathLst>
                <a:path extrusionOk="0" h="20374" w="7885">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2" name="Google Shape;18682;p94"/>
            <p:cNvSpPr/>
            <p:nvPr/>
          </p:nvSpPr>
          <p:spPr>
            <a:xfrm>
              <a:off x="1933100" y="2963257"/>
              <a:ext cx="38419" cy="10705"/>
            </a:xfrm>
            <a:custGeom>
              <a:rect b="b" l="l" r="r" t="t"/>
              <a:pathLst>
                <a:path extrusionOk="0" h="715" w="2566">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3" name="Google Shape;18683;p94"/>
            <p:cNvSpPr/>
            <p:nvPr/>
          </p:nvSpPr>
          <p:spPr>
            <a:xfrm>
              <a:off x="1933100" y="300134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4" name="Google Shape;18684;p94"/>
            <p:cNvSpPr/>
            <p:nvPr/>
          </p:nvSpPr>
          <p:spPr>
            <a:xfrm>
              <a:off x="1933100" y="303943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5" name="Google Shape;18685;p94"/>
            <p:cNvSpPr/>
            <p:nvPr/>
          </p:nvSpPr>
          <p:spPr>
            <a:xfrm>
              <a:off x="1933100" y="3077527"/>
              <a:ext cx="38419" cy="11020"/>
            </a:xfrm>
            <a:custGeom>
              <a:rect b="b" l="l" r="r" t="t"/>
              <a:pathLst>
                <a:path extrusionOk="0" h="736" w="2566">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6" name="Google Shape;18686;p94"/>
            <p:cNvSpPr/>
            <p:nvPr/>
          </p:nvSpPr>
          <p:spPr>
            <a:xfrm>
              <a:off x="1933100" y="3115931"/>
              <a:ext cx="38419" cy="10705"/>
            </a:xfrm>
            <a:custGeom>
              <a:rect b="b" l="l" r="r" t="t"/>
              <a:pathLst>
                <a:path extrusionOk="0" h="715" w="2566">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7" name="Google Shape;18687;p94"/>
            <p:cNvSpPr/>
            <p:nvPr/>
          </p:nvSpPr>
          <p:spPr>
            <a:xfrm>
              <a:off x="1933100" y="3154007"/>
              <a:ext cx="38419" cy="10720"/>
            </a:xfrm>
            <a:custGeom>
              <a:rect b="b" l="l" r="r" t="t"/>
              <a:pathLst>
                <a:path extrusionOk="0" h="716" w="2566">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88" name="Google Shape;18688;p94"/>
          <p:cNvGrpSpPr/>
          <p:nvPr/>
        </p:nvGrpSpPr>
        <p:grpSpPr>
          <a:xfrm>
            <a:off x="3512886" y="3236104"/>
            <a:ext cx="369896" cy="226339"/>
            <a:chOff x="3504824" y="3405844"/>
            <a:chExt cx="369896" cy="226339"/>
          </a:xfrm>
        </p:grpSpPr>
        <p:sp>
          <p:nvSpPr>
            <p:cNvPr id="18689" name="Google Shape;18689;p94"/>
            <p:cNvSpPr/>
            <p:nvPr/>
          </p:nvSpPr>
          <p:spPr>
            <a:xfrm>
              <a:off x="3504824" y="3461871"/>
              <a:ext cx="369896" cy="141984"/>
            </a:xfrm>
            <a:custGeom>
              <a:rect b="b" l="l" r="r" t="t"/>
              <a:pathLst>
                <a:path extrusionOk="0" h="9483" w="24705">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0" name="Google Shape;18690;p94"/>
            <p:cNvSpPr/>
            <p:nvPr/>
          </p:nvSpPr>
          <p:spPr>
            <a:xfrm>
              <a:off x="3835357" y="3461557"/>
              <a:ext cx="39363" cy="142299"/>
            </a:xfrm>
            <a:custGeom>
              <a:rect b="b" l="l" r="r" t="t"/>
              <a:pathLst>
                <a:path extrusionOk="0" h="9504" w="2629">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1" name="Google Shape;18691;p94"/>
            <p:cNvSpPr/>
            <p:nvPr/>
          </p:nvSpPr>
          <p:spPr>
            <a:xfrm>
              <a:off x="3554877" y="3603840"/>
              <a:ext cx="73051" cy="28343"/>
            </a:xfrm>
            <a:custGeom>
              <a:rect b="b" l="l" r="r" t="t"/>
              <a:pathLst>
                <a:path extrusionOk="0" h="1893" w="4879">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2" name="Google Shape;18692;p94"/>
            <p:cNvSpPr/>
            <p:nvPr/>
          </p:nvSpPr>
          <p:spPr>
            <a:xfrm>
              <a:off x="3595797" y="3603840"/>
              <a:ext cx="32131" cy="28343"/>
            </a:xfrm>
            <a:custGeom>
              <a:rect b="b" l="l" r="r" t="t"/>
              <a:pathLst>
                <a:path extrusionOk="0" h="1893" w="2146">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3" name="Google Shape;18693;p94"/>
            <p:cNvSpPr/>
            <p:nvPr/>
          </p:nvSpPr>
          <p:spPr>
            <a:xfrm>
              <a:off x="3751930" y="3603840"/>
              <a:ext cx="73051" cy="28343"/>
            </a:xfrm>
            <a:custGeom>
              <a:rect b="b" l="l" r="r" t="t"/>
              <a:pathLst>
                <a:path extrusionOk="0" h="1893" w="4879">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4" name="Google Shape;18694;p94"/>
            <p:cNvSpPr/>
            <p:nvPr/>
          </p:nvSpPr>
          <p:spPr>
            <a:xfrm>
              <a:off x="3796638" y="3603840"/>
              <a:ext cx="28343" cy="28343"/>
            </a:xfrm>
            <a:custGeom>
              <a:rect b="b" l="l" r="r" t="t"/>
              <a:pathLst>
                <a:path extrusionOk="0" h="1893" w="1893">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5" name="Google Shape;18695;p94"/>
            <p:cNvSpPr/>
            <p:nvPr/>
          </p:nvSpPr>
          <p:spPr>
            <a:xfrm>
              <a:off x="3510813" y="3405844"/>
              <a:ext cx="184791" cy="158229"/>
            </a:xfrm>
            <a:custGeom>
              <a:rect b="b" l="l" r="r" t="t"/>
              <a:pathLst>
                <a:path extrusionOk="0" h="10568" w="12342">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6" name="Google Shape;18696;p94"/>
            <p:cNvSpPr/>
            <p:nvPr/>
          </p:nvSpPr>
          <p:spPr>
            <a:xfrm>
              <a:off x="3600528" y="3405844"/>
              <a:ext cx="99792" cy="158110"/>
            </a:xfrm>
            <a:custGeom>
              <a:rect b="b" l="l" r="r" t="t"/>
              <a:pathLst>
                <a:path extrusionOk="0" h="10560" w="6665">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7" name="Google Shape;18697;p94"/>
            <p:cNvSpPr/>
            <p:nvPr/>
          </p:nvSpPr>
          <p:spPr>
            <a:xfrm>
              <a:off x="3548274" y="3433543"/>
              <a:ext cx="119630" cy="102562"/>
            </a:xfrm>
            <a:custGeom>
              <a:rect b="b" l="l" r="r" t="t"/>
              <a:pathLst>
                <a:path extrusionOk="0" h="6850" w="799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8" name="Google Shape;18698;p94"/>
            <p:cNvSpPr/>
            <p:nvPr/>
          </p:nvSpPr>
          <p:spPr>
            <a:xfrm>
              <a:off x="3603987" y="3433543"/>
              <a:ext cx="65490" cy="102322"/>
            </a:xfrm>
            <a:custGeom>
              <a:rect b="b" l="l" r="r" t="t"/>
              <a:pathLst>
                <a:path extrusionOk="0" h="6834" w="4374">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9" name="Google Shape;18699;p94"/>
            <p:cNvSpPr/>
            <p:nvPr/>
          </p:nvSpPr>
          <p:spPr>
            <a:xfrm>
              <a:off x="3705979" y="3507208"/>
              <a:ext cx="59815" cy="50981"/>
            </a:xfrm>
            <a:custGeom>
              <a:rect b="b" l="l" r="r" t="t"/>
              <a:pathLst>
                <a:path extrusionOk="0" h="3405" w="3995">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0" name="Google Shape;18700;p94"/>
            <p:cNvSpPr/>
            <p:nvPr/>
          </p:nvSpPr>
          <p:spPr>
            <a:xfrm>
              <a:off x="3730849" y="3507208"/>
              <a:ext cx="37476" cy="50966"/>
            </a:xfrm>
            <a:custGeom>
              <a:rect b="b" l="l" r="r" t="t"/>
              <a:pathLst>
                <a:path extrusionOk="0" h="3404" w="2503">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1" name="Google Shape;18701;p94"/>
            <p:cNvSpPr/>
            <p:nvPr/>
          </p:nvSpPr>
          <p:spPr>
            <a:xfrm>
              <a:off x="3779943" y="3507208"/>
              <a:ext cx="59516" cy="50981"/>
            </a:xfrm>
            <a:custGeom>
              <a:rect b="b" l="l" r="r" t="t"/>
              <a:pathLst>
                <a:path extrusionOk="0" h="3405" w="3975">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2" name="Google Shape;18702;p94"/>
            <p:cNvSpPr/>
            <p:nvPr/>
          </p:nvSpPr>
          <p:spPr>
            <a:xfrm>
              <a:off x="3804498" y="3506893"/>
              <a:ext cx="37476" cy="51281"/>
            </a:xfrm>
            <a:custGeom>
              <a:rect b="b" l="l" r="r" t="t"/>
              <a:pathLst>
                <a:path extrusionOk="0" h="3425" w="2503">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3" name="Google Shape;18703;p94"/>
            <p:cNvSpPr/>
            <p:nvPr/>
          </p:nvSpPr>
          <p:spPr>
            <a:xfrm>
              <a:off x="3751930" y="3436059"/>
              <a:ext cx="65175" cy="25513"/>
            </a:xfrm>
            <a:custGeom>
              <a:rect b="b" l="l" r="r" t="t"/>
              <a:pathLst>
                <a:path extrusionOk="0" h="1704" w="4353">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4" name="Google Shape;18704;p94"/>
            <p:cNvSpPr/>
            <p:nvPr/>
          </p:nvSpPr>
          <p:spPr>
            <a:xfrm>
              <a:off x="3777428" y="3436059"/>
              <a:ext cx="39677" cy="25513"/>
            </a:xfrm>
            <a:custGeom>
              <a:rect b="b" l="l" r="r" t="t"/>
              <a:pathLst>
                <a:path extrusionOk="0" h="1704" w="265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05" name="Google Shape;18705;p94"/>
          <p:cNvGrpSpPr/>
          <p:nvPr/>
        </p:nvGrpSpPr>
        <p:grpSpPr>
          <a:xfrm>
            <a:off x="1303724" y="3649855"/>
            <a:ext cx="345640" cy="342900"/>
            <a:chOff x="1295661" y="3819594"/>
            <a:chExt cx="345640" cy="342900"/>
          </a:xfrm>
        </p:grpSpPr>
        <p:sp>
          <p:nvSpPr>
            <p:cNvPr id="18706" name="Google Shape;18706;p94"/>
            <p:cNvSpPr/>
            <p:nvPr/>
          </p:nvSpPr>
          <p:spPr>
            <a:xfrm>
              <a:off x="1465015" y="4073902"/>
              <a:ext cx="10391" cy="88233"/>
            </a:xfrm>
            <a:custGeom>
              <a:rect b="b" l="l" r="r" t="t"/>
              <a:pathLst>
                <a:path extrusionOk="0" h="5893" w="694">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7" name="Google Shape;18707;p94"/>
            <p:cNvSpPr/>
            <p:nvPr/>
          </p:nvSpPr>
          <p:spPr>
            <a:xfrm>
              <a:off x="1465015" y="4011961"/>
              <a:ext cx="10391" cy="60773"/>
            </a:xfrm>
            <a:custGeom>
              <a:rect b="b" l="l" r="r" t="t"/>
              <a:pathLst>
                <a:path extrusionOk="0" h="4059" w="694">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8" name="Google Shape;18708;p94"/>
            <p:cNvSpPr/>
            <p:nvPr/>
          </p:nvSpPr>
          <p:spPr>
            <a:xfrm>
              <a:off x="1497610" y="4073947"/>
              <a:ext cx="71434" cy="88547"/>
            </a:xfrm>
            <a:custGeom>
              <a:rect b="b" l="l" r="r" t="t"/>
              <a:pathLst>
                <a:path extrusionOk="0" h="5914" w="4771">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9" name="Google Shape;18709;p94"/>
            <p:cNvSpPr/>
            <p:nvPr/>
          </p:nvSpPr>
          <p:spPr>
            <a:xfrm>
              <a:off x="1372455" y="4073797"/>
              <a:ext cx="70341" cy="88428"/>
            </a:xfrm>
            <a:custGeom>
              <a:rect b="b" l="l" r="r" t="t"/>
              <a:pathLst>
                <a:path extrusionOk="0" h="5906" w="4698">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0" name="Google Shape;18710;p94"/>
            <p:cNvSpPr/>
            <p:nvPr/>
          </p:nvSpPr>
          <p:spPr>
            <a:xfrm>
              <a:off x="1431956" y="3957356"/>
              <a:ext cx="76509" cy="67376"/>
            </a:xfrm>
            <a:custGeom>
              <a:rect b="b" l="l" r="r" t="t"/>
              <a:pathLst>
                <a:path extrusionOk="0" h="4500" w="511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1" name="Google Shape;18711;p94"/>
            <p:cNvSpPr/>
            <p:nvPr/>
          </p:nvSpPr>
          <p:spPr>
            <a:xfrm>
              <a:off x="1431956" y="3957356"/>
              <a:ext cx="76509" cy="67376"/>
            </a:xfrm>
            <a:custGeom>
              <a:rect b="b" l="l" r="r" t="t"/>
              <a:pathLst>
                <a:path extrusionOk="0" h="4500" w="511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2" name="Google Shape;18712;p94"/>
            <p:cNvSpPr/>
            <p:nvPr/>
          </p:nvSpPr>
          <p:spPr>
            <a:xfrm>
              <a:off x="1359549" y="3850318"/>
              <a:ext cx="205572" cy="136639"/>
            </a:xfrm>
            <a:custGeom>
              <a:rect b="b" l="l" r="r" t="t"/>
              <a:pathLst>
                <a:path extrusionOk="0" h="9126" w="1373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3" name="Google Shape;18713;p94"/>
            <p:cNvSpPr/>
            <p:nvPr/>
          </p:nvSpPr>
          <p:spPr>
            <a:xfrm>
              <a:off x="1359549" y="3850318"/>
              <a:ext cx="188893" cy="136639"/>
            </a:xfrm>
            <a:custGeom>
              <a:rect b="b" l="l" r="r" t="t"/>
              <a:pathLst>
                <a:path extrusionOk="0" h="9126" w="12616">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4" name="Google Shape;18714;p94"/>
            <p:cNvSpPr/>
            <p:nvPr/>
          </p:nvSpPr>
          <p:spPr>
            <a:xfrm>
              <a:off x="1323360" y="3819594"/>
              <a:ext cx="68005" cy="151507"/>
            </a:xfrm>
            <a:custGeom>
              <a:rect b="b" l="l" r="r" t="t"/>
              <a:pathLst>
                <a:path extrusionOk="0" h="10119" w="4542">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5" name="Google Shape;18715;p94"/>
            <p:cNvSpPr/>
            <p:nvPr/>
          </p:nvSpPr>
          <p:spPr>
            <a:xfrm>
              <a:off x="1324304" y="3819774"/>
              <a:ext cx="55099" cy="151132"/>
            </a:xfrm>
            <a:custGeom>
              <a:rect b="b" l="l" r="r" t="t"/>
              <a:pathLst>
                <a:path extrusionOk="0" h="10094" w="368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6" name="Google Shape;18716;p94"/>
            <p:cNvSpPr/>
            <p:nvPr/>
          </p:nvSpPr>
          <p:spPr>
            <a:xfrm>
              <a:off x="1295976" y="3845482"/>
              <a:ext cx="57929" cy="89850"/>
            </a:xfrm>
            <a:custGeom>
              <a:rect b="b" l="l" r="r" t="t"/>
              <a:pathLst>
                <a:path extrusionOk="0" h="6001" w="3869">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7" name="Google Shape;18717;p94"/>
            <p:cNvSpPr/>
            <p:nvPr/>
          </p:nvSpPr>
          <p:spPr>
            <a:xfrm>
              <a:off x="1295661" y="3845332"/>
              <a:ext cx="55728" cy="90000"/>
            </a:xfrm>
            <a:custGeom>
              <a:rect b="b" l="l" r="r" t="t"/>
              <a:pathLst>
                <a:path extrusionOk="0" h="6011" w="3722">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8" name="Google Shape;18718;p94"/>
            <p:cNvSpPr/>
            <p:nvPr/>
          </p:nvSpPr>
          <p:spPr>
            <a:xfrm>
              <a:off x="1549999" y="3927755"/>
              <a:ext cx="65175" cy="56057"/>
            </a:xfrm>
            <a:custGeom>
              <a:rect b="b" l="l" r="r" t="t"/>
              <a:pathLst>
                <a:path extrusionOk="0" h="3744" w="4353">
                  <a:moveTo>
                    <a:pt x="737" y="1"/>
                  </a:moveTo>
                  <a:lnTo>
                    <a:pt x="1" y="2776"/>
                  </a:lnTo>
                  <a:lnTo>
                    <a:pt x="3617" y="3743"/>
                  </a:lnTo>
                  <a:lnTo>
                    <a:pt x="4353" y="968"/>
                  </a:lnTo>
                  <a:lnTo>
                    <a:pt x="737"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9" name="Google Shape;18719;p94"/>
            <p:cNvSpPr/>
            <p:nvPr/>
          </p:nvSpPr>
          <p:spPr>
            <a:xfrm>
              <a:off x="1549999" y="3927755"/>
              <a:ext cx="28972" cy="46295"/>
            </a:xfrm>
            <a:custGeom>
              <a:rect b="b" l="l" r="r" t="t"/>
              <a:pathLst>
                <a:path extrusionOk="0" h="3092" w="1935">
                  <a:moveTo>
                    <a:pt x="737" y="1"/>
                  </a:moveTo>
                  <a:lnTo>
                    <a:pt x="1" y="2776"/>
                  </a:lnTo>
                  <a:lnTo>
                    <a:pt x="1178" y="3091"/>
                  </a:lnTo>
                  <a:lnTo>
                    <a:pt x="1935" y="316"/>
                  </a:lnTo>
                  <a:lnTo>
                    <a:pt x="737" y="1"/>
                  </a:ln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0" name="Google Shape;18720;p94"/>
            <p:cNvSpPr/>
            <p:nvPr/>
          </p:nvSpPr>
          <p:spPr>
            <a:xfrm>
              <a:off x="1600995" y="3929477"/>
              <a:ext cx="40306" cy="73710"/>
            </a:xfrm>
            <a:custGeom>
              <a:rect b="b" l="l" r="r" t="t"/>
              <a:pathLst>
                <a:path extrusionOk="0" h="4923" w="2692">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1" name="Google Shape;18721;p94"/>
            <p:cNvSpPr/>
            <p:nvPr/>
          </p:nvSpPr>
          <p:spPr>
            <a:xfrm>
              <a:off x="1403942" y="4059663"/>
              <a:ext cx="132537" cy="23926"/>
            </a:xfrm>
            <a:custGeom>
              <a:rect b="b" l="l" r="r" t="t"/>
              <a:pathLst>
                <a:path extrusionOk="0" h="1598" w="8852">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2" name="Google Shape;18722;p94"/>
            <p:cNvSpPr/>
            <p:nvPr/>
          </p:nvSpPr>
          <p:spPr>
            <a:xfrm>
              <a:off x="1403942" y="4059663"/>
              <a:ext cx="33688" cy="24240"/>
            </a:xfrm>
            <a:custGeom>
              <a:rect b="b" l="l" r="r" t="t"/>
              <a:pathLst>
                <a:path extrusionOk="0" h="1619" w="225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23" name="Google Shape;18723;p94"/>
          <p:cNvGrpSpPr/>
          <p:nvPr/>
        </p:nvGrpSpPr>
        <p:grpSpPr>
          <a:xfrm>
            <a:off x="3494635" y="2263730"/>
            <a:ext cx="379328" cy="281738"/>
            <a:chOff x="3486572" y="2433470"/>
            <a:chExt cx="379328" cy="281738"/>
          </a:xfrm>
        </p:grpSpPr>
        <p:sp>
          <p:nvSpPr>
            <p:cNvPr id="18724" name="Google Shape;18724;p94"/>
            <p:cNvSpPr/>
            <p:nvPr/>
          </p:nvSpPr>
          <p:spPr>
            <a:xfrm>
              <a:off x="3549217" y="2556544"/>
              <a:ext cx="253724" cy="139858"/>
            </a:xfrm>
            <a:custGeom>
              <a:rect b="b" l="l" r="r" t="t"/>
              <a:pathLst>
                <a:path extrusionOk="0" h="9341" w="16946">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5" name="Google Shape;18725;p94"/>
            <p:cNvSpPr/>
            <p:nvPr/>
          </p:nvSpPr>
          <p:spPr>
            <a:xfrm>
              <a:off x="3549532" y="2556544"/>
              <a:ext cx="62016" cy="129392"/>
            </a:xfrm>
            <a:custGeom>
              <a:rect b="b" l="l" r="r" t="t"/>
              <a:pathLst>
                <a:path extrusionOk="0" h="8642" w="4142">
                  <a:moveTo>
                    <a:pt x="0" y="1"/>
                  </a:moveTo>
                  <a:lnTo>
                    <a:pt x="0" y="6371"/>
                  </a:lnTo>
                  <a:cubicBezTo>
                    <a:pt x="1241" y="7359"/>
                    <a:pt x="2649" y="8137"/>
                    <a:pt x="4142" y="8642"/>
                  </a:cubicBezTo>
                  <a:lnTo>
                    <a:pt x="4142"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6" name="Google Shape;18726;p94"/>
            <p:cNvSpPr/>
            <p:nvPr/>
          </p:nvSpPr>
          <p:spPr>
            <a:xfrm>
              <a:off x="3746734" y="2570079"/>
              <a:ext cx="12921" cy="113342"/>
            </a:xfrm>
            <a:custGeom>
              <a:rect b="b" l="l" r="r" t="t"/>
              <a:pathLst>
                <a:path extrusionOk="0" h="7570" w="863">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7" name="Google Shape;18727;p94"/>
            <p:cNvSpPr/>
            <p:nvPr/>
          </p:nvSpPr>
          <p:spPr>
            <a:xfrm>
              <a:off x="3549532" y="2556544"/>
              <a:ext cx="253410" cy="56057"/>
            </a:xfrm>
            <a:custGeom>
              <a:rect b="b" l="l" r="r" t="t"/>
              <a:pathLst>
                <a:path extrusionOk="0" h="3744" w="16925">
                  <a:moveTo>
                    <a:pt x="0" y="1"/>
                  </a:moveTo>
                  <a:lnTo>
                    <a:pt x="0" y="526"/>
                  </a:lnTo>
                  <a:lnTo>
                    <a:pt x="8452" y="3743"/>
                  </a:lnTo>
                  <a:lnTo>
                    <a:pt x="16925" y="526"/>
                  </a:lnTo>
                  <a:lnTo>
                    <a:pt x="16925"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8" name="Google Shape;18728;p94"/>
            <p:cNvSpPr/>
            <p:nvPr/>
          </p:nvSpPr>
          <p:spPr>
            <a:xfrm>
              <a:off x="3486572" y="2433470"/>
              <a:ext cx="379328" cy="171255"/>
            </a:xfrm>
            <a:custGeom>
              <a:rect b="b" l="l" r="r" t="t"/>
              <a:pathLst>
                <a:path extrusionOk="0" h="11438" w="25335">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29" name="Google Shape;18729;p94"/>
            <p:cNvSpPr/>
            <p:nvPr/>
          </p:nvSpPr>
          <p:spPr>
            <a:xfrm>
              <a:off x="3486572" y="2505862"/>
              <a:ext cx="189507" cy="98863"/>
            </a:xfrm>
            <a:custGeom>
              <a:rect b="b" l="l" r="r" t="t"/>
              <a:pathLst>
                <a:path extrusionOk="0" h="6603" w="12657">
                  <a:moveTo>
                    <a:pt x="0" y="1"/>
                  </a:moveTo>
                  <a:lnTo>
                    <a:pt x="0" y="1788"/>
                  </a:lnTo>
                  <a:lnTo>
                    <a:pt x="12657" y="6602"/>
                  </a:lnTo>
                  <a:lnTo>
                    <a:pt x="12657" y="4836"/>
                  </a:lnTo>
                  <a:lnTo>
                    <a:pt x="0"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0" name="Google Shape;18730;p94"/>
            <p:cNvSpPr/>
            <p:nvPr/>
          </p:nvSpPr>
          <p:spPr>
            <a:xfrm>
              <a:off x="3667994" y="2491294"/>
              <a:ext cx="111650" cy="223914"/>
            </a:xfrm>
            <a:custGeom>
              <a:rect b="b" l="l" r="r" t="t"/>
              <a:pathLst>
                <a:path extrusionOk="0" h="14955" w="7457">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731" name="Google Shape;18731;p94"/>
          <p:cNvSpPr/>
          <p:nvPr/>
        </p:nvSpPr>
        <p:spPr>
          <a:xfrm>
            <a:off x="3759992" y="2539793"/>
            <a:ext cx="38105" cy="32535"/>
          </a:xfrm>
          <a:custGeom>
            <a:rect b="b" l="l" r="r" t="t"/>
            <a:pathLst>
              <a:path extrusionOk="0" h="2173" w="2545">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732" name="Google Shape;18732;p94"/>
          <p:cNvGrpSpPr/>
          <p:nvPr/>
        </p:nvGrpSpPr>
        <p:grpSpPr>
          <a:xfrm>
            <a:off x="4005212" y="3159894"/>
            <a:ext cx="270733" cy="355762"/>
            <a:chOff x="3997149" y="3329634"/>
            <a:chExt cx="270733" cy="355762"/>
          </a:xfrm>
        </p:grpSpPr>
        <p:sp>
          <p:nvSpPr>
            <p:cNvPr id="18733" name="Google Shape;18733;p94"/>
            <p:cNvSpPr/>
            <p:nvPr/>
          </p:nvSpPr>
          <p:spPr>
            <a:xfrm>
              <a:off x="4161787" y="3488627"/>
              <a:ext cx="32430" cy="32445"/>
            </a:xfrm>
            <a:custGeom>
              <a:rect b="b" l="l" r="r" t="t"/>
              <a:pathLst>
                <a:path extrusionOk="0" h="2167" w="2166">
                  <a:moveTo>
                    <a:pt x="0" y="1"/>
                  </a:moveTo>
                  <a:lnTo>
                    <a:pt x="0" y="2166"/>
                  </a:lnTo>
                  <a:lnTo>
                    <a:pt x="2166" y="2166"/>
                  </a:lnTo>
                  <a:lnTo>
                    <a:pt x="1346"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4" name="Google Shape;18734;p94"/>
            <p:cNvSpPr/>
            <p:nvPr/>
          </p:nvSpPr>
          <p:spPr>
            <a:xfrm>
              <a:off x="4181925" y="3488627"/>
              <a:ext cx="20168" cy="55114"/>
            </a:xfrm>
            <a:custGeom>
              <a:rect b="b" l="l" r="r" t="t"/>
              <a:pathLst>
                <a:path extrusionOk="0" h="3681" w="1347">
                  <a:moveTo>
                    <a:pt x="1" y="1"/>
                  </a:moveTo>
                  <a:lnTo>
                    <a:pt x="1" y="3680"/>
                  </a:lnTo>
                  <a:lnTo>
                    <a:pt x="1347" y="3680"/>
                  </a:lnTo>
                  <a:lnTo>
                    <a:pt x="1347"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5" name="Google Shape;18735;p94"/>
            <p:cNvSpPr/>
            <p:nvPr/>
          </p:nvSpPr>
          <p:spPr>
            <a:xfrm>
              <a:off x="4181925" y="3488627"/>
              <a:ext cx="20168" cy="17338"/>
            </a:xfrm>
            <a:custGeom>
              <a:rect b="b" l="l" r="r" t="t"/>
              <a:pathLst>
                <a:path extrusionOk="0" h="1158" w="1347">
                  <a:moveTo>
                    <a:pt x="1" y="1"/>
                  </a:moveTo>
                  <a:lnTo>
                    <a:pt x="1" y="1157"/>
                  </a:lnTo>
                  <a:lnTo>
                    <a:pt x="1347" y="1157"/>
                  </a:lnTo>
                  <a:lnTo>
                    <a:pt x="1347" y="1"/>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6" name="Google Shape;18736;p94"/>
            <p:cNvSpPr/>
            <p:nvPr/>
          </p:nvSpPr>
          <p:spPr>
            <a:xfrm>
              <a:off x="4181925" y="3488627"/>
              <a:ext cx="7576" cy="55114"/>
            </a:xfrm>
            <a:custGeom>
              <a:rect b="b" l="l" r="r" t="t"/>
              <a:pathLst>
                <a:path extrusionOk="0" h="3681" w="506">
                  <a:moveTo>
                    <a:pt x="1" y="1"/>
                  </a:moveTo>
                  <a:lnTo>
                    <a:pt x="1" y="3680"/>
                  </a:lnTo>
                  <a:lnTo>
                    <a:pt x="506" y="3680"/>
                  </a:lnTo>
                  <a:lnTo>
                    <a:pt x="506" y="1"/>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7" name="Google Shape;18737;p94"/>
            <p:cNvSpPr/>
            <p:nvPr/>
          </p:nvSpPr>
          <p:spPr>
            <a:xfrm>
              <a:off x="4161787" y="3493673"/>
              <a:ext cx="20153" cy="8819"/>
            </a:xfrm>
            <a:custGeom>
              <a:rect b="b" l="l" r="r" t="t"/>
              <a:pathLst>
                <a:path extrusionOk="0" h="589" w="1346">
                  <a:moveTo>
                    <a:pt x="0" y="0"/>
                  </a:moveTo>
                  <a:lnTo>
                    <a:pt x="0" y="589"/>
                  </a:lnTo>
                  <a:lnTo>
                    <a:pt x="1346" y="589"/>
                  </a:lnTo>
                  <a:lnTo>
                    <a:pt x="1346"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8" name="Google Shape;18738;p94"/>
            <p:cNvSpPr/>
            <p:nvPr/>
          </p:nvSpPr>
          <p:spPr>
            <a:xfrm>
              <a:off x="4161787" y="3493673"/>
              <a:ext cx="7576" cy="27400"/>
            </a:xfrm>
            <a:custGeom>
              <a:rect b="b" l="l" r="r" t="t"/>
              <a:pathLst>
                <a:path extrusionOk="0" h="1830" w="506">
                  <a:moveTo>
                    <a:pt x="0" y="0"/>
                  </a:moveTo>
                  <a:lnTo>
                    <a:pt x="0" y="1829"/>
                  </a:lnTo>
                  <a:lnTo>
                    <a:pt x="505" y="1829"/>
                  </a:lnTo>
                  <a:lnTo>
                    <a:pt x="505"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9" name="Google Shape;18739;p94"/>
            <p:cNvSpPr/>
            <p:nvPr/>
          </p:nvSpPr>
          <p:spPr>
            <a:xfrm>
              <a:off x="4163988" y="3331550"/>
              <a:ext cx="35904" cy="33389"/>
            </a:xfrm>
            <a:custGeom>
              <a:rect b="b" l="l" r="r" t="t"/>
              <a:pathLst>
                <a:path extrusionOk="0" h="2230" w="2398">
                  <a:moveTo>
                    <a:pt x="1" y="1"/>
                  </a:moveTo>
                  <a:lnTo>
                    <a:pt x="1" y="2229"/>
                  </a:lnTo>
                  <a:lnTo>
                    <a:pt x="2397" y="2229"/>
                  </a:lnTo>
                  <a:lnTo>
                    <a:pt x="2397" y="1"/>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0" name="Google Shape;18740;p94"/>
            <p:cNvSpPr/>
            <p:nvPr/>
          </p:nvSpPr>
          <p:spPr>
            <a:xfrm>
              <a:off x="4163988" y="3331550"/>
              <a:ext cx="13550" cy="33389"/>
            </a:xfrm>
            <a:custGeom>
              <a:rect b="b" l="l" r="r" t="t"/>
              <a:pathLst>
                <a:path extrusionOk="0" h="2230" w="905">
                  <a:moveTo>
                    <a:pt x="1" y="1"/>
                  </a:moveTo>
                  <a:lnTo>
                    <a:pt x="1" y="2229"/>
                  </a:lnTo>
                  <a:lnTo>
                    <a:pt x="905" y="2229"/>
                  </a:lnTo>
                  <a:lnTo>
                    <a:pt x="905"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1" name="Google Shape;18741;p94"/>
            <p:cNvSpPr/>
            <p:nvPr/>
          </p:nvSpPr>
          <p:spPr>
            <a:xfrm>
              <a:off x="3997149" y="3374342"/>
              <a:ext cx="180074" cy="268577"/>
            </a:xfrm>
            <a:custGeom>
              <a:rect b="b" l="l" r="r" t="t"/>
              <a:pathLst>
                <a:path extrusionOk="0" h="17938" w="12027">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2" name="Google Shape;18742;p94"/>
            <p:cNvSpPr/>
            <p:nvPr/>
          </p:nvSpPr>
          <p:spPr>
            <a:xfrm>
              <a:off x="4133459" y="3631539"/>
              <a:ext cx="52269" cy="42207"/>
            </a:xfrm>
            <a:custGeom>
              <a:rect b="b" l="l" r="r" t="t"/>
              <a:pathLst>
                <a:path extrusionOk="0" h="2819" w="3491">
                  <a:moveTo>
                    <a:pt x="0" y="1"/>
                  </a:moveTo>
                  <a:lnTo>
                    <a:pt x="0" y="2818"/>
                  </a:lnTo>
                  <a:lnTo>
                    <a:pt x="3490" y="2818"/>
                  </a:lnTo>
                  <a:lnTo>
                    <a:pt x="3490" y="1"/>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3" name="Google Shape;18743;p94"/>
            <p:cNvSpPr/>
            <p:nvPr/>
          </p:nvSpPr>
          <p:spPr>
            <a:xfrm>
              <a:off x="4152339" y="3354219"/>
              <a:ext cx="59201" cy="141355"/>
            </a:xfrm>
            <a:custGeom>
              <a:rect b="b" l="l" r="r" t="t"/>
              <a:pathLst>
                <a:path extrusionOk="0" h="9441" w="3954">
                  <a:moveTo>
                    <a:pt x="1" y="0"/>
                  </a:moveTo>
                  <a:lnTo>
                    <a:pt x="1" y="9440"/>
                  </a:lnTo>
                  <a:lnTo>
                    <a:pt x="3953" y="9440"/>
                  </a:lnTo>
                  <a:lnTo>
                    <a:pt x="3953" y="0"/>
                  </a:ln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4" name="Google Shape;18744;p94"/>
            <p:cNvSpPr/>
            <p:nvPr/>
          </p:nvSpPr>
          <p:spPr>
            <a:xfrm>
              <a:off x="4152339" y="3354219"/>
              <a:ext cx="21111" cy="141355"/>
            </a:xfrm>
            <a:custGeom>
              <a:rect b="b" l="l" r="r" t="t"/>
              <a:pathLst>
                <a:path extrusionOk="0" h="9441" w="1410">
                  <a:moveTo>
                    <a:pt x="1" y="0"/>
                  </a:moveTo>
                  <a:lnTo>
                    <a:pt x="1" y="9440"/>
                  </a:lnTo>
                  <a:lnTo>
                    <a:pt x="1409" y="9440"/>
                  </a:lnTo>
                  <a:lnTo>
                    <a:pt x="1409" y="0"/>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5" name="Google Shape;18745;p94"/>
            <p:cNvSpPr/>
            <p:nvPr/>
          </p:nvSpPr>
          <p:spPr>
            <a:xfrm>
              <a:off x="4133459" y="3577713"/>
              <a:ext cx="99477" cy="36533"/>
            </a:xfrm>
            <a:custGeom>
              <a:rect b="b" l="l" r="r" t="t"/>
              <a:pathLst>
                <a:path extrusionOk="0" h="2440" w="6644">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6" name="Google Shape;18746;p94"/>
            <p:cNvSpPr/>
            <p:nvPr/>
          </p:nvSpPr>
          <p:spPr>
            <a:xfrm>
              <a:off x="4133459" y="3577713"/>
              <a:ext cx="97276" cy="19225"/>
            </a:xfrm>
            <a:custGeom>
              <a:rect b="b" l="l" r="r" t="t"/>
              <a:pathLst>
                <a:path extrusionOk="0" h="1284" w="6497">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7" name="Google Shape;18747;p94"/>
            <p:cNvSpPr/>
            <p:nvPr/>
          </p:nvSpPr>
          <p:spPr>
            <a:xfrm>
              <a:off x="4133459" y="3614231"/>
              <a:ext cx="73979" cy="28657"/>
            </a:xfrm>
            <a:custGeom>
              <a:rect b="b" l="l" r="r" t="t"/>
              <a:pathLst>
                <a:path extrusionOk="0" h="1914" w="4941">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8" name="Google Shape;18748;p94"/>
            <p:cNvSpPr/>
            <p:nvPr/>
          </p:nvSpPr>
          <p:spPr>
            <a:xfrm>
              <a:off x="4145736" y="3329664"/>
              <a:ext cx="71149" cy="11035"/>
            </a:xfrm>
            <a:custGeom>
              <a:rect b="b" l="l" r="r" t="t"/>
              <a:pathLst>
                <a:path extrusionOk="0" h="737" w="4752">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9" name="Google Shape;18749;p94"/>
            <p:cNvSpPr/>
            <p:nvPr/>
          </p:nvSpPr>
          <p:spPr>
            <a:xfrm>
              <a:off x="4161667" y="3329634"/>
              <a:ext cx="55219" cy="11080"/>
            </a:xfrm>
            <a:custGeom>
              <a:rect b="b" l="l" r="r" t="t"/>
              <a:pathLst>
                <a:path extrusionOk="0" h="740" w="3688">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0" name="Google Shape;18750;p94"/>
            <p:cNvSpPr/>
            <p:nvPr/>
          </p:nvSpPr>
          <p:spPr>
            <a:xfrm>
              <a:off x="4043744" y="3662712"/>
              <a:ext cx="224138" cy="22683"/>
            </a:xfrm>
            <a:custGeom>
              <a:rect b="b" l="l" r="r" t="t"/>
              <a:pathLst>
                <a:path extrusionOk="0" h="1515" w="1497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1" name="Google Shape;18751;p94"/>
            <p:cNvSpPr/>
            <p:nvPr/>
          </p:nvSpPr>
          <p:spPr>
            <a:xfrm>
              <a:off x="4084035" y="3662712"/>
              <a:ext cx="183847" cy="22683"/>
            </a:xfrm>
            <a:custGeom>
              <a:rect b="b" l="l" r="r" t="t"/>
              <a:pathLst>
                <a:path extrusionOk="0" h="1515" w="12279">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2" name="Google Shape;18752;p94"/>
            <p:cNvSpPr/>
            <p:nvPr/>
          </p:nvSpPr>
          <p:spPr>
            <a:xfrm>
              <a:off x="4105131" y="3396396"/>
              <a:ext cx="30544" cy="25917"/>
            </a:xfrm>
            <a:custGeom>
              <a:rect b="b" l="l" r="r" t="t"/>
              <a:pathLst>
                <a:path extrusionOk="0" h="1731" w="204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3" name="Google Shape;18753;p94"/>
            <p:cNvSpPr/>
            <p:nvPr/>
          </p:nvSpPr>
          <p:spPr>
            <a:xfrm>
              <a:off x="4087179" y="3593135"/>
              <a:ext cx="30559" cy="25917"/>
            </a:xfrm>
            <a:custGeom>
              <a:rect b="b" l="l" r="r" t="t"/>
              <a:pathLst>
                <a:path extrusionOk="0" h="1731" w="2041">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54" name="Google Shape;18754;p94"/>
          <p:cNvGrpSpPr/>
          <p:nvPr/>
        </p:nvGrpSpPr>
        <p:grpSpPr>
          <a:xfrm>
            <a:off x="3962406" y="2729615"/>
            <a:ext cx="345655" cy="343529"/>
            <a:chOff x="3954343" y="2899354"/>
            <a:chExt cx="345655" cy="343529"/>
          </a:xfrm>
        </p:grpSpPr>
        <p:sp>
          <p:nvSpPr>
            <p:cNvPr id="18755" name="Google Shape;18755;p94"/>
            <p:cNvSpPr/>
            <p:nvPr/>
          </p:nvSpPr>
          <p:spPr>
            <a:xfrm>
              <a:off x="3954343" y="2899354"/>
              <a:ext cx="345655" cy="343529"/>
            </a:xfrm>
            <a:custGeom>
              <a:rect b="b" l="l" r="r" t="t"/>
              <a:pathLst>
                <a:path extrusionOk="0" h="22944" w="23086">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6" name="Google Shape;18756;p94"/>
            <p:cNvSpPr/>
            <p:nvPr/>
          </p:nvSpPr>
          <p:spPr>
            <a:xfrm>
              <a:off x="4210897" y="2911946"/>
              <a:ext cx="33434" cy="31502"/>
            </a:xfrm>
            <a:custGeom>
              <a:rect b="b" l="l" r="r" t="t"/>
              <a:pathLst>
                <a:path extrusionOk="0" h="2104" w="2233">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7" name="Google Shape;18757;p94"/>
            <p:cNvSpPr/>
            <p:nvPr/>
          </p:nvSpPr>
          <p:spPr>
            <a:xfrm>
              <a:off x="4186656" y="2936501"/>
              <a:ext cx="27834" cy="25049"/>
            </a:xfrm>
            <a:custGeom>
              <a:rect b="b" l="l" r="r" t="t"/>
              <a:pathLst>
                <a:path extrusionOk="0" h="1673" w="1859">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8" name="Google Shape;18758;p94"/>
            <p:cNvSpPr/>
            <p:nvPr/>
          </p:nvSpPr>
          <p:spPr>
            <a:xfrm>
              <a:off x="4162101" y="2960727"/>
              <a:ext cx="26501" cy="24600"/>
            </a:xfrm>
            <a:custGeom>
              <a:rect b="b" l="l" r="r" t="t"/>
              <a:pathLst>
                <a:path extrusionOk="0" h="1643" w="177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9" name="Google Shape;18759;p94"/>
            <p:cNvSpPr/>
            <p:nvPr/>
          </p:nvSpPr>
          <p:spPr>
            <a:xfrm>
              <a:off x="4137861" y="2985281"/>
              <a:ext cx="27834" cy="25064"/>
            </a:xfrm>
            <a:custGeom>
              <a:rect b="b" l="l" r="r" t="t"/>
              <a:pathLst>
                <a:path extrusionOk="0" h="1674" w="1859">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0" name="Google Shape;18760;p94"/>
            <p:cNvSpPr/>
            <p:nvPr/>
          </p:nvSpPr>
          <p:spPr>
            <a:xfrm>
              <a:off x="4113306" y="3009522"/>
              <a:ext cx="33434" cy="31517"/>
            </a:xfrm>
            <a:custGeom>
              <a:rect b="b" l="l" r="r" t="t"/>
              <a:pathLst>
                <a:path extrusionOk="0" h="2105" w="2233">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1" name="Google Shape;18761;p94"/>
            <p:cNvSpPr/>
            <p:nvPr/>
          </p:nvSpPr>
          <p:spPr>
            <a:xfrm>
              <a:off x="4089066" y="3034077"/>
              <a:ext cx="27504" cy="25184"/>
            </a:xfrm>
            <a:custGeom>
              <a:rect b="b" l="l" r="r" t="t"/>
              <a:pathLst>
                <a:path extrusionOk="0" h="1682" w="1837">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2" name="Google Shape;18762;p94"/>
            <p:cNvSpPr/>
            <p:nvPr/>
          </p:nvSpPr>
          <p:spPr>
            <a:xfrm>
              <a:off x="4064511" y="3058317"/>
              <a:ext cx="26516" cy="24585"/>
            </a:xfrm>
            <a:custGeom>
              <a:rect b="b" l="l" r="r" t="t"/>
              <a:pathLst>
                <a:path extrusionOk="0" h="1642" w="1771">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3" name="Google Shape;18763;p94"/>
            <p:cNvSpPr/>
            <p:nvPr/>
          </p:nvSpPr>
          <p:spPr>
            <a:xfrm>
              <a:off x="4040285" y="3082872"/>
              <a:ext cx="27729" cy="25184"/>
            </a:xfrm>
            <a:custGeom>
              <a:rect b="b" l="l" r="r" t="t"/>
              <a:pathLst>
                <a:path extrusionOk="0" h="1682" w="1852">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4" name="Google Shape;18764;p94"/>
            <p:cNvSpPr/>
            <p:nvPr/>
          </p:nvSpPr>
          <p:spPr>
            <a:xfrm>
              <a:off x="4015730" y="3107113"/>
              <a:ext cx="34751" cy="32281"/>
            </a:xfrm>
            <a:custGeom>
              <a:rect b="b" l="l" r="r" t="t"/>
              <a:pathLst>
                <a:path extrusionOk="0" h="2156" w="2321">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5" name="Google Shape;18765;p94"/>
            <p:cNvSpPr/>
            <p:nvPr/>
          </p:nvSpPr>
          <p:spPr>
            <a:xfrm>
              <a:off x="3991490" y="3131668"/>
              <a:ext cx="27789" cy="25318"/>
            </a:xfrm>
            <a:custGeom>
              <a:rect b="b" l="l" r="r" t="t"/>
              <a:pathLst>
                <a:path extrusionOk="0" h="1691" w="1856">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6" name="Google Shape;18766;p94"/>
            <p:cNvSpPr/>
            <p:nvPr/>
          </p:nvSpPr>
          <p:spPr>
            <a:xfrm>
              <a:off x="3966935" y="3155908"/>
              <a:ext cx="27834" cy="25348"/>
            </a:xfrm>
            <a:custGeom>
              <a:rect b="b" l="l" r="r" t="t"/>
              <a:pathLst>
                <a:path extrusionOk="0" h="1693" w="1859">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67" name="Google Shape;18767;p94"/>
          <p:cNvGrpSpPr/>
          <p:nvPr/>
        </p:nvGrpSpPr>
        <p:grpSpPr>
          <a:xfrm>
            <a:off x="2174105" y="3181605"/>
            <a:ext cx="369566" cy="349803"/>
            <a:chOff x="2166043" y="3351344"/>
            <a:chExt cx="369566" cy="349803"/>
          </a:xfrm>
        </p:grpSpPr>
        <p:sp>
          <p:nvSpPr>
            <p:cNvPr id="18768" name="Google Shape;18768;p94"/>
            <p:cNvSpPr/>
            <p:nvPr/>
          </p:nvSpPr>
          <p:spPr>
            <a:xfrm>
              <a:off x="2166357" y="3351344"/>
              <a:ext cx="369252" cy="349803"/>
            </a:xfrm>
            <a:custGeom>
              <a:rect b="b" l="l" r="r" t="t"/>
              <a:pathLst>
                <a:path extrusionOk="0" h="23363" w="24662">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9" name="Google Shape;18769;p94"/>
            <p:cNvSpPr/>
            <p:nvPr/>
          </p:nvSpPr>
          <p:spPr>
            <a:xfrm>
              <a:off x="2166043" y="3351344"/>
              <a:ext cx="353516" cy="335624"/>
            </a:xfrm>
            <a:custGeom>
              <a:rect b="b" l="l" r="r" t="t"/>
              <a:pathLst>
                <a:path extrusionOk="0" h="22416" w="23611">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0" name="Google Shape;18770;p94"/>
            <p:cNvSpPr/>
            <p:nvPr/>
          </p:nvSpPr>
          <p:spPr>
            <a:xfrm>
              <a:off x="2373487" y="3352332"/>
              <a:ext cx="159292" cy="158978"/>
            </a:xfrm>
            <a:custGeom>
              <a:rect b="b" l="l" r="r" t="t"/>
              <a:pathLst>
                <a:path extrusionOk="0" h="10618" w="10639">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1" name="Google Shape;18771;p94"/>
            <p:cNvSpPr/>
            <p:nvPr/>
          </p:nvSpPr>
          <p:spPr>
            <a:xfrm>
              <a:off x="2373487" y="3352332"/>
              <a:ext cx="71149" cy="45337"/>
            </a:xfrm>
            <a:custGeom>
              <a:rect b="b" l="l" r="r" t="t"/>
              <a:pathLst>
                <a:path extrusionOk="0" h="3028" w="4752">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2" name="Google Shape;18772;p94"/>
            <p:cNvSpPr/>
            <p:nvPr/>
          </p:nvSpPr>
          <p:spPr>
            <a:xfrm>
              <a:off x="2275596" y="3447587"/>
              <a:ext cx="166195" cy="157032"/>
            </a:xfrm>
            <a:custGeom>
              <a:rect b="b" l="l" r="r" t="t"/>
              <a:pathLst>
                <a:path extrusionOk="0" h="10488" w="1110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3" name="Google Shape;18773;p94"/>
            <p:cNvSpPr/>
            <p:nvPr/>
          </p:nvSpPr>
          <p:spPr>
            <a:xfrm>
              <a:off x="2284191" y="3555853"/>
              <a:ext cx="46774" cy="42657"/>
            </a:xfrm>
            <a:custGeom>
              <a:rect b="b" l="l" r="r" t="t"/>
              <a:pathLst>
                <a:path extrusionOk="0" h="2849" w="3124">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4" name="Google Shape;18774;p94"/>
            <p:cNvSpPr/>
            <p:nvPr/>
          </p:nvSpPr>
          <p:spPr>
            <a:xfrm>
              <a:off x="2317235" y="3521342"/>
              <a:ext cx="47418" cy="43166"/>
            </a:xfrm>
            <a:custGeom>
              <a:rect b="b" l="l" r="r" t="t"/>
              <a:pathLst>
                <a:path extrusionOk="0" h="2883" w="3167">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5" name="Google Shape;18775;p94"/>
            <p:cNvSpPr/>
            <p:nvPr/>
          </p:nvSpPr>
          <p:spPr>
            <a:xfrm>
              <a:off x="2352121" y="3487863"/>
              <a:ext cx="46475" cy="42657"/>
            </a:xfrm>
            <a:custGeom>
              <a:rect b="b" l="l" r="r" t="t"/>
              <a:pathLst>
                <a:path extrusionOk="0" h="2849" w="3104">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6" name="Google Shape;18776;p94"/>
            <p:cNvSpPr/>
            <p:nvPr/>
          </p:nvSpPr>
          <p:spPr>
            <a:xfrm>
              <a:off x="2386108" y="3453861"/>
              <a:ext cx="46475" cy="42732"/>
            </a:xfrm>
            <a:custGeom>
              <a:rect b="b" l="l" r="r" t="t"/>
              <a:pathLst>
                <a:path extrusionOk="0" h="2854" w="3104">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77" name="Google Shape;18777;p94"/>
          <p:cNvGrpSpPr/>
          <p:nvPr/>
        </p:nvGrpSpPr>
        <p:grpSpPr>
          <a:xfrm>
            <a:off x="2627712" y="3182593"/>
            <a:ext cx="365793" cy="329275"/>
            <a:chOff x="2619649" y="3352332"/>
            <a:chExt cx="365793" cy="329275"/>
          </a:xfrm>
        </p:grpSpPr>
        <p:sp>
          <p:nvSpPr>
            <p:cNvPr id="18778" name="Google Shape;18778;p94"/>
            <p:cNvSpPr/>
            <p:nvPr/>
          </p:nvSpPr>
          <p:spPr>
            <a:xfrm>
              <a:off x="2707164" y="3352332"/>
              <a:ext cx="190765" cy="72437"/>
            </a:xfrm>
            <a:custGeom>
              <a:rect b="b" l="l" r="r" t="t"/>
              <a:pathLst>
                <a:path extrusionOk="0" h="4838" w="12741">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9" name="Google Shape;18779;p94"/>
            <p:cNvSpPr/>
            <p:nvPr/>
          </p:nvSpPr>
          <p:spPr>
            <a:xfrm>
              <a:off x="2743038" y="3358306"/>
              <a:ext cx="118687" cy="29301"/>
            </a:xfrm>
            <a:custGeom>
              <a:rect b="b" l="l" r="r" t="t"/>
              <a:pathLst>
                <a:path extrusionOk="0" h="1957" w="7927">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0" name="Google Shape;18780;p94"/>
            <p:cNvSpPr/>
            <p:nvPr/>
          </p:nvSpPr>
          <p:spPr>
            <a:xfrm>
              <a:off x="2632556" y="3552530"/>
              <a:ext cx="339666" cy="129078"/>
            </a:xfrm>
            <a:custGeom>
              <a:rect b="b" l="l" r="r" t="t"/>
              <a:pathLst>
                <a:path extrusionOk="0" h="8621" w="22686">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1" name="Google Shape;18781;p94"/>
            <p:cNvSpPr/>
            <p:nvPr/>
          </p:nvSpPr>
          <p:spPr>
            <a:xfrm>
              <a:off x="2632556" y="3552530"/>
              <a:ext cx="48810" cy="129078"/>
            </a:xfrm>
            <a:custGeom>
              <a:rect b="b" l="l" r="r" t="t"/>
              <a:pathLst>
                <a:path extrusionOk="0" h="8621" w="326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2" name="Google Shape;18782;p94"/>
            <p:cNvSpPr/>
            <p:nvPr/>
          </p:nvSpPr>
          <p:spPr>
            <a:xfrm>
              <a:off x="2632870" y="3552530"/>
              <a:ext cx="339352" cy="69907"/>
            </a:xfrm>
            <a:custGeom>
              <a:rect b="b" l="l" r="r" t="t"/>
              <a:pathLst>
                <a:path extrusionOk="0" h="4669" w="22665">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3" name="Google Shape;18783;p94"/>
            <p:cNvSpPr/>
            <p:nvPr/>
          </p:nvSpPr>
          <p:spPr>
            <a:xfrm>
              <a:off x="2619649" y="3415606"/>
              <a:ext cx="365793" cy="177544"/>
            </a:xfrm>
            <a:custGeom>
              <a:rect b="b" l="l" r="r" t="t"/>
              <a:pathLst>
                <a:path extrusionOk="0" h="11858" w="24431">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4" name="Google Shape;18784;p94"/>
            <p:cNvSpPr/>
            <p:nvPr/>
          </p:nvSpPr>
          <p:spPr>
            <a:xfrm>
              <a:off x="2619649" y="3415591"/>
              <a:ext cx="48167" cy="140113"/>
            </a:xfrm>
            <a:custGeom>
              <a:rect b="b" l="l" r="r" t="t"/>
              <a:pathLst>
                <a:path extrusionOk="0" h="9358" w="3217">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5" name="Google Shape;18785;p94"/>
            <p:cNvSpPr/>
            <p:nvPr/>
          </p:nvSpPr>
          <p:spPr>
            <a:xfrm>
              <a:off x="2726358" y="3508151"/>
              <a:ext cx="152061" cy="81540"/>
            </a:xfrm>
            <a:custGeom>
              <a:rect b="b" l="l" r="r" t="t"/>
              <a:pathLst>
                <a:path extrusionOk="0" h="5446" w="10156">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6" name="Google Shape;18786;p94"/>
            <p:cNvSpPr/>
            <p:nvPr/>
          </p:nvSpPr>
          <p:spPr>
            <a:xfrm>
              <a:off x="2770108" y="3553473"/>
              <a:ext cx="64861" cy="80926"/>
            </a:xfrm>
            <a:custGeom>
              <a:rect b="b" l="l" r="r" t="t"/>
              <a:pathLst>
                <a:path extrusionOk="0" h="5405" w="4332">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7" name="Google Shape;18787;p94"/>
            <p:cNvSpPr/>
            <p:nvPr/>
          </p:nvSpPr>
          <p:spPr>
            <a:xfrm>
              <a:off x="2787431" y="3572368"/>
              <a:ext cx="29915" cy="42821"/>
            </a:xfrm>
            <a:custGeom>
              <a:rect b="b" l="l" r="r" t="t"/>
              <a:pathLst>
                <a:path extrusionOk="0" h="2860" w="1998">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88" name="Google Shape;18788;p94"/>
          <p:cNvGrpSpPr/>
          <p:nvPr/>
        </p:nvGrpSpPr>
        <p:grpSpPr>
          <a:xfrm>
            <a:off x="1304197" y="1345501"/>
            <a:ext cx="340624" cy="351944"/>
            <a:chOff x="1293760" y="1498228"/>
            <a:chExt cx="340624" cy="351944"/>
          </a:xfrm>
        </p:grpSpPr>
        <p:sp>
          <p:nvSpPr>
            <p:cNvPr id="18789" name="Google Shape;18789;p94"/>
            <p:cNvSpPr/>
            <p:nvPr/>
          </p:nvSpPr>
          <p:spPr>
            <a:xfrm>
              <a:off x="1331535" y="1498228"/>
              <a:ext cx="265388" cy="71164"/>
            </a:xfrm>
            <a:custGeom>
              <a:rect b="b" l="l" r="r" t="t"/>
              <a:pathLst>
                <a:path extrusionOk="0" h="4753" w="17725">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0" name="Google Shape;18790;p94"/>
            <p:cNvSpPr/>
            <p:nvPr/>
          </p:nvSpPr>
          <p:spPr>
            <a:xfrm>
              <a:off x="1337839" y="1585353"/>
              <a:ext cx="69263" cy="67212"/>
            </a:xfrm>
            <a:custGeom>
              <a:rect b="b" l="l" r="r" t="t"/>
              <a:pathLst>
                <a:path extrusionOk="0" h="4489" w="4626">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1" name="Google Shape;18791;p94"/>
            <p:cNvSpPr/>
            <p:nvPr/>
          </p:nvSpPr>
          <p:spPr>
            <a:xfrm>
              <a:off x="1521042" y="1585353"/>
              <a:ext cx="69577" cy="67212"/>
            </a:xfrm>
            <a:custGeom>
              <a:rect b="b" l="l" r="r" t="t"/>
              <a:pathLst>
                <a:path extrusionOk="0" h="4489" w="4647">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2" name="Google Shape;18792;p94"/>
            <p:cNvSpPr/>
            <p:nvPr/>
          </p:nvSpPr>
          <p:spPr>
            <a:xfrm>
              <a:off x="1349173" y="1766505"/>
              <a:ext cx="87514" cy="83666"/>
            </a:xfrm>
            <a:custGeom>
              <a:rect b="b" l="l" r="r" t="t"/>
              <a:pathLst>
                <a:path extrusionOk="0" h="5588" w="5845">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3" name="Google Shape;18793;p94"/>
            <p:cNvSpPr/>
            <p:nvPr/>
          </p:nvSpPr>
          <p:spPr>
            <a:xfrm>
              <a:off x="1491457" y="1766505"/>
              <a:ext cx="87829" cy="83666"/>
            </a:xfrm>
            <a:custGeom>
              <a:rect b="b" l="l" r="r" t="t"/>
              <a:pathLst>
                <a:path extrusionOk="0" h="5588" w="5866">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4" name="Google Shape;18794;p94"/>
            <p:cNvSpPr/>
            <p:nvPr/>
          </p:nvSpPr>
          <p:spPr>
            <a:xfrm>
              <a:off x="1342870" y="1588257"/>
              <a:ext cx="242405" cy="242405"/>
            </a:xfrm>
            <a:custGeom>
              <a:rect b="b" l="l" r="r" t="t"/>
              <a:pathLst>
                <a:path extrusionOk="0" h="16190" w="1619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5" name="Google Shape;18795;p94"/>
            <p:cNvSpPr/>
            <p:nvPr/>
          </p:nvSpPr>
          <p:spPr>
            <a:xfrm>
              <a:off x="1364205" y="1611420"/>
              <a:ext cx="208792" cy="196334"/>
            </a:xfrm>
            <a:custGeom>
              <a:rect b="b" l="l" r="r" t="t"/>
              <a:pathLst>
                <a:path extrusionOk="0" h="13113" w="13945">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6" name="Google Shape;18796;p94"/>
            <p:cNvSpPr/>
            <p:nvPr/>
          </p:nvSpPr>
          <p:spPr>
            <a:xfrm>
              <a:off x="1402370" y="1612812"/>
              <a:ext cx="187620" cy="192981"/>
            </a:xfrm>
            <a:custGeom>
              <a:rect b="b" l="l" r="r" t="t"/>
              <a:pathLst>
                <a:path extrusionOk="0" h="12889" w="12531">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7" name="Google Shape;18797;p94"/>
            <p:cNvSpPr/>
            <p:nvPr/>
          </p:nvSpPr>
          <p:spPr>
            <a:xfrm>
              <a:off x="1449893" y="1635795"/>
              <a:ext cx="26456" cy="94447"/>
            </a:xfrm>
            <a:custGeom>
              <a:rect b="b" l="l" r="r" t="t"/>
              <a:pathLst>
                <a:path extrusionOk="0" h="6308" w="1767">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8" name="Google Shape;18798;p94"/>
            <p:cNvSpPr/>
            <p:nvPr/>
          </p:nvSpPr>
          <p:spPr>
            <a:xfrm>
              <a:off x="1448635" y="1704414"/>
              <a:ext cx="65175" cy="62660"/>
            </a:xfrm>
            <a:custGeom>
              <a:rect b="b" l="l" r="r" t="t"/>
              <a:pathLst>
                <a:path extrusionOk="0" h="4185" w="4353">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9" name="Google Shape;18799;p94"/>
            <p:cNvSpPr/>
            <p:nvPr/>
          </p:nvSpPr>
          <p:spPr>
            <a:xfrm>
              <a:off x="1293760" y="1542382"/>
              <a:ext cx="95405" cy="89655"/>
            </a:xfrm>
            <a:custGeom>
              <a:rect b="b" l="l" r="r" t="t"/>
              <a:pathLst>
                <a:path extrusionOk="0" h="5988" w="6372">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0" name="Google Shape;18800;p94"/>
            <p:cNvSpPr/>
            <p:nvPr/>
          </p:nvSpPr>
          <p:spPr>
            <a:xfrm>
              <a:off x="1309511" y="1542382"/>
              <a:ext cx="77453" cy="61552"/>
            </a:xfrm>
            <a:custGeom>
              <a:rect b="b" l="l" r="r" t="t"/>
              <a:pathLst>
                <a:path extrusionOk="0" h="4111" w="5173">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1" name="Google Shape;18801;p94"/>
            <p:cNvSpPr/>
            <p:nvPr/>
          </p:nvSpPr>
          <p:spPr>
            <a:xfrm>
              <a:off x="1538350" y="1542546"/>
              <a:ext cx="96034" cy="89551"/>
            </a:xfrm>
            <a:custGeom>
              <a:rect b="b" l="l" r="r" t="t"/>
              <a:pathLst>
                <a:path extrusionOk="0" h="5981" w="6414">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2" name="Google Shape;18802;p94"/>
            <p:cNvSpPr/>
            <p:nvPr/>
          </p:nvSpPr>
          <p:spPr>
            <a:xfrm>
              <a:off x="1565735" y="1550167"/>
              <a:ext cx="68649" cy="80283"/>
            </a:xfrm>
            <a:custGeom>
              <a:rect b="b" l="l" r="r" t="t"/>
              <a:pathLst>
                <a:path extrusionOk="0" h="5362" w="4585">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03" name="Google Shape;18803;p94"/>
          <p:cNvGrpSpPr/>
          <p:nvPr/>
        </p:nvGrpSpPr>
        <p:grpSpPr>
          <a:xfrm>
            <a:off x="857663" y="1782335"/>
            <a:ext cx="406713" cy="383745"/>
            <a:chOff x="849601" y="1952074"/>
            <a:chExt cx="406713" cy="383745"/>
          </a:xfrm>
        </p:grpSpPr>
        <p:sp>
          <p:nvSpPr>
            <p:cNvPr id="18804" name="Google Shape;18804;p94"/>
            <p:cNvSpPr/>
            <p:nvPr/>
          </p:nvSpPr>
          <p:spPr>
            <a:xfrm>
              <a:off x="849601" y="2240819"/>
              <a:ext cx="130650" cy="95001"/>
            </a:xfrm>
            <a:custGeom>
              <a:rect b="b" l="l" r="r" t="t"/>
              <a:pathLst>
                <a:path extrusionOk="0" h="6345" w="8726">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5" name="Google Shape;18805;p94"/>
            <p:cNvSpPr/>
            <p:nvPr/>
          </p:nvSpPr>
          <p:spPr>
            <a:xfrm>
              <a:off x="875728" y="2284494"/>
              <a:ext cx="75252" cy="51326"/>
            </a:xfrm>
            <a:custGeom>
              <a:rect b="b" l="l" r="r" t="t"/>
              <a:pathLst>
                <a:path extrusionOk="0" h="3428" w="5026">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6" name="Google Shape;18806;p94"/>
            <p:cNvSpPr/>
            <p:nvPr/>
          </p:nvSpPr>
          <p:spPr>
            <a:xfrm>
              <a:off x="890520" y="2158335"/>
              <a:ext cx="156777" cy="155519"/>
            </a:xfrm>
            <a:custGeom>
              <a:rect b="b" l="l" r="r" t="t"/>
              <a:pathLst>
                <a:path extrusionOk="0" h="10387" w="10471">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7" name="Google Shape;18807;p94"/>
            <p:cNvSpPr/>
            <p:nvPr/>
          </p:nvSpPr>
          <p:spPr>
            <a:xfrm>
              <a:off x="890206" y="2158335"/>
              <a:ext cx="157091" cy="138840"/>
            </a:xfrm>
            <a:custGeom>
              <a:rect b="b" l="l" r="r" t="t"/>
              <a:pathLst>
                <a:path extrusionOk="0" h="9273" w="10492">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8" name="Google Shape;18808;p94"/>
            <p:cNvSpPr/>
            <p:nvPr/>
          </p:nvSpPr>
          <p:spPr>
            <a:xfrm>
              <a:off x="903741" y="1952074"/>
              <a:ext cx="352572" cy="349817"/>
            </a:xfrm>
            <a:custGeom>
              <a:rect b="b" l="l" r="r" t="t"/>
              <a:pathLst>
                <a:path extrusionOk="0" h="23364" w="23548">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9" name="Google Shape;18809;p94"/>
            <p:cNvSpPr/>
            <p:nvPr/>
          </p:nvSpPr>
          <p:spPr>
            <a:xfrm>
              <a:off x="903741" y="1952074"/>
              <a:ext cx="258141" cy="227372"/>
            </a:xfrm>
            <a:custGeom>
              <a:rect b="b" l="l" r="r" t="t"/>
              <a:pathLst>
                <a:path extrusionOk="0" h="15186" w="17241">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0" name="Google Shape;18810;p94"/>
            <p:cNvSpPr/>
            <p:nvPr/>
          </p:nvSpPr>
          <p:spPr>
            <a:xfrm>
              <a:off x="989054" y="2039274"/>
              <a:ext cx="178817" cy="175268"/>
            </a:xfrm>
            <a:custGeom>
              <a:rect b="b" l="l" r="r" t="t"/>
              <a:pathLst>
                <a:path extrusionOk="0" h="11706" w="11943">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11" name="Google Shape;18811;p94"/>
          <p:cNvGrpSpPr/>
          <p:nvPr/>
        </p:nvGrpSpPr>
        <p:grpSpPr>
          <a:xfrm>
            <a:off x="2261934" y="2723626"/>
            <a:ext cx="203985" cy="355417"/>
            <a:chOff x="2253871" y="2893365"/>
            <a:chExt cx="203985" cy="355417"/>
          </a:xfrm>
        </p:grpSpPr>
        <p:sp>
          <p:nvSpPr>
            <p:cNvPr id="18812" name="Google Shape;18812;p94"/>
            <p:cNvSpPr/>
            <p:nvPr/>
          </p:nvSpPr>
          <p:spPr>
            <a:xfrm>
              <a:off x="2329722" y="3200915"/>
              <a:ext cx="51326" cy="47553"/>
            </a:xfrm>
            <a:custGeom>
              <a:rect b="b" l="l" r="r" t="t"/>
              <a:pathLst>
                <a:path extrusionOk="0" h="3176" w="3428">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3" name="Google Shape;18813;p94"/>
            <p:cNvSpPr/>
            <p:nvPr/>
          </p:nvSpPr>
          <p:spPr>
            <a:xfrm>
              <a:off x="2342628" y="3200915"/>
              <a:ext cx="38419" cy="47867"/>
            </a:xfrm>
            <a:custGeom>
              <a:rect b="b" l="l" r="r" t="t"/>
              <a:pathLst>
                <a:path extrusionOk="0" h="3197" w="2566">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4" name="Google Shape;18814;p94"/>
            <p:cNvSpPr/>
            <p:nvPr/>
          </p:nvSpPr>
          <p:spPr>
            <a:xfrm>
              <a:off x="2253871" y="2893365"/>
              <a:ext cx="203985" cy="326775"/>
            </a:xfrm>
            <a:custGeom>
              <a:rect b="b" l="l" r="r" t="t"/>
              <a:pathLst>
                <a:path extrusionOk="0" h="21825" w="13624">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5" name="Google Shape;18815;p94"/>
            <p:cNvSpPr/>
            <p:nvPr/>
          </p:nvSpPr>
          <p:spPr>
            <a:xfrm>
              <a:off x="2326578" y="2893365"/>
              <a:ext cx="131279" cy="326775"/>
            </a:xfrm>
            <a:custGeom>
              <a:rect b="b" l="l" r="r" t="t"/>
              <a:pathLst>
                <a:path extrusionOk="0" h="21825" w="8768">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6" name="Google Shape;18816;p94"/>
            <p:cNvSpPr/>
            <p:nvPr/>
          </p:nvSpPr>
          <p:spPr>
            <a:xfrm>
              <a:off x="2350504" y="2893365"/>
              <a:ext cx="10720" cy="58093"/>
            </a:xfrm>
            <a:custGeom>
              <a:rect b="b" l="l" r="r" t="t"/>
              <a:pathLst>
                <a:path extrusionOk="0" h="3880" w="716">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7" name="Google Shape;18817;p94"/>
            <p:cNvSpPr/>
            <p:nvPr/>
          </p:nvSpPr>
          <p:spPr>
            <a:xfrm>
              <a:off x="2330036" y="2946248"/>
              <a:ext cx="51326" cy="50068"/>
            </a:xfrm>
            <a:custGeom>
              <a:rect b="b" l="l" r="r" t="t"/>
              <a:pathLst>
                <a:path extrusionOk="0" h="3344" w="3428">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8" name="Google Shape;18818;p94"/>
            <p:cNvSpPr/>
            <p:nvPr/>
          </p:nvSpPr>
          <p:spPr>
            <a:xfrm>
              <a:off x="2342943" y="2946248"/>
              <a:ext cx="38419" cy="49754"/>
            </a:xfrm>
            <a:custGeom>
              <a:rect b="b" l="l" r="r" t="t"/>
              <a:pathLst>
                <a:path extrusionOk="0" h="3323" w="2566">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9" name="Google Shape;18819;p94"/>
            <p:cNvSpPr/>
            <p:nvPr/>
          </p:nvSpPr>
          <p:spPr>
            <a:xfrm>
              <a:off x="2254186" y="3012037"/>
              <a:ext cx="32116" cy="118073"/>
            </a:xfrm>
            <a:custGeom>
              <a:rect b="b" l="l" r="r" t="t"/>
              <a:pathLst>
                <a:path extrusionOk="0" h="7886" w="2145">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0" name="Google Shape;18820;p94"/>
            <p:cNvSpPr/>
            <p:nvPr/>
          </p:nvSpPr>
          <p:spPr>
            <a:xfrm>
              <a:off x="2255758" y="3012037"/>
              <a:ext cx="30544" cy="117759"/>
            </a:xfrm>
            <a:custGeom>
              <a:rect b="b" l="l" r="r" t="t"/>
              <a:pathLst>
                <a:path extrusionOk="0" h="7865" w="204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1" name="Google Shape;18821;p94"/>
            <p:cNvSpPr/>
            <p:nvPr/>
          </p:nvSpPr>
          <p:spPr>
            <a:xfrm>
              <a:off x="2425426" y="3012037"/>
              <a:ext cx="32430" cy="118073"/>
            </a:xfrm>
            <a:custGeom>
              <a:rect b="b" l="l" r="r" t="t"/>
              <a:pathLst>
                <a:path extrusionOk="0" h="7886" w="2166">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2" name="Google Shape;18822;p94"/>
            <p:cNvSpPr/>
            <p:nvPr/>
          </p:nvSpPr>
          <p:spPr>
            <a:xfrm>
              <a:off x="2441791" y="3012037"/>
              <a:ext cx="16065" cy="118073"/>
            </a:xfrm>
            <a:custGeom>
              <a:rect b="b" l="l" r="r" t="t"/>
              <a:pathLst>
                <a:path extrusionOk="0" h="7886" w="1073">
                  <a:moveTo>
                    <a:pt x="1" y="1"/>
                  </a:moveTo>
                  <a:lnTo>
                    <a:pt x="1" y="7885"/>
                  </a:lnTo>
                  <a:lnTo>
                    <a:pt x="1073" y="7885"/>
                  </a:lnTo>
                  <a:lnTo>
                    <a:pt x="1073" y="1"/>
                  </a:lnTo>
                  <a:close/>
                </a:path>
              </a:pathLst>
            </a:custGeom>
            <a:solidFill>
              <a:srgbClr val="AEBE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23" name="Google Shape;18823;p94"/>
          <p:cNvGrpSpPr/>
          <p:nvPr/>
        </p:nvGrpSpPr>
        <p:grpSpPr>
          <a:xfrm>
            <a:off x="2199603" y="2238861"/>
            <a:ext cx="308823" cy="342571"/>
            <a:chOff x="2191541" y="2408601"/>
            <a:chExt cx="308823" cy="342571"/>
          </a:xfrm>
        </p:grpSpPr>
        <p:sp>
          <p:nvSpPr>
            <p:cNvPr id="18824" name="Google Shape;18824;p94"/>
            <p:cNvSpPr/>
            <p:nvPr/>
          </p:nvSpPr>
          <p:spPr>
            <a:xfrm>
              <a:off x="2222384" y="2722754"/>
              <a:ext cx="22054" cy="28418"/>
            </a:xfrm>
            <a:custGeom>
              <a:rect b="b" l="l" r="r" t="t"/>
              <a:pathLst>
                <a:path extrusionOk="0" h="1898" w="1473">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5" name="Google Shape;18825;p94"/>
            <p:cNvSpPr/>
            <p:nvPr/>
          </p:nvSpPr>
          <p:spPr>
            <a:xfrm>
              <a:off x="2447451" y="2724640"/>
              <a:ext cx="22054" cy="26456"/>
            </a:xfrm>
            <a:custGeom>
              <a:rect b="b" l="l" r="r" t="t"/>
              <a:pathLst>
                <a:path extrusionOk="0" h="1767" w="1473">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6" name="Google Shape;18826;p94"/>
            <p:cNvSpPr/>
            <p:nvPr/>
          </p:nvSpPr>
          <p:spPr>
            <a:xfrm>
              <a:off x="2191541" y="2611313"/>
              <a:ext cx="308823" cy="16709"/>
            </a:xfrm>
            <a:custGeom>
              <a:rect b="b" l="l" r="r" t="t"/>
              <a:pathLst>
                <a:path extrusionOk="0" h="1116" w="20626">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7" name="Google Shape;18827;p94"/>
            <p:cNvSpPr/>
            <p:nvPr/>
          </p:nvSpPr>
          <p:spPr>
            <a:xfrm>
              <a:off x="2211993" y="2470287"/>
              <a:ext cx="140412" cy="263052"/>
            </a:xfrm>
            <a:custGeom>
              <a:rect b="b" l="l" r="r" t="t"/>
              <a:pathLst>
                <a:path extrusionOk="0" h="17569" w="9378">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8" name="Google Shape;18828;p94"/>
            <p:cNvSpPr/>
            <p:nvPr/>
          </p:nvSpPr>
          <p:spPr>
            <a:xfrm>
              <a:off x="2233718" y="2470287"/>
              <a:ext cx="118687" cy="262917"/>
            </a:xfrm>
            <a:custGeom>
              <a:rect b="b" l="l" r="r" t="t"/>
              <a:pathLst>
                <a:path extrusionOk="0" h="17560" w="7927">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9" name="Google Shape;18829;p94"/>
            <p:cNvSpPr/>
            <p:nvPr/>
          </p:nvSpPr>
          <p:spPr>
            <a:xfrm>
              <a:off x="2339484" y="2470287"/>
              <a:ext cx="140098" cy="263052"/>
            </a:xfrm>
            <a:custGeom>
              <a:rect b="b" l="l" r="r" t="t"/>
              <a:pathLst>
                <a:path extrusionOk="0" h="17569" w="9357">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0" name="Google Shape;18830;p94"/>
            <p:cNvSpPr/>
            <p:nvPr/>
          </p:nvSpPr>
          <p:spPr>
            <a:xfrm>
              <a:off x="2339484" y="2470287"/>
              <a:ext cx="140412" cy="257512"/>
            </a:xfrm>
            <a:custGeom>
              <a:rect b="b" l="l" r="r" t="t"/>
              <a:pathLst>
                <a:path extrusionOk="0" h="17199" w="9378">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1" name="Google Shape;18831;p94"/>
            <p:cNvSpPr/>
            <p:nvPr/>
          </p:nvSpPr>
          <p:spPr>
            <a:xfrm>
              <a:off x="2328150" y="2408601"/>
              <a:ext cx="35275" cy="32116"/>
            </a:xfrm>
            <a:custGeom>
              <a:rect b="b" l="l" r="r" t="t"/>
              <a:pathLst>
                <a:path extrusionOk="0" h="2145" w="2356">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2" name="Google Shape;18832;p94"/>
            <p:cNvSpPr/>
            <p:nvPr/>
          </p:nvSpPr>
          <p:spPr>
            <a:xfrm>
              <a:off x="2291632" y="2434728"/>
              <a:ext cx="94776" cy="80911"/>
            </a:xfrm>
            <a:custGeom>
              <a:rect b="b" l="l" r="r" t="t"/>
              <a:pathLst>
                <a:path extrusionOk="0" h="5404" w="633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3" name="Google Shape;18833;p94"/>
            <p:cNvSpPr/>
            <p:nvPr/>
          </p:nvSpPr>
          <p:spPr>
            <a:xfrm>
              <a:off x="2336025" y="2434728"/>
              <a:ext cx="53212" cy="80911"/>
            </a:xfrm>
            <a:custGeom>
              <a:rect b="b" l="l" r="r" t="t"/>
              <a:pathLst>
                <a:path extrusionOk="0" h="5404" w="3554">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4" name="Google Shape;18834;p94"/>
            <p:cNvSpPr/>
            <p:nvPr/>
          </p:nvSpPr>
          <p:spPr>
            <a:xfrm>
              <a:off x="2324691" y="2459283"/>
              <a:ext cx="36847" cy="31637"/>
            </a:xfrm>
            <a:custGeom>
              <a:rect b="b" l="l" r="r" t="t"/>
              <a:pathLst>
                <a:path extrusionOk="0" h="2113" w="2461">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5" name="Google Shape;18835;p94"/>
            <p:cNvSpPr/>
            <p:nvPr/>
          </p:nvSpPr>
          <p:spPr>
            <a:xfrm>
              <a:off x="2328464" y="2591804"/>
              <a:ext cx="34961" cy="56042"/>
            </a:xfrm>
            <a:custGeom>
              <a:rect b="b" l="l" r="r" t="t"/>
              <a:pathLst>
                <a:path extrusionOk="0" h="3743" w="2335">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6" name="Google Shape;18836;p94"/>
            <p:cNvSpPr/>
            <p:nvPr/>
          </p:nvSpPr>
          <p:spPr>
            <a:xfrm>
              <a:off x="2339484" y="2591804"/>
              <a:ext cx="23941" cy="56042"/>
            </a:xfrm>
            <a:custGeom>
              <a:rect b="b" l="l" r="r" t="t"/>
              <a:pathLst>
                <a:path extrusionOk="0" h="3743" w="1599">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37" name="Google Shape;18837;p94"/>
          <p:cNvGrpSpPr/>
          <p:nvPr/>
        </p:nvGrpSpPr>
        <p:grpSpPr>
          <a:xfrm>
            <a:off x="855462" y="1333848"/>
            <a:ext cx="342496" cy="341553"/>
            <a:chOff x="847400" y="1503588"/>
            <a:chExt cx="342496" cy="341553"/>
          </a:xfrm>
        </p:grpSpPr>
        <p:sp>
          <p:nvSpPr>
            <p:cNvPr id="18838" name="Google Shape;18838;p94"/>
            <p:cNvSpPr/>
            <p:nvPr/>
          </p:nvSpPr>
          <p:spPr>
            <a:xfrm>
              <a:off x="989998" y="1503588"/>
              <a:ext cx="57300" cy="31487"/>
            </a:xfrm>
            <a:custGeom>
              <a:rect b="b" l="l" r="r" t="t"/>
              <a:pathLst>
                <a:path extrusionOk="0" h="2103" w="3827">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9" name="Google Shape;18839;p94"/>
            <p:cNvSpPr/>
            <p:nvPr/>
          </p:nvSpPr>
          <p:spPr>
            <a:xfrm>
              <a:off x="1025572" y="1503588"/>
              <a:ext cx="21725" cy="31487"/>
            </a:xfrm>
            <a:custGeom>
              <a:rect b="b" l="l" r="r" t="t"/>
              <a:pathLst>
                <a:path extrusionOk="0" h="2103" w="1451">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0" name="Google Shape;18840;p94"/>
            <p:cNvSpPr/>
            <p:nvPr/>
          </p:nvSpPr>
          <p:spPr>
            <a:xfrm>
              <a:off x="867538" y="1552368"/>
              <a:ext cx="302220" cy="183233"/>
            </a:xfrm>
            <a:custGeom>
              <a:rect b="b" l="l" r="r" t="t"/>
              <a:pathLst>
                <a:path extrusionOk="0" h="12238" w="20185">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1" name="Google Shape;18841;p94"/>
            <p:cNvSpPr/>
            <p:nvPr/>
          </p:nvSpPr>
          <p:spPr>
            <a:xfrm>
              <a:off x="1149275" y="1552368"/>
              <a:ext cx="20482" cy="183233"/>
            </a:xfrm>
            <a:custGeom>
              <a:rect b="b" l="l" r="r" t="t"/>
              <a:pathLst>
                <a:path extrusionOk="0" h="12238" w="1368">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2" name="Google Shape;18842;p94"/>
            <p:cNvSpPr/>
            <p:nvPr/>
          </p:nvSpPr>
          <p:spPr>
            <a:xfrm>
              <a:off x="847400" y="1524984"/>
              <a:ext cx="342496" cy="37476"/>
            </a:xfrm>
            <a:custGeom>
              <a:rect b="b" l="l" r="r" t="t"/>
              <a:pathLst>
                <a:path extrusionOk="0" h="2503" w="22875">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3" name="Google Shape;18843;p94"/>
            <p:cNvSpPr/>
            <p:nvPr/>
          </p:nvSpPr>
          <p:spPr>
            <a:xfrm>
              <a:off x="950964" y="1790042"/>
              <a:ext cx="135366" cy="31487"/>
            </a:xfrm>
            <a:custGeom>
              <a:rect b="b" l="l" r="r" t="t"/>
              <a:pathLst>
                <a:path extrusionOk="0" h="2103" w="9041">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4" name="Google Shape;18844;p94"/>
            <p:cNvSpPr/>
            <p:nvPr/>
          </p:nvSpPr>
          <p:spPr>
            <a:xfrm>
              <a:off x="911931" y="1752581"/>
              <a:ext cx="82798" cy="92560"/>
            </a:xfrm>
            <a:custGeom>
              <a:rect b="b" l="l" r="r" t="t"/>
              <a:pathLst>
                <a:path extrusionOk="0" h="6182" w="553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5" name="Google Shape;18845;p94"/>
            <p:cNvSpPr/>
            <p:nvPr/>
          </p:nvSpPr>
          <p:spPr>
            <a:xfrm>
              <a:off x="1041623" y="1752850"/>
              <a:ext cx="83741" cy="92290"/>
            </a:xfrm>
            <a:custGeom>
              <a:rect b="b" l="l" r="r" t="t"/>
              <a:pathLst>
                <a:path extrusionOk="0" h="6164" w="5593">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6" name="Google Shape;18846;p94"/>
            <p:cNvSpPr/>
            <p:nvPr/>
          </p:nvSpPr>
          <p:spPr>
            <a:xfrm>
              <a:off x="949392" y="1752850"/>
              <a:ext cx="46535" cy="20198"/>
            </a:xfrm>
            <a:custGeom>
              <a:rect b="b" l="l" r="r" t="t"/>
              <a:pathLst>
                <a:path extrusionOk="0" h="1349" w="3108">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7" name="Google Shape;18847;p94"/>
            <p:cNvSpPr/>
            <p:nvPr/>
          </p:nvSpPr>
          <p:spPr>
            <a:xfrm>
              <a:off x="1041623" y="1752850"/>
              <a:ext cx="46280" cy="20198"/>
            </a:xfrm>
            <a:custGeom>
              <a:rect b="b" l="l" r="r" t="t"/>
              <a:pathLst>
                <a:path extrusionOk="0" h="1349" w="3091">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8" name="Google Shape;18848;p94"/>
            <p:cNvSpPr/>
            <p:nvPr/>
          </p:nvSpPr>
          <p:spPr>
            <a:xfrm>
              <a:off x="847400" y="1725510"/>
              <a:ext cx="342496" cy="37162"/>
            </a:xfrm>
            <a:custGeom>
              <a:rect b="b" l="l" r="r" t="t"/>
              <a:pathLst>
                <a:path extrusionOk="0" h="2482" w="22875">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9" name="Google Shape;18849;p94"/>
            <p:cNvSpPr/>
            <p:nvPr/>
          </p:nvSpPr>
          <p:spPr>
            <a:xfrm>
              <a:off x="1168799" y="1524984"/>
              <a:ext cx="21096" cy="37476"/>
            </a:xfrm>
            <a:custGeom>
              <a:rect b="b" l="l" r="r" t="t"/>
              <a:pathLst>
                <a:path extrusionOk="0" h="2503" w="1409">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0" name="Google Shape;18850;p94"/>
            <p:cNvSpPr/>
            <p:nvPr/>
          </p:nvSpPr>
          <p:spPr>
            <a:xfrm>
              <a:off x="1168799" y="1725510"/>
              <a:ext cx="21096" cy="37162"/>
            </a:xfrm>
            <a:custGeom>
              <a:rect b="b" l="l" r="r" t="t"/>
              <a:pathLst>
                <a:path extrusionOk="0" h="2482" w="1409">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1" name="Google Shape;18851;p94"/>
            <p:cNvSpPr/>
            <p:nvPr/>
          </p:nvSpPr>
          <p:spPr>
            <a:xfrm>
              <a:off x="1046339" y="1601703"/>
              <a:ext cx="47418" cy="50787"/>
            </a:xfrm>
            <a:custGeom>
              <a:rect b="b" l="l" r="r" t="t"/>
              <a:pathLst>
                <a:path extrusionOk="0" h="3392" w="3167">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2" name="Google Shape;18852;p94"/>
            <p:cNvSpPr/>
            <p:nvPr/>
          </p:nvSpPr>
          <p:spPr>
            <a:xfrm>
              <a:off x="990567" y="1630091"/>
              <a:ext cx="48556" cy="29331"/>
            </a:xfrm>
            <a:custGeom>
              <a:rect b="b" l="l" r="r" t="t"/>
              <a:pathLst>
                <a:path extrusionOk="0" h="1959" w="3243">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3" name="Google Shape;18853;p94"/>
            <p:cNvSpPr/>
            <p:nvPr/>
          </p:nvSpPr>
          <p:spPr>
            <a:xfrm>
              <a:off x="940573" y="1633983"/>
              <a:ext cx="44543" cy="51565"/>
            </a:xfrm>
            <a:custGeom>
              <a:rect b="b" l="l" r="r" t="t"/>
              <a:pathLst>
                <a:path extrusionOk="0" h="3444" w="2975">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4" name="Google Shape;18854;p94"/>
            <p:cNvSpPr/>
            <p:nvPr/>
          </p:nvSpPr>
          <p:spPr>
            <a:xfrm>
              <a:off x="912560" y="1673256"/>
              <a:ext cx="45966" cy="39408"/>
            </a:xfrm>
            <a:custGeom>
              <a:rect b="b" l="l" r="r" t="t"/>
              <a:pathLst>
                <a:path extrusionOk="0" h="2632" w="307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5" name="Google Shape;18855;p94"/>
            <p:cNvSpPr/>
            <p:nvPr/>
          </p:nvSpPr>
          <p:spPr>
            <a:xfrm>
              <a:off x="960502" y="1606823"/>
              <a:ext cx="45876" cy="39318"/>
            </a:xfrm>
            <a:custGeom>
              <a:rect b="b" l="l" r="r" t="t"/>
              <a:pathLst>
                <a:path extrusionOk="0" h="2626" w="3064">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6" name="Google Shape;18856;p94"/>
            <p:cNvSpPr/>
            <p:nvPr/>
          </p:nvSpPr>
          <p:spPr>
            <a:xfrm>
              <a:off x="1019269" y="1640197"/>
              <a:ext cx="45981" cy="39423"/>
            </a:xfrm>
            <a:custGeom>
              <a:rect b="b" l="l" r="r" t="t"/>
              <a:pathLst>
                <a:path extrusionOk="0" h="2633" w="3071">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7" name="Google Shape;18857;p94"/>
            <p:cNvSpPr/>
            <p:nvPr/>
          </p:nvSpPr>
          <p:spPr>
            <a:xfrm>
              <a:off x="1067750" y="1575037"/>
              <a:ext cx="46280" cy="39318"/>
            </a:xfrm>
            <a:custGeom>
              <a:rect b="b" l="l" r="r" t="t"/>
              <a:pathLst>
                <a:path extrusionOk="0" h="2626" w="3091">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58" name="Google Shape;18858;p94"/>
          <p:cNvGrpSpPr/>
          <p:nvPr/>
        </p:nvGrpSpPr>
        <p:grpSpPr>
          <a:xfrm>
            <a:off x="1338026" y="2729929"/>
            <a:ext cx="280495" cy="361077"/>
            <a:chOff x="1329963" y="2899669"/>
            <a:chExt cx="280495" cy="361077"/>
          </a:xfrm>
        </p:grpSpPr>
        <p:sp>
          <p:nvSpPr>
            <p:cNvPr id="18859" name="Google Shape;18859;p94"/>
            <p:cNvSpPr/>
            <p:nvPr/>
          </p:nvSpPr>
          <p:spPr>
            <a:xfrm>
              <a:off x="1329963" y="2899669"/>
              <a:ext cx="280495" cy="361077"/>
            </a:xfrm>
            <a:custGeom>
              <a:rect b="b" l="l" r="r" t="t"/>
              <a:pathLst>
                <a:path extrusionOk="0" h="24116" w="18734">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0" name="Google Shape;18860;p94"/>
            <p:cNvSpPr/>
            <p:nvPr/>
          </p:nvSpPr>
          <p:spPr>
            <a:xfrm>
              <a:off x="1537722" y="2899669"/>
              <a:ext cx="72736" cy="361077"/>
            </a:xfrm>
            <a:custGeom>
              <a:rect b="b" l="l" r="r" t="t"/>
              <a:pathLst>
                <a:path extrusionOk="0" h="24116" w="4858">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1" name="Google Shape;18861;p94"/>
            <p:cNvSpPr/>
            <p:nvPr/>
          </p:nvSpPr>
          <p:spPr>
            <a:xfrm>
              <a:off x="1402685" y="3004806"/>
              <a:ext cx="135052" cy="255940"/>
            </a:xfrm>
            <a:custGeom>
              <a:rect b="b" l="l" r="r" t="t"/>
              <a:pathLst>
                <a:path extrusionOk="0" h="17094" w="902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2" name="Google Shape;18862;p94"/>
            <p:cNvSpPr/>
            <p:nvPr/>
          </p:nvSpPr>
          <p:spPr>
            <a:xfrm>
              <a:off x="1459655" y="3004806"/>
              <a:ext cx="57315" cy="255940"/>
            </a:xfrm>
            <a:custGeom>
              <a:rect b="b" l="l" r="r" t="t"/>
              <a:pathLst>
                <a:path extrusionOk="0" h="17094" w="3828">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3" name="Google Shape;18863;p94"/>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4" name="Google Shape;18864;p94"/>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5" name="Google Shape;18865;p94"/>
            <p:cNvSpPr/>
            <p:nvPr/>
          </p:nvSpPr>
          <p:spPr>
            <a:xfrm>
              <a:off x="1425024" y="3119390"/>
              <a:ext cx="31502" cy="26906"/>
            </a:xfrm>
            <a:custGeom>
              <a:rect b="b" l="l" r="r" t="t"/>
              <a:pathLst>
                <a:path extrusionOk="0" h="1797" w="2104">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66" name="Google Shape;18866;p94"/>
          <p:cNvGrpSpPr/>
          <p:nvPr/>
        </p:nvGrpSpPr>
        <p:grpSpPr>
          <a:xfrm>
            <a:off x="945492" y="3631169"/>
            <a:ext cx="195496" cy="343439"/>
            <a:chOff x="937429" y="3800908"/>
            <a:chExt cx="195496" cy="343439"/>
          </a:xfrm>
        </p:grpSpPr>
        <p:sp>
          <p:nvSpPr>
            <p:cNvPr id="18867" name="Google Shape;18867;p94"/>
            <p:cNvSpPr/>
            <p:nvPr/>
          </p:nvSpPr>
          <p:spPr>
            <a:xfrm>
              <a:off x="1010450" y="3957356"/>
              <a:ext cx="49439" cy="88473"/>
            </a:xfrm>
            <a:custGeom>
              <a:rect b="b" l="l" r="r" t="t"/>
              <a:pathLst>
                <a:path extrusionOk="0" h="5909" w="3302">
                  <a:moveTo>
                    <a:pt x="1" y="0"/>
                  </a:moveTo>
                  <a:lnTo>
                    <a:pt x="1" y="5908"/>
                  </a:lnTo>
                  <a:lnTo>
                    <a:pt x="3302" y="5908"/>
                  </a:lnTo>
                  <a:lnTo>
                    <a:pt x="3302" y="0"/>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8" name="Google Shape;18868;p94"/>
            <p:cNvSpPr/>
            <p:nvPr/>
          </p:nvSpPr>
          <p:spPr>
            <a:xfrm>
              <a:off x="1035005" y="3957356"/>
              <a:ext cx="24570" cy="88473"/>
            </a:xfrm>
            <a:custGeom>
              <a:rect b="b" l="l" r="r" t="t"/>
              <a:pathLst>
                <a:path extrusionOk="0" h="5909" w="1641">
                  <a:moveTo>
                    <a:pt x="1" y="0"/>
                  </a:moveTo>
                  <a:lnTo>
                    <a:pt x="1" y="5908"/>
                  </a:lnTo>
                  <a:lnTo>
                    <a:pt x="1641" y="5908"/>
                  </a:lnTo>
                  <a:lnTo>
                    <a:pt x="1641"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9" name="Google Shape;18869;p94"/>
            <p:cNvSpPr/>
            <p:nvPr/>
          </p:nvSpPr>
          <p:spPr>
            <a:xfrm>
              <a:off x="967015" y="3818845"/>
              <a:ext cx="136325" cy="164653"/>
            </a:xfrm>
            <a:custGeom>
              <a:rect b="b" l="l" r="r" t="t"/>
              <a:pathLst>
                <a:path extrusionOk="0" h="10997" w="9105">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0" name="Google Shape;18870;p94"/>
            <p:cNvSpPr/>
            <p:nvPr/>
          </p:nvSpPr>
          <p:spPr>
            <a:xfrm>
              <a:off x="986225" y="3818845"/>
              <a:ext cx="117115" cy="146925"/>
            </a:xfrm>
            <a:custGeom>
              <a:rect b="b" l="l" r="r" t="t"/>
              <a:pathLst>
                <a:path extrusionOk="0" h="9813" w="7822">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1" name="Google Shape;18871;p94"/>
            <p:cNvSpPr/>
            <p:nvPr/>
          </p:nvSpPr>
          <p:spPr>
            <a:xfrm>
              <a:off x="937429" y="3800908"/>
              <a:ext cx="195496" cy="37776"/>
            </a:xfrm>
            <a:custGeom>
              <a:rect b="b" l="l" r="r" t="t"/>
              <a:pathLst>
                <a:path extrusionOk="0" h="2523" w="13057">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2" name="Google Shape;18872;p94"/>
            <p:cNvSpPr/>
            <p:nvPr/>
          </p:nvSpPr>
          <p:spPr>
            <a:xfrm>
              <a:off x="961984" y="3800908"/>
              <a:ext cx="170941" cy="37776"/>
            </a:xfrm>
            <a:custGeom>
              <a:rect b="b" l="l" r="r" t="t"/>
              <a:pathLst>
                <a:path extrusionOk="0" h="2523" w="11417">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3" name="Google Shape;18873;p94"/>
            <p:cNvSpPr/>
            <p:nvPr/>
          </p:nvSpPr>
          <p:spPr>
            <a:xfrm>
              <a:off x="988740" y="3858987"/>
              <a:ext cx="92560" cy="85493"/>
            </a:xfrm>
            <a:custGeom>
              <a:rect b="b" l="l" r="r" t="t"/>
              <a:pathLst>
                <a:path extrusionOk="0" h="5710" w="6182">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4" name="Google Shape;18874;p94"/>
            <p:cNvSpPr/>
            <p:nvPr/>
          </p:nvSpPr>
          <p:spPr>
            <a:xfrm>
              <a:off x="988426" y="4031320"/>
              <a:ext cx="93818" cy="37162"/>
            </a:xfrm>
            <a:custGeom>
              <a:rect b="b" l="l" r="r" t="t"/>
              <a:pathLst>
                <a:path extrusionOk="0" h="2482" w="6266">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5" name="Google Shape;18875;p94"/>
            <p:cNvSpPr/>
            <p:nvPr/>
          </p:nvSpPr>
          <p:spPr>
            <a:xfrm>
              <a:off x="967015" y="4057762"/>
              <a:ext cx="136325" cy="38734"/>
            </a:xfrm>
            <a:custGeom>
              <a:rect b="b" l="l" r="r" t="t"/>
              <a:pathLst>
                <a:path extrusionOk="0" h="2587" w="9105">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6" name="Google Shape;18876;p94"/>
            <p:cNvSpPr/>
            <p:nvPr/>
          </p:nvSpPr>
          <p:spPr>
            <a:xfrm>
              <a:off x="937429" y="4076971"/>
              <a:ext cx="195496" cy="67376"/>
            </a:xfrm>
            <a:custGeom>
              <a:rect b="b" l="l" r="r" t="t"/>
              <a:pathLst>
                <a:path extrusionOk="0" h="4500" w="13057">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7" name="Google Shape;18877;p94"/>
            <p:cNvSpPr/>
            <p:nvPr/>
          </p:nvSpPr>
          <p:spPr>
            <a:xfrm>
              <a:off x="961984" y="4076971"/>
              <a:ext cx="170941" cy="67376"/>
            </a:xfrm>
            <a:custGeom>
              <a:rect b="b" l="l" r="r" t="t"/>
              <a:pathLst>
                <a:path extrusionOk="0" h="4500" w="11417">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8" name="Google Shape;18878;p94"/>
            <p:cNvSpPr/>
            <p:nvPr/>
          </p:nvSpPr>
          <p:spPr>
            <a:xfrm>
              <a:off x="992513" y="4093336"/>
              <a:ext cx="85328" cy="10406"/>
            </a:xfrm>
            <a:custGeom>
              <a:rect b="b" l="l" r="r" t="t"/>
              <a:pathLst>
                <a:path extrusionOk="0" h="695" w="5699">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9" name="Google Shape;18879;p94"/>
            <p:cNvSpPr/>
            <p:nvPr/>
          </p:nvSpPr>
          <p:spPr>
            <a:xfrm>
              <a:off x="992513" y="4116319"/>
              <a:ext cx="85328" cy="10406"/>
            </a:xfrm>
            <a:custGeom>
              <a:rect b="b" l="l" r="r" t="t"/>
              <a:pathLst>
                <a:path extrusionOk="0" h="695" w="5699">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80" name="Google Shape;18880;p94"/>
          <p:cNvGrpSpPr/>
          <p:nvPr/>
        </p:nvGrpSpPr>
        <p:grpSpPr>
          <a:xfrm>
            <a:off x="2695722" y="3640916"/>
            <a:ext cx="365164" cy="342511"/>
            <a:chOff x="2611459" y="3810655"/>
            <a:chExt cx="365164" cy="342511"/>
          </a:xfrm>
        </p:grpSpPr>
        <p:sp>
          <p:nvSpPr>
            <p:cNvPr id="18881" name="Google Shape;18881;p94"/>
            <p:cNvSpPr/>
            <p:nvPr/>
          </p:nvSpPr>
          <p:spPr>
            <a:xfrm>
              <a:off x="2901073" y="3962941"/>
              <a:ext cx="56042" cy="160640"/>
            </a:xfrm>
            <a:custGeom>
              <a:rect b="b" l="l" r="r" t="t"/>
              <a:pathLst>
                <a:path extrusionOk="0" h="10729" w="3743">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2" name="Google Shape;18882;p94"/>
            <p:cNvSpPr/>
            <p:nvPr/>
          </p:nvSpPr>
          <p:spPr>
            <a:xfrm>
              <a:off x="2879976" y="4089249"/>
              <a:ext cx="39677" cy="54470"/>
            </a:xfrm>
            <a:custGeom>
              <a:rect b="b" l="l" r="r" t="t"/>
              <a:pathLst>
                <a:path extrusionOk="0" h="3638" w="265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3" name="Google Shape;18883;p94"/>
            <p:cNvSpPr/>
            <p:nvPr/>
          </p:nvSpPr>
          <p:spPr>
            <a:xfrm>
              <a:off x="2901073" y="4089249"/>
              <a:ext cx="18581" cy="54470"/>
            </a:xfrm>
            <a:custGeom>
              <a:rect b="b" l="l" r="r" t="t"/>
              <a:pathLst>
                <a:path extrusionOk="0" h="3638" w="1241">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4" name="Google Shape;18884;p94"/>
            <p:cNvSpPr/>
            <p:nvPr/>
          </p:nvSpPr>
          <p:spPr>
            <a:xfrm>
              <a:off x="2622479" y="4021573"/>
              <a:ext cx="269475" cy="131593"/>
            </a:xfrm>
            <a:custGeom>
              <a:rect b="b" l="l" r="r" t="t"/>
              <a:pathLst>
                <a:path extrusionOk="0" h="8789" w="17998">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5" name="Google Shape;18885;p94"/>
            <p:cNvSpPr/>
            <p:nvPr/>
          </p:nvSpPr>
          <p:spPr>
            <a:xfrm>
              <a:off x="2642947" y="4021573"/>
              <a:ext cx="248693" cy="131279"/>
            </a:xfrm>
            <a:custGeom>
              <a:rect b="b" l="l" r="r" t="t"/>
              <a:pathLst>
                <a:path extrusionOk="0" h="8768" w="1661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6" name="Google Shape;18886;p94"/>
            <p:cNvSpPr/>
            <p:nvPr/>
          </p:nvSpPr>
          <p:spPr>
            <a:xfrm>
              <a:off x="2921525" y="3936889"/>
              <a:ext cx="52898" cy="45352"/>
            </a:xfrm>
            <a:custGeom>
              <a:rect b="b" l="l" r="r" t="t"/>
              <a:pathLst>
                <a:path extrusionOk="0" h="3029" w="3533">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7" name="Google Shape;18887;p94"/>
            <p:cNvSpPr/>
            <p:nvPr/>
          </p:nvSpPr>
          <p:spPr>
            <a:xfrm>
              <a:off x="2942621" y="3936889"/>
              <a:ext cx="34003" cy="45307"/>
            </a:xfrm>
            <a:custGeom>
              <a:rect b="b" l="l" r="r" t="t"/>
              <a:pathLst>
                <a:path extrusionOk="0" h="3026" w="2271">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8" name="Google Shape;18888;p94"/>
            <p:cNvSpPr/>
            <p:nvPr/>
          </p:nvSpPr>
          <p:spPr>
            <a:xfrm>
              <a:off x="2611459" y="3810655"/>
              <a:ext cx="295288" cy="284163"/>
            </a:xfrm>
            <a:custGeom>
              <a:rect b="b" l="l" r="r" t="t"/>
              <a:pathLst>
                <a:path extrusionOk="0" h="18979" w="19722">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9" name="Google Shape;18889;p94"/>
            <p:cNvSpPr/>
            <p:nvPr/>
          </p:nvSpPr>
          <p:spPr>
            <a:xfrm>
              <a:off x="2744924" y="3810655"/>
              <a:ext cx="166854" cy="284313"/>
            </a:xfrm>
            <a:custGeom>
              <a:rect b="b" l="l" r="r" t="t"/>
              <a:pathLst>
                <a:path extrusionOk="0" h="18989" w="11144">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0" name="Google Shape;18890;p94"/>
            <p:cNvSpPr/>
            <p:nvPr/>
          </p:nvSpPr>
          <p:spPr>
            <a:xfrm>
              <a:off x="2722900" y="3921467"/>
              <a:ext cx="73036" cy="62540"/>
            </a:xfrm>
            <a:custGeom>
              <a:rect b="b" l="l" r="r" t="t"/>
              <a:pathLst>
                <a:path extrusionOk="0" h="4177" w="4878">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1" name="Google Shape;18891;p94"/>
            <p:cNvSpPr/>
            <p:nvPr/>
          </p:nvSpPr>
          <p:spPr>
            <a:xfrm>
              <a:off x="2752800" y="3921467"/>
              <a:ext cx="46295" cy="62540"/>
            </a:xfrm>
            <a:custGeom>
              <a:rect b="b" l="l" r="r" t="t"/>
              <a:pathLst>
                <a:path extrusionOk="0" h="4177" w="3092">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92" name="Google Shape;18892;p94"/>
          <p:cNvGrpSpPr/>
          <p:nvPr/>
        </p:nvGrpSpPr>
        <p:grpSpPr>
          <a:xfrm>
            <a:off x="3960519" y="1354540"/>
            <a:ext cx="370195" cy="300154"/>
            <a:chOff x="3952456" y="1524280"/>
            <a:chExt cx="370195" cy="300154"/>
          </a:xfrm>
        </p:grpSpPr>
        <p:sp>
          <p:nvSpPr>
            <p:cNvPr id="18893" name="Google Shape;18893;p94"/>
            <p:cNvSpPr/>
            <p:nvPr/>
          </p:nvSpPr>
          <p:spPr>
            <a:xfrm>
              <a:off x="3952456" y="1550482"/>
              <a:ext cx="370195" cy="248064"/>
            </a:xfrm>
            <a:custGeom>
              <a:rect b="b" l="l" r="r" t="t"/>
              <a:pathLst>
                <a:path extrusionOk="0" h="16568" w="24725">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4" name="Google Shape;18894;p94"/>
            <p:cNvSpPr/>
            <p:nvPr/>
          </p:nvSpPr>
          <p:spPr>
            <a:xfrm>
              <a:off x="3977955" y="1550482"/>
              <a:ext cx="344697" cy="226669"/>
            </a:xfrm>
            <a:custGeom>
              <a:rect b="b" l="l" r="r" t="t"/>
              <a:pathLst>
                <a:path extrusionOk="0" h="15139" w="23022">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5" name="Google Shape;18895;p94"/>
            <p:cNvSpPr/>
            <p:nvPr/>
          </p:nvSpPr>
          <p:spPr>
            <a:xfrm>
              <a:off x="3990232" y="1524280"/>
              <a:ext cx="294644" cy="251613"/>
            </a:xfrm>
            <a:custGeom>
              <a:rect b="b" l="l" r="r" t="t"/>
              <a:pathLst>
                <a:path extrusionOk="0" h="16805" w="19679">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6" name="Google Shape;18896;p94"/>
            <p:cNvSpPr/>
            <p:nvPr/>
          </p:nvSpPr>
          <p:spPr>
            <a:xfrm>
              <a:off x="4003138" y="1524430"/>
              <a:ext cx="281738" cy="230367"/>
            </a:xfrm>
            <a:custGeom>
              <a:rect b="b" l="l" r="r" t="t"/>
              <a:pathLst>
                <a:path extrusionOk="0" h="15386" w="18817">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7" name="Google Shape;18897;p94"/>
            <p:cNvSpPr/>
            <p:nvPr/>
          </p:nvSpPr>
          <p:spPr>
            <a:xfrm>
              <a:off x="4137547" y="1524280"/>
              <a:ext cx="147329" cy="230517"/>
            </a:xfrm>
            <a:custGeom>
              <a:rect b="b" l="l" r="r" t="t"/>
              <a:pathLst>
                <a:path extrusionOk="0" h="15396" w="984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8" name="Google Shape;18898;p94"/>
            <p:cNvSpPr/>
            <p:nvPr/>
          </p:nvSpPr>
          <p:spPr>
            <a:xfrm>
              <a:off x="4137547" y="1766430"/>
              <a:ext cx="25828" cy="58003"/>
            </a:xfrm>
            <a:custGeom>
              <a:rect b="b" l="l" r="r" t="t"/>
              <a:pathLst>
                <a:path extrusionOk="0" h="3874" w="1725">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899" name="Google Shape;18899;p94"/>
          <p:cNvSpPr txBox="1"/>
          <p:nvPr/>
        </p:nvSpPr>
        <p:spPr>
          <a:xfrm>
            <a:off x="849675" y="511017"/>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Educational Icons</a:t>
            </a:r>
            <a:endParaRPr sz="2400">
              <a:solidFill>
                <a:schemeClr val="lt1"/>
              </a:solidFill>
            </a:endParaRPr>
          </a:p>
        </p:txBody>
      </p:sp>
      <p:sp>
        <p:nvSpPr>
          <p:cNvPr id="18900" name="Google Shape;18900;p94"/>
          <p:cNvSpPr txBox="1"/>
          <p:nvPr/>
        </p:nvSpPr>
        <p:spPr>
          <a:xfrm>
            <a:off x="4858400" y="511017"/>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8904" name="Shape 18904"/>
        <p:cNvGrpSpPr/>
        <p:nvPr/>
      </p:nvGrpSpPr>
      <p:grpSpPr>
        <a:xfrm>
          <a:off x="0" y="0"/>
          <a:ext cx="0" cy="0"/>
          <a:chOff x="0" y="0"/>
          <a:chExt cx="0" cy="0"/>
        </a:xfrm>
      </p:grpSpPr>
      <p:grpSp>
        <p:nvGrpSpPr>
          <p:cNvPr id="18905" name="Google Shape;18905;p95"/>
          <p:cNvGrpSpPr/>
          <p:nvPr/>
        </p:nvGrpSpPr>
        <p:grpSpPr>
          <a:xfrm>
            <a:off x="894207" y="1345785"/>
            <a:ext cx="257112" cy="362808"/>
            <a:chOff x="908482" y="1502585"/>
            <a:chExt cx="257112" cy="362808"/>
          </a:xfrm>
        </p:grpSpPr>
        <p:sp>
          <p:nvSpPr>
            <p:cNvPr id="18906" name="Google Shape;18906;p95"/>
            <p:cNvSpPr/>
            <p:nvPr/>
          </p:nvSpPr>
          <p:spPr>
            <a:xfrm>
              <a:off x="908482" y="1526088"/>
              <a:ext cx="257112" cy="339305"/>
            </a:xfrm>
            <a:custGeom>
              <a:rect b="b" l="l" r="r" t="t"/>
              <a:pathLst>
                <a:path extrusionOk="0" h="12921" w="9791">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7" name="Google Shape;18907;p95"/>
            <p:cNvSpPr/>
            <p:nvPr/>
          </p:nvSpPr>
          <p:spPr>
            <a:xfrm>
              <a:off x="920036" y="1526088"/>
              <a:ext cx="234003" cy="315671"/>
            </a:xfrm>
            <a:custGeom>
              <a:rect b="b" l="l" r="r" t="t"/>
              <a:pathLst>
                <a:path extrusionOk="0" h="12021" w="8911">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8" name="Google Shape;18908;p95"/>
            <p:cNvSpPr/>
            <p:nvPr/>
          </p:nvSpPr>
          <p:spPr>
            <a:xfrm>
              <a:off x="931853" y="1549459"/>
              <a:ext cx="210631" cy="280746"/>
            </a:xfrm>
            <a:custGeom>
              <a:rect b="b" l="l" r="r" t="t"/>
              <a:pathLst>
                <a:path extrusionOk="0" h="10691" w="8021">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9" name="Google Shape;18909;p95"/>
            <p:cNvSpPr/>
            <p:nvPr/>
          </p:nvSpPr>
          <p:spPr>
            <a:xfrm>
              <a:off x="984373" y="1502585"/>
              <a:ext cx="105329" cy="52678"/>
            </a:xfrm>
            <a:custGeom>
              <a:rect b="b" l="l" r="r" t="t"/>
              <a:pathLst>
                <a:path extrusionOk="0" h="2006" w="4011">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0" name="Google Shape;18910;p95"/>
            <p:cNvSpPr/>
            <p:nvPr/>
          </p:nvSpPr>
          <p:spPr>
            <a:xfrm>
              <a:off x="964022" y="1663559"/>
              <a:ext cx="29175" cy="29175"/>
            </a:xfrm>
            <a:custGeom>
              <a:rect b="b" l="l" r="r" t="t"/>
              <a:pathLst>
                <a:path extrusionOk="0" h="1111" w="1111">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1" name="Google Shape;18911;p95"/>
            <p:cNvSpPr/>
            <p:nvPr/>
          </p:nvSpPr>
          <p:spPr>
            <a:xfrm>
              <a:off x="964022" y="1716079"/>
              <a:ext cx="29175" cy="29437"/>
            </a:xfrm>
            <a:custGeom>
              <a:rect b="b" l="l" r="r" t="t"/>
              <a:pathLst>
                <a:path extrusionOk="0" h="1121" w="1111">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2" name="Google Shape;18912;p95"/>
            <p:cNvSpPr/>
            <p:nvPr/>
          </p:nvSpPr>
          <p:spPr>
            <a:xfrm>
              <a:off x="964022" y="1768862"/>
              <a:ext cx="29175" cy="29175"/>
            </a:xfrm>
            <a:custGeom>
              <a:rect b="b" l="l" r="r" t="t"/>
              <a:pathLst>
                <a:path extrusionOk="0" h="1111" w="1111">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3" name="Google Shape;18913;p95"/>
            <p:cNvSpPr/>
            <p:nvPr/>
          </p:nvSpPr>
          <p:spPr>
            <a:xfrm>
              <a:off x="1005985" y="1660539"/>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4" name="Google Shape;18914;p95"/>
            <p:cNvSpPr/>
            <p:nvPr/>
          </p:nvSpPr>
          <p:spPr>
            <a:xfrm>
              <a:off x="1005985" y="1683910"/>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5" name="Google Shape;18915;p95"/>
            <p:cNvSpPr/>
            <p:nvPr/>
          </p:nvSpPr>
          <p:spPr>
            <a:xfrm>
              <a:off x="1005985" y="1713322"/>
              <a:ext cx="68145" cy="11581"/>
            </a:xfrm>
            <a:custGeom>
              <a:rect b="b" l="l" r="r" t="t"/>
              <a:pathLst>
                <a:path extrusionOk="0" h="441" w="2595">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6" name="Google Shape;18916;p95"/>
            <p:cNvSpPr/>
            <p:nvPr/>
          </p:nvSpPr>
          <p:spPr>
            <a:xfrm>
              <a:off x="1005985" y="1736693"/>
              <a:ext cx="109110" cy="11581"/>
            </a:xfrm>
            <a:custGeom>
              <a:rect b="b" l="l" r="r" t="t"/>
              <a:pathLst>
                <a:path extrusionOk="0" h="441" w="4155">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7" name="Google Shape;18917;p95"/>
            <p:cNvSpPr/>
            <p:nvPr/>
          </p:nvSpPr>
          <p:spPr>
            <a:xfrm>
              <a:off x="1005985" y="1765842"/>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8" name="Google Shape;18918;p95"/>
            <p:cNvSpPr/>
            <p:nvPr/>
          </p:nvSpPr>
          <p:spPr>
            <a:xfrm>
              <a:off x="1005985" y="1789213"/>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9" name="Google Shape;18919;p95"/>
            <p:cNvSpPr/>
            <p:nvPr/>
          </p:nvSpPr>
          <p:spPr>
            <a:xfrm>
              <a:off x="1005985" y="1572831"/>
              <a:ext cx="103333" cy="11843"/>
            </a:xfrm>
            <a:custGeom>
              <a:rect b="b" l="l" r="r" t="t"/>
              <a:pathLst>
                <a:path extrusionOk="0" h="451" w="3935">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0" name="Google Shape;18920;p95"/>
            <p:cNvSpPr/>
            <p:nvPr/>
          </p:nvSpPr>
          <p:spPr>
            <a:xfrm>
              <a:off x="959243" y="1625613"/>
              <a:ext cx="155853" cy="11581"/>
            </a:xfrm>
            <a:custGeom>
              <a:rect b="b" l="l" r="r" t="t"/>
              <a:pathLst>
                <a:path extrusionOk="0" h="441" w="5935">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1" name="Google Shape;18921;p95"/>
            <p:cNvSpPr/>
            <p:nvPr/>
          </p:nvSpPr>
          <p:spPr>
            <a:xfrm>
              <a:off x="1005985" y="1596202"/>
              <a:ext cx="27179" cy="11843"/>
            </a:xfrm>
            <a:custGeom>
              <a:rect b="b" l="l" r="r" t="t"/>
              <a:pathLst>
                <a:path extrusionOk="0" h="451" w="1035">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2" name="Google Shape;18922;p95"/>
            <p:cNvSpPr/>
            <p:nvPr/>
          </p:nvSpPr>
          <p:spPr>
            <a:xfrm>
              <a:off x="1040911" y="1596202"/>
              <a:ext cx="38996" cy="11843"/>
            </a:xfrm>
            <a:custGeom>
              <a:rect b="b" l="l" r="r" t="t"/>
              <a:pathLst>
                <a:path extrusionOk="0" h="451" w="1485">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3" name="Google Shape;18923;p95"/>
            <p:cNvSpPr/>
            <p:nvPr/>
          </p:nvSpPr>
          <p:spPr>
            <a:xfrm>
              <a:off x="961002" y="1572831"/>
              <a:ext cx="35215" cy="35215"/>
            </a:xfrm>
            <a:custGeom>
              <a:rect b="b" l="l" r="r" t="t"/>
              <a:pathLst>
                <a:path extrusionOk="0" h="1341" w="1341">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4" name="Google Shape;18924;p95"/>
            <p:cNvSpPr/>
            <p:nvPr/>
          </p:nvSpPr>
          <p:spPr>
            <a:xfrm>
              <a:off x="984373" y="1543682"/>
              <a:ext cx="105329" cy="11581"/>
            </a:xfrm>
            <a:custGeom>
              <a:rect b="b" l="l" r="r" t="t"/>
              <a:pathLst>
                <a:path extrusionOk="0" h="441" w="4011">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5" name="Google Shape;18925;p95"/>
            <p:cNvSpPr/>
            <p:nvPr/>
          </p:nvSpPr>
          <p:spPr>
            <a:xfrm>
              <a:off x="969799" y="1581628"/>
              <a:ext cx="17620" cy="17620"/>
            </a:xfrm>
            <a:custGeom>
              <a:rect b="b" l="l" r="r" t="t"/>
              <a:pathLst>
                <a:path extrusionOk="0" h="671" w="671">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26" name="Google Shape;18926;p95"/>
          <p:cNvGrpSpPr/>
          <p:nvPr/>
        </p:nvGrpSpPr>
        <p:grpSpPr>
          <a:xfrm>
            <a:off x="1289262" y="1345916"/>
            <a:ext cx="362939" cy="362677"/>
            <a:chOff x="1303537" y="1502716"/>
            <a:chExt cx="362939" cy="362677"/>
          </a:xfrm>
        </p:grpSpPr>
        <p:sp>
          <p:nvSpPr>
            <p:cNvPr id="18927" name="Google Shape;18927;p95"/>
            <p:cNvSpPr/>
            <p:nvPr/>
          </p:nvSpPr>
          <p:spPr>
            <a:xfrm>
              <a:off x="1426697" y="1695727"/>
              <a:ext cx="116883" cy="99552"/>
            </a:xfrm>
            <a:custGeom>
              <a:rect b="b" l="l" r="r" t="t"/>
              <a:pathLst>
                <a:path extrusionOk="0" h="3791" w="4451">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8" name="Google Shape;18928;p95"/>
            <p:cNvSpPr/>
            <p:nvPr/>
          </p:nvSpPr>
          <p:spPr>
            <a:xfrm>
              <a:off x="1464643" y="1695727"/>
              <a:ext cx="40992" cy="17620"/>
            </a:xfrm>
            <a:custGeom>
              <a:rect b="b" l="l" r="r" t="t"/>
              <a:pathLst>
                <a:path extrusionOk="0" h="671" w="1561">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9" name="Google Shape;18929;p95"/>
            <p:cNvSpPr/>
            <p:nvPr/>
          </p:nvSpPr>
          <p:spPr>
            <a:xfrm>
              <a:off x="1426697" y="1710538"/>
              <a:ext cx="116883" cy="84741"/>
            </a:xfrm>
            <a:custGeom>
              <a:rect b="b" l="l" r="r" t="t"/>
              <a:pathLst>
                <a:path extrusionOk="0" h="3227" w="4451">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0" name="Google Shape;18930;p95"/>
            <p:cNvSpPr/>
            <p:nvPr/>
          </p:nvSpPr>
          <p:spPr>
            <a:xfrm>
              <a:off x="1444291" y="1613796"/>
              <a:ext cx="29437" cy="64363"/>
            </a:xfrm>
            <a:custGeom>
              <a:rect b="b" l="l" r="r" t="t"/>
              <a:pathLst>
                <a:path extrusionOk="0" h="2451" w="1121">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1" name="Google Shape;18931;p95"/>
            <p:cNvSpPr/>
            <p:nvPr/>
          </p:nvSpPr>
          <p:spPr>
            <a:xfrm>
              <a:off x="1456108" y="1608019"/>
              <a:ext cx="69878" cy="70140"/>
            </a:xfrm>
            <a:custGeom>
              <a:rect b="b" l="l" r="r" t="t"/>
              <a:pathLst>
                <a:path extrusionOk="0" h="2671" w="2661">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2" name="Google Shape;18932;p95"/>
            <p:cNvSpPr/>
            <p:nvPr/>
          </p:nvSpPr>
          <p:spPr>
            <a:xfrm>
              <a:off x="1450068" y="1637168"/>
              <a:ext cx="70140" cy="64363"/>
            </a:xfrm>
            <a:custGeom>
              <a:rect b="b" l="l" r="r" t="t"/>
              <a:pathLst>
                <a:path extrusionOk="0" h="2451" w="2671">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3" name="Google Shape;18933;p95"/>
            <p:cNvSpPr/>
            <p:nvPr/>
          </p:nvSpPr>
          <p:spPr>
            <a:xfrm>
              <a:off x="1450068" y="1637168"/>
              <a:ext cx="70140" cy="63103"/>
            </a:xfrm>
            <a:custGeom>
              <a:rect b="b" l="l" r="r" t="t"/>
              <a:pathLst>
                <a:path extrusionOk="0" h="2403" w="2671">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4" name="Google Shape;18934;p95"/>
            <p:cNvSpPr/>
            <p:nvPr/>
          </p:nvSpPr>
          <p:spPr>
            <a:xfrm>
              <a:off x="1426697" y="1725638"/>
              <a:ext cx="23398" cy="69642"/>
            </a:xfrm>
            <a:custGeom>
              <a:rect b="b" l="l" r="r" t="t"/>
              <a:pathLst>
                <a:path extrusionOk="0" h="2652" w="891">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5" name="Google Shape;18935;p95"/>
            <p:cNvSpPr/>
            <p:nvPr/>
          </p:nvSpPr>
          <p:spPr>
            <a:xfrm>
              <a:off x="1520182" y="1725638"/>
              <a:ext cx="23398" cy="69642"/>
            </a:xfrm>
            <a:custGeom>
              <a:rect b="b" l="l" r="r" t="t"/>
              <a:pathLst>
                <a:path extrusionOk="0" h="2652" w="891">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6" name="Google Shape;18936;p95"/>
            <p:cNvSpPr/>
            <p:nvPr/>
          </p:nvSpPr>
          <p:spPr>
            <a:xfrm>
              <a:off x="1303537" y="1502716"/>
              <a:ext cx="362939" cy="362677"/>
            </a:xfrm>
            <a:custGeom>
              <a:rect b="b" l="l" r="r" t="t"/>
              <a:pathLst>
                <a:path extrusionOk="0" h="13811" w="13821">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7" name="Google Shape;18937;p95"/>
            <p:cNvSpPr/>
            <p:nvPr/>
          </p:nvSpPr>
          <p:spPr>
            <a:xfrm>
              <a:off x="1346262" y="1555236"/>
              <a:ext cx="267694" cy="257742"/>
            </a:xfrm>
            <a:custGeom>
              <a:rect b="b" l="l" r="r" t="t"/>
              <a:pathLst>
                <a:path extrusionOk="0" h="9815" w="10194">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38" name="Google Shape;18938;p95"/>
          <p:cNvGrpSpPr/>
          <p:nvPr/>
        </p:nvGrpSpPr>
        <p:grpSpPr>
          <a:xfrm>
            <a:off x="1737626" y="1345916"/>
            <a:ext cx="362677" cy="362677"/>
            <a:chOff x="1751901" y="1502716"/>
            <a:chExt cx="362677" cy="362677"/>
          </a:xfrm>
        </p:grpSpPr>
        <p:sp>
          <p:nvSpPr>
            <p:cNvPr id="18939" name="Google Shape;18939;p95"/>
            <p:cNvSpPr/>
            <p:nvPr/>
          </p:nvSpPr>
          <p:spPr>
            <a:xfrm>
              <a:off x="1751901" y="1502716"/>
              <a:ext cx="362677" cy="362677"/>
            </a:xfrm>
            <a:custGeom>
              <a:rect b="b" l="l" r="r" t="t"/>
              <a:pathLst>
                <a:path extrusionOk="0" h="13811" w="13811">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0" name="Google Shape;18940;p95"/>
            <p:cNvSpPr/>
            <p:nvPr/>
          </p:nvSpPr>
          <p:spPr>
            <a:xfrm>
              <a:off x="1779027" y="1529843"/>
              <a:ext cx="308397" cy="308397"/>
            </a:xfrm>
            <a:custGeom>
              <a:rect b="b" l="l" r="r" t="t"/>
              <a:pathLst>
                <a:path extrusionOk="0" h="11744" w="11744">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1" name="Google Shape;18941;p95"/>
            <p:cNvSpPr/>
            <p:nvPr/>
          </p:nvSpPr>
          <p:spPr>
            <a:xfrm>
              <a:off x="1927816" y="1551035"/>
              <a:ext cx="10845" cy="138416"/>
            </a:xfrm>
            <a:custGeom>
              <a:rect b="b" l="l" r="r" t="t"/>
              <a:pathLst>
                <a:path extrusionOk="0" h="5271" w="413">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2" name="Google Shape;18942;p95"/>
            <p:cNvSpPr/>
            <p:nvPr/>
          </p:nvSpPr>
          <p:spPr>
            <a:xfrm>
              <a:off x="1925821" y="1678632"/>
              <a:ext cx="142014" cy="10819"/>
            </a:xfrm>
            <a:custGeom>
              <a:rect b="b" l="l" r="r" t="t"/>
              <a:pathLst>
                <a:path extrusionOk="0" h="412" w="5408">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3" name="Google Shape;18943;p95"/>
            <p:cNvSpPr/>
            <p:nvPr/>
          </p:nvSpPr>
          <p:spPr>
            <a:xfrm>
              <a:off x="1816999" y="1567789"/>
              <a:ext cx="288020" cy="270215"/>
            </a:xfrm>
            <a:custGeom>
              <a:rect b="b" l="l" r="r" t="t"/>
              <a:pathLst>
                <a:path extrusionOk="0" h="10290" w="10968">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4" name="Google Shape;18944;p95"/>
            <p:cNvSpPr/>
            <p:nvPr/>
          </p:nvSpPr>
          <p:spPr>
            <a:xfrm>
              <a:off x="1798644" y="1678632"/>
              <a:ext cx="22400" cy="10819"/>
            </a:xfrm>
            <a:custGeom>
              <a:rect b="b" l="l" r="r" t="t"/>
              <a:pathLst>
                <a:path extrusionOk="0" h="412" w="853">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5" name="Google Shape;18945;p95"/>
            <p:cNvSpPr/>
            <p:nvPr/>
          </p:nvSpPr>
          <p:spPr>
            <a:xfrm>
              <a:off x="1927816" y="1798063"/>
              <a:ext cx="10845" cy="18828"/>
            </a:xfrm>
            <a:custGeom>
              <a:rect b="b" l="l" r="r" t="t"/>
              <a:pathLst>
                <a:path extrusionOk="0" h="717" w="413">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6" name="Google Shape;18946;p95"/>
            <p:cNvSpPr/>
            <p:nvPr/>
          </p:nvSpPr>
          <p:spPr>
            <a:xfrm>
              <a:off x="1835486" y="1588508"/>
              <a:ext cx="20667" cy="16518"/>
            </a:xfrm>
            <a:custGeom>
              <a:rect b="b" l="l" r="r" t="t"/>
              <a:pathLst>
                <a:path extrusionOk="0" h="629" w="787">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7" name="Google Shape;18947;p95"/>
            <p:cNvSpPr/>
            <p:nvPr/>
          </p:nvSpPr>
          <p:spPr>
            <a:xfrm>
              <a:off x="2009958" y="1763189"/>
              <a:ext cx="20667" cy="16491"/>
            </a:xfrm>
            <a:custGeom>
              <a:rect b="b" l="l" r="r" t="t"/>
              <a:pathLst>
                <a:path extrusionOk="0" h="628" w="787">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8" name="Google Shape;18948;p95"/>
            <p:cNvSpPr/>
            <p:nvPr/>
          </p:nvSpPr>
          <p:spPr>
            <a:xfrm>
              <a:off x="2010247" y="1588193"/>
              <a:ext cx="21113" cy="16833"/>
            </a:xfrm>
            <a:custGeom>
              <a:rect b="b" l="l" r="r" t="t"/>
              <a:pathLst>
                <a:path extrusionOk="0" h="641" w="804">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9" name="Google Shape;18949;p95"/>
            <p:cNvSpPr/>
            <p:nvPr/>
          </p:nvSpPr>
          <p:spPr>
            <a:xfrm>
              <a:off x="1835591" y="1762927"/>
              <a:ext cx="20719" cy="16754"/>
            </a:xfrm>
            <a:custGeom>
              <a:rect b="b" l="l" r="r" t="t"/>
              <a:pathLst>
                <a:path extrusionOk="0" h="638" w="789">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0" name="Google Shape;18950;p95"/>
            <p:cNvSpPr/>
            <p:nvPr/>
          </p:nvSpPr>
          <p:spPr>
            <a:xfrm>
              <a:off x="1808018" y="1628581"/>
              <a:ext cx="22820" cy="14128"/>
            </a:xfrm>
            <a:custGeom>
              <a:rect b="b" l="l" r="r" t="t"/>
              <a:pathLst>
                <a:path extrusionOk="0" h="538" w="869">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1" name="Google Shape;18951;p95"/>
            <p:cNvSpPr/>
            <p:nvPr/>
          </p:nvSpPr>
          <p:spPr>
            <a:xfrm>
              <a:off x="2035194" y="1725139"/>
              <a:ext cx="23004" cy="14102"/>
            </a:xfrm>
            <a:custGeom>
              <a:rect b="b" l="l" r="r" t="t"/>
              <a:pathLst>
                <a:path extrusionOk="0" h="537" w="876">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2" name="Google Shape;18952;p95"/>
            <p:cNvSpPr/>
            <p:nvPr/>
          </p:nvSpPr>
          <p:spPr>
            <a:xfrm>
              <a:off x="1973299" y="1561276"/>
              <a:ext cx="16649" cy="18119"/>
            </a:xfrm>
            <a:custGeom>
              <a:rect b="b" l="l" r="r" t="t"/>
              <a:pathLst>
                <a:path extrusionOk="0" h="690" w="634">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3" name="Google Shape;18953;p95"/>
            <p:cNvSpPr/>
            <p:nvPr/>
          </p:nvSpPr>
          <p:spPr>
            <a:xfrm>
              <a:off x="1876557" y="1788557"/>
              <a:ext cx="16623" cy="18277"/>
            </a:xfrm>
            <a:custGeom>
              <a:rect b="b" l="l" r="r" t="t"/>
              <a:pathLst>
                <a:path extrusionOk="0" h="696" w="633">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4" name="Google Shape;18954;p95"/>
            <p:cNvSpPr/>
            <p:nvPr/>
          </p:nvSpPr>
          <p:spPr>
            <a:xfrm>
              <a:off x="1878710" y="1560541"/>
              <a:ext cx="15966" cy="18093"/>
            </a:xfrm>
            <a:custGeom>
              <a:rect b="b" l="l" r="r" t="t"/>
              <a:pathLst>
                <a:path extrusionOk="0" h="689" w="608">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5" name="Google Shape;18955;p95"/>
            <p:cNvSpPr/>
            <p:nvPr/>
          </p:nvSpPr>
          <p:spPr>
            <a:xfrm>
              <a:off x="1971014" y="1789292"/>
              <a:ext cx="16386" cy="18277"/>
            </a:xfrm>
            <a:custGeom>
              <a:rect b="b" l="l" r="r" t="t"/>
              <a:pathLst>
                <a:path extrusionOk="0" h="696" w="624">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6" name="Google Shape;18956;p95"/>
            <p:cNvSpPr/>
            <p:nvPr/>
          </p:nvSpPr>
          <p:spPr>
            <a:xfrm>
              <a:off x="2036375" y="1630734"/>
              <a:ext cx="22951" cy="13997"/>
            </a:xfrm>
            <a:custGeom>
              <a:rect b="b" l="l" r="r" t="t"/>
              <a:pathLst>
                <a:path extrusionOk="0" h="533" w="874">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7" name="Google Shape;18957;p95"/>
            <p:cNvSpPr/>
            <p:nvPr/>
          </p:nvSpPr>
          <p:spPr>
            <a:xfrm>
              <a:off x="1807441" y="1723143"/>
              <a:ext cx="22846" cy="14075"/>
            </a:xfrm>
            <a:custGeom>
              <a:rect b="b" l="l" r="r" t="t"/>
              <a:pathLst>
                <a:path extrusionOk="0" h="536" w="87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58" name="Google Shape;18958;p95"/>
          <p:cNvGrpSpPr/>
          <p:nvPr/>
        </p:nvGrpSpPr>
        <p:grpSpPr>
          <a:xfrm>
            <a:off x="3080903" y="1345916"/>
            <a:ext cx="334290" cy="362677"/>
            <a:chOff x="3095178" y="1502716"/>
            <a:chExt cx="334290" cy="362677"/>
          </a:xfrm>
        </p:grpSpPr>
        <p:sp>
          <p:nvSpPr>
            <p:cNvPr id="18959" name="Google Shape;18959;p95"/>
            <p:cNvSpPr/>
            <p:nvPr/>
          </p:nvSpPr>
          <p:spPr>
            <a:xfrm>
              <a:off x="3125351" y="1502716"/>
              <a:ext cx="304117" cy="304117"/>
            </a:xfrm>
            <a:custGeom>
              <a:rect b="b" l="l" r="r" t="t"/>
              <a:pathLst>
                <a:path extrusionOk="0" h="11581" w="11581">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0" name="Google Shape;18960;p95"/>
            <p:cNvSpPr/>
            <p:nvPr/>
          </p:nvSpPr>
          <p:spPr>
            <a:xfrm>
              <a:off x="3095178" y="1505973"/>
              <a:ext cx="289306" cy="300887"/>
            </a:xfrm>
            <a:custGeom>
              <a:rect b="b" l="l" r="r" t="t"/>
              <a:pathLst>
                <a:path extrusionOk="0" h="11458" w="11017">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1" name="Google Shape;18961;p95"/>
            <p:cNvSpPr/>
            <p:nvPr/>
          </p:nvSpPr>
          <p:spPr>
            <a:xfrm>
              <a:off x="3125351" y="1503215"/>
              <a:ext cx="303854" cy="303356"/>
            </a:xfrm>
            <a:custGeom>
              <a:rect b="b" l="l" r="r" t="t"/>
              <a:pathLst>
                <a:path extrusionOk="0" h="11552" w="11571">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2" name="Google Shape;18962;p95"/>
            <p:cNvSpPr/>
            <p:nvPr/>
          </p:nvSpPr>
          <p:spPr>
            <a:xfrm>
              <a:off x="3125351" y="1505973"/>
              <a:ext cx="229224" cy="300598"/>
            </a:xfrm>
            <a:custGeom>
              <a:rect b="b" l="l" r="r" t="t"/>
              <a:pathLst>
                <a:path extrusionOk="0" h="11447" w="8729">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3" name="Google Shape;18963;p95"/>
            <p:cNvSpPr/>
            <p:nvPr/>
          </p:nvSpPr>
          <p:spPr>
            <a:xfrm>
              <a:off x="3177871" y="1795253"/>
              <a:ext cx="198814" cy="70140"/>
            </a:xfrm>
            <a:custGeom>
              <a:rect b="b" l="l" r="r" t="t"/>
              <a:pathLst>
                <a:path extrusionOk="0" h="2671" w="7571">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4" name="Google Shape;18964;p95"/>
            <p:cNvSpPr/>
            <p:nvPr/>
          </p:nvSpPr>
          <p:spPr>
            <a:xfrm>
              <a:off x="3265580" y="1818624"/>
              <a:ext cx="23398" cy="46769"/>
            </a:xfrm>
            <a:custGeom>
              <a:rect b="b" l="l" r="r" t="t"/>
              <a:pathLst>
                <a:path extrusionOk="0" h="1781" w="891">
                  <a:moveTo>
                    <a:pt x="211" y="0"/>
                  </a:moveTo>
                  <a:lnTo>
                    <a:pt x="0" y="1780"/>
                  </a:lnTo>
                  <a:lnTo>
                    <a:pt x="890" y="1780"/>
                  </a:lnTo>
                  <a:lnTo>
                    <a:pt x="680" y="0"/>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5" name="Google Shape;18965;p95"/>
            <p:cNvSpPr/>
            <p:nvPr/>
          </p:nvSpPr>
          <p:spPr>
            <a:xfrm>
              <a:off x="3267076" y="1806807"/>
              <a:ext cx="20378" cy="19879"/>
            </a:xfrm>
            <a:custGeom>
              <a:rect b="b" l="l" r="r" t="t"/>
              <a:pathLst>
                <a:path extrusionOk="0" h="757" w="776">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6" name="Google Shape;18966;p95"/>
            <p:cNvSpPr/>
            <p:nvPr/>
          </p:nvSpPr>
          <p:spPr>
            <a:xfrm>
              <a:off x="3341734" y="1818861"/>
              <a:ext cx="34952" cy="46533"/>
            </a:xfrm>
            <a:custGeom>
              <a:rect b="b" l="l" r="r" t="t"/>
              <a:pathLst>
                <a:path extrusionOk="0" h="1772" w="1331">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7" name="Google Shape;18967;p95"/>
            <p:cNvSpPr/>
            <p:nvPr/>
          </p:nvSpPr>
          <p:spPr>
            <a:xfrm>
              <a:off x="3213060" y="1614033"/>
              <a:ext cx="128700" cy="93538"/>
            </a:xfrm>
            <a:custGeom>
              <a:rect b="b" l="l" r="r" t="t"/>
              <a:pathLst>
                <a:path extrusionOk="0" h="3562" w="4901">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8" name="Google Shape;18968;p95"/>
            <p:cNvSpPr/>
            <p:nvPr/>
          </p:nvSpPr>
          <p:spPr>
            <a:xfrm>
              <a:off x="3242208" y="1614033"/>
              <a:ext cx="99552" cy="93276"/>
            </a:xfrm>
            <a:custGeom>
              <a:rect b="b" l="l" r="r" t="t"/>
              <a:pathLst>
                <a:path extrusionOk="0" h="3552" w="3791">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9" name="Google Shape;18969;p95"/>
            <p:cNvSpPr/>
            <p:nvPr/>
          </p:nvSpPr>
          <p:spPr>
            <a:xfrm>
              <a:off x="3242208" y="1754287"/>
              <a:ext cx="70140" cy="52546"/>
            </a:xfrm>
            <a:custGeom>
              <a:rect b="b" l="l" r="r" t="t"/>
              <a:pathLst>
                <a:path extrusionOk="0" h="2001" w="2671">
                  <a:moveTo>
                    <a:pt x="0" y="0"/>
                  </a:moveTo>
                  <a:lnTo>
                    <a:pt x="0" y="2000"/>
                  </a:lnTo>
                  <a:lnTo>
                    <a:pt x="2670" y="2000"/>
                  </a:lnTo>
                  <a:lnTo>
                    <a:pt x="2670"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0" name="Google Shape;18970;p95"/>
            <p:cNvSpPr/>
            <p:nvPr/>
          </p:nvSpPr>
          <p:spPr>
            <a:xfrm>
              <a:off x="3242208" y="1754287"/>
              <a:ext cx="70140" cy="29044"/>
            </a:xfrm>
            <a:custGeom>
              <a:rect b="b" l="l" r="r" t="t"/>
              <a:pathLst>
                <a:path extrusionOk="0" h="1106" w="2671">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1" name="Google Shape;18971;p95"/>
            <p:cNvSpPr/>
            <p:nvPr/>
          </p:nvSpPr>
          <p:spPr>
            <a:xfrm>
              <a:off x="3230654" y="1785379"/>
              <a:ext cx="46769" cy="41780"/>
            </a:xfrm>
            <a:custGeom>
              <a:rect b="b" l="l" r="r" t="t"/>
              <a:pathLst>
                <a:path extrusionOk="0" h="1591" w="1781">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2" name="Google Shape;18972;p95"/>
            <p:cNvSpPr/>
            <p:nvPr/>
          </p:nvSpPr>
          <p:spPr>
            <a:xfrm>
              <a:off x="3277397" y="1785379"/>
              <a:ext cx="46769" cy="41780"/>
            </a:xfrm>
            <a:custGeom>
              <a:rect b="b" l="l" r="r" t="t"/>
              <a:pathLst>
                <a:path extrusionOk="0" h="1591" w="1781">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3" name="Google Shape;18973;p95"/>
            <p:cNvSpPr/>
            <p:nvPr/>
          </p:nvSpPr>
          <p:spPr>
            <a:xfrm>
              <a:off x="3218837" y="1661327"/>
              <a:ext cx="116883" cy="110318"/>
            </a:xfrm>
            <a:custGeom>
              <a:rect b="b" l="l" r="r" t="t"/>
              <a:pathLst>
                <a:path extrusionOk="0" h="4201" w="4451">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4" name="Google Shape;18974;p95"/>
            <p:cNvSpPr/>
            <p:nvPr/>
          </p:nvSpPr>
          <p:spPr>
            <a:xfrm>
              <a:off x="3218837" y="1661327"/>
              <a:ext cx="105329" cy="110056"/>
            </a:xfrm>
            <a:custGeom>
              <a:rect b="b" l="l" r="r" t="t"/>
              <a:pathLst>
                <a:path extrusionOk="0" h="4191" w="4011">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5" name="Google Shape;18975;p95"/>
            <p:cNvSpPr/>
            <p:nvPr/>
          </p:nvSpPr>
          <p:spPr>
            <a:xfrm>
              <a:off x="3177871" y="1818861"/>
              <a:ext cx="35215" cy="46533"/>
            </a:xfrm>
            <a:custGeom>
              <a:rect b="b" l="l" r="r" t="t"/>
              <a:pathLst>
                <a:path extrusionOk="0" h="1772" w="1341">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76" name="Google Shape;18976;p95"/>
          <p:cNvGrpSpPr/>
          <p:nvPr/>
        </p:nvGrpSpPr>
        <p:grpSpPr>
          <a:xfrm>
            <a:off x="3528006" y="1348805"/>
            <a:ext cx="366196" cy="357005"/>
            <a:chOff x="3542281" y="1505605"/>
            <a:chExt cx="366196" cy="357005"/>
          </a:xfrm>
        </p:grpSpPr>
        <p:sp>
          <p:nvSpPr>
            <p:cNvPr id="18977" name="Google Shape;18977;p95"/>
            <p:cNvSpPr/>
            <p:nvPr/>
          </p:nvSpPr>
          <p:spPr>
            <a:xfrm>
              <a:off x="3612133" y="1573592"/>
              <a:ext cx="226466" cy="226703"/>
            </a:xfrm>
            <a:custGeom>
              <a:rect b="b" l="l" r="r" t="t"/>
              <a:pathLst>
                <a:path extrusionOk="0" h="8633" w="8624">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8" name="Google Shape;18978;p95"/>
            <p:cNvSpPr/>
            <p:nvPr/>
          </p:nvSpPr>
          <p:spPr>
            <a:xfrm>
              <a:off x="3657379" y="1652740"/>
              <a:ext cx="135974" cy="136001"/>
            </a:xfrm>
            <a:custGeom>
              <a:rect b="b" l="l" r="r" t="t"/>
              <a:pathLst>
                <a:path extrusionOk="0" h="5179" w="5178">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9" name="Google Shape;18979;p95"/>
            <p:cNvSpPr/>
            <p:nvPr/>
          </p:nvSpPr>
          <p:spPr>
            <a:xfrm>
              <a:off x="3542281" y="1681153"/>
              <a:ext cx="54805" cy="11318"/>
            </a:xfrm>
            <a:custGeom>
              <a:rect b="b" l="l" r="r" t="t"/>
              <a:pathLst>
                <a:path extrusionOk="0" h="431" w="2087">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0" name="Google Shape;18980;p95"/>
            <p:cNvSpPr/>
            <p:nvPr/>
          </p:nvSpPr>
          <p:spPr>
            <a:xfrm>
              <a:off x="3853909" y="1681153"/>
              <a:ext cx="54568" cy="11318"/>
            </a:xfrm>
            <a:custGeom>
              <a:rect b="b" l="l" r="r" t="t"/>
              <a:pathLst>
                <a:path extrusionOk="0" h="431" w="2078">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1" name="Google Shape;18981;p95"/>
            <p:cNvSpPr/>
            <p:nvPr/>
          </p:nvSpPr>
          <p:spPr>
            <a:xfrm>
              <a:off x="3719694" y="1505605"/>
              <a:ext cx="11344" cy="50918"/>
            </a:xfrm>
            <a:custGeom>
              <a:rect b="b" l="l" r="r" t="t"/>
              <a:pathLst>
                <a:path extrusionOk="0" h="1939" w="432">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2" name="Google Shape;18982;p95"/>
            <p:cNvSpPr/>
            <p:nvPr/>
          </p:nvSpPr>
          <p:spPr>
            <a:xfrm>
              <a:off x="3639023" y="1798850"/>
              <a:ext cx="25814" cy="31092"/>
            </a:xfrm>
            <a:custGeom>
              <a:rect b="b" l="l" r="r" t="t"/>
              <a:pathLst>
                <a:path extrusionOk="0" h="1184" w="983">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3" name="Google Shape;18983;p95"/>
            <p:cNvSpPr/>
            <p:nvPr/>
          </p:nvSpPr>
          <p:spPr>
            <a:xfrm>
              <a:off x="3786053" y="1543761"/>
              <a:ext cx="25971" cy="31092"/>
            </a:xfrm>
            <a:custGeom>
              <a:rect b="b" l="l" r="r" t="t"/>
              <a:pathLst>
                <a:path extrusionOk="0" h="1184" w="989">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4" name="Google Shape;18984;p95"/>
            <p:cNvSpPr/>
            <p:nvPr/>
          </p:nvSpPr>
          <p:spPr>
            <a:xfrm>
              <a:off x="3579728" y="1601874"/>
              <a:ext cx="35950" cy="22741"/>
            </a:xfrm>
            <a:custGeom>
              <a:rect b="b" l="l" r="r" t="t"/>
              <a:pathLst>
                <a:path extrusionOk="0" h="866" w="1369">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5" name="Google Shape;18985;p95"/>
            <p:cNvSpPr/>
            <p:nvPr/>
          </p:nvSpPr>
          <p:spPr>
            <a:xfrm>
              <a:off x="3834818" y="1749167"/>
              <a:ext cx="35687" cy="22741"/>
            </a:xfrm>
            <a:custGeom>
              <a:rect b="b" l="l" r="r" t="t"/>
              <a:pathLst>
                <a:path extrusionOk="0" h="866" w="1359">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6" name="Google Shape;18986;p95"/>
            <p:cNvSpPr/>
            <p:nvPr/>
          </p:nvSpPr>
          <p:spPr>
            <a:xfrm>
              <a:off x="3786000" y="1798850"/>
              <a:ext cx="25709" cy="31092"/>
            </a:xfrm>
            <a:custGeom>
              <a:rect b="b" l="l" r="r" t="t"/>
              <a:pathLst>
                <a:path extrusionOk="0" h="1184" w="979">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7" name="Google Shape;18987;p95"/>
            <p:cNvSpPr/>
            <p:nvPr/>
          </p:nvSpPr>
          <p:spPr>
            <a:xfrm>
              <a:off x="3638472" y="1543761"/>
              <a:ext cx="25971" cy="31092"/>
            </a:xfrm>
            <a:custGeom>
              <a:rect b="b" l="l" r="r" t="t"/>
              <a:pathLst>
                <a:path extrusionOk="0" h="1184" w="989">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8" name="Google Shape;18988;p95"/>
            <p:cNvSpPr/>
            <p:nvPr/>
          </p:nvSpPr>
          <p:spPr>
            <a:xfrm>
              <a:off x="3835317" y="1601507"/>
              <a:ext cx="36291" cy="23109"/>
            </a:xfrm>
            <a:custGeom>
              <a:rect b="b" l="l" r="r" t="t"/>
              <a:pathLst>
                <a:path extrusionOk="0" h="880" w="1382">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9" name="Google Shape;18989;p95"/>
            <p:cNvSpPr/>
            <p:nvPr/>
          </p:nvSpPr>
          <p:spPr>
            <a:xfrm>
              <a:off x="3579964" y="1749167"/>
              <a:ext cx="35950" cy="22741"/>
            </a:xfrm>
            <a:custGeom>
              <a:rect b="b" l="l" r="r" t="t"/>
              <a:pathLst>
                <a:path extrusionOk="0" h="866" w="1369">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0" name="Google Shape;18990;p95"/>
            <p:cNvSpPr/>
            <p:nvPr/>
          </p:nvSpPr>
          <p:spPr>
            <a:xfrm>
              <a:off x="3737209" y="1591764"/>
              <a:ext cx="80776" cy="68302"/>
            </a:xfrm>
            <a:custGeom>
              <a:rect b="b" l="l" r="r" t="t"/>
              <a:pathLst>
                <a:path extrusionOk="0" h="2601" w="3076">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1" name="Google Shape;18991;p95"/>
            <p:cNvSpPr/>
            <p:nvPr/>
          </p:nvSpPr>
          <p:spPr>
            <a:xfrm>
              <a:off x="3691307" y="1732150"/>
              <a:ext cx="68118" cy="102073"/>
            </a:xfrm>
            <a:custGeom>
              <a:rect b="b" l="l" r="r" t="t"/>
              <a:pathLst>
                <a:path extrusionOk="0" h="3887" w="2594">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2" name="Google Shape;18992;p95"/>
            <p:cNvSpPr/>
            <p:nvPr/>
          </p:nvSpPr>
          <p:spPr>
            <a:xfrm>
              <a:off x="3691307" y="1751267"/>
              <a:ext cx="68118" cy="82955"/>
            </a:xfrm>
            <a:custGeom>
              <a:rect b="b" l="l" r="r" t="t"/>
              <a:pathLst>
                <a:path extrusionOk="0" h="3159" w="2594">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3" name="Google Shape;18993;p95"/>
            <p:cNvSpPr/>
            <p:nvPr/>
          </p:nvSpPr>
          <p:spPr>
            <a:xfrm>
              <a:off x="3712656" y="1732150"/>
              <a:ext cx="25420" cy="17122"/>
            </a:xfrm>
            <a:custGeom>
              <a:rect b="b" l="l" r="r" t="t"/>
              <a:pathLst>
                <a:path extrusionOk="0" h="652" w="968">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4" name="Google Shape;18994;p95"/>
            <p:cNvSpPr/>
            <p:nvPr/>
          </p:nvSpPr>
          <p:spPr>
            <a:xfrm>
              <a:off x="3702625" y="1686930"/>
              <a:ext cx="45509" cy="51049"/>
            </a:xfrm>
            <a:custGeom>
              <a:rect b="b" l="l" r="r" t="t"/>
              <a:pathLst>
                <a:path extrusionOk="0" h="1944" w="1733">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5" name="Google Shape;18995;p95"/>
            <p:cNvSpPr/>
            <p:nvPr/>
          </p:nvSpPr>
          <p:spPr>
            <a:xfrm>
              <a:off x="3702625" y="1686930"/>
              <a:ext cx="31171" cy="50944"/>
            </a:xfrm>
            <a:custGeom>
              <a:rect b="b" l="l" r="r" t="t"/>
              <a:pathLst>
                <a:path extrusionOk="0" h="1940" w="1187">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6" name="Google Shape;18996;p95"/>
            <p:cNvSpPr/>
            <p:nvPr/>
          </p:nvSpPr>
          <p:spPr>
            <a:xfrm>
              <a:off x="3702625" y="1834196"/>
              <a:ext cx="45509" cy="28177"/>
            </a:xfrm>
            <a:custGeom>
              <a:rect b="b" l="l" r="r" t="t"/>
              <a:pathLst>
                <a:path extrusionOk="0" h="1073" w="1733">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7" name="Google Shape;18997;p95"/>
            <p:cNvSpPr/>
            <p:nvPr/>
          </p:nvSpPr>
          <p:spPr>
            <a:xfrm>
              <a:off x="3691307" y="1759303"/>
              <a:ext cx="11344" cy="74920"/>
            </a:xfrm>
            <a:custGeom>
              <a:rect b="b" l="l" r="r" t="t"/>
              <a:pathLst>
                <a:path extrusionOk="0" h="2853" w="432">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8" name="Google Shape;18998;p95"/>
            <p:cNvSpPr/>
            <p:nvPr/>
          </p:nvSpPr>
          <p:spPr>
            <a:xfrm>
              <a:off x="3748107" y="1759303"/>
              <a:ext cx="11318" cy="74920"/>
            </a:xfrm>
            <a:custGeom>
              <a:rect b="b" l="l" r="r" t="t"/>
              <a:pathLst>
                <a:path extrusionOk="0" h="2853" w="431">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9" name="Google Shape;18999;p95"/>
            <p:cNvSpPr/>
            <p:nvPr/>
          </p:nvSpPr>
          <p:spPr>
            <a:xfrm>
              <a:off x="3722477" y="1845514"/>
              <a:ext cx="5803" cy="17095"/>
            </a:xfrm>
            <a:custGeom>
              <a:rect b="b" l="l" r="r" t="t"/>
              <a:pathLst>
                <a:path extrusionOk="0" h="651" w="221">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0" name="Google Shape;19000;p95"/>
            <p:cNvSpPr/>
            <p:nvPr/>
          </p:nvSpPr>
          <p:spPr>
            <a:xfrm>
              <a:off x="3702625" y="1686930"/>
              <a:ext cx="45509" cy="22662"/>
            </a:xfrm>
            <a:custGeom>
              <a:rect b="b" l="l" r="r" t="t"/>
              <a:pathLst>
                <a:path extrusionOk="0" h="863" w="1733">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1" name="Google Shape;19001;p95"/>
            <p:cNvSpPr/>
            <p:nvPr/>
          </p:nvSpPr>
          <p:spPr>
            <a:xfrm>
              <a:off x="3702625" y="1686930"/>
              <a:ext cx="31171" cy="20640"/>
            </a:xfrm>
            <a:custGeom>
              <a:rect b="b" l="l" r="r" t="t"/>
              <a:pathLst>
                <a:path extrusionOk="0" h="786" w="1187">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02" name="Google Shape;19002;p95"/>
          <p:cNvGrpSpPr/>
          <p:nvPr/>
        </p:nvGrpSpPr>
        <p:grpSpPr>
          <a:xfrm>
            <a:off x="1734107" y="3227997"/>
            <a:ext cx="364673" cy="340067"/>
            <a:chOff x="1748382" y="3384797"/>
            <a:chExt cx="364673" cy="340067"/>
          </a:xfrm>
        </p:grpSpPr>
        <p:sp>
          <p:nvSpPr>
            <p:cNvPr id="19003" name="Google Shape;19003;p95"/>
            <p:cNvSpPr/>
            <p:nvPr/>
          </p:nvSpPr>
          <p:spPr>
            <a:xfrm>
              <a:off x="1805182" y="3628332"/>
              <a:ext cx="45509" cy="45509"/>
            </a:xfrm>
            <a:custGeom>
              <a:rect b="b" l="l" r="r" t="t"/>
              <a:pathLst>
                <a:path extrusionOk="0" h="1733" w="1733">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4" name="Google Shape;19004;p95"/>
            <p:cNvSpPr/>
            <p:nvPr/>
          </p:nvSpPr>
          <p:spPr>
            <a:xfrm>
              <a:off x="1954208" y="3509453"/>
              <a:ext cx="105828" cy="90728"/>
            </a:xfrm>
            <a:custGeom>
              <a:rect b="b" l="l" r="r" t="t"/>
              <a:pathLst>
                <a:path extrusionOk="0" h="3455" w="403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5" name="Google Shape;19005;p95"/>
            <p:cNvSpPr/>
            <p:nvPr/>
          </p:nvSpPr>
          <p:spPr>
            <a:xfrm>
              <a:off x="1964764" y="3546165"/>
              <a:ext cx="100051" cy="54043"/>
            </a:xfrm>
            <a:custGeom>
              <a:rect b="b" l="l" r="r" t="t"/>
              <a:pathLst>
                <a:path extrusionOk="0" h="2058" w="381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6" name="Google Shape;19006;p95"/>
            <p:cNvSpPr/>
            <p:nvPr/>
          </p:nvSpPr>
          <p:spPr>
            <a:xfrm>
              <a:off x="1833569" y="3407433"/>
              <a:ext cx="153096" cy="294585"/>
            </a:xfrm>
            <a:custGeom>
              <a:rect b="b" l="l" r="r" t="t"/>
              <a:pathLst>
                <a:path extrusionOk="0" h="11218" w="583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7" name="Google Shape;19007;p95"/>
            <p:cNvSpPr/>
            <p:nvPr/>
          </p:nvSpPr>
          <p:spPr>
            <a:xfrm>
              <a:off x="1833569" y="3583086"/>
              <a:ext cx="152991" cy="118932"/>
            </a:xfrm>
            <a:custGeom>
              <a:rect b="b" l="l" r="r" t="t"/>
              <a:pathLst>
                <a:path extrusionOk="0" h="4529" w="5826">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8" name="Google Shape;19008;p95"/>
            <p:cNvSpPr/>
            <p:nvPr/>
          </p:nvSpPr>
          <p:spPr>
            <a:xfrm>
              <a:off x="1975058" y="3384797"/>
              <a:ext cx="45535" cy="340067"/>
            </a:xfrm>
            <a:custGeom>
              <a:rect b="b" l="l" r="r" t="t"/>
              <a:pathLst>
                <a:path extrusionOk="0" h="12950" w="1734">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9" name="Google Shape;19009;p95"/>
            <p:cNvSpPr/>
            <p:nvPr/>
          </p:nvSpPr>
          <p:spPr>
            <a:xfrm>
              <a:off x="1975058" y="3696451"/>
              <a:ext cx="45535" cy="28413"/>
            </a:xfrm>
            <a:custGeom>
              <a:rect b="b" l="l" r="r" t="t"/>
              <a:pathLst>
                <a:path extrusionOk="0" h="1082" w="1734">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0" name="Google Shape;19010;p95"/>
            <p:cNvSpPr/>
            <p:nvPr/>
          </p:nvSpPr>
          <p:spPr>
            <a:xfrm>
              <a:off x="1748618" y="3503676"/>
              <a:ext cx="45272" cy="102073"/>
            </a:xfrm>
            <a:custGeom>
              <a:rect b="b" l="l" r="r" t="t"/>
              <a:pathLst>
                <a:path extrusionOk="0" h="3887" w="1724">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1" name="Google Shape;19011;p95"/>
            <p:cNvSpPr/>
            <p:nvPr/>
          </p:nvSpPr>
          <p:spPr>
            <a:xfrm>
              <a:off x="1748382" y="3508954"/>
              <a:ext cx="45509" cy="96794"/>
            </a:xfrm>
            <a:custGeom>
              <a:rect b="b" l="l" r="r" t="t"/>
              <a:pathLst>
                <a:path extrusionOk="0" h="3686" w="1733">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2" name="Google Shape;19012;p95"/>
            <p:cNvSpPr/>
            <p:nvPr/>
          </p:nvSpPr>
          <p:spPr>
            <a:xfrm>
              <a:off x="1788087" y="3503676"/>
              <a:ext cx="56827" cy="102073"/>
            </a:xfrm>
            <a:custGeom>
              <a:rect b="b" l="l" r="r" t="t"/>
              <a:pathLst>
                <a:path extrusionOk="0" h="3887" w="2164">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3" name="Google Shape;19013;p95"/>
            <p:cNvSpPr/>
            <p:nvPr/>
          </p:nvSpPr>
          <p:spPr>
            <a:xfrm>
              <a:off x="1788087" y="3588627"/>
              <a:ext cx="56827" cy="17122"/>
            </a:xfrm>
            <a:custGeom>
              <a:rect b="b" l="l" r="r" t="t"/>
              <a:pathLst>
                <a:path extrusionOk="0" h="652" w="2164">
                  <a:moveTo>
                    <a:pt x="0" y="0"/>
                  </a:moveTo>
                  <a:lnTo>
                    <a:pt x="0" y="651"/>
                  </a:lnTo>
                  <a:lnTo>
                    <a:pt x="2163" y="651"/>
                  </a:lnTo>
                  <a:lnTo>
                    <a:pt x="2163"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4" name="Google Shape;19014;p95"/>
            <p:cNvSpPr/>
            <p:nvPr/>
          </p:nvSpPr>
          <p:spPr>
            <a:xfrm>
              <a:off x="1788087" y="3605722"/>
              <a:ext cx="56827" cy="90755"/>
            </a:xfrm>
            <a:custGeom>
              <a:rect b="b" l="l" r="r" t="t"/>
              <a:pathLst>
                <a:path extrusionOk="0" h="3456" w="2164">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5" name="Google Shape;19015;p95"/>
            <p:cNvSpPr/>
            <p:nvPr/>
          </p:nvSpPr>
          <p:spPr>
            <a:xfrm>
              <a:off x="2080860" y="3548922"/>
              <a:ext cx="32195" cy="11581"/>
            </a:xfrm>
            <a:custGeom>
              <a:rect b="b" l="l" r="r" t="t"/>
              <a:pathLst>
                <a:path extrusionOk="0" h="441" w="1226">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6" name="Google Shape;19016;p95"/>
            <p:cNvSpPr/>
            <p:nvPr/>
          </p:nvSpPr>
          <p:spPr>
            <a:xfrm>
              <a:off x="2059510" y="3484874"/>
              <a:ext cx="27468" cy="23345"/>
            </a:xfrm>
            <a:custGeom>
              <a:rect b="b" l="l" r="r" t="t"/>
              <a:pathLst>
                <a:path extrusionOk="0" h="889" w="1046">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7" name="Google Shape;19017;p95"/>
            <p:cNvSpPr/>
            <p:nvPr/>
          </p:nvSpPr>
          <p:spPr>
            <a:xfrm>
              <a:off x="2058723" y="3600969"/>
              <a:ext cx="27704" cy="23608"/>
            </a:xfrm>
            <a:custGeom>
              <a:rect b="b" l="l" r="r" t="t"/>
              <a:pathLst>
                <a:path extrusionOk="0" h="899" w="1055">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18" name="Google Shape;19018;p95"/>
          <p:cNvGrpSpPr/>
          <p:nvPr/>
        </p:nvGrpSpPr>
        <p:grpSpPr>
          <a:xfrm>
            <a:off x="2168368" y="3229520"/>
            <a:ext cx="382030" cy="320451"/>
            <a:chOff x="2182643" y="3386320"/>
            <a:chExt cx="382030" cy="320451"/>
          </a:xfrm>
        </p:grpSpPr>
        <p:sp>
          <p:nvSpPr>
            <p:cNvPr id="19019" name="Google Shape;19019;p95"/>
            <p:cNvSpPr/>
            <p:nvPr/>
          </p:nvSpPr>
          <p:spPr>
            <a:xfrm>
              <a:off x="2182643" y="3386320"/>
              <a:ext cx="382030" cy="320451"/>
            </a:xfrm>
            <a:custGeom>
              <a:rect b="b" l="l" r="r" t="t"/>
              <a:pathLst>
                <a:path extrusionOk="0" h="12203" w="14548">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0" name="Google Shape;19020;p95"/>
            <p:cNvSpPr/>
            <p:nvPr/>
          </p:nvSpPr>
          <p:spPr>
            <a:xfrm>
              <a:off x="2281171" y="3466492"/>
              <a:ext cx="185002" cy="184739"/>
            </a:xfrm>
            <a:custGeom>
              <a:rect b="b" l="l" r="r" t="t"/>
              <a:pathLst>
                <a:path extrusionOk="0" h="7035" w="7045">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1" name="Google Shape;19021;p95"/>
            <p:cNvSpPr/>
            <p:nvPr/>
          </p:nvSpPr>
          <p:spPr>
            <a:xfrm>
              <a:off x="2299763" y="3484821"/>
              <a:ext cx="147791" cy="148054"/>
            </a:xfrm>
            <a:custGeom>
              <a:rect b="b" l="l" r="r" t="t"/>
              <a:pathLst>
                <a:path extrusionOk="0" h="5638" w="5628">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2" name="Google Shape;19022;p95"/>
            <p:cNvSpPr/>
            <p:nvPr/>
          </p:nvSpPr>
          <p:spPr>
            <a:xfrm>
              <a:off x="2336711" y="3564993"/>
              <a:ext cx="73922" cy="67830"/>
            </a:xfrm>
            <a:custGeom>
              <a:rect b="b" l="l" r="r" t="t"/>
              <a:pathLst>
                <a:path extrusionOk="0" h="2583" w="2815">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3" name="Google Shape;19023;p95"/>
            <p:cNvSpPr/>
            <p:nvPr/>
          </p:nvSpPr>
          <p:spPr>
            <a:xfrm>
              <a:off x="2295745" y="3386320"/>
              <a:ext cx="139519" cy="36974"/>
            </a:xfrm>
            <a:custGeom>
              <a:rect b="b" l="l" r="r" t="t"/>
              <a:pathLst>
                <a:path extrusionOk="0" h="1408" w="5313">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4" name="Google Shape;19024;p95"/>
            <p:cNvSpPr/>
            <p:nvPr/>
          </p:nvSpPr>
          <p:spPr>
            <a:xfrm>
              <a:off x="2342987" y="3386320"/>
              <a:ext cx="92514" cy="36974"/>
            </a:xfrm>
            <a:custGeom>
              <a:rect b="b" l="l" r="r" t="t"/>
              <a:pathLst>
                <a:path extrusionOk="0" h="1408" w="3523">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5" name="Google Shape;19025;p95"/>
            <p:cNvSpPr/>
            <p:nvPr/>
          </p:nvSpPr>
          <p:spPr>
            <a:xfrm>
              <a:off x="2182643" y="3676073"/>
              <a:ext cx="382030" cy="30698"/>
            </a:xfrm>
            <a:custGeom>
              <a:rect b="b" l="l" r="r" t="t"/>
              <a:pathLst>
                <a:path extrusionOk="0" h="1169" w="14548">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6" name="Google Shape;19026;p95"/>
            <p:cNvSpPr/>
            <p:nvPr/>
          </p:nvSpPr>
          <p:spPr>
            <a:xfrm>
              <a:off x="2336711" y="3584609"/>
              <a:ext cx="74158" cy="48213"/>
            </a:xfrm>
            <a:custGeom>
              <a:rect b="b" l="l" r="r" t="t"/>
              <a:pathLst>
                <a:path extrusionOk="0" h="1836" w="2824">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7" name="Google Shape;19027;p95"/>
            <p:cNvSpPr/>
            <p:nvPr/>
          </p:nvSpPr>
          <p:spPr>
            <a:xfrm>
              <a:off x="2360082" y="3564993"/>
              <a:ext cx="27179" cy="18513"/>
            </a:xfrm>
            <a:custGeom>
              <a:rect b="b" l="l" r="r" t="t"/>
              <a:pathLst>
                <a:path extrusionOk="0" h="705" w="1035">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8" name="Google Shape;19028;p95"/>
            <p:cNvSpPr/>
            <p:nvPr/>
          </p:nvSpPr>
          <p:spPr>
            <a:xfrm>
              <a:off x="2349027" y="3515756"/>
              <a:ext cx="49290" cy="55566"/>
            </a:xfrm>
            <a:custGeom>
              <a:rect b="b" l="l" r="r" t="t"/>
              <a:pathLst>
                <a:path extrusionOk="0" h="2116" w="1877">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9" name="Google Shape;19029;p95"/>
            <p:cNvSpPr/>
            <p:nvPr/>
          </p:nvSpPr>
          <p:spPr>
            <a:xfrm>
              <a:off x="2349027" y="3515756"/>
              <a:ext cx="33954" cy="55461"/>
            </a:xfrm>
            <a:custGeom>
              <a:rect b="b" l="l" r="r" t="t"/>
              <a:pathLst>
                <a:path extrusionOk="0" h="2112" w="1293">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0" name="Google Shape;19030;p95"/>
            <p:cNvSpPr/>
            <p:nvPr/>
          </p:nvSpPr>
          <p:spPr>
            <a:xfrm>
              <a:off x="2349027" y="3515756"/>
              <a:ext cx="49290" cy="24894"/>
            </a:xfrm>
            <a:custGeom>
              <a:rect b="b" l="l" r="r" t="t"/>
              <a:pathLst>
                <a:path extrusionOk="0" h="948" w="1877">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1" name="Google Shape;19031;p95"/>
            <p:cNvSpPr/>
            <p:nvPr/>
          </p:nvSpPr>
          <p:spPr>
            <a:xfrm>
              <a:off x="2349027" y="3515755"/>
              <a:ext cx="33954" cy="22374"/>
            </a:xfrm>
            <a:custGeom>
              <a:rect b="b" l="l" r="r" t="t"/>
              <a:pathLst>
                <a:path extrusionOk="0" h="852" w="1293">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2" name="Google Shape;19032;p95"/>
            <p:cNvSpPr/>
            <p:nvPr/>
          </p:nvSpPr>
          <p:spPr>
            <a:xfrm>
              <a:off x="2336711" y="3595402"/>
              <a:ext cx="18382" cy="34978"/>
            </a:xfrm>
            <a:custGeom>
              <a:rect b="b" l="l" r="r" t="t"/>
              <a:pathLst>
                <a:path extrusionOk="0" h="1332" w="70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3" name="Google Shape;19033;p95"/>
            <p:cNvSpPr/>
            <p:nvPr/>
          </p:nvSpPr>
          <p:spPr>
            <a:xfrm>
              <a:off x="2392251" y="3595402"/>
              <a:ext cx="18382" cy="34978"/>
            </a:xfrm>
            <a:custGeom>
              <a:rect b="b" l="l" r="r" t="t"/>
              <a:pathLst>
                <a:path extrusionOk="0" h="1332" w="70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34" name="Google Shape;19034;p95"/>
          <p:cNvGrpSpPr/>
          <p:nvPr/>
        </p:nvGrpSpPr>
        <p:grpSpPr>
          <a:xfrm>
            <a:off x="3070111" y="3232540"/>
            <a:ext cx="353880" cy="330745"/>
            <a:chOff x="3084386" y="3389340"/>
            <a:chExt cx="353880" cy="330745"/>
          </a:xfrm>
        </p:grpSpPr>
        <p:sp>
          <p:nvSpPr>
            <p:cNvPr id="19035" name="Google Shape;19035;p95"/>
            <p:cNvSpPr/>
            <p:nvPr/>
          </p:nvSpPr>
          <p:spPr>
            <a:xfrm>
              <a:off x="3084386" y="3458430"/>
              <a:ext cx="353880" cy="261655"/>
            </a:xfrm>
            <a:custGeom>
              <a:rect b="b" l="l" r="r" t="t"/>
              <a:pathLst>
                <a:path extrusionOk="0" h="9964" w="13476">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6" name="Google Shape;19036;p95"/>
            <p:cNvSpPr/>
            <p:nvPr/>
          </p:nvSpPr>
          <p:spPr>
            <a:xfrm>
              <a:off x="3084386" y="3458430"/>
              <a:ext cx="176940" cy="261655"/>
            </a:xfrm>
            <a:custGeom>
              <a:rect b="b" l="l" r="r" t="t"/>
              <a:pathLst>
                <a:path extrusionOk="0" h="9964" w="6738">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7" name="Google Shape;19037;p95"/>
            <p:cNvSpPr/>
            <p:nvPr/>
          </p:nvSpPr>
          <p:spPr>
            <a:xfrm>
              <a:off x="3115031" y="3489102"/>
              <a:ext cx="292825" cy="200574"/>
            </a:xfrm>
            <a:custGeom>
              <a:rect b="b" l="l" r="r" t="t"/>
              <a:pathLst>
                <a:path extrusionOk="0" h="7638" w="11151">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8" name="Google Shape;19038;p95"/>
            <p:cNvSpPr/>
            <p:nvPr/>
          </p:nvSpPr>
          <p:spPr>
            <a:xfrm>
              <a:off x="3115031" y="3489102"/>
              <a:ext cx="146294" cy="200338"/>
            </a:xfrm>
            <a:custGeom>
              <a:rect b="b" l="l" r="r" t="t"/>
              <a:pathLst>
                <a:path extrusionOk="0" h="7629" w="5571">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9" name="Google Shape;19039;p95"/>
            <p:cNvSpPr/>
            <p:nvPr/>
          </p:nvSpPr>
          <p:spPr>
            <a:xfrm>
              <a:off x="3191947" y="3389340"/>
              <a:ext cx="138994" cy="115885"/>
            </a:xfrm>
            <a:custGeom>
              <a:rect b="b" l="l" r="r" t="t"/>
              <a:pathLst>
                <a:path extrusionOk="0" h="4413" w="5293">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0" name="Google Shape;19040;p95"/>
            <p:cNvSpPr/>
            <p:nvPr/>
          </p:nvSpPr>
          <p:spPr>
            <a:xfrm>
              <a:off x="3223091" y="3538103"/>
              <a:ext cx="137261" cy="97792"/>
            </a:xfrm>
            <a:custGeom>
              <a:rect b="b" l="l" r="r" t="t"/>
              <a:pathLst>
                <a:path extrusionOk="0" h="3724" w="5227">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1" name="Google Shape;19041;p95"/>
            <p:cNvSpPr/>
            <p:nvPr/>
          </p:nvSpPr>
          <p:spPr>
            <a:xfrm>
              <a:off x="3182651" y="3610475"/>
              <a:ext cx="40467" cy="34532"/>
            </a:xfrm>
            <a:custGeom>
              <a:rect b="b" l="l" r="r" t="t"/>
              <a:pathLst>
                <a:path extrusionOk="0" h="1315" w="1541">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2" name="Google Shape;19042;p95"/>
            <p:cNvSpPr/>
            <p:nvPr/>
          </p:nvSpPr>
          <p:spPr>
            <a:xfrm>
              <a:off x="3145729" y="3529489"/>
              <a:ext cx="39495" cy="35005"/>
            </a:xfrm>
            <a:custGeom>
              <a:rect b="b" l="l" r="r" t="t"/>
              <a:pathLst>
                <a:path extrusionOk="0" h="1333" w="1504">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3" name="Google Shape;19043;p95"/>
            <p:cNvSpPr/>
            <p:nvPr/>
          </p:nvSpPr>
          <p:spPr>
            <a:xfrm>
              <a:off x="3345252" y="3621741"/>
              <a:ext cx="39521" cy="34978"/>
            </a:xfrm>
            <a:custGeom>
              <a:rect b="b" l="l" r="r" t="t"/>
              <a:pathLst>
                <a:path extrusionOk="0" h="1332" w="1505">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4" name="Google Shape;19044;p95"/>
            <p:cNvSpPr/>
            <p:nvPr/>
          </p:nvSpPr>
          <p:spPr>
            <a:xfrm>
              <a:off x="3245491" y="3544930"/>
              <a:ext cx="39705" cy="34873"/>
            </a:xfrm>
            <a:custGeom>
              <a:rect b="b" l="l" r="r" t="t"/>
              <a:pathLst>
                <a:path extrusionOk="0" h="1328" w="1512">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5" name="Google Shape;19045;p95"/>
            <p:cNvSpPr/>
            <p:nvPr/>
          </p:nvSpPr>
          <p:spPr>
            <a:xfrm>
              <a:off x="3191947" y="3389340"/>
              <a:ext cx="69642" cy="115885"/>
            </a:xfrm>
            <a:custGeom>
              <a:rect b="b" l="l" r="r" t="t"/>
              <a:pathLst>
                <a:path extrusionOk="0" h="4413" w="2652">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6" name="Google Shape;19046;p95"/>
            <p:cNvSpPr/>
            <p:nvPr/>
          </p:nvSpPr>
          <p:spPr>
            <a:xfrm>
              <a:off x="3240449" y="3450683"/>
              <a:ext cx="36711" cy="31670"/>
            </a:xfrm>
            <a:custGeom>
              <a:rect b="b" l="l" r="r" t="t"/>
              <a:pathLst>
                <a:path extrusionOk="0" h="1206" w="1398">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47" name="Google Shape;19047;p95"/>
          <p:cNvGrpSpPr/>
          <p:nvPr/>
        </p:nvGrpSpPr>
        <p:grpSpPr>
          <a:xfrm>
            <a:off x="849224" y="1814106"/>
            <a:ext cx="347078" cy="364016"/>
            <a:chOff x="863499" y="1970906"/>
            <a:chExt cx="347078" cy="364016"/>
          </a:xfrm>
        </p:grpSpPr>
        <p:sp>
          <p:nvSpPr>
            <p:cNvPr id="19048" name="Google Shape;19048;p95"/>
            <p:cNvSpPr/>
            <p:nvPr/>
          </p:nvSpPr>
          <p:spPr>
            <a:xfrm>
              <a:off x="984872" y="1970906"/>
              <a:ext cx="225705" cy="173447"/>
            </a:xfrm>
            <a:custGeom>
              <a:rect b="b" l="l" r="r" t="t"/>
              <a:pathLst>
                <a:path extrusionOk="0" h="6605" w="8595">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9" name="Google Shape;19049;p95"/>
            <p:cNvSpPr/>
            <p:nvPr/>
          </p:nvSpPr>
          <p:spPr>
            <a:xfrm>
              <a:off x="1020822" y="1970906"/>
              <a:ext cx="159871" cy="173447"/>
            </a:xfrm>
            <a:custGeom>
              <a:rect b="b" l="l" r="r" t="t"/>
              <a:pathLst>
                <a:path extrusionOk="0" h="6605" w="6088">
                  <a:moveTo>
                    <a:pt x="4728" y="1"/>
                  </a:moveTo>
                  <a:lnTo>
                    <a:pt x="0" y="6604"/>
                  </a:lnTo>
                  <a:lnTo>
                    <a:pt x="1369" y="6604"/>
                  </a:lnTo>
                  <a:lnTo>
                    <a:pt x="6087" y="1"/>
                  </a:ln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0" name="Google Shape;19050;p95"/>
            <p:cNvSpPr/>
            <p:nvPr/>
          </p:nvSpPr>
          <p:spPr>
            <a:xfrm>
              <a:off x="1056746" y="1970906"/>
              <a:ext cx="153831" cy="173447"/>
            </a:xfrm>
            <a:custGeom>
              <a:rect b="b" l="l" r="r" t="t"/>
              <a:pathLst>
                <a:path extrusionOk="0" h="6605" w="5858">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1" name="Google Shape;19051;p95"/>
            <p:cNvSpPr/>
            <p:nvPr/>
          </p:nvSpPr>
          <p:spPr>
            <a:xfrm>
              <a:off x="863499" y="1970906"/>
              <a:ext cx="225967" cy="173447"/>
            </a:xfrm>
            <a:custGeom>
              <a:rect b="b" l="l" r="r" t="t"/>
              <a:pathLst>
                <a:path extrusionOk="0" h="6605" w="8605">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2" name="Google Shape;19052;p95"/>
            <p:cNvSpPr/>
            <p:nvPr/>
          </p:nvSpPr>
          <p:spPr>
            <a:xfrm>
              <a:off x="895405" y="1970906"/>
              <a:ext cx="159871" cy="173447"/>
            </a:xfrm>
            <a:custGeom>
              <a:rect b="b" l="l" r="r" t="t"/>
              <a:pathLst>
                <a:path extrusionOk="0" h="6605" w="6088">
                  <a:moveTo>
                    <a:pt x="1" y="1"/>
                  </a:moveTo>
                  <a:lnTo>
                    <a:pt x="4719" y="6604"/>
                  </a:lnTo>
                  <a:lnTo>
                    <a:pt x="6088" y="6604"/>
                  </a:lnTo>
                  <a:lnTo>
                    <a:pt x="1360" y="1"/>
                  </a:ln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3" name="Google Shape;19053;p95"/>
            <p:cNvSpPr/>
            <p:nvPr/>
          </p:nvSpPr>
          <p:spPr>
            <a:xfrm>
              <a:off x="863499" y="1970906"/>
              <a:ext cx="155827" cy="173185"/>
            </a:xfrm>
            <a:custGeom>
              <a:rect b="b" l="l" r="r" t="t"/>
              <a:pathLst>
                <a:path extrusionOk="0" h="6595" w="5934">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4" name="Google Shape;19054;p95"/>
            <p:cNvSpPr/>
            <p:nvPr/>
          </p:nvSpPr>
          <p:spPr>
            <a:xfrm>
              <a:off x="1073080" y="2094302"/>
              <a:ext cx="35714" cy="49789"/>
            </a:xfrm>
            <a:custGeom>
              <a:rect b="b" l="l" r="r" t="t"/>
              <a:pathLst>
                <a:path extrusionOk="0" h="1896" w="1360">
                  <a:moveTo>
                    <a:pt x="738" y="1"/>
                  </a:moveTo>
                  <a:lnTo>
                    <a:pt x="1" y="1034"/>
                  </a:lnTo>
                  <a:lnTo>
                    <a:pt x="613" y="1896"/>
                  </a:lnTo>
                  <a:lnTo>
                    <a:pt x="1130" y="1187"/>
                  </a:lnTo>
                  <a:lnTo>
                    <a:pt x="1360" y="862"/>
                  </a:lnTo>
                  <a:lnTo>
                    <a:pt x="738" y="1"/>
                  </a:ln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5" name="Google Shape;19055;p95"/>
            <p:cNvSpPr/>
            <p:nvPr/>
          </p:nvSpPr>
          <p:spPr>
            <a:xfrm>
              <a:off x="1054987" y="2069171"/>
              <a:ext cx="37473" cy="52310"/>
            </a:xfrm>
            <a:custGeom>
              <a:rect b="b" l="l" r="r" t="t"/>
              <a:pathLst>
                <a:path extrusionOk="0" h="1992" w="1427">
                  <a:moveTo>
                    <a:pt x="747" y="1"/>
                  </a:moveTo>
                  <a:lnTo>
                    <a:pt x="1" y="1034"/>
                  </a:lnTo>
                  <a:lnTo>
                    <a:pt x="690" y="1991"/>
                  </a:lnTo>
                  <a:lnTo>
                    <a:pt x="1427" y="958"/>
                  </a:lnTo>
                  <a:lnTo>
                    <a:pt x="747"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6" name="Google Shape;19056;p95"/>
            <p:cNvSpPr/>
            <p:nvPr/>
          </p:nvSpPr>
          <p:spPr>
            <a:xfrm>
              <a:off x="1037156" y="2044040"/>
              <a:ext cx="37473" cy="52310"/>
            </a:xfrm>
            <a:custGeom>
              <a:rect b="b" l="l" r="r" t="t"/>
              <a:pathLst>
                <a:path extrusionOk="0" h="1992" w="1427">
                  <a:moveTo>
                    <a:pt x="737" y="1"/>
                  </a:moveTo>
                  <a:lnTo>
                    <a:pt x="0" y="1034"/>
                  </a:lnTo>
                  <a:lnTo>
                    <a:pt x="680" y="1991"/>
                  </a:lnTo>
                  <a:lnTo>
                    <a:pt x="1426" y="958"/>
                  </a:lnTo>
                  <a:lnTo>
                    <a:pt x="737"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7" name="Google Shape;19057;p95"/>
            <p:cNvSpPr/>
            <p:nvPr/>
          </p:nvSpPr>
          <p:spPr>
            <a:xfrm>
              <a:off x="924317" y="2114890"/>
              <a:ext cx="225442" cy="220033"/>
            </a:xfrm>
            <a:custGeom>
              <a:rect b="b" l="l" r="r" t="t"/>
              <a:pathLst>
                <a:path extrusionOk="0" h="8379" w="8585">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8" name="Google Shape;19058;p95"/>
            <p:cNvSpPr/>
            <p:nvPr/>
          </p:nvSpPr>
          <p:spPr>
            <a:xfrm>
              <a:off x="1020822" y="2115100"/>
              <a:ext cx="128937" cy="219822"/>
            </a:xfrm>
            <a:custGeom>
              <a:rect b="b" l="l" r="r" t="t"/>
              <a:pathLst>
                <a:path extrusionOk="0" h="8371" w="491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9" name="Google Shape;19059;p95"/>
            <p:cNvSpPr/>
            <p:nvPr/>
          </p:nvSpPr>
          <p:spPr>
            <a:xfrm>
              <a:off x="953964" y="2141806"/>
              <a:ext cx="166147" cy="166147"/>
            </a:xfrm>
            <a:custGeom>
              <a:rect b="b" l="l" r="r" t="t"/>
              <a:pathLst>
                <a:path extrusionOk="0" h="6327" w="6327">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0" name="Google Shape;19060;p95"/>
            <p:cNvSpPr/>
            <p:nvPr/>
          </p:nvSpPr>
          <p:spPr>
            <a:xfrm>
              <a:off x="1020560" y="2141806"/>
              <a:ext cx="104068" cy="166252"/>
            </a:xfrm>
            <a:custGeom>
              <a:rect b="b" l="l" r="r" t="t"/>
              <a:pathLst>
                <a:path extrusionOk="0" h="6331" w="3963">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1" name="Google Shape;19061;p95"/>
            <p:cNvSpPr/>
            <p:nvPr/>
          </p:nvSpPr>
          <p:spPr>
            <a:xfrm>
              <a:off x="1020560" y="2187551"/>
              <a:ext cx="20378" cy="74657"/>
            </a:xfrm>
            <a:custGeom>
              <a:rect b="b" l="l" r="r" t="t"/>
              <a:pathLst>
                <a:path extrusionOk="0" h="2843" w="776">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62" name="Google Shape;19062;p95"/>
          <p:cNvGrpSpPr/>
          <p:nvPr/>
        </p:nvGrpSpPr>
        <p:grpSpPr>
          <a:xfrm>
            <a:off x="1735604" y="1814106"/>
            <a:ext cx="364436" cy="364174"/>
            <a:chOff x="1749879" y="1970906"/>
            <a:chExt cx="364436" cy="364174"/>
          </a:xfrm>
        </p:grpSpPr>
        <p:sp>
          <p:nvSpPr>
            <p:cNvPr id="19063" name="Google Shape;19063;p95"/>
            <p:cNvSpPr/>
            <p:nvPr/>
          </p:nvSpPr>
          <p:spPr>
            <a:xfrm>
              <a:off x="1750141" y="1970906"/>
              <a:ext cx="276124" cy="181982"/>
            </a:xfrm>
            <a:custGeom>
              <a:rect b="b" l="l" r="r" t="t"/>
              <a:pathLst>
                <a:path extrusionOk="0" h="6930" w="10515">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4" name="Google Shape;19064;p95"/>
            <p:cNvSpPr/>
            <p:nvPr/>
          </p:nvSpPr>
          <p:spPr>
            <a:xfrm>
              <a:off x="1932097" y="1970906"/>
              <a:ext cx="182218" cy="275966"/>
            </a:xfrm>
            <a:custGeom>
              <a:rect b="b" l="l" r="r" t="t"/>
              <a:pathLst>
                <a:path extrusionOk="0" h="10509" w="6939">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5" name="Google Shape;19065;p95"/>
            <p:cNvSpPr/>
            <p:nvPr/>
          </p:nvSpPr>
          <p:spPr>
            <a:xfrm>
              <a:off x="1838086" y="2152862"/>
              <a:ext cx="276229" cy="182218"/>
            </a:xfrm>
            <a:custGeom>
              <a:rect b="b" l="l" r="r" t="t"/>
              <a:pathLst>
                <a:path extrusionOk="0" h="6939" w="10519">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6" name="Google Shape;19066;p95"/>
            <p:cNvSpPr/>
            <p:nvPr/>
          </p:nvSpPr>
          <p:spPr>
            <a:xfrm>
              <a:off x="1749879" y="2058877"/>
              <a:ext cx="182244" cy="276203"/>
            </a:xfrm>
            <a:custGeom>
              <a:rect b="b" l="l" r="r" t="t"/>
              <a:pathLst>
                <a:path extrusionOk="0" h="10518" w="694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7" name="Google Shape;19067;p95"/>
            <p:cNvSpPr/>
            <p:nvPr/>
          </p:nvSpPr>
          <p:spPr>
            <a:xfrm>
              <a:off x="1750141" y="2152862"/>
              <a:ext cx="41228" cy="182218"/>
            </a:xfrm>
            <a:custGeom>
              <a:rect b="b" l="l" r="r" t="t"/>
              <a:pathLst>
                <a:path extrusionOk="0" h="6939" w="157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8" name="Google Shape;19068;p95"/>
            <p:cNvSpPr/>
            <p:nvPr/>
          </p:nvSpPr>
          <p:spPr>
            <a:xfrm>
              <a:off x="1796832" y="2059035"/>
              <a:ext cx="50340" cy="93853"/>
            </a:xfrm>
            <a:custGeom>
              <a:rect b="b" l="l" r="r" t="t"/>
              <a:pathLst>
                <a:path extrusionOk="0" h="3574" w="1917">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9" name="Google Shape;19069;p95"/>
            <p:cNvSpPr/>
            <p:nvPr/>
          </p:nvSpPr>
          <p:spPr>
            <a:xfrm>
              <a:off x="1750141" y="1970906"/>
              <a:ext cx="41228" cy="181982"/>
            </a:xfrm>
            <a:custGeom>
              <a:rect b="b" l="l" r="r" t="t"/>
              <a:pathLst>
                <a:path extrusionOk="0" h="6930" w="157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0" name="Google Shape;19070;p95"/>
            <p:cNvSpPr/>
            <p:nvPr/>
          </p:nvSpPr>
          <p:spPr>
            <a:xfrm>
              <a:off x="1999953" y="2029518"/>
              <a:ext cx="41990" cy="64678"/>
            </a:xfrm>
            <a:custGeom>
              <a:rect b="b" l="l" r="r" t="t"/>
              <a:pathLst>
                <a:path extrusionOk="0" h="2463" w="1599">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1" name="Google Shape;19071;p95"/>
            <p:cNvSpPr/>
            <p:nvPr/>
          </p:nvSpPr>
          <p:spPr>
            <a:xfrm>
              <a:off x="1932097" y="1970906"/>
              <a:ext cx="23634" cy="76443"/>
            </a:xfrm>
            <a:custGeom>
              <a:rect b="b" l="l" r="r" t="t"/>
              <a:pathLst>
                <a:path extrusionOk="0" h="2911" w="90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2" name="Google Shape;19072;p95"/>
            <p:cNvSpPr/>
            <p:nvPr/>
          </p:nvSpPr>
          <p:spPr>
            <a:xfrm>
              <a:off x="1932097" y="2076708"/>
              <a:ext cx="23634" cy="76180"/>
            </a:xfrm>
            <a:custGeom>
              <a:rect b="b" l="l" r="r" t="t"/>
              <a:pathLst>
                <a:path extrusionOk="0" h="2901" w="90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3" name="Google Shape;19073;p95"/>
            <p:cNvSpPr/>
            <p:nvPr/>
          </p:nvSpPr>
          <p:spPr>
            <a:xfrm>
              <a:off x="1981860" y="2152862"/>
              <a:ext cx="47268" cy="94011"/>
            </a:xfrm>
            <a:custGeom>
              <a:rect b="b" l="l" r="r" t="t"/>
              <a:pathLst>
                <a:path extrusionOk="0" h="3580" w="180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4" name="Google Shape;19074;p95"/>
            <p:cNvSpPr/>
            <p:nvPr/>
          </p:nvSpPr>
          <p:spPr>
            <a:xfrm>
              <a:off x="1920542" y="2152862"/>
              <a:ext cx="23398" cy="76417"/>
            </a:xfrm>
            <a:custGeom>
              <a:rect b="b" l="l" r="r" t="t"/>
              <a:pathLst>
                <a:path extrusionOk="0" h="2910" w="891">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5" name="Google Shape;19075;p95"/>
            <p:cNvSpPr/>
            <p:nvPr/>
          </p:nvSpPr>
          <p:spPr>
            <a:xfrm>
              <a:off x="1834068" y="2211605"/>
              <a:ext cx="42252" cy="64888"/>
            </a:xfrm>
            <a:custGeom>
              <a:rect b="b" l="l" r="r" t="t"/>
              <a:pathLst>
                <a:path extrusionOk="0" h="2471" w="1609">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6" name="Google Shape;19076;p95"/>
            <p:cNvSpPr/>
            <p:nvPr/>
          </p:nvSpPr>
          <p:spPr>
            <a:xfrm>
              <a:off x="1920542" y="2258663"/>
              <a:ext cx="29175" cy="76417"/>
            </a:xfrm>
            <a:custGeom>
              <a:rect b="b" l="l" r="r" t="t"/>
              <a:pathLst>
                <a:path extrusionOk="0" h="2910" w="1111">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77" name="Google Shape;19077;p95"/>
          <p:cNvGrpSpPr/>
          <p:nvPr/>
        </p:nvGrpSpPr>
        <p:grpSpPr>
          <a:xfrm>
            <a:off x="2172150" y="1819358"/>
            <a:ext cx="396106" cy="353985"/>
            <a:chOff x="2186425" y="1976158"/>
            <a:chExt cx="396106" cy="353985"/>
          </a:xfrm>
        </p:grpSpPr>
        <p:sp>
          <p:nvSpPr>
            <p:cNvPr id="19078" name="Google Shape;19078;p95"/>
            <p:cNvSpPr/>
            <p:nvPr/>
          </p:nvSpPr>
          <p:spPr>
            <a:xfrm>
              <a:off x="2256277" y="2024949"/>
              <a:ext cx="255379" cy="255352"/>
            </a:xfrm>
            <a:custGeom>
              <a:rect b="b" l="l" r="r" t="t"/>
              <a:pathLst>
                <a:path extrusionOk="0" h="9724" w="9725">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9" name="Google Shape;19079;p95"/>
            <p:cNvSpPr/>
            <p:nvPr/>
          </p:nvSpPr>
          <p:spPr>
            <a:xfrm>
              <a:off x="2230909" y="2027706"/>
              <a:ext cx="243036" cy="252700"/>
            </a:xfrm>
            <a:custGeom>
              <a:rect b="b" l="l" r="r" t="t"/>
              <a:pathLst>
                <a:path extrusionOk="0" h="9623" w="9255">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0" name="Google Shape;19080;p95"/>
            <p:cNvSpPr/>
            <p:nvPr/>
          </p:nvSpPr>
          <p:spPr>
            <a:xfrm>
              <a:off x="2309322" y="2026210"/>
              <a:ext cx="202570" cy="252332"/>
            </a:xfrm>
            <a:custGeom>
              <a:rect b="b" l="l" r="r" t="t"/>
              <a:pathLst>
                <a:path extrusionOk="0" h="9609" w="7714">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1" name="Google Shape;19081;p95"/>
            <p:cNvSpPr/>
            <p:nvPr/>
          </p:nvSpPr>
          <p:spPr>
            <a:xfrm>
              <a:off x="2339468" y="2073189"/>
              <a:ext cx="16360" cy="26181"/>
            </a:xfrm>
            <a:custGeom>
              <a:rect b="b" l="l" r="r" t="t"/>
              <a:pathLst>
                <a:path extrusionOk="0" h="997" w="623">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2" name="Google Shape;19082;p95"/>
            <p:cNvSpPr/>
            <p:nvPr/>
          </p:nvSpPr>
          <p:spPr>
            <a:xfrm>
              <a:off x="2309322" y="2158901"/>
              <a:ext cx="146531" cy="119641"/>
            </a:xfrm>
            <a:custGeom>
              <a:rect b="b" l="l" r="r" t="t"/>
              <a:pathLst>
                <a:path extrusionOk="0" h="4556" w="558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3" name="Google Shape;19083;p95"/>
            <p:cNvSpPr/>
            <p:nvPr/>
          </p:nvSpPr>
          <p:spPr>
            <a:xfrm>
              <a:off x="2236765" y="2073740"/>
              <a:ext cx="345765" cy="256403"/>
            </a:xfrm>
            <a:custGeom>
              <a:rect b="b" l="l" r="r" t="t"/>
              <a:pathLst>
                <a:path extrusionOk="0" h="9764" w="13167">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4" name="Google Shape;19084;p95"/>
            <p:cNvSpPr/>
            <p:nvPr/>
          </p:nvSpPr>
          <p:spPr>
            <a:xfrm>
              <a:off x="2186425" y="1976158"/>
              <a:ext cx="344820" cy="255510"/>
            </a:xfrm>
            <a:custGeom>
              <a:rect b="b" l="l" r="r" t="t"/>
              <a:pathLst>
                <a:path extrusionOk="0" h="9730" w="13131">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85" name="Google Shape;19085;p95"/>
          <p:cNvGrpSpPr/>
          <p:nvPr/>
        </p:nvGrpSpPr>
        <p:grpSpPr>
          <a:xfrm>
            <a:off x="2644882" y="1860612"/>
            <a:ext cx="319190" cy="271240"/>
            <a:chOff x="2659157" y="2017412"/>
            <a:chExt cx="319190" cy="271240"/>
          </a:xfrm>
        </p:grpSpPr>
        <p:sp>
          <p:nvSpPr>
            <p:cNvPr id="19086" name="Google Shape;19086;p95"/>
            <p:cNvSpPr/>
            <p:nvPr/>
          </p:nvSpPr>
          <p:spPr>
            <a:xfrm>
              <a:off x="2808183" y="2086765"/>
              <a:ext cx="164125" cy="149314"/>
            </a:xfrm>
            <a:custGeom>
              <a:rect b="b" l="l" r="r" t="t"/>
              <a:pathLst>
                <a:path extrusionOk="0" h="5686" w="625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7" name="Google Shape;19087;p95"/>
            <p:cNvSpPr/>
            <p:nvPr/>
          </p:nvSpPr>
          <p:spPr>
            <a:xfrm>
              <a:off x="2881816" y="2017412"/>
              <a:ext cx="96532" cy="177334"/>
            </a:xfrm>
            <a:custGeom>
              <a:rect b="b" l="l" r="r" t="t"/>
              <a:pathLst>
                <a:path extrusionOk="0" h="6753" w="3676">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8" name="Google Shape;19088;p95"/>
            <p:cNvSpPr/>
            <p:nvPr/>
          </p:nvSpPr>
          <p:spPr>
            <a:xfrm>
              <a:off x="2947650" y="2150603"/>
              <a:ext cx="30698" cy="44196"/>
            </a:xfrm>
            <a:custGeom>
              <a:rect b="b" l="l" r="r" t="t"/>
              <a:pathLst>
                <a:path extrusionOk="0" h="1683" w="1169">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9" name="Google Shape;19089;p95"/>
            <p:cNvSpPr/>
            <p:nvPr/>
          </p:nvSpPr>
          <p:spPr>
            <a:xfrm>
              <a:off x="2818976" y="2136029"/>
              <a:ext cx="124682" cy="83034"/>
            </a:xfrm>
            <a:custGeom>
              <a:rect b="b" l="l" r="r" t="t"/>
              <a:pathLst>
                <a:path extrusionOk="0" h="3162" w="4748">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0" name="Google Shape;19090;p95"/>
            <p:cNvSpPr/>
            <p:nvPr/>
          </p:nvSpPr>
          <p:spPr>
            <a:xfrm>
              <a:off x="2867741" y="2177730"/>
              <a:ext cx="73160" cy="41360"/>
            </a:xfrm>
            <a:custGeom>
              <a:rect b="b" l="l" r="r" t="t"/>
              <a:pathLst>
                <a:path extrusionOk="0" h="1575" w="2786">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1" name="Google Shape;19091;p95"/>
            <p:cNvSpPr/>
            <p:nvPr/>
          </p:nvSpPr>
          <p:spPr>
            <a:xfrm>
              <a:off x="2795867" y="2157641"/>
              <a:ext cx="124919" cy="82798"/>
            </a:xfrm>
            <a:custGeom>
              <a:rect b="b" l="l" r="r" t="t"/>
              <a:pathLst>
                <a:path extrusionOk="0" h="3153" w="4757">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2" name="Google Shape;19092;p95"/>
            <p:cNvSpPr/>
            <p:nvPr/>
          </p:nvSpPr>
          <p:spPr>
            <a:xfrm>
              <a:off x="2852667" y="2204620"/>
              <a:ext cx="65099" cy="35845"/>
            </a:xfrm>
            <a:custGeom>
              <a:rect b="b" l="l" r="r" t="t"/>
              <a:pathLst>
                <a:path extrusionOk="0" h="1365" w="2479">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3" name="Google Shape;19093;p95"/>
            <p:cNvSpPr/>
            <p:nvPr/>
          </p:nvSpPr>
          <p:spPr>
            <a:xfrm>
              <a:off x="2772732" y="2178990"/>
              <a:ext cx="124945" cy="83060"/>
            </a:xfrm>
            <a:custGeom>
              <a:rect b="b" l="l" r="r" t="t"/>
              <a:pathLst>
                <a:path extrusionOk="0" h="3163" w="4758">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4" name="Google Shape;19094;p95"/>
            <p:cNvSpPr/>
            <p:nvPr/>
          </p:nvSpPr>
          <p:spPr>
            <a:xfrm>
              <a:off x="2837594" y="2231011"/>
              <a:ext cx="56800" cy="31013"/>
            </a:xfrm>
            <a:custGeom>
              <a:rect b="b" l="l" r="r" t="t"/>
              <a:pathLst>
                <a:path extrusionOk="0" h="1181" w="2163">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5" name="Google Shape;19095;p95"/>
            <p:cNvSpPr/>
            <p:nvPr/>
          </p:nvSpPr>
          <p:spPr>
            <a:xfrm>
              <a:off x="2749623" y="2200602"/>
              <a:ext cx="124919" cy="82955"/>
            </a:xfrm>
            <a:custGeom>
              <a:rect b="b" l="l" r="r" t="t"/>
              <a:pathLst>
                <a:path extrusionOk="0" h="3159" w="4757">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6" name="Google Shape;19096;p95"/>
            <p:cNvSpPr/>
            <p:nvPr/>
          </p:nvSpPr>
          <p:spPr>
            <a:xfrm>
              <a:off x="2822495" y="2255906"/>
              <a:ext cx="49054" cy="27494"/>
            </a:xfrm>
            <a:custGeom>
              <a:rect b="b" l="l" r="r" t="t"/>
              <a:pathLst>
                <a:path extrusionOk="0" h="1047" w="1868">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7" name="Google Shape;19097;p95"/>
            <p:cNvSpPr/>
            <p:nvPr/>
          </p:nvSpPr>
          <p:spPr>
            <a:xfrm>
              <a:off x="2673968" y="2097059"/>
              <a:ext cx="159109" cy="144036"/>
            </a:xfrm>
            <a:custGeom>
              <a:rect b="b" l="l" r="r" t="t"/>
              <a:pathLst>
                <a:path extrusionOk="0" h="5485" w="6059">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8" name="Google Shape;19098;p95"/>
            <p:cNvSpPr/>
            <p:nvPr/>
          </p:nvSpPr>
          <p:spPr>
            <a:xfrm>
              <a:off x="2659157" y="2039261"/>
              <a:ext cx="98528" cy="170191"/>
            </a:xfrm>
            <a:custGeom>
              <a:rect b="b" l="l" r="r" t="t"/>
              <a:pathLst>
                <a:path extrusionOk="0" h="6481" w="3752">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9" name="Google Shape;19099;p95"/>
            <p:cNvSpPr/>
            <p:nvPr/>
          </p:nvSpPr>
          <p:spPr>
            <a:xfrm>
              <a:off x="2659157" y="2039261"/>
              <a:ext cx="75918" cy="159109"/>
            </a:xfrm>
            <a:custGeom>
              <a:rect b="b" l="l" r="r" t="t"/>
              <a:pathLst>
                <a:path extrusionOk="0" h="6059" w="2891">
                  <a:moveTo>
                    <a:pt x="0" y="1"/>
                  </a:moveTo>
                  <a:lnTo>
                    <a:pt x="0" y="5810"/>
                  </a:lnTo>
                  <a:lnTo>
                    <a:pt x="431" y="6059"/>
                  </a:lnTo>
                  <a:lnTo>
                    <a:pt x="2890" y="1676"/>
                  </a:lnTo>
                  <a:lnTo>
                    <a:pt x="0" y="1"/>
                  </a:ln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0" name="Google Shape;19100;p95"/>
            <p:cNvSpPr/>
            <p:nvPr/>
          </p:nvSpPr>
          <p:spPr>
            <a:xfrm>
              <a:off x="2659157" y="2159138"/>
              <a:ext cx="47268" cy="50314"/>
            </a:xfrm>
            <a:custGeom>
              <a:rect b="b" l="l" r="r" t="t"/>
              <a:pathLst>
                <a:path extrusionOk="0" h="1916" w="180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1" name="Google Shape;19101;p95"/>
            <p:cNvSpPr/>
            <p:nvPr/>
          </p:nvSpPr>
          <p:spPr>
            <a:xfrm>
              <a:off x="2659157" y="2159138"/>
              <a:ext cx="24894" cy="39232"/>
            </a:xfrm>
            <a:custGeom>
              <a:rect b="b" l="l" r="r" t="t"/>
              <a:pathLst>
                <a:path extrusionOk="0" h="1494" w="948">
                  <a:moveTo>
                    <a:pt x="0" y="1"/>
                  </a:moveTo>
                  <a:lnTo>
                    <a:pt x="0" y="1245"/>
                  </a:lnTo>
                  <a:lnTo>
                    <a:pt x="431" y="1494"/>
                  </a:lnTo>
                  <a:lnTo>
                    <a:pt x="948" y="575"/>
                  </a:lnTo>
                  <a:lnTo>
                    <a:pt x="0" y="1"/>
                  </a:ln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2" name="Google Shape;19102;p95"/>
            <p:cNvSpPr/>
            <p:nvPr/>
          </p:nvSpPr>
          <p:spPr>
            <a:xfrm>
              <a:off x="2706898" y="2179463"/>
              <a:ext cx="67121" cy="53859"/>
            </a:xfrm>
            <a:custGeom>
              <a:rect b="b" l="l" r="r" t="t"/>
              <a:pathLst>
                <a:path extrusionOk="0" h="2051" w="2556">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3" name="Google Shape;19103;p95"/>
            <p:cNvSpPr/>
            <p:nvPr/>
          </p:nvSpPr>
          <p:spPr>
            <a:xfrm>
              <a:off x="2710154" y="2180513"/>
              <a:ext cx="63864" cy="52914"/>
            </a:xfrm>
            <a:custGeom>
              <a:rect b="b" l="l" r="r" t="t"/>
              <a:pathLst>
                <a:path extrusionOk="0" h="2015" w="2432">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4" name="Google Shape;19104;p95"/>
            <p:cNvSpPr/>
            <p:nvPr/>
          </p:nvSpPr>
          <p:spPr>
            <a:xfrm>
              <a:off x="2732528" y="2203254"/>
              <a:ext cx="59847" cy="48528"/>
            </a:xfrm>
            <a:custGeom>
              <a:rect b="b" l="l" r="r" t="t"/>
              <a:pathLst>
                <a:path extrusionOk="0" h="1848" w="2279">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5" name="Google Shape;19105;p95"/>
            <p:cNvSpPr/>
            <p:nvPr/>
          </p:nvSpPr>
          <p:spPr>
            <a:xfrm>
              <a:off x="2735810" y="2204384"/>
              <a:ext cx="56564" cy="47399"/>
            </a:xfrm>
            <a:custGeom>
              <a:rect b="b" l="l" r="r" t="t"/>
              <a:pathLst>
                <a:path extrusionOk="0" h="1805" w="2154">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6" name="Google Shape;19106;p95"/>
            <p:cNvSpPr/>
            <p:nvPr/>
          </p:nvSpPr>
          <p:spPr>
            <a:xfrm>
              <a:off x="2758158" y="2226967"/>
              <a:ext cx="52310" cy="43303"/>
            </a:xfrm>
            <a:custGeom>
              <a:rect b="b" l="l" r="r" t="t"/>
              <a:pathLst>
                <a:path extrusionOk="0" h="1649" w="1992">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7" name="Google Shape;19107;p95"/>
            <p:cNvSpPr/>
            <p:nvPr/>
          </p:nvSpPr>
          <p:spPr>
            <a:xfrm>
              <a:off x="2761178" y="2228018"/>
              <a:ext cx="49290" cy="42252"/>
            </a:xfrm>
            <a:custGeom>
              <a:rect b="b" l="l" r="r" t="t"/>
              <a:pathLst>
                <a:path extrusionOk="0" h="1609" w="1877">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8" name="Google Shape;19108;p95"/>
            <p:cNvSpPr/>
            <p:nvPr/>
          </p:nvSpPr>
          <p:spPr>
            <a:xfrm>
              <a:off x="2783814" y="2250706"/>
              <a:ext cx="45010" cy="37919"/>
            </a:xfrm>
            <a:custGeom>
              <a:rect b="b" l="l" r="r" t="t"/>
              <a:pathLst>
                <a:path extrusionOk="0" h="1444" w="1714">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9" name="Google Shape;19109;p95"/>
            <p:cNvSpPr/>
            <p:nvPr/>
          </p:nvSpPr>
          <p:spPr>
            <a:xfrm>
              <a:off x="2786807" y="2251888"/>
              <a:ext cx="42016" cy="36764"/>
            </a:xfrm>
            <a:custGeom>
              <a:rect b="b" l="l" r="r" t="t"/>
              <a:pathLst>
                <a:path extrusionOk="0" h="1400" w="160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0" name="Google Shape;19110;p95"/>
            <p:cNvSpPr/>
            <p:nvPr/>
          </p:nvSpPr>
          <p:spPr>
            <a:xfrm>
              <a:off x="2788829" y="2102101"/>
              <a:ext cx="64862" cy="99788"/>
            </a:xfrm>
            <a:custGeom>
              <a:rect b="b" l="l" r="r" t="t"/>
              <a:pathLst>
                <a:path extrusionOk="0" h="3800" w="247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1" name="Google Shape;19111;p95"/>
            <p:cNvSpPr/>
            <p:nvPr/>
          </p:nvSpPr>
          <p:spPr>
            <a:xfrm>
              <a:off x="2788829" y="2102101"/>
              <a:ext cx="27415" cy="99788"/>
            </a:xfrm>
            <a:custGeom>
              <a:rect b="b" l="l" r="r" t="t"/>
              <a:pathLst>
                <a:path extrusionOk="0" h="3800" w="1044">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12" name="Google Shape;19112;p95"/>
          <p:cNvGrpSpPr/>
          <p:nvPr/>
        </p:nvGrpSpPr>
        <p:grpSpPr>
          <a:xfrm>
            <a:off x="3097500" y="1836716"/>
            <a:ext cx="318928" cy="319217"/>
            <a:chOff x="3111775" y="1993516"/>
            <a:chExt cx="318928" cy="319217"/>
          </a:xfrm>
        </p:grpSpPr>
        <p:sp>
          <p:nvSpPr>
            <p:cNvPr id="19113" name="Google Shape;19113;p95"/>
            <p:cNvSpPr/>
            <p:nvPr/>
          </p:nvSpPr>
          <p:spPr>
            <a:xfrm>
              <a:off x="3204263" y="2013894"/>
              <a:ext cx="154067" cy="140964"/>
            </a:xfrm>
            <a:custGeom>
              <a:rect b="b" l="l" r="r" t="t"/>
              <a:pathLst>
                <a:path extrusionOk="0" h="5368" w="5867">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4" name="Google Shape;19114;p95"/>
            <p:cNvSpPr/>
            <p:nvPr/>
          </p:nvSpPr>
          <p:spPr>
            <a:xfrm>
              <a:off x="3204263" y="2013894"/>
              <a:ext cx="143773" cy="102808"/>
            </a:xfrm>
            <a:custGeom>
              <a:rect b="b" l="l" r="r" t="t"/>
              <a:pathLst>
                <a:path extrusionOk="0" h="3915" w="5475">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5" name="Google Shape;19115;p95"/>
            <p:cNvSpPr/>
            <p:nvPr/>
          </p:nvSpPr>
          <p:spPr>
            <a:xfrm>
              <a:off x="3112773" y="2137788"/>
              <a:ext cx="112865" cy="113102"/>
            </a:xfrm>
            <a:custGeom>
              <a:rect b="b" l="l" r="r" t="t"/>
              <a:pathLst>
                <a:path extrusionOk="0" h="4307" w="4298">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6" name="Google Shape;19116;p95"/>
            <p:cNvSpPr/>
            <p:nvPr/>
          </p:nvSpPr>
          <p:spPr>
            <a:xfrm>
              <a:off x="3143182" y="2138025"/>
              <a:ext cx="82220" cy="112865"/>
            </a:xfrm>
            <a:custGeom>
              <a:rect b="b" l="l" r="r" t="t"/>
              <a:pathLst>
                <a:path extrusionOk="0" h="4298" w="3131">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7" name="Google Shape;19117;p95"/>
            <p:cNvSpPr/>
            <p:nvPr/>
          </p:nvSpPr>
          <p:spPr>
            <a:xfrm>
              <a:off x="3111775" y="2223238"/>
              <a:ext cx="113102" cy="89231"/>
            </a:xfrm>
            <a:custGeom>
              <a:rect b="b" l="l" r="r" t="t"/>
              <a:pathLst>
                <a:path extrusionOk="0" h="3398" w="4307">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8" name="Google Shape;19118;p95"/>
            <p:cNvSpPr/>
            <p:nvPr/>
          </p:nvSpPr>
          <p:spPr>
            <a:xfrm>
              <a:off x="3149222" y="2223238"/>
              <a:ext cx="38208" cy="25157"/>
            </a:xfrm>
            <a:custGeom>
              <a:rect b="b" l="l" r="r" t="t"/>
              <a:pathLst>
                <a:path extrusionOk="0" h="958" w="1455">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9" name="Google Shape;19119;p95"/>
            <p:cNvSpPr/>
            <p:nvPr/>
          </p:nvSpPr>
          <p:spPr>
            <a:xfrm>
              <a:off x="3112011" y="2256142"/>
              <a:ext cx="113128" cy="56328"/>
            </a:xfrm>
            <a:custGeom>
              <a:rect b="b" l="l" r="r" t="t"/>
              <a:pathLst>
                <a:path extrusionOk="0" h="2145" w="4308">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0" name="Google Shape;19120;p95"/>
            <p:cNvSpPr/>
            <p:nvPr/>
          </p:nvSpPr>
          <p:spPr>
            <a:xfrm>
              <a:off x="3130629" y="2174106"/>
              <a:ext cx="75419" cy="61711"/>
            </a:xfrm>
            <a:custGeom>
              <a:rect b="b" l="l" r="r" t="t"/>
              <a:pathLst>
                <a:path extrusionOk="0" h="2350" w="2872">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1" name="Google Shape;19121;p95"/>
            <p:cNvSpPr/>
            <p:nvPr/>
          </p:nvSpPr>
          <p:spPr>
            <a:xfrm>
              <a:off x="3130629" y="2174106"/>
              <a:ext cx="75419" cy="61212"/>
            </a:xfrm>
            <a:custGeom>
              <a:rect b="b" l="l" r="r" t="t"/>
              <a:pathLst>
                <a:path extrusionOk="0" h="2331" w="2872">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2" name="Google Shape;19122;p95"/>
            <p:cNvSpPr/>
            <p:nvPr/>
          </p:nvSpPr>
          <p:spPr>
            <a:xfrm>
              <a:off x="3111775" y="2268957"/>
              <a:ext cx="25157" cy="43513"/>
            </a:xfrm>
            <a:custGeom>
              <a:rect b="b" l="l" r="r" t="t"/>
              <a:pathLst>
                <a:path extrusionOk="0" h="1657" w="958">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3" name="Google Shape;19123;p95"/>
            <p:cNvSpPr/>
            <p:nvPr/>
          </p:nvSpPr>
          <p:spPr>
            <a:xfrm>
              <a:off x="3199720" y="2268957"/>
              <a:ext cx="25157" cy="43513"/>
            </a:xfrm>
            <a:custGeom>
              <a:rect b="b" l="l" r="r" t="t"/>
              <a:pathLst>
                <a:path extrusionOk="0" h="1657" w="958">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4" name="Google Shape;19124;p95"/>
            <p:cNvSpPr/>
            <p:nvPr/>
          </p:nvSpPr>
          <p:spPr>
            <a:xfrm>
              <a:off x="3325636" y="2149343"/>
              <a:ext cx="30934" cy="67882"/>
            </a:xfrm>
            <a:custGeom>
              <a:rect b="b" l="l" r="r" t="t"/>
              <a:pathLst>
                <a:path extrusionOk="0" h="2585" w="1178">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5" name="Google Shape;19125;p95"/>
            <p:cNvSpPr/>
            <p:nvPr/>
          </p:nvSpPr>
          <p:spPr>
            <a:xfrm>
              <a:off x="3337952" y="2143067"/>
              <a:ext cx="73922" cy="73896"/>
            </a:xfrm>
            <a:custGeom>
              <a:rect b="b" l="l" r="r" t="t"/>
              <a:pathLst>
                <a:path extrusionOk="0" h="2814" w="2815">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6" name="Google Shape;19126;p95"/>
            <p:cNvSpPr/>
            <p:nvPr/>
          </p:nvSpPr>
          <p:spPr>
            <a:xfrm>
              <a:off x="3350268" y="2235554"/>
              <a:ext cx="36974" cy="27153"/>
            </a:xfrm>
            <a:custGeom>
              <a:rect b="b" l="l" r="r" t="t"/>
              <a:pathLst>
                <a:path extrusionOk="0" h="1034" w="1408">
                  <a:moveTo>
                    <a:pt x="0" y="0"/>
                  </a:moveTo>
                  <a:lnTo>
                    <a:pt x="0" y="1034"/>
                  </a:lnTo>
                  <a:lnTo>
                    <a:pt x="1407" y="1034"/>
                  </a:lnTo>
                  <a:lnTo>
                    <a:pt x="1407"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7" name="Google Shape;19127;p95"/>
            <p:cNvSpPr/>
            <p:nvPr/>
          </p:nvSpPr>
          <p:spPr>
            <a:xfrm>
              <a:off x="3350268" y="2235554"/>
              <a:ext cx="36974" cy="14916"/>
            </a:xfrm>
            <a:custGeom>
              <a:rect b="b" l="l" r="r" t="t"/>
              <a:pathLst>
                <a:path extrusionOk="0" h="568" w="1408">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8" name="Google Shape;19128;p95"/>
            <p:cNvSpPr/>
            <p:nvPr/>
          </p:nvSpPr>
          <p:spPr>
            <a:xfrm>
              <a:off x="3307044" y="2250365"/>
              <a:ext cx="123658" cy="62367"/>
            </a:xfrm>
            <a:custGeom>
              <a:rect b="b" l="l" r="r" t="t"/>
              <a:pathLst>
                <a:path extrusionOk="0" h="2375" w="4709">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9" name="Google Shape;19129;p95"/>
            <p:cNvSpPr/>
            <p:nvPr/>
          </p:nvSpPr>
          <p:spPr>
            <a:xfrm>
              <a:off x="3362584" y="2262681"/>
              <a:ext cx="12342" cy="49789"/>
            </a:xfrm>
            <a:custGeom>
              <a:rect b="b" l="l" r="r" t="t"/>
              <a:pathLst>
                <a:path extrusionOk="0" h="1896" w="470">
                  <a:moveTo>
                    <a:pt x="115" y="1"/>
                  </a:moveTo>
                  <a:lnTo>
                    <a:pt x="0" y="1896"/>
                  </a:lnTo>
                  <a:lnTo>
                    <a:pt x="469" y="1896"/>
                  </a:lnTo>
                  <a:lnTo>
                    <a:pt x="355" y="1"/>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0" name="Google Shape;19130;p95"/>
            <p:cNvSpPr/>
            <p:nvPr/>
          </p:nvSpPr>
          <p:spPr>
            <a:xfrm>
              <a:off x="3331676" y="2173948"/>
              <a:ext cx="74158" cy="67646"/>
            </a:xfrm>
            <a:custGeom>
              <a:rect b="b" l="l" r="r" t="t"/>
              <a:pathLst>
                <a:path extrusionOk="0" h="2576" w="2824">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1" name="Google Shape;19131;p95"/>
            <p:cNvSpPr/>
            <p:nvPr/>
          </p:nvSpPr>
          <p:spPr>
            <a:xfrm>
              <a:off x="3331676" y="2173975"/>
              <a:ext cx="73896" cy="66123"/>
            </a:xfrm>
            <a:custGeom>
              <a:rect b="b" l="l" r="r" t="t"/>
              <a:pathLst>
                <a:path extrusionOk="0" h="2518" w="2814">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2" name="Google Shape;19132;p95"/>
            <p:cNvSpPr/>
            <p:nvPr/>
          </p:nvSpPr>
          <p:spPr>
            <a:xfrm>
              <a:off x="3307281" y="2266200"/>
              <a:ext cx="24921" cy="46533"/>
            </a:xfrm>
            <a:custGeom>
              <a:rect b="b" l="l" r="r" t="t"/>
              <a:pathLst>
                <a:path extrusionOk="0" h="1772" w="949">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3" name="Google Shape;19133;p95"/>
            <p:cNvSpPr/>
            <p:nvPr/>
          </p:nvSpPr>
          <p:spPr>
            <a:xfrm>
              <a:off x="3405545" y="2266200"/>
              <a:ext cx="24658" cy="46533"/>
            </a:xfrm>
            <a:custGeom>
              <a:rect b="b" l="l" r="r" t="t"/>
              <a:pathLst>
                <a:path extrusionOk="0" h="1772" w="939">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4" name="Google Shape;19134;p95"/>
            <p:cNvSpPr/>
            <p:nvPr/>
          </p:nvSpPr>
          <p:spPr>
            <a:xfrm>
              <a:off x="3362584" y="2262681"/>
              <a:ext cx="12342" cy="12342"/>
            </a:xfrm>
            <a:custGeom>
              <a:rect b="b" l="l" r="r" t="t"/>
              <a:pathLst>
                <a:path extrusionOk="0" h="470" w="47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5" name="Google Shape;19135;p95"/>
            <p:cNvSpPr/>
            <p:nvPr/>
          </p:nvSpPr>
          <p:spPr>
            <a:xfrm>
              <a:off x="3343493" y="2245481"/>
              <a:ext cx="25393" cy="25971"/>
            </a:xfrm>
            <a:custGeom>
              <a:rect b="b" l="l" r="r" t="t"/>
              <a:pathLst>
                <a:path extrusionOk="0" h="989" w="967">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6" name="Google Shape;19136;p95"/>
            <p:cNvSpPr/>
            <p:nvPr/>
          </p:nvSpPr>
          <p:spPr>
            <a:xfrm>
              <a:off x="3368860" y="2245559"/>
              <a:ext cx="25420" cy="26076"/>
            </a:xfrm>
            <a:custGeom>
              <a:rect b="b" l="l" r="r" t="t"/>
              <a:pathLst>
                <a:path extrusionOk="0" h="993" w="968">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7" name="Google Shape;19137;p95"/>
            <p:cNvSpPr/>
            <p:nvPr/>
          </p:nvSpPr>
          <p:spPr>
            <a:xfrm>
              <a:off x="3163297" y="1993516"/>
              <a:ext cx="174419" cy="150233"/>
            </a:xfrm>
            <a:custGeom>
              <a:rect b="b" l="l" r="r" t="t"/>
              <a:pathLst>
                <a:path extrusionOk="0" h="5721" w="6642">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8" name="Google Shape;19138;p95"/>
            <p:cNvSpPr/>
            <p:nvPr/>
          </p:nvSpPr>
          <p:spPr>
            <a:xfrm>
              <a:off x="3192446" y="2019172"/>
              <a:ext cx="28912" cy="10320"/>
            </a:xfrm>
            <a:custGeom>
              <a:rect b="b" l="l" r="r" t="t"/>
              <a:pathLst>
                <a:path extrusionOk="0" h="393" w="1101">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9" name="Google Shape;19139;p95"/>
            <p:cNvSpPr/>
            <p:nvPr/>
          </p:nvSpPr>
          <p:spPr>
            <a:xfrm>
              <a:off x="3228133" y="2019172"/>
              <a:ext cx="80434" cy="10320"/>
            </a:xfrm>
            <a:custGeom>
              <a:rect b="b" l="l" r="r" t="t"/>
              <a:pathLst>
                <a:path extrusionOk="0" h="393" w="3063">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0" name="Google Shape;19140;p95"/>
            <p:cNvSpPr/>
            <p:nvPr/>
          </p:nvSpPr>
          <p:spPr>
            <a:xfrm>
              <a:off x="3192183" y="2044802"/>
              <a:ext cx="116384" cy="10320"/>
            </a:xfrm>
            <a:custGeom>
              <a:rect b="b" l="l" r="r" t="t"/>
              <a:pathLst>
                <a:path extrusionOk="0" h="393" w="4432">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1" name="Google Shape;19141;p95"/>
            <p:cNvSpPr/>
            <p:nvPr/>
          </p:nvSpPr>
          <p:spPr>
            <a:xfrm>
              <a:off x="3192183" y="2070431"/>
              <a:ext cx="80461" cy="10320"/>
            </a:xfrm>
            <a:custGeom>
              <a:rect b="b" l="l" r="r" t="t"/>
              <a:pathLst>
                <a:path extrusionOk="0" h="393" w="3064">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2" name="Google Shape;19142;p95"/>
            <p:cNvSpPr/>
            <p:nvPr/>
          </p:nvSpPr>
          <p:spPr>
            <a:xfrm>
              <a:off x="3279655" y="2070431"/>
              <a:ext cx="28912" cy="10320"/>
            </a:xfrm>
            <a:custGeom>
              <a:rect b="b" l="l" r="r" t="t"/>
              <a:pathLst>
                <a:path extrusionOk="0" h="393" w="1101">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43" name="Google Shape;19143;p95"/>
          <p:cNvGrpSpPr/>
          <p:nvPr/>
        </p:nvGrpSpPr>
        <p:grpSpPr>
          <a:xfrm>
            <a:off x="4009510" y="1813607"/>
            <a:ext cx="288807" cy="355377"/>
            <a:chOff x="4023785" y="1970407"/>
            <a:chExt cx="288807" cy="355377"/>
          </a:xfrm>
        </p:grpSpPr>
        <p:sp>
          <p:nvSpPr>
            <p:cNvPr id="19144" name="Google Shape;19144;p95"/>
            <p:cNvSpPr/>
            <p:nvPr/>
          </p:nvSpPr>
          <p:spPr>
            <a:xfrm>
              <a:off x="4062492" y="2036766"/>
              <a:ext cx="31197" cy="34191"/>
            </a:xfrm>
            <a:custGeom>
              <a:rect b="b" l="l" r="r" t="t"/>
              <a:pathLst>
                <a:path extrusionOk="0" h="1302" w="1188">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5" name="Google Shape;19145;p95"/>
            <p:cNvSpPr/>
            <p:nvPr/>
          </p:nvSpPr>
          <p:spPr>
            <a:xfrm>
              <a:off x="4242452" y="2036766"/>
              <a:ext cx="31433" cy="34191"/>
            </a:xfrm>
            <a:custGeom>
              <a:rect b="b" l="l" r="r" t="t"/>
              <a:pathLst>
                <a:path extrusionOk="0" h="1302" w="1197">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6" name="Google Shape;19146;p95"/>
            <p:cNvSpPr/>
            <p:nvPr/>
          </p:nvSpPr>
          <p:spPr>
            <a:xfrm>
              <a:off x="4152222" y="2009613"/>
              <a:ext cx="31932" cy="32457"/>
            </a:xfrm>
            <a:custGeom>
              <a:rect b="b" l="l" r="r" t="t"/>
              <a:pathLst>
                <a:path extrusionOk="0" h="1236" w="1216">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7" name="Google Shape;19147;p95"/>
            <p:cNvSpPr/>
            <p:nvPr/>
          </p:nvSpPr>
          <p:spPr>
            <a:xfrm>
              <a:off x="4152222" y="2009613"/>
              <a:ext cx="21376" cy="32457"/>
            </a:xfrm>
            <a:custGeom>
              <a:rect b="b" l="l" r="r" t="t"/>
              <a:pathLst>
                <a:path extrusionOk="0" h="1236" w="814">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8" name="Google Shape;19148;p95"/>
            <p:cNvSpPr/>
            <p:nvPr/>
          </p:nvSpPr>
          <p:spPr>
            <a:xfrm>
              <a:off x="4023785" y="2036766"/>
              <a:ext cx="288807" cy="288781"/>
            </a:xfrm>
            <a:custGeom>
              <a:rect b="b" l="l" r="r" t="t"/>
              <a:pathLst>
                <a:path extrusionOk="0" h="10997" w="10998">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9" name="Google Shape;19149;p95"/>
            <p:cNvSpPr/>
            <p:nvPr/>
          </p:nvSpPr>
          <p:spPr>
            <a:xfrm>
              <a:off x="4030087" y="2037002"/>
              <a:ext cx="151048" cy="288781"/>
            </a:xfrm>
            <a:custGeom>
              <a:rect b="b" l="l" r="r" t="t"/>
              <a:pathLst>
                <a:path extrusionOk="0" h="10997" w="5752">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0" name="Google Shape;19150;p95"/>
            <p:cNvSpPr/>
            <p:nvPr/>
          </p:nvSpPr>
          <p:spPr>
            <a:xfrm>
              <a:off x="4037624" y="2060111"/>
              <a:ext cx="251597" cy="242065"/>
            </a:xfrm>
            <a:custGeom>
              <a:rect b="b" l="l" r="r" t="t"/>
              <a:pathLst>
                <a:path extrusionOk="0" h="9218" w="9581">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1" name="Google Shape;19151;p95"/>
            <p:cNvSpPr/>
            <p:nvPr/>
          </p:nvSpPr>
          <p:spPr>
            <a:xfrm>
              <a:off x="4049940" y="2060137"/>
              <a:ext cx="125418" cy="242038"/>
            </a:xfrm>
            <a:custGeom>
              <a:rect b="b" l="l" r="r" t="t"/>
              <a:pathLst>
                <a:path extrusionOk="0" h="9217" w="4776">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2" name="Google Shape;19152;p95"/>
            <p:cNvSpPr/>
            <p:nvPr/>
          </p:nvSpPr>
          <p:spPr>
            <a:xfrm>
              <a:off x="4054194" y="2076340"/>
              <a:ext cx="217932" cy="209739"/>
            </a:xfrm>
            <a:custGeom>
              <a:rect b="b" l="l" r="r" t="t"/>
              <a:pathLst>
                <a:path extrusionOk="0" h="7987" w="8299">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3" name="Google Shape;19153;p95"/>
            <p:cNvSpPr/>
            <p:nvPr/>
          </p:nvSpPr>
          <p:spPr>
            <a:xfrm>
              <a:off x="4062492" y="2076340"/>
              <a:ext cx="118144" cy="209607"/>
            </a:xfrm>
            <a:custGeom>
              <a:rect b="b" l="l" r="r" t="t"/>
              <a:pathLst>
                <a:path extrusionOk="0" h="7982" w="4499">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4" name="Google Shape;19154;p95"/>
            <p:cNvSpPr/>
            <p:nvPr/>
          </p:nvSpPr>
          <p:spPr>
            <a:xfrm>
              <a:off x="4162516" y="2109821"/>
              <a:ext cx="11344" cy="74736"/>
            </a:xfrm>
            <a:custGeom>
              <a:rect b="b" l="l" r="r" t="t"/>
              <a:pathLst>
                <a:path extrusionOk="0" h="2846" w="432">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5" name="Google Shape;19155;p95"/>
            <p:cNvSpPr/>
            <p:nvPr/>
          </p:nvSpPr>
          <p:spPr>
            <a:xfrm>
              <a:off x="4245970" y="2009561"/>
              <a:ext cx="55803" cy="47294"/>
            </a:xfrm>
            <a:custGeom>
              <a:rect b="b" l="l" r="r" t="t"/>
              <a:pathLst>
                <a:path extrusionOk="0" h="1801" w="2125">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6" name="Google Shape;19156;p95"/>
            <p:cNvSpPr/>
            <p:nvPr/>
          </p:nvSpPr>
          <p:spPr>
            <a:xfrm>
              <a:off x="4034604" y="2009561"/>
              <a:ext cx="55829" cy="47294"/>
            </a:xfrm>
            <a:custGeom>
              <a:rect b="b" l="l" r="r" t="t"/>
              <a:pathLst>
                <a:path extrusionOk="0" h="1801" w="2126">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7" name="Google Shape;19157;p95"/>
            <p:cNvSpPr/>
            <p:nvPr/>
          </p:nvSpPr>
          <p:spPr>
            <a:xfrm>
              <a:off x="4133368" y="1970407"/>
              <a:ext cx="69642" cy="41753"/>
            </a:xfrm>
            <a:custGeom>
              <a:rect b="b" l="l" r="r" t="t"/>
              <a:pathLst>
                <a:path extrusionOk="0" h="1590" w="2652">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8" name="Google Shape;19158;p95"/>
            <p:cNvSpPr/>
            <p:nvPr/>
          </p:nvSpPr>
          <p:spPr>
            <a:xfrm>
              <a:off x="4245970" y="2009561"/>
              <a:ext cx="49526" cy="47294"/>
            </a:xfrm>
            <a:custGeom>
              <a:rect b="b" l="l" r="r" t="t"/>
              <a:pathLst>
                <a:path extrusionOk="0" h="1801" w="1886">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9" name="Google Shape;19159;p95"/>
            <p:cNvSpPr/>
            <p:nvPr/>
          </p:nvSpPr>
          <p:spPr>
            <a:xfrm>
              <a:off x="4034604" y="2009561"/>
              <a:ext cx="49789" cy="47294"/>
            </a:xfrm>
            <a:custGeom>
              <a:rect b="b" l="l" r="r" t="t"/>
              <a:pathLst>
                <a:path extrusionOk="0" h="1801" w="1896">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0" name="Google Shape;19160;p95"/>
            <p:cNvSpPr/>
            <p:nvPr/>
          </p:nvSpPr>
          <p:spPr>
            <a:xfrm>
              <a:off x="4133368" y="1970407"/>
              <a:ext cx="30435" cy="41990"/>
            </a:xfrm>
            <a:custGeom>
              <a:rect b="b" l="l" r="r" t="t"/>
              <a:pathLst>
                <a:path extrusionOk="0" h="1599" w="1159">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1" name="Google Shape;19161;p95"/>
            <p:cNvSpPr/>
            <p:nvPr/>
          </p:nvSpPr>
          <p:spPr>
            <a:xfrm>
              <a:off x="4049178" y="2070930"/>
              <a:ext cx="229224" cy="220426"/>
            </a:xfrm>
            <a:custGeom>
              <a:rect b="b" l="l" r="r" t="t"/>
              <a:pathLst>
                <a:path extrusionOk="0" h="8394" w="8729">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2" name="Google Shape;19162;p95"/>
            <p:cNvSpPr/>
            <p:nvPr/>
          </p:nvSpPr>
          <p:spPr>
            <a:xfrm>
              <a:off x="4153719" y="2166674"/>
              <a:ext cx="28676" cy="28939"/>
            </a:xfrm>
            <a:custGeom>
              <a:rect b="b" l="l" r="r" t="t"/>
              <a:pathLst>
                <a:path extrusionOk="0" h="1102" w="1092">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3" name="Google Shape;19163;p95"/>
            <p:cNvSpPr/>
            <p:nvPr/>
          </p:nvSpPr>
          <p:spPr>
            <a:xfrm>
              <a:off x="4153982" y="2166832"/>
              <a:ext cx="23398" cy="28833"/>
            </a:xfrm>
            <a:custGeom>
              <a:rect b="b" l="l" r="r" t="t"/>
              <a:pathLst>
                <a:path extrusionOk="0" h="1098" w="891">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64" name="Google Shape;19164;p95"/>
          <p:cNvGrpSpPr/>
          <p:nvPr/>
        </p:nvGrpSpPr>
        <p:grpSpPr>
          <a:xfrm>
            <a:off x="3530265" y="3224163"/>
            <a:ext cx="320188" cy="319269"/>
            <a:chOff x="3544540" y="3380963"/>
            <a:chExt cx="320188" cy="319269"/>
          </a:xfrm>
        </p:grpSpPr>
        <p:sp>
          <p:nvSpPr>
            <p:cNvPr id="19165" name="Google Shape;19165;p95"/>
            <p:cNvSpPr/>
            <p:nvPr/>
          </p:nvSpPr>
          <p:spPr>
            <a:xfrm>
              <a:off x="3636528" y="3558218"/>
              <a:ext cx="51023" cy="51049"/>
            </a:xfrm>
            <a:custGeom>
              <a:rect b="b" l="l" r="r" t="t"/>
              <a:pathLst>
                <a:path extrusionOk="0" h="1944" w="1943">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6" name="Google Shape;19166;p95"/>
            <p:cNvSpPr/>
            <p:nvPr/>
          </p:nvSpPr>
          <p:spPr>
            <a:xfrm>
              <a:off x="3636765" y="3558454"/>
              <a:ext cx="40992" cy="50813"/>
            </a:xfrm>
            <a:custGeom>
              <a:rect b="b" l="l" r="r" t="t"/>
              <a:pathLst>
                <a:path extrusionOk="0" h="1935" w="1561">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7" name="Google Shape;19167;p95"/>
            <p:cNvSpPr/>
            <p:nvPr/>
          </p:nvSpPr>
          <p:spPr>
            <a:xfrm>
              <a:off x="3632248" y="3380963"/>
              <a:ext cx="232480" cy="221897"/>
            </a:xfrm>
            <a:custGeom>
              <a:rect b="b" l="l" r="r" t="t"/>
              <a:pathLst>
                <a:path extrusionOk="0" h="8450" w="8853">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8" name="Google Shape;19168;p95"/>
            <p:cNvSpPr/>
            <p:nvPr/>
          </p:nvSpPr>
          <p:spPr>
            <a:xfrm>
              <a:off x="3627731" y="3381094"/>
              <a:ext cx="135738" cy="221792"/>
            </a:xfrm>
            <a:custGeom>
              <a:rect b="b" l="l" r="r" t="t"/>
              <a:pathLst>
                <a:path extrusionOk="0" h="8446" w="5169">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9" name="Google Shape;19169;p95"/>
            <p:cNvSpPr/>
            <p:nvPr/>
          </p:nvSpPr>
          <p:spPr>
            <a:xfrm>
              <a:off x="3664154" y="3402050"/>
              <a:ext cx="188258" cy="179723"/>
            </a:xfrm>
            <a:custGeom>
              <a:rect b="b" l="l" r="r" t="t"/>
              <a:pathLst>
                <a:path extrusionOk="0" h="6844" w="7169">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0" name="Google Shape;19170;p95"/>
            <p:cNvSpPr/>
            <p:nvPr/>
          </p:nvSpPr>
          <p:spPr>
            <a:xfrm>
              <a:off x="3656381" y="3402102"/>
              <a:ext cx="107088" cy="179540"/>
            </a:xfrm>
            <a:custGeom>
              <a:rect b="b" l="l" r="r" t="t"/>
              <a:pathLst>
                <a:path extrusionOk="0" h="6837" w="4078">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1" name="Google Shape;19171;p95"/>
            <p:cNvSpPr/>
            <p:nvPr/>
          </p:nvSpPr>
          <p:spPr>
            <a:xfrm>
              <a:off x="3729252" y="3437579"/>
              <a:ext cx="49290" cy="49027"/>
            </a:xfrm>
            <a:custGeom>
              <a:rect b="b" l="l" r="r" t="t"/>
              <a:pathLst>
                <a:path extrusionOk="0" h="1867" w="1877">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2" name="Google Shape;19172;p95"/>
            <p:cNvSpPr/>
            <p:nvPr/>
          </p:nvSpPr>
          <p:spPr>
            <a:xfrm>
              <a:off x="3729252" y="3437658"/>
              <a:ext cx="34217" cy="49132"/>
            </a:xfrm>
            <a:custGeom>
              <a:rect b="b" l="l" r="r" t="t"/>
              <a:pathLst>
                <a:path extrusionOk="0" h="1871" w="1303">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3" name="Google Shape;19173;p95"/>
            <p:cNvSpPr/>
            <p:nvPr/>
          </p:nvSpPr>
          <p:spPr>
            <a:xfrm>
              <a:off x="3713680" y="3486581"/>
              <a:ext cx="80434" cy="51548"/>
            </a:xfrm>
            <a:custGeom>
              <a:rect b="b" l="l" r="r" t="t"/>
              <a:pathLst>
                <a:path extrusionOk="0" h="1963" w="3063">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4" name="Google Shape;19174;p95"/>
            <p:cNvSpPr/>
            <p:nvPr/>
          </p:nvSpPr>
          <p:spPr>
            <a:xfrm>
              <a:off x="3713680" y="3486581"/>
              <a:ext cx="45745" cy="51548"/>
            </a:xfrm>
            <a:custGeom>
              <a:rect b="b" l="l" r="r" t="t"/>
              <a:pathLst>
                <a:path extrusionOk="0" h="1963" w="1742">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5" name="Google Shape;19175;p95"/>
            <p:cNvSpPr/>
            <p:nvPr/>
          </p:nvSpPr>
          <p:spPr>
            <a:xfrm>
              <a:off x="3728990" y="3507274"/>
              <a:ext cx="9847" cy="30856"/>
            </a:xfrm>
            <a:custGeom>
              <a:rect b="b" l="l" r="r" t="t"/>
              <a:pathLst>
                <a:path extrusionOk="0" h="1175" w="375">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6" name="Google Shape;19176;p95"/>
            <p:cNvSpPr/>
            <p:nvPr/>
          </p:nvSpPr>
          <p:spPr>
            <a:xfrm>
              <a:off x="3768958" y="3507274"/>
              <a:ext cx="9821" cy="30856"/>
            </a:xfrm>
            <a:custGeom>
              <a:rect b="b" l="l" r="r" t="t"/>
              <a:pathLst>
                <a:path extrusionOk="0" h="1175" w="374">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7" name="Google Shape;19177;p95"/>
            <p:cNvSpPr/>
            <p:nvPr/>
          </p:nvSpPr>
          <p:spPr>
            <a:xfrm>
              <a:off x="3544540" y="3586342"/>
              <a:ext cx="116384" cy="113890"/>
            </a:xfrm>
            <a:custGeom>
              <a:rect b="b" l="l" r="r" t="t"/>
              <a:pathLst>
                <a:path extrusionOk="0" h="4337" w="4432">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8" name="Google Shape;19178;p95"/>
            <p:cNvSpPr/>
            <p:nvPr/>
          </p:nvSpPr>
          <p:spPr>
            <a:xfrm>
              <a:off x="3544540" y="3586369"/>
              <a:ext cx="101810" cy="113863"/>
            </a:xfrm>
            <a:custGeom>
              <a:rect b="b" l="l" r="r" t="t"/>
              <a:pathLst>
                <a:path extrusionOk="0" h="4336" w="3877">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9" name="Google Shape;19179;p95"/>
            <p:cNvSpPr/>
            <p:nvPr/>
          </p:nvSpPr>
          <p:spPr>
            <a:xfrm>
              <a:off x="3618409" y="3586106"/>
              <a:ext cx="42515" cy="41491"/>
            </a:xfrm>
            <a:custGeom>
              <a:rect b="b" l="l" r="r" t="t"/>
              <a:pathLst>
                <a:path extrusionOk="0" h="1580" w="1619">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0" name="Google Shape;19180;p95"/>
            <p:cNvSpPr/>
            <p:nvPr/>
          </p:nvSpPr>
          <p:spPr>
            <a:xfrm>
              <a:off x="3618409" y="3586106"/>
              <a:ext cx="27941" cy="22899"/>
            </a:xfrm>
            <a:custGeom>
              <a:rect b="b" l="l" r="r" t="t"/>
              <a:pathLst>
                <a:path extrusionOk="0" h="872" w="1064">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81" name="Google Shape;19181;p95"/>
          <p:cNvGrpSpPr/>
          <p:nvPr/>
        </p:nvGrpSpPr>
        <p:grpSpPr>
          <a:xfrm>
            <a:off x="3930362" y="3198034"/>
            <a:ext cx="415696" cy="371605"/>
            <a:chOff x="3944637" y="3354834"/>
            <a:chExt cx="415696" cy="371605"/>
          </a:xfrm>
        </p:grpSpPr>
        <p:sp>
          <p:nvSpPr>
            <p:cNvPr id="19182" name="Google Shape;19182;p95"/>
            <p:cNvSpPr/>
            <p:nvPr/>
          </p:nvSpPr>
          <p:spPr>
            <a:xfrm>
              <a:off x="4069031" y="3391598"/>
              <a:ext cx="126941" cy="126941"/>
            </a:xfrm>
            <a:custGeom>
              <a:rect b="b" l="l" r="r" t="t"/>
              <a:pathLst>
                <a:path extrusionOk="0" h="4834" w="4834">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3" name="Google Shape;19183;p95"/>
            <p:cNvSpPr/>
            <p:nvPr/>
          </p:nvSpPr>
          <p:spPr>
            <a:xfrm>
              <a:off x="4068768" y="3391546"/>
              <a:ext cx="71926" cy="126731"/>
            </a:xfrm>
            <a:custGeom>
              <a:rect b="b" l="l" r="r" t="t"/>
              <a:pathLst>
                <a:path extrusionOk="0" h="4826" w="2739">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4" name="Google Shape;19184;p95"/>
            <p:cNvSpPr/>
            <p:nvPr/>
          </p:nvSpPr>
          <p:spPr>
            <a:xfrm>
              <a:off x="4089382" y="3411950"/>
              <a:ext cx="86238" cy="86238"/>
            </a:xfrm>
            <a:custGeom>
              <a:rect b="b" l="l" r="r" t="t"/>
              <a:pathLst>
                <a:path extrusionOk="0" h="3284" w="3284">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5" name="Google Shape;19185;p95"/>
            <p:cNvSpPr/>
            <p:nvPr/>
          </p:nvSpPr>
          <p:spPr>
            <a:xfrm>
              <a:off x="4088909" y="3411792"/>
              <a:ext cx="51785" cy="86212"/>
            </a:xfrm>
            <a:custGeom>
              <a:rect b="b" l="l" r="r" t="t"/>
              <a:pathLst>
                <a:path extrusionOk="0" h="3283" w="1972">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6" name="Google Shape;19186;p95"/>
            <p:cNvSpPr/>
            <p:nvPr/>
          </p:nvSpPr>
          <p:spPr>
            <a:xfrm>
              <a:off x="4114776" y="3426025"/>
              <a:ext cx="34453" cy="59085"/>
            </a:xfrm>
            <a:custGeom>
              <a:rect b="b" l="l" r="r" t="t"/>
              <a:pathLst>
                <a:path extrusionOk="0" h="2250" w="1312">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7" name="Google Shape;19187;p95"/>
            <p:cNvSpPr/>
            <p:nvPr/>
          </p:nvSpPr>
          <p:spPr>
            <a:xfrm>
              <a:off x="4167296" y="3354913"/>
              <a:ext cx="126941" cy="126678"/>
            </a:xfrm>
            <a:custGeom>
              <a:rect b="b" l="l" r="r" t="t"/>
              <a:pathLst>
                <a:path extrusionOk="0" h="4824" w="4834">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8" name="Google Shape;19188;p95"/>
            <p:cNvSpPr/>
            <p:nvPr/>
          </p:nvSpPr>
          <p:spPr>
            <a:xfrm>
              <a:off x="4167033" y="3354834"/>
              <a:ext cx="71926" cy="126757"/>
            </a:xfrm>
            <a:custGeom>
              <a:rect b="b" l="l" r="r" t="t"/>
              <a:pathLst>
                <a:path extrusionOk="0" h="4827" w="2739">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9" name="Google Shape;19189;p95"/>
            <p:cNvSpPr/>
            <p:nvPr/>
          </p:nvSpPr>
          <p:spPr>
            <a:xfrm>
              <a:off x="4187647" y="3375264"/>
              <a:ext cx="86238" cy="86212"/>
            </a:xfrm>
            <a:custGeom>
              <a:rect b="b" l="l" r="r" t="t"/>
              <a:pathLst>
                <a:path extrusionOk="0" h="3283" w="3284">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0" name="Google Shape;19190;p95"/>
            <p:cNvSpPr/>
            <p:nvPr/>
          </p:nvSpPr>
          <p:spPr>
            <a:xfrm>
              <a:off x="4187174" y="3375107"/>
              <a:ext cx="51785" cy="86212"/>
            </a:xfrm>
            <a:custGeom>
              <a:rect b="b" l="l" r="r" t="t"/>
              <a:pathLst>
                <a:path extrusionOk="0" h="3283" w="1972">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1" name="Google Shape;19191;p95"/>
            <p:cNvSpPr/>
            <p:nvPr/>
          </p:nvSpPr>
          <p:spPr>
            <a:xfrm>
              <a:off x="4213040" y="3389340"/>
              <a:ext cx="34453" cy="59085"/>
            </a:xfrm>
            <a:custGeom>
              <a:rect b="b" l="l" r="r" t="t"/>
              <a:pathLst>
                <a:path extrusionOk="0" h="2250" w="1312">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2" name="Google Shape;19192;p95"/>
            <p:cNvSpPr/>
            <p:nvPr/>
          </p:nvSpPr>
          <p:spPr>
            <a:xfrm>
              <a:off x="3944637" y="3566017"/>
              <a:ext cx="142513" cy="160422"/>
            </a:xfrm>
            <a:custGeom>
              <a:rect b="b" l="l" r="r" t="t"/>
              <a:pathLst>
                <a:path extrusionOk="0" h="6109" w="5427">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3" name="Google Shape;19193;p95"/>
            <p:cNvSpPr/>
            <p:nvPr/>
          </p:nvSpPr>
          <p:spPr>
            <a:xfrm>
              <a:off x="3983843" y="3674313"/>
              <a:ext cx="103307" cy="52126"/>
            </a:xfrm>
            <a:custGeom>
              <a:rect b="b" l="l" r="r" t="t"/>
              <a:pathLst>
                <a:path extrusionOk="0" h="1985" w="3934">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4" name="Google Shape;19194;p95"/>
            <p:cNvSpPr/>
            <p:nvPr/>
          </p:nvSpPr>
          <p:spPr>
            <a:xfrm>
              <a:off x="4082843" y="3493513"/>
              <a:ext cx="277489" cy="171294"/>
            </a:xfrm>
            <a:custGeom>
              <a:rect b="b" l="l" r="r" t="t"/>
              <a:pathLst>
                <a:path extrusionOk="0" h="6523" w="10567">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5" name="Google Shape;19195;p95"/>
            <p:cNvSpPr/>
            <p:nvPr/>
          </p:nvSpPr>
          <p:spPr>
            <a:xfrm>
              <a:off x="4082843" y="3558454"/>
              <a:ext cx="56328" cy="106353"/>
            </a:xfrm>
            <a:custGeom>
              <a:rect b="b" l="l" r="r" t="t"/>
              <a:pathLst>
                <a:path extrusionOk="0" h="4050" w="2145">
                  <a:moveTo>
                    <a:pt x="747" y="1"/>
                  </a:moveTo>
                  <a:lnTo>
                    <a:pt x="1" y="307"/>
                  </a:lnTo>
                  <a:lnTo>
                    <a:pt x="1398" y="4049"/>
                  </a:lnTo>
                  <a:lnTo>
                    <a:pt x="2145" y="3743"/>
                  </a:lnTo>
                  <a:lnTo>
                    <a:pt x="747"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6" name="Google Shape;19196;p95"/>
            <p:cNvSpPr/>
            <p:nvPr/>
          </p:nvSpPr>
          <p:spPr>
            <a:xfrm>
              <a:off x="4155977" y="3543880"/>
              <a:ext cx="79962" cy="50944"/>
            </a:xfrm>
            <a:custGeom>
              <a:rect b="b" l="l" r="r" t="t"/>
              <a:pathLst>
                <a:path extrusionOk="0" h="1940" w="3045">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7" name="Google Shape;19197;p95"/>
            <p:cNvSpPr/>
            <p:nvPr/>
          </p:nvSpPr>
          <p:spPr>
            <a:xfrm>
              <a:off x="4038359" y="3553701"/>
              <a:ext cx="86500" cy="139756"/>
            </a:xfrm>
            <a:custGeom>
              <a:rect b="b" l="l" r="r" t="t"/>
              <a:pathLst>
                <a:path extrusionOk="0" h="5322" w="3294">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8" name="Google Shape;19198;p95"/>
            <p:cNvSpPr/>
            <p:nvPr/>
          </p:nvSpPr>
          <p:spPr>
            <a:xfrm>
              <a:off x="4078826" y="3658741"/>
              <a:ext cx="46034" cy="34716"/>
            </a:xfrm>
            <a:custGeom>
              <a:rect b="b" l="l" r="r" t="t"/>
              <a:pathLst>
                <a:path extrusionOk="0" h="1322" w="1753">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99" name="Google Shape;19199;p95"/>
          <p:cNvGrpSpPr/>
          <p:nvPr/>
        </p:nvGrpSpPr>
        <p:grpSpPr>
          <a:xfrm>
            <a:off x="1300344" y="3664727"/>
            <a:ext cx="346317" cy="332136"/>
            <a:chOff x="1314619" y="3821527"/>
            <a:chExt cx="346317" cy="332136"/>
          </a:xfrm>
        </p:grpSpPr>
        <p:sp>
          <p:nvSpPr>
            <p:cNvPr id="19200" name="Google Shape;19200;p95"/>
            <p:cNvSpPr/>
            <p:nvPr/>
          </p:nvSpPr>
          <p:spPr>
            <a:xfrm>
              <a:off x="1426198" y="4020893"/>
              <a:ext cx="9060" cy="19117"/>
            </a:xfrm>
            <a:custGeom>
              <a:rect b="b" l="l" r="r" t="t"/>
              <a:pathLst>
                <a:path extrusionOk="0" h="728" w="345">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1" name="Google Shape;19201;p95"/>
            <p:cNvSpPr/>
            <p:nvPr/>
          </p:nvSpPr>
          <p:spPr>
            <a:xfrm>
              <a:off x="1435231" y="3843218"/>
              <a:ext cx="225705" cy="237495"/>
            </a:xfrm>
            <a:custGeom>
              <a:rect b="b" l="l" r="r" t="t"/>
              <a:pathLst>
                <a:path extrusionOk="0" h="9044" w="8595">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2" name="Google Shape;19202;p95"/>
            <p:cNvSpPr/>
            <p:nvPr/>
          </p:nvSpPr>
          <p:spPr>
            <a:xfrm>
              <a:off x="1414381" y="3821527"/>
              <a:ext cx="238021" cy="230195"/>
            </a:xfrm>
            <a:custGeom>
              <a:rect b="b" l="l" r="r" t="t"/>
              <a:pathLst>
                <a:path extrusionOk="0" h="8766" w="9064">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3" name="Google Shape;19203;p95"/>
            <p:cNvSpPr/>
            <p:nvPr/>
          </p:nvSpPr>
          <p:spPr>
            <a:xfrm>
              <a:off x="1536280" y="3935180"/>
              <a:ext cx="22872" cy="55330"/>
            </a:xfrm>
            <a:custGeom>
              <a:rect b="b" l="l" r="r" t="t"/>
              <a:pathLst>
                <a:path extrusionOk="0" h="2107" w="871">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4" name="Google Shape;19204;p95"/>
            <p:cNvSpPr/>
            <p:nvPr/>
          </p:nvSpPr>
          <p:spPr>
            <a:xfrm>
              <a:off x="1343505" y="4079453"/>
              <a:ext cx="153831" cy="74211"/>
            </a:xfrm>
            <a:custGeom>
              <a:rect b="b" l="l" r="r" t="t"/>
              <a:pathLst>
                <a:path extrusionOk="0" h="2826" w="5858">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5" name="Google Shape;19205;p95"/>
            <p:cNvSpPr/>
            <p:nvPr/>
          </p:nvSpPr>
          <p:spPr>
            <a:xfrm>
              <a:off x="1459627" y="4036465"/>
              <a:ext cx="84216" cy="47005"/>
            </a:xfrm>
            <a:custGeom>
              <a:rect b="b" l="l" r="r" t="t"/>
              <a:pathLst>
                <a:path extrusionOk="0" h="1790" w="3207">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6" name="Google Shape;19206;p95"/>
            <p:cNvSpPr/>
            <p:nvPr/>
          </p:nvSpPr>
          <p:spPr>
            <a:xfrm>
              <a:off x="1314619" y="3913516"/>
              <a:ext cx="239019" cy="230195"/>
            </a:xfrm>
            <a:custGeom>
              <a:rect b="b" l="l" r="r" t="t"/>
              <a:pathLst>
                <a:path extrusionOk="0" h="8766" w="9102">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7" name="Google Shape;19207;p95"/>
            <p:cNvSpPr/>
            <p:nvPr/>
          </p:nvSpPr>
          <p:spPr>
            <a:xfrm>
              <a:off x="1450830" y="4059075"/>
              <a:ext cx="36948" cy="22400"/>
            </a:xfrm>
            <a:custGeom>
              <a:rect b="b" l="l" r="r" t="t"/>
              <a:pathLst>
                <a:path extrusionOk="0" h="853" w="1407">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08" name="Google Shape;19208;p95"/>
          <p:cNvGrpSpPr/>
          <p:nvPr/>
        </p:nvGrpSpPr>
        <p:grpSpPr>
          <a:xfrm>
            <a:off x="1736864" y="3634134"/>
            <a:ext cx="386258" cy="380507"/>
            <a:chOff x="1751139" y="3790934"/>
            <a:chExt cx="386258" cy="380507"/>
          </a:xfrm>
        </p:grpSpPr>
        <p:sp>
          <p:nvSpPr>
            <p:cNvPr id="19209" name="Google Shape;19209;p95"/>
            <p:cNvSpPr/>
            <p:nvPr/>
          </p:nvSpPr>
          <p:spPr>
            <a:xfrm>
              <a:off x="1751139" y="3913069"/>
              <a:ext cx="195059" cy="195296"/>
            </a:xfrm>
            <a:custGeom>
              <a:rect b="b" l="l" r="r" t="t"/>
              <a:pathLst>
                <a:path extrusionOk="0" h="7437" w="7428">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0" name="Google Shape;19210;p95"/>
            <p:cNvSpPr/>
            <p:nvPr/>
          </p:nvSpPr>
          <p:spPr>
            <a:xfrm>
              <a:off x="1837902" y="3913122"/>
              <a:ext cx="46979" cy="68591"/>
            </a:xfrm>
            <a:custGeom>
              <a:rect b="b" l="l" r="r" t="t"/>
              <a:pathLst>
                <a:path extrusionOk="0" h="2612" w="1789">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1" name="Google Shape;19211;p95"/>
            <p:cNvSpPr/>
            <p:nvPr/>
          </p:nvSpPr>
          <p:spPr>
            <a:xfrm>
              <a:off x="1752137" y="4011597"/>
              <a:ext cx="34217" cy="60319"/>
            </a:xfrm>
            <a:custGeom>
              <a:rect b="b" l="l" r="r" t="t"/>
              <a:pathLst>
                <a:path extrusionOk="0" h="2297" w="1303">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2" name="Google Shape;19212;p95"/>
            <p:cNvSpPr/>
            <p:nvPr/>
          </p:nvSpPr>
          <p:spPr>
            <a:xfrm>
              <a:off x="1813480" y="3981687"/>
              <a:ext cx="9821" cy="42751"/>
            </a:xfrm>
            <a:custGeom>
              <a:rect b="b" l="l" r="r" t="t"/>
              <a:pathLst>
                <a:path extrusionOk="0" h="1628" w="374">
                  <a:moveTo>
                    <a:pt x="0" y="0"/>
                  </a:moveTo>
                  <a:lnTo>
                    <a:pt x="0" y="1436"/>
                  </a:lnTo>
                  <a:lnTo>
                    <a:pt x="0" y="1541"/>
                  </a:lnTo>
                  <a:lnTo>
                    <a:pt x="0" y="1627"/>
                  </a:lnTo>
                  <a:lnTo>
                    <a:pt x="373" y="1627"/>
                  </a:lnTo>
                  <a:lnTo>
                    <a:pt x="373" y="0"/>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3" name="Google Shape;19213;p95"/>
            <p:cNvSpPr/>
            <p:nvPr/>
          </p:nvSpPr>
          <p:spPr>
            <a:xfrm>
              <a:off x="1813480" y="4059075"/>
              <a:ext cx="9821" cy="48030"/>
            </a:xfrm>
            <a:custGeom>
              <a:rect b="b" l="l" r="r" t="t"/>
              <a:pathLst>
                <a:path extrusionOk="0" h="1829" w="374">
                  <a:moveTo>
                    <a:pt x="0" y="1"/>
                  </a:moveTo>
                  <a:lnTo>
                    <a:pt x="0" y="1197"/>
                  </a:lnTo>
                  <a:cubicBezTo>
                    <a:pt x="10" y="1599"/>
                    <a:pt x="192" y="1762"/>
                    <a:pt x="373" y="1829"/>
                  </a:cubicBezTo>
                  <a:lnTo>
                    <a:pt x="373" y="1"/>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4" name="Google Shape;19214;p95"/>
            <p:cNvSpPr/>
            <p:nvPr/>
          </p:nvSpPr>
          <p:spPr>
            <a:xfrm>
              <a:off x="1939870" y="3853748"/>
              <a:ext cx="197528" cy="191042"/>
            </a:xfrm>
            <a:custGeom>
              <a:rect b="b" l="l" r="r" t="t"/>
              <a:pathLst>
                <a:path extrusionOk="0" h="7275" w="7522">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5" name="Google Shape;19215;p95"/>
            <p:cNvSpPr/>
            <p:nvPr/>
          </p:nvSpPr>
          <p:spPr>
            <a:xfrm>
              <a:off x="1981098" y="3893217"/>
              <a:ext cx="29674" cy="49290"/>
            </a:xfrm>
            <a:custGeom>
              <a:rect b="b" l="l" r="r" t="t"/>
              <a:pathLst>
                <a:path extrusionOk="0" h="1877" w="113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6" name="Google Shape;19216;p95"/>
            <p:cNvSpPr/>
            <p:nvPr/>
          </p:nvSpPr>
          <p:spPr>
            <a:xfrm>
              <a:off x="1879052" y="3981687"/>
              <a:ext cx="188783" cy="189755"/>
            </a:xfrm>
            <a:custGeom>
              <a:rect b="b" l="l" r="r" t="t"/>
              <a:pathLst>
                <a:path extrusionOk="0" h="7226" w="7189">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7" name="Google Shape;19217;p95"/>
            <p:cNvSpPr/>
            <p:nvPr/>
          </p:nvSpPr>
          <p:spPr>
            <a:xfrm>
              <a:off x="1878815" y="4016875"/>
              <a:ext cx="33193" cy="56564"/>
            </a:xfrm>
            <a:custGeom>
              <a:rect b="b" l="l" r="r" t="t"/>
              <a:pathLst>
                <a:path extrusionOk="0" h="2154" w="1264">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8" name="Google Shape;19218;p95"/>
            <p:cNvSpPr/>
            <p:nvPr/>
          </p:nvSpPr>
          <p:spPr>
            <a:xfrm>
              <a:off x="1941130" y="3981687"/>
              <a:ext cx="8324" cy="48266"/>
            </a:xfrm>
            <a:custGeom>
              <a:rect b="b" l="l" r="r" t="t"/>
              <a:pathLst>
                <a:path extrusionOk="0" h="1838" w="317">
                  <a:moveTo>
                    <a:pt x="1" y="0"/>
                  </a:moveTo>
                  <a:lnTo>
                    <a:pt x="1" y="1838"/>
                  </a:lnTo>
                  <a:lnTo>
                    <a:pt x="317" y="1838"/>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9" name="Google Shape;19219;p95"/>
            <p:cNvSpPr/>
            <p:nvPr/>
          </p:nvSpPr>
          <p:spPr>
            <a:xfrm>
              <a:off x="1941130" y="4060598"/>
              <a:ext cx="8324" cy="47767"/>
            </a:xfrm>
            <a:custGeom>
              <a:rect b="b" l="l" r="r" t="t"/>
              <a:pathLst>
                <a:path extrusionOk="0" h="1819" w="317">
                  <a:moveTo>
                    <a:pt x="1" y="0"/>
                  </a:moveTo>
                  <a:lnTo>
                    <a:pt x="1" y="1819"/>
                  </a:lnTo>
                  <a:lnTo>
                    <a:pt x="317" y="1819"/>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0" name="Google Shape;19220;p95"/>
            <p:cNvSpPr/>
            <p:nvPr/>
          </p:nvSpPr>
          <p:spPr>
            <a:xfrm>
              <a:off x="1966261" y="4108339"/>
              <a:ext cx="44012" cy="62551"/>
            </a:xfrm>
            <a:custGeom>
              <a:rect b="b" l="l" r="r" t="t"/>
              <a:pathLst>
                <a:path extrusionOk="0" h="2382" w="1676">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1" name="Google Shape;19221;p95"/>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2" name="Google Shape;19222;p95"/>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3" name="Google Shape;19223;p95"/>
            <p:cNvSpPr/>
            <p:nvPr/>
          </p:nvSpPr>
          <p:spPr>
            <a:xfrm>
              <a:off x="1838349" y="3791249"/>
              <a:ext cx="44012" cy="62525"/>
            </a:xfrm>
            <a:custGeom>
              <a:rect b="b" l="l" r="r" t="t"/>
              <a:pathLst>
                <a:path extrusionOk="0" h="2381" w="1676">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4" name="Google Shape;19224;p95"/>
            <p:cNvSpPr/>
            <p:nvPr/>
          </p:nvSpPr>
          <p:spPr>
            <a:xfrm>
              <a:off x="1813480" y="3854772"/>
              <a:ext cx="9821" cy="126941"/>
            </a:xfrm>
            <a:custGeom>
              <a:rect b="b" l="l" r="r" t="t"/>
              <a:pathLst>
                <a:path extrusionOk="0" h="4834" w="374">
                  <a:moveTo>
                    <a:pt x="373" y="0"/>
                  </a:moveTo>
                  <a:cubicBezTo>
                    <a:pt x="201" y="67"/>
                    <a:pt x="29" y="211"/>
                    <a:pt x="0" y="546"/>
                  </a:cubicBezTo>
                  <a:lnTo>
                    <a:pt x="0" y="4833"/>
                  </a:lnTo>
                  <a:lnTo>
                    <a:pt x="373" y="4833"/>
                  </a:lnTo>
                  <a:lnTo>
                    <a:pt x="373"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5" name="Google Shape;19225;p95"/>
            <p:cNvSpPr/>
            <p:nvPr/>
          </p:nvSpPr>
          <p:spPr>
            <a:xfrm>
              <a:off x="1940894" y="3853748"/>
              <a:ext cx="8823" cy="48791"/>
            </a:xfrm>
            <a:custGeom>
              <a:rect b="b" l="l" r="r" t="t"/>
              <a:pathLst>
                <a:path extrusionOk="0" h="1858" w="336">
                  <a:moveTo>
                    <a:pt x="0" y="1"/>
                  </a:moveTo>
                  <a:lnTo>
                    <a:pt x="0" y="1858"/>
                  </a:lnTo>
                  <a:lnTo>
                    <a:pt x="335" y="1858"/>
                  </a:lnTo>
                  <a:lnTo>
                    <a:pt x="335"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6" name="Google Shape;19226;p95"/>
            <p:cNvSpPr/>
            <p:nvPr/>
          </p:nvSpPr>
          <p:spPr>
            <a:xfrm>
              <a:off x="1940894" y="3933184"/>
              <a:ext cx="8823" cy="48528"/>
            </a:xfrm>
            <a:custGeom>
              <a:rect b="b" l="l" r="r" t="t"/>
              <a:pathLst>
                <a:path extrusionOk="0" h="1848" w="336">
                  <a:moveTo>
                    <a:pt x="0" y="0"/>
                  </a:moveTo>
                  <a:lnTo>
                    <a:pt x="0" y="1847"/>
                  </a:lnTo>
                  <a:lnTo>
                    <a:pt x="335" y="1847"/>
                  </a:lnTo>
                  <a:lnTo>
                    <a:pt x="335" y="0"/>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27" name="Google Shape;19227;p95"/>
          <p:cNvGrpSpPr/>
          <p:nvPr/>
        </p:nvGrpSpPr>
        <p:grpSpPr>
          <a:xfrm>
            <a:off x="2175406" y="3664806"/>
            <a:ext cx="395607" cy="318928"/>
            <a:chOff x="2189681" y="3821606"/>
            <a:chExt cx="395607" cy="318928"/>
          </a:xfrm>
        </p:grpSpPr>
        <p:sp>
          <p:nvSpPr>
            <p:cNvPr id="19228" name="Google Shape;19228;p95"/>
            <p:cNvSpPr/>
            <p:nvPr/>
          </p:nvSpPr>
          <p:spPr>
            <a:xfrm>
              <a:off x="2189681" y="3846973"/>
              <a:ext cx="395607" cy="293561"/>
            </a:xfrm>
            <a:custGeom>
              <a:rect b="b" l="l" r="r" t="t"/>
              <a:pathLst>
                <a:path extrusionOk="0" h="11179" w="15065">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9" name="Google Shape;19229;p95"/>
            <p:cNvSpPr/>
            <p:nvPr/>
          </p:nvSpPr>
          <p:spPr>
            <a:xfrm>
              <a:off x="2189681" y="3846973"/>
              <a:ext cx="395607" cy="38235"/>
            </a:xfrm>
            <a:custGeom>
              <a:rect b="b" l="l" r="r" t="t"/>
              <a:pathLst>
                <a:path extrusionOk="0" h="1456" w="15065">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0" name="Google Shape;19230;p95"/>
            <p:cNvSpPr/>
            <p:nvPr/>
          </p:nvSpPr>
          <p:spPr>
            <a:xfrm>
              <a:off x="2215075" y="3847235"/>
              <a:ext cx="51286" cy="25393"/>
            </a:xfrm>
            <a:custGeom>
              <a:rect b="b" l="l" r="r" t="t"/>
              <a:pathLst>
                <a:path extrusionOk="0" h="967" w="1953">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1" name="Google Shape;19231;p95"/>
            <p:cNvSpPr/>
            <p:nvPr/>
          </p:nvSpPr>
          <p:spPr>
            <a:xfrm>
              <a:off x="2508609" y="3847235"/>
              <a:ext cx="51286" cy="25393"/>
            </a:xfrm>
            <a:custGeom>
              <a:rect b="b" l="l" r="r" t="t"/>
              <a:pathLst>
                <a:path extrusionOk="0" h="967" w="1953">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2" name="Google Shape;19232;p95"/>
            <p:cNvSpPr/>
            <p:nvPr/>
          </p:nvSpPr>
          <p:spPr>
            <a:xfrm>
              <a:off x="2228152"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3" name="Google Shape;19233;p95"/>
            <p:cNvSpPr/>
            <p:nvPr/>
          </p:nvSpPr>
          <p:spPr>
            <a:xfrm>
              <a:off x="2228152"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4" name="Google Shape;19234;p95"/>
            <p:cNvSpPr/>
            <p:nvPr/>
          </p:nvSpPr>
          <p:spPr>
            <a:xfrm>
              <a:off x="2521686"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5" name="Google Shape;19235;p95"/>
            <p:cNvSpPr/>
            <p:nvPr/>
          </p:nvSpPr>
          <p:spPr>
            <a:xfrm>
              <a:off x="2521686"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6" name="Google Shape;19236;p95"/>
            <p:cNvSpPr/>
            <p:nvPr/>
          </p:nvSpPr>
          <p:spPr>
            <a:xfrm>
              <a:off x="2189681" y="3885418"/>
              <a:ext cx="395607" cy="12605"/>
            </a:xfrm>
            <a:custGeom>
              <a:rect b="b" l="l" r="r" t="t"/>
              <a:pathLst>
                <a:path extrusionOk="0" h="480" w="15065">
                  <a:moveTo>
                    <a:pt x="1" y="1"/>
                  </a:moveTo>
                  <a:lnTo>
                    <a:pt x="1" y="479"/>
                  </a:lnTo>
                  <a:lnTo>
                    <a:pt x="15064" y="479"/>
                  </a:lnTo>
                  <a:lnTo>
                    <a:pt x="15064"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7" name="Google Shape;19237;p95"/>
            <p:cNvSpPr/>
            <p:nvPr/>
          </p:nvSpPr>
          <p:spPr>
            <a:xfrm>
              <a:off x="2228152"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8" name="Google Shape;19238;p95"/>
            <p:cNvSpPr/>
            <p:nvPr/>
          </p:nvSpPr>
          <p:spPr>
            <a:xfrm>
              <a:off x="2228152"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9" name="Google Shape;19239;p95"/>
            <p:cNvSpPr/>
            <p:nvPr/>
          </p:nvSpPr>
          <p:spPr>
            <a:xfrm>
              <a:off x="2228152"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0" name="Google Shape;19240;p95"/>
            <p:cNvSpPr/>
            <p:nvPr/>
          </p:nvSpPr>
          <p:spPr>
            <a:xfrm>
              <a:off x="2317357" y="4025672"/>
              <a:ext cx="51049" cy="25656"/>
            </a:xfrm>
            <a:custGeom>
              <a:rect b="b" l="l" r="r" t="t"/>
              <a:pathLst>
                <a:path extrusionOk="0" h="977" w="1944">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1" name="Google Shape;19241;p95"/>
            <p:cNvSpPr/>
            <p:nvPr/>
          </p:nvSpPr>
          <p:spPr>
            <a:xfrm>
              <a:off x="2406825" y="4025672"/>
              <a:ext cx="50787" cy="25656"/>
            </a:xfrm>
            <a:custGeom>
              <a:rect b="b" l="l" r="r" t="t"/>
              <a:pathLst>
                <a:path extrusionOk="0" h="977" w="1934">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2" name="Google Shape;19242;p95"/>
            <p:cNvSpPr/>
            <p:nvPr/>
          </p:nvSpPr>
          <p:spPr>
            <a:xfrm>
              <a:off x="2317357" y="3974885"/>
              <a:ext cx="51049" cy="25420"/>
            </a:xfrm>
            <a:custGeom>
              <a:rect b="b" l="l" r="r" t="t"/>
              <a:pathLst>
                <a:path extrusionOk="0" h="968" w="1944">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3" name="Google Shape;19243;p95"/>
            <p:cNvSpPr/>
            <p:nvPr/>
          </p:nvSpPr>
          <p:spPr>
            <a:xfrm>
              <a:off x="2228152"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4" name="Google Shape;19244;p95"/>
            <p:cNvSpPr/>
            <p:nvPr/>
          </p:nvSpPr>
          <p:spPr>
            <a:xfrm>
              <a:off x="2317357" y="3923888"/>
              <a:ext cx="51049" cy="25157"/>
            </a:xfrm>
            <a:custGeom>
              <a:rect b="b" l="l" r="r" t="t"/>
              <a:pathLst>
                <a:path extrusionOk="0" h="958" w="1944">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5" name="Google Shape;19245;p95"/>
            <p:cNvSpPr/>
            <p:nvPr/>
          </p:nvSpPr>
          <p:spPr>
            <a:xfrm>
              <a:off x="2317357" y="4076932"/>
              <a:ext cx="51049" cy="25393"/>
            </a:xfrm>
            <a:custGeom>
              <a:rect b="b" l="l" r="r" t="t"/>
              <a:pathLst>
                <a:path extrusionOk="0" h="967" w="1944">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6" name="Google Shape;19246;p95"/>
            <p:cNvSpPr/>
            <p:nvPr/>
          </p:nvSpPr>
          <p:spPr>
            <a:xfrm>
              <a:off x="2496057"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7" name="Google Shape;19247;p95"/>
            <p:cNvSpPr/>
            <p:nvPr/>
          </p:nvSpPr>
          <p:spPr>
            <a:xfrm>
              <a:off x="2496057"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8" name="Google Shape;19248;p95"/>
            <p:cNvSpPr/>
            <p:nvPr/>
          </p:nvSpPr>
          <p:spPr>
            <a:xfrm>
              <a:off x="2496057"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9" name="Google Shape;19249;p95"/>
            <p:cNvSpPr/>
            <p:nvPr/>
          </p:nvSpPr>
          <p:spPr>
            <a:xfrm>
              <a:off x="2406825" y="3974885"/>
              <a:ext cx="50787" cy="25420"/>
            </a:xfrm>
            <a:custGeom>
              <a:rect b="b" l="l" r="r" t="t"/>
              <a:pathLst>
                <a:path extrusionOk="0" h="968" w="1934">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0" name="Google Shape;19250;p95"/>
            <p:cNvSpPr/>
            <p:nvPr/>
          </p:nvSpPr>
          <p:spPr>
            <a:xfrm>
              <a:off x="2406825" y="3923888"/>
              <a:ext cx="50787" cy="25157"/>
            </a:xfrm>
            <a:custGeom>
              <a:rect b="b" l="l" r="r" t="t"/>
              <a:pathLst>
                <a:path extrusionOk="0" h="958" w="1934">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1" name="Google Shape;19251;p95"/>
            <p:cNvSpPr/>
            <p:nvPr/>
          </p:nvSpPr>
          <p:spPr>
            <a:xfrm>
              <a:off x="2496057"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2" name="Google Shape;19252;p95"/>
            <p:cNvSpPr/>
            <p:nvPr/>
          </p:nvSpPr>
          <p:spPr>
            <a:xfrm>
              <a:off x="2406825" y="4076932"/>
              <a:ext cx="50787" cy="25393"/>
            </a:xfrm>
            <a:custGeom>
              <a:rect b="b" l="l" r="r" t="t"/>
              <a:pathLst>
                <a:path extrusionOk="0" h="967" w="1934">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3" name="Google Shape;19253;p95"/>
            <p:cNvSpPr/>
            <p:nvPr/>
          </p:nvSpPr>
          <p:spPr>
            <a:xfrm>
              <a:off x="2493168" y="3968137"/>
              <a:ext cx="56538" cy="38445"/>
            </a:xfrm>
            <a:custGeom>
              <a:rect b="b" l="l" r="r" t="t"/>
              <a:pathLst>
                <a:path extrusionOk="0" h="1464" w="2153">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4" name="Google Shape;19254;p95"/>
            <p:cNvSpPr/>
            <p:nvPr/>
          </p:nvSpPr>
          <p:spPr>
            <a:xfrm>
              <a:off x="2314495" y="3968137"/>
              <a:ext cx="56590" cy="38445"/>
            </a:xfrm>
            <a:custGeom>
              <a:rect b="b" l="l" r="r" t="t"/>
              <a:pathLst>
                <a:path extrusionOk="0" h="1464" w="2155">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5" name="Google Shape;19255;p95"/>
            <p:cNvSpPr/>
            <p:nvPr/>
          </p:nvSpPr>
          <p:spPr>
            <a:xfrm>
              <a:off x="2403963" y="4019160"/>
              <a:ext cx="56538" cy="38445"/>
            </a:xfrm>
            <a:custGeom>
              <a:rect b="b" l="l" r="r" t="t"/>
              <a:pathLst>
                <a:path extrusionOk="0" h="1464" w="2153">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6" name="Google Shape;19256;p95"/>
            <p:cNvSpPr/>
            <p:nvPr/>
          </p:nvSpPr>
          <p:spPr>
            <a:xfrm>
              <a:off x="2225263" y="4070157"/>
              <a:ext cx="56538" cy="38471"/>
            </a:xfrm>
            <a:custGeom>
              <a:rect b="b" l="l" r="r" t="t"/>
              <a:pathLst>
                <a:path extrusionOk="0" h="1465" w="2153">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7" name="Google Shape;19257;p95"/>
            <p:cNvSpPr/>
            <p:nvPr/>
          </p:nvSpPr>
          <p:spPr>
            <a:xfrm>
              <a:off x="2403963" y="3917113"/>
              <a:ext cx="56538" cy="38445"/>
            </a:xfrm>
            <a:custGeom>
              <a:rect b="b" l="l" r="r" t="t"/>
              <a:pathLst>
                <a:path extrusionOk="0" h="1464" w="2153">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258" name="Google Shape;19258;p95"/>
          <p:cNvSpPr/>
          <p:nvPr/>
        </p:nvSpPr>
        <p:spPr>
          <a:xfrm>
            <a:off x="1274189" y="1883249"/>
            <a:ext cx="62341" cy="140885"/>
          </a:xfrm>
          <a:custGeom>
            <a:rect b="b" l="l" r="r" t="t"/>
            <a:pathLst>
              <a:path extrusionOk="0" h="5365" w="2374">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259" name="Google Shape;19259;p95"/>
          <p:cNvGrpSpPr/>
          <p:nvPr/>
        </p:nvGrpSpPr>
        <p:grpSpPr>
          <a:xfrm>
            <a:off x="1263134" y="1804547"/>
            <a:ext cx="420475" cy="383055"/>
            <a:chOff x="1277409" y="1961347"/>
            <a:chExt cx="420475" cy="383055"/>
          </a:xfrm>
        </p:grpSpPr>
        <p:sp>
          <p:nvSpPr>
            <p:cNvPr id="19260" name="Google Shape;19260;p95"/>
            <p:cNvSpPr/>
            <p:nvPr/>
          </p:nvSpPr>
          <p:spPr>
            <a:xfrm>
              <a:off x="1293244" y="2187288"/>
              <a:ext cx="108848" cy="47531"/>
            </a:xfrm>
            <a:custGeom>
              <a:rect b="b" l="l" r="r" t="t"/>
              <a:pathLst>
                <a:path extrusionOk="0" h="1810" w="4145">
                  <a:moveTo>
                    <a:pt x="1" y="1"/>
                  </a:moveTo>
                  <a:cubicBezTo>
                    <a:pt x="144" y="1034"/>
                    <a:pt x="1025" y="1809"/>
                    <a:pt x="2077" y="1809"/>
                  </a:cubicBezTo>
                  <a:cubicBezTo>
                    <a:pt x="3120" y="1809"/>
                    <a:pt x="4011" y="1034"/>
                    <a:pt x="4145"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1" name="Google Shape;19261;p95"/>
            <p:cNvSpPr/>
            <p:nvPr/>
          </p:nvSpPr>
          <p:spPr>
            <a:xfrm>
              <a:off x="1349650" y="2040049"/>
              <a:ext cx="63129" cy="140832"/>
            </a:xfrm>
            <a:custGeom>
              <a:rect b="b" l="l" r="r" t="t"/>
              <a:pathLst>
                <a:path extrusionOk="0" h="5363" w="2404">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2" name="Google Shape;19262;p95"/>
            <p:cNvSpPr/>
            <p:nvPr/>
          </p:nvSpPr>
          <p:spPr>
            <a:xfrm>
              <a:off x="1562907" y="2041493"/>
              <a:ext cx="62499" cy="139441"/>
            </a:xfrm>
            <a:custGeom>
              <a:rect b="b" l="l" r="r" t="t"/>
              <a:pathLst>
                <a:path extrusionOk="0" h="5310" w="238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3" name="Google Shape;19263;p95"/>
            <p:cNvSpPr/>
            <p:nvPr/>
          </p:nvSpPr>
          <p:spPr>
            <a:xfrm>
              <a:off x="1624330" y="2041493"/>
              <a:ext cx="62919" cy="139309"/>
            </a:xfrm>
            <a:custGeom>
              <a:rect b="b" l="l" r="r" t="t"/>
              <a:pathLst>
                <a:path extrusionOk="0" h="5305" w="2396">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4" name="Google Shape;19264;p95"/>
            <p:cNvSpPr/>
            <p:nvPr/>
          </p:nvSpPr>
          <p:spPr>
            <a:xfrm>
              <a:off x="1351725" y="2013106"/>
              <a:ext cx="129357" cy="40257"/>
            </a:xfrm>
            <a:custGeom>
              <a:rect b="b" l="l" r="r" t="t"/>
              <a:pathLst>
                <a:path extrusionOk="0" h="1533" w="4926">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5" name="Google Shape;19265;p95"/>
            <p:cNvSpPr/>
            <p:nvPr/>
          </p:nvSpPr>
          <p:spPr>
            <a:xfrm>
              <a:off x="1491191" y="2012344"/>
              <a:ext cx="133900" cy="41281"/>
            </a:xfrm>
            <a:custGeom>
              <a:rect b="b" l="l" r="r" t="t"/>
              <a:pathLst>
                <a:path extrusionOk="0" h="1572" w="5099">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6" name="Google Shape;19266;p95"/>
            <p:cNvSpPr/>
            <p:nvPr/>
          </p:nvSpPr>
          <p:spPr>
            <a:xfrm>
              <a:off x="1474700" y="1961347"/>
              <a:ext cx="25157" cy="32195"/>
            </a:xfrm>
            <a:custGeom>
              <a:rect b="b" l="l" r="r" t="t"/>
              <a:pathLst>
                <a:path extrusionOk="0" h="1226" w="958">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7" name="Google Shape;19267;p95"/>
            <p:cNvSpPr/>
            <p:nvPr/>
          </p:nvSpPr>
          <p:spPr>
            <a:xfrm>
              <a:off x="1474700" y="2036503"/>
              <a:ext cx="24894" cy="259633"/>
            </a:xfrm>
            <a:custGeom>
              <a:rect b="b" l="l" r="r" t="t"/>
              <a:pathLst>
                <a:path extrusionOk="0" h="9887" w="948">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8" name="Google Shape;19268;p95"/>
            <p:cNvSpPr/>
            <p:nvPr/>
          </p:nvSpPr>
          <p:spPr>
            <a:xfrm>
              <a:off x="1474700" y="1961347"/>
              <a:ext cx="20877" cy="32195"/>
            </a:xfrm>
            <a:custGeom>
              <a:rect b="b" l="l" r="r" t="t"/>
              <a:pathLst>
                <a:path extrusionOk="0" h="1226" w="795">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9" name="Google Shape;19269;p95"/>
            <p:cNvSpPr/>
            <p:nvPr/>
          </p:nvSpPr>
          <p:spPr>
            <a:xfrm>
              <a:off x="1474700" y="2036503"/>
              <a:ext cx="16596" cy="259633"/>
            </a:xfrm>
            <a:custGeom>
              <a:rect b="b" l="l" r="r" t="t"/>
              <a:pathLst>
                <a:path extrusionOk="0" h="9887" w="632">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0" name="Google Shape;19270;p95"/>
            <p:cNvSpPr/>
            <p:nvPr/>
          </p:nvSpPr>
          <p:spPr>
            <a:xfrm>
              <a:off x="1551852" y="2161921"/>
              <a:ext cx="145796" cy="25393"/>
            </a:xfrm>
            <a:custGeom>
              <a:rect b="b" l="l" r="r" t="t"/>
              <a:pathLst>
                <a:path extrusionOk="0" h="967" w="5552">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1" name="Google Shape;19271;p95"/>
            <p:cNvSpPr/>
            <p:nvPr/>
          </p:nvSpPr>
          <p:spPr>
            <a:xfrm>
              <a:off x="1551852" y="2166175"/>
              <a:ext cx="146032" cy="21139"/>
            </a:xfrm>
            <a:custGeom>
              <a:rect b="b" l="l" r="r" t="t"/>
              <a:pathLst>
                <a:path extrusionOk="0" h="805" w="5561">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2" name="Google Shape;19272;p95"/>
            <p:cNvSpPr/>
            <p:nvPr/>
          </p:nvSpPr>
          <p:spPr>
            <a:xfrm>
              <a:off x="1572965" y="2187288"/>
              <a:ext cx="108848" cy="47531"/>
            </a:xfrm>
            <a:custGeom>
              <a:rect b="b" l="l" r="r" t="t"/>
              <a:pathLst>
                <a:path extrusionOk="0" h="1810" w="4145">
                  <a:moveTo>
                    <a:pt x="0" y="1"/>
                  </a:moveTo>
                  <a:cubicBezTo>
                    <a:pt x="144" y="1034"/>
                    <a:pt x="1024" y="1809"/>
                    <a:pt x="2077" y="1809"/>
                  </a:cubicBezTo>
                  <a:cubicBezTo>
                    <a:pt x="3120" y="1809"/>
                    <a:pt x="4010" y="1034"/>
                    <a:pt x="4144"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3" name="Google Shape;19273;p95"/>
            <p:cNvSpPr/>
            <p:nvPr/>
          </p:nvSpPr>
          <p:spPr>
            <a:xfrm>
              <a:off x="1293244" y="2187288"/>
              <a:ext cx="67121" cy="47531"/>
            </a:xfrm>
            <a:custGeom>
              <a:rect b="b" l="l" r="r" t="t"/>
              <a:pathLst>
                <a:path extrusionOk="0" h="1810" w="2556">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4" name="Google Shape;19274;p95"/>
            <p:cNvSpPr/>
            <p:nvPr/>
          </p:nvSpPr>
          <p:spPr>
            <a:xfrm>
              <a:off x="1572965" y="2187288"/>
              <a:ext cx="67121" cy="47531"/>
            </a:xfrm>
            <a:custGeom>
              <a:rect b="b" l="l" r="r" t="t"/>
              <a:pathLst>
                <a:path extrusionOk="0" h="1810" w="2556">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5" name="Google Shape;19275;p95"/>
            <p:cNvSpPr/>
            <p:nvPr/>
          </p:nvSpPr>
          <p:spPr>
            <a:xfrm>
              <a:off x="1333211" y="2029466"/>
              <a:ext cx="34191" cy="33954"/>
            </a:xfrm>
            <a:custGeom>
              <a:rect b="b" l="l" r="r" t="t"/>
              <a:pathLst>
                <a:path extrusionOk="0" h="1293" w="1302">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6" name="Google Shape;19276;p95"/>
            <p:cNvSpPr/>
            <p:nvPr/>
          </p:nvSpPr>
          <p:spPr>
            <a:xfrm>
              <a:off x="1607891" y="2029466"/>
              <a:ext cx="33954" cy="33954"/>
            </a:xfrm>
            <a:custGeom>
              <a:rect b="b" l="l" r="r" t="t"/>
              <a:pathLst>
                <a:path extrusionOk="0" h="1293" w="1293">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7" name="Google Shape;19277;p95"/>
            <p:cNvSpPr/>
            <p:nvPr/>
          </p:nvSpPr>
          <p:spPr>
            <a:xfrm>
              <a:off x="1428456" y="2293589"/>
              <a:ext cx="117382" cy="27941"/>
            </a:xfrm>
            <a:custGeom>
              <a:rect b="b" l="l" r="r" t="t"/>
              <a:pathLst>
                <a:path extrusionOk="0" h="1064" w="447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8" name="Google Shape;19278;p95"/>
            <p:cNvSpPr/>
            <p:nvPr/>
          </p:nvSpPr>
          <p:spPr>
            <a:xfrm>
              <a:off x="1428456" y="2302150"/>
              <a:ext cx="117382" cy="19380"/>
            </a:xfrm>
            <a:custGeom>
              <a:rect b="b" l="l" r="r" t="t"/>
              <a:pathLst>
                <a:path extrusionOk="0" h="738" w="447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9" name="Google Shape;19279;p95"/>
            <p:cNvSpPr/>
            <p:nvPr/>
          </p:nvSpPr>
          <p:spPr>
            <a:xfrm>
              <a:off x="1414381" y="2318982"/>
              <a:ext cx="146032" cy="25420"/>
            </a:xfrm>
            <a:custGeom>
              <a:rect b="b" l="l" r="r" t="t"/>
              <a:pathLst>
                <a:path extrusionOk="0" h="968" w="5561">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0" name="Google Shape;19280;p95"/>
            <p:cNvSpPr/>
            <p:nvPr/>
          </p:nvSpPr>
          <p:spPr>
            <a:xfrm>
              <a:off x="1414381" y="2323263"/>
              <a:ext cx="146032" cy="21139"/>
            </a:xfrm>
            <a:custGeom>
              <a:rect b="b" l="l" r="r" t="t"/>
              <a:pathLst>
                <a:path extrusionOk="0" h="805" w="5561">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1" name="Google Shape;19281;p95"/>
            <p:cNvSpPr/>
            <p:nvPr/>
          </p:nvSpPr>
          <p:spPr>
            <a:xfrm>
              <a:off x="1462384" y="1990260"/>
              <a:ext cx="49526" cy="49526"/>
            </a:xfrm>
            <a:custGeom>
              <a:rect b="b" l="l" r="r" t="t"/>
              <a:pathLst>
                <a:path extrusionOk="0" h="1886" w="1886">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2" name="Google Shape;19282;p95"/>
            <p:cNvSpPr/>
            <p:nvPr/>
          </p:nvSpPr>
          <p:spPr>
            <a:xfrm>
              <a:off x="1333211" y="2029571"/>
              <a:ext cx="29674" cy="33980"/>
            </a:xfrm>
            <a:custGeom>
              <a:rect b="b" l="l" r="r" t="t"/>
              <a:pathLst>
                <a:path extrusionOk="0" h="1294" w="113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3" name="Google Shape;19283;p95"/>
            <p:cNvSpPr/>
            <p:nvPr/>
          </p:nvSpPr>
          <p:spPr>
            <a:xfrm>
              <a:off x="1607891" y="2029571"/>
              <a:ext cx="29674" cy="33980"/>
            </a:xfrm>
            <a:custGeom>
              <a:rect b="b" l="l" r="r" t="t"/>
              <a:pathLst>
                <a:path extrusionOk="0" h="1294" w="113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4" name="Google Shape;19284;p95"/>
            <p:cNvSpPr/>
            <p:nvPr/>
          </p:nvSpPr>
          <p:spPr>
            <a:xfrm>
              <a:off x="1462384" y="1990286"/>
              <a:ext cx="37473" cy="49763"/>
            </a:xfrm>
            <a:custGeom>
              <a:rect b="b" l="l" r="r" t="t"/>
              <a:pathLst>
                <a:path extrusionOk="0" h="1895" w="1427">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5" name="Google Shape;19285;p95"/>
            <p:cNvSpPr/>
            <p:nvPr/>
          </p:nvSpPr>
          <p:spPr>
            <a:xfrm>
              <a:off x="1277409" y="2161921"/>
              <a:ext cx="145796" cy="25393"/>
            </a:xfrm>
            <a:custGeom>
              <a:rect b="b" l="l" r="r" t="t"/>
              <a:pathLst>
                <a:path extrusionOk="0" h="967" w="5552">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6" name="Google Shape;19286;p95"/>
            <p:cNvSpPr/>
            <p:nvPr/>
          </p:nvSpPr>
          <p:spPr>
            <a:xfrm>
              <a:off x="1277409" y="2166175"/>
              <a:ext cx="145796" cy="21139"/>
            </a:xfrm>
            <a:custGeom>
              <a:rect b="b" l="l" r="r" t="t"/>
              <a:pathLst>
                <a:path extrusionOk="0" h="805" w="5552">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87" name="Google Shape;19287;p95"/>
          <p:cNvGrpSpPr/>
          <p:nvPr/>
        </p:nvGrpSpPr>
        <p:grpSpPr>
          <a:xfrm>
            <a:off x="2200800" y="2276019"/>
            <a:ext cx="380008" cy="351648"/>
            <a:chOff x="2215075" y="2432819"/>
            <a:chExt cx="380008" cy="351648"/>
          </a:xfrm>
        </p:grpSpPr>
        <p:sp>
          <p:nvSpPr>
            <p:cNvPr id="19288" name="Google Shape;19288;p95"/>
            <p:cNvSpPr/>
            <p:nvPr/>
          </p:nvSpPr>
          <p:spPr>
            <a:xfrm>
              <a:off x="2339311" y="2615536"/>
              <a:ext cx="124499" cy="104725"/>
            </a:xfrm>
            <a:custGeom>
              <a:rect b="b" l="l" r="r" t="t"/>
              <a:pathLst>
                <a:path extrusionOk="0" h="3988" w="4741">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9" name="Google Shape;19289;p95"/>
            <p:cNvSpPr/>
            <p:nvPr/>
          </p:nvSpPr>
          <p:spPr>
            <a:xfrm>
              <a:off x="2472659" y="2719841"/>
              <a:ext cx="122424" cy="64626"/>
            </a:xfrm>
            <a:custGeom>
              <a:rect b="b" l="l" r="r" t="t"/>
              <a:pathLst>
                <a:path extrusionOk="0" h="2461" w="4662">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0" name="Google Shape;19290;p95"/>
            <p:cNvSpPr/>
            <p:nvPr/>
          </p:nvSpPr>
          <p:spPr>
            <a:xfrm>
              <a:off x="2471162" y="2720078"/>
              <a:ext cx="50052" cy="64390"/>
            </a:xfrm>
            <a:custGeom>
              <a:rect b="b" l="l" r="r" t="t"/>
              <a:pathLst>
                <a:path extrusionOk="0" h="2452" w="1906">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1" name="Google Shape;19291;p95"/>
            <p:cNvSpPr/>
            <p:nvPr/>
          </p:nvSpPr>
          <p:spPr>
            <a:xfrm>
              <a:off x="2494035" y="2618294"/>
              <a:ext cx="77178" cy="54805"/>
            </a:xfrm>
            <a:custGeom>
              <a:rect b="b" l="l" r="r" t="t"/>
              <a:pathLst>
                <a:path extrusionOk="0" h="2087" w="2939">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2" name="Google Shape;19292;p95"/>
            <p:cNvSpPr/>
            <p:nvPr/>
          </p:nvSpPr>
          <p:spPr>
            <a:xfrm>
              <a:off x="2494035" y="2618294"/>
              <a:ext cx="41990" cy="54805"/>
            </a:xfrm>
            <a:custGeom>
              <a:rect b="b" l="l" r="r" t="t"/>
              <a:pathLst>
                <a:path extrusionOk="0" h="2087" w="1599">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3" name="Google Shape;19293;p95"/>
            <p:cNvSpPr/>
            <p:nvPr/>
          </p:nvSpPr>
          <p:spPr>
            <a:xfrm>
              <a:off x="2560893" y="2667321"/>
              <a:ext cx="16859" cy="22794"/>
            </a:xfrm>
            <a:custGeom>
              <a:rect b="b" l="l" r="r" t="t"/>
              <a:pathLst>
                <a:path extrusionOk="0" h="868" w="642">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4" name="Google Shape;19294;p95"/>
            <p:cNvSpPr/>
            <p:nvPr/>
          </p:nvSpPr>
          <p:spPr>
            <a:xfrm>
              <a:off x="2487758" y="2667295"/>
              <a:ext cx="17095" cy="22899"/>
            </a:xfrm>
            <a:custGeom>
              <a:rect b="b" l="l" r="r" t="t"/>
              <a:pathLst>
                <a:path extrusionOk="0" h="872" w="651">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5" name="Google Shape;19295;p95"/>
            <p:cNvSpPr/>
            <p:nvPr/>
          </p:nvSpPr>
          <p:spPr>
            <a:xfrm>
              <a:off x="2518666" y="2707184"/>
              <a:ext cx="28413" cy="32536"/>
            </a:xfrm>
            <a:custGeom>
              <a:rect b="b" l="l" r="r" t="t"/>
              <a:pathLst>
                <a:path extrusionOk="0" h="1239" w="1082">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6" name="Google Shape;19296;p95"/>
            <p:cNvSpPr/>
            <p:nvPr/>
          </p:nvSpPr>
          <p:spPr>
            <a:xfrm>
              <a:off x="2518404"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7" name="Google Shape;19297;p95"/>
            <p:cNvSpPr/>
            <p:nvPr/>
          </p:nvSpPr>
          <p:spPr>
            <a:xfrm>
              <a:off x="2502333" y="2650357"/>
              <a:ext cx="60844" cy="65230"/>
            </a:xfrm>
            <a:custGeom>
              <a:rect b="b" l="l" r="r" t="t"/>
              <a:pathLst>
                <a:path extrusionOk="0" h="2484" w="2317">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8" name="Google Shape;19298;p95"/>
            <p:cNvSpPr/>
            <p:nvPr/>
          </p:nvSpPr>
          <p:spPr>
            <a:xfrm>
              <a:off x="2502569" y="2650331"/>
              <a:ext cx="44012" cy="65256"/>
            </a:xfrm>
            <a:custGeom>
              <a:rect b="b" l="l" r="r" t="t"/>
              <a:pathLst>
                <a:path extrusionOk="0" h="2485" w="1676">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9" name="Google Shape;19299;p95"/>
            <p:cNvSpPr/>
            <p:nvPr/>
          </p:nvSpPr>
          <p:spPr>
            <a:xfrm>
              <a:off x="2345009" y="2534367"/>
              <a:ext cx="122162" cy="64363"/>
            </a:xfrm>
            <a:custGeom>
              <a:rect b="b" l="l" r="r" t="t"/>
              <a:pathLst>
                <a:path extrusionOk="0" h="2451" w="4652">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0" name="Google Shape;19300;p95"/>
            <p:cNvSpPr/>
            <p:nvPr/>
          </p:nvSpPr>
          <p:spPr>
            <a:xfrm>
              <a:off x="2343486" y="2534367"/>
              <a:ext cx="49789" cy="64416"/>
            </a:xfrm>
            <a:custGeom>
              <a:rect b="b" l="l" r="r" t="t"/>
              <a:pathLst>
                <a:path extrusionOk="0" h="2453" w="1896">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1" name="Google Shape;19301;p95"/>
            <p:cNvSpPr/>
            <p:nvPr/>
          </p:nvSpPr>
          <p:spPr>
            <a:xfrm>
              <a:off x="2366122" y="2432819"/>
              <a:ext cx="77414" cy="54831"/>
            </a:xfrm>
            <a:custGeom>
              <a:rect b="b" l="l" r="r" t="t"/>
              <a:pathLst>
                <a:path extrusionOk="0" h="2088" w="2948">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2" name="Google Shape;19302;p95"/>
            <p:cNvSpPr/>
            <p:nvPr/>
          </p:nvSpPr>
          <p:spPr>
            <a:xfrm>
              <a:off x="2366358" y="2433082"/>
              <a:ext cx="41990" cy="54568"/>
            </a:xfrm>
            <a:custGeom>
              <a:rect b="b" l="l" r="r" t="t"/>
              <a:pathLst>
                <a:path extrusionOk="0" h="2078" w="1599">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3" name="Google Shape;19303;p95"/>
            <p:cNvSpPr/>
            <p:nvPr/>
          </p:nvSpPr>
          <p:spPr>
            <a:xfrm>
              <a:off x="2433216" y="2481847"/>
              <a:ext cx="16859" cy="22610"/>
            </a:xfrm>
            <a:custGeom>
              <a:rect b="b" l="l" r="r" t="t"/>
              <a:pathLst>
                <a:path extrusionOk="0" h="861" w="642">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4" name="Google Shape;19304;p95"/>
            <p:cNvSpPr/>
            <p:nvPr/>
          </p:nvSpPr>
          <p:spPr>
            <a:xfrm>
              <a:off x="2360082" y="2481821"/>
              <a:ext cx="16859" cy="22636"/>
            </a:xfrm>
            <a:custGeom>
              <a:rect b="b" l="l" r="r" t="t"/>
              <a:pathLst>
                <a:path extrusionOk="0" h="862" w="642">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5" name="Google Shape;19305;p95"/>
            <p:cNvSpPr/>
            <p:nvPr/>
          </p:nvSpPr>
          <p:spPr>
            <a:xfrm>
              <a:off x="2390754" y="2521657"/>
              <a:ext cx="28413" cy="32326"/>
            </a:xfrm>
            <a:custGeom>
              <a:rect b="b" l="l" r="r" t="t"/>
              <a:pathLst>
                <a:path extrusionOk="0" h="1231" w="1082">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6" name="Google Shape;19306;p95"/>
            <p:cNvSpPr/>
            <p:nvPr/>
          </p:nvSpPr>
          <p:spPr>
            <a:xfrm>
              <a:off x="2390754" y="2521972"/>
              <a:ext cx="17358" cy="32274"/>
            </a:xfrm>
            <a:custGeom>
              <a:rect b="b" l="l" r="r" t="t"/>
              <a:pathLst>
                <a:path extrusionOk="0" h="1229" w="661">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7" name="Google Shape;19307;p95"/>
            <p:cNvSpPr/>
            <p:nvPr/>
          </p:nvSpPr>
          <p:spPr>
            <a:xfrm>
              <a:off x="2374657" y="2464804"/>
              <a:ext cx="60844" cy="65309"/>
            </a:xfrm>
            <a:custGeom>
              <a:rect b="b" l="l" r="r" t="t"/>
              <a:pathLst>
                <a:path extrusionOk="0" h="2487" w="2317">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8" name="Google Shape;19308;p95"/>
            <p:cNvSpPr/>
            <p:nvPr/>
          </p:nvSpPr>
          <p:spPr>
            <a:xfrm>
              <a:off x="2374657" y="2464620"/>
              <a:ext cx="44248" cy="65230"/>
            </a:xfrm>
            <a:custGeom>
              <a:rect b="b" l="l" r="r" t="t"/>
              <a:pathLst>
                <a:path extrusionOk="0" h="2484" w="1685">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9" name="Google Shape;19309;p95"/>
            <p:cNvSpPr/>
            <p:nvPr/>
          </p:nvSpPr>
          <p:spPr>
            <a:xfrm>
              <a:off x="2216072" y="2719579"/>
              <a:ext cx="122424" cy="64888"/>
            </a:xfrm>
            <a:custGeom>
              <a:rect b="b" l="l" r="r" t="t"/>
              <a:pathLst>
                <a:path extrusionOk="0" h="2471" w="4662">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0" name="Google Shape;19310;p95"/>
            <p:cNvSpPr/>
            <p:nvPr/>
          </p:nvSpPr>
          <p:spPr>
            <a:xfrm>
              <a:off x="2215075" y="2720078"/>
              <a:ext cx="50025" cy="64390"/>
            </a:xfrm>
            <a:custGeom>
              <a:rect b="b" l="l" r="r" t="t"/>
              <a:pathLst>
                <a:path extrusionOk="0" h="2452" w="1905">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1" name="Google Shape;19311;p95"/>
            <p:cNvSpPr/>
            <p:nvPr/>
          </p:nvSpPr>
          <p:spPr>
            <a:xfrm>
              <a:off x="2237947" y="2618294"/>
              <a:ext cx="77178" cy="54805"/>
            </a:xfrm>
            <a:custGeom>
              <a:rect b="b" l="l" r="r" t="t"/>
              <a:pathLst>
                <a:path extrusionOk="0" h="2087" w="2939">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2" name="Google Shape;19312;p95"/>
            <p:cNvSpPr/>
            <p:nvPr/>
          </p:nvSpPr>
          <p:spPr>
            <a:xfrm>
              <a:off x="2237947" y="2618294"/>
              <a:ext cx="41990" cy="54805"/>
            </a:xfrm>
            <a:custGeom>
              <a:rect b="b" l="l" r="r" t="t"/>
              <a:pathLst>
                <a:path extrusionOk="0" h="2087" w="1599">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3" name="Google Shape;19313;p95"/>
            <p:cNvSpPr/>
            <p:nvPr/>
          </p:nvSpPr>
          <p:spPr>
            <a:xfrm>
              <a:off x="2304805" y="2667321"/>
              <a:ext cx="16859" cy="22794"/>
            </a:xfrm>
            <a:custGeom>
              <a:rect b="b" l="l" r="r" t="t"/>
              <a:pathLst>
                <a:path extrusionOk="0" h="868" w="642">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4" name="Google Shape;19314;p95"/>
            <p:cNvSpPr/>
            <p:nvPr/>
          </p:nvSpPr>
          <p:spPr>
            <a:xfrm>
              <a:off x="2231671" y="2667295"/>
              <a:ext cx="17095" cy="22899"/>
            </a:xfrm>
            <a:custGeom>
              <a:rect b="b" l="l" r="r" t="t"/>
              <a:pathLst>
                <a:path extrusionOk="0" h="872" w="651">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5" name="Google Shape;19315;p95"/>
            <p:cNvSpPr/>
            <p:nvPr/>
          </p:nvSpPr>
          <p:spPr>
            <a:xfrm>
              <a:off x="2262579" y="2707184"/>
              <a:ext cx="28413" cy="32536"/>
            </a:xfrm>
            <a:custGeom>
              <a:rect b="b" l="l" r="r" t="t"/>
              <a:pathLst>
                <a:path extrusionOk="0" h="1239" w="1082">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6" name="Google Shape;19316;p95"/>
            <p:cNvSpPr/>
            <p:nvPr/>
          </p:nvSpPr>
          <p:spPr>
            <a:xfrm>
              <a:off x="2262316"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7" name="Google Shape;19317;p95"/>
            <p:cNvSpPr/>
            <p:nvPr/>
          </p:nvSpPr>
          <p:spPr>
            <a:xfrm>
              <a:off x="2246245" y="2650357"/>
              <a:ext cx="60844" cy="65230"/>
            </a:xfrm>
            <a:custGeom>
              <a:rect b="b" l="l" r="r" t="t"/>
              <a:pathLst>
                <a:path extrusionOk="0" h="2484" w="2317">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8" name="Google Shape;19318;p95"/>
            <p:cNvSpPr/>
            <p:nvPr/>
          </p:nvSpPr>
          <p:spPr>
            <a:xfrm>
              <a:off x="2246482" y="2650331"/>
              <a:ext cx="44012" cy="65256"/>
            </a:xfrm>
            <a:custGeom>
              <a:rect b="b" l="l" r="r" t="t"/>
              <a:pathLst>
                <a:path extrusionOk="0" h="2485" w="1676">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19" name="Google Shape;19319;p95"/>
          <p:cNvGrpSpPr/>
          <p:nvPr/>
        </p:nvGrpSpPr>
        <p:grpSpPr>
          <a:xfrm>
            <a:off x="2647141" y="2265542"/>
            <a:ext cx="344059" cy="340671"/>
            <a:chOff x="2661416" y="2422342"/>
            <a:chExt cx="344059" cy="340671"/>
          </a:xfrm>
        </p:grpSpPr>
        <p:sp>
          <p:nvSpPr>
            <p:cNvPr id="19320" name="Google Shape;19320;p95"/>
            <p:cNvSpPr/>
            <p:nvPr/>
          </p:nvSpPr>
          <p:spPr>
            <a:xfrm>
              <a:off x="2906947" y="2604481"/>
              <a:ext cx="39994" cy="39469"/>
            </a:xfrm>
            <a:custGeom>
              <a:rect b="b" l="l" r="r" t="t"/>
              <a:pathLst>
                <a:path extrusionOk="0" h="1503" w="1523">
                  <a:moveTo>
                    <a:pt x="0" y="0"/>
                  </a:moveTo>
                  <a:lnTo>
                    <a:pt x="977" y="1503"/>
                  </a:lnTo>
                  <a:lnTo>
                    <a:pt x="1522" y="1503"/>
                  </a:lnTo>
                  <a:cubicBezTo>
                    <a:pt x="1513" y="670"/>
                    <a:pt x="833" y="0"/>
                    <a:pt x="0" y="0"/>
                  </a:cubicBezTo>
                  <a:close/>
                </a:path>
              </a:pathLst>
            </a:custGeom>
            <a:solidFill>
              <a:srgbClr val="B4C0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1" name="Google Shape;19321;p95"/>
            <p:cNvSpPr/>
            <p:nvPr/>
          </p:nvSpPr>
          <p:spPr>
            <a:xfrm>
              <a:off x="2866979" y="2604481"/>
              <a:ext cx="65624" cy="39469"/>
            </a:xfrm>
            <a:custGeom>
              <a:rect b="b" l="l" r="r" t="t"/>
              <a:pathLst>
                <a:path extrusionOk="0" h="1503" w="2499">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2" name="Google Shape;19322;p95"/>
            <p:cNvSpPr/>
            <p:nvPr/>
          </p:nvSpPr>
          <p:spPr>
            <a:xfrm>
              <a:off x="2906448" y="2539146"/>
              <a:ext cx="21638" cy="43487"/>
            </a:xfrm>
            <a:custGeom>
              <a:rect b="b" l="l" r="r" t="t"/>
              <a:pathLst>
                <a:path extrusionOk="0" h="1656" w="824">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3" name="Google Shape;19323;p95"/>
            <p:cNvSpPr/>
            <p:nvPr/>
          </p:nvSpPr>
          <p:spPr>
            <a:xfrm>
              <a:off x="2759681" y="2604481"/>
              <a:ext cx="39968" cy="39469"/>
            </a:xfrm>
            <a:custGeom>
              <a:rect b="b" l="l" r="r" t="t"/>
              <a:pathLst>
                <a:path extrusionOk="0" h="1503" w="1522">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4" name="Google Shape;19324;p95"/>
            <p:cNvSpPr/>
            <p:nvPr/>
          </p:nvSpPr>
          <p:spPr>
            <a:xfrm>
              <a:off x="2719713" y="2604481"/>
              <a:ext cx="65361" cy="39469"/>
            </a:xfrm>
            <a:custGeom>
              <a:rect b="b" l="l" r="r" t="t"/>
              <a:pathLst>
                <a:path extrusionOk="0" h="1503" w="2489">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5" name="Google Shape;19325;p95"/>
            <p:cNvSpPr/>
            <p:nvPr/>
          </p:nvSpPr>
          <p:spPr>
            <a:xfrm>
              <a:off x="2759182" y="2539146"/>
              <a:ext cx="21875" cy="43487"/>
            </a:xfrm>
            <a:custGeom>
              <a:rect b="b" l="l" r="r" t="t"/>
              <a:pathLst>
                <a:path extrusionOk="0" h="1656" w="833">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6" name="Google Shape;19326;p95"/>
            <p:cNvSpPr/>
            <p:nvPr/>
          </p:nvSpPr>
          <p:spPr>
            <a:xfrm>
              <a:off x="2833314" y="2606477"/>
              <a:ext cx="53544" cy="53570"/>
            </a:xfrm>
            <a:custGeom>
              <a:rect b="b" l="l" r="r" t="t"/>
              <a:pathLst>
                <a:path extrusionOk="0" h="2040" w="2039">
                  <a:moveTo>
                    <a:pt x="0" y="1"/>
                  </a:moveTo>
                  <a:lnTo>
                    <a:pt x="1216" y="2039"/>
                  </a:lnTo>
                  <a:lnTo>
                    <a:pt x="2039" y="2039"/>
                  </a:lnTo>
                  <a:cubicBezTo>
                    <a:pt x="2039" y="910"/>
                    <a:pt x="1130" y="1"/>
                    <a:pt x="0"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7" name="Google Shape;19327;p95"/>
            <p:cNvSpPr/>
            <p:nvPr/>
          </p:nvSpPr>
          <p:spPr>
            <a:xfrm>
              <a:off x="2779770" y="2606477"/>
              <a:ext cx="85476" cy="53570"/>
            </a:xfrm>
            <a:custGeom>
              <a:rect b="b" l="l" r="r" t="t"/>
              <a:pathLst>
                <a:path extrusionOk="0" h="2040" w="3255">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8" name="Google Shape;19328;p95"/>
            <p:cNvSpPr/>
            <p:nvPr/>
          </p:nvSpPr>
          <p:spPr>
            <a:xfrm>
              <a:off x="2833813" y="2525570"/>
              <a:ext cx="29437" cy="59085"/>
            </a:xfrm>
            <a:custGeom>
              <a:rect b="b" l="l" r="r" t="t"/>
              <a:pathLst>
                <a:path extrusionOk="0" h="2250" w="1121">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9" name="Google Shape;19329;p95"/>
            <p:cNvSpPr/>
            <p:nvPr/>
          </p:nvSpPr>
          <p:spPr>
            <a:xfrm>
              <a:off x="2803404" y="2525570"/>
              <a:ext cx="45010" cy="59085"/>
            </a:xfrm>
            <a:custGeom>
              <a:rect b="b" l="l" r="r" t="t"/>
              <a:pathLst>
                <a:path extrusionOk="0" h="2250" w="1714">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0" name="Google Shape;19330;p95"/>
            <p:cNvSpPr/>
            <p:nvPr/>
          </p:nvSpPr>
          <p:spPr>
            <a:xfrm>
              <a:off x="2737570" y="2539146"/>
              <a:ext cx="28912" cy="43487"/>
            </a:xfrm>
            <a:custGeom>
              <a:rect b="b" l="l" r="r" t="t"/>
              <a:pathLst>
                <a:path extrusionOk="0" h="1656" w="1101">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1" name="Google Shape;19331;p95"/>
            <p:cNvSpPr/>
            <p:nvPr/>
          </p:nvSpPr>
          <p:spPr>
            <a:xfrm>
              <a:off x="2884573" y="2539146"/>
              <a:ext cx="29175" cy="43487"/>
            </a:xfrm>
            <a:custGeom>
              <a:rect b="b" l="l" r="r" t="t"/>
              <a:pathLst>
                <a:path extrusionOk="0" h="1656" w="1111">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2" name="Google Shape;19332;p95"/>
            <p:cNvSpPr/>
            <p:nvPr/>
          </p:nvSpPr>
          <p:spPr>
            <a:xfrm>
              <a:off x="2661416" y="2422342"/>
              <a:ext cx="344059" cy="340671"/>
            </a:xfrm>
            <a:custGeom>
              <a:rect b="b" l="l" r="r" t="t"/>
              <a:pathLst>
                <a:path extrusionOk="0" h="12973" w="13102">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33" name="Google Shape;19333;p95"/>
          <p:cNvGrpSpPr/>
          <p:nvPr/>
        </p:nvGrpSpPr>
        <p:grpSpPr>
          <a:xfrm>
            <a:off x="4052235" y="2265542"/>
            <a:ext cx="206876" cy="348470"/>
            <a:chOff x="4066510" y="2422342"/>
            <a:chExt cx="206876" cy="348470"/>
          </a:xfrm>
        </p:grpSpPr>
        <p:sp>
          <p:nvSpPr>
            <p:cNvPr id="19334" name="Google Shape;19334;p95"/>
            <p:cNvSpPr/>
            <p:nvPr/>
          </p:nvSpPr>
          <p:spPr>
            <a:xfrm>
              <a:off x="4093662" y="2737934"/>
              <a:ext cx="152334" cy="11082"/>
            </a:xfrm>
            <a:custGeom>
              <a:rect b="b" l="l" r="r" t="t"/>
              <a:pathLst>
                <a:path extrusionOk="0" h="422" w="5801">
                  <a:moveTo>
                    <a:pt x="0" y="0"/>
                  </a:moveTo>
                  <a:lnTo>
                    <a:pt x="0" y="421"/>
                  </a:lnTo>
                  <a:lnTo>
                    <a:pt x="5800" y="421"/>
                  </a:lnTo>
                  <a:lnTo>
                    <a:pt x="5800"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5" name="Google Shape;19335;p95"/>
            <p:cNvSpPr/>
            <p:nvPr/>
          </p:nvSpPr>
          <p:spPr>
            <a:xfrm>
              <a:off x="4164538" y="2422342"/>
              <a:ext cx="10819" cy="348286"/>
            </a:xfrm>
            <a:custGeom>
              <a:rect b="b" l="l" r="r" t="t"/>
              <a:pathLst>
                <a:path extrusionOk="0" h="13263" w="412">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6" name="Google Shape;19336;p95"/>
            <p:cNvSpPr/>
            <p:nvPr/>
          </p:nvSpPr>
          <p:spPr>
            <a:xfrm>
              <a:off x="4082344" y="2645657"/>
              <a:ext cx="33823" cy="125155"/>
            </a:xfrm>
            <a:custGeom>
              <a:rect b="b" l="l" r="r" t="t"/>
              <a:pathLst>
                <a:path extrusionOk="0" h="4766" w="1288">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7" name="Google Shape;19337;p95"/>
            <p:cNvSpPr/>
            <p:nvPr/>
          </p:nvSpPr>
          <p:spPr>
            <a:xfrm>
              <a:off x="4223623" y="2645578"/>
              <a:ext cx="33665" cy="125050"/>
            </a:xfrm>
            <a:custGeom>
              <a:rect b="b" l="l" r="r" t="t"/>
              <a:pathLst>
                <a:path extrusionOk="0" h="4762" w="1282">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8" name="Google Shape;19338;p95"/>
            <p:cNvSpPr/>
            <p:nvPr/>
          </p:nvSpPr>
          <p:spPr>
            <a:xfrm>
              <a:off x="4164538" y="2645447"/>
              <a:ext cx="10819" cy="21875"/>
            </a:xfrm>
            <a:custGeom>
              <a:rect b="b" l="l" r="r" t="t"/>
              <a:pathLst>
                <a:path extrusionOk="0" h="833" w="412">
                  <a:moveTo>
                    <a:pt x="0" y="0"/>
                  </a:moveTo>
                  <a:lnTo>
                    <a:pt x="0" y="833"/>
                  </a:lnTo>
                  <a:lnTo>
                    <a:pt x="412" y="833"/>
                  </a:lnTo>
                  <a:lnTo>
                    <a:pt x="412"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9" name="Google Shape;19339;p95"/>
            <p:cNvSpPr/>
            <p:nvPr/>
          </p:nvSpPr>
          <p:spPr>
            <a:xfrm>
              <a:off x="4101462" y="2645604"/>
              <a:ext cx="14601" cy="21717"/>
            </a:xfrm>
            <a:custGeom>
              <a:rect b="b" l="l" r="r" t="t"/>
              <a:pathLst>
                <a:path extrusionOk="0" h="827" w="556">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0" name="Google Shape;19340;p95"/>
            <p:cNvSpPr/>
            <p:nvPr/>
          </p:nvSpPr>
          <p:spPr>
            <a:xfrm>
              <a:off x="4223623" y="2645578"/>
              <a:ext cx="14811" cy="21743"/>
            </a:xfrm>
            <a:custGeom>
              <a:rect b="b" l="l" r="r" t="t"/>
              <a:pathLst>
                <a:path extrusionOk="0" h="828" w="564">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1" name="Google Shape;19341;p95"/>
            <p:cNvSpPr/>
            <p:nvPr/>
          </p:nvSpPr>
          <p:spPr>
            <a:xfrm>
              <a:off x="4077329" y="2460471"/>
              <a:ext cx="185002" cy="196057"/>
            </a:xfrm>
            <a:custGeom>
              <a:rect b="b" l="l" r="r" t="t"/>
              <a:pathLst>
                <a:path extrusionOk="0" h="7466" w="7045">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2" name="Google Shape;19342;p95"/>
            <p:cNvSpPr/>
            <p:nvPr/>
          </p:nvSpPr>
          <p:spPr>
            <a:xfrm>
              <a:off x="4077329" y="2460471"/>
              <a:ext cx="185002" cy="16360"/>
            </a:xfrm>
            <a:custGeom>
              <a:rect b="b" l="l" r="r" t="t"/>
              <a:pathLst>
                <a:path extrusionOk="0" h="623" w="7045">
                  <a:moveTo>
                    <a:pt x="0" y="1"/>
                  </a:moveTo>
                  <a:lnTo>
                    <a:pt x="0" y="623"/>
                  </a:lnTo>
                  <a:lnTo>
                    <a:pt x="7044" y="623"/>
                  </a:lnTo>
                  <a:lnTo>
                    <a:pt x="7044" y="1"/>
                  </a:ln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3" name="Google Shape;19343;p95"/>
            <p:cNvSpPr/>
            <p:nvPr/>
          </p:nvSpPr>
          <p:spPr>
            <a:xfrm>
              <a:off x="4066510" y="2444137"/>
              <a:ext cx="206876" cy="21901"/>
            </a:xfrm>
            <a:custGeom>
              <a:rect b="b" l="l" r="r" t="t"/>
              <a:pathLst>
                <a:path extrusionOk="0" h="834" w="7878">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4" name="Google Shape;19344;p95"/>
            <p:cNvSpPr/>
            <p:nvPr/>
          </p:nvSpPr>
          <p:spPr>
            <a:xfrm>
              <a:off x="4094161" y="2508186"/>
              <a:ext cx="148185" cy="106563"/>
            </a:xfrm>
            <a:custGeom>
              <a:rect b="b" l="l" r="r" t="t"/>
              <a:pathLst>
                <a:path extrusionOk="0" h="4058" w="5643">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5" name="Google Shape;19345;p95"/>
            <p:cNvSpPr/>
            <p:nvPr/>
          </p:nvSpPr>
          <p:spPr>
            <a:xfrm>
              <a:off x="4066510" y="2454930"/>
              <a:ext cx="206876" cy="11108"/>
            </a:xfrm>
            <a:custGeom>
              <a:rect b="b" l="l" r="r" t="t"/>
              <a:pathLst>
                <a:path extrusionOk="0" h="423" w="7878">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46" name="Google Shape;19346;p95"/>
          <p:cNvSpPr/>
          <p:nvPr/>
        </p:nvSpPr>
        <p:spPr>
          <a:xfrm>
            <a:off x="2943931" y="3734920"/>
            <a:ext cx="28440" cy="133453"/>
          </a:xfrm>
          <a:custGeom>
            <a:rect b="b" l="l" r="r" t="t"/>
            <a:pathLst>
              <a:path extrusionOk="0" h="5082" w="1083">
                <a:moveTo>
                  <a:pt x="1" y="0"/>
                </a:moveTo>
                <a:lnTo>
                  <a:pt x="1" y="5082"/>
                </a:lnTo>
                <a:lnTo>
                  <a:pt x="1082" y="5082"/>
                </a:lnTo>
                <a:lnTo>
                  <a:pt x="1082" y="0"/>
                </a:lnTo>
                <a:close/>
              </a:path>
            </a:pathLst>
          </a:custGeom>
          <a:solidFill>
            <a:srgbClr val="C6CF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347" name="Google Shape;19347;p95"/>
          <p:cNvGrpSpPr/>
          <p:nvPr/>
        </p:nvGrpSpPr>
        <p:grpSpPr>
          <a:xfrm>
            <a:off x="2603418" y="3660525"/>
            <a:ext cx="420475" cy="326491"/>
            <a:chOff x="2617693" y="3817325"/>
            <a:chExt cx="420475" cy="326491"/>
          </a:xfrm>
        </p:grpSpPr>
        <p:sp>
          <p:nvSpPr>
            <p:cNvPr id="19348" name="Google Shape;19348;p95"/>
            <p:cNvSpPr/>
            <p:nvPr/>
          </p:nvSpPr>
          <p:spPr>
            <a:xfrm>
              <a:off x="2688542" y="3845712"/>
              <a:ext cx="337047" cy="217170"/>
            </a:xfrm>
            <a:custGeom>
              <a:rect b="b" l="l" r="r" t="t"/>
              <a:pathLst>
                <a:path extrusionOk="0" h="8270" w="12835">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9" name="Google Shape;19349;p95"/>
            <p:cNvSpPr/>
            <p:nvPr/>
          </p:nvSpPr>
          <p:spPr>
            <a:xfrm>
              <a:off x="2734786" y="4063119"/>
              <a:ext cx="57089" cy="27153"/>
            </a:xfrm>
            <a:custGeom>
              <a:rect b="b" l="l" r="r" t="t"/>
              <a:pathLst>
                <a:path extrusionOk="0" h="1034" w="2174">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0" name="Google Shape;19350;p95"/>
            <p:cNvSpPr/>
            <p:nvPr/>
          </p:nvSpPr>
          <p:spPr>
            <a:xfrm>
              <a:off x="2747864" y="3991981"/>
              <a:ext cx="44012" cy="70902"/>
            </a:xfrm>
            <a:custGeom>
              <a:rect b="b" l="l" r="r" t="t"/>
              <a:pathLst>
                <a:path extrusionOk="0" h="2700" w="1676">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1" name="Google Shape;19351;p95"/>
            <p:cNvSpPr/>
            <p:nvPr/>
          </p:nvSpPr>
          <p:spPr>
            <a:xfrm>
              <a:off x="2692823" y="3979927"/>
              <a:ext cx="49027" cy="29411"/>
            </a:xfrm>
            <a:custGeom>
              <a:rect b="b" l="l" r="r" t="t"/>
              <a:pathLst>
                <a:path extrusionOk="0" h="1120" w="1867">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2" name="Google Shape;19352;p95"/>
            <p:cNvSpPr/>
            <p:nvPr/>
          </p:nvSpPr>
          <p:spPr>
            <a:xfrm>
              <a:off x="2688542" y="3845975"/>
              <a:ext cx="11344" cy="133979"/>
            </a:xfrm>
            <a:custGeom>
              <a:rect b="b" l="l" r="r" t="t"/>
              <a:pathLst>
                <a:path extrusionOk="0" h="5102" w="432">
                  <a:moveTo>
                    <a:pt x="1" y="0"/>
                  </a:moveTo>
                  <a:lnTo>
                    <a:pt x="1" y="5101"/>
                  </a:lnTo>
                  <a:lnTo>
                    <a:pt x="432" y="5101"/>
                  </a:lnTo>
                  <a:lnTo>
                    <a:pt x="432" y="0"/>
                  </a:lnTo>
                  <a:close/>
                </a:path>
              </a:pathLst>
            </a:custGeom>
            <a:solidFill>
              <a:srgbClr val="D6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3" name="Google Shape;19353;p95"/>
            <p:cNvSpPr/>
            <p:nvPr/>
          </p:nvSpPr>
          <p:spPr>
            <a:xfrm>
              <a:off x="2688542" y="3844977"/>
              <a:ext cx="337047" cy="11082"/>
            </a:xfrm>
            <a:custGeom>
              <a:rect b="b" l="l" r="r" t="t"/>
              <a:pathLst>
                <a:path extrusionOk="0" h="422" w="12835">
                  <a:moveTo>
                    <a:pt x="1" y="0"/>
                  </a:moveTo>
                  <a:lnTo>
                    <a:pt x="1" y="421"/>
                  </a:lnTo>
                  <a:lnTo>
                    <a:pt x="12835" y="421"/>
                  </a:lnTo>
                  <a:lnTo>
                    <a:pt x="12835" y="0"/>
                  </a:lnTo>
                  <a:close/>
                </a:path>
              </a:pathLst>
            </a:custGeom>
            <a:solidFill>
              <a:srgbClr val="D6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4" name="Google Shape;19354;p95"/>
            <p:cNvSpPr/>
            <p:nvPr/>
          </p:nvSpPr>
          <p:spPr>
            <a:xfrm>
              <a:off x="2723232" y="4061596"/>
              <a:ext cx="314936" cy="29936"/>
            </a:xfrm>
            <a:custGeom>
              <a:rect b="b" l="l" r="r" t="t"/>
              <a:pathLst>
                <a:path extrusionOk="0" h="1140" w="11993">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5" name="Google Shape;19355;p95"/>
            <p:cNvSpPr/>
            <p:nvPr/>
          </p:nvSpPr>
          <p:spPr>
            <a:xfrm>
              <a:off x="2676226" y="3817325"/>
              <a:ext cx="361679" cy="29936"/>
            </a:xfrm>
            <a:custGeom>
              <a:rect b="b" l="l" r="r" t="t"/>
              <a:pathLst>
                <a:path extrusionOk="0" h="1140" w="13773">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6" name="Google Shape;19356;p95"/>
            <p:cNvSpPr/>
            <p:nvPr/>
          </p:nvSpPr>
          <p:spPr>
            <a:xfrm>
              <a:off x="2812463" y="3959051"/>
              <a:ext cx="28413" cy="66123"/>
            </a:xfrm>
            <a:custGeom>
              <a:rect b="b" l="l" r="r" t="t"/>
              <a:pathLst>
                <a:path extrusionOk="0" h="2518" w="1082">
                  <a:moveTo>
                    <a:pt x="0" y="1"/>
                  </a:moveTo>
                  <a:lnTo>
                    <a:pt x="0" y="2518"/>
                  </a:lnTo>
                  <a:lnTo>
                    <a:pt x="1081" y="2518"/>
                  </a:lnTo>
                  <a:lnTo>
                    <a:pt x="1081" y="1"/>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7" name="Google Shape;19357;p95"/>
            <p:cNvSpPr/>
            <p:nvPr/>
          </p:nvSpPr>
          <p:spPr>
            <a:xfrm>
              <a:off x="2860966" y="3930664"/>
              <a:ext cx="28413" cy="94510"/>
            </a:xfrm>
            <a:custGeom>
              <a:rect b="b" l="l" r="r" t="t"/>
              <a:pathLst>
                <a:path extrusionOk="0" h="3599" w="1082">
                  <a:moveTo>
                    <a:pt x="0" y="0"/>
                  </a:moveTo>
                  <a:lnTo>
                    <a:pt x="0" y="3599"/>
                  </a:lnTo>
                  <a:lnTo>
                    <a:pt x="1082" y="3599"/>
                  </a:lnTo>
                  <a:lnTo>
                    <a:pt x="1082"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8" name="Google Shape;19358;p95"/>
            <p:cNvSpPr/>
            <p:nvPr/>
          </p:nvSpPr>
          <p:spPr>
            <a:xfrm>
              <a:off x="2908207" y="3947759"/>
              <a:ext cx="28413" cy="77414"/>
            </a:xfrm>
            <a:custGeom>
              <a:rect b="b" l="l" r="r" t="t"/>
              <a:pathLst>
                <a:path extrusionOk="0" h="2948" w="1082">
                  <a:moveTo>
                    <a:pt x="0" y="0"/>
                  </a:moveTo>
                  <a:lnTo>
                    <a:pt x="0" y="2948"/>
                  </a:lnTo>
                  <a:lnTo>
                    <a:pt x="1082" y="2948"/>
                  </a:lnTo>
                  <a:lnTo>
                    <a:pt x="1082"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9" name="Google Shape;19359;p95"/>
            <p:cNvSpPr/>
            <p:nvPr/>
          </p:nvSpPr>
          <p:spPr>
            <a:xfrm>
              <a:off x="2716693" y="3882161"/>
              <a:ext cx="54069" cy="13603"/>
            </a:xfrm>
            <a:custGeom>
              <a:rect b="b" l="l" r="r" t="t"/>
              <a:pathLst>
                <a:path extrusionOk="0" h="518" w="2059">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0" name="Google Shape;19360;p95"/>
            <p:cNvSpPr/>
            <p:nvPr/>
          </p:nvSpPr>
          <p:spPr>
            <a:xfrm>
              <a:off x="2716693" y="3904771"/>
              <a:ext cx="73659" cy="13340"/>
            </a:xfrm>
            <a:custGeom>
              <a:rect b="b" l="l" r="r" t="t"/>
              <a:pathLst>
                <a:path extrusionOk="0" h="508" w="2805">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1" name="Google Shape;19361;p95"/>
            <p:cNvSpPr/>
            <p:nvPr/>
          </p:nvSpPr>
          <p:spPr>
            <a:xfrm>
              <a:off x="2716693" y="3927145"/>
              <a:ext cx="73659" cy="13603"/>
            </a:xfrm>
            <a:custGeom>
              <a:rect b="b" l="l" r="r" t="t"/>
              <a:pathLst>
                <a:path extrusionOk="0" h="518" w="2805">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2" name="Google Shape;19362;p95"/>
            <p:cNvSpPr/>
            <p:nvPr/>
          </p:nvSpPr>
          <p:spPr>
            <a:xfrm>
              <a:off x="2716693" y="3949755"/>
              <a:ext cx="73659" cy="13603"/>
            </a:xfrm>
            <a:custGeom>
              <a:rect b="b" l="l" r="r" t="t"/>
              <a:pathLst>
                <a:path extrusionOk="0" h="518" w="2805">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3" name="Google Shape;19363;p95"/>
            <p:cNvSpPr/>
            <p:nvPr/>
          </p:nvSpPr>
          <p:spPr>
            <a:xfrm>
              <a:off x="2617693" y="3979428"/>
              <a:ext cx="164125" cy="164388"/>
            </a:xfrm>
            <a:custGeom>
              <a:rect b="b" l="l" r="r" t="t"/>
              <a:pathLst>
                <a:path extrusionOk="0" h="6260" w="625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4" name="Google Shape;19364;p95"/>
            <p:cNvSpPr/>
            <p:nvPr/>
          </p:nvSpPr>
          <p:spPr>
            <a:xfrm>
              <a:off x="2658895" y="4028167"/>
              <a:ext cx="36711" cy="66622"/>
            </a:xfrm>
            <a:custGeom>
              <a:rect b="b" l="l" r="r" t="t"/>
              <a:pathLst>
                <a:path extrusionOk="0" h="2537" w="1398">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65" name="Google Shape;19365;p95"/>
          <p:cNvGrpSpPr/>
          <p:nvPr/>
        </p:nvGrpSpPr>
        <p:grpSpPr>
          <a:xfrm>
            <a:off x="3531026" y="2266723"/>
            <a:ext cx="358134" cy="356637"/>
            <a:chOff x="3545301" y="2423523"/>
            <a:chExt cx="358134" cy="356637"/>
          </a:xfrm>
        </p:grpSpPr>
        <p:sp>
          <p:nvSpPr>
            <p:cNvPr id="19366" name="Google Shape;19366;p95"/>
            <p:cNvSpPr/>
            <p:nvPr/>
          </p:nvSpPr>
          <p:spPr>
            <a:xfrm>
              <a:off x="3545301" y="2633630"/>
              <a:ext cx="64600" cy="146531"/>
            </a:xfrm>
            <a:custGeom>
              <a:rect b="b" l="l" r="r" t="t"/>
              <a:pathLst>
                <a:path extrusionOk="0" h="5580" w="246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7" name="Google Shape;19367;p95"/>
            <p:cNvSpPr/>
            <p:nvPr/>
          </p:nvSpPr>
          <p:spPr>
            <a:xfrm>
              <a:off x="3545301" y="2633630"/>
              <a:ext cx="30934" cy="146531"/>
            </a:xfrm>
            <a:custGeom>
              <a:rect b="b" l="l" r="r" t="t"/>
              <a:pathLst>
                <a:path extrusionOk="0" h="5580" w="1178">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8" name="Google Shape;19368;p95"/>
            <p:cNvSpPr/>
            <p:nvPr/>
          </p:nvSpPr>
          <p:spPr>
            <a:xfrm>
              <a:off x="3643041" y="2597181"/>
              <a:ext cx="64888" cy="182980"/>
            </a:xfrm>
            <a:custGeom>
              <a:rect b="b" l="l" r="r" t="t"/>
              <a:pathLst>
                <a:path extrusionOk="0" h="6968" w="2471">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9" name="Google Shape;19369;p95"/>
            <p:cNvSpPr/>
            <p:nvPr/>
          </p:nvSpPr>
          <p:spPr>
            <a:xfrm>
              <a:off x="3643041" y="2597181"/>
              <a:ext cx="30961" cy="182980"/>
            </a:xfrm>
            <a:custGeom>
              <a:rect b="b" l="l" r="r" t="t"/>
              <a:pathLst>
                <a:path extrusionOk="0" h="6968" w="1179">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0" name="Google Shape;19370;p95"/>
            <p:cNvSpPr/>
            <p:nvPr/>
          </p:nvSpPr>
          <p:spPr>
            <a:xfrm>
              <a:off x="3740807" y="2560994"/>
              <a:ext cx="65125" cy="219166"/>
            </a:xfrm>
            <a:custGeom>
              <a:rect b="b" l="l" r="r" t="t"/>
              <a:pathLst>
                <a:path extrusionOk="0" h="8346" w="248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1" name="Google Shape;19371;p95"/>
            <p:cNvSpPr/>
            <p:nvPr/>
          </p:nvSpPr>
          <p:spPr>
            <a:xfrm>
              <a:off x="3740807" y="2560994"/>
              <a:ext cx="30934" cy="219166"/>
            </a:xfrm>
            <a:custGeom>
              <a:rect b="b" l="l" r="r" t="t"/>
              <a:pathLst>
                <a:path extrusionOk="0" h="8346" w="1178">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2" name="Google Shape;19372;p95"/>
            <p:cNvSpPr/>
            <p:nvPr/>
          </p:nvSpPr>
          <p:spPr>
            <a:xfrm>
              <a:off x="3838573" y="2524808"/>
              <a:ext cx="64862" cy="255352"/>
            </a:xfrm>
            <a:custGeom>
              <a:rect b="b" l="l" r="r" t="t"/>
              <a:pathLst>
                <a:path extrusionOk="0" h="9724" w="247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3" name="Google Shape;19373;p95"/>
            <p:cNvSpPr/>
            <p:nvPr/>
          </p:nvSpPr>
          <p:spPr>
            <a:xfrm>
              <a:off x="3838835" y="2524808"/>
              <a:ext cx="30934" cy="255352"/>
            </a:xfrm>
            <a:custGeom>
              <a:rect b="b" l="l" r="r" t="t"/>
              <a:pathLst>
                <a:path extrusionOk="0" h="9724" w="1178">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4" name="Google Shape;19374;p95"/>
            <p:cNvSpPr/>
            <p:nvPr/>
          </p:nvSpPr>
          <p:spPr>
            <a:xfrm>
              <a:off x="3560873" y="2423523"/>
              <a:ext cx="332767" cy="134241"/>
            </a:xfrm>
            <a:custGeom>
              <a:rect b="b" l="l" r="r" t="t"/>
              <a:pathLst>
                <a:path extrusionOk="0" h="5112" w="12672">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75" name="Google Shape;19375;p95"/>
          <p:cNvGrpSpPr/>
          <p:nvPr/>
        </p:nvGrpSpPr>
        <p:grpSpPr>
          <a:xfrm>
            <a:off x="3517187" y="3667799"/>
            <a:ext cx="377251" cy="324232"/>
            <a:chOff x="3531462" y="3824599"/>
            <a:chExt cx="377251" cy="324232"/>
          </a:xfrm>
        </p:grpSpPr>
        <p:sp>
          <p:nvSpPr>
            <p:cNvPr id="19376" name="Google Shape;19376;p95"/>
            <p:cNvSpPr/>
            <p:nvPr/>
          </p:nvSpPr>
          <p:spPr>
            <a:xfrm>
              <a:off x="3573189" y="3854772"/>
              <a:ext cx="294059" cy="294059"/>
            </a:xfrm>
            <a:custGeom>
              <a:rect b="b" l="l" r="r" t="t"/>
              <a:pathLst>
                <a:path extrusionOk="0" h="11198" w="11198">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7" name="Google Shape;19377;p95"/>
            <p:cNvSpPr/>
            <p:nvPr/>
          </p:nvSpPr>
          <p:spPr>
            <a:xfrm>
              <a:off x="3719457" y="3939461"/>
              <a:ext cx="78439" cy="102808"/>
            </a:xfrm>
            <a:custGeom>
              <a:rect b="b" l="l" r="r" t="t"/>
              <a:pathLst>
                <a:path extrusionOk="0" h="3915" w="2987">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8" name="Google Shape;19378;p95"/>
            <p:cNvSpPr/>
            <p:nvPr/>
          </p:nvSpPr>
          <p:spPr>
            <a:xfrm>
              <a:off x="3719195" y="3878144"/>
              <a:ext cx="156851" cy="203594"/>
            </a:xfrm>
            <a:custGeom>
              <a:rect b="b" l="l" r="r" t="t"/>
              <a:pathLst>
                <a:path extrusionOk="0" h="7753" w="5973">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9" name="Google Shape;19379;p95"/>
            <p:cNvSpPr/>
            <p:nvPr/>
          </p:nvSpPr>
          <p:spPr>
            <a:xfrm>
              <a:off x="3718959" y="3824599"/>
              <a:ext cx="189755" cy="287048"/>
            </a:xfrm>
            <a:custGeom>
              <a:rect b="b" l="l" r="r" t="t"/>
              <a:pathLst>
                <a:path extrusionOk="0" h="10931" w="7226">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0" name="Google Shape;19380;p95"/>
            <p:cNvSpPr/>
            <p:nvPr/>
          </p:nvSpPr>
          <p:spPr>
            <a:xfrm>
              <a:off x="3576708" y="3855008"/>
              <a:ext cx="144036" cy="147555"/>
            </a:xfrm>
            <a:custGeom>
              <a:rect b="b" l="l" r="r" t="t"/>
              <a:pathLst>
                <a:path extrusionOk="0" h="5619" w="5485">
                  <a:moveTo>
                    <a:pt x="5455" y="1"/>
                  </a:moveTo>
                  <a:cubicBezTo>
                    <a:pt x="2833" y="1"/>
                    <a:pt x="565" y="1829"/>
                    <a:pt x="0" y="4394"/>
                  </a:cubicBezTo>
                  <a:lnTo>
                    <a:pt x="5484" y="5619"/>
                  </a:lnTo>
                  <a:lnTo>
                    <a:pt x="5455"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1" name="Google Shape;19381;p95"/>
            <p:cNvSpPr/>
            <p:nvPr/>
          </p:nvSpPr>
          <p:spPr>
            <a:xfrm>
              <a:off x="3573426" y="3969870"/>
              <a:ext cx="147319" cy="173684"/>
            </a:xfrm>
            <a:custGeom>
              <a:rect b="b" l="l" r="r" t="t"/>
              <a:pathLst>
                <a:path extrusionOk="0" h="6614" w="561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2" name="Google Shape;19382;p95"/>
            <p:cNvSpPr/>
            <p:nvPr/>
          </p:nvSpPr>
          <p:spPr>
            <a:xfrm>
              <a:off x="3664417" y="4122178"/>
              <a:ext cx="77940" cy="26654"/>
            </a:xfrm>
            <a:custGeom>
              <a:rect b="b" l="l" r="r" t="t"/>
              <a:pathLst>
                <a:path extrusionOk="0" h="1015" w="2968">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3" name="Google Shape;19383;p95"/>
            <p:cNvSpPr/>
            <p:nvPr/>
          </p:nvSpPr>
          <p:spPr>
            <a:xfrm>
              <a:off x="3576708" y="3854772"/>
              <a:ext cx="143275" cy="124919"/>
            </a:xfrm>
            <a:custGeom>
              <a:rect b="b" l="l" r="r" t="t"/>
              <a:pathLst>
                <a:path extrusionOk="0" h="4757" w="5456">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4" name="Google Shape;19384;p95"/>
            <p:cNvSpPr/>
            <p:nvPr/>
          </p:nvSpPr>
          <p:spPr>
            <a:xfrm>
              <a:off x="3531462" y="3831217"/>
              <a:ext cx="144561" cy="112393"/>
            </a:xfrm>
            <a:custGeom>
              <a:rect b="b" l="l" r="r" t="t"/>
              <a:pathLst>
                <a:path extrusionOk="0" h="4280" w="5505">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5" name="Google Shape;19385;p95"/>
            <p:cNvSpPr/>
            <p:nvPr/>
          </p:nvSpPr>
          <p:spPr>
            <a:xfrm>
              <a:off x="3653098" y="3932318"/>
              <a:ext cx="36711" cy="31538"/>
            </a:xfrm>
            <a:custGeom>
              <a:rect b="b" l="l" r="r" t="t"/>
              <a:pathLst>
                <a:path extrusionOk="0" h="1201" w="1398">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6" name="Google Shape;19386;p95"/>
            <p:cNvSpPr/>
            <p:nvPr/>
          </p:nvSpPr>
          <p:spPr>
            <a:xfrm>
              <a:off x="3559875" y="3969870"/>
              <a:ext cx="126179" cy="173684"/>
            </a:xfrm>
            <a:custGeom>
              <a:rect b="b" l="l" r="r" t="t"/>
              <a:pathLst>
                <a:path extrusionOk="0" h="6614" w="4805">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87" name="Google Shape;19387;p95"/>
          <p:cNvGrpSpPr/>
          <p:nvPr/>
        </p:nvGrpSpPr>
        <p:grpSpPr>
          <a:xfrm>
            <a:off x="4016311" y="3648446"/>
            <a:ext cx="286523" cy="340566"/>
            <a:chOff x="4030586" y="3805246"/>
            <a:chExt cx="286523" cy="340566"/>
          </a:xfrm>
        </p:grpSpPr>
        <p:sp>
          <p:nvSpPr>
            <p:cNvPr id="19388" name="Google Shape;19388;p95"/>
            <p:cNvSpPr/>
            <p:nvPr/>
          </p:nvSpPr>
          <p:spPr>
            <a:xfrm>
              <a:off x="4030586" y="3826122"/>
              <a:ext cx="87735" cy="145533"/>
            </a:xfrm>
            <a:custGeom>
              <a:rect b="b" l="l" r="r" t="t"/>
              <a:pathLst>
                <a:path extrusionOk="0" h="5542" w="3341">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9" name="Google Shape;19389;p95"/>
            <p:cNvSpPr/>
            <p:nvPr/>
          </p:nvSpPr>
          <p:spPr>
            <a:xfrm>
              <a:off x="4229374" y="3825860"/>
              <a:ext cx="87735" cy="145796"/>
            </a:xfrm>
            <a:custGeom>
              <a:rect b="b" l="l" r="r" t="t"/>
              <a:pathLst>
                <a:path extrusionOk="0" h="5552" w="3341">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0" name="Google Shape;19390;p95"/>
            <p:cNvSpPr/>
            <p:nvPr/>
          </p:nvSpPr>
          <p:spPr>
            <a:xfrm>
              <a:off x="4162779" y="3999018"/>
              <a:ext cx="22400" cy="101547"/>
            </a:xfrm>
            <a:custGeom>
              <a:rect b="b" l="l" r="r" t="t"/>
              <a:pathLst>
                <a:path extrusionOk="0" h="3867" w="853">
                  <a:moveTo>
                    <a:pt x="0" y="1"/>
                  </a:moveTo>
                  <a:lnTo>
                    <a:pt x="0" y="3867"/>
                  </a:lnTo>
                  <a:lnTo>
                    <a:pt x="852" y="3867"/>
                  </a:lnTo>
                  <a:lnTo>
                    <a:pt x="852" y="1"/>
                  </a:lnTo>
                  <a:close/>
                </a:path>
              </a:pathLst>
            </a:custGeom>
            <a:solidFill>
              <a:srgbClr val="C1CB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1" name="Google Shape;19391;p95"/>
            <p:cNvSpPr/>
            <p:nvPr/>
          </p:nvSpPr>
          <p:spPr>
            <a:xfrm>
              <a:off x="4091903" y="3816564"/>
              <a:ext cx="163889" cy="200836"/>
            </a:xfrm>
            <a:custGeom>
              <a:rect b="b" l="l" r="r" t="t"/>
              <a:pathLst>
                <a:path extrusionOk="0" h="7648" w="6241">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2" name="Google Shape;19392;p95"/>
            <p:cNvSpPr/>
            <p:nvPr/>
          </p:nvSpPr>
          <p:spPr>
            <a:xfrm>
              <a:off x="4158498" y="3816564"/>
              <a:ext cx="97530" cy="200836"/>
            </a:xfrm>
            <a:custGeom>
              <a:rect b="b" l="l" r="r" t="t"/>
              <a:pathLst>
                <a:path extrusionOk="0" h="7648" w="3714">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3" name="Google Shape;19393;p95"/>
            <p:cNvSpPr/>
            <p:nvPr/>
          </p:nvSpPr>
          <p:spPr>
            <a:xfrm>
              <a:off x="4081084" y="3805246"/>
              <a:ext cx="185501" cy="22662"/>
            </a:xfrm>
            <a:custGeom>
              <a:rect b="b" l="l" r="r" t="t"/>
              <a:pathLst>
                <a:path extrusionOk="0" h="863" w="7064">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4" name="Google Shape;19394;p95"/>
            <p:cNvSpPr/>
            <p:nvPr/>
          </p:nvSpPr>
          <p:spPr>
            <a:xfrm>
              <a:off x="4235913" y="3805246"/>
              <a:ext cx="30672" cy="22662"/>
            </a:xfrm>
            <a:custGeom>
              <a:rect b="b" l="l" r="r" t="t"/>
              <a:pathLst>
                <a:path extrusionOk="0" h="863" w="1168">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5" name="Google Shape;19395;p95"/>
            <p:cNvSpPr/>
            <p:nvPr/>
          </p:nvSpPr>
          <p:spPr>
            <a:xfrm>
              <a:off x="4133368" y="3866195"/>
              <a:ext cx="81196" cy="76627"/>
            </a:xfrm>
            <a:custGeom>
              <a:rect b="b" l="l" r="r" t="t"/>
              <a:pathLst>
                <a:path extrusionOk="0" h="2918" w="3092">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6" name="Google Shape;19396;p95"/>
            <p:cNvSpPr/>
            <p:nvPr/>
          </p:nvSpPr>
          <p:spPr>
            <a:xfrm>
              <a:off x="4152721" y="4004060"/>
              <a:ext cx="42489" cy="20877"/>
            </a:xfrm>
            <a:custGeom>
              <a:rect b="b" l="l" r="r" t="t"/>
              <a:pathLst>
                <a:path extrusionOk="0" h="795" w="1618">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7" name="Google Shape;19397;p95"/>
            <p:cNvSpPr/>
            <p:nvPr/>
          </p:nvSpPr>
          <p:spPr>
            <a:xfrm>
              <a:off x="4130348" y="4085466"/>
              <a:ext cx="87236" cy="30199"/>
            </a:xfrm>
            <a:custGeom>
              <a:rect b="b" l="l" r="r" t="t"/>
              <a:pathLst>
                <a:path extrusionOk="0" h="1150" w="3322">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8" name="Google Shape;19398;p95"/>
            <p:cNvSpPr/>
            <p:nvPr/>
          </p:nvSpPr>
          <p:spPr>
            <a:xfrm>
              <a:off x="4186649" y="4085466"/>
              <a:ext cx="30934" cy="29936"/>
            </a:xfrm>
            <a:custGeom>
              <a:rect b="b" l="l" r="r" t="t"/>
              <a:pathLst>
                <a:path extrusionOk="0" h="1140" w="1178">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9" name="Google Shape;19399;p95"/>
            <p:cNvSpPr/>
            <p:nvPr/>
          </p:nvSpPr>
          <p:spPr>
            <a:xfrm>
              <a:off x="4098941" y="4108102"/>
              <a:ext cx="150050" cy="37709"/>
            </a:xfrm>
            <a:custGeom>
              <a:rect b="b" l="l" r="r" t="t"/>
              <a:pathLst>
                <a:path extrusionOk="0" h="1436" w="5714">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0" name="Google Shape;19400;p95"/>
            <p:cNvSpPr/>
            <p:nvPr/>
          </p:nvSpPr>
          <p:spPr>
            <a:xfrm>
              <a:off x="4211018" y="4108102"/>
              <a:ext cx="37736" cy="37709"/>
            </a:xfrm>
            <a:custGeom>
              <a:rect b="b" l="l" r="r" t="t"/>
              <a:pathLst>
                <a:path extrusionOk="0" h="1436" w="1437">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01" name="Google Shape;19401;p95"/>
          <p:cNvGrpSpPr/>
          <p:nvPr/>
        </p:nvGrpSpPr>
        <p:grpSpPr>
          <a:xfrm>
            <a:off x="2166609" y="2731919"/>
            <a:ext cx="376752" cy="374468"/>
            <a:chOff x="2180884" y="2888719"/>
            <a:chExt cx="376752" cy="374468"/>
          </a:xfrm>
        </p:grpSpPr>
        <p:sp>
          <p:nvSpPr>
            <p:cNvPr id="19402" name="Google Shape;19402;p95"/>
            <p:cNvSpPr/>
            <p:nvPr/>
          </p:nvSpPr>
          <p:spPr>
            <a:xfrm>
              <a:off x="2180884" y="2954054"/>
              <a:ext cx="309395" cy="309133"/>
            </a:xfrm>
            <a:custGeom>
              <a:rect b="b" l="l" r="r" t="t"/>
              <a:pathLst>
                <a:path extrusionOk="0" h="11772" w="11782">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3" name="Google Shape;19403;p95"/>
            <p:cNvSpPr/>
            <p:nvPr/>
          </p:nvSpPr>
          <p:spPr>
            <a:xfrm>
              <a:off x="2335713" y="3102082"/>
              <a:ext cx="154330" cy="12579"/>
            </a:xfrm>
            <a:custGeom>
              <a:rect b="b" l="l" r="r" t="t"/>
              <a:pathLst>
                <a:path extrusionOk="0" h="479" w="5877">
                  <a:moveTo>
                    <a:pt x="0" y="0"/>
                  </a:moveTo>
                  <a:lnTo>
                    <a:pt x="0" y="479"/>
                  </a:lnTo>
                  <a:lnTo>
                    <a:pt x="5876" y="479"/>
                  </a:lnTo>
                  <a:lnTo>
                    <a:pt x="5876" y="240"/>
                  </a:lnTo>
                  <a:lnTo>
                    <a:pt x="5876"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4" name="Google Shape;19404;p95"/>
            <p:cNvSpPr/>
            <p:nvPr/>
          </p:nvSpPr>
          <p:spPr>
            <a:xfrm>
              <a:off x="2465648" y="2888719"/>
              <a:ext cx="91989" cy="89993"/>
            </a:xfrm>
            <a:custGeom>
              <a:rect b="b" l="l" r="r" t="t"/>
              <a:pathLst>
                <a:path extrusionOk="0" h="3427" w="3503">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5" name="Google Shape;19405;p95"/>
            <p:cNvSpPr/>
            <p:nvPr/>
          </p:nvSpPr>
          <p:spPr>
            <a:xfrm>
              <a:off x="2465648" y="2888719"/>
              <a:ext cx="61842" cy="90229"/>
            </a:xfrm>
            <a:custGeom>
              <a:rect b="b" l="l" r="r" t="t"/>
              <a:pathLst>
                <a:path extrusionOk="0" h="3436" w="2355">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6" name="Google Shape;19406;p95"/>
            <p:cNvSpPr/>
            <p:nvPr/>
          </p:nvSpPr>
          <p:spPr>
            <a:xfrm>
              <a:off x="2218094" y="2991002"/>
              <a:ext cx="235263" cy="235263"/>
            </a:xfrm>
            <a:custGeom>
              <a:rect b="b" l="l" r="r" t="t"/>
              <a:pathLst>
                <a:path extrusionOk="0" h="8959" w="8959">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7" name="Google Shape;19407;p95"/>
            <p:cNvSpPr/>
            <p:nvPr/>
          </p:nvSpPr>
          <p:spPr>
            <a:xfrm>
              <a:off x="2335713" y="3102082"/>
              <a:ext cx="117382" cy="12579"/>
            </a:xfrm>
            <a:custGeom>
              <a:rect b="b" l="l" r="r" t="t"/>
              <a:pathLst>
                <a:path extrusionOk="0" h="479" w="447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8" name="Google Shape;19408;p95"/>
            <p:cNvSpPr/>
            <p:nvPr/>
          </p:nvSpPr>
          <p:spPr>
            <a:xfrm>
              <a:off x="2249003" y="3021910"/>
              <a:ext cx="173185" cy="173421"/>
            </a:xfrm>
            <a:custGeom>
              <a:rect b="b" l="l" r="r" t="t"/>
              <a:pathLst>
                <a:path extrusionOk="0" h="6604" w="6595">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9" name="Google Shape;19409;p95"/>
            <p:cNvSpPr/>
            <p:nvPr/>
          </p:nvSpPr>
          <p:spPr>
            <a:xfrm>
              <a:off x="2335713" y="3102082"/>
              <a:ext cx="86711" cy="12579"/>
            </a:xfrm>
            <a:custGeom>
              <a:rect b="b" l="l" r="r" t="t"/>
              <a:pathLst>
                <a:path extrusionOk="0" h="479" w="3302">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0" name="Google Shape;19410;p95"/>
            <p:cNvSpPr/>
            <p:nvPr/>
          </p:nvSpPr>
          <p:spPr>
            <a:xfrm>
              <a:off x="2286187" y="3059094"/>
              <a:ext cx="99053" cy="99053"/>
            </a:xfrm>
            <a:custGeom>
              <a:rect b="b" l="l" r="r" t="t"/>
              <a:pathLst>
                <a:path extrusionOk="0" h="3772" w="3772">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1" name="Google Shape;19411;p95"/>
            <p:cNvSpPr/>
            <p:nvPr/>
          </p:nvSpPr>
          <p:spPr>
            <a:xfrm>
              <a:off x="2335713" y="3102318"/>
              <a:ext cx="49526" cy="12342"/>
            </a:xfrm>
            <a:custGeom>
              <a:rect b="b" l="l" r="r" t="t"/>
              <a:pathLst>
                <a:path extrusionOk="0" h="470" w="1886">
                  <a:moveTo>
                    <a:pt x="0" y="1"/>
                  </a:moveTo>
                  <a:lnTo>
                    <a:pt x="0" y="470"/>
                  </a:lnTo>
                  <a:lnTo>
                    <a:pt x="1866" y="470"/>
                  </a:lnTo>
                  <a:cubicBezTo>
                    <a:pt x="1886" y="317"/>
                    <a:pt x="1886" y="154"/>
                    <a:pt x="1866"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2" name="Google Shape;19412;p95"/>
            <p:cNvSpPr/>
            <p:nvPr/>
          </p:nvSpPr>
          <p:spPr>
            <a:xfrm>
              <a:off x="2317095" y="3090002"/>
              <a:ext cx="37237" cy="37237"/>
            </a:xfrm>
            <a:custGeom>
              <a:rect b="b" l="l" r="r" t="t"/>
              <a:pathLst>
                <a:path extrusionOk="0" h="1418" w="1418">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3" name="Google Shape;19413;p95"/>
            <p:cNvSpPr/>
            <p:nvPr/>
          </p:nvSpPr>
          <p:spPr>
            <a:xfrm>
              <a:off x="2335713" y="3102318"/>
              <a:ext cx="18855" cy="12342"/>
            </a:xfrm>
            <a:custGeom>
              <a:rect b="b" l="l" r="r" t="t"/>
              <a:pathLst>
                <a:path extrusionOk="0" h="470" w="718">
                  <a:moveTo>
                    <a:pt x="0" y="1"/>
                  </a:moveTo>
                  <a:lnTo>
                    <a:pt x="0" y="470"/>
                  </a:lnTo>
                  <a:lnTo>
                    <a:pt x="661" y="470"/>
                  </a:lnTo>
                  <a:cubicBezTo>
                    <a:pt x="718" y="317"/>
                    <a:pt x="718" y="154"/>
                    <a:pt x="661"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4" name="Google Shape;19414;p95"/>
            <p:cNvSpPr/>
            <p:nvPr/>
          </p:nvSpPr>
          <p:spPr>
            <a:xfrm>
              <a:off x="2326496" y="3073169"/>
              <a:ext cx="44668" cy="41570"/>
            </a:xfrm>
            <a:custGeom>
              <a:rect b="b" l="l" r="r" t="t"/>
              <a:pathLst>
                <a:path extrusionOk="0" h="1583" w="1701">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5" name="Google Shape;19415;p95"/>
            <p:cNvSpPr/>
            <p:nvPr/>
          </p:nvSpPr>
          <p:spPr>
            <a:xfrm>
              <a:off x="2355566" y="2901954"/>
              <a:ext cx="188704" cy="185080"/>
            </a:xfrm>
            <a:custGeom>
              <a:rect b="b" l="l" r="r" t="t"/>
              <a:pathLst>
                <a:path extrusionOk="0" h="7048" w="7186">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16" name="Google Shape;19416;p95"/>
          <p:cNvGrpSpPr/>
          <p:nvPr/>
        </p:nvGrpSpPr>
        <p:grpSpPr>
          <a:xfrm>
            <a:off x="3940157" y="2786199"/>
            <a:ext cx="378249" cy="265909"/>
            <a:chOff x="3954432" y="2942999"/>
            <a:chExt cx="378249" cy="265909"/>
          </a:xfrm>
        </p:grpSpPr>
        <p:sp>
          <p:nvSpPr>
            <p:cNvPr id="19417" name="Google Shape;19417;p95"/>
            <p:cNvSpPr/>
            <p:nvPr/>
          </p:nvSpPr>
          <p:spPr>
            <a:xfrm>
              <a:off x="3954432" y="2981207"/>
              <a:ext cx="378249" cy="227700"/>
            </a:xfrm>
            <a:custGeom>
              <a:rect b="b" l="l" r="r" t="t"/>
              <a:pathLst>
                <a:path extrusionOk="0" h="8671" w="14404">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8" name="Google Shape;19418;p95"/>
            <p:cNvSpPr/>
            <p:nvPr/>
          </p:nvSpPr>
          <p:spPr>
            <a:xfrm>
              <a:off x="3954432" y="2980944"/>
              <a:ext cx="208111" cy="227727"/>
            </a:xfrm>
            <a:custGeom>
              <a:rect b="b" l="l" r="r" t="t"/>
              <a:pathLst>
                <a:path extrusionOk="0" h="8672" w="7925">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9" name="Google Shape;19419;p95"/>
            <p:cNvSpPr/>
            <p:nvPr/>
          </p:nvSpPr>
          <p:spPr>
            <a:xfrm>
              <a:off x="4034604" y="3013270"/>
              <a:ext cx="190516" cy="163232"/>
            </a:xfrm>
            <a:custGeom>
              <a:rect b="b" l="l" r="r" t="t"/>
              <a:pathLst>
                <a:path extrusionOk="0" h="6216" w="7255">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0" name="Google Shape;19420;p95"/>
            <p:cNvSpPr/>
            <p:nvPr/>
          </p:nvSpPr>
          <p:spPr>
            <a:xfrm>
              <a:off x="4062256" y="3013349"/>
              <a:ext cx="96768" cy="163101"/>
            </a:xfrm>
            <a:custGeom>
              <a:rect b="b" l="l" r="r" t="t"/>
              <a:pathLst>
                <a:path extrusionOk="0" h="6211" w="3685">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1" name="Google Shape;19421;p95"/>
            <p:cNvSpPr/>
            <p:nvPr/>
          </p:nvSpPr>
          <p:spPr>
            <a:xfrm>
              <a:off x="4088647" y="3053763"/>
              <a:ext cx="96007" cy="82273"/>
            </a:xfrm>
            <a:custGeom>
              <a:rect b="b" l="l" r="r" t="t"/>
              <a:pathLst>
                <a:path extrusionOk="0" h="3133" w="3656">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2" name="Google Shape;19422;p95"/>
            <p:cNvSpPr/>
            <p:nvPr/>
          </p:nvSpPr>
          <p:spPr>
            <a:xfrm>
              <a:off x="4102696" y="3053868"/>
              <a:ext cx="57089" cy="82246"/>
            </a:xfrm>
            <a:custGeom>
              <a:rect b="b" l="l" r="r" t="t"/>
              <a:pathLst>
                <a:path extrusionOk="0" h="3132" w="2174">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3" name="Google Shape;19423;p95"/>
            <p:cNvSpPr/>
            <p:nvPr/>
          </p:nvSpPr>
          <p:spPr>
            <a:xfrm>
              <a:off x="4260807" y="2996411"/>
              <a:ext cx="38051" cy="26207"/>
            </a:xfrm>
            <a:custGeom>
              <a:rect b="b" l="l" r="r" t="t"/>
              <a:pathLst>
                <a:path extrusionOk="0" h="998" w="1449">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4" name="Google Shape;19424;p95"/>
            <p:cNvSpPr/>
            <p:nvPr/>
          </p:nvSpPr>
          <p:spPr>
            <a:xfrm>
              <a:off x="4020528" y="2942999"/>
              <a:ext cx="229381" cy="58323"/>
            </a:xfrm>
            <a:custGeom>
              <a:rect b="b" l="l" r="r" t="t"/>
              <a:pathLst>
                <a:path extrusionOk="0" h="2221" w="8735">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5" name="Google Shape;19425;p95"/>
            <p:cNvSpPr/>
            <p:nvPr/>
          </p:nvSpPr>
          <p:spPr>
            <a:xfrm>
              <a:off x="4153719" y="3056337"/>
              <a:ext cx="33193" cy="28440"/>
            </a:xfrm>
            <a:custGeom>
              <a:rect b="b" l="l" r="r" t="t"/>
              <a:pathLst>
                <a:path extrusionOk="0" h="1083" w="1264">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26" name="Google Shape;19426;p95"/>
          <p:cNvGrpSpPr/>
          <p:nvPr/>
        </p:nvGrpSpPr>
        <p:grpSpPr>
          <a:xfrm>
            <a:off x="1737862" y="4109808"/>
            <a:ext cx="378512" cy="374756"/>
            <a:chOff x="1752137" y="4266608"/>
            <a:chExt cx="378512" cy="374756"/>
          </a:xfrm>
        </p:grpSpPr>
        <p:sp>
          <p:nvSpPr>
            <p:cNvPr id="19427" name="Google Shape;19427;p95"/>
            <p:cNvSpPr/>
            <p:nvPr/>
          </p:nvSpPr>
          <p:spPr>
            <a:xfrm>
              <a:off x="1752400" y="4382020"/>
              <a:ext cx="171163" cy="82220"/>
            </a:xfrm>
            <a:custGeom>
              <a:rect b="b" l="l" r="r" t="t"/>
              <a:pathLst>
                <a:path extrusionOk="0" h="3131" w="6518">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8" name="Google Shape;19428;p95"/>
            <p:cNvSpPr/>
            <p:nvPr/>
          </p:nvSpPr>
          <p:spPr>
            <a:xfrm>
              <a:off x="1931834" y="4472250"/>
              <a:ext cx="81957" cy="169114"/>
            </a:xfrm>
            <a:custGeom>
              <a:rect b="b" l="l" r="r" t="t"/>
              <a:pathLst>
                <a:path extrusionOk="0" h="6440" w="3121">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9" name="Google Shape;19429;p95"/>
            <p:cNvSpPr/>
            <p:nvPr/>
          </p:nvSpPr>
          <p:spPr>
            <a:xfrm>
              <a:off x="1752137" y="4386537"/>
              <a:ext cx="123685" cy="71664"/>
            </a:xfrm>
            <a:custGeom>
              <a:rect b="b" l="l" r="r" t="t"/>
              <a:pathLst>
                <a:path extrusionOk="0" h="2729" w="471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0" name="Google Shape;19430;p95"/>
            <p:cNvSpPr/>
            <p:nvPr/>
          </p:nvSpPr>
          <p:spPr>
            <a:xfrm>
              <a:off x="1931834" y="4539108"/>
              <a:ext cx="23897" cy="102256"/>
            </a:xfrm>
            <a:custGeom>
              <a:rect b="b" l="l" r="r" t="t"/>
              <a:pathLst>
                <a:path extrusionOk="0" h="3894" w="91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1" name="Google Shape;19431;p95"/>
            <p:cNvSpPr/>
            <p:nvPr/>
          </p:nvSpPr>
          <p:spPr>
            <a:xfrm>
              <a:off x="1823512" y="4266608"/>
              <a:ext cx="307137" cy="305115"/>
            </a:xfrm>
            <a:custGeom>
              <a:rect b="b" l="l" r="r" t="t"/>
              <a:pathLst>
                <a:path extrusionOk="0" h="11619" w="11696">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2" name="Google Shape;19432;p95"/>
            <p:cNvSpPr/>
            <p:nvPr/>
          </p:nvSpPr>
          <p:spPr>
            <a:xfrm>
              <a:off x="1823512" y="4266686"/>
              <a:ext cx="306507" cy="227963"/>
            </a:xfrm>
            <a:custGeom>
              <a:rect b="b" l="l" r="r" t="t"/>
              <a:pathLst>
                <a:path extrusionOk="0" h="8681" w="11672">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3" name="Google Shape;19433;p95"/>
            <p:cNvSpPr/>
            <p:nvPr/>
          </p:nvSpPr>
          <p:spPr>
            <a:xfrm>
              <a:off x="1978078" y="4353633"/>
              <a:ext cx="64127" cy="64101"/>
            </a:xfrm>
            <a:custGeom>
              <a:rect b="b" l="l" r="r" t="t"/>
              <a:pathLst>
                <a:path extrusionOk="0" h="2441" w="2442">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4" name="Google Shape;19434;p95"/>
            <p:cNvSpPr/>
            <p:nvPr/>
          </p:nvSpPr>
          <p:spPr>
            <a:xfrm>
              <a:off x="1978078" y="4353660"/>
              <a:ext cx="39731" cy="64206"/>
            </a:xfrm>
            <a:custGeom>
              <a:rect b="b" l="l" r="r" t="t"/>
              <a:pathLst>
                <a:path extrusionOk="0" h="2445" w="1513">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5" name="Google Shape;19435;p95"/>
            <p:cNvSpPr/>
            <p:nvPr/>
          </p:nvSpPr>
          <p:spPr>
            <a:xfrm>
              <a:off x="1815476" y="4497381"/>
              <a:ext cx="82955" cy="82404"/>
            </a:xfrm>
            <a:custGeom>
              <a:rect b="b" l="l" r="r" t="t"/>
              <a:pathLst>
                <a:path extrusionOk="0" h="3138" w="3159">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6" name="Google Shape;19436;p95"/>
            <p:cNvSpPr/>
            <p:nvPr/>
          </p:nvSpPr>
          <p:spPr>
            <a:xfrm>
              <a:off x="1815476" y="4497381"/>
              <a:ext cx="32195" cy="35950"/>
            </a:xfrm>
            <a:custGeom>
              <a:rect b="b" l="l" r="r" t="t"/>
              <a:pathLst>
                <a:path extrusionOk="0" h="1369" w="1226">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7" name="Google Shape;19437;p95"/>
            <p:cNvSpPr/>
            <p:nvPr/>
          </p:nvSpPr>
          <p:spPr>
            <a:xfrm>
              <a:off x="1823512" y="4463952"/>
              <a:ext cx="108349" cy="107719"/>
            </a:xfrm>
            <a:custGeom>
              <a:rect b="b" l="l" r="r" t="t"/>
              <a:pathLst>
                <a:path extrusionOk="0" h="4102" w="4126">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8" name="Google Shape;19438;p95"/>
            <p:cNvSpPr/>
            <p:nvPr/>
          </p:nvSpPr>
          <p:spPr>
            <a:xfrm>
              <a:off x="1823512" y="4463952"/>
              <a:ext cx="28939" cy="30698"/>
            </a:xfrm>
            <a:custGeom>
              <a:rect b="b" l="l" r="r" t="t"/>
              <a:pathLst>
                <a:path extrusionOk="0" h="1169" w="1102">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9" name="Google Shape;19439;p95"/>
            <p:cNvSpPr/>
            <p:nvPr/>
          </p:nvSpPr>
          <p:spPr>
            <a:xfrm>
              <a:off x="1776034" y="4536981"/>
              <a:ext cx="33692" cy="30724"/>
            </a:xfrm>
            <a:custGeom>
              <a:rect b="b" l="l" r="r" t="t"/>
              <a:pathLst>
                <a:path extrusionOk="0" h="1170" w="1283">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0" name="Google Shape;19440;p95"/>
            <p:cNvSpPr/>
            <p:nvPr/>
          </p:nvSpPr>
          <p:spPr>
            <a:xfrm>
              <a:off x="1794862" y="4555730"/>
              <a:ext cx="33508" cy="30567"/>
            </a:xfrm>
            <a:custGeom>
              <a:rect b="b" l="l" r="r" t="t"/>
              <a:pathLst>
                <a:path extrusionOk="0" h="1164" w="1276">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1" name="Google Shape;19441;p95"/>
            <p:cNvSpPr/>
            <p:nvPr/>
          </p:nvSpPr>
          <p:spPr>
            <a:xfrm>
              <a:off x="1832309" y="4593125"/>
              <a:ext cx="33481" cy="30619"/>
            </a:xfrm>
            <a:custGeom>
              <a:rect b="b" l="l" r="r" t="t"/>
              <a:pathLst>
                <a:path extrusionOk="0" h="1166" w="1275">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2" name="Google Shape;19442;p95"/>
            <p:cNvSpPr/>
            <p:nvPr/>
          </p:nvSpPr>
          <p:spPr>
            <a:xfrm>
              <a:off x="1813480" y="4574322"/>
              <a:ext cx="33665" cy="30645"/>
            </a:xfrm>
            <a:custGeom>
              <a:rect b="b" l="l" r="r" t="t"/>
              <a:pathLst>
                <a:path extrusionOk="0" h="1167" w="1282">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3" name="Google Shape;19443;p95"/>
            <p:cNvSpPr/>
            <p:nvPr/>
          </p:nvSpPr>
          <p:spPr>
            <a:xfrm>
              <a:off x="2057751" y="4266686"/>
              <a:ext cx="72241" cy="71375"/>
            </a:xfrm>
            <a:custGeom>
              <a:rect b="b" l="l" r="r" t="t"/>
              <a:pathLst>
                <a:path extrusionOk="0" h="2718" w="2751">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4" name="Google Shape;19444;p95"/>
            <p:cNvSpPr/>
            <p:nvPr/>
          </p:nvSpPr>
          <p:spPr>
            <a:xfrm>
              <a:off x="2057751" y="4266686"/>
              <a:ext cx="72241" cy="31171"/>
            </a:xfrm>
            <a:custGeom>
              <a:rect b="b" l="l" r="r" t="t"/>
              <a:pathLst>
                <a:path extrusionOk="0" h="1187" w="2751">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5" name="Google Shape;19445;p95"/>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6" name="Google Shape;19446;p95"/>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7" name="Google Shape;19447;p95"/>
            <p:cNvSpPr/>
            <p:nvPr/>
          </p:nvSpPr>
          <p:spPr>
            <a:xfrm>
              <a:off x="1839609" y="4424378"/>
              <a:ext cx="130696" cy="131090"/>
            </a:xfrm>
            <a:custGeom>
              <a:rect b="b" l="l" r="r" t="t"/>
              <a:pathLst>
                <a:path extrusionOk="0" h="4992" w="4977">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48" name="Google Shape;19448;p95"/>
          <p:cNvGrpSpPr/>
          <p:nvPr/>
        </p:nvGrpSpPr>
        <p:grpSpPr>
          <a:xfrm>
            <a:off x="3103513" y="3655746"/>
            <a:ext cx="341065" cy="341065"/>
            <a:chOff x="3117788" y="3812546"/>
            <a:chExt cx="341065" cy="341065"/>
          </a:xfrm>
        </p:grpSpPr>
        <p:sp>
          <p:nvSpPr>
            <p:cNvPr id="19449" name="Google Shape;19449;p95"/>
            <p:cNvSpPr/>
            <p:nvPr/>
          </p:nvSpPr>
          <p:spPr>
            <a:xfrm>
              <a:off x="3117788" y="3812546"/>
              <a:ext cx="259396" cy="259370"/>
            </a:xfrm>
            <a:custGeom>
              <a:rect b="b" l="l" r="r" t="t"/>
              <a:pathLst>
                <a:path extrusionOk="0" h="9877" w="9878">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0" name="Google Shape;19450;p95"/>
            <p:cNvSpPr/>
            <p:nvPr/>
          </p:nvSpPr>
          <p:spPr>
            <a:xfrm>
              <a:off x="3171332" y="3885181"/>
              <a:ext cx="132981" cy="114126"/>
            </a:xfrm>
            <a:custGeom>
              <a:rect b="b" l="l" r="r" t="t"/>
              <a:pathLst>
                <a:path extrusionOk="0" h="4346" w="5064">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1" name="Google Shape;19451;p95"/>
            <p:cNvSpPr/>
            <p:nvPr/>
          </p:nvSpPr>
          <p:spPr>
            <a:xfrm>
              <a:off x="3209541" y="3914067"/>
              <a:ext cx="66123" cy="56485"/>
            </a:xfrm>
            <a:custGeom>
              <a:rect b="b" l="l" r="r" t="t"/>
              <a:pathLst>
                <a:path extrusionOk="0" h="2151" w="2518">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2" name="Google Shape;19452;p95"/>
            <p:cNvSpPr/>
            <p:nvPr/>
          </p:nvSpPr>
          <p:spPr>
            <a:xfrm>
              <a:off x="3288189" y="3982947"/>
              <a:ext cx="170664" cy="170664"/>
            </a:xfrm>
            <a:custGeom>
              <a:rect b="b" l="l" r="r" t="t"/>
              <a:pathLst>
                <a:path extrusionOk="0" h="6499" w="6499">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3" name="Google Shape;19453;p95"/>
            <p:cNvSpPr/>
            <p:nvPr/>
          </p:nvSpPr>
          <p:spPr>
            <a:xfrm>
              <a:off x="3316340" y="4025672"/>
              <a:ext cx="99788" cy="85371"/>
            </a:xfrm>
            <a:custGeom>
              <a:rect b="b" l="l" r="r" t="t"/>
              <a:pathLst>
                <a:path extrusionOk="0" h="3251" w="380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4" name="Google Shape;19454;p95"/>
            <p:cNvSpPr/>
            <p:nvPr/>
          </p:nvSpPr>
          <p:spPr>
            <a:xfrm>
              <a:off x="3339213" y="4042741"/>
              <a:ext cx="59847" cy="51260"/>
            </a:xfrm>
            <a:custGeom>
              <a:rect b="b" l="l" r="r" t="t"/>
              <a:pathLst>
                <a:path extrusionOk="0" h="1952" w="2279">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55" name="Google Shape;19455;p95"/>
          <p:cNvGrpSpPr/>
          <p:nvPr/>
        </p:nvGrpSpPr>
        <p:grpSpPr>
          <a:xfrm>
            <a:off x="3980125" y="4143132"/>
            <a:ext cx="338281" cy="322657"/>
            <a:chOff x="3994400" y="4299932"/>
            <a:chExt cx="338281" cy="322657"/>
          </a:xfrm>
        </p:grpSpPr>
        <p:sp>
          <p:nvSpPr>
            <p:cNvPr id="19456" name="Google Shape;19456;p95"/>
            <p:cNvSpPr/>
            <p:nvPr/>
          </p:nvSpPr>
          <p:spPr>
            <a:xfrm>
              <a:off x="3994400" y="4299932"/>
              <a:ext cx="286759" cy="272447"/>
            </a:xfrm>
            <a:custGeom>
              <a:rect b="b" l="l" r="r" t="t"/>
              <a:pathLst>
                <a:path extrusionOk="0" h="10375" w="1092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7" name="Google Shape;19457;p95"/>
            <p:cNvSpPr/>
            <p:nvPr/>
          </p:nvSpPr>
          <p:spPr>
            <a:xfrm>
              <a:off x="4027829" y="4330314"/>
              <a:ext cx="223184" cy="211839"/>
            </a:xfrm>
            <a:custGeom>
              <a:rect b="b" l="l" r="r" t="t"/>
              <a:pathLst>
                <a:path extrusionOk="0" h="8067" w="8499">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8" name="Google Shape;19458;p95"/>
            <p:cNvSpPr/>
            <p:nvPr/>
          </p:nvSpPr>
          <p:spPr>
            <a:xfrm>
              <a:off x="4095422" y="4335330"/>
              <a:ext cx="99053" cy="201729"/>
            </a:xfrm>
            <a:custGeom>
              <a:rect b="b" l="l" r="r" t="t"/>
              <a:pathLst>
                <a:path extrusionOk="0" h="7682" w="3772">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9" name="Google Shape;19459;p95"/>
            <p:cNvSpPr/>
            <p:nvPr/>
          </p:nvSpPr>
          <p:spPr>
            <a:xfrm>
              <a:off x="4179611" y="4472250"/>
              <a:ext cx="153070" cy="150339"/>
            </a:xfrm>
            <a:custGeom>
              <a:rect b="b" l="l" r="r" t="t"/>
              <a:pathLst>
                <a:path extrusionOk="0" h="5725" w="5829">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0" name="Google Shape;19460;p95"/>
            <p:cNvSpPr/>
            <p:nvPr/>
          </p:nvSpPr>
          <p:spPr>
            <a:xfrm>
              <a:off x="4238408" y="4472250"/>
              <a:ext cx="18119" cy="23135"/>
            </a:xfrm>
            <a:custGeom>
              <a:rect b="b" l="l" r="r" t="t"/>
              <a:pathLst>
                <a:path extrusionOk="0" h="881" w="69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1" name="Google Shape;19461;p95"/>
            <p:cNvSpPr/>
            <p:nvPr/>
          </p:nvSpPr>
          <p:spPr>
            <a:xfrm>
              <a:off x="4217321" y="4590105"/>
              <a:ext cx="28151" cy="32484"/>
            </a:xfrm>
            <a:custGeom>
              <a:rect b="b" l="l" r="r" t="t"/>
              <a:pathLst>
                <a:path extrusionOk="0" h="1237" w="1072">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2" name="Google Shape;19462;p95"/>
            <p:cNvSpPr/>
            <p:nvPr/>
          </p:nvSpPr>
          <p:spPr>
            <a:xfrm>
              <a:off x="4179349" y="4482412"/>
              <a:ext cx="44274" cy="114520"/>
            </a:xfrm>
            <a:custGeom>
              <a:rect b="b" l="l" r="r" t="t"/>
              <a:pathLst>
                <a:path extrusionOk="0" h="4361" w="1686">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3" name="Google Shape;19463;p95"/>
            <p:cNvSpPr/>
            <p:nvPr/>
          </p:nvSpPr>
          <p:spPr>
            <a:xfrm>
              <a:off x="4208760" y="4511955"/>
              <a:ext cx="82456" cy="70639"/>
            </a:xfrm>
            <a:custGeom>
              <a:rect b="b" l="l" r="r" t="t"/>
              <a:pathLst>
                <a:path extrusionOk="0" h="2690" w="314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464" name="Google Shape;19464;p95"/>
          <p:cNvSpPr/>
          <p:nvPr/>
        </p:nvSpPr>
        <p:spPr>
          <a:xfrm>
            <a:off x="3686065" y="1808828"/>
            <a:ext cx="48528" cy="24159"/>
          </a:xfrm>
          <a:custGeom>
            <a:rect b="b" l="l" r="r" t="t"/>
            <a:pathLst>
              <a:path extrusionOk="0" h="920" w="1848">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5" name="Google Shape;19465;p95"/>
          <p:cNvSpPr/>
          <p:nvPr/>
        </p:nvSpPr>
        <p:spPr>
          <a:xfrm>
            <a:off x="3686065" y="1808828"/>
            <a:ext cx="33455" cy="21901"/>
          </a:xfrm>
          <a:custGeom>
            <a:rect b="b" l="l" r="r" t="t"/>
            <a:pathLst>
              <a:path extrusionOk="0" h="834" w="1274">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466" name="Google Shape;19466;p95"/>
          <p:cNvGrpSpPr/>
          <p:nvPr/>
        </p:nvGrpSpPr>
        <p:grpSpPr>
          <a:xfrm>
            <a:off x="3559151" y="1808828"/>
            <a:ext cx="302358" cy="374993"/>
            <a:chOff x="3573426" y="1965628"/>
            <a:chExt cx="302358" cy="374993"/>
          </a:xfrm>
        </p:grpSpPr>
        <p:sp>
          <p:nvSpPr>
            <p:cNvPr id="19467" name="Google Shape;19467;p95"/>
            <p:cNvSpPr/>
            <p:nvPr/>
          </p:nvSpPr>
          <p:spPr>
            <a:xfrm>
              <a:off x="3688287" y="2013894"/>
              <a:ext cx="72661" cy="60582"/>
            </a:xfrm>
            <a:custGeom>
              <a:rect b="b" l="l" r="r" t="t"/>
              <a:pathLst>
                <a:path extrusionOk="0" h="2307" w="2767">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8" name="Google Shape;19468;p95"/>
            <p:cNvSpPr/>
            <p:nvPr/>
          </p:nvSpPr>
          <p:spPr>
            <a:xfrm>
              <a:off x="3711422" y="2013894"/>
              <a:ext cx="26391" cy="18251"/>
            </a:xfrm>
            <a:custGeom>
              <a:rect b="b" l="l" r="r" t="t"/>
              <a:pathLst>
                <a:path extrusionOk="0" h="695" w="1005">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9" name="Google Shape;19469;p95"/>
            <p:cNvSpPr/>
            <p:nvPr/>
          </p:nvSpPr>
          <p:spPr>
            <a:xfrm>
              <a:off x="3688287" y="2032985"/>
              <a:ext cx="72661" cy="41491"/>
            </a:xfrm>
            <a:custGeom>
              <a:rect b="b" l="l" r="r" t="t"/>
              <a:pathLst>
                <a:path extrusionOk="0" h="1580" w="2767">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0" name="Google Shape;19470;p95"/>
            <p:cNvSpPr/>
            <p:nvPr/>
          </p:nvSpPr>
          <p:spPr>
            <a:xfrm>
              <a:off x="3688287" y="2043804"/>
              <a:ext cx="18119" cy="30672"/>
            </a:xfrm>
            <a:custGeom>
              <a:rect b="b" l="l" r="r" t="t"/>
              <a:pathLst>
                <a:path extrusionOk="0" h="1168" w="69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1" name="Google Shape;19471;p95"/>
            <p:cNvSpPr/>
            <p:nvPr/>
          </p:nvSpPr>
          <p:spPr>
            <a:xfrm>
              <a:off x="3742829" y="2043804"/>
              <a:ext cx="18119" cy="30672"/>
            </a:xfrm>
            <a:custGeom>
              <a:rect b="b" l="l" r="r" t="t"/>
              <a:pathLst>
                <a:path extrusionOk="0" h="1168" w="69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2" name="Google Shape;19472;p95"/>
            <p:cNvSpPr/>
            <p:nvPr/>
          </p:nvSpPr>
          <p:spPr>
            <a:xfrm>
              <a:off x="3700340" y="1965628"/>
              <a:ext cx="48528" cy="54306"/>
            </a:xfrm>
            <a:custGeom>
              <a:rect b="b" l="l" r="r" t="t"/>
              <a:pathLst>
                <a:path extrusionOk="0" h="2068" w="1848">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3" name="Google Shape;19473;p95"/>
            <p:cNvSpPr/>
            <p:nvPr/>
          </p:nvSpPr>
          <p:spPr>
            <a:xfrm>
              <a:off x="3700156" y="1965628"/>
              <a:ext cx="33639" cy="54621"/>
            </a:xfrm>
            <a:custGeom>
              <a:rect b="b" l="l" r="r" t="t"/>
              <a:pathLst>
                <a:path extrusionOk="0" h="2080" w="1281">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4" name="Google Shape;19474;p95"/>
            <p:cNvSpPr/>
            <p:nvPr/>
          </p:nvSpPr>
          <p:spPr>
            <a:xfrm>
              <a:off x="3682247" y="2086502"/>
              <a:ext cx="84741" cy="145060"/>
            </a:xfrm>
            <a:custGeom>
              <a:rect b="b" l="l" r="r" t="t"/>
              <a:pathLst>
                <a:path extrusionOk="0" h="5524" w="3227">
                  <a:moveTo>
                    <a:pt x="1" y="1"/>
                  </a:moveTo>
                  <a:lnTo>
                    <a:pt x="1" y="5523"/>
                  </a:lnTo>
                  <a:lnTo>
                    <a:pt x="3226" y="5523"/>
                  </a:lnTo>
                  <a:lnTo>
                    <a:pt x="3226"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5" name="Google Shape;19475;p95"/>
            <p:cNvSpPr/>
            <p:nvPr/>
          </p:nvSpPr>
          <p:spPr>
            <a:xfrm>
              <a:off x="3682247" y="2170955"/>
              <a:ext cx="84741" cy="60608"/>
            </a:xfrm>
            <a:custGeom>
              <a:rect b="b" l="l" r="r" t="t"/>
              <a:pathLst>
                <a:path extrusionOk="0" h="2308" w="3227">
                  <a:moveTo>
                    <a:pt x="1" y="1"/>
                  </a:moveTo>
                  <a:lnTo>
                    <a:pt x="1" y="2307"/>
                  </a:lnTo>
                  <a:lnTo>
                    <a:pt x="3226" y="2307"/>
                  </a:lnTo>
                  <a:lnTo>
                    <a:pt x="3226"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6" name="Google Shape;19476;p95"/>
            <p:cNvSpPr/>
            <p:nvPr/>
          </p:nvSpPr>
          <p:spPr>
            <a:xfrm>
              <a:off x="3754882"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7" name="Google Shape;19477;p95"/>
            <p:cNvSpPr/>
            <p:nvPr/>
          </p:nvSpPr>
          <p:spPr>
            <a:xfrm>
              <a:off x="3754646"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8" name="Google Shape;19478;p95"/>
            <p:cNvSpPr/>
            <p:nvPr/>
          </p:nvSpPr>
          <p:spPr>
            <a:xfrm>
              <a:off x="3754882"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9" name="Google Shape;19479;p95"/>
            <p:cNvSpPr/>
            <p:nvPr/>
          </p:nvSpPr>
          <p:spPr>
            <a:xfrm>
              <a:off x="3754882"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0" name="Google Shape;19480;p95"/>
            <p:cNvSpPr/>
            <p:nvPr/>
          </p:nvSpPr>
          <p:spPr>
            <a:xfrm>
              <a:off x="3736789" y="2219457"/>
              <a:ext cx="84715" cy="96794"/>
            </a:xfrm>
            <a:custGeom>
              <a:rect b="b" l="l" r="r" t="t"/>
              <a:pathLst>
                <a:path extrusionOk="0" h="3686" w="3226">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1" name="Google Shape;19481;p95"/>
            <p:cNvSpPr/>
            <p:nvPr/>
          </p:nvSpPr>
          <p:spPr>
            <a:xfrm>
              <a:off x="3736789" y="2233296"/>
              <a:ext cx="18119" cy="82955"/>
            </a:xfrm>
            <a:custGeom>
              <a:rect b="b" l="l" r="r" t="t"/>
              <a:pathLst>
                <a:path extrusionOk="0" h="3159" w="69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2" name="Google Shape;19482;p95"/>
            <p:cNvSpPr/>
            <p:nvPr/>
          </p:nvSpPr>
          <p:spPr>
            <a:xfrm>
              <a:off x="3803148" y="2233296"/>
              <a:ext cx="18119" cy="82955"/>
            </a:xfrm>
            <a:custGeom>
              <a:rect b="b" l="l" r="r" t="t"/>
              <a:pathLst>
                <a:path extrusionOk="0" h="3159" w="69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3" name="Google Shape;19483;p95"/>
            <p:cNvSpPr/>
            <p:nvPr/>
          </p:nvSpPr>
          <p:spPr>
            <a:xfrm>
              <a:off x="3646061"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4" name="Google Shape;19484;p95"/>
            <p:cNvSpPr/>
            <p:nvPr/>
          </p:nvSpPr>
          <p:spPr>
            <a:xfrm>
              <a:off x="3645824"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5" name="Google Shape;19485;p95"/>
            <p:cNvSpPr/>
            <p:nvPr/>
          </p:nvSpPr>
          <p:spPr>
            <a:xfrm>
              <a:off x="3646061"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6" name="Google Shape;19486;p95"/>
            <p:cNvSpPr/>
            <p:nvPr/>
          </p:nvSpPr>
          <p:spPr>
            <a:xfrm>
              <a:off x="3646061"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7" name="Google Shape;19487;p95"/>
            <p:cNvSpPr/>
            <p:nvPr/>
          </p:nvSpPr>
          <p:spPr>
            <a:xfrm>
              <a:off x="3627968" y="2219457"/>
              <a:ext cx="84478" cy="96794"/>
            </a:xfrm>
            <a:custGeom>
              <a:rect b="b" l="l" r="r" t="t"/>
              <a:pathLst>
                <a:path extrusionOk="0" h="3686" w="3217">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8" name="Google Shape;19488;p95"/>
            <p:cNvSpPr/>
            <p:nvPr/>
          </p:nvSpPr>
          <p:spPr>
            <a:xfrm>
              <a:off x="3627968" y="2233296"/>
              <a:ext cx="18119" cy="82955"/>
            </a:xfrm>
            <a:custGeom>
              <a:rect b="b" l="l" r="r" t="t"/>
              <a:pathLst>
                <a:path extrusionOk="0" h="3159" w="69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9" name="Google Shape;19489;p95"/>
            <p:cNvSpPr/>
            <p:nvPr/>
          </p:nvSpPr>
          <p:spPr>
            <a:xfrm>
              <a:off x="3694327" y="2233296"/>
              <a:ext cx="18119" cy="82955"/>
            </a:xfrm>
            <a:custGeom>
              <a:rect b="b" l="l" r="r" t="t"/>
              <a:pathLst>
                <a:path extrusionOk="0" h="3159" w="69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0" name="Google Shape;19490;p95"/>
            <p:cNvSpPr/>
            <p:nvPr/>
          </p:nvSpPr>
          <p:spPr>
            <a:xfrm>
              <a:off x="3809162" y="2213417"/>
              <a:ext cx="48528" cy="72661"/>
            </a:xfrm>
            <a:custGeom>
              <a:rect b="b" l="l" r="r" t="t"/>
              <a:pathLst>
                <a:path extrusionOk="0" h="2767" w="1848">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1" name="Google Shape;19491;p95"/>
            <p:cNvSpPr/>
            <p:nvPr/>
          </p:nvSpPr>
          <p:spPr>
            <a:xfrm>
              <a:off x="3809162"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2" name="Google Shape;19492;p95"/>
            <p:cNvSpPr/>
            <p:nvPr/>
          </p:nvSpPr>
          <p:spPr>
            <a:xfrm>
              <a:off x="3809162"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3" name="Google Shape;19493;p95"/>
            <p:cNvSpPr/>
            <p:nvPr/>
          </p:nvSpPr>
          <p:spPr>
            <a:xfrm>
              <a:off x="3809162" y="2213417"/>
              <a:ext cx="27442" cy="54069"/>
            </a:xfrm>
            <a:custGeom>
              <a:rect b="b" l="l" r="r" t="t"/>
              <a:pathLst>
                <a:path extrusionOk="0" h="2059" w="1045">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4" name="Google Shape;19494;p95"/>
            <p:cNvSpPr/>
            <p:nvPr/>
          </p:nvSpPr>
          <p:spPr>
            <a:xfrm>
              <a:off x="3791331" y="2280039"/>
              <a:ext cx="84452" cy="60319"/>
            </a:xfrm>
            <a:custGeom>
              <a:rect b="b" l="l" r="r" t="t"/>
              <a:pathLst>
                <a:path extrusionOk="0" h="2297" w="3216">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5" name="Google Shape;19495;p95"/>
            <p:cNvSpPr/>
            <p:nvPr/>
          </p:nvSpPr>
          <p:spPr>
            <a:xfrm>
              <a:off x="3791068" y="2293353"/>
              <a:ext cx="18119" cy="47005"/>
            </a:xfrm>
            <a:custGeom>
              <a:rect b="b" l="l" r="r" t="t"/>
              <a:pathLst>
                <a:path extrusionOk="0" h="1790" w="69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6" name="Google Shape;19496;p95"/>
            <p:cNvSpPr/>
            <p:nvPr/>
          </p:nvSpPr>
          <p:spPr>
            <a:xfrm>
              <a:off x="3857664" y="2293589"/>
              <a:ext cx="17883" cy="47032"/>
            </a:xfrm>
            <a:custGeom>
              <a:rect b="b" l="l" r="r" t="t"/>
              <a:pathLst>
                <a:path extrusionOk="0" h="1791" w="681">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7" name="Google Shape;19497;p95"/>
            <p:cNvSpPr/>
            <p:nvPr/>
          </p:nvSpPr>
          <p:spPr>
            <a:xfrm>
              <a:off x="3700340" y="2213417"/>
              <a:ext cx="48528" cy="72661"/>
            </a:xfrm>
            <a:custGeom>
              <a:rect b="b" l="l" r="r" t="t"/>
              <a:pathLst>
                <a:path extrusionOk="0" h="2767" w="1848">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8" name="Google Shape;19498;p95"/>
            <p:cNvSpPr/>
            <p:nvPr/>
          </p:nvSpPr>
          <p:spPr>
            <a:xfrm>
              <a:off x="3700340"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9" name="Google Shape;19499;p95"/>
            <p:cNvSpPr/>
            <p:nvPr/>
          </p:nvSpPr>
          <p:spPr>
            <a:xfrm>
              <a:off x="3700340"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0" name="Google Shape;19500;p95"/>
            <p:cNvSpPr/>
            <p:nvPr/>
          </p:nvSpPr>
          <p:spPr>
            <a:xfrm>
              <a:off x="3700340" y="2213417"/>
              <a:ext cx="27442" cy="54069"/>
            </a:xfrm>
            <a:custGeom>
              <a:rect b="b" l="l" r="r" t="t"/>
              <a:pathLst>
                <a:path extrusionOk="0" h="2059" w="1045">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1" name="Google Shape;19501;p95"/>
            <p:cNvSpPr/>
            <p:nvPr/>
          </p:nvSpPr>
          <p:spPr>
            <a:xfrm>
              <a:off x="3682247" y="2280039"/>
              <a:ext cx="84741" cy="60319"/>
            </a:xfrm>
            <a:custGeom>
              <a:rect b="b" l="l" r="r" t="t"/>
              <a:pathLst>
                <a:path extrusionOk="0" h="2297" w="3227">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2" name="Google Shape;19502;p95"/>
            <p:cNvSpPr/>
            <p:nvPr/>
          </p:nvSpPr>
          <p:spPr>
            <a:xfrm>
              <a:off x="3682247" y="2293353"/>
              <a:ext cx="18119" cy="47005"/>
            </a:xfrm>
            <a:custGeom>
              <a:rect b="b" l="l" r="r" t="t"/>
              <a:pathLst>
                <a:path extrusionOk="0" h="1790" w="69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3" name="Google Shape;19503;p95"/>
            <p:cNvSpPr/>
            <p:nvPr/>
          </p:nvSpPr>
          <p:spPr>
            <a:xfrm>
              <a:off x="3748842" y="2293589"/>
              <a:ext cx="18146" cy="47032"/>
            </a:xfrm>
            <a:custGeom>
              <a:rect b="b" l="l" r="r" t="t"/>
              <a:pathLst>
                <a:path extrusionOk="0" h="1791" w="691">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4" name="Google Shape;19504;p95"/>
            <p:cNvSpPr/>
            <p:nvPr/>
          </p:nvSpPr>
          <p:spPr>
            <a:xfrm>
              <a:off x="3591519" y="2213417"/>
              <a:ext cx="48555" cy="72661"/>
            </a:xfrm>
            <a:custGeom>
              <a:rect b="b" l="l" r="r" t="t"/>
              <a:pathLst>
                <a:path extrusionOk="0" h="2767" w="1849">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5" name="Google Shape;19505;p95"/>
            <p:cNvSpPr/>
            <p:nvPr/>
          </p:nvSpPr>
          <p:spPr>
            <a:xfrm>
              <a:off x="3591519" y="2213417"/>
              <a:ext cx="27179" cy="72661"/>
            </a:xfrm>
            <a:custGeom>
              <a:rect b="b" l="l" r="r" t="t"/>
              <a:pathLst>
                <a:path extrusionOk="0" h="2767" w="1035">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6" name="Google Shape;19506;p95"/>
            <p:cNvSpPr/>
            <p:nvPr/>
          </p:nvSpPr>
          <p:spPr>
            <a:xfrm>
              <a:off x="3591519" y="2213417"/>
              <a:ext cx="48555" cy="54332"/>
            </a:xfrm>
            <a:custGeom>
              <a:rect b="b" l="l" r="r" t="t"/>
              <a:pathLst>
                <a:path extrusionOk="0" h="2069" w="1849">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7" name="Google Shape;19507;p95"/>
            <p:cNvSpPr/>
            <p:nvPr/>
          </p:nvSpPr>
          <p:spPr>
            <a:xfrm>
              <a:off x="3591519" y="2213417"/>
              <a:ext cx="27442" cy="54069"/>
            </a:xfrm>
            <a:custGeom>
              <a:rect b="b" l="l" r="r" t="t"/>
              <a:pathLst>
                <a:path extrusionOk="0" h="2059" w="1045">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8" name="Google Shape;19508;p95"/>
            <p:cNvSpPr/>
            <p:nvPr/>
          </p:nvSpPr>
          <p:spPr>
            <a:xfrm>
              <a:off x="3573688" y="2280039"/>
              <a:ext cx="84478" cy="60319"/>
            </a:xfrm>
            <a:custGeom>
              <a:rect b="b" l="l" r="r" t="t"/>
              <a:pathLst>
                <a:path extrusionOk="0" h="2297" w="3217">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9" name="Google Shape;19509;p95"/>
            <p:cNvSpPr/>
            <p:nvPr/>
          </p:nvSpPr>
          <p:spPr>
            <a:xfrm>
              <a:off x="3573426" y="2293353"/>
              <a:ext cx="18119" cy="47005"/>
            </a:xfrm>
            <a:custGeom>
              <a:rect b="b" l="l" r="r" t="t"/>
              <a:pathLst>
                <a:path extrusionOk="0" h="1790" w="69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0" name="Google Shape;19510;p95"/>
            <p:cNvSpPr/>
            <p:nvPr/>
          </p:nvSpPr>
          <p:spPr>
            <a:xfrm>
              <a:off x="3640047" y="2293353"/>
              <a:ext cx="18119" cy="47005"/>
            </a:xfrm>
            <a:custGeom>
              <a:rect b="b" l="l" r="r" t="t"/>
              <a:pathLst>
                <a:path extrusionOk="0" h="1790" w="69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1" name="Google Shape;19511;p95"/>
            <p:cNvSpPr/>
            <p:nvPr/>
          </p:nvSpPr>
          <p:spPr>
            <a:xfrm>
              <a:off x="3666228" y="2068409"/>
              <a:ext cx="117041" cy="24159"/>
            </a:xfrm>
            <a:custGeom>
              <a:rect b="b" l="l" r="r" t="t"/>
              <a:pathLst>
                <a:path extrusionOk="0" h="920" w="4457">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2" name="Google Shape;19512;p95"/>
            <p:cNvSpPr/>
            <p:nvPr/>
          </p:nvSpPr>
          <p:spPr>
            <a:xfrm>
              <a:off x="3706380" y="2110635"/>
              <a:ext cx="36475" cy="18119"/>
            </a:xfrm>
            <a:custGeom>
              <a:rect b="b" l="l" r="r" t="t"/>
              <a:pathLst>
                <a:path extrusionOk="0" h="690" w="1389">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3" name="Google Shape;19513;p95"/>
            <p:cNvSpPr/>
            <p:nvPr/>
          </p:nvSpPr>
          <p:spPr>
            <a:xfrm>
              <a:off x="3682247" y="2080489"/>
              <a:ext cx="84741" cy="12080"/>
            </a:xfrm>
            <a:custGeom>
              <a:rect b="b" l="l" r="r" t="t"/>
              <a:pathLst>
                <a:path extrusionOk="0" h="460" w="3227">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14" name="Google Shape;19514;p95"/>
          <p:cNvGrpSpPr/>
          <p:nvPr/>
        </p:nvGrpSpPr>
        <p:grpSpPr>
          <a:xfrm>
            <a:off x="3499357" y="2751772"/>
            <a:ext cx="355876" cy="331007"/>
            <a:chOff x="3513632" y="2908572"/>
            <a:chExt cx="355876" cy="331007"/>
          </a:xfrm>
        </p:grpSpPr>
        <p:sp>
          <p:nvSpPr>
            <p:cNvPr id="19515" name="Google Shape;19515;p95"/>
            <p:cNvSpPr/>
            <p:nvPr/>
          </p:nvSpPr>
          <p:spPr>
            <a:xfrm>
              <a:off x="3576944" y="2916870"/>
              <a:ext cx="187024" cy="322709"/>
            </a:xfrm>
            <a:custGeom>
              <a:rect b="b" l="l" r="r" t="t"/>
              <a:pathLst>
                <a:path extrusionOk="0" h="12289" w="7122">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6" name="Google Shape;19516;p95"/>
            <p:cNvSpPr/>
            <p:nvPr/>
          </p:nvSpPr>
          <p:spPr>
            <a:xfrm>
              <a:off x="3725734" y="2916870"/>
              <a:ext cx="38235" cy="322709"/>
            </a:xfrm>
            <a:custGeom>
              <a:rect b="b" l="l" r="r" t="t"/>
              <a:pathLst>
                <a:path extrusionOk="0" h="12289" w="1456">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7" name="Google Shape;19517;p95"/>
            <p:cNvSpPr/>
            <p:nvPr/>
          </p:nvSpPr>
          <p:spPr>
            <a:xfrm>
              <a:off x="3576944" y="2916870"/>
              <a:ext cx="187024" cy="53544"/>
            </a:xfrm>
            <a:custGeom>
              <a:rect b="b" l="l" r="r" t="t"/>
              <a:pathLst>
                <a:path extrusionOk="0" h="2039" w="7122">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8" name="Google Shape;19518;p95"/>
            <p:cNvSpPr/>
            <p:nvPr/>
          </p:nvSpPr>
          <p:spPr>
            <a:xfrm>
              <a:off x="3725734" y="2916870"/>
              <a:ext cx="38235" cy="53544"/>
            </a:xfrm>
            <a:custGeom>
              <a:rect b="b" l="l" r="r" t="t"/>
              <a:pathLst>
                <a:path extrusionOk="0" h="2039" w="1456">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9" name="Google Shape;19519;p95"/>
            <p:cNvSpPr/>
            <p:nvPr/>
          </p:nvSpPr>
          <p:spPr>
            <a:xfrm>
              <a:off x="3576944" y="3186009"/>
              <a:ext cx="187024" cy="53570"/>
            </a:xfrm>
            <a:custGeom>
              <a:rect b="b" l="l" r="r" t="t"/>
              <a:pathLst>
                <a:path extrusionOk="0" h="2040" w="7122">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0" name="Google Shape;19520;p95"/>
            <p:cNvSpPr/>
            <p:nvPr/>
          </p:nvSpPr>
          <p:spPr>
            <a:xfrm>
              <a:off x="3725734" y="3186009"/>
              <a:ext cx="37972" cy="53570"/>
            </a:xfrm>
            <a:custGeom>
              <a:rect b="b" l="l" r="r" t="t"/>
              <a:pathLst>
                <a:path extrusionOk="0" h="2040" w="1446">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1" name="Google Shape;19521;p95"/>
            <p:cNvSpPr/>
            <p:nvPr/>
          </p:nvSpPr>
          <p:spPr>
            <a:xfrm>
              <a:off x="3664653" y="3010854"/>
              <a:ext cx="204854" cy="134215"/>
            </a:xfrm>
            <a:custGeom>
              <a:rect b="b" l="l" r="r" t="t"/>
              <a:pathLst>
                <a:path extrusionOk="0" h="5111" w="7801">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2" name="Google Shape;19522;p95"/>
            <p:cNvSpPr/>
            <p:nvPr/>
          </p:nvSpPr>
          <p:spPr>
            <a:xfrm>
              <a:off x="3843352" y="3010854"/>
              <a:ext cx="26155" cy="134215"/>
            </a:xfrm>
            <a:custGeom>
              <a:rect b="b" l="l" r="r" t="t"/>
              <a:pathLst>
                <a:path extrusionOk="0" h="5111" w="996">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3" name="Google Shape;19523;p95"/>
            <p:cNvSpPr/>
            <p:nvPr/>
          </p:nvSpPr>
          <p:spPr>
            <a:xfrm>
              <a:off x="3768958" y="3033228"/>
              <a:ext cx="55067" cy="47163"/>
            </a:xfrm>
            <a:custGeom>
              <a:rect b="b" l="l" r="r" t="t"/>
              <a:pathLst>
                <a:path extrusionOk="0" h="1796" w="2097">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4" name="Google Shape;19524;p95"/>
            <p:cNvSpPr/>
            <p:nvPr/>
          </p:nvSpPr>
          <p:spPr>
            <a:xfrm>
              <a:off x="3793589" y="3033228"/>
              <a:ext cx="55067" cy="47163"/>
            </a:xfrm>
            <a:custGeom>
              <a:rect b="b" l="l" r="r" t="t"/>
              <a:pathLst>
                <a:path extrusionOk="0" h="1796" w="2097">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5" name="Google Shape;19525;p95"/>
            <p:cNvSpPr/>
            <p:nvPr/>
          </p:nvSpPr>
          <p:spPr>
            <a:xfrm>
              <a:off x="3688024" y="3034462"/>
              <a:ext cx="65624" cy="44511"/>
            </a:xfrm>
            <a:custGeom>
              <a:rect b="b" l="l" r="r" t="t"/>
              <a:pathLst>
                <a:path extrusionOk="0" h="1695" w="2499">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6" name="Google Shape;19526;p95"/>
            <p:cNvSpPr/>
            <p:nvPr/>
          </p:nvSpPr>
          <p:spPr>
            <a:xfrm>
              <a:off x="3684768" y="3089004"/>
              <a:ext cx="166646" cy="29437"/>
            </a:xfrm>
            <a:custGeom>
              <a:rect b="b" l="l" r="r" t="t"/>
              <a:pathLst>
                <a:path extrusionOk="0" h="1121" w="6346">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7" name="Google Shape;19527;p95"/>
            <p:cNvSpPr/>
            <p:nvPr/>
          </p:nvSpPr>
          <p:spPr>
            <a:xfrm>
              <a:off x="3664653" y="2993628"/>
              <a:ext cx="10084" cy="169036"/>
            </a:xfrm>
            <a:custGeom>
              <a:rect b="b" l="l" r="r" t="t"/>
              <a:pathLst>
                <a:path extrusionOk="0" h="6437" w="384">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8" name="Google Shape;19528;p95"/>
            <p:cNvSpPr/>
            <p:nvPr/>
          </p:nvSpPr>
          <p:spPr>
            <a:xfrm>
              <a:off x="3513632" y="2908572"/>
              <a:ext cx="114126" cy="97687"/>
            </a:xfrm>
            <a:custGeom>
              <a:rect b="b" l="l" r="r" t="t"/>
              <a:pathLst>
                <a:path extrusionOk="0" h="3720" w="4346">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9" name="Google Shape;19529;p95"/>
            <p:cNvSpPr/>
            <p:nvPr/>
          </p:nvSpPr>
          <p:spPr>
            <a:xfrm>
              <a:off x="3571167" y="2908572"/>
              <a:ext cx="58586" cy="97661"/>
            </a:xfrm>
            <a:custGeom>
              <a:rect b="b" l="l" r="r" t="t"/>
              <a:pathLst>
                <a:path extrusionOk="0" h="3719" w="2231">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0" name="Google Shape;19530;p95"/>
            <p:cNvSpPr/>
            <p:nvPr/>
          </p:nvSpPr>
          <p:spPr>
            <a:xfrm>
              <a:off x="3557486" y="2942237"/>
              <a:ext cx="42672" cy="30199"/>
            </a:xfrm>
            <a:custGeom>
              <a:rect b="b" l="l" r="r" t="t"/>
              <a:pathLst>
                <a:path extrusionOk="0" h="1150" w="1625">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31" name="Google Shape;19531;p95"/>
          <p:cNvGrpSpPr/>
          <p:nvPr/>
        </p:nvGrpSpPr>
        <p:grpSpPr>
          <a:xfrm>
            <a:off x="2679808" y="2731630"/>
            <a:ext cx="235762" cy="374756"/>
            <a:chOff x="2694083" y="2888430"/>
            <a:chExt cx="235762" cy="374756"/>
          </a:xfrm>
        </p:grpSpPr>
        <p:sp>
          <p:nvSpPr>
            <p:cNvPr id="19532" name="Google Shape;19532;p95"/>
            <p:cNvSpPr/>
            <p:nvPr/>
          </p:nvSpPr>
          <p:spPr>
            <a:xfrm>
              <a:off x="2808682" y="2888430"/>
              <a:ext cx="30173" cy="36002"/>
            </a:xfrm>
            <a:custGeom>
              <a:rect b="b" l="l" r="r" t="t"/>
              <a:pathLst>
                <a:path extrusionOk="0" h="1371" w="1149">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3" name="Google Shape;19533;p95"/>
            <p:cNvSpPr/>
            <p:nvPr/>
          </p:nvSpPr>
          <p:spPr>
            <a:xfrm>
              <a:off x="2784549" y="2912091"/>
              <a:ext cx="139257" cy="266408"/>
            </a:xfrm>
            <a:custGeom>
              <a:rect b="b" l="l" r="r" t="t"/>
              <a:pathLst>
                <a:path extrusionOk="0" h="10145" w="5303">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4" name="Google Shape;19534;p95"/>
            <p:cNvSpPr/>
            <p:nvPr/>
          </p:nvSpPr>
          <p:spPr>
            <a:xfrm>
              <a:off x="2694083" y="2934202"/>
              <a:ext cx="223945" cy="256376"/>
            </a:xfrm>
            <a:custGeom>
              <a:rect b="b" l="l" r="r" t="t"/>
              <a:pathLst>
                <a:path extrusionOk="0" h="9763" w="8528">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5" name="Google Shape;19535;p95"/>
            <p:cNvSpPr/>
            <p:nvPr/>
          </p:nvSpPr>
          <p:spPr>
            <a:xfrm>
              <a:off x="2771997" y="2954238"/>
              <a:ext cx="12710" cy="18461"/>
            </a:xfrm>
            <a:custGeom>
              <a:rect b="b" l="l" r="r" t="t"/>
              <a:pathLst>
                <a:path extrusionOk="0" h="703" w="484">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6" name="Google Shape;19536;p95"/>
            <p:cNvSpPr/>
            <p:nvPr/>
          </p:nvSpPr>
          <p:spPr>
            <a:xfrm>
              <a:off x="2695843" y="2997830"/>
              <a:ext cx="155853" cy="186709"/>
            </a:xfrm>
            <a:custGeom>
              <a:rect b="b" l="l" r="r" t="t"/>
              <a:pathLst>
                <a:path extrusionOk="0" h="7110" w="5935">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7" name="Google Shape;19537;p95"/>
            <p:cNvSpPr/>
            <p:nvPr/>
          </p:nvSpPr>
          <p:spPr>
            <a:xfrm>
              <a:off x="2736047" y="3178735"/>
              <a:ext cx="181719" cy="30173"/>
            </a:xfrm>
            <a:custGeom>
              <a:rect b="b" l="l" r="r" t="t"/>
              <a:pathLst>
                <a:path extrusionOk="0" h="1149" w="692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8" name="Google Shape;19538;p95"/>
            <p:cNvSpPr/>
            <p:nvPr/>
          </p:nvSpPr>
          <p:spPr>
            <a:xfrm>
              <a:off x="2736047" y="3178735"/>
              <a:ext cx="60608" cy="30173"/>
            </a:xfrm>
            <a:custGeom>
              <a:rect b="b" l="l" r="r" t="t"/>
              <a:pathLst>
                <a:path extrusionOk="0" h="1149" w="2308">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9" name="Google Shape;19539;p95"/>
            <p:cNvSpPr/>
            <p:nvPr/>
          </p:nvSpPr>
          <p:spPr>
            <a:xfrm>
              <a:off x="2723993" y="3202605"/>
              <a:ext cx="205852" cy="60582"/>
            </a:xfrm>
            <a:custGeom>
              <a:rect b="b" l="l" r="r" t="t"/>
              <a:pathLst>
                <a:path extrusionOk="0" h="2307" w="7839">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0" name="Google Shape;19540;p95"/>
            <p:cNvSpPr/>
            <p:nvPr/>
          </p:nvSpPr>
          <p:spPr>
            <a:xfrm>
              <a:off x="2723993" y="3202605"/>
              <a:ext cx="78675" cy="60582"/>
            </a:xfrm>
            <a:custGeom>
              <a:rect b="b" l="l" r="r" t="t"/>
              <a:pathLst>
                <a:path extrusionOk="0" h="2307" w="2996">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41" name="Google Shape;19541;p95"/>
          <p:cNvGrpSpPr/>
          <p:nvPr/>
        </p:nvGrpSpPr>
        <p:grpSpPr>
          <a:xfrm>
            <a:off x="857259" y="4143788"/>
            <a:ext cx="357661" cy="311155"/>
            <a:chOff x="871534" y="4300588"/>
            <a:chExt cx="357661" cy="311155"/>
          </a:xfrm>
        </p:grpSpPr>
        <p:sp>
          <p:nvSpPr>
            <p:cNvPr id="19542" name="Google Shape;19542;p95"/>
            <p:cNvSpPr/>
            <p:nvPr/>
          </p:nvSpPr>
          <p:spPr>
            <a:xfrm>
              <a:off x="992672" y="4300588"/>
              <a:ext cx="115386" cy="62368"/>
            </a:xfrm>
            <a:custGeom>
              <a:rect b="b" l="l" r="r" t="t"/>
              <a:pathLst>
                <a:path extrusionOk="0" h="2375" w="4394">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3" name="Google Shape;19543;p95"/>
            <p:cNvSpPr/>
            <p:nvPr/>
          </p:nvSpPr>
          <p:spPr>
            <a:xfrm>
              <a:off x="883089" y="4473510"/>
              <a:ext cx="334526" cy="138233"/>
            </a:xfrm>
            <a:custGeom>
              <a:rect b="b" l="l" r="r" t="t"/>
              <a:pathLst>
                <a:path extrusionOk="0" h="5264" w="12739">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4" name="Google Shape;19544;p95"/>
            <p:cNvSpPr/>
            <p:nvPr/>
          </p:nvSpPr>
          <p:spPr>
            <a:xfrm>
              <a:off x="883089" y="4473248"/>
              <a:ext cx="334526" cy="138495"/>
            </a:xfrm>
            <a:custGeom>
              <a:rect b="b" l="l" r="r" t="t"/>
              <a:pathLst>
                <a:path extrusionOk="0" h="5274" w="12739">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5" name="Google Shape;19545;p95"/>
            <p:cNvSpPr/>
            <p:nvPr/>
          </p:nvSpPr>
          <p:spPr>
            <a:xfrm>
              <a:off x="871534" y="4358150"/>
              <a:ext cx="357661" cy="149813"/>
            </a:xfrm>
            <a:custGeom>
              <a:rect b="b" l="l" r="r" t="t"/>
              <a:pathLst>
                <a:path extrusionOk="0" h="5705" w="1362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6" name="Google Shape;19546;p95"/>
            <p:cNvSpPr/>
            <p:nvPr/>
          </p:nvSpPr>
          <p:spPr>
            <a:xfrm>
              <a:off x="900446" y="4358150"/>
              <a:ext cx="299837" cy="17358"/>
            </a:xfrm>
            <a:custGeom>
              <a:rect b="b" l="l" r="r" t="t"/>
              <a:pathLst>
                <a:path extrusionOk="0" h="661" w="11418">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7" name="Google Shape;19547;p95"/>
            <p:cNvSpPr/>
            <p:nvPr/>
          </p:nvSpPr>
          <p:spPr>
            <a:xfrm>
              <a:off x="929332" y="4358150"/>
              <a:ext cx="34453" cy="253593"/>
            </a:xfrm>
            <a:custGeom>
              <a:rect b="b" l="l" r="r" t="t"/>
              <a:pathLst>
                <a:path extrusionOk="0" h="9657" w="1312">
                  <a:moveTo>
                    <a:pt x="1" y="0"/>
                  </a:moveTo>
                  <a:lnTo>
                    <a:pt x="1" y="9657"/>
                  </a:lnTo>
                  <a:lnTo>
                    <a:pt x="1312" y="9657"/>
                  </a:lnTo>
                  <a:lnTo>
                    <a:pt x="1312" y="0"/>
                  </a:ln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8" name="Google Shape;19548;p95"/>
            <p:cNvSpPr/>
            <p:nvPr/>
          </p:nvSpPr>
          <p:spPr>
            <a:xfrm>
              <a:off x="929332" y="4358150"/>
              <a:ext cx="34453" cy="17122"/>
            </a:xfrm>
            <a:custGeom>
              <a:rect b="b" l="l" r="r" t="t"/>
              <a:pathLst>
                <a:path extrusionOk="0" h="652" w="1312">
                  <a:moveTo>
                    <a:pt x="1" y="0"/>
                  </a:moveTo>
                  <a:lnTo>
                    <a:pt x="1" y="651"/>
                  </a:lnTo>
                  <a:lnTo>
                    <a:pt x="1312" y="651"/>
                  </a:lnTo>
                  <a:lnTo>
                    <a:pt x="1312" y="0"/>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9" name="Google Shape;19549;p95"/>
            <p:cNvSpPr/>
            <p:nvPr/>
          </p:nvSpPr>
          <p:spPr>
            <a:xfrm>
              <a:off x="929332" y="4525269"/>
              <a:ext cx="34453" cy="17384"/>
            </a:xfrm>
            <a:custGeom>
              <a:rect b="b" l="l" r="r" t="t"/>
              <a:pathLst>
                <a:path extrusionOk="0" h="662" w="1312">
                  <a:moveTo>
                    <a:pt x="1" y="1"/>
                  </a:moveTo>
                  <a:lnTo>
                    <a:pt x="1" y="661"/>
                  </a:lnTo>
                  <a:lnTo>
                    <a:pt x="1312" y="661"/>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0" name="Google Shape;19550;p95"/>
            <p:cNvSpPr/>
            <p:nvPr/>
          </p:nvSpPr>
          <p:spPr>
            <a:xfrm>
              <a:off x="929332" y="4485065"/>
              <a:ext cx="34453" cy="17122"/>
            </a:xfrm>
            <a:custGeom>
              <a:rect b="b" l="l" r="r" t="t"/>
              <a:pathLst>
                <a:path extrusionOk="0" h="652" w="1312">
                  <a:moveTo>
                    <a:pt x="1" y="0"/>
                  </a:moveTo>
                  <a:lnTo>
                    <a:pt x="1" y="651"/>
                  </a:lnTo>
                  <a:lnTo>
                    <a:pt x="1312" y="651"/>
                  </a:lnTo>
                  <a:lnTo>
                    <a:pt x="1312" y="0"/>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1" name="Google Shape;19551;p95"/>
            <p:cNvSpPr/>
            <p:nvPr/>
          </p:nvSpPr>
          <p:spPr>
            <a:xfrm>
              <a:off x="917778" y="4479025"/>
              <a:ext cx="57588" cy="52047"/>
            </a:xfrm>
            <a:custGeom>
              <a:rect b="b" l="l" r="r" t="t"/>
              <a:pathLst>
                <a:path extrusionOk="0" h="1982" w="2193">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2" name="Google Shape;19552;p95"/>
            <p:cNvSpPr/>
            <p:nvPr/>
          </p:nvSpPr>
          <p:spPr>
            <a:xfrm>
              <a:off x="940651" y="4479603"/>
              <a:ext cx="11581" cy="28361"/>
            </a:xfrm>
            <a:custGeom>
              <a:rect b="b" l="l" r="r" t="t"/>
              <a:pathLst>
                <a:path extrusionOk="0" h="1080" w="441">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3" name="Google Shape;19553;p95"/>
            <p:cNvSpPr/>
            <p:nvPr/>
          </p:nvSpPr>
          <p:spPr>
            <a:xfrm>
              <a:off x="929332" y="4588844"/>
              <a:ext cx="34453" cy="22899"/>
            </a:xfrm>
            <a:custGeom>
              <a:rect b="b" l="l" r="r" t="t"/>
              <a:pathLst>
                <a:path extrusionOk="0" h="872" w="1312">
                  <a:moveTo>
                    <a:pt x="1" y="1"/>
                  </a:moveTo>
                  <a:lnTo>
                    <a:pt x="1" y="872"/>
                  </a:lnTo>
                  <a:lnTo>
                    <a:pt x="1312" y="872"/>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4" name="Google Shape;19554;p95"/>
            <p:cNvSpPr/>
            <p:nvPr/>
          </p:nvSpPr>
          <p:spPr>
            <a:xfrm>
              <a:off x="1136918" y="4358150"/>
              <a:ext cx="34716" cy="253593"/>
            </a:xfrm>
            <a:custGeom>
              <a:rect b="b" l="l" r="r" t="t"/>
              <a:pathLst>
                <a:path extrusionOk="0" h="9657" w="1322">
                  <a:moveTo>
                    <a:pt x="1" y="0"/>
                  </a:moveTo>
                  <a:lnTo>
                    <a:pt x="1" y="9657"/>
                  </a:lnTo>
                  <a:lnTo>
                    <a:pt x="1322" y="9657"/>
                  </a:lnTo>
                  <a:lnTo>
                    <a:pt x="1322" y="0"/>
                  </a:ln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5" name="Google Shape;19555;p95"/>
            <p:cNvSpPr/>
            <p:nvPr/>
          </p:nvSpPr>
          <p:spPr>
            <a:xfrm>
              <a:off x="1136918" y="4358150"/>
              <a:ext cx="34716" cy="17122"/>
            </a:xfrm>
            <a:custGeom>
              <a:rect b="b" l="l" r="r" t="t"/>
              <a:pathLst>
                <a:path extrusionOk="0" h="652" w="1322">
                  <a:moveTo>
                    <a:pt x="1" y="0"/>
                  </a:moveTo>
                  <a:lnTo>
                    <a:pt x="1" y="651"/>
                  </a:lnTo>
                  <a:lnTo>
                    <a:pt x="1322" y="651"/>
                  </a:lnTo>
                  <a:lnTo>
                    <a:pt x="1322" y="0"/>
                  </a:ln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6" name="Google Shape;19556;p95"/>
            <p:cNvSpPr/>
            <p:nvPr/>
          </p:nvSpPr>
          <p:spPr>
            <a:xfrm>
              <a:off x="1136918" y="4525269"/>
              <a:ext cx="34716" cy="17384"/>
            </a:xfrm>
            <a:custGeom>
              <a:rect b="b" l="l" r="r" t="t"/>
              <a:pathLst>
                <a:path extrusionOk="0" h="662" w="1322">
                  <a:moveTo>
                    <a:pt x="1" y="1"/>
                  </a:moveTo>
                  <a:lnTo>
                    <a:pt x="1" y="661"/>
                  </a:lnTo>
                  <a:lnTo>
                    <a:pt x="1322" y="661"/>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7" name="Google Shape;19557;p95"/>
            <p:cNvSpPr/>
            <p:nvPr/>
          </p:nvSpPr>
          <p:spPr>
            <a:xfrm>
              <a:off x="1136918" y="4485065"/>
              <a:ext cx="34716" cy="17122"/>
            </a:xfrm>
            <a:custGeom>
              <a:rect b="b" l="l" r="r" t="t"/>
              <a:pathLst>
                <a:path extrusionOk="0" h="652" w="1322">
                  <a:moveTo>
                    <a:pt x="1" y="0"/>
                  </a:moveTo>
                  <a:lnTo>
                    <a:pt x="1" y="651"/>
                  </a:lnTo>
                  <a:lnTo>
                    <a:pt x="1322" y="651"/>
                  </a:lnTo>
                  <a:lnTo>
                    <a:pt x="1322" y="0"/>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8" name="Google Shape;19558;p95"/>
            <p:cNvSpPr/>
            <p:nvPr/>
          </p:nvSpPr>
          <p:spPr>
            <a:xfrm>
              <a:off x="1125363" y="4479025"/>
              <a:ext cx="57825" cy="52047"/>
            </a:xfrm>
            <a:custGeom>
              <a:rect b="b" l="l" r="r" t="t"/>
              <a:pathLst>
                <a:path extrusionOk="0" h="1982" w="2202">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9" name="Google Shape;19559;p95"/>
            <p:cNvSpPr/>
            <p:nvPr/>
          </p:nvSpPr>
          <p:spPr>
            <a:xfrm>
              <a:off x="1148105" y="4478841"/>
              <a:ext cx="12211" cy="29122"/>
            </a:xfrm>
            <a:custGeom>
              <a:rect b="b" l="l" r="r" t="t"/>
              <a:pathLst>
                <a:path extrusionOk="0" h="1109" w="465">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0" name="Google Shape;19560;p95"/>
            <p:cNvSpPr/>
            <p:nvPr/>
          </p:nvSpPr>
          <p:spPr>
            <a:xfrm>
              <a:off x="1136918" y="4588844"/>
              <a:ext cx="34716" cy="22899"/>
            </a:xfrm>
            <a:custGeom>
              <a:rect b="b" l="l" r="r" t="t"/>
              <a:pathLst>
                <a:path extrusionOk="0" h="872" w="1322">
                  <a:moveTo>
                    <a:pt x="1" y="1"/>
                  </a:moveTo>
                  <a:lnTo>
                    <a:pt x="1" y="872"/>
                  </a:lnTo>
                  <a:lnTo>
                    <a:pt x="1322" y="872"/>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1" name="Google Shape;19561;p95"/>
            <p:cNvSpPr/>
            <p:nvPr/>
          </p:nvSpPr>
          <p:spPr>
            <a:xfrm>
              <a:off x="1021584" y="4461956"/>
              <a:ext cx="57562" cy="23135"/>
            </a:xfrm>
            <a:custGeom>
              <a:rect b="b" l="l" r="r" t="t"/>
              <a:pathLst>
                <a:path extrusionOk="0" h="881" w="2192">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2" name="Google Shape;19562;p95"/>
            <p:cNvSpPr/>
            <p:nvPr/>
          </p:nvSpPr>
          <p:spPr>
            <a:xfrm>
              <a:off x="1021584" y="4473510"/>
              <a:ext cx="57562" cy="11581"/>
            </a:xfrm>
            <a:custGeom>
              <a:rect b="b" l="l" r="r" t="t"/>
              <a:pathLst>
                <a:path extrusionOk="0" h="441" w="2192">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63" name="Google Shape;19563;p95"/>
          <p:cNvGrpSpPr/>
          <p:nvPr/>
        </p:nvGrpSpPr>
        <p:grpSpPr>
          <a:xfrm>
            <a:off x="901744" y="3664806"/>
            <a:ext cx="250100" cy="336785"/>
            <a:chOff x="916019" y="3821606"/>
            <a:chExt cx="250100" cy="336785"/>
          </a:xfrm>
        </p:grpSpPr>
        <p:sp>
          <p:nvSpPr>
            <p:cNvPr id="19564" name="Google Shape;19564;p95"/>
            <p:cNvSpPr/>
            <p:nvPr/>
          </p:nvSpPr>
          <p:spPr>
            <a:xfrm>
              <a:off x="995429" y="3887676"/>
              <a:ext cx="32694" cy="71926"/>
            </a:xfrm>
            <a:custGeom>
              <a:rect b="b" l="l" r="r" t="t"/>
              <a:pathLst>
                <a:path extrusionOk="0" h="2739" w="1245">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5" name="Google Shape;19565;p95"/>
            <p:cNvSpPr/>
            <p:nvPr/>
          </p:nvSpPr>
          <p:spPr>
            <a:xfrm>
              <a:off x="1008506" y="3881163"/>
              <a:ext cx="78176" cy="78439"/>
            </a:xfrm>
            <a:custGeom>
              <a:rect b="b" l="l" r="r" t="t"/>
              <a:pathLst>
                <a:path extrusionOk="0" h="2987" w="2977">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6" name="Google Shape;19566;p95"/>
            <p:cNvSpPr/>
            <p:nvPr/>
          </p:nvSpPr>
          <p:spPr>
            <a:xfrm>
              <a:off x="1021584" y="3978903"/>
              <a:ext cx="38970" cy="28939"/>
            </a:xfrm>
            <a:custGeom>
              <a:rect b="b" l="l" r="r" t="t"/>
              <a:pathLst>
                <a:path extrusionOk="0" h="1102" w="1484">
                  <a:moveTo>
                    <a:pt x="0" y="1"/>
                  </a:moveTo>
                  <a:lnTo>
                    <a:pt x="0" y="1102"/>
                  </a:lnTo>
                  <a:lnTo>
                    <a:pt x="1483" y="1102"/>
                  </a:lnTo>
                  <a:lnTo>
                    <a:pt x="1483"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7" name="Google Shape;19567;p95"/>
            <p:cNvSpPr/>
            <p:nvPr/>
          </p:nvSpPr>
          <p:spPr>
            <a:xfrm>
              <a:off x="1021584" y="3979166"/>
              <a:ext cx="39232" cy="15861"/>
            </a:xfrm>
            <a:custGeom>
              <a:rect b="b" l="l" r="r" t="t"/>
              <a:pathLst>
                <a:path extrusionOk="0" h="604" w="1494">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8" name="Google Shape;19568;p95"/>
            <p:cNvSpPr/>
            <p:nvPr/>
          </p:nvSpPr>
          <p:spPr>
            <a:xfrm>
              <a:off x="975839" y="3994738"/>
              <a:ext cx="130460" cy="55067"/>
            </a:xfrm>
            <a:custGeom>
              <a:rect b="b" l="l" r="r" t="t"/>
              <a:pathLst>
                <a:path extrusionOk="0" h="2097" w="4968">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9" name="Google Shape;19569;p95"/>
            <p:cNvSpPr/>
            <p:nvPr/>
          </p:nvSpPr>
          <p:spPr>
            <a:xfrm>
              <a:off x="1034635" y="4007815"/>
              <a:ext cx="13104" cy="52809"/>
            </a:xfrm>
            <a:custGeom>
              <a:rect b="b" l="l" r="r" t="t"/>
              <a:pathLst>
                <a:path extrusionOk="0" h="2011" w="499">
                  <a:moveTo>
                    <a:pt x="125" y="1"/>
                  </a:moveTo>
                  <a:lnTo>
                    <a:pt x="1" y="2010"/>
                  </a:lnTo>
                  <a:lnTo>
                    <a:pt x="498" y="2010"/>
                  </a:lnTo>
                  <a:lnTo>
                    <a:pt x="374" y="1"/>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0" name="Google Shape;19570;p95"/>
            <p:cNvSpPr/>
            <p:nvPr/>
          </p:nvSpPr>
          <p:spPr>
            <a:xfrm>
              <a:off x="1001968" y="3914041"/>
              <a:ext cx="78176" cy="71427"/>
            </a:xfrm>
            <a:custGeom>
              <a:rect b="b" l="l" r="r" t="t"/>
              <a:pathLst>
                <a:path extrusionOk="0" h="2720" w="2977">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1" name="Google Shape;19571;p95"/>
            <p:cNvSpPr/>
            <p:nvPr/>
          </p:nvSpPr>
          <p:spPr>
            <a:xfrm>
              <a:off x="1001968" y="3914041"/>
              <a:ext cx="78176" cy="70167"/>
            </a:xfrm>
            <a:custGeom>
              <a:rect b="b" l="l" r="r" t="t"/>
              <a:pathLst>
                <a:path extrusionOk="0" h="2672" w="2977">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2" name="Google Shape;19572;p95"/>
            <p:cNvSpPr/>
            <p:nvPr/>
          </p:nvSpPr>
          <p:spPr>
            <a:xfrm>
              <a:off x="1034635" y="4007815"/>
              <a:ext cx="13104" cy="13104"/>
            </a:xfrm>
            <a:custGeom>
              <a:rect b="b" l="l" r="r" t="t"/>
              <a:pathLst>
                <a:path extrusionOk="0" h="499" w="499">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3" name="Google Shape;19573;p95"/>
            <p:cNvSpPr/>
            <p:nvPr/>
          </p:nvSpPr>
          <p:spPr>
            <a:xfrm>
              <a:off x="1014284" y="3989643"/>
              <a:ext cx="26917" cy="27442"/>
            </a:xfrm>
            <a:custGeom>
              <a:rect b="b" l="l" r="r" t="t"/>
              <a:pathLst>
                <a:path extrusionOk="0" h="1045" w="1025">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4" name="Google Shape;19574;p95"/>
            <p:cNvSpPr/>
            <p:nvPr/>
          </p:nvSpPr>
          <p:spPr>
            <a:xfrm>
              <a:off x="1041174" y="3989643"/>
              <a:ext cx="26680" cy="27442"/>
            </a:xfrm>
            <a:custGeom>
              <a:rect b="b" l="l" r="r" t="t"/>
              <a:pathLst>
                <a:path extrusionOk="0" h="1045" w="1016">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5" name="Google Shape;19575;p95"/>
            <p:cNvSpPr/>
            <p:nvPr/>
          </p:nvSpPr>
          <p:spPr>
            <a:xfrm>
              <a:off x="916019" y="3821606"/>
              <a:ext cx="250100" cy="336785"/>
            </a:xfrm>
            <a:custGeom>
              <a:rect b="b" l="l" r="r" t="t"/>
              <a:pathLst>
                <a:path extrusionOk="0" h="12825" w="9524">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6" name="Google Shape;19576;p95"/>
            <p:cNvSpPr/>
            <p:nvPr/>
          </p:nvSpPr>
          <p:spPr>
            <a:xfrm>
              <a:off x="916019" y="3821606"/>
              <a:ext cx="241539" cy="336785"/>
            </a:xfrm>
            <a:custGeom>
              <a:rect b="b" l="l" r="r" t="t"/>
              <a:pathLst>
                <a:path extrusionOk="0" h="12825" w="9198">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77" name="Google Shape;19577;p95"/>
          <p:cNvGrpSpPr/>
          <p:nvPr/>
        </p:nvGrpSpPr>
        <p:grpSpPr>
          <a:xfrm>
            <a:off x="835411" y="2752770"/>
            <a:ext cx="374730" cy="332504"/>
            <a:chOff x="849686" y="2909570"/>
            <a:chExt cx="374730" cy="332504"/>
          </a:xfrm>
        </p:grpSpPr>
        <p:sp>
          <p:nvSpPr>
            <p:cNvPr id="19578" name="Google Shape;19578;p95"/>
            <p:cNvSpPr/>
            <p:nvPr/>
          </p:nvSpPr>
          <p:spPr>
            <a:xfrm>
              <a:off x="1006747" y="2909570"/>
              <a:ext cx="217669" cy="181483"/>
            </a:xfrm>
            <a:custGeom>
              <a:rect b="b" l="l" r="r" t="t"/>
              <a:pathLst>
                <a:path extrusionOk="0" h="6911" w="8289">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9" name="Google Shape;19579;p95"/>
            <p:cNvSpPr/>
            <p:nvPr/>
          </p:nvSpPr>
          <p:spPr>
            <a:xfrm>
              <a:off x="849686" y="3053580"/>
              <a:ext cx="217905" cy="188494"/>
            </a:xfrm>
            <a:custGeom>
              <a:rect b="b" l="l" r="r" t="t"/>
              <a:pathLst>
                <a:path extrusionOk="0" h="7178" w="8298">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0" name="Google Shape;19580;p95"/>
            <p:cNvSpPr/>
            <p:nvPr/>
          </p:nvSpPr>
          <p:spPr>
            <a:xfrm>
              <a:off x="889391" y="3145306"/>
              <a:ext cx="41491" cy="18119"/>
            </a:xfrm>
            <a:custGeom>
              <a:rect b="b" l="l" r="r" t="t"/>
              <a:pathLst>
                <a:path extrusionOk="0" h="690" w="158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1" name="Google Shape;19581;p95"/>
            <p:cNvSpPr/>
            <p:nvPr/>
          </p:nvSpPr>
          <p:spPr>
            <a:xfrm>
              <a:off x="867779" y="3060617"/>
              <a:ext cx="30435" cy="66622"/>
            </a:xfrm>
            <a:custGeom>
              <a:rect b="b" l="l" r="r" t="t"/>
              <a:pathLst>
                <a:path extrusionOk="0" h="2537" w="1159">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2" name="Google Shape;19582;p95"/>
            <p:cNvSpPr/>
            <p:nvPr/>
          </p:nvSpPr>
          <p:spPr>
            <a:xfrm>
              <a:off x="879832" y="3054577"/>
              <a:ext cx="72661" cy="72661"/>
            </a:xfrm>
            <a:custGeom>
              <a:rect b="b" l="l" r="r" t="t"/>
              <a:pathLst>
                <a:path extrusionOk="0" h="2767" w="2767">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3" name="Google Shape;19583;p95"/>
            <p:cNvSpPr/>
            <p:nvPr/>
          </p:nvSpPr>
          <p:spPr>
            <a:xfrm>
              <a:off x="873793" y="3084986"/>
              <a:ext cx="72661" cy="66385"/>
            </a:xfrm>
            <a:custGeom>
              <a:rect b="b" l="l" r="r" t="t"/>
              <a:pathLst>
                <a:path extrusionOk="0" h="2528" w="2767">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4" name="Google Shape;19584;p95"/>
            <p:cNvSpPr/>
            <p:nvPr/>
          </p:nvSpPr>
          <p:spPr>
            <a:xfrm>
              <a:off x="873793" y="3084986"/>
              <a:ext cx="72399" cy="65125"/>
            </a:xfrm>
            <a:custGeom>
              <a:rect b="b" l="l" r="r" t="t"/>
              <a:pathLst>
                <a:path extrusionOk="0" h="2480" w="2757">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5" name="Google Shape;19585;p95"/>
            <p:cNvSpPr/>
            <p:nvPr/>
          </p:nvSpPr>
          <p:spPr>
            <a:xfrm>
              <a:off x="849686" y="3080706"/>
              <a:ext cx="199313" cy="161368"/>
            </a:xfrm>
            <a:custGeom>
              <a:rect b="b" l="l" r="r" t="t"/>
              <a:pathLst>
                <a:path extrusionOk="0" h="6145" w="759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6" name="Google Shape;19586;p95"/>
            <p:cNvSpPr/>
            <p:nvPr/>
          </p:nvSpPr>
          <p:spPr>
            <a:xfrm>
              <a:off x="849686" y="3175715"/>
              <a:ext cx="24133" cy="66359"/>
            </a:xfrm>
            <a:custGeom>
              <a:rect b="b" l="l" r="r" t="t"/>
              <a:pathLst>
                <a:path extrusionOk="0" h="2527" w="919">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7" name="Google Shape;19587;p95"/>
            <p:cNvSpPr/>
            <p:nvPr/>
          </p:nvSpPr>
          <p:spPr>
            <a:xfrm>
              <a:off x="946428" y="3080706"/>
              <a:ext cx="102572" cy="129199"/>
            </a:xfrm>
            <a:custGeom>
              <a:rect b="b" l="l" r="r" t="t"/>
              <a:pathLst>
                <a:path extrusionOk="0" h="4920" w="3906">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8" name="Google Shape;19588;p95"/>
            <p:cNvSpPr/>
            <p:nvPr/>
          </p:nvSpPr>
          <p:spPr>
            <a:xfrm>
              <a:off x="1023343" y="2936723"/>
              <a:ext cx="180327" cy="115544"/>
            </a:xfrm>
            <a:custGeom>
              <a:rect b="b" l="l" r="r" t="t"/>
              <a:pathLst>
                <a:path extrusionOk="0" h="4400" w="6867">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89" name="Google Shape;19589;p95"/>
          <p:cNvGrpSpPr/>
          <p:nvPr/>
        </p:nvGrpSpPr>
        <p:grpSpPr>
          <a:xfrm>
            <a:off x="1721292" y="2263441"/>
            <a:ext cx="417718" cy="372866"/>
            <a:chOff x="1735567" y="2420241"/>
            <a:chExt cx="417718" cy="372866"/>
          </a:xfrm>
        </p:grpSpPr>
        <p:sp>
          <p:nvSpPr>
            <p:cNvPr id="19590" name="Google Shape;19590;p95"/>
            <p:cNvSpPr/>
            <p:nvPr/>
          </p:nvSpPr>
          <p:spPr>
            <a:xfrm>
              <a:off x="1833569" y="2468822"/>
              <a:ext cx="284265" cy="163022"/>
            </a:xfrm>
            <a:custGeom>
              <a:rect b="b" l="l" r="r" t="t"/>
              <a:pathLst>
                <a:path extrusionOk="0" h="6208" w="10825">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1" name="Google Shape;19591;p95"/>
            <p:cNvSpPr/>
            <p:nvPr/>
          </p:nvSpPr>
          <p:spPr>
            <a:xfrm>
              <a:off x="1845124" y="2716821"/>
              <a:ext cx="89258" cy="76285"/>
            </a:xfrm>
            <a:custGeom>
              <a:rect b="b" l="l" r="r" t="t"/>
              <a:pathLst>
                <a:path extrusionOk="0" h="2905" w="3399">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2" name="Google Shape;19592;p95"/>
            <p:cNvSpPr/>
            <p:nvPr/>
          </p:nvSpPr>
          <p:spPr>
            <a:xfrm>
              <a:off x="1873038" y="2737409"/>
              <a:ext cx="40493" cy="34873"/>
            </a:xfrm>
            <a:custGeom>
              <a:rect b="b" l="l" r="r" t="t"/>
              <a:pathLst>
                <a:path extrusionOk="0" h="1328" w="1542">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3" name="Google Shape;19593;p95"/>
            <p:cNvSpPr/>
            <p:nvPr/>
          </p:nvSpPr>
          <p:spPr>
            <a:xfrm>
              <a:off x="1996933" y="2716821"/>
              <a:ext cx="89231" cy="76285"/>
            </a:xfrm>
            <a:custGeom>
              <a:rect b="b" l="l" r="r" t="t"/>
              <a:pathLst>
                <a:path extrusionOk="0" h="2905" w="3398">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4" name="Google Shape;19594;p95"/>
            <p:cNvSpPr/>
            <p:nvPr/>
          </p:nvSpPr>
          <p:spPr>
            <a:xfrm>
              <a:off x="2024585" y="2737672"/>
              <a:ext cx="40729" cy="34689"/>
            </a:xfrm>
            <a:custGeom>
              <a:rect b="b" l="l" r="r" t="t"/>
              <a:pathLst>
                <a:path extrusionOk="0" h="1321" w="1551">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5" name="Google Shape;19595;p95"/>
            <p:cNvSpPr/>
            <p:nvPr/>
          </p:nvSpPr>
          <p:spPr>
            <a:xfrm>
              <a:off x="1818496" y="2447893"/>
              <a:ext cx="333528" cy="174209"/>
            </a:xfrm>
            <a:custGeom>
              <a:rect b="b" l="l" r="r" t="t"/>
              <a:pathLst>
                <a:path extrusionOk="0" h="6634" w="12701">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6" name="Google Shape;19596;p95"/>
            <p:cNvSpPr/>
            <p:nvPr/>
          </p:nvSpPr>
          <p:spPr>
            <a:xfrm>
              <a:off x="2095697" y="2447893"/>
              <a:ext cx="56564" cy="174209"/>
            </a:xfrm>
            <a:custGeom>
              <a:rect b="b" l="l" r="r" t="t"/>
              <a:pathLst>
                <a:path extrusionOk="0" h="6634" w="2154">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7" name="Google Shape;19597;p95"/>
            <p:cNvSpPr/>
            <p:nvPr/>
          </p:nvSpPr>
          <p:spPr>
            <a:xfrm>
              <a:off x="1735567" y="2420241"/>
              <a:ext cx="416457" cy="235027"/>
            </a:xfrm>
            <a:custGeom>
              <a:rect b="b" l="l" r="r" t="t"/>
              <a:pathLst>
                <a:path extrusionOk="0" h="8950" w="15859">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8" name="Google Shape;19598;p95"/>
            <p:cNvSpPr/>
            <p:nvPr/>
          </p:nvSpPr>
          <p:spPr>
            <a:xfrm>
              <a:off x="1849903" y="2622075"/>
              <a:ext cx="303382" cy="33193"/>
            </a:xfrm>
            <a:custGeom>
              <a:rect b="b" l="l" r="r" t="t"/>
              <a:pathLst>
                <a:path extrusionOk="0" h="1264" w="11553">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9" name="Google Shape;19599;p95"/>
            <p:cNvSpPr/>
            <p:nvPr/>
          </p:nvSpPr>
          <p:spPr>
            <a:xfrm>
              <a:off x="1817498" y="2632868"/>
              <a:ext cx="286523" cy="92278"/>
            </a:xfrm>
            <a:custGeom>
              <a:rect b="b" l="l" r="r" t="t"/>
              <a:pathLst>
                <a:path extrusionOk="0" h="3514" w="10911">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0" name="Google Shape;19600;p95"/>
            <p:cNvSpPr/>
            <p:nvPr/>
          </p:nvSpPr>
          <p:spPr>
            <a:xfrm>
              <a:off x="1826794" y="2675856"/>
              <a:ext cx="276465" cy="49106"/>
            </a:xfrm>
            <a:custGeom>
              <a:rect b="b" l="l" r="r" t="t"/>
              <a:pathLst>
                <a:path extrusionOk="0" h="1870" w="10528">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1" name="Google Shape;19601;p95"/>
            <p:cNvSpPr/>
            <p:nvPr/>
          </p:nvSpPr>
          <p:spPr>
            <a:xfrm>
              <a:off x="1843364" y="2632868"/>
              <a:ext cx="38235" cy="32694"/>
            </a:xfrm>
            <a:custGeom>
              <a:rect b="b" l="l" r="r" t="t"/>
              <a:pathLst>
                <a:path extrusionOk="0" h="1245" w="1456">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02" name="Google Shape;19602;p95"/>
          <p:cNvGrpSpPr/>
          <p:nvPr/>
        </p:nvGrpSpPr>
        <p:grpSpPr>
          <a:xfrm>
            <a:off x="3585043" y="4142790"/>
            <a:ext cx="251098" cy="309028"/>
            <a:chOff x="3599318" y="4299590"/>
            <a:chExt cx="251098" cy="309028"/>
          </a:xfrm>
        </p:grpSpPr>
        <p:sp>
          <p:nvSpPr>
            <p:cNvPr id="19603" name="Google Shape;19603;p95"/>
            <p:cNvSpPr/>
            <p:nvPr/>
          </p:nvSpPr>
          <p:spPr>
            <a:xfrm>
              <a:off x="3599318" y="4299590"/>
              <a:ext cx="251098" cy="309028"/>
            </a:xfrm>
            <a:custGeom>
              <a:rect b="b" l="l" r="r" t="t"/>
              <a:pathLst>
                <a:path extrusionOk="0" h="11768" w="9562">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4" name="Google Shape;19604;p95"/>
            <p:cNvSpPr/>
            <p:nvPr/>
          </p:nvSpPr>
          <p:spPr>
            <a:xfrm>
              <a:off x="3618672" y="4319206"/>
              <a:ext cx="212391" cy="264018"/>
            </a:xfrm>
            <a:custGeom>
              <a:rect b="b" l="l" r="r" t="t"/>
              <a:pathLst>
                <a:path extrusionOk="0" h="10054" w="8088">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5" name="Google Shape;19605;p95"/>
            <p:cNvSpPr/>
            <p:nvPr/>
          </p:nvSpPr>
          <p:spPr>
            <a:xfrm>
              <a:off x="3618672" y="4335777"/>
              <a:ext cx="118144" cy="247448"/>
            </a:xfrm>
            <a:custGeom>
              <a:rect b="b" l="l" r="r" t="t"/>
              <a:pathLst>
                <a:path extrusionOk="0" h="9423" w="4499">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6" name="Google Shape;19606;p95"/>
            <p:cNvSpPr/>
            <p:nvPr/>
          </p:nvSpPr>
          <p:spPr>
            <a:xfrm>
              <a:off x="3634506" y="4362168"/>
              <a:ext cx="157849" cy="135423"/>
            </a:xfrm>
            <a:custGeom>
              <a:rect b="b" l="l" r="r" t="t"/>
              <a:pathLst>
                <a:path extrusionOk="0" h="5157" w="6011">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7" name="Google Shape;19607;p95"/>
            <p:cNvSpPr/>
            <p:nvPr/>
          </p:nvSpPr>
          <p:spPr>
            <a:xfrm>
              <a:off x="3653860" y="4376742"/>
              <a:ext cx="124184" cy="106353"/>
            </a:xfrm>
            <a:custGeom>
              <a:rect b="b" l="l" r="r" t="t"/>
              <a:pathLst>
                <a:path extrusionOk="0" h="4050" w="4729">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8" name="Google Shape;19608;p95"/>
            <p:cNvSpPr/>
            <p:nvPr/>
          </p:nvSpPr>
          <p:spPr>
            <a:xfrm>
              <a:off x="3700340" y="4377189"/>
              <a:ext cx="50550" cy="105381"/>
            </a:xfrm>
            <a:custGeom>
              <a:rect b="b" l="l" r="r" t="t"/>
              <a:pathLst>
                <a:path extrusionOk="0" h="4013" w="1925">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09" name="Google Shape;19609;p95"/>
          <p:cNvGrpSpPr/>
          <p:nvPr/>
        </p:nvGrpSpPr>
        <p:grpSpPr>
          <a:xfrm>
            <a:off x="3091723" y="2276440"/>
            <a:ext cx="345818" cy="345056"/>
            <a:chOff x="3105998" y="2433240"/>
            <a:chExt cx="345818" cy="345056"/>
          </a:xfrm>
        </p:grpSpPr>
        <p:sp>
          <p:nvSpPr>
            <p:cNvPr id="19610" name="Google Shape;19610;p95"/>
            <p:cNvSpPr/>
            <p:nvPr/>
          </p:nvSpPr>
          <p:spPr>
            <a:xfrm>
              <a:off x="3160277" y="2465487"/>
              <a:ext cx="237259" cy="312809"/>
            </a:xfrm>
            <a:custGeom>
              <a:rect b="b" l="l" r="r" t="t"/>
              <a:pathLst>
                <a:path extrusionOk="0" h="11912" w="9035">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1" name="Google Shape;19611;p95"/>
            <p:cNvSpPr/>
            <p:nvPr/>
          </p:nvSpPr>
          <p:spPr>
            <a:xfrm>
              <a:off x="3160277" y="2469268"/>
              <a:ext cx="137996" cy="309028"/>
            </a:xfrm>
            <a:custGeom>
              <a:rect b="b" l="l" r="r" t="t"/>
              <a:pathLst>
                <a:path extrusionOk="0" h="11768" w="5255">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2" name="Google Shape;19612;p95"/>
            <p:cNvSpPr/>
            <p:nvPr/>
          </p:nvSpPr>
          <p:spPr>
            <a:xfrm>
              <a:off x="3156259" y="2492377"/>
              <a:ext cx="214387" cy="183374"/>
            </a:xfrm>
            <a:custGeom>
              <a:rect b="b" l="l" r="r" t="t"/>
              <a:pathLst>
                <a:path extrusionOk="0" h="6983" w="8164">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3" name="Google Shape;19613;p95"/>
            <p:cNvSpPr/>
            <p:nvPr/>
          </p:nvSpPr>
          <p:spPr>
            <a:xfrm>
              <a:off x="3174589" y="2511731"/>
              <a:ext cx="176704" cy="164388"/>
            </a:xfrm>
            <a:custGeom>
              <a:rect b="b" l="l" r="r" t="t"/>
              <a:pathLst>
                <a:path extrusionOk="0" h="6260" w="6729">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4" name="Google Shape;19614;p95"/>
            <p:cNvSpPr/>
            <p:nvPr/>
          </p:nvSpPr>
          <p:spPr>
            <a:xfrm>
              <a:off x="3251005" y="2524493"/>
              <a:ext cx="55802" cy="119536"/>
            </a:xfrm>
            <a:custGeom>
              <a:rect b="b" l="l" r="r" t="t"/>
              <a:pathLst>
                <a:path extrusionOk="0" h="4552" w="2125">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5" name="Google Shape;19615;p95"/>
            <p:cNvSpPr/>
            <p:nvPr/>
          </p:nvSpPr>
          <p:spPr>
            <a:xfrm>
              <a:off x="3398875" y="2433318"/>
              <a:ext cx="52940" cy="86500"/>
            </a:xfrm>
            <a:custGeom>
              <a:rect b="b" l="l" r="r" t="t"/>
              <a:pathLst>
                <a:path extrusionOk="0" h="3294" w="2016">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6" name="Google Shape;19616;p95"/>
            <p:cNvSpPr/>
            <p:nvPr/>
          </p:nvSpPr>
          <p:spPr>
            <a:xfrm>
              <a:off x="3368466" y="2477803"/>
              <a:ext cx="29332" cy="42016"/>
            </a:xfrm>
            <a:custGeom>
              <a:rect b="b" l="l" r="r" t="t"/>
              <a:pathLst>
                <a:path extrusionOk="0" h="1600" w="1117">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7" name="Google Shape;19617;p95"/>
            <p:cNvSpPr/>
            <p:nvPr/>
          </p:nvSpPr>
          <p:spPr>
            <a:xfrm>
              <a:off x="3383802" y="2455587"/>
              <a:ext cx="40887" cy="64232"/>
            </a:xfrm>
            <a:custGeom>
              <a:rect b="b" l="l" r="r" t="t"/>
              <a:pathLst>
                <a:path extrusionOk="0" h="2446" w="1557">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8" name="Google Shape;19618;p95"/>
            <p:cNvSpPr/>
            <p:nvPr/>
          </p:nvSpPr>
          <p:spPr>
            <a:xfrm>
              <a:off x="3105998" y="2433240"/>
              <a:ext cx="52914" cy="86579"/>
            </a:xfrm>
            <a:custGeom>
              <a:rect b="b" l="l" r="r" t="t"/>
              <a:pathLst>
                <a:path extrusionOk="0" h="3297" w="2015">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9" name="Google Shape;19619;p95"/>
            <p:cNvSpPr/>
            <p:nvPr/>
          </p:nvSpPr>
          <p:spPr>
            <a:xfrm>
              <a:off x="3159778" y="2477803"/>
              <a:ext cx="29569" cy="42016"/>
            </a:xfrm>
            <a:custGeom>
              <a:rect b="b" l="l" r="r" t="t"/>
              <a:pathLst>
                <a:path extrusionOk="0" h="1600" w="1126">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0" name="Google Shape;19620;p95"/>
            <p:cNvSpPr/>
            <p:nvPr/>
          </p:nvSpPr>
          <p:spPr>
            <a:xfrm>
              <a:off x="3132888" y="2455587"/>
              <a:ext cx="41071" cy="64232"/>
            </a:xfrm>
            <a:custGeom>
              <a:rect b="b" l="l" r="r" t="t"/>
              <a:pathLst>
                <a:path extrusionOk="0" h="2446" w="1564">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21" name="Google Shape;19621;p95"/>
          <p:cNvGrpSpPr/>
          <p:nvPr/>
        </p:nvGrpSpPr>
        <p:grpSpPr>
          <a:xfrm>
            <a:off x="1723051" y="2743973"/>
            <a:ext cx="374730" cy="350361"/>
            <a:chOff x="1737326" y="2900773"/>
            <a:chExt cx="374730" cy="350361"/>
          </a:xfrm>
        </p:grpSpPr>
        <p:sp>
          <p:nvSpPr>
            <p:cNvPr id="19622" name="Google Shape;19622;p95"/>
            <p:cNvSpPr/>
            <p:nvPr/>
          </p:nvSpPr>
          <p:spPr>
            <a:xfrm>
              <a:off x="1942890" y="2936723"/>
              <a:ext cx="169167" cy="176966"/>
            </a:xfrm>
            <a:custGeom>
              <a:rect b="b" l="l" r="r" t="t"/>
              <a:pathLst>
                <a:path extrusionOk="0" h="6739" w="6442">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3" name="Google Shape;19623;p95"/>
            <p:cNvSpPr/>
            <p:nvPr/>
          </p:nvSpPr>
          <p:spPr>
            <a:xfrm>
              <a:off x="2003209" y="2936723"/>
              <a:ext cx="48528" cy="114861"/>
            </a:xfrm>
            <a:custGeom>
              <a:rect b="b" l="l" r="r" t="t"/>
              <a:pathLst>
                <a:path extrusionOk="0" h="4374" w="1848">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4" name="Google Shape;19624;p95"/>
            <p:cNvSpPr/>
            <p:nvPr/>
          </p:nvSpPr>
          <p:spPr>
            <a:xfrm>
              <a:off x="2015525" y="2900773"/>
              <a:ext cx="23660" cy="96532"/>
            </a:xfrm>
            <a:custGeom>
              <a:rect b="b" l="l" r="r" t="t"/>
              <a:pathLst>
                <a:path extrusionOk="0" h="3676" w="901">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5" name="Google Shape;19625;p95"/>
            <p:cNvSpPr/>
            <p:nvPr/>
          </p:nvSpPr>
          <p:spPr>
            <a:xfrm>
              <a:off x="2015289" y="3015371"/>
              <a:ext cx="24396" cy="24159"/>
            </a:xfrm>
            <a:custGeom>
              <a:rect b="b" l="l" r="r" t="t"/>
              <a:pathLst>
                <a:path extrusionOk="0" h="920" w="929">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6" name="Google Shape;19626;p95"/>
            <p:cNvSpPr/>
            <p:nvPr/>
          </p:nvSpPr>
          <p:spPr>
            <a:xfrm>
              <a:off x="1737326" y="3166419"/>
              <a:ext cx="205353" cy="84715"/>
            </a:xfrm>
            <a:custGeom>
              <a:rect b="b" l="l" r="r" t="t"/>
              <a:pathLst>
                <a:path extrusionOk="0" h="3226" w="782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7" name="Google Shape;19627;p95"/>
            <p:cNvSpPr/>
            <p:nvPr/>
          </p:nvSpPr>
          <p:spPr>
            <a:xfrm>
              <a:off x="1827792" y="3190788"/>
              <a:ext cx="24396" cy="60345"/>
            </a:xfrm>
            <a:custGeom>
              <a:rect b="b" l="l" r="r" t="t"/>
              <a:pathLst>
                <a:path extrusionOk="0" h="2298" w="929">
                  <a:moveTo>
                    <a:pt x="221" y="1"/>
                  </a:moveTo>
                  <a:lnTo>
                    <a:pt x="1" y="2298"/>
                  </a:lnTo>
                  <a:lnTo>
                    <a:pt x="929" y="2298"/>
                  </a:lnTo>
                  <a:lnTo>
                    <a:pt x="709" y="1"/>
                  </a:ln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8" name="Google Shape;19628;p95"/>
            <p:cNvSpPr/>
            <p:nvPr/>
          </p:nvSpPr>
          <p:spPr>
            <a:xfrm>
              <a:off x="1829552" y="3178472"/>
              <a:ext cx="21139" cy="20640"/>
            </a:xfrm>
            <a:custGeom>
              <a:rect b="b" l="l" r="r" t="t"/>
              <a:pathLst>
                <a:path extrusionOk="0" h="786" w="805">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9" name="Google Shape;19629;p95"/>
            <p:cNvSpPr/>
            <p:nvPr/>
          </p:nvSpPr>
          <p:spPr>
            <a:xfrm>
              <a:off x="1906703" y="3191051"/>
              <a:ext cx="36213" cy="60083"/>
            </a:xfrm>
            <a:custGeom>
              <a:rect b="b" l="l" r="r" t="t"/>
              <a:pathLst>
                <a:path extrusionOk="0" h="2288" w="1379">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0" name="Google Shape;19630;p95"/>
            <p:cNvSpPr/>
            <p:nvPr/>
          </p:nvSpPr>
          <p:spPr>
            <a:xfrm>
              <a:off x="1773513" y="2979185"/>
              <a:ext cx="132981" cy="96794"/>
            </a:xfrm>
            <a:custGeom>
              <a:rect b="b" l="l" r="r" t="t"/>
              <a:pathLst>
                <a:path extrusionOk="0" h="3686" w="5064">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1" name="Google Shape;19631;p95"/>
            <p:cNvSpPr/>
            <p:nvPr/>
          </p:nvSpPr>
          <p:spPr>
            <a:xfrm>
              <a:off x="1803659" y="2979185"/>
              <a:ext cx="102834" cy="96794"/>
            </a:xfrm>
            <a:custGeom>
              <a:rect b="b" l="l" r="r" t="t"/>
              <a:pathLst>
                <a:path extrusionOk="0" h="3686" w="3916">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2" name="Google Shape;19632;p95"/>
            <p:cNvSpPr/>
            <p:nvPr/>
          </p:nvSpPr>
          <p:spPr>
            <a:xfrm>
              <a:off x="1803659" y="3124193"/>
              <a:ext cx="72661" cy="54306"/>
            </a:xfrm>
            <a:custGeom>
              <a:rect b="b" l="l" r="r" t="t"/>
              <a:pathLst>
                <a:path extrusionOk="0" h="2068" w="2767">
                  <a:moveTo>
                    <a:pt x="1" y="1"/>
                  </a:moveTo>
                  <a:lnTo>
                    <a:pt x="1" y="2068"/>
                  </a:lnTo>
                  <a:lnTo>
                    <a:pt x="2767" y="2068"/>
                  </a:lnTo>
                  <a:lnTo>
                    <a:pt x="2767"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3" name="Google Shape;19633;p95"/>
            <p:cNvSpPr/>
            <p:nvPr/>
          </p:nvSpPr>
          <p:spPr>
            <a:xfrm>
              <a:off x="1803659" y="3124193"/>
              <a:ext cx="72661" cy="30173"/>
            </a:xfrm>
            <a:custGeom>
              <a:rect b="b" l="l" r="r" t="t"/>
              <a:pathLst>
                <a:path extrusionOk="0" h="1149" w="2767">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4" name="Google Shape;19634;p95"/>
            <p:cNvSpPr/>
            <p:nvPr/>
          </p:nvSpPr>
          <p:spPr>
            <a:xfrm>
              <a:off x="1791606" y="3156387"/>
              <a:ext cx="48528" cy="43198"/>
            </a:xfrm>
            <a:custGeom>
              <a:rect b="b" l="l" r="r" t="t"/>
              <a:pathLst>
                <a:path extrusionOk="0" h="1645" w="1848">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5" name="Google Shape;19635;p95"/>
            <p:cNvSpPr/>
            <p:nvPr/>
          </p:nvSpPr>
          <p:spPr>
            <a:xfrm>
              <a:off x="1840108" y="3156387"/>
              <a:ext cx="48292" cy="43198"/>
            </a:xfrm>
            <a:custGeom>
              <a:rect b="b" l="l" r="r" t="t"/>
              <a:pathLst>
                <a:path extrusionOk="0" h="1645" w="1839">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6" name="Google Shape;19636;p95"/>
            <p:cNvSpPr/>
            <p:nvPr/>
          </p:nvSpPr>
          <p:spPr>
            <a:xfrm>
              <a:off x="1779552" y="3028107"/>
              <a:ext cx="121137" cy="114205"/>
            </a:xfrm>
            <a:custGeom>
              <a:rect b="b" l="l" r="r" t="t"/>
              <a:pathLst>
                <a:path extrusionOk="0" h="4349" w="4613">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7" name="Google Shape;19637;p95"/>
            <p:cNvSpPr/>
            <p:nvPr/>
          </p:nvSpPr>
          <p:spPr>
            <a:xfrm>
              <a:off x="1779552" y="3028107"/>
              <a:ext cx="108848" cy="113706"/>
            </a:xfrm>
            <a:custGeom>
              <a:rect b="b" l="l" r="r" t="t"/>
              <a:pathLst>
                <a:path extrusionOk="0" h="4330" w="4145">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8" name="Google Shape;19638;p95"/>
            <p:cNvSpPr/>
            <p:nvPr/>
          </p:nvSpPr>
          <p:spPr>
            <a:xfrm>
              <a:off x="1737326" y="3191051"/>
              <a:ext cx="36213" cy="60083"/>
            </a:xfrm>
            <a:custGeom>
              <a:rect b="b" l="l" r="r" t="t"/>
              <a:pathLst>
                <a:path extrusionOk="0" h="2288" w="1379">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39" name="Google Shape;19639;p95"/>
          <p:cNvGrpSpPr/>
          <p:nvPr/>
        </p:nvGrpSpPr>
        <p:grpSpPr>
          <a:xfrm>
            <a:off x="3986401" y="1422596"/>
            <a:ext cx="327226" cy="211603"/>
            <a:chOff x="4000676" y="1579396"/>
            <a:chExt cx="327226" cy="211603"/>
          </a:xfrm>
        </p:grpSpPr>
        <p:sp>
          <p:nvSpPr>
            <p:cNvPr id="19640" name="Google Shape;19640;p95"/>
            <p:cNvSpPr/>
            <p:nvPr/>
          </p:nvSpPr>
          <p:spPr>
            <a:xfrm>
              <a:off x="4081924" y="1581365"/>
              <a:ext cx="121584" cy="89757"/>
            </a:xfrm>
            <a:custGeom>
              <a:rect b="b" l="l" r="r" t="t"/>
              <a:pathLst>
                <a:path extrusionOk="0" h="3418" w="463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1" name="Google Shape;19641;p95"/>
            <p:cNvSpPr/>
            <p:nvPr/>
          </p:nvSpPr>
          <p:spPr>
            <a:xfrm>
              <a:off x="4083605" y="1581628"/>
              <a:ext cx="119903" cy="89494"/>
            </a:xfrm>
            <a:custGeom>
              <a:rect b="b" l="l" r="r" t="t"/>
              <a:pathLst>
                <a:path extrusionOk="0" h="3408" w="4566">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2" name="Google Shape;19642;p95"/>
            <p:cNvSpPr/>
            <p:nvPr/>
          </p:nvSpPr>
          <p:spPr>
            <a:xfrm>
              <a:off x="4000676" y="1613534"/>
              <a:ext cx="327226" cy="94037"/>
            </a:xfrm>
            <a:custGeom>
              <a:rect b="b" l="l" r="r" t="t"/>
              <a:pathLst>
                <a:path extrusionOk="0" h="3581" w="12461">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3" name="Google Shape;19643;p95"/>
            <p:cNvSpPr/>
            <p:nvPr/>
          </p:nvSpPr>
          <p:spPr>
            <a:xfrm>
              <a:off x="4081924" y="1686169"/>
              <a:ext cx="135922" cy="104830"/>
            </a:xfrm>
            <a:custGeom>
              <a:rect b="b" l="l" r="r" t="t"/>
              <a:pathLst>
                <a:path extrusionOk="0" h="3992" w="5176">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4" name="Google Shape;19644;p95"/>
            <p:cNvSpPr/>
            <p:nvPr/>
          </p:nvSpPr>
          <p:spPr>
            <a:xfrm>
              <a:off x="4193923" y="1579448"/>
              <a:ext cx="132193" cy="49710"/>
            </a:xfrm>
            <a:custGeom>
              <a:rect b="b" l="l" r="r" t="t"/>
              <a:pathLst>
                <a:path extrusionOk="0" h="1893" w="5034">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5" name="Google Shape;19645;p95"/>
            <p:cNvSpPr/>
            <p:nvPr/>
          </p:nvSpPr>
          <p:spPr>
            <a:xfrm>
              <a:off x="4123573"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6" name="Google Shape;19646;p95"/>
            <p:cNvSpPr/>
            <p:nvPr/>
          </p:nvSpPr>
          <p:spPr>
            <a:xfrm>
              <a:off x="4097418" y="1679551"/>
              <a:ext cx="15362" cy="13183"/>
            </a:xfrm>
            <a:custGeom>
              <a:rect b="b" l="l" r="r" t="t"/>
              <a:pathLst>
                <a:path extrusionOk="0" h="502" w="585">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7" name="Google Shape;19647;p95"/>
            <p:cNvSpPr/>
            <p:nvPr/>
          </p:nvSpPr>
          <p:spPr>
            <a:xfrm>
              <a:off x="4071053" y="1679551"/>
              <a:ext cx="15598" cy="13183"/>
            </a:xfrm>
            <a:custGeom>
              <a:rect b="b" l="l" r="r" t="t"/>
              <a:pathLst>
                <a:path extrusionOk="0" h="502" w="594">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8" name="Google Shape;19648;p95"/>
            <p:cNvSpPr/>
            <p:nvPr/>
          </p:nvSpPr>
          <p:spPr>
            <a:xfrm>
              <a:off x="4044661"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9" name="Google Shape;19649;p95"/>
            <p:cNvSpPr/>
            <p:nvPr/>
          </p:nvSpPr>
          <p:spPr>
            <a:xfrm>
              <a:off x="4235650" y="1679551"/>
              <a:ext cx="15598" cy="13183"/>
            </a:xfrm>
            <a:custGeom>
              <a:rect b="b" l="l" r="r" t="t"/>
              <a:pathLst>
                <a:path extrusionOk="0" h="502" w="594">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0" name="Google Shape;19650;p95"/>
            <p:cNvSpPr/>
            <p:nvPr/>
          </p:nvSpPr>
          <p:spPr>
            <a:xfrm>
              <a:off x="4249227" y="1579396"/>
              <a:ext cx="76889" cy="49763"/>
            </a:xfrm>
            <a:custGeom>
              <a:rect b="b" l="l" r="r" t="t"/>
              <a:pathLst>
                <a:path extrusionOk="0" h="1895" w="2928">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1" name="Google Shape;19651;p95"/>
            <p:cNvSpPr/>
            <p:nvPr/>
          </p:nvSpPr>
          <p:spPr>
            <a:xfrm>
              <a:off x="4083867" y="1686431"/>
              <a:ext cx="133716" cy="104567"/>
            </a:xfrm>
            <a:custGeom>
              <a:rect b="b" l="l" r="r" t="t"/>
              <a:pathLst>
                <a:path extrusionOk="0" h="3982" w="5092">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2" name="Google Shape;19652;p95"/>
            <p:cNvSpPr/>
            <p:nvPr/>
          </p:nvSpPr>
          <p:spPr>
            <a:xfrm>
              <a:off x="4257525" y="1664819"/>
              <a:ext cx="17620" cy="4280"/>
            </a:xfrm>
            <a:custGeom>
              <a:rect b="b" l="l" r="r" t="t"/>
              <a:pathLst>
                <a:path extrusionOk="0" h="163" w="671">
                  <a:moveTo>
                    <a:pt x="0" y="0"/>
                  </a:moveTo>
                  <a:cubicBezTo>
                    <a:pt x="230" y="0"/>
                    <a:pt x="469" y="58"/>
                    <a:pt x="670" y="163"/>
                  </a:cubicBezTo>
                  <a:lnTo>
                    <a:pt x="670" y="0"/>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3" name="Google Shape;19653;p95"/>
            <p:cNvSpPr/>
            <p:nvPr/>
          </p:nvSpPr>
          <p:spPr>
            <a:xfrm>
              <a:off x="4296731" y="1687666"/>
              <a:ext cx="31171" cy="19905"/>
            </a:xfrm>
            <a:custGeom>
              <a:rect b="b" l="l" r="r" t="t"/>
              <a:pathLst>
                <a:path extrusionOk="0" h="758" w="1187">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4" name="Google Shape;19654;p95"/>
            <p:cNvSpPr/>
            <p:nvPr/>
          </p:nvSpPr>
          <p:spPr>
            <a:xfrm>
              <a:off x="4275355" y="1664819"/>
              <a:ext cx="41254" cy="23135"/>
            </a:xfrm>
            <a:custGeom>
              <a:rect b="b" l="l" r="r" t="t"/>
              <a:pathLst>
                <a:path extrusionOk="0" h="881" w="1571">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5" name="Google Shape;19655;p95"/>
            <p:cNvSpPr/>
            <p:nvPr/>
          </p:nvSpPr>
          <p:spPr>
            <a:xfrm>
              <a:off x="4275119" y="1664819"/>
              <a:ext cx="41491" cy="23135"/>
            </a:xfrm>
            <a:custGeom>
              <a:rect b="b" l="l" r="r" t="t"/>
              <a:pathLst>
                <a:path extrusionOk="0" h="881" w="158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56" name="Google Shape;19656;p95"/>
          <p:cNvGrpSpPr/>
          <p:nvPr/>
        </p:nvGrpSpPr>
        <p:grpSpPr>
          <a:xfrm>
            <a:off x="2621248" y="1358784"/>
            <a:ext cx="371054" cy="336469"/>
            <a:chOff x="2635523" y="1515584"/>
            <a:chExt cx="371054" cy="336469"/>
          </a:xfrm>
        </p:grpSpPr>
        <p:sp>
          <p:nvSpPr>
            <p:cNvPr id="19657" name="Google Shape;19657;p95"/>
            <p:cNvSpPr/>
            <p:nvPr/>
          </p:nvSpPr>
          <p:spPr>
            <a:xfrm>
              <a:off x="2680769" y="1825399"/>
              <a:ext cx="310393" cy="26654"/>
            </a:xfrm>
            <a:custGeom>
              <a:rect b="b" l="l" r="r" t="t"/>
              <a:pathLst>
                <a:path extrusionOk="0" h="1015" w="1182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8" name="Google Shape;19658;p95"/>
            <p:cNvSpPr/>
            <p:nvPr/>
          </p:nvSpPr>
          <p:spPr>
            <a:xfrm>
              <a:off x="2635523" y="1631627"/>
              <a:ext cx="312153" cy="171163"/>
            </a:xfrm>
            <a:custGeom>
              <a:rect b="b" l="l" r="r" t="t"/>
              <a:pathLst>
                <a:path extrusionOk="0" h="6518" w="11887">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9" name="Google Shape;19659;p95"/>
            <p:cNvSpPr/>
            <p:nvPr/>
          </p:nvSpPr>
          <p:spPr>
            <a:xfrm>
              <a:off x="2828797" y="1679131"/>
              <a:ext cx="94247" cy="99053"/>
            </a:xfrm>
            <a:custGeom>
              <a:rect b="b" l="l" r="r" t="t"/>
              <a:pathLst>
                <a:path extrusionOk="0" h="3772" w="3589">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0" name="Google Shape;19660;p95"/>
            <p:cNvSpPr/>
            <p:nvPr/>
          </p:nvSpPr>
          <p:spPr>
            <a:xfrm>
              <a:off x="2911464" y="1631627"/>
              <a:ext cx="11581" cy="35477"/>
            </a:xfrm>
            <a:custGeom>
              <a:rect b="b" l="l" r="r" t="t"/>
              <a:pathLst>
                <a:path extrusionOk="0" h="1351" w="441">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1" name="Google Shape;19661;p95"/>
            <p:cNvSpPr/>
            <p:nvPr/>
          </p:nvSpPr>
          <p:spPr>
            <a:xfrm>
              <a:off x="2803404" y="1515584"/>
              <a:ext cx="19511" cy="99000"/>
            </a:xfrm>
            <a:custGeom>
              <a:rect b="b" l="l" r="r" t="t"/>
              <a:pathLst>
                <a:path extrusionOk="0" h="3770" w="743">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2" name="Google Shape;19662;p95"/>
            <p:cNvSpPr/>
            <p:nvPr/>
          </p:nvSpPr>
          <p:spPr>
            <a:xfrm>
              <a:off x="2848886" y="1516529"/>
              <a:ext cx="19380" cy="98055"/>
            </a:xfrm>
            <a:custGeom>
              <a:rect b="b" l="l" r="r" t="t"/>
              <a:pathLst>
                <a:path extrusionOk="0" h="3734" w="738">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3" name="Google Shape;19663;p95"/>
            <p:cNvSpPr/>
            <p:nvPr/>
          </p:nvSpPr>
          <p:spPr>
            <a:xfrm>
              <a:off x="2666195" y="1819832"/>
              <a:ext cx="340382" cy="11397"/>
            </a:xfrm>
            <a:custGeom>
              <a:rect b="b" l="l" r="r" t="t"/>
              <a:pathLst>
                <a:path extrusionOk="0" h="434" w="12962">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64" name="Google Shape;19664;p95"/>
          <p:cNvGrpSpPr/>
          <p:nvPr/>
        </p:nvGrpSpPr>
        <p:grpSpPr>
          <a:xfrm>
            <a:off x="2217632" y="1363931"/>
            <a:ext cx="311627" cy="326569"/>
            <a:chOff x="2231907" y="1520731"/>
            <a:chExt cx="311627" cy="326569"/>
          </a:xfrm>
        </p:grpSpPr>
        <p:sp>
          <p:nvSpPr>
            <p:cNvPr id="19665" name="Google Shape;19665;p95"/>
            <p:cNvSpPr/>
            <p:nvPr/>
          </p:nvSpPr>
          <p:spPr>
            <a:xfrm>
              <a:off x="2382456" y="1520731"/>
              <a:ext cx="161079" cy="135790"/>
            </a:xfrm>
            <a:custGeom>
              <a:rect b="b" l="l" r="r" t="t"/>
              <a:pathLst>
                <a:path extrusionOk="0" h="5171" w="6134">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6" name="Google Shape;19666;p95"/>
            <p:cNvSpPr/>
            <p:nvPr/>
          </p:nvSpPr>
          <p:spPr>
            <a:xfrm>
              <a:off x="2423421" y="1551140"/>
              <a:ext cx="74920" cy="65335"/>
            </a:xfrm>
            <a:custGeom>
              <a:rect b="b" l="l" r="r" t="t"/>
              <a:pathLst>
                <a:path extrusionOk="0" h="2488" w="2853">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7" name="Google Shape;19667;p95"/>
            <p:cNvSpPr/>
            <p:nvPr/>
          </p:nvSpPr>
          <p:spPr>
            <a:xfrm>
              <a:off x="2248241" y="1565530"/>
              <a:ext cx="266171" cy="266171"/>
            </a:xfrm>
            <a:custGeom>
              <a:rect b="b" l="l" r="r" t="t"/>
              <a:pathLst>
                <a:path extrusionOk="0" h="10136" w="10136">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8" name="Google Shape;19668;p95"/>
            <p:cNvSpPr/>
            <p:nvPr/>
          </p:nvSpPr>
          <p:spPr>
            <a:xfrm>
              <a:off x="2321375" y="1565530"/>
              <a:ext cx="192801" cy="192801"/>
            </a:xfrm>
            <a:custGeom>
              <a:rect b="b" l="l" r="r" t="t"/>
              <a:pathLst>
                <a:path extrusionOk="0" h="7342" w="7342">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9" name="Google Shape;19669;p95"/>
            <p:cNvSpPr/>
            <p:nvPr/>
          </p:nvSpPr>
          <p:spPr>
            <a:xfrm>
              <a:off x="2231907" y="1549748"/>
              <a:ext cx="118643" cy="117592"/>
            </a:xfrm>
            <a:custGeom>
              <a:rect b="b" l="l" r="r" t="t"/>
              <a:pathLst>
                <a:path extrusionOk="0" h="4478" w="4518">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0" name="Google Shape;19670;p95"/>
            <p:cNvSpPr/>
            <p:nvPr/>
          </p:nvSpPr>
          <p:spPr>
            <a:xfrm>
              <a:off x="2239208" y="1556497"/>
              <a:ext cx="111342" cy="110843"/>
            </a:xfrm>
            <a:custGeom>
              <a:rect b="b" l="l" r="r" t="t"/>
              <a:pathLst>
                <a:path extrusionOk="0" h="4221" w="424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1" name="Google Shape;19671;p95"/>
            <p:cNvSpPr/>
            <p:nvPr/>
          </p:nvSpPr>
          <p:spPr>
            <a:xfrm>
              <a:off x="2412103" y="1729892"/>
              <a:ext cx="118406" cy="117408"/>
            </a:xfrm>
            <a:custGeom>
              <a:rect b="b" l="l" r="r" t="t"/>
              <a:pathLst>
                <a:path extrusionOk="0" h="4471" w="4509">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2" name="Google Shape;19672;p95"/>
            <p:cNvSpPr/>
            <p:nvPr/>
          </p:nvSpPr>
          <p:spPr>
            <a:xfrm>
              <a:off x="2419141" y="1736430"/>
              <a:ext cx="111369" cy="110870"/>
            </a:xfrm>
            <a:custGeom>
              <a:rect b="b" l="l" r="r" t="t"/>
              <a:pathLst>
                <a:path extrusionOk="0" h="4222" w="4241">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3" name="Google Shape;19673;p95"/>
            <p:cNvSpPr/>
            <p:nvPr/>
          </p:nvSpPr>
          <p:spPr>
            <a:xfrm>
              <a:off x="2291964" y="1669572"/>
              <a:ext cx="78701" cy="29175"/>
            </a:xfrm>
            <a:custGeom>
              <a:rect b="b" l="l" r="r" t="t"/>
              <a:pathLst>
                <a:path extrusionOk="0" h="1111" w="2997">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4" name="Google Shape;19674;p95"/>
            <p:cNvSpPr/>
            <p:nvPr/>
          </p:nvSpPr>
          <p:spPr>
            <a:xfrm>
              <a:off x="2381694" y="1751005"/>
              <a:ext cx="82456" cy="46769"/>
            </a:xfrm>
            <a:custGeom>
              <a:rect b="b" l="l" r="r" t="t"/>
              <a:pathLst>
                <a:path extrusionOk="0" h="1781" w="314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75" name="Google Shape;19675;p95"/>
          <p:cNvGrpSpPr/>
          <p:nvPr/>
        </p:nvGrpSpPr>
        <p:grpSpPr>
          <a:xfrm>
            <a:off x="1325974" y="4144733"/>
            <a:ext cx="311890" cy="304695"/>
            <a:chOff x="1340249" y="4301533"/>
            <a:chExt cx="311890" cy="304695"/>
          </a:xfrm>
        </p:grpSpPr>
        <p:sp>
          <p:nvSpPr>
            <p:cNvPr id="19676" name="Google Shape;19676;p95"/>
            <p:cNvSpPr/>
            <p:nvPr/>
          </p:nvSpPr>
          <p:spPr>
            <a:xfrm>
              <a:off x="1407081" y="4404893"/>
              <a:ext cx="182481" cy="165149"/>
            </a:xfrm>
            <a:custGeom>
              <a:rect b="b" l="l" r="r" t="t"/>
              <a:pathLst>
                <a:path extrusionOk="0" h="6289" w="6949">
                  <a:moveTo>
                    <a:pt x="1" y="1"/>
                  </a:moveTo>
                  <a:lnTo>
                    <a:pt x="1" y="6288"/>
                  </a:lnTo>
                  <a:lnTo>
                    <a:pt x="6949" y="6288"/>
                  </a:lnTo>
                  <a:lnTo>
                    <a:pt x="6949" y="1"/>
                  </a:ln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7" name="Google Shape;19677;p95"/>
            <p:cNvSpPr/>
            <p:nvPr/>
          </p:nvSpPr>
          <p:spPr>
            <a:xfrm>
              <a:off x="1369896" y="4301533"/>
              <a:ext cx="252359" cy="82772"/>
            </a:xfrm>
            <a:custGeom>
              <a:rect b="b" l="l" r="r" t="t"/>
              <a:pathLst>
                <a:path extrusionOk="0" h="3152" w="961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8" name="Google Shape;19678;p95"/>
            <p:cNvSpPr/>
            <p:nvPr/>
          </p:nvSpPr>
          <p:spPr>
            <a:xfrm>
              <a:off x="1400805" y="4322830"/>
              <a:ext cx="190516" cy="62499"/>
            </a:xfrm>
            <a:custGeom>
              <a:rect b="b" l="l" r="r" t="t"/>
              <a:pathLst>
                <a:path extrusionOk="0" h="2380" w="7255">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9" name="Google Shape;19679;p95"/>
            <p:cNvSpPr/>
            <p:nvPr/>
          </p:nvSpPr>
          <p:spPr>
            <a:xfrm>
              <a:off x="1367874" y="4373985"/>
              <a:ext cx="256376" cy="30934"/>
            </a:xfrm>
            <a:custGeom>
              <a:rect b="b" l="l" r="r" t="t"/>
              <a:pathLst>
                <a:path extrusionOk="0" h="1178" w="9763">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0" name="Google Shape;19680;p95"/>
            <p:cNvSpPr/>
            <p:nvPr/>
          </p:nvSpPr>
          <p:spPr>
            <a:xfrm>
              <a:off x="1407081" y="4404893"/>
              <a:ext cx="182481" cy="160370"/>
            </a:xfrm>
            <a:custGeom>
              <a:rect b="b" l="l" r="r" t="t"/>
              <a:pathLst>
                <a:path extrusionOk="0" h="6107" w="6949">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1" name="Google Shape;19681;p95"/>
            <p:cNvSpPr/>
            <p:nvPr/>
          </p:nvSpPr>
          <p:spPr>
            <a:xfrm>
              <a:off x="1373573" y="4404893"/>
              <a:ext cx="65965" cy="146032"/>
            </a:xfrm>
            <a:custGeom>
              <a:rect b="b" l="l" r="r" t="t"/>
              <a:pathLst>
                <a:path extrusionOk="0" h="5561" w="2512">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2" name="Google Shape;19682;p95"/>
            <p:cNvSpPr/>
            <p:nvPr/>
          </p:nvSpPr>
          <p:spPr>
            <a:xfrm>
              <a:off x="1387753" y="4550898"/>
              <a:ext cx="34689" cy="17883"/>
            </a:xfrm>
            <a:custGeom>
              <a:rect b="b" l="l" r="r" t="t"/>
              <a:pathLst>
                <a:path extrusionOk="0" h="681" w="1321">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3" name="Google Shape;19683;p95"/>
            <p:cNvSpPr/>
            <p:nvPr/>
          </p:nvSpPr>
          <p:spPr>
            <a:xfrm>
              <a:off x="1466323" y="4404893"/>
              <a:ext cx="65939" cy="146032"/>
            </a:xfrm>
            <a:custGeom>
              <a:rect b="b" l="l" r="r" t="t"/>
              <a:pathLst>
                <a:path extrusionOk="0" h="5561" w="2511">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4" name="Google Shape;19684;p95"/>
            <p:cNvSpPr/>
            <p:nvPr/>
          </p:nvSpPr>
          <p:spPr>
            <a:xfrm>
              <a:off x="1480477" y="4550898"/>
              <a:ext cx="34716" cy="17883"/>
            </a:xfrm>
            <a:custGeom>
              <a:rect b="b" l="l" r="r" t="t"/>
              <a:pathLst>
                <a:path extrusionOk="0" h="681" w="1322">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5" name="Google Shape;19685;p95"/>
            <p:cNvSpPr/>
            <p:nvPr/>
          </p:nvSpPr>
          <p:spPr>
            <a:xfrm>
              <a:off x="1559047" y="4404893"/>
              <a:ext cx="65703" cy="146032"/>
            </a:xfrm>
            <a:custGeom>
              <a:rect b="b" l="l" r="r" t="t"/>
              <a:pathLst>
                <a:path extrusionOk="0" h="5561" w="2502">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6" name="Google Shape;19686;p95"/>
            <p:cNvSpPr/>
            <p:nvPr/>
          </p:nvSpPr>
          <p:spPr>
            <a:xfrm>
              <a:off x="1572965" y="4550898"/>
              <a:ext cx="34952" cy="17883"/>
            </a:xfrm>
            <a:custGeom>
              <a:rect b="b" l="l" r="r" t="t"/>
              <a:pathLst>
                <a:path extrusionOk="0" h="681" w="1331">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7" name="Google Shape;19687;p95"/>
            <p:cNvSpPr/>
            <p:nvPr/>
          </p:nvSpPr>
          <p:spPr>
            <a:xfrm>
              <a:off x="1369135" y="4564974"/>
              <a:ext cx="254118" cy="21638"/>
            </a:xfrm>
            <a:custGeom>
              <a:rect b="b" l="l" r="r" t="t"/>
              <a:pathLst>
                <a:path extrusionOk="0" h="824" w="9677">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8" name="Google Shape;19688;p95"/>
            <p:cNvSpPr/>
            <p:nvPr/>
          </p:nvSpPr>
          <p:spPr>
            <a:xfrm>
              <a:off x="1359603" y="4583330"/>
              <a:ext cx="272946" cy="18382"/>
            </a:xfrm>
            <a:custGeom>
              <a:rect b="b" l="l" r="r" t="t"/>
              <a:pathLst>
                <a:path extrusionOk="0" h="700" w="10394">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9" name="Google Shape;19689;p95"/>
            <p:cNvSpPr/>
            <p:nvPr/>
          </p:nvSpPr>
          <p:spPr>
            <a:xfrm>
              <a:off x="1340249" y="4597142"/>
              <a:ext cx="311890" cy="9086"/>
            </a:xfrm>
            <a:custGeom>
              <a:rect b="b" l="l" r="r" t="t"/>
              <a:pathLst>
                <a:path extrusionOk="0" h="346" w="11877">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90" name="Google Shape;19690;p95"/>
          <p:cNvGrpSpPr/>
          <p:nvPr/>
        </p:nvGrpSpPr>
        <p:grpSpPr>
          <a:xfrm>
            <a:off x="1316415" y="3220224"/>
            <a:ext cx="306874" cy="332268"/>
            <a:chOff x="1330690" y="3377024"/>
            <a:chExt cx="306874" cy="332268"/>
          </a:xfrm>
        </p:grpSpPr>
        <p:sp>
          <p:nvSpPr>
            <p:cNvPr id="19691" name="Google Shape;19691;p95"/>
            <p:cNvSpPr/>
            <p:nvPr/>
          </p:nvSpPr>
          <p:spPr>
            <a:xfrm>
              <a:off x="1403325" y="3377024"/>
              <a:ext cx="234239" cy="332268"/>
            </a:xfrm>
            <a:custGeom>
              <a:rect b="b" l="l" r="r" t="t"/>
              <a:pathLst>
                <a:path extrusionOk="0" h="12653" w="892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2" name="Google Shape;19692;p95"/>
            <p:cNvSpPr/>
            <p:nvPr/>
          </p:nvSpPr>
          <p:spPr>
            <a:xfrm>
              <a:off x="1381713" y="3397375"/>
              <a:ext cx="234003" cy="291539"/>
            </a:xfrm>
            <a:custGeom>
              <a:rect b="b" l="l" r="r" t="t"/>
              <a:pathLst>
                <a:path extrusionOk="0" h="11102" w="8911">
                  <a:moveTo>
                    <a:pt x="0" y="0"/>
                  </a:moveTo>
                  <a:lnTo>
                    <a:pt x="0" y="11102"/>
                  </a:lnTo>
                  <a:lnTo>
                    <a:pt x="8910" y="11102"/>
                  </a:lnTo>
                  <a:lnTo>
                    <a:pt x="8910"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3" name="Google Shape;19693;p95"/>
            <p:cNvSpPr/>
            <p:nvPr/>
          </p:nvSpPr>
          <p:spPr>
            <a:xfrm>
              <a:off x="1361861" y="3377024"/>
              <a:ext cx="234239" cy="332268"/>
            </a:xfrm>
            <a:custGeom>
              <a:rect b="b" l="l" r="r" t="t"/>
              <a:pathLst>
                <a:path extrusionOk="0" h="12653" w="892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4" name="Google Shape;19694;p95"/>
            <p:cNvSpPr/>
            <p:nvPr/>
          </p:nvSpPr>
          <p:spPr>
            <a:xfrm>
              <a:off x="1559888" y="3377024"/>
              <a:ext cx="36213" cy="332268"/>
            </a:xfrm>
            <a:custGeom>
              <a:rect b="b" l="l" r="r" t="t"/>
              <a:pathLst>
                <a:path extrusionOk="0" h="12653" w="1379">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5" name="Google Shape;19695;p95"/>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6" name="Google Shape;19696;p95"/>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7" name="Google Shape;19697;p95"/>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8" name="Google Shape;19698;p95"/>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9" name="Google Shape;19699;p95"/>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0" name="Google Shape;19700;p95"/>
            <p:cNvSpPr/>
            <p:nvPr/>
          </p:nvSpPr>
          <p:spPr>
            <a:xfrm>
              <a:off x="1355060" y="3413945"/>
              <a:ext cx="34217" cy="26706"/>
            </a:xfrm>
            <a:custGeom>
              <a:rect b="b" l="l" r="r" t="t"/>
              <a:pathLst>
                <a:path extrusionOk="0" h="1017" w="1303">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1" name="Google Shape;19701;p95"/>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2" name="Google Shape;19702;p95"/>
            <p:cNvSpPr/>
            <p:nvPr/>
          </p:nvSpPr>
          <p:spPr>
            <a:xfrm>
              <a:off x="1355585" y="3490861"/>
              <a:ext cx="33954" cy="26706"/>
            </a:xfrm>
            <a:custGeom>
              <a:rect b="b" l="l" r="r" t="t"/>
              <a:pathLst>
                <a:path extrusionOk="0" h="1017" w="1293">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3" name="Google Shape;19703;p95"/>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4" name="Google Shape;19704;p95"/>
            <p:cNvSpPr/>
            <p:nvPr/>
          </p:nvSpPr>
          <p:spPr>
            <a:xfrm>
              <a:off x="1355821" y="3567750"/>
              <a:ext cx="34217" cy="26706"/>
            </a:xfrm>
            <a:custGeom>
              <a:rect b="b" l="l" r="r" t="t"/>
              <a:pathLst>
                <a:path extrusionOk="0" h="1017" w="1303">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5" name="Google Shape;19705;p95"/>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6" name="Google Shape;19706;p95"/>
            <p:cNvSpPr/>
            <p:nvPr/>
          </p:nvSpPr>
          <p:spPr>
            <a:xfrm>
              <a:off x="1356084" y="3644640"/>
              <a:ext cx="34191" cy="26733"/>
            </a:xfrm>
            <a:custGeom>
              <a:rect b="b" l="l" r="r" t="t"/>
              <a:pathLst>
                <a:path extrusionOk="0" h="1018" w="1302">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7" name="Google Shape;19707;p95"/>
            <p:cNvSpPr/>
            <p:nvPr/>
          </p:nvSpPr>
          <p:spPr>
            <a:xfrm>
              <a:off x="1419397" y="3626310"/>
              <a:ext cx="133243" cy="9847"/>
            </a:xfrm>
            <a:custGeom>
              <a:rect b="b" l="l" r="r" t="t"/>
              <a:pathLst>
                <a:path extrusionOk="0" h="375" w="5074">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8" name="Google Shape;19708;p95"/>
            <p:cNvSpPr/>
            <p:nvPr/>
          </p:nvSpPr>
          <p:spPr>
            <a:xfrm>
              <a:off x="1419397" y="3647686"/>
              <a:ext cx="133243" cy="9821"/>
            </a:xfrm>
            <a:custGeom>
              <a:rect b="b" l="l" r="r" t="t"/>
              <a:pathLst>
                <a:path extrusionOk="0" h="374" w="5074">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9" name="Google Shape;19709;p95"/>
            <p:cNvSpPr/>
            <p:nvPr/>
          </p:nvSpPr>
          <p:spPr>
            <a:xfrm>
              <a:off x="1444527" y="3433063"/>
              <a:ext cx="68145" cy="169403"/>
            </a:xfrm>
            <a:custGeom>
              <a:rect b="b" l="l" r="r" t="t"/>
              <a:pathLst>
                <a:path extrusionOk="0" h="6451" w="2595">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10" name="Google Shape;19710;p95"/>
          <p:cNvGrpSpPr/>
          <p:nvPr/>
        </p:nvGrpSpPr>
        <p:grpSpPr>
          <a:xfrm>
            <a:off x="2636322" y="3224977"/>
            <a:ext cx="341511" cy="324994"/>
            <a:chOff x="2650597" y="3381777"/>
            <a:chExt cx="341511" cy="324994"/>
          </a:xfrm>
        </p:grpSpPr>
        <p:sp>
          <p:nvSpPr>
            <p:cNvPr id="19711" name="Google Shape;19711;p95"/>
            <p:cNvSpPr/>
            <p:nvPr/>
          </p:nvSpPr>
          <p:spPr>
            <a:xfrm>
              <a:off x="2672970" y="3644928"/>
              <a:ext cx="51811" cy="56800"/>
            </a:xfrm>
            <a:custGeom>
              <a:rect b="b" l="l" r="r" t="t"/>
              <a:pathLst>
                <a:path extrusionOk="0" h="2163" w="1973">
                  <a:moveTo>
                    <a:pt x="1" y="0"/>
                  </a:moveTo>
                  <a:lnTo>
                    <a:pt x="1" y="2163"/>
                  </a:lnTo>
                  <a:lnTo>
                    <a:pt x="1972" y="2163"/>
                  </a:lnTo>
                  <a:lnTo>
                    <a:pt x="1972" y="0"/>
                  </a:lnTo>
                  <a:close/>
                </a:path>
              </a:pathLst>
            </a:custGeom>
            <a:solidFill>
              <a:srgbClr val="95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2" name="Google Shape;19712;p95"/>
            <p:cNvSpPr/>
            <p:nvPr/>
          </p:nvSpPr>
          <p:spPr>
            <a:xfrm>
              <a:off x="2672970" y="3644928"/>
              <a:ext cx="51811" cy="15336"/>
            </a:xfrm>
            <a:custGeom>
              <a:rect b="b" l="l" r="r" t="t"/>
              <a:pathLst>
                <a:path extrusionOk="0" h="584" w="1973">
                  <a:moveTo>
                    <a:pt x="1" y="0"/>
                  </a:moveTo>
                  <a:lnTo>
                    <a:pt x="1" y="584"/>
                  </a:lnTo>
                  <a:lnTo>
                    <a:pt x="1972" y="584"/>
                  </a:lnTo>
                  <a:lnTo>
                    <a:pt x="1972"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3" name="Google Shape;19713;p95"/>
            <p:cNvSpPr/>
            <p:nvPr/>
          </p:nvSpPr>
          <p:spPr>
            <a:xfrm>
              <a:off x="2667955" y="3629330"/>
              <a:ext cx="56564" cy="20640"/>
            </a:xfrm>
            <a:custGeom>
              <a:rect b="b" l="l" r="r" t="t"/>
              <a:pathLst>
                <a:path extrusionOk="0" h="786" w="2154">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4" name="Google Shape;19714;p95"/>
            <p:cNvSpPr/>
            <p:nvPr/>
          </p:nvSpPr>
          <p:spPr>
            <a:xfrm>
              <a:off x="2672970" y="3639650"/>
              <a:ext cx="51548" cy="10320"/>
            </a:xfrm>
            <a:custGeom>
              <a:rect b="b" l="l" r="r" t="t"/>
              <a:pathLst>
                <a:path extrusionOk="0" h="393" w="1963">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5" name="Google Shape;19715;p95"/>
            <p:cNvSpPr/>
            <p:nvPr/>
          </p:nvSpPr>
          <p:spPr>
            <a:xfrm>
              <a:off x="2719477" y="3469249"/>
              <a:ext cx="41228" cy="232243"/>
            </a:xfrm>
            <a:custGeom>
              <a:rect b="b" l="l" r="r" t="t"/>
              <a:pathLst>
                <a:path extrusionOk="0" h="8844" w="157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6" name="Google Shape;19716;p95"/>
            <p:cNvSpPr/>
            <p:nvPr/>
          </p:nvSpPr>
          <p:spPr>
            <a:xfrm>
              <a:off x="2781293" y="3526286"/>
              <a:ext cx="31197" cy="82456"/>
            </a:xfrm>
            <a:custGeom>
              <a:rect b="b" l="l" r="r" t="t"/>
              <a:pathLst>
                <a:path extrusionOk="0" h="3140" w="1188">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7" name="Google Shape;19717;p95"/>
            <p:cNvSpPr/>
            <p:nvPr/>
          </p:nvSpPr>
          <p:spPr>
            <a:xfrm>
              <a:off x="2724230" y="3469249"/>
              <a:ext cx="31696" cy="15598"/>
            </a:xfrm>
            <a:custGeom>
              <a:rect b="b" l="l" r="r" t="t"/>
              <a:pathLst>
                <a:path extrusionOk="0" h="594" w="1207">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8" name="Google Shape;19718;p95"/>
            <p:cNvSpPr/>
            <p:nvPr/>
          </p:nvSpPr>
          <p:spPr>
            <a:xfrm>
              <a:off x="2785573" y="3526286"/>
              <a:ext cx="22636" cy="15362"/>
            </a:xfrm>
            <a:custGeom>
              <a:rect b="b" l="l" r="r" t="t"/>
              <a:pathLst>
                <a:path extrusionOk="0" h="585" w="862">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9" name="Google Shape;19719;p95"/>
            <p:cNvSpPr/>
            <p:nvPr/>
          </p:nvSpPr>
          <p:spPr>
            <a:xfrm>
              <a:off x="2833051" y="3526286"/>
              <a:ext cx="30934" cy="82456"/>
            </a:xfrm>
            <a:custGeom>
              <a:rect b="b" l="l" r="r" t="t"/>
              <a:pathLst>
                <a:path extrusionOk="0" h="3140" w="1178">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0" name="Google Shape;19720;p95"/>
            <p:cNvSpPr/>
            <p:nvPr/>
          </p:nvSpPr>
          <p:spPr>
            <a:xfrm>
              <a:off x="2837069" y="3526286"/>
              <a:ext cx="22662" cy="15362"/>
            </a:xfrm>
            <a:custGeom>
              <a:rect b="b" l="l" r="r" t="t"/>
              <a:pathLst>
                <a:path extrusionOk="0" h="585" w="863">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1" name="Google Shape;19721;p95"/>
            <p:cNvSpPr/>
            <p:nvPr/>
          </p:nvSpPr>
          <p:spPr>
            <a:xfrm>
              <a:off x="2884836" y="3526286"/>
              <a:ext cx="30934" cy="82456"/>
            </a:xfrm>
            <a:custGeom>
              <a:rect b="b" l="l" r="r" t="t"/>
              <a:pathLst>
                <a:path extrusionOk="0" h="3140" w="1178">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2" name="Google Shape;19722;p95"/>
            <p:cNvSpPr/>
            <p:nvPr/>
          </p:nvSpPr>
          <p:spPr>
            <a:xfrm>
              <a:off x="2888854" y="3526286"/>
              <a:ext cx="22636" cy="15362"/>
            </a:xfrm>
            <a:custGeom>
              <a:rect b="b" l="l" r="r" t="t"/>
              <a:pathLst>
                <a:path extrusionOk="0" h="585" w="862">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3" name="Google Shape;19723;p95"/>
            <p:cNvSpPr/>
            <p:nvPr/>
          </p:nvSpPr>
          <p:spPr>
            <a:xfrm>
              <a:off x="2740065" y="3624052"/>
              <a:ext cx="216908" cy="77441"/>
            </a:xfrm>
            <a:custGeom>
              <a:rect b="b" l="l" r="r" t="t"/>
              <a:pathLst>
                <a:path extrusionOk="0" h="2949" w="8260">
                  <a:moveTo>
                    <a:pt x="1" y="1"/>
                  </a:moveTo>
                  <a:lnTo>
                    <a:pt x="1" y="2948"/>
                  </a:lnTo>
                  <a:lnTo>
                    <a:pt x="8260" y="2948"/>
                  </a:lnTo>
                  <a:lnTo>
                    <a:pt x="8260" y="1"/>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4" name="Google Shape;19724;p95"/>
            <p:cNvSpPr/>
            <p:nvPr/>
          </p:nvSpPr>
          <p:spPr>
            <a:xfrm>
              <a:off x="2740065" y="3624052"/>
              <a:ext cx="216908" cy="15625"/>
            </a:xfrm>
            <a:custGeom>
              <a:rect b="b" l="l" r="r" t="t"/>
              <a:pathLst>
                <a:path extrusionOk="0" h="595" w="8260">
                  <a:moveTo>
                    <a:pt x="1" y="1"/>
                  </a:moveTo>
                  <a:lnTo>
                    <a:pt x="1" y="594"/>
                  </a:lnTo>
                  <a:lnTo>
                    <a:pt x="8260" y="594"/>
                  </a:lnTo>
                  <a:lnTo>
                    <a:pt x="8260" y="1"/>
                  </a:lnTo>
                  <a:close/>
                </a:path>
              </a:pathLst>
            </a:custGeom>
            <a:solidFill>
              <a:srgbClr val="9EB2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5" name="Google Shape;19725;p95"/>
            <p:cNvSpPr/>
            <p:nvPr/>
          </p:nvSpPr>
          <p:spPr>
            <a:xfrm>
              <a:off x="2770973" y="3644850"/>
              <a:ext cx="10583" cy="20693"/>
            </a:xfrm>
            <a:custGeom>
              <a:rect b="b" l="l" r="r" t="t"/>
              <a:pathLst>
                <a:path extrusionOk="0" h="788" w="403">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6" name="Google Shape;19726;p95"/>
            <p:cNvSpPr/>
            <p:nvPr/>
          </p:nvSpPr>
          <p:spPr>
            <a:xfrm>
              <a:off x="2791849" y="3644850"/>
              <a:ext cx="10320" cy="20693"/>
            </a:xfrm>
            <a:custGeom>
              <a:rect b="b" l="l" r="r" t="t"/>
              <a:pathLst>
                <a:path extrusionOk="0" h="788" w="393">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7" name="Google Shape;19727;p95"/>
            <p:cNvSpPr/>
            <p:nvPr/>
          </p:nvSpPr>
          <p:spPr>
            <a:xfrm>
              <a:off x="2812463" y="3644850"/>
              <a:ext cx="10320" cy="20693"/>
            </a:xfrm>
            <a:custGeom>
              <a:rect b="b" l="l" r="r" t="t"/>
              <a:pathLst>
                <a:path extrusionOk="0" h="788" w="393">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8" name="Google Shape;19728;p95"/>
            <p:cNvSpPr/>
            <p:nvPr/>
          </p:nvSpPr>
          <p:spPr>
            <a:xfrm>
              <a:off x="2833051" y="3644850"/>
              <a:ext cx="10346" cy="20693"/>
            </a:xfrm>
            <a:custGeom>
              <a:rect b="b" l="l" r="r" t="t"/>
              <a:pathLst>
                <a:path extrusionOk="0" h="788" w="394">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9" name="Google Shape;19729;p95"/>
            <p:cNvSpPr/>
            <p:nvPr/>
          </p:nvSpPr>
          <p:spPr>
            <a:xfrm>
              <a:off x="2853665" y="3644850"/>
              <a:ext cx="10320" cy="20693"/>
            </a:xfrm>
            <a:custGeom>
              <a:rect b="b" l="l" r="r" t="t"/>
              <a:pathLst>
                <a:path extrusionOk="0" h="788" w="393">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0" name="Google Shape;19730;p95"/>
            <p:cNvSpPr/>
            <p:nvPr/>
          </p:nvSpPr>
          <p:spPr>
            <a:xfrm>
              <a:off x="2874279" y="3644850"/>
              <a:ext cx="10320" cy="20693"/>
            </a:xfrm>
            <a:custGeom>
              <a:rect b="b" l="l" r="r" t="t"/>
              <a:pathLst>
                <a:path extrusionOk="0" h="788" w="393">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1" name="Google Shape;19731;p95"/>
            <p:cNvSpPr/>
            <p:nvPr/>
          </p:nvSpPr>
          <p:spPr>
            <a:xfrm>
              <a:off x="2894893" y="3644850"/>
              <a:ext cx="10320" cy="20693"/>
            </a:xfrm>
            <a:custGeom>
              <a:rect b="b" l="l" r="r" t="t"/>
              <a:pathLst>
                <a:path extrusionOk="0" h="788" w="393">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2" name="Google Shape;19732;p95"/>
            <p:cNvSpPr/>
            <p:nvPr/>
          </p:nvSpPr>
          <p:spPr>
            <a:xfrm>
              <a:off x="2915481" y="3644850"/>
              <a:ext cx="10583" cy="20693"/>
            </a:xfrm>
            <a:custGeom>
              <a:rect b="b" l="l" r="r" t="t"/>
              <a:pathLst>
                <a:path extrusionOk="0" h="788" w="403">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3" name="Google Shape;19733;p95"/>
            <p:cNvSpPr/>
            <p:nvPr/>
          </p:nvSpPr>
          <p:spPr>
            <a:xfrm>
              <a:off x="2650597" y="3696451"/>
              <a:ext cx="333791" cy="10320"/>
            </a:xfrm>
            <a:custGeom>
              <a:rect b="b" l="l" r="r" t="t"/>
              <a:pathLst>
                <a:path extrusionOk="0" h="393" w="12711">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4" name="Google Shape;19734;p95"/>
            <p:cNvSpPr/>
            <p:nvPr/>
          </p:nvSpPr>
          <p:spPr>
            <a:xfrm>
              <a:off x="2735049" y="3608742"/>
              <a:ext cx="226965" cy="20614"/>
            </a:xfrm>
            <a:custGeom>
              <a:rect b="b" l="l" r="r" t="t"/>
              <a:pathLst>
                <a:path extrusionOk="0" h="785" w="8643">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5" name="Google Shape;19735;p95"/>
            <p:cNvSpPr/>
            <p:nvPr/>
          </p:nvSpPr>
          <p:spPr>
            <a:xfrm>
              <a:off x="2740065" y="3619036"/>
              <a:ext cx="216908" cy="10320"/>
            </a:xfrm>
            <a:custGeom>
              <a:rect b="b" l="l" r="r" t="t"/>
              <a:pathLst>
                <a:path extrusionOk="0" h="393" w="826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6" name="Google Shape;19736;p95"/>
            <p:cNvSpPr/>
            <p:nvPr/>
          </p:nvSpPr>
          <p:spPr>
            <a:xfrm>
              <a:off x="2770973" y="3644928"/>
              <a:ext cx="10583" cy="10320"/>
            </a:xfrm>
            <a:custGeom>
              <a:rect b="b" l="l" r="r" t="t"/>
              <a:pathLst>
                <a:path extrusionOk="0" h="393" w="403">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7" name="Google Shape;19737;p95"/>
            <p:cNvSpPr/>
            <p:nvPr/>
          </p:nvSpPr>
          <p:spPr>
            <a:xfrm>
              <a:off x="2791849" y="3644928"/>
              <a:ext cx="10320" cy="10320"/>
            </a:xfrm>
            <a:custGeom>
              <a:rect b="b" l="l" r="r" t="t"/>
              <a:pathLst>
                <a:path extrusionOk="0" h="393" w="393">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8" name="Google Shape;19738;p95"/>
            <p:cNvSpPr/>
            <p:nvPr/>
          </p:nvSpPr>
          <p:spPr>
            <a:xfrm>
              <a:off x="2812463" y="3644928"/>
              <a:ext cx="10320" cy="10320"/>
            </a:xfrm>
            <a:custGeom>
              <a:rect b="b" l="l" r="r" t="t"/>
              <a:pathLst>
                <a:path extrusionOk="0" h="393" w="393">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9" name="Google Shape;19739;p95"/>
            <p:cNvSpPr/>
            <p:nvPr/>
          </p:nvSpPr>
          <p:spPr>
            <a:xfrm>
              <a:off x="2833051" y="3644928"/>
              <a:ext cx="10346" cy="10320"/>
            </a:xfrm>
            <a:custGeom>
              <a:rect b="b" l="l" r="r" t="t"/>
              <a:pathLst>
                <a:path extrusionOk="0" h="393" w="394">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0" name="Google Shape;19740;p95"/>
            <p:cNvSpPr/>
            <p:nvPr/>
          </p:nvSpPr>
          <p:spPr>
            <a:xfrm>
              <a:off x="2853665" y="3644928"/>
              <a:ext cx="10320" cy="10320"/>
            </a:xfrm>
            <a:custGeom>
              <a:rect b="b" l="l" r="r" t="t"/>
              <a:pathLst>
                <a:path extrusionOk="0" h="393" w="393">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1" name="Google Shape;19741;p95"/>
            <p:cNvSpPr/>
            <p:nvPr/>
          </p:nvSpPr>
          <p:spPr>
            <a:xfrm>
              <a:off x="2874279" y="3644928"/>
              <a:ext cx="10320" cy="10320"/>
            </a:xfrm>
            <a:custGeom>
              <a:rect b="b" l="l" r="r" t="t"/>
              <a:pathLst>
                <a:path extrusionOk="0" h="393" w="393">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2" name="Google Shape;19742;p95"/>
            <p:cNvSpPr/>
            <p:nvPr/>
          </p:nvSpPr>
          <p:spPr>
            <a:xfrm>
              <a:off x="2894893" y="3644928"/>
              <a:ext cx="10320" cy="10320"/>
            </a:xfrm>
            <a:custGeom>
              <a:rect b="b" l="l" r="r" t="t"/>
              <a:pathLst>
                <a:path extrusionOk="0" h="393" w="393">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3" name="Google Shape;19743;p95"/>
            <p:cNvSpPr/>
            <p:nvPr/>
          </p:nvSpPr>
          <p:spPr>
            <a:xfrm>
              <a:off x="2915481" y="3644928"/>
              <a:ext cx="10583" cy="10320"/>
            </a:xfrm>
            <a:custGeom>
              <a:rect b="b" l="l" r="r" t="t"/>
              <a:pathLst>
                <a:path extrusionOk="0" h="393" w="403">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4" name="Google Shape;19744;p95"/>
            <p:cNvSpPr/>
            <p:nvPr/>
          </p:nvSpPr>
          <p:spPr>
            <a:xfrm>
              <a:off x="2732081" y="3381777"/>
              <a:ext cx="260027" cy="113391"/>
            </a:xfrm>
            <a:custGeom>
              <a:rect b="b" l="l" r="r" t="t"/>
              <a:pathLst>
                <a:path extrusionOk="0" h="4318" w="9902">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5" name="Google Shape;19745;p95"/>
            <p:cNvSpPr/>
            <p:nvPr/>
          </p:nvSpPr>
          <p:spPr>
            <a:xfrm>
              <a:off x="2731845" y="3397612"/>
              <a:ext cx="241487" cy="97320"/>
            </a:xfrm>
            <a:custGeom>
              <a:rect b="b" l="l" r="r" t="t"/>
              <a:pathLst>
                <a:path extrusionOk="0" h="3706" w="9196">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46" name="Google Shape;19746;p95"/>
          <p:cNvGrpSpPr/>
          <p:nvPr/>
        </p:nvGrpSpPr>
        <p:grpSpPr>
          <a:xfrm>
            <a:off x="1281227" y="2280562"/>
            <a:ext cx="402645" cy="323917"/>
            <a:chOff x="1295502" y="2437362"/>
            <a:chExt cx="402645" cy="323917"/>
          </a:xfrm>
        </p:grpSpPr>
        <p:sp>
          <p:nvSpPr>
            <p:cNvPr id="19747" name="Google Shape;19747;p95"/>
            <p:cNvSpPr/>
            <p:nvPr/>
          </p:nvSpPr>
          <p:spPr>
            <a:xfrm>
              <a:off x="1295502" y="2437362"/>
              <a:ext cx="402645" cy="278724"/>
            </a:xfrm>
            <a:custGeom>
              <a:rect b="b" l="l" r="r" t="t"/>
              <a:pathLst>
                <a:path extrusionOk="0" h="10614" w="15333">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8" name="Google Shape;19748;p95"/>
            <p:cNvSpPr/>
            <p:nvPr/>
          </p:nvSpPr>
          <p:spPr>
            <a:xfrm>
              <a:off x="1295502" y="2437362"/>
              <a:ext cx="402645" cy="278724"/>
            </a:xfrm>
            <a:custGeom>
              <a:rect b="b" l="l" r="r" t="t"/>
              <a:pathLst>
                <a:path extrusionOk="0" h="10614" w="15333">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9" name="Google Shape;19749;p95"/>
            <p:cNvSpPr/>
            <p:nvPr/>
          </p:nvSpPr>
          <p:spPr>
            <a:xfrm>
              <a:off x="1324651" y="2467771"/>
              <a:ext cx="344347" cy="217905"/>
            </a:xfrm>
            <a:custGeom>
              <a:rect b="b" l="l" r="r" t="t"/>
              <a:pathLst>
                <a:path extrusionOk="0" h="8298" w="13113">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0" name="Google Shape;19750;p95"/>
            <p:cNvSpPr/>
            <p:nvPr/>
          </p:nvSpPr>
          <p:spPr>
            <a:xfrm>
              <a:off x="1600617" y="2467771"/>
              <a:ext cx="68381" cy="217905"/>
            </a:xfrm>
            <a:custGeom>
              <a:rect b="b" l="l" r="r" t="t"/>
              <a:pathLst>
                <a:path extrusionOk="0" h="8298" w="2604">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1" name="Google Shape;19751;p95"/>
            <p:cNvSpPr/>
            <p:nvPr/>
          </p:nvSpPr>
          <p:spPr>
            <a:xfrm>
              <a:off x="1557445" y="2680871"/>
              <a:ext cx="66044" cy="80408"/>
            </a:xfrm>
            <a:custGeom>
              <a:rect b="b" l="l" r="r" t="t"/>
              <a:pathLst>
                <a:path extrusionOk="0" h="3062" w="2515">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2" name="Google Shape;19752;p95"/>
            <p:cNvSpPr/>
            <p:nvPr/>
          </p:nvSpPr>
          <p:spPr>
            <a:xfrm>
              <a:off x="1607129" y="2680871"/>
              <a:ext cx="66070" cy="80408"/>
            </a:xfrm>
            <a:custGeom>
              <a:rect b="b" l="l" r="r" t="t"/>
              <a:pathLst>
                <a:path extrusionOk="0" h="3062" w="2516">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3" name="Google Shape;19753;p95"/>
            <p:cNvSpPr/>
            <p:nvPr/>
          </p:nvSpPr>
          <p:spPr>
            <a:xfrm>
              <a:off x="1556631" y="2604927"/>
              <a:ext cx="117146" cy="115229"/>
            </a:xfrm>
            <a:custGeom>
              <a:rect b="b" l="l" r="r" t="t"/>
              <a:pathLst>
                <a:path extrusionOk="0" h="4388" w="4461">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4" name="Google Shape;19754;p95"/>
            <p:cNvSpPr/>
            <p:nvPr/>
          </p:nvSpPr>
          <p:spPr>
            <a:xfrm>
              <a:off x="1595076" y="2714300"/>
              <a:ext cx="2048" cy="26"/>
            </a:xfrm>
            <a:custGeom>
              <a:rect b="b" l="l" r="r" t="t"/>
              <a:pathLst>
                <a:path extrusionOk="0" h="1" w="78">
                  <a:moveTo>
                    <a:pt x="1" y="0"/>
                  </a:moveTo>
                  <a:lnTo>
                    <a:pt x="29" y="0"/>
                  </a:lnTo>
                  <a:lnTo>
                    <a:pt x="77" y="0"/>
                  </a:lnTo>
                  <a:cubicBezTo>
                    <a:pt x="48" y="0"/>
                    <a:pt x="29" y="0"/>
                    <a:pt x="1" y="0"/>
                  </a:cubicBezTo>
                  <a:close/>
                </a:path>
              </a:pathLst>
            </a:custGeom>
            <a:solidFill>
              <a:srgbClr val="8C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5" name="Google Shape;19755;p95"/>
            <p:cNvSpPr/>
            <p:nvPr/>
          </p:nvSpPr>
          <p:spPr>
            <a:xfrm>
              <a:off x="1595076" y="2610757"/>
              <a:ext cx="2048" cy="26"/>
            </a:xfrm>
            <a:custGeom>
              <a:rect b="b" l="l" r="r" t="t"/>
              <a:pathLst>
                <a:path extrusionOk="0" h="1" w="78">
                  <a:moveTo>
                    <a:pt x="77" y="1"/>
                  </a:moveTo>
                  <a:lnTo>
                    <a:pt x="29" y="1"/>
                  </a:lnTo>
                  <a:lnTo>
                    <a:pt x="1" y="1"/>
                  </a:lnTo>
                  <a:cubicBezTo>
                    <a:pt x="29" y="1"/>
                    <a:pt x="48" y="1"/>
                    <a:pt x="77" y="1"/>
                  </a:cubicBezTo>
                  <a:close/>
                </a:path>
              </a:pathLst>
            </a:custGeom>
            <a:solidFill>
              <a:srgbClr val="8C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6" name="Google Shape;19756;p95"/>
            <p:cNvSpPr/>
            <p:nvPr/>
          </p:nvSpPr>
          <p:spPr>
            <a:xfrm>
              <a:off x="1598857" y="2604927"/>
              <a:ext cx="74920" cy="115176"/>
            </a:xfrm>
            <a:custGeom>
              <a:rect b="b" l="l" r="r" t="t"/>
              <a:pathLst>
                <a:path extrusionOk="0" h="4386" w="2853">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7" name="Google Shape;19757;p95"/>
            <p:cNvSpPr/>
            <p:nvPr/>
          </p:nvSpPr>
          <p:spPr>
            <a:xfrm>
              <a:off x="1583023" y="2630872"/>
              <a:ext cx="63602" cy="63339"/>
            </a:xfrm>
            <a:custGeom>
              <a:rect b="b" l="l" r="r" t="t"/>
              <a:pathLst>
                <a:path extrusionOk="0" h="2412" w="2422">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8" name="Google Shape;19758;p95"/>
            <p:cNvSpPr/>
            <p:nvPr/>
          </p:nvSpPr>
          <p:spPr>
            <a:xfrm>
              <a:off x="1595076" y="2630872"/>
              <a:ext cx="56827" cy="63287"/>
            </a:xfrm>
            <a:custGeom>
              <a:rect b="b" l="l" r="r" t="t"/>
              <a:pathLst>
                <a:path extrusionOk="0" h="2410" w="2164">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9" name="Google Shape;19759;p95"/>
            <p:cNvSpPr/>
            <p:nvPr/>
          </p:nvSpPr>
          <p:spPr>
            <a:xfrm>
              <a:off x="1370054" y="2536074"/>
              <a:ext cx="253304" cy="12158"/>
            </a:xfrm>
            <a:custGeom>
              <a:rect b="b" l="l" r="r" t="t"/>
              <a:pathLst>
                <a:path extrusionOk="0" h="463" w="9646">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0" name="Google Shape;19760;p95"/>
            <p:cNvSpPr/>
            <p:nvPr/>
          </p:nvSpPr>
          <p:spPr>
            <a:xfrm>
              <a:off x="1370054" y="2503170"/>
              <a:ext cx="253304" cy="12132"/>
            </a:xfrm>
            <a:custGeom>
              <a:rect b="b" l="l" r="r" t="t"/>
              <a:pathLst>
                <a:path extrusionOk="0" h="462" w="9646">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1" name="Google Shape;19761;p95"/>
            <p:cNvSpPr/>
            <p:nvPr/>
          </p:nvSpPr>
          <p:spPr>
            <a:xfrm>
              <a:off x="1370133" y="2569266"/>
              <a:ext cx="253146" cy="12132"/>
            </a:xfrm>
            <a:custGeom>
              <a:rect b="b" l="l" r="r" t="t"/>
              <a:pathLst>
                <a:path extrusionOk="0" h="462" w="964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2" name="Google Shape;19762;p95"/>
            <p:cNvSpPr/>
            <p:nvPr/>
          </p:nvSpPr>
          <p:spPr>
            <a:xfrm>
              <a:off x="1447521" y="2612228"/>
              <a:ext cx="98344" cy="12158"/>
            </a:xfrm>
            <a:custGeom>
              <a:rect b="b" l="l" r="r" t="t"/>
              <a:pathLst>
                <a:path extrusionOk="0" h="463" w="3745">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63" name="Google Shape;19763;p95"/>
          <p:cNvGrpSpPr/>
          <p:nvPr/>
        </p:nvGrpSpPr>
        <p:grpSpPr>
          <a:xfrm>
            <a:off x="868315" y="2281560"/>
            <a:ext cx="337310" cy="337047"/>
            <a:chOff x="882590" y="2438360"/>
            <a:chExt cx="337310" cy="337047"/>
          </a:xfrm>
        </p:grpSpPr>
        <p:sp>
          <p:nvSpPr>
            <p:cNvPr id="19764" name="Google Shape;19764;p95"/>
            <p:cNvSpPr/>
            <p:nvPr/>
          </p:nvSpPr>
          <p:spPr>
            <a:xfrm>
              <a:off x="992934" y="2438360"/>
              <a:ext cx="114625" cy="337047"/>
            </a:xfrm>
            <a:custGeom>
              <a:rect b="b" l="l" r="r" t="t"/>
              <a:pathLst>
                <a:path extrusionOk="0" h="12835" w="4365">
                  <a:moveTo>
                    <a:pt x="0" y="0"/>
                  </a:moveTo>
                  <a:lnTo>
                    <a:pt x="0" y="12834"/>
                  </a:lnTo>
                  <a:lnTo>
                    <a:pt x="4364" y="12834"/>
                  </a:lnTo>
                  <a:lnTo>
                    <a:pt x="4364" y="0"/>
                  </a:ln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5" name="Google Shape;19765;p95"/>
            <p:cNvSpPr/>
            <p:nvPr/>
          </p:nvSpPr>
          <p:spPr>
            <a:xfrm>
              <a:off x="1081640" y="2438360"/>
              <a:ext cx="25919" cy="337047"/>
            </a:xfrm>
            <a:custGeom>
              <a:rect b="b" l="l" r="r" t="t"/>
              <a:pathLst>
                <a:path extrusionOk="0" h="12835" w="987">
                  <a:moveTo>
                    <a:pt x="0" y="0"/>
                  </a:moveTo>
                  <a:lnTo>
                    <a:pt x="0" y="12834"/>
                  </a:lnTo>
                  <a:lnTo>
                    <a:pt x="986" y="12834"/>
                  </a:lnTo>
                  <a:lnTo>
                    <a:pt x="986" y="0"/>
                  </a:lnTo>
                  <a:close/>
                </a:path>
              </a:pathLst>
            </a:custGeom>
            <a:solidFill>
              <a:srgbClr val="C5D1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6" name="Google Shape;19766;p95"/>
            <p:cNvSpPr/>
            <p:nvPr/>
          </p:nvSpPr>
          <p:spPr>
            <a:xfrm>
              <a:off x="882590" y="2438360"/>
              <a:ext cx="112367" cy="337047"/>
            </a:xfrm>
            <a:custGeom>
              <a:rect b="b" l="l" r="r" t="t"/>
              <a:pathLst>
                <a:path extrusionOk="0" h="12835" w="4279">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7" name="Google Shape;19767;p95"/>
            <p:cNvSpPr/>
            <p:nvPr/>
          </p:nvSpPr>
          <p:spPr>
            <a:xfrm>
              <a:off x="969799" y="2438360"/>
              <a:ext cx="25157" cy="337047"/>
            </a:xfrm>
            <a:custGeom>
              <a:rect b="b" l="l" r="r" t="t"/>
              <a:pathLst>
                <a:path extrusionOk="0" h="12835" w="958">
                  <a:moveTo>
                    <a:pt x="1" y="0"/>
                  </a:moveTo>
                  <a:lnTo>
                    <a:pt x="1" y="12834"/>
                  </a:lnTo>
                  <a:lnTo>
                    <a:pt x="958" y="12834"/>
                  </a:lnTo>
                  <a:lnTo>
                    <a:pt x="958" y="0"/>
                  </a:lnTo>
                  <a:close/>
                </a:path>
              </a:pathLst>
            </a:custGeom>
            <a:solidFill>
              <a:srgbClr val="AA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8" name="Google Shape;19768;p95"/>
            <p:cNvSpPr/>
            <p:nvPr/>
          </p:nvSpPr>
          <p:spPr>
            <a:xfrm>
              <a:off x="1106010" y="2438360"/>
              <a:ext cx="113890" cy="337047"/>
            </a:xfrm>
            <a:custGeom>
              <a:rect b="b" l="l" r="r" t="t"/>
              <a:pathLst>
                <a:path extrusionOk="0" h="12835" w="4337">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9" name="Google Shape;19769;p95"/>
            <p:cNvSpPr/>
            <p:nvPr/>
          </p:nvSpPr>
          <p:spPr>
            <a:xfrm>
              <a:off x="1167852" y="2438360"/>
              <a:ext cx="52047" cy="337047"/>
            </a:xfrm>
            <a:custGeom>
              <a:rect b="b" l="l" r="r" t="t"/>
              <a:pathLst>
                <a:path extrusionOk="0" h="12835" w="1982">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0" name="Google Shape;19770;p95"/>
            <p:cNvSpPr/>
            <p:nvPr/>
          </p:nvSpPr>
          <p:spPr>
            <a:xfrm>
              <a:off x="922058" y="2707525"/>
              <a:ext cx="33193" cy="33193"/>
            </a:xfrm>
            <a:custGeom>
              <a:rect b="b" l="l" r="r" t="t"/>
              <a:pathLst>
                <a:path extrusionOk="0" h="1264" w="1264">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1" name="Google Shape;19771;p95"/>
            <p:cNvSpPr/>
            <p:nvPr/>
          </p:nvSpPr>
          <p:spPr>
            <a:xfrm>
              <a:off x="1034635" y="2707525"/>
              <a:ext cx="33219" cy="33193"/>
            </a:xfrm>
            <a:custGeom>
              <a:rect b="b" l="l" r="r" t="t"/>
              <a:pathLst>
                <a:path extrusionOk="0" h="1264" w="1265">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2" name="Google Shape;19772;p95"/>
            <p:cNvSpPr/>
            <p:nvPr/>
          </p:nvSpPr>
          <p:spPr>
            <a:xfrm>
              <a:off x="1145715" y="2707525"/>
              <a:ext cx="33455" cy="33193"/>
            </a:xfrm>
            <a:custGeom>
              <a:rect b="b" l="l" r="r" t="t"/>
              <a:pathLst>
                <a:path extrusionOk="0" h="1264" w="1274">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3" name="Google Shape;19773;p95"/>
            <p:cNvSpPr/>
            <p:nvPr/>
          </p:nvSpPr>
          <p:spPr>
            <a:xfrm>
              <a:off x="907484"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4" name="Google Shape;19774;p95"/>
            <p:cNvSpPr/>
            <p:nvPr/>
          </p:nvSpPr>
          <p:spPr>
            <a:xfrm>
              <a:off x="907484" y="2475045"/>
              <a:ext cx="62341" cy="123422"/>
            </a:xfrm>
            <a:custGeom>
              <a:rect b="b" l="l" r="r" t="t"/>
              <a:pathLst>
                <a:path extrusionOk="0" h="4700" w="2374">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5" name="Google Shape;19775;p95"/>
            <p:cNvSpPr/>
            <p:nvPr/>
          </p:nvSpPr>
          <p:spPr>
            <a:xfrm>
              <a:off x="1020061" y="2475045"/>
              <a:ext cx="62367" cy="123422"/>
            </a:xfrm>
            <a:custGeom>
              <a:rect b="b" l="l" r="r" t="t"/>
              <a:pathLst>
                <a:path extrusionOk="0" h="4700" w="2375">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6" name="Google Shape;19776;p95"/>
            <p:cNvSpPr/>
            <p:nvPr/>
          </p:nvSpPr>
          <p:spPr>
            <a:xfrm>
              <a:off x="1020061" y="2598441"/>
              <a:ext cx="62367" cy="41990"/>
            </a:xfrm>
            <a:custGeom>
              <a:rect b="b" l="l" r="r" t="t"/>
              <a:pathLst>
                <a:path extrusionOk="0" h="1599" w="2375">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7" name="Google Shape;19777;p95"/>
            <p:cNvSpPr/>
            <p:nvPr/>
          </p:nvSpPr>
          <p:spPr>
            <a:xfrm>
              <a:off x="1131403" y="2475045"/>
              <a:ext cx="62341" cy="123422"/>
            </a:xfrm>
            <a:custGeom>
              <a:rect b="b" l="l" r="r" t="t"/>
              <a:pathLst>
                <a:path extrusionOk="0" h="4700" w="2374">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8" name="Google Shape;19778;p95"/>
            <p:cNvSpPr/>
            <p:nvPr/>
          </p:nvSpPr>
          <p:spPr>
            <a:xfrm>
              <a:off x="1131403"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9" name="Google Shape;19779;p95"/>
            <p:cNvSpPr/>
            <p:nvPr/>
          </p:nvSpPr>
          <p:spPr>
            <a:xfrm>
              <a:off x="921560" y="2501437"/>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0" name="Google Shape;19780;p95"/>
            <p:cNvSpPr/>
            <p:nvPr/>
          </p:nvSpPr>
          <p:spPr>
            <a:xfrm>
              <a:off x="921560"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1" name="Google Shape;19781;p95"/>
            <p:cNvSpPr/>
            <p:nvPr/>
          </p:nvSpPr>
          <p:spPr>
            <a:xfrm>
              <a:off x="921560"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2" name="Google Shape;19782;p95"/>
            <p:cNvSpPr/>
            <p:nvPr/>
          </p:nvSpPr>
          <p:spPr>
            <a:xfrm>
              <a:off x="1145479" y="2501437"/>
              <a:ext cx="33954" cy="10084"/>
            </a:xfrm>
            <a:custGeom>
              <a:rect b="b" l="l" r="r" t="t"/>
              <a:pathLst>
                <a:path extrusionOk="0" h="384" w="1293">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3" name="Google Shape;19783;p95"/>
            <p:cNvSpPr/>
            <p:nvPr/>
          </p:nvSpPr>
          <p:spPr>
            <a:xfrm>
              <a:off x="1145479"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4" name="Google Shape;19784;p95"/>
            <p:cNvSpPr/>
            <p:nvPr/>
          </p:nvSpPr>
          <p:spPr>
            <a:xfrm>
              <a:off x="1145479"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5" name="Google Shape;19785;p95"/>
            <p:cNvSpPr/>
            <p:nvPr/>
          </p:nvSpPr>
          <p:spPr>
            <a:xfrm>
              <a:off x="1034399" y="2501437"/>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6" name="Google Shape;19786;p95"/>
            <p:cNvSpPr/>
            <p:nvPr/>
          </p:nvSpPr>
          <p:spPr>
            <a:xfrm>
              <a:off x="1034399" y="2531583"/>
              <a:ext cx="33692" cy="10084"/>
            </a:xfrm>
            <a:custGeom>
              <a:rect b="b" l="l" r="r" t="t"/>
              <a:pathLst>
                <a:path extrusionOk="0" h="384" w="1283">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7" name="Google Shape;19787;p95"/>
            <p:cNvSpPr/>
            <p:nvPr/>
          </p:nvSpPr>
          <p:spPr>
            <a:xfrm>
              <a:off x="1034399" y="2561756"/>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88" name="Google Shape;19788;p95"/>
          <p:cNvGrpSpPr/>
          <p:nvPr/>
        </p:nvGrpSpPr>
        <p:grpSpPr>
          <a:xfrm>
            <a:off x="856498" y="3201185"/>
            <a:ext cx="342824" cy="351228"/>
            <a:chOff x="870773" y="3357985"/>
            <a:chExt cx="342824" cy="351228"/>
          </a:xfrm>
        </p:grpSpPr>
        <p:sp>
          <p:nvSpPr>
            <p:cNvPr id="19789" name="Google Shape;19789;p95"/>
            <p:cNvSpPr/>
            <p:nvPr/>
          </p:nvSpPr>
          <p:spPr>
            <a:xfrm>
              <a:off x="870773" y="3357985"/>
              <a:ext cx="342824" cy="351228"/>
            </a:xfrm>
            <a:custGeom>
              <a:rect b="b" l="l" r="r" t="t"/>
              <a:pathLst>
                <a:path extrusionOk="0" h="13375" w="13055">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0" name="Google Shape;19790;p95"/>
            <p:cNvSpPr/>
            <p:nvPr/>
          </p:nvSpPr>
          <p:spPr>
            <a:xfrm>
              <a:off x="1024577" y="3357985"/>
              <a:ext cx="50288" cy="49238"/>
            </a:xfrm>
            <a:custGeom>
              <a:rect b="b" l="l" r="r" t="t"/>
              <a:pathLst>
                <a:path extrusionOk="0" h="1875" w="1915">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1" name="Google Shape;19791;p95"/>
            <p:cNvSpPr/>
            <p:nvPr/>
          </p:nvSpPr>
          <p:spPr>
            <a:xfrm>
              <a:off x="1111787" y="3388552"/>
              <a:ext cx="101810" cy="289832"/>
            </a:xfrm>
            <a:custGeom>
              <a:rect b="b" l="l" r="r" t="t"/>
              <a:pathLst>
                <a:path extrusionOk="0" h="11037" w="3877">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2" name="Google Shape;19792;p95"/>
            <p:cNvSpPr/>
            <p:nvPr/>
          </p:nvSpPr>
          <p:spPr>
            <a:xfrm>
              <a:off x="1024840" y="3660133"/>
              <a:ext cx="50025" cy="49080"/>
            </a:xfrm>
            <a:custGeom>
              <a:rect b="b" l="l" r="r" t="t"/>
              <a:pathLst>
                <a:path extrusionOk="0" h="1869" w="1905">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3" name="Google Shape;19793;p95"/>
            <p:cNvSpPr/>
            <p:nvPr/>
          </p:nvSpPr>
          <p:spPr>
            <a:xfrm>
              <a:off x="939390" y="3431067"/>
              <a:ext cx="211892" cy="205222"/>
            </a:xfrm>
            <a:custGeom>
              <a:rect b="b" l="l" r="r" t="t"/>
              <a:pathLst>
                <a:path extrusionOk="0" h="7815" w="8069">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4" name="Google Shape;19794;p95"/>
            <p:cNvSpPr/>
            <p:nvPr/>
          </p:nvSpPr>
          <p:spPr>
            <a:xfrm>
              <a:off x="970561" y="3470641"/>
              <a:ext cx="60345" cy="51653"/>
            </a:xfrm>
            <a:custGeom>
              <a:rect b="b" l="l" r="r" t="t"/>
              <a:pathLst>
                <a:path extrusionOk="0" h="1967" w="2298">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5" name="Google Shape;19795;p95"/>
            <p:cNvSpPr/>
            <p:nvPr/>
          </p:nvSpPr>
          <p:spPr>
            <a:xfrm>
              <a:off x="1053332" y="3545140"/>
              <a:ext cx="60188" cy="51417"/>
            </a:xfrm>
            <a:custGeom>
              <a:rect b="b" l="l" r="r" t="t"/>
              <a:pathLst>
                <a:path extrusionOk="0" h="1958" w="2292">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6" name="Google Shape;19796;p95"/>
            <p:cNvSpPr/>
            <p:nvPr/>
          </p:nvSpPr>
          <p:spPr>
            <a:xfrm>
              <a:off x="992330" y="3479595"/>
              <a:ext cx="106090" cy="101836"/>
            </a:xfrm>
            <a:custGeom>
              <a:rect b="b" l="l" r="r" t="t"/>
              <a:pathLst>
                <a:path extrusionOk="0" h="3878" w="404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97" name="Google Shape;19797;p95"/>
          <p:cNvGrpSpPr/>
          <p:nvPr/>
        </p:nvGrpSpPr>
        <p:grpSpPr>
          <a:xfrm>
            <a:off x="2728809" y="4142790"/>
            <a:ext cx="159372" cy="308896"/>
            <a:chOff x="2743084" y="4299590"/>
            <a:chExt cx="159372" cy="308896"/>
          </a:xfrm>
        </p:grpSpPr>
        <p:sp>
          <p:nvSpPr>
            <p:cNvPr id="19798" name="Google Shape;19798;p95"/>
            <p:cNvSpPr/>
            <p:nvPr/>
          </p:nvSpPr>
          <p:spPr>
            <a:xfrm>
              <a:off x="2828534" y="4425428"/>
              <a:ext cx="9585" cy="105907"/>
            </a:xfrm>
            <a:custGeom>
              <a:rect b="b" l="l" r="r" t="t"/>
              <a:pathLst>
                <a:path extrusionOk="0" h="4033" w="365">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9" name="Google Shape;19799;p95"/>
            <p:cNvSpPr/>
            <p:nvPr/>
          </p:nvSpPr>
          <p:spPr>
            <a:xfrm>
              <a:off x="2743084" y="4299590"/>
              <a:ext cx="158111" cy="135239"/>
            </a:xfrm>
            <a:custGeom>
              <a:rect b="b" l="l" r="r" t="t"/>
              <a:pathLst>
                <a:path extrusionOk="0" h="5150" w="6021">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0" name="Google Shape;19800;p95"/>
            <p:cNvSpPr/>
            <p:nvPr/>
          </p:nvSpPr>
          <p:spPr>
            <a:xfrm>
              <a:off x="2762438" y="4313928"/>
              <a:ext cx="123921" cy="106406"/>
            </a:xfrm>
            <a:custGeom>
              <a:rect b="b" l="l" r="r" t="t"/>
              <a:pathLst>
                <a:path extrusionOk="0" h="4052" w="4719">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1" name="Google Shape;19801;p95"/>
            <p:cNvSpPr/>
            <p:nvPr/>
          </p:nvSpPr>
          <p:spPr>
            <a:xfrm>
              <a:off x="2809443" y="4314348"/>
              <a:ext cx="49526" cy="105460"/>
            </a:xfrm>
            <a:custGeom>
              <a:rect b="b" l="l" r="r" t="t"/>
              <a:pathLst>
                <a:path extrusionOk="0" h="4016" w="1886">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2" name="Google Shape;19802;p95"/>
            <p:cNvSpPr/>
            <p:nvPr/>
          </p:nvSpPr>
          <p:spPr>
            <a:xfrm>
              <a:off x="2780032" y="4521513"/>
              <a:ext cx="106589" cy="86973"/>
            </a:xfrm>
            <a:custGeom>
              <a:rect b="b" l="l" r="r" t="t"/>
              <a:pathLst>
                <a:path extrusionOk="0" h="3312" w="4059">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3" name="Google Shape;19803;p95"/>
            <p:cNvSpPr/>
            <p:nvPr/>
          </p:nvSpPr>
          <p:spPr>
            <a:xfrm>
              <a:off x="2782553" y="4545620"/>
              <a:ext cx="20614" cy="48292"/>
            </a:xfrm>
            <a:custGeom>
              <a:rect b="b" l="l" r="r" t="t"/>
              <a:pathLst>
                <a:path extrusionOk="0" h="1839" w="785">
                  <a:moveTo>
                    <a:pt x="0" y="1"/>
                  </a:moveTo>
                  <a:lnTo>
                    <a:pt x="230" y="1838"/>
                  </a:lnTo>
                  <a:lnTo>
                    <a:pt x="785" y="1838"/>
                  </a:lnTo>
                  <a:lnTo>
                    <a:pt x="555" y="1"/>
                  </a:lnTo>
                  <a:close/>
                </a:path>
              </a:pathLst>
            </a:custGeom>
            <a:solidFill>
              <a:srgbClr val="DE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4" name="Google Shape;19804;p95"/>
            <p:cNvSpPr/>
            <p:nvPr/>
          </p:nvSpPr>
          <p:spPr>
            <a:xfrm>
              <a:off x="2780032" y="4521514"/>
              <a:ext cx="106826" cy="28912"/>
            </a:xfrm>
            <a:custGeom>
              <a:rect b="b" l="l" r="r" t="t"/>
              <a:pathLst>
                <a:path extrusionOk="0" h="1101" w="4068">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5" name="Google Shape;19805;p95"/>
            <p:cNvSpPr/>
            <p:nvPr/>
          </p:nvSpPr>
          <p:spPr>
            <a:xfrm>
              <a:off x="2788068" y="4589107"/>
              <a:ext cx="90518" cy="19380"/>
            </a:xfrm>
            <a:custGeom>
              <a:rect b="b" l="l" r="r" t="t"/>
              <a:pathLst>
                <a:path extrusionOk="0" h="738" w="3447">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6" name="Google Shape;19806;p95"/>
            <p:cNvSpPr/>
            <p:nvPr/>
          </p:nvSpPr>
          <p:spPr>
            <a:xfrm>
              <a:off x="2780032" y="4521514"/>
              <a:ext cx="106589" cy="28912"/>
            </a:xfrm>
            <a:custGeom>
              <a:rect b="b" l="l" r="r" t="t"/>
              <a:pathLst>
                <a:path extrusionOk="0" h="1101" w="4059">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7" name="Google Shape;19807;p95"/>
            <p:cNvSpPr/>
            <p:nvPr/>
          </p:nvSpPr>
          <p:spPr>
            <a:xfrm>
              <a:off x="2788068" y="4589107"/>
              <a:ext cx="21139" cy="19380"/>
            </a:xfrm>
            <a:custGeom>
              <a:rect b="b" l="l" r="r" t="t"/>
              <a:pathLst>
                <a:path extrusionOk="0" h="738" w="805">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8" name="Google Shape;19808;p95"/>
            <p:cNvSpPr/>
            <p:nvPr/>
          </p:nvSpPr>
          <p:spPr>
            <a:xfrm>
              <a:off x="2838093" y="4439504"/>
              <a:ext cx="64363" cy="48161"/>
            </a:xfrm>
            <a:custGeom>
              <a:rect b="b" l="l" r="r" t="t"/>
              <a:pathLst>
                <a:path extrusionOk="0" h="1834" w="2451">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9" name="Google Shape;19809;p95"/>
            <p:cNvSpPr/>
            <p:nvPr/>
          </p:nvSpPr>
          <p:spPr>
            <a:xfrm>
              <a:off x="2838093" y="4463715"/>
              <a:ext cx="64363" cy="23949"/>
            </a:xfrm>
            <a:custGeom>
              <a:rect b="b" l="l" r="r" t="t"/>
              <a:pathLst>
                <a:path extrusionOk="0" h="912" w="2451">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0" name="Google Shape;19810;p95"/>
            <p:cNvSpPr/>
            <p:nvPr/>
          </p:nvSpPr>
          <p:spPr>
            <a:xfrm>
              <a:off x="2764197" y="4439504"/>
              <a:ext cx="64363" cy="48161"/>
            </a:xfrm>
            <a:custGeom>
              <a:rect b="b" l="l" r="r" t="t"/>
              <a:pathLst>
                <a:path extrusionOk="0" h="1834" w="2451">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1" name="Google Shape;19811;p95"/>
            <p:cNvSpPr/>
            <p:nvPr/>
          </p:nvSpPr>
          <p:spPr>
            <a:xfrm>
              <a:off x="2764197" y="4463715"/>
              <a:ext cx="64363" cy="23949"/>
            </a:xfrm>
            <a:custGeom>
              <a:rect b="b" l="l" r="r" t="t"/>
              <a:pathLst>
                <a:path extrusionOk="0" h="912" w="2451">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2" name="Google Shape;19812;p95"/>
            <p:cNvSpPr/>
            <p:nvPr/>
          </p:nvSpPr>
          <p:spPr>
            <a:xfrm>
              <a:off x="2765694" y="4502160"/>
              <a:ext cx="135239" cy="29175"/>
            </a:xfrm>
            <a:custGeom>
              <a:rect b="b" l="l" r="r" t="t"/>
              <a:pathLst>
                <a:path extrusionOk="0" h="1111" w="515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13" name="Google Shape;19813;p95"/>
          <p:cNvGrpSpPr/>
          <p:nvPr/>
        </p:nvGrpSpPr>
        <p:grpSpPr>
          <a:xfrm>
            <a:off x="1279231" y="2782916"/>
            <a:ext cx="374730" cy="272211"/>
            <a:chOff x="1293506" y="2939716"/>
            <a:chExt cx="374730" cy="272211"/>
          </a:xfrm>
        </p:grpSpPr>
        <p:sp>
          <p:nvSpPr>
            <p:cNvPr id="19814" name="Google Shape;19814;p95"/>
            <p:cNvSpPr/>
            <p:nvPr/>
          </p:nvSpPr>
          <p:spPr>
            <a:xfrm>
              <a:off x="1311599" y="2939716"/>
              <a:ext cx="338544" cy="248078"/>
            </a:xfrm>
            <a:custGeom>
              <a:rect b="b" l="l" r="r" t="t"/>
              <a:pathLst>
                <a:path extrusionOk="0" h="9447" w="12892">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5" name="Google Shape;19815;p95"/>
            <p:cNvSpPr/>
            <p:nvPr/>
          </p:nvSpPr>
          <p:spPr>
            <a:xfrm>
              <a:off x="1335706" y="2964112"/>
              <a:ext cx="290304" cy="193274"/>
            </a:xfrm>
            <a:custGeom>
              <a:rect b="b" l="l" r="r" t="t"/>
              <a:pathLst>
                <a:path extrusionOk="0" h="7360" w="11055">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6" name="Google Shape;19816;p95"/>
            <p:cNvSpPr/>
            <p:nvPr/>
          </p:nvSpPr>
          <p:spPr>
            <a:xfrm>
              <a:off x="1335706" y="3121173"/>
              <a:ext cx="169430" cy="36213"/>
            </a:xfrm>
            <a:custGeom>
              <a:rect b="b" l="l" r="r" t="t"/>
              <a:pathLst>
                <a:path extrusionOk="0" h="1379" w="6452">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7" name="Google Shape;19817;p95"/>
            <p:cNvSpPr/>
            <p:nvPr/>
          </p:nvSpPr>
          <p:spPr>
            <a:xfrm>
              <a:off x="1505109" y="2964112"/>
              <a:ext cx="120901" cy="96532"/>
            </a:xfrm>
            <a:custGeom>
              <a:rect b="b" l="l" r="r" t="t"/>
              <a:pathLst>
                <a:path extrusionOk="0" h="3676" w="4604">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8" name="Google Shape;19818;p95"/>
            <p:cNvSpPr/>
            <p:nvPr/>
          </p:nvSpPr>
          <p:spPr>
            <a:xfrm>
              <a:off x="1505109" y="3060617"/>
              <a:ext cx="120901" cy="96768"/>
            </a:xfrm>
            <a:custGeom>
              <a:rect b="b" l="l" r="r" t="t"/>
              <a:pathLst>
                <a:path extrusionOk="0" h="3685" w="4604">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9" name="Google Shape;19819;p95"/>
            <p:cNvSpPr/>
            <p:nvPr/>
          </p:nvSpPr>
          <p:spPr>
            <a:xfrm>
              <a:off x="1293506" y="3181755"/>
              <a:ext cx="374730" cy="30173"/>
            </a:xfrm>
            <a:custGeom>
              <a:rect b="b" l="l" r="r" t="t"/>
              <a:pathLst>
                <a:path extrusionOk="0" h="1149" w="1427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0" name="Google Shape;19820;p95"/>
            <p:cNvSpPr/>
            <p:nvPr/>
          </p:nvSpPr>
          <p:spPr>
            <a:xfrm>
              <a:off x="1293506" y="3181755"/>
              <a:ext cx="374730" cy="12080"/>
            </a:xfrm>
            <a:custGeom>
              <a:rect b="b" l="l" r="r" t="t"/>
              <a:pathLst>
                <a:path extrusionOk="0" h="460" w="1427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1" name="Google Shape;19821;p95"/>
            <p:cNvSpPr/>
            <p:nvPr/>
          </p:nvSpPr>
          <p:spPr>
            <a:xfrm>
              <a:off x="1444527" y="3181755"/>
              <a:ext cx="72661" cy="18119"/>
            </a:xfrm>
            <a:custGeom>
              <a:rect b="b" l="l" r="r" t="t"/>
              <a:pathLst>
                <a:path extrusionOk="0" h="690" w="2767">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2" name="Google Shape;19822;p95"/>
            <p:cNvSpPr/>
            <p:nvPr/>
          </p:nvSpPr>
          <p:spPr>
            <a:xfrm>
              <a:off x="1535256" y="3036484"/>
              <a:ext cx="60345" cy="24159"/>
            </a:xfrm>
            <a:custGeom>
              <a:rect b="b" l="l" r="r" t="t"/>
              <a:pathLst>
                <a:path extrusionOk="0" h="920" w="2298">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3" name="Google Shape;19823;p95"/>
            <p:cNvSpPr/>
            <p:nvPr/>
          </p:nvSpPr>
          <p:spPr>
            <a:xfrm>
              <a:off x="1553349" y="3018391"/>
              <a:ext cx="24422" cy="30435"/>
            </a:xfrm>
            <a:custGeom>
              <a:rect b="b" l="l" r="r" t="t"/>
              <a:pathLst>
                <a:path extrusionOk="0" h="1159" w="93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4" name="Google Shape;19824;p95"/>
            <p:cNvSpPr/>
            <p:nvPr/>
          </p:nvSpPr>
          <p:spPr>
            <a:xfrm>
              <a:off x="1547335" y="2988245"/>
              <a:ext cx="36449" cy="42226"/>
            </a:xfrm>
            <a:custGeom>
              <a:rect b="b" l="l" r="r" t="t"/>
              <a:pathLst>
                <a:path extrusionOk="0" h="1608" w="1388">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5" name="Google Shape;19825;p95"/>
            <p:cNvSpPr/>
            <p:nvPr/>
          </p:nvSpPr>
          <p:spPr>
            <a:xfrm>
              <a:off x="1547335" y="2988245"/>
              <a:ext cx="24133" cy="42331"/>
            </a:xfrm>
            <a:custGeom>
              <a:rect b="b" l="l" r="r" t="t"/>
              <a:pathLst>
                <a:path extrusionOk="0" h="1612" w="919">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6" name="Google Shape;19826;p95"/>
            <p:cNvSpPr/>
            <p:nvPr/>
          </p:nvSpPr>
          <p:spPr>
            <a:xfrm>
              <a:off x="1547335" y="2988245"/>
              <a:ext cx="36449" cy="17857"/>
            </a:xfrm>
            <a:custGeom>
              <a:rect b="b" l="l" r="r" t="t"/>
              <a:pathLst>
                <a:path extrusionOk="0" h="680" w="1388">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7" name="Google Shape;19827;p95"/>
            <p:cNvSpPr/>
            <p:nvPr/>
          </p:nvSpPr>
          <p:spPr>
            <a:xfrm>
              <a:off x="1547335" y="2988245"/>
              <a:ext cx="24133" cy="15099"/>
            </a:xfrm>
            <a:custGeom>
              <a:rect b="b" l="l" r="r" t="t"/>
              <a:pathLst>
                <a:path extrusionOk="0" h="575" w="919">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8" name="Google Shape;19828;p95"/>
            <p:cNvSpPr/>
            <p:nvPr/>
          </p:nvSpPr>
          <p:spPr>
            <a:xfrm>
              <a:off x="1535256" y="3133252"/>
              <a:ext cx="60345" cy="24133"/>
            </a:xfrm>
            <a:custGeom>
              <a:rect b="b" l="l" r="r" t="t"/>
              <a:pathLst>
                <a:path extrusionOk="0" h="919" w="2298">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9" name="Google Shape;19829;p95"/>
            <p:cNvSpPr/>
            <p:nvPr/>
          </p:nvSpPr>
          <p:spPr>
            <a:xfrm>
              <a:off x="1553349" y="3115159"/>
              <a:ext cx="24422" cy="30173"/>
            </a:xfrm>
            <a:custGeom>
              <a:rect b="b" l="l" r="r" t="t"/>
              <a:pathLst>
                <a:path extrusionOk="0" h="1149" w="93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0" name="Google Shape;19830;p95"/>
            <p:cNvSpPr/>
            <p:nvPr/>
          </p:nvSpPr>
          <p:spPr>
            <a:xfrm>
              <a:off x="1547335" y="3084986"/>
              <a:ext cx="36449" cy="42252"/>
            </a:xfrm>
            <a:custGeom>
              <a:rect b="b" l="l" r="r" t="t"/>
              <a:pathLst>
                <a:path extrusionOk="0" h="1609" w="1388">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1" name="Google Shape;19831;p95"/>
            <p:cNvSpPr/>
            <p:nvPr/>
          </p:nvSpPr>
          <p:spPr>
            <a:xfrm>
              <a:off x="1547335" y="3084986"/>
              <a:ext cx="24133" cy="42331"/>
            </a:xfrm>
            <a:custGeom>
              <a:rect b="b" l="l" r="r" t="t"/>
              <a:pathLst>
                <a:path extrusionOk="0" h="1612" w="919">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2" name="Google Shape;19832;p95"/>
            <p:cNvSpPr/>
            <p:nvPr/>
          </p:nvSpPr>
          <p:spPr>
            <a:xfrm>
              <a:off x="1547335" y="3084986"/>
              <a:ext cx="36449" cy="17883"/>
            </a:xfrm>
            <a:custGeom>
              <a:rect b="b" l="l" r="r" t="t"/>
              <a:pathLst>
                <a:path extrusionOk="0" h="681" w="1388">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3" name="Google Shape;19833;p95"/>
            <p:cNvSpPr/>
            <p:nvPr/>
          </p:nvSpPr>
          <p:spPr>
            <a:xfrm>
              <a:off x="1547335" y="3084986"/>
              <a:ext cx="24133" cy="15099"/>
            </a:xfrm>
            <a:custGeom>
              <a:rect b="b" l="l" r="r" t="t"/>
              <a:pathLst>
                <a:path extrusionOk="0" h="575" w="919">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4" name="Google Shape;19834;p95"/>
            <p:cNvSpPr/>
            <p:nvPr/>
          </p:nvSpPr>
          <p:spPr>
            <a:xfrm>
              <a:off x="1384234" y="3042524"/>
              <a:ext cx="72399" cy="90755"/>
            </a:xfrm>
            <a:custGeom>
              <a:rect b="b" l="l" r="r" t="t"/>
              <a:pathLst>
                <a:path extrusionOk="0" h="3456" w="2757">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5" name="Google Shape;19835;p95"/>
            <p:cNvSpPr/>
            <p:nvPr/>
          </p:nvSpPr>
          <p:spPr>
            <a:xfrm>
              <a:off x="1407081" y="3042524"/>
              <a:ext cx="26680" cy="18251"/>
            </a:xfrm>
            <a:custGeom>
              <a:rect b="b" l="l" r="r" t="t"/>
              <a:pathLst>
                <a:path extrusionOk="0" h="695" w="1016">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6" name="Google Shape;19836;p95"/>
            <p:cNvSpPr/>
            <p:nvPr/>
          </p:nvSpPr>
          <p:spPr>
            <a:xfrm>
              <a:off x="1384234" y="3061615"/>
              <a:ext cx="72399" cy="71664"/>
            </a:xfrm>
            <a:custGeom>
              <a:rect b="b" l="l" r="r" t="t"/>
              <a:pathLst>
                <a:path extrusionOk="0" h="2729" w="2757">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7" name="Google Shape;19837;p95"/>
            <p:cNvSpPr/>
            <p:nvPr/>
          </p:nvSpPr>
          <p:spPr>
            <a:xfrm>
              <a:off x="1396288" y="2994258"/>
              <a:ext cx="48266" cy="54568"/>
            </a:xfrm>
            <a:custGeom>
              <a:rect b="b" l="l" r="r" t="t"/>
              <a:pathLst>
                <a:path extrusionOk="0" h="2078" w="1838">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8" name="Google Shape;19838;p95"/>
            <p:cNvSpPr/>
            <p:nvPr/>
          </p:nvSpPr>
          <p:spPr>
            <a:xfrm>
              <a:off x="1396025" y="2994258"/>
              <a:ext cx="33455" cy="54384"/>
            </a:xfrm>
            <a:custGeom>
              <a:rect b="b" l="l" r="r" t="t"/>
              <a:pathLst>
                <a:path extrusionOk="0" h="2071" w="1274">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9" name="Google Shape;19839;p95"/>
            <p:cNvSpPr/>
            <p:nvPr/>
          </p:nvSpPr>
          <p:spPr>
            <a:xfrm>
              <a:off x="1396288" y="2994258"/>
              <a:ext cx="48528" cy="24159"/>
            </a:xfrm>
            <a:custGeom>
              <a:rect b="b" l="l" r="r" t="t"/>
              <a:pathLst>
                <a:path extrusionOk="0" h="920" w="1848">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0" name="Google Shape;19840;p95"/>
            <p:cNvSpPr/>
            <p:nvPr/>
          </p:nvSpPr>
          <p:spPr>
            <a:xfrm>
              <a:off x="1396025" y="2994258"/>
              <a:ext cx="33455" cy="21901"/>
            </a:xfrm>
            <a:custGeom>
              <a:rect b="b" l="l" r="r" t="t"/>
              <a:pathLst>
                <a:path extrusionOk="0" h="834" w="1274">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1" name="Google Shape;19841;p95"/>
            <p:cNvSpPr/>
            <p:nvPr/>
          </p:nvSpPr>
          <p:spPr>
            <a:xfrm>
              <a:off x="1384234" y="3072434"/>
              <a:ext cx="30173" cy="60844"/>
            </a:xfrm>
            <a:custGeom>
              <a:rect b="b" l="l" r="r" t="t"/>
              <a:pathLst>
                <a:path extrusionOk="0" h="2317" w="1149">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2" name="Google Shape;19842;p95"/>
            <p:cNvSpPr/>
            <p:nvPr/>
          </p:nvSpPr>
          <p:spPr>
            <a:xfrm>
              <a:off x="1426434" y="3072434"/>
              <a:ext cx="30199" cy="60844"/>
            </a:xfrm>
            <a:custGeom>
              <a:rect b="b" l="l" r="r" t="t"/>
              <a:pathLst>
                <a:path extrusionOk="0" h="2317" w="115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3" name="Google Shape;19843;p95"/>
            <p:cNvSpPr/>
            <p:nvPr/>
          </p:nvSpPr>
          <p:spPr>
            <a:xfrm>
              <a:off x="1408341" y="3121173"/>
              <a:ext cx="24159" cy="12106"/>
            </a:xfrm>
            <a:custGeom>
              <a:rect b="b" l="l" r="r" t="t"/>
              <a:pathLst>
                <a:path extrusionOk="0" h="461" w="920">
                  <a:moveTo>
                    <a:pt x="1" y="1"/>
                  </a:moveTo>
                  <a:lnTo>
                    <a:pt x="1" y="460"/>
                  </a:lnTo>
                  <a:lnTo>
                    <a:pt x="920" y="460"/>
                  </a:lnTo>
                  <a:lnTo>
                    <a:pt x="920" y="1"/>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44" name="Google Shape;19844;p95"/>
          <p:cNvGrpSpPr/>
          <p:nvPr/>
        </p:nvGrpSpPr>
        <p:grpSpPr>
          <a:xfrm>
            <a:off x="2185963" y="4132365"/>
            <a:ext cx="374756" cy="329300"/>
            <a:chOff x="2200238" y="4289165"/>
            <a:chExt cx="374756" cy="329300"/>
          </a:xfrm>
        </p:grpSpPr>
        <p:sp>
          <p:nvSpPr>
            <p:cNvPr id="19845" name="Google Shape;19845;p95"/>
            <p:cNvSpPr/>
            <p:nvPr/>
          </p:nvSpPr>
          <p:spPr>
            <a:xfrm>
              <a:off x="2437733" y="4289165"/>
              <a:ext cx="54568" cy="65991"/>
            </a:xfrm>
            <a:custGeom>
              <a:rect b="b" l="l" r="r" t="t"/>
              <a:pathLst>
                <a:path extrusionOk="0" h="2513" w="2078">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6" name="Google Shape;19846;p95"/>
            <p:cNvSpPr/>
            <p:nvPr/>
          </p:nvSpPr>
          <p:spPr>
            <a:xfrm>
              <a:off x="2448552" y="4306575"/>
              <a:ext cx="40493" cy="48844"/>
            </a:xfrm>
            <a:custGeom>
              <a:rect b="b" l="l" r="r" t="t"/>
              <a:pathLst>
                <a:path extrusionOk="0" h="1860" w="1542">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7" name="Google Shape;19847;p95"/>
            <p:cNvSpPr/>
            <p:nvPr/>
          </p:nvSpPr>
          <p:spPr>
            <a:xfrm>
              <a:off x="2282930" y="4552658"/>
              <a:ext cx="54805" cy="65808"/>
            </a:xfrm>
            <a:custGeom>
              <a:rect b="b" l="l" r="r" t="t"/>
              <a:pathLst>
                <a:path extrusionOk="0" h="2506" w="2087">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8" name="Google Shape;19848;p95"/>
            <p:cNvSpPr/>
            <p:nvPr/>
          </p:nvSpPr>
          <p:spPr>
            <a:xfrm>
              <a:off x="2300026" y="4558960"/>
              <a:ext cx="37709" cy="54542"/>
            </a:xfrm>
            <a:custGeom>
              <a:rect b="b" l="l" r="r" t="t"/>
              <a:pathLst>
                <a:path extrusionOk="0" h="2077" w="1436">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9" name="Google Shape;19849;p95"/>
            <p:cNvSpPr/>
            <p:nvPr/>
          </p:nvSpPr>
          <p:spPr>
            <a:xfrm>
              <a:off x="2282930" y="4289349"/>
              <a:ext cx="54805" cy="66070"/>
            </a:xfrm>
            <a:custGeom>
              <a:rect b="b" l="l" r="r" t="t"/>
              <a:pathLst>
                <a:path extrusionOk="0" h="2516" w="2087">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0" name="Google Shape;19850;p95"/>
            <p:cNvSpPr/>
            <p:nvPr/>
          </p:nvSpPr>
          <p:spPr>
            <a:xfrm>
              <a:off x="2300026" y="4294312"/>
              <a:ext cx="37709" cy="54805"/>
            </a:xfrm>
            <a:custGeom>
              <a:rect b="b" l="l" r="r" t="t"/>
              <a:pathLst>
                <a:path extrusionOk="0" h="2087" w="1436">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1" name="Google Shape;19851;p95"/>
            <p:cNvSpPr/>
            <p:nvPr/>
          </p:nvSpPr>
          <p:spPr>
            <a:xfrm>
              <a:off x="2437497" y="4552658"/>
              <a:ext cx="54542" cy="65808"/>
            </a:xfrm>
            <a:custGeom>
              <a:rect b="b" l="l" r="r" t="t"/>
              <a:pathLst>
                <a:path extrusionOk="0" h="2506" w="2077">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2" name="Google Shape;19852;p95"/>
            <p:cNvSpPr/>
            <p:nvPr/>
          </p:nvSpPr>
          <p:spPr>
            <a:xfrm>
              <a:off x="2448552" y="4552658"/>
              <a:ext cx="40493" cy="48791"/>
            </a:xfrm>
            <a:custGeom>
              <a:rect b="b" l="l" r="r" t="t"/>
              <a:pathLst>
                <a:path extrusionOk="0" h="1858" w="1542">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3" name="Google Shape;19853;p95"/>
            <p:cNvSpPr/>
            <p:nvPr/>
          </p:nvSpPr>
          <p:spPr>
            <a:xfrm>
              <a:off x="2200238" y="4437482"/>
              <a:ext cx="66385" cy="33088"/>
            </a:xfrm>
            <a:custGeom>
              <a:rect b="b" l="l" r="r" t="t"/>
              <a:pathLst>
                <a:path extrusionOk="0" h="1260" w="2528">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4" name="Google Shape;19854;p95"/>
            <p:cNvSpPr/>
            <p:nvPr/>
          </p:nvSpPr>
          <p:spPr>
            <a:xfrm>
              <a:off x="2212317" y="4437455"/>
              <a:ext cx="54306" cy="19537"/>
            </a:xfrm>
            <a:custGeom>
              <a:rect b="b" l="l" r="r" t="t"/>
              <a:pathLst>
                <a:path extrusionOk="0" h="744" w="2068">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5" name="Google Shape;19855;p95"/>
            <p:cNvSpPr/>
            <p:nvPr/>
          </p:nvSpPr>
          <p:spPr>
            <a:xfrm>
              <a:off x="2508346" y="4437482"/>
              <a:ext cx="66648" cy="33088"/>
            </a:xfrm>
            <a:custGeom>
              <a:rect b="b" l="l" r="r" t="t"/>
              <a:pathLst>
                <a:path extrusionOk="0" h="1260" w="2538">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6" name="Google Shape;19856;p95"/>
            <p:cNvSpPr/>
            <p:nvPr/>
          </p:nvSpPr>
          <p:spPr>
            <a:xfrm>
              <a:off x="2508346" y="4437455"/>
              <a:ext cx="54568" cy="19537"/>
            </a:xfrm>
            <a:custGeom>
              <a:rect b="b" l="l" r="r" t="t"/>
              <a:pathLst>
                <a:path extrusionOk="0" h="744" w="2078">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7" name="Google Shape;19857;p95"/>
            <p:cNvSpPr/>
            <p:nvPr/>
          </p:nvSpPr>
          <p:spPr>
            <a:xfrm>
              <a:off x="2250762" y="4326979"/>
              <a:ext cx="263913" cy="253960"/>
            </a:xfrm>
            <a:custGeom>
              <a:rect b="b" l="l" r="r" t="t"/>
              <a:pathLst>
                <a:path extrusionOk="0" h="9671" w="1005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8" name="Google Shape;19858;p95"/>
            <p:cNvSpPr/>
            <p:nvPr/>
          </p:nvSpPr>
          <p:spPr>
            <a:xfrm>
              <a:off x="2270116" y="4345073"/>
              <a:ext cx="226204" cy="217669"/>
            </a:xfrm>
            <a:custGeom>
              <a:rect b="b" l="l" r="r" t="t"/>
              <a:pathLst>
                <a:path extrusionOk="0" h="8289" w="8614">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9" name="Google Shape;19859;p95"/>
            <p:cNvSpPr/>
            <p:nvPr/>
          </p:nvSpPr>
          <p:spPr>
            <a:xfrm>
              <a:off x="2390990" y="4408412"/>
              <a:ext cx="28177" cy="30934"/>
            </a:xfrm>
            <a:custGeom>
              <a:rect b="b" l="l" r="r" t="t"/>
              <a:pathLst>
                <a:path extrusionOk="0" h="1178" w="1073">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0" name="Google Shape;19860;p95"/>
            <p:cNvSpPr/>
            <p:nvPr/>
          </p:nvSpPr>
          <p:spPr>
            <a:xfrm>
              <a:off x="2390990" y="4468731"/>
              <a:ext cx="28177" cy="30934"/>
            </a:xfrm>
            <a:custGeom>
              <a:rect b="b" l="l" r="r" t="t"/>
              <a:pathLst>
                <a:path extrusionOk="0" h="1178" w="1073">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1" name="Google Shape;19861;p95"/>
            <p:cNvSpPr/>
            <p:nvPr/>
          </p:nvSpPr>
          <p:spPr>
            <a:xfrm>
              <a:off x="2410081" y="4444861"/>
              <a:ext cx="26181" cy="18119"/>
            </a:xfrm>
            <a:custGeom>
              <a:rect b="b" l="l" r="r" t="t"/>
              <a:pathLst>
                <a:path extrusionOk="0" h="690" w="997">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2" name="Google Shape;19862;p95"/>
            <p:cNvSpPr/>
            <p:nvPr/>
          </p:nvSpPr>
          <p:spPr>
            <a:xfrm>
              <a:off x="2338969" y="4444861"/>
              <a:ext cx="26155" cy="18119"/>
            </a:xfrm>
            <a:custGeom>
              <a:rect b="b" l="l" r="r" t="t"/>
              <a:pathLst>
                <a:path extrusionOk="0" h="690" w="996">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3" name="Google Shape;19863;p95"/>
            <p:cNvSpPr/>
            <p:nvPr/>
          </p:nvSpPr>
          <p:spPr>
            <a:xfrm>
              <a:off x="2356065" y="4408412"/>
              <a:ext cx="28177" cy="30934"/>
            </a:xfrm>
            <a:custGeom>
              <a:rect b="b" l="l" r="r" t="t"/>
              <a:pathLst>
                <a:path extrusionOk="0" h="1178" w="1073">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4" name="Google Shape;19864;p95"/>
            <p:cNvSpPr/>
            <p:nvPr/>
          </p:nvSpPr>
          <p:spPr>
            <a:xfrm>
              <a:off x="2356065" y="4468731"/>
              <a:ext cx="28177" cy="30934"/>
            </a:xfrm>
            <a:custGeom>
              <a:rect b="b" l="l" r="r" t="t"/>
              <a:pathLst>
                <a:path extrusionOk="0" h="1178" w="1073">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5" name="Google Shape;19865;p95"/>
            <p:cNvSpPr/>
            <p:nvPr/>
          </p:nvSpPr>
          <p:spPr>
            <a:xfrm>
              <a:off x="2338969" y="4417708"/>
              <a:ext cx="84977" cy="72583"/>
            </a:xfrm>
            <a:custGeom>
              <a:rect b="b" l="l" r="r" t="t"/>
              <a:pathLst>
                <a:path extrusionOk="0" h="2764" w="3236">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6" name="Google Shape;19866;p95"/>
            <p:cNvSpPr/>
            <p:nvPr/>
          </p:nvSpPr>
          <p:spPr>
            <a:xfrm>
              <a:off x="2355303" y="4429787"/>
              <a:ext cx="56564" cy="48423"/>
            </a:xfrm>
            <a:custGeom>
              <a:rect b="b" l="l" r="r" t="t"/>
              <a:pathLst>
                <a:path extrusionOk="0" h="1844" w="2154">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67" name="Google Shape;19867;p95"/>
          <p:cNvGrpSpPr/>
          <p:nvPr/>
        </p:nvGrpSpPr>
        <p:grpSpPr>
          <a:xfrm>
            <a:off x="3116092" y="4167685"/>
            <a:ext cx="297342" cy="258871"/>
            <a:chOff x="3130367" y="4324485"/>
            <a:chExt cx="297342" cy="258871"/>
          </a:xfrm>
        </p:grpSpPr>
        <p:sp>
          <p:nvSpPr>
            <p:cNvPr id="19868" name="Google Shape;19868;p95"/>
            <p:cNvSpPr/>
            <p:nvPr/>
          </p:nvSpPr>
          <p:spPr>
            <a:xfrm>
              <a:off x="3130367" y="4391579"/>
              <a:ext cx="297342" cy="191777"/>
            </a:xfrm>
            <a:custGeom>
              <a:rect b="b" l="l" r="r" t="t"/>
              <a:pathLst>
                <a:path extrusionOk="0" h="7303" w="11323">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9" name="Google Shape;19869;p95"/>
            <p:cNvSpPr/>
            <p:nvPr/>
          </p:nvSpPr>
          <p:spPr>
            <a:xfrm>
              <a:off x="3130367" y="4391579"/>
              <a:ext cx="297342" cy="14601"/>
            </a:xfrm>
            <a:custGeom>
              <a:rect b="b" l="l" r="r" t="t"/>
              <a:pathLst>
                <a:path extrusionOk="0" h="556" w="11323">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0" name="Google Shape;19870;p95"/>
            <p:cNvSpPr/>
            <p:nvPr/>
          </p:nvSpPr>
          <p:spPr>
            <a:xfrm>
              <a:off x="3159279" y="4430024"/>
              <a:ext cx="95770" cy="124682"/>
            </a:xfrm>
            <a:custGeom>
              <a:rect b="b" l="l" r="r" t="t"/>
              <a:pathLst>
                <a:path extrusionOk="0" h="4748" w="3647">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1" name="Google Shape;19871;p95"/>
            <p:cNvSpPr/>
            <p:nvPr/>
          </p:nvSpPr>
          <p:spPr>
            <a:xfrm>
              <a:off x="3279156" y="4430024"/>
              <a:ext cx="119903" cy="23897"/>
            </a:xfrm>
            <a:custGeom>
              <a:rect b="b" l="l" r="r" t="t"/>
              <a:pathLst>
                <a:path extrusionOk="0" h="910" w="4566">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2" name="Google Shape;19872;p95"/>
            <p:cNvSpPr/>
            <p:nvPr/>
          </p:nvSpPr>
          <p:spPr>
            <a:xfrm>
              <a:off x="3279156" y="4468232"/>
              <a:ext cx="90991" cy="19380"/>
            </a:xfrm>
            <a:custGeom>
              <a:rect b="b" l="l" r="r" t="t"/>
              <a:pathLst>
                <a:path extrusionOk="0" h="738" w="3465">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3" name="Google Shape;19873;p95"/>
            <p:cNvSpPr/>
            <p:nvPr/>
          </p:nvSpPr>
          <p:spPr>
            <a:xfrm>
              <a:off x="3277896" y="4501897"/>
              <a:ext cx="60687" cy="9585"/>
            </a:xfrm>
            <a:custGeom>
              <a:rect b="b" l="l" r="r" t="t"/>
              <a:pathLst>
                <a:path extrusionOk="0" h="365" w="2311">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4" name="Google Shape;19874;p95"/>
            <p:cNvSpPr/>
            <p:nvPr/>
          </p:nvSpPr>
          <p:spPr>
            <a:xfrm>
              <a:off x="3344150" y="4501897"/>
              <a:ext cx="32878" cy="9585"/>
            </a:xfrm>
            <a:custGeom>
              <a:rect b="b" l="l" r="r" t="t"/>
              <a:pathLst>
                <a:path extrusionOk="0" h="365" w="1252">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5" name="Google Shape;19875;p95"/>
            <p:cNvSpPr/>
            <p:nvPr/>
          </p:nvSpPr>
          <p:spPr>
            <a:xfrm>
              <a:off x="3277896" y="4530810"/>
              <a:ext cx="21376" cy="9559"/>
            </a:xfrm>
            <a:custGeom>
              <a:rect b="b" l="l" r="r" t="t"/>
              <a:pathLst>
                <a:path extrusionOk="0" h="364" w="814">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6" name="Google Shape;19876;p95"/>
            <p:cNvSpPr/>
            <p:nvPr/>
          </p:nvSpPr>
          <p:spPr>
            <a:xfrm>
              <a:off x="3306782" y="4530757"/>
              <a:ext cx="50892" cy="9637"/>
            </a:xfrm>
            <a:custGeom>
              <a:rect b="b" l="l" r="r" t="t"/>
              <a:pathLst>
                <a:path extrusionOk="0" h="367" w="1938">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7" name="Google Shape;19877;p95"/>
            <p:cNvSpPr/>
            <p:nvPr/>
          </p:nvSpPr>
          <p:spPr>
            <a:xfrm>
              <a:off x="3277055" y="4549874"/>
              <a:ext cx="23083" cy="9611"/>
            </a:xfrm>
            <a:custGeom>
              <a:rect b="b" l="l" r="r" t="t"/>
              <a:pathLst>
                <a:path extrusionOk="0" h="366" w="879">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8" name="Google Shape;19878;p95"/>
            <p:cNvSpPr/>
            <p:nvPr/>
          </p:nvSpPr>
          <p:spPr>
            <a:xfrm>
              <a:off x="3305705" y="4549874"/>
              <a:ext cx="51969" cy="9611"/>
            </a:xfrm>
            <a:custGeom>
              <a:rect b="b" l="l" r="r" t="t"/>
              <a:pathLst>
                <a:path extrusionOk="0" h="366" w="1979">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9" name="Google Shape;19879;p95"/>
            <p:cNvSpPr/>
            <p:nvPr/>
          </p:nvSpPr>
          <p:spPr>
            <a:xfrm>
              <a:off x="3255259" y="4324485"/>
              <a:ext cx="47531" cy="86474"/>
            </a:xfrm>
            <a:custGeom>
              <a:rect b="b" l="l" r="r" t="t"/>
              <a:pathLst>
                <a:path extrusionOk="0" h="3293" w="181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0" name="Google Shape;19880;p95"/>
            <p:cNvSpPr/>
            <p:nvPr/>
          </p:nvSpPr>
          <p:spPr>
            <a:xfrm>
              <a:off x="3178370" y="4492365"/>
              <a:ext cx="57562" cy="62341"/>
            </a:xfrm>
            <a:custGeom>
              <a:rect b="b" l="l" r="r" t="t"/>
              <a:pathLst>
                <a:path extrusionOk="0" h="2374" w="2192">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1" name="Google Shape;19881;p95"/>
            <p:cNvSpPr/>
            <p:nvPr/>
          </p:nvSpPr>
          <p:spPr>
            <a:xfrm>
              <a:off x="3196726" y="4492365"/>
              <a:ext cx="20877" cy="14390"/>
            </a:xfrm>
            <a:custGeom>
              <a:rect b="b" l="l" r="r" t="t"/>
              <a:pathLst>
                <a:path extrusionOk="0" h="548" w="795">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2" name="Google Shape;19882;p95"/>
            <p:cNvSpPr/>
            <p:nvPr/>
          </p:nvSpPr>
          <p:spPr>
            <a:xfrm>
              <a:off x="3178370" y="4507438"/>
              <a:ext cx="57562" cy="47268"/>
            </a:xfrm>
            <a:custGeom>
              <a:rect b="b" l="l" r="r" t="t"/>
              <a:pathLst>
                <a:path extrusionOk="0" h="1800" w="2192">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3" name="Google Shape;19883;p95"/>
            <p:cNvSpPr/>
            <p:nvPr/>
          </p:nvSpPr>
          <p:spPr>
            <a:xfrm>
              <a:off x="3178370" y="4515973"/>
              <a:ext cx="14338" cy="38733"/>
            </a:xfrm>
            <a:custGeom>
              <a:rect b="b" l="l" r="r" t="t"/>
              <a:pathLst>
                <a:path extrusionOk="0" h="1475" w="546">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4" name="Google Shape;19884;p95"/>
            <p:cNvSpPr/>
            <p:nvPr/>
          </p:nvSpPr>
          <p:spPr>
            <a:xfrm>
              <a:off x="3221594" y="4515973"/>
              <a:ext cx="14338" cy="38733"/>
            </a:xfrm>
            <a:custGeom>
              <a:rect b="b" l="l" r="r" t="t"/>
              <a:pathLst>
                <a:path extrusionOk="0" h="1475" w="546">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5" name="Google Shape;19885;p95"/>
            <p:cNvSpPr/>
            <p:nvPr/>
          </p:nvSpPr>
          <p:spPr>
            <a:xfrm>
              <a:off x="3187929" y="4453894"/>
              <a:ext cx="38471" cy="43250"/>
            </a:xfrm>
            <a:custGeom>
              <a:rect b="b" l="l" r="r" t="t"/>
              <a:pathLst>
                <a:path extrusionOk="0" h="1647" w="1465">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6" name="Google Shape;19886;p95"/>
            <p:cNvSpPr/>
            <p:nvPr/>
          </p:nvSpPr>
          <p:spPr>
            <a:xfrm>
              <a:off x="3187929" y="4454157"/>
              <a:ext cx="26391" cy="43119"/>
            </a:xfrm>
            <a:custGeom>
              <a:rect b="b" l="l" r="r" t="t"/>
              <a:pathLst>
                <a:path extrusionOk="0" h="1642" w="1005">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7" name="Google Shape;19887;p95"/>
            <p:cNvSpPr/>
            <p:nvPr/>
          </p:nvSpPr>
          <p:spPr>
            <a:xfrm>
              <a:off x="3187929" y="4453894"/>
              <a:ext cx="38471" cy="19406"/>
            </a:xfrm>
            <a:custGeom>
              <a:rect b="b" l="l" r="r" t="t"/>
              <a:pathLst>
                <a:path extrusionOk="0" h="739" w="1465">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8" name="Google Shape;19888;p95"/>
            <p:cNvSpPr/>
            <p:nvPr/>
          </p:nvSpPr>
          <p:spPr>
            <a:xfrm>
              <a:off x="3187929" y="4453894"/>
              <a:ext cx="26391" cy="17620"/>
            </a:xfrm>
            <a:custGeom>
              <a:rect b="b" l="l" r="r" t="t"/>
              <a:pathLst>
                <a:path extrusionOk="0" h="671" w="1005">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9" name="Google Shape;19889;p95"/>
            <p:cNvSpPr/>
            <p:nvPr/>
          </p:nvSpPr>
          <p:spPr>
            <a:xfrm>
              <a:off x="3269335" y="4387036"/>
              <a:ext cx="19380" cy="9349"/>
            </a:xfrm>
            <a:custGeom>
              <a:rect b="b" l="l" r="r" t="t"/>
              <a:pathLst>
                <a:path extrusionOk="0" h="356" w="738">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0" name="Google Shape;19890;p95"/>
            <p:cNvSpPr/>
            <p:nvPr/>
          </p:nvSpPr>
          <p:spPr>
            <a:xfrm>
              <a:off x="3255522" y="4324485"/>
              <a:ext cx="47032" cy="9559"/>
            </a:xfrm>
            <a:custGeom>
              <a:rect b="b" l="l" r="r" t="t"/>
              <a:pathLst>
                <a:path extrusionOk="0" h="364" w="1791">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91" name="Google Shape;19891;p95"/>
          <p:cNvGrpSpPr/>
          <p:nvPr/>
        </p:nvGrpSpPr>
        <p:grpSpPr>
          <a:xfrm>
            <a:off x="3046477" y="2746809"/>
            <a:ext cx="390565" cy="359578"/>
            <a:chOff x="3060752" y="2903609"/>
            <a:chExt cx="390565" cy="359578"/>
          </a:xfrm>
        </p:grpSpPr>
        <p:sp>
          <p:nvSpPr>
            <p:cNvPr id="19892" name="Google Shape;19892;p95"/>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3" name="Google Shape;19893;p95"/>
            <p:cNvSpPr/>
            <p:nvPr/>
          </p:nvSpPr>
          <p:spPr>
            <a:xfrm>
              <a:off x="3097936" y="3011852"/>
              <a:ext cx="102572" cy="104068"/>
            </a:xfrm>
            <a:custGeom>
              <a:rect b="b" l="l" r="r" t="t"/>
              <a:pathLst>
                <a:path extrusionOk="0" h="3963" w="3906">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4" name="Google Shape;19894;p95"/>
            <p:cNvSpPr/>
            <p:nvPr/>
          </p:nvSpPr>
          <p:spPr>
            <a:xfrm>
              <a:off x="3097936" y="3011852"/>
              <a:ext cx="27678" cy="104068"/>
            </a:xfrm>
            <a:custGeom>
              <a:rect b="b" l="l" r="r" t="t"/>
              <a:pathLst>
                <a:path extrusionOk="0" h="3963" w="1054">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5" name="Google Shape;19895;p95"/>
            <p:cNvSpPr/>
            <p:nvPr/>
          </p:nvSpPr>
          <p:spPr>
            <a:xfrm>
              <a:off x="3092421" y="3102318"/>
              <a:ext cx="113863" cy="38235"/>
            </a:xfrm>
            <a:custGeom>
              <a:rect b="b" l="l" r="r" t="t"/>
              <a:pathLst>
                <a:path extrusionOk="0" h="1456" w="4336">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6" name="Google Shape;19896;p95"/>
            <p:cNvSpPr/>
            <p:nvPr/>
          </p:nvSpPr>
          <p:spPr>
            <a:xfrm>
              <a:off x="3060752" y="3184170"/>
              <a:ext cx="147791" cy="26759"/>
            </a:xfrm>
            <a:custGeom>
              <a:rect b="b" l="l" r="r" t="t"/>
              <a:pathLst>
                <a:path extrusionOk="0" h="1019" w="5628">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7" name="Google Shape;19897;p95"/>
            <p:cNvSpPr/>
            <p:nvPr/>
          </p:nvSpPr>
          <p:spPr>
            <a:xfrm>
              <a:off x="3070048" y="3126950"/>
              <a:ext cx="152072" cy="58586"/>
            </a:xfrm>
            <a:custGeom>
              <a:rect b="b" l="l" r="r" t="t"/>
              <a:pathLst>
                <a:path extrusionOk="0" h="2231" w="5791">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8" name="Google Shape;19898;p95"/>
            <p:cNvSpPr/>
            <p:nvPr/>
          </p:nvSpPr>
          <p:spPr>
            <a:xfrm>
              <a:off x="3093183" y="2903609"/>
              <a:ext cx="112104" cy="120586"/>
            </a:xfrm>
            <a:custGeom>
              <a:rect b="b" l="l" r="r" t="t"/>
              <a:pathLst>
                <a:path extrusionOk="0" h="4592" w="4269">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9" name="Google Shape;19899;p95"/>
            <p:cNvSpPr/>
            <p:nvPr/>
          </p:nvSpPr>
          <p:spPr>
            <a:xfrm>
              <a:off x="3093183" y="2924407"/>
              <a:ext cx="49763" cy="99788"/>
            </a:xfrm>
            <a:custGeom>
              <a:rect b="b" l="l" r="r" t="t"/>
              <a:pathLst>
                <a:path extrusionOk="0" h="3800" w="1895">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0" name="Google Shape;19900;p95"/>
            <p:cNvSpPr/>
            <p:nvPr/>
          </p:nvSpPr>
          <p:spPr>
            <a:xfrm>
              <a:off x="3097201" y="2987719"/>
              <a:ext cx="71401" cy="16255"/>
            </a:xfrm>
            <a:custGeom>
              <a:rect b="b" l="l" r="r" t="t"/>
              <a:pathLst>
                <a:path extrusionOk="0" h="619" w="2719">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1" name="Google Shape;19901;p95"/>
            <p:cNvSpPr/>
            <p:nvPr/>
          </p:nvSpPr>
          <p:spPr>
            <a:xfrm>
              <a:off x="3311823" y="3011852"/>
              <a:ext cx="102309" cy="104068"/>
            </a:xfrm>
            <a:custGeom>
              <a:rect b="b" l="l" r="r" t="t"/>
              <a:pathLst>
                <a:path extrusionOk="0" h="3963" w="3896">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2" name="Google Shape;19902;p95"/>
            <p:cNvSpPr/>
            <p:nvPr/>
          </p:nvSpPr>
          <p:spPr>
            <a:xfrm>
              <a:off x="3311823" y="3011852"/>
              <a:ext cx="27415" cy="104068"/>
            </a:xfrm>
            <a:custGeom>
              <a:rect b="b" l="l" r="r" t="t"/>
              <a:pathLst>
                <a:path extrusionOk="0" h="3963" w="1044">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3" name="Google Shape;19903;p95"/>
            <p:cNvSpPr/>
            <p:nvPr/>
          </p:nvSpPr>
          <p:spPr>
            <a:xfrm>
              <a:off x="3306046" y="3102318"/>
              <a:ext cx="113863" cy="38235"/>
            </a:xfrm>
            <a:custGeom>
              <a:rect b="b" l="l" r="r" t="t"/>
              <a:pathLst>
                <a:path extrusionOk="0" h="1456" w="4336">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4" name="Google Shape;19904;p95"/>
            <p:cNvSpPr/>
            <p:nvPr/>
          </p:nvSpPr>
          <p:spPr>
            <a:xfrm>
              <a:off x="3303263" y="3184512"/>
              <a:ext cx="148054" cy="26418"/>
            </a:xfrm>
            <a:custGeom>
              <a:rect b="b" l="l" r="r" t="t"/>
              <a:pathLst>
                <a:path extrusionOk="0" h="1006" w="5638">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5" name="Google Shape;19905;p95"/>
            <p:cNvSpPr/>
            <p:nvPr/>
          </p:nvSpPr>
          <p:spPr>
            <a:xfrm>
              <a:off x="3289949" y="3126950"/>
              <a:ext cx="152072" cy="58586"/>
            </a:xfrm>
            <a:custGeom>
              <a:rect b="b" l="l" r="r" t="t"/>
              <a:pathLst>
                <a:path extrusionOk="0" h="2231" w="5791">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6" name="Google Shape;19906;p95"/>
            <p:cNvSpPr/>
            <p:nvPr/>
          </p:nvSpPr>
          <p:spPr>
            <a:xfrm>
              <a:off x="3289949" y="3126950"/>
              <a:ext cx="19642" cy="58586"/>
            </a:xfrm>
            <a:custGeom>
              <a:rect b="b" l="l" r="r" t="t"/>
              <a:pathLst>
                <a:path extrusionOk="0" h="2231" w="748">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7" name="Google Shape;19907;p95"/>
            <p:cNvSpPr/>
            <p:nvPr/>
          </p:nvSpPr>
          <p:spPr>
            <a:xfrm>
              <a:off x="3204761" y="3064136"/>
              <a:ext cx="27678" cy="104068"/>
            </a:xfrm>
            <a:custGeom>
              <a:rect b="b" l="l" r="r" t="t"/>
              <a:pathLst>
                <a:path extrusionOk="0" h="3963" w="1054">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8" name="Google Shape;19908;p95"/>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9" name="Google Shape;19909;p95"/>
            <p:cNvSpPr/>
            <p:nvPr/>
          </p:nvSpPr>
          <p:spPr>
            <a:xfrm>
              <a:off x="3307044" y="2903609"/>
              <a:ext cx="111868" cy="120586"/>
            </a:xfrm>
            <a:custGeom>
              <a:rect b="b" l="l" r="r" t="t"/>
              <a:pathLst>
                <a:path extrusionOk="0" h="4592" w="426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0" name="Google Shape;19910;p95"/>
            <p:cNvSpPr/>
            <p:nvPr/>
          </p:nvSpPr>
          <p:spPr>
            <a:xfrm>
              <a:off x="3306782" y="2924407"/>
              <a:ext cx="50052" cy="99788"/>
            </a:xfrm>
            <a:custGeom>
              <a:rect b="b" l="l" r="r" t="t"/>
              <a:pathLst>
                <a:path extrusionOk="0" h="3800" w="1906">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1" name="Google Shape;19911;p95"/>
            <p:cNvSpPr/>
            <p:nvPr/>
          </p:nvSpPr>
          <p:spPr>
            <a:xfrm>
              <a:off x="3289713" y="3126714"/>
              <a:ext cx="38970" cy="58586"/>
            </a:xfrm>
            <a:custGeom>
              <a:rect b="b" l="l" r="r" t="t"/>
              <a:pathLst>
                <a:path extrusionOk="0" h="2231" w="1484">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2" name="Google Shape;19912;p95"/>
            <p:cNvSpPr/>
            <p:nvPr/>
          </p:nvSpPr>
          <p:spPr>
            <a:xfrm>
              <a:off x="3310799" y="2987719"/>
              <a:ext cx="70666" cy="16255"/>
            </a:xfrm>
            <a:custGeom>
              <a:rect b="b" l="l" r="r" t="t"/>
              <a:pathLst>
                <a:path extrusionOk="0" h="619" w="2691">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3" name="Google Shape;19913;p95"/>
            <p:cNvSpPr/>
            <p:nvPr/>
          </p:nvSpPr>
          <p:spPr>
            <a:xfrm>
              <a:off x="3204761" y="3064136"/>
              <a:ext cx="102545" cy="104068"/>
            </a:xfrm>
            <a:custGeom>
              <a:rect b="b" l="l" r="r" t="t"/>
              <a:pathLst>
                <a:path extrusionOk="0" h="3963" w="3905">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4" name="Google Shape;19914;p95"/>
            <p:cNvSpPr/>
            <p:nvPr/>
          </p:nvSpPr>
          <p:spPr>
            <a:xfrm>
              <a:off x="3204761" y="3064136"/>
              <a:ext cx="28413" cy="104068"/>
            </a:xfrm>
            <a:custGeom>
              <a:rect b="b" l="l" r="r" t="t"/>
              <a:pathLst>
                <a:path extrusionOk="0" h="3963" w="1082">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5" name="Google Shape;19915;p95"/>
            <p:cNvSpPr/>
            <p:nvPr/>
          </p:nvSpPr>
          <p:spPr>
            <a:xfrm>
              <a:off x="3199221" y="3154339"/>
              <a:ext cx="113890" cy="38497"/>
            </a:xfrm>
            <a:custGeom>
              <a:rect b="b" l="l" r="r" t="t"/>
              <a:pathLst>
                <a:path extrusionOk="0" h="1466" w="4337">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6" name="Google Shape;19916;p95"/>
            <p:cNvSpPr/>
            <p:nvPr/>
          </p:nvSpPr>
          <p:spPr>
            <a:xfrm>
              <a:off x="3167551" y="3235272"/>
              <a:ext cx="176704" cy="27914"/>
            </a:xfrm>
            <a:custGeom>
              <a:rect b="b" l="l" r="r" t="t"/>
              <a:pathLst>
                <a:path extrusionOk="0" h="1063" w="6729">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7" name="Google Shape;19917;p95"/>
            <p:cNvSpPr/>
            <p:nvPr/>
          </p:nvSpPr>
          <p:spPr>
            <a:xfrm>
              <a:off x="3179631" y="3181229"/>
              <a:ext cx="152807" cy="54568"/>
            </a:xfrm>
            <a:custGeom>
              <a:rect b="b" l="l" r="r" t="t"/>
              <a:pathLst>
                <a:path extrusionOk="0" h="2078" w="5819">
                  <a:moveTo>
                    <a:pt x="565" y="1"/>
                  </a:moveTo>
                  <a:lnTo>
                    <a:pt x="0" y="2078"/>
                  </a:lnTo>
                  <a:lnTo>
                    <a:pt x="5819" y="2078"/>
                  </a:lnTo>
                  <a:lnTo>
                    <a:pt x="5254" y="1"/>
                  </a:ln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8" name="Google Shape;19918;p95"/>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9" name="Google Shape;19919;p95"/>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0" name="Google Shape;19920;p95"/>
            <p:cNvSpPr/>
            <p:nvPr/>
          </p:nvSpPr>
          <p:spPr>
            <a:xfrm>
              <a:off x="3200245" y="2956260"/>
              <a:ext cx="111841" cy="120218"/>
            </a:xfrm>
            <a:custGeom>
              <a:rect b="b" l="l" r="r" t="t"/>
              <a:pathLst>
                <a:path extrusionOk="0" h="4578" w="4259">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1" name="Google Shape;19921;p95"/>
            <p:cNvSpPr/>
            <p:nvPr/>
          </p:nvSpPr>
          <p:spPr>
            <a:xfrm>
              <a:off x="3199982" y="2976664"/>
              <a:ext cx="49789" cy="99814"/>
            </a:xfrm>
            <a:custGeom>
              <a:rect b="b" l="l" r="r" t="t"/>
              <a:pathLst>
                <a:path extrusionOk="0" h="3801" w="1896">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2" name="Google Shape;19922;p95"/>
            <p:cNvSpPr/>
            <p:nvPr/>
          </p:nvSpPr>
          <p:spPr>
            <a:xfrm>
              <a:off x="3204000" y="3040003"/>
              <a:ext cx="71401" cy="16255"/>
            </a:xfrm>
            <a:custGeom>
              <a:rect b="b" l="l" r="r" t="t"/>
              <a:pathLst>
                <a:path extrusionOk="0" h="619" w="2719">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3" name="Google Shape;19923;p95"/>
            <p:cNvSpPr/>
            <p:nvPr/>
          </p:nvSpPr>
          <p:spPr>
            <a:xfrm>
              <a:off x="3389133" y="2987719"/>
              <a:ext cx="28256" cy="8088"/>
            </a:xfrm>
            <a:custGeom>
              <a:rect b="b" l="l" r="r" t="t"/>
              <a:pathLst>
                <a:path extrusionOk="0" h="308" w="1076">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4" name="Google Shape;19924;p95"/>
            <p:cNvSpPr/>
            <p:nvPr/>
          </p:nvSpPr>
          <p:spPr>
            <a:xfrm>
              <a:off x="3282307" y="3040213"/>
              <a:ext cx="28282" cy="8141"/>
            </a:xfrm>
            <a:custGeom>
              <a:rect b="b" l="l" r="r" t="t"/>
              <a:pathLst>
                <a:path extrusionOk="0" h="310" w="1077">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5" name="Google Shape;19925;p95"/>
            <p:cNvSpPr/>
            <p:nvPr/>
          </p:nvSpPr>
          <p:spPr>
            <a:xfrm>
              <a:off x="3175508" y="2987719"/>
              <a:ext cx="28256" cy="8088"/>
            </a:xfrm>
            <a:custGeom>
              <a:rect b="b" l="l" r="r" t="t"/>
              <a:pathLst>
                <a:path extrusionOk="0" h="308" w="1076">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26" name="Google Shape;19926;p95"/>
          <p:cNvGrpSpPr/>
          <p:nvPr/>
        </p:nvGrpSpPr>
        <p:grpSpPr>
          <a:xfrm>
            <a:off x="6216451" y="3658649"/>
            <a:ext cx="364673" cy="339804"/>
            <a:chOff x="6221064" y="3811049"/>
            <a:chExt cx="364673" cy="339804"/>
          </a:xfrm>
        </p:grpSpPr>
        <p:sp>
          <p:nvSpPr>
            <p:cNvPr id="19927" name="Google Shape;19927;p95"/>
            <p:cNvSpPr/>
            <p:nvPr/>
          </p:nvSpPr>
          <p:spPr>
            <a:xfrm>
              <a:off x="6277838" y="4054558"/>
              <a:ext cx="45272" cy="45272"/>
            </a:xfrm>
            <a:custGeom>
              <a:rect b="b" l="l" r="r" t="t"/>
              <a:pathLst>
                <a:path extrusionOk="0" h="1724" w="1724">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8" name="Google Shape;19928;p95"/>
            <p:cNvSpPr/>
            <p:nvPr/>
          </p:nvSpPr>
          <p:spPr>
            <a:xfrm>
              <a:off x="6426890" y="3935679"/>
              <a:ext cx="105828" cy="90728"/>
            </a:xfrm>
            <a:custGeom>
              <a:rect b="b" l="l" r="r" t="t"/>
              <a:pathLst>
                <a:path extrusionOk="0" h="3455" w="403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9" name="Google Shape;19929;p95"/>
            <p:cNvSpPr/>
            <p:nvPr/>
          </p:nvSpPr>
          <p:spPr>
            <a:xfrm>
              <a:off x="6437446" y="3972391"/>
              <a:ext cx="100051" cy="54043"/>
            </a:xfrm>
            <a:custGeom>
              <a:rect b="b" l="l" r="r" t="t"/>
              <a:pathLst>
                <a:path extrusionOk="0" h="2058" w="381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0" name="Google Shape;19930;p95"/>
            <p:cNvSpPr/>
            <p:nvPr/>
          </p:nvSpPr>
          <p:spPr>
            <a:xfrm>
              <a:off x="6306251" y="3833659"/>
              <a:ext cx="153070" cy="294585"/>
            </a:xfrm>
            <a:custGeom>
              <a:rect b="b" l="l" r="r" t="t"/>
              <a:pathLst>
                <a:path extrusionOk="0" h="11218" w="5829">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1" name="Google Shape;19931;p95"/>
            <p:cNvSpPr/>
            <p:nvPr/>
          </p:nvSpPr>
          <p:spPr>
            <a:xfrm>
              <a:off x="6306251" y="4009312"/>
              <a:ext cx="152833" cy="119010"/>
            </a:xfrm>
            <a:custGeom>
              <a:rect b="b" l="l" r="r" t="t"/>
              <a:pathLst>
                <a:path extrusionOk="0" h="4532" w="582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2" name="Google Shape;19932;p95"/>
            <p:cNvSpPr/>
            <p:nvPr/>
          </p:nvSpPr>
          <p:spPr>
            <a:xfrm>
              <a:off x="6447740" y="3811049"/>
              <a:ext cx="45509" cy="339804"/>
            </a:xfrm>
            <a:custGeom>
              <a:rect b="b" l="l" r="r" t="t"/>
              <a:pathLst>
                <a:path extrusionOk="0" h="12940" w="1733">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3" name="Google Shape;19933;p95"/>
            <p:cNvSpPr/>
            <p:nvPr/>
          </p:nvSpPr>
          <p:spPr>
            <a:xfrm>
              <a:off x="6447740" y="4122677"/>
              <a:ext cx="45509" cy="28177"/>
            </a:xfrm>
            <a:custGeom>
              <a:rect b="b" l="l" r="r" t="t"/>
              <a:pathLst>
                <a:path extrusionOk="0" h="1073" w="1733">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4" name="Google Shape;19934;p95"/>
            <p:cNvSpPr/>
            <p:nvPr/>
          </p:nvSpPr>
          <p:spPr>
            <a:xfrm>
              <a:off x="6221300" y="3929902"/>
              <a:ext cx="45272" cy="102073"/>
            </a:xfrm>
            <a:custGeom>
              <a:rect b="b" l="l" r="r" t="t"/>
              <a:pathLst>
                <a:path extrusionOk="0" h="3887" w="1724">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5" name="Google Shape;19935;p95"/>
            <p:cNvSpPr/>
            <p:nvPr/>
          </p:nvSpPr>
          <p:spPr>
            <a:xfrm>
              <a:off x="6221064" y="3935180"/>
              <a:ext cx="45509" cy="96794"/>
            </a:xfrm>
            <a:custGeom>
              <a:rect b="b" l="l" r="r" t="t"/>
              <a:pathLst>
                <a:path extrusionOk="0" h="3686" w="1733">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6" name="Google Shape;19936;p95"/>
            <p:cNvSpPr/>
            <p:nvPr/>
          </p:nvSpPr>
          <p:spPr>
            <a:xfrm>
              <a:off x="6260769" y="3929902"/>
              <a:ext cx="56800" cy="102073"/>
            </a:xfrm>
            <a:custGeom>
              <a:rect b="b" l="l" r="r" t="t"/>
              <a:pathLst>
                <a:path extrusionOk="0" h="3887" w="2163">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7" name="Google Shape;19937;p95"/>
            <p:cNvSpPr/>
            <p:nvPr/>
          </p:nvSpPr>
          <p:spPr>
            <a:xfrm>
              <a:off x="6260769" y="4014853"/>
              <a:ext cx="56800" cy="17122"/>
            </a:xfrm>
            <a:custGeom>
              <a:rect b="b" l="l" r="r" t="t"/>
              <a:pathLst>
                <a:path extrusionOk="0" h="652" w="2163">
                  <a:moveTo>
                    <a:pt x="0" y="1"/>
                  </a:moveTo>
                  <a:lnTo>
                    <a:pt x="0" y="651"/>
                  </a:lnTo>
                  <a:lnTo>
                    <a:pt x="2163" y="651"/>
                  </a:lnTo>
                  <a:lnTo>
                    <a:pt x="2163"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8" name="Google Shape;19938;p95"/>
            <p:cNvSpPr/>
            <p:nvPr/>
          </p:nvSpPr>
          <p:spPr>
            <a:xfrm>
              <a:off x="6260769" y="4031686"/>
              <a:ext cx="56800" cy="90755"/>
            </a:xfrm>
            <a:custGeom>
              <a:rect b="b" l="l" r="r" t="t"/>
              <a:pathLst>
                <a:path extrusionOk="0" h="3456" w="2163">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9" name="Google Shape;19939;p95"/>
            <p:cNvSpPr/>
            <p:nvPr/>
          </p:nvSpPr>
          <p:spPr>
            <a:xfrm>
              <a:off x="6553542" y="3975148"/>
              <a:ext cx="32195" cy="11581"/>
            </a:xfrm>
            <a:custGeom>
              <a:rect b="b" l="l" r="r" t="t"/>
              <a:pathLst>
                <a:path extrusionOk="0" h="441" w="1226">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0" name="Google Shape;19940;p95"/>
            <p:cNvSpPr/>
            <p:nvPr/>
          </p:nvSpPr>
          <p:spPr>
            <a:xfrm>
              <a:off x="6532192" y="3911100"/>
              <a:ext cx="27442" cy="23608"/>
            </a:xfrm>
            <a:custGeom>
              <a:rect b="b" l="l" r="r" t="t"/>
              <a:pathLst>
                <a:path extrusionOk="0" h="899" w="1045">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1" name="Google Shape;19941;p95"/>
            <p:cNvSpPr/>
            <p:nvPr/>
          </p:nvSpPr>
          <p:spPr>
            <a:xfrm>
              <a:off x="6531221" y="4027327"/>
              <a:ext cx="27626" cy="23503"/>
            </a:xfrm>
            <a:custGeom>
              <a:rect b="b" l="l" r="r" t="t"/>
              <a:pathLst>
                <a:path extrusionOk="0" h="895" w="1052">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42" name="Google Shape;19942;p95"/>
          <p:cNvGrpSpPr/>
          <p:nvPr/>
        </p:nvGrpSpPr>
        <p:grpSpPr>
          <a:xfrm>
            <a:off x="5761812" y="4122795"/>
            <a:ext cx="358160" cy="356926"/>
            <a:chOff x="5766424" y="4275195"/>
            <a:chExt cx="358160" cy="356926"/>
          </a:xfrm>
        </p:grpSpPr>
        <p:sp>
          <p:nvSpPr>
            <p:cNvPr id="19943" name="Google Shape;19943;p95"/>
            <p:cNvSpPr/>
            <p:nvPr/>
          </p:nvSpPr>
          <p:spPr>
            <a:xfrm>
              <a:off x="5766424" y="4485327"/>
              <a:ext cx="64862" cy="146793"/>
            </a:xfrm>
            <a:custGeom>
              <a:rect b="b" l="l" r="r" t="t"/>
              <a:pathLst>
                <a:path extrusionOk="0" h="5590" w="247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4" name="Google Shape;19944;p95"/>
            <p:cNvSpPr/>
            <p:nvPr/>
          </p:nvSpPr>
          <p:spPr>
            <a:xfrm>
              <a:off x="5766661" y="4485327"/>
              <a:ext cx="30961" cy="146793"/>
            </a:xfrm>
            <a:custGeom>
              <a:rect b="b" l="l" r="r" t="t"/>
              <a:pathLst>
                <a:path extrusionOk="0" h="5590" w="1179">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5" name="Google Shape;19945;p95"/>
            <p:cNvSpPr/>
            <p:nvPr/>
          </p:nvSpPr>
          <p:spPr>
            <a:xfrm>
              <a:off x="5864190" y="4449115"/>
              <a:ext cx="64862" cy="183006"/>
            </a:xfrm>
            <a:custGeom>
              <a:rect b="b" l="l" r="r" t="t"/>
              <a:pathLst>
                <a:path extrusionOk="0" h="6969" w="247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6" name="Google Shape;19946;p95"/>
            <p:cNvSpPr/>
            <p:nvPr/>
          </p:nvSpPr>
          <p:spPr>
            <a:xfrm>
              <a:off x="5864190" y="4449115"/>
              <a:ext cx="30934" cy="183006"/>
            </a:xfrm>
            <a:custGeom>
              <a:rect b="b" l="l" r="r" t="t"/>
              <a:pathLst>
                <a:path extrusionOk="0" h="6969" w="1178">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7" name="Google Shape;19947;p95"/>
            <p:cNvSpPr/>
            <p:nvPr/>
          </p:nvSpPr>
          <p:spPr>
            <a:xfrm>
              <a:off x="5962193" y="4412692"/>
              <a:ext cx="64626" cy="219429"/>
            </a:xfrm>
            <a:custGeom>
              <a:rect b="b" l="l" r="r" t="t"/>
              <a:pathLst>
                <a:path extrusionOk="0" h="8356" w="2461">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8" name="Google Shape;19948;p95"/>
            <p:cNvSpPr/>
            <p:nvPr/>
          </p:nvSpPr>
          <p:spPr>
            <a:xfrm>
              <a:off x="5962193" y="4412692"/>
              <a:ext cx="30698" cy="219429"/>
            </a:xfrm>
            <a:custGeom>
              <a:rect b="b" l="l" r="r" t="t"/>
              <a:pathLst>
                <a:path extrusionOk="0" h="8356" w="1169">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9" name="Google Shape;19949;p95"/>
            <p:cNvSpPr/>
            <p:nvPr/>
          </p:nvSpPr>
          <p:spPr>
            <a:xfrm>
              <a:off x="6059959" y="4376506"/>
              <a:ext cx="64626" cy="255615"/>
            </a:xfrm>
            <a:custGeom>
              <a:rect b="b" l="l" r="r" t="t"/>
              <a:pathLst>
                <a:path extrusionOk="0" h="9734" w="2461">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0" name="Google Shape;19950;p95"/>
            <p:cNvSpPr/>
            <p:nvPr/>
          </p:nvSpPr>
          <p:spPr>
            <a:xfrm>
              <a:off x="6059959" y="4376506"/>
              <a:ext cx="30934" cy="255615"/>
            </a:xfrm>
            <a:custGeom>
              <a:rect b="b" l="l" r="r" t="t"/>
              <a:pathLst>
                <a:path extrusionOk="0" h="9734" w="1178">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1" name="Google Shape;19951;p95"/>
            <p:cNvSpPr/>
            <p:nvPr/>
          </p:nvSpPr>
          <p:spPr>
            <a:xfrm>
              <a:off x="5781997" y="4275195"/>
              <a:ext cx="332767" cy="134241"/>
            </a:xfrm>
            <a:custGeom>
              <a:rect b="b" l="l" r="r" t="t"/>
              <a:pathLst>
                <a:path extrusionOk="0" h="5112" w="12672">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52" name="Google Shape;19952;p95"/>
          <p:cNvGrpSpPr/>
          <p:nvPr/>
        </p:nvGrpSpPr>
        <p:grpSpPr>
          <a:xfrm>
            <a:off x="4880448" y="1366388"/>
            <a:ext cx="385786" cy="342588"/>
            <a:chOff x="4885060" y="1518788"/>
            <a:chExt cx="385786" cy="342588"/>
          </a:xfrm>
        </p:grpSpPr>
        <p:sp>
          <p:nvSpPr>
            <p:cNvPr id="19953" name="Google Shape;19953;p95"/>
            <p:cNvSpPr/>
            <p:nvPr/>
          </p:nvSpPr>
          <p:spPr>
            <a:xfrm>
              <a:off x="4953415" y="1537380"/>
              <a:ext cx="74920" cy="62367"/>
            </a:xfrm>
            <a:custGeom>
              <a:rect b="b" l="l" r="r" t="t"/>
              <a:pathLst>
                <a:path extrusionOk="0" h="2375" w="2853">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4" name="Google Shape;19954;p95"/>
            <p:cNvSpPr/>
            <p:nvPr/>
          </p:nvSpPr>
          <p:spPr>
            <a:xfrm>
              <a:off x="4953415" y="1537380"/>
              <a:ext cx="50025" cy="62367"/>
            </a:xfrm>
            <a:custGeom>
              <a:rect b="b" l="l" r="r" t="t"/>
              <a:pathLst>
                <a:path extrusionOk="0" h="2375" w="1905">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5" name="Google Shape;19955;p95"/>
            <p:cNvSpPr/>
            <p:nvPr/>
          </p:nvSpPr>
          <p:spPr>
            <a:xfrm>
              <a:off x="4909928" y="1568550"/>
              <a:ext cx="161893" cy="161867"/>
            </a:xfrm>
            <a:custGeom>
              <a:rect b="b" l="l" r="r" t="t"/>
              <a:pathLst>
                <a:path extrusionOk="0" h="6164" w="6165">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6" name="Google Shape;19956;p95"/>
            <p:cNvSpPr/>
            <p:nvPr/>
          </p:nvSpPr>
          <p:spPr>
            <a:xfrm>
              <a:off x="4942596" y="1568577"/>
              <a:ext cx="129462" cy="161840"/>
            </a:xfrm>
            <a:custGeom>
              <a:rect b="b" l="l" r="r" t="t"/>
              <a:pathLst>
                <a:path extrusionOk="0" h="6163" w="493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7" name="Google Shape;19957;p95"/>
            <p:cNvSpPr/>
            <p:nvPr/>
          </p:nvSpPr>
          <p:spPr>
            <a:xfrm>
              <a:off x="4885060" y="1736693"/>
              <a:ext cx="211629" cy="124682"/>
            </a:xfrm>
            <a:custGeom>
              <a:rect b="b" l="l" r="r" t="t"/>
              <a:pathLst>
                <a:path extrusionOk="0" h="4748" w="8059">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8" name="Google Shape;19958;p95"/>
            <p:cNvSpPr/>
            <p:nvPr/>
          </p:nvSpPr>
          <p:spPr>
            <a:xfrm>
              <a:off x="4885060" y="1781414"/>
              <a:ext cx="211892" cy="79962"/>
            </a:xfrm>
            <a:custGeom>
              <a:rect b="b" l="l" r="r" t="t"/>
              <a:pathLst>
                <a:path extrusionOk="0" h="3045" w="8069">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9" name="Google Shape;19959;p95"/>
            <p:cNvSpPr/>
            <p:nvPr/>
          </p:nvSpPr>
          <p:spPr>
            <a:xfrm>
              <a:off x="4959691" y="1736693"/>
              <a:ext cx="62368" cy="24894"/>
            </a:xfrm>
            <a:custGeom>
              <a:rect b="b" l="l" r="r" t="t"/>
              <a:pathLst>
                <a:path extrusionOk="0" h="948" w="2375">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0" name="Google Shape;19960;p95"/>
            <p:cNvSpPr/>
            <p:nvPr/>
          </p:nvSpPr>
          <p:spPr>
            <a:xfrm>
              <a:off x="4928520" y="1631994"/>
              <a:ext cx="124682" cy="117146"/>
            </a:xfrm>
            <a:custGeom>
              <a:rect b="b" l="l" r="r" t="t"/>
              <a:pathLst>
                <a:path extrusionOk="0" h="4461" w="4748">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1" name="Google Shape;19961;p95"/>
            <p:cNvSpPr/>
            <p:nvPr/>
          </p:nvSpPr>
          <p:spPr>
            <a:xfrm>
              <a:off x="4928520" y="1632178"/>
              <a:ext cx="121925" cy="116594"/>
            </a:xfrm>
            <a:custGeom>
              <a:rect b="b" l="l" r="r" t="t"/>
              <a:pathLst>
                <a:path extrusionOk="0" h="4440" w="4643">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2" name="Google Shape;19962;p95"/>
            <p:cNvSpPr/>
            <p:nvPr/>
          </p:nvSpPr>
          <p:spPr>
            <a:xfrm>
              <a:off x="4885060" y="1802028"/>
              <a:ext cx="43487" cy="59348"/>
            </a:xfrm>
            <a:custGeom>
              <a:rect b="b" l="l" r="r" t="t"/>
              <a:pathLst>
                <a:path extrusionOk="0" h="2260" w="1656">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3" name="Google Shape;19963;p95"/>
            <p:cNvSpPr/>
            <p:nvPr/>
          </p:nvSpPr>
          <p:spPr>
            <a:xfrm>
              <a:off x="5053177" y="1802028"/>
              <a:ext cx="43775" cy="59348"/>
            </a:xfrm>
            <a:custGeom>
              <a:rect b="b" l="l" r="r" t="t"/>
              <a:pathLst>
                <a:path extrusionOk="0" h="2260" w="1667">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4" name="Google Shape;19964;p95"/>
            <p:cNvSpPr/>
            <p:nvPr/>
          </p:nvSpPr>
          <p:spPr>
            <a:xfrm>
              <a:off x="5096663" y="1537642"/>
              <a:ext cx="174183" cy="181982"/>
            </a:xfrm>
            <a:custGeom>
              <a:rect b="b" l="l" r="r" t="t"/>
              <a:pathLst>
                <a:path extrusionOk="0" h="6930" w="6633">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5" name="Google Shape;19965;p95"/>
            <p:cNvSpPr/>
            <p:nvPr/>
          </p:nvSpPr>
          <p:spPr>
            <a:xfrm>
              <a:off x="5121531" y="1537380"/>
              <a:ext cx="136499" cy="93407"/>
            </a:xfrm>
            <a:custGeom>
              <a:rect b="b" l="l" r="r" t="t"/>
              <a:pathLst>
                <a:path extrusionOk="0" h="3557" w="5198">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6" name="Google Shape;19966;p95"/>
            <p:cNvSpPr/>
            <p:nvPr/>
          </p:nvSpPr>
          <p:spPr>
            <a:xfrm>
              <a:off x="5177596" y="1630681"/>
              <a:ext cx="12579" cy="25105"/>
            </a:xfrm>
            <a:custGeom>
              <a:rect b="b" l="l" r="r" t="t"/>
              <a:pathLst>
                <a:path extrusionOk="0" h="956" w="479">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7" name="Google Shape;19967;p95"/>
            <p:cNvSpPr/>
            <p:nvPr/>
          </p:nvSpPr>
          <p:spPr>
            <a:xfrm>
              <a:off x="5134110" y="1518788"/>
              <a:ext cx="99552" cy="99552"/>
            </a:xfrm>
            <a:custGeom>
              <a:rect b="b" l="l" r="r" t="t"/>
              <a:pathLst>
                <a:path extrusionOk="0" h="3791" w="3791">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8" name="Google Shape;19968;p95"/>
            <p:cNvSpPr/>
            <p:nvPr/>
          </p:nvSpPr>
          <p:spPr>
            <a:xfrm>
              <a:off x="5146426" y="1531366"/>
              <a:ext cx="74657" cy="74657"/>
            </a:xfrm>
            <a:custGeom>
              <a:rect b="b" l="l" r="r" t="t"/>
              <a:pathLst>
                <a:path extrusionOk="0" h="2843" w="2843">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9" name="Google Shape;19969;p95"/>
            <p:cNvSpPr/>
            <p:nvPr/>
          </p:nvSpPr>
          <p:spPr>
            <a:xfrm>
              <a:off x="5158558" y="1562379"/>
              <a:ext cx="50708" cy="55960"/>
            </a:xfrm>
            <a:custGeom>
              <a:rect b="b" l="l" r="r" t="t"/>
              <a:pathLst>
                <a:path extrusionOk="0" h="2131" w="1931">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0" name="Google Shape;19970;p95"/>
            <p:cNvSpPr/>
            <p:nvPr/>
          </p:nvSpPr>
          <p:spPr>
            <a:xfrm>
              <a:off x="5165281" y="1614794"/>
              <a:ext cx="37473" cy="28676"/>
            </a:xfrm>
            <a:custGeom>
              <a:rect b="b" l="l" r="r" t="t"/>
              <a:pathLst>
                <a:path extrusionOk="0" h="1092" w="1427">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1" name="Google Shape;19971;p95"/>
            <p:cNvSpPr/>
            <p:nvPr/>
          </p:nvSpPr>
          <p:spPr>
            <a:xfrm>
              <a:off x="5165018" y="1614794"/>
              <a:ext cx="18881" cy="28676"/>
            </a:xfrm>
            <a:custGeom>
              <a:rect b="b" l="l" r="r" t="t"/>
              <a:pathLst>
                <a:path extrusionOk="0" h="1092" w="719">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72" name="Google Shape;19972;p95"/>
          <p:cNvGrpSpPr/>
          <p:nvPr/>
        </p:nvGrpSpPr>
        <p:grpSpPr>
          <a:xfrm>
            <a:off x="5389865" y="1362133"/>
            <a:ext cx="249076" cy="351096"/>
            <a:chOff x="5394478" y="1514533"/>
            <a:chExt cx="249076" cy="351096"/>
          </a:xfrm>
        </p:grpSpPr>
        <p:sp>
          <p:nvSpPr>
            <p:cNvPr id="19973" name="Google Shape;19973;p95"/>
            <p:cNvSpPr/>
            <p:nvPr/>
          </p:nvSpPr>
          <p:spPr>
            <a:xfrm>
              <a:off x="5394478" y="1537143"/>
              <a:ext cx="249076" cy="328486"/>
            </a:xfrm>
            <a:custGeom>
              <a:rect b="b" l="l" r="r" t="t"/>
              <a:pathLst>
                <a:path extrusionOk="0" h="12509" w="9485">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4" name="Google Shape;19974;p95"/>
            <p:cNvSpPr/>
            <p:nvPr/>
          </p:nvSpPr>
          <p:spPr>
            <a:xfrm>
              <a:off x="5405770" y="1537143"/>
              <a:ext cx="226729" cy="305876"/>
            </a:xfrm>
            <a:custGeom>
              <a:rect b="b" l="l" r="r" t="t"/>
              <a:pathLst>
                <a:path extrusionOk="0" h="11648" w="8634">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5" name="Google Shape;19975;p95"/>
            <p:cNvSpPr/>
            <p:nvPr/>
          </p:nvSpPr>
          <p:spPr>
            <a:xfrm>
              <a:off x="5417088" y="1559753"/>
              <a:ext cx="203856" cy="271949"/>
            </a:xfrm>
            <a:custGeom>
              <a:rect b="b" l="l" r="r" t="t"/>
              <a:pathLst>
                <a:path extrusionOk="0" h="10356" w="7763">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6" name="Google Shape;19976;p95"/>
            <p:cNvSpPr/>
            <p:nvPr/>
          </p:nvSpPr>
          <p:spPr>
            <a:xfrm>
              <a:off x="5468111" y="1514533"/>
              <a:ext cx="101810" cy="50787"/>
            </a:xfrm>
            <a:custGeom>
              <a:rect b="b" l="l" r="r" t="t"/>
              <a:pathLst>
                <a:path extrusionOk="0" h="1934" w="3877">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7" name="Google Shape;19977;p95"/>
            <p:cNvSpPr/>
            <p:nvPr/>
          </p:nvSpPr>
          <p:spPr>
            <a:xfrm>
              <a:off x="5448258" y="1670098"/>
              <a:ext cx="28413" cy="28413"/>
            </a:xfrm>
            <a:custGeom>
              <a:rect b="b" l="l" r="r" t="t"/>
              <a:pathLst>
                <a:path extrusionOk="0" h="1082" w="1082">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8" name="Google Shape;19978;p95"/>
            <p:cNvSpPr/>
            <p:nvPr/>
          </p:nvSpPr>
          <p:spPr>
            <a:xfrm>
              <a:off x="5448258" y="1721095"/>
              <a:ext cx="28413" cy="28440"/>
            </a:xfrm>
            <a:custGeom>
              <a:rect b="b" l="l" r="r" t="t"/>
              <a:pathLst>
                <a:path extrusionOk="0" h="1083" w="1082">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9" name="Google Shape;19979;p95"/>
            <p:cNvSpPr/>
            <p:nvPr/>
          </p:nvSpPr>
          <p:spPr>
            <a:xfrm>
              <a:off x="5448258" y="1772118"/>
              <a:ext cx="28413" cy="28440"/>
            </a:xfrm>
            <a:custGeom>
              <a:rect b="b" l="l" r="r" t="t"/>
              <a:pathLst>
                <a:path extrusionOk="0" h="1083" w="1082">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0" name="Google Shape;19980;p95"/>
            <p:cNvSpPr/>
            <p:nvPr/>
          </p:nvSpPr>
          <p:spPr>
            <a:xfrm>
              <a:off x="5488961" y="1667314"/>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1" name="Google Shape;19981;p95"/>
            <p:cNvSpPr/>
            <p:nvPr/>
          </p:nvSpPr>
          <p:spPr>
            <a:xfrm>
              <a:off x="5488725" y="1689950"/>
              <a:ext cx="105828" cy="11318"/>
            </a:xfrm>
            <a:custGeom>
              <a:rect b="b" l="l" r="r" t="t"/>
              <a:pathLst>
                <a:path extrusionOk="0" h="431" w="403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2" name="Google Shape;19982;p95"/>
            <p:cNvSpPr/>
            <p:nvPr/>
          </p:nvSpPr>
          <p:spPr>
            <a:xfrm>
              <a:off x="5488961" y="1718337"/>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3" name="Google Shape;19983;p95"/>
            <p:cNvSpPr/>
            <p:nvPr/>
          </p:nvSpPr>
          <p:spPr>
            <a:xfrm>
              <a:off x="5488725" y="1740947"/>
              <a:ext cx="105828" cy="11344"/>
            </a:xfrm>
            <a:custGeom>
              <a:rect b="b" l="l" r="r" t="t"/>
              <a:pathLst>
                <a:path extrusionOk="0" h="432" w="403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4" name="Google Shape;19984;p95"/>
            <p:cNvSpPr/>
            <p:nvPr/>
          </p:nvSpPr>
          <p:spPr>
            <a:xfrm>
              <a:off x="5488961" y="1769360"/>
              <a:ext cx="66123" cy="11318"/>
            </a:xfrm>
            <a:custGeom>
              <a:rect b="b" l="l" r="r" t="t"/>
              <a:pathLst>
                <a:path extrusionOk="0" h="431" w="2518">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5" name="Google Shape;19985;p95"/>
            <p:cNvSpPr/>
            <p:nvPr/>
          </p:nvSpPr>
          <p:spPr>
            <a:xfrm>
              <a:off x="5488725" y="1791970"/>
              <a:ext cx="105828" cy="11344"/>
            </a:xfrm>
            <a:custGeom>
              <a:rect b="b" l="l" r="r" t="t"/>
              <a:pathLst>
                <a:path extrusionOk="0" h="432" w="403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6" name="Google Shape;19986;p95"/>
            <p:cNvSpPr/>
            <p:nvPr/>
          </p:nvSpPr>
          <p:spPr>
            <a:xfrm>
              <a:off x="5488961" y="1582389"/>
              <a:ext cx="100051" cy="11318"/>
            </a:xfrm>
            <a:custGeom>
              <a:rect b="b" l="l" r="r" t="t"/>
              <a:pathLst>
                <a:path extrusionOk="0" h="431" w="381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7" name="Google Shape;19987;p95"/>
            <p:cNvSpPr/>
            <p:nvPr/>
          </p:nvSpPr>
          <p:spPr>
            <a:xfrm>
              <a:off x="5443479" y="1633386"/>
              <a:ext cx="151074" cy="11344"/>
            </a:xfrm>
            <a:custGeom>
              <a:rect b="b" l="l" r="r" t="t"/>
              <a:pathLst>
                <a:path extrusionOk="0" h="432" w="5753">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8" name="Google Shape;19988;p95"/>
            <p:cNvSpPr/>
            <p:nvPr/>
          </p:nvSpPr>
          <p:spPr>
            <a:xfrm>
              <a:off x="5488961" y="1604999"/>
              <a:ext cx="26418" cy="11344"/>
            </a:xfrm>
            <a:custGeom>
              <a:rect b="b" l="l" r="r" t="t"/>
              <a:pathLst>
                <a:path extrusionOk="0" h="432" w="1006">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9" name="Google Shape;19989;p95"/>
            <p:cNvSpPr/>
            <p:nvPr/>
          </p:nvSpPr>
          <p:spPr>
            <a:xfrm>
              <a:off x="5522889" y="1604999"/>
              <a:ext cx="37736" cy="11344"/>
            </a:xfrm>
            <a:custGeom>
              <a:rect b="b" l="l" r="r" t="t"/>
              <a:pathLst>
                <a:path extrusionOk="0" h="432" w="1437">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0" name="Google Shape;19990;p95"/>
            <p:cNvSpPr/>
            <p:nvPr/>
          </p:nvSpPr>
          <p:spPr>
            <a:xfrm>
              <a:off x="5445501" y="1582389"/>
              <a:ext cx="34191" cy="33954"/>
            </a:xfrm>
            <a:custGeom>
              <a:rect b="b" l="l" r="r" t="t"/>
              <a:pathLst>
                <a:path extrusionOk="0" h="1293" w="1302">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1" name="Google Shape;19991;p95"/>
            <p:cNvSpPr/>
            <p:nvPr/>
          </p:nvSpPr>
          <p:spPr>
            <a:xfrm>
              <a:off x="5468347" y="1553976"/>
              <a:ext cx="101810" cy="11581"/>
            </a:xfrm>
            <a:custGeom>
              <a:rect b="b" l="l" r="r" t="t"/>
              <a:pathLst>
                <a:path extrusionOk="0" h="441" w="3877">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2" name="Google Shape;19992;p95"/>
            <p:cNvSpPr/>
            <p:nvPr/>
          </p:nvSpPr>
          <p:spPr>
            <a:xfrm>
              <a:off x="5454036" y="1590924"/>
              <a:ext cx="16859" cy="16859"/>
            </a:xfrm>
            <a:custGeom>
              <a:rect b="b" l="l" r="r" t="t"/>
              <a:pathLst>
                <a:path extrusionOk="0" h="642" w="642">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93" name="Google Shape;19993;p95"/>
          <p:cNvGrpSpPr/>
          <p:nvPr/>
        </p:nvGrpSpPr>
        <p:grpSpPr>
          <a:xfrm>
            <a:off x="5777647" y="1359612"/>
            <a:ext cx="356138" cy="356138"/>
            <a:chOff x="5782259" y="1512012"/>
            <a:chExt cx="356138" cy="356138"/>
          </a:xfrm>
        </p:grpSpPr>
        <p:sp>
          <p:nvSpPr>
            <p:cNvPr id="19994" name="Google Shape;19994;p95"/>
            <p:cNvSpPr/>
            <p:nvPr/>
          </p:nvSpPr>
          <p:spPr>
            <a:xfrm>
              <a:off x="5902635" y="1701505"/>
              <a:ext cx="114888" cy="97792"/>
            </a:xfrm>
            <a:custGeom>
              <a:rect b="b" l="l" r="r" t="t"/>
              <a:pathLst>
                <a:path extrusionOk="0" h="3724" w="4375">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5" name="Google Shape;19995;p95"/>
            <p:cNvSpPr/>
            <p:nvPr/>
          </p:nvSpPr>
          <p:spPr>
            <a:xfrm>
              <a:off x="5940082" y="1701505"/>
              <a:ext cx="40230" cy="17358"/>
            </a:xfrm>
            <a:custGeom>
              <a:rect b="b" l="l" r="r" t="t"/>
              <a:pathLst>
                <a:path extrusionOk="0" h="661" w="1532">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6" name="Google Shape;19996;p95"/>
            <p:cNvSpPr/>
            <p:nvPr/>
          </p:nvSpPr>
          <p:spPr>
            <a:xfrm>
              <a:off x="5902635" y="1716079"/>
              <a:ext cx="115124" cy="83218"/>
            </a:xfrm>
            <a:custGeom>
              <a:rect b="b" l="l" r="r" t="t"/>
              <a:pathLst>
                <a:path extrusionOk="0" h="3169" w="4384">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7" name="Google Shape;19997;p95"/>
            <p:cNvSpPr/>
            <p:nvPr/>
          </p:nvSpPr>
          <p:spPr>
            <a:xfrm>
              <a:off x="5919967" y="1621070"/>
              <a:ext cx="28676" cy="63103"/>
            </a:xfrm>
            <a:custGeom>
              <a:rect b="b" l="l" r="r" t="t"/>
              <a:pathLst>
                <a:path extrusionOk="0" h="2403" w="1092">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8" name="Google Shape;19998;p95"/>
            <p:cNvSpPr/>
            <p:nvPr/>
          </p:nvSpPr>
          <p:spPr>
            <a:xfrm>
              <a:off x="5931547" y="1615293"/>
              <a:ext cx="69116" cy="68880"/>
            </a:xfrm>
            <a:custGeom>
              <a:rect b="b" l="l" r="r" t="t"/>
              <a:pathLst>
                <a:path extrusionOk="0" h="2623" w="2632">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9" name="Google Shape;19999;p95"/>
            <p:cNvSpPr/>
            <p:nvPr/>
          </p:nvSpPr>
          <p:spPr>
            <a:xfrm>
              <a:off x="5925744" y="1644179"/>
              <a:ext cx="68906" cy="63129"/>
            </a:xfrm>
            <a:custGeom>
              <a:rect b="b" l="l" r="r" t="t"/>
              <a:pathLst>
                <a:path extrusionOk="0" h="2404" w="2624">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0" name="Google Shape;20000;p95"/>
            <p:cNvSpPr/>
            <p:nvPr/>
          </p:nvSpPr>
          <p:spPr>
            <a:xfrm>
              <a:off x="5925744" y="1644205"/>
              <a:ext cx="68906" cy="61606"/>
            </a:xfrm>
            <a:custGeom>
              <a:rect b="b" l="l" r="r" t="t"/>
              <a:pathLst>
                <a:path extrusionOk="0" h="2346" w="2624">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1" name="Google Shape;20001;p95"/>
            <p:cNvSpPr/>
            <p:nvPr/>
          </p:nvSpPr>
          <p:spPr>
            <a:xfrm>
              <a:off x="5902898" y="1730916"/>
              <a:ext cx="22872" cy="68381"/>
            </a:xfrm>
            <a:custGeom>
              <a:rect b="b" l="l" r="r" t="t"/>
              <a:pathLst>
                <a:path extrusionOk="0" h="2604" w="871">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2" name="Google Shape;20002;p95"/>
            <p:cNvSpPr/>
            <p:nvPr/>
          </p:nvSpPr>
          <p:spPr>
            <a:xfrm>
              <a:off x="5994624" y="1730916"/>
              <a:ext cx="23135" cy="68381"/>
            </a:xfrm>
            <a:custGeom>
              <a:rect b="b" l="l" r="r" t="t"/>
              <a:pathLst>
                <a:path extrusionOk="0" h="2604" w="881">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3" name="Google Shape;20003;p95"/>
            <p:cNvSpPr/>
            <p:nvPr/>
          </p:nvSpPr>
          <p:spPr>
            <a:xfrm>
              <a:off x="5782259" y="1512012"/>
              <a:ext cx="356138" cy="356138"/>
            </a:xfrm>
            <a:custGeom>
              <a:rect b="b" l="l" r="r" t="t"/>
              <a:pathLst>
                <a:path extrusionOk="0" h="13562" w="13562">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4" name="Google Shape;20004;p95"/>
            <p:cNvSpPr/>
            <p:nvPr/>
          </p:nvSpPr>
          <p:spPr>
            <a:xfrm>
              <a:off x="5823724" y="1563535"/>
              <a:ext cx="262889" cy="252936"/>
            </a:xfrm>
            <a:custGeom>
              <a:rect b="b" l="l" r="r" t="t"/>
              <a:pathLst>
                <a:path extrusionOk="0" h="9632" w="10011">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05" name="Google Shape;20005;p95"/>
          <p:cNvGrpSpPr/>
          <p:nvPr/>
        </p:nvGrpSpPr>
        <p:grpSpPr>
          <a:xfrm>
            <a:off x="6224986" y="1365652"/>
            <a:ext cx="343560" cy="343822"/>
            <a:chOff x="6229598" y="1518052"/>
            <a:chExt cx="343560" cy="343822"/>
          </a:xfrm>
        </p:grpSpPr>
        <p:sp>
          <p:nvSpPr>
            <p:cNvPr id="20006" name="Google Shape;20006;p95"/>
            <p:cNvSpPr/>
            <p:nvPr/>
          </p:nvSpPr>
          <p:spPr>
            <a:xfrm>
              <a:off x="6229598" y="1518052"/>
              <a:ext cx="343560" cy="343822"/>
            </a:xfrm>
            <a:custGeom>
              <a:rect b="b" l="l" r="r" t="t"/>
              <a:pathLst>
                <a:path extrusionOk="0" h="13093" w="13083">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7" name="Google Shape;20007;p95"/>
            <p:cNvSpPr/>
            <p:nvPr/>
          </p:nvSpPr>
          <p:spPr>
            <a:xfrm>
              <a:off x="6255228" y="1543918"/>
              <a:ext cx="292064" cy="292064"/>
            </a:xfrm>
            <a:custGeom>
              <a:rect b="b" l="l" r="r" t="t"/>
              <a:pathLst>
                <a:path extrusionOk="0" h="11122" w="11122">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8" name="Google Shape;20008;p95"/>
            <p:cNvSpPr/>
            <p:nvPr/>
          </p:nvSpPr>
          <p:spPr>
            <a:xfrm>
              <a:off x="6396218" y="1564034"/>
              <a:ext cx="10320" cy="131221"/>
            </a:xfrm>
            <a:custGeom>
              <a:rect b="b" l="l" r="r" t="t"/>
              <a:pathLst>
                <a:path extrusionOk="0" h="4997" w="393">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9" name="Google Shape;20009;p95"/>
            <p:cNvSpPr/>
            <p:nvPr/>
          </p:nvSpPr>
          <p:spPr>
            <a:xfrm>
              <a:off x="6394459" y="1684908"/>
              <a:ext cx="134477" cy="10346"/>
            </a:xfrm>
            <a:custGeom>
              <a:rect b="b" l="l" r="r" t="t"/>
              <a:pathLst>
                <a:path extrusionOk="0" h="394" w="5121">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0" name="Google Shape;20010;p95"/>
            <p:cNvSpPr/>
            <p:nvPr/>
          </p:nvSpPr>
          <p:spPr>
            <a:xfrm>
              <a:off x="6291178" y="1579868"/>
              <a:ext cx="272946" cy="256009"/>
            </a:xfrm>
            <a:custGeom>
              <a:rect b="b" l="l" r="r" t="t"/>
              <a:pathLst>
                <a:path extrusionOk="0" h="9749" w="10394">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1" name="Google Shape;20011;p95"/>
            <p:cNvSpPr/>
            <p:nvPr/>
          </p:nvSpPr>
          <p:spPr>
            <a:xfrm>
              <a:off x="6273584" y="1684908"/>
              <a:ext cx="21376" cy="10346"/>
            </a:xfrm>
            <a:custGeom>
              <a:rect b="b" l="l" r="r" t="t"/>
              <a:pathLst>
                <a:path extrusionOk="0" h="394" w="814">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2" name="Google Shape;20012;p95"/>
            <p:cNvSpPr/>
            <p:nvPr/>
          </p:nvSpPr>
          <p:spPr>
            <a:xfrm>
              <a:off x="6396218" y="1798194"/>
              <a:ext cx="10320" cy="17673"/>
            </a:xfrm>
            <a:custGeom>
              <a:rect b="b" l="l" r="r" t="t"/>
              <a:pathLst>
                <a:path extrusionOk="0" h="673" w="393">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3" name="Google Shape;20013;p95"/>
            <p:cNvSpPr/>
            <p:nvPr/>
          </p:nvSpPr>
          <p:spPr>
            <a:xfrm>
              <a:off x="6308063" y="1599117"/>
              <a:ext cx="20036" cy="15966"/>
            </a:xfrm>
            <a:custGeom>
              <a:rect b="b" l="l" r="r" t="t"/>
              <a:pathLst>
                <a:path extrusionOk="0" h="608" w="763">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4" name="Google Shape;20014;p95"/>
            <p:cNvSpPr/>
            <p:nvPr/>
          </p:nvSpPr>
          <p:spPr>
            <a:xfrm>
              <a:off x="6473606" y="1764581"/>
              <a:ext cx="20141" cy="16097"/>
            </a:xfrm>
            <a:custGeom>
              <a:rect b="b" l="l" r="r" t="t"/>
              <a:pathLst>
                <a:path extrusionOk="0" h="613" w="767">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5" name="Google Shape;20015;p95"/>
            <p:cNvSpPr/>
            <p:nvPr/>
          </p:nvSpPr>
          <p:spPr>
            <a:xfrm>
              <a:off x="6474368" y="1599117"/>
              <a:ext cx="20141" cy="15966"/>
            </a:xfrm>
            <a:custGeom>
              <a:rect b="b" l="l" r="r" t="t"/>
              <a:pathLst>
                <a:path extrusionOk="0" h="608" w="767">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6" name="Google Shape;20016;p95"/>
            <p:cNvSpPr/>
            <p:nvPr/>
          </p:nvSpPr>
          <p:spPr>
            <a:xfrm>
              <a:off x="6308772" y="1765001"/>
              <a:ext cx="19432" cy="15677"/>
            </a:xfrm>
            <a:custGeom>
              <a:rect b="b" l="l" r="r" t="t"/>
              <a:pathLst>
                <a:path extrusionOk="0" h="597" w="74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7" name="Google Shape;20017;p95"/>
            <p:cNvSpPr/>
            <p:nvPr/>
          </p:nvSpPr>
          <p:spPr>
            <a:xfrm>
              <a:off x="6283064" y="1637404"/>
              <a:ext cx="20693" cy="13366"/>
            </a:xfrm>
            <a:custGeom>
              <a:rect b="b" l="l" r="r" t="t"/>
              <a:pathLst>
                <a:path extrusionOk="0" h="509" w="788">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8" name="Google Shape;20018;p95"/>
            <p:cNvSpPr/>
            <p:nvPr/>
          </p:nvSpPr>
          <p:spPr>
            <a:xfrm>
              <a:off x="6498947" y="1729445"/>
              <a:ext cx="20640" cy="13051"/>
            </a:xfrm>
            <a:custGeom>
              <a:rect b="b" l="l" r="r" t="t"/>
              <a:pathLst>
                <a:path extrusionOk="0" h="497" w="786">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9" name="Google Shape;20019;p95"/>
            <p:cNvSpPr/>
            <p:nvPr/>
          </p:nvSpPr>
          <p:spPr>
            <a:xfrm>
              <a:off x="6439442" y="1574511"/>
              <a:ext cx="14837" cy="16675"/>
            </a:xfrm>
            <a:custGeom>
              <a:rect b="b" l="l" r="r" t="t"/>
              <a:pathLst>
                <a:path extrusionOk="0" h="635" w="565">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0" name="Google Shape;20020;p95"/>
            <p:cNvSpPr/>
            <p:nvPr/>
          </p:nvSpPr>
          <p:spPr>
            <a:xfrm>
              <a:off x="6347978" y="1789581"/>
              <a:ext cx="15861" cy="16754"/>
            </a:xfrm>
            <a:custGeom>
              <a:rect b="b" l="l" r="r" t="t"/>
              <a:pathLst>
                <a:path extrusionOk="0" h="638" w="604">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1" name="Google Shape;20021;p95"/>
            <p:cNvSpPr/>
            <p:nvPr/>
          </p:nvSpPr>
          <p:spPr>
            <a:xfrm>
              <a:off x="6349633" y="1572883"/>
              <a:ext cx="15441" cy="17305"/>
            </a:xfrm>
            <a:custGeom>
              <a:rect b="b" l="l" r="r" t="t"/>
              <a:pathLst>
                <a:path extrusionOk="0" h="659" w="588">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2" name="Google Shape;20022;p95"/>
            <p:cNvSpPr/>
            <p:nvPr/>
          </p:nvSpPr>
          <p:spPr>
            <a:xfrm>
              <a:off x="6437341" y="1789896"/>
              <a:ext cx="15441" cy="17437"/>
            </a:xfrm>
            <a:custGeom>
              <a:rect b="b" l="l" r="r" t="t"/>
              <a:pathLst>
                <a:path extrusionOk="0" h="664" w="588">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3" name="Google Shape;20023;p95"/>
            <p:cNvSpPr/>
            <p:nvPr/>
          </p:nvSpPr>
          <p:spPr>
            <a:xfrm>
              <a:off x="6499262" y="1639505"/>
              <a:ext cx="21664" cy="13261"/>
            </a:xfrm>
            <a:custGeom>
              <a:rect b="b" l="l" r="r" t="t"/>
              <a:pathLst>
                <a:path extrusionOk="0" h="505" w="825">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4" name="Google Shape;20024;p95"/>
            <p:cNvSpPr/>
            <p:nvPr/>
          </p:nvSpPr>
          <p:spPr>
            <a:xfrm>
              <a:off x="6282118" y="1727161"/>
              <a:ext cx="21638" cy="13314"/>
            </a:xfrm>
            <a:custGeom>
              <a:rect b="b" l="l" r="r" t="t"/>
              <a:pathLst>
                <a:path extrusionOk="0" h="507" w="824">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25" name="Google Shape;20025;p95"/>
          <p:cNvGrpSpPr/>
          <p:nvPr/>
        </p:nvGrpSpPr>
        <p:grpSpPr>
          <a:xfrm>
            <a:off x="6665287" y="1353074"/>
            <a:ext cx="345083" cy="369216"/>
            <a:chOff x="6669900" y="1505474"/>
            <a:chExt cx="345083" cy="369216"/>
          </a:xfrm>
        </p:grpSpPr>
        <p:sp>
          <p:nvSpPr>
            <p:cNvPr id="20026" name="Google Shape;20026;p95"/>
            <p:cNvSpPr/>
            <p:nvPr/>
          </p:nvSpPr>
          <p:spPr>
            <a:xfrm>
              <a:off x="6700309" y="1505474"/>
              <a:ext cx="48292" cy="42252"/>
            </a:xfrm>
            <a:custGeom>
              <a:rect b="b" l="l" r="r" t="t"/>
              <a:pathLst>
                <a:path extrusionOk="0" h="1609" w="1839">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7" name="Google Shape;20027;p95"/>
            <p:cNvSpPr/>
            <p:nvPr/>
          </p:nvSpPr>
          <p:spPr>
            <a:xfrm>
              <a:off x="6700309" y="1505474"/>
              <a:ext cx="33455" cy="42252"/>
            </a:xfrm>
            <a:custGeom>
              <a:rect b="b" l="l" r="r" t="t"/>
              <a:pathLst>
                <a:path extrusionOk="0" h="1609" w="1274">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8" name="Google Shape;20028;p95"/>
            <p:cNvSpPr/>
            <p:nvPr/>
          </p:nvSpPr>
          <p:spPr>
            <a:xfrm>
              <a:off x="6669900" y="1608255"/>
              <a:ext cx="109110" cy="84715"/>
            </a:xfrm>
            <a:custGeom>
              <a:rect b="b" l="l" r="r" t="t"/>
              <a:pathLst>
                <a:path extrusionOk="0" h="3226" w="4155">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9" name="Google Shape;20029;p95"/>
            <p:cNvSpPr/>
            <p:nvPr/>
          </p:nvSpPr>
          <p:spPr>
            <a:xfrm>
              <a:off x="6706086" y="1608255"/>
              <a:ext cx="36974" cy="24422"/>
            </a:xfrm>
            <a:custGeom>
              <a:rect b="b" l="l" r="r" t="t"/>
              <a:pathLst>
                <a:path extrusionOk="0" h="930" w="1408">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0" name="Google Shape;20030;p95"/>
            <p:cNvSpPr/>
            <p:nvPr/>
          </p:nvSpPr>
          <p:spPr>
            <a:xfrm>
              <a:off x="6669900" y="1640188"/>
              <a:ext cx="109110" cy="52783"/>
            </a:xfrm>
            <a:custGeom>
              <a:rect b="b" l="l" r="r" t="t"/>
              <a:pathLst>
                <a:path extrusionOk="0" h="2010" w="4155">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1" name="Google Shape;20031;p95"/>
            <p:cNvSpPr/>
            <p:nvPr/>
          </p:nvSpPr>
          <p:spPr>
            <a:xfrm>
              <a:off x="6681953" y="1523567"/>
              <a:ext cx="84741" cy="84715"/>
            </a:xfrm>
            <a:custGeom>
              <a:rect b="b" l="l" r="r" t="t"/>
              <a:pathLst>
                <a:path extrusionOk="0" h="3226" w="3227">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2" name="Google Shape;20032;p95"/>
            <p:cNvSpPr/>
            <p:nvPr/>
          </p:nvSpPr>
          <p:spPr>
            <a:xfrm>
              <a:off x="6697552" y="1523567"/>
              <a:ext cx="70902" cy="76180"/>
            </a:xfrm>
            <a:custGeom>
              <a:rect b="b" l="l" r="r" t="t"/>
              <a:pathLst>
                <a:path extrusionOk="0" h="2901" w="270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3" name="Google Shape;20033;p95"/>
            <p:cNvSpPr/>
            <p:nvPr/>
          </p:nvSpPr>
          <p:spPr>
            <a:xfrm>
              <a:off x="6687993" y="1560909"/>
              <a:ext cx="72661" cy="59453"/>
            </a:xfrm>
            <a:custGeom>
              <a:rect b="b" l="l" r="r" t="t"/>
              <a:pathLst>
                <a:path extrusionOk="0" h="2264" w="2767">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4" name="Google Shape;20034;p95"/>
            <p:cNvSpPr/>
            <p:nvPr/>
          </p:nvSpPr>
          <p:spPr>
            <a:xfrm>
              <a:off x="6688256" y="1560909"/>
              <a:ext cx="72661" cy="58954"/>
            </a:xfrm>
            <a:custGeom>
              <a:rect b="b" l="l" r="r" t="t"/>
              <a:pathLst>
                <a:path extrusionOk="0" h="2245" w="2767">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5" name="Google Shape;20035;p95"/>
            <p:cNvSpPr/>
            <p:nvPr/>
          </p:nvSpPr>
          <p:spPr>
            <a:xfrm>
              <a:off x="6669900" y="1652503"/>
              <a:ext cx="24396" cy="40467"/>
            </a:xfrm>
            <a:custGeom>
              <a:rect b="b" l="l" r="r" t="t"/>
              <a:pathLst>
                <a:path extrusionOk="0" h="1541" w="929">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6" name="Google Shape;20036;p95"/>
            <p:cNvSpPr/>
            <p:nvPr/>
          </p:nvSpPr>
          <p:spPr>
            <a:xfrm>
              <a:off x="6754588" y="1652503"/>
              <a:ext cx="24422" cy="40467"/>
            </a:xfrm>
            <a:custGeom>
              <a:rect b="b" l="l" r="r" t="t"/>
              <a:pathLst>
                <a:path extrusionOk="0" h="1541" w="93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7" name="Google Shape;20037;p95"/>
            <p:cNvSpPr/>
            <p:nvPr/>
          </p:nvSpPr>
          <p:spPr>
            <a:xfrm>
              <a:off x="6767797" y="1578004"/>
              <a:ext cx="201440" cy="110791"/>
            </a:xfrm>
            <a:custGeom>
              <a:rect b="b" l="l" r="r" t="t"/>
              <a:pathLst>
                <a:path extrusionOk="0" h="4219" w="7671">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8" name="Google Shape;20038;p95"/>
            <p:cNvSpPr/>
            <p:nvPr/>
          </p:nvSpPr>
          <p:spPr>
            <a:xfrm>
              <a:off x="6711128" y="1710617"/>
              <a:ext cx="199917" cy="109557"/>
            </a:xfrm>
            <a:custGeom>
              <a:rect b="b" l="l" r="r" t="t"/>
              <a:pathLst>
                <a:path extrusionOk="0" h="4172" w="7613">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9" name="Google Shape;20039;p95"/>
            <p:cNvSpPr/>
            <p:nvPr/>
          </p:nvSpPr>
          <p:spPr>
            <a:xfrm>
              <a:off x="6893819" y="1795988"/>
              <a:ext cx="121164" cy="78701"/>
            </a:xfrm>
            <a:custGeom>
              <a:rect b="b" l="l" r="r" t="t"/>
              <a:pathLst>
                <a:path extrusionOk="0" h="2997" w="4614">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0" name="Google Shape;20040;p95"/>
            <p:cNvSpPr/>
            <p:nvPr/>
          </p:nvSpPr>
          <p:spPr>
            <a:xfrm>
              <a:off x="6893819" y="1812584"/>
              <a:ext cx="121164" cy="62105"/>
            </a:xfrm>
            <a:custGeom>
              <a:rect b="b" l="l" r="r" t="t"/>
              <a:pathLst>
                <a:path extrusionOk="0" h="2365" w="4614">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1" name="Google Shape;20041;p95"/>
            <p:cNvSpPr/>
            <p:nvPr/>
          </p:nvSpPr>
          <p:spPr>
            <a:xfrm>
              <a:off x="6912175" y="1711063"/>
              <a:ext cx="30173" cy="66622"/>
            </a:xfrm>
            <a:custGeom>
              <a:rect b="b" l="l" r="r" t="t"/>
              <a:pathLst>
                <a:path extrusionOk="0" h="2537" w="1149">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2" name="Google Shape;20042;p95"/>
            <p:cNvSpPr/>
            <p:nvPr/>
          </p:nvSpPr>
          <p:spPr>
            <a:xfrm>
              <a:off x="6924228" y="1705260"/>
              <a:ext cx="72661" cy="72425"/>
            </a:xfrm>
            <a:custGeom>
              <a:rect b="b" l="l" r="r" t="t"/>
              <a:pathLst>
                <a:path extrusionOk="0" h="2758" w="2767">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3" name="Google Shape;20043;p95"/>
            <p:cNvSpPr/>
            <p:nvPr/>
          </p:nvSpPr>
          <p:spPr>
            <a:xfrm>
              <a:off x="6936307" y="1795988"/>
              <a:ext cx="36213" cy="14679"/>
            </a:xfrm>
            <a:custGeom>
              <a:rect b="b" l="l" r="r" t="t"/>
              <a:pathLst>
                <a:path extrusionOk="0" h="559" w="1379">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4" name="Google Shape;20044;p95"/>
            <p:cNvSpPr/>
            <p:nvPr/>
          </p:nvSpPr>
          <p:spPr>
            <a:xfrm>
              <a:off x="6918214" y="1735433"/>
              <a:ext cx="72635" cy="66622"/>
            </a:xfrm>
            <a:custGeom>
              <a:rect b="b" l="l" r="r" t="t"/>
              <a:pathLst>
                <a:path extrusionOk="0" h="2537" w="2766">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5" name="Google Shape;20045;p95"/>
            <p:cNvSpPr/>
            <p:nvPr/>
          </p:nvSpPr>
          <p:spPr>
            <a:xfrm>
              <a:off x="6917952" y="1735433"/>
              <a:ext cx="72661" cy="65125"/>
            </a:xfrm>
            <a:custGeom>
              <a:rect b="b" l="l" r="r" t="t"/>
              <a:pathLst>
                <a:path extrusionOk="0" h="2480" w="2767">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6" name="Google Shape;20046;p95"/>
            <p:cNvSpPr/>
            <p:nvPr/>
          </p:nvSpPr>
          <p:spPr>
            <a:xfrm>
              <a:off x="6893819" y="1825898"/>
              <a:ext cx="24422" cy="48528"/>
            </a:xfrm>
            <a:custGeom>
              <a:rect b="b" l="l" r="r" t="t"/>
              <a:pathLst>
                <a:path extrusionOk="0" h="1848" w="93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7" name="Google Shape;20047;p95"/>
            <p:cNvSpPr/>
            <p:nvPr/>
          </p:nvSpPr>
          <p:spPr>
            <a:xfrm>
              <a:off x="6990587" y="1825898"/>
              <a:ext cx="24396" cy="48528"/>
            </a:xfrm>
            <a:custGeom>
              <a:rect b="b" l="l" r="r" t="t"/>
              <a:pathLst>
                <a:path extrusionOk="0" h="1848" w="929">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48" name="Google Shape;20048;p95"/>
          <p:cNvGrpSpPr/>
          <p:nvPr/>
        </p:nvGrpSpPr>
        <p:grpSpPr>
          <a:xfrm>
            <a:off x="7112390" y="1365600"/>
            <a:ext cx="333003" cy="344085"/>
            <a:chOff x="7117003" y="1518000"/>
            <a:chExt cx="333003" cy="344085"/>
          </a:xfrm>
        </p:grpSpPr>
        <p:sp>
          <p:nvSpPr>
            <p:cNvPr id="20049" name="Google Shape;20049;p95"/>
            <p:cNvSpPr/>
            <p:nvPr/>
          </p:nvSpPr>
          <p:spPr>
            <a:xfrm>
              <a:off x="7161645" y="1518000"/>
              <a:ext cx="241119" cy="57116"/>
            </a:xfrm>
            <a:custGeom>
              <a:rect b="b" l="l" r="r" t="t"/>
              <a:pathLst>
                <a:path extrusionOk="0" h="2175" w="9182">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0" name="Google Shape;20050;p95"/>
            <p:cNvSpPr/>
            <p:nvPr/>
          </p:nvSpPr>
          <p:spPr>
            <a:xfrm>
              <a:off x="7168525" y="1808068"/>
              <a:ext cx="232217" cy="54017"/>
            </a:xfrm>
            <a:custGeom>
              <a:rect b="b" l="l" r="r" t="t"/>
              <a:pathLst>
                <a:path extrusionOk="0" h="2057" w="8843">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1" name="Google Shape;20051;p95"/>
            <p:cNvSpPr/>
            <p:nvPr/>
          </p:nvSpPr>
          <p:spPr>
            <a:xfrm>
              <a:off x="7174801" y="1735931"/>
              <a:ext cx="25157" cy="20141"/>
            </a:xfrm>
            <a:custGeom>
              <a:rect b="b" l="l" r="r" t="t"/>
              <a:pathLst>
                <a:path extrusionOk="0" h="767" w="958">
                  <a:moveTo>
                    <a:pt x="479" y="0"/>
                  </a:moveTo>
                  <a:lnTo>
                    <a:pt x="0" y="355"/>
                  </a:lnTo>
                  <a:lnTo>
                    <a:pt x="173" y="766"/>
                  </a:lnTo>
                  <a:lnTo>
                    <a:pt x="804" y="766"/>
                  </a:lnTo>
                  <a:lnTo>
                    <a:pt x="957" y="355"/>
                  </a:lnTo>
                  <a:lnTo>
                    <a:pt x="47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2" name="Google Shape;20052;p95"/>
            <p:cNvSpPr/>
            <p:nvPr/>
          </p:nvSpPr>
          <p:spPr>
            <a:xfrm>
              <a:off x="7173803" y="1756047"/>
              <a:ext cx="27652" cy="35714"/>
            </a:xfrm>
            <a:custGeom>
              <a:rect b="b" l="l" r="r" t="t"/>
              <a:pathLst>
                <a:path extrusionOk="0" h="1360" w="1053">
                  <a:moveTo>
                    <a:pt x="211" y="0"/>
                  </a:moveTo>
                  <a:lnTo>
                    <a:pt x="220" y="29"/>
                  </a:lnTo>
                  <a:lnTo>
                    <a:pt x="0" y="1359"/>
                  </a:lnTo>
                  <a:lnTo>
                    <a:pt x="1053" y="1359"/>
                  </a:lnTo>
                  <a:lnTo>
                    <a:pt x="833" y="29"/>
                  </a:lnTo>
                  <a:lnTo>
                    <a:pt x="842"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3" name="Google Shape;20053;p95"/>
            <p:cNvSpPr/>
            <p:nvPr/>
          </p:nvSpPr>
          <p:spPr>
            <a:xfrm>
              <a:off x="7159964" y="1726373"/>
              <a:ext cx="23161" cy="65387"/>
            </a:xfrm>
            <a:custGeom>
              <a:rect b="b" l="l" r="r" t="t"/>
              <a:pathLst>
                <a:path extrusionOk="0" h="2490" w="882">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4" name="Google Shape;20054;p95"/>
            <p:cNvSpPr/>
            <p:nvPr/>
          </p:nvSpPr>
          <p:spPr>
            <a:xfrm>
              <a:off x="7192132" y="1725874"/>
              <a:ext cx="23398" cy="65886"/>
            </a:xfrm>
            <a:custGeom>
              <a:rect b="b" l="l" r="r" t="t"/>
              <a:pathLst>
                <a:path extrusionOk="0" h="2509" w="891">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5" name="Google Shape;20055;p95"/>
            <p:cNvSpPr/>
            <p:nvPr/>
          </p:nvSpPr>
          <p:spPr>
            <a:xfrm>
              <a:off x="7155447" y="1714057"/>
              <a:ext cx="63864" cy="37368"/>
            </a:xfrm>
            <a:custGeom>
              <a:rect b="b" l="l" r="r" t="t"/>
              <a:pathLst>
                <a:path extrusionOk="0" h="1423" w="2432">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6" name="Google Shape;20056;p95"/>
            <p:cNvSpPr/>
            <p:nvPr/>
          </p:nvSpPr>
          <p:spPr>
            <a:xfrm>
              <a:off x="7142133" y="1596202"/>
              <a:ext cx="90755" cy="64101"/>
            </a:xfrm>
            <a:custGeom>
              <a:rect b="b" l="l" r="r" t="t"/>
              <a:pathLst>
                <a:path extrusionOk="0" h="2441" w="3456">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7" name="Google Shape;20057;p95"/>
            <p:cNvSpPr/>
            <p:nvPr/>
          </p:nvSpPr>
          <p:spPr>
            <a:xfrm>
              <a:off x="7142133" y="1596202"/>
              <a:ext cx="49264" cy="64101"/>
            </a:xfrm>
            <a:custGeom>
              <a:rect b="b" l="l" r="r" t="t"/>
              <a:pathLst>
                <a:path extrusionOk="0" h="2441" w="1876">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8" name="Google Shape;20058;p95"/>
            <p:cNvSpPr/>
            <p:nvPr/>
          </p:nvSpPr>
          <p:spPr>
            <a:xfrm>
              <a:off x="7220546" y="1653685"/>
              <a:ext cx="19879" cy="26733"/>
            </a:xfrm>
            <a:custGeom>
              <a:rect b="b" l="l" r="r" t="t"/>
              <a:pathLst>
                <a:path extrusionOk="0" h="1018" w="757">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9" name="Google Shape;20059;p95"/>
            <p:cNvSpPr/>
            <p:nvPr/>
          </p:nvSpPr>
          <p:spPr>
            <a:xfrm>
              <a:off x="7134833" y="1653738"/>
              <a:ext cx="19879" cy="26628"/>
            </a:xfrm>
            <a:custGeom>
              <a:rect b="b" l="l" r="r" t="t"/>
              <a:pathLst>
                <a:path extrusionOk="0" h="1014" w="757">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0" name="Google Shape;20060;p95"/>
            <p:cNvSpPr/>
            <p:nvPr/>
          </p:nvSpPr>
          <p:spPr>
            <a:xfrm>
              <a:off x="7171019" y="1700349"/>
              <a:ext cx="33219" cy="38130"/>
            </a:xfrm>
            <a:custGeom>
              <a:rect b="b" l="l" r="r" t="t"/>
              <a:pathLst>
                <a:path extrusionOk="0" h="1452" w="1265">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1" name="Google Shape;20061;p95"/>
            <p:cNvSpPr/>
            <p:nvPr/>
          </p:nvSpPr>
          <p:spPr>
            <a:xfrm>
              <a:off x="7171019" y="1700428"/>
              <a:ext cx="20378" cy="38051"/>
            </a:xfrm>
            <a:custGeom>
              <a:rect b="b" l="l" r="r" t="t"/>
              <a:pathLst>
                <a:path extrusionOk="0" h="1449" w="776">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2" name="Google Shape;20062;p95"/>
            <p:cNvSpPr/>
            <p:nvPr/>
          </p:nvSpPr>
          <p:spPr>
            <a:xfrm>
              <a:off x="7151928" y="1633728"/>
              <a:ext cx="71401" cy="76338"/>
            </a:xfrm>
            <a:custGeom>
              <a:rect b="b" l="l" r="r" t="t"/>
              <a:pathLst>
                <a:path extrusionOk="0" h="2907" w="2719">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3" name="Google Shape;20063;p95"/>
            <p:cNvSpPr/>
            <p:nvPr/>
          </p:nvSpPr>
          <p:spPr>
            <a:xfrm>
              <a:off x="7151928" y="1633728"/>
              <a:ext cx="51785" cy="76338"/>
            </a:xfrm>
            <a:custGeom>
              <a:rect b="b" l="l" r="r" t="t"/>
              <a:pathLst>
                <a:path extrusionOk="0" h="2907" w="1972">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4" name="Google Shape;20064;p95"/>
            <p:cNvSpPr/>
            <p:nvPr/>
          </p:nvSpPr>
          <p:spPr>
            <a:xfrm>
              <a:off x="7117003" y="1723353"/>
              <a:ext cx="61081" cy="68407"/>
            </a:xfrm>
            <a:custGeom>
              <a:rect b="b" l="l" r="r" t="t"/>
              <a:pathLst>
                <a:path extrusionOk="0" h="2605" w="2326">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5" name="Google Shape;20065;p95"/>
            <p:cNvSpPr/>
            <p:nvPr/>
          </p:nvSpPr>
          <p:spPr>
            <a:xfrm>
              <a:off x="7197174" y="1723616"/>
              <a:ext cx="60319" cy="68145"/>
            </a:xfrm>
            <a:custGeom>
              <a:rect b="b" l="l" r="r" t="t"/>
              <a:pathLst>
                <a:path extrusionOk="0" h="2595" w="2297">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6" name="Google Shape;20066;p95"/>
            <p:cNvSpPr/>
            <p:nvPr/>
          </p:nvSpPr>
          <p:spPr>
            <a:xfrm>
              <a:off x="7136094"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7" name="Google Shape;20067;p95"/>
            <p:cNvSpPr/>
            <p:nvPr/>
          </p:nvSpPr>
          <p:spPr>
            <a:xfrm>
              <a:off x="7227583" y="1759303"/>
              <a:ext cx="11082" cy="32457"/>
            </a:xfrm>
            <a:custGeom>
              <a:rect b="b" l="l" r="r" t="t"/>
              <a:pathLst>
                <a:path extrusionOk="0" h="1236" w="422">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8" name="Google Shape;20068;p95"/>
            <p:cNvSpPr/>
            <p:nvPr/>
          </p:nvSpPr>
          <p:spPr>
            <a:xfrm>
              <a:off x="7117003" y="1723353"/>
              <a:ext cx="42988" cy="68407"/>
            </a:xfrm>
            <a:custGeom>
              <a:rect b="b" l="l" r="r" t="t"/>
              <a:pathLst>
                <a:path extrusionOk="0" h="2605" w="1637">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9" name="Google Shape;20069;p95"/>
            <p:cNvSpPr/>
            <p:nvPr/>
          </p:nvSpPr>
          <p:spPr>
            <a:xfrm>
              <a:off x="7367313" y="1735931"/>
              <a:ext cx="25393" cy="20141"/>
            </a:xfrm>
            <a:custGeom>
              <a:rect b="b" l="l" r="r" t="t"/>
              <a:pathLst>
                <a:path extrusionOk="0" h="767" w="967">
                  <a:moveTo>
                    <a:pt x="488" y="0"/>
                  </a:moveTo>
                  <a:lnTo>
                    <a:pt x="0" y="355"/>
                  </a:lnTo>
                  <a:lnTo>
                    <a:pt x="172" y="766"/>
                  </a:lnTo>
                  <a:lnTo>
                    <a:pt x="814" y="766"/>
                  </a:lnTo>
                  <a:lnTo>
                    <a:pt x="967" y="355"/>
                  </a:lnTo>
                  <a:lnTo>
                    <a:pt x="488"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0" name="Google Shape;20070;p95"/>
            <p:cNvSpPr/>
            <p:nvPr/>
          </p:nvSpPr>
          <p:spPr>
            <a:xfrm>
              <a:off x="7366551" y="1756047"/>
              <a:ext cx="27415" cy="35714"/>
            </a:xfrm>
            <a:custGeom>
              <a:rect b="b" l="l" r="r" t="t"/>
              <a:pathLst>
                <a:path extrusionOk="0" h="1360" w="1044">
                  <a:moveTo>
                    <a:pt x="201" y="0"/>
                  </a:moveTo>
                  <a:lnTo>
                    <a:pt x="221" y="29"/>
                  </a:lnTo>
                  <a:lnTo>
                    <a:pt x="0" y="1359"/>
                  </a:lnTo>
                  <a:lnTo>
                    <a:pt x="1044" y="1359"/>
                  </a:lnTo>
                  <a:lnTo>
                    <a:pt x="833" y="29"/>
                  </a:lnTo>
                  <a:lnTo>
                    <a:pt x="843"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1" name="Google Shape;20071;p95"/>
            <p:cNvSpPr/>
            <p:nvPr/>
          </p:nvSpPr>
          <p:spPr>
            <a:xfrm>
              <a:off x="7352476" y="1726373"/>
              <a:ext cx="23398" cy="65387"/>
            </a:xfrm>
            <a:custGeom>
              <a:rect b="b" l="l" r="r" t="t"/>
              <a:pathLst>
                <a:path extrusionOk="0" h="2490" w="891">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2" name="Google Shape;20072;p95"/>
            <p:cNvSpPr/>
            <p:nvPr/>
          </p:nvSpPr>
          <p:spPr>
            <a:xfrm>
              <a:off x="7384907" y="1725874"/>
              <a:ext cx="23398" cy="65886"/>
            </a:xfrm>
            <a:custGeom>
              <a:rect b="b" l="l" r="r" t="t"/>
              <a:pathLst>
                <a:path extrusionOk="0" h="2509" w="891">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3" name="Google Shape;20073;p95"/>
            <p:cNvSpPr/>
            <p:nvPr/>
          </p:nvSpPr>
          <p:spPr>
            <a:xfrm>
              <a:off x="7348196" y="1714057"/>
              <a:ext cx="63628" cy="37368"/>
            </a:xfrm>
            <a:custGeom>
              <a:rect b="b" l="l" r="r" t="t"/>
              <a:pathLst>
                <a:path extrusionOk="0" h="1423" w="2423">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4" name="Google Shape;20074;p95"/>
            <p:cNvSpPr/>
            <p:nvPr/>
          </p:nvSpPr>
          <p:spPr>
            <a:xfrm>
              <a:off x="7334882" y="1596202"/>
              <a:ext cx="90755" cy="64101"/>
            </a:xfrm>
            <a:custGeom>
              <a:rect b="b" l="l" r="r" t="t"/>
              <a:pathLst>
                <a:path extrusionOk="0" h="2441" w="3456">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5" name="Google Shape;20075;p95"/>
            <p:cNvSpPr/>
            <p:nvPr/>
          </p:nvSpPr>
          <p:spPr>
            <a:xfrm>
              <a:off x="7334645" y="1596202"/>
              <a:ext cx="49264" cy="64101"/>
            </a:xfrm>
            <a:custGeom>
              <a:rect b="b" l="l" r="r" t="t"/>
              <a:pathLst>
                <a:path extrusionOk="0" h="2441" w="1876">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6" name="Google Shape;20076;p95"/>
            <p:cNvSpPr/>
            <p:nvPr/>
          </p:nvSpPr>
          <p:spPr>
            <a:xfrm>
              <a:off x="7413294" y="1653685"/>
              <a:ext cx="19879" cy="26733"/>
            </a:xfrm>
            <a:custGeom>
              <a:rect b="b" l="l" r="r" t="t"/>
              <a:pathLst>
                <a:path extrusionOk="0" h="1018" w="757">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7" name="Google Shape;20077;p95"/>
            <p:cNvSpPr/>
            <p:nvPr/>
          </p:nvSpPr>
          <p:spPr>
            <a:xfrm>
              <a:off x="7327345" y="1653738"/>
              <a:ext cx="20141" cy="26628"/>
            </a:xfrm>
            <a:custGeom>
              <a:rect b="b" l="l" r="r" t="t"/>
              <a:pathLst>
                <a:path extrusionOk="0" h="1014" w="767">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8" name="Google Shape;20078;p95"/>
            <p:cNvSpPr/>
            <p:nvPr/>
          </p:nvSpPr>
          <p:spPr>
            <a:xfrm>
              <a:off x="7363794" y="1700349"/>
              <a:ext cx="33193" cy="38130"/>
            </a:xfrm>
            <a:custGeom>
              <a:rect b="b" l="l" r="r" t="t"/>
              <a:pathLst>
                <a:path extrusionOk="0" h="1452" w="1264">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9" name="Google Shape;20079;p95"/>
            <p:cNvSpPr/>
            <p:nvPr/>
          </p:nvSpPr>
          <p:spPr>
            <a:xfrm>
              <a:off x="7363531" y="1700428"/>
              <a:ext cx="20640" cy="38051"/>
            </a:xfrm>
            <a:custGeom>
              <a:rect b="b" l="l" r="r" t="t"/>
              <a:pathLst>
                <a:path extrusionOk="0" h="1449" w="786">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0" name="Google Shape;20080;p95"/>
            <p:cNvSpPr/>
            <p:nvPr/>
          </p:nvSpPr>
          <p:spPr>
            <a:xfrm>
              <a:off x="7344677" y="1633728"/>
              <a:ext cx="71401" cy="76338"/>
            </a:xfrm>
            <a:custGeom>
              <a:rect b="b" l="l" r="r" t="t"/>
              <a:pathLst>
                <a:path extrusionOk="0" h="2907" w="2719">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1" name="Google Shape;20081;p95"/>
            <p:cNvSpPr/>
            <p:nvPr/>
          </p:nvSpPr>
          <p:spPr>
            <a:xfrm>
              <a:off x="7344677" y="1633728"/>
              <a:ext cx="51811" cy="76338"/>
            </a:xfrm>
            <a:custGeom>
              <a:rect b="b" l="l" r="r" t="t"/>
              <a:pathLst>
                <a:path extrusionOk="0" h="2907" w="1973">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2" name="Google Shape;20082;p95"/>
            <p:cNvSpPr/>
            <p:nvPr/>
          </p:nvSpPr>
          <p:spPr>
            <a:xfrm>
              <a:off x="7309751" y="1723353"/>
              <a:ext cx="61107" cy="68407"/>
            </a:xfrm>
            <a:custGeom>
              <a:rect b="b" l="l" r="r" t="t"/>
              <a:pathLst>
                <a:path extrusionOk="0" h="2605" w="2327">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3" name="Google Shape;20083;p95"/>
            <p:cNvSpPr/>
            <p:nvPr/>
          </p:nvSpPr>
          <p:spPr>
            <a:xfrm>
              <a:off x="7389660" y="1723616"/>
              <a:ext cx="60345" cy="68145"/>
            </a:xfrm>
            <a:custGeom>
              <a:rect b="b" l="l" r="r" t="t"/>
              <a:pathLst>
                <a:path extrusionOk="0" h="2595" w="2298">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4" name="Google Shape;20084;p95"/>
            <p:cNvSpPr/>
            <p:nvPr/>
          </p:nvSpPr>
          <p:spPr>
            <a:xfrm>
              <a:off x="7328842" y="1759303"/>
              <a:ext cx="10845" cy="32457"/>
            </a:xfrm>
            <a:custGeom>
              <a:rect b="b" l="l" r="r" t="t"/>
              <a:pathLst>
                <a:path extrusionOk="0" h="1236" w="413">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5" name="Google Shape;20085;p95"/>
            <p:cNvSpPr/>
            <p:nvPr/>
          </p:nvSpPr>
          <p:spPr>
            <a:xfrm>
              <a:off x="7420332"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6" name="Google Shape;20086;p95"/>
            <p:cNvSpPr/>
            <p:nvPr/>
          </p:nvSpPr>
          <p:spPr>
            <a:xfrm>
              <a:off x="7309751" y="1723353"/>
              <a:ext cx="42751" cy="68407"/>
            </a:xfrm>
            <a:custGeom>
              <a:rect b="b" l="l" r="r" t="t"/>
              <a:pathLst>
                <a:path extrusionOk="0" h="2605" w="1628">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87" name="Google Shape;20087;p95"/>
          <p:cNvGrpSpPr/>
          <p:nvPr/>
        </p:nvGrpSpPr>
        <p:grpSpPr>
          <a:xfrm>
            <a:off x="7551431" y="1347559"/>
            <a:ext cx="337283" cy="380192"/>
            <a:chOff x="7556043" y="1499959"/>
            <a:chExt cx="337283" cy="380192"/>
          </a:xfrm>
        </p:grpSpPr>
        <p:sp>
          <p:nvSpPr>
            <p:cNvPr id="20088" name="Google Shape;20088;p95"/>
            <p:cNvSpPr/>
            <p:nvPr/>
          </p:nvSpPr>
          <p:spPr>
            <a:xfrm>
              <a:off x="7556043" y="1499959"/>
              <a:ext cx="337283" cy="380140"/>
            </a:xfrm>
            <a:custGeom>
              <a:rect b="b" l="l" r="r" t="t"/>
              <a:pathLst>
                <a:path extrusionOk="0" h="14476" w="12844">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9" name="Google Shape;20089;p95"/>
            <p:cNvSpPr/>
            <p:nvPr/>
          </p:nvSpPr>
          <p:spPr>
            <a:xfrm>
              <a:off x="7714628" y="1552479"/>
              <a:ext cx="178699" cy="327672"/>
            </a:xfrm>
            <a:custGeom>
              <a:rect b="b" l="l" r="r" t="t"/>
              <a:pathLst>
                <a:path extrusionOk="0" h="12478" w="6805">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0" name="Google Shape;20090;p95"/>
            <p:cNvSpPr/>
            <p:nvPr/>
          </p:nvSpPr>
          <p:spPr>
            <a:xfrm>
              <a:off x="7588974" y="1536382"/>
              <a:ext cx="271450" cy="305824"/>
            </a:xfrm>
            <a:custGeom>
              <a:rect b="b" l="l" r="r" t="t"/>
              <a:pathLst>
                <a:path extrusionOk="0" h="11646" w="10337">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1" name="Google Shape;20091;p95"/>
            <p:cNvSpPr/>
            <p:nvPr/>
          </p:nvSpPr>
          <p:spPr>
            <a:xfrm>
              <a:off x="7719906" y="1577846"/>
              <a:ext cx="140517" cy="264281"/>
            </a:xfrm>
            <a:custGeom>
              <a:rect b="b" l="l" r="r" t="t"/>
              <a:pathLst>
                <a:path extrusionOk="0" h="10064" w="5351">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2" name="Google Shape;20092;p95"/>
            <p:cNvSpPr/>
            <p:nvPr/>
          </p:nvSpPr>
          <p:spPr>
            <a:xfrm>
              <a:off x="7657565" y="1674352"/>
              <a:ext cx="134477" cy="90518"/>
            </a:xfrm>
            <a:custGeom>
              <a:rect b="b" l="l" r="r" t="t"/>
              <a:pathLst>
                <a:path extrusionOk="0" h="3447" w="5121">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3" name="Google Shape;20093;p95"/>
            <p:cNvSpPr/>
            <p:nvPr/>
          </p:nvSpPr>
          <p:spPr>
            <a:xfrm>
              <a:off x="7714365" y="1674352"/>
              <a:ext cx="77677" cy="90518"/>
            </a:xfrm>
            <a:custGeom>
              <a:rect b="b" l="l" r="r" t="t"/>
              <a:pathLst>
                <a:path extrusionOk="0" h="3447" w="2958">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4" name="Google Shape;20094;p95"/>
            <p:cNvSpPr/>
            <p:nvPr/>
          </p:nvSpPr>
          <p:spPr>
            <a:xfrm>
              <a:off x="7709586" y="1680076"/>
              <a:ext cx="30199" cy="17437"/>
            </a:xfrm>
            <a:custGeom>
              <a:rect b="b" l="l" r="r" t="t"/>
              <a:pathLst>
                <a:path extrusionOk="0" h="664" w="115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5" name="Google Shape;20095;p95"/>
            <p:cNvSpPr/>
            <p:nvPr/>
          </p:nvSpPr>
          <p:spPr>
            <a:xfrm>
              <a:off x="7702811" y="1690686"/>
              <a:ext cx="43749" cy="62866"/>
            </a:xfrm>
            <a:custGeom>
              <a:rect b="b" l="l" r="r" t="t"/>
              <a:pathLst>
                <a:path extrusionOk="0" h="2394" w="1666">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6" name="Google Shape;20096;p95"/>
            <p:cNvSpPr/>
            <p:nvPr/>
          </p:nvSpPr>
          <p:spPr>
            <a:xfrm>
              <a:off x="7714365" y="1690922"/>
              <a:ext cx="31958" cy="62630"/>
            </a:xfrm>
            <a:custGeom>
              <a:rect b="b" l="l" r="r" t="t"/>
              <a:pathLst>
                <a:path extrusionOk="0" h="2385" w="1217">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7" name="Google Shape;20097;p95"/>
            <p:cNvSpPr/>
            <p:nvPr/>
          </p:nvSpPr>
          <p:spPr>
            <a:xfrm>
              <a:off x="7701813" y="1674352"/>
              <a:ext cx="45745" cy="23161"/>
            </a:xfrm>
            <a:custGeom>
              <a:rect b="b" l="l" r="r" t="t"/>
              <a:pathLst>
                <a:path extrusionOk="0" h="882" w="1742">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8" name="Google Shape;20098;p95"/>
            <p:cNvSpPr/>
            <p:nvPr/>
          </p:nvSpPr>
          <p:spPr>
            <a:xfrm>
              <a:off x="7720667" y="1674851"/>
              <a:ext cx="26890" cy="22662"/>
            </a:xfrm>
            <a:custGeom>
              <a:rect b="b" l="l" r="r" t="t"/>
              <a:pathLst>
                <a:path extrusionOk="0" h="863" w="1024">
                  <a:moveTo>
                    <a:pt x="431" y="1"/>
                  </a:moveTo>
                  <a:lnTo>
                    <a:pt x="0" y="862"/>
                  </a:lnTo>
                  <a:lnTo>
                    <a:pt x="660" y="862"/>
                  </a:lnTo>
                  <a:lnTo>
                    <a:pt x="1024" y="144"/>
                  </a:lnTo>
                  <a:cubicBezTo>
                    <a:pt x="833" y="68"/>
                    <a:pt x="632" y="30"/>
                    <a:pt x="43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9" name="Google Shape;20099;p95"/>
            <p:cNvSpPr/>
            <p:nvPr/>
          </p:nvSpPr>
          <p:spPr>
            <a:xfrm>
              <a:off x="7689733" y="1590162"/>
              <a:ext cx="69904" cy="95534"/>
            </a:xfrm>
            <a:custGeom>
              <a:rect b="b" l="l" r="r" t="t"/>
              <a:pathLst>
                <a:path extrusionOk="0" h="3638" w="2662">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0" name="Google Shape;20100;p95"/>
            <p:cNvSpPr/>
            <p:nvPr/>
          </p:nvSpPr>
          <p:spPr>
            <a:xfrm>
              <a:off x="7714365" y="1590162"/>
              <a:ext cx="45272" cy="95534"/>
            </a:xfrm>
            <a:custGeom>
              <a:rect b="b" l="l" r="r" t="t"/>
              <a:pathLst>
                <a:path extrusionOk="0" h="3638" w="1724">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1" name="Google Shape;20101;p95"/>
            <p:cNvSpPr/>
            <p:nvPr/>
          </p:nvSpPr>
          <p:spPr>
            <a:xfrm>
              <a:off x="7689733" y="1591423"/>
              <a:ext cx="69904" cy="46533"/>
            </a:xfrm>
            <a:custGeom>
              <a:rect b="b" l="l" r="r" t="t"/>
              <a:pathLst>
                <a:path extrusionOk="0" h="1772" w="2662">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102" name="Google Shape;20102;p95"/>
          <p:cNvGrpSpPr/>
          <p:nvPr/>
        </p:nvGrpSpPr>
        <p:grpSpPr>
          <a:xfrm>
            <a:off x="4859833" y="3187807"/>
            <a:ext cx="395607" cy="387414"/>
            <a:chOff x="4864446" y="3340207"/>
            <a:chExt cx="395607" cy="387414"/>
          </a:xfrm>
        </p:grpSpPr>
        <p:sp>
          <p:nvSpPr>
            <p:cNvPr id="20103" name="Google Shape;20103;p95"/>
            <p:cNvSpPr/>
            <p:nvPr/>
          </p:nvSpPr>
          <p:spPr>
            <a:xfrm>
              <a:off x="4939077" y="3412948"/>
              <a:ext cx="246581" cy="246581"/>
            </a:xfrm>
            <a:custGeom>
              <a:rect b="b" l="l" r="r" t="t"/>
              <a:pathLst>
                <a:path extrusionOk="0" h="9390" w="939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4" name="Google Shape;20104;p95"/>
            <p:cNvSpPr/>
            <p:nvPr/>
          </p:nvSpPr>
          <p:spPr>
            <a:xfrm>
              <a:off x="4988341" y="3499159"/>
              <a:ext cx="148054" cy="148054"/>
            </a:xfrm>
            <a:custGeom>
              <a:rect b="b" l="l" r="r" t="t"/>
              <a:pathLst>
                <a:path extrusionOk="0" h="5638" w="5638">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5" name="Google Shape;20105;p95"/>
            <p:cNvSpPr/>
            <p:nvPr/>
          </p:nvSpPr>
          <p:spPr>
            <a:xfrm>
              <a:off x="4864446" y="3530067"/>
              <a:ext cx="56564" cy="12342"/>
            </a:xfrm>
            <a:custGeom>
              <a:rect b="b" l="l" r="r" t="t"/>
              <a:pathLst>
                <a:path extrusionOk="0" h="470" w="2154">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6" name="Google Shape;20106;p95"/>
            <p:cNvSpPr/>
            <p:nvPr/>
          </p:nvSpPr>
          <p:spPr>
            <a:xfrm>
              <a:off x="5203463" y="3530067"/>
              <a:ext cx="56590" cy="12342"/>
            </a:xfrm>
            <a:custGeom>
              <a:rect b="b" l="l" r="r" t="t"/>
              <a:pathLst>
                <a:path extrusionOk="0" h="470" w="2155">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7" name="Google Shape;20107;p95"/>
            <p:cNvSpPr/>
            <p:nvPr/>
          </p:nvSpPr>
          <p:spPr>
            <a:xfrm>
              <a:off x="5056197" y="3340207"/>
              <a:ext cx="12342" cy="54437"/>
            </a:xfrm>
            <a:custGeom>
              <a:rect b="b" l="l" r="r" t="t"/>
              <a:pathLst>
                <a:path extrusionOk="0" h="2073" w="47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8" name="Google Shape;20108;p95"/>
            <p:cNvSpPr/>
            <p:nvPr/>
          </p:nvSpPr>
          <p:spPr>
            <a:xfrm>
              <a:off x="4968488" y="3658557"/>
              <a:ext cx="28597" cy="33376"/>
            </a:xfrm>
            <a:custGeom>
              <a:rect b="b" l="l" r="r" t="t"/>
              <a:pathLst>
                <a:path extrusionOk="0" h="1271" w="1089">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9" name="Google Shape;20109;p95"/>
            <p:cNvSpPr/>
            <p:nvPr/>
          </p:nvSpPr>
          <p:spPr>
            <a:xfrm>
              <a:off x="5128832" y="3381068"/>
              <a:ext cx="28387" cy="33166"/>
            </a:xfrm>
            <a:custGeom>
              <a:rect b="b" l="l" r="r" t="t"/>
              <a:pathLst>
                <a:path extrusionOk="0" h="1263" w="1081">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0" name="Google Shape;20110;p95"/>
            <p:cNvSpPr/>
            <p:nvPr/>
          </p:nvSpPr>
          <p:spPr>
            <a:xfrm>
              <a:off x="4903915" y="3443646"/>
              <a:ext cx="38471" cy="24868"/>
            </a:xfrm>
            <a:custGeom>
              <a:rect b="b" l="l" r="r" t="t"/>
              <a:pathLst>
                <a:path extrusionOk="0" h="947" w="1465">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1" name="Google Shape;20111;p95"/>
            <p:cNvSpPr/>
            <p:nvPr/>
          </p:nvSpPr>
          <p:spPr>
            <a:xfrm>
              <a:off x="5181641" y="3603910"/>
              <a:ext cx="38445" cy="24947"/>
            </a:xfrm>
            <a:custGeom>
              <a:rect b="b" l="l" r="r" t="t"/>
              <a:pathLst>
                <a:path extrusionOk="0" h="950" w="1464">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2" name="Google Shape;20112;p95"/>
            <p:cNvSpPr/>
            <p:nvPr/>
          </p:nvSpPr>
          <p:spPr>
            <a:xfrm>
              <a:off x="5127676" y="3658321"/>
              <a:ext cx="28571" cy="33613"/>
            </a:xfrm>
            <a:custGeom>
              <a:rect b="b" l="l" r="r" t="t"/>
              <a:pathLst>
                <a:path extrusionOk="0" h="1280" w="1088">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3" name="Google Shape;20113;p95"/>
            <p:cNvSpPr/>
            <p:nvPr/>
          </p:nvSpPr>
          <p:spPr>
            <a:xfrm>
              <a:off x="4967333" y="3380858"/>
              <a:ext cx="28571" cy="33376"/>
            </a:xfrm>
            <a:custGeom>
              <a:rect b="b" l="l" r="r" t="t"/>
              <a:pathLst>
                <a:path extrusionOk="0" h="1271" w="1088">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4" name="Google Shape;20114;p95"/>
            <p:cNvSpPr/>
            <p:nvPr/>
          </p:nvSpPr>
          <p:spPr>
            <a:xfrm>
              <a:off x="5182350" y="3443646"/>
              <a:ext cx="38471" cy="24868"/>
            </a:xfrm>
            <a:custGeom>
              <a:rect b="b" l="l" r="r" t="t"/>
              <a:pathLst>
                <a:path extrusionOk="0" h="947" w="1465">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5" name="Google Shape;20115;p95"/>
            <p:cNvSpPr/>
            <p:nvPr/>
          </p:nvSpPr>
          <p:spPr>
            <a:xfrm>
              <a:off x="4904650" y="3603910"/>
              <a:ext cx="38445" cy="24947"/>
            </a:xfrm>
            <a:custGeom>
              <a:rect b="b" l="l" r="r" t="t"/>
              <a:pathLst>
                <a:path extrusionOk="0" h="950" w="1464">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6" name="Google Shape;20116;p95"/>
            <p:cNvSpPr/>
            <p:nvPr/>
          </p:nvSpPr>
          <p:spPr>
            <a:xfrm>
              <a:off x="5075839" y="3433037"/>
              <a:ext cx="87209" cy="73948"/>
            </a:xfrm>
            <a:custGeom>
              <a:rect b="b" l="l" r="r" t="t"/>
              <a:pathLst>
                <a:path extrusionOk="0" h="2816" w="3321">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7" name="Google Shape;20117;p95"/>
            <p:cNvSpPr/>
            <p:nvPr/>
          </p:nvSpPr>
          <p:spPr>
            <a:xfrm>
              <a:off x="5025288" y="3585607"/>
              <a:ext cx="74158" cy="111106"/>
            </a:xfrm>
            <a:custGeom>
              <a:rect b="b" l="l" r="r" t="t"/>
              <a:pathLst>
                <a:path extrusionOk="0" h="4231" w="2824">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8" name="Google Shape;20118;p95"/>
            <p:cNvSpPr/>
            <p:nvPr/>
          </p:nvSpPr>
          <p:spPr>
            <a:xfrm>
              <a:off x="5025288" y="3606458"/>
              <a:ext cx="74158" cy="90256"/>
            </a:xfrm>
            <a:custGeom>
              <a:rect b="b" l="l" r="r" t="t"/>
              <a:pathLst>
                <a:path extrusionOk="0" h="3437" w="2824">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9" name="Google Shape;20119;p95"/>
            <p:cNvSpPr/>
            <p:nvPr/>
          </p:nvSpPr>
          <p:spPr>
            <a:xfrm>
              <a:off x="5048660" y="3585607"/>
              <a:ext cx="27678" cy="18382"/>
            </a:xfrm>
            <a:custGeom>
              <a:rect b="b" l="l" r="r" t="t"/>
              <a:pathLst>
                <a:path extrusionOk="0" h="700" w="1054">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0" name="Google Shape;20120;p95"/>
            <p:cNvSpPr/>
            <p:nvPr/>
          </p:nvSpPr>
          <p:spPr>
            <a:xfrm>
              <a:off x="5037604" y="3536343"/>
              <a:ext cx="49526" cy="55330"/>
            </a:xfrm>
            <a:custGeom>
              <a:rect b="b" l="l" r="r" t="t"/>
              <a:pathLst>
                <a:path extrusionOk="0" h="2107" w="1886">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1" name="Google Shape;20121;p95"/>
            <p:cNvSpPr/>
            <p:nvPr/>
          </p:nvSpPr>
          <p:spPr>
            <a:xfrm>
              <a:off x="5037604" y="3536343"/>
              <a:ext cx="33954" cy="55382"/>
            </a:xfrm>
            <a:custGeom>
              <a:rect b="b" l="l" r="r" t="t"/>
              <a:pathLst>
                <a:path extrusionOk="0" h="2109" w="1293">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2" name="Google Shape;20122;p95"/>
            <p:cNvSpPr/>
            <p:nvPr/>
          </p:nvSpPr>
          <p:spPr>
            <a:xfrm>
              <a:off x="5037604" y="3696451"/>
              <a:ext cx="49526" cy="31171"/>
            </a:xfrm>
            <a:custGeom>
              <a:rect b="b" l="l" r="r" t="t"/>
              <a:pathLst>
                <a:path extrusionOk="0" h="1187" w="1886">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3" name="Google Shape;20123;p95"/>
            <p:cNvSpPr/>
            <p:nvPr/>
          </p:nvSpPr>
          <p:spPr>
            <a:xfrm>
              <a:off x="5025288" y="3615255"/>
              <a:ext cx="12342" cy="81222"/>
            </a:xfrm>
            <a:custGeom>
              <a:rect b="b" l="l" r="r" t="t"/>
              <a:pathLst>
                <a:path extrusionOk="0" h="3093" w="47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4" name="Google Shape;20124;p95"/>
            <p:cNvSpPr/>
            <p:nvPr/>
          </p:nvSpPr>
          <p:spPr>
            <a:xfrm>
              <a:off x="5086868" y="3615255"/>
              <a:ext cx="12579" cy="81222"/>
            </a:xfrm>
            <a:custGeom>
              <a:rect b="b" l="l" r="r" t="t"/>
              <a:pathLst>
                <a:path extrusionOk="0" h="3093" w="479">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5" name="Google Shape;20125;p95"/>
            <p:cNvSpPr/>
            <p:nvPr/>
          </p:nvSpPr>
          <p:spPr>
            <a:xfrm>
              <a:off x="5059216" y="3708740"/>
              <a:ext cx="6302" cy="18645"/>
            </a:xfrm>
            <a:custGeom>
              <a:rect b="b" l="l" r="r" t="t"/>
              <a:pathLst>
                <a:path extrusionOk="0" h="710" w="24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6" name="Google Shape;20126;p95"/>
            <p:cNvSpPr/>
            <p:nvPr/>
          </p:nvSpPr>
          <p:spPr>
            <a:xfrm>
              <a:off x="5037604" y="3536343"/>
              <a:ext cx="49526" cy="24658"/>
            </a:xfrm>
            <a:custGeom>
              <a:rect b="b" l="l" r="r" t="t"/>
              <a:pathLst>
                <a:path extrusionOk="0" h="939" w="1886">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7" name="Google Shape;20127;p95"/>
            <p:cNvSpPr/>
            <p:nvPr/>
          </p:nvSpPr>
          <p:spPr>
            <a:xfrm>
              <a:off x="5037604" y="3536343"/>
              <a:ext cx="33954" cy="22400"/>
            </a:xfrm>
            <a:custGeom>
              <a:rect b="b" l="l" r="r" t="t"/>
              <a:pathLst>
                <a:path extrusionOk="0" h="853" w="1293">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128" name="Google Shape;20128;p95"/>
          <p:cNvGrpSpPr/>
          <p:nvPr/>
        </p:nvGrpSpPr>
        <p:grpSpPr>
          <a:xfrm>
            <a:off x="5298375" y="3237439"/>
            <a:ext cx="394609" cy="286523"/>
            <a:chOff x="5302988" y="3389839"/>
            <a:chExt cx="394609" cy="286523"/>
          </a:xfrm>
        </p:grpSpPr>
        <p:sp>
          <p:nvSpPr>
            <p:cNvPr id="20129" name="Google Shape;20129;p95"/>
            <p:cNvSpPr/>
            <p:nvPr/>
          </p:nvSpPr>
          <p:spPr>
            <a:xfrm>
              <a:off x="5589485" y="3491859"/>
              <a:ext cx="31696" cy="69904"/>
            </a:xfrm>
            <a:custGeom>
              <a:rect b="b" l="l" r="r" t="t"/>
              <a:pathLst>
                <a:path extrusionOk="0" h="2662" w="1207">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0" name="Google Shape;20130;p95"/>
            <p:cNvSpPr/>
            <p:nvPr/>
          </p:nvSpPr>
          <p:spPr>
            <a:xfrm>
              <a:off x="5602063" y="3485583"/>
              <a:ext cx="76417" cy="76180"/>
            </a:xfrm>
            <a:custGeom>
              <a:rect b="b" l="l" r="r" t="t"/>
              <a:pathLst>
                <a:path extrusionOk="0" h="2901" w="291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1" name="Google Shape;20131;p95"/>
            <p:cNvSpPr/>
            <p:nvPr/>
          </p:nvSpPr>
          <p:spPr>
            <a:xfrm>
              <a:off x="5614878" y="3580828"/>
              <a:ext cx="38235" cy="28177"/>
            </a:xfrm>
            <a:custGeom>
              <a:rect b="b" l="l" r="r" t="t"/>
              <a:pathLst>
                <a:path extrusionOk="0" h="1073" w="1456">
                  <a:moveTo>
                    <a:pt x="0" y="1"/>
                  </a:moveTo>
                  <a:lnTo>
                    <a:pt x="0" y="1073"/>
                  </a:lnTo>
                  <a:lnTo>
                    <a:pt x="1455" y="1073"/>
                  </a:lnTo>
                  <a:lnTo>
                    <a:pt x="1455"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2" name="Google Shape;20132;p95"/>
            <p:cNvSpPr/>
            <p:nvPr/>
          </p:nvSpPr>
          <p:spPr>
            <a:xfrm>
              <a:off x="5614878" y="3580828"/>
              <a:ext cx="38235" cy="15625"/>
            </a:xfrm>
            <a:custGeom>
              <a:rect b="b" l="l" r="r" t="t"/>
              <a:pathLst>
                <a:path extrusionOk="0" h="595" w="1456">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3" name="Google Shape;20133;p95"/>
            <p:cNvSpPr/>
            <p:nvPr/>
          </p:nvSpPr>
          <p:spPr>
            <a:xfrm>
              <a:off x="5570394" y="3596426"/>
              <a:ext cx="126941" cy="79935"/>
            </a:xfrm>
            <a:custGeom>
              <a:rect b="b" l="l" r="r" t="t"/>
              <a:pathLst>
                <a:path extrusionOk="0" h="3044" w="4834">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4" name="Google Shape;20134;p95"/>
            <p:cNvSpPr/>
            <p:nvPr/>
          </p:nvSpPr>
          <p:spPr>
            <a:xfrm>
              <a:off x="5627693" y="3608979"/>
              <a:ext cx="12605" cy="67383"/>
            </a:xfrm>
            <a:custGeom>
              <a:rect b="b" l="l" r="r" t="t"/>
              <a:pathLst>
                <a:path extrusionOk="0" h="2566" w="480">
                  <a:moveTo>
                    <a:pt x="115" y="1"/>
                  </a:moveTo>
                  <a:lnTo>
                    <a:pt x="1" y="2565"/>
                  </a:lnTo>
                  <a:lnTo>
                    <a:pt x="479" y="2565"/>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5" name="Google Shape;20135;p95"/>
            <p:cNvSpPr/>
            <p:nvPr/>
          </p:nvSpPr>
          <p:spPr>
            <a:xfrm>
              <a:off x="5595787" y="3517462"/>
              <a:ext cx="76417" cy="69930"/>
            </a:xfrm>
            <a:custGeom>
              <a:rect b="b" l="l" r="r" t="t"/>
              <a:pathLst>
                <a:path extrusionOk="0" h="2663" w="291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6" name="Google Shape;20136;p95"/>
            <p:cNvSpPr/>
            <p:nvPr/>
          </p:nvSpPr>
          <p:spPr>
            <a:xfrm>
              <a:off x="5595787" y="3517515"/>
              <a:ext cx="76154" cy="68381"/>
            </a:xfrm>
            <a:custGeom>
              <a:rect b="b" l="l" r="r" t="t"/>
              <a:pathLst>
                <a:path extrusionOk="0" h="2604" w="290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7" name="Google Shape;20137;p95"/>
            <p:cNvSpPr/>
            <p:nvPr/>
          </p:nvSpPr>
          <p:spPr>
            <a:xfrm>
              <a:off x="5672177" y="3612497"/>
              <a:ext cx="25420" cy="63864"/>
            </a:xfrm>
            <a:custGeom>
              <a:rect b="b" l="l" r="r" t="t"/>
              <a:pathLst>
                <a:path extrusionOk="0" h="2432" w="968">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8" name="Google Shape;20138;p95"/>
            <p:cNvSpPr/>
            <p:nvPr/>
          </p:nvSpPr>
          <p:spPr>
            <a:xfrm>
              <a:off x="5627955" y="3609241"/>
              <a:ext cx="12579" cy="12579"/>
            </a:xfrm>
            <a:custGeom>
              <a:rect b="b" l="l" r="r" t="t"/>
              <a:pathLst>
                <a:path extrusionOk="0" h="479" w="479">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9" name="Google Shape;20139;p95"/>
            <p:cNvSpPr/>
            <p:nvPr/>
          </p:nvSpPr>
          <p:spPr>
            <a:xfrm>
              <a:off x="5607840" y="3591279"/>
              <a:ext cx="26155" cy="26706"/>
            </a:xfrm>
            <a:custGeom>
              <a:rect b="b" l="l" r="r" t="t"/>
              <a:pathLst>
                <a:path extrusionOk="0" h="1017" w="996">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0" name="Google Shape;20140;p95"/>
            <p:cNvSpPr/>
            <p:nvPr/>
          </p:nvSpPr>
          <p:spPr>
            <a:xfrm>
              <a:off x="5633969" y="3591279"/>
              <a:ext cx="26181" cy="26706"/>
            </a:xfrm>
            <a:custGeom>
              <a:rect b="b" l="l" r="r" t="t"/>
              <a:pathLst>
                <a:path extrusionOk="0" h="1017" w="997">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1" name="Google Shape;20141;p95"/>
            <p:cNvSpPr/>
            <p:nvPr/>
          </p:nvSpPr>
          <p:spPr>
            <a:xfrm>
              <a:off x="5303750" y="3488104"/>
              <a:ext cx="114625" cy="114362"/>
            </a:xfrm>
            <a:custGeom>
              <a:rect b="b" l="l" r="r" t="t"/>
              <a:pathLst>
                <a:path extrusionOk="0" h="4355" w="4365">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2" name="Google Shape;20142;p95"/>
            <p:cNvSpPr/>
            <p:nvPr/>
          </p:nvSpPr>
          <p:spPr>
            <a:xfrm>
              <a:off x="5334920" y="3488104"/>
              <a:ext cx="83192" cy="114362"/>
            </a:xfrm>
            <a:custGeom>
              <a:rect b="b" l="l" r="r" t="t"/>
              <a:pathLst>
                <a:path extrusionOk="0" h="4355" w="3168">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3" name="Google Shape;20143;p95"/>
            <p:cNvSpPr/>
            <p:nvPr/>
          </p:nvSpPr>
          <p:spPr>
            <a:xfrm>
              <a:off x="5302988" y="3574552"/>
              <a:ext cx="114625" cy="101810"/>
            </a:xfrm>
            <a:custGeom>
              <a:rect b="b" l="l" r="r" t="t"/>
              <a:pathLst>
                <a:path extrusionOk="0" h="3877" w="4365">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4" name="Google Shape;20144;p95"/>
            <p:cNvSpPr/>
            <p:nvPr/>
          </p:nvSpPr>
          <p:spPr>
            <a:xfrm>
              <a:off x="5340934" y="3574552"/>
              <a:ext cx="38996" cy="25420"/>
            </a:xfrm>
            <a:custGeom>
              <a:rect b="b" l="l" r="r" t="t"/>
              <a:pathLst>
                <a:path extrusionOk="0" h="968" w="1485">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5" name="Google Shape;20145;p95"/>
            <p:cNvSpPr/>
            <p:nvPr/>
          </p:nvSpPr>
          <p:spPr>
            <a:xfrm>
              <a:off x="5302988" y="3607981"/>
              <a:ext cx="114389" cy="68381"/>
            </a:xfrm>
            <a:custGeom>
              <a:rect b="b" l="l" r="r" t="t"/>
              <a:pathLst>
                <a:path extrusionOk="0" h="2604" w="4356">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6" name="Google Shape;20146;p95"/>
            <p:cNvSpPr/>
            <p:nvPr/>
          </p:nvSpPr>
          <p:spPr>
            <a:xfrm>
              <a:off x="5322105" y="3524605"/>
              <a:ext cx="76417" cy="62788"/>
            </a:xfrm>
            <a:custGeom>
              <a:rect b="b" l="l" r="r" t="t"/>
              <a:pathLst>
                <a:path extrusionOk="0" h="2391" w="291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7" name="Google Shape;20147;p95"/>
            <p:cNvSpPr/>
            <p:nvPr/>
          </p:nvSpPr>
          <p:spPr>
            <a:xfrm>
              <a:off x="5322105" y="3524841"/>
              <a:ext cx="76417" cy="62052"/>
            </a:xfrm>
            <a:custGeom>
              <a:rect b="b" l="l" r="r" t="t"/>
              <a:pathLst>
                <a:path extrusionOk="0" h="2363" w="291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8" name="Google Shape;20148;p95"/>
            <p:cNvSpPr/>
            <p:nvPr/>
          </p:nvSpPr>
          <p:spPr>
            <a:xfrm>
              <a:off x="5302988" y="3621032"/>
              <a:ext cx="25420" cy="55330"/>
            </a:xfrm>
            <a:custGeom>
              <a:rect b="b" l="l" r="r" t="t"/>
              <a:pathLst>
                <a:path extrusionOk="0" h="2107" w="968">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9" name="Google Shape;20149;p95"/>
            <p:cNvSpPr/>
            <p:nvPr/>
          </p:nvSpPr>
          <p:spPr>
            <a:xfrm>
              <a:off x="5392219" y="3587367"/>
              <a:ext cx="216146" cy="88995"/>
            </a:xfrm>
            <a:custGeom>
              <a:rect b="b" l="l" r="r" t="t"/>
              <a:pathLst>
                <a:path extrusionOk="0" h="3389" w="8231">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0" name="Google Shape;20150;p95"/>
            <p:cNvSpPr/>
            <p:nvPr/>
          </p:nvSpPr>
          <p:spPr>
            <a:xfrm>
              <a:off x="5487701" y="3612760"/>
              <a:ext cx="25420" cy="63602"/>
            </a:xfrm>
            <a:custGeom>
              <a:rect b="b" l="l" r="r" t="t"/>
              <a:pathLst>
                <a:path extrusionOk="0" h="2422" w="968">
                  <a:moveTo>
                    <a:pt x="231" y="0"/>
                  </a:moveTo>
                  <a:lnTo>
                    <a:pt x="1" y="2421"/>
                  </a:lnTo>
                  <a:lnTo>
                    <a:pt x="967" y="2421"/>
                  </a:lnTo>
                  <a:lnTo>
                    <a:pt x="738" y="0"/>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1" name="Google Shape;20151;p95"/>
            <p:cNvSpPr/>
            <p:nvPr/>
          </p:nvSpPr>
          <p:spPr>
            <a:xfrm>
              <a:off x="5489224" y="3599945"/>
              <a:ext cx="22400" cy="21638"/>
            </a:xfrm>
            <a:custGeom>
              <a:rect b="b" l="l" r="r" t="t"/>
              <a:pathLst>
                <a:path extrusionOk="0" h="824" w="853">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2" name="Google Shape;20152;p95"/>
            <p:cNvSpPr/>
            <p:nvPr/>
          </p:nvSpPr>
          <p:spPr>
            <a:xfrm>
              <a:off x="5570394" y="3613259"/>
              <a:ext cx="38235" cy="63103"/>
            </a:xfrm>
            <a:custGeom>
              <a:rect b="b" l="l" r="r" t="t"/>
              <a:pathLst>
                <a:path extrusionOk="0" h="2403" w="1456">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3" name="Google Shape;20153;p95"/>
            <p:cNvSpPr/>
            <p:nvPr/>
          </p:nvSpPr>
          <p:spPr>
            <a:xfrm>
              <a:off x="5430165" y="3389839"/>
              <a:ext cx="140255" cy="101810"/>
            </a:xfrm>
            <a:custGeom>
              <a:rect b="b" l="l" r="r" t="t"/>
              <a:pathLst>
                <a:path extrusionOk="0" h="3877" w="5341">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4" name="Google Shape;20154;p95"/>
            <p:cNvSpPr/>
            <p:nvPr/>
          </p:nvSpPr>
          <p:spPr>
            <a:xfrm>
              <a:off x="5462071" y="3390338"/>
              <a:ext cx="108086" cy="101547"/>
            </a:xfrm>
            <a:custGeom>
              <a:rect b="b" l="l" r="r" t="t"/>
              <a:pathLst>
                <a:path extrusionOk="0" h="3867" w="4116">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5" name="Google Shape;20155;p95"/>
            <p:cNvSpPr/>
            <p:nvPr/>
          </p:nvSpPr>
          <p:spPr>
            <a:xfrm>
              <a:off x="5462071" y="3542646"/>
              <a:ext cx="76443" cy="57326"/>
            </a:xfrm>
            <a:custGeom>
              <a:rect b="b" l="l" r="r" t="t"/>
              <a:pathLst>
                <a:path extrusionOk="0" h="2183" w="2911">
                  <a:moveTo>
                    <a:pt x="1" y="0"/>
                  </a:moveTo>
                  <a:lnTo>
                    <a:pt x="1" y="2182"/>
                  </a:lnTo>
                  <a:lnTo>
                    <a:pt x="2910" y="2182"/>
                  </a:ln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6" name="Google Shape;20156;p95"/>
            <p:cNvSpPr/>
            <p:nvPr/>
          </p:nvSpPr>
          <p:spPr>
            <a:xfrm>
              <a:off x="5462071" y="3542646"/>
              <a:ext cx="76443" cy="31985"/>
            </a:xfrm>
            <a:custGeom>
              <a:rect b="b" l="l" r="r" t="t"/>
              <a:pathLst>
                <a:path extrusionOk="0" h="1218" w="2911">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7" name="Google Shape;20157;p95"/>
            <p:cNvSpPr/>
            <p:nvPr/>
          </p:nvSpPr>
          <p:spPr>
            <a:xfrm>
              <a:off x="5449519" y="3576600"/>
              <a:ext cx="50787" cy="45535"/>
            </a:xfrm>
            <a:custGeom>
              <a:rect b="b" l="l" r="r" t="t"/>
              <a:pathLst>
                <a:path extrusionOk="0" h="1734" w="1934">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8" name="Google Shape;20158;p95"/>
            <p:cNvSpPr/>
            <p:nvPr/>
          </p:nvSpPr>
          <p:spPr>
            <a:xfrm>
              <a:off x="5500279" y="3576600"/>
              <a:ext cx="50787" cy="45535"/>
            </a:xfrm>
            <a:custGeom>
              <a:rect b="b" l="l" r="r" t="t"/>
              <a:pathLst>
                <a:path extrusionOk="0" h="1734" w="1934">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9" name="Google Shape;20159;p95"/>
            <p:cNvSpPr/>
            <p:nvPr/>
          </p:nvSpPr>
          <p:spPr>
            <a:xfrm>
              <a:off x="5436704" y="3441545"/>
              <a:ext cx="127177" cy="120218"/>
            </a:xfrm>
            <a:custGeom>
              <a:rect b="b" l="l" r="r" t="t"/>
              <a:pathLst>
                <a:path extrusionOk="0" h="4578" w="4843">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0" name="Google Shape;20160;p95"/>
            <p:cNvSpPr/>
            <p:nvPr/>
          </p:nvSpPr>
          <p:spPr>
            <a:xfrm>
              <a:off x="5436704" y="3441676"/>
              <a:ext cx="114625" cy="119588"/>
            </a:xfrm>
            <a:custGeom>
              <a:rect b="b" l="l" r="r" t="t"/>
              <a:pathLst>
                <a:path extrusionOk="0" h="4554" w="4365">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1" name="Google Shape;20161;p95"/>
            <p:cNvSpPr/>
            <p:nvPr/>
          </p:nvSpPr>
          <p:spPr>
            <a:xfrm>
              <a:off x="5392219" y="3613259"/>
              <a:ext cx="37972" cy="63103"/>
            </a:xfrm>
            <a:custGeom>
              <a:rect b="b" l="l" r="r" t="t"/>
              <a:pathLst>
                <a:path extrusionOk="0" h="2403" w="1446">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162" name="Google Shape;20162;p95"/>
          <p:cNvSpPr/>
          <p:nvPr/>
        </p:nvSpPr>
        <p:spPr>
          <a:xfrm>
            <a:off x="5736419" y="3465113"/>
            <a:ext cx="25157" cy="62866"/>
          </a:xfrm>
          <a:custGeom>
            <a:rect b="b" l="l" r="r" t="t"/>
            <a:pathLst>
              <a:path extrusionOk="0" h="2394" w="958">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163" name="Google Shape;20163;p95"/>
          <p:cNvGrpSpPr/>
          <p:nvPr/>
        </p:nvGrpSpPr>
        <p:grpSpPr>
          <a:xfrm>
            <a:off x="5736419" y="3233657"/>
            <a:ext cx="394609" cy="294585"/>
            <a:chOff x="5741031" y="3386057"/>
            <a:chExt cx="394609" cy="294585"/>
          </a:xfrm>
        </p:grpSpPr>
        <p:sp>
          <p:nvSpPr>
            <p:cNvPr id="20164" name="Google Shape;20164;p95"/>
            <p:cNvSpPr/>
            <p:nvPr/>
          </p:nvSpPr>
          <p:spPr>
            <a:xfrm>
              <a:off x="6054182" y="3473766"/>
              <a:ext cx="50025" cy="43749"/>
            </a:xfrm>
            <a:custGeom>
              <a:rect b="b" l="l" r="r" t="t"/>
              <a:pathLst>
                <a:path extrusionOk="0" h="1666" w="1905">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5" name="Google Shape;20165;p95"/>
            <p:cNvSpPr/>
            <p:nvPr/>
          </p:nvSpPr>
          <p:spPr>
            <a:xfrm>
              <a:off x="6054182" y="3473766"/>
              <a:ext cx="34453" cy="44012"/>
            </a:xfrm>
            <a:custGeom>
              <a:rect b="b" l="l" r="r" t="t"/>
              <a:pathLst>
                <a:path extrusionOk="0" h="1676" w="1312">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6" name="Google Shape;20166;p95"/>
            <p:cNvSpPr/>
            <p:nvPr/>
          </p:nvSpPr>
          <p:spPr>
            <a:xfrm>
              <a:off x="6022775" y="3580329"/>
              <a:ext cx="112603" cy="100313"/>
            </a:xfrm>
            <a:custGeom>
              <a:rect b="b" l="l" r="r" t="t"/>
              <a:pathLst>
                <a:path extrusionOk="0" h="3820" w="4288">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7" name="Google Shape;20167;p95"/>
            <p:cNvSpPr/>
            <p:nvPr/>
          </p:nvSpPr>
          <p:spPr>
            <a:xfrm>
              <a:off x="6059959" y="3580066"/>
              <a:ext cx="38471" cy="25183"/>
            </a:xfrm>
            <a:custGeom>
              <a:rect b="b" l="l" r="r" t="t"/>
              <a:pathLst>
                <a:path extrusionOk="0" h="959" w="1465">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8" name="Google Shape;20168;p95"/>
            <p:cNvSpPr/>
            <p:nvPr/>
          </p:nvSpPr>
          <p:spPr>
            <a:xfrm>
              <a:off x="6022775" y="3613259"/>
              <a:ext cx="112603" cy="67383"/>
            </a:xfrm>
            <a:custGeom>
              <a:rect b="b" l="l" r="r" t="t"/>
              <a:pathLst>
                <a:path extrusionOk="0" h="2566" w="4288">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9" name="Google Shape;20169;p95"/>
            <p:cNvSpPr/>
            <p:nvPr/>
          </p:nvSpPr>
          <p:spPr>
            <a:xfrm>
              <a:off x="6035327" y="3492358"/>
              <a:ext cx="87735" cy="87735"/>
            </a:xfrm>
            <a:custGeom>
              <a:rect b="b" l="l" r="r" t="t"/>
              <a:pathLst>
                <a:path extrusionOk="0" h="3341" w="3341">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0" name="Google Shape;20170;p95"/>
            <p:cNvSpPr/>
            <p:nvPr/>
          </p:nvSpPr>
          <p:spPr>
            <a:xfrm>
              <a:off x="6051424" y="3492358"/>
              <a:ext cx="73397" cy="78964"/>
            </a:xfrm>
            <a:custGeom>
              <a:rect b="b" l="l" r="r" t="t"/>
              <a:pathLst>
                <a:path extrusionOk="0" h="3007" w="2795">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1" name="Google Shape;20171;p95"/>
            <p:cNvSpPr/>
            <p:nvPr/>
          </p:nvSpPr>
          <p:spPr>
            <a:xfrm>
              <a:off x="6041603" y="3531118"/>
              <a:ext cx="75182" cy="61553"/>
            </a:xfrm>
            <a:custGeom>
              <a:rect b="b" l="l" r="r" t="t"/>
              <a:pathLst>
                <a:path extrusionOk="0" h="2344" w="2863">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2" name="Google Shape;20172;p95"/>
            <p:cNvSpPr/>
            <p:nvPr/>
          </p:nvSpPr>
          <p:spPr>
            <a:xfrm>
              <a:off x="6041603" y="3531118"/>
              <a:ext cx="74920" cy="61054"/>
            </a:xfrm>
            <a:custGeom>
              <a:rect b="b" l="l" r="r" t="t"/>
              <a:pathLst>
                <a:path extrusionOk="0" h="2325" w="2853">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3" name="Google Shape;20173;p95"/>
            <p:cNvSpPr/>
            <p:nvPr/>
          </p:nvSpPr>
          <p:spPr>
            <a:xfrm>
              <a:off x="6110483" y="3625811"/>
              <a:ext cx="25157" cy="54568"/>
            </a:xfrm>
            <a:custGeom>
              <a:rect b="b" l="l" r="r" t="t"/>
              <a:pathLst>
                <a:path extrusionOk="0" h="2078" w="958">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4" name="Google Shape;20174;p95"/>
            <p:cNvSpPr/>
            <p:nvPr/>
          </p:nvSpPr>
          <p:spPr>
            <a:xfrm>
              <a:off x="5759886" y="3498660"/>
              <a:ext cx="31197" cy="68880"/>
            </a:xfrm>
            <a:custGeom>
              <a:rect b="b" l="l" r="r" t="t"/>
              <a:pathLst>
                <a:path extrusionOk="0" h="2623" w="1188">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5" name="Google Shape;20175;p95"/>
            <p:cNvSpPr/>
            <p:nvPr/>
          </p:nvSpPr>
          <p:spPr>
            <a:xfrm>
              <a:off x="5772202" y="3492121"/>
              <a:ext cx="75419" cy="75681"/>
            </a:xfrm>
            <a:custGeom>
              <a:rect b="b" l="l" r="r" t="t"/>
              <a:pathLst>
                <a:path extrusionOk="0" h="2882" w="2872">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6" name="Google Shape;20176;p95"/>
            <p:cNvSpPr/>
            <p:nvPr/>
          </p:nvSpPr>
          <p:spPr>
            <a:xfrm>
              <a:off x="5784754" y="3586369"/>
              <a:ext cx="37736" cy="27652"/>
            </a:xfrm>
            <a:custGeom>
              <a:rect b="b" l="l" r="r" t="t"/>
              <a:pathLst>
                <a:path extrusionOk="0" h="1053" w="1437">
                  <a:moveTo>
                    <a:pt x="1" y="0"/>
                  </a:moveTo>
                  <a:lnTo>
                    <a:pt x="1" y="1053"/>
                  </a:lnTo>
                  <a:lnTo>
                    <a:pt x="1437" y="1053"/>
                  </a:lnTo>
                  <a:lnTo>
                    <a:pt x="1437"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7" name="Google Shape;20177;p95"/>
            <p:cNvSpPr/>
            <p:nvPr/>
          </p:nvSpPr>
          <p:spPr>
            <a:xfrm>
              <a:off x="5785017" y="3586369"/>
              <a:ext cx="37736" cy="15362"/>
            </a:xfrm>
            <a:custGeom>
              <a:rect b="b" l="l" r="r" t="t"/>
              <a:pathLst>
                <a:path extrusionOk="0" h="585" w="1437">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8" name="Google Shape;20178;p95"/>
            <p:cNvSpPr/>
            <p:nvPr/>
          </p:nvSpPr>
          <p:spPr>
            <a:xfrm>
              <a:off x="5741031" y="3601704"/>
              <a:ext cx="125444" cy="78675"/>
            </a:xfrm>
            <a:custGeom>
              <a:rect b="b" l="l" r="r" t="t"/>
              <a:pathLst>
                <a:path extrusionOk="0" h="2996" w="4777">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9" name="Google Shape;20179;p95"/>
            <p:cNvSpPr/>
            <p:nvPr/>
          </p:nvSpPr>
          <p:spPr>
            <a:xfrm>
              <a:off x="5797332" y="3614257"/>
              <a:ext cx="12579" cy="66123"/>
            </a:xfrm>
            <a:custGeom>
              <a:rect b="b" l="l" r="r" t="t"/>
              <a:pathLst>
                <a:path extrusionOk="0" h="2518" w="479">
                  <a:moveTo>
                    <a:pt x="125" y="1"/>
                  </a:moveTo>
                  <a:lnTo>
                    <a:pt x="0" y="2518"/>
                  </a:lnTo>
                  <a:lnTo>
                    <a:pt x="479" y="2518"/>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0" name="Google Shape;20180;p95"/>
            <p:cNvSpPr/>
            <p:nvPr/>
          </p:nvSpPr>
          <p:spPr>
            <a:xfrm>
              <a:off x="5766162" y="3523791"/>
              <a:ext cx="75182" cy="68880"/>
            </a:xfrm>
            <a:custGeom>
              <a:rect b="b" l="l" r="r" t="t"/>
              <a:pathLst>
                <a:path extrusionOk="0" h="2623" w="2863">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1" name="Google Shape;20181;p95"/>
            <p:cNvSpPr/>
            <p:nvPr/>
          </p:nvSpPr>
          <p:spPr>
            <a:xfrm>
              <a:off x="5766162" y="3523791"/>
              <a:ext cx="74920" cy="67383"/>
            </a:xfrm>
            <a:custGeom>
              <a:rect b="b" l="l" r="r" t="t"/>
              <a:pathLst>
                <a:path extrusionOk="0" h="2566" w="2853">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2" name="Google Shape;20182;p95"/>
            <p:cNvSpPr/>
            <p:nvPr/>
          </p:nvSpPr>
          <p:spPr>
            <a:xfrm>
              <a:off x="5797595" y="3614257"/>
              <a:ext cx="12579" cy="12605"/>
            </a:xfrm>
            <a:custGeom>
              <a:rect b="b" l="l" r="r" t="t"/>
              <a:pathLst>
                <a:path extrusionOk="0" h="480" w="479">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3" name="Google Shape;20183;p95"/>
            <p:cNvSpPr/>
            <p:nvPr/>
          </p:nvSpPr>
          <p:spPr>
            <a:xfrm>
              <a:off x="5778241" y="3596715"/>
              <a:ext cx="25656" cy="26286"/>
            </a:xfrm>
            <a:custGeom>
              <a:rect b="b" l="l" r="r" t="t"/>
              <a:pathLst>
                <a:path extrusionOk="0" h="1001" w="977">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4" name="Google Shape;20184;p95"/>
            <p:cNvSpPr/>
            <p:nvPr/>
          </p:nvSpPr>
          <p:spPr>
            <a:xfrm>
              <a:off x="5803871" y="3596715"/>
              <a:ext cx="25656" cy="26286"/>
            </a:xfrm>
            <a:custGeom>
              <a:rect b="b" l="l" r="r" t="t"/>
              <a:pathLst>
                <a:path extrusionOk="0" h="1001" w="977">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5" name="Google Shape;20185;p95"/>
            <p:cNvSpPr/>
            <p:nvPr/>
          </p:nvSpPr>
          <p:spPr>
            <a:xfrm>
              <a:off x="5847857" y="3386057"/>
              <a:ext cx="187234" cy="219192"/>
            </a:xfrm>
            <a:custGeom>
              <a:rect b="b" l="l" r="r" t="t"/>
              <a:pathLst>
                <a:path extrusionOk="0" h="8347" w="713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6" name="Google Shape;20186;p95"/>
            <p:cNvSpPr/>
            <p:nvPr/>
          </p:nvSpPr>
          <p:spPr>
            <a:xfrm>
              <a:off x="5891816" y="3386057"/>
              <a:ext cx="143275" cy="219192"/>
            </a:xfrm>
            <a:custGeom>
              <a:rect b="b" l="l" r="r" t="t"/>
              <a:pathLst>
                <a:path extrusionOk="0" h="8347" w="5456">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7" name="Google Shape;20187;p95"/>
            <p:cNvSpPr/>
            <p:nvPr/>
          </p:nvSpPr>
          <p:spPr>
            <a:xfrm>
              <a:off x="5835042" y="3555198"/>
              <a:ext cx="212890" cy="125181"/>
            </a:xfrm>
            <a:custGeom>
              <a:rect b="b" l="l" r="r" t="t"/>
              <a:pathLst>
                <a:path extrusionOk="0" h="4767" w="8107">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8" name="Google Shape;20188;p95"/>
            <p:cNvSpPr/>
            <p:nvPr/>
          </p:nvSpPr>
          <p:spPr>
            <a:xfrm>
              <a:off x="5835042" y="3600181"/>
              <a:ext cx="212890" cy="80198"/>
            </a:xfrm>
            <a:custGeom>
              <a:rect b="b" l="l" r="r" t="t"/>
              <a:pathLst>
                <a:path extrusionOk="0" h="3054" w="8107">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9" name="Google Shape;20189;p95"/>
            <p:cNvSpPr/>
            <p:nvPr/>
          </p:nvSpPr>
          <p:spPr>
            <a:xfrm>
              <a:off x="5910172" y="3555198"/>
              <a:ext cx="62604" cy="25105"/>
            </a:xfrm>
            <a:custGeom>
              <a:rect b="b" l="l" r="r" t="t"/>
              <a:pathLst>
                <a:path extrusionOk="0" h="956" w="2384">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0" name="Google Shape;20190;p95"/>
            <p:cNvSpPr/>
            <p:nvPr/>
          </p:nvSpPr>
          <p:spPr>
            <a:xfrm>
              <a:off x="5878765" y="3449764"/>
              <a:ext cx="125418" cy="117907"/>
            </a:xfrm>
            <a:custGeom>
              <a:rect b="b" l="l" r="r" t="t"/>
              <a:pathLst>
                <a:path extrusionOk="0" h="4490" w="4776">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1" name="Google Shape;20191;p95"/>
            <p:cNvSpPr/>
            <p:nvPr/>
          </p:nvSpPr>
          <p:spPr>
            <a:xfrm>
              <a:off x="5878765" y="3449764"/>
              <a:ext cx="122398" cy="117277"/>
            </a:xfrm>
            <a:custGeom>
              <a:rect b="b" l="l" r="r" t="t"/>
              <a:pathLst>
                <a:path extrusionOk="0" h="4466" w="4661">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2" name="Google Shape;20192;p95"/>
            <p:cNvSpPr/>
            <p:nvPr/>
          </p:nvSpPr>
          <p:spPr>
            <a:xfrm>
              <a:off x="5835042" y="3620796"/>
              <a:ext cx="43986" cy="59584"/>
            </a:xfrm>
            <a:custGeom>
              <a:rect b="b" l="l" r="r" t="t"/>
              <a:pathLst>
                <a:path extrusionOk="0" h="2269" w="1675">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3" name="Google Shape;20193;p95"/>
            <p:cNvSpPr/>
            <p:nvPr/>
          </p:nvSpPr>
          <p:spPr>
            <a:xfrm>
              <a:off x="6003920" y="3620796"/>
              <a:ext cx="44012" cy="59584"/>
            </a:xfrm>
            <a:custGeom>
              <a:rect b="b" l="l" r="r" t="t"/>
              <a:pathLst>
                <a:path extrusionOk="0" h="2269" w="1676">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194" name="Google Shape;20194;p95"/>
          <p:cNvSpPr/>
          <p:nvPr/>
        </p:nvSpPr>
        <p:spPr>
          <a:xfrm>
            <a:off x="6555704" y="3412357"/>
            <a:ext cx="13366" cy="86711"/>
          </a:xfrm>
          <a:custGeom>
            <a:rect b="b" l="l" r="r" t="t"/>
            <a:pathLst>
              <a:path extrusionOk="0" h="3302" w="509">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195" name="Google Shape;20195;p95"/>
          <p:cNvGrpSpPr/>
          <p:nvPr/>
        </p:nvGrpSpPr>
        <p:grpSpPr>
          <a:xfrm>
            <a:off x="6174462" y="3216326"/>
            <a:ext cx="394609" cy="328749"/>
            <a:chOff x="6179074" y="3368726"/>
            <a:chExt cx="394609" cy="328749"/>
          </a:xfrm>
        </p:grpSpPr>
        <p:sp>
          <p:nvSpPr>
            <p:cNvPr id="20196" name="Google Shape;20196;p95"/>
            <p:cNvSpPr/>
            <p:nvPr/>
          </p:nvSpPr>
          <p:spPr>
            <a:xfrm>
              <a:off x="6363052"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7" name="Google Shape;20197;p95"/>
            <p:cNvSpPr/>
            <p:nvPr/>
          </p:nvSpPr>
          <p:spPr>
            <a:xfrm>
              <a:off x="6361791"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8" name="Google Shape;20198;p95"/>
            <p:cNvSpPr/>
            <p:nvPr/>
          </p:nvSpPr>
          <p:spPr>
            <a:xfrm>
              <a:off x="6336660" y="3442096"/>
              <a:ext cx="79174" cy="97556"/>
            </a:xfrm>
            <a:custGeom>
              <a:rect b="b" l="l" r="r" t="t"/>
              <a:pathLst>
                <a:path extrusionOk="0" h="3715" w="3015">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9" name="Google Shape;20199;p95"/>
            <p:cNvSpPr/>
            <p:nvPr/>
          </p:nvSpPr>
          <p:spPr>
            <a:xfrm>
              <a:off x="6349974" y="3539862"/>
              <a:ext cx="52546" cy="111605"/>
            </a:xfrm>
            <a:custGeom>
              <a:rect b="b" l="l" r="r" t="t"/>
              <a:pathLst>
                <a:path extrusionOk="0" h="4250" w="2001">
                  <a:moveTo>
                    <a:pt x="1" y="1"/>
                  </a:moveTo>
                  <a:lnTo>
                    <a:pt x="1" y="4250"/>
                  </a:lnTo>
                  <a:lnTo>
                    <a:pt x="2001" y="4250"/>
                  </a:ln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0" name="Google Shape;20200;p95"/>
            <p:cNvSpPr/>
            <p:nvPr/>
          </p:nvSpPr>
          <p:spPr>
            <a:xfrm>
              <a:off x="6336897" y="3452915"/>
              <a:ext cx="13104" cy="86973"/>
            </a:xfrm>
            <a:custGeom>
              <a:rect b="b" l="l" r="r" t="t"/>
              <a:pathLst>
                <a:path extrusionOk="0" h="3312" w="499">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1" name="Google Shape;20201;p95"/>
            <p:cNvSpPr/>
            <p:nvPr/>
          </p:nvSpPr>
          <p:spPr>
            <a:xfrm>
              <a:off x="6402494" y="3452915"/>
              <a:ext cx="13340" cy="86973"/>
            </a:xfrm>
            <a:custGeom>
              <a:rect b="b" l="l" r="r" t="t"/>
              <a:pathLst>
                <a:path extrusionOk="0" h="3312" w="508">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2" name="Google Shape;20202;p95"/>
            <p:cNvSpPr/>
            <p:nvPr/>
          </p:nvSpPr>
          <p:spPr>
            <a:xfrm>
              <a:off x="6356014" y="3434691"/>
              <a:ext cx="40493" cy="105198"/>
            </a:xfrm>
            <a:custGeom>
              <a:rect b="b" l="l" r="r" t="t"/>
              <a:pathLst>
                <a:path extrusionOk="0" h="4006" w="1542">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3" name="Google Shape;20203;p95"/>
            <p:cNvSpPr/>
            <p:nvPr/>
          </p:nvSpPr>
          <p:spPr>
            <a:xfrm>
              <a:off x="6373109" y="3552913"/>
              <a:ext cx="6775" cy="98554"/>
            </a:xfrm>
            <a:custGeom>
              <a:rect b="b" l="l" r="r" t="t"/>
              <a:pathLst>
                <a:path extrusionOk="0" h="3753" w="258">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4" name="Google Shape;20204;p95"/>
            <p:cNvSpPr/>
            <p:nvPr/>
          </p:nvSpPr>
          <p:spPr>
            <a:xfrm>
              <a:off x="6349974" y="3368726"/>
              <a:ext cx="52546" cy="59321"/>
            </a:xfrm>
            <a:custGeom>
              <a:rect b="b" l="l" r="r" t="t"/>
              <a:pathLst>
                <a:path extrusionOk="0" h="2259" w="2001">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5" name="Google Shape;20205;p95"/>
            <p:cNvSpPr/>
            <p:nvPr/>
          </p:nvSpPr>
          <p:spPr>
            <a:xfrm>
              <a:off x="6349974" y="3368726"/>
              <a:ext cx="36213" cy="59269"/>
            </a:xfrm>
            <a:custGeom>
              <a:rect b="b" l="l" r="r" t="t"/>
              <a:pathLst>
                <a:path extrusionOk="0" h="2257" w="1379">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6" name="Google Shape;20206;p95"/>
            <p:cNvSpPr/>
            <p:nvPr/>
          </p:nvSpPr>
          <p:spPr>
            <a:xfrm>
              <a:off x="6349974" y="3368726"/>
              <a:ext cx="52546" cy="26418"/>
            </a:xfrm>
            <a:custGeom>
              <a:rect b="b" l="l" r="r" t="t"/>
              <a:pathLst>
                <a:path extrusionOk="0" h="1006" w="2001">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7" name="Google Shape;20207;p95"/>
            <p:cNvSpPr/>
            <p:nvPr/>
          </p:nvSpPr>
          <p:spPr>
            <a:xfrm>
              <a:off x="6349974" y="3368726"/>
              <a:ext cx="36213" cy="24159"/>
            </a:xfrm>
            <a:custGeom>
              <a:rect b="b" l="l" r="r" t="t"/>
              <a:pathLst>
                <a:path extrusionOk="0" h="920" w="1379">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8" name="Google Shape;20208;p95"/>
            <p:cNvSpPr/>
            <p:nvPr/>
          </p:nvSpPr>
          <p:spPr>
            <a:xfrm>
              <a:off x="6468354"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9" name="Google Shape;20209;p95"/>
            <p:cNvSpPr/>
            <p:nvPr/>
          </p:nvSpPr>
          <p:spPr>
            <a:xfrm>
              <a:off x="6467094"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0" name="Google Shape;20210;p95"/>
            <p:cNvSpPr/>
            <p:nvPr/>
          </p:nvSpPr>
          <p:spPr>
            <a:xfrm>
              <a:off x="6441963" y="3442096"/>
              <a:ext cx="78938" cy="97556"/>
            </a:xfrm>
            <a:custGeom>
              <a:rect b="b" l="l" r="r" t="t"/>
              <a:pathLst>
                <a:path extrusionOk="0" h="3715" w="3006">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1" name="Google Shape;20211;p95"/>
            <p:cNvSpPr/>
            <p:nvPr/>
          </p:nvSpPr>
          <p:spPr>
            <a:xfrm>
              <a:off x="6455277" y="3539862"/>
              <a:ext cx="52546" cy="111605"/>
            </a:xfrm>
            <a:custGeom>
              <a:rect b="b" l="l" r="r" t="t"/>
              <a:pathLst>
                <a:path extrusionOk="0" h="4250" w="2001">
                  <a:moveTo>
                    <a:pt x="1" y="1"/>
                  </a:moveTo>
                  <a:lnTo>
                    <a:pt x="1" y="4250"/>
                  </a:lnTo>
                  <a:lnTo>
                    <a:pt x="2001" y="4250"/>
                  </a:ln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2" name="Google Shape;20212;p95"/>
            <p:cNvSpPr/>
            <p:nvPr/>
          </p:nvSpPr>
          <p:spPr>
            <a:xfrm>
              <a:off x="6441963" y="3452915"/>
              <a:ext cx="13340" cy="86973"/>
            </a:xfrm>
            <a:custGeom>
              <a:rect b="b" l="l" r="r" t="t"/>
              <a:pathLst>
                <a:path extrusionOk="0" h="3312" w="508">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3" name="Google Shape;20213;p95"/>
            <p:cNvSpPr/>
            <p:nvPr/>
          </p:nvSpPr>
          <p:spPr>
            <a:xfrm>
              <a:off x="6507797" y="3452915"/>
              <a:ext cx="13104" cy="86973"/>
            </a:xfrm>
            <a:custGeom>
              <a:rect b="b" l="l" r="r" t="t"/>
              <a:pathLst>
                <a:path extrusionOk="0" h="3312" w="499">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4" name="Google Shape;20214;p95"/>
            <p:cNvSpPr/>
            <p:nvPr/>
          </p:nvSpPr>
          <p:spPr>
            <a:xfrm>
              <a:off x="6461317" y="3434691"/>
              <a:ext cx="40493" cy="105198"/>
            </a:xfrm>
            <a:custGeom>
              <a:rect b="b" l="l" r="r" t="t"/>
              <a:pathLst>
                <a:path extrusionOk="0" h="4006" w="1542">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5" name="Google Shape;20215;p95"/>
            <p:cNvSpPr/>
            <p:nvPr/>
          </p:nvSpPr>
          <p:spPr>
            <a:xfrm>
              <a:off x="6478412" y="3552913"/>
              <a:ext cx="6539" cy="98554"/>
            </a:xfrm>
            <a:custGeom>
              <a:rect b="b" l="l" r="r" t="t"/>
              <a:pathLst>
                <a:path extrusionOk="0" h="3753" w="249">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6" name="Google Shape;20216;p95"/>
            <p:cNvSpPr/>
            <p:nvPr/>
          </p:nvSpPr>
          <p:spPr>
            <a:xfrm>
              <a:off x="6455277" y="3368726"/>
              <a:ext cx="52546" cy="59321"/>
            </a:xfrm>
            <a:custGeom>
              <a:rect b="b" l="l" r="r" t="t"/>
              <a:pathLst>
                <a:path extrusionOk="0" h="2259" w="2001">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7" name="Google Shape;20217;p95"/>
            <p:cNvSpPr/>
            <p:nvPr/>
          </p:nvSpPr>
          <p:spPr>
            <a:xfrm>
              <a:off x="6455277" y="3368726"/>
              <a:ext cx="36213" cy="59269"/>
            </a:xfrm>
            <a:custGeom>
              <a:rect b="b" l="l" r="r" t="t"/>
              <a:pathLst>
                <a:path extrusionOk="0" h="2257" w="1379">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8" name="Google Shape;20218;p95"/>
            <p:cNvSpPr/>
            <p:nvPr/>
          </p:nvSpPr>
          <p:spPr>
            <a:xfrm>
              <a:off x="6455277" y="3368726"/>
              <a:ext cx="52546" cy="26418"/>
            </a:xfrm>
            <a:custGeom>
              <a:rect b="b" l="l" r="r" t="t"/>
              <a:pathLst>
                <a:path extrusionOk="0" h="1006" w="2001">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9" name="Google Shape;20219;p95"/>
            <p:cNvSpPr/>
            <p:nvPr/>
          </p:nvSpPr>
          <p:spPr>
            <a:xfrm>
              <a:off x="6455277" y="3368726"/>
              <a:ext cx="36213" cy="24159"/>
            </a:xfrm>
            <a:custGeom>
              <a:rect b="b" l="l" r="r" t="t"/>
              <a:pathLst>
                <a:path extrusionOk="0" h="920" w="1379">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0" name="Google Shape;20220;p95"/>
            <p:cNvSpPr/>
            <p:nvPr/>
          </p:nvSpPr>
          <p:spPr>
            <a:xfrm>
              <a:off x="6257985" y="3421508"/>
              <a:ext cx="26181" cy="26155"/>
            </a:xfrm>
            <a:custGeom>
              <a:rect b="b" l="l" r="r" t="t"/>
              <a:pathLst>
                <a:path extrusionOk="0" h="996" w="997">
                  <a:moveTo>
                    <a:pt x="1" y="0"/>
                  </a:moveTo>
                  <a:lnTo>
                    <a:pt x="1" y="995"/>
                  </a:lnTo>
                  <a:lnTo>
                    <a:pt x="996" y="99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1" name="Google Shape;20221;p95"/>
            <p:cNvSpPr/>
            <p:nvPr/>
          </p:nvSpPr>
          <p:spPr>
            <a:xfrm>
              <a:off x="6256725" y="3421508"/>
              <a:ext cx="28676" cy="19695"/>
            </a:xfrm>
            <a:custGeom>
              <a:rect b="b" l="l" r="r" t="t"/>
              <a:pathLst>
                <a:path extrusionOk="0" h="750" w="1092">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2" name="Google Shape;20222;p95"/>
            <p:cNvSpPr/>
            <p:nvPr/>
          </p:nvSpPr>
          <p:spPr>
            <a:xfrm>
              <a:off x="6231594" y="3442096"/>
              <a:ext cx="78964" cy="97556"/>
            </a:xfrm>
            <a:custGeom>
              <a:rect b="b" l="l" r="r" t="t"/>
              <a:pathLst>
                <a:path extrusionOk="0" h="3715" w="3007">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3" name="Google Shape;20223;p95"/>
            <p:cNvSpPr/>
            <p:nvPr/>
          </p:nvSpPr>
          <p:spPr>
            <a:xfrm>
              <a:off x="6244672" y="3539862"/>
              <a:ext cx="52809" cy="111605"/>
            </a:xfrm>
            <a:custGeom>
              <a:rect b="b" l="l" r="r" t="t"/>
              <a:pathLst>
                <a:path extrusionOk="0" h="4250" w="2011">
                  <a:moveTo>
                    <a:pt x="1" y="1"/>
                  </a:moveTo>
                  <a:lnTo>
                    <a:pt x="1" y="4250"/>
                  </a:lnTo>
                  <a:lnTo>
                    <a:pt x="2010" y="4250"/>
                  </a:lnTo>
                  <a:lnTo>
                    <a:pt x="2010" y="1"/>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4" name="Google Shape;20224;p95"/>
            <p:cNvSpPr/>
            <p:nvPr/>
          </p:nvSpPr>
          <p:spPr>
            <a:xfrm>
              <a:off x="6231594" y="3452915"/>
              <a:ext cx="13104" cy="86973"/>
            </a:xfrm>
            <a:custGeom>
              <a:rect b="b" l="l" r="r" t="t"/>
              <a:pathLst>
                <a:path extrusionOk="0" h="3312" w="499">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5" name="Google Shape;20225;p95"/>
            <p:cNvSpPr/>
            <p:nvPr/>
          </p:nvSpPr>
          <p:spPr>
            <a:xfrm>
              <a:off x="6297454" y="3452915"/>
              <a:ext cx="13104" cy="86973"/>
            </a:xfrm>
            <a:custGeom>
              <a:rect b="b" l="l" r="r" t="t"/>
              <a:pathLst>
                <a:path extrusionOk="0" h="3312" w="499">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6" name="Google Shape;20226;p95"/>
            <p:cNvSpPr/>
            <p:nvPr/>
          </p:nvSpPr>
          <p:spPr>
            <a:xfrm>
              <a:off x="6250948" y="3434691"/>
              <a:ext cx="40257" cy="105198"/>
            </a:xfrm>
            <a:custGeom>
              <a:rect b="b" l="l" r="r" t="t"/>
              <a:pathLst>
                <a:path extrusionOk="0" h="4006" w="1533">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7" name="Google Shape;20227;p95"/>
            <p:cNvSpPr/>
            <p:nvPr/>
          </p:nvSpPr>
          <p:spPr>
            <a:xfrm>
              <a:off x="6268043" y="3552913"/>
              <a:ext cx="6565" cy="98554"/>
            </a:xfrm>
            <a:custGeom>
              <a:rect b="b" l="l" r="r" t="t"/>
              <a:pathLst>
                <a:path extrusionOk="0" h="3753" w="25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8" name="Google Shape;20228;p95"/>
            <p:cNvSpPr/>
            <p:nvPr/>
          </p:nvSpPr>
          <p:spPr>
            <a:xfrm>
              <a:off x="6244672" y="3368726"/>
              <a:ext cx="52809" cy="59321"/>
            </a:xfrm>
            <a:custGeom>
              <a:rect b="b" l="l" r="r" t="t"/>
              <a:pathLst>
                <a:path extrusionOk="0" h="2259" w="2011">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9" name="Google Shape;20229;p95"/>
            <p:cNvSpPr/>
            <p:nvPr/>
          </p:nvSpPr>
          <p:spPr>
            <a:xfrm>
              <a:off x="6244934" y="3368726"/>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0" name="Google Shape;20230;p95"/>
            <p:cNvSpPr/>
            <p:nvPr/>
          </p:nvSpPr>
          <p:spPr>
            <a:xfrm>
              <a:off x="6244672" y="3368726"/>
              <a:ext cx="52809" cy="26418"/>
            </a:xfrm>
            <a:custGeom>
              <a:rect b="b" l="l" r="r" t="t"/>
              <a:pathLst>
                <a:path extrusionOk="0" h="1006" w="2011">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1" name="Google Shape;20231;p95"/>
            <p:cNvSpPr/>
            <p:nvPr/>
          </p:nvSpPr>
          <p:spPr>
            <a:xfrm>
              <a:off x="6244934" y="3368726"/>
              <a:ext cx="35950" cy="24159"/>
            </a:xfrm>
            <a:custGeom>
              <a:rect b="b" l="l" r="r" t="t"/>
              <a:pathLst>
                <a:path extrusionOk="0" h="920" w="1369">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2" name="Google Shape;20232;p95"/>
            <p:cNvSpPr/>
            <p:nvPr/>
          </p:nvSpPr>
          <p:spPr>
            <a:xfrm>
              <a:off x="6205229"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3" name="Google Shape;20233;p95"/>
            <p:cNvSpPr/>
            <p:nvPr/>
          </p:nvSpPr>
          <p:spPr>
            <a:xfrm>
              <a:off x="6203969" y="3533087"/>
              <a:ext cx="28912" cy="19931"/>
            </a:xfrm>
            <a:custGeom>
              <a:rect b="b" l="l" r="r" t="t"/>
              <a:pathLst>
                <a:path extrusionOk="0" h="759" w="1101">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4" name="Google Shape;20234;p95"/>
            <p:cNvSpPr/>
            <p:nvPr/>
          </p:nvSpPr>
          <p:spPr>
            <a:xfrm>
              <a:off x="6179074" y="3553938"/>
              <a:ext cx="78938" cy="97530"/>
            </a:xfrm>
            <a:custGeom>
              <a:rect b="b" l="l" r="r" t="t"/>
              <a:pathLst>
                <a:path extrusionOk="0" h="3714" w="3006">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5" name="Google Shape;20235;p95"/>
            <p:cNvSpPr/>
            <p:nvPr/>
          </p:nvSpPr>
          <p:spPr>
            <a:xfrm>
              <a:off x="6192152" y="3651441"/>
              <a:ext cx="52546" cy="46034"/>
            </a:xfrm>
            <a:custGeom>
              <a:rect b="b" l="l" r="r" t="t"/>
              <a:pathLst>
                <a:path extrusionOk="0" h="1753" w="2001">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6" name="Google Shape;20236;p95"/>
            <p:cNvSpPr/>
            <p:nvPr/>
          </p:nvSpPr>
          <p:spPr>
            <a:xfrm>
              <a:off x="6179074" y="3564757"/>
              <a:ext cx="13104" cy="86711"/>
            </a:xfrm>
            <a:custGeom>
              <a:rect b="b" l="l" r="r" t="t"/>
              <a:pathLst>
                <a:path extrusionOk="0" h="3302" w="499">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7" name="Google Shape;20237;p95"/>
            <p:cNvSpPr/>
            <p:nvPr/>
          </p:nvSpPr>
          <p:spPr>
            <a:xfrm>
              <a:off x="6244672" y="3564757"/>
              <a:ext cx="13340" cy="86711"/>
            </a:xfrm>
            <a:custGeom>
              <a:rect b="b" l="l" r="r" t="t"/>
              <a:pathLst>
                <a:path extrusionOk="0" h="3302" w="508">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8" name="Google Shape;20238;p95"/>
            <p:cNvSpPr/>
            <p:nvPr/>
          </p:nvSpPr>
          <p:spPr>
            <a:xfrm>
              <a:off x="6198191" y="3546270"/>
              <a:ext cx="40467" cy="105198"/>
            </a:xfrm>
            <a:custGeom>
              <a:rect b="b" l="l" r="r" t="t"/>
              <a:pathLst>
                <a:path extrusionOk="0" h="4006" w="1541">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9" name="Google Shape;20239;p95"/>
            <p:cNvSpPr/>
            <p:nvPr/>
          </p:nvSpPr>
          <p:spPr>
            <a:xfrm>
              <a:off x="6215260" y="3664755"/>
              <a:ext cx="6565" cy="32720"/>
            </a:xfrm>
            <a:custGeom>
              <a:rect b="b" l="l" r="r" t="t"/>
              <a:pathLst>
                <a:path extrusionOk="0" h="1246" w="25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0" name="Google Shape;20240;p95"/>
            <p:cNvSpPr/>
            <p:nvPr/>
          </p:nvSpPr>
          <p:spPr>
            <a:xfrm>
              <a:off x="6192152" y="3480567"/>
              <a:ext cx="52546" cy="59321"/>
            </a:xfrm>
            <a:custGeom>
              <a:rect b="b" l="l" r="r" t="t"/>
              <a:pathLst>
                <a:path extrusionOk="0" h="2259" w="2001">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1" name="Google Shape;20241;p95"/>
            <p:cNvSpPr/>
            <p:nvPr/>
          </p:nvSpPr>
          <p:spPr>
            <a:xfrm>
              <a:off x="6192204" y="3480567"/>
              <a:ext cx="36160" cy="59269"/>
            </a:xfrm>
            <a:custGeom>
              <a:rect b="b" l="l" r="r" t="t"/>
              <a:pathLst>
                <a:path extrusionOk="0" h="2257" w="1377">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2" name="Google Shape;20242;p95"/>
            <p:cNvSpPr/>
            <p:nvPr/>
          </p:nvSpPr>
          <p:spPr>
            <a:xfrm>
              <a:off x="6192152" y="3480567"/>
              <a:ext cx="52546" cy="26418"/>
            </a:xfrm>
            <a:custGeom>
              <a:rect b="b" l="l" r="r" t="t"/>
              <a:pathLst>
                <a:path extrusionOk="0" h="1006" w="2001">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3" name="Google Shape;20243;p95"/>
            <p:cNvSpPr/>
            <p:nvPr/>
          </p:nvSpPr>
          <p:spPr>
            <a:xfrm>
              <a:off x="6192414" y="3480567"/>
              <a:ext cx="35950" cy="23897"/>
            </a:xfrm>
            <a:custGeom>
              <a:rect b="b" l="l" r="r" t="t"/>
              <a:pathLst>
                <a:path extrusionOk="0" h="910" w="1369">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4" name="Google Shape;20244;p95"/>
            <p:cNvSpPr/>
            <p:nvPr/>
          </p:nvSpPr>
          <p:spPr>
            <a:xfrm>
              <a:off x="6310532"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5" name="Google Shape;20245;p95"/>
            <p:cNvSpPr/>
            <p:nvPr/>
          </p:nvSpPr>
          <p:spPr>
            <a:xfrm>
              <a:off x="6309271" y="3533087"/>
              <a:ext cx="28912" cy="19931"/>
            </a:xfrm>
            <a:custGeom>
              <a:rect b="b" l="l" r="r" t="t"/>
              <a:pathLst>
                <a:path extrusionOk="0" h="759" w="1101">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6" name="Google Shape;20246;p95"/>
            <p:cNvSpPr/>
            <p:nvPr/>
          </p:nvSpPr>
          <p:spPr>
            <a:xfrm>
              <a:off x="6284140"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7" name="Google Shape;20247;p95"/>
            <p:cNvSpPr/>
            <p:nvPr/>
          </p:nvSpPr>
          <p:spPr>
            <a:xfrm>
              <a:off x="6297454" y="3480567"/>
              <a:ext cx="52546" cy="59321"/>
            </a:xfrm>
            <a:custGeom>
              <a:rect b="b" l="l" r="r" t="t"/>
              <a:pathLst>
                <a:path extrusionOk="0" h="2259" w="2001">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8" name="Google Shape;20248;p95"/>
            <p:cNvSpPr/>
            <p:nvPr/>
          </p:nvSpPr>
          <p:spPr>
            <a:xfrm>
              <a:off x="6297454" y="3480567"/>
              <a:ext cx="36213" cy="59269"/>
            </a:xfrm>
            <a:custGeom>
              <a:rect b="b" l="l" r="r" t="t"/>
              <a:pathLst>
                <a:path extrusionOk="0" h="2257" w="1379">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9" name="Google Shape;20249;p95"/>
            <p:cNvSpPr/>
            <p:nvPr/>
          </p:nvSpPr>
          <p:spPr>
            <a:xfrm>
              <a:off x="6297454" y="3651441"/>
              <a:ext cx="52546" cy="46034"/>
            </a:xfrm>
            <a:custGeom>
              <a:rect b="b" l="l" r="r" t="t"/>
              <a:pathLst>
                <a:path extrusionOk="0" h="1753" w="2001">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0" name="Google Shape;20250;p95"/>
            <p:cNvSpPr/>
            <p:nvPr/>
          </p:nvSpPr>
          <p:spPr>
            <a:xfrm>
              <a:off x="6284140" y="3564757"/>
              <a:ext cx="13340" cy="86711"/>
            </a:xfrm>
            <a:custGeom>
              <a:rect b="b" l="l" r="r" t="t"/>
              <a:pathLst>
                <a:path extrusionOk="0" h="3302" w="508">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1" name="Google Shape;20251;p95"/>
            <p:cNvSpPr/>
            <p:nvPr/>
          </p:nvSpPr>
          <p:spPr>
            <a:xfrm>
              <a:off x="6349974" y="3564757"/>
              <a:ext cx="13104" cy="86711"/>
            </a:xfrm>
            <a:custGeom>
              <a:rect b="b" l="l" r="r" t="t"/>
              <a:pathLst>
                <a:path extrusionOk="0" h="3302" w="499">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2" name="Google Shape;20252;p95"/>
            <p:cNvSpPr/>
            <p:nvPr/>
          </p:nvSpPr>
          <p:spPr>
            <a:xfrm>
              <a:off x="6303494" y="3546532"/>
              <a:ext cx="40467" cy="104935"/>
            </a:xfrm>
            <a:custGeom>
              <a:rect b="b" l="l" r="r" t="t"/>
              <a:pathLst>
                <a:path extrusionOk="0" h="3996" w="1541">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3" name="Google Shape;20253;p95"/>
            <p:cNvSpPr/>
            <p:nvPr/>
          </p:nvSpPr>
          <p:spPr>
            <a:xfrm>
              <a:off x="6320563" y="3664755"/>
              <a:ext cx="6565" cy="32720"/>
            </a:xfrm>
            <a:custGeom>
              <a:rect b="b" l="l" r="r" t="t"/>
              <a:pathLst>
                <a:path extrusionOk="0" h="1246" w="25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4" name="Google Shape;20254;p95"/>
            <p:cNvSpPr/>
            <p:nvPr/>
          </p:nvSpPr>
          <p:spPr>
            <a:xfrm>
              <a:off x="6297454" y="3480567"/>
              <a:ext cx="52546" cy="26418"/>
            </a:xfrm>
            <a:custGeom>
              <a:rect b="b" l="l" r="r" t="t"/>
              <a:pathLst>
                <a:path extrusionOk="0" h="1006" w="2001">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5" name="Google Shape;20255;p95"/>
            <p:cNvSpPr/>
            <p:nvPr/>
          </p:nvSpPr>
          <p:spPr>
            <a:xfrm>
              <a:off x="6297454" y="3480567"/>
              <a:ext cx="36213" cy="23897"/>
            </a:xfrm>
            <a:custGeom>
              <a:rect b="b" l="l" r="r" t="t"/>
              <a:pathLst>
                <a:path extrusionOk="0" h="910" w="1379">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6" name="Google Shape;20256;p95"/>
            <p:cNvSpPr/>
            <p:nvPr/>
          </p:nvSpPr>
          <p:spPr>
            <a:xfrm>
              <a:off x="6415808" y="3533087"/>
              <a:ext cx="26181" cy="26418"/>
            </a:xfrm>
            <a:custGeom>
              <a:rect b="b" l="l" r="r" t="t"/>
              <a:pathLst>
                <a:path extrusionOk="0" h="1006" w="997">
                  <a:moveTo>
                    <a:pt x="1" y="0"/>
                  </a:moveTo>
                  <a:lnTo>
                    <a:pt x="1" y="1005"/>
                  </a:lnTo>
                  <a:lnTo>
                    <a:pt x="996" y="100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7" name="Google Shape;20257;p95"/>
            <p:cNvSpPr/>
            <p:nvPr/>
          </p:nvSpPr>
          <p:spPr>
            <a:xfrm>
              <a:off x="6414574" y="3533087"/>
              <a:ext cx="28676" cy="19931"/>
            </a:xfrm>
            <a:custGeom>
              <a:rect b="b" l="l" r="r" t="t"/>
              <a:pathLst>
                <a:path extrusionOk="0" h="759" w="1092">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8" name="Google Shape;20258;p95"/>
            <p:cNvSpPr/>
            <p:nvPr/>
          </p:nvSpPr>
          <p:spPr>
            <a:xfrm>
              <a:off x="6389443"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9" name="Google Shape;20259;p95"/>
            <p:cNvSpPr/>
            <p:nvPr/>
          </p:nvSpPr>
          <p:spPr>
            <a:xfrm>
              <a:off x="6402494" y="3651441"/>
              <a:ext cx="52809" cy="46034"/>
            </a:xfrm>
            <a:custGeom>
              <a:rect b="b" l="l" r="r" t="t"/>
              <a:pathLst>
                <a:path extrusionOk="0" h="1753" w="2011">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0" name="Google Shape;20260;p95"/>
            <p:cNvSpPr/>
            <p:nvPr/>
          </p:nvSpPr>
          <p:spPr>
            <a:xfrm>
              <a:off x="6389443" y="3564757"/>
              <a:ext cx="13077" cy="86711"/>
            </a:xfrm>
            <a:custGeom>
              <a:rect b="b" l="l" r="r" t="t"/>
              <a:pathLst>
                <a:path extrusionOk="0" h="3302" w="498">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1" name="Google Shape;20261;p95"/>
            <p:cNvSpPr/>
            <p:nvPr/>
          </p:nvSpPr>
          <p:spPr>
            <a:xfrm>
              <a:off x="6455277" y="3564757"/>
              <a:ext cx="13104" cy="86711"/>
            </a:xfrm>
            <a:custGeom>
              <a:rect b="b" l="l" r="r" t="t"/>
              <a:pathLst>
                <a:path extrusionOk="0" h="3302" w="499">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2" name="Google Shape;20262;p95"/>
            <p:cNvSpPr/>
            <p:nvPr/>
          </p:nvSpPr>
          <p:spPr>
            <a:xfrm>
              <a:off x="6408797" y="3546270"/>
              <a:ext cx="40230" cy="105198"/>
            </a:xfrm>
            <a:custGeom>
              <a:rect b="b" l="l" r="r" t="t"/>
              <a:pathLst>
                <a:path extrusionOk="0" h="4006" w="1532">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3" name="Google Shape;20263;p95"/>
            <p:cNvSpPr/>
            <p:nvPr/>
          </p:nvSpPr>
          <p:spPr>
            <a:xfrm>
              <a:off x="6425866" y="3664781"/>
              <a:ext cx="6329" cy="32694"/>
            </a:xfrm>
            <a:custGeom>
              <a:rect b="b" l="l" r="r" t="t"/>
              <a:pathLst>
                <a:path extrusionOk="0" h="1245" w="241">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4" name="Google Shape;20264;p95"/>
            <p:cNvSpPr/>
            <p:nvPr/>
          </p:nvSpPr>
          <p:spPr>
            <a:xfrm>
              <a:off x="6402494" y="3480567"/>
              <a:ext cx="52809" cy="59321"/>
            </a:xfrm>
            <a:custGeom>
              <a:rect b="b" l="l" r="r" t="t"/>
              <a:pathLst>
                <a:path extrusionOk="0" h="2259" w="2011">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5" name="Google Shape;20265;p95"/>
            <p:cNvSpPr/>
            <p:nvPr/>
          </p:nvSpPr>
          <p:spPr>
            <a:xfrm>
              <a:off x="6402757" y="3480567"/>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6" name="Google Shape;20266;p95"/>
            <p:cNvSpPr/>
            <p:nvPr/>
          </p:nvSpPr>
          <p:spPr>
            <a:xfrm>
              <a:off x="6402494" y="3480567"/>
              <a:ext cx="52809" cy="26418"/>
            </a:xfrm>
            <a:custGeom>
              <a:rect b="b" l="l" r="r" t="t"/>
              <a:pathLst>
                <a:path extrusionOk="0" h="1006" w="2011">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7" name="Google Shape;20267;p95"/>
            <p:cNvSpPr/>
            <p:nvPr/>
          </p:nvSpPr>
          <p:spPr>
            <a:xfrm>
              <a:off x="6402757" y="3480567"/>
              <a:ext cx="35950" cy="23897"/>
            </a:xfrm>
            <a:custGeom>
              <a:rect b="b" l="l" r="r" t="t"/>
              <a:pathLst>
                <a:path extrusionOk="0" h="910" w="1369">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8" name="Google Shape;20268;p95"/>
            <p:cNvSpPr/>
            <p:nvPr/>
          </p:nvSpPr>
          <p:spPr>
            <a:xfrm>
              <a:off x="6520874" y="3533087"/>
              <a:ext cx="26418" cy="26418"/>
            </a:xfrm>
            <a:custGeom>
              <a:rect b="b" l="l" r="r" t="t"/>
              <a:pathLst>
                <a:path extrusionOk="0" h="1006" w="1006">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9" name="Google Shape;20269;p95"/>
            <p:cNvSpPr/>
            <p:nvPr/>
          </p:nvSpPr>
          <p:spPr>
            <a:xfrm>
              <a:off x="6519614" y="3533087"/>
              <a:ext cx="28939" cy="19931"/>
            </a:xfrm>
            <a:custGeom>
              <a:rect b="b" l="l" r="r" t="t"/>
              <a:pathLst>
                <a:path extrusionOk="0" h="759" w="1102">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0" name="Google Shape;20270;p95"/>
            <p:cNvSpPr/>
            <p:nvPr/>
          </p:nvSpPr>
          <p:spPr>
            <a:xfrm>
              <a:off x="6494483" y="3553938"/>
              <a:ext cx="79200" cy="97530"/>
            </a:xfrm>
            <a:custGeom>
              <a:rect b="b" l="l" r="r" t="t"/>
              <a:pathLst>
                <a:path extrusionOk="0" h="3714" w="3016">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1" name="Google Shape;20271;p95"/>
            <p:cNvSpPr/>
            <p:nvPr/>
          </p:nvSpPr>
          <p:spPr>
            <a:xfrm>
              <a:off x="6507797" y="3651441"/>
              <a:ext cx="52546" cy="46034"/>
            </a:xfrm>
            <a:custGeom>
              <a:rect b="b" l="l" r="r" t="t"/>
              <a:pathLst>
                <a:path extrusionOk="0" h="1753" w="2001">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2" name="Google Shape;20272;p95"/>
            <p:cNvSpPr/>
            <p:nvPr/>
          </p:nvSpPr>
          <p:spPr>
            <a:xfrm>
              <a:off x="6494483" y="3564757"/>
              <a:ext cx="13340" cy="86711"/>
            </a:xfrm>
            <a:custGeom>
              <a:rect b="b" l="l" r="r" t="t"/>
              <a:pathLst>
                <a:path extrusionOk="0" h="3302" w="508">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3" name="Google Shape;20273;p95"/>
            <p:cNvSpPr/>
            <p:nvPr/>
          </p:nvSpPr>
          <p:spPr>
            <a:xfrm>
              <a:off x="6513837" y="3546532"/>
              <a:ext cx="40493" cy="104935"/>
            </a:xfrm>
            <a:custGeom>
              <a:rect b="b" l="l" r="r" t="t"/>
              <a:pathLst>
                <a:path extrusionOk="0" h="3996" w="1542">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4" name="Google Shape;20274;p95"/>
            <p:cNvSpPr/>
            <p:nvPr/>
          </p:nvSpPr>
          <p:spPr>
            <a:xfrm>
              <a:off x="6530932" y="3664755"/>
              <a:ext cx="6565" cy="32720"/>
            </a:xfrm>
            <a:custGeom>
              <a:rect b="b" l="l" r="r" t="t"/>
              <a:pathLst>
                <a:path extrusionOk="0" h="1246" w="25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5" name="Google Shape;20275;p95"/>
            <p:cNvSpPr/>
            <p:nvPr/>
          </p:nvSpPr>
          <p:spPr>
            <a:xfrm>
              <a:off x="6507797" y="3480567"/>
              <a:ext cx="52546" cy="59321"/>
            </a:xfrm>
            <a:custGeom>
              <a:rect b="b" l="l" r="r" t="t"/>
              <a:pathLst>
                <a:path extrusionOk="0" h="2259" w="2001">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6" name="Google Shape;20276;p95"/>
            <p:cNvSpPr/>
            <p:nvPr/>
          </p:nvSpPr>
          <p:spPr>
            <a:xfrm>
              <a:off x="6507797" y="3480567"/>
              <a:ext cx="36213" cy="59269"/>
            </a:xfrm>
            <a:custGeom>
              <a:rect b="b" l="l" r="r" t="t"/>
              <a:pathLst>
                <a:path extrusionOk="0" h="2257" w="1379">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7" name="Google Shape;20277;p95"/>
            <p:cNvSpPr/>
            <p:nvPr/>
          </p:nvSpPr>
          <p:spPr>
            <a:xfrm>
              <a:off x="6507797" y="3480567"/>
              <a:ext cx="52546" cy="26418"/>
            </a:xfrm>
            <a:custGeom>
              <a:rect b="b" l="l" r="r" t="t"/>
              <a:pathLst>
                <a:path extrusionOk="0" h="1006" w="2001">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8" name="Google Shape;20278;p95"/>
            <p:cNvSpPr/>
            <p:nvPr/>
          </p:nvSpPr>
          <p:spPr>
            <a:xfrm>
              <a:off x="6507797" y="3480567"/>
              <a:ext cx="36213" cy="23897"/>
            </a:xfrm>
            <a:custGeom>
              <a:rect b="b" l="l" r="r" t="t"/>
              <a:pathLst>
                <a:path extrusionOk="0" h="910" w="1379">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279" name="Google Shape;20279;p95"/>
          <p:cNvGrpSpPr/>
          <p:nvPr/>
        </p:nvGrpSpPr>
        <p:grpSpPr>
          <a:xfrm>
            <a:off x="7050311" y="3215328"/>
            <a:ext cx="394583" cy="331007"/>
            <a:chOff x="7054924" y="3367728"/>
            <a:chExt cx="394583" cy="331007"/>
          </a:xfrm>
        </p:grpSpPr>
        <p:sp>
          <p:nvSpPr>
            <p:cNvPr id="20280" name="Google Shape;20280;p95"/>
            <p:cNvSpPr/>
            <p:nvPr/>
          </p:nvSpPr>
          <p:spPr>
            <a:xfrm>
              <a:off x="7054924" y="3367728"/>
              <a:ext cx="394583" cy="331007"/>
            </a:xfrm>
            <a:custGeom>
              <a:rect b="b" l="l" r="r" t="t"/>
              <a:pathLst>
                <a:path extrusionOk="0" h="12605" w="15026">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1" name="Google Shape;20281;p95"/>
            <p:cNvSpPr/>
            <p:nvPr/>
          </p:nvSpPr>
          <p:spPr>
            <a:xfrm>
              <a:off x="7156708" y="3450394"/>
              <a:ext cx="191015" cy="191042"/>
            </a:xfrm>
            <a:custGeom>
              <a:rect b="b" l="l" r="r" t="t"/>
              <a:pathLst>
                <a:path extrusionOk="0" h="7275" w="7274">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2" name="Google Shape;20282;p95"/>
            <p:cNvSpPr/>
            <p:nvPr/>
          </p:nvSpPr>
          <p:spPr>
            <a:xfrm>
              <a:off x="7175799" y="3469512"/>
              <a:ext cx="152833" cy="152807"/>
            </a:xfrm>
            <a:custGeom>
              <a:rect b="b" l="l" r="r" t="t"/>
              <a:pathLst>
                <a:path extrusionOk="0" h="5819" w="582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3" name="Google Shape;20283;p95"/>
            <p:cNvSpPr/>
            <p:nvPr/>
          </p:nvSpPr>
          <p:spPr>
            <a:xfrm>
              <a:off x="7214007" y="3552178"/>
              <a:ext cx="76417" cy="70009"/>
            </a:xfrm>
            <a:custGeom>
              <a:rect b="b" l="l" r="r" t="t"/>
              <a:pathLst>
                <a:path extrusionOk="0" h="2666" w="291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4" name="Google Shape;20284;p95"/>
            <p:cNvSpPr/>
            <p:nvPr/>
          </p:nvSpPr>
          <p:spPr>
            <a:xfrm>
              <a:off x="7171781" y="3367728"/>
              <a:ext cx="144036" cy="38208"/>
            </a:xfrm>
            <a:custGeom>
              <a:rect b="b" l="l" r="r" t="t"/>
              <a:pathLst>
                <a:path extrusionOk="0" h="1455" w="5485">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5" name="Google Shape;20285;p95"/>
            <p:cNvSpPr/>
            <p:nvPr/>
          </p:nvSpPr>
          <p:spPr>
            <a:xfrm>
              <a:off x="7220546" y="3367728"/>
              <a:ext cx="95508" cy="38208"/>
            </a:xfrm>
            <a:custGeom>
              <a:rect b="b" l="l" r="r" t="t"/>
              <a:pathLst>
                <a:path extrusionOk="0" h="1455" w="3637">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6" name="Google Shape;20286;p95"/>
            <p:cNvSpPr/>
            <p:nvPr/>
          </p:nvSpPr>
          <p:spPr>
            <a:xfrm>
              <a:off x="7054924" y="3666777"/>
              <a:ext cx="394583" cy="31958"/>
            </a:xfrm>
            <a:custGeom>
              <a:rect b="b" l="l" r="r" t="t"/>
              <a:pathLst>
                <a:path extrusionOk="0" h="1217" w="15026">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7" name="Google Shape;20287;p95"/>
            <p:cNvSpPr/>
            <p:nvPr/>
          </p:nvSpPr>
          <p:spPr>
            <a:xfrm>
              <a:off x="7214007" y="3572293"/>
              <a:ext cx="76417" cy="49894"/>
            </a:xfrm>
            <a:custGeom>
              <a:rect b="b" l="l" r="r" t="t"/>
              <a:pathLst>
                <a:path extrusionOk="0" h="1900" w="291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8" name="Google Shape;20288;p95"/>
            <p:cNvSpPr/>
            <p:nvPr/>
          </p:nvSpPr>
          <p:spPr>
            <a:xfrm>
              <a:off x="7238140" y="3552178"/>
              <a:ext cx="27914" cy="19249"/>
            </a:xfrm>
            <a:custGeom>
              <a:rect b="b" l="l" r="r" t="t"/>
              <a:pathLst>
                <a:path extrusionOk="0" h="733" w="1063">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9" name="Google Shape;20289;p95"/>
            <p:cNvSpPr/>
            <p:nvPr/>
          </p:nvSpPr>
          <p:spPr>
            <a:xfrm>
              <a:off x="7226822" y="3501418"/>
              <a:ext cx="51049" cy="57326"/>
            </a:xfrm>
            <a:custGeom>
              <a:rect b="b" l="l" r="r" t="t"/>
              <a:pathLst>
                <a:path extrusionOk="0" h="2183" w="1944">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0" name="Google Shape;20290;p95"/>
            <p:cNvSpPr/>
            <p:nvPr/>
          </p:nvSpPr>
          <p:spPr>
            <a:xfrm>
              <a:off x="7226822" y="3501418"/>
              <a:ext cx="34952" cy="57194"/>
            </a:xfrm>
            <a:custGeom>
              <a:rect b="b" l="l" r="r" t="t"/>
              <a:pathLst>
                <a:path extrusionOk="0" h="2178" w="1331">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1" name="Google Shape;20291;p95"/>
            <p:cNvSpPr/>
            <p:nvPr/>
          </p:nvSpPr>
          <p:spPr>
            <a:xfrm>
              <a:off x="7226822" y="3501418"/>
              <a:ext cx="51049" cy="25420"/>
            </a:xfrm>
            <a:custGeom>
              <a:rect b="b" l="l" r="r" t="t"/>
              <a:pathLst>
                <a:path extrusionOk="0" h="968" w="1944">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2" name="Google Shape;20292;p95"/>
            <p:cNvSpPr/>
            <p:nvPr/>
          </p:nvSpPr>
          <p:spPr>
            <a:xfrm>
              <a:off x="7226822" y="3501155"/>
              <a:ext cx="34952" cy="23398"/>
            </a:xfrm>
            <a:custGeom>
              <a:rect b="b" l="l" r="r" t="t"/>
              <a:pathLst>
                <a:path extrusionOk="0" h="891" w="1331">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3" name="Google Shape;20293;p95"/>
            <p:cNvSpPr/>
            <p:nvPr/>
          </p:nvSpPr>
          <p:spPr>
            <a:xfrm>
              <a:off x="7214007" y="3583585"/>
              <a:ext cx="19117" cy="36239"/>
            </a:xfrm>
            <a:custGeom>
              <a:rect b="b" l="l" r="r" t="t"/>
              <a:pathLst>
                <a:path extrusionOk="0" h="1380" w="728">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4" name="Google Shape;20294;p95"/>
            <p:cNvSpPr/>
            <p:nvPr/>
          </p:nvSpPr>
          <p:spPr>
            <a:xfrm>
              <a:off x="7271306" y="3583585"/>
              <a:ext cx="19117" cy="36239"/>
            </a:xfrm>
            <a:custGeom>
              <a:rect b="b" l="l" r="r" t="t"/>
              <a:pathLst>
                <a:path extrusionOk="0" h="1380" w="728">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295" name="Google Shape;20295;p95"/>
          <p:cNvGrpSpPr/>
          <p:nvPr/>
        </p:nvGrpSpPr>
        <p:grpSpPr>
          <a:xfrm>
            <a:off x="7488354" y="3209025"/>
            <a:ext cx="394583" cy="343586"/>
            <a:chOff x="7492967" y="3361425"/>
            <a:chExt cx="394583" cy="343586"/>
          </a:xfrm>
        </p:grpSpPr>
        <p:sp>
          <p:nvSpPr>
            <p:cNvPr id="20296" name="Google Shape;20296;p95"/>
            <p:cNvSpPr/>
            <p:nvPr/>
          </p:nvSpPr>
          <p:spPr>
            <a:xfrm>
              <a:off x="7492967" y="3450394"/>
              <a:ext cx="394583" cy="254617"/>
            </a:xfrm>
            <a:custGeom>
              <a:rect b="b" l="l" r="r" t="t"/>
              <a:pathLst>
                <a:path extrusionOk="0" h="9696" w="15026">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7" name="Google Shape;20297;p95"/>
            <p:cNvSpPr/>
            <p:nvPr/>
          </p:nvSpPr>
          <p:spPr>
            <a:xfrm>
              <a:off x="7492967" y="3450657"/>
              <a:ext cx="394583" cy="19117"/>
            </a:xfrm>
            <a:custGeom>
              <a:rect b="b" l="l" r="r" t="t"/>
              <a:pathLst>
                <a:path extrusionOk="0" h="728" w="15026">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8" name="Google Shape;20298;p95"/>
            <p:cNvSpPr/>
            <p:nvPr/>
          </p:nvSpPr>
          <p:spPr>
            <a:xfrm>
              <a:off x="7531149" y="3501418"/>
              <a:ext cx="127203" cy="165385"/>
            </a:xfrm>
            <a:custGeom>
              <a:rect b="b" l="l" r="r" t="t"/>
              <a:pathLst>
                <a:path extrusionOk="0" h="6298" w="4844">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9" name="Google Shape;20299;p95"/>
            <p:cNvSpPr/>
            <p:nvPr/>
          </p:nvSpPr>
          <p:spPr>
            <a:xfrm>
              <a:off x="7690232" y="3501418"/>
              <a:ext cx="159109" cy="31696"/>
            </a:xfrm>
            <a:custGeom>
              <a:rect b="b" l="l" r="r" t="t"/>
              <a:pathLst>
                <a:path extrusionOk="0" h="1207" w="6059">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0" name="Google Shape;20300;p95"/>
            <p:cNvSpPr/>
            <p:nvPr/>
          </p:nvSpPr>
          <p:spPr>
            <a:xfrm>
              <a:off x="7690495" y="3552441"/>
              <a:ext cx="120665" cy="25393"/>
            </a:xfrm>
            <a:custGeom>
              <a:rect b="b" l="l" r="r" t="t"/>
              <a:pathLst>
                <a:path extrusionOk="0" h="967" w="4595">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1" name="Google Shape;20301;p95"/>
            <p:cNvSpPr/>
            <p:nvPr/>
          </p:nvSpPr>
          <p:spPr>
            <a:xfrm>
              <a:off x="7687974" y="3596925"/>
              <a:ext cx="80697" cy="12579"/>
            </a:xfrm>
            <a:custGeom>
              <a:rect b="b" l="l" r="r" t="t"/>
              <a:pathLst>
                <a:path extrusionOk="0" h="479" w="3073">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2" name="Google Shape;20302;p95"/>
            <p:cNvSpPr/>
            <p:nvPr/>
          </p:nvSpPr>
          <p:spPr>
            <a:xfrm>
              <a:off x="7777205" y="3596925"/>
              <a:ext cx="42489" cy="12579"/>
            </a:xfrm>
            <a:custGeom>
              <a:rect b="b" l="l" r="r" t="t"/>
              <a:pathLst>
                <a:path extrusionOk="0" h="479" w="1618">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3" name="Google Shape;20303;p95"/>
            <p:cNvSpPr/>
            <p:nvPr/>
          </p:nvSpPr>
          <p:spPr>
            <a:xfrm>
              <a:off x="7688236" y="3635107"/>
              <a:ext cx="29674" cy="12605"/>
            </a:xfrm>
            <a:custGeom>
              <a:rect b="b" l="l" r="r" t="t"/>
              <a:pathLst>
                <a:path extrusionOk="0" h="480" w="113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4" name="Google Shape;20304;p95"/>
            <p:cNvSpPr/>
            <p:nvPr/>
          </p:nvSpPr>
          <p:spPr>
            <a:xfrm>
              <a:off x="7726182" y="3635107"/>
              <a:ext cx="67882" cy="12605"/>
            </a:xfrm>
            <a:custGeom>
              <a:rect b="b" l="l" r="r" t="t"/>
              <a:pathLst>
                <a:path extrusionOk="0" h="480" w="2585">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5" name="Google Shape;20305;p95"/>
            <p:cNvSpPr/>
            <p:nvPr/>
          </p:nvSpPr>
          <p:spPr>
            <a:xfrm>
              <a:off x="7688236" y="3660501"/>
              <a:ext cx="29674" cy="12579"/>
            </a:xfrm>
            <a:custGeom>
              <a:rect b="b" l="l" r="r" t="t"/>
              <a:pathLst>
                <a:path extrusionOk="0" h="479" w="113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6" name="Google Shape;20306;p95"/>
            <p:cNvSpPr/>
            <p:nvPr/>
          </p:nvSpPr>
          <p:spPr>
            <a:xfrm>
              <a:off x="7726182" y="3660501"/>
              <a:ext cx="67882" cy="12579"/>
            </a:xfrm>
            <a:custGeom>
              <a:rect b="b" l="l" r="r" t="t"/>
              <a:pathLst>
                <a:path extrusionOk="0" h="479" w="2585">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7" name="Google Shape;20307;p95"/>
            <p:cNvSpPr/>
            <p:nvPr/>
          </p:nvSpPr>
          <p:spPr>
            <a:xfrm>
              <a:off x="7658825" y="3361425"/>
              <a:ext cx="62866" cy="114625"/>
            </a:xfrm>
            <a:custGeom>
              <a:rect b="b" l="l" r="r" t="t"/>
              <a:pathLst>
                <a:path extrusionOk="0" h="4365" w="2394">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8" name="Google Shape;20308;p95"/>
            <p:cNvSpPr/>
            <p:nvPr/>
          </p:nvSpPr>
          <p:spPr>
            <a:xfrm>
              <a:off x="7556542" y="3584110"/>
              <a:ext cx="76417" cy="82693"/>
            </a:xfrm>
            <a:custGeom>
              <a:rect b="b" l="l" r="r" t="t"/>
              <a:pathLst>
                <a:path extrusionOk="0" h="3149" w="291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9" name="Google Shape;20309;p95"/>
            <p:cNvSpPr/>
            <p:nvPr/>
          </p:nvSpPr>
          <p:spPr>
            <a:xfrm>
              <a:off x="7580912" y="3584110"/>
              <a:ext cx="27941" cy="18986"/>
            </a:xfrm>
            <a:custGeom>
              <a:rect b="b" l="l" r="r" t="t"/>
              <a:pathLst>
                <a:path extrusionOk="0" h="723" w="1064">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0" name="Google Shape;20310;p95"/>
            <p:cNvSpPr/>
            <p:nvPr/>
          </p:nvSpPr>
          <p:spPr>
            <a:xfrm>
              <a:off x="7556542" y="3604199"/>
              <a:ext cx="76417" cy="62604"/>
            </a:xfrm>
            <a:custGeom>
              <a:rect b="b" l="l" r="r" t="t"/>
              <a:pathLst>
                <a:path extrusionOk="0" h="2384" w="291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1" name="Google Shape;20311;p95"/>
            <p:cNvSpPr/>
            <p:nvPr/>
          </p:nvSpPr>
          <p:spPr>
            <a:xfrm>
              <a:off x="7556542" y="3615517"/>
              <a:ext cx="19117" cy="51286"/>
            </a:xfrm>
            <a:custGeom>
              <a:rect b="b" l="l" r="r" t="t"/>
              <a:pathLst>
                <a:path extrusionOk="0" h="1953" w="728">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2" name="Google Shape;20312;p95"/>
            <p:cNvSpPr/>
            <p:nvPr/>
          </p:nvSpPr>
          <p:spPr>
            <a:xfrm>
              <a:off x="7613842" y="3615517"/>
              <a:ext cx="19117" cy="51286"/>
            </a:xfrm>
            <a:custGeom>
              <a:rect b="b" l="l" r="r" t="t"/>
              <a:pathLst>
                <a:path extrusionOk="0" h="1953" w="728">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3" name="Google Shape;20313;p95"/>
            <p:cNvSpPr/>
            <p:nvPr/>
          </p:nvSpPr>
          <p:spPr>
            <a:xfrm>
              <a:off x="7569357" y="3533087"/>
              <a:ext cx="51049" cy="57326"/>
            </a:xfrm>
            <a:custGeom>
              <a:rect b="b" l="l" r="r" t="t"/>
              <a:pathLst>
                <a:path extrusionOk="0" h="2183" w="1944">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4" name="Google Shape;20314;p95"/>
            <p:cNvSpPr/>
            <p:nvPr/>
          </p:nvSpPr>
          <p:spPr>
            <a:xfrm>
              <a:off x="7569357" y="3533087"/>
              <a:ext cx="34952" cy="57457"/>
            </a:xfrm>
            <a:custGeom>
              <a:rect b="b" l="l" r="r" t="t"/>
              <a:pathLst>
                <a:path extrusionOk="0" h="2188" w="1331">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5" name="Google Shape;20315;p95"/>
            <p:cNvSpPr/>
            <p:nvPr/>
          </p:nvSpPr>
          <p:spPr>
            <a:xfrm>
              <a:off x="7569121" y="3533087"/>
              <a:ext cx="51023" cy="25393"/>
            </a:xfrm>
            <a:custGeom>
              <a:rect b="b" l="l" r="r" t="t"/>
              <a:pathLst>
                <a:path extrusionOk="0" h="967" w="1943">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6" name="Google Shape;20316;p95"/>
            <p:cNvSpPr/>
            <p:nvPr/>
          </p:nvSpPr>
          <p:spPr>
            <a:xfrm>
              <a:off x="7569357" y="3533087"/>
              <a:ext cx="34952" cy="23135"/>
            </a:xfrm>
            <a:custGeom>
              <a:rect b="b" l="l" r="r" t="t"/>
              <a:pathLst>
                <a:path extrusionOk="0" h="881" w="1331">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7" name="Google Shape;20317;p95"/>
            <p:cNvSpPr/>
            <p:nvPr/>
          </p:nvSpPr>
          <p:spPr>
            <a:xfrm>
              <a:off x="7677680" y="3444118"/>
              <a:ext cx="25157" cy="12579"/>
            </a:xfrm>
            <a:custGeom>
              <a:rect b="b" l="l" r="r" t="t"/>
              <a:pathLst>
                <a:path extrusionOk="0" h="479" w="958">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8" name="Google Shape;20318;p95"/>
            <p:cNvSpPr/>
            <p:nvPr/>
          </p:nvSpPr>
          <p:spPr>
            <a:xfrm>
              <a:off x="7659324" y="3361425"/>
              <a:ext cx="61869" cy="12605"/>
            </a:xfrm>
            <a:custGeom>
              <a:rect b="b" l="l" r="r" t="t"/>
              <a:pathLst>
                <a:path extrusionOk="0" h="480" w="2356">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19" name="Google Shape;20319;p95"/>
          <p:cNvGrpSpPr/>
          <p:nvPr/>
        </p:nvGrpSpPr>
        <p:grpSpPr>
          <a:xfrm>
            <a:off x="7930914" y="3200754"/>
            <a:ext cx="385287" cy="360156"/>
            <a:chOff x="7935527" y="3353154"/>
            <a:chExt cx="385287" cy="360156"/>
          </a:xfrm>
        </p:grpSpPr>
        <p:sp>
          <p:nvSpPr>
            <p:cNvPr id="20320" name="Google Shape;20320;p95"/>
            <p:cNvSpPr/>
            <p:nvPr/>
          </p:nvSpPr>
          <p:spPr>
            <a:xfrm>
              <a:off x="7935789" y="3428283"/>
              <a:ext cx="385024" cy="285026"/>
            </a:xfrm>
            <a:custGeom>
              <a:rect b="b" l="l" r="r" t="t"/>
              <a:pathLst>
                <a:path extrusionOk="0" h="10854" w="14662">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1" name="Google Shape;20321;p95"/>
            <p:cNvSpPr/>
            <p:nvPr/>
          </p:nvSpPr>
          <p:spPr>
            <a:xfrm>
              <a:off x="7935527" y="3428283"/>
              <a:ext cx="192775" cy="285026"/>
            </a:xfrm>
            <a:custGeom>
              <a:rect b="b" l="l" r="r" t="t"/>
              <a:pathLst>
                <a:path extrusionOk="0" h="10854" w="7341">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2" name="Google Shape;20322;p95"/>
            <p:cNvSpPr/>
            <p:nvPr/>
          </p:nvSpPr>
          <p:spPr>
            <a:xfrm>
              <a:off x="7968956" y="3461949"/>
              <a:ext cx="318429" cy="217932"/>
            </a:xfrm>
            <a:custGeom>
              <a:rect b="b" l="l" r="r" t="t"/>
              <a:pathLst>
                <a:path extrusionOk="0" h="8299" w="12126">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3" name="Google Shape;20323;p95"/>
            <p:cNvSpPr/>
            <p:nvPr/>
          </p:nvSpPr>
          <p:spPr>
            <a:xfrm>
              <a:off x="7968956" y="3461712"/>
              <a:ext cx="159346" cy="218168"/>
            </a:xfrm>
            <a:custGeom>
              <a:rect b="b" l="l" r="r" t="t"/>
              <a:pathLst>
                <a:path extrusionOk="0" h="8308" w="6068">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4" name="Google Shape;20324;p95"/>
            <p:cNvSpPr/>
            <p:nvPr/>
          </p:nvSpPr>
          <p:spPr>
            <a:xfrm>
              <a:off x="8052646" y="3353154"/>
              <a:ext cx="151074" cy="126179"/>
            </a:xfrm>
            <a:custGeom>
              <a:rect b="b" l="l" r="r" t="t"/>
              <a:pathLst>
                <a:path extrusionOk="0" h="4805" w="5753">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5" name="Google Shape;20325;p95"/>
            <p:cNvSpPr/>
            <p:nvPr/>
          </p:nvSpPr>
          <p:spPr>
            <a:xfrm>
              <a:off x="8086574" y="3514994"/>
              <a:ext cx="149551" cy="106616"/>
            </a:xfrm>
            <a:custGeom>
              <a:rect b="b" l="l" r="r" t="t"/>
              <a:pathLst>
                <a:path extrusionOk="0" h="4060" w="5695">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6" name="Google Shape;20326;p95"/>
            <p:cNvSpPr/>
            <p:nvPr/>
          </p:nvSpPr>
          <p:spPr>
            <a:xfrm>
              <a:off x="8042589" y="3593643"/>
              <a:ext cx="44012" cy="37867"/>
            </a:xfrm>
            <a:custGeom>
              <a:rect b="b" l="l" r="r" t="t"/>
              <a:pathLst>
                <a:path extrusionOk="0" h="1442" w="1676">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7" name="Google Shape;20327;p95"/>
            <p:cNvSpPr/>
            <p:nvPr/>
          </p:nvSpPr>
          <p:spPr>
            <a:xfrm>
              <a:off x="8001571" y="3505645"/>
              <a:ext cx="44432" cy="38156"/>
            </a:xfrm>
            <a:custGeom>
              <a:rect b="b" l="l" r="r" t="t"/>
              <a:pathLst>
                <a:path extrusionOk="0" h="1453" w="1692">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8" name="Google Shape;20328;p95"/>
            <p:cNvSpPr/>
            <p:nvPr/>
          </p:nvSpPr>
          <p:spPr>
            <a:xfrm>
              <a:off x="8220133" y="3606510"/>
              <a:ext cx="41780" cy="37263"/>
            </a:xfrm>
            <a:custGeom>
              <a:rect b="b" l="l" r="r" t="t"/>
              <a:pathLst>
                <a:path extrusionOk="0" h="1419" w="1591">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9" name="Google Shape;20329;p95"/>
            <p:cNvSpPr/>
            <p:nvPr/>
          </p:nvSpPr>
          <p:spPr>
            <a:xfrm>
              <a:off x="8110129" y="3522242"/>
              <a:ext cx="44458" cy="38550"/>
            </a:xfrm>
            <a:custGeom>
              <a:rect b="b" l="l" r="r" t="t"/>
              <a:pathLst>
                <a:path extrusionOk="0" h="1468" w="1693">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0" name="Google Shape;20330;p95"/>
            <p:cNvSpPr/>
            <p:nvPr/>
          </p:nvSpPr>
          <p:spPr>
            <a:xfrm>
              <a:off x="8052646" y="3353154"/>
              <a:ext cx="75655" cy="126179"/>
            </a:xfrm>
            <a:custGeom>
              <a:rect b="b" l="l" r="r" t="t"/>
              <a:pathLst>
                <a:path extrusionOk="0" h="4805" w="2881">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1" name="Google Shape;20331;p95"/>
            <p:cNvSpPr/>
            <p:nvPr/>
          </p:nvSpPr>
          <p:spPr>
            <a:xfrm>
              <a:off x="8105429" y="3419933"/>
              <a:ext cx="39968" cy="34269"/>
            </a:xfrm>
            <a:custGeom>
              <a:rect b="b" l="l" r="r" t="t"/>
              <a:pathLst>
                <a:path extrusionOk="0" h="1305" w="1522">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32" name="Google Shape;20332;p95"/>
          <p:cNvGrpSpPr/>
          <p:nvPr/>
        </p:nvGrpSpPr>
        <p:grpSpPr>
          <a:xfrm>
            <a:off x="5315208" y="1833842"/>
            <a:ext cx="348103" cy="348103"/>
            <a:chOff x="5319821" y="1986242"/>
            <a:chExt cx="348103" cy="348103"/>
          </a:xfrm>
        </p:grpSpPr>
        <p:sp>
          <p:nvSpPr>
            <p:cNvPr id="20333" name="Google Shape;20333;p95"/>
            <p:cNvSpPr/>
            <p:nvPr/>
          </p:nvSpPr>
          <p:spPr>
            <a:xfrm>
              <a:off x="5319821" y="2134506"/>
              <a:ext cx="104830" cy="115150"/>
            </a:xfrm>
            <a:custGeom>
              <a:rect b="b" l="l" r="r" t="t"/>
              <a:pathLst>
                <a:path extrusionOk="0" h="4385" w="3992">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4" name="Google Shape;20334;p95"/>
            <p:cNvSpPr/>
            <p:nvPr/>
          </p:nvSpPr>
          <p:spPr>
            <a:xfrm>
              <a:off x="5320083" y="2164258"/>
              <a:ext cx="29437" cy="85634"/>
            </a:xfrm>
            <a:custGeom>
              <a:rect b="b" l="l" r="r" t="t"/>
              <a:pathLst>
                <a:path extrusionOk="0" h="3261" w="1121">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5" name="Google Shape;20335;p95"/>
            <p:cNvSpPr/>
            <p:nvPr/>
          </p:nvSpPr>
          <p:spPr>
            <a:xfrm>
              <a:off x="5341695" y="2134506"/>
              <a:ext cx="13104" cy="47793"/>
            </a:xfrm>
            <a:custGeom>
              <a:rect b="b" l="l" r="r" t="t"/>
              <a:pathLst>
                <a:path extrusionOk="0" h="1820" w="499">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6" name="Google Shape;20336;p95"/>
            <p:cNvSpPr/>
            <p:nvPr/>
          </p:nvSpPr>
          <p:spPr>
            <a:xfrm>
              <a:off x="5363701" y="2140047"/>
              <a:ext cx="8429" cy="43276"/>
            </a:xfrm>
            <a:custGeom>
              <a:rect b="b" l="l" r="r" t="t"/>
              <a:pathLst>
                <a:path extrusionOk="0" h="1648" w="321">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7" name="Google Shape;20337;p95"/>
            <p:cNvSpPr/>
            <p:nvPr/>
          </p:nvSpPr>
          <p:spPr>
            <a:xfrm>
              <a:off x="5382241" y="2143907"/>
              <a:ext cx="8981" cy="43171"/>
            </a:xfrm>
            <a:custGeom>
              <a:rect b="b" l="l" r="r" t="t"/>
              <a:pathLst>
                <a:path extrusionOk="0" h="1644" w="342">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8" name="Google Shape;20338;p95"/>
            <p:cNvSpPr/>
            <p:nvPr/>
          </p:nvSpPr>
          <p:spPr>
            <a:xfrm>
              <a:off x="5403012" y="2147846"/>
              <a:ext cx="6565" cy="39784"/>
            </a:xfrm>
            <a:custGeom>
              <a:rect b="b" l="l" r="r" t="t"/>
              <a:pathLst>
                <a:path extrusionOk="0" h="1515" w="25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9" name="Google Shape;20339;p95"/>
            <p:cNvSpPr/>
            <p:nvPr/>
          </p:nvSpPr>
          <p:spPr>
            <a:xfrm>
              <a:off x="5396736" y="1986242"/>
              <a:ext cx="43749" cy="30173"/>
            </a:xfrm>
            <a:custGeom>
              <a:rect b="b" l="l" r="r" t="t"/>
              <a:pathLst>
                <a:path extrusionOk="0" h="1149" w="1666">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0" name="Google Shape;20340;p95"/>
            <p:cNvSpPr/>
            <p:nvPr/>
          </p:nvSpPr>
          <p:spPr>
            <a:xfrm>
              <a:off x="5398233" y="1987003"/>
              <a:ext cx="35976" cy="29411"/>
            </a:xfrm>
            <a:custGeom>
              <a:rect b="b" l="l" r="r" t="t"/>
              <a:pathLst>
                <a:path extrusionOk="0" h="1120" w="137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1" name="Google Shape;20341;p95"/>
            <p:cNvSpPr/>
            <p:nvPr/>
          </p:nvSpPr>
          <p:spPr>
            <a:xfrm>
              <a:off x="5425648" y="1988500"/>
              <a:ext cx="61081" cy="49290"/>
            </a:xfrm>
            <a:custGeom>
              <a:rect b="b" l="l" r="r" t="t"/>
              <a:pathLst>
                <a:path extrusionOk="0" h="1877" w="2326">
                  <a:moveTo>
                    <a:pt x="479" y="1"/>
                  </a:moveTo>
                  <a:lnTo>
                    <a:pt x="0" y="1025"/>
                  </a:lnTo>
                  <a:lnTo>
                    <a:pt x="2029" y="1876"/>
                  </a:lnTo>
                  <a:lnTo>
                    <a:pt x="2326" y="776"/>
                  </a:lnTo>
                  <a:lnTo>
                    <a:pt x="47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2" name="Google Shape;20342;p95"/>
            <p:cNvSpPr/>
            <p:nvPr/>
          </p:nvSpPr>
          <p:spPr>
            <a:xfrm>
              <a:off x="5548782" y="2038000"/>
              <a:ext cx="32956" cy="37998"/>
            </a:xfrm>
            <a:custGeom>
              <a:rect b="b" l="l" r="r" t="t"/>
              <a:pathLst>
                <a:path extrusionOk="0" h="1447" w="1255">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3" name="Google Shape;20343;p95"/>
            <p:cNvSpPr/>
            <p:nvPr/>
          </p:nvSpPr>
          <p:spPr>
            <a:xfrm>
              <a:off x="5552038" y="2038000"/>
              <a:ext cx="29700" cy="24159"/>
            </a:xfrm>
            <a:custGeom>
              <a:rect b="b" l="l" r="r" t="t"/>
              <a:pathLst>
                <a:path extrusionOk="0" h="920" w="1131">
                  <a:moveTo>
                    <a:pt x="154" y="1"/>
                  </a:moveTo>
                  <a:lnTo>
                    <a:pt x="1" y="546"/>
                  </a:lnTo>
                  <a:lnTo>
                    <a:pt x="891" y="920"/>
                  </a:lnTo>
                  <a:lnTo>
                    <a:pt x="1111" y="460"/>
                  </a:lnTo>
                  <a:lnTo>
                    <a:pt x="1130" y="412"/>
                  </a:lnTo>
                  <a:lnTo>
                    <a:pt x="154"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4" name="Google Shape;20344;p95"/>
            <p:cNvSpPr/>
            <p:nvPr/>
          </p:nvSpPr>
          <p:spPr>
            <a:xfrm>
              <a:off x="5432161" y="1988500"/>
              <a:ext cx="54568" cy="34453"/>
            </a:xfrm>
            <a:custGeom>
              <a:rect b="b" l="l" r="r" t="t"/>
              <a:pathLst>
                <a:path extrusionOk="0" h="1312" w="2078">
                  <a:moveTo>
                    <a:pt x="231" y="1"/>
                  </a:moveTo>
                  <a:lnTo>
                    <a:pt x="1" y="489"/>
                  </a:lnTo>
                  <a:lnTo>
                    <a:pt x="1934" y="1312"/>
                  </a:lnTo>
                  <a:lnTo>
                    <a:pt x="2078" y="776"/>
                  </a:lnTo>
                  <a:lnTo>
                    <a:pt x="231"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5" name="Google Shape;20345;p95"/>
            <p:cNvSpPr/>
            <p:nvPr/>
          </p:nvSpPr>
          <p:spPr>
            <a:xfrm>
              <a:off x="5563093" y="2104097"/>
              <a:ext cx="104830" cy="115150"/>
            </a:xfrm>
            <a:custGeom>
              <a:rect b="b" l="l" r="r" t="t"/>
              <a:pathLst>
                <a:path extrusionOk="0" h="4385" w="3992">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6" name="Google Shape;20346;p95"/>
            <p:cNvSpPr/>
            <p:nvPr/>
          </p:nvSpPr>
          <p:spPr>
            <a:xfrm>
              <a:off x="5563618" y="2133849"/>
              <a:ext cx="29175" cy="85634"/>
            </a:xfrm>
            <a:custGeom>
              <a:rect b="b" l="l" r="r" t="t"/>
              <a:pathLst>
                <a:path extrusionOk="0" h="3261" w="1111">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7" name="Google Shape;20347;p95"/>
            <p:cNvSpPr/>
            <p:nvPr/>
          </p:nvSpPr>
          <p:spPr>
            <a:xfrm>
              <a:off x="5448258" y="1994934"/>
              <a:ext cx="115124" cy="129803"/>
            </a:xfrm>
            <a:custGeom>
              <a:rect b="b" l="l" r="r" t="t"/>
              <a:pathLst>
                <a:path extrusionOk="0" h="4943" w="4384">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8" name="Google Shape;20348;p95"/>
            <p:cNvSpPr/>
            <p:nvPr/>
          </p:nvSpPr>
          <p:spPr>
            <a:xfrm>
              <a:off x="5448258" y="2028205"/>
              <a:ext cx="25157" cy="96033"/>
            </a:xfrm>
            <a:custGeom>
              <a:rect b="b" l="l" r="r" t="t"/>
              <a:pathLst>
                <a:path extrusionOk="0" h="3657" w="958">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9" name="Google Shape;20349;p95"/>
            <p:cNvSpPr/>
            <p:nvPr/>
          </p:nvSpPr>
          <p:spPr>
            <a:xfrm>
              <a:off x="5567636" y="2048058"/>
              <a:ext cx="32195" cy="33902"/>
            </a:xfrm>
            <a:custGeom>
              <a:rect b="b" l="l" r="r" t="t"/>
              <a:pathLst>
                <a:path extrusionOk="0" h="1291" w="1226">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0" name="Google Shape;20350;p95"/>
            <p:cNvSpPr/>
            <p:nvPr/>
          </p:nvSpPr>
          <p:spPr>
            <a:xfrm>
              <a:off x="5454561" y="2149842"/>
              <a:ext cx="86212" cy="184266"/>
            </a:xfrm>
            <a:custGeom>
              <a:rect b="b" l="l" r="r" t="t"/>
              <a:pathLst>
                <a:path extrusionOk="0" h="7017" w="3283">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1" name="Google Shape;20351;p95"/>
            <p:cNvSpPr/>
            <p:nvPr/>
          </p:nvSpPr>
          <p:spPr>
            <a:xfrm>
              <a:off x="5578193" y="2244089"/>
              <a:ext cx="85975" cy="90019"/>
            </a:xfrm>
            <a:custGeom>
              <a:rect b="b" l="l" r="r" t="t"/>
              <a:pathLst>
                <a:path extrusionOk="0" h="3428" w="3274">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2" name="Google Shape;20352;p95"/>
            <p:cNvSpPr/>
            <p:nvPr/>
          </p:nvSpPr>
          <p:spPr>
            <a:xfrm>
              <a:off x="5473389" y="2149842"/>
              <a:ext cx="67383" cy="184266"/>
            </a:xfrm>
            <a:custGeom>
              <a:rect b="b" l="l" r="r" t="t"/>
              <a:pathLst>
                <a:path extrusionOk="0" h="7017" w="2566">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3" name="Google Shape;20353;p95"/>
            <p:cNvSpPr/>
            <p:nvPr/>
          </p:nvSpPr>
          <p:spPr>
            <a:xfrm>
              <a:off x="5595262" y="2244089"/>
              <a:ext cx="69143" cy="90019"/>
            </a:xfrm>
            <a:custGeom>
              <a:rect b="b" l="l" r="r" t="t"/>
              <a:pathLst>
                <a:path extrusionOk="0" h="3428" w="2633">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4" name="Google Shape;20354;p95"/>
            <p:cNvSpPr/>
            <p:nvPr/>
          </p:nvSpPr>
          <p:spPr>
            <a:xfrm>
              <a:off x="5334421" y="2274997"/>
              <a:ext cx="86973" cy="59348"/>
            </a:xfrm>
            <a:custGeom>
              <a:rect b="b" l="l" r="r" t="t"/>
              <a:pathLst>
                <a:path extrusionOk="0" h="2260" w="3312">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5" name="Google Shape;20355;p95"/>
            <p:cNvSpPr/>
            <p:nvPr/>
          </p:nvSpPr>
          <p:spPr>
            <a:xfrm>
              <a:off x="5353512" y="2274997"/>
              <a:ext cx="67619" cy="59085"/>
            </a:xfrm>
            <a:custGeom>
              <a:rect b="b" l="l" r="r" t="t"/>
              <a:pathLst>
                <a:path extrusionOk="0" h="2250" w="2575">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6" name="Google Shape;20356;p95"/>
            <p:cNvSpPr/>
            <p:nvPr/>
          </p:nvSpPr>
          <p:spPr>
            <a:xfrm>
              <a:off x="5454298" y="2121192"/>
              <a:ext cx="86973" cy="32457"/>
            </a:xfrm>
            <a:custGeom>
              <a:rect b="b" l="l" r="r" t="t"/>
              <a:pathLst>
                <a:path extrusionOk="0" h="1236" w="3312">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7" name="Google Shape;20357;p95"/>
            <p:cNvSpPr/>
            <p:nvPr/>
          </p:nvSpPr>
          <p:spPr>
            <a:xfrm>
              <a:off x="5473389" y="2121192"/>
              <a:ext cx="67882" cy="32457"/>
            </a:xfrm>
            <a:custGeom>
              <a:rect b="b" l="l" r="r" t="t"/>
              <a:pathLst>
                <a:path extrusionOk="0" h="1236" w="2585">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8" name="Google Shape;20358;p95"/>
            <p:cNvSpPr/>
            <p:nvPr/>
          </p:nvSpPr>
          <p:spPr>
            <a:xfrm>
              <a:off x="5476146" y="1994435"/>
              <a:ext cx="24658" cy="44537"/>
            </a:xfrm>
            <a:custGeom>
              <a:rect b="b" l="l" r="r" t="t"/>
              <a:pathLst>
                <a:path extrusionOk="0" h="1696" w="939">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9" name="Google Shape;20359;p95"/>
            <p:cNvSpPr/>
            <p:nvPr/>
          </p:nvSpPr>
          <p:spPr>
            <a:xfrm>
              <a:off x="5497758" y="2003731"/>
              <a:ext cx="18382" cy="41281"/>
            </a:xfrm>
            <a:custGeom>
              <a:rect b="b" l="l" r="r" t="t"/>
              <a:pathLst>
                <a:path extrusionOk="0" h="1572" w="70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0" name="Google Shape;20360;p95"/>
            <p:cNvSpPr/>
            <p:nvPr/>
          </p:nvSpPr>
          <p:spPr>
            <a:xfrm>
              <a:off x="5515615" y="2011872"/>
              <a:ext cx="18618" cy="41176"/>
            </a:xfrm>
            <a:custGeom>
              <a:rect b="b" l="l" r="r" t="t"/>
              <a:pathLst>
                <a:path extrusionOk="0" h="1568" w="709">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1" name="Google Shape;20361;p95"/>
            <p:cNvSpPr/>
            <p:nvPr/>
          </p:nvSpPr>
          <p:spPr>
            <a:xfrm>
              <a:off x="5534706" y="2020669"/>
              <a:ext cx="16360" cy="37657"/>
            </a:xfrm>
            <a:custGeom>
              <a:rect b="b" l="l" r="r" t="t"/>
              <a:pathLst>
                <a:path extrusionOk="0" h="1434" w="623">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2" name="Google Shape;20362;p95"/>
            <p:cNvSpPr/>
            <p:nvPr/>
          </p:nvSpPr>
          <p:spPr>
            <a:xfrm>
              <a:off x="5585230" y="2104097"/>
              <a:ext cx="13077" cy="47793"/>
            </a:xfrm>
            <a:custGeom>
              <a:rect b="b" l="l" r="r" t="t"/>
              <a:pathLst>
                <a:path extrusionOk="0" h="1820" w="498">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3" name="Google Shape;20363;p95"/>
            <p:cNvSpPr/>
            <p:nvPr/>
          </p:nvSpPr>
          <p:spPr>
            <a:xfrm>
              <a:off x="5606947" y="2109480"/>
              <a:ext cx="8456" cy="43171"/>
            </a:xfrm>
            <a:custGeom>
              <a:rect b="b" l="l" r="r" t="t"/>
              <a:pathLst>
                <a:path extrusionOk="0" h="1644" w="322">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4" name="Google Shape;20364;p95"/>
            <p:cNvSpPr/>
            <p:nvPr/>
          </p:nvSpPr>
          <p:spPr>
            <a:xfrm>
              <a:off x="5625513" y="2113314"/>
              <a:ext cx="8981" cy="43093"/>
            </a:xfrm>
            <a:custGeom>
              <a:rect b="b" l="l" r="r" t="t"/>
              <a:pathLst>
                <a:path extrusionOk="0" h="1641" w="342">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5" name="Google Shape;20365;p95"/>
            <p:cNvSpPr/>
            <p:nvPr/>
          </p:nvSpPr>
          <p:spPr>
            <a:xfrm>
              <a:off x="5646285" y="2117437"/>
              <a:ext cx="6801" cy="39731"/>
            </a:xfrm>
            <a:custGeom>
              <a:rect b="b" l="l" r="r" t="t"/>
              <a:pathLst>
                <a:path extrusionOk="0" h="1513" w="259">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6" name="Google Shape;20366;p95"/>
            <p:cNvSpPr/>
            <p:nvPr/>
          </p:nvSpPr>
          <p:spPr>
            <a:xfrm>
              <a:off x="5577694" y="2215439"/>
              <a:ext cx="86973" cy="32694"/>
            </a:xfrm>
            <a:custGeom>
              <a:rect b="b" l="l" r="r" t="t"/>
              <a:pathLst>
                <a:path extrusionOk="0" h="1245" w="3312">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7" name="Google Shape;20367;p95"/>
            <p:cNvSpPr/>
            <p:nvPr/>
          </p:nvSpPr>
          <p:spPr>
            <a:xfrm>
              <a:off x="5595262" y="2215439"/>
              <a:ext cx="69405" cy="32694"/>
            </a:xfrm>
            <a:custGeom>
              <a:rect b="b" l="l" r="r" t="t"/>
              <a:pathLst>
                <a:path extrusionOk="0" h="1245" w="2643">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8" name="Google Shape;20368;p95"/>
            <p:cNvSpPr/>
            <p:nvPr/>
          </p:nvSpPr>
          <p:spPr>
            <a:xfrm>
              <a:off x="5334421" y="2246111"/>
              <a:ext cx="86973" cy="32431"/>
            </a:xfrm>
            <a:custGeom>
              <a:rect b="b" l="l" r="r" t="t"/>
              <a:pathLst>
                <a:path extrusionOk="0" h="1235" w="3312">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9" name="Google Shape;20369;p95"/>
            <p:cNvSpPr/>
            <p:nvPr/>
          </p:nvSpPr>
          <p:spPr>
            <a:xfrm>
              <a:off x="5353512" y="2246111"/>
              <a:ext cx="67882" cy="32431"/>
            </a:xfrm>
            <a:custGeom>
              <a:rect b="b" l="l" r="r" t="t"/>
              <a:pathLst>
                <a:path extrusionOk="0" h="1235" w="2585">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70" name="Google Shape;20370;p95"/>
          <p:cNvGrpSpPr/>
          <p:nvPr/>
        </p:nvGrpSpPr>
        <p:grpSpPr>
          <a:xfrm>
            <a:off x="5761313" y="1824283"/>
            <a:ext cx="348339" cy="348103"/>
            <a:chOff x="5765926" y="1976683"/>
            <a:chExt cx="348339" cy="348103"/>
          </a:xfrm>
        </p:grpSpPr>
        <p:sp>
          <p:nvSpPr>
            <p:cNvPr id="20371" name="Google Shape;20371;p95"/>
            <p:cNvSpPr/>
            <p:nvPr/>
          </p:nvSpPr>
          <p:spPr>
            <a:xfrm>
              <a:off x="5765926" y="1976683"/>
              <a:ext cx="263808" cy="173946"/>
            </a:xfrm>
            <a:custGeom>
              <a:rect b="b" l="l" r="r" t="t"/>
              <a:pathLst>
                <a:path extrusionOk="0" h="6624" w="10046">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2" name="Google Shape;20372;p95"/>
            <p:cNvSpPr/>
            <p:nvPr/>
          </p:nvSpPr>
          <p:spPr>
            <a:xfrm>
              <a:off x="5940082" y="1976683"/>
              <a:ext cx="174183" cy="263677"/>
            </a:xfrm>
            <a:custGeom>
              <a:rect b="b" l="l" r="r" t="t"/>
              <a:pathLst>
                <a:path extrusionOk="0" h="10041" w="6633">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3" name="Google Shape;20373;p95"/>
            <p:cNvSpPr/>
            <p:nvPr/>
          </p:nvSpPr>
          <p:spPr>
            <a:xfrm>
              <a:off x="5850194" y="2150603"/>
              <a:ext cx="263834" cy="174183"/>
            </a:xfrm>
            <a:custGeom>
              <a:rect b="b" l="l" r="r" t="t"/>
              <a:pathLst>
                <a:path extrusionOk="0" h="6633" w="10047">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4" name="Google Shape;20374;p95"/>
            <p:cNvSpPr/>
            <p:nvPr/>
          </p:nvSpPr>
          <p:spPr>
            <a:xfrm>
              <a:off x="5765926" y="2060873"/>
              <a:ext cx="173920" cy="263913"/>
            </a:xfrm>
            <a:custGeom>
              <a:rect b="b" l="l" r="r" t="t"/>
              <a:pathLst>
                <a:path extrusionOk="0" h="10050" w="6623">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5" name="Google Shape;20375;p95"/>
            <p:cNvSpPr/>
            <p:nvPr/>
          </p:nvSpPr>
          <p:spPr>
            <a:xfrm>
              <a:off x="5765926" y="2150603"/>
              <a:ext cx="39469" cy="174183"/>
            </a:xfrm>
            <a:custGeom>
              <a:rect b="b" l="l" r="r" t="t"/>
              <a:pathLst>
                <a:path extrusionOk="0" h="6633" w="1503">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6" name="Google Shape;20376;p95"/>
            <p:cNvSpPr/>
            <p:nvPr/>
          </p:nvSpPr>
          <p:spPr>
            <a:xfrm>
              <a:off x="5810778" y="2061057"/>
              <a:ext cx="47898" cy="89573"/>
            </a:xfrm>
            <a:custGeom>
              <a:rect b="b" l="l" r="r" t="t"/>
              <a:pathLst>
                <a:path extrusionOk="0" h="3411" w="1824">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7" name="Google Shape;20377;p95"/>
            <p:cNvSpPr/>
            <p:nvPr/>
          </p:nvSpPr>
          <p:spPr>
            <a:xfrm>
              <a:off x="5765926" y="1976683"/>
              <a:ext cx="39469" cy="173946"/>
            </a:xfrm>
            <a:custGeom>
              <a:rect b="b" l="l" r="r" t="t"/>
              <a:pathLst>
                <a:path extrusionOk="0" h="6624" w="1503">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8" name="Google Shape;20378;p95"/>
            <p:cNvSpPr/>
            <p:nvPr/>
          </p:nvSpPr>
          <p:spPr>
            <a:xfrm>
              <a:off x="6004655" y="2032906"/>
              <a:ext cx="39232" cy="61553"/>
            </a:xfrm>
            <a:custGeom>
              <a:rect b="b" l="l" r="r" t="t"/>
              <a:pathLst>
                <a:path extrusionOk="0" h="2344" w="1494">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9" name="Google Shape;20379;p95"/>
            <p:cNvSpPr/>
            <p:nvPr/>
          </p:nvSpPr>
          <p:spPr>
            <a:xfrm>
              <a:off x="5939819" y="1976683"/>
              <a:ext cx="22662" cy="73160"/>
            </a:xfrm>
            <a:custGeom>
              <a:rect b="b" l="l" r="r" t="t"/>
              <a:pathLst>
                <a:path extrusionOk="0" h="2786" w="863">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0" name="Google Shape;20380;p95"/>
            <p:cNvSpPr/>
            <p:nvPr/>
          </p:nvSpPr>
          <p:spPr>
            <a:xfrm>
              <a:off x="5940082" y="2077732"/>
              <a:ext cx="22400" cy="72898"/>
            </a:xfrm>
            <a:custGeom>
              <a:rect b="b" l="l" r="r" t="t"/>
              <a:pathLst>
                <a:path extrusionOk="0" h="2776" w="853">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1" name="Google Shape;20381;p95"/>
            <p:cNvSpPr/>
            <p:nvPr/>
          </p:nvSpPr>
          <p:spPr>
            <a:xfrm>
              <a:off x="5987324" y="2150839"/>
              <a:ext cx="45272" cy="89573"/>
            </a:xfrm>
            <a:custGeom>
              <a:rect b="b" l="l" r="r" t="t"/>
              <a:pathLst>
                <a:path extrusionOk="0" h="3411" w="1724">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2" name="Google Shape;20382;p95"/>
            <p:cNvSpPr/>
            <p:nvPr/>
          </p:nvSpPr>
          <p:spPr>
            <a:xfrm>
              <a:off x="5928764" y="2150603"/>
              <a:ext cx="22400" cy="73160"/>
            </a:xfrm>
            <a:custGeom>
              <a:rect b="b" l="l" r="r" t="t"/>
              <a:pathLst>
                <a:path extrusionOk="0" h="2786" w="853">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3" name="Google Shape;20383;p95"/>
            <p:cNvSpPr/>
            <p:nvPr/>
          </p:nvSpPr>
          <p:spPr>
            <a:xfrm>
              <a:off x="5847332" y="2206826"/>
              <a:ext cx="39232" cy="61737"/>
            </a:xfrm>
            <a:custGeom>
              <a:rect b="b" l="l" r="r" t="t"/>
              <a:pathLst>
                <a:path extrusionOk="0" h="2351" w="1494">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4" name="Google Shape;20384;p95"/>
            <p:cNvSpPr/>
            <p:nvPr/>
          </p:nvSpPr>
          <p:spPr>
            <a:xfrm>
              <a:off x="5928764" y="2251625"/>
              <a:ext cx="28177" cy="73160"/>
            </a:xfrm>
            <a:custGeom>
              <a:rect b="b" l="l" r="r" t="t"/>
              <a:pathLst>
                <a:path extrusionOk="0" h="2786" w="1073">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85" name="Google Shape;20385;p95"/>
          <p:cNvGrpSpPr/>
          <p:nvPr/>
        </p:nvGrpSpPr>
        <p:grpSpPr>
          <a:xfrm>
            <a:off x="6186778" y="1829089"/>
            <a:ext cx="389068" cy="347787"/>
            <a:chOff x="6191390" y="1981489"/>
            <a:chExt cx="389068" cy="347787"/>
          </a:xfrm>
        </p:grpSpPr>
        <p:sp>
          <p:nvSpPr>
            <p:cNvPr id="20386" name="Google Shape;20386;p95"/>
            <p:cNvSpPr/>
            <p:nvPr/>
          </p:nvSpPr>
          <p:spPr>
            <a:xfrm>
              <a:off x="6260769" y="2030464"/>
              <a:ext cx="250074" cy="250100"/>
            </a:xfrm>
            <a:custGeom>
              <a:rect b="b" l="l" r="r" t="t"/>
              <a:pathLst>
                <a:path extrusionOk="0" h="9524" w="9523">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7" name="Google Shape;20387;p95"/>
            <p:cNvSpPr/>
            <p:nvPr/>
          </p:nvSpPr>
          <p:spPr>
            <a:xfrm>
              <a:off x="6236137" y="2032985"/>
              <a:ext cx="238021" cy="247553"/>
            </a:xfrm>
            <a:custGeom>
              <a:rect b="b" l="l" r="r" t="t"/>
              <a:pathLst>
                <a:path extrusionOk="0" h="9427" w="9064">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8" name="Google Shape;20388;p95"/>
            <p:cNvSpPr/>
            <p:nvPr/>
          </p:nvSpPr>
          <p:spPr>
            <a:xfrm>
              <a:off x="6312291" y="2031724"/>
              <a:ext cx="198552" cy="246818"/>
            </a:xfrm>
            <a:custGeom>
              <a:rect b="b" l="l" r="r" t="t"/>
              <a:pathLst>
                <a:path extrusionOk="0" h="9399" w="7561">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9" name="Google Shape;20389;p95"/>
            <p:cNvSpPr/>
            <p:nvPr/>
          </p:nvSpPr>
          <p:spPr>
            <a:xfrm>
              <a:off x="6342175" y="2077469"/>
              <a:ext cx="15861" cy="25656"/>
            </a:xfrm>
            <a:custGeom>
              <a:rect b="b" l="l" r="r" t="t"/>
              <a:pathLst>
                <a:path extrusionOk="0" h="977" w="604">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0" name="Google Shape;20390;p95"/>
            <p:cNvSpPr/>
            <p:nvPr/>
          </p:nvSpPr>
          <p:spPr>
            <a:xfrm>
              <a:off x="6312527" y="2161396"/>
              <a:ext cx="143774" cy="117146"/>
            </a:xfrm>
            <a:custGeom>
              <a:rect b="b" l="l" r="r" t="t"/>
              <a:pathLst>
                <a:path extrusionOk="0" h="4461" w="5475">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1" name="Google Shape;20391;p95"/>
            <p:cNvSpPr/>
            <p:nvPr/>
          </p:nvSpPr>
          <p:spPr>
            <a:xfrm>
              <a:off x="6241730" y="2077679"/>
              <a:ext cx="338728" cy="251597"/>
            </a:xfrm>
            <a:custGeom>
              <a:rect b="b" l="l" r="r" t="t"/>
              <a:pathLst>
                <a:path extrusionOk="0" h="9581" w="12899">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2" name="Google Shape;20392;p95"/>
            <p:cNvSpPr/>
            <p:nvPr/>
          </p:nvSpPr>
          <p:spPr>
            <a:xfrm>
              <a:off x="6191390" y="1981489"/>
              <a:ext cx="338807" cy="251676"/>
            </a:xfrm>
            <a:custGeom>
              <a:rect b="b" l="l" r="r" t="t"/>
              <a:pathLst>
                <a:path extrusionOk="0" h="9584" w="12902">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93" name="Google Shape;20393;p95"/>
          <p:cNvGrpSpPr/>
          <p:nvPr/>
        </p:nvGrpSpPr>
        <p:grpSpPr>
          <a:xfrm>
            <a:off x="6653234" y="1855191"/>
            <a:ext cx="348103" cy="295714"/>
            <a:chOff x="6657846" y="2007591"/>
            <a:chExt cx="348103" cy="295714"/>
          </a:xfrm>
        </p:grpSpPr>
        <p:sp>
          <p:nvSpPr>
            <p:cNvPr id="20394" name="Google Shape;20394;p95"/>
            <p:cNvSpPr/>
            <p:nvPr/>
          </p:nvSpPr>
          <p:spPr>
            <a:xfrm>
              <a:off x="6820186" y="2082984"/>
              <a:ext cx="179224" cy="163153"/>
            </a:xfrm>
            <a:custGeom>
              <a:rect b="b" l="l" r="r" t="t"/>
              <a:pathLst>
                <a:path extrusionOk="0" h="6213" w="6825">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5" name="Google Shape;20395;p95"/>
            <p:cNvSpPr/>
            <p:nvPr/>
          </p:nvSpPr>
          <p:spPr>
            <a:xfrm>
              <a:off x="6900620" y="2007591"/>
              <a:ext cx="105329" cy="193431"/>
            </a:xfrm>
            <a:custGeom>
              <a:rect b="b" l="l" r="r" t="t"/>
              <a:pathLst>
                <a:path extrusionOk="0" h="7366" w="4011">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6" name="Google Shape;20396;p95"/>
            <p:cNvSpPr/>
            <p:nvPr/>
          </p:nvSpPr>
          <p:spPr>
            <a:xfrm>
              <a:off x="6972494" y="2152862"/>
              <a:ext cx="32930" cy="48292"/>
            </a:xfrm>
            <a:custGeom>
              <a:rect b="b" l="l" r="r" t="t"/>
              <a:pathLst>
                <a:path extrusionOk="0" h="1839" w="1254">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7" name="Google Shape;20397;p95"/>
            <p:cNvSpPr/>
            <p:nvPr/>
          </p:nvSpPr>
          <p:spPr>
            <a:xfrm>
              <a:off x="6832003" y="2137027"/>
              <a:ext cx="136237" cy="90439"/>
            </a:xfrm>
            <a:custGeom>
              <a:rect b="b" l="l" r="r" t="t"/>
              <a:pathLst>
                <a:path extrusionOk="0" h="3444" w="5188">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8" name="Google Shape;20398;p95"/>
            <p:cNvSpPr/>
            <p:nvPr/>
          </p:nvSpPr>
          <p:spPr>
            <a:xfrm>
              <a:off x="6885284" y="2182509"/>
              <a:ext cx="79935" cy="44957"/>
            </a:xfrm>
            <a:custGeom>
              <a:rect b="b" l="l" r="r" t="t"/>
              <a:pathLst>
                <a:path extrusionOk="0" h="1712" w="3044">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9" name="Google Shape;20399;p95"/>
            <p:cNvSpPr/>
            <p:nvPr/>
          </p:nvSpPr>
          <p:spPr>
            <a:xfrm>
              <a:off x="6806872" y="2160661"/>
              <a:ext cx="136237" cy="90229"/>
            </a:xfrm>
            <a:custGeom>
              <a:rect b="b" l="l" r="r" t="t"/>
              <a:pathLst>
                <a:path extrusionOk="0" h="3436" w="5188">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0" name="Google Shape;20400;p95"/>
            <p:cNvSpPr/>
            <p:nvPr/>
          </p:nvSpPr>
          <p:spPr>
            <a:xfrm>
              <a:off x="6868688" y="2211920"/>
              <a:ext cx="71165" cy="38944"/>
            </a:xfrm>
            <a:custGeom>
              <a:rect b="b" l="l" r="r" t="t"/>
              <a:pathLst>
                <a:path extrusionOk="0" h="1483" w="271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1" name="Google Shape;20401;p95"/>
            <p:cNvSpPr/>
            <p:nvPr/>
          </p:nvSpPr>
          <p:spPr>
            <a:xfrm>
              <a:off x="6781741" y="2184032"/>
              <a:ext cx="136237" cy="90334"/>
            </a:xfrm>
            <a:custGeom>
              <a:rect b="b" l="l" r="r" t="t"/>
              <a:pathLst>
                <a:path extrusionOk="0" h="3440" w="5188">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2" name="Google Shape;20402;p95"/>
            <p:cNvSpPr/>
            <p:nvPr/>
          </p:nvSpPr>
          <p:spPr>
            <a:xfrm>
              <a:off x="6852354" y="2240570"/>
              <a:ext cx="61842" cy="33770"/>
            </a:xfrm>
            <a:custGeom>
              <a:rect b="b" l="l" r="r" t="t"/>
              <a:pathLst>
                <a:path extrusionOk="0" h="1286" w="2355">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3" name="Google Shape;20403;p95"/>
            <p:cNvSpPr/>
            <p:nvPr/>
          </p:nvSpPr>
          <p:spPr>
            <a:xfrm>
              <a:off x="6756610" y="2207404"/>
              <a:ext cx="136237" cy="90413"/>
            </a:xfrm>
            <a:custGeom>
              <a:rect b="b" l="l" r="r" t="t"/>
              <a:pathLst>
                <a:path extrusionOk="0" h="3443" w="5188">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4" name="Google Shape;20404;p95"/>
            <p:cNvSpPr/>
            <p:nvPr/>
          </p:nvSpPr>
          <p:spPr>
            <a:xfrm>
              <a:off x="6836021" y="2267723"/>
              <a:ext cx="53308" cy="29989"/>
            </a:xfrm>
            <a:custGeom>
              <a:rect b="b" l="l" r="r" t="t"/>
              <a:pathLst>
                <a:path extrusionOk="0" h="1142" w="203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5" name="Google Shape;20405;p95"/>
            <p:cNvSpPr/>
            <p:nvPr/>
          </p:nvSpPr>
          <p:spPr>
            <a:xfrm>
              <a:off x="6674180" y="2094564"/>
              <a:ext cx="173421" cy="157087"/>
            </a:xfrm>
            <a:custGeom>
              <a:rect b="b" l="l" r="r" t="t"/>
              <a:pathLst>
                <a:path extrusionOk="0" h="5982" w="6604">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6" name="Google Shape;20406;p95"/>
            <p:cNvSpPr/>
            <p:nvPr/>
          </p:nvSpPr>
          <p:spPr>
            <a:xfrm>
              <a:off x="6657846" y="2031488"/>
              <a:ext cx="107587" cy="185606"/>
            </a:xfrm>
            <a:custGeom>
              <a:rect b="b" l="l" r="r" t="t"/>
              <a:pathLst>
                <a:path extrusionOk="0" h="7068" w="4097">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7" name="Google Shape;20407;p95"/>
            <p:cNvSpPr/>
            <p:nvPr/>
          </p:nvSpPr>
          <p:spPr>
            <a:xfrm>
              <a:off x="6657846" y="2031488"/>
              <a:ext cx="82693" cy="173684"/>
            </a:xfrm>
            <a:custGeom>
              <a:rect b="b" l="l" r="r" t="t"/>
              <a:pathLst>
                <a:path extrusionOk="0" h="6614" w="3149">
                  <a:moveTo>
                    <a:pt x="0" y="0"/>
                  </a:moveTo>
                  <a:lnTo>
                    <a:pt x="0" y="6336"/>
                  </a:lnTo>
                  <a:lnTo>
                    <a:pt x="469" y="6613"/>
                  </a:lnTo>
                  <a:lnTo>
                    <a:pt x="3149" y="1828"/>
                  </a:lnTo>
                  <a:lnTo>
                    <a:pt x="0" y="0"/>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8" name="Google Shape;20408;p95"/>
            <p:cNvSpPr/>
            <p:nvPr/>
          </p:nvSpPr>
          <p:spPr>
            <a:xfrm>
              <a:off x="6657846" y="2162158"/>
              <a:ext cx="51785" cy="54752"/>
            </a:xfrm>
            <a:custGeom>
              <a:rect b="b" l="l" r="r" t="t"/>
              <a:pathLst>
                <a:path extrusionOk="0" h="2085" w="1972">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9" name="Google Shape;20409;p95"/>
            <p:cNvSpPr/>
            <p:nvPr/>
          </p:nvSpPr>
          <p:spPr>
            <a:xfrm>
              <a:off x="6657846" y="2162158"/>
              <a:ext cx="27153" cy="43014"/>
            </a:xfrm>
            <a:custGeom>
              <a:rect b="b" l="l" r="r" t="t"/>
              <a:pathLst>
                <a:path extrusionOk="0" h="1638" w="1034">
                  <a:moveTo>
                    <a:pt x="0" y="1"/>
                  </a:moveTo>
                  <a:lnTo>
                    <a:pt x="0" y="1360"/>
                  </a:lnTo>
                  <a:lnTo>
                    <a:pt x="469" y="1637"/>
                  </a:lnTo>
                  <a:lnTo>
                    <a:pt x="1034" y="632"/>
                  </a:lnTo>
                  <a:lnTo>
                    <a:pt x="0"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0" name="Google Shape;20410;p95"/>
            <p:cNvSpPr/>
            <p:nvPr/>
          </p:nvSpPr>
          <p:spPr>
            <a:xfrm>
              <a:off x="6710104" y="2184557"/>
              <a:ext cx="73160" cy="58665"/>
            </a:xfrm>
            <a:custGeom>
              <a:rect b="b" l="l" r="r" t="t"/>
              <a:pathLst>
                <a:path extrusionOk="0" h="2234" w="2786">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1" name="Google Shape;20411;p95"/>
            <p:cNvSpPr/>
            <p:nvPr/>
          </p:nvSpPr>
          <p:spPr>
            <a:xfrm>
              <a:off x="6713386" y="2185529"/>
              <a:ext cx="69878" cy="57536"/>
            </a:xfrm>
            <a:custGeom>
              <a:rect b="b" l="l" r="r" t="t"/>
              <a:pathLst>
                <a:path extrusionOk="0" h="2191" w="2661">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2" name="Google Shape;20412;p95"/>
            <p:cNvSpPr/>
            <p:nvPr/>
          </p:nvSpPr>
          <p:spPr>
            <a:xfrm>
              <a:off x="6738018" y="2210266"/>
              <a:ext cx="65099" cy="52888"/>
            </a:xfrm>
            <a:custGeom>
              <a:rect b="b" l="l" r="r" t="t"/>
              <a:pathLst>
                <a:path extrusionOk="0" h="2014" w="2479">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3" name="Google Shape;20413;p95"/>
            <p:cNvSpPr/>
            <p:nvPr/>
          </p:nvSpPr>
          <p:spPr>
            <a:xfrm>
              <a:off x="6741274" y="2211421"/>
              <a:ext cx="61842" cy="51732"/>
            </a:xfrm>
            <a:custGeom>
              <a:rect b="b" l="l" r="r" t="t"/>
              <a:pathLst>
                <a:path extrusionOk="0" h="1970" w="2355">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4" name="Google Shape;20414;p95"/>
            <p:cNvSpPr/>
            <p:nvPr/>
          </p:nvSpPr>
          <p:spPr>
            <a:xfrm>
              <a:off x="6765906" y="2236263"/>
              <a:ext cx="57063" cy="47084"/>
            </a:xfrm>
            <a:custGeom>
              <a:rect b="b" l="l" r="r" t="t"/>
              <a:pathLst>
                <a:path extrusionOk="0" h="1793" w="2173">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5" name="Google Shape;20415;p95"/>
            <p:cNvSpPr/>
            <p:nvPr/>
          </p:nvSpPr>
          <p:spPr>
            <a:xfrm>
              <a:off x="6769163" y="2237051"/>
              <a:ext cx="53807" cy="46296"/>
            </a:xfrm>
            <a:custGeom>
              <a:rect b="b" l="l" r="r" t="t"/>
              <a:pathLst>
                <a:path extrusionOk="0" h="1763" w="2049">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6" name="Google Shape;20416;p95"/>
            <p:cNvSpPr/>
            <p:nvPr/>
          </p:nvSpPr>
          <p:spPr>
            <a:xfrm>
              <a:off x="6793794" y="2262156"/>
              <a:ext cx="49027" cy="41149"/>
            </a:xfrm>
            <a:custGeom>
              <a:rect b="b" l="l" r="r" t="t"/>
              <a:pathLst>
                <a:path extrusionOk="0" h="1567" w="1867">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7" name="Google Shape;20417;p95"/>
            <p:cNvSpPr/>
            <p:nvPr/>
          </p:nvSpPr>
          <p:spPr>
            <a:xfrm>
              <a:off x="6797313" y="2263180"/>
              <a:ext cx="45509" cy="40125"/>
            </a:xfrm>
            <a:custGeom>
              <a:rect b="b" l="l" r="r" t="t"/>
              <a:pathLst>
                <a:path extrusionOk="0" h="1528" w="1733">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8" name="Google Shape;20418;p95"/>
            <p:cNvSpPr/>
            <p:nvPr/>
          </p:nvSpPr>
          <p:spPr>
            <a:xfrm>
              <a:off x="6799335" y="2099843"/>
              <a:ext cx="70639" cy="108848"/>
            </a:xfrm>
            <a:custGeom>
              <a:rect b="b" l="l" r="r" t="t"/>
              <a:pathLst>
                <a:path extrusionOk="0" h="4145" w="269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9" name="Google Shape;20419;p95"/>
            <p:cNvSpPr/>
            <p:nvPr/>
          </p:nvSpPr>
          <p:spPr>
            <a:xfrm>
              <a:off x="6799335" y="2100053"/>
              <a:ext cx="29936" cy="108638"/>
            </a:xfrm>
            <a:custGeom>
              <a:rect b="b" l="l" r="r" t="t"/>
              <a:pathLst>
                <a:path extrusionOk="0" h="4137" w="114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420" name="Google Shape;20420;p95"/>
          <p:cNvGrpSpPr/>
          <p:nvPr/>
        </p:nvGrpSpPr>
        <p:grpSpPr>
          <a:xfrm>
            <a:off x="7099575" y="1819504"/>
            <a:ext cx="347341" cy="348103"/>
            <a:chOff x="7104188" y="1971904"/>
            <a:chExt cx="347341" cy="348103"/>
          </a:xfrm>
        </p:grpSpPr>
        <p:sp>
          <p:nvSpPr>
            <p:cNvPr id="20421" name="Google Shape;20421;p95"/>
            <p:cNvSpPr/>
            <p:nvPr/>
          </p:nvSpPr>
          <p:spPr>
            <a:xfrm>
              <a:off x="7204947" y="1994277"/>
              <a:ext cx="167906" cy="153752"/>
            </a:xfrm>
            <a:custGeom>
              <a:rect b="b" l="l" r="r" t="t"/>
              <a:pathLst>
                <a:path extrusionOk="0" h="5855" w="6394">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2" name="Google Shape;20422;p95"/>
            <p:cNvSpPr/>
            <p:nvPr/>
          </p:nvSpPr>
          <p:spPr>
            <a:xfrm>
              <a:off x="7204711" y="1994277"/>
              <a:ext cx="156851" cy="112130"/>
            </a:xfrm>
            <a:custGeom>
              <a:rect b="b" l="l" r="r" t="t"/>
              <a:pathLst>
                <a:path extrusionOk="0" h="4270" w="5973">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3" name="Google Shape;20423;p95"/>
            <p:cNvSpPr/>
            <p:nvPr/>
          </p:nvSpPr>
          <p:spPr>
            <a:xfrm>
              <a:off x="7104923" y="2129490"/>
              <a:ext cx="122923" cy="123159"/>
            </a:xfrm>
            <a:custGeom>
              <a:rect b="b" l="l" r="r" t="t"/>
              <a:pathLst>
                <a:path extrusionOk="0" h="4690" w="4681">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4" name="Google Shape;20424;p95"/>
            <p:cNvSpPr/>
            <p:nvPr/>
          </p:nvSpPr>
          <p:spPr>
            <a:xfrm>
              <a:off x="7138352" y="2129490"/>
              <a:ext cx="89494" cy="123159"/>
            </a:xfrm>
            <a:custGeom>
              <a:rect b="b" l="l" r="r" t="t"/>
              <a:pathLst>
                <a:path extrusionOk="0" h="4690" w="3408">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5" name="Google Shape;20425;p95"/>
            <p:cNvSpPr/>
            <p:nvPr/>
          </p:nvSpPr>
          <p:spPr>
            <a:xfrm>
              <a:off x="7104188" y="2222477"/>
              <a:ext cx="123159" cy="97293"/>
            </a:xfrm>
            <a:custGeom>
              <a:rect b="b" l="l" r="r" t="t"/>
              <a:pathLst>
                <a:path extrusionOk="0" h="3705" w="469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6" name="Google Shape;20426;p95"/>
            <p:cNvSpPr/>
            <p:nvPr/>
          </p:nvSpPr>
          <p:spPr>
            <a:xfrm>
              <a:off x="7144891" y="2222477"/>
              <a:ext cx="41753" cy="27678"/>
            </a:xfrm>
            <a:custGeom>
              <a:rect b="b" l="l" r="r" t="t"/>
              <a:pathLst>
                <a:path extrusionOk="0" h="1054" w="159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7" name="Google Shape;20427;p95"/>
            <p:cNvSpPr/>
            <p:nvPr/>
          </p:nvSpPr>
          <p:spPr>
            <a:xfrm>
              <a:off x="7104188" y="2258663"/>
              <a:ext cx="123159" cy="61343"/>
            </a:xfrm>
            <a:custGeom>
              <a:rect b="b" l="l" r="r" t="t"/>
              <a:pathLst>
                <a:path extrusionOk="0" h="2336" w="469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8" name="Google Shape;20428;p95"/>
            <p:cNvSpPr/>
            <p:nvPr/>
          </p:nvSpPr>
          <p:spPr>
            <a:xfrm>
              <a:off x="7124539" y="2169011"/>
              <a:ext cx="82194" cy="67304"/>
            </a:xfrm>
            <a:custGeom>
              <a:rect b="b" l="l" r="r" t="t"/>
              <a:pathLst>
                <a:path extrusionOk="0" h="2563" w="313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9" name="Google Shape;20429;p95"/>
            <p:cNvSpPr/>
            <p:nvPr/>
          </p:nvSpPr>
          <p:spPr>
            <a:xfrm>
              <a:off x="7124277" y="2169011"/>
              <a:ext cx="82456" cy="66569"/>
            </a:xfrm>
            <a:custGeom>
              <a:rect b="b" l="l" r="r" t="t"/>
              <a:pathLst>
                <a:path extrusionOk="0" h="2535" w="314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0" name="Google Shape;20430;p95"/>
            <p:cNvSpPr/>
            <p:nvPr/>
          </p:nvSpPr>
          <p:spPr>
            <a:xfrm>
              <a:off x="7104188" y="2272476"/>
              <a:ext cx="27415" cy="47531"/>
            </a:xfrm>
            <a:custGeom>
              <a:rect b="b" l="l" r="r" t="t"/>
              <a:pathLst>
                <a:path extrusionOk="0" h="1810" w="1044">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1" name="Google Shape;20431;p95"/>
            <p:cNvSpPr/>
            <p:nvPr/>
          </p:nvSpPr>
          <p:spPr>
            <a:xfrm>
              <a:off x="7199932" y="2272476"/>
              <a:ext cx="27415" cy="47531"/>
            </a:xfrm>
            <a:custGeom>
              <a:rect b="b" l="l" r="r" t="t"/>
              <a:pathLst>
                <a:path extrusionOk="0" h="1810" w="1044">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2" name="Google Shape;20432;p95"/>
            <p:cNvSpPr/>
            <p:nvPr/>
          </p:nvSpPr>
          <p:spPr>
            <a:xfrm>
              <a:off x="7337140" y="2141806"/>
              <a:ext cx="33718" cy="73922"/>
            </a:xfrm>
            <a:custGeom>
              <a:rect b="b" l="l" r="r" t="t"/>
              <a:pathLst>
                <a:path extrusionOk="0" h="2815" w="1284">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3" name="Google Shape;20433;p95"/>
            <p:cNvSpPr/>
            <p:nvPr/>
          </p:nvSpPr>
          <p:spPr>
            <a:xfrm>
              <a:off x="7350717" y="2135031"/>
              <a:ext cx="80697" cy="80697"/>
            </a:xfrm>
            <a:custGeom>
              <a:rect b="b" l="l" r="r" t="t"/>
              <a:pathLst>
                <a:path extrusionOk="0" h="3073" w="3073">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4" name="Google Shape;20434;p95"/>
            <p:cNvSpPr/>
            <p:nvPr/>
          </p:nvSpPr>
          <p:spPr>
            <a:xfrm>
              <a:off x="7364030" y="2235791"/>
              <a:ext cx="40493" cy="29936"/>
            </a:xfrm>
            <a:custGeom>
              <a:rect b="b" l="l" r="r" t="t"/>
              <a:pathLst>
                <a:path extrusionOk="0" h="1140" w="1542">
                  <a:moveTo>
                    <a:pt x="1" y="1"/>
                  </a:moveTo>
                  <a:lnTo>
                    <a:pt x="1" y="1140"/>
                  </a:lnTo>
                  <a:lnTo>
                    <a:pt x="1542" y="1140"/>
                  </a:lnTo>
                  <a:lnTo>
                    <a:pt x="1542"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5" name="Google Shape;20435;p95"/>
            <p:cNvSpPr/>
            <p:nvPr/>
          </p:nvSpPr>
          <p:spPr>
            <a:xfrm>
              <a:off x="7364030" y="2236053"/>
              <a:ext cx="40493" cy="16281"/>
            </a:xfrm>
            <a:custGeom>
              <a:rect b="b" l="l" r="r" t="t"/>
              <a:pathLst>
                <a:path extrusionOk="0" h="620" w="1542">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6" name="Google Shape;20436;p95"/>
            <p:cNvSpPr/>
            <p:nvPr/>
          </p:nvSpPr>
          <p:spPr>
            <a:xfrm>
              <a:off x="7317051" y="2252124"/>
              <a:ext cx="134477" cy="67882"/>
            </a:xfrm>
            <a:custGeom>
              <a:rect b="b" l="l" r="r" t="t"/>
              <a:pathLst>
                <a:path extrusionOk="0" h="2585" w="5121">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7" name="Google Shape;20437;p95"/>
            <p:cNvSpPr/>
            <p:nvPr/>
          </p:nvSpPr>
          <p:spPr>
            <a:xfrm>
              <a:off x="7377607" y="2265701"/>
              <a:ext cx="13340" cy="54306"/>
            </a:xfrm>
            <a:custGeom>
              <a:rect b="b" l="l" r="r" t="t"/>
              <a:pathLst>
                <a:path extrusionOk="0" h="2068" w="508">
                  <a:moveTo>
                    <a:pt x="125" y="1"/>
                  </a:moveTo>
                  <a:lnTo>
                    <a:pt x="1" y="2068"/>
                  </a:lnTo>
                  <a:lnTo>
                    <a:pt x="508" y="2068"/>
                  </a:lnTo>
                  <a:lnTo>
                    <a:pt x="383" y="1"/>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8" name="Google Shape;20438;p95"/>
            <p:cNvSpPr/>
            <p:nvPr/>
          </p:nvSpPr>
          <p:spPr>
            <a:xfrm>
              <a:off x="7343941" y="2168906"/>
              <a:ext cx="80697" cy="73712"/>
            </a:xfrm>
            <a:custGeom>
              <a:rect b="b" l="l" r="r" t="t"/>
              <a:pathLst>
                <a:path extrusionOk="0" h="2807" w="3073">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9" name="Google Shape;20439;p95"/>
            <p:cNvSpPr/>
            <p:nvPr/>
          </p:nvSpPr>
          <p:spPr>
            <a:xfrm>
              <a:off x="7343941" y="2168906"/>
              <a:ext cx="80434" cy="72189"/>
            </a:xfrm>
            <a:custGeom>
              <a:rect b="b" l="l" r="r" t="t"/>
              <a:pathLst>
                <a:path extrusionOk="0" h="2749" w="3063">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0" name="Google Shape;20440;p95"/>
            <p:cNvSpPr/>
            <p:nvPr/>
          </p:nvSpPr>
          <p:spPr>
            <a:xfrm>
              <a:off x="7317051" y="2269482"/>
              <a:ext cx="26916" cy="50524"/>
            </a:xfrm>
            <a:custGeom>
              <a:rect b="b" l="l" r="r" t="t"/>
              <a:pathLst>
                <a:path extrusionOk="0" h="1924" w="1025">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1" name="Google Shape;20441;p95"/>
            <p:cNvSpPr/>
            <p:nvPr/>
          </p:nvSpPr>
          <p:spPr>
            <a:xfrm>
              <a:off x="7424612" y="2269482"/>
              <a:ext cx="26916" cy="50524"/>
            </a:xfrm>
            <a:custGeom>
              <a:rect b="b" l="l" r="r" t="t"/>
              <a:pathLst>
                <a:path extrusionOk="0" h="1924" w="1025">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2" name="Google Shape;20442;p95"/>
            <p:cNvSpPr/>
            <p:nvPr/>
          </p:nvSpPr>
          <p:spPr>
            <a:xfrm>
              <a:off x="7377607" y="2265701"/>
              <a:ext cx="13340" cy="13340"/>
            </a:xfrm>
            <a:custGeom>
              <a:rect b="b" l="l" r="r" t="t"/>
              <a:pathLst>
                <a:path extrusionOk="0" h="508" w="508">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3" name="Google Shape;20443;p95"/>
            <p:cNvSpPr/>
            <p:nvPr/>
          </p:nvSpPr>
          <p:spPr>
            <a:xfrm>
              <a:off x="7356756" y="2246899"/>
              <a:ext cx="27415" cy="28229"/>
            </a:xfrm>
            <a:custGeom>
              <a:rect b="b" l="l" r="r" t="t"/>
              <a:pathLst>
                <a:path extrusionOk="0" h="1075" w="1044">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4" name="Google Shape;20444;p95"/>
            <p:cNvSpPr/>
            <p:nvPr/>
          </p:nvSpPr>
          <p:spPr>
            <a:xfrm>
              <a:off x="7384146" y="2246899"/>
              <a:ext cx="27678" cy="28229"/>
            </a:xfrm>
            <a:custGeom>
              <a:rect b="b" l="l" r="r" t="t"/>
              <a:pathLst>
                <a:path extrusionOk="0" h="1075" w="1054">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5" name="Google Shape;20445;p95"/>
            <p:cNvSpPr/>
            <p:nvPr/>
          </p:nvSpPr>
          <p:spPr>
            <a:xfrm>
              <a:off x="7159964" y="1971904"/>
              <a:ext cx="190516" cy="164151"/>
            </a:xfrm>
            <a:custGeom>
              <a:rect b="b" l="l" r="r" t="t"/>
              <a:pathLst>
                <a:path extrusionOk="0" h="6251" w="7255">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6" name="Google Shape;20446;p95"/>
            <p:cNvSpPr/>
            <p:nvPr/>
          </p:nvSpPr>
          <p:spPr>
            <a:xfrm>
              <a:off x="7191896" y="2000055"/>
              <a:ext cx="31670" cy="11082"/>
            </a:xfrm>
            <a:custGeom>
              <a:rect b="b" l="l" r="r" t="t"/>
              <a:pathLst>
                <a:path extrusionOk="0" h="422" w="1206">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7" name="Google Shape;20447;p95"/>
            <p:cNvSpPr/>
            <p:nvPr/>
          </p:nvSpPr>
          <p:spPr>
            <a:xfrm>
              <a:off x="7231102" y="2000055"/>
              <a:ext cx="87735" cy="11082"/>
            </a:xfrm>
            <a:custGeom>
              <a:rect b="b" l="l" r="r" t="t"/>
              <a:pathLst>
                <a:path extrusionOk="0" h="422" w="3341">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8" name="Google Shape;20448;p95"/>
            <p:cNvSpPr/>
            <p:nvPr/>
          </p:nvSpPr>
          <p:spPr>
            <a:xfrm>
              <a:off x="7191896" y="2027969"/>
              <a:ext cx="126941" cy="11318"/>
            </a:xfrm>
            <a:custGeom>
              <a:rect b="b" l="l" r="r" t="t"/>
              <a:pathLst>
                <a:path extrusionOk="0" h="431" w="4834">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9" name="Google Shape;20449;p95"/>
            <p:cNvSpPr/>
            <p:nvPr/>
          </p:nvSpPr>
          <p:spPr>
            <a:xfrm>
              <a:off x="7191896" y="2056093"/>
              <a:ext cx="87735" cy="11108"/>
            </a:xfrm>
            <a:custGeom>
              <a:rect b="b" l="l" r="r" t="t"/>
              <a:pathLst>
                <a:path extrusionOk="0" h="423" w="3341">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0" name="Google Shape;20450;p95"/>
            <p:cNvSpPr/>
            <p:nvPr/>
          </p:nvSpPr>
          <p:spPr>
            <a:xfrm>
              <a:off x="7286878" y="2056093"/>
              <a:ext cx="31958" cy="11108"/>
            </a:xfrm>
            <a:custGeom>
              <a:rect b="b" l="l" r="r" t="t"/>
              <a:pathLst>
                <a:path extrusionOk="0" h="423" w="1217">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451" name="Google Shape;20451;p95"/>
          <p:cNvGrpSpPr/>
          <p:nvPr/>
        </p:nvGrpSpPr>
        <p:grpSpPr>
          <a:xfrm>
            <a:off x="7546652" y="1819504"/>
            <a:ext cx="344321" cy="348155"/>
            <a:chOff x="7551264" y="1971904"/>
            <a:chExt cx="344321" cy="348155"/>
          </a:xfrm>
        </p:grpSpPr>
        <p:sp>
          <p:nvSpPr>
            <p:cNvPr id="20452" name="Google Shape;20452;p95"/>
            <p:cNvSpPr/>
            <p:nvPr/>
          </p:nvSpPr>
          <p:spPr>
            <a:xfrm>
              <a:off x="7820665" y="1973164"/>
              <a:ext cx="9086" cy="73659"/>
            </a:xfrm>
            <a:custGeom>
              <a:rect b="b" l="l" r="r" t="t"/>
              <a:pathLst>
                <a:path extrusionOk="0" h="2805" w="346">
                  <a:moveTo>
                    <a:pt x="1" y="1"/>
                  </a:moveTo>
                  <a:lnTo>
                    <a:pt x="1" y="2805"/>
                  </a:lnTo>
                  <a:lnTo>
                    <a:pt x="346" y="2805"/>
                  </a:lnTo>
                  <a:lnTo>
                    <a:pt x="346" y="336"/>
                  </a:lnTo>
                  <a:lnTo>
                    <a:pt x="1" y="1"/>
                  </a:lnTo>
                  <a:close/>
                </a:path>
              </a:pathLst>
            </a:custGeom>
            <a:solidFill>
              <a:srgbClr val="DE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3" name="Google Shape;20453;p95"/>
            <p:cNvSpPr/>
            <p:nvPr/>
          </p:nvSpPr>
          <p:spPr>
            <a:xfrm>
              <a:off x="7625396" y="1971904"/>
              <a:ext cx="270189" cy="348103"/>
            </a:xfrm>
            <a:custGeom>
              <a:rect b="b" l="l" r="r" t="t"/>
              <a:pathLst>
                <a:path extrusionOk="0" h="13256" w="10289">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4" name="Google Shape;20454;p95"/>
            <p:cNvSpPr/>
            <p:nvPr/>
          </p:nvSpPr>
          <p:spPr>
            <a:xfrm>
              <a:off x="7625396" y="1971904"/>
              <a:ext cx="86238" cy="348103"/>
            </a:xfrm>
            <a:custGeom>
              <a:rect b="b" l="l" r="r" t="t"/>
              <a:pathLst>
                <a:path extrusionOk="0" h="13256" w="3284">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5" name="Google Shape;20455;p95"/>
            <p:cNvSpPr/>
            <p:nvPr/>
          </p:nvSpPr>
          <p:spPr>
            <a:xfrm>
              <a:off x="7685715" y="2063893"/>
              <a:ext cx="103333" cy="11344"/>
            </a:xfrm>
            <a:custGeom>
              <a:rect b="b" l="l" r="r" t="t"/>
              <a:pathLst>
                <a:path extrusionOk="0" h="432" w="3935">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6" name="Google Shape;20456;p95"/>
            <p:cNvSpPr/>
            <p:nvPr/>
          </p:nvSpPr>
          <p:spPr>
            <a:xfrm>
              <a:off x="7685715" y="2102337"/>
              <a:ext cx="148553" cy="11344"/>
            </a:xfrm>
            <a:custGeom>
              <a:rect b="b" l="l" r="r" t="t"/>
              <a:pathLst>
                <a:path extrusionOk="0" h="432" w="5657">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7" name="Google Shape;20457;p95"/>
            <p:cNvSpPr/>
            <p:nvPr/>
          </p:nvSpPr>
          <p:spPr>
            <a:xfrm>
              <a:off x="7685715" y="2140808"/>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8" name="Google Shape;20458;p95"/>
            <p:cNvSpPr/>
            <p:nvPr/>
          </p:nvSpPr>
          <p:spPr>
            <a:xfrm>
              <a:off x="7685715" y="2179253"/>
              <a:ext cx="148553" cy="11344"/>
            </a:xfrm>
            <a:custGeom>
              <a:rect b="b" l="l" r="r" t="t"/>
              <a:pathLst>
                <a:path extrusionOk="0" h="432"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9" name="Google Shape;20459;p95"/>
            <p:cNvSpPr/>
            <p:nvPr/>
          </p:nvSpPr>
          <p:spPr>
            <a:xfrm>
              <a:off x="7685715" y="2217461"/>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0" name="Google Shape;20460;p95"/>
            <p:cNvSpPr/>
            <p:nvPr/>
          </p:nvSpPr>
          <p:spPr>
            <a:xfrm>
              <a:off x="7552367" y="2239309"/>
              <a:ext cx="152492" cy="80487"/>
            </a:xfrm>
            <a:custGeom>
              <a:rect b="b" l="l" r="r" t="t"/>
              <a:pathLst>
                <a:path extrusionOk="0" h="3065" w="5807">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1" name="Google Shape;20461;p95"/>
            <p:cNvSpPr/>
            <p:nvPr/>
          </p:nvSpPr>
          <p:spPr>
            <a:xfrm>
              <a:off x="7551264" y="2239808"/>
              <a:ext cx="61842" cy="80251"/>
            </a:xfrm>
            <a:custGeom>
              <a:rect b="b" l="l" r="r" t="t"/>
              <a:pathLst>
                <a:path extrusionOk="0" h="3056" w="2355">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2" name="Google Shape;20462;p95"/>
            <p:cNvSpPr/>
            <p:nvPr/>
          </p:nvSpPr>
          <p:spPr>
            <a:xfrm>
              <a:off x="7579677" y="2113156"/>
              <a:ext cx="96532" cy="68381"/>
            </a:xfrm>
            <a:custGeom>
              <a:rect b="b" l="l" r="r" t="t"/>
              <a:pathLst>
                <a:path extrusionOk="0" h="2604" w="3676">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3" name="Google Shape;20463;p95"/>
            <p:cNvSpPr/>
            <p:nvPr/>
          </p:nvSpPr>
          <p:spPr>
            <a:xfrm>
              <a:off x="7579677" y="2113393"/>
              <a:ext cx="52284" cy="68145"/>
            </a:xfrm>
            <a:custGeom>
              <a:rect b="b" l="l" r="r" t="t"/>
              <a:pathLst>
                <a:path extrusionOk="0" h="2595" w="1991">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4" name="Google Shape;20464;p95"/>
            <p:cNvSpPr/>
            <p:nvPr/>
          </p:nvSpPr>
          <p:spPr>
            <a:xfrm>
              <a:off x="7662843" y="2174263"/>
              <a:ext cx="20903" cy="28387"/>
            </a:xfrm>
            <a:custGeom>
              <a:rect b="b" l="l" r="r" t="t"/>
              <a:pathLst>
                <a:path extrusionOk="0" h="1081" w="796">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5" name="Google Shape;20465;p95"/>
            <p:cNvSpPr/>
            <p:nvPr/>
          </p:nvSpPr>
          <p:spPr>
            <a:xfrm>
              <a:off x="7571878" y="2174237"/>
              <a:ext cx="21139" cy="28361"/>
            </a:xfrm>
            <a:custGeom>
              <a:rect b="b" l="l" r="r" t="t"/>
              <a:pathLst>
                <a:path extrusionOk="0" h="1080" w="805">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6" name="Google Shape;20466;p95"/>
            <p:cNvSpPr/>
            <p:nvPr/>
          </p:nvSpPr>
          <p:spPr>
            <a:xfrm>
              <a:off x="7610087" y="2223869"/>
              <a:ext cx="35714" cy="40362"/>
            </a:xfrm>
            <a:custGeom>
              <a:rect b="b" l="l" r="r" t="t"/>
              <a:pathLst>
                <a:path extrusionOk="0" h="1537" w="136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7" name="Google Shape;20467;p95"/>
            <p:cNvSpPr/>
            <p:nvPr/>
          </p:nvSpPr>
          <p:spPr>
            <a:xfrm>
              <a:off x="7610087" y="2224105"/>
              <a:ext cx="21875" cy="40362"/>
            </a:xfrm>
            <a:custGeom>
              <a:rect b="b" l="l" r="r" t="t"/>
              <a:pathLst>
                <a:path extrusionOk="0" h="1537" w="833">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8" name="Google Shape;20468;p95"/>
            <p:cNvSpPr/>
            <p:nvPr/>
          </p:nvSpPr>
          <p:spPr>
            <a:xfrm>
              <a:off x="7589971" y="2153072"/>
              <a:ext cx="75918" cy="81248"/>
            </a:xfrm>
            <a:custGeom>
              <a:rect b="b" l="l" r="r" t="t"/>
              <a:pathLst>
                <a:path extrusionOk="0" h="3094" w="2891">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9" name="Google Shape;20469;p95"/>
            <p:cNvSpPr/>
            <p:nvPr/>
          </p:nvSpPr>
          <p:spPr>
            <a:xfrm>
              <a:off x="7589971" y="2153072"/>
              <a:ext cx="55067" cy="81248"/>
            </a:xfrm>
            <a:custGeom>
              <a:rect b="b" l="l" r="r" t="t"/>
              <a:pathLst>
                <a:path extrusionOk="0" h="3094" w="2097">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0" name="Google Shape;20470;p95"/>
            <p:cNvSpPr/>
            <p:nvPr/>
          </p:nvSpPr>
          <p:spPr>
            <a:xfrm>
              <a:off x="7820665" y="1973164"/>
              <a:ext cx="73922" cy="73659"/>
            </a:xfrm>
            <a:custGeom>
              <a:rect b="b" l="l" r="r" t="t"/>
              <a:pathLst>
                <a:path extrusionOk="0" h="2805" w="2815">
                  <a:moveTo>
                    <a:pt x="1" y="1"/>
                  </a:moveTo>
                  <a:lnTo>
                    <a:pt x="1" y="2259"/>
                  </a:lnTo>
                  <a:cubicBezTo>
                    <a:pt x="1" y="2346"/>
                    <a:pt x="39" y="2805"/>
                    <a:pt x="623" y="2805"/>
                  </a:cubicBezTo>
                  <a:lnTo>
                    <a:pt x="2815" y="2805"/>
                  </a:lnTo>
                  <a:lnTo>
                    <a:pt x="1"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471" name="Google Shape;20471;p95"/>
          <p:cNvGrpSpPr/>
          <p:nvPr/>
        </p:nvGrpSpPr>
        <p:grpSpPr>
          <a:xfrm>
            <a:off x="7988214" y="1365390"/>
            <a:ext cx="317431" cy="344584"/>
            <a:chOff x="7992826" y="1517790"/>
            <a:chExt cx="317431" cy="344584"/>
          </a:xfrm>
        </p:grpSpPr>
        <p:sp>
          <p:nvSpPr>
            <p:cNvPr id="20472" name="Google Shape;20472;p95"/>
            <p:cNvSpPr/>
            <p:nvPr/>
          </p:nvSpPr>
          <p:spPr>
            <a:xfrm>
              <a:off x="8021239" y="1517790"/>
              <a:ext cx="289018" cy="289044"/>
            </a:xfrm>
            <a:custGeom>
              <a:rect b="b" l="l" r="r" t="t"/>
              <a:pathLst>
                <a:path extrusionOk="0" h="11007" w="11006">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3" name="Google Shape;20473;p95"/>
            <p:cNvSpPr/>
            <p:nvPr/>
          </p:nvSpPr>
          <p:spPr>
            <a:xfrm>
              <a:off x="7992826" y="1520810"/>
              <a:ext cx="274706" cy="285866"/>
            </a:xfrm>
            <a:custGeom>
              <a:rect b="b" l="l" r="r" t="t"/>
              <a:pathLst>
                <a:path extrusionOk="0" h="10886" w="10461">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4" name="Google Shape;20474;p95"/>
            <p:cNvSpPr/>
            <p:nvPr/>
          </p:nvSpPr>
          <p:spPr>
            <a:xfrm>
              <a:off x="8021476" y="1517790"/>
              <a:ext cx="288781" cy="288781"/>
            </a:xfrm>
            <a:custGeom>
              <a:rect b="b" l="l" r="r" t="t"/>
              <a:pathLst>
                <a:path extrusionOk="0" h="10997" w="10997">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5" name="Google Shape;20475;p95"/>
            <p:cNvSpPr/>
            <p:nvPr/>
          </p:nvSpPr>
          <p:spPr>
            <a:xfrm>
              <a:off x="8021476" y="1520810"/>
              <a:ext cx="217932" cy="285761"/>
            </a:xfrm>
            <a:custGeom>
              <a:rect b="b" l="l" r="r" t="t"/>
              <a:pathLst>
                <a:path extrusionOk="0" h="10882" w="8299">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6" name="Google Shape;20476;p95"/>
            <p:cNvSpPr/>
            <p:nvPr/>
          </p:nvSpPr>
          <p:spPr>
            <a:xfrm>
              <a:off x="8071238" y="1795752"/>
              <a:ext cx="189019" cy="66622"/>
            </a:xfrm>
            <a:custGeom>
              <a:rect b="b" l="l" r="r" t="t"/>
              <a:pathLst>
                <a:path extrusionOk="0" h="2537" w="7198">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7" name="Google Shape;20477;p95"/>
            <p:cNvSpPr/>
            <p:nvPr/>
          </p:nvSpPr>
          <p:spPr>
            <a:xfrm>
              <a:off x="8154666" y="1817863"/>
              <a:ext cx="22163" cy="44511"/>
            </a:xfrm>
            <a:custGeom>
              <a:rect b="b" l="l" r="r" t="t"/>
              <a:pathLst>
                <a:path extrusionOk="0" h="1695" w="844">
                  <a:moveTo>
                    <a:pt x="202" y="0"/>
                  </a:moveTo>
                  <a:lnTo>
                    <a:pt x="1" y="1694"/>
                  </a:lnTo>
                  <a:lnTo>
                    <a:pt x="843" y="1694"/>
                  </a:lnTo>
                  <a:lnTo>
                    <a:pt x="642"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8" name="Google Shape;20478;p95"/>
            <p:cNvSpPr/>
            <p:nvPr/>
          </p:nvSpPr>
          <p:spPr>
            <a:xfrm>
              <a:off x="8155927" y="1806807"/>
              <a:ext cx="19642" cy="18618"/>
            </a:xfrm>
            <a:custGeom>
              <a:rect b="b" l="l" r="r" t="t"/>
              <a:pathLst>
                <a:path extrusionOk="0" h="709" w="748">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9" name="Google Shape;20479;p95"/>
            <p:cNvSpPr/>
            <p:nvPr/>
          </p:nvSpPr>
          <p:spPr>
            <a:xfrm>
              <a:off x="8226803" y="1818362"/>
              <a:ext cx="33455" cy="44012"/>
            </a:xfrm>
            <a:custGeom>
              <a:rect b="b" l="l" r="r" t="t"/>
              <a:pathLst>
                <a:path extrusionOk="0" h="1676" w="1274">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0" name="Google Shape;20480;p95"/>
            <p:cNvSpPr/>
            <p:nvPr/>
          </p:nvSpPr>
          <p:spPr>
            <a:xfrm>
              <a:off x="8104667" y="1623329"/>
              <a:ext cx="122162" cy="88995"/>
            </a:xfrm>
            <a:custGeom>
              <a:rect b="b" l="l" r="r" t="t"/>
              <a:pathLst>
                <a:path extrusionOk="0" h="3389" w="4652">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1" name="Google Shape;20481;p95"/>
            <p:cNvSpPr/>
            <p:nvPr/>
          </p:nvSpPr>
          <p:spPr>
            <a:xfrm>
              <a:off x="8132319" y="1623329"/>
              <a:ext cx="94772" cy="88995"/>
            </a:xfrm>
            <a:custGeom>
              <a:rect b="b" l="l" r="r" t="t"/>
              <a:pathLst>
                <a:path extrusionOk="0" h="3389" w="3609">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2" name="Google Shape;20482;p95"/>
            <p:cNvSpPr/>
            <p:nvPr/>
          </p:nvSpPr>
          <p:spPr>
            <a:xfrm>
              <a:off x="8132556" y="1756782"/>
              <a:ext cx="66622" cy="50052"/>
            </a:xfrm>
            <a:custGeom>
              <a:rect b="b" l="l" r="r" t="t"/>
              <a:pathLst>
                <a:path extrusionOk="0" h="1906" w="2537">
                  <a:moveTo>
                    <a:pt x="1" y="1"/>
                  </a:moveTo>
                  <a:lnTo>
                    <a:pt x="1" y="1905"/>
                  </a:lnTo>
                  <a:lnTo>
                    <a:pt x="2537" y="1905"/>
                  </a:lnTo>
                  <a:lnTo>
                    <a:pt x="2537"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3" name="Google Shape;20483;p95"/>
            <p:cNvSpPr/>
            <p:nvPr/>
          </p:nvSpPr>
          <p:spPr>
            <a:xfrm>
              <a:off x="8132556" y="1756546"/>
              <a:ext cx="66622" cy="27914"/>
            </a:xfrm>
            <a:custGeom>
              <a:rect b="b" l="l" r="r" t="t"/>
              <a:pathLst>
                <a:path extrusionOk="0" h="1063" w="2537">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4" name="Google Shape;20484;p95"/>
            <p:cNvSpPr/>
            <p:nvPr/>
          </p:nvSpPr>
          <p:spPr>
            <a:xfrm>
              <a:off x="8121264" y="1786324"/>
              <a:ext cx="44484" cy="39836"/>
            </a:xfrm>
            <a:custGeom>
              <a:rect b="b" l="l" r="r" t="t"/>
              <a:pathLst>
                <a:path extrusionOk="0" h="1517" w="1694">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5" name="Google Shape;20485;p95"/>
            <p:cNvSpPr/>
            <p:nvPr/>
          </p:nvSpPr>
          <p:spPr>
            <a:xfrm>
              <a:off x="8165748" y="1786324"/>
              <a:ext cx="44484" cy="39836"/>
            </a:xfrm>
            <a:custGeom>
              <a:rect b="b" l="l" r="r" t="t"/>
              <a:pathLst>
                <a:path extrusionOk="0" h="1517" w="1694">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6" name="Google Shape;20486;p95"/>
            <p:cNvSpPr/>
            <p:nvPr/>
          </p:nvSpPr>
          <p:spPr>
            <a:xfrm>
              <a:off x="8110182" y="1668365"/>
              <a:ext cx="110870" cy="105040"/>
            </a:xfrm>
            <a:custGeom>
              <a:rect b="b" l="l" r="r" t="t"/>
              <a:pathLst>
                <a:path extrusionOk="0" h="4000" w="4222">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7" name="Google Shape;20487;p95"/>
            <p:cNvSpPr/>
            <p:nvPr/>
          </p:nvSpPr>
          <p:spPr>
            <a:xfrm>
              <a:off x="8110445" y="1668259"/>
              <a:ext cx="100051" cy="104646"/>
            </a:xfrm>
            <a:custGeom>
              <a:rect b="b" l="l" r="r" t="t"/>
              <a:pathLst>
                <a:path extrusionOk="0" h="3985" w="381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8" name="Google Shape;20488;p95"/>
            <p:cNvSpPr/>
            <p:nvPr/>
          </p:nvSpPr>
          <p:spPr>
            <a:xfrm>
              <a:off x="8071238" y="1818362"/>
              <a:ext cx="33455" cy="44012"/>
            </a:xfrm>
            <a:custGeom>
              <a:rect b="b" l="l" r="r" t="t"/>
              <a:pathLst>
                <a:path extrusionOk="0" h="1676" w="1274">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489" name="Google Shape;20489;p95"/>
          <p:cNvGrpSpPr/>
          <p:nvPr/>
        </p:nvGrpSpPr>
        <p:grpSpPr>
          <a:xfrm>
            <a:off x="7987452" y="1819504"/>
            <a:ext cx="351621" cy="348103"/>
            <a:chOff x="7992065" y="1971904"/>
            <a:chExt cx="351621" cy="348103"/>
          </a:xfrm>
        </p:grpSpPr>
        <p:sp>
          <p:nvSpPr>
            <p:cNvPr id="20490" name="Google Shape;20490;p95"/>
            <p:cNvSpPr/>
            <p:nvPr/>
          </p:nvSpPr>
          <p:spPr>
            <a:xfrm>
              <a:off x="8136074" y="1971904"/>
              <a:ext cx="67383" cy="67383"/>
            </a:xfrm>
            <a:custGeom>
              <a:rect b="b" l="l" r="r" t="t"/>
              <a:pathLst>
                <a:path extrusionOk="0" h="2566" w="2566">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1" name="Google Shape;20491;p95"/>
            <p:cNvSpPr/>
            <p:nvPr/>
          </p:nvSpPr>
          <p:spPr>
            <a:xfrm>
              <a:off x="8022552" y="2180014"/>
              <a:ext cx="137025" cy="95376"/>
            </a:xfrm>
            <a:custGeom>
              <a:rect b="b" l="l" r="r" t="t"/>
              <a:pathLst>
                <a:path extrusionOk="0" h="3632" w="5218">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2" name="Google Shape;20492;p95"/>
            <p:cNvSpPr/>
            <p:nvPr/>
          </p:nvSpPr>
          <p:spPr>
            <a:xfrm>
              <a:off x="8109946" y="2050080"/>
              <a:ext cx="120849" cy="62604"/>
            </a:xfrm>
            <a:custGeom>
              <a:rect b="b" l="l" r="r" t="t"/>
              <a:pathLst>
                <a:path extrusionOk="0" h="2384" w="4602">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3" name="Google Shape;20493;p95"/>
            <p:cNvSpPr/>
            <p:nvPr/>
          </p:nvSpPr>
          <p:spPr>
            <a:xfrm>
              <a:off x="8179613" y="2180014"/>
              <a:ext cx="137130" cy="95376"/>
            </a:xfrm>
            <a:custGeom>
              <a:rect b="b" l="l" r="r" t="t"/>
              <a:pathLst>
                <a:path extrusionOk="0" h="3632" w="5222">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4" name="Google Shape;20494;p95"/>
            <p:cNvSpPr/>
            <p:nvPr/>
          </p:nvSpPr>
          <p:spPr>
            <a:xfrm>
              <a:off x="8129037" y="1973427"/>
              <a:ext cx="66884" cy="65939"/>
            </a:xfrm>
            <a:custGeom>
              <a:rect b="b" l="l" r="r" t="t"/>
              <a:pathLst>
                <a:path extrusionOk="0" h="2511" w="2547">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5" name="Google Shape;20495;p95"/>
            <p:cNvSpPr/>
            <p:nvPr/>
          </p:nvSpPr>
          <p:spPr>
            <a:xfrm>
              <a:off x="8068717" y="2123450"/>
              <a:ext cx="44773" cy="45010"/>
            </a:xfrm>
            <a:custGeom>
              <a:rect b="b" l="l" r="r" t="t"/>
              <a:pathLst>
                <a:path extrusionOk="0" h="1714" w="1705">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6" name="Google Shape;20496;p95"/>
            <p:cNvSpPr/>
            <p:nvPr/>
          </p:nvSpPr>
          <p:spPr>
            <a:xfrm>
              <a:off x="8063964" y="2124474"/>
              <a:ext cx="44484" cy="43854"/>
            </a:xfrm>
            <a:custGeom>
              <a:rect b="b" l="l" r="r" t="t"/>
              <a:pathLst>
                <a:path extrusionOk="0" h="1670" w="1694">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7" name="Google Shape;20497;p95"/>
            <p:cNvSpPr/>
            <p:nvPr/>
          </p:nvSpPr>
          <p:spPr>
            <a:xfrm>
              <a:off x="8225805" y="2123450"/>
              <a:ext cx="44747" cy="45010"/>
            </a:xfrm>
            <a:custGeom>
              <a:rect b="b" l="l" r="r" t="t"/>
              <a:pathLst>
                <a:path extrusionOk="0" h="1714" w="1704">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8" name="Google Shape;20498;p95"/>
            <p:cNvSpPr/>
            <p:nvPr/>
          </p:nvSpPr>
          <p:spPr>
            <a:xfrm>
              <a:off x="8221025" y="2124474"/>
              <a:ext cx="44747" cy="43854"/>
            </a:xfrm>
            <a:custGeom>
              <a:rect b="b" l="l" r="r" t="t"/>
              <a:pathLst>
                <a:path extrusionOk="0" h="1670" w="1704">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9" name="Google Shape;20499;p95"/>
            <p:cNvSpPr/>
            <p:nvPr/>
          </p:nvSpPr>
          <p:spPr>
            <a:xfrm>
              <a:off x="7995583" y="2286315"/>
              <a:ext cx="33718" cy="33692"/>
            </a:xfrm>
            <a:custGeom>
              <a:rect b="b" l="l" r="r" t="t"/>
              <a:pathLst>
                <a:path extrusionOk="0" h="1283" w="1284">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0" name="Google Shape;20500;p95"/>
            <p:cNvSpPr/>
            <p:nvPr/>
          </p:nvSpPr>
          <p:spPr>
            <a:xfrm>
              <a:off x="7992065" y="2286814"/>
              <a:ext cx="33718" cy="33193"/>
            </a:xfrm>
            <a:custGeom>
              <a:rect b="b" l="l" r="r" t="t"/>
              <a:pathLst>
                <a:path extrusionOk="0" h="1264" w="1284">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1" name="Google Shape;20501;p95"/>
            <p:cNvSpPr/>
            <p:nvPr/>
          </p:nvSpPr>
          <p:spPr>
            <a:xfrm>
              <a:off x="8152907" y="2286315"/>
              <a:ext cx="33718" cy="33692"/>
            </a:xfrm>
            <a:custGeom>
              <a:rect b="b" l="l" r="r" t="t"/>
              <a:pathLst>
                <a:path extrusionOk="0" h="1283" w="1284">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2" name="Google Shape;20502;p95"/>
            <p:cNvSpPr/>
            <p:nvPr/>
          </p:nvSpPr>
          <p:spPr>
            <a:xfrm>
              <a:off x="8149388" y="2286814"/>
              <a:ext cx="33455" cy="33193"/>
            </a:xfrm>
            <a:custGeom>
              <a:rect b="b" l="l" r="r" t="t"/>
              <a:pathLst>
                <a:path extrusionOk="0" h="1264" w="1274">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3" name="Google Shape;20503;p95"/>
            <p:cNvSpPr/>
            <p:nvPr/>
          </p:nvSpPr>
          <p:spPr>
            <a:xfrm>
              <a:off x="8309994" y="2286315"/>
              <a:ext cx="33692" cy="33692"/>
            </a:xfrm>
            <a:custGeom>
              <a:rect b="b" l="l" r="r" t="t"/>
              <a:pathLst>
                <a:path extrusionOk="0" h="1283" w="1283">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4" name="Google Shape;20504;p95"/>
            <p:cNvSpPr/>
            <p:nvPr/>
          </p:nvSpPr>
          <p:spPr>
            <a:xfrm>
              <a:off x="8306475" y="2286814"/>
              <a:ext cx="33455" cy="33193"/>
            </a:xfrm>
            <a:custGeom>
              <a:rect b="b" l="l" r="r" t="t"/>
              <a:pathLst>
                <a:path extrusionOk="0" h="1264" w="1274">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05" name="Google Shape;20505;p95"/>
          <p:cNvGrpSpPr/>
          <p:nvPr/>
        </p:nvGrpSpPr>
        <p:grpSpPr>
          <a:xfrm>
            <a:off x="4906576" y="3641055"/>
            <a:ext cx="296580" cy="364935"/>
            <a:chOff x="4911189" y="3793455"/>
            <a:chExt cx="296580" cy="364935"/>
          </a:xfrm>
        </p:grpSpPr>
        <p:sp>
          <p:nvSpPr>
            <p:cNvPr id="20506" name="Google Shape;20506;p95"/>
            <p:cNvSpPr/>
            <p:nvPr/>
          </p:nvSpPr>
          <p:spPr>
            <a:xfrm>
              <a:off x="4951157" y="3861810"/>
              <a:ext cx="31932" cy="35215"/>
            </a:xfrm>
            <a:custGeom>
              <a:rect b="b" l="l" r="r" t="t"/>
              <a:pathLst>
                <a:path extrusionOk="0" h="1341" w="1216">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7" name="Google Shape;20507;p95"/>
            <p:cNvSpPr/>
            <p:nvPr/>
          </p:nvSpPr>
          <p:spPr>
            <a:xfrm>
              <a:off x="5136132" y="3861810"/>
              <a:ext cx="31932" cy="34952"/>
            </a:xfrm>
            <a:custGeom>
              <a:rect b="b" l="l" r="r" t="t"/>
              <a:pathLst>
                <a:path extrusionOk="0" h="1331" w="1216">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8" name="Google Shape;20508;p95"/>
            <p:cNvSpPr/>
            <p:nvPr/>
          </p:nvSpPr>
          <p:spPr>
            <a:xfrm>
              <a:off x="5043382" y="3833659"/>
              <a:ext cx="32457" cy="33193"/>
            </a:xfrm>
            <a:custGeom>
              <a:rect b="b" l="l" r="r" t="t"/>
              <a:pathLst>
                <a:path extrusionOk="0" h="1264" w="1236">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9" name="Google Shape;20509;p95"/>
            <p:cNvSpPr/>
            <p:nvPr/>
          </p:nvSpPr>
          <p:spPr>
            <a:xfrm>
              <a:off x="5043382" y="3833659"/>
              <a:ext cx="21901" cy="33193"/>
            </a:xfrm>
            <a:custGeom>
              <a:rect b="b" l="l" r="r" t="t"/>
              <a:pathLst>
                <a:path extrusionOk="0" h="1264" w="834">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0" name="Google Shape;20510;p95"/>
            <p:cNvSpPr/>
            <p:nvPr/>
          </p:nvSpPr>
          <p:spPr>
            <a:xfrm>
              <a:off x="4911189" y="3861810"/>
              <a:ext cx="296580" cy="296580"/>
            </a:xfrm>
            <a:custGeom>
              <a:rect b="b" l="l" r="r" t="t"/>
              <a:pathLst>
                <a:path extrusionOk="0" h="11294" w="11294">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1" name="Google Shape;20511;p95"/>
            <p:cNvSpPr/>
            <p:nvPr/>
          </p:nvSpPr>
          <p:spPr>
            <a:xfrm>
              <a:off x="4911189" y="3861810"/>
              <a:ext cx="161630" cy="296580"/>
            </a:xfrm>
            <a:custGeom>
              <a:rect b="b" l="l" r="r" t="t"/>
              <a:pathLst>
                <a:path extrusionOk="0" h="11294" w="6155">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2" name="Google Shape;20512;p95"/>
            <p:cNvSpPr/>
            <p:nvPr/>
          </p:nvSpPr>
          <p:spPr>
            <a:xfrm>
              <a:off x="4925527" y="3885680"/>
              <a:ext cx="258372" cy="248577"/>
            </a:xfrm>
            <a:custGeom>
              <a:rect b="b" l="l" r="r" t="t"/>
              <a:pathLst>
                <a:path extrusionOk="0" h="9466" w="9839">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3" name="Google Shape;20513;p95"/>
            <p:cNvSpPr/>
            <p:nvPr/>
          </p:nvSpPr>
          <p:spPr>
            <a:xfrm>
              <a:off x="4937317" y="3885680"/>
              <a:ext cx="129724" cy="248577"/>
            </a:xfrm>
            <a:custGeom>
              <a:rect b="b" l="l" r="r" t="t"/>
              <a:pathLst>
                <a:path extrusionOk="0" h="9466" w="494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4" name="Google Shape;20514;p95"/>
            <p:cNvSpPr/>
            <p:nvPr/>
          </p:nvSpPr>
          <p:spPr>
            <a:xfrm>
              <a:off x="4942596" y="3902381"/>
              <a:ext cx="223972" cy="215279"/>
            </a:xfrm>
            <a:custGeom>
              <a:rect b="b" l="l" r="r" t="t"/>
              <a:pathLst>
                <a:path extrusionOk="0" h="8198" w="8529">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5" name="Google Shape;20515;p95"/>
            <p:cNvSpPr/>
            <p:nvPr/>
          </p:nvSpPr>
          <p:spPr>
            <a:xfrm>
              <a:off x="4951157" y="3902381"/>
              <a:ext cx="121400" cy="215385"/>
            </a:xfrm>
            <a:custGeom>
              <a:rect b="b" l="l" r="r" t="t"/>
              <a:pathLst>
                <a:path extrusionOk="0" h="8202" w="4623">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6" name="Google Shape;20516;p95"/>
            <p:cNvSpPr/>
            <p:nvPr/>
          </p:nvSpPr>
          <p:spPr>
            <a:xfrm>
              <a:off x="5054069" y="3937255"/>
              <a:ext cx="10950" cy="76128"/>
            </a:xfrm>
            <a:custGeom>
              <a:rect b="b" l="l" r="r" t="t"/>
              <a:pathLst>
                <a:path extrusionOk="0" h="2899" w="417">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7" name="Google Shape;20517;p95"/>
            <p:cNvSpPr/>
            <p:nvPr/>
          </p:nvSpPr>
          <p:spPr>
            <a:xfrm>
              <a:off x="5139388" y="3833685"/>
              <a:ext cx="57326" cy="48712"/>
            </a:xfrm>
            <a:custGeom>
              <a:rect b="b" l="l" r="r" t="t"/>
              <a:pathLst>
                <a:path extrusionOk="0" h="1855" w="2183">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8" name="Google Shape;20518;p95"/>
            <p:cNvSpPr/>
            <p:nvPr/>
          </p:nvSpPr>
          <p:spPr>
            <a:xfrm>
              <a:off x="4922507" y="3833685"/>
              <a:ext cx="57063" cy="48712"/>
            </a:xfrm>
            <a:custGeom>
              <a:rect b="b" l="l" r="r" t="t"/>
              <a:pathLst>
                <a:path extrusionOk="0" h="1855" w="2173">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9" name="Google Shape;20519;p95"/>
            <p:cNvSpPr/>
            <p:nvPr/>
          </p:nvSpPr>
          <p:spPr>
            <a:xfrm>
              <a:off x="5023792" y="3793455"/>
              <a:ext cx="71637" cy="42988"/>
            </a:xfrm>
            <a:custGeom>
              <a:rect b="b" l="l" r="r" t="t"/>
              <a:pathLst>
                <a:path extrusionOk="0" h="1637" w="2728">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0" name="Google Shape;20520;p95"/>
            <p:cNvSpPr/>
            <p:nvPr/>
          </p:nvSpPr>
          <p:spPr>
            <a:xfrm>
              <a:off x="5139388" y="3833685"/>
              <a:ext cx="51049" cy="48712"/>
            </a:xfrm>
            <a:custGeom>
              <a:rect b="b" l="l" r="r" t="t"/>
              <a:pathLst>
                <a:path extrusionOk="0" h="1855" w="1944">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1" name="Google Shape;20521;p95"/>
            <p:cNvSpPr/>
            <p:nvPr/>
          </p:nvSpPr>
          <p:spPr>
            <a:xfrm>
              <a:off x="4922507" y="3833685"/>
              <a:ext cx="50787" cy="48712"/>
            </a:xfrm>
            <a:custGeom>
              <a:rect b="b" l="l" r="r" t="t"/>
              <a:pathLst>
                <a:path extrusionOk="0" h="1855" w="1934">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2" name="Google Shape;20522;p95"/>
            <p:cNvSpPr/>
            <p:nvPr/>
          </p:nvSpPr>
          <p:spPr>
            <a:xfrm>
              <a:off x="5024028" y="3793455"/>
              <a:ext cx="30934" cy="42988"/>
            </a:xfrm>
            <a:custGeom>
              <a:rect b="b" l="l" r="r" t="t"/>
              <a:pathLst>
                <a:path extrusionOk="0" h="1637" w="1178">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3" name="Google Shape;20523;p95"/>
            <p:cNvSpPr/>
            <p:nvPr/>
          </p:nvSpPr>
          <p:spPr>
            <a:xfrm>
              <a:off x="4937580" y="3896998"/>
              <a:ext cx="235001" cy="226046"/>
            </a:xfrm>
            <a:custGeom>
              <a:rect b="b" l="l" r="r" t="t"/>
              <a:pathLst>
                <a:path extrusionOk="0" h="8608" w="8949">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4" name="Google Shape;20524;p95"/>
            <p:cNvSpPr/>
            <p:nvPr/>
          </p:nvSpPr>
          <p:spPr>
            <a:xfrm>
              <a:off x="5044905" y="3995263"/>
              <a:ext cx="29411" cy="29411"/>
            </a:xfrm>
            <a:custGeom>
              <a:rect b="b" l="l" r="r" t="t"/>
              <a:pathLst>
                <a:path extrusionOk="0" h="1120" w="112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5" name="Google Shape;20525;p95"/>
            <p:cNvSpPr/>
            <p:nvPr/>
          </p:nvSpPr>
          <p:spPr>
            <a:xfrm>
              <a:off x="5044642" y="3995132"/>
              <a:ext cx="24396" cy="29674"/>
            </a:xfrm>
            <a:custGeom>
              <a:rect b="b" l="l" r="r" t="t"/>
              <a:pathLst>
                <a:path extrusionOk="0" h="1130" w="929">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26" name="Google Shape;20526;p95"/>
          <p:cNvGrpSpPr/>
          <p:nvPr/>
        </p:nvGrpSpPr>
        <p:grpSpPr>
          <a:xfrm>
            <a:off x="5336820" y="3640871"/>
            <a:ext cx="330272" cy="329117"/>
            <a:chOff x="5341433" y="3793271"/>
            <a:chExt cx="330272" cy="329117"/>
          </a:xfrm>
        </p:grpSpPr>
        <p:sp>
          <p:nvSpPr>
            <p:cNvPr id="20527" name="Google Shape;20527;p95"/>
            <p:cNvSpPr/>
            <p:nvPr/>
          </p:nvSpPr>
          <p:spPr>
            <a:xfrm>
              <a:off x="5436441" y="3976408"/>
              <a:ext cx="52546" cy="52546"/>
            </a:xfrm>
            <a:custGeom>
              <a:rect b="b" l="l" r="r" t="t"/>
              <a:pathLst>
                <a:path extrusionOk="0" h="2001" w="2001">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8" name="Google Shape;20528;p95"/>
            <p:cNvSpPr/>
            <p:nvPr/>
          </p:nvSpPr>
          <p:spPr>
            <a:xfrm>
              <a:off x="5436179" y="3976146"/>
              <a:ext cx="42515" cy="52310"/>
            </a:xfrm>
            <a:custGeom>
              <a:rect b="b" l="l" r="r" t="t"/>
              <a:pathLst>
                <a:path extrusionOk="0" h="1992" w="1619">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9" name="Google Shape;20529;p95"/>
            <p:cNvSpPr/>
            <p:nvPr/>
          </p:nvSpPr>
          <p:spPr>
            <a:xfrm>
              <a:off x="5431925" y="3793350"/>
              <a:ext cx="239780" cy="228830"/>
            </a:xfrm>
            <a:custGeom>
              <a:rect b="b" l="l" r="r" t="t"/>
              <a:pathLst>
                <a:path extrusionOk="0" h="8714" w="9131">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0" name="Google Shape;20530;p95"/>
            <p:cNvSpPr/>
            <p:nvPr/>
          </p:nvSpPr>
          <p:spPr>
            <a:xfrm>
              <a:off x="5427408" y="3793271"/>
              <a:ext cx="139756" cy="228830"/>
            </a:xfrm>
            <a:custGeom>
              <a:rect b="b" l="l" r="r" t="t"/>
              <a:pathLst>
                <a:path extrusionOk="0" h="8714" w="5322">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1" name="Google Shape;20531;p95"/>
            <p:cNvSpPr/>
            <p:nvPr/>
          </p:nvSpPr>
          <p:spPr>
            <a:xfrm>
              <a:off x="5464828" y="3814936"/>
              <a:ext cx="194061" cy="185343"/>
            </a:xfrm>
            <a:custGeom>
              <a:rect b="b" l="l" r="r" t="t"/>
              <a:pathLst>
                <a:path extrusionOk="0" h="7058" w="739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2" name="Google Shape;20532;p95"/>
            <p:cNvSpPr/>
            <p:nvPr/>
          </p:nvSpPr>
          <p:spPr>
            <a:xfrm>
              <a:off x="5456793" y="3815251"/>
              <a:ext cx="110607" cy="185080"/>
            </a:xfrm>
            <a:custGeom>
              <a:rect b="b" l="l" r="r" t="t"/>
              <a:pathLst>
                <a:path extrusionOk="0" h="7048" w="4212">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3" name="Google Shape;20533;p95"/>
            <p:cNvSpPr/>
            <p:nvPr/>
          </p:nvSpPr>
          <p:spPr>
            <a:xfrm>
              <a:off x="5531949" y="3851752"/>
              <a:ext cx="50787" cy="50550"/>
            </a:xfrm>
            <a:custGeom>
              <a:rect b="b" l="l" r="r" t="t"/>
              <a:pathLst>
                <a:path extrusionOk="0" h="1925" w="1934">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4" name="Google Shape;20534;p95"/>
            <p:cNvSpPr/>
            <p:nvPr/>
          </p:nvSpPr>
          <p:spPr>
            <a:xfrm>
              <a:off x="5532185" y="3851726"/>
              <a:ext cx="35215" cy="50577"/>
            </a:xfrm>
            <a:custGeom>
              <a:rect b="b" l="l" r="r" t="t"/>
              <a:pathLst>
                <a:path extrusionOk="0" h="1926" w="1341">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5" name="Google Shape;20535;p95"/>
            <p:cNvSpPr/>
            <p:nvPr/>
          </p:nvSpPr>
          <p:spPr>
            <a:xfrm>
              <a:off x="5515852" y="3902276"/>
              <a:ext cx="82955" cy="53045"/>
            </a:xfrm>
            <a:custGeom>
              <a:rect b="b" l="l" r="r" t="t"/>
              <a:pathLst>
                <a:path extrusionOk="0" h="2020" w="3159">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6" name="Google Shape;20536;p95"/>
            <p:cNvSpPr/>
            <p:nvPr/>
          </p:nvSpPr>
          <p:spPr>
            <a:xfrm>
              <a:off x="5515852" y="3902276"/>
              <a:ext cx="47032" cy="53045"/>
            </a:xfrm>
            <a:custGeom>
              <a:rect b="b" l="l" r="r" t="t"/>
              <a:pathLst>
                <a:path extrusionOk="0" h="2020" w="1791">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7" name="Google Shape;20537;p95"/>
            <p:cNvSpPr/>
            <p:nvPr/>
          </p:nvSpPr>
          <p:spPr>
            <a:xfrm>
              <a:off x="5531686" y="3923311"/>
              <a:ext cx="10084" cy="32011"/>
            </a:xfrm>
            <a:custGeom>
              <a:rect b="b" l="l" r="r" t="t"/>
              <a:pathLst>
                <a:path extrusionOk="0" h="1219" w="384">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8" name="Google Shape;20538;p95"/>
            <p:cNvSpPr/>
            <p:nvPr/>
          </p:nvSpPr>
          <p:spPr>
            <a:xfrm>
              <a:off x="5572915" y="3923311"/>
              <a:ext cx="10084" cy="32011"/>
            </a:xfrm>
            <a:custGeom>
              <a:rect b="b" l="l" r="r" t="t"/>
              <a:pathLst>
                <a:path extrusionOk="0" h="1219" w="384">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9" name="Google Shape;20539;p95"/>
            <p:cNvSpPr/>
            <p:nvPr/>
          </p:nvSpPr>
          <p:spPr>
            <a:xfrm>
              <a:off x="5341433" y="4004874"/>
              <a:ext cx="120166" cy="117514"/>
            </a:xfrm>
            <a:custGeom>
              <a:rect b="b" l="l" r="r" t="t"/>
              <a:pathLst>
                <a:path extrusionOk="0" h="4475" w="4576">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0" name="Google Shape;20540;p95"/>
            <p:cNvSpPr/>
            <p:nvPr/>
          </p:nvSpPr>
          <p:spPr>
            <a:xfrm>
              <a:off x="5341433" y="4004874"/>
              <a:ext cx="105093" cy="117514"/>
            </a:xfrm>
            <a:custGeom>
              <a:rect b="b" l="l" r="r" t="t"/>
              <a:pathLst>
                <a:path extrusionOk="0" h="4475" w="4002">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1" name="Google Shape;20541;p95"/>
            <p:cNvSpPr/>
            <p:nvPr/>
          </p:nvSpPr>
          <p:spPr>
            <a:xfrm>
              <a:off x="5417587" y="4004874"/>
              <a:ext cx="43749" cy="42436"/>
            </a:xfrm>
            <a:custGeom>
              <a:rect b="b" l="l" r="r" t="t"/>
              <a:pathLst>
                <a:path extrusionOk="0" h="1616" w="1666">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2" name="Google Shape;20542;p95"/>
            <p:cNvSpPr/>
            <p:nvPr/>
          </p:nvSpPr>
          <p:spPr>
            <a:xfrm>
              <a:off x="5417587" y="4004795"/>
              <a:ext cx="28939" cy="23398"/>
            </a:xfrm>
            <a:custGeom>
              <a:rect b="b" l="l" r="r" t="t"/>
              <a:pathLst>
                <a:path extrusionOk="0" h="891" w="1102">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43" name="Google Shape;20543;p95"/>
          <p:cNvGrpSpPr/>
          <p:nvPr/>
        </p:nvGrpSpPr>
        <p:grpSpPr>
          <a:xfrm>
            <a:off x="5739438" y="3613850"/>
            <a:ext cx="428511" cy="383186"/>
            <a:chOff x="5744051" y="3766250"/>
            <a:chExt cx="428511" cy="383186"/>
          </a:xfrm>
        </p:grpSpPr>
        <p:sp>
          <p:nvSpPr>
            <p:cNvPr id="20544" name="Google Shape;20544;p95"/>
            <p:cNvSpPr/>
            <p:nvPr/>
          </p:nvSpPr>
          <p:spPr>
            <a:xfrm>
              <a:off x="5872489" y="3804510"/>
              <a:ext cx="130696" cy="130460"/>
            </a:xfrm>
            <a:custGeom>
              <a:rect b="b" l="l" r="r" t="t"/>
              <a:pathLst>
                <a:path extrusionOk="0" h="4968" w="4977">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5" name="Google Shape;20545;p95"/>
            <p:cNvSpPr/>
            <p:nvPr/>
          </p:nvSpPr>
          <p:spPr>
            <a:xfrm>
              <a:off x="5871963" y="3804169"/>
              <a:ext cx="74185" cy="130775"/>
            </a:xfrm>
            <a:custGeom>
              <a:rect b="b" l="l" r="r" t="t"/>
              <a:pathLst>
                <a:path extrusionOk="0" h="4980" w="2825">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6" name="Google Shape;20546;p95"/>
            <p:cNvSpPr/>
            <p:nvPr/>
          </p:nvSpPr>
          <p:spPr>
            <a:xfrm>
              <a:off x="5893339" y="3825361"/>
              <a:ext cx="88995" cy="88733"/>
            </a:xfrm>
            <a:custGeom>
              <a:rect b="b" l="l" r="r" t="t"/>
              <a:pathLst>
                <a:path extrusionOk="0" h="3379" w="3389">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7" name="Google Shape;20547;p95"/>
            <p:cNvSpPr/>
            <p:nvPr/>
          </p:nvSpPr>
          <p:spPr>
            <a:xfrm>
              <a:off x="5892840" y="3824993"/>
              <a:ext cx="53308" cy="88995"/>
            </a:xfrm>
            <a:custGeom>
              <a:rect b="b" l="l" r="r" t="t"/>
              <a:pathLst>
                <a:path extrusionOk="0" h="3389" w="203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8" name="Google Shape;20548;p95"/>
            <p:cNvSpPr/>
            <p:nvPr/>
          </p:nvSpPr>
          <p:spPr>
            <a:xfrm>
              <a:off x="5919231" y="3839436"/>
              <a:ext cx="35714" cy="61107"/>
            </a:xfrm>
            <a:custGeom>
              <a:rect b="b" l="l" r="r" t="t"/>
              <a:pathLst>
                <a:path extrusionOk="0" h="2327" w="136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9" name="Google Shape;20549;p95"/>
            <p:cNvSpPr/>
            <p:nvPr/>
          </p:nvSpPr>
          <p:spPr>
            <a:xfrm>
              <a:off x="5973747" y="3766565"/>
              <a:ext cx="130959" cy="130460"/>
            </a:xfrm>
            <a:custGeom>
              <a:rect b="b" l="l" r="r" t="t"/>
              <a:pathLst>
                <a:path extrusionOk="0" h="4968" w="4987">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0" name="Google Shape;20550;p95"/>
            <p:cNvSpPr/>
            <p:nvPr/>
          </p:nvSpPr>
          <p:spPr>
            <a:xfrm>
              <a:off x="5973274" y="3766250"/>
              <a:ext cx="74132" cy="130801"/>
            </a:xfrm>
            <a:custGeom>
              <a:rect b="b" l="l" r="r" t="t"/>
              <a:pathLst>
                <a:path extrusionOk="0" h="4981" w="2823">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1" name="Google Shape;20551;p95"/>
            <p:cNvSpPr/>
            <p:nvPr/>
          </p:nvSpPr>
          <p:spPr>
            <a:xfrm>
              <a:off x="5994624" y="3787415"/>
              <a:ext cx="89231" cy="88733"/>
            </a:xfrm>
            <a:custGeom>
              <a:rect b="b" l="l" r="r" t="t"/>
              <a:pathLst>
                <a:path extrusionOk="0" h="3379" w="3398">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2" name="Google Shape;20552;p95"/>
            <p:cNvSpPr/>
            <p:nvPr/>
          </p:nvSpPr>
          <p:spPr>
            <a:xfrm>
              <a:off x="5994361" y="3787284"/>
              <a:ext cx="53308" cy="88916"/>
            </a:xfrm>
            <a:custGeom>
              <a:rect b="b" l="l" r="r" t="t"/>
              <a:pathLst>
                <a:path extrusionOk="0" h="3386" w="203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3" name="Google Shape;20553;p95"/>
            <p:cNvSpPr/>
            <p:nvPr/>
          </p:nvSpPr>
          <p:spPr>
            <a:xfrm>
              <a:off x="6020753" y="3801727"/>
              <a:ext cx="35451" cy="60844"/>
            </a:xfrm>
            <a:custGeom>
              <a:rect b="b" l="l" r="r" t="t"/>
              <a:pathLst>
                <a:path extrusionOk="0" h="2317" w="135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4" name="Google Shape;20554;p95"/>
            <p:cNvSpPr/>
            <p:nvPr/>
          </p:nvSpPr>
          <p:spPr>
            <a:xfrm>
              <a:off x="5744051" y="3983945"/>
              <a:ext cx="147056" cy="165491"/>
            </a:xfrm>
            <a:custGeom>
              <a:rect b="b" l="l" r="r" t="t"/>
              <a:pathLst>
                <a:path extrusionOk="0" h="6302" w="560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5" name="Google Shape;20555;p95"/>
            <p:cNvSpPr/>
            <p:nvPr/>
          </p:nvSpPr>
          <p:spPr>
            <a:xfrm>
              <a:off x="5784754" y="4095786"/>
              <a:ext cx="106353" cy="53597"/>
            </a:xfrm>
            <a:custGeom>
              <a:rect b="b" l="l" r="r" t="t"/>
              <a:pathLst>
                <a:path extrusionOk="0" h="2041" w="405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6" name="Google Shape;20556;p95"/>
            <p:cNvSpPr/>
            <p:nvPr/>
          </p:nvSpPr>
          <p:spPr>
            <a:xfrm>
              <a:off x="5886538" y="3909550"/>
              <a:ext cx="286024" cy="176441"/>
            </a:xfrm>
            <a:custGeom>
              <a:rect b="b" l="l" r="r" t="t"/>
              <a:pathLst>
                <a:path extrusionOk="0" h="6719" w="10892">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7" name="Google Shape;20557;p95"/>
            <p:cNvSpPr/>
            <p:nvPr/>
          </p:nvSpPr>
          <p:spPr>
            <a:xfrm>
              <a:off x="5886538" y="3976408"/>
              <a:ext cx="57851" cy="109347"/>
            </a:xfrm>
            <a:custGeom>
              <a:rect b="b" l="l" r="r" t="t"/>
              <a:pathLst>
                <a:path extrusionOk="0" h="4164" w="2203">
                  <a:moveTo>
                    <a:pt x="767" y="0"/>
                  </a:moveTo>
                  <a:lnTo>
                    <a:pt x="1" y="307"/>
                  </a:lnTo>
                  <a:lnTo>
                    <a:pt x="1446" y="4163"/>
                  </a:lnTo>
                  <a:lnTo>
                    <a:pt x="2202" y="3848"/>
                  </a:lnTo>
                  <a:lnTo>
                    <a:pt x="767"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8" name="Google Shape;20558;p95"/>
            <p:cNvSpPr/>
            <p:nvPr/>
          </p:nvSpPr>
          <p:spPr>
            <a:xfrm>
              <a:off x="5961956" y="3961335"/>
              <a:ext cx="82456" cy="52467"/>
            </a:xfrm>
            <a:custGeom>
              <a:rect b="b" l="l" r="r" t="t"/>
              <a:pathLst>
                <a:path extrusionOk="0" h="1998" w="314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59" name="Google Shape;20559;p95"/>
            <p:cNvSpPr/>
            <p:nvPr/>
          </p:nvSpPr>
          <p:spPr>
            <a:xfrm>
              <a:off x="5840556" y="3971235"/>
              <a:ext cx="89258" cy="144167"/>
            </a:xfrm>
            <a:custGeom>
              <a:rect b="b" l="l" r="r" t="t"/>
              <a:pathLst>
                <a:path extrusionOk="0" h="5490" w="3399">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0" name="Google Shape;20560;p95"/>
            <p:cNvSpPr/>
            <p:nvPr/>
          </p:nvSpPr>
          <p:spPr>
            <a:xfrm>
              <a:off x="5882284" y="4079689"/>
              <a:ext cx="47531" cy="35714"/>
            </a:xfrm>
            <a:custGeom>
              <a:rect b="b" l="l" r="r" t="t"/>
              <a:pathLst>
                <a:path extrusionOk="0" h="1360" w="181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61" name="Google Shape;20561;p95"/>
          <p:cNvGrpSpPr/>
          <p:nvPr/>
        </p:nvGrpSpPr>
        <p:grpSpPr>
          <a:xfrm>
            <a:off x="6674084" y="3640924"/>
            <a:ext cx="342824" cy="328985"/>
            <a:chOff x="6678697" y="3793324"/>
            <a:chExt cx="342824" cy="328985"/>
          </a:xfrm>
        </p:grpSpPr>
        <p:sp>
          <p:nvSpPr>
            <p:cNvPr id="20562" name="Google Shape;20562;p95"/>
            <p:cNvSpPr/>
            <p:nvPr/>
          </p:nvSpPr>
          <p:spPr>
            <a:xfrm>
              <a:off x="6789015" y="3990720"/>
              <a:ext cx="9086" cy="19144"/>
            </a:xfrm>
            <a:custGeom>
              <a:rect b="b" l="l" r="r" t="t"/>
              <a:pathLst>
                <a:path extrusionOk="0" h="729" w="346">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3" name="Google Shape;20563;p95"/>
            <p:cNvSpPr/>
            <p:nvPr/>
          </p:nvSpPr>
          <p:spPr>
            <a:xfrm>
              <a:off x="6798075" y="3815067"/>
              <a:ext cx="223446" cy="235001"/>
            </a:xfrm>
            <a:custGeom>
              <a:rect b="b" l="l" r="r" t="t"/>
              <a:pathLst>
                <a:path extrusionOk="0" h="8949" w="8509">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4" name="Google Shape;20564;p95"/>
            <p:cNvSpPr/>
            <p:nvPr/>
          </p:nvSpPr>
          <p:spPr>
            <a:xfrm>
              <a:off x="6777461" y="3793324"/>
              <a:ext cx="235762" cy="228016"/>
            </a:xfrm>
            <a:custGeom>
              <a:rect b="b" l="l" r="r" t="t"/>
              <a:pathLst>
                <a:path extrusionOk="0" h="8683" w="8978">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5" name="Google Shape;20565;p95"/>
            <p:cNvSpPr/>
            <p:nvPr/>
          </p:nvSpPr>
          <p:spPr>
            <a:xfrm>
              <a:off x="6898099" y="3906032"/>
              <a:ext cx="22899" cy="54805"/>
            </a:xfrm>
            <a:custGeom>
              <a:rect b="b" l="l" r="r" t="t"/>
              <a:pathLst>
                <a:path extrusionOk="0" h="2087" w="872">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6" name="Google Shape;20566;p95"/>
            <p:cNvSpPr/>
            <p:nvPr/>
          </p:nvSpPr>
          <p:spPr>
            <a:xfrm>
              <a:off x="6707347" y="4049044"/>
              <a:ext cx="152334" cy="73265"/>
            </a:xfrm>
            <a:custGeom>
              <a:rect b="b" l="l" r="r" t="t"/>
              <a:pathLst>
                <a:path extrusionOk="0" h="2790" w="5801">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7" name="Google Shape;20567;p95"/>
            <p:cNvSpPr/>
            <p:nvPr/>
          </p:nvSpPr>
          <p:spPr>
            <a:xfrm>
              <a:off x="6822208" y="4006371"/>
              <a:ext cx="83402" cy="46664"/>
            </a:xfrm>
            <a:custGeom>
              <a:rect b="b" l="l" r="r" t="t"/>
              <a:pathLst>
                <a:path extrusionOk="0" h="1777" w="3176">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8" name="Google Shape;20568;p95"/>
            <p:cNvSpPr/>
            <p:nvPr/>
          </p:nvSpPr>
          <p:spPr>
            <a:xfrm>
              <a:off x="6678697" y="3884367"/>
              <a:ext cx="236760" cy="227963"/>
            </a:xfrm>
            <a:custGeom>
              <a:rect b="b" l="l" r="r" t="t"/>
              <a:pathLst>
                <a:path extrusionOk="0" h="8681" w="9016">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9" name="Google Shape;20569;p95"/>
            <p:cNvSpPr/>
            <p:nvPr/>
          </p:nvSpPr>
          <p:spPr>
            <a:xfrm>
              <a:off x="6813411" y="4028666"/>
              <a:ext cx="36711" cy="22163"/>
            </a:xfrm>
            <a:custGeom>
              <a:rect b="b" l="l" r="r" t="t"/>
              <a:pathLst>
                <a:path extrusionOk="0" h="844" w="1398">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70" name="Google Shape;20570;p95"/>
          <p:cNvGrpSpPr/>
          <p:nvPr/>
        </p:nvGrpSpPr>
        <p:grpSpPr>
          <a:xfrm>
            <a:off x="7097291" y="3609622"/>
            <a:ext cx="398627" cy="392088"/>
            <a:chOff x="7101903" y="3762022"/>
            <a:chExt cx="398627" cy="392088"/>
          </a:xfrm>
        </p:grpSpPr>
        <p:sp>
          <p:nvSpPr>
            <p:cNvPr id="20571" name="Google Shape;20571;p95"/>
            <p:cNvSpPr/>
            <p:nvPr/>
          </p:nvSpPr>
          <p:spPr>
            <a:xfrm>
              <a:off x="7101903" y="3887676"/>
              <a:ext cx="201099" cy="201335"/>
            </a:xfrm>
            <a:custGeom>
              <a:rect b="b" l="l" r="r" t="t"/>
              <a:pathLst>
                <a:path extrusionOk="0" h="7667" w="7658">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2" name="Google Shape;20572;p95"/>
            <p:cNvSpPr/>
            <p:nvPr/>
          </p:nvSpPr>
          <p:spPr>
            <a:xfrm>
              <a:off x="7191502" y="3887702"/>
              <a:ext cx="48397" cy="70876"/>
            </a:xfrm>
            <a:custGeom>
              <a:rect b="b" l="l" r="r" t="t"/>
              <a:pathLst>
                <a:path extrusionOk="0" h="2699" w="1843">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3" name="Google Shape;20573;p95"/>
            <p:cNvSpPr/>
            <p:nvPr/>
          </p:nvSpPr>
          <p:spPr>
            <a:xfrm>
              <a:off x="7102166" y="3989223"/>
              <a:ext cx="36213" cy="62341"/>
            </a:xfrm>
            <a:custGeom>
              <a:rect b="b" l="l" r="r" t="t"/>
              <a:pathLst>
                <a:path extrusionOk="0" h="2374" w="1379">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4" name="Google Shape;20574;p95"/>
            <p:cNvSpPr/>
            <p:nvPr/>
          </p:nvSpPr>
          <p:spPr>
            <a:xfrm>
              <a:off x="7166503" y="3958552"/>
              <a:ext cx="10084" cy="44012"/>
            </a:xfrm>
            <a:custGeom>
              <a:rect b="b" l="l" r="r" t="t"/>
              <a:pathLst>
                <a:path extrusionOk="0" h="1676" w="384">
                  <a:moveTo>
                    <a:pt x="0" y="1"/>
                  </a:moveTo>
                  <a:lnTo>
                    <a:pt x="0" y="1484"/>
                  </a:lnTo>
                  <a:lnTo>
                    <a:pt x="0" y="1589"/>
                  </a:lnTo>
                  <a:lnTo>
                    <a:pt x="0" y="1676"/>
                  </a:lnTo>
                  <a:lnTo>
                    <a:pt x="383" y="1676"/>
                  </a:ln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5" name="Google Shape;20575;p95"/>
            <p:cNvSpPr/>
            <p:nvPr/>
          </p:nvSpPr>
          <p:spPr>
            <a:xfrm>
              <a:off x="7166503" y="4038487"/>
              <a:ext cx="10084" cy="49526"/>
            </a:xfrm>
            <a:custGeom>
              <a:rect b="b" l="l" r="r" t="t"/>
              <a:pathLst>
                <a:path extrusionOk="0" h="1886" w="384">
                  <a:moveTo>
                    <a:pt x="0" y="0"/>
                  </a:moveTo>
                  <a:lnTo>
                    <a:pt x="0" y="1235"/>
                  </a:lnTo>
                  <a:cubicBezTo>
                    <a:pt x="0" y="1637"/>
                    <a:pt x="192" y="1809"/>
                    <a:pt x="383" y="1885"/>
                  </a:cubicBezTo>
                  <a:lnTo>
                    <a:pt x="383"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6" name="Google Shape;20576;p95"/>
            <p:cNvSpPr/>
            <p:nvPr/>
          </p:nvSpPr>
          <p:spPr>
            <a:xfrm>
              <a:off x="7296673" y="3826858"/>
              <a:ext cx="203856" cy="196556"/>
            </a:xfrm>
            <a:custGeom>
              <a:rect b="b" l="l" r="r" t="t"/>
              <a:pathLst>
                <a:path extrusionOk="0" h="7485" w="7763">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7" name="Google Shape;20577;p95"/>
            <p:cNvSpPr/>
            <p:nvPr/>
          </p:nvSpPr>
          <p:spPr>
            <a:xfrm>
              <a:off x="7339162" y="3867324"/>
              <a:ext cx="30672" cy="50787"/>
            </a:xfrm>
            <a:custGeom>
              <a:rect b="b" l="l" r="r" t="t"/>
              <a:pathLst>
                <a:path extrusionOk="0" h="1934" w="1168">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8" name="Google Shape;20578;p95"/>
            <p:cNvSpPr/>
            <p:nvPr/>
          </p:nvSpPr>
          <p:spPr>
            <a:xfrm>
              <a:off x="7234096" y="3958552"/>
              <a:ext cx="194560" cy="195558"/>
            </a:xfrm>
            <a:custGeom>
              <a:rect b="b" l="l" r="r" t="t"/>
              <a:pathLst>
                <a:path extrusionOk="0" h="7447" w="7409">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9" name="Google Shape;20579;p95"/>
            <p:cNvSpPr/>
            <p:nvPr/>
          </p:nvSpPr>
          <p:spPr>
            <a:xfrm>
              <a:off x="7234621" y="3994738"/>
              <a:ext cx="33193" cy="58087"/>
            </a:xfrm>
            <a:custGeom>
              <a:rect b="b" l="l" r="r" t="t"/>
              <a:pathLst>
                <a:path extrusionOk="0" h="2212" w="1264">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0" name="Google Shape;20580;p95"/>
            <p:cNvSpPr/>
            <p:nvPr/>
          </p:nvSpPr>
          <p:spPr>
            <a:xfrm>
              <a:off x="7297934" y="3958552"/>
              <a:ext cx="8823" cy="49789"/>
            </a:xfrm>
            <a:custGeom>
              <a:rect b="b" l="l" r="r" t="t"/>
              <a:pathLst>
                <a:path extrusionOk="0" h="1896" w="336">
                  <a:moveTo>
                    <a:pt x="1" y="1"/>
                  </a:moveTo>
                  <a:lnTo>
                    <a:pt x="1" y="1896"/>
                  </a:lnTo>
                  <a:lnTo>
                    <a:pt x="336" y="1896"/>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1" name="Google Shape;20581;p95"/>
            <p:cNvSpPr/>
            <p:nvPr/>
          </p:nvSpPr>
          <p:spPr>
            <a:xfrm>
              <a:off x="7297934" y="4039721"/>
              <a:ext cx="8823" cy="49290"/>
            </a:xfrm>
            <a:custGeom>
              <a:rect b="b" l="l" r="r" t="t"/>
              <a:pathLst>
                <a:path extrusionOk="0" h="1877" w="336">
                  <a:moveTo>
                    <a:pt x="1" y="1"/>
                  </a:moveTo>
                  <a:lnTo>
                    <a:pt x="1" y="1877"/>
                  </a:lnTo>
                  <a:lnTo>
                    <a:pt x="336" y="1877"/>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2" name="Google Shape;20582;p95"/>
            <p:cNvSpPr/>
            <p:nvPr/>
          </p:nvSpPr>
          <p:spPr>
            <a:xfrm>
              <a:off x="7323459" y="4088985"/>
              <a:ext cx="45876" cy="64626"/>
            </a:xfrm>
            <a:custGeom>
              <a:rect b="b" l="l" r="r" t="t"/>
              <a:pathLst>
                <a:path extrusionOk="0" h="2461" w="1747">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3" name="Google Shape;20583;p95"/>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4" name="Google Shape;20584;p95"/>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5" name="Google Shape;20585;p95"/>
            <p:cNvSpPr/>
            <p:nvPr/>
          </p:nvSpPr>
          <p:spPr>
            <a:xfrm>
              <a:off x="7191528" y="3762022"/>
              <a:ext cx="45876" cy="64626"/>
            </a:xfrm>
            <a:custGeom>
              <a:rect b="b" l="l" r="r" t="t"/>
              <a:pathLst>
                <a:path extrusionOk="0" h="2461" w="1747">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6" name="Google Shape;20586;p95"/>
            <p:cNvSpPr/>
            <p:nvPr/>
          </p:nvSpPr>
          <p:spPr>
            <a:xfrm>
              <a:off x="7166503" y="3827882"/>
              <a:ext cx="10084" cy="130696"/>
            </a:xfrm>
            <a:custGeom>
              <a:rect b="b" l="l" r="r" t="t"/>
              <a:pathLst>
                <a:path extrusionOk="0" h="4977" w="384">
                  <a:moveTo>
                    <a:pt x="383" y="0"/>
                  </a:moveTo>
                  <a:cubicBezTo>
                    <a:pt x="201" y="58"/>
                    <a:pt x="29" y="211"/>
                    <a:pt x="0" y="555"/>
                  </a:cubicBezTo>
                  <a:lnTo>
                    <a:pt x="0" y="4977"/>
                  </a:lnTo>
                  <a:lnTo>
                    <a:pt x="383" y="4977"/>
                  </a:lnTo>
                  <a:lnTo>
                    <a:pt x="383"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7" name="Google Shape;20587;p95"/>
            <p:cNvSpPr/>
            <p:nvPr/>
          </p:nvSpPr>
          <p:spPr>
            <a:xfrm>
              <a:off x="7297698" y="3826621"/>
              <a:ext cx="9060" cy="50288"/>
            </a:xfrm>
            <a:custGeom>
              <a:rect b="b" l="l" r="r" t="t"/>
              <a:pathLst>
                <a:path extrusionOk="0" h="1915" w="345">
                  <a:moveTo>
                    <a:pt x="0" y="0"/>
                  </a:moveTo>
                  <a:lnTo>
                    <a:pt x="0" y="1914"/>
                  </a:lnTo>
                  <a:lnTo>
                    <a:pt x="345" y="1914"/>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8" name="Google Shape;20588;p95"/>
            <p:cNvSpPr/>
            <p:nvPr/>
          </p:nvSpPr>
          <p:spPr>
            <a:xfrm>
              <a:off x="7297698" y="3908553"/>
              <a:ext cx="9060" cy="50025"/>
            </a:xfrm>
            <a:custGeom>
              <a:rect b="b" l="l" r="r" t="t"/>
              <a:pathLst>
                <a:path extrusionOk="0" h="1905" w="345">
                  <a:moveTo>
                    <a:pt x="0" y="0"/>
                  </a:moveTo>
                  <a:lnTo>
                    <a:pt x="0" y="1905"/>
                  </a:lnTo>
                  <a:lnTo>
                    <a:pt x="345" y="1905"/>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89" name="Google Shape;20589;p95"/>
          <p:cNvGrpSpPr/>
          <p:nvPr/>
        </p:nvGrpSpPr>
        <p:grpSpPr>
          <a:xfrm>
            <a:off x="7536857" y="3641055"/>
            <a:ext cx="407897" cy="328985"/>
            <a:chOff x="7541469" y="3793455"/>
            <a:chExt cx="407897" cy="328985"/>
          </a:xfrm>
        </p:grpSpPr>
        <p:sp>
          <p:nvSpPr>
            <p:cNvPr id="20590" name="Google Shape;20590;p95"/>
            <p:cNvSpPr/>
            <p:nvPr/>
          </p:nvSpPr>
          <p:spPr>
            <a:xfrm>
              <a:off x="7541469" y="3819820"/>
              <a:ext cx="407897" cy="302620"/>
            </a:xfrm>
            <a:custGeom>
              <a:rect b="b" l="l" r="r" t="t"/>
              <a:pathLst>
                <a:path extrusionOk="0" h="11524" w="15533">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1" name="Google Shape;20591;p95"/>
            <p:cNvSpPr/>
            <p:nvPr/>
          </p:nvSpPr>
          <p:spPr>
            <a:xfrm>
              <a:off x="7541469" y="3819820"/>
              <a:ext cx="407897" cy="39495"/>
            </a:xfrm>
            <a:custGeom>
              <a:rect b="b" l="l" r="r" t="t"/>
              <a:pathLst>
                <a:path extrusionOk="0" h="1504" w="15533">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2" name="Google Shape;20592;p95"/>
            <p:cNvSpPr/>
            <p:nvPr/>
          </p:nvSpPr>
          <p:spPr>
            <a:xfrm>
              <a:off x="7567860" y="3819846"/>
              <a:ext cx="52546" cy="26155"/>
            </a:xfrm>
            <a:custGeom>
              <a:rect b="b" l="l" r="r" t="t"/>
              <a:pathLst>
                <a:path extrusionOk="0" h="996" w="2001">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3" name="Google Shape;20593;p95"/>
            <p:cNvSpPr/>
            <p:nvPr/>
          </p:nvSpPr>
          <p:spPr>
            <a:xfrm>
              <a:off x="7870428" y="3819846"/>
              <a:ext cx="52573" cy="26155"/>
            </a:xfrm>
            <a:custGeom>
              <a:rect b="b" l="l" r="r" t="t"/>
              <a:pathLst>
                <a:path extrusionOk="0" h="996" w="2002">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4" name="Google Shape;20594;p95"/>
            <p:cNvSpPr/>
            <p:nvPr/>
          </p:nvSpPr>
          <p:spPr>
            <a:xfrm>
              <a:off x="7580912" y="3793455"/>
              <a:ext cx="26418" cy="39469"/>
            </a:xfrm>
            <a:custGeom>
              <a:rect b="b" l="l" r="r" t="t"/>
              <a:pathLst>
                <a:path extrusionOk="0" h="1503" w="1006">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5" name="Google Shape;20595;p95"/>
            <p:cNvSpPr/>
            <p:nvPr/>
          </p:nvSpPr>
          <p:spPr>
            <a:xfrm>
              <a:off x="7580912" y="3793455"/>
              <a:ext cx="26418" cy="19616"/>
            </a:xfrm>
            <a:custGeom>
              <a:rect b="b" l="l" r="r" t="t"/>
              <a:pathLst>
                <a:path extrusionOk="0" h="747" w="1006">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6" name="Google Shape;20596;p95"/>
            <p:cNvSpPr/>
            <p:nvPr/>
          </p:nvSpPr>
          <p:spPr>
            <a:xfrm>
              <a:off x="7883506" y="3793455"/>
              <a:ext cx="26418" cy="39469"/>
            </a:xfrm>
            <a:custGeom>
              <a:rect b="b" l="l" r="r" t="t"/>
              <a:pathLst>
                <a:path extrusionOk="0" h="1503" w="1006">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7" name="Google Shape;20597;p95"/>
            <p:cNvSpPr/>
            <p:nvPr/>
          </p:nvSpPr>
          <p:spPr>
            <a:xfrm>
              <a:off x="7883506" y="3793455"/>
              <a:ext cx="26418" cy="19616"/>
            </a:xfrm>
            <a:custGeom>
              <a:rect b="b" l="l" r="r" t="t"/>
              <a:pathLst>
                <a:path extrusionOk="0" h="747" w="1006">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8" name="Google Shape;20598;p95"/>
            <p:cNvSpPr/>
            <p:nvPr/>
          </p:nvSpPr>
          <p:spPr>
            <a:xfrm>
              <a:off x="7541469" y="3859289"/>
              <a:ext cx="407897" cy="13104"/>
            </a:xfrm>
            <a:custGeom>
              <a:rect b="b" l="l" r="r" t="t"/>
              <a:pathLst>
                <a:path extrusionOk="0" h="499" w="15533">
                  <a:moveTo>
                    <a:pt x="0" y="1"/>
                  </a:moveTo>
                  <a:lnTo>
                    <a:pt x="0" y="498"/>
                  </a:lnTo>
                  <a:lnTo>
                    <a:pt x="15533" y="498"/>
                  </a:lnTo>
                  <a:lnTo>
                    <a:pt x="15533"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9" name="Google Shape;20599;p95"/>
            <p:cNvSpPr/>
            <p:nvPr/>
          </p:nvSpPr>
          <p:spPr>
            <a:xfrm>
              <a:off x="7580912"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0" name="Google Shape;20600;p95"/>
            <p:cNvSpPr/>
            <p:nvPr/>
          </p:nvSpPr>
          <p:spPr>
            <a:xfrm>
              <a:off x="7580912"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1" name="Google Shape;20601;p95"/>
            <p:cNvSpPr/>
            <p:nvPr/>
          </p:nvSpPr>
          <p:spPr>
            <a:xfrm>
              <a:off x="7580912"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2" name="Google Shape;20602;p95"/>
            <p:cNvSpPr/>
            <p:nvPr/>
          </p:nvSpPr>
          <p:spPr>
            <a:xfrm>
              <a:off x="7672900" y="4004060"/>
              <a:ext cx="52809" cy="26155"/>
            </a:xfrm>
            <a:custGeom>
              <a:rect b="b" l="l" r="r" t="t"/>
              <a:pathLst>
                <a:path extrusionOk="0" h="996" w="2011">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3" name="Google Shape;20603;p95"/>
            <p:cNvSpPr/>
            <p:nvPr/>
          </p:nvSpPr>
          <p:spPr>
            <a:xfrm>
              <a:off x="7765126"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4" name="Google Shape;20604;p95"/>
            <p:cNvSpPr/>
            <p:nvPr/>
          </p:nvSpPr>
          <p:spPr>
            <a:xfrm>
              <a:off x="7672900" y="3951278"/>
              <a:ext cx="52809" cy="26418"/>
            </a:xfrm>
            <a:custGeom>
              <a:rect b="b" l="l" r="r" t="t"/>
              <a:pathLst>
                <a:path extrusionOk="0" h="1006" w="2011">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5" name="Google Shape;20605;p95"/>
            <p:cNvSpPr/>
            <p:nvPr/>
          </p:nvSpPr>
          <p:spPr>
            <a:xfrm>
              <a:off x="7580912"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6" name="Google Shape;20606;p95"/>
            <p:cNvSpPr/>
            <p:nvPr/>
          </p:nvSpPr>
          <p:spPr>
            <a:xfrm>
              <a:off x="7672900" y="3898758"/>
              <a:ext cx="52809" cy="26155"/>
            </a:xfrm>
            <a:custGeom>
              <a:rect b="b" l="l" r="r" t="t"/>
              <a:pathLst>
                <a:path extrusionOk="0" h="996" w="2011">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7" name="Google Shape;20607;p95"/>
            <p:cNvSpPr/>
            <p:nvPr/>
          </p:nvSpPr>
          <p:spPr>
            <a:xfrm>
              <a:off x="7672900" y="4056580"/>
              <a:ext cx="52809" cy="26418"/>
            </a:xfrm>
            <a:custGeom>
              <a:rect b="b" l="l" r="r" t="t"/>
              <a:pathLst>
                <a:path extrusionOk="0" h="1006" w="2011">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8" name="Google Shape;20608;p95"/>
            <p:cNvSpPr/>
            <p:nvPr/>
          </p:nvSpPr>
          <p:spPr>
            <a:xfrm>
              <a:off x="7857114" y="4004060"/>
              <a:ext cx="52809" cy="26155"/>
            </a:xfrm>
            <a:custGeom>
              <a:rect b="b" l="l" r="r" t="t"/>
              <a:pathLst>
                <a:path extrusionOk="0" h="996" w="2011">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9" name="Google Shape;20609;p95"/>
            <p:cNvSpPr/>
            <p:nvPr/>
          </p:nvSpPr>
          <p:spPr>
            <a:xfrm>
              <a:off x="7857114" y="3898758"/>
              <a:ext cx="52809" cy="26155"/>
            </a:xfrm>
            <a:custGeom>
              <a:rect b="b" l="l" r="r" t="t"/>
              <a:pathLst>
                <a:path extrusionOk="0" h="996" w="2011">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0" name="Google Shape;20610;p95"/>
            <p:cNvSpPr/>
            <p:nvPr/>
          </p:nvSpPr>
          <p:spPr>
            <a:xfrm>
              <a:off x="7857114" y="4056580"/>
              <a:ext cx="52809" cy="26418"/>
            </a:xfrm>
            <a:custGeom>
              <a:rect b="b" l="l" r="r" t="t"/>
              <a:pathLst>
                <a:path extrusionOk="0" h="1006" w="2011">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1" name="Google Shape;20611;p95"/>
            <p:cNvSpPr/>
            <p:nvPr/>
          </p:nvSpPr>
          <p:spPr>
            <a:xfrm>
              <a:off x="7765126"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2" name="Google Shape;20612;p95"/>
            <p:cNvSpPr/>
            <p:nvPr/>
          </p:nvSpPr>
          <p:spPr>
            <a:xfrm>
              <a:off x="7765126"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3" name="Google Shape;20613;p95"/>
            <p:cNvSpPr/>
            <p:nvPr/>
          </p:nvSpPr>
          <p:spPr>
            <a:xfrm>
              <a:off x="7857114" y="3951278"/>
              <a:ext cx="52809" cy="26418"/>
            </a:xfrm>
            <a:custGeom>
              <a:rect b="b" l="l" r="r" t="t"/>
              <a:pathLst>
                <a:path extrusionOk="0" h="1006" w="2011">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4" name="Google Shape;20614;p95"/>
            <p:cNvSpPr/>
            <p:nvPr/>
          </p:nvSpPr>
          <p:spPr>
            <a:xfrm>
              <a:off x="7765126"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5" name="Google Shape;20615;p95"/>
            <p:cNvSpPr/>
            <p:nvPr/>
          </p:nvSpPr>
          <p:spPr>
            <a:xfrm>
              <a:off x="7854305" y="3944450"/>
              <a:ext cx="58691" cy="39758"/>
            </a:xfrm>
            <a:custGeom>
              <a:rect b="b" l="l" r="r" t="t"/>
              <a:pathLst>
                <a:path extrusionOk="0" h="1514" w="2235">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6" name="Google Shape;20616;p95"/>
            <p:cNvSpPr/>
            <p:nvPr/>
          </p:nvSpPr>
          <p:spPr>
            <a:xfrm>
              <a:off x="7670091" y="3944450"/>
              <a:ext cx="58691" cy="39758"/>
            </a:xfrm>
            <a:custGeom>
              <a:rect b="b" l="l" r="r" t="t"/>
              <a:pathLst>
                <a:path extrusionOk="0" h="1514" w="2235">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7" name="Google Shape;20617;p95"/>
            <p:cNvSpPr/>
            <p:nvPr/>
          </p:nvSpPr>
          <p:spPr>
            <a:xfrm>
              <a:off x="7762342" y="3996970"/>
              <a:ext cx="58665" cy="39810"/>
            </a:xfrm>
            <a:custGeom>
              <a:rect b="b" l="l" r="r" t="t"/>
              <a:pathLst>
                <a:path extrusionOk="0" h="1516" w="2234">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8" name="Google Shape;20618;p95"/>
            <p:cNvSpPr/>
            <p:nvPr/>
          </p:nvSpPr>
          <p:spPr>
            <a:xfrm>
              <a:off x="7578102" y="4049700"/>
              <a:ext cx="58665" cy="39810"/>
            </a:xfrm>
            <a:custGeom>
              <a:rect b="b" l="l" r="r" t="t"/>
              <a:pathLst>
                <a:path extrusionOk="0" h="1516" w="2234">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9" name="Google Shape;20619;p95"/>
            <p:cNvSpPr/>
            <p:nvPr/>
          </p:nvSpPr>
          <p:spPr>
            <a:xfrm>
              <a:off x="7762342" y="3891667"/>
              <a:ext cx="58665" cy="39784"/>
            </a:xfrm>
            <a:custGeom>
              <a:rect b="b" l="l" r="r" t="t"/>
              <a:pathLst>
                <a:path extrusionOk="0" h="1515" w="2234">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20" name="Google Shape;20620;p95"/>
          <p:cNvGrpSpPr/>
          <p:nvPr/>
        </p:nvGrpSpPr>
        <p:grpSpPr>
          <a:xfrm>
            <a:off x="5305676" y="2803912"/>
            <a:ext cx="432292" cy="264412"/>
            <a:chOff x="5310288" y="2956312"/>
            <a:chExt cx="432292" cy="264412"/>
          </a:xfrm>
        </p:grpSpPr>
        <p:sp>
          <p:nvSpPr>
            <p:cNvPr id="20621" name="Google Shape;20621;p95"/>
            <p:cNvSpPr/>
            <p:nvPr/>
          </p:nvSpPr>
          <p:spPr>
            <a:xfrm>
              <a:off x="5491220" y="3151083"/>
              <a:ext cx="69642" cy="69642"/>
            </a:xfrm>
            <a:custGeom>
              <a:rect b="b" l="l" r="r" t="t"/>
              <a:pathLst>
                <a:path extrusionOk="0" h="2652" w="2652">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2" name="Google Shape;20622;p95"/>
            <p:cNvSpPr/>
            <p:nvPr/>
          </p:nvSpPr>
          <p:spPr>
            <a:xfrm>
              <a:off x="5505059" y="3164896"/>
              <a:ext cx="41727" cy="41753"/>
            </a:xfrm>
            <a:custGeom>
              <a:rect b="b" l="l" r="r" t="t"/>
              <a:pathLst>
                <a:path extrusionOk="0" h="1590" w="1589">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3" name="Google Shape;20623;p95"/>
            <p:cNvSpPr/>
            <p:nvPr/>
          </p:nvSpPr>
          <p:spPr>
            <a:xfrm>
              <a:off x="5589747" y="2956312"/>
              <a:ext cx="152833" cy="153070"/>
            </a:xfrm>
            <a:custGeom>
              <a:rect b="b" l="l" r="r" t="t"/>
              <a:pathLst>
                <a:path extrusionOk="0" h="5829" w="582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4" name="Google Shape;20624;p95"/>
            <p:cNvSpPr/>
            <p:nvPr/>
          </p:nvSpPr>
          <p:spPr>
            <a:xfrm>
              <a:off x="5631212" y="2956312"/>
              <a:ext cx="111369" cy="152833"/>
            </a:xfrm>
            <a:custGeom>
              <a:rect b="b" l="l" r="r" t="t"/>
              <a:pathLst>
                <a:path extrusionOk="0" h="5820" w="4241">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5" name="Google Shape;20625;p95"/>
            <p:cNvSpPr/>
            <p:nvPr/>
          </p:nvSpPr>
          <p:spPr>
            <a:xfrm>
              <a:off x="5588487" y="3071909"/>
              <a:ext cx="153332" cy="120927"/>
            </a:xfrm>
            <a:custGeom>
              <a:rect b="b" l="l" r="r" t="t"/>
              <a:pathLst>
                <a:path extrusionOk="0" h="4605" w="5839">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6" name="Google Shape;20626;p95"/>
            <p:cNvSpPr/>
            <p:nvPr/>
          </p:nvSpPr>
          <p:spPr>
            <a:xfrm>
              <a:off x="5639247" y="3071909"/>
              <a:ext cx="52047" cy="33954"/>
            </a:xfrm>
            <a:custGeom>
              <a:rect b="b" l="l" r="r" t="t"/>
              <a:pathLst>
                <a:path extrusionOk="0" h="1293" w="1982">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7" name="Google Shape;20627;p95"/>
            <p:cNvSpPr/>
            <p:nvPr/>
          </p:nvSpPr>
          <p:spPr>
            <a:xfrm>
              <a:off x="5588749" y="3116656"/>
              <a:ext cx="153070" cy="76180"/>
            </a:xfrm>
            <a:custGeom>
              <a:rect b="b" l="l" r="r" t="t"/>
              <a:pathLst>
                <a:path extrusionOk="0" h="2901" w="5829">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8" name="Google Shape;20628;p95"/>
            <p:cNvSpPr/>
            <p:nvPr/>
          </p:nvSpPr>
          <p:spPr>
            <a:xfrm>
              <a:off x="5614116" y="3005314"/>
              <a:ext cx="102073" cy="83717"/>
            </a:xfrm>
            <a:custGeom>
              <a:rect b="b" l="l" r="r" t="t"/>
              <a:pathLst>
                <a:path extrusionOk="0" h="3188" w="3887">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9" name="Google Shape;20629;p95"/>
            <p:cNvSpPr/>
            <p:nvPr/>
          </p:nvSpPr>
          <p:spPr>
            <a:xfrm>
              <a:off x="5614116" y="3005314"/>
              <a:ext cx="102073" cy="82955"/>
            </a:xfrm>
            <a:custGeom>
              <a:rect b="b" l="l" r="r" t="t"/>
              <a:pathLst>
                <a:path extrusionOk="0" h="3159" w="3887">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0" name="Google Shape;20630;p95"/>
            <p:cNvSpPr/>
            <p:nvPr/>
          </p:nvSpPr>
          <p:spPr>
            <a:xfrm>
              <a:off x="5588749" y="3133751"/>
              <a:ext cx="33954" cy="59085"/>
            </a:xfrm>
            <a:custGeom>
              <a:rect b="b" l="l" r="r" t="t"/>
              <a:pathLst>
                <a:path extrusionOk="0" h="2250" w="1293">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1" name="Google Shape;20631;p95"/>
            <p:cNvSpPr/>
            <p:nvPr/>
          </p:nvSpPr>
          <p:spPr>
            <a:xfrm>
              <a:off x="5707602" y="3133751"/>
              <a:ext cx="34217" cy="59085"/>
            </a:xfrm>
            <a:custGeom>
              <a:rect b="b" l="l" r="r" t="t"/>
              <a:pathLst>
                <a:path extrusionOk="0" h="2250" w="1303">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2" name="Google Shape;20632;p95"/>
            <p:cNvSpPr/>
            <p:nvPr/>
          </p:nvSpPr>
          <p:spPr>
            <a:xfrm>
              <a:off x="5335419" y="2971648"/>
              <a:ext cx="41727" cy="91752"/>
            </a:xfrm>
            <a:custGeom>
              <a:rect b="b" l="l" r="r" t="t"/>
              <a:pathLst>
                <a:path extrusionOk="0" h="3494" w="1589">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3" name="Google Shape;20633;p95"/>
            <p:cNvSpPr/>
            <p:nvPr/>
          </p:nvSpPr>
          <p:spPr>
            <a:xfrm>
              <a:off x="5351989" y="2963114"/>
              <a:ext cx="100313" cy="100287"/>
            </a:xfrm>
            <a:custGeom>
              <a:rect b="b" l="l" r="r" t="t"/>
              <a:pathLst>
                <a:path extrusionOk="0" h="3819" w="382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4" name="Google Shape;20634;p95"/>
            <p:cNvSpPr/>
            <p:nvPr/>
          </p:nvSpPr>
          <p:spPr>
            <a:xfrm>
              <a:off x="5368848" y="3088505"/>
              <a:ext cx="50025" cy="36974"/>
            </a:xfrm>
            <a:custGeom>
              <a:rect b="b" l="l" r="r" t="t"/>
              <a:pathLst>
                <a:path extrusionOk="0" h="1408" w="1905">
                  <a:moveTo>
                    <a:pt x="0" y="1"/>
                  </a:moveTo>
                  <a:lnTo>
                    <a:pt x="0" y="1407"/>
                  </a:lnTo>
                  <a:lnTo>
                    <a:pt x="1905" y="1407"/>
                  </a:lnTo>
                  <a:lnTo>
                    <a:pt x="1905"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5" name="Google Shape;20635;p95"/>
            <p:cNvSpPr/>
            <p:nvPr/>
          </p:nvSpPr>
          <p:spPr>
            <a:xfrm>
              <a:off x="5368848" y="3088505"/>
              <a:ext cx="50025" cy="20246"/>
            </a:xfrm>
            <a:custGeom>
              <a:rect b="b" l="l" r="r" t="t"/>
              <a:pathLst>
                <a:path extrusionOk="0" h="771" w="1905">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6" name="Google Shape;20636;p95"/>
            <p:cNvSpPr/>
            <p:nvPr/>
          </p:nvSpPr>
          <p:spPr>
            <a:xfrm>
              <a:off x="5310288" y="3108620"/>
              <a:ext cx="166882" cy="84216"/>
            </a:xfrm>
            <a:custGeom>
              <a:rect b="b" l="l" r="r" t="t"/>
              <a:pathLst>
                <a:path extrusionOk="0" h="3207" w="6355">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7" name="Google Shape;20637;p95"/>
            <p:cNvSpPr/>
            <p:nvPr/>
          </p:nvSpPr>
          <p:spPr>
            <a:xfrm>
              <a:off x="5385418" y="3125453"/>
              <a:ext cx="16859" cy="67383"/>
            </a:xfrm>
            <a:custGeom>
              <a:rect b="b" l="l" r="r" t="t"/>
              <a:pathLst>
                <a:path extrusionOk="0" h="2566" w="642">
                  <a:moveTo>
                    <a:pt x="163" y="0"/>
                  </a:moveTo>
                  <a:lnTo>
                    <a:pt x="1" y="2565"/>
                  </a:lnTo>
                  <a:lnTo>
                    <a:pt x="642" y="2565"/>
                  </a:lnTo>
                  <a:lnTo>
                    <a:pt x="479" y="0"/>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8" name="Google Shape;20638;p95"/>
            <p:cNvSpPr/>
            <p:nvPr/>
          </p:nvSpPr>
          <p:spPr>
            <a:xfrm>
              <a:off x="5343717" y="3005051"/>
              <a:ext cx="100287" cy="91779"/>
            </a:xfrm>
            <a:custGeom>
              <a:rect b="b" l="l" r="r" t="t"/>
              <a:pathLst>
                <a:path extrusionOk="0" h="3495" w="3819">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9" name="Google Shape;20639;p95"/>
            <p:cNvSpPr/>
            <p:nvPr/>
          </p:nvSpPr>
          <p:spPr>
            <a:xfrm>
              <a:off x="5343717" y="3005051"/>
              <a:ext cx="100051" cy="89757"/>
            </a:xfrm>
            <a:custGeom>
              <a:rect b="b" l="l" r="r" t="t"/>
              <a:pathLst>
                <a:path extrusionOk="0" h="3418" w="381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0" name="Google Shape;20640;p95"/>
            <p:cNvSpPr/>
            <p:nvPr/>
          </p:nvSpPr>
          <p:spPr>
            <a:xfrm>
              <a:off x="5310288" y="3129970"/>
              <a:ext cx="33692" cy="62866"/>
            </a:xfrm>
            <a:custGeom>
              <a:rect b="b" l="l" r="r" t="t"/>
              <a:pathLst>
                <a:path extrusionOk="0" h="2394" w="1283">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1" name="Google Shape;20641;p95"/>
            <p:cNvSpPr/>
            <p:nvPr/>
          </p:nvSpPr>
          <p:spPr>
            <a:xfrm>
              <a:off x="5443742" y="3129970"/>
              <a:ext cx="33692" cy="62866"/>
            </a:xfrm>
            <a:custGeom>
              <a:rect b="b" l="l" r="r" t="t"/>
              <a:pathLst>
                <a:path extrusionOk="0" h="2394" w="1283">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2" name="Google Shape;20642;p95"/>
            <p:cNvSpPr/>
            <p:nvPr/>
          </p:nvSpPr>
          <p:spPr>
            <a:xfrm>
              <a:off x="5385681" y="3125453"/>
              <a:ext cx="16596" cy="16623"/>
            </a:xfrm>
            <a:custGeom>
              <a:rect b="b" l="l" r="r" t="t"/>
              <a:pathLst>
                <a:path extrusionOk="0" h="633" w="632">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3" name="Google Shape;20643;p95"/>
            <p:cNvSpPr/>
            <p:nvPr/>
          </p:nvSpPr>
          <p:spPr>
            <a:xfrm>
              <a:off x="5359788" y="3102055"/>
              <a:ext cx="33954" cy="35110"/>
            </a:xfrm>
            <a:custGeom>
              <a:rect b="b" l="l" r="r" t="t"/>
              <a:pathLst>
                <a:path extrusionOk="0" h="1337" w="1293">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4" name="Google Shape;20644;p95"/>
            <p:cNvSpPr/>
            <p:nvPr/>
          </p:nvSpPr>
          <p:spPr>
            <a:xfrm>
              <a:off x="5393716" y="3102055"/>
              <a:ext cx="34217" cy="35110"/>
            </a:xfrm>
            <a:custGeom>
              <a:rect b="b" l="l" r="r" t="t"/>
              <a:pathLst>
                <a:path extrusionOk="0" h="1337" w="1303">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5" name="Google Shape;20645;p95"/>
            <p:cNvSpPr/>
            <p:nvPr/>
          </p:nvSpPr>
          <p:spPr>
            <a:xfrm>
              <a:off x="5413569" y="3157884"/>
              <a:ext cx="93774" cy="55803"/>
            </a:xfrm>
            <a:custGeom>
              <a:rect b="b" l="l" r="r" t="t"/>
              <a:pathLst>
                <a:path extrusionOk="0" h="2125" w="3571">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6" name="Google Shape;20646;p95"/>
            <p:cNvSpPr/>
            <p:nvPr/>
          </p:nvSpPr>
          <p:spPr>
            <a:xfrm>
              <a:off x="5544501" y="3157884"/>
              <a:ext cx="93774" cy="55908"/>
            </a:xfrm>
            <a:custGeom>
              <a:rect b="b" l="l" r="r" t="t"/>
              <a:pathLst>
                <a:path extrusionOk="0" h="2129" w="3571">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7" name="Google Shape;20647;p95"/>
            <p:cNvSpPr/>
            <p:nvPr/>
          </p:nvSpPr>
          <p:spPr>
            <a:xfrm>
              <a:off x="5519134" y="3178971"/>
              <a:ext cx="13839" cy="13865"/>
            </a:xfrm>
            <a:custGeom>
              <a:rect b="b" l="l" r="r" t="t"/>
              <a:pathLst>
                <a:path extrusionOk="0" h="528" w="527">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48" name="Google Shape;20648;p95"/>
          <p:cNvGrpSpPr/>
          <p:nvPr/>
        </p:nvGrpSpPr>
        <p:grpSpPr>
          <a:xfrm>
            <a:off x="4874434" y="2279920"/>
            <a:ext cx="398075" cy="340303"/>
            <a:chOff x="4879047" y="2432320"/>
            <a:chExt cx="398075" cy="340303"/>
          </a:xfrm>
        </p:grpSpPr>
        <p:sp>
          <p:nvSpPr>
            <p:cNvPr id="20649" name="Google Shape;20649;p95"/>
            <p:cNvSpPr/>
            <p:nvPr/>
          </p:nvSpPr>
          <p:spPr>
            <a:xfrm>
              <a:off x="5071795" y="2432320"/>
              <a:ext cx="186000" cy="181483"/>
            </a:xfrm>
            <a:custGeom>
              <a:rect b="b" l="l" r="r" t="t"/>
              <a:pathLst>
                <a:path extrusionOk="0" h="6911" w="7083">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0" name="Google Shape;20650;p95"/>
            <p:cNvSpPr/>
            <p:nvPr/>
          </p:nvSpPr>
          <p:spPr>
            <a:xfrm>
              <a:off x="5102204" y="2463412"/>
              <a:ext cx="32405" cy="12500"/>
            </a:xfrm>
            <a:custGeom>
              <a:rect b="b" l="l" r="r" t="t"/>
              <a:pathLst>
                <a:path extrusionOk="0" h="476" w="1234">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1" name="Google Shape;20651;p95"/>
            <p:cNvSpPr/>
            <p:nvPr/>
          </p:nvSpPr>
          <p:spPr>
            <a:xfrm>
              <a:off x="5145454" y="2463412"/>
              <a:ext cx="82141" cy="12500"/>
            </a:xfrm>
            <a:custGeom>
              <a:rect b="b" l="l" r="r" t="t"/>
              <a:pathLst>
                <a:path extrusionOk="0" h="476" w="3128">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2" name="Google Shape;20652;p95"/>
            <p:cNvSpPr/>
            <p:nvPr/>
          </p:nvSpPr>
          <p:spPr>
            <a:xfrm>
              <a:off x="5102204" y="2494320"/>
              <a:ext cx="125392" cy="12500"/>
            </a:xfrm>
            <a:custGeom>
              <a:rect b="b" l="l" r="r" t="t"/>
              <a:pathLst>
                <a:path extrusionOk="0" h="476" w="4775">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3" name="Google Shape;20653;p95"/>
            <p:cNvSpPr/>
            <p:nvPr/>
          </p:nvSpPr>
          <p:spPr>
            <a:xfrm>
              <a:off x="5102178" y="2525255"/>
              <a:ext cx="81984" cy="12710"/>
            </a:xfrm>
            <a:custGeom>
              <a:rect b="b" l="l" r="r" t="t"/>
              <a:pathLst>
                <a:path extrusionOk="0" h="484" w="3122">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4" name="Google Shape;20654;p95"/>
            <p:cNvSpPr/>
            <p:nvPr/>
          </p:nvSpPr>
          <p:spPr>
            <a:xfrm>
              <a:off x="5195164" y="2525255"/>
              <a:ext cx="32484" cy="12710"/>
            </a:xfrm>
            <a:custGeom>
              <a:rect b="b" l="l" r="r" t="t"/>
              <a:pathLst>
                <a:path extrusionOk="0" h="484" w="1237">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5" name="Google Shape;20655;p95"/>
            <p:cNvSpPr/>
            <p:nvPr/>
          </p:nvSpPr>
          <p:spPr>
            <a:xfrm>
              <a:off x="4898374" y="2711543"/>
              <a:ext cx="359421" cy="18618"/>
            </a:xfrm>
            <a:custGeom>
              <a:rect b="b" l="l" r="r" t="t"/>
              <a:pathLst>
                <a:path extrusionOk="0" h="709" w="13687">
                  <a:moveTo>
                    <a:pt x="1" y="0"/>
                  </a:moveTo>
                  <a:lnTo>
                    <a:pt x="1" y="708"/>
                  </a:lnTo>
                  <a:lnTo>
                    <a:pt x="13686" y="708"/>
                  </a:lnTo>
                  <a:lnTo>
                    <a:pt x="13686"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6" name="Google Shape;20656;p95"/>
            <p:cNvSpPr/>
            <p:nvPr/>
          </p:nvSpPr>
          <p:spPr>
            <a:xfrm>
              <a:off x="4891468" y="2711543"/>
              <a:ext cx="13603" cy="61081"/>
            </a:xfrm>
            <a:custGeom>
              <a:rect b="b" l="l" r="r" t="t"/>
              <a:pathLst>
                <a:path extrusionOk="0" h="2326" w="518">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7" name="Google Shape;20657;p95"/>
            <p:cNvSpPr/>
            <p:nvPr/>
          </p:nvSpPr>
          <p:spPr>
            <a:xfrm>
              <a:off x="5251728" y="2711543"/>
              <a:ext cx="12342" cy="61081"/>
            </a:xfrm>
            <a:custGeom>
              <a:rect b="b" l="l" r="r" t="t"/>
              <a:pathLst>
                <a:path extrusionOk="0" h="2326" w="47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8" name="Google Shape;20658;p95"/>
            <p:cNvSpPr/>
            <p:nvPr/>
          </p:nvSpPr>
          <p:spPr>
            <a:xfrm>
              <a:off x="4935322" y="2578851"/>
              <a:ext cx="111868" cy="126416"/>
            </a:xfrm>
            <a:custGeom>
              <a:rect b="b" l="l" r="r" t="t"/>
              <a:pathLst>
                <a:path extrusionOk="0" h="4814" w="426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9" name="Google Shape;20659;p95"/>
            <p:cNvSpPr/>
            <p:nvPr/>
          </p:nvSpPr>
          <p:spPr>
            <a:xfrm>
              <a:off x="4972270" y="2578851"/>
              <a:ext cx="37972" cy="24632"/>
            </a:xfrm>
            <a:custGeom>
              <a:rect b="b" l="l" r="r" t="t"/>
              <a:pathLst>
                <a:path extrusionOk="0" h="938" w="1446">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0" name="Google Shape;20660;p95"/>
            <p:cNvSpPr/>
            <p:nvPr/>
          </p:nvSpPr>
          <p:spPr>
            <a:xfrm>
              <a:off x="4935322" y="2611256"/>
              <a:ext cx="111868" cy="94011"/>
            </a:xfrm>
            <a:custGeom>
              <a:rect b="b" l="l" r="r" t="t"/>
              <a:pathLst>
                <a:path extrusionOk="0" h="3580" w="426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1" name="Google Shape;20661;p95"/>
            <p:cNvSpPr/>
            <p:nvPr/>
          </p:nvSpPr>
          <p:spPr>
            <a:xfrm>
              <a:off x="5022269" y="2623835"/>
              <a:ext cx="24921" cy="81432"/>
            </a:xfrm>
            <a:custGeom>
              <a:rect b="b" l="l" r="r" t="t"/>
              <a:pathLst>
                <a:path extrusionOk="0" h="3101" w="949">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2" name="Google Shape;20662;p95"/>
            <p:cNvSpPr/>
            <p:nvPr/>
          </p:nvSpPr>
          <p:spPr>
            <a:xfrm>
              <a:off x="4935322" y="2624071"/>
              <a:ext cx="55803" cy="81196"/>
            </a:xfrm>
            <a:custGeom>
              <a:rect b="b" l="l" r="r" t="t"/>
              <a:pathLst>
                <a:path extrusionOk="0" h="3092" w="2125">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3" name="Google Shape;20663;p95"/>
            <p:cNvSpPr/>
            <p:nvPr/>
          </p:nvSpPr>
          <p:spPr>
            <a:xfrm>
              <a:off x="4966492" y="2475807"/>
              <a:ext cx="49526" cy="43487"/>
            </a:xfrm>
            <a:custGeom>
              <a:rect b="b" l="l" r="r" t="t"/>
              <a:pathLst>
                <a:path extrusionOk="0" h="1656" w="1886">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4" name="Google Shape;20664;p95"/>
            <p:cNvSpPr/>
            <p:nvPr/>
          </p:nvSpPr>
          <p:spPr>
            <a:xfrm>
              <a:off x="4966230" y="2475807"/>
              <a:ext cx="34453" cy="43487"/>
            </a:xfrm>
            <a:custGeom>
              <a:rect b="b" l="l" r="r" t="t"/>
              <a:pathLst>
                <a:path extrusionOk="0" h="1656" w="1312">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5" name="Google Shape;20665;p95"/>
            <p:cNvSpPr/>
            <p:nvPr/>
          </p:nvSpPr>
          <p:spPr>
            <a:xfrm>
              <a:off x="4947874" y="2494399"/>
              <a:ext cx="86737" cy="86737"/>
            </a:xfrm>
            <a:custGeom>
              <a:rect b="b" l="l" r="r" t="t"/>
              <a:pathLst>
                <a:path extrusionOk="0" h="3303" w="3303">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6" name="Google Shape;20666;p95"/>
            <p:cNvSpPr/>
            <p:nvPr/>
          </p:nvSpPr>
          <p:spPr>
            <a:xfrm>
              <a:off x="4963472" y="2494399"/>
              <a:ext cx="72898" cy="78176"/>
            </a:xfrm>
            <a:custGeom>
              <a:rect b="b" l="l" r="r" t="t"/>
              <a:pathLst>
                <a:path extrusionOk="0" h="2977" w="2776">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7" name="Google Shape;20667;p95"/>
            <p:cNvSpPr/>
            <p:nvPr/>
          </p:nvSpPr>
          <p:spPr>
            <a:xfrm>
              <a:off x="4953914" y="2532660"/>
              <a:ext cx="74421" cy="61028"/>
            </a:xfrm>
            <a:custGeom>
              <a:rect b="b" l="l" r="r" t="t"/>
              <a:pathLst>
                <a:path extrusionOk="0" h="2324" w="2834">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8" name="Google Shape;20668;p95"/>
            <p:cNvSpPr/>
            <p:nvPr/>
          </p:nvSpPr>
          <p:spPr>
            <a:xfrm>
              <a:off x="4953914" y="2532660"/>
              <a:ext cx="74657" cy="60529"/>
            </a:xfrm>
            <a:custGeom>
              <a:rect b="b" l="l" r="r" t="t"/>
              <a:pathLst>
                <a:path extrusionOk="0" h="2305" w="2843">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9" name="Google Shape;20669;p95"/>
            <p:cNvSpPr/>
            <p:nvPr/>
          </p:nvSpPr>
          <p:spPr>
            <a:xfrm>
              <a:off x="489209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0" name="Google Shape;20670;p95"/>
            <p:cNvSpPr/>
            <p:nvPr/>
          </p:nvSpPr>
          <p:spPr>
            <a:xfrm>
              <a:off x="525172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1" name="Google Shape;20671;p95"/>
            <p:cNvSpPr/>
            <p:nvPr/>
          </p:nvSpPr>
          <p:spPr>
            <a:xfrm>
              <a:off x="4879047" y="2705188"/>
              <a:ext cx="398075" cy="12474"/>
            </a:xfrm>
            <a:custGeom>
              <a:rect b="b" l="l" r="r" t="t"/>
              <a:pathLst>
                <a:path extrusionOk="0" h="475" w="15159">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2" name="Google Shape;20672;p95"/>
            <p:cNvSpPr/>
            <p:nvPr/>
          </p:nvSpPr>
          <p:spPr>
            <a:xfrm>
              <a:off x="4960190" y="2692688"/>
              <a:ext cx="37237" cy="12579"/>
            </a:xfrm>
            <a:custGeom>
              <a:rect b="b" l="l" r="r" t="t"/>
              <a:pathLst>
                <a:path extrusionOk="0" h="479" w="1418">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3" name="Google Shape;20673;p95"/>
            <p:cNvSpPr/>
            <p:nvPr/>
          </p:nvSpPr>
          <p:spPr>
            <a:xfrm>
              <a:off x="4984822" y="2643188"/>
              <a:ext cx="86999" cy="62341"/>
            </a:xfrm>
            <a:custGeom>
              <a:rect b="b" l="l" r="r" t="t"/>
              <a:pathLst>
                <a:path extrusionOk="0" h="2374" w="3313">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4" name="Google Shape;20674;p95"/>
            <p:cNvSpPr/>
            <p:nvPr/>
          </p:nvSpPr>
          <p:spPr>
            <a:xfrm>
              <a:off x="5015257" y="2667978"/>
              <a:ext cx="26365" cy="12500"/>
            </a:xfrm>
            <a:custGeom>
              <a:rect b="b" l="l" r="r" t="t"/>
              <a:pathLst>
                <a:path extrusionOk="0" h="476" w="1004">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75" name="Google Shape;20675;p95"/>
          <p:cNvGrpSpPr/>
          <p:nvPr/>
        </p:nvGrpSpPr>
        <p:grpSpPr>
          <a:xfrm>
            <a:off x="5384088" y="2241423"/>
            <a:ext cx="280982" cy="395896"/>
            <a:chOff x="5388701" y="2393823"/>
            <a:chExt cx="280982" cy="395896"/>
          </a:xfrm>
        </p:grpSpPr>
        <p:sp>
          <p:nvSpPr>
            <p:cNvPr id="20676" name="Google Shape;20676;p95"/>
            <p:cNvSpPr/>
            <p:nvPr/>
          </p:nvSpPr>
          <p:spPr>
            <a:xfrm>
              <a:off x="5388701" y="2419243"/>
              <a:ext cx="280982" cy="370476"/>
            </a:xfrm>
            <a:custGeom>
              <a:rect b="b" l="l" r="r" t="t"/>
              <a:pathLst>
                <a:path extrusionOk="0" h="14108" w="1070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7" name="Google Shape;20677;p95"/>
            <p:cNvSpPr/>
            <p:nvPr/>
          </p:nvSpPr>
          <p:spPr>
            <a:xfrm>
              <a:off x="5401516" y="2419506"/>
              <a:ext cx="255352" cy="344584"/>
            </a:xfrm>
            <a:custGeom>
              <a:rect b="b" l="l" r="r" t="t"/>
              <a:pathLst>
                <a:path extrusionOk="0" h="13122" w="9724">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8" name="Google Shape;20678;p95"/>
            <p:cNvSpPr/>
            <p:nvPr/>
          </p:nvSpPr>
          <p:spPr>
            <a:xfrm>
              <a:off x="5414330" y="2444899"/>
              <a:ext cx="229722" cy="306375"/>
            </a:xfrm>
            <a:custGeom>
              <a:rect b="b" l="l" r="r" t="t"/>
              <a:pathLst>
                <a:path extrusionOk="0" h="11667" w="8748">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79" name="Google Shape;20679;p95"/>
            <p:cNvSpPr/>
            <p:nvPr/>
          </p:nvSpPr>
          <p:spPr>
            <a:xfrm>
              <a:off x="5471866" y="2393823"/>
              <a:ext cx="114625" cy="57378"/>
            </a:xfrm>
            <a:custGeom>
              <a:rect b="b" l="l" r="r" t="t"/>
              <a:pathLst>
                <a:path extrusionOk="0" h="2185" w="4365">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0" name="Google Shape;20680;p95"/>
            <p:cNvSpPr/>
            <p:nvPr/>
          </p:nvSpPr>
          <p:spPr>
            <a:xfrm>
              <a:off x="5471866" y="2438597"/>
              <a:ext cx="114625" cy="12605"/>
            </a:xfrm>
            <a:custGeom>
              <a:rect b="b" l="l" r="r" t="t"/>
              <a:pathLst>
                <a:path extrusionOk="0" h="480" w="4365">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1" name="Google Shape;20681;p95"/>
            <p:cNvSpPr/>
            <p:nvPr/>
          </p:nvSpPr>
          <p:spPr>
            <a:xfrm>
              <a:off x="5542007" y="2483344"/>
              <a:ext cx="76417" cy="25393"/>
            </a:xfrm>
            <a:custGeom>
              <a:rect b="b" l="l" r="r" t="t"/>
              <a:pathLst>
                <a:path extrusionOk="0" h="967" w="291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2" name="Google Shape;20682;p95"/>
            <p:cNvSpPr/>
            <p:nvPr/>
          </p:nvSpPr>
          <p:spPr>
            <a:xfrm>
              <a:off x="5539722" y="2527828"/>
              <a:ext cx="80960" cy="12841"/>
            </a:xfrm>
            <a:custGeom>
              <a:rect b="b" l="l" r="r" t="t"/>
              <a:pathLst>
                <a:path extrusionOk="0" h="489" w="3083">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3" name="Google Shape;20683;p95"/>
            <p:cNvSpPr/>
            <p:nvPr/>
          </p:nvSpPr>
          <p:spPr>
            <a:xfrm>
              <a:off x="5539722" y="2553458"/>
              <a:ext cx="42751" cy="12841"/>
            </a:xfrm>
            <a:custGeom>
              <a:rect b="b" l="l" r="r" t="t"/>
              <a:pathLst>
                <a:path extrusionOk="0" h="489" w="1628">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4" name="Google Shape;20684;p95"/>
            <p:cNvSpPr/>
            <p:nvPr/>
          </p:nvSpPr>
          <p:spPr>
            <a:xfrm>
              <a:off x="5437702" y="2604481"/>
              <a:ext cx="182980" cy="12841"/>
            </a:xfrm>
            <a:custGeom>
              <a:rect b="b" l="l" r="r" t="t"/>
              <a:pathLst>
                <a:path extrusionOk="0" h="489" w="6968">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5" name="Google Shape;20685;p95"/>
            <p:cNvSpPr/>
            <p:nvPr/>
          </p:nvSpPr>
          <p:spPr>
            <a:xfrm>
              <a:off x="5437702" y="2630111"/>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6" name="Google Shape;20686;p95"/>
            <p:cNvSpPr/>
            <p:nvPr/>
          </p:nvSpPr>
          <p:spPr>
            <a:xfrm>
              <a:off x="5437702" y="2706764"/>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7" name="Google Shape;20687;p95"/>
            <p:cNvSpPr/>
            <p:nvPr/>
          </p:nvSpPr>
          <p:spPr>
            <a:xfrm>
              <a:off x="5437702" y="268113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8" name="Google Shape;20688;p95"/>
            <p:cNvSpPr/>
            <p:nvPr/>
          </p:nvSpPr>
          <p:spPr>
            <a:xfrm>
              <a:off x="5437702" y="265550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9" name="Google Shape;20689;p95"/>
            <p:cNvSpPr/>
            <p:nvPr/>
          </p:nvSpPr>
          <p:spPr>
            <a:xfrm>
              <a:off x="5475910" y="2630111"/>
              <a:ext cx="55304" cy="12579"/>
            </a:xfrm>
            <a:custGeom>
              <a:rect b="b" l="l" r="r" t="t"/>
              <a:pathLst>
                <a:path extrusionOk="0" h="479" w="2106">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0" name="Google Shape;20690;p95"/>
            <p:cNvSpPr/>
            <p:nvPr/>
          </p:nvSpPr>
          <p:spPr>
            <a:xfrm>
              <a:off x="5475910" y="2706764"/>
              <a:ext cx="80933" cy="12579"/>
            </a:xfrm>
            <a:custGeom>
              <a:rect b="b" l="l" r="r" t="t"/>
              <a:pathLst>
                <a:path extrusionOk="0" h="479" w="3082">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1" name="Google Shape;20691;p95"/>
            <p:cNvSpPr/>
            <p:nvPr/>
          </p:nvSpPr>
          <p:spPr>
            <a:xfrm>
              <a:off x="5475910" y="2681134"/>
              <a:ext cx="55304" cy="12841"/>
            </a:xfrm>
            <a:custGeom>
              <a:rect b="b" l="l" r="r" t="t"/>
              <a:pathLst>
                <a:path extrusionOk="0" h="489" w="2106">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2" name="Google Shape;20692;p95"/>
            <p:cNvSpPr/>
            <p:nvPr/>
          </p:nvSpPr>
          <p:spPr>
            <a:xfrm>
              <a:off x="5475910" y="2655504"/>
              <a:ext cx="80933" cy="12841"/>
            </a:xfrm>
            <a:custGeom>
              <a:rect b="b" l="l" r="r" t="t"/>
              <a:pathLst>
                <a:path extrusionOk="0" h="489" w="3082">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3" name="Google Shape;20693;p95"/>
            <p:cNvSpPr/>
            <p:nvPr/>
          </p:nvSpPr>
          <p:spPr>
            <a:xfrm>
              <a:off x="5571654" y="265550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4" name="Google Shape;20694;p95"/>
            <p:cNvSpPr/>
            <p:nvPr/>
          </p:nvSpPr>
          <p:spPr>
            <a:xfrm>
              <a:off x="5571654" y="2630111"/>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5" name="Google Shape;20695;p95"/>
            <p:cNvSpPr/>
            <p:nvPr/>
          </p:nvSpPr>
          <p:spPr>
            <a:xfrm>
              <a:off x="5571654" y="268113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6" name="Google Shape;20696;p95"/>
            <p:cNvSpPr/>
            <p:nvPr/>
          </p:nvSpPr>
          <p:spPr>
            <a:xfrm>
              <a:off x="5571654" y="2706764"/>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7" name="Google Shape;20697;p95"/>
            <p:cNvSpPr/>
            <p:nvPr/>
          </p:nvSpPr>
          <p:spPr>
            <a:xfrm>
              <a:off x="5446236" y="2527828"/>
              <a:ext cx="76443" cy="57326"/>
            </a:xfrm>
            <a:custGeom>
              <a:rect b="b" l="l" r="r" t="t"/>
              <a:pathLst>
                <a:path extrusionOk="0" h="2183" w="2911">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8" name="Google Shape;20698;p95"/>
            <p:cNvSpPr/>
            <p:nvPr/>
          </p:nvSpPr>
          <p:spPr>
            <a:xfrm>
              <a:off x="5470369" y="2527828"/>
              <a:ext cx="28177" cy="19249"/>
            </a:xfrm>
            <a:custGeom>
              <a:rect b="b" l="l" r="r" t="t"/>
              <a:pathLst>
                <a:path extrusionOk="0" h="733" w="1073">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9" name="Google Shape;20699;p95"/>
            <p:cNvSpPr/>
            <p:nvPr/>
          </p:nvSpPr>
          <p:spPr>
            <a:xfrm>
              <a:off x="5446236" y="2547917"/>
              <a:ext cx="76443" cy="37237"/>
            </a:xfrm>
            <a:custGeom>
              <a:rect b="b" l="l" r="r" t="t"/>
              <a:pathLst>
                <a:path extrusionOk="0" h="1418" w="2911">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0" name="Google Shape;20700;p95"/>
            <p:cNvSpPr/>
            <p:nvPr/>
          </p:nvSpPr>
          <p:spPr>
            <a:xfrm>
              <a:off x="5446000" y="2559235"/>
              <a:ext cx="19380" cy="25919"/>
            </a:xfrm>
            <a:custGeom>
              <a:rect b="b" l="l" r="r" t="t"/>
              <a:pathLst>
                <a:path extrusionOk="0" h="987" w="738">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1" name="Google Shape;20701;p95"/>
            <p:cNvSpPr/>
            <p:nvPr/>
          </p:nvSpPr>
          <p:spPr>
            <a:xfrm>
              <a:off x="5503536" y="2559235"/>
              <a:ext cx="19380" cy="25919"/>
            </a:xfrm>
            <a:custGeom>
              <a:rect b="b" l="l" r="r" t="t"/>
              <a:pathLst>
                <a:path extrusionOk="0" h="987" w="738">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2" name="Google Shape;20702;p95"/>
            <p:cNvSpPr/>
            <p:nvPr/>
          </p:nvSpPr>
          <p:spPr>
            <a:xfrm>
              <a:off x="5458815" y="2476569"/>
              <a:ext cx="51286" cy="57825"/>
            </a:xfrm>
            <a:custGeom>
              <a:rect b="b" l="l" r="r" t="t"/>
              <a:pathLst>
                <a:path extrusionOk="0" h="2202" w="1953">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3" name="Google Shape;20703;p95"/>
            <p:cNvSpPr/>
            <p:nvPr/>
          </p:nvSpPr>
          <p:spPr>
            <a:xfrm>
              <a:off x="5458867" y="2476569"/>
              <a:ext cx="35162" cy="57536"/>
            </a:xfrm>
            <a:custGeom>
              <a:rect b="b" l="l" r="r" t="t"/>
              <a:pathLst>
                <a:path extrusionOk="0" h="2191" w="1339">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4" name="Google Shape;20704;p95"/>
            <p:cNvSpPr/>
            <p:nvPr/>
          </p:nvSpPr>
          <p:spPr>
            <a:xfrm>
              <a:off x="5458815" y="2476569"/>
              <a:ext cx="51286" cy="25656"/>
            </a:xfrm>
            <a:custGeom>
              <a:rect b="b" l="l" r="r" t="t"/>
              <a:pathLst>
                <a:path extrusionOk="0" h="977" w="1953">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5" name="Google Shape;20705;p95"/>
            <p:cNvSpPr/>
            <p:nvPr/>
          </p:nvSpPr>
          <p:spPr>
            <a:xfrm>
              <a:off x="5459051" y="2476569"/>
              <a:ext cx="34978" cy="23398"/>
            </a:xfrm>
            <a:custGeom>
              <a:rect b="b" l="l" r="r" t="t"/>
              <a:pathLst>
                <a:path extrusionOk="0" h="891" w="1332">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06" name="Google Shape;20706;p95"/>
          <p:cNvGrpSpPr/>
          <p:nvPr/>
        </p:nvGrpSpPr>
        <p:grpSpPr>
          <a:xfrm>
            <a:off x="5738677" y="2286722"/>
            <a:ext cx="444871" cy="316407"/>
            <a:chOff x="5743289" y="2439122"/>
            <a:chExt cx="444871" cy="316407"/>
          </a:xfrm>
        </p:grpSpPr>
        <p:sp>
          <p:nvSpPr>
            <p:cNvPr id="20707" name="Google Shape;20707;p95"/>
            <p:cNvSpPr/>
            <p:nvPr/>
          </p:nvSpPr>
          <p:spPr>
            <a:xfrm>
              <a:off x="5999902" y="2549177"/>
              <a:ext cx="137497" cy="130722"/>
            </a:xfrm>
            <a:custGeom>
              <a:rect b="b" l="l" r="r" t="t"/>
              <a:pathLst>
                <a:path extrusionOk="0" h="4978" w="5236">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8" name="Google Shape;20708;p95"/>
            <p:cNvSpPr/>
            <p:nvPr/>
          </p:nvSpPr>
          <p:spPr>
            <a:xfrm>
              <a:off x="6000138" y="2570054"/>
              <a:ext cx="137497" cy="110082"/>
            </a:xfrm>
            <a:custGeom>
              <a:rect b="b" l="l" r="r" t="t"/>
              <a:pathLst>
                <a:path extrusionOk="0" h="4192" w="5236">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9" name="Google Shape;20709;p95"/>
            <p:cNvSpPr/>
            <p:nvPr/>
          </p:nvSpPr>
          <p:spPr>
            <a:xfrm>
              <a:off x="6046645" y="2549177"/>
              <a:ext cx="44511" cy="20640"/>
            </a:xfrm>
            <a:custGeom>
              <a:rect b="b" l="l" r="r" t="t"/>
              <a:pathLst>
                <a:path extrusionOk="0" h="786" w="1695">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0" name="Google Shape;20710;p95"/>
            <p:cNvSpPr/>
            <p:nvPr/>
          </p:nvSpPr>
          <p:spPr>
            <a:xfrm>
              <a:off x="6020753" y="2452935"/>
              <a:ext cx="34453" cy="75681"/>
            </a:xfrm>
            <a:custGeom>
              <a:rect b="b" l="l" r="r" t="t"/>
              <a:pathLst>
                <a:path extrusionOk="0" h="2882" w="1312">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1" name="Google Shape;20711;p95"/>
            <p:cNvSpPr/>
            <p:nvPr/>
          </p:nvSpPr>
          <p:spPr>
            <a:xfrm>
              <a:off x="6034565" y="2446159"/>
              <a:ext cx="82456" cy="82456"/>
            </a:xfrm>
            <a:custGeom>
              <a:rect b="b" l="l" r="r" t="t"/>
              <a:pathLst>
                <a:path extrusionOk="0" h="3140" w="314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2" name="Google Shape;20712;p95"/>
            <p:cNvSpPr/>
            <p:nvPr/>
          </p:nvSpPr>
          <p:spPr>
            <a:xfrm>
              <a:off x="6027528" y="2480324"/>
              <a:ext cx="82982" cy="75681"/>
            </a:xfrm>
            <a:custGeom>
              <a:rect b="b" l="l" r="r" t="t"/>
              <a:pathLst>
                <a:path extrusionOk="0" h="2882" w="316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3" name="Google Shape;20713;p95"/>
            <p:cNvSpPr/>
            <p:nvPr/>
          </p:nvSpPr>
          <p:spPr>
            <a:xfrm>
              <a:off x="6027528" y="2480586"/>
              <a:ext cx="82456" cy="74158"/>
            </a:xfrm>
            <a:custGeom>
              <a:rect b="b" l="l" r="r" t="t"/>
              <a:pathLst>
                <a:path extrusionOk="0" h="2824" w="314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4" name="Google Shape;20714;p95"/>
            <p:cNvSpPr/>
            <p:nvPr/>
          </p:nvSpPr>
          <p:spPr>
            <a:xfrm>
              <a:off x="6000138" y="2583368"/>
              <a:ext cx="27415" cy="96768"/>
            </a:xfrm>
            <a:custGeom>
              <a:rect b="b" l="l" r="r" t="t"/>
              <a:pathLst>
                <a:path extrusionOk="0" h="3685" w="1044">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5" name="Google Shape;20715;p95"/>
            <p:cNvSpPr/>
            <p:nvPr/>
          </p:nvSpPr>
          <p:spPr>
            <a:xfrm>
              <a:off x="6075794" y="2583368"/>
              <a:ext cx="61842" cy="96532"/>
            </a:xfrm>
            <a:custGeom>
              <a:rect b="b" l="l" r="r" t="t"/>
              <a:pathLst>
                <a:path extrusionOk="0" h="3676" w="2355">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6" name="Google Shape;20716;p95"/>
            <p:cNvSpPr/>
            <p:nvPr/>
          </p:nvSpPr>
          <p:spPr>
            <a:xfrm>
              <a:off x="5766424" y="2686649"/>
              <a:ext cx="398863" cy="20903"/>
            </a:xfrm>
            <a:custGeom>
              <a:rect b="b" l="l" r="r" t="t"/>
              <a:pathLst>
                <a:path extrusionOk="0" h="796" w="15189">
                  <a:moveTo>
                    <a:pt x="0" y="1"/>
                  </a:moveTo>
                  <a:lnTo>
                    <a:pt x="0" y="795"/>
                  </a:lnTo>
                  <a:lnTo>
                    <a:pt x="15188" y="795"/>
                  </a:lnTo>
                  <a:lnTo>
                    <a:pt x="15188"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7" name="Google Shape;20717;p95"/>
            <p:cNvSpPr/>
            <p:nvPr/>
          </p:nvSpPr>
          <p:spPr>
            <a:xfrm>
              <a:off x="5759387"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8" name="Google Shape;20718;p95"/>
            <p:cNvSpPr/>
            <p:nvPr/>
          </p:nvSpPr>
          <p:spPr>
            <a:xfrm>
              <a:off x="6158224"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9" name="Google Shape;20719;p95"/>
            <p:cNvSpPr/>
            <p:nvPr/>
          </p:nvSpPr>
          <p:spPr>
            <a:xfrm>
              <a:off x="5759387"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0" name="Google Shape;20720;p95"/>
            <p:cNvSpPr/>
            <p:nvPr/>
          </p:nvSpPr>
          <p:spPr>
            <a:xfrm>
              <a:off x="6158224"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1" name="Google Shape;20721;p95"/>
            <p:cNvSpPr/>
            <p:nvPr/>
          </p:nvSpPr>
          <p:spPr>
            <a:xfrm>
              <a:off x="5743289" y="2679873"/>
              <a:ext cx="444871" cy="13839"/>
            </a:xfrm>
            <a:custGeom>
              <a:rect b="b" l="l" r="r" t="t"/>
              <a:pathLst>
                <a:path extrusionOk="0" h="527" w="16941">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2" name="Google Shape;20722;p95"/>
            <p:cNvSpPr/>
            <p:nvPr/>
          </p:nvSpPr>
          <p:spPr>
            <a:xfrm>
              <a:off x="6068992" y="2666034"/>
              <a:ext cx="41254" cy="13865"/>
            </a:xfrm>
            <a:custGeom>
              <a:rect b="b" l="l" r="r" t="t"/>
              <a:pathLst>
                <a:path extrusionOk="0" h="528" w="1571">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3" name="Google Shape;20723;p95"/>
            <p:cNvSpPr/>
            <p:nvPr/>
          </p:nvSpPr>
          <p:spPr>
            <a:xfrm>
              <a:off x="5986326" y="2611020"/>
              <a:ext cx="96269" cy="68880"/>
            </a:xfrm>
            <a:custGeom>
              <a:rect b="b" l="l" r="r" t="t"/>
              <a:pathLst>
                <a:path extrusionOk="0" h="2623" w="3666">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4" name="Google Shape;20724;p95"/>
            <p:cNvSpPr/>
            <p:nvPr/>
          </p:nvSpPr>
          <p:spPr>
            <a:xfrm>
              <a:off x="6025269" y="2638645"/>
              <a:ext cx="18382" cy="13865"/>
            </a:xfrm>
            <a:custGeom>
              <a:rect b="b" l="l" r="r" t="t"/>
              <a:pathLst>
                <a:path extrusionOk="0" h="528" w="700">
                  <a:moveTo>
                    <a:pt x="355" y="1"/>
                  </a:moveTo>
                  <a:cubicBezTo>
                    <a:pt x="1" y="1"/>
                    <a:pt x="1" y="518"/>
                    <a:pt x="355" y="527"/>
                  </a:cubicBezTo>
                  <a:cubicBezTo>
                    <a:pt x="699" y="518"/>
                    <a:pt x="699" y="1"/>
                    <a:pt x="35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5" name="Google Shape;20725;p95"/>
            <p:cNvSpPr/>
            <p:nvPr/>
          </p:nvSpPr>
          <p:spPr>
            <a:xfrm>
              <a:off x="5807390" y="2556215"/>
              <a:ext cx="137734" cy="123685"/>
            </a:xfrm>
            <a:custGeom>
              <a:rect b="b" l="l" r="r" t="t"/>
              <a:pathLst>
                <a:path extrusionOk="0" h="4710" w="5245">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6" name="Google Shape;20726;p95"/>
            <p:cNvSpPr/>
            <p:nvPr/>
          </p:nvSpPr>
          <p:spPr>
            <a:xfrm>
              <a:off x="5807626" y="2587386"/>
              <a:ext cx="27678" cy="92514"/>
            </a:xfrm>
            <a:custGeom>
              <a:rect b="b" l="l" r="r" t="t"/>
              <a:pathLst>
                <a:path extrusionOk="0" h="3523" w="1054">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7" name="Google Shape;20727;p95"/>
            <p:cNvSpPr/>
            <p:nvPr/>
          </p:nvSpPr>
          <p:spPr>
            <a:xfrm>
              <a:off x="5917708" y="2587386"/>
              <a:ext cx="27415" cy="92514"/>
            </a:xfrm>
            <a:custGeom>
              <a:rect b="b" l="l" r="r" t="t"/>
              <a:pathLst>
                <a:path extrusionOk="0" h="3523" w="1044">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8" name="Google Shape;20728;p95"/>
            <p:cNvSpPr/>
            <p:nvPr/>
          </p:nvSpPr>
          <p:spPr>
            <a:xfrm>
              <a:off x="5843314" y="2556215"/>
              <a:ext cx="66123" cy="20640"/>
            </a:xfrm>
            <a:custGeom>
              <a:rect b="b" l="l" r="r" t="t"/>
              <a:pathLst>
                <a:path extrusionOk="0" h="786" w="2518">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9" name="Google Shape;20729;p95"/>
            <p:cNvSpPr/>
            <p:nvPr/>
          </p:nvSpPr>
          <p:spPr>
            <a:xfrm>
              <a:off x="5815688" y="2439122"/>
              <a:ext cx="121400" cy="123921"/>
            </a:xfrm>
            <a:custGeom>
              <a:rect b="b" l="l" r="r" t="t"/>
              <a:pathLst>
                <a:path extrusionOk="0" h="4719" w="4623">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0" name="Google Shape;20730;p95"/>
            <p:cNvSpPr/>
            <p:nvPr/>
          </p:nvSpPr>
          <p:spPr>
            <a:xfrm>
              <a:off x="5828241" y="2714300"/>
              <a:ext cx="13839" cy="41228"/>
            </a:xfrm>
            <a:custGeom>
              <a:rect b="b" l="l" r="r" t="t"/>
              <a:pathLst>
                <a:path extrusionOk="0" h="1570" w="527">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1" name="Google Shape;20731;p95"/>
            <p:cNvSpPr/>
            <p:nvPr/>
          </p:nvSpPr>
          <p:spPr>
            <a:xfrm>
              <a:off x="5828241" y="2707263"/>
              <a:ext cx="13839" cy="27678"/>
            </a:xfrm>
            <a:custGeom>
              <a:rect b="b" l="l" r="r" t="t"/>
              <a:pathLst>
                <a:path extrusionOk="0" h="1054" w="527">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2" name="Google Shape;20732;p95"/>
            <p:cNvSpPr/>
            <p:nvPr/>
          </p:nvSpPr>
          <p:spPr>
            <a:xfrm>
              <a:off x="5910671" y="2714300"/>
              <a:ext cx="13865" cy="41228"/>
            </a:xfrm>
            <a:custGeom>
              <a:rect b="b" l="l" r="r" t="t"/>
              <a:pathLst>
                <a:path extrusionOk="0" h="1570" w="528">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3" name="Google Shape;20733;p95"/>
            <p:cNvSpPr/>
            <p:nvPr/>
          </p:nvSpPr>
          <p:spPr>
            <a:xfrm>
              <a:off x="5910671" y="2707263"/>
              <a:ext cx="13865" cy="27678"/>
            </a:xfrm>
            <a:custGeom>
              <a:rect b="b" l="l" r="r" t="t"/>
              <a:pathLst>
                <a:path extrusionOk="0" h="1054" w="528">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4" name="Google Shape;20734;p95"/>
            <p:cNvSpPr/>
            <p:nvPr/>
          </p:nvSpPr>
          <p:spPr>
            <a:xfrm>
              <a:off x="5828241" y="2604218"/>
              <a:ext cx="96295" cy="116883"/>
            </a:xfrm>
            <a:custGeom>
              <a:rect b="b" l="l" r="r" t="t"/>
              <a:pathLst>
                <a:path extrusionOk="0" h="4451" w="3667">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5" name="Google Shape;20735;p95"/>
            <p:cNvSpPr/>
            <p:nvPr/>
          </p:nvSpPr>
          <p:spPr>
            <a:xfrm>
              <a:off x="5815688" y="2439306"/>
              <a:ext cx="73896" cy="121216"/>
            </a:xfrm>
            <a:custGeom>
              <a:rect b="b" l="l" r="r" t="t"/>
              <a:pathLst>
                <a:path extrusionOk="0" h="4616" w="2814">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36" name="Google Shape;20736;p95"/>
          <p:cNvGrpSpPr/>
          <p:nvPr/>
        </p:nvGrpSpPr>
        <p:grpSpPr>
          <a:xfrm>
            <a:off x="6225747" y="2280183"/>
            <a:ext cx="351359" cy="363412"/>
            <a:chOff x="6230360" y="2432583"/>
            <a:chExt cx="351359" cy="363412"/>
          </a:xfrm>
        </p:grpSpPr>
        <p:sp>
          <p:nvSpPr>
            <p:cNvPr id="20737" name="Google Shape;20737;p95"/>
            <p:cNvSpPr/>
            <p:nvPr/>
          </p:nvSpPr>
          <p:spPr>
            <a:xfrm>
              <a:off x="6361791" y="2432583"/>
              <a:ext cx="219928" cy="325230"/>
            </a:xfrm>
            <a:custGeom>
              <a:rect b="b" l="l" r="r" t="t"/>
              <a:pathLst>
                <a:path extrusionOk="0" h="12385" w="8375">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8" name="Google Shape;20738;p95"/>
            <p:cNvSpPr/>
            <p:nvPr/>
          </p:nvSpPr>
          <p:spPr>
            <a:xfrm>
              <a:off x="6361791" y="2432583"/>
              <a:ext cx="9585" cy="40230"/>
            </a:xfrm>
            <a:custGeom>
              <a:rect b="b" l="l" r="r" t="t"/>
              <a:pathLst>
                <a:path extrusionOk="0" h="1532" w="365">
                  <a:moveTo>
                    <a:pt x="354" y="0"/>
                  </a:moveTo>
                  <a:cubicBezTo>
                    <a:pt x="287" y="0"/>
                    <a:pt x="0" y="19"/>
                    <a:pt x="0" y="278"/>
                  </a:cubicBezTo>
                  <a:lnTo>
                    <a:pt x="0" y="1531"/>
                  </a:lnTo>
                  <a:lnTo>
                    <a:pt x="364" y="1531"/>
                  </a:lnTo>
                  <a:lnTo>
                    <a:pt x="36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9" name="Google Shape;20739;p95"/>
            <p:cNvSpPr/>
            <p:nvPr/>
          </p:nvSpPr>
          <p:spPr>
            <a:xfrm>
              <a:off x="6510817" y="2432583"/>
              <a:ext cx="70403" cy="70377"/>
            </a:xfrm>
            <a:custGeom>
              <a:rect b="b" l="l" r="r" t="t"/>
              <a:pathLst>
                <a:path extrusionOk="0" h="2680" w="2681">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0" name="Google Shape;20740;p95"/>
            <p:cNvSpPr/>
            <p:nvPr/>
          </p:nvSpPr>
          <p:spPr>
            <a:xfrm>
              <a:off x="6361791" y="2469006"/>
              <a:ext cx="107088" cy="16124"/>
            </a:xfrm>
            <a:custGeom>
              <a:rect b="b" l="l" r="r" t="t"/>
              <a:pathLst>
                <a:path extrusionOk="0" h="614" w="4078">
                  <a:moveTo>
                    <a:pt x="0" y="1"/>
                  </a:moveTo>
                  <a:lnTo>
                    <a:pt x="0" y="144"/>
                  </a:lnTo>
                  <a:lnTo>
                    <a:pt x="3608" y="144"/>
                  </a:lnTo>
                  <a:lnTo>
                    <a:pt x="4077" y="613"/>
                  </a:lnTo>
                  <a:lnTo>
                    <a:pt x="4077"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1" name="Google Shape;20741;p95"/>
            <p:cNvSpPr/>
            <p:nvPr/>
          </p:nvSpPr>
          <p:spPr>
            <a:xfrm>
              <a:off x="6465571" y="2469006"/>
              <a:ext cx="73160" cy="288807"/>
            </a:xfrm>
            <a:custGeom>
              <a:rect b="b" l="l" r="r" t="t"/>
              <a:pathLst>
                <a:path extrusionOk="0" h="10998" w="2786">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2" name="Google Shape;20742;p95"/>
            <p:cNvSpPr/>
            <p:nvPr/>
          </p:nvSpPr>
          <p:spPr>
            <a:xfrm>
              <a:off x="6309508" y="2469006"/>
              <a:ext cx="9585" cy="131983"/>
            </a:xfrm>
            <a:custGeom>
              <a:rect b="b" l="l" r="r" t="t"/>
              <a:pathLst>
                <a:path extrusionOk="0" h="5026" w="365">
                  <a:moveTo>
                    <a:pt x="345" y="1"/>
                  </a:moveTo>
                  <a:cubicBezTo>
                    <a:pt x="288" y="1"/>
                    <a:pt x="29" y="20"/>
                    <a:pt x="1" y="231"/>
                  </a:cubicBezTo>
                  <a:lnTo>
                    <a:pt x="1" y="5025"/>
                  </a:lnTo>
                  <a:lnTo>
                    <a:pt x="364" y="4977"/>
                  </a:lnTo>
                  <a:lnTo>
                    <a:pt x="364" y="1"/>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3" name="Google Shape;20743;p95"/>
            <p:cNvSpPr/>
            <p:nvPr/>
          </p:nvSpPr>
          <p:spPr>
            <a:xfrm>
              <a:off x="6309770" y="2591692"/>
              <a:ext cx="134477" cy="201283"/>
            </a:xfrm>
            <a:custGeom>
              <a:rect b="b" l="l" r="r" t="t"/>
              <a:pathLst>
                <a:path extrusionOk="0" h="7665" w="5121">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4" name="Google Shape;20744;p95"/>
            <p:cNvSpPr/>
            <p:nvPr/>
          </p:nvSpPr>
          <p:spPr>
            <a:xfrm>
              <a:off x="6310768" y="2468507"/>
              <a:ext cx="219691" cy="325230"/>
            </a:xfrm>
            <a:custGeom>
              <a:rect b="b" l="l" r="r" t="t"/>
              <a:pathLst>
                <a:path extrusionOk="0" h="12385" w="8366">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5" name="Google Shape;20745;p95"/>
            <p:cNvSpPr/>
            <p:nvPr/>
          </p:nvSpPr>
          <p:spPr>
            <a:xfrm>
              <a:off x="6230360" y="2591666"/>
              <a:ext cx="204329" cy="204329"/>
            </a:xfrm>
            <a:custGeom>
              <a:rect b="b" l="l" r="r" t="t"/>
              <a:pathLst>
                <a:path extrusionOk="0" h="7781" w="7781">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6" name="Google Shape;20746;p95"/>
            <p:cNvSpPr/>
            <p:nvPr/>
          </p:nvSpPr>
          <p:spPr>
            <a:xfrm>
              <a:off x="6234115" y="2591666"/>
              <a:ext cx="104331" cy="204329"/>
            </a:xfrm>
            <a:custGeom>
              <a:rect b="b" l="l" r="r" t="t"/>
              <a:pathLst>
                <a:path extrusionOk="0" h="7781" w="3973">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7" name="Google Shape;20747;p95"/>
            <p:cNvSpPr/>
            <p:nvPr/>
          </p:nvSpPr>
          <p:spPr>
            <a:xfrm>
              <a:off x="6262528" y="2728875"/>
              <a:ext cx="140491" cy="67121"/>
            </a:xfrm>
            <a:custGeom>
              <a:rect b="b" l="l" r="r" t="t"/>
              <a:pathLst>
                <a:path extrusionOk="0" h="2556" w="535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8" name="Google Shape;20748;p95"/>
            <p:cNvSpPr/>
            <p:nvPr/>
          </p:nvSpPr>
          <p:spPr>
            <a:xfrm>
              <a:off x="6262528" y="2729137"/>
              <a:ext cx="74920" cy="66858"/>
            </a:xfrm>
            <a:custGeom>
              <a:rect b="b" l="l" r="r" t="t"/>
              <a:pathLst>
                <a:path extrusionOk="0" h="2546" w="2853">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9" name="Google Shape;20749;p95"/>
            <p:cNvSpPr/>
            <p:nvPr/>
          </p:nvSpPr>
          <p:spPr>
            <a:xfrm>
              <a:off x="6283878" y="2609996"/>
              <a:ext cx="98029" cy="64862"/>
            </a:xfrm>
            <a:custGeom>
              <a:rect b="b" l="l" r="r" t="t"/>
              <a:pathLst>
                <a:path extrusionOk="0" h="2470" w="3733">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0" name="Google Shape;20750;p95"/>
            <p:cNvSpPr/>
            <p:nvPr/>
          </p:nvSpPr>
          <p:spPr>
            <a:xfrm>
              <a:off x="6283878" y="2610258"/>
              <a:ext cx="53308" cy="64600"/>
            </a:xfrm>
            <a:custGeom>
              <a:rect b="b" l="l" r="r" t="t"/>
              <a:pathLst>
                <a:path extrusionOk="0" h="2460" w="203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1" name="Google Shape;20751;p95"/>
            <p:cNvSpPr/>
            <p:nvPr/>
          </p:nvSpPr>
          <p:spPr>
            <a:xfrm>
              <a:off x="6368566" y="2668319"/>
              <a:ext cx="18119" cy="26917"/>
            </a:xfrm>
            <a:custGeom>
              <a:rect b="b" l="l" r="r" t="t"/>
              <a:pathLst>
                <a:path extrusionOk="0" h="1025" w="69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2" name="Google Shape;20752;p95"/>
            <p:cNvSpPr/>
            <p:nvPr/>
          </p:nvSpPr>
          <p:spPr>
            <a:xfrm>
              <a:off x="6276079" y="2668319"/>
              <a:ext cx="21402" cy="26917"/>
            </a:xfrm>
            <a:custGeom>
              <a:rect b="b" l="l" r="r" t="t"/>
              <a:pathLst>
                <a:path extrusionOk="0" h="1025" w="815">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3" name="Google Shape;20753;p95"/>
            <p:cNvSpPr/>
            <p:nvPr/>
          </p:nvSpPr>
          <p:spPr>
            <a:xfrm>
              <a:off x="6315048" y="2715613"/>
              <a:ext cx="35950" cy="38917"/>
            </a:xfrm>
            <a:custGeom>
              <a:rect b="b" l="l" r="r" t="t"/>
              <a:pathLst>
                <a:path extrusionOk="0" h="1482" w="1369">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4" name="Google Shape;20754;p95"/>
            <p:cNvSpPr/>
            <p:nvPr/>
          </p:nvSpPr>
          <p:spPr>
            <a:xfrm>
              <a:off x="6315048" y="2715745"/>
              <a:ext cx="21875" cy="38786"/>
            </a:xfrm>
            <a:custGeom>
              <a:rect b="b" l="l" r="r" t="t"/>
              <a:pathLst>
                <a:path extrusionOk="0" h="1477" w="833">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5" name="Google Shape;20755;p95"/>
            <p:cNvSpPr/>
            <p:nvPr/>
          </p:nvSpPr>
          <p:spPr>
            <a:xfrm>
              <a:off x="6294172" y="2648178"/>
              <a:ext cx="76942" cy="77467"/>
            </a:xfrm>
            <a:custGeom>
              <a:rect b="b" l="l" r="r" t="t"/>
              <a:pathLst>
                <a:path extrusionOk="0" h="2950" w="293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6" name="Google Shape;20756;p95"/>
            <p:cNvSpPr/>
            <p:nvPr/>
          </p:nvSpPr>
          <p:spPr>
            <a:xfrm>
              <a:off x="6294434" y="2648099"/>
              <a:ext cx="56328" cy="77546"/>
            </a:xfrm>
            <a:custGeom>
              <a:rect b="b" l="l" r="r" t="t"/>
              <a:pathLst>
                <a:path extrusionOk="0" h="2953" w="2145">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7" name="Google Shape;20757;p95"/>
            <p:cNvSpPr/>
            <p:nvPr/>
          </p:nvSpPr>
          <p:spPr>
            <a:xfrm>
              <a:off x="6459557" y="2469268"/>
              <a:ext cx="69878" cy="70140"/>
            </a:xfrm>
            <a:custGeom>
              <a:rect b="b" l="l" r="r" t="t"/>
              <a:pathLst>
                <a:path extrusionOk="0" h="2671" w="2661">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58" name="Google Shape;20758;p95"/>
          <p:cNvGrpSpPr/>
          <p:nvPr/>
        </p:nvGrpSpPr>
        <p:grpSpPr>
          <a:xfrm>
            <a:off x="6629364" y="2307152"/>
            <a:ext cx="387781" cy="286680"/>
            <a:chOff x="6633976" y="2459552"/>
            <a:chExt cx="387781" cy="286680"/>
          </a:xfrm>
        </p:grpSpPr>
        <p:sp>
          <p:nvSpPr>
            <p:cNvPr id="20759" name="Google Shape;20759;p95"/>
            <p:cNvSpPr/>
            <p:nvPr/>
          </p:nvSpPr>
          <p:spPr>
            <a:xfrm>
              <a:off x="6635473" y="2459552"/>
              <a:ext cx="386285" cy="205773"/>
            </a:xfrm>
            <a:custGeom>
              <a:rect b="b" l="l" r="r" t="t"/>
              <a:pathLst>
                <a:path extrusionOk="0" h="7836" w="1471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0" name="Google Shape;20760;p95"/>
            <p:cNvSpPr/>
            <p:nvPr/>
          </p:nvSpPr>
          <p:spPr>
            <a:xfrm>
              <a:off x="6633976" y="2522051"/>
              <a:ext cx="352856" cy="143012"/>
            </a:xfrm>
            <a:custGeom>
              <a:rect b="b" l="l" r="r" t="t"/>
              <a:pathLst>
                <a:path extrusionOk="0" h="5446" w="13437">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1" name="Google Shape;20761;p95"/>
            <p:cNvSpPr/>
            <p:nvPr/>
          </p:nvSpPr>
          <p:spPr>
            <a:xfrm>
              <a:off x="6759867" y="2559235"/>
              <a:ext cx="137261" cy="186997"/>
            </a:xfrm>
            <a:custGeom>
              <a:rect b="b" l="l" r="r" t="t"/>
              <a:pathLst>
                <a:path extrusionOk="0" h="7121" w="5227">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2" name="Google Shape;20762;p95"/>
            <p:cNvSpPr/>
            <p:nvPr/>
          </p:nvSpPr>
          <p:spPr>
            <a:xfrm>
              <a:off x="6792613" y="2632553"/>
              <a:ext cx="72189" cy="84163"/>
            </a:xfrm>
            <a:custGeom>
              <a:rect b="b" l="l" r="r" t="t"/>
              <a:pathLst>
                <a:path extrusionOk="0" h="3205" w="2749">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3" name="Google Shape;20763;p95"/>
            <p:cNvSpPr/>
            <p:nvPr/>
          </p:nvSpPr>
          <p:spPr>
            <a:xfrm>
              <a:off x="6792429" y="2477882"/>
              <a:ext cx="58875" cy="39416"/>
            </a:xfrm>
            <a:custGeom>
              <a:rect b="b" l="l" r="r" t="t"/>
              <a:pathLst>
                <a:path extrusionOk="0" h="1501" w="2242">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4" name="Google Shape;20764;p95"/>
            <p:cNvSpPr/>
            <p:nvPr/>
          </p:nvSpPr>
          <p:spPr>
            <a:xfrm>
              <a:off x="6891823" y="2516720"/>
              <a:ext cx="47005" cy="38024"/>
            </a:xfrm>
            <a:custGeom>
              <a:rect b="b" l="l" r="r" t="t"/>
              <a:pathLst>
                <a:path extrusionOk="0" h="1448" w="179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5" name="Google Shape;20765;p95"/>
            <p:cNvSpPr/>
            <p:nvPr/>
          </p:nvSpPr>
          <p:spPr>
            <a:xfrm>
              <a:off x="6841036" y="2559235"/>
              <a:ext cx="56091" cy="56328"/>
            </a:xfrm>
            <a:custGeom>
              <a:rect b="b" l="l" r="r" t="t"/>
              <a:pathLst>
                <a:path extrusionOk="0" h="2145" w="2136">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66" name="Google Shape;20766;p95"/>
          <p:cNvGrpSpPr/>
          <p:nvPr/>
        </p:nvGrpSpPr>
        <p:grpSpPr>
          <a:xfrm>
            <a:off x="7086498" y="2276165"/>
            <a:ext cx="376989" cy="348864"/>
            <a:chOff x="7091110" y="2428565"/>
            <a:chExt cx="376989" cy="348864"/>
          </a:xfrm>
        </p:grpSpPr>
        <p:sp>
          <p:nvSpPr>
            <p:cNvPr id="20767" name="Google Shape;20767;p95"/>
            <p:cNvSpPr/>
            <p:nvPr/>
          </p:nvSpPr>
          <p:spPr>
            <a:xfrm>
              <a:off x="7213692" y="2609759"/>
              <a:ext cx="124577" cy="104305"/>
            </a:xfrm>
            <a:custGeom>
              <a:rect b="b" l="l" r="r" t="t"/>
              <a:pathLst>
                <a:path extrusionOk="0" h="3972" w="4744">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8" name="Google Shape;20768;p95"/>
            <p:cNvSpPr/>
            <p:nvPr/>
          </p:nvSpPr>
          <p:spPr>
            <a:xfrm>
              <a:off x="7346699" y="2713539"/>
              <a:ext cx="121400" cy="63891"/>
            </a:xfrm>
            <a:custGeom>
              <a:rect b="b" l="l" r="r" t="t"/>
              <a:pathLst>
                <a:path extrusionOk="0" h="2433" w="4623">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9" name="Google Shape;20769;p95"/>
            <p:cNvSpPr/>
            <p:nvPr/>
          </p:nvSpPr>
          <p:spPr>
            <a:xfrm>
              <a:off x="7345176" y="2713539"/>
              <a:ext cx="49290" cy="63891"/>
            </a:xfrm>
            <a:custGeom>
              <a:rect b="b" l="l" r="r" t="t"/>
              <a:pathLst>
                <a:path extrusionOk="0" h="2433" w="1877">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0" name="Google Shape;20770;p95"/>
            <p:cNvSpPr/>
            <p:nvPr/>
          </p:nvSpPr>
          <p:spPr>
            <a:xfrm>
              <a:off x="7367549" y="2612753"/>
              <a:ext cx="76942" cy="54332"/>
            </a:xfrm>
            <a:custGeom>
              <a:rect b="b" l="l" r="r" t="t"/>
              <a:pathLst>
                <a:path extrusionOk="0" h="2069" w="293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1" name="Google Shape;20771;p95"/>
            <p:cNvSpPr/>
            <p:nvPr/>
          </p:nvSpPr>
          <p:spPr>
            <a:xfrm>
              <a:off x="7367549" y="2612779"/>
              <a:ext cx="41753" cy="54306"/>
            </a:xfrm>
            <a:custGeom>
              <a:rect b="b" l="l" r="r" t="t"/>
              <a:pathLst>
                <a:path extrusionOk="0" h="2068" w="159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2" name="Google Shape;20772;p95"/>
            <p:cNvSpPr/>
            <p:nvPr/>
          </p:nvSpPr>
          <p:spPr>
            <a:xfrm>
              <a:off x="7434145" y="2661281"/>
              <a:ext cx="16885" cy="22636"/>
            </a:xfrm>
            <a:custGeom>
              <a:rect b="b" l="l" r="r" t="t"/>
              <a:pathLst>
                <a:path extrusionOk="0" h="862" w="643">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3" name="Google Shape;20773;p95"/>
            <p:cNvSpPr/>
            <p:nvPr/>
          </p:nvSpPr>
          <p:spPr>
            <a:xfrm>
              <a:off x="7361772" y="2661334"/>
              <a:ext cx="16623" cy="22479"/>
            </a:xfrm>
            <a:custGeom>
              <a:rect b="b" l="l" r="r" t="t"/>
              <a:pathLst>
                <a:path extrusionOk="0" h="856" w="633">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4" name="Google Shape;20774;p95"/>
            <p:cNvSpPr/>
            <p:nvPr/>
          </p:nvSpPr>
          <p:spPr>
            <a:xfrm>
              <a:off x="7391945" y="2700829"/>
              <a:ext cx="28151" cy="32352"/>
            </a:xfrm>
            <a:custGeom>
              <a:rect b="b" l="l" r="r" t="t"/>
              <a:pathLst>
                <a:path extrusionOk="0" h="1232" w="1072">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5" name="Google Shape;20775;p95"/>
            <p:cNvSpPr/>
            <p:nvPr/>
          </p:nvSpPr>
          <p:spPr>
            <a:xfrm>
              <a:off x="7391945" y="2701144"/>
              <a:ext cx="17095" cy="32037"/>
            </a:xfrm>
            <a:custGeom>
              <a:rect b="b" l="l" r="r" t="t"/>
              <a:pathLst>
                <a:path extrusionOk="0" h="1220" w="651">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6" name="Google Shape;20776;p95"/>
            <p:cNvSpPr/>
            <p:nvPr/>
          </p:nvSpPr>
          <p:spPr>
            <a:xfrm>
              <a:off x="7375847" y="2644422"/>
              <a:ext cx="60582" cy="64626"/>
            </a:xfrm>
            <a:custGeom>
              <a:rect b="b" l="l" r="r" t="t"/>
              <a:pathLst>
                <a:path extrusionOk="0" h="2461" w="2307">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7" name="Google Shape;20777;p95"/>
            <p:cNvSpPr/>
            <p:nvPr/>
          </p:nvSpPr>
          <p:spPr>
            <a:xfrm>
              <a:off x="7375847" y="2644580"/>
              <a:ext cx="44012" cy="64731"/>
            </a:xfrm>
            <a:custGeom>
              <a:rect b="b" l="l" r="r" t="t"/>
              <a:pathLst>
                <a:path extrusionOk="0" h="2465" w="1676">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8" name="Google Shape;20778;p95"/>
            <p:cNvSpPr/>
            <p:nvPr/>
          </p:nvSpPr>
          <p:spPr>
            <a:xfrm>
              <a:off x="7219784" y="2529325"/>
              <a:ext cx="121400" cy="63917"/>
            </a:xfrm>
            <a:custGeom>
              <a:rect b="b" l="l" r="r" t="t"/>
              <a:pathLst>
                <a:path extrusionOk="0" h="2434" w="4623">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9" name="Google Shape;20779;p95"/>
            <p:cNvSpPr/>
            <p:nvPr/>
          </p:nvSpPr>
          <p:spPr>
            <a:xfrm>
              <a:off x="7218261" y="2529325"/>
              <a:ext cx="49290" cy="63917"/>
            </a:xfrm>
            <a:custGeom>
              <a:rect b="b" l="l" r="r" t="t"/>
              <a:pathLst>
                <a:path extrusionOk="0" h="2434" w="1877">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0" name="Google Shape;20780;p95"/>
            <p:cNvSpPr/>
            <p:nvPr/>
          </p:nvSpPr>
          <p:spPr>
            <a:xfrm>
              <a:off x="7240897" y="2428565"/>
              <a:ext cx="76916" cy="54043"/>
            </a:xfrm>
            <a:custGeom>
              <a:rect b="b" l="l" r="r" t="t"/>
              <a:pathLst>
                <a:path extrusionOk="0" h="2058" w="2929">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1" name="Google Shape;20781;p95"/>
            <p:cNvSpPr/>
            <p:nvPr/>
          </p:nvSpPr>
          <p:spPr>
            <a:xfrm>
              <a:off x="7240897" y="2428565"/>
              <a:ext cx="41727" cy="54306"/>
            </a:xfrm>
            <a:custGeom>
              <a:rect b="b" l="l" r="r" t="t"/>
              <a:pathLst>
                <a:path extrusionOk="0" h="2068" w="1589">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2" name="Google Shape;20782;p95"/>
            <p:cNvSpPr/>
            <p:nvPr/>
          </p:nvSpPr>
          <p:spPr>
            <a:xfrm>
              <a:off x="7307230" y="2477146"/>
              <a:ext cx="17122" cy="22557"/>
            </a:xfrm>
            <a:custGeom>
              <a:rect b="b" l="l" r="r" t="t"/>
              <a:pathLst>
                <a:path extrusionOk="0" h="859" w="652">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3" name="Google Shape;20783;p95"/>
            <p:cNvSpPr/>
            <p:nvPr/>
          </p:nvSpPr>
          <p:spPr>
            <a:xfrm>
              <a:off x="7234857" y="2477120"/>
              <a:ext cx="16623" cy="22479"/>
            </a:xfrm>
            <a:custGeom>
              <a:rect b="b" l="l" r="r" t="t"/>
              <a:pathLst>
                <a:path extrusionOk="0" h="856" w="633">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4" name="Google Shape;20784;p95"/>
            <p:cNvSpPr/>
            <p:nvPr/>
          </p:nvSpPr>
          <p:spPr>
            <a:xfrm>
              <a:off x="7265266" y="2516694"/>
              <a:ext cx="27914" cy="32274"/>
            </a:xfrm>
            <a:custGeom>
              <a:rect b="b" l="l" r="r" t="t"/>
              <a:pathLst>
                <a:path extrusionOk="0" h="1229" w="1063">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5" name="Google Shape;20785;p95"/>
            <p:cNvSpPr/>
            <p:nvPr/>
          </p:nvSpPr>
          <p:spPr>
            <a:xfrm>
              <a:off x="7265266" y="2516956"/>
              <a:ext cx="17122" cy="32247"/>
            </a:xfrm>
            <a:custGeom>
              <a:rect b="b" l="l" r="r" t="t"/>
              <a:pathLst>
                <a:path extrusionOk="0" h="1228" w="652">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6" name="Google Shape;20786;p95"/>
            <p:cNvSpPr/>
            <p:nvPr/>
          </p:nvSpPr>
          <p:spPr>
            <a:xfrm>
              <a:off x="7249195" y="2460287"/>
              <a:ext cx="60319" cy="64810"/>
            </a:xfrm>
            <a:custGeom>
              <a:rect b="b" l="l" r="r" t="t"/>
              <a:pathLst>
                <a:path extrusionOk="0" h="2468" w="2297">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7" name="Google Shape;20787;p95"/>
            <p:cNvSpPr/>
            <p:nvPr/>
          </p:nvSpPr>
          <p:spPr>
            <a:xfrm>
              <a:off x="7249195" y="2460471"/>
              <a:ext cx="43749" cy="64626"/>
            </a:xfrm>
            <a:custGeom>
              <a:rect b="b" l="l" r="r" t="t"/>
              <a:pathLst>
                <a:path extrusionOk="0" h="2461" w="1666">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8" name="Google Shape;20788;p95"/>
            <p:cNvSpPr/>
            <p:nvPr/>
          </p:nvSpPr>
          <p:spPr>
            <a:xfrm>
              <a:off x="7092607" y="2713539"/>
              <a:ext cx="121164" cy="63891"/>
            </a:xfrm>
            <a:custGeom>
              <a:rect b="b" l="l" r="r" t="t"/>
              <a:pathLst>
                <a:path extrusionOk="0" h="2433" w="4614">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9" name="Google Shape;20789;p95"/>
            <p:cNvSpPr/>
            <p:nvPr/>
          </p:nvSpPr>
          <p:spPr>
            <a:xfrm>
              <a:off x="7091110" y="2713539"/>
              <a:ext cx="49027" cy="63891"/>
            </a:xfrm>
            <a:custGeom>
              <a:rect b="b" l="l" r="r" t="t"/>
              <a:pathLst>
                <a:path extrusionOk="0" h="2433" w="1867">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0" name="Google Shape;20790;p95"/>
            <p:cNvSpPr/>
            <p:nvPr/>
          </p:nvSpPr>
          <p:spPr>
            <a:xfrm>
              <a:off x="7113484" y="2612753"/>
              <a:ext cx="76916" cy="54332"/>
            </a:xfrm>
            <a:custGeom>
              <a:rect b="b" l="l" r="r" t="t"/>
              <a:pathLst>
                <a:path extrusionOk="0" h="2069" w="2929">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1" name="Google Shape;20791;p95"/>
            <p:cNvSpPr/>
            <p:nvPr/>
          </p:nvSpPr>
          <p:spPr>
            <a:xfrm>
              <a:off x="7113484" y="2612779"/>
              <a:ext cx="41727" cy="54306"/>
            </a:xfrm>
            <a:custGeom>
              <a:rect b="b" l="l" r="r" t="t"/>
              <a:pathLst>
                <a:path extrusionOk="0" h="2068" w="1589">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2" name="Google Shape;20792;p95"/>
            <p:cNvSpPr/>
            <p:nvPr/>
          </p:nvSpPr>
          <p:spPr>
            <a:xfrm>
              <a:off x="7180079" y="2661281"/>
              <a:ext cx="16859" cy="22636"/>
            </a:xfrm>
            <a:custGeom>
              <a:rect b="b" l="l" r="r" t="t"/>
              <a:pathLst>
                <a:path extrusionOk="0" h="862" w="642">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3" name="Google Shape;20793;p95"/>
            <p:cNvSpPr/>
            <p:nvPr/>
          </p:nvSpPr>
          <p:spPr>
            <a:xfrm>
              <a:off x="7107444" y="2661334"/>
              <a:ext cx="16623" cy="22479"/>
            </a:xfrm>
            <a:custGeom>
              <a:rect b="b" l="l" r="r" t="t"/>
              <a:pathLst>
                <a:path extrusionOk="0" h="856" w="633">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4" name="Google Shape;20794;p95"/>
            <p:cNvSpPr/>
            <p:nvPr/>
          </p:nvSpPr>
          <p:spPr>
            <a:xfrm>
              <a:off x="7137853" y="2700829"/>
              <a:ext cx="28177" cy="32352"/>
            </a:xfrm>
            <a:custGeom>
              <a:rect b="b" l="l" r="r" t="t"/>
              <a:pathLst>
                <a:path extrusionOk="0" h="1232" w="1073">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5" name="Google Shape;20795;p95"/>
            <p:cNvSpPr/>
            <p:nvPr/>
          </p:nvSpPr>
          <p:spPr>
            <a:xfrm>
              <a:off x="7137590" y="2701144"/>
              <a:ext cx="17384" cy="32037"/>
            </a:xfrm>
            <a:custGeom>
              <a:rect b="b" l="l" r="r" t="t"/>
              <a:pathLst>
                <a:path extrusionOk="0" h="1220" w="662">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6" name="Google Shape;20796;p95"/>
            <p:cNvSpPr/>
            <p:nvPr/>
          </p:nvSpPr>
          <p:spPr>
            <a:xfrm>
              <a:off x="7121756" y="2644422"/>
              <a:ext cx="60345" cy="64626"/>
            </a:xfrm>
            <a:custGeom>
              <a:rect b="b" l="l" r="r" t="t"/>
              <a:pathLst>
                <a:path extrusionOk="0" h="2461" w="2298">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97" name="Google Shape;20797;p95"/>
            <p:cNvSpPr/>
            <p:nvPr/>
          </p:nvSpPr>
          <p:spPr>
            <a:xfrm>
              <a:off x="7121756" y="2644580"/>
              <a:ext cx="43775" cy="64731"/>
            </a:xfrm>
            <a:custGeom>
              <a:rect b="b" l="l" r="r" t="t"/>
              <a:pathLst>
                <a:path extrusionOk="0" h="2465" w="1667">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98" name="Google Shape;20798;p95"/>
          <p:cNvGrpSpPr/>
          <p:nvPr/>
        </p:nvGrpSpPr>
        <p:grpSpPr>
          <a:xfrm>
            <a:off x="7531815" y="2262825"/>
            <a:ext cx="369715" cy="375492"/>
            <a:chOff x="7536427" y="2415225"/>
            <a:chExt cx="369715" cy="375492"/>
          </a:xfrm>
        </p:grpSpPr>
        <p:sp>
          <p:nvSpPr>
            <p:cNvPr id="20799" name="Google Shape;20799;p95"/>
            <p:cNvSpPr/>
            <p:nvPr/>
          </p:nvSpPr>
          <p:spPr>
            <a:xfrm>
              <a:off x="7648978" y="2602774"/>
              <a:ext cx="150417" cy="121137"/>
            </a:xfrm>
            <a:custGeom>
              <a:rect b="b" l="l" r="r" t="t"/>
              <a:pathLst>
                <a:path extrusionOk="0" h="4613" w="5728">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0" name="Google Shape;20800;p95"/>
            <p:cNvSpPr/>
            <p:nvPr/>
          </p:nvSpPr>
          <p:spPr>
            <a:xfrm>
              <a:off x="7681698" y="2421265"/>
              <a:ext cx="30435" cy="66622"/>
            </a:xfrm>
            <a:custGeom>
              <a:rect b="b" l="l" r="r" t="t"/>
              <a:pathLst>
                <a:path extrusionOk="0" h="2537" w="1159">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1" name="Google Shape;20801;p95"/>
            <p:cNvSpPr/>
            <p:nvPr/>
          </p:nvSpPr>
          <p:spPr>
            <a:xfrm>
              <a:off x="7693751" y="2415225"/>
              <a:ext cx="72924" cy="72661"/>
            </a:xfrm>
            <a:custGeom>
              <a:rect b="b" l="l" r="r" t="t"/>
              <a:pathLst>
                <a:path extrusionOk="0" h="2767" w="2777">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2" name="Google Shape;20802;p95"/>
            <p:cNvSpPr/>
            <p:nvPr/>
          </p:nvSpPr>
          <p:spPr>
            <a:xfrm>
              <a:off x="7706067" y="2505953"/>
              <a:ext cx="36239" cy="26917"/>
            </a:xfrm>
            <a:custGeom>
              <a:rect b="b" l="l" r="r" t="t"/>
              <a:pathLst>
                <a:path extrusionOk="0" h="1025" w="1380">
                  <a:moveTo>
                    <a:pt x="1" y="1"/>
                  </a:moveTo>
                  <a:lnTo>
                    <a:pt x="1" y="1025"/>
                  </a:lnTo>
                  <a:lnTo>
                    <a:pt x="1379" y="1025"/>
                  </a:lnTo>
                  <a:lnTo>
                    <a:pt x="1379"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3" name="Google Shape;20803;p95"/>
            <p:cNvSpPr/>
            <p:nvPr/>
          </p:nvSpPr>
          <p:spPr>
            <a:xfrm>
              <a:off x="7706067" y="2505953"/>
              <a:ext cx="36239" cy="14732"/>
            </a:xfrm>
            <a:custGeom>
              <a:rect b="b" l="l" r="r" t="t"/>
              <a:pathLst>
                <a:path extrusionOk="0" h="561" w="138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4" name="Google Shape;20804;p95"/>
            <p:cNvSpPr/>
            <p:nvPr/>
          </p:nvSpPr>
          <p:spPr>
            <a:xfrm>
              <a:off x="7663604" y="2520790"/>
              <a:ext cx="121164" cy="64101"/>
            </a:xfrm>
            <a:custGeom>
              <a:rect b="b" l="l" r="r" t="t"/>
              <a:pathLst>
                <a:path extrusionOk="0" h="2441" w="4614">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5" name="Google Shape;20805;p95"/>
            <p:cNvSpPr/>
            <p:nvPr/>
          </p:nvSpPr>
          <p:spPr>
            <a:xfrm>
              <a:off x="7718146" y="2532844"/>
              <a:ext cx="12080" cy="52047"/>
            </a:xfrm>
            <a:custGeom>
              <a:rect b="b" l="l" r="r" t="t"/>
              <a:pathLst>
                <a:path extrusionOk="0" h="1982" w="460">
                  <a:moveTo>
                    <a:pt x="115" y="1"/>
                  </a:moveTo>
                  <a:lnTo>
                    <a:pt x="0" y="1982"/>
                  </a:lnTo>
                  <a:lnTo>
                    <a:pt x="460" y="1982"/>
                  </a:lnTo>
                  <a:lnTo>
                    <a:pt x="345"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6" name="Google Shape;20806;p95"/>
            <p:cNvSpPr/>
            <p:nvPr/>
          </p:nvSpPr>
          <p:spPr>
            <a:xfrm>
              <a:off x="7687737" y="2445398"/>
              <a:ext cx="72898" cy="66622"/>
            </a:xfrm>
            <a:custGeom>
              <a:rect b="b" l="l" r="r" t="t"/>
              <a:pathLst>
                <a:path extrusionOk="0" h="2537" w="2776">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7" name="Google Shape;20807;p95"/>
            <p:cNvSpPr/>
            <p:nvPr/>
          </p:nvSpPr>
          <p:spPr>
            <a:xfrm>
              <a:off x="7687737" y="2445398"/>
              <a:ext cx="72661" cy="65361"/>
            </a:xfrm>
            <a:custGeom>
              <a:rect b="b" l="l" r="r" t="t"/>
              <a:pathLst>
                <a:path extrusionOk="0" h="2489" w="2767">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8" name="Google Shape;20808;p95"/>
            <p:cNvSpPr/>
            <p:nvPr/>
          </p:nvSpPr>
          <p:spPr>
            <a:xfrm>
              <a:off x="7663604" y="2536126"/>
              <a:ext cx="24159" cy="48528"/>
            </a:xfrm>
            <a:custGeom>
              <a:rect b="b" l="l" r="r" t="t"/>
              <a:pathLst>
                <a:path extrusionOk="0" h="1848" w="92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9" name="Google Shape;20809;p95"/>
            <p:cNvSpPr/>
            <p:nvPr/>
          </p:nvSpPr>
          <p:spPr>
            <a:xfrm>
              <a:off x="7760609" y="2536126"/>
              <a:ext cx="24159" cy="48528"/>
            </a:xfrm>
            <a:custGeom>
              <a:rect b="b" l="l" r="r" t="t"/>
              <a:pathLst>
                <a:path extrusionOk="0" h="1848" w="92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0" name="Google Shape;20810;p95"/>
            <p:cNvSpPr/>
            <p:nvPr/>
          </p:nvSpPr>
          <p:spPr>
            <a:xfrm>
              <a:off x="7717884" y="2532607"/>
              <a:ext cx="12342" cy="12342"/>
            </a:xfrm>
            <a:custGeom>
              <a:rect b="b" l="l" r="r" t="t"/>
              <a:pathLst>
                <a:path extrusionOk="0" h="470" w="47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1" name="Google Shape;20811;p95"/>
            <p:cNvSpPr/>
            <p:nvPr/>
          </p:nvSpPr>
          <p:spPr>
            <a:xfrm>
              <a:off x="7699292" y="2515906"/>
              <a:ext cx="24894" cy="25446"/>
            </a:xfrm>
            <a:custGeom>
              <a:rect b="b" l="l" r="r" t="t"/>
              <a:pathLst>
                <a:path extrusionOk="0" h="969" w="948">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2" name="Google Shape;20812;p95"/>
            <p:cNvSpPr/>
            <p:nvPr/>
          </p:nvSpPr>
          <p:spPr>
            <a:xfrm>
              <a:off x="7724160" y="2515906"/>
              <a:ext cx="24921" cy="25446"/>
            </a:xfrm>
            <a:custGeom>
              <a:rect b="b" l="l" r="r" t="t"/>
              <a:pathLst>
                <a:path extrusionOk="0" h="969" w="949">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3" name="Google Shape;20813;p95"/>
            <p:cNvSpPr/>
            <p:nvPr/>
          </p:nvSpPr>
          <p:spPr>
            <a:xfrm>
              <a:off x="7554547" y="2627091"/>
              <a:ext cx="30435" cy="66622"/>
            </a:xfrm>
            <a:custGeom>
              <a:rect b="b" l="l" r="r" t="t"/>
              <a:pathLst>
                <a:path extrusionOk="0" h="2537" w="1159">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4" name="Google Shape;20814;p95"/>
            <p:cNvSpPr/>
            <p:nvPr/>
          </p:nvSpPr>
          <p:spPr>
            <a:xfrm>
              <a:off x="7566600" y="2621051"/>
              <a:ext cx="72898" cy="72661"/>
            </a:xfrm>
            <a:custGeom>
              <a:rect b="b" l="l" r="r" t="t"/>
              <a:pathLst>
                <a:path extrusionOk="0" h="2767" w="2776">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5" name="Google Shape;20815;p95"/>
            <p:cNvSpPr/>
            <p:nvPr/>
          </p:nvSpPr>
          <p:spPr>
            <a:xfrm>
              <a:off x="7578916" y="2711779"/>
              <a:ext cx="36213" cy="26917"/>
            </a:xfrm>
            <a:custGeom>
              <a:rect b="b" l="l" r="r" t="t"/>
              <a:pathLst>
                <a:path extrusionOk="0" h="1025" w="1379">
                  <a:moveTo>
                    <a:pt x="0" y="1"/>
                  </a:moveTo>
                  <a:lnTo>
                    <a:pt x="0" y="1025"/>
                  </a:lnTo>
                  <a:lnTo>
                    <a:pt x="1378" y="1025"/>
                  </a:lnTo>
                  <a:lnTo>
                    <a:pt x="1378"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6" name="Google Shape;20816;p95"/>
            <p:cNvSpPr/>
            <p:nvPr/>
          </p:nvSpPr>
          <p:spPr>
            <a:xfrm>
              <a:off x="7578916" y="2712042"/>
              <a:ext cx="36213" cy="14653"/>
            </a:xfrm>
            <a:custGeom>
              <a:rect b="b" l="l" r="r" t="t"/>
              <a:pathLst>
                <a:path extrusionOk="0" h="558" w="1379">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7" name="Google Shape;20817;p95"/>
            <p:cNvSpPr/>
            <p:nvPr/>
          </p:nvSpPr>
          <p:spPr>
            <a:xfrm>
              <a:off x="7536427" y="2726616"/>
              <a:ext cx="121164" cy="64101"/>
            </a:xfrm>
            <a:custGeom>
              <a:rect b="b" l="l" r="r" t="t"/>
              <a:pathLst>
                <a:path extrusionOk="0" h="2441" w="4614">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8" name="Google Shape;20818;p95"/>
            <p:cNvSpPr/>
            <p:nvPr/>
          </p:nvSpPr>
          <p:spPr>
            <a:xfrm>
              <a:off x="7590969" y="2738670"/>
              <a:ext cx="12106" cy="52047"/>
            </a:xfrm>
            <a:custGeom>
              <a:rect b="b" l="l" r="r" t="t"/>
              <a:pathLst>
                <a:path extrusionOk="0" h="1982" w="461">
                  <a:moveTo>
                    <a:pt x="116" y="1"/>
                  </a:moveTo>
                  <a:lnTo>
                    <a:pt x="1" y="1982"/>
                  </a:lnTo>
                  <a:lnTo>
                    <a:pt x="460" y="1982"/>
                  </a:lnTo>
                  <a:lnTo>
                    <a:pt x="345" y="1"/>
                  </a:ln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9" name="Google Shape;20819;p95"/>
            <p:cNvSpPr/>
            <p:nvPr/>
          </p:nvSpPr>
          <p:spPr>
            <a:xfrm>
              <a:off x="7560560" y="2651434"/>
              <a:ext cx="72924" cy="66674"/>
            </a:xfrm>
            <a:custGeom>
              <a:rect b="b" l="l" r="r" t="t"/>
              <a:pathLst>
                <a:path extrusionOk="0" h="2539" w="2777">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0" name="Google Shape;20820;p95"/>
            <p:cNvSpPr/>
            <p:nvPr/>
          </p:nvSpPr>
          <p:spPr>
            <a:xfrm>
              <a:off x="7560560" y="2651434"/>
              <a:ext cx="72661" cy="65151"/>
            </a:xfrm>
            <a:custGeom>
              <a:rect b="b" l="l" r="r" t="t"/>
              <a:pathLst>
                <a:path extrusionOk="0" h="2481" w="2767">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1" name="Google Shape;20821;p95"/>
            <p:cNvSpPr/>
            <p:nvPr/>
          </p:nvSpPr>
          <p:spPr>
            <a:xfrm>
              <a:off x="7536427" y="2741952"/>
              <a:ext cx="24159" cy="48528"/>
            </a:xfrm>
            <a:custGeom>
              <a:rect b="b" l="l" r="r" t="t"/>
              <a:pathLst>
                <a:path extrusionOk="0" h="1848" w="92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2" name="Google Shape;20822;p95"/>
            <p:cNvSpPr/>
            <p:nvPr/>
          </p:nvSpPr>
          <p:spPr>
            <a:xfrm>
              <a:off x="7633195" y="2741952"/>
              <a:ext cx="24396" cy="48528"/>
            </a:xfrm>
            <a:custGeom>
              <a:rect b="b" l="l" r="r" t="t"/>
              <a:pathLst>
                <a:path extrusionOk="0" h="1848" w="929">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3" name="Google Shape;20823;p95"/>
            <p:cNvSpPr/>
            <p:nvPr/>
          </p:nvSpPr>
          <p:spPr>
            <a:xfrm>
              <a:off x="7590733" y="2738670"/>
              <a:ext cx="12342" cy="12106"/>
            </a:xfrm>
            <a:custGeom>
              <a:rect b="b" l="l" r="r" t="t"/>
              <a:pathLst>
                <a:path extrusionOk="0" h="461" w="47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4" name="Google Shape;20824;p95"/>
            <p:cNvSpPr/>
            <p:nvPr/>
          </p:nvSpPr>
          <p:spPr>
            <a:xfrm>
              <a:off x="7572115" y="2721863"/>
              <a:ext cx="24921" cy="25498"/>
            </a:xfrm>
            <a:custGeom>
              <a:rect b="b" l="l" r="r" t="t"/>
              <a:pathLst>
                <a:path extrusionOk="0" h="971" w="949">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5" name="Google Shape;20825;p95"/>
            <p:cNvSpPr/>
            <p:nvPr/>
          </p:nvSpPr>
          <p:spPr>
            <a:xfrm>
              <a:off x="7597009" y="2721863"/>
              <a:ext cx="24894" cy="25498"/>
            </a:xfrm>
            <a:custGeom>
              <a:rect b="b" l="l" r="r" t="t"/>
              <a:pathLst>
                <a:path extrusionOk="0" h="971" w="948">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6" name="Google Shape;20826;p95"/>
            <p:cNvSpPr/>
            <p:nvPr/>
          </p:nvSpPr>
          <p:spPr>
            <a:xfrm>
              <a:off x="7827204" y="2602958"/>
              <a:ext cx="48528" cy="42515"/>
            </a:xfrm>
            <a:custGeom>
              <a:rect b="b" l="l" r="r" t="t"/>
              <a:pathLst>
                <a:path extrusionOk="0" h="1619" w="1848">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7" name="Google Shape;20827;p95"/>
            <p:cNvSpPr/>
            <p:nvPr/>
          </p:nvSpPr>
          <p:spPr>
            <a:xfrm>
              <a:off x="7827204" y="2602958"/>
              <a:ext cx="33219" cy="42515"/>
            </a:xfrm>
            <a:custGeom>
              <a:rect b="b" l="l" r="r" t="t"/>
              <a:pathLst>
                <a:path extrusionOk="0" h="1619" w="1265">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8" name="Google Shape;20828;p95"/>
            <p:cNvSpPr/>
            <p:nvPr/>
          </p:nvSpPr>
          <p:spPr>
            <a:xfrm>
              <a:off x="7796795" y="2706002"/>
              <a:ext cx="109110" cy="84715"/>
            </a:xfrm>
            <a:custGeom>
              <a:rect b="b" l="l" r="r" t="t"/>
              <a:pathLst>
                <a:path extrusionOk="0" h="3226" w="4155">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9" name="Google Shape;20829;p95"/>
            <p:cNvSpPr/>
            <p:nvPr/>
          </p:nvSpPr>
          <p:spPr>
            <a:xfrm>
              <a:off x="7832745" y="2706002"/>
              <a:ext cx="37210" cy="24159"/>
            </a:xfrm>
            <a:custGeom>
              <a:rect b="b" l="l" r="r" t="t"/>
              <a:pathLst>
                <a:path extrusionOk="0" h="920" w="1417">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0" name="Google Shape;20830;p95"/>
            <p:cNvSpPr/>
            <p:nvPr/>
          </p:nvSpPr>
          <p:spPr>
            <a:xfrm>
              <a:off x="7797058" y="2737672"/>
              <a:ext cx="109084" cy="53045"/>
            </a:xfrm>
            <a:custGeom>
              <a:rect b="b" l="l" r="r" t="t"/>
              <a:pathLst>
                <a:path extrusionOk="0" h="2020" w="4154">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1" name="Google Shape;20831;p95"/>
            <p:cNvSpPr/>
            <p:nvPr/>
          </p:nvSpPr>
          <p:spPr>
            <a:xfrm>
              <a:off x="7809111" y="2621051"/>
              <a:ext cx="84715" cy="84741"/>
            </a:xfrm>
            <a:custGeom>
              <a:rect b="b" l="l" r="r" t="t"/>
              <a:pathLst>
                <a:path extrusionOk="0" h="3227" w="3226">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2" name="Google Shape;20832;p95"/>
            <p:cNvSpPr/>
            <p:nvPr/>
          </p:nvSpPr>
          <p:spPr>
            <a:xfrm>
              <a:off x="7824447" y="2621051"/>
              <a:ext cx="71138" cy="76443"/>
            </a:xfrm>
            <a:custGeom>
              <a:rect b="b" l="l" r="r" t="t"/>
              <a:pathLst>
                <a:path extrusionOk="0" h="2911" w="2709">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3" name="Google Shape;20833;p95"/>
            <p:cNvSpPr/>
            <p:nvPr/>
          </p:nvSpPr>
          <p:spPr>
            <a:xfrm>
              <a:off x="7814888" y="2658393"/>
              <a:ext cx="72661" cy="59715"/>
            </a:xfrm>
            <a:custGeom>
              <a:rect b="b" l="l" r="r" t="t"/>
              <a:pathLst>
                <a:path extrusionOk="0" h="2274" w="2767">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4" name="Google Shape;20834;p95"/>
            <p:cNvSpPr/>
            <p:nvPr/>
          </p:nvSpPr>
          <p:spPr>
            <a:xfrm>
              <a:off x="7815151" y="2658393"/>
              <a:ext cx="72661" cy="59190"/>
            </a:xfrm>
            <a:custGeom>
              <a:rect b="b" l="l" r="r" t="t"/>
              <a:pathLst>
                <a:path extrusionOk="0" h="2254" w="2767">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5" name="Google Shape;20835;p95"/>
            <p:cNvSpPr/>
            <p:nvPr/>
          </p:nvSpPr>
          <p:spPr>
            <a:xfrm>
              <a:off x="7796795" y="2749988"/>
              <a:ext cx="24422" cy="40729"/>
            </a:xfrm>
            <a:custGeom>
              <a:rect b="b" l="l" r="r" t="t"/>
              <a:pathLst>
                <a:path extrusionOk="0" h="1551" w="93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6" name="Google Shape;20836;p95"/>
            <p:cNvSpPr/>
            <p:nvPr/>
          </p:nvSpPr>
          <p:spPr>
            <a:xfrm>
              <a:off x="7881746" y="2749988"/>
              <a:ext cx="24159" cy="40729"/>
            </a:xfrm>
            <a:custGeom>
              <a:rect b="b" l="l" r="r" t="t"/>
              <a:pathLst>
                <a:path extrusionOk="0" h="1551" w="92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37" name="Google Shape;20837;p95"/>
          <p:cNvGrpSpPr/>
          <p:nvPr/>
        </p:nvGrpSpPr>
        <p:grpSpPr>
          <a:xfrm>
            <a:off x="7976160" y="2276402"/>
            <a:ext cx="353381" cy="358160"/>
            <a:chOff x="7980773" y="2428802"/>
            <a:chExt cx="353381" cy="358160"/>
          </a:xfrm>
        </p:grpSpPr>
        <p:sp>
          <p:nvSpPr>
            <p:cNvPr id="20838" name="Google Shape;20838;p95"/>
            <p:cNvSpPr/>
            <p:nvPr/>
          </p:nvSpPr>
          <p:spPr>
            <a:xfrm>
              <a:off x="8218504" y="2711779"/>
              <a:ext cx="115649" cy="75182"/>
            </a:xfrm>
            <a:custGeom>
              <a:rect b="b" l="l" r="r" t="t"/>
              <a:pathLst>
                <a:path extrusionOk="0" h="2863" w="4404">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39" name="Google Shape;20839;p95"/>
            <p:cNvSpPr/>
            <p:nvPr/>
          </p:nvSpPr>
          <p:spPr>
            <a:xfrm>
              <a:off x="8218268" y="2727614"/>
              <a:ext cx="115623" cy="59348"/>
            </a:xfrm>
            <a:custGeom>
              <a:rect b="b" l="l" r="r" t="t"/>
              <a:pathLst>
                <a:path extrusionOk="0" h="2260" w="4403">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0" name="Google Shape;20840;p95"/>
            <p:cNvSpPr/>
            <p:nvPr/>
          </p:nvSpPr>
          <p:spPr>
            <a:xfrm>
              <a:off x="8235600" y="2630872"/>
              <a:ext cx="29175" cy="63602"/>
            </a:xfrm>
            <a:custGeom>
              <a:rect b="b" l="l" r="r" t="t"/>
              <a:pathLst>
                <a:path extrusionOk="0" h="2422" w="1111">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1" name="Google Shape;20841;p95"/>
            <p:cNvSpPr/>
            <p:nvPr/>
          </p:nvSpPr>
          <p:spPr>
            <a:xfrm>
              <a:off x="8247417" y="2625095"/>
              <a:ext cx="69379" cy="69379"/>
            </a:xfrm>
            <a:custGeom>
              <a:rect b="b" l="l" r="r" t="t"/>
              <a:pathLst>
                <a:path extrusionOk="0" h="2642" w="2642">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2" name="Google Shape;20842;p95"/>
            <p:cNvSpPr/>
            <p:nvPr/>
          </p:nvSpPr>
          <p:spPr>
            <a:xfrm>
              <a:off x="8258971" y="2711779"/>
              <a:ext cx="34453" cy="14049"/>
            </a:xfrm>
            <a:custGeom>
              <a:rect b="b" l="l" r="r" t="t"/>
              <a:pathLst>
                <a:path extrusionOk="0" h="535" w="1312">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3" name="Google Shape;20843;p95"/>
            <p:cNvSpPr/>
            <p:nvPr/>
          </p:nvSpPr>
          <p:spPr>
            <a:xfrm>
              <a:off x="8241640" y="2654244"/>
              <a:ext cx="69379" cy="63339"/>
            </a:xfrm>
            <a:custGeom>
              <a:rect b="b" l="l" r="r" t="t"/>
              <a:pathLst>
                <a:path extrusionOk="0" h="2412" w="2642">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4" name="Google Shape;20844;p95"/>
            <p:cNvSpPr/>
            <p:nvPr/>
          </p:nvSpPr>
          <p:spPr>
            <a:xfrm>
              <a:off x="8241640" y="2654191"/>
              <a:ext cx="69143" cy="62157"/>
            </a:xfrm>
            <a:custGeom>
              <a:rect b="b" l="l" r="r" t="t"/>
              <a:pathLst>
                <a:path extrusionOk="0" h="2367" w="2633">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5" name="Google Shape;20845;p95"/>
            <p:cNvSpPr/>
            <p:nvPr/>
          </p:nvSpPr>
          <p:spPr>
            <a:xfrm>
              <a:off x="8218504" y="2740692"/>
              <a:ext cx="23161" cy="46270"/>
            </a:xfrm>
            <a:custGeom>
              <a:rect b="b" l="l" r="r" t="t"/>
              <a:pathLst>
                <a:path extrusionOk="0" h="1762" w="882">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6" name="Google Shape;20846;p95"/>
            <p:cNvSpPr/>
            <p:nvPr/>
          </p:nvSpPr>
          <p:spPr>
            <a:xfrm>
              <a:off x="8310756" y="2740692"/>
              <a:ext cx="23135" cy="46270"/>
            </a:xfrm>
            <a:custGeom>
              <a:rect b="b" l="l" r="r" t="t"/>
              <a:pathLst>
                <a:path extrusionOk="0" h="1762" w="881">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7" name="Google Shape;20847;p95"/>
            <p:cNvSpPr/>
            <p:nvPr/>
          </p:nvSpPr>
          <p:spPr>
            <a:xfrm>
              <a:off x="8009659" y="2607737"/>
              <a:ext cx="46270" cy="40493"/>
            </a:xfrm>
            <a:custGeom>
              <a:rect b="b" l="l" r="r" t="t"/>
              <a:pathLst>
                <a:path extrusionOk="0" h="1542" w="1762">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8" name="Google Shape;20848;p95"/>
            <p:cNvSpPr/>
            <p:nvPr/>
          </p:nvSpPr>
          <p:spPr>
            <a:xfrm>
              <a:off x="8009659" y="2607737"/>
              <a:ext cx="31696" cy="40493"/>
            </a:xfrm>
            <a:custGeom>
              <a:rect b="b" l="l" r="r" t="t"/>
              <a:pathLst>
                <a:path extrusionOk="0" h="1542" w="1207">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9" name="Google Shape;20849;p95"/>
            <p:cNvSpPr/>
            <p:nvPr/>
          </p:nvSpPr>
          <p:spPr>
            <a:xfrm>
              <a:off x="7980773" y="2706002"/>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0" name="Google Shape;20850;p95"/>
            <p:cNvSpPr/>
            <p:nvPr/>
          </p:nvSpPr>
          <p:spPr>
            <a:xfrm>
              <a:off x="8015200" y="2706002"/>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1" name="Google Shape;20851;p95"/>
            <p:cNvSpPr/>
            <p:nvPr/>
          </p:nvSpPr>
          <p:spPr>
            <a:xfrm>
              <a:off x="7980773" y="2736411"/>
              <a:ext cx="104068" cy="50551"/>
            </a:xfrm>
            <a:custGeom>
              <a:rect b="b" l="l" r="r" t="t"/>
              <a:pathLst>
                <a:path extrusionOk="0" h="1925" w="3963">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2" name="Google Shape;20852;p95"/>
            <p:cNvSpPr/>
            <p:nvPr/>
          </p:nvSpPr>
          <p:spPr>
            <a:xfrm>
              <a:off x="7992327" y="2625095"/>
              <a:ext cx="80960" cy="80933"/>
            </a:xfrm>
            <a:custGeom>
              <a:rect b="b" l="l" r="r" t="t"/>
              <a:pathLst>
                <a:path extrusionOk="0" h="3082" w="3083">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3" name="Google Shape;20853;p95"/>
            <p:cNvSpPr/>
            <p:nvPr/>
          </p:nvSpPr>
          <p:spPr>
            <a:xfrm>
              <a:off x="8007164" y="2625095"/>
              <a:ext cx="67620" cy="72898"/>
            </a:xfrm>
            <a:custGeom>
              <a:rect b="b" l="l" r="r" t="t"/>
              <a:pathLst>
                <a:path extrusionOk="0" h="2776" w="2575">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4" name="Google Shape;20854;p95"/>
            <p:cNvSpPr/>
            <p:nvPr/>
          </p:nvSpPr>
          <p:spPr>
            <a:xfrm>
              <a:off x="7998104" y="2660809"/>
              <a:ext cx="69379" cy="56774"/>
            </a:xfrm>
            <a:custGeom>
              <a:rect b="b" l="l" r="r" t="t"/>
              <a:pathLst>
                <a:path extrusionOk="0" h="2162" w="2642">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5" name="Google Shape;20855;p95"/>
            <p:cNvSpPr/>
            <p:nvPr/>
          </p:nvSpPr>
          <p:spPr>
            <a:xfrm>
              <a:off x="7998104" y="2660914"/>
              <a:ext cx="69379" cy="56170"/>
            </a:xfrm>
            <a:custGeom>
              <a:rect b="b" l="l" r="r" t="t"/>
              <a:pathLst>
                <a:path extrusionOk="0" h="2139" w="2642">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6" name="Google Shape;20856;p95"/>
            <p:cNvSpPr/>
            <p:nvPr/>
          </p:nvSpPr>
          <p:spPr>
            <a:xfrm>
              <a:off x="7980773" y="2748228"/>
              <a:ext cx="23135" cy="38733"/>
            </a:xfrm>
            <a:custGeom>
              <a:rect b="b" l="l" r="r" t="t"/>
              <a:pathLst>
                <a:path extrusionOk="0" h="1475" w="881">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7" name="Google Shape;20857;p95"/>
            <p:cNvSpPr/>
            <p:nvPr/>
          </p:nvSpPr>
          <p:spPr>
            <a:xfrm>
              <a:off x="8061680" y="2748228"/>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8" name="Google Shape;20858;p95"/>
            <p:cNvSpPr/>
            <p:nvPr/>
          </p:nvSpPr>
          <p:spPr>
            <a:xfrm>
              <a:off x="8101411" y="2428802"/>
              <a:ext cx="103806" cy="103832"/>
            </a:xfrm>
            <a:custGeom>
              <a:rect b="b" l="l" r="r" t="t"/>
              <a:pathLst>
                <a:path extrusionOk="0" h="3954" w="3953">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9" name="Google Shape;20859;p95"/>
            <p:cNvSpPr/>
            <p:nvPr/>
          </p:nvSpPr>
          <p:spPr>
            <a:xfrm>
              <a:off x="8129536" y="2428802"/>
              <a:ext cx="75944" cy="103832"/>
            </a:xfrm>
            <a:custGeom>
              <a:rect b="b" l="l" r="r" t="t"/>
              <a:pathLst>
                <a:path extrusionOk="0" h="3954" w="2892">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0" name="Google Shape;20860;p95"/>
            <p:cNvSpPr/>
            <p:nvPr/>
          </p:nvSpPr>
          <p:spPr>
            <a:xfrm>
              <a:off x="8100650" y="2507214"/>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1" name="Google Shape;20861;p95"/>
            <p:cNvSpPr/>
            <p:nvPr/>
          </p:nvSpPr>
          <p:spPr>
            <a:xfrm>
              <a:off x="8135076" y="2507214"/>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2" name="Google Shape;20862;p95"/>
            <p:cNvSpPr/>
            <p:nvPr/>
          </p:nvSpPr>
          <p:spPr>
            <a:xfrm>
              <a:off x="8100650" y="2537623"/>
              <a:ext cx="104068" cy="50551"/>
            </a:xfrm>
            <a:custGeom>
              <a:rect b="b" l="l" r="r" t="t"/>
              <a:pathLst>
                <a:path extrusionOk="0" h="1925" w="3963">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3" name="Google Shape;20863;p95"/>
            <p:cNvSpPr/>
            <p:nvPr/>
          </p:nvSpPr>
          <p:spPr>
            <a:xfrm>
              <a:off x="8117981" y="2462047"/>
              <a:ext cx="69405" cy="56748"/>
            </a:xfrm>
            <a:custGeom>
              <a:rect b="b" l="l" r="r" t="t"/>
              <a:pathLst>
                <a:path extrusionOk="0" h="2161" w="2643">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4" name="Google Shape;20864;p95"/>
            <p:cNvSpPr/>
            <p:nvPr/>
          </p:nvSpPr>
          <p:spPr>
            <a:xfrm>
              <a:off x="8117981" y="2462020"/>
              <a:ext cx="69405" cy="56275"/>
            </a:xfrm>
            <a:custGeom>
              <a:rect b="b" l="l" r="r" t="t"/>
              <a:pathLst>
                <a:path extrusionOk="0" h="2143" w="2643">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5" name="Google Shape;20865;p95"/>
            <p:cNvSpPr/>
            <p:nvPr/>
          </p:nvSpPr>
          <p:spPr>
            <a:xfrm>
              <a:off x="8100650" y="2549440"/>
              <a:ext cx="23135" cy="38733"/>
            </a:xfrm>
            <a:custGeom>
              <a:rect b="b" l="l" r="r" t="t"/>
              <a:pathLst>
                <a:path extrusionOk="0" h="1475" w="881">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6" name="Google Shape;20866;p95"/>
            <p:cNvSpPr/>
            <p:nvPr/>
          </p:nvSpPr>
          <p:spPr>
            <a:xfrm>
              <a:off x="8181557" y="2549440"/>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7" name="Google Shape;20867;p95"/>
            <p:cNvSpPr/>
            <p:nvPr/>
          </p:nvSpPr>
          <p:spPr>
            <a:xfrm>
              <a:off x="8082136" y="2607869"/>
              <a:ext cx="144351" cy="115728"/>
            </a:xfrm>
            <a:custGeom>
              <a:rect b="b" l="l" r="r" t="t"/>
              <a:pathLst>
                <a:path extrusionOk="0" h="4407" w="5497">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68" name="Google Shape;20868;p95"/>
          <p:cNvGrpSpPr/>
          <p:nvPr/>
        </p:nvGrpSpPr>
        <p:grpSpPr>
          <a:xfrm>
            <a:off x="4881445" y="4138840"/>
            <a:ext cx="346343" cy="343953"/>
            <a:chOff x="4886058" y="4291240"/>
            <a:chExt cx="346343" cy="343953"/>
          </a:xfrm>
        </p:grpSpPr>
        <p:sp>
          <p:nvSpPr>
            <p:cNvPr id="20869" name="Google Shape;20869;p95"/>
            <p:cNvSpPr/>
            <p:nvPr/>
          </p:nvSpPr>
          <p:spPr>
            <a:xfrm>
              <a:off x="5133611" y="4474508"/>
              <a:ext cx="40493" cy="39994"/>
            </a:xfrm>
            <a:custGeom>
              <a:rect b="b" l="l" r="r" t="t"/>
              <a:pathLst>
                <a:path extrusionOk="0" h="1523" w="1542">
                  <a:moveTo>
                    <a:pt x="0" y="1"/>
                  </a:moveTo>
                  <a:lnTo>
                    <a:pt x="977" y="1522"/>
                  </a:lnTo>
                  <a:lnTo>
                    <a:pt x="1541" y="1522"/>
                  </a:lnTo>
                  <a:cubicBezTo>
                    <a:pt x="1532" y="680"/>
                    <a:pt x="843"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0" name="Google Shape;20870;p95"/>
            <p:cNvSpPr/>
            <p:nvPr/>
          </p:nvSpPr>
          <p:spPr>
            <a:xfrm>
              <a:off x="5093407" y="4474508"/>
              <a:ext cx="66123" cy="39994"/>
            </a:xfrm>
            <a:custGeom>
              <a:rect b="b" l="l" r="r" t="t"/>
              <a:pathLst>
                <a:path extrusionOk="0" h="1523" w="2518">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1" name="Google Shape;20871;p95"/>
            <p:cNvSpPr/>
            <p:nvPr/>
          </p:nvSpPr>
          <p:spPr>
            <a:xfrm>
              <a:off x="5133112"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2" name="Google Shape;20872;p95"/>
            <p:cNvSpPr/>
            <p:nvPr/>
          </p:nvSpPr>
          <p:spPr>
            <a:xfrm>
              <a:off x="4985084" y="4474508"/>
              <a:ext cx="40493" cy="39994"/>
            </a:xfrm>
            <a:custGeom>
              <a:rect b="b" l="l" r="r" t="t"/>
              <a:pathLst>
                <a:path extrusionOk="0" h="1523" w="1542">
                  <a:moveTo>
                    <a:pt x="0" y="1"/>
                  </a:moveTo>
                  <a:lnTo>
                    <a:pt x="976" y="1522"/>
                  </a:lnTo>
                  <a:lnTo>
                    <a:pt x="1541" y="1522"/>
                  </a:lnTo>
                  <a:cubicBezTo>
                    <a:pt x="1532" y="680"/>
                    <a:pt x="842"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3" name="Google Shape;20873;p95"/>
            <p:cNvSpPr/>
            <p:nvPr/>
          </p:nvSpPr>
          <p:spPr>
            <a:xfrm>
              <a:off x="4944880" y="4474508"/>
              <a:ext cx="66123" cy="39994"/>
            </a:xfrm>
            <a:custGeom>
              <a:rect b="b" l="l" r="r" t="t"/>
              <a:pathLst>
                <a:path extrusionOk="0" h="1523" w="2518">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4" name="Google Shape;20874;p95"/>
            <p:cNvSpPr/>
            <p:nvPr/>
          </p:nvSpPr>
          <p:spPr>
            <a:xfrm>
              <a:off x="4984585"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5" name="Google Shape;20875;p95"/>
            <p:cNvSpPr/>
            <p:nvPr/>
          </p:nvSpPr>
          <p:spPr>
            <a:xfrm>
              <a:off x="5059479" y="4476530"/>
              <a:ext cx="54043" cy="54043"/>
            </a:xfrm>
            <a:custGeom>
              <a:rect b="b" l="l" r="r" t="t"/>
              <a:pathLst>
                <a:path extrusionOk="0" h="2058" w="2058">
                  <a:moveTo>
                    <a:pt x="0" y="0"/>
                  </a:moveTo>
                  <a:lnTo>
                    <a:pt x="1225" y="2058"/>
                  </a:lnTo>
                  <a:lnTo>
                    <a:pt x="2058" y="2058"/>
                  </a:lnTo>
                  <a:cubicBezTo>
                    <a:pt x="2058" y="919"/>
                    <a:pt x="1139" y="0"/>
                    <a:pt x="0"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6" name="Google Shape;20876;p95"/>
            <p:cNvSpPr/>
            <p:nvPr/>
          </p:nvSpPr>
          <p:spPr>
            <a:xfrm>
              <a:off x="5005436" y="4476530"/>
              <a:ext cx="86238" cy="54043"/>
            </a:xfrm>
            <a:custGeom>
              <a:rect b="b" l="l" r="r" t="t"/>
              <a:pathLst>
                <a:path extrusionOk="0" h="2058" w="3284">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7" name="Google Shape;20877;p95"/>
            <p:cNvSpPr/>
            <p:nvPr/>
          </p:nvSpPr>
          <p:spPr>
            <a:xfrm>
              <a:off x="5059715" y="4394835"/>
              <a:ext cx="29936" cy="59847"/>
            </a:xfrm>
            <a:custGeom>
              <a:rect b="b" l="l" r="r" t="t"/>
              <a:pathLst>
                <a:path extrusionOk="0" h="2279" w="114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8" name="Google Shape;20878;p95"/>
            <p:cNvSpPr/>
            <p:nvPr/>
          </p:nvSpPr>
          <p:spPr>
            <a:xfrm>
              <a:off x="5029070" y="4394835"/>
              <a:ext cx="45509" cy="59847"/>
            </a:xfrm>
            <a:custGeom>
              <a:rect b="b" l="l" r="r" t="t"/>
              <a:pathLst>
                <a:path extrusionOk="0" h="2279" w="1733">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9" name="Google Shape;20879;p95"/>
            <p:cNvSpPr/>
            <p:nvPr/>
          </p:nvSpPr>
          <p:spPr>
            <a:xfrm>
              <a:off x="4962711"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0" name="Google Shape;20880;p95"/>
            <p:cNvSpPr/>
            <p:nvPr/>
          </p:nvSpPr>
          <p:spPr>
            <a:xfrm>
              <a:off x="5111237"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1" name="Google Shape;20881;p95"/>
            <p:cNvSpPr/>
            <p:nvPr/>
          </p:nvSpPr>
          <p:spPr>
            <a:xfrm>
              <a:off x="4886058" y="4291240"/>
              <a:ext cx="346343" cy="343953"/>
            </a:xfrm>
            <a:custGeom>
              <a:rect b="b" l="l" r="r" t="t"/>
              <a:pathLst>
                <a:path extrusionOk="0" h="13098" w="13189">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82" name="Google Shape;20882;p95"/>
          <p:cNvGrpSpPr/>
          <p:nvPr/>
        </p:nvGrpSpPr>
        <p:grpSpPr>
          <a:xfrm>
            <a:off x="5339604" y="4138656"/>
            <a:ext cx="304616" cy="343560"/>
            <a:chOff x="5344216" y="4291056"/>
            <a:chExt cx="304616" cy="343560"/>
          </a:xfrm>
        </p:grpSpPr>
        <p:sp>
          <p:nvSpPr>
            <p:cNvPr id="20883" name="Google Shape;20883;p95"/>
            <p:cNvSpPr/>
            <p:nvPr/>
          </p:nvSpPr>
          <p:spPr>
            <a:xfrm>
              <a:off x="5344216" y="4297148"/>
              <a:ext cx="251334" cy="247264"/>
            </a:xfrm>
            <a:custGeom>
              <a:rect b="b" l="l" r="r" t="t"/>
              <a:pathLst>
                <a:path extrusionOk="0" h="9416" w="9571">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4" name="Google Shape;20884;p95"/>
            <p:cNvSpPr/>
            <p:nvPr/>
          </p:nvSpPr>
          <p:spPr>
            <a:xfrm>
              <a:off x="5544501" y="4291056"/>
              <a:ext cx="55330" cy="53807"/>
            </a:xfrm>
            <a:custGeom>
              <a:rect b="b" l="l" r="r" t="t"/>
              <a:pathLst>
                <a:path extrusionOk="0" h="2049" w="2107">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5" name="Google Shape;20885;p95"/>
            <p:cNvSpPr/>
            <p:nvPr/>
          </p:nvSpPr>
          <p:spPr>
            <a:xfrm>
              <a:off x="5349494" y="4566497"/>
              <a:ext cx="102309" cy="68118"/>
            </a:xfrm>
            <a:custGeom>
              <a:rect b="b" l="l" r="r" t="t"/>
              <a:pathLst>
                <a:path extrusionOk="0" h="2594" w="3896">
                  <a:moveTo>
                    <a:pt x="316" y="0"/>
                  </a:moveTo>
                  <a:cubicBezTo>
                    <a:pt x="48" y="10"/>
                    <a:pt x="10" y="144"/>
                    <a:pt x="0" y="201"/>
                  </a:cubicBezTo>
                  <a:lnTo>
                    <a:pt x="0" y="2594"/>
                  </a:lnTo>
                  <a:lnTo>
                    <a:pt x="3895" y="2594"/>
                  </a:lnTo>
                  <a:lnTo>
                    <a:pt x="3895"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6" name="Google Shape;20886;p95"/>
            <p:cNvSpPr/>
            <p:nvPr/>
          </p:nvSpPr>
          <p:spPr>
            <a:xfrm>
              <a:off x="5447996" y="4480784"/>
              <a:ext cx="102309" cy="153831"/>
            </a:xfrm>
            <a:custGeom>
              <a:rect b="b" l="l" r="r" t="t"/>
              <a:pathLst>
                <a:path extrusionOk="0" h="5858" w="3896">
                  <a:moveTo>
                    <a:pt x="297" y="1"/>
                  </a:moveTo>
                  <a:cubicBezTo>
                    <a:pt x="58" y="10"/>
                    <a:pt x="10" y="125"/>
                    <a:pt x="1" y="183"/>
                  </a:cubicBezTo>
                  <a:lnTo>
                    <a:pt x="1" y="5858"/>
                  </a:lnTo>
                  <a:lnTo>
                    <a:pt x="3896" y="5858"/>
                  </a:lnTo>
                  <a:lnTo>
                    <a:pt x="3896"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7" name="Google Shape;20887;p95"/>
            <p:cNvSpPr/>
            <p:nvPr/>
          </p:nvSpPr>
          <p:spPr>
            <a:xfrm>
              <a:off x="5546523" y="4388297"/>
              <a:ext cx="102309" cy="246319"/>
            </a:xfrm>
            <a:custGeom>
              <a:rect b="b" l="l" r="r" t="t"/>
              <a:pathLst>
                <a:path extrusionOk="0" h="9380" w="3896">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8" name="Google Shape;20888;p95"/>
            <p:cNvSpPr/>
            <p:nvPr/>
          </p:nvSpPr>
          <p:spPr>
            <a:xfrm>
              <a:off x="5349731" y="4566497"/>
              <a:ext cx="8587" cy="68118"/>
            </a:xfrm>
            <a:custGeom>
              <a:rect b="b" l="l" r="r" t="t"/>
              <a:pathLst>
                <a:path extrusionOk="0" h="2594" w="327">
                  <a:moveTo>
                    <a:pt x="307" y="0"/>
                  </a:moveTo>
                  <a:cubicBezTo>
                    <a:pt x="39" y="10"/>
                    <a:pt x="1" y="144"/>
                    <a:pt x="1" y="201"/>
                  </a:cubicBezTo>
                  <a:lnTo>
                    <a:pt x="1" y="2594"/>
                  </a:lnTo>
                  <a:lnTo>
                    <a:pt x="326" y="2594"/>
                  </a:lnTo>
                  <a:lnTo>
                    <a:pt x="326"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9" name="Google Shape;20889;p95"/>
            <p:cNvSpPr/>
            <p:nvPr/>
          </p:nvSpPr>
          <p:spPr>
            <a:xfrm>
              <a:off x="5447996" y="4480784"/>
              <a:ext cx="8823" cy="153831"/>
            </a:xfrm>
            <a:custGeom>
              <a:rect b="b" l="l" r="r" t="t"/>
              <a:pathLst>
                <a:path extrusionOk="0" h="5858" w="336">
                  <a:moveTo>
                    <a:pt x="297" y="1"/>
                  </a:moveTo>
                  <a:cubicBezTo>
                    <a:pt x="58" y="20"/>
                    <a:pt x="10" y="135"/>
                    <a:pt x="1" y="183"/>
                  </a:cubicBezTo>
                  <a:lnTo>
                    <a:pt x="1" y="5858"/>
                  </a:lnTo>
                  <a:lnTo>
                    <a:pt x="336" y="5858"/>
                  </a:lnTo>
                  <a:lnTo>
                    <a:pt x="33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0" name="Google Shape;20890;p95"/>
            <p:cNvSpPr/>
            <p:nvPr/>
          </p:nvSpPr>
          <p:spPr>
            <a:xfrm>
              <a:off x="5546523" y="4388297"/>
              <a:ext cx="8823" cy="246319"/>
            </a:xfrm>
            <a:custGeom>
              <a:rect b="b" l="l" r="r" t="t"/>
              <a:pathLst>
                <a:path extrusionOk="0" h="9380" w="336">
                  <a:moveTo>
                    <a:pt x="335" y="1"/>
                  </a:moveTo>
                  <a:cubicBezTo>
                    <a:pt x="39" y="1"/>
                    <a:pt x="10" y="154"/>
                    <a:pt x="0" y="211"/>
                  </a:cubicBezTo>
                  <a:lnTo>
                    <a:pt x="0" y="9380"/>
                  </a:lnTo>
                  <a:lnTo>
                    <a:pt x="335" y="9380"/>
                  </a:lnTo>
                  <a:lnTo>
                    <a:pt x="335" y="1"/>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1" name="Google Shape;20891;p95"/>
            <p:cNvSpPr/>
            <p:nvPr/>
          </p:nvSpPr>
          <p:spPr>
            <a:xfrm>
              <a:off x="5365828" y="4585089"/>
              <a:ext cx="68381" cy="11082"/>
            </a:xfrm>
            <a:custGeom>
              <a:rect b="b" l="l" r="r" t="t"/>
              <a:pathLst>
                <a:path extrusionOk="0" h="422" w="2604">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2" name="Google Shape;20892;p95"/>
            <p:cNvSpPr/>
            <p:nvPr/>
          </p:nvSpPr>
          <p:spPr>
            <a:xfrm>
              <a:off x="5464592" y="4499376"/>
              <a:ext cx="68381" cy="11108"/>
            </a:xfrm>
            <a:custGeom>
              <a:rect b="b" l="l" r="r" t="t"/>
              <a:pathLst>
                <a:path extrusionOk="0" h="423" w="2604">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3" name="Google Shape;20893;p95"/>
            <p:cNvSpPr/>
            <p:nvPr/>
          </p:nvSpPr>
          <p:spPr>
            <a:xfrm>
              <a:off x="5562516" y="4406889"/>
              <a:ext cx="70324" cy="11108"/>
            </a:xfrm>
            <a:custGeom>
              <a:rect b="b" l="l" r="r" t="t"/>
              <a:pathLst>
                <a:path extrusionOk="0" h="423" w="2678">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94" name="Google Shape;20894;p95"/>
          <p:cNvGrpSpPr/>
          <p:nvPr/>
        </p:nvGrpSpPr>
        <p:grpSpPr>
          <a:xfrm>
            <a:off x="6275387" y="4112022"/>
            <a:ext cx="204093" cy="343743"/>
            <a:chOff x="6271562" y="4290872"/>
            <a:chExt cx="204093" cy="343743"/>
          </a:xfrm>
        </p:grpSpPr>
        <p:sp>
          <p:nvSpPr>
            <p:cNvPr id="20895" name="Google Shape;20895;p95"/>
            <p:cNvSpPr/>
            <p:nvPr/>
          </p:nvSpPr>
          <p:spPr>
            <a:xfrm>
              <a:off x="6298452" y="4602421"/>
              <a:ext cx="150312" cy="10845"/>
            </a:xfrm>
            <a:custGeom>
              <a:rect b="b" l="l" r="r" t="t"/>
              <a:pathLst>
                <a:path extrusionOk="0" h="413" w="5724">
                  <a:moveTo>
                    <a:pt x="1" y="1"/>
                  </a:moveTo>
                  <a:lnTo>
                    <a:pt x="1" y="412"/>
                  </a:lnTo>
                  <a:lnTo>
                    <a:pt x="5724" y="412"/>
                  </a:lnTo>
                  <a:lnTo>
                    <a:pt x="5724"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6" name="Google Shape;20896;p95"/>
            <p:cNvSpPr/>
            <p:nvPr/>
          </p:nvSpPr>
          <p:spPr>
            <a:xfrm>
              <a:off x="6368330" y="4290872"/>
              <a:ext cx="10583" cy="343743"/>
            </a:xfrm>
            <a:custGeom>
              <a:rect b="b" l="l" r="r" t="t"/>
              <a:pathLst>
                <a:path extrusionOk="0" h="13090" w="403">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7" name="Google Shape;20897;p95"/>
            <p:cNvSpPr/>
            <p:nvPr/>
          </p:nvSpPr>
          <p:spPr>
            <a:xfrm>
              <a:off x="6287160" y="4511351"/>
              <a:ext cx="33403" cy="123264"/>
            </a:xfrm>
            <a:custGeom>
              <a:rect b="b" l="l" r="r" t="t"/>
              <a:pathLst>
                <a:path extrusionOk="0" h="4694" w="1272">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8" name="Google Shape;20898;p95"/>
            <p:cNvSpPr/>
            <p:nvPr/>
          </p:nvSpPr>
          <p:spPr>
            <a:xfrm>
              <a:off x="6426522" y="4511088"/>
              <a:ext cx="33298" cy="123527"/>
            </a:xfrm>
            <a:custGeom>
              <a:rect b="b" l="l" r="r" t="t"/>
              <a:pathLst>
                <a:path extrusionOk="0" h="4704" w="1268">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9" name="Google Shape;20899;p95"/>
            <p:cNvSpPr/>
            <p:nvPr/>
          </p:nvSpPr>
          <p:spPr>
            <a:xfrm>
              <a:off x="6368330" y="4511193"/>
              <a:ext cx="10583" cy="21402"/>
            </a:xfrm>
            <a:custGeom>
              <a:rect b="b" l="l" r="r" t="t"/>
              <a:pathLst>
                <a:path extrusionOk="0" h="815" w="403">
                  <a:moveTo>
                    <a:pt x="0" y="1"/>
                  </a:moveTo>
                  <a:lnTo>
                    <a:pt x="0" y="814"/>
                  </a:lnTo>
                  <a:lnTo>
                    <a:pt x="402" y="814"/>
                  </a:lnTo>
                  <a:lnTo>
                    <a:pt x="402"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0" name="Google Shape;20900;p95"/>
            <p:cNvSpPr/>
            <p:nvPr/>
          </p:nvSpPr>
          <p:spPr>
            <a:xfrm>
              <a:off x="6306251" y="4511115"/>
              <a:ext cx="14338" cy="21481"/>
            </a:xfrm>
            <a:custGeom>
              <a:rect b="b" l="l" r="r" t="t"/>
              <a:pathLst>
                <a:path extrusionOk="0" h="818" w="546">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1" name="Google Shape;20901;p95"/>
            <p:cNvSpPr/>
            <p:nvPr/>
          </p:nvSpPr>
          <p:spPr>
            <a:xfrm>
              <a:off x="6426653" y="4511088"/>
              <a:ext cx="14574" cy="21507"/>
            </a:xfrm>
            <a:custGeom>
              <a:rect b="b" l="l" r="r" t="t"/>
              <a:pathLst>
                <a:path extrusionOk="0" h="819" w="555">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2" name="Google Shape;20902;p95"/>
            <p:cNvSpPr/>
            <p:nvPr/>
          </p:nvSpPr>
          <p:spPr>
            <a:xfrm>
              <a:off x="6282118" y="4328502"/>
              <a:ext cx="182743" cy="193536"/>
            </a:xfrm>
            <a:custGeom>
              <a:rect b="b" l="l" r="r" t="t"/>
              <a:pathLst>
                <a:path extrusionOk="0" h="7370" w="6959">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3" name="Google Shape;20903;p95"/>
            <p:cNvSpPr/>
            <p:nvPr/>
          </p:nvSpPr>
          <p:spPr>
            <a:xfrm>
              <a:off x="6282381" y="4328503"/>
              <a:ext cx="182481" cy="16097"/>
            </a:xfrm>
            <a:custGeom>
              <a:rect b="b" l="l" r="r" t="t"/>
              <a:pathLst>
                <a:path extrusionOk="0" h="613" w="6949">
                  <a:moveTo>
                    <a:pt x="0" y="0"/>
                  </a:moveTo>
                  <a:lnTo>
                    <a:pt x="0" y="613"/>
                  </a:lnTo>
                  <a:lnTo>
                    <a:pt x="6948" y="613"/>
                  </a:lnTo>
                  <a:lnTo>
                    <a:pt x="6948" y="0"/>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4" name="Google Shape;20904;p95"/>
            <p:cNvSpPr/>
            <p:nvPr/>
          </p:nvSpPr>
          <p:spPr>
            <a:xfrm>
              <a:off x="6271562" y="4312405"/>
              <a:ext cx="204093" cy="21638"/>
            </a:xfrm>
            <a:custGeom>
              <a:rect b="b" l="l" r="r" t="t"/>
              <a:pathLst>
                <a:path extrusionOk="0" h="824" w="7772">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5" name="Google Shape;20905;p95"/>
            <p:cNvSpPr/>
            <p:nvPr/>
          </p:nvSpPr>
          <p:spPr>
            <a:xfrm>
              <a:off x="6299713" y="4375482"/>
              <a:ext cx="145034" cy="104620"/>
            </a:xfrm>
            <a:custGeom>
              <a:rect b="b" l="l" r="r" t="t"/>
              <a:pathLst>
                <a:path extrusionOk="0" h="3984" w="5523">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6" name="Google Shape;20906;p95"/>
            <p:cNvSpPr/>
            <p:nvPr/>
          </p:nvSpPr>
          <p:spPr>
            <a:xfrm>
              <a:off x="6271562" y="4323224"/>
              <a:ext cx="204093" cy="10819"/>
            </a:xfrm>
            <a:custGeom>
              <a:rect b="b" l="l" r="r" t="t"/>
              <a:pathLst>
                <a:path extrusionOk="0" h="412" w="7772">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07" name="Google Shape;20907;p95"/>
          <p:cNvGrpSpPr/>
          <p:nvPr/>
        </p:nvGrpSpPr>
        <p:grpSpPr>
          <a:xfrm>
            <a:off x="6634878" y="4176838"/>
            <a:ext cx="344085" cy="267195"/>
            <a:chOff x="6639491" y="4329238"/>
            <a:chExt cx="344085" cy="267195"/>
          </a:xfrm>
        </p:grpSpPr>
        <p:sp>
          <p:nvSpPr>
            <p:cNvPr id="20908" name="Google Shape;20908;p95"/>
            <p:cNvSpPr/>
            <p:nvPr/>
          </p:nvSpPr>
          <p:spPr>
            <a:xfrm>
              <a:off x="6697788" y="4352609"/>
              <a:ext cx="275467" cy="177465"/>
            </a:xfrm>
            <a:custGeom>
              <a:rect b="b" l="l" r="r" t="t"/>
              <a:pathLst>
                <a:path extrusionOk="0" h="6758" w="1049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9" name="Google Shape;20909;p95"/>
            <p:cNvSpPr/>
            <p:nvPr/>
          </p:nvSpPr>
          <p:spPr>
            <a:xfrm>
              <a:off x="6735734" y="4530311"/>
              <a:ext cx="46533" cy="22137"/>
            </a:xfrm>
            <a:custGeom>
              <a:rect b="b" l="l" r="r" t="t"/>
              <a:pathLst>
                <a:path extrusionOk="0" h="843" w="1772">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0" name="Google Shape;20910;p95"/>
            <p:cNvSpPr/>
            <p:nvPr/>
          </p:nvSpPr>
          <p:spPr>
            <a:xfrm>
              <a:off x="6746290" y="4472250"/>
              <a:ext cx="35976" cy="58087"/>
            </a:xfrm>
            <a:custGeom>
              <a:rect b="b" l="l" r="r" t="t"/>
              <a:pathLst>
                <a:path extrusionOk="0" h="2212" w="137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1" name="Google Shape;20911;p95"/>
            <p:cNvSpPr/>
            <p:nvPr/>
          </p:nvSpPr>
          <p:spPr>
            <a:xfrm>
              <a:off x="6701307" y="4462455"/>
              <a:ext cx="39994" cy="23897"/>
            </a:xfrm>
            <a:custGeom>
              <a:rect b="b" l="l" r="r" t="t"/>
              <a:pathLst>
                <a:path extrusionOk="0" h="910" w="1523">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2" name="Google Shape;20912;p95"/>
            <p:cNvSpPr/>
            <p:nvPr/>
          </p:nvSpPr>
          <p:spPr>
            <a:xfrm>
              <a:off x="6697788" y="4352609"/>
              <a:ext cx="9086" cy="109609"/>
            </a:xfrm>
            <a:custGeom>
              <a:rect b="b" l="l" r="r" t="t"/>
              <a:pathLst>
                <a:path extrusionOk="0" h="4174" w="346">
                  <a:moveTo>
                    <a:pt x="1" y="1"/>
                  </a:moveTo>
                  <a:lnTo>
                    <a:pt x="1" y="4174"/>
                  </a:lnTo>
                  <a:lnTo>
                    <a:pt x="345" y="4174"/>
                  </a:lnTo>
                  <a:lnTo>
                    <a:pt x="345" y="1"/>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3" name="Google Shape;20913;p95"/>
            <p:cNvSpPr/>
            <p:nvPr/>
          </p:nvSpPr>
          <p:spPr>
            <a:xfrm>
              <a:off x="6697788" y="4351874"/>
              <a:ext cx="275467" cy="9060"/>
            </a:xfrm>
            <a:custGeom>
              <a:rect b="b" l="l" r="r" t="t"/>
              <a:pathLst>
                <a:path extrusionOk="0" h="345" w="10490">
                  <a:moveTo>
                    <a:pt x="1" y="0"/>
                  </a:moveTo>
                  <a:lnTo>
                    <a:pt x="1" y="345"/>
                  </a:lnTo>
                  <a:lnTo>
                    <a:pt x="10490" y="345"/>
                  </a:lnTo>
                  <a:lnTo>
                    <a:pt x="10490" y="0"/>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4" name="Google Shape;20914;p95"/>
            <p:cNvSpPr/>
            <p:nvPr/>
          </p:nvSpPr>
          <p:spPr>
            <a:xfrm>
              <a:off x="6726201" y="4529050"/>
              <a:ext cx="257374" cy="24658"/>
            </a:xfrm>
            <a:custGeom>
              <a:rect b="b" l="l" r="r" t="t"/>
              <a:pathLst>
                <a:path extrusionOk="0" h="939" w="9801">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5" name="Google Shape;20915;p95"/>
            <p:cNvSpPr/>
            <p:nvPr/>
          </p:nvSpPr>
          <p:spPr>
            <a:xfrm>
              <a:off x="6687757" y="4329238"/>
              <a:ext cx="295819" cy="24422"/>
            </a:xfrm>
            <a:custGeom>
              <a:rect b="b" l="l" r="r" t="t"/>
              <a:pathLst>
                <a:path extrusionOk="0" h="930" w="11265">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6" name="Google Shape;20916;p95"/>
            <p:cNvSpPr/>
            <p:nvPr/>
          </p:nvSpPr>
          <p:spPr>
            <a:xfrm>
              <a:off x="6799073" y="4445097"/>
              <a:ext cx="23398" cy="54306"/>
            </a:xfrm>
            <a:custGeom>
              <a:rect b="b" l="l" r="r" t="t"/>
              <a:pathLst>
                <a:path extrusionOk="0" h="2068" w="891">
                  <a:moveTo>
                    <a:pt x="1" y="1"/>
                  </a:moveTo>
                  <a:lnTo>
                    <a:pt x="1" y="2068"/>
                  </a:lnTo>
                  <a:lnTo>
                    <a:pt x="891" y="2068"/>
                  </a:lnTo>
                  <a:lnTo>
                    <a:pt x="891"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7" name="Google Shape;20917;p95"/>
            <p:cNvSpPr/>
            <p:nvPr/>
          </p:nvSpPr>
          <p:spPr>
            <a:xfrm>
              <a:off x="6838778" y="4421988"/>
              <a:ext cx="23398" cy="77414"/>
            </a:xfrm>
            <a:custGeom>
              <a:rect b="b" l="l" r="r" t="t"/>
              <a:pathLst>
                <a:path extrusionOk="0" h="2948" w="891">
                  <a:moveTo>
                    <a:pt x="1" y="0"/>
                  </a:moveTo>
                  <a:lnTo>
                    <a:pt x="1" y="2948"/>
                  </a:lnTo>
                  <a:lnTo>
                    <a:pt x="891" y="2948"/>
                  </a:lnTo>
                  <a:lnTo>
                    <a:pt x="89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8" name="Google Shape;20918;p95"/>
            <p:cNvSpPr/>
            <p:nvPr/>
          </p:nvSpPr>
          <p:spPr>
            <a:xfrm>
              <a:off x="6877485" y="4435801"/>
              <a:ext cx="23161" cy="63365"/>
            </a:xfrm>
            <a:custGeom>
              <a:rect b="b" l="l" r="r" t="t"/>
              <a:pathLst>
                <a:path extrusionOk="0" h="2413" w="882">
                  <a:moveTo>
                    <a:pt x="1" y="1"/>
                  </a:moveTo>
                  <a:lnTo>
                    <a:pt x="1" y="2412"/>
                  </a:lnTo>
                  <a:lnTo>
                    <a:pt x="881" y="2412"/>
                  </a:lnTo>
                  <a:lnTo>
                    <a:pt x="881"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9" name="Google Shape;20919;p95"/>
            <p:cNvSpPr/>
            <p:nvPr/>
          </p:nvSpPr>
          <p:spPr>
            <a:xfrm>
              <a:off x="6918214" y="4390319"/>
              <a:ext cx="23398" cy="108848"/>
            </a:xfrm>
            <a:custGeom>
              <a:rect b="b" l="l" r="r" t="t"/>
              <a:pathLst>
                <a:path extrusionOk="0" h="4145" w="891">
                  <a:moveTo>
                    <a:pt x="0" y="0"/>
                  </a:moveTo>
                  <a:lnTo>
                    <a:pt x="0" y="4144"/>
                  </a:lnTo>
                  <a:lnTo>
                    <a:pt x="890" y="4144"/>
                  </a:lnTo>
                  <a:lnTo>
                    <a:pt x="890" y="0"/>
                  </a:lnTo>
                  <a:close/>
                </a:path>
              </a:pathLst>
            </a:custGeom>
            <a:solidFill>
              <a:srgbClr val="C7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0" name="Google Shape;20920;p95"/>
            <p:cNvSpPr/>
            <p:nvPr/>
          </p:nvSpPr>
          <p:spPr>
            <a:xfrm>
              <a:off x="6720923" y="4382283"/>
              <a:ext cx="44248" cy="11082"/>
            </a:xfrm>
            <a:custGeom>
              <a:rect b="b" l="l" r="r" t="t"/>
              <a:pathLst>
                <a:path extrusionOk="0" h="422" w="1685">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1" name="Google Shape;20921;p95"/>
            <p:cNvSpPr/>
            <p:nvPr/>
          </p:nvSpPr>
          <p:spPr>
            <a:xfrm>
              <a:off x="6720923" y="4400875"/>
              <a:ext cx="60345" cy="11082"/>
            </a:xfrm>
            <a:custGeom>
              <a:rect b="b" l="l" r="r" t="t"/>
              <a:pathLst>
                <a:path extrusionOk="0" h="422" w="2298">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2" name="Google Shape;20922;p95"/>
            <p:cNvSpPr/>
            <p:nvPr/>
          </p:nvSpPr>
          <p:spPr>
            <a:xfrm>
              <a:off x="6720923" y="4419231"/>
              <a:ext cx="60345" cy="11082"/>
            </a:xfrm>
            <a:custGeom>
              <a:rect b="b" l="l" r="r" t="t"/>
              <a:pathLst>
                <a:path extrusionOk="0" h="422" w="2298">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3" name="Google Shape;20923;p95"/>
            <p:cNvSpPr/>
            <p:nvPr/>
          </p:nvSpPr>
          <p:spPr>
            <a:xfrm>
              <a:off x="6720923" y="4437560"/>
              <a:ext cx="60345" cy="11082"/>
            </a:xfrm>
            <a:custGeom>
              <a:rect b="b" l="l" r="r" t="t"/>
              <a:pathLst>
                <a:path extrusionOk="0" h="422" w="2298">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4" name="Google Shape;20924;p95"/>
            <p:cNvSpPr/>
            <p:nvPr/>
          </p:nvSpPr>
          <p:spPr>
            <a:xfrm>
              <a:off x="6639491" y="4461956"/>
              <a:ext cx="134740" cy="134477"/>
            </a:xfrm>
            <a:custGeom>
              <a:rect b="b" l="l" r="r" t="t"/>
              <a:pathLst>
                <a:path extrusionOk="0" h="5121" w="5131">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5" name="Google Shape;20925;p95"/>
            <p:cNvSpPr/>
            <p:nvPr/>
          </p:nvSpPr>
          <p:spPr>
            <a:xfrm>
              <a:off x="6673918" y="4502396"/>
              <a:ext cx="29936" cy="53807"/>
            </a:xfrm>
            <a:custGeom>
              <a:rect b="b" l="l" r="r" t="t"/>
              <a:pathLst>
                <a:path extrusionOk="0" h="2049" w="114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26" name="Google Shape;20926;p95"/>
          <p:cNvGrpSpPr/>
          <p:nvPr/>
        </p:nvGrpSpPr>
        <p:grpSpPr>
          <a:xfrm>
            <a:off x="7128724" y="4138656"/>
            <a:ext cx="232979" cy="343560"/>
            <a:chOff x="7133336" y="4291056"/>
            <a:chExt cx="232979" cy="343560"/>
          </a:xfrm>
        </p:grpSpPr>
        <p:sp>
          <p:nvSpPr>
            <p:cNvPr id="20927" name="Google Shape;20927;p95"/>
            <p:cNvSpPr/>
            <p:nvPr/>
          </p:nvSpPr>
          <p:spPr>
            <a:xfrm>
              <a:off x="7224800" y="4396358"/>
              <a:ext cx="49789" cy="50025"/>
            </a:xfrm>
            <a:custGeom>
              <a:rect b="b" l="l" r="r" t="t"/>
              <a:pathLst>
                <a:path extrusionOk="0" h="1905" w="1896">
                  <a:moveTo>
                    <a:pt x="1" y="0"/>
                  </a:moveTo>
                  <a:lnTo>
                    <a:pt x="1" y="1905"/>
                  </a:lnTo>
                  <a:lnTo>
                    <a:pt x="1896" y="1905"/>
                  </a:lnTo>
                  <a:lnTo>
                    <a:pt x="1896"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8" name="Google Shape;20928;p95"/>
            <p:cNvSpPr/>
            <p:nvPr/>
          </p:nvSpPr>
          <p:spPr>
            <a:xfrm>
              <a:off x="7224800" y="4396358"/>
              <a:ext cx="50052" cy="27652"/>
            </a:xfrm>
            <a:custGeom>
              <a:rect b="b" l="l" r="r" t="t"/>
              <a:pathLst>
                <a:path extrusionOk="0" h="1053" w="1906">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9" name="Google Shape;20929;p95"/>
            <p:cNvSpPr/>
            <p:nvPr/>
          </p:nvSpPr>
          <p:spPr>
            <a:xfrm>
              <a:off x="7199932" y="4291056"/>
              <a:ext cx="99788" cy="77414"/>
            </a:xfrm>
            <a:custGeom>
              <a:rect b="b" l="l" r="r" t="t"/>
              <a:pathLst>
                <a:path extrusionOk="0" h="2948" w="380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0" name="Google Shape;20930;p95"/>
            <p:cNvSpPr/>
            <p:nvPr/>
          </p:nvSpPr>
          <p:spPr>
            <a:xfrm>
              <a:off x="7199932" y="4291056"/>
              <a:ext cx="41990" cy="77414"/>
            </a:xfrm>
            <a:custGeom>
              <a:rect b="b" l="l" r="r" t="t"/>
              <a:pathLst>
                <a:path extrusionOk="0" h="2948" w="1599">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1" name="Google Shape;20931;p95"/>
            <p:cNvSpPr/>
            <p:nvPr/>
          </p:nvSpPr>
          <p:spPr>
            <a:xfrm>
              <a:off x="7172043" y="4429525"/>
              <a:ext cx="155065" cy="72162"/>
            </a:xfrm>
            <a:custGeom>
              <a:rect b="b" l="l" r="r" t="t"/>
              <a:pathLst>
                <a:path extrusionOk="0" h="2748" w="5905">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2" name="Google Shape;20932;p95"/>
            <p:cNvSpPr/>
            <p:nvPr/>
          </p:nvSpPr>
          <p:spPr>
            <a:xfrm>
              <a:off x="7241396" y="4451636"/>
              <a:ext cx="16623" cy="50052"/>
            </a:xfrm>
            <a:custGeom>
              <a:rect b="b" l="l" r="r" t="t"/>
              <a:pathLst>
                <a:path extrusionOk="0" h="1906" w="633">
                  <a:moveTo>
                    <a:pt x="163" y="1"/>
                  </a:moveTo>
                  <a:lnTo>
                    <a:pt x="0" y="1905"/>
                  </a:lnTo>
                  <a:lnTo>
                    <a:pt x="632" y="1905"/>
                  </a:lnTo>
                  <a:lnTo>
                    <a:pt x="479"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3" name="Google Shape;20933;p95"/>
            <p:cNvSpPr/>
            <p:nvPr/>
          </p:nvSpPr>
          <p:spPr>
            <a:xfrm>
              <a:off x="7172043" y="4450139"/>
              <a:ext cx="27914" cy="51548"/>
            </a:xfrm>
            <a:custGeom>
              <a:rect b="b" l="l" r="r" t="t"/>
              <a:pathLst>
                <a:path extrusionOk="0" h="1963" w="1063">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4" name="Google Shape;20934;p95"/>
            <p:cNvSpPr/>
            <p:nvPr/>
          </p:nvSpPr>
          <p:spPr>
            <a:xfrm>
              <a:off x="7299693" y="4450139"/>
              <a:ext cx="27678" cy="51548"/>
            </a:xfrm>
            <a:custGeom>
              <a:rect b="b" l="l" r="r" t="t"/>
              <a:pathLst>
                <a:path extrusionOk="0" h="1963" w="1054">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5" name="Google Shape;20935;p95"/>
            <p:cNvSpPr/>
            <p:nvPr/>
          </p:nvSpPr>
          <p:spPr>
            <a:xfrm>
              <a:off x="7241396" y="4446620"/>
              <a:ext cx="16623" cy="13340"/>
            </a:xfrm>
            <a:custGeom>
              <a:rect b="b" l="l" r="r" t="t"/>
              <a:pathLst>
                <a:path extrusionOk="0" h="508" w="633">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6" name="Google Shape;20936;p95"/>
            <p:cNvSpPr/>
            <p:nvPr/>
          </p:nvSpPr>
          <p:spPr>
            <a:xfrm>
              <a:off x="7215267" y="4424115"/>
              <a:ext cx="34453" cy="31013"/>
            </a:xfrm>
            <a:custGeom>
              <a:rect b="b" l="l" r="r" t="t"/>
              <a:pathLst>
                <a:path extrusionOk="0" h="1181" w="1312">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7" name="Google Shape;20937;p95"/>
            <p:cNvSpPr/>
            <p:nvPr/>
          </p:nvSpPr>
          <p:spPr>
            <a:xfrm>
              <a:off x="7249694" y="4424246"/>
              <a:ext cx="34453" cy="30882"/>
            </a:xfrm>
            <a:custGeom>
              <a:rect b="b" l="l" r="r" t="t"/>
              <a:pathLst>
                <a:path extrusionOk="0" h="1176" w="1312">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8" name="Google Shape;20938;p95"/>
            <p:cNvSpPr/>
            <p:nvPr/>
          </p:nvSpPr>
          <p:spPr>
            <a:xfrm>
              <a:off x="7205210" y="4329658"/>
              <a:ext cx="88733" cy="83349"/>
            </a:xfrm>
            <a:custGeom>
              <a:rect b="b" l="l" r="r" t="t"/>
              <a:pathLst>
                <a:path extrusionOk="0" h="3174" w="3379">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9" name="Google Shape;20939;p95"/>
            <p:cNvSpPr/>
            <p:nvPr/>
          </p:nvSpPr>
          <p:spPr>
            <a:xfrm>
              <a:off x="7205210" y="4329789"/>
              <a:ext cx="77940" cy="82430"/>
            </a:xfrm>
            <a:custGeom>
              <a:rect b="b" l="l" r="r" t="t"/>
              <a:pathLst>
                <a:path extrusionOk="0" h="3139" w="2968">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0" name="Google Shape;20940;p95"/>
            <p:cNvSpPr/>
            <p:nvPr/>
          </p:nvSpPr>
          <p:spPr>
            <a:xfrm>
              <a:off x="7238639"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1" name="Google Shape;20941;p95"/>
            <p:cNvSpPr/>
            <p:nvPr/>
          </p:nvSpPr>
          <p:spPr>
            <a:xfrm>
              <a:off x="7133336"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2" name="Google Shape;20942;p95"/>
            <p:cNvSpPr/>
            <p:nvPr/>
          </p:nvSpPr>
          <p:spPr>
            <a:xfrm>
              <a:off x="7343941" y="4612478"/>
              <a:ext cx="22374" cy="22137"/>
            </a:xfrm>
            <a:custGeom>
              <a:rect b="b" l="l" r="r" t="t"/>
              <a:pathLst>
                <a:path extrusionOk="0" h="843" w="852">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3" name="Google Shape;20943;p95"/>
            <p:cNvSpPr/>
            <p:nvPr/>
          </p:nvSpPr>
          <p:spPr>
            <a:xfrm>
              <a:off x="7156891" y="4529181"/>
              <a:ext cx="186105" cy="72399"/>
            </a:xfrm>
            <a:custGeom>
              <a:rect b="b" l="l" r="r" t="t"/>
              <a:pathLst>
                <a:path extrusionOk="0" h="2757" w="7087">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44" name="Google Shape;20944;p95"/>
          <p:cNvGrpSpPr/>
          <p:nvPr/>
        </p:nvGrpSpPr>
        <p:grpSpPr>
          <a:xfrm>
            <a:off x="7566767" y="4138656"/>
            <a:ext cx="232979" cy="343560"/>
            <a:chOff x="7571379" y="4291056"/>
            <a:chExt cx="232979" cy="343560"/>
          </a:xfrm>
        </p:grpSpPr>
        <p:sp>
          <p:nvSpPr>
            <p:cNvPr id="20945" name="Google Shape;20945;p95"/>
            <p:cNvSpPr/>
            <p:nvPr/>
          </p:nvSpPr>
          <p:spPr>
            <a:xfrm>
              <a:off x="7676682"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6" name="Google Shape;20946;p95"/>
            <p:cNvSpPr/>
            <p:nvPr/>
          </p:nvSpPr>
          <p:spPr>
            <a:xfrm>
              <a:off x="7571379"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7" name="Google Shape;20947;p95"/>
            <p:cNvSpPr/>
            <p:nvPr/>
          </p:nvSpPr>
          <p:spPr>
            <a:xfrm>
              <a:off x="7781985" y="4612478"/>
              <a:ext cx="22374" cy="22137"/>
            </a:xfrm>
            <a:custGeom>
              <a:rect b="b" l="l" r="r" t="t"/>
              <a:pathLst>
                <a:path extrusionOk="0" h="843" w="852">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8" name="Google Shape;20948;p95"/>
            <p:cNvSpPr/>
            <p:nvPr/>
          </p:nvSpPr>
          <p:spPr>
            <a:xfrm>
              <a:off x="7594698" y="4529181"/>
              <a:ext cx="186341" cy="72399"/>
            </a:xfrm>
            <a:custGeom>
              <a:rect b="b" l="l" r="r" t="t"/>
              <a:pathLst>
                <a:path extrusionOk="0" h="2757" w="7096">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9" name="Google Shape;20949;p95"/>
            <p:cNvSpPr/>
            <p:nvPr/>
          </p:nvSpPr>
          <p:spPr>
            <a:xfrm>
              <a:off x="7665626" y="4423984"/>
              <a:ext cx="44511" cy="44274"/>
            </a:xfrm>
            <a:custGeom>
              <a:rect b="b" l="l" r="r" t="t"/>
              <a:pathLst>
                <a:path extrusionOk="0" h="1686" w="1695">
                  <a:moveTo>
                    <a:pt x="0" y="1"/>
                  </a:moveTo>
                  <a:lnTo>
                    <a:pt x="0" y="1685"/>
                  </a:lnTo>
                  <a:lnTo>
                    <a:pt x="1694" y="1685"/>
                  </a:lnTo>
                  <a:lnTo>
                    <a:pt x="1694"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0" name="Google Shape;20950;p95"/>
            <p:cNvSpPr/>
            <p:nvPr/>
          </p:nvSpPr>
          <p:spPr>
            <a:xfrm>
              <a:off x="7665626" y="4423984"/>
              <a:ext cx="44511" cy="22163"/>
            </a:xfrm>
            <a:custGeom>
              <a:rect b="b" l="l" r="r" t="t"/>
              <a:pathLst>
                <a:path extrusionOk="0" h="844" w="1695">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1" name="Google Shape;20951;p95"/>
            <p:cNvSpPr/>
            <p:nvPr/>
          </p:nvSpPr>
          <p:spPr>
            <a:xfrm>
              <a:off x="7660086" y="4291056"/>
              <a:ext cx="55566" cy="44248"/>
            </a:xfrm>
            <a:custGeom>
              <a:rect b="b" l="l" r="r" t="t"/>
              <a:pathLst>
                <a:path extrusionOk="0" h="1685" w="2116">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2" name="Google Shape;20952;p95"/>
            <p:cNvSpPr/>
            <p:nvPr/>
          </p:nvSpPr>
          <p:spPr>
            <a:xfrm>
              <a:off x="7660086" y="4291056"/>
              <a:ext cx="37473" cy="44248"/>
            </a:xfrm>
            <a:custGeom>
              <a:rect b="b" l="l" r="r" t="t"/>
              <a:pathLst>
                <a:path extrusionOk="0" h="1685" w="1427">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3" name="Google Shape;20953;p95"/>
            <p:cNvSpPr/>
            <p:nvPr/>
          </p:nvSpPr>
          <p:spPr>
            <a:xfrm>
              <a:off x="7632434" y="4313167"/>
              <a:ext cx="110870" cy="110843"/>
            </a:xfrm>
            <a:custGeom>
              <a:rect b="b" l="l" r="r" t="t"/>
              <a:pathLst>
                <a:path extrusionOk="0" h="4221" w="4222">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4" name="Google Shape;20954;p95"/>
            <p:cNvSpPr/>
            <p:nvPr/>
          </p:nvSpPr>
          <p:spPr>
            <a:xfrm>
              <a:off x="7658641" y="4313140"/>
              <a:ext cx="88181" cy="109636"/>
            </a:xfrm>
            <a:custGeom>
              <a:rect b="b" l="l" r="r" t="t"/>
              <a:pathLst>
                <a:path extrusionOk="0" h="4175" w="3358">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5" name="Google Shape;20955;p95"/>
            <p:cNvSpPr/>
            <p:nvPr/>
          </p:nvSpPr>
          <p:spPr>
            <a:xfrm>
              <a:off x="7643489" y="4352504"/>
              <a:ext cx="88759" cy="82561"/>
            </a:xfrm>
            <a:custGeom>
              <a:rect b="b" l="l" r="r" t="t"/>
              <a:pathLst>
                <a:path extrusionOk="0" h="3144" w="338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6" name="Google Shape;20956;p95"/>
            <p:cNvSpPr/>
            <p:nvPr/>
          </p:nvSpPr>
          <p:spPr>
            <a:xfrm>
              <a:off x="7615601" y="4454157"/>
              <a:ext cx="144272" cy="58586"/>
            </a:xfrm>
            <a:custGeom>
              <a:rect b="b" l="l" r="r" t="t"/>
              <a:pathLst>
                <a:path extrusionOk="0" h="2231" w="5494">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7" name="Google Shape;20957;p95"/>
            <p:cNvSpPr/>
            <p:nvPr/>
          </p:nvSpPr>
          <p:spPr>
            <a:xfrm>
              <a:off x="7615864" y="4473011"/>
              <a:ext cx="27652" cy="39731"/>
            </a:xfrm>
            <a:custGeom>
              <a:rect b="b" l="l" r="r" t="t"/>
              <a:pathLst>
                <a:path extrusionOk="0" h="1513" w="1053">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8" name="Google Shape;20958;p95"/>
            <p:cNvSpPr/>
            <p:nvPr/>
          </p:nvSpPr>
          <p:spPr>
            <a:xfrm>
              <a:off x="7732222" y="4473011"/>
              <a:ext cx="27652" cy="39731"/>
            </a:xfrm>
            <a:custGeom>
              <a:rect b="b" l="l" r="r" t="t"/>
              <a:pathLst>
                <a:path extrusionOk="0" h="1513" w="1053">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9" name="Google Shape;20959;p95"/>
            <p:cNvSpPr/>
            <p:nvPr/>
          </p:nvSpPr>
          <p:spPr>
            <a:xfrm>
              <a:off x="7656068" y="4447592"/>
              <a:ext cx="63602" cy="65151"/>
            </a:xfrm>
            <a:custGeom>
              <a:rect b="b" l="l" r="r" t="t"/>
              <a:pathLst>
                <a:path extrusionOk="0" h="2481" w="2422">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0" name="Google Shape;20960;p95"/>
            <p:cNvSpPr/>
            <p:nvPr/>
          </p:nvSpPr>
          <p:spPr>
            <a:xfrm>
              <a:off x="7643489" y="4352504"/>
              <a:ext cx="88759" cy="81826"/>
            </a:xfrm>
            <a:custGeom>
              <a:rect b="b" l="l" r="r" t="t"/>
              <a:pathLst>
                <a:path extrusionOk="0" h="3116" w="338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61" name="Google Shape;20961;p95"/>
          <p:cNvGrpSpPr/>
          <p:nvPr/>
        </p:nvGrpSpPr>
        <p:grpSpPr>
          <a:xfrm>
            <a:off x="6661768" y="3195475"/>
            <a:ext cx="295819" cy="370712"/>
            <a:chOff x="6666381" y="3347875"/>
            <a:chExt cx="295819" cy="370712"/>
          </a:xfrm>
        </p:grpSpPr>
        <p:sp>
          <p:nvSpPr>
            <p:cNvPr id="20962" name="Google Shape;20962;p95"/>
            <p:cNvSpPr/>
            <p:nvPr/>
          </p:nvSpPr>
          <p:spPr>
            <a:xfrm>
              <a:off x="6666381" y="3347875"/>
              <a:ext cx="295819" cy="310892"/>
            </a:xfrm>
            <a:custGeom>
              <a:rect b="b" l="l" r="r" t="t"/>
              <a:pathLst>
                <a:path extrusionOk="0" h="11839" w="11265">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3" name="Google Shape;20963;p95"/>
            <p:cNvSpPr/>
            <p:nvPr/>
          </p:nvSpPr>
          <p:spPr>
            <a:xfrm>
              <a:off x="6666381" y="3351132"/>
              <a:ext cx="252096" cy="307636"/>
            </a:xfrm>
            <a:custGeom>
              <a:rect b="b" l="l" r="r" t="t"/>
              <a:pathLst>
                <a:path extrusionOk="0" h="11715" w="960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4" name="Google Shape;20964;p95"/>
            <p:cNvSpPr/>
            <p:nvPr/>
          </p:nvSpPr>
          <p:spPr>
            <a:xfrm>
              <a:off x="6666644" y="3348112"/>
              <a:ext cx="295320" cy="310393"/>
            </a:xfrm>
            <a:custGeom>
              <a:rect b="b" l="l" r="r" t="t"/>
              <a:pathLst>
                <a:path extrusionOk="0" h="11820" w="11246">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5" name="Google Shape;20965;p95"/>
            <p:cNvSpPr/>
            <p:nvPr/>
          </p:nvSpPr>
          <p:spPr>
            <a:xfrm>
              <a:off x="6666644" y="3351394"/>
              <a:ext cx="222921" cy="307111"/>
            </a:xfrm>
            <a:custGeom>
              <a:rect b="b" l="l" r="r" t="t"/>
              <a:pathLst>
                <a:path extrusionOk="0" h="11695" w="8489">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6" name="Google Shape;20966;p95"/>
            <p:cNvSpPr/>
            <p:nvPr/>
          </p:nvSpPr>
          <p:spPr>
            <a:xfrm>
              <a:off x="6711863"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7" name="Google Shape;20967;p95"/>
            <p:cNvSpPr/>
            <p:nvPr/>
          </p:nvSpPr>
          <p:spPr>
            <a:xfrm>
              <a:off x="6710865" y="3586868"/>
              <a:ext cx="24894" cy="18067"/>
            </a:xfrm>
            <a:custGeom>
              <a:rect b="b" l="l" r="r" t="t"/>
              <a:pathLst>
                <a:path extrusionOk="0" h="688" w="948">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8" name="Google Shape;20968;p95"/>
            <p:cNvSpPr/>
            <p:nvPr/>
          </p:nvSpPr>
          <p:spPr>
            <a:xfrm>
              <a:off x="6688991" y="3605722"/>
              <a:ext cx="68407" cy="88995"/>
            </a:xfrm>
            <a:custGeom>
              <a:rect b="b" l="l" r="r" t="t"/>
              <a:pathLst>
                <a:path extrusionOk="0" h="3389" w="2605">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9" name="Google Shape;20969;p95"/>
            <p:cNvSpPr/>
            <p:nvPr/>
          </p:nvSpPr>
          <p:spPr>
            <a:xfrm>
              <a:off x="6700571" y="3694691"/>
              <a:ext cx="45509" cy="23897"/>
            </a:xfrm>
            <a:custGeom>
              <a:rect b="b" l="l" r="r" t="t"/>
              <a:pathLst>
                <a:path extrusionOk="0" h="910" w="1733">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0" name="Google Shape;20970;p95"/>
            <p:cNvSpPr/>
            <p:nvPr/>
          </p:nvSpPr>
          <p:spPr>
            <a:xfrm>
              <a:off x="6689253"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1" name="Google Shape;20971;p95"/>
            <p:cNvSpPr/>
            <p:nvPr/>
          </p:nvSpPr>
          <p:spPr>
            <a:xfrm>
              <a:off x="6746054" y="3615754"/>
              <a:ext cx="11344" cy="78964"/>
            </a:xfrm>
            <a:custGeom>
              <a:rect b="b" l="l" r="r" t="t"/>
              <a:pathLst>
                <a:path extrusionOk="0" h="3007" w="432">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2" name="Google Shape;20972;p95"/>
            <p:cNvSpPr/>
            <p:nvPr/>
          </p:nvSpPr>
          <p:spPr>
            <a:xfrm>
              <a:off x="6705850" y="3599052"/>
              <a:ext cx="34952" cy="95665"/>
            </a:xfrm>
            <a:custGeom>
              <a:rect b="b" l="l" r="r" t="t"/>
              <a:pathLst>
                <a:path extrusionOk="0" h="3643" w="1331">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3" name="Google Shape;20973;p95"/>
            <p:cNvSpPr/>
            <p:nvPr/>
          </p:nvSpPr>
          <p:spPr>
            <a:xfrm>
              <a:off x="6720161"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4" name="Google Shape;20974;p95"/>
            <p:cNvSpPr/>
            <p:nvPr/>
          </p:nvSpPr>
          <p:spPr>
            <a:xfrm>
              <a:off x="6700309" y="3539127"/>
              <a:ext cx="46008" cy="53807"/>
            </a:xfrm>
            <a:custGeom>
              <a:rect b="b" l="l" r="r" t="t"/>
              <a:pathLst>
                <a:path extrusionOk="0" h="2049" w="1752">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5" name="Google Shape;20975;p95"/>
            <p:cNvSpPr/>
            <p:nvPr/>
          </p:nvSpPr>
          <p:spPr>
            <a:xfrm>
              <a:off x="6700309" y="3539127"/>
              <a:ext cx="31433" cy="53807"/>
            </a:xfrm>
            <a:custGeom>
              <a:rect b="b" l="l" r="r" t="t"/>
              <a:pathLst>
                <a:path extrusionOk="0" h="2049" w="1197">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6" name="Google Shape;20976;p95"/>
            <p:cNvSpPr/>
            <p:nvPr/>
          </p:nvSpPr>
          <p:spPr>
            <a:xfrm>
              <a:off x="6700309" y="3539127"/>
              <a:ext cx="46008" cy="23897"/>
            </a:xfrm>
            <a:custGeom>
              <a:rect b="b" l="l" r="r" t="t"/>
              <a:pathLst>
                <a:path extrusionOk="0" h="910" w="1752">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7" name="Google Shape;20977;p95"/>
            <p:cNvSpPr/>
            <p:nvPr/>
          </p:nvSpPr>
          <p:spPr>
            <a:xfrm>
              <a:off x="6700309" y="3539127"/>
              <a:ext cx="31433" cy="21875"/>
            </a:xfrm>
            <a:custGeom>
              <a:rect b="b" l="l" r="r" t="t"/>
              <a:pathLst>
                <a:path extrusionOk="0" h="833" w="1197">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8" name="Google Shape;20978;p95"/>
            <p:cNvSpPr/>
            <p:nvPr/>
          </p:nvSpPr>
          <p:spPr>
            <a:xfrm>
              <a:off x="6802854" y="3586868"/>
              <a:ext cx="22899" cy="23897"/>
            </a:xfrm>
            <a:custGeom>
              <a:rect b="b" l="l" r="r" t="t"/>
              <a:pathLst>
                <a:path extrusionOk="0" h="910" w="872">
                  <a:moveTo>
                    <a:pt x="0" y="0"/>
                  </a:moveTo>
                  <a:lnTo>
                    <a:pt x="0" y="910"/>
                  </a:lnTo>
                  <a:lnTo>
                    <a:pt x="871" y="910"/>
                  </a:lnTo>
                  <a:lnTo>
                    <a:pt x="871"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9" name="Google Shape;20979;p95"/>
            <p:cNvSpPr/>
            <p:nvPr/>
          </p:nvSpPr>
          <p:spPr>
            <a:xfrm>
              <a:off x="6801594" y="3586868"/>
              <a:ext cx="24894" cy="18067"/>
            </a:xfrm>
            <a:custGeom>
              <a:rect b="b" l="l" r="r" t="t"/>
              <a:pathLst>
                <a:path extrusionOk="0" h="688" w="948">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0" name="Google Shape;20980;p95"/>
            <p:cNvSpPr/>
            <p:nvPr/>
          </p:nvSpPr>
          <p:spPr>
            <a:xfrm>
              <a:off x="6779982" y="3605722"/>
              <a:ext cx="68381" cy="88995"/>
            </a:xfrm>
            <a:custGeom>
              <a:rect b="b" l="l" r="r" t="t"/>
              <a:pathLst>
                <a:path extrusionOk="0" h="3389" w="2604">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1" name="Google Shape;20981;p95"/>
            <p:cNvSpPr/>
            <p:nvPr/>
          </p:nvSpPr>
          <p:spPr>
            <a:xfrm>
              <a:off x="6791536" y="3694691"/>
              <a:ext cx="45509" cy="23897"/>
            </a:xfrm>
            <a:custGeom>
              <a:rect b="b" l="l" r="r" t="t"/>
              <a:pathLst>
                <a:path extrusionOk="0" h="910" w="1733">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2" name="Google Shape;20982;p95"/>
            <p:cNvSpPr/>
            <p:nvPr/>
          </p:nvSpPr>
          <p:spPr>
            <a:xfrm>
              <a:off x="6780218" y="3615754"/>
              <a:ext cx="11344" cy="78964"/>
            </a:xfrm>
            <a:custGeom>
              <a:rect b="b" l="l" r="r" t="t"/>
              <a:pathLst>
                <a:path extrusionOk="0" h="3007" w="432">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3" name="Google Shape;20983;p95"/>
            <p:cNvSpPr/>
            <p:nvPr/>
          </p:nvSpPr>
          <p:spPr>
            <a:xfrm>
              <a:off x="6837018" y="3615754"/>
              <a:ext cx="11344" cy="78964"/>
            </a:xfrm>
            <a:custGeom>
              <a:rect b="b" l="l" r="r" t="t"/>
              <a:pathLst>
                <a:path extrusionOk="0" h="3007" w="432">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4" name="Google Shape;20984;p95"/>
            <p:cNvSpPr/>
            <p:nvPr/>
          </p:nvSpPr>
          <p:spPr>
            <a:xfrm>
              <a:off x="6796814" y="3599052"/>
              <a:ext cx="34952" cy="95665"/>
            </a:xfrm>
            <a:custGeom>
              <a:rect b="b" l="l" r="r" t="t"/>
              <a:pathLst>
                <a:path extrusionOk="0" h="3643" w="1331">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5" name="Google Shape;20985;p95"/>
            <p:cNvSpPr/>
            <p:nvPr/>
          </p:nvSpPr>
          <p:spPr>
            <a:xfrm>
              <a:off x="6811152" y="3706482"/>
              <a:ext cx="6040" cy="12106"/>
            </a:xfrm>
            <a:custGeom>
              <a:rect b="b" l="l" r="r" t="t"/>
              <a:pathLst>
                <a:path extrusionOk="0" h="461" w="23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6" name="Google Shape;20986;p95"/>
            <p:cNvSpPr/>
            <p:nvPr/>
          </p:nvSpPr>
          <p:spPr>
            <a:xfrm>
              <a:off x="6791300" y="3539127"/>
              <a:ext cx="46008" cy="53807"/>
            </a:xfrm>
            <a:custGeom>
              <a:rect b="b" l="l" r="r" t="t"/>
              <a:pathLst>
                <a:path extrusionOk="0" h="2049" w="1752">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7" name="Google Shape;20987;p95"/>
            <p:cNvSpPr/>
            <p:nvPr/>
          </p:nvSpPr>
          <p:spPr>
            <a:xfrm>
              <a:off x="6791300" y="3539127"/>
              <a:ext cx="31433" cy="53807"/>
            </a:xfrm>
            <a:custGeom>
              <a:rect b="b" l="l" r="r" t="t"/>
              <a:pathLst>
                <a:path extrusionOk="0" h="2049" w="1197">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8" name="Google Shape;20988;p95"/>
            <p:cNvSpPr/>
            <p:nvPr/>
          </p:nvSpPr>
          <p:spPr>
            <a:xfrm>
              <a:off x="6791300" y="3539127"/>
              <a:ext cx="46008" cy="23897"/>
            </a:xfrm>
            <a:custGeom>
              <a:rect b="b" l="l" r="r" t="t"/>
              <a:pathLst>
                <a:path extrusionOk="0" h="910" w="1752">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9" name="Google Shape;20989;p95"/>
            <p:cNvSpPr/>
            <p:nvPr/>
          </p:nvSpPr>
          <p:spPr>
            <a:xfrm>
              <a:off x="6791300" y="3539127"/>
              <a:ext cx="31433" cy="21875"/>
            </a:xfrm>
            <a:custGeom>
              <a:rect b="b" l="l" r="r" t="t"/>
              <a:pathLst>
                <a:path extrusionOk="0" h="833" w="1197">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0" name="Google Shape;20990;p95"/>
            <p:cNvSpPr/>
            <p:nvPr/>
          </p:nvSpPr>
          <p:spPr>
            <a:xfrm>
              <a:off x="6893819"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1" name="Google Shape;20991;p95"/>
            <p:cNvSpPr/>
            <p:nvPr/>
          </p:nvSpPr>
          <p:spPr>
            <a:xfrm>
              <a:off x="6892821" y="3586868"/>
              <a:ext cx="24894" cy="18067"/>
            </a:xfrm>
            <a:custGeom>
              <a:rect b="b" l="l" r="r" t="t"/>
              <a:pathLst>
                <a:path extrusionOk="0" h="688" w="948">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2" name="Google Shape;20992;p95"/>
            <p:cNvSpPr/>
            <p:nvPr/>
          </p:nvSpPr>
          <p:spPr>
            <a:xfrm>
              <a:off x="6870946" y="3605722"/>
              <a:ext cx="68381" cy="88995"/>
            </a:xfrm>
            <a:custGeom>
              <a:rect b="b" l="l" r="r" t="t"/>
              <a:pathLst>
                <a:path extrusionOk="0" h="3389" w="2604">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3" name="Google Shape;20993;p95"/>
            <p:cNvSpPr/>
            <p:nvPr/>
          </p:nvSpPr>
          <p:spPr>
            <a:xfrm>
              <a:off x="6882527" y="3694691"/>
              <a:ext cx="45509" cy="23897"/>
            </a:xfrm>
            <a:custGeom>
              <a:rect b="b" l="l" r="r" t="t"/>
              <a:pathLst>
                <a:path extrusionOk="0" h="910" w="1733">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4" name="Google Shape;20994;p95"/>
            <p:cNvSpPr/>
            <p:nvPr/>
          </p:nvSpPr>
          <p:spPr>
            <a:xfrm>
              <a:off x="6871209"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5" name="Google Shape;20995;p95"/>
            <p:cNvSpPr/>
            <p:nvPr/>
          </p:nvSpPr>
          <p:spPr>
            <a:xfrm>
              <a:off x="6928009" y="3615754"/>
              <a:ext cx="11318" cy="78964"/>
            </a:xfrm>
            <a:custGeom>
              <a:rect b="b" l="l" r="r" t="t"/>
              <a:pathLst>
                <a:path extrusionOk="0" h="3007" w="431">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6" name="Google Shape;20996;p95"/>
            <p:cNvSpPr/>
            <p:nvPr/>
          </p:nvSpPr>
          <p:spPr>
            <a:xfrm>
              <a:off x="6887805" y="3599052"/>
              <a:ext cx="34952" cy="95665"/>
            </a:xfrm>
            <a:custGeom>
              <a:rect b="b" l="l" r="r" t="t"/>
              <a:pathLst>
                <a:path extrusionOk="0" h="3643" w="1331">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7" name="Google Shape;20997;p95"/>
            <p:cNvSpPr/>
            <p:nvPr/>
          </p:nvSpPr>
          <p:spPr>
            <a:xfrm>
              <a:off x="6902117"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8" name="Google Shape;20998;p95"/>
            <p:cNvSpPr/>
            <p:nvPr/>
          </p:nvSpPr>
          <p:spPr>
            <a:xfrm>
              <a:off x="6882264" y="3539127"/>
              <a:ext cx="46008" cy="53807"/>
            </a:xfrm>
            <a:custGeom>
              <a:rect b="b" l="l" r="r" t="t"/>
              <a:pathLst>
                <a:path extrusionOk="0" h="2049" w="1752">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9" name="Google Shape;20999;p95"/>
            <p:cNvSpPr/>
            <p:nvPr/>
          </p:nvSpPr>
          <p:spPr>
            <a:xfrm>
              <a:off x="6882264" y="3539127"/>
              <a:ext cx="31433" cy="53807"/>
            </a:xfrm>
            <a:custGeom>
              <a:rect b="b" l="l" r="r" t="t"/>
              <a:pathLst>
                <a:path extrusionOk="0" h="2049" w="1197">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0" name="Google Shape;21000;p95"/>
            <p:cNvSpPr/>
            <p:nvPr/>
          </p:nvSpPr>
          <p:spPr>
            <a:xfrm>
              <a:off x="6882264" y="3539127"/>
              <a:ext cx="46008" cy="23897"/>
            </a:xfrm>
            <a:custGeom>
              <a:rect b="b" l="l" r="r" t="t"/>
              <a:pathLst>
                <a:path extrusionOk="0" h="910" w="1752">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1" name="Google Shape;21001;p95"/>
            <p:cNvSpPr/>
            <p:nvPr/>
          </p:nvSpPr>
          <p:spPr>
            <a:xfrm>
              <a:off x="6882264" y="3539127"/>
              <a:ext cx="31433" cy="21875"/>
            </a:xfrm>
            <a:custGeom>
              <a:rect b="b" l="l" r="r" t="t"/>
              <a:pathLst>
                <a:path extrusionOk="0" h="833" w="1197">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002" name="Google Shape;21002;p95"/>
          <p:cNvGrpSpPr/>
          <p:nvPr/>
        </p:nvGrpSpPr>
        <p:grpSpPr>
          <a:xfrm>
            <a:off x="4873147" y="2735059"/>
            <a:ext cx="389567" cy="390329"/>
            <a:chOff x="4877760" y="2887459"/>
            <a:chExt cx="389567" cy="390329"/>
          </a:xfrm>
        </p:grpSpPr>
        <p:sp>
          <p:nvSpPr>
            <p:cNvPr id="21003" name="Google Shape;21003;p95"/>
            <p:cNvSpPr/>
            <p:nvPr/>
          </p:nvSpPr>
          <p:spPr>
            <a:xfrm>
              <a:off x="5124079" y="2893052"/>
              <a:ext cx="118695" cy="91411"/>
            </a:xfrm>
            <a:custGeom>
              <a:rect b="b" l="l" r="r" t="t"/>
              <a:pathLst>
                <a:path extrusionOk="0" h="3481" w="452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4" name="Google Shape;21004;p95"/>
            <p:cNvSpPr/>
            <p:nvPr/>
          </p:nvSpPr>
          <p:spPr>
            <a:xfrm>
              <a:off x="4903390" y="2892396"/>
              <a:ext cx="120139" cy="92278"/>
            </a:xfrm>
            <a:custGeom>
              <a:rect b="b" l="l" r="r" t="t"/>
              <a:pathLst>
                <a:path extrusionOk="0" h="3514" w="4575">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5" name="Google Shape;21005;p95"/>
            <p:cNvSpPr/>
            <p:nvPr/>
          </p:nvSpPr>
          <p:spPr>
            <a:xfrm>
              <a:off x="4901735" y="3179155"/>
              <a:ext cx="100313" cy="84347"/>
            </a:xfrm>
            <a:custGeom>
              <a:rect b="b" l="l" r="r" t="t"/>
              <a:pathLst>
                <a:path extrusionOk="0" h="3212" w="382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6" name="Google Shape;21006;p95"/>
            <p:cNvSpPr/>
            <p:nvPr/>
          </p:nvSpPr>
          <p:spPr>
            <a:xfrm>
              <a:off x="5145428" y="3179759"/>
              <a:ext cx="97346" cy="82929"/>
            </a:xfrm>
            <a:custGeom>
              <a:rect b="b" l="l" r="r" t="t"/>
              <a:pathLst>
                <a:path extrusionOk="0" h="3158" w="3707">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7" name="Google Shape;21007;p95"/>
            <p:cNvSpPr/>
            <p:nvPr/>
          </p:nvSpPr>
          <p:spPr>
            <a:xfrm>
              <a:off x="4878784" y="3101320"/>
              <a:ext cx="125680" cy="66438"/>
            </a:xfrm>
            <a:custGeom>
              <a:rect b="b" l="l" r="r" t="t"/>
              <a:pathLst>
                <a:path extrusionOk="0" h="2530" w="4786">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8" name="Google Shape;21008;p95"/>
            <p:cNvSpPr/>
            <p:nvPr/>
          </p:nvSpPr>
          <p:spPr>
            <a:xfrm>
              <a:off x="4877760" y="3101819"/>
              <a:ext cx="51049" cy="65939"/>
            </a:xfrm>
            <a:custGeom>
              <a:rect b="b" l="l" r="r" t="t"/>
              <a:pathLst>
                <a:path extrusionOk="0" h="2511" w="1944">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9" name="Google Shape;21009;p95"/>
            <p:cNvSpPr/>
            <p:nvPr/>
          </p:nvSpPr>
          <p:spPr>
            <a:xfrm>
              <a:off x="4901131" y="2997278"/>
              <a:ext cx="79463" cy="56328"/>
            </a:xfrm>
            <a:custGeom>
              <a:rect b="b" l="l" r="r" t="t"/>
              <a:pathLst>
                <a:path extrusionOk="0" h="2145" w="3026">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0" name="Google Shape;21010;p95"/>
            <p:cNvSpPr/>
            <p:nvPr/>
          </p:nvSpPr>
          <p:spPr>
            <a:xfrm>
              <a:off x="4901131" y="2997541"/>
              <a:ext cx="43250" cy="56065"/>
            </a:xfrm>
            <a:custGeom>
              <a:rect b="b" l="l" r="r" t="t"/>
              <a:pathLst>
                <a:path extrusionOk="0" h="2135" w="1647">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1" name="Google Shape;21011;p95"/>
            <p:cNvSpPr/>
            <p:nvPr/>
          </p:nvSpPr>
          <p:spPr>
            <a:xfrm>
              <a:off x="4969749" y="3047802"/>
              <a:ext cx="17620" cy="23371"/>
            </a:xfrm>
            <a:custGeom>
              <a:rect b="b" l="l" r="r" t="t"/>
              <a:pathLst>
                <a:path extrusionOk="0" h="890" w="671">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2" name="Google Shape;21012;p95"/>
            <p:cNvSpPr/>
            <p:nvPr/>
          </p:nvSpPr>
          <p:spPr>
            <a:xfrm>
              <a:off x="4894592" y="3047802"/>
              <a:ext cx="17620" cy="23371"/>
            </a:xfrm>
            <a:custGeom>
              <a:rect b="b" l="l" r="r" t="t"/>
              <a:pathLst>
                <a:path extrusionOk="0" h="890" w="671">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3" name="Google Shape;21013;p95"/>
            <p:cNvSpPr/>
            <p:nvPr/>
          </p:nvSpPr>
          <p:spPr>
            <a:xfrm>
              <a:off x="4926262" y="3088610"/>
              <a:ext cx="29437" cy="33350"/>
            </a:xfrm>
            <a:custGeom>
              <a:rect b="b" l="l" r="r" t="t"/>
              <a:pathLst>
                <a:path extrusionOk="0" h="1270" w="1121">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4" name="Google Shape;21014;p95"/>
            <p:cNvSpPr/>
            <p:nvPr/>
          </p:nvSpPr>
          <p:spPr>
            <a:xfrm>
              <a:off x="4926262" y="3088952"/>
              <a:ext cx="17883" cy="33245"/>
            </a:xfrm>
            <a:custGeom>
              <a:rect b="b" l="l" r="r" t="t"/>
              <a:pathLst>
                <a:path extrusionOk="0" h="1266" w="681">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5" name="Google Shape;21015;p95"/>
            <p:cNvSpPr/>
            <p:nvPr/>
          </p:nvSpPr>
          <p:spPr>
            <a:xfrm>
              <a:off x="4909692" y="3030261"/>
              <a:ext cx="62341" cy="66805"/>
            </a:xfrm>
            <a:custGeom>
              <a:rect b="b" l="l" r="r" t="t"/>
              <a:pathLst>
                <a:path extrusionOk="0" h="2544" w="2374">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6" name="Google Shape;21016;p95"/>
            <p:cNvSpPr/>
            <p:nvPr/>
          </p:nvSpPr>
          <p:spPr>
            <a:xfrm>
              <a:off x="4909692"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7" name="Google Shape;21017;p95"/>
            <p:cNvSpPr/>
            <p:nvPr/>
          </p:nvSpPr>
          <p:spPr>
            <a:xfrm>
              <a:off x="5142408" y="3101583"/>
              <a:ext cx="124919" cy="66175"/>
            </a:xfrm>
            <a:custGeom>
              <a:rect b="b" l="l" r="r" t="t"/>
              <a:pathLst>
                <a:path extrusionOk="0" h="2520" w="4757">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8" name="Google Shape;21018;p95"/>
            <p:cNvSpPr/>
            <p:nvPr/>
          </p:nvSpPr>
          <p:spPr>
            <a:xfrm>
              <a:off x="5140885" y="3101819"/>
              <a:ext cx="51049" cy="65939"/>
            </a:xfrm>
            <a:custGeom>
              <a:rect b="b" l="l" r="r" t="t"/>
              <a:pathLst>
                <a:path extrusionOk="0" h="2511" w="1944">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9" name="Google Shape;21019;p95"/>
            <p:cNvSpPr/>
            <p:nvPr/>
          </p:nvSpPr>
          <p:spPr>
            <a:xfrm>
              <a:off x="5164256" y="2997278"/>
              <a:ext cx="79699" cy="56328"/>
            </a:xfrm>
            <a:custGeom>
              <a:rect b="b" l="l" r="r" t="t"/>
              <a:pathLst>
                <a:path extrusionOk="0" h="2145" w="3035">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0" name="Google Shape;21020;p95"/>
            <p:cNvSpPr/>
            <p:nvPr/>
          </p:nvSpPr>
          <p:spPr>
            <a:xfrm>
              <a:off x="5164256" y="2997541"/>
              <a:ext cx="43250" cy="56065"/>
            </a:xfrm>
            <a:custGeom>
              <a:rect b="b" l="l" r="r" t="t"/>
              <a:pathLst>
                <a:path extrusionOk="0" h="2135" w="1647">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1" name="Google Shape;21021;p95"/>
            <p:cNvSpPr/>
            <p:nvPr/>
          </p:nvSpPr>
          <p:spPr>
            <a:xfrm>
              <a:off x="5233136" y="3047802"/>
              <a:ext cx="17358" cy="23371"/>
            </a:xfrm>
            <a:custGeom>
              <a:rect b="b" l="l" r="r" t="t"/>
              <a:pathLst>
                <a:path extrusionOk="0" h="890" w="661">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2" name="Google Shape;21022;p95"/>
            <p:cNvSpPr/>
            <p:nvPr/>
          </p:nvSpPr>
          <p:spPr>
            <a:xfrm>
              <a:off x="5157980" y="3047802"/>
              <a:ext cx="17358" cy="23371"/>
            </a:xfrm>
            <a:custGeom>
              <a:rect b="b" l="l" r="r" t="t"/>
              <a:pathLst>
                <a:path extrusionOk="0" h="890" w="661">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3" name="Google Shape;21023;p95"/>
            <p:cNvSpPr/>
            <p:nvPr/>
          </p:nvSpPr>
          <p:spPr>
            <a:xfrm>
              <a:off x="5189387" y="3088610"/>
              <a:ext cx="29700" cy="33587"/>
            </a:xfrm>
            <a:custGeom>
              <a:rect b="b" l="l" r="r" t="t"/>
              <a:pathLst>
                <a:path extrusionOk="0" h="1279" w="1131">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4" name="Google Shape;21024;p95"/>
            <p:cNvSpPr/>
            <p:nvPr/>
          </p:nvSpPr>
          <p:spPr>
            <a:xfrm>
              <a:off x="5189650" y="3088952"/>
              <a:ext cx="17857" cy="33245"/>
            </a:xfrm>
            <a:custGeom>
              <a:rect b="b" l="l" r="r" t="t"/>
              <a:pathLst>
                <a:path extrusionOk="0" h="1266" w="68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5" name="Google Shape;21025;p95"/>
            <p:cNvSpPr/>
            <p:nvPr/>
          </p:nvSpPr>
          <p:spPr>
            <a:xfrm>
              <a:off x="5173054" y="3030261"/>
              <a:ext cx="62368" cy="66805"/>
            </a:xfrm>
            <a:custGeom>
              <a:rect b="b" l="l" r="r" t="t"/>
              <a:pathLst>
                <a:path extrusionOk="0" h="2544" w="2375">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6" name="Google Shape;21026;p95"/>
            <p:cNvSpPr/>
            <p:nvPr/>
          </p:nvSpPr>
          <p:spPr>
            <a:xfrm>
              <a:off x="5172817"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7" name="Google Shape;21027;p95"/>
            <p:cNvSpPr/>
            <p:nvPr/>
          </p:nvSpPr>
          <p:spPr>
            <a:xfrm>
              <a:off x="5009953" y="2992000"/>
              <a:ext cx="125680" cy="66149"/>
            </a:xfrm>
            <a:custGeom>
              <a:rect b="b" l="l" r="r" t="t"/>
              <a:pathLst>
                <a:path extrusionOk="0" h="2519" w="4786">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8" name="Google Shape;21028;p95"/>
            <p:cNvSpPr/>
            <p:nvPr/>
          </p:nvSpPr>
          <p:spPr>
            <a:xfrm>
              <a:off x="5009217" y="2992262"/>
              <a:ext cx="51286" cy="65913"/>
            </a:xfrm>
            <a:custGeom>
              <a:rect b="b" l="l" r="r" t="t"/>
              <a:pathLst>
                <a:path extrusionOk="0" h="2510" w="1953">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9" name="Google Shape;21029;p95"/>
            <p:cNvSpPr/>
            <p:nvPr/>
          </p:nvSpPr>
          <p:spPr>
            <a:xfrm>
              <a:off x="5032825" y="2887695"/>
              <a:ext cx="79436" cy="56091"/>
            </a:xfrm>
            <a:custGeom>
              <a:rect b="b" l="l" r="r" t="t"/>
              <a:pathLst>
                <a:path extrusionOk="0" h="2136" w="3025">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0" name="Google Shape;21030;p95"/>
            <p:cNvSpPr/>
            <p:nvPr/>
          </p:nvSpPr>
          <p:spPr>
            <a:xfrm>
              <a:off x="5032825" y="2887459"/>
              <a:ext cx="43014" cy="56328"/>
            </a:xfrm>
            <a:custGeom>
              <a:rect b="b" l="l" r="r" t="t"/>
              <a:pathLst>
                <a:path extrusionOk="0" h="2145" w="1638">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1" name="Google Shape;21031;p95"/>
            <p:cNvSpPr/>
            <p:nvPr/>
          </p:nvSpPr>
          <p:spPr>
            <a:xfrm>
              <a:off x="5101442" y="2937983"/>
              <a:ext cx="17358" cy="23371"/>
            </a:xfrm>
            <a:custGeom>
              <a:rect b="b" l="l" r="r" t="t"/>
              <a:pathLst>
                <a:path extrusionOk="0" h="890" w="661">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2" name="Google Shape;21032;p95"/>
            <p:cNvSpPr/>
            <p:nvPr/>
          </p:nvSpPr>
          <p:spPr>
            <a:xfrm>
              <a:off x="5026286" y="2937957"/>
              <a:ext cx="17620" cy="23398"/>
            </a:xfrm>
            <a:custGeom>
              <a:rect b="b" l="l" r="r" t="t"/>
              <a:pathLst>
                <a:path extrusionOk="0" h="891" w="671">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3" name="Google Shape;21033;p95"/>
            <p:cNvSpPr/>
            <p:nvPr/>
          </p:nvSpPr>
          <p:spPr>
            <a:xfrm>
              <a:off x="5057956" y="2979027"/>
              <a:ext cx="29175" cy="33350"/>
            </a:xfrm>
            <a:custGeom>
              <a:rect b="b" l="l" r="r" t="t"/>
              <a:pathLst>
                <a:path extrusionOk="0" h="1270" w="1111">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4" name="Google Shape;21034;p95"/>
            <p:cNvSpPr/>
            <p:nvPr/>
          </p:nvSpPr>
          <p:spPr>
            <a:xfrm>
              <a:off x="5057956" y="2979369"/>
              <a:ext cx="17883" cy="33271"/>
            </a:xfrm>
            <a:custGeom>
              <a:rect b="b" l="l" r="r" t="t"/>
              <a:pathLst>
                <a:path extrusionOk="0" h="1267" w="681">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5" name="Google Shape;21035;p95"/>
            <p:cNvSpPr/>
            <p:nvPr/>
          </p:nvSpPr>
          <p:spPr>
            <a:xfrm>
              <a:off x="5041386" y="2920520"/>
              <a:ext cx="62341" cy="66989"/>
            </a:xfrm>
            <a:custGeom>
              <a:rect b="b" l="l" r="r" t="t"/>
              <a:pathLst>
                <a:path extrusionOk="0" h="2551" w="2374">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6" name="Google Shape;21036;p95"/>
            <p:cNvSpPr/>
            <p:nvPr/>
          </p:nvSpPr>
          <p:spPr>
            <a:xfrm>
              <a:off x="5041386" y="2920625"/>
              <a:ext cx="45246" cy="66884"/>
            </a:xfrm>
            <a:custGeom>
              <a:rect b="b" l="l" r="r" t="t"/>
              <a:pathLst>
                <a:path extrusionOk="0" h="2547" w="1723">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7" name="Google Shape;21037;p95"/>
            <p:cNvSpPr/>
            <p:nvPr/>
          </p:nvSpPr>
          <p:spPr>
            <a:xfrm>
              <a:off x="5010714" y="3211139"/>
              <a:ext cx="125680" cy="66648"/>
            </a:xfrm>
            <a:custGeom>
              <a:rect b="b" l="l" r="r" t="t"/>
              <a:pathLst>
                <a:path extrusionOk="0" h="2538" w="4786">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8" name="Google Shape;21038;p95"/>
            <p:cNvSpPr/>
            <p:nvPr/>
          </p:nvSpPr>
          <p:spPr>
            <a:xfrm>
              <a:off x="5009217" y="3211402"/>
              <a:ext cx="51286" cy="65939"/>
            </a:xfrm>
            <a:custGeom>
              <a:rect b="b" l="l" r="r" t="t"/>
              <a:pathLst>
                <a:path extrusionOk="0" h="2511" w="1953">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9" name="Google Shape;21039;p95"/>
            <p:cNvSpPr/>
            <p:nvPr/>
          </p:nvSpPr>
          <p:spPr>
            <a:xfrm>
              <a:off x="5032825" y="3106861"/>
              <a:ext cx="79436" cy="56301"/>
            </a:xfrm>
            <a:custGeom>
              <a:rect b="b" l="l" r="r" t="t"/>
              <a:pathLst>
                <a:path extrusionOk="0" h="2144" w="3025">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0" name="Google Shape;21040;p95"/>
            <p:cNvSpPr/>
            <p:nvPr/>
          </p:nvSpPr>
          <p:spPr>
            <a:xfrm>
              <a:off x="5032825" y="3106861"/>
              <a:ext cx="43014" cy="56301"/>
            </a:xfrm>
            <a:custGeom>
              <a:rect b="b" l="l" r="r" t="t"/>
              <a:pathLst>
                <a:path extrusionOk="0" h="2144" w="1638">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1" name="Google Shape;21041;p95"/>
            <p:cNvSpPr/>
            <p:nvPr/>
          </p:nvSpPr>
          <p:spPr>
            <a:xfrm>
              <a:off x="5101442" y="3157385"/>
              <a:ext cx="17358" cy="23345"/>
            </a:xfrm>
            <a:custGeom>
              <a:rect b="b" l="l" r="r" t="t"/>
              <a:pathLst>
                <a:path extrusionOk="0" h="889" w="661">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2" name="Google Shape;21042;p95"/>
            <p:cNvSpPr/>
            <p:nvPr/>
          </p:nvSpPr>
          <p:spPr>
            <a:xfrm>
              <a:off x="5026286" y="3157359"/>
              <a:ext cx="17620" cy="23371"/>
            </a:xfrm>
            <a:custGeom>
              <a:rect b="b" l="l" r="r" t="t"/>
              <a:pathLst>
                <a:path extrusionOk="0" h="890" w="671">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3" name="Google Shape;21043;p95"/>
            <p:cNvSpPr/>
            <p:nvPr/>
          </p:nvSpPr>
          <p:spPr>
            <a:xfrm>
              <a:off x="5057956" y="3198272"/>
              <a:ext cx="29175" cy="33271"/>
            </a:xfrm>
            <a:custGeom>
              <a:rect b="b" l="l" r="r" t="t"/>
              <a:pathLst>
                <a:path extrusionOk="0" h="1267" w="1111">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4" name="Google Shape;21044;p95"/>
            <p:cNvSpPr/>
            <p:nvPr/>
          </p:nvSpPr>
          <p:spPr>
            <a:xfrm>
              <a:off x="5057956" y="3198508"/>
              <a:ext cx="17883" cy="33350"/>
            </a:xfrm>
            <a:custGeom>
              <a:rect b="b" l="l" r="r" t="t"/>
              <a:pathLst>
                <a:path extrusionOk="0" h="1270" w="681">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5" name="Google Shape;21045;p95"/>
            <p:cNvSpPr/>
            <p:nvPr/>
          </p:nvSpPr>
          <p:spPr>
            <a:xfrm>
              <a:off x="5041386" y="3139844"/>
              <a:ext cx="62341" cy="66805"/>
            </a:xfrm>
            <a:custGeom>
              <a:rect b="b" l="l" r="r" t="t"/>
              <a:pathLst>
                <a:path extrusionOk="0" h="2544" w="2374">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6" name="Google Shape;21046;p95"/>
            <p:cNvSpPr/>
            <p:nvPr/>
          </p:nvSpPr>
          <p:spPr>
            <a:xfrm>
              <a:off x="5041386" y="3139844"/>
              <a:ext cx="45246" cy="67068"/>
            </a:xfrm>
            <a:custGeom>
              <a:rect b="b" l="l" r="r" t="t"/>
              <a:pathLst>
                <a:path extrusionOk="0" h="2554" w="1723">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047" name="Google Shape;21047;p95"/>
          <p:cNvSpPr/>
          <p:nvPr/>
        </p:nvSpPr>
        <p:spPr>
          <a:xfrm>
            <a:off x="5906557" y="2735295"/>
            <a:ext cx="50288" cy="25157"/>
          </a:xfrm>
          <a:custGeom>
            <a:rect b="b" l="l" r="r" t="t"/>
            <a:pathLst>
              <a:path extrusionOk="0" h="958" w="1915">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8" name="Google Shape;21048;p95"/>
          <p:cNvSpPr/>
          <p:nvPr/>
        </p:nvSpPr>
        <p:spPr>
          <a:xfrm>
            <a:off x="5906557" y="2735295"/>
            <a:ext cx="34716" cy="22899"/>
          </a:xfrm>
          <a:custGeom>
            <a:rect b="b" l="l" r="r" t="t"/>
            <a:pathLst>
              <a:path extrusionOk="0" h="872" w="1322">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49" name="Google Shape;21049;p95"/>
          <p:cNvSpPr/>
          <p:nvPr/>
        </p:nvSpPr>
        <p:spPr>
          <a:xfrm>
            <a:off x="5793482" y="2992906"/>
            <a:ext cx="28177" cy="75681"/>
          </a:xfrm>
          <a:custGeom>
            <a:rect b="b" l="l" r="r" t="t"/>
            <a:pathLst>
              <a:path extrusionOk="0" h="2882" w="1073">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0" name="Google Shape;21050;p95"/>
          <p:cNvSpPr/>
          <p:nvPr/>
        </p:nvSpPr>
        <p:spPr>
          <a:xfrm>
            <a:off x="5793219" y="2993168"/>
            <a:ext cx="28440" cy="56065"/>
          </a:xfrm>
          <a:custGeom>
            <a:rect b="b" l="l" r="r" t="t"/>
            <a:pathLst>
              <a:path extrusionOk="0" h="2135" w="1083">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1" name="Google Shape;21051;p95"/>
          <p:cNvSpPr/>
          <p:nvPr/>
        </p:nvSpPr>
        <p:spPr>
          <a:xfrm>
            <a:off x="5774627" y="3076596"/>
            <a:ext cx="18881" cy="48528"/>
          </a:xfrm>
          <a:custGeom>
            <a:rect b="b" l="l" r="r" t="t"/>
            <a:pathLst>
              <a:path extrusionOk="0" h="1848" w="719">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052" name="Google Shape;21052;p95"/>
          <p:cNvGrpSpPr/>
          <p:nvPr/>
        </p:nvGrpSpPr>
        <p:grpSpPr>
          <a:xfrm>
            <a:off x="5774627" y="2735295"/>
            <a:ext cx="314411" cy="389830"/>
            <a:chOff x="5779239" y="2887695"/>
            <a:chExt cx="314411" cy="389830"/>
          </a:xfrm>
        </p:grpSpPr>
        <p:sp>
          <p:nvSpPr>
            <p:cNvPr id="21053" name="Google Shape;21053;p95"/>
            <p:cNvSpPr/>
            <p:nvPr/>
          </p:nvSpPr>
          <p:spPr>
            <a:xfrm>
              <a:off x="5898617" y="2937957"/>
              <a:ext cx="75419" cy="62866"/>
            </a:xfrm>
            <a:custGeom>
              <a:rect b="b" l="l" r="r" t="t"/>
              <a:pathLst>
                <a:path extrusionOk="0" h="2394" w="2872">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4" name="Google Shape;21054;p95"/>
            <p:cNvSpPr/>
            <p:nvPr/>
          </p:nvSpPr>
          <p:spPr>
            <a:xfrm>
              <a:off x="5922488" y="2937957"/>
              <a:ext cx="27678" cy="18750"/>
            </a:xfrm>
            <a:custGeom>
              <a:rect b="b" l="l" r="r" t="t"/>
              <a:pathLst>
                <a:path extrusionOk="0" h="714" w="1054">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5" name="Google Shape;21055;p95"/>
            <p:cNvSpPr/>
            <p:nvPr/>
          </p:nvSpPr>
          <p:spPr>
            <a:xfrm>
              <a:off x="5898617" y="2957836"/>
              <a:ext cx="75419" cy="42988"/>
            </a:xfrm>
            <a:custGeom>
              <a:rect b="b" l="l" r="r" t="t"/>
              <a:pathLst>
                <a:path extrusionOk="0" h="1637" w="2872">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6" name="Google Shape;21056;p95"/>
            <p:cNvSpPr/>
            <p:nvPr/>
          </p:nvSpPr>
          <p:spPr>
            <a:xfrm>
              <a:off x="5898617" y="2968891"/>
              <a:ext cx="18881" cy="31932"/>
            </a:xfrm>
            <a:custGeom>
              <a:rect b="b" l="l" r="r" t="t"/>
              <a:pathLst>
                <a:path extrusionOk="0" h="1216" w="719">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7" name="Google Shape;21057;p95"/>
            <p:cNvSpPr/>
            <p:nvPr/>
          </p:nvSpPr>
          <p:spPr>
            <a:xfrm>
              <a:off x="5955155" y="2968891"/>
              <a:ext cx="18881" cy="31932"/>
            </a:xfrm>
            <a:custGeom>
              <a:rect b="b" l="l" r="r" t="t"/>
              <a:pathLst>
                <a:path extrusionOk="0" h="1216" w="719">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8" name="Google Shape;21058;p95"/>
            <p:cNvSpPr/>
            <p:nvPr/>
          </p:nvSpPr>
          <p:spPr>
            <a:xfrm>
              <a:off x="5911170" y="2887695"/>
              <a:ext cx="50288" cy="56590"/>
            </a:xfrm>
            <a:custGeom>
              <a:rect b="b" l="l" r="r" t="t"/>
              <a:pathLst>
                <a:path extrusionOk="0" h="2155" w="1915">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9" name="Google Shape;21059;p95"/>
            <p:cNvSpPr/>
            <p:nvPr/>
          </p:nvSpPr>
          <p:spPr>
            <a:xfrm>
              <a:off x="5911170" y="2887695"/>
              <a:ext cx="34716" cy="56485"/>
            </a:xfrm>
            <a:custGeom>
              <a:rect b="b" l="l" r="r" t="t"/>
              <a:pathLst>
                <a:path extrusionOk="0" h="2151" w="1322">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0" name="Google Shape;21060;p95"/>
            <p:cNvSpPr/>
            <p:nvPr/>
          </p:nvSpPr>
          <p:spPr>
            <a:xfrm>
              <a:off x="5892341" y="3013375"/>
              <a:ext cx="87971" cy="150811"/>
            </a:xfrm>
            <a:custGeom>
              <a:rect b="b" l="l" r="r" t="t"/>
              <a:pathLst>
                <a:path extrusionOk="0" h="5743" w="3350">
                  <a:moveTo>
                    <a:pt x="0" y="0"/>
                  </a:moveTo>
                  <a:lnTo>
                    <a:pt x="0" y="5742"/>
                  </a:lnTo>
                  <a:lnTo>
                    <a:pt x="3350" y="5742"/>
                  </a:lnTo>
                  <a:lnTo>
                    <a:pt x="3350"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1" name="Google Shape;21061;p95"/>
            <p:cNvSpPr/>
            <p:nvPr/>
          </p:nvSpPr>
          <p:spPr>
            <a:xfrm>
              <a:off x="5892341" y="3101320"/>
              <a:ext cx="87971" cy="62866"/>
            </a:xfrm>
            <a:custGeom>
              <a:rect b="b" l="l" r="r" t="t"/>
              <a:pathLst>
                <a:path extrusionOk="0" h="2394" w="3350">
                  <a:moveTo>
                    <a:pt x="0" y="1"/>
                  </a:moveTo>
                  <a:lnTo>
                    <a:pt x="0" y="2393"/>
                  </a:lnTo>
                  <a:lnTo>
                    <a:pt x="3350" y="2393"/>
                  </a:lnTo>
                  <a:lnTo>
                    <a:pt x="3350"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2" name="Google Shape;21062;p95"/>
            <p:cNvSpPr/>
            <p:nvPr/>
          </p:nvSpPr>
          <p:spPr>
            <a:xfrm>
              <a:off x="5967734" y="3082466"/>
              <a:ext cx="50288" cy="75419"/>
            </a:xfrm>
            <a:custGeom>
              <a:rect b="b" l="l" r="r" t="t"/>
              <a:pathLst>
                <a:path extrusionOk="0" h="2872" w="1915">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3" name="Google Shape;21063;p95"/>
            <p:cNvSpPr/>
            <p:nvPr/>
          </p:nvSpPr>
          <p:spPr>
            <a:xfrm>
              <a:off x="5967734" y="3082466"/>
              <a:ext cx="28413" cy="75419"/>
            </a:xfrm>
            <a:custGeom>
              <a:rect b="b" l="l" r="r" t="t"/>
              <a:pathLst>
                <a:path extrusionOk="0" h="2872" w="1082">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4" name="Google Shape;21064;p95"/>
            <p:cNvSpPr/>
            <p:nvPr/>
          </p:nvSpPr>
          <p:spPr>
            <a:xfrm>
              <a:off x="5967734" y="3082466"/>
              <a:ext cx="50288" cy="56590"/>
            </a:xfrm>
            <a:custGeom>
              <a:rect b="b" l="l" r="r" t="t"/>
              <a:pathLst>
                <a:path extrusionOk="0" h="2155" w="1915">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5" name="Google Shape;21065;p95"/>
            <p:cNvSpPr/>
            <p:nvPr/>
          </p:nvSpPr>
          <p:spPr>
            <a:xfrm>
              <a:off x="5967734" y="3082466"/>
              <a:ext cx="28177" cy="56328"/>
            </a:xfrm>
            <a:custGeom>
              <a:rect b="b" l="l" r="r" t="t"/>
              <a:pathLst>
                <a:path extrusionOk="0" h="2145" w="1073">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6" name="Google Shape;21066;p95"/>
            <p:cNvSpPr/>
            <p:nvPr/>
          </p:nvSpPr>
          <p:spPr>
            <a:xfrm>
              <a:off x="5948879" y="3151582"/>
              <a:ext cx="87971" cy="100812"/>
            </a:xfrm>
            <a:custGeom>
              <a:rect b="b" l="l" r="r" t="t"/>
              <a:pathLst>
                <a:path extrusionOk="0" h="3839" w="335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7" name="Google Shape;21067;p95"/>
            <p:cNvSpPr/>
            <p:nvPr/>
          </p:nvSpPr>
          <p:spPr>
            <a:xfrm>
              <a:off x="5948879" y="3165920"/>
              <a:ext cx="18881" cy="86474"/>
            </a:xfrm>
            <a:custGeom>
              <a:rect b="b" l="l" r="r" t="t"/>
              <a:pathLst>
                <a:path extrusionOk="0" h="3293" w="719">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8" name="Google Shape;21068;p95"/>
            <p:cNvSpPr/>
            <p:nvPr/>
          </p:nvSpPr>
          <p:spPr>
            <a:xfrm>
              <a:off x="6017995" y="3165920"/>
              <a:ext cx="18855" cy="86474"/>
            </a:xfrm>
            <a:custGeom>
              <a:rect b="b" l="l" r="r" t="t"/>
              <a:pathLst>
                <a:path extrusionOk="0" h="3293" w="718">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9" name="Google Shape;21069;p95"/>
            <p:cNvSpPr/>
            <p:nvPr/>
          </p:nvSpPr>
          <p:spPr>
            <a:xfrm>
              <a:off x="5854632" y="3082466"/>
              <a:ext cx="50288" cy="75419"/>
            </a:xfrm>
            <a:custGeom>
              <a:rect b="b" l="l" r="r" t="t"/>
              <a:pathLst>
                <a:path extrusionOk="0" h="2872" w="1915">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0" name="Google Shape;21070;p95"/>
            <p:cNvSpPr/>
            <p:nvPr/>
          </p:nvSpPr>
          <p:spPr>
            <a:xfrm>
              <a:off x="5854632" y="3082466"/>
              <a:ext cx="28177" cy="75419"/>
            </a:xfrm>
            <a:custGeom>
              <a:rect b="b" l="l" r="r" t="t"/>
              <a:pathLst>
                <a:path extrusionOk="0" h="2872" w="1073">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1" name="Google Shape;21071;p95"/>
            <p:cNvSpPr/>
            <p:nvPr/>
          </p:nvSpPr>
          <p:spPr>
            <a:xfrm>
              <a:off x="5854632" y="3082466"/>
              <a:ext cx="50288" cy="56590"/>
            </a:xfrm>
            <a:custGeom>
              <a:rect b="b" l="l" r="r" t="t"/>
              <a:pathLst>
                <a:path extrusionOk="0" h="2155" w="1915">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2" name="Google Shape;21072;p95"/>
            <p:cNvSpPr/>
            <p:nvPr/>
          </p:nvSpPr>
          <p:spPr>
            <a:xfrm>
              <a:off x="5854632" y="3082466"/>
              <a:ext cx="28177" cy="56328"/>
            </a:xfrm>
            <a:custGeom>
              <a:rect b="b" l="l" r="r" t="t"/>
              <a:pathLst>
                <a:path extrusionOk="0" h="2145" w="1073">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3" name="Google Shape;21073;p95"/>
            <p:cNvSpPr/>
            <p:nvPr/>
          </p:nvSpPr>
          <p:spPr>
            <a:xfrm>
              <a:off x="5835777" y="3151582"/>
              <a:ext cx="87997" cy="100812"/>
            </a:xfrm>
            <a:custGeom>
              <a:rect b="b" l="l" r="r" t="t"/>
              <a:pathLst>
                <a:path extrusionOk="0" h="3839" w="3351">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4" name="Google Shape;21074;p95"/>
            <p:cNvSpPr/>
            <p:nvPr/>
          </p:nvSpPr>
          <p:spPr>
            <a:xfrm>
              <a:off x="5835777" y="3165920"/>
              <a:ext cx="18881" cy="86474"/>
            </a:xfrm>
            <a:custGeom>
              <a:rect b="b" l="l" r="r" t="t"/>
              <a:pathLst>
                <a:path extrusionOk="0" h="3293" w="719">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5" name="Google Shape;21075;p95"/>
            <p:cNvSpPr/>
            <p:nvPr/>
          </p:nvSpPr>
          <p:spPr>
            <a:xfrm>
              <a:off x="5904893" y="3165920"/>
              <a:ext cx="18881" cy="86474"/>
            </a:xfrm>
            <a:custGeom>
              <a:rect b="b" l="l" r="r" t="t"/>
              <a:pathLst>
                <a:path extrusionOk="0" h="3293" w="719">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6" name="Google Shape;21076;p95"/>
            <p:cNvSpPr/>
            <p:nvPr/>
          </p:nvSpPr>
          <p:spPr>
            <a:xfrm>
              <a:off x="6024271" y="3145306"/>
              <a:ext cx="50288" cy="75419"/>
            </a:xfrm>
            <a:custGeom>
              <a:rect b="b" l="l" r="r" t="t"/>
              <a:pathLst>
                <a:path extrusionOk="0" h="2872" w="1915">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7" name="Google Shape;21077;p95"/>
            <p:cNvSpPr/>
            <p:nvPr/>
          </p:nvSpPr>
          <p:spPr>
            <a:xfrm>
              <a:off x="6024271" y="3145306"/>
              <a:ext cx="28413" cy="75681"/>
            </a:xfrm>
            <a:custGeom>
              <a:rect b="b" l="l" r="r" t="t"/>
              <a:pathLst>
                <a:path extrusionOk="0" h="2882" w="1082">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8" name="Google Shape;21078;p95"/>
            <p:cNvSpPr/>
            <p:nvPr/>
          </p:nvSpPr>
          <p:spPr>
            <a:xfrm>
              <a:off x="6024271" y="3145306"/>
              <a:ext cx="50288" cy="56564"/>
            </a:xfrm>
            <a:custGeom>
              <a:rect b="b" l="l" r="r" t="t"/>
              <a:pathLst>
                <a:path extrusionOk="0" h="2154" w="1915">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9" name="Google Shape;21079;p95"/>
            <p:cNvSpPr/>
            <p:nvPr/>
          </p:nvSpPr>
          <p:spPr>
            <a:xfrm>
              <a:off x="6024271" y="3145568"/>
              <a:ext cx="28177" cy="56065"/>
            </a:xfrm>
            <a:custGeom>
              <a:rect b="b" l="l" r="r" t="t"/>
              <a:pathLst>
                <a:path extrusionOk="0" h="2135" w="1073">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0" name="Google Shape;21080;p95"/>
            <p:cNvSpPr/>
            <p:nvPr/>
          </p:nvSpPr>
          <p:spPr>
            <a:xfrm>
              <a:off x="6005417" y="3214422"/>
              <a:ext cx="87997" cy="63103"/>
            </a:xfrm>
            <a:custGeom>
              <a:rect b="b" l="l" r="r" t="t"/>
              <a:pathLst>
                <a:path extrusionOk="0" h="2403" w="3351">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1" name="Google Shape;21081;p95"/>
            <p:cNvSpPr/>
            <p:nvPr/>
          </p:nvSpPr>
          <p:spPr>
            <a:xfrm>
              <a:off x="6005417" y="3228996"/>
              <a:ext cx="18881" cy="48528"/>
            </a:xfrm>
            <a:custGeom>
              <a:rect b="b" l="l" r="r" t="t"/>
              <a:pathLst>
                <a:path extrusionOk="0" h="1848" w="719">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2" name="Google Shape;21082;p95"/>
            <p:cNvSpPr/>
            <p:nvPr/>
          </p:nvSpPr>
          <p:spPr>
            <a:xfrm>
              <a:off x="6074796" y="3228996"/>
              <a:ext cx="18855" cy="48528"/>
            </a:xfrm>
            <a:custGeom>
              <a:rect b="b" l="l" r="r" t="t"/>
              <a:pathLst>
                <a:path extrusionOk="0" h="1848" w="718">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3" name="Google Shape;21083;p95"/>
            <p:cNvSpPr/>
            <p:nvPr/>
          </p:nvSpPr>
          <p:spPr>
            <a:xfrm>
              <a:off x="5911170" y="3145306"/>
              <a:ext cx="50288" cy="75419"/>
            </a:xfrm>
            <a:custGeom>
              <a:rect b="b" l="l" r="r" t="t"/>
              <a:pathLst>
                <a:path extrusionOk="0" h="2872" w="1915">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4" name="Google Shape;21084;p95"/>
            <p:cNvSpPr/>
            <p:nvPr/>
          </p:nvSpPr>
          <p:spPr>
            <a:xfrm>
              <a:off x="5911170" y="3145306"/>
              <a:ext cx="28440" cy="75681"/>
            </a:xfrm>
            <a:custGeom>
              <a:rect b="b" l="l" r="r" t="t"/>
              <a:pathLst>
                <a:path extrusionOk="0" h="2882" w="1083">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5" name="Google Shape;21085;p95"/>
            <p:cNvSpPr/>
            <p:nvPr/>
          </p:nvSpPr>
          <p:spPr>
            <a:xfrm>
              <a:off x="5911170" y="3145306"/>
              <a:ext cx="50288" cy="56564"/>
            </a:xfrm>
            <a:custGeom>
              <a:rect b="b" l="l" r="r" t="t"/>
              <a:pathLst>
                <a:path extrusionOk="0" h="2154" w="1915">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6" name="Google Shape;21086;p95"/>
            <p:cNvSpPr/>
            <p:nvPr/>
          </p:nvSpPr>
          <p:spPr>
            <a:xfrm>
              <a:off x="5911170" y="3145568"/>
              <a:ext cx="28177" cy="56065"/>
            </a:xfrm>
            <a:custGeom>
              <a:rect b="b" l="l" r="r" t="t"/>
              <a:pathLst>
                <a:path extrusionOk="0" h="2135" w="1073">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7" name="Google Shape;21087;p95"/>
            <p:cNvSpPr/>
            <p:nvPr/>
          </p:nvSpPr>
          <p:spPr>
            <a:xfrm>
              <a:off x="5892341" y="3214422"/>
              <a:ext cx="87971" cy="63103"/>
            </a:xfrm>
            <a:custGeom>
              <a:rect b="b" l="l" r="r" t="t"/>
              <a:pathLst>
                <a:path extrusionOk="0" h="2403" w="335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8" name="Google Shape;21088;p95"/>
            <p:cNvSpPr/>
            <p:nvPr/>
          </p:nvSpPr>
          <p:spPr>
            <a:xfrm>
              <a:off x="5892341" y="3228996"/>
              <a:ext cx="18855" cy="48528"/>
            </a:xfrm>
            <a:custGeom>
              <a:rect b="b" l="l" r="r" t="t"/>
              <a:pathLst>
                <a:path extrusionOk="0" h="1848" w="718">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9" name="Google Shape;21089;p95"/>
            <p:cNvSpPr/>
            <p:nvPr/>
          </p:nvSpPr>
          <p:spPr>
            <a:xfrm>
              <a:off x="5961431" y="3228996"/>
              <a:ext cx="18881" cy="48528"/>
            </a:xfrm>
            <a:custGeom>
              <a:rect b="b" l="l" r="r" t="t"/>
              <a:pathLst>
                <a:path extrusionOk="0" h="1848" w="719">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0" name="Google Shape;21090;p95"/>
            <p:cNvSpPr/>
            <p:nvPr/>
          </p:nvSpPr>
          <p:spPr>
            <a:xfrm>
              <a:off x="5798094" y="3145306"/>
              <a:ext cx="50288" cy="75419"/>
            </a:xfrm>
            <a:custGeom>
              <a:rect b="b" l="l" r="r" t="t"/>
              <a:pathLst>
                <a:path extrusionOk="0" h="2872" w="1915">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1" name="Google Shape;21091;p95"/>
            <p:cNvSpPr/>
            <p:nvPr/>
          </p:nvSpPr>
          <p:spPr>
            <a:xfrm>
              <a:off x="5798094" y="3145306"/>
              <a:ext cx="50288" cy="56564"/>
            </a:xfrm>
            <a:custGeom>
              <a:rect b="b" l="l" r="r" t="t"/>
              <a:pathLst>
                <a:path extrusionOk="0" h="2154" w="1915">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2" name="Google Shape;21092;p95"/>
            <p:cNvSpPr/>
            <p:nvPr/>
          </p:nvSpPr>
          <p:spPr>
            <a:xfrm>
              <a:off x="5779239" y="3214422"/>
              <a:ext cx="87997" cy="63103"/>
            </a:xfrm>
            <a:custGeom>
              <a:rect b="b" l="l" r="r" t="t"/>
              <a:pathLst>
                <a:path extrusionOk="0" h="2403" w="3351">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3" name="Google Shape;21093;p95"/>
            <p:cNvSpPr/>
            <p:nvPr/>
          </p:nvSpPr>
          <p:spPr>
            <a:xfrm>
              <a:off x="5848356" y="3228996"/>
              <a:ext cx="18881" cy="48528"/>
            </a:xfrm>
            <a:custGeom>
              <a:rect b="b" l="l" r="r" t="t"/>
              <a:pathLst>
                <a:path extrusionOk="0" h="1848" w="719">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4" name="Google Shape;21094;p95"/>
            <p:cNvSpPr/>
            <p:nvPr/>
          </p:nvSpPr>
          <p:spPr>
            <a:xfrm>
              <a:off x="5875482" y="2994521"/>
              <a:ext cx="121925" cy="25157"/>
            </a:xfrm>
            <a:custGeom>
              <a:rect b="b" l="l" r="r" t="t"/>
              <a:pathLst>
                <a:path extrusionOk="0" h="958" w="4643">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5" name="Google Shape;21095;p95"/>
            <p:cNvSpPr/>
            <p:nvPr/>
          </p:nvSpPr>
          <p:spPr>
            <a:xfrm>
              <a:off x="5917472" y="3038506"/>
              <a:ext cx="37709" cy="18855"/>
            </a:xfrm>
            <a:custGeom>
              <a:rect b="b" l="l" r="r" t="t"/>
              <a:pathLst>
                <a:path extrusionOk="0" h="718" w="1436">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6" name="Google Shape;21096;p95"/>
            <p:cNvSpPr/>
            <p:nvPr/>
          </p:nvSpPr>
          <p:spPr>
            <a:xfrm>
              <a:off x="5892341" y="3007073"/>
              <a:ext cx="87971" cy="12605"/>
            </a:xfrm>
            <a:custGeom>
              <a:rect b="b" l="l" r="r" t="t"/>
              <a:pathLst>
                <a:path extrusionOk="0" h="480" w="335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097" name="Google Shape;21097;p95"/>
          <p:cNvGrpSpPr/>
          <p:nvPr/>
        </p:nvGrpSpPr>
        <p:grpSpPr>
          <a:xfrm>
            <a:off x="6185517" y="2788577"/>
            <a:ext cx="389830" cy="283004"/>
            <a:chOff x="6190130" y="2940977"/>
            <a:chExt cx="389830" cy="283004"/>
          </a:xfrm>
        </p:grpSpPr>
        <p:sp>
          <p:nvSpPr>
            <p:cNvPr id="21098" name="Google Shape;21098;p95"/>
            <p:cNvSpPr/>
            <p:nvPr/>
          </p:nvSpPr>
          <p:spPr>
            <a:xfrm>
              <a:off x="6208984" y="2940977"/>
              <a:ext cx="352120" cy="257873"/>
            </a:xfrm>
            <a:custGeom>
              <a:rect b="b" l="l" r="r" t="t"/>
              <a:pathLst>
                <a:path extrusionOk="0" h="9820" w="13409">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9" name="Google Shape;21099;p95"/>
            <p:cNvSpPr/>
            <p:nvPr/>
          </p:nvSpPr>
          <p:spPr>
            <a:xfrm>
              <a:off x="6234115" y="2966370"/>
              <a:ext cx="301859" cy="201073"/>
            </a:xfrm>
            <a:custGeom>
              <a:rect b="b" l="l" r="r" t="t"/>
              <a:pathLst>
                <a:path extrusionOk="0" h="7657" w="11495">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0" name="Google Shape;21100;p95"/>
            <p:cNvSpPr/>
            <p:nvPr/>
          </p:nvSpPr>
          <p:spPr>
            <a:xfrm>
              <a:off x="6234115" y="3129734"/>
              <a:ext cx="175942" cy="37709"/>
            </a:xfrm>
            <a:custGeom>
              <a:rect b="b" l="l" r="r" t="t"/>
              <a:pathLst>
                <a:path extrusionOk="0" h="1436" w="670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1" name="Google Shape;21101;p95"/>
            <p:cNvSpPr/>
            <p:nvPr/>
          </p:nvSpPr>
          <p:spPr>
            <a:xfrm>
              <a:off x="6410293" y="2966370"/>
              <a:ext cx="125680" cy="100550"/>
            </a:xfrm>
            <a:custGeom>
              <a:rect b="b" l="l" r="r" t="t"/>
              <a:pathLst>
                <a:path extrusionOk="0" h="3829" w="4786">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2" name="Google Shape;21102;p95"/>
            <p:cNvSpPr/>
            <p:nvPr/>
          </p:nvSpPr>
          <p:spPr>
            <a:xfrm>
              <a:off x="6410293" y="3066893"/>
              <a:ext cx="125680" cy="100550"/>
            </a:xfrm>
            <a:custGeom>
              <a:rect b="b" l="l" r="r" t="t"/>
              <a:pathLst>
                <a:path extrusionOk="0" h="3829" w="4786">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3" name="Google Shape;21103;p95"/>
            <p:cNvSpPr/>
            <p:nvPr/>
          </p:nvSpPr>
          <p:spPr>
            <a:xfrm>
              <a:off x="6190130" y="3192547"/>
              <a:ext cx="389830" cy="31433"/>
            </a:xfrm>
            <a:custGeom>
              <a:rect b="b" l="l" r="r" t="t"/>
              <a:pathLst>
                <a:path extrusionOk="0" h="1197" w="14845">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4" name="Google Shape;21104;p95"/>
            <p:cNvSpPr/>
            <p:nvPr/>
          </p:nvSpPr>
          <p:spPr>
            <a:xfrm>
              <a:off x="6190130" y="3192547"/>
              <a:ext cx="389830" cy="12605"/>
            </a:xfrm>
            <a:custGeom>
              <a:rect b="b" l="l" r="r" t="t"/>
              <a:pathLst>
                <a:path extrusionOk="0" h="480" w="14845">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5" name="Google Shape;21105;p95"/>
            <p:cNvSpPr/>
            <p:nvPr/>
          </p:nvSpPr>
          <p:spPr>
            <a:xfrm>
              <a:off x="6347217" y="3192547"/>
              <a:ext cx="75419" cy="18881"/>
            </a:xfrm>
            <a:custGeom>
              <a:rect b="b" l="l" r="r" t="t"/>
              <a:pathLst>
                <a:path extrusionOk="0" h="719" w="2872">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6" name="Google Shape;21106;p95"/>
            <p:cNvSpPr/>
            <p:nvPr/>
          </p:nvSpPr>
          <p:spPr>
            <a:xfrm>
              <a:off x="6441700" y="3041763"/>
              <a:ext cx="62866" cy="25157"/>
            </a:xfrm>
            <a:custGeom>
              <a:rect b="b" l="l" r="r" t="t"/>
              <a:pathLst>
                <a:path extrusionOk="0" h="958" w="2394">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7" name="Google Shape;21107;p95"/>
            <p:cNvSpPr/>
            <p:nvPr/>
          </p:nvSpPr>
          <p:spPr>
            <a:xfrm>
              <a:off x="6460555" y="3022908"/>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8" name="Google Shape;21108;p95"/>
            <p:cNvSpPr/>
            <p:nvPr/>
          </p:nvSpPr>
          <p:spPr>
            <a:xfrm>
              <a:off x="6454279" y="2991501"/>
              <a:ext cx="37709" cy="44012"/>
            </a:xfrm>
            <a:custGeom>
              <a:rect b="b" l="l" r="r" t="t"/>
              <a:pathLst>
                <a:path extrusionOk="0" h="1676" w="1436">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9" name="Google Shape;21109;p95"/>
            <p:cNvSpPr/>
            <p:nvPr/>
          </p:nvSpPr>
          <p:spPr>
            <a:xfrm>
              <a:off x="6454069" y="2991501"/>
              <a:ext cx="25367" cy="43907"/>
            </a:xfrm>
            <a:custGeom>
              <a:rect b="b" l="l" r="r" t="t"/>
              <a:pathLst>
                <a:path extrusionOk="0" h="1672" w="966">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0" name="Google Shape;21110;p95"/>
            <p:cNvSpPr/>
            <p:nvPr/>
          </p:nvSpPr>
          <p:spPr>
            <a:xfrm>
              <a:off x="6454279" y="2991501"/>
              <a:ext cx="37709" cy="18881"/>
            </a:xfrm>
            <a:custGeom>
              <a:rect b="b" l="l" r="r" t="t"/>
              <a:pathLst>
                <a:path extrusionOk="0" h="719" w="1436">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1" name="Google Shape;21111;p95"/>
            <p:cNvSpPr/>
            <p:nvPr/>
          </p:nvSpPr>
          <p:spPr>
            <a:xfrm>
              <a:off x="6454279" y="2991501"/>
              <a:ext cx="25157" cy="15598"/>
            </a:xfrm>
            <a:custGeom>
              <a:rect b="b" l="l" r="r" t="t"/>
              <a:pathLst>
                <a:path extrusionOk="0" h="594" w="958">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2" name="Google Shape;21112;p95"/>
            <p:cNvSpPr/>
            <p:nvPr/>
          </p:nvSpPr>
          <p:spPr>
            <a:xfrm>
              <a:off x="6441700" y="3142286"/>
              <a:ext cx="62866" cy="25157"/>
            </a:xfrm>
            <a:custGeom>
              <a:rect b="b" l="l" r="r" t="t"/>
              <a:pathLst>
                <a:path extrusionOk="0" h="958" w="2394">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3" name="Google Shape;21113;p95"/>
            <p:cNvSpPr/>
            <p:nvPr/>
          </p:nvSpPr>
          <p:spPr>
            <a:xfrm>
              <a:off x="6460555" y="3123431"/>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4" name="Google Shape;21114;p95"/>
            <p:cNvSpPr/>
            <p:nvPr/>
          </p:nvSpPr>
          <p:spPr>
            <a:xfrm>
              <a:off x="6454279" y="3092024"/>
              <a:ext cx="37709" cy="44012"/>
            </a:xfrm>
            <a:custGeom>
              <a:rect b="b" l="l" r="r" t="t"/>
              <a:pathLst>
                <a:path extrusionOk="0" h="1676" w="1436">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5" name="Google Shape;21115;p95"/>
            <p:cNvSpPr/>
            <p:nvPr/>
          </p:nvSpPr>
          <p:spPr>
            <a:xfrm>
              <a:off x="6454069" y="3092024"/>
              <a:ext cx="25367" cy="43933"/>
            </a:xfrm>
            <a:custGeom>
              <a:rect b="b" l="l" r="r" t="t"/>
              <a:pathLst>
                <a:path extrusionOk="0" h="1673" w="966">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6" name="Google Shape;21116;p95"/>
            <p:cNvSpPr/>
            <p:nvPr/>
          </p:nvSpPr>
          <p:spPr>
            <a:xfrm>
              <a:off x="6454279" y="3092024"/>
              <a:ext cx="37709" cy="18881"/>
            </a:xfrm>
            <a:custGeom>
              <a:rect b="b" l="l" r="r" t="t"/>
              <a:pathLst>
                <a:path extrusionOk="0" h="719" w="1436">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7" name="Google Shape;21117;p95"/>
            <p:cNvSpPr/>
            <p:nvPr/>
          </p:nvSpPr>
          <p:spPr>
            <a:xfrm>
              <a:off x="6454279" y="3092024"/>
              <a:ext cx="25157" cy="15598"/>
            </a:xfrm>
            <a:custGeom>
              <a:rect b="b" l="l" r="r" t="t"/>
              <a:pathLst>
                <a:path extrusionOk="0" h="594" w="958">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8" name="Google Shape;21118;p95"/>
            <p:cNvSpPr/>
            <p:nvPr/>
          </p:nvSpPr>
          <p:spPr>
            <a:xfrm>
              <a:off x="6284377" y="3048039"/>
              <a:ext cx="75419" cy="94273"/>
            </a:xfrm>
            <a:custGeom>
              <a:rect b="b" l="l" r="r" t="t"/>
              <a:pathLst>
                <a:path extrusionOk="0" h="3590" w="2872">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9" name="Google Shape;21119;p95"/>
            <p:cNvSpPr/>
            <p:nvPr/>
          </p:nvSpPr>
          <p:spPr>
            <a:xfrm>
              <a:off x="6308247" y="3048039"/>
              <a:ext cx="27678" cy="18750"/>
            </a:xfrm>
            <a:custGeom>
              <a:rect b="b" l="l" r="r" t="t"/>
              <a:pathLst>
                <a:path extrusionOk="0" h="714" w="1054">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0" name="Google Shape;21120;p95"/>
            <p:cNvSpPr/>
            <p:nvPr/>
          </p:nvSpPr>
          <p:spPr>
            <a:xfrm>
              <a:off x="6284377" y="3067891"/>
              <a:ext cx="75681" cy="74421"/>
            </a:xfrm>
            <a:custGeom>
              <a:rect b="b" l="l" r="r" t="t"/>
              <a:pathLst>
                <a:path extrusionOk="0" h="2834" w="2882">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1" name="Google Shape;21121;p95"/>
            <p:cNvSpPr/>
            <p:nvPr/>
          </p:nvSpPr>
          <p:spPr>
            <a:xfrm>
              <a:off x="6296955" y="2997777"/>
              <a:ext cx="50288" cy="56590"/>
            </a:xfrm>
            <a:custGeom>
              <a:rect b="b" l="l" r="r" t="t"/>
              <a:pathLst>
                <a:path extrusionOk="0" h="2155" w="1915">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2" name="Google Shape;21122;p95"/>
            <p:cNvSpPr/>
            <p:nvPr/>
          </p:nvSpPr>
          <p:spPr>
            <a:xfrm>
              <a:off x="6296955" y="2997777"/>
              <a:ext cx="34689" cy="56485"/>
            </a:xfrm>
            <a:custGeom>
              <a:rect b="b" l="l" r="r" t="t"/>
              <a:pathLst>
                <a:path extrusionOk="0" h="2151" w="1321">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3" name="Google Shape;21123;p95"/>
            <p:cNvSpPr/>
            <p:nvPr/>
          </p:nvSpPr>
          <p:spPr>
            <a:xfrm>
              <a:off x="6296955" y="2997777"/>
              <a:ext cx="50288" cy="25157"/>
            </a:xfrm>
            <a:custGeom>
              <a:rect b="b" l="l" r="r" t="t"/>
              <a:pathLst>
                <a:path extrusionOk="0" h="958" w="1915">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4" name="Google Shape;21124;p95"/>
            <p:cNvSpPr/>
            <p:nvPr/>
          </p:nvSpPr>
          <p:spPr>
            <a:xfrm>
              <a:off x="6296955" y="2997777"/>
              <a:ext cx="34689" cy="22899"/>
            </a:xfrm>
            <a:custGeom>
              <a:rect b="b" l="l" r="r" t="t"/>
              <a:pathLst>
                <a:path extrusionOk="0" h="872" w="1321">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5" name="Google Shape;21125;p95"/>
            <p:cNvSpPr/>
            <p:nvPr/>
          </p:nvSpPr>
          <p:spPr>
            <a:xfrm>
              <a:off x="6284377" y="3078947"/>
              <a:ext cx="31459" cy="63365"/>
            </a:xfrm>
            <a:custGeom>
              <a:rect b="b" l="l" r="r" t="t"/>
              <a:pathLst>
                <a:path extrusionOk="0" h="2413" w="1198">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6" name="Google Shape;21126;p95"/>
            <p:cNvSpPr/>
            <p:nvPr/>
          </p:nvSpPr>
          <p:spPr>
            <a:xfrm>
              <a:off x="6328625" y="3078947"/>
              <a:ext cx="31433" cy="63365"/>
            </a:xfrm>
            <a:custGeom>
              <a:rect b="b" l="l" r="r" t="t"/>
              <a:pathLst>
                <a:path extrusionOk="0" h="2413" w="1197">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7" name="Google Shape;21127;p95"/>
            <p:cNvSpPr/>
            <p:nvPr/>
          </p:nvSpPr>
          <p:spPr>
            <a:xfrm>
              <a:off x="6309770" y="3129734"/>
              <a:ext cx="25157" cy="12579"/>
            </a:xfrm>
            <a:custGeom>
              <a:rect b="b" l="l" r="r" t="t"/>
              <a:pathLst>
                <a:path extrusionOk="0" h="479" w="958">
                  <a:moveTo>
                    <a:pt x="0" y="0"/>
                  </a:moveTo>
                  <a:lnTo>
                    <a:pt x="0" y="479"/>
                  </a:lnTo>
                  <a:lnTo>
                    <a:pt x="957" y="479"/>
                  </a:lnTo>
                  <a:lnTo>
                    <a:pt x="957"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28" name="Google Shape;21128;p95"/>
          <p:cNvGrpSpPr/>
          <p:nvPr/>
        </p:nvGrpSpPr>
        <p:grpSpPr>
          <a:xfrm>
            <a:off x="6629364" y="2747874"/>
            <a:ext cx="389803" cy="364673"/>
            <a:chOff x="6633976" y="2900274"/>
            <a:chExt cx="389803" cy="364673"/>
          </a:xfrm>
        </p:grpSpPr>
        <p:sp>
          <p:nvSpPr>
            <p:cNvPr id="21129" name="Google Shape;21129;p95"/>
            <p:cNvSpPr/>
            <p:nvPr/>
          </p:nvSpPr>
          <p:spPr>
            <a:xfrm>
              <a:off x="6847838" y="2937957"/>
              <a:ext cx="175942" cy="184109"/>
            </a:xfrm>
            <a:custGeom>
              <a:rect b="b" l="l" r="r" t="t"/>
              <a:pathLst>
                <a:path extrusionOk="0" h="7011" w="670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0" name="Google Shape;21130;p95"/>
            <p:cNvSpPr/>
            <p:nvPr/>
          </p:nvSpPr>
          <p:spPr>
            <a:xfrm>
              <a:off x="6910651" y="2937957"/>
              <a:ext cx="50288" cy="119404"/>
            </a:xfrm>
            <a:custGeom>
              <a:rect b="b" l="l" r="r" t="t"/>
              <a:pathLst>
                <a:path extrusionOk="0" h="4547" w="1915">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1" name="Google Shape;21131;p95"/>
            <p:cNvSpPr/>
            <p:nvPr/>
          </p:nvSpPr>
          <p:spPr>
            <a:xfrm>
              <a:off x="6923493" y="2900274"/>
              <a:ext cx="24632" cy="100550"/>
            </a:xfrm>
            <a:custGeom>
              <a:rect b="b" l="l" r="r" t="t"/>
              <a:pathLst>
                <a:path extrusionOk="0" h="3829" w="938">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2" name="Google Shape;21132;p95"/>
            <p:cNvSpPr/>
            <p:nvPr/>
          </p:nvSpPr>
          <p:spPr>
            <a:xfrm>
              <a:off x="6923230" y="3019652"/>
              <a:ext cx="25157" cy="25157"/>
            </a:xfrm>
            <a:custGeom>
              <a:rect b="b" l="l" r="r" t="t"/>
              <a:pathLst>
                <a:path extrusionOk="0" h="958" w="958">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3" name="Google Shape;21133;p95"/>
            <p:cNvSpPr/>
            <p:nvPr/>
          </p:nvSpPr>
          <p:spPr>
            <a:xfrm>
              <a:off x="6633976" y="3176713"/>
              <a:ext cx="213625" cy="88234"/>
            </a:xfrm>
            <a:custGeom>
              <a:rect b="b" l="l" r="r" t="t"/>
              <a:pathLst>
                <a:path extrusionOk="0" h="3360" w="8135">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4" name="Google Shape;21134;p95"/>
            <p:cNvSpPr/>
            <p:nvPr/>
          </p:nvSpPr>
          <p:spPr>
            <a:xfrm>
              <a:off x="6728460" y="3201843"/>
              <a:ext cx="25157" cy="63103"/>
            </a:xfrm>
            <a:custGeom>
              <a:rect b="b" l="l" r="r" t="t"/>
              <a:pathLst>
                <a:path extrusionOk="0" h="2403" w="958">
                  <a:moveTo>
                    <a:pt x="221" y="1"/>
                  </a:moveTo>
                  <a:lnTo>
                    <a:pt x="0" y="2403"/>
                  </a:lnTo>
                  <a:lnTo>
                    <a:pt x="957" y="2403"/>
                  </a:lnTo>
                  <a:lnTo>
                    <a:pt x="728" y="1"/>
                  </a:ln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5" name="Google Shape;21135;p95"/>
            <p:cNvSpPr/>
            <p:nvPr/>
          </p:nvSpPr>
          <p:spPr>
            <a:xfrm>
              <a:off x="6729956" y="3189291"/>
              <a:ext cx="21901" cy="21376"/>
            </a:xfrm>
            <a:custGeom>
              <a:rect b="b" l="l" r="r" t="t"/>
              <a:pathLst>
                <a:path extrusionOk="0" h="814" w="834">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6" name="Google Shape;21136;p95"/>
            <p:cNvSpPr/>
            <p:nvPr/>
          </p:nvSpPr>
          <p:spPr>
            <a:xfrm>
              <a:off x="6810128" y="3202605"/>
              <a:ext cx="37736" cy="62341"/>
            </a:xfrm>
            <a:custGeom>
              <a:rect b="b" l="l" r="r" t="t"/>
              <a:pathLst>
                <a:path extrusionOk="0" h="2374" w="1437">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7" name="Google Shape;21137;p95"/>
            <p:cNvSpPr/>
            <p:nvPr/>
          </p:nvSpPr>
          <p:spPr>
            <a:xfrm>
              <a:off x="6671922" y="2981942"/>
              <a:ext cx="138233" cy="100550"/>
            </a:xfrm>
            <a:custGeom>
              <a:rect b="b" l="l" r="r" t="t"/>
              <a:pathLst>
                <a:path extrusionOk="0" h="3829" w="5264">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8" name="Google Shape;21138;p95"/>
            <p:cNvSpPr/>
            <p:nvPr/>
          </p:nvSpPr>
          <p:spPr>
            <a:xfrm>
              <a:off x="6703066" y="2981942"/>
              <a:ext cx="107088" cy="100550"/>
            </a:xfrm>
            <a:custGeom>
              <a:rect b="b" l="l" r="r" t="t"/>
              <a:pathLst>
                <a:path extrusionOk="0" h="3829" w="4078">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9" name="Google Shape;21139;p95"/>
            <p:cNvSpPr/>
            <p:nvPr/>
          </p:nvSpPr>
          <p:spPr>
            <a:xfrm>
              <a:off x="6703066" y="3132727"/>
              <a:ext cx="75681" cy="56590"/>
            </a:xfrm>
            <a:custGeom>
              <a:rect b="b" l="l" r="r" t="t"/>
              <a:pathLst>
                <a:path extrusionOk="0" h="2155" w="2882">
                  <a:moveTo>
                    <a:pt x="1" y="1"/>
                  </a:moveTo>
                  <a:lnTo>
                    <a:pt x="1" y="2154"/>
                  </a:lnTo>
                  <a:lnTo>
                    <a:pt x="2882" y="2154"/>
                  </a:lnTo>
                  <a:lnTo>
                    <a:pt x="2882" y="1"/>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0" name="Google Shape;21140;p95"/>
            <p:cNvSpPr/>
            <p:nvPr/>
          </p:nvSpPr>
          <p:spPr>
            <a:xfrm>
              <a:off x="6703329" y="3132727"/>
              <a:ext cx="75419" cy="31565"/>
            </a:xfrm>
            <a:custGeom>
              <a:rect b="b" l="l" r="r" t="t"/>
              <a:pathLst>
                <a:path extrusionOk="0" h="1202" w="2872">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1" name="Google Shape;21141;p95"/>
            <p:cNvSpPr/>
            <p:nvPr/>
          </p:nvSpPr>
          <p:spPr>
            <a:xfrm>
              <a:off x="6690750" y="3166314"/>
              <a:ext cx="50288" cy="45036"/>
            </a:xfrm>
            <a:custGeom>
              <a:rect b="b" l="l" r="r" t="t"/>
              <a:pathLst>
                <a:path extrusionOk="0" h="1715" w="1915">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2" name="Google Shape;21142;p95"/>
            <p:cNvSpPr/>
            <p:nvPr/>
          </p:nvSpPr>
          <p:spPr>
            <a:xfrm>
              <a:off x="6741012" y="3166314"/>
              <a:ext cx="50314" cy="45036"/>
            </a:xfrm>
            <a:custGeom>
              <a:rect b="b" l="l" r="r" t="t"/>
              <a:pathLst>
                <a:path extrusionOk="0" h="1715" w="1916">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3" name="Google Shape;21143;p95"/>
            <p:cNvSpPr/>
            <p:nvPr/>
          </p:nvSpPr>
          <p:spPr>
            <a:xfrm>
              <a:off x="6677935" y="3032887"/>
              <a:ext cx="125943" cy="118721"/>
            </a:xfrm>
            <a:custGeom>
              <a:rect b="b" l="l" r="r" t="t"/>
              <a:pathLst>
                <a:path extrusionOk="0" h="4521" w="4796">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4" name="Google Shape;21144;p95"/>
            <p:cNvSpPr/>
            <p:nvPr/>
          </p:nvSpPr>
          <p:spPr>
            <a:xfrm>
              <a:off x="6677935" y="3033044"/>
              <a:ext cx="113391" cy="118328"/>
            </a:xfrm>
            <a:custGeom>
              <a:rect b="b" l="l" r="r" t="t"/>
              <a:pathLst>
                <a:path extrusionOk="0" h="4506" w="4318">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5" name="Google Shape;21145;p95"/>
            <p:cNvSpPr/>
            <p:nvPr/>
          </p:nvSpPr>
          <p:spPr>
            <a:xfrm>
              <a:off x="6633976" y="3202605"/>
              <a:ext cx="37709" cy="62341"/>
            </a:xfrm>
            <a:custGeom>
              <a:rect b="b" l="l" r="r" t="t"/>
              <a:pathLst>
                <a:path extrusionOk="0" h="2374" w="1436">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46" name="Google Shape;21146;p95"/>
          <p:cNvGrpSpPr/>
          <p:nvPr/>
        </p:nvGrpSpPr>
        <p:grpSpPr>
          <a:xfrm>
            <a:off x="7513223" y="2733037"/>
            <a:ext cx="364935" cy="382529"/>
            <a:chOff x="7517835" y="2885437"/>
            <a:chExt cx="364935" cy="382529"/>
          </a:xfrm>
        </p:grpSpPr>
        <p:sp>
          <p:nvSpPr>
            <p:cNvPr id="21147" name="Google Shape;21147;p95"/>
            <p:cNvSpPr/>
            <p:nvPr/>
          </p:nvSpPr>
          <p:spPr>
            <a:xfrm>
              <a:off x="7517835" y="3182752"/>
              <a:ext cx="72924" cy="57063"/>
            </a:xfrm>
            <a:custGeom>
              <a:rect b="b" l="l" r="r" t="t"/>
              <a:pathLst>
                <a:path extrusionOk="0" h="2173" w="2777">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8" name="Google Shape;21148;p95"/>
            <p:cNvSpPr/>
            <p:nvPr/>
          </p:nvSpPr>
          <p:spPr>
            <a:xfrm>
              <a:off x="7517835" y="3202106"/>
              <a:ext cx="73160" cy="65860"/>
            </a:xfrm>
            <a:custGeom>
              <a:rect b="b" l="l" r="r" t="t"/>
              <a:pathLst>
                <a:path extrusionOk="0" h="2508" w="2786">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9" name="Google Shape;21149;p95"/>
            <p:cNvSpPr/>
            <p:nvPr/>
          </p:nvSpPr>
          <p:spPr>
            <a:xfrm>
              <a:off x="7540970" y="3182752"/>
              <a:ext cx="26654" cy="18303"/>
            </a:xfrm>
            <a:custGeom>
              <a:rect b="b" l="l" r="r" t="t"/>
              <a:pathLst>
                <a:path extrusionOk="0" h="697" w="1015">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0" name="Google Shape;21150;p95"/>
            <p:cNvSpPr/>
            <p:nvPr/>
          </p:nvSpPr>
          <p:spPr>
            <a:xfrm>
              <a:off x="7530151" y="3133988"/>
              <a:ext cx="48528" cy="55067"/>
            </a:xfrm>
            <a:custGeom>
              <a:rect b="b" l="l" r="r" t="t"/>
              <a:pathLst>
                <a:path extrusionOk="0" h="2097" w="1848">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1" name="Google Shape;21151;p95"/>
            <p:cNvSpPr/>
            <p:nvPr/>
          </p:nvSpPr>
          <p:spPr>
            <a:xfrm>
              <a:off x="7529915" y="3133988"/>
              <a:ext cx="33692" cy="54883"/>
            </a:xfrm>
            <a:custGeom>
              <a:rect b="b" l="l" r="r" t="t"/>
              <a:pathLst>
                <a:path extrusionOk="0" h="2090" w="1283">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2" name="Google Shape;21152;p95"/>
            <p:cNvSpPr/>
            <p:nvPr/>
          </p:nvSpPr>
          <p:spPr>
            <a:xfrm>
              <a:off x="7529915" y="3133988"/>
              <a:ext cx="48765" cy="24658"/>
            </a:xfrm>
            <a:custGeom>
              <a:rect b="b" l="l" r="r" t="t"/>
              <a:pathLst>
                <a:path extrusionOk="0" h="939" w="1857">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3" name="Google Shape;21153;p95"/>
            <p:cNvSpPr/>
            <p:nvPr/>
          </p:nvSpPr>
          <p:spPr>
            <a:xfrm>
              <a:off x="7529915"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4" name="Google Shape;21154;p95"/>
            <p:cNvSpPr/>
            <p:nvPr/>
          </p:nvSpPr>
          <p:spPr>
            <a:xfrm>
              <a:off x="7517835" y="3212899"/>
              <a:ext cx="18382" cy="55067"/>
            </a:xfrm>
            <a:custGeom>
              <a:rect b="b" l="l" r="r" t="t"/>
              <a:pathLst>
                <a:path extrusionOk="0" h="2097" w="70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5" name="Google Shape;21155;p95"/>
            <p:cNvSpPr/>
            <p:nvPr/>
          </p:nvSpPr>
          <p:spPr>
            <a:xfrm>
              <a:off x="7572640" y="3212663"/>
              <a:ext cx="18119" cy="55304"/>
            </a:xfrm>
            <a:custGeom>
              <a:rect b="b" l="l" r="r" t="t"/>
              <a:pathLst>
                <a:path extrusionOk="0" h="2106" w="69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6" name="Google Shape;21156;p95"/>
            <p:cNvSpPr/>
            <p:nvPr/>
          </p:nvSpPr>
          <p:spPr>
            <a:xfrm>
              <a:off x="7615102" y="3182752"/>
              <a:ext cx="73160" cy="57063"/>
            </a:xfrm>
            <a:custGeom>
              <a:rect b="b" l="l" r="r" t="t"/>
              <a:pathLst>
                <a:path extrusionOk="0" h="2173" w="2786">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7" name="Google Shape;21157;p95"/>
            <p:cNvSpPr/>
            <p:nvPr/>
          </p:nvSpPr>
          <p:spPr>
            <a:xfrm>
              <a:off x="7615102" y="3202106"/>
              <a:ext cx="73160" cy="65860"/>
            </a:xfrm>
            <a:custGeom>
              <a:rect b="b" l="l" r="r" t="t"/>
              <a:pathLst>
                <a:path extrusionOk="0" h="2508" w="2786">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8" name="Google Shape;21158;p95"/>
            <p:cNvSpPr/>
            <p:nvPr/>
          </p:nvSpPr>
          <p:spPr>
            <a:xfrm>
              <a:off x="7638211" y="3182752"/>
              <a:ext cx="26916" cy="18303"/>
            </a:xfrm>
            <a:custGeom>
              <a:rect b="b" l="l" r="r" t="t"/>
              <a:pathLst>
                <a:path extrusionOk="0" h="697" w="1025">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9" name="Google Shape;21159;p95"/>
            <p:cNvSpPr/>
            <p:nvPr/>
          </p:nvSpPr>
          <p:spPr>
            <a:xfrm>
              <a:off x="7627418" y="3133988"/>
              <a:ext cx="48791" cy="55067"/>
            </a:xfrm>
            <a:custGeom>
              <a:rect b="b" l="l" r="r" t="t"/>
              <a:pathLst>
                <a:path extrusionOk="0" h="2097" w="1858">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0" name="Google Shape;21160;p95"/>
            <p:cNvSpPr/>
            <p:nvPr/>
          </p:nvSpPr>
          <p:spPr>
            <a:xfrm>
              <a:off x="7627156" y="3133988"/>
              <a:ext cx="33718" cy="54883"/>
            </a:xfrm>
            <a:custGeom>
              <a:rect b="b" l="l" r="r" t="t"/>
              <a:pathLst>
                <a:path extrusionOk="0" h="2090" w="1284">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1" name="Google Shape;21161;p95"/>
            <p:cNvSpPr/>
            <p:nvPr/>
          </p:nvSpPr>
          <p:spPr>
            <a:xfrm>
              <a:off x="7627418" y="3133988"/>
              <a:ext cx="48791" cy="24658"/>
            </a:xfrm>
            <a:custGeom>
              <a:rect b="b" l="l" r="r" t="t"/>
              <a:pathLst>
                <a:path extrusionOk="0" h="939" w="1858">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2" name="Google Shape;21162;p95"/>
            <p:cNvSpPr/>
            <p:nvPr/>
          </p:nvSpPr>
          <p:spPr>
            <a:xfrm>
              <a:off x="7627156" y="3133988"/>
              <a:ext cx="33718" cy="22137"/>
            </a:xfrm>
            <a:custGeom>
              <a:rect b="b" l="l" r="r" t="t"/>
              <a:pathLst>
                <a:path extrusionOk="0" h="843" w="1284">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3" name="Google Shape;21163;p95"/>
            <p:cNvSpPr/>
            <p:nvPr/>
          </p:nvSpPr>
          <p:spPr>
            <a:xfrm>
              <a:off x="7615102" y="3212899"/>
              <a:ext cx="18382" cy="55067"/>
            </a:xfrm>
            <a:custGeom>
              <a:rect b="b" l="l" r="r" t="t"/>
              <a:pathLst>
                <a:path extrusionOk="0" h="2097" w="70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4" name="Google Shape;21164;p95"/>
            <p:cNvSpPr/>
            <p:nvPr/>
          </p:nvSpPr>
          <p:spPr>
            <a:xfrm>
              <a:off x="7669881" y="3212663"/>
              <a:ext cx="18119" cy="55304"/>
            </a:xfrm>
            <a:custGeom>
              <a:rect b="b" l="l" r="r" t="t"/>
              <a:pathLst>
                <a:path extrusionOk="0" h="2106" w="69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5" name="Google Shape;21165;p95"/>
            <p:cNvSpPr/>
            <p:nvPr/>
          </p:nvSpPr>
          <p:spPr>
            <a:xfrm>
              <a:off x="7712369" y="3182752"/>
              <a:ext cx="73160" cy="57063"/>
            </a:xfrm>
            <a:custGeom>
              <a:rect b="b" l="l" r="r" t="t"/>
              <a:pathLst>
                <a:path extrusionOk="0" h="2173" w="2786">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6" name="Google Shape;21166;p95"/>
            <p:cNvSpPr/>
            <p:nvPr/>
          </p:nvSpPr>
          <p:spPr>
            <a:xfrm>
              <a:off x="7712369" y="3202106"/>
              <a:ext cx="73160" cy="65860"/>
            </a:xfrm>
            <a:custGeom>
              <a:rect b="b" l="l" r="r" t="t"/>
              <a:pathLst>
                <a:path extrusionOk="0" h="2508" w="2786">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7" name="Google Shape;21167;p95"/>
            <p:cNvSpPr/>
            <p:nvPr/>
          </p:nvSpPr>
          <p:spPr>
            <a:xfrm>
              <a:off x="7735741" y="3182752"/>
              <a:ext cx="26654" cy="18303"/>
            </a:xfrm>
            <a:custGeom>
              <a:rect b="b" l="l" r="r" t="t"/>
              <a:pathLst>
                <a:path extrusionOk="0" h="697" w="1015">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8" name="Google Shape;21168;p95"/>
            <p:cNvSpPr/>
            <p:nvPr/>
          </p:nvSpPr>
          <p:spPr>
            <a:xfrm>
              <a:off x="7724685" y="3133988"/>
              <a:ext cx="48765" cy="55067"/>
            </a:xfrm>
            <a:custGeom>
              <a:rect b="b" l="l" r="r" t="t"/>
              <a:pathLst>
                <a:path extrusionOk="0" h="2097" w="1857">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9" name="Google Shape;21169;p95"/>
            <p:cNvSpPr/>
            <p:nvPr/>
          </p:nvSpPr>
          <p:spPr>
            <a:xfrm>
              <a:off x="7724423" y="3133988"/>
              <a:ext cx="33692" cy="54883"/>
            </a:xfrm>
            <a:custGeom>
              <a:rect b="b" l="l" r="r" t="t"/>
              <a:pathLst>
                <a:path extrusionOk="0" h="2090" w="1283">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0" name="Google Shape;21170;p95"/>
            <p:cNvSpPr/>
            <p:nvPr/>
          </p:nvSpPr>
          <p:spPr>
            <a:xfrm>
              <a:off x="7724685" y="3133988"/>
              <a:ext cx="48528" cy="24422"/>
            </a:xfrm>
            <a:custGeom>
              <a:rect b="b" l="l" r="r" t="t"/>
              <a:pathLst>
                <a:path extrusionOk="0" h="930" w="1848">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1" name="Google Shape;21171;p95"/>
            <p:cNvSpPr/>
            <p:nvPr/>
          </p:nvSpPr>
          <p:spPr>
            <a:xfrm>
              <a:off x="7724423" y="3133988"/>
              <a:ext cx="33692" cy="22137"/>
            </a:xfrm>
            <a:custGeom>
              <a:rect b="b" l="l" r="r" t="t"/>
              <a:pathLst>
                <a:path extrusionOk="0" h="843" w="1283">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2" name="Google Shape;21172;p95"/>
            <p:cNvSpPr/>
            <p:nvPr/>
          </p:nvSpPr>
          <p:spPr>
            <a:xfrm>
              <a:off x="7712369" y="3212899"/>
              <a:ext cx="18356" cy="55067"/>
            </a:xfrm>
            <a:custGeom>
              <a:rect b="b" l="l" r="r" t="t"/>
              <a:pathLst>
                <a:path extrusionOk="0" h="2097" w="699">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3" name="Google Shape;21173;p95"/>
            <p:cNvSpPr/>
            <p:nvPr/>
          </p:nvSpPr>
          <p:spPr>
            <a:xfrm>
              <a:off x="7767148" y="3212663"/>
              <a:ext cx="18382" cy="55304"/>
            </a:xfrm>
            <a:custGeom>
              <a:rect b="b" l="l" r="r" t="t"/>
              <a:pathLst>
                <a:path extrusionOk="0" h="2106" w="70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4" name="Google Shape;21174;p95"/>
            <p:cNvSpPr/>
            <p:nvPr/>
          </p:nvSpPr>
          <p:spPr>
            <a:xfrm>
              <a:off x="7809873" y="3182752"/>
              <a:ext cx="72898" cy="57063"/>
            </a:xfrm>
            <a:custGeom>
              <a:rect b="b" l="l" r="r" t="t"/>
              <a:pathLst>
                <a:path extrusionOk="0" h="2173" w="2776">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5" name="Google Shape;21175;p95"/>
            <p:cNvSpPr/>
            <p:nvPr/>
          </p:nvSpPr>
          <p:spPr>
            <a:xfrm>
              <a:off x="7809610" y="3202106"/>
              <a:ext cx="73160" cy="65860"/>
            </a:xfrm>
            <a:custGeom>
              <a:rect b="b" l="l" r="r" t="t"/>
              <a:pathLst>
                <a:path extrusionOk="0" h="2508" w="2786">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6" name="Google Shape;21176;p95"/>
            <p:cNvSpPr/>
            <p:nvPr/>
          </p:nvSpPr>
          <p:spPr>
            <a:xfrm>
              <a:off x="7832981" y="3182752"/>
              <a:ext cx="26680" cy="18303"/>
            </a:xfrm>
            <a:custGeom>
              <a:rect b="b" l="l" r="r" t="t"/>
              <a:pathLst>
                <a:path extrusionOk="0" h="697" w="1016">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7" name="Google Shape;21177;p95"/>
            <p:cNvSpPr/>
            <p:nvPr/>
          </p:nvSpPr>
          <p:spPr>
            <a:xfrm>
              <a:off x="7821926" y="3133988"/>
              <a:ext cx="48791" cy="55067"/>
            </a:xfrm>
            <a:custGeom>
              <a:rect b="b" l="l" r="r" t="t"/>
              <a:pathLst>
                <a:path extrusionOk="0" h="2097" w="1858">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8" name="Google Shape;21178;p95"/>
            <p:cNvSpPr/>
            <p:nvPr/>
          </p:nvSpPr>
          <p:spPr>
            <a:xfrm>
              <a:off x="7821690" y="3133988"/>
              <a:ext cx="33692" cy="54883"/>
            </a:xfrm>
            <a:custGeom>
              <a:rect b="b" l="l" r="r" t="t"/>
              <a:pathLst>
                <a:path extrusionOk="0" h="2090" w="1283">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9" name="Google Shape;21179;p95"/>
            <p:cNvSpPr/>
            <p:nvPr/>
          </p:nvSpPr>
          <p:spPr>
            <a:xfrm>
              <a:off x="7821926" y="3133988"/>
              <a:ext cx="48528" cy="24422"/>
            </a:xfrm>
            <a:custGeom>
              <a:rect b="b" l="l" r="r" t="t"/>
              <a:pathLst>
                <a:path extrusionOk="0" h="930" w="1848">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0" name="Google Shape;21180;p95"/>
            <p:cNvSpPr/>
            <p:nvPr/>
          </p:nvSpPr>
          <p:spPr>
            <a:xfrm>
              <a:off x="7821690"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1" name="Google Shape;21181;p95"/>
            <p:cNvSpPr/>
            <p:nvPr/>
          </p:nvSpPr>
          <p:spPr>
            <a:xfrm>
              <a:off x="7809610" y="3212899"/>
              <a:ext cx="18382" cy="55067"/>
            </a:xfrm>
            <a:custGeom>
              <a:rect b="b" l="l" r="r" t="t"/>
              <a:pathLst>
                <a:path extrusionOk="0" h="2097" w="70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2" name="Google Shape;21182;p95"/>
            <p:cNvSpPr/>
            <p:nvPr/>
          </p:nvSpPr>
          <p:spPr>
            <a:xfrm>
              <a:off x="7864415" y="3212663"/>
              <a:ext cx="18356" cy="55304"/>
            </a:xfrm>
            <a:custGeom>
              <a:rect b="b" l="l" r="r" t="t"/>
              <a:pathLst>
                <a:path extrusionOk="0" h="2106" w="699">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3" name="Google Shape;21183;p95"/>
            <p:cNvSpPr/>
            <p:nvPr/>
          </p:nvSpPr>
          <p:spPr>
            <a:xfrm>
              <a:off x="7548008" y="2885437"/>
              <a:ext cx="304616" cy="237075"/>
            </a:xfrm>
            <a:custGeom>
              <a:rect b="b" l="l" r="r" t="t"/>
              <a:pathLst>
                <a:path extrusionOk="0" h="9028" w="1160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84" name="Google Shape;21184;p95"/>
          <p:cNvGrpSpPr/>
          <p:nvPr/>
        </p:nvGrpSpPr>
        <p:grpSpPr>
          <a:xfrm>
            <a:off x="7082979" y="2734744"/>
            <a:ext cx="358160" cy="385602"/>
            <a:chOff x="7087591" y="2887144"/>
            <a:chExt cx="358160" cy="385602"/>
          </a:xfrm>
        </p:grpSpPr>
        <p:sp>
          <p:nvSpPr>
            <p:cNvPr id="21185" name="Google Shape;21185;p95"/>
            <p:cNvSpPr/>
            <p:nvPr/>
          </p:nvSpPr>
          <p:spPr>
            <a:xfrm>
              <a:off x="7266527" y="2904554"/>
              <a:ext cx="89494" cy="49264"/>
            </a:xfrm>
            <a:custGeom>
              <a:rect b="b" l="l" r="r" t="t"/>
              <a:pathLst>
                <a:path extrusionOk="0" h="1876" w="3408">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6" name="Google Shape;21186;p95"/>
            <p:cNvSpPr/>
            <p:nvPr/>
          </p:nvSpPr>
          <p:spPr>
            <a:xfrm>
              <a:off x="7266527" y="2904554"/>
              <a:ext cx="18382" cy="49264"/>
            </a:xfrm>
            <a:custGeom>
              <a:rect b="b" l="l" r="r" t="t"/>
              <a:pathLst>
                <a:path extrusionOk="0" h="1876" w="700">
                  <a:moveTo>
                    <a:pt x="0" y="0"/>
                  </a:moveTo>
                  <a:lnTo>
                    <a:pt x="0" y="1876"/>
                  </a:lnTo>
                  <a:lnTo>
                    <a:pt x="699" y="1876"/>
                  </a:lnTo>
                  <a:lnTo>
                    <a:pt x="69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7" name="Google Shape;21187;p95"/>
            <p:cNvSpPr/>
            <p:nvPr/>
          </p:nvSpPr>
          <p:spPr>
            <a:xfrm>
              <a:off x="7260251" y="2887144"/>
              <a:ext cx="12342" cy="275284"/>
            </a:xfrm>
            <a:custGeom>
              <a:rect b="b" l="l" r="r" t="t"/>
              <a:pathLst>
                <a:path extrusionOk="0" h="10483" w="47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8" name="Google Shape;21188;p95"/>
            <p:cNvSpPr/>
            <p:nvPr/>
          </p:nvSpPr>
          <p:spPr>
            <a:xfrm>
              <a:off x="7162222" y="3107097"/>
              <a:ext cx="49027" cy="110371"/>
            </a:xfrm>
            <a:custGeom>
              <a:rect b="b" l="l" r="r" t="t"/>
              <a:pathLst>
                <a:path extrusionOk="0" h="4203" w="1867">
                  <a:moveTo>
                    <a:pt x="1" y="1"/>
                  </a:moveTo>
                  <a:lnTo>
                    <a:pt x="1" y="4202"/>
                  </a:lnTo>
                  <a:lnTo>
                    <a:pt x="1867" y="4202"/>
                  </a:lnTo>
                  <a:lnTo>
                    <a:pt x="1867" y="1"/>
                  </a:ln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89" name="Google Shape;21189;p95"/>
            <p:cNvSpPr/>
            <p:nvPr/>
          </p:nvSpPr>
          <p:spPr>
            <a:xfrm>
              <a:off x="7149906" y="2990503"/>
              <a:ext cx="130959" cy="129199"/>
            </a:xfrm>
            <a:custGeom>
              <a:rect b="b" l="l" r="r" t="t"/>
              <a:pathLst>
                <a:path extrusionOk="0" h="4920" w="4987">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0" name="Google Shape;21190;p95"/>
            <p:cNvSpPr/>
            <p:nvPr/>
          </p:nvSpPr>
          <p:spPr>
            <a:xfrm>
              <a:off x="7186618" y="3119413"/>
              <a:ext cx="6302" cy="98291"/>
            </a:xfrm>
            <a:custGeom>
              <a:rect b="b" l="l" r="r" t="t"/>
              <a:pathLst>
                <a:path extrusionOk="0" h="3743" w="24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1" name="Google Shape;21191;p95"/>
            <p:cNvSpPr/>
            <p:nvPr/>
          </p:nvSpPr>
          <p:spPr>
            <a:xfrm>
              <a:off x="7087828" y="3143284"/>
              <a:ext cx="357924" cy="129462"/>
            </a:xfrm>
            <a:custGeom>
              <a:rect b="b" l="l" r="r" t="t"/>
              <a:pathLst>
                <a:path extrusionOk="0" h="4930" w="1363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2" name="Google Shape;21192;p95"/>
            <p:cNvSpPr/>
            <p:nvPr/>
          </p:nvSpPr>
          <p:spPr>
            <a:xfrm>
              <a:off x="7293890" y="3179365"/>
              <a:ext cx="60372" cy="43119"/>
            </a:xfrm>
            <a:custGeom>
              <a:rect b="b" l="l" r="r" t="t"/>
              <a:pathLst>
                <a:path extrusionOk="0" h="1642" w="2299">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3" name="Google Shape;21193;p95"/>
            <p:cNvSpPr/>
            <p:nvPr/>
          </p:nvSpPr>
          <p:spPr>
            <a:xfrm>
              <a:off x="7269521" y="3162007"/>
              <a:ext cx="23424" cy="16990"/>
            </a:xfrm>
            <a:custGeom>
              <a:rect b="b" l="l" r="r" t="t"/>
              <a:pathLst>
                <a:path extrusionOk="0" h="647" w="892">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4" name="Google Shape;21194;p95"/>
            <p:cNvSpPr/>
            <p:nvPr/>
          </p:nvSpPr>
          <p:spPr>
            <a:xfrm>
              <a:off x="7087591" y="3143257"/>
              <a:ext cx="186000" cy="129488"/>
            </a:xfrm>
            <a:custGeom>
              <a:rect b="b" l="l" r="r" t="t"/>
              <a:pathLst>
                <a:path extrusionOk="0" h="4931" w="7083">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5" name="Google Shape;21195;p95"/>
            <p:cNvSpPr/>
            <p:nvPr/>
          </p:nvSpPr>
          <p:spPr>
            <a:xfrm>
              <a:off x="7174039" y="2990503"/>
              <a:ext cx="25420" cy="18356"/>
            </a:xfrm>
            <a:custGeom>
              <a:rect b="b" l="l" r="r" t="t"/>
              <a:pathLst>
                <a:path extrusionOk="0" h="699" w="968">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6" name="Google Shape;21196;p95"/>
            <p:cNvSpPr/>
            <p:nvPr/>
          </p:nvSpPr>
          <p:spPr>
            <a:xfrm>
              <a:off x="7162222" y="2947515"/>
              <a:ext cx="49027" cy="55330"/>
            </a:xfrm>
            <a:custGeom>
              <a:rect b="b" l="l" r="r" t="t"/>
              <a:pathLst>
                <a:path extrusionOk="0" h="2107" w="1867">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7" name="Google Shape;21197;p95"/>
            <p:cNvSpPr/>
            <p:nvPr/>
          </p:nvSpPr>
          <p:spPr>
            <a:xfrm>
              <a:off x="7162038" y="2947515"/>
              <a:ext cx="33902" cy="55382"/>
            </a:xfrm>
            <a:custGeom>
              <a:rect b="b" l="l" r="r" t="t"/>
              <a:pathLst>
                <a:path extrusionOk="0" h="2109" w="1291">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8" name="Google Shape;21198;p95"/>
            <p:cNvSpPr/>
            <p:nvPr/>
          </p:nvSpPr>
          <p:spPr>
            <a:xfrm>
              <a:off x="7162222" y="2947515"/>
              <a:ext cx="49027" cy="24658"/>
            </a:xfrm>
            <a:custGeom>
              <a:rect b="b" l="l" r="r" t="t"/>
              <a:pathLst>
                <a:path extrusionOk="0" h="939" w="1867">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9" name="Google Shape;21199;p95"/>
            <p:cNvSpPr/>
            <p:nvPr/>
          </p:nvSpPr>
          <p:spPr>
            <a:xfrm>
              <a:off x="7162222" y="2947515"/>
              <a:ext cx="33718" cy="22400"/>
            </a:xfrm>
            <a:custGeom>
              <a:rect b="b" l="l" r="r" t="t"/>
              <a:pathLst>
                <a:path extrusionOk="0" h="853" w="1284">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0" name="Google Shape;21200;p95"/>
            <p:cNvSpPr/>
            <p:nvPr/>
          </p:nvSpPr>
          <p:spPr>
            <a:xfrm>
              <a:off x="7149906" y="3011353"/>
              <a:ext cx="119667" cy="95770"/>
            </a:xfrm>
            <a:custGeom>
              <a:rect b="b" l="l" r="r" t="t"/>
              <a:pathLst>
                <a:path extrusionOk="0" h="3647" w="4557">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1" name="Google Shape;21201;p95"/>
            <p:cNvSpPr/>
            <p:nvPr/>
          </p:nvSpPr>
          <p:spPr>
            <a:xfrm>
              <a:off x="7211223" y="3019153"/>
              <a:ext cx="58586" cy="45929"/>
            </a:xfrm>
            <a:custGeom>
              <a:rect b="b" l="l" r="r" t="t"/>
              <a:pathLst>
                <a:path extrusionOk="0" h="1749" w="2231">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2" name="Google Shape;21202;p95"/>
            <p:cNvSpPr/>
            <p:nvPr/>
          </p:nvSpPr>
          <p:spPr>
            <a:xfrm>
              <a:off x="7149906" y="3018890"/>
              <a:ext cx="18645" cy="100550"/>
            </a:xfrm>
            <a:custGeom>
              <a:rect b="b" l="l" r="r" t="t"/>
              <a:pathLst>
                <a:path extrusionOk="0" h="3829" w="71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3" name="Google Shape;21203;p95"/>
            <p:cNvSpPr/>
            <p:nvPr/>
          </p:nvSpPr>
          <p:spPr>
            <a:xfrm>
              <a:off x="7155946" y="3119177"/>
              <a:ext cx="12605" cy="12579"/>
            </a:xfrm>
            <a:custGeom>
              <a:rect b="b" l="l" r="r" t="t"/>
              <a:pathLst>
                <a:path extrusionOk="0" h="479" w="48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04" name="Google Shape;21204;p95"/>
          <p:cNvGrpSpPr/>
          <p:nvPr/>
        </p:nvGrpSpPr>
        <p:grpSpPr>
          <a:xfrm>
            <a:off x="7946749" y="2733037"/>
            <a:ext cx="382529" cy="382529"/>
            <a:chOff x="7951362" y="2885437"/>
            <a:chExt cx="382529" cy="382529"/>
          </a:xfrm>
        </p:grpSpPr>
        <p:sp>
          <p:nvSpPr>
            <p:cNvPr id="21205" name="Google Shape;21205;p95"/>
            <p:cNvSpPr/>
            <p:nvPr/>
          </p:nvSpPr>
          <p:spPr>
            <a:xfrm>
              <a:off x="8141615" y="2898514"/>
              <a:ext cx="96768" cy="94510"/>
            </a:xfrm>
            <a:custGeom>
              <a:rect b="b" l="l" r="r" t="t"/>
              <a:pathLst>
                <a:path extrusionOk="0" h="3599" w="3685">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6" name="Google Shape;21206;p95"/>
            <p:cNvSpPr/>
            <p:nvPr/>
          </p:nvSpPr>
          <p:spPr>
            <a:xfrm>
              <a:off x="8141615" y="2969390"/>
              <a:ext cx="76916" cy="23634"/>
            </a:xfrm>
            <a:custGeom>
              <a:rect b="b" l="l" r="r" t="t"/>
              <a:pathLst>
                <a:path extrusionOk="0" h="900" w="2929">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7" name="Google Shape;21207;p95"/>
            <p:cNvSpPr/>
            <p:nvPr/>
          </p:nvSpPr>
          <p:spPr>
            <a:xfrm>
              <a:off x="8047105" y="3161902"/>
              <a:ext cx="96794" cy="94247"/>
            </a:xfrm>
            <a:custGeom>
              <a:rect b="b" l="l" r="r" t="t"/>
              <a:pathLst>
                <a:path extrusionOk="0" h="3589" w="3686">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8" name="Google Shape;21208;p95"/>
            <p:cNvSpPr/>
            <p:nvPr/>
          </p:nvSpPr>
          <p:spPr>
            <a:xfrm>
              <a:off x="8067221" y="3161902"/>
              <a:ext cx="76679" cy="23398"/>
            </a:xfrm>
            <a:custGeom>
              <a:rect b="b" l="l" r="r" t="t"/>
              <a:pathLst>
                <a:path extrusionOk="0" h="891" w="292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9" name="Google Shape;21209;p95"/>
            <p:cNvSpPr/>
            <p:nvPr/>
          </p:nvSpPr>
          <p:spPr>
            <a:xfrm>
              <a:off x="7958137" y="3102318"/>
              <a:ext cx="132744" cy="165648"/>
            </a:xfrm>
            <a:custGeom>
              <a:rect b="b" l="l" r="r" t="t"/>
              <a:pathLst>
                <a:path extrusionOk="0" h="6308" w="5055">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0" name="Google Shape;21210;p95"/>
            <p:cNvSpPr/>
            <p:nvPr/>
          </p:nvSpPr>
          <p:spPr>
            <a:xfrm>
              <a:off x="7958137" y="3102318"/>
              <a:ext cx="24159" cy="129225"/>
            </a:xfrm>
            <a:custGeom>
              <a:rect b="b" l="l" r="r" t="t"/>
              <a:pathLst>
                <a:path extrusionOk="0" h="4921" w="92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1" name="Google Shape;21211;p95"/>
            <p:cNvSpPr/>
            <p:nvPr/>
          </p:nvSpPr>
          <p:spPr>
            <a:xfrm>
              <a:off x="7980773" y="3188661"/>
              <a:ext cx="17857" cy="68749"/>
            </a:xfrm>
            <a:custGeom>
              <a:rect b="b" l="l" r="r" t="t"/>
              <a:pathLst>
                <a:path extrusionOk="0" h="2618" w="68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2" name="Google Shape;21212;p95"/>
            <p:cNvSpPr/>
            <p:nvPr/>
          </p:nvSpPr>
          <p:spPr>
            <a:xfrm>
              <a:off x="8029012" y="3205231"/>
              <a:ext cx="13603" cy="51995"/>
            </a:xfrm>
            <a:custGeom>
              <a:rect b="b" l="l" r="r" t="t"/>
              <a:pathLst>
                <a:path extrusionOk="0" h="1980" w="518">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3" name="Google Shape;21213;p95"/>
            <p:cNvSpPr/>
            <p:nvPr/>
          </p:nvSpPr>
          <p:spPr>
            <a:xfrm>
              <a:off x="8003146" y="3209328"/>
              <a:ext cx="17358" cy="58639"/>
            </a:xfrm>
            <a:custGeom>
              <a:rect b="b" l="l" r="r" t="t"/>
              <a:pathLst>
                <a:path extrusionOk="0" h="2233" w="661">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4" name="Google Shape;21214;p95"/>
            <p:cNvSpPr/>
            <p:nvPr/>
          </p:nvSpPr>
          <p:spPr>
            <a:xfrm>
              <a:off x="8051885" y="3184013"/>
              <a:ext cx="26155" cy="27520"/>
            </a:xfrm>
            <a:custGeom>
              <a:rect b="b" l="l" r="r" t="t"/>
              <a:pathLst>
                <a:path extrusionOk="0" h="1048" w="996">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5" name="Google Shape;21215;p95"/>
            <p:cNvSpPr/>
            <p:nvPr/>
          </p:nvSpPr>
          <p:spPr>
            <a:xfrm>
              <a:off x="7963940" y="2981706"/>
              <a:ext cx="94510" cy="96768"/>
            </a:xfrm>
            <a:custGeom>
              <a:rect b="b" l="l" r="r" t="t"/>
              <a:pathLst>
                <a:path extrusionOk="0" h="3685" w="3599">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6" name="Google Shape;21216;p95"/>
            <p:cNvSpPr/>
            <p:nvPr/>
          </p:nvSpPr>
          <p:spPr>
            <a:xfrm>
              <a:off x="8227065" y="3076189"/>
              <a:ext cx="94772" cy="96794"/>
            </a:xfrm>
            <a:custGeom>
              <a:rect b="b" l="l" r="r" t="t"/>
              <a:pathLst>
                <a:path extrusionOk="0" h="3686" w="3609">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7" name="Google Shape;21217;p95"/>
            <p:cNvSpPr/>
            <p:nvPr/>
          </p:nvSpPr>
          <p:spPr>
            <a:xfrm>
              <a:off x="8227065" y="3076189"/>
              <a:ext cx="23897" cy="76942"/>
            </a:xfrm>
            <a:custGeom>
              <a:rect b="b" l="l" r="r" t="t"/>
              <a:pathLst>
                <a:path extrusionOk="0" h="2930" w="91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8" name="Google Shape;21218;p95"/>
            <p:cNvSpPr/>
            <p:nvPr/>
          </p:nvSpPr>
          <p:spPr>
            <a:xfrm>
              <a:off x="7963940" y="2957836"/>
              <a:ext cx="23634" cy="120638"/>
            </a:xfrm>
            <a:custGeom>
              <a:rect b="b" l="l" r="r" t="t"/>
              <a:pathLst>
                <a:path extrusionOk="0" h="4594" w="90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9" name="Google Shape;21219;p95"/>
            <p:cNvSpPr/>
            <p:nvPr/>
          </p:nvSpPr>
          <p:spPr>
            <a:xfrm>
              <a:off x="8194634" y="2885437"/>
              <a:ext cx="132718" cy="165412"/>
            </a:xfrm>
            <a:custGeom>
              <a:rect b="b" l="l" r="r" t="t"/>
              <a:pathLst>
                <a:path extrusionOk="0" h="6299" w="5054">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0" name="Google Shape;21220;p95"/>
            <p:cNvSpPr/>
            <p:nvPr/>
          </p:nvSpPr>
          <p:spPr>
            <a:xfrm>
              <a:off x="8194634" y="2941738"/>
              <a:ext cx="48528" cy="109110"/>
            </a:xfrm>
            <a:custGeom>
              <a:rect b="b" l="l" r="r" t="t"/>
              <a:pathLst>
                <a:path extrusionOk="0" h="4155" w="1848">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1" name="Google Shape;21221;p95"/>
            <p:cNvSpPr/>
            <p:nvPr/>
          </p:nvSpPr>
          <p:spPr>
            <a:xfrm>
              <a:off x="8281345" y="2895993"/>
              <a:ext cx="13603" cy="52179"/>
            </a:xfrm>
            <a:custGeom>
              <a:rect b="b" l="l" r="r" t="t"/>
              <a:pathLst>
                <a:path extrusionOk="0" h="1987" w="518">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2" name="Google Shape;21222;p95"/>
            <p:cNvSpPr/>
            <p:nvPr/>
          </p:nvSpPr>
          <p:spPr>
            <a:xfrm>
              <a:off x="8304217" y="2922096"/>
              <a:ext cx="13340" cy="35635"/>
            </a:xfrm>
            <a:custGeom>
              <a:rect b="b" l="l" r="r" t="t"/>
              <a:pathLst>
                <a:path extrusionOk="0" h="1357" w="508">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3" name="Google Shape;21223;p95"/>
            <p:cNvSpPr/>
            <p:nvPr/>
          </p:nvSpPr>
          <p:spPr>
            <a:xfrm>
              <a:off x="8255452" y="2885437"/>
              <a:ext cx="17620" cy="58665"/>
            </a:xfrm>
            <a:custGeom>
              <a:rect b="b" l="l" r="r" t="t"/>
              <a:pathLst>
                <a:path extrusionOk="0" h="2234" w="671">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4" name="Google Shape;21224;p95"/>
            <p:cNvSpPr/>
            <p:nvPr/>
          </p:nvSpPr>
          <p:spPr>
            <a:xfrm>
              <a:off x="8233341" y="2895993"/>
              <a:ext cx="17620" cy="73160"/>
            </a:xfrm>
            <a:custGeom>
              <a:rect b="b" l="l" r="r" t="t"/>
              <a:pathLst>
                <a:path extrusionOk="0" h="2786" w="671">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5" name="Google Shape;21225;p95"/>
            <p:cNvSpPr/>
            <p:nvPr/>
          </p:nvSpPr>
          <p:spPr>
            <a:xfrm>
              <a:off x="7951362" y="2892737"/>
              <a:ext cx="165648" cy="128674"/>
            </a:xfrm>
            <a:custGeom>
              <a:rect b="b" l="l" r="r" t="t"/>
              <a:pathLst>
                <a:path extrusionOk="0" h="4900" w="6308">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6" name="Google Shape;21226;p95"/>
            <p:cNvSpPr/>
            <p:nvPr/>
          </p:nvSpPr>
          <p:spPr>
            <a:xfrm>
              <a:off x="7988047" y="2892737"/>
              <a:ext cx="128963" cy="21875"/>
            </a:xfrm>
            <a:custGeom>
              <a:rect b="b" l="l" r="r" t="t"/>
              <a:pathLst>
                <a:path extrusionOk="0" h="833" w="4911">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7" name="Google Shape;21227;p95"/>
            <p:cNvSpPr/>
            <p:nvPr/>
          </p:nvSpPr>
          <p:spPr>
            <a:xfrm>
              <a:off x="7961918" y="2914848"/>
              <a:ext cx="70140" cy="17883"/>
            </a:xfrm>
            <a:custGeom>
              <a:rect b="b" l="l" r="r" t="t"/>
              <a:pathLst>
                <a:path extrusionOk="0" h="681" w="2671">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8" name="Google Shape;21228;p95"/>
            <p:cNvSpPr/>
            <p:nvPr/>
          </p:nvSpPr>
          <p:spPr>
            <a:xfrm>
              <a:off x="7961918" y="2963114"/>
              <a:ext cx="53807" cy="13576"/>
            </a:xfrm>
            <a:custGeom>
              <a:rect b="b" l="l" r="r" t="t"/>
              <a:pathLst>
                <a:path extrusionOk="0" h="517" w="2049">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9" name="Google Shape;21229;p95"/>
            <p:cNvSpPr/>
            <p:nvPr/>
          </p:nvSpPr>
          <p:spPr>
            <a:xfrm>
              <a:off x="7951624" y="2937221"/>
              <a:ext cx="59820" cy="17620"/>
            </a:xfrm>
            <a:custGeom>
              <a:rect b="b" l="l" r="r" t="t"/>
              <a:pathLst>
                <a:path extrusionOk="0" h="671" w="2278">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0" name="Google Shape;21230;p95"/>
            <p:cNvSpPr/>
            <p:nvPr/>
          </p:nvSpPr>
          <p:spPr>
            <a:xfrm>
              <a:off x="8007663" y="2985960"/>
              <a:ext cx="27652" cy="26181"/>
            </a:xfrm>
            <a:custGeom>
              <a:rect b="b" l="l" r="r" t="t"/>
              <a:pathLst>
                <a:path extrusionOk="0" h="997" w="1053">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1" name="Google Shape;21231;p95"/>
            <p:cNvSpPr/>
            <p:nvPr/>
          </p:nvSpPr>
          <p:spPr>
            <a:xfrm>
              <a:off x="8168505" y="3131992"/>
              <a:ext cx="165385" cy="128700"/>
            </a:xfrm>
            <a:custGeom>
              <a:rect b="b" l="l" r="r" t="t"/>
              <a:pathLst>
                <a:path extrusionOk="0" h="4901" w="6298">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2" name="Google Shape;21232;p95"/>
            <p:cNvSpPr/>
            <p:nvPr/>
          </p:nvSpPr>
          <p:spPr>
            <a:xfrm>
              <a:off x="8168505" y="3132123"/>
              <a:ext cx="109583" cy="45115"/>
            </a:xfrm>
            <a:custGeom>
              <a:rect b="b" l="l" r="r" t="t"/>
              <a:pathLst>
                <a:path extrusionOk="0" h="1718" w="4173">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3" name="Google Shape;21233;p95"/>
            <p:cNvSpPr/>
            <p:nvPr/>
          </p:nvSpPr>
          <p:spPr>
            <a:xfrm>
              <a:off x="8269790" y="3215420"/>
              <a:ext cx="53807" cy="13603"/>
            </a:xfrm>
            <a:custGeom>
              <a:rect b="b" l="l" r="r" t="t"/>
              <a:pathLst>
                <a:path extrusionOk="0" h="518" w="2049">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4" name="Google Shape;21234;p95"/>
            <p:cNvSpPr/>
            <p:nvPr/>
          </p:nvSpPr>
          <p:spPr>
            <a:xfrm>
              <a:off x="8260494" y="3238292"/>
              <a:ext cx="37210" cy="13340"/>
            </a:xfrm>
            <a:custGeom>
              <a:rect b="b" l="l" r="r" t="t"/>
              <a:pathLst>
                <a:path extrusionOk="0" h="508" w="1417">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5" name="Google Shape;21235;p95"/>
            <p:cNvSpPr/>
            <p:nvPr/>
          </p:nvSpPr>
          <p:spPr>
            <a:xfrm>
              <a:off x="8274044" y="3189528"/>
              <a:ext cx="59847" cy="17620"/>
            </a:xfrm>
            <a:custGeom>
              <a:rect b="b" l="l" r="r" t="t"/>
              <a:pathLst>
                <a:path extrusionOk="0" h="671" w="2279">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6" name="Google Shape;21236;p95"/>
            <p:cNvSpPr/>
            <p:nvPr/>
          </p:nvSpPr>
          <p:spPr>
            <a:xfrm>
              <a:off x="8250174" y="3167180"/>
              <a:ext cx="73160" cy="17857"/>
            </a:xfrm>
            <a:custGeom>
              <a:rect b="b" l="l" r="r" t="t"/>
              <a:pathLst>
                <a:path extrusionOk="0" h="680" w="2786">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7" name="Google Shape;21237;p95"/>
            <p:cNvSpPr/>
            <p:nvPr/>
          </p:nvSpPr>
          <p:spPr>
            <a:xfrm>
              <a:off x="8169241" y="3170699"/>
              <a:ext cx="9349" cy="75156"/>
            </a:xfrm>
            <a:custGeom>
              <a:rect b="b" l="l" r="r" t="t"/>
              <a:pathLst>
                <a:path extrusionOk="0" h="2862" w="356">
                  <a:moveTo>
                    <a:pt x="1" y="0"/>
                  </a:moveTo>
                  <a:lnTo>
                    <a:pt x="1" y="2862"/>
                  </a:lnTo>
                  <a:lnTo>
                    <a:pt x="355" y="2862"/>
                  </a:lnTo>
                  <a:lnTo>
                    <a:pt x="355" y="0"/>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8" name="Google Shape;21238;p95"/>
            <p:cNvSpPr/>
            <p:nvPr/>
          </p:nvSpPr>
          <p:spPr>
            <a:xfrm>
              <a:off x="8158185" y="2907548"/>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9" name="Google Shape;21239;p95"/>
            <p:cNvSpPr/>
            <p:nvPr/>
          </p:nvSpPr>
          <p:spPr>
            <a:xfrm>
              <a:off x="8179797" y="2907548"/>
              <a:ext cx="15861" cy="15861"/>
            </a:xfrm>
            <a:custGeom>
              <a:rect b="b" l="l" r="r" t="t"/>
              <a:pathLst>
                <a:path extrusionOk="0" h="604" w="604">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0" name="Google Shape;21240;p95"/>
            <p:cNvSpPr/>
            <p:nvPr/>
          </p:nvSpPr>
          <p:spPr>
            <a:xfrm>
              <a:off x="8297915" y="3093521"/>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1" name="Google Shape;21241;p95"/>
            <p:cNvSpPr/>
            <p:nvPr/>
          </p:nvSpPr>
          <p:spPr>
            <a:xfrm>
              <a:off x="8297915" y="3115159"/>
              <a:ext cx="15861" cy="15835"/>
            </a:xfrm>
            <a:custGeom>
              <a:rect b="b" l="l" r="r" t="t"/>
              <a:pathLst>
                <a:path extrusionOk="0" h="603" w="604">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2" name="Google Shape;21242;p95"/>
            <p:cNvSpPr/>
            <p:nvPr/>
          </p:nvSpPr>
          <p:spPr>
            <a:xfrm>
              <a:off x="7972212" y="3025928"/>
              <a:ext cx="15861" cy="15598"/>
            </a:xfrm>
            <a:custGeom>
              <a:rect b="b" l="l" r="r" t="t"/>
              <a:pathLst>
                <a:path extrusionOk="0" h="594" w="604">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3" name="Google Shape;21243;p95"/>
            <p:cNvSpPr/>
            <p:nvPr/>
          </p:nvSpPr>
          <p:spPr>
            <a:xfrm>
              <a:off x="7972212" y="3047540"/>
              <a:ext cx="15861" cy="15598"/>
            </a:xfrm>
            <a:custGeom>
              <a:rect b="b" l="l" r="r" t="t"/>
              <a:pathLst>
                <a:path extrusionOk="0" h="594" w="604">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4" name="Google Shape;21244;p95"/>
            <p:cNvSpPr/>
            <p:nvPr/>
          </p:nvSpPr>
          <p:spPr>
            <a:xfrm>
              <a:off x="8090592" y="3233277"/>
              <a:ext cx="15598" cy="15835"/>
            </a:xfrm>
            <a:custGeom>
              <a:rect b="b" l="l" r="r" t="t"/>
              <a:pathLst>
                <a:path extrusionOk="0" h="603" w="594">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5" name="Google Shape;21245;p95"/>
            <p:cNvSpPr/>
            <p:nvPr/>
          </p:nvSpPr>
          <p:spPr>
            <a:xfrm>
              <a:off x="8111941" y="3233277"/>
              <a:ext cx="15861" cy="15835"/>
            </a:xfrm>
            <a:custGeom>
              <a:rect b="b" l="l" r="r" t="t"/>
              <a:pathLst>
                <a:path extrusionOk="0" h="603" w="604">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6" name="Google Shape;21246;p95"/>
            <p:cNvSpPr/>
            <p:nvPr/>
          </p:nvSpPr>
          <p:spPr>
            <a:xfrm>
              <a:off x="7963415" y="3074693"/>
              <a:ext cx="95534" cy="32694"/>
            </a:xfrm>
            <a:custGeom>
              <a:rect b="b" l="l" r="r" t="t"/>
              <a:pathLst>
                <a:path extrusionOk="0" h="1245" w="3638">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7" name="Google Shape;21247;p95"/>
            <p:cNvSpPr/>
            <p:nvPr/>
          </p:nvSpPr>
          <p:spPr>
            <a:xfrm>
              <a:off x="7987548" y="3074693"/>
              <a:ext cx="71401" cy="32694"/>
            </a:xfrm>
            <a:custGeom>
              <a:rect b="b" l="l" r="r" t="t"/>
              <a:pathLst>
                <a:path extrusionOk="0" h="1245" w="2719">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8" name="Google Shape;21248;p95"/>
            <p:cNvSpPr/>
            <p:nvPr/>
          </p:nvSpPr>
          <p:spPr>
            <a:xfrm>
              <a:off x="8139856" y="3161587"/>
              <a:ext cx="32694" cy="94825"/>
            </a:xfrm>
            <a:custGeom>
              <a:rect b="b" l="l" r="r" t="t"/>
              <a:pathLst>
                <a:path extrusionOk="0" h="3611" w="1245">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9" name="Google Shape;21249;p95"/>
            <p:cNvSpPr/>
            <p:nvPr/>
          </p:nvSpPr>
          <p:spPr>
            <a:xfrm>
              <a:off x="8139593" y="3185510"/>
              <a:ext cx="32956" cy="70718"/>
            </a:xfrm>
            <a:custGeom>
              <a:rect b="b" l="l" r="r" t="t"/>
              <a:pathLst>
                <a:path extrusionOk="0" h="2693" w="1255">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0" name="Google Shape;21250;p95"/>
            <p:cNvSpPr/>
            <p:nvPr/>
          </p:nvSpPr>
          <p:spPr>
            <a:xfrm>
              <a:off x="8226803" y="3047303"/>
              <a:ext cx="95534" cy="32694"/>
            </a:xfrm>
            <a:custGeom>
              <a:rect b="b" l="l" r="r" t="t"/>
              <a:pathLst>
                <a:path extrusionOk="0" h="1245" w="3638">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1" name="Google Shape;21251;p95"/>
            <p:cNvSpPr/>
            <p:nvPr/>
          </p:nvSpPr>
          <p:spPr>
            <a:xfrm>
              <a:off x="8226803" y="3047303"/>
              <a:ext cx="71401" cy="32930"/>
            </a:xfrm>
            <a:custGeom>
              <a:rect b="b" l="l" r="r" t="t"/>
              <a:pathLst>
                <a:path extrusionOk="0" h="1254" w="2719">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2" name="Google Shape;21252;p95"/>
            <p:cNvSpPr/>
            <p:nvPr/>
          </p:nvSpPr>
          <p:spPr>
            <a:xfrm>
              <a:off x="8114226" y="2898252"/>
              <a:ext cx="32694" cy="94851"/>
            </a:xfrm>
            <a:custGeom>
              <a:rect b="b" l="l" r="r" t="t"/>
              <a:pathLst>
                <a:path extrusionOk="0" h="3612" w="1245">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3" name="Google Shape;21253;p95"/>
            <p:cNvSpPr/>
            <p:nvPr/>
          </p:nvSpPr>
          <p:spPr>
            <a:xfrm>
              <a:off x="8114226" y="2898252"/>
              <a:ext cx="32930" cy="70902"/>
            </a:xfrm>
            <a:custGeom>
              <a:rect b="b" l="l" r="r" t="t"/>
              <a:pathLst>
                <a:path extrusionOk="0" h="2700" w="1254">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54" name="Google Shape;21254;p95"/>
          <p:cNvGrpSpPr/>
          <p:nvPr/>
        </p:nvGrpSpPr>
        <p:grpSpPr>
          <a:xfrm>
            <a:off x="8049793" y="3662089"/>
            <a:ext cx="276964" cy="336601"/>
            <a:chOff x="8054406" y="3814489"/>
            <a:chExt cx="276964" cy="336601"/>
          </a:xfrm>
        </p:grpSpPr>
        <p:sp>
          <p:nvSpPr>
            <p:cNvPr id="21255" name="Google Shape;21255;p95"/>
            <p:cNvSpPr/>
            <p:nvPr/>
          </p:nvSpPr>
          <p:spPr>
            <a:xfrm>
              <a:off x="8054406" y="3843218"/>
              <a:ext cx="276964" cy="307872"/>
            </a:xfrm>
            <a:custGeom>
              <a:rect b="b" l="l" r="r" t="t"/>
              <a:pathLst>
                <a:path extrusionOk="0" h="11724" w="10547">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6" name="Google Shape;21256;p95"/>
            <p:cNvSpPr/>
            <p:nvPr/>
          </p:nvSpPr>
          <p:spPr>
            <a:xfrm>
              <a:off x="8313251" y="3861311"/>
              <a:ext cx="18119" cy="289543"/>
            </a:xfrm>
            <a:custGeom>
              <a:rect b="b" l="l" r="r" t="t"/>
              <a:pathLst>
                <a:path extrusionOk="0" h="11026" w="69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7" name="Google Shape;21257;p95"/>
            <p:cNvSpPr/>
            <p:nvPr/>
          </p:nvSpPr>
          <p:spPr>
            <a:xfrm>
              <a:off x="8138333" y="3904036"/>
              <a:ext cx="109110" cy="225757"/>
            </a:xfrm>
            <a:custGeom>
              <a:rect b="b" l="l" r="r" t="t"/>
              <a:pathLst>
                <a:path extrusionOk="0" h="8597" w="4155">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8" name="Google Shape;21258;p95"/>
            <p:cNvSpPr/>
            <p:nvPr/>
          </p:nvSpPr>
          <p:spPr>
            <a:xfrm>
              <a:off x="8180322" y="3904036"/>
              <a:ext cx="67121" cy="225705"/>
            </a:xfrm>
            <a:custGeom>
              <a:rect b="b" l="l" r="r" t="t"/>
              <a:pathLst>
                <a:path extrusionOk="0" h="8595" w="2556">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9" name="Google Shape;21259;p95"/>
            <p:cNvSpPr/>
            <p:nvPr/>
          </p:nvSpPr>
          <p:spPr>
            <a:xfrm>
              <a:off x="8155927" y="3857267"/>
              <a:ext cx="74158" cy="55566"/>
            </a:xfrm>
            <a:custGeom>
              <a:rect b="b" l="l" r="r" t="t"/>
              <a:pathLst>
                <a:path extrusionOk="0" h="2116" w="2824">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0" name="Google Shape;21260;p95"/>
            <p:cNvSpPr/>
            <p:nvPr/>
          </p:nvSpPr>
          <p:spPr>
            <a:xfrm>
              <a:off x="8195895" y="3882660"/>
              <a:ext cx="34191" cy="30173"/>
            </a:xfrm>
            <a:custGeom>
              <a:rect b="b" l="l" r="r" t="t"/>
              <a:pathLst>
                <a:path extrusionOk="0" h="1149" w="1302">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1" name="Google Shape;21261;p95"/>
            <p:cNvSpPr/>
            <p:nvPr/>
          </p:nvSpPr>
          <p:spPr>
            <a:xfrm>
              <a:off x="8122761" y="3814568"/>
              <a:ext cx="138758" cy="52546"/>
            </a:xfrm>
            <a:custGeom>
              <a:rect b="b" l="l" r="r" t="t"/>
              <a:pathLst>
                <a:path extrusionOk="0" h="2001" w="5284">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2" name="Google Shape;21262;p95"/>
            <p:cNvSpPr/>
            <p:nvPr/>
          </p:nvSpPr>
          <p:spPr>
            <a:xfrm>
              <a:off x="8113464" y="3814489"/>
              <a:ext cx="84452" cy="93092"/>
            </a:xfrm>
            <a:custGeom>
              <a:rect b="b" l="l" r="r" t="t"/>
              <a:pathLst>
                <a:path extrusionOk="0" h="3545" w="3216">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3" name="Google Shape;21263;p95"/>
            <p:cNvSpPr/>
            <p:nvPr/>
          </p:nvSpPr>
          <p:spPr>
            <a:xfrm>
              <a:off x="8187360" y="3814489"/>
              <a:ext cx="84951" cy="93092"/>
            </a:xfrm>
            <a:custGeom>
              <a:rect b="b" l="l" r="r" t="t"/>
              <a:pathLst>
                <a:path extrusionOk="0" h="3545" w="3235">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64" name="Google Shape;21264;p95"/>
          <p:cNvGrpSpPr/>
          <p:nvPr/>
        </p:nvGrpSpPr>
        <p:grpSpPr>
          <a:xfrm>
            <a:off x="7932175" y="4142674"/>
            <a:ext cx="378249" cy="335524"/>
            <a:chOff x="7936787" y="4295074"/>
            <a:chExt cx="378249" cy="335524"/>
          </a:xfrm>
        </p:grpSpPr>
        <p:sp>
          <p:nvSpPr>
            <p:cNvPr id="21265" name="Google Shape;21265;p95"/>
            <p:cNvSpPr/>
            <p:nvPr/>
          </p:nvSpPr>
          <p:spPr>
            <a:xfrm>
              <a:off x="8095371" y="4295074"/>
              <a:ext cx="219665" cy="182980"/>
            </a:xfrm>
            <a:custGeom>
              <a:rect b="b" l="l" r="r" t="t"/>
              <a:pathLst>
                <a:path extrusionOk="0" h="6968" w="8365">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6" name="Google Shape;21266;p95"/>
            <p:cNvSpPr/>
            <p:nvPr/>
          </p:nvSpPr>
          <p:spPr>
            <a:xfrm>
              <a:off x="7937286" y="4441342"/>
              <a:ext cx="109609" cy="109846"/>
            </a:xfrm>
            <a:custGeom>
              <a:rect b="b" l="l" r="r" t="t"/>
              <a:pathLst>
                <a:path extrusionOk="0" h="4183" w="4174">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7" name="Google Shape;21267;p95"/>
            <p:cNvSpPr/>
            <p:nvPr/>
          </p:nvSpPr>
          <p:spPr>
            <a:xfrm>
              <a:off x="7966934" y="4441342"/>
              <a:ext cx="79962" cy="110108"/>
            </a:xfrm>
            <a:custGeom>
              <a:rect b="b" l="l" r="r" t="t"/>
              <a:pathLst>
                <a:path extrusionOk="0" h="4193" w="3045">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8" name="Google Shape;21268;p95"/>
            <p:cNvSpPr/>
            <p:nvPr/>
          </p:nvSpPr>
          <p:spPr>
            <a:xfrm>
              <a:off x="7936787" y="4446541"/>
              <a:ext cx="207612" cy="184056"/>
            </a:xfrm>
            <a:custGeom>
              <a:rect b="b" l="l" r="r" t="t"/>
              <a:pathLst>
                <a:path extrusionOk="0" h="7009" w="7906">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9" name="Google Shape;21269;p95"/>
            <p:cNvSpPr/>
            <p:nvPr/>
          </p:nvSpPr>
          <p:spPr>
            <a:xfrm>
              <a:off x="7936787" y="4473747"/>
              <a:ext cx="189019" cy="156851"/>
            </a:xfrm>
            <a:custGeom>
              <a:rect b="b" l="l" r="r" t="t"/>
              <a:pathLst>
                <a:path extrusionOk="0" h="5973" w="7198">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0" name="Google Shape;21270;p95"/>
            <p:cNvSpPr/>
            <p:nvPr/>
          </p:nvSpPr>
          <p:spPr>
            <a:xfrm>
              <a:off x="7971976" y="4526792"/>
              <a:ext cx="39232" cy="21875"/>
            </a:xfrm>
            <a:custGeom>
              <a:rect b="b" l="l" r="r" t="t"/>
              <a:pathLst>
                <a:path extrusionOk="0" h="833" w="1494">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1" name="Google Shape;21271;p95"/>
            <p:cNvSpPr/>
            <p:nvPr/>
          </p:nvSpPr>
          <p:spPr>
            <a:xfrm>
              <a:off x="7954880" y="4476661"/>
              <a:ext cx="73160" cy="59952"/>
            </a:xfrm>
            <a:custGeom>
              <a:rect b="b" l="l" r="r" t="t"/>
              <a:pathLst>
                <a:path extrusionOk="0" h="2283" w="2786">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2" name="Google Shape;21272;p95"/>
            <p:cNvSpPr/>
            <p:nvPr/>
          </p:nvSpPr>
          <p:spPr>
            <a:xfrm>
              <a:off x="7954880" y="4476583"/>
              <a:ext cx="73423" cy="59531"/>
            </a:xfrm>
            <a:custGeom>
              <a:rect b="b" l="l" r="r" t="t"/>
              <a:pathLst>
                <a:path extrusionOk="0" h="2267" w="2796">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3" name="Google Shape;21273;p95"/>
            <p:cNvSpPr/>
            <p:nvPr/>
          </p:nvSpPr>
          <p:spPr>
            <a:xfrm>
              <a:off x="7936787" y="4566234"/>
              <a:ext cx="24396" cy="64363"/>
            </a:xfrm>
            <a:custGeom>
              <a:rect b="b" l="l" r="r" t="t"/>
              <a:pathLst>
                <a:path extrusionOk="0" h="2451" w="929">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4" name="Google Shape;21274;p95"/>
            <p:cNvSpPr/>
            <p:nvPr/>
          </p:nvSpPr>
          <p:spPr>
            <a:xfrm>
              <a:off x="8150150" y="4337799"/>
              <a:ext cx="109846" cy="109846"/>
            </a:xfrm>
            <a:custGeom>
              <a:rect b="b" l="l" r="r" t="t"/>
              <a:pathLst>
                <a:path extrusionOk="0" h="4183" w="4183">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5" name="Google Shape;21275;p95"/>
            <p:cNvSpPr/>
            <p:nvPr/>
          </p:nvSpPr>
          <p:spPr>
            <a:xfrm>
              <a:off x="8168505" y="4355892"/>
              <a:ext cx="73397" cy="73397"/>
            </a:xfrm>
            <a:custGeom>
              <a:rect b="b" l="l" r="r" t="t"/>
              <a:pathLst>
                <a:path extrusionOk="0" h="2795" w="2795">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6" name="Google Shape;21276;p95"/>
            <p:cNvSpPr/>
            <p:nvPr/>
          </p:nvSpPr>
          <p:spPr>
            <a:xfrm>
              <a:off x="8022237" y="4473747"/>
              <a:ext cx="103569" cy="130460"/>
            </a:xfrm>
            <a:custGeom>
              <a:rect b="b" l="l" r="r" t="t"/>
              <a:pathLst>
                <a:path extrusionOk="0" h="4968" w="3944">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7" name="Google Shape;21277;p95"/>
            <p:cNvSpPr/>
            <p:nvPr/>
          </p:nvSpPr>
          <p:spPr>
            <a:xfrm>
              <a:off x="8186835" y="4374221"/>
              <a:ext cx="36738" cy="36738"/>
            </a:xfrm>
            <a:custGeom>
              <a:rect b="b" l="l" r="r" t="t"/>
              <a:pathLst>
                <a:path extrusionOk="0" h="1399" w="1399">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8" name="Google Shape;21278;p95"/>
            <p:cNvSpPr/>
            <p:nvPr/>
          </p:nvSpPr>
          <p:spPr>
            <a:xfrm>
              <a:off x="8196893" y="4319285"/>
              <a:ext cx="84111" cy="79594"/>
            </a:xfrm>
            <a:custGeom>
              <a:rect b="b" l="l" r="r" t="t"/>
              <a:pathLst>
                <a:path extrusionOk="0" h="3031" w="3203">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9" name="Google Shape;21279;p95"/>
            <p:cNvSpPr/>
            <p:nvPr/>
          </p:nvSpPr>
          <p:spPr>
            <a:xfrm>
              <a:off x="8243635" y="4322095"/>
              <a:ext cx="38734" cy="32063"/>
            </a:xfrm>
            <a:custGeom>
              <a:rect b="b" l="l" r="r" t="t"/>
              <a:pathLst>
                <a:path extrusionOk="0" h="1221" w="1475">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0" name="Google Shape;21280;p95"/>
            <p:cNvSpPr/>
            <p:nvPr/>
          </p:nvSpPr>
          <p:spPr>
            <a:xfrm>
              <a:off x="8217822" y="4319312"/>
              <a:ext cx="61291" cy="58245"/>
            </a:xfrm>
            <a:custGeom>
              <a:rect b="b" l="l" r="r" t="t"/>
              <a:pathLst>
                <a:path extrusionOk="0" h="2218" w="2334">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81" name="Google Shape;21281;p95"/>
          <p:cNvGrpSpPr/>
          <p:nvPr/>
        </p:nvGrpSpPr>
        <p:grpSpPr>
          <a:xfrm>
            <a:off x="4881445" y="1813490"/>
            <a:ext cx="388569" cy="388307"/>
            <a:chOff x="4886058" y="1965890"/>
            <a:chExt cx="388569" cy="388307"/>
          </a:xfrm>
        </p:grpSpPr>
        <p:sp>
          <p:nvSpPr>
            <p:cNvPr id="21282" name="Google Shape;21282;p95"/>
            <p:cNvSpPr/>
            <p:nvPr/>
          </p:nvSpPr>
          <p:spPr>
            <a:xfrm>
              <a:off x="4886058" y="1965890"/>
              <a:ext cx="388569" cy="388307"/>
            </a:xfrm>
            <a:custGeom>
              <a:rect b="b" l="l" r="r" t="t"/>
              <a:pathLst>
                <a:path extrusionOk="0" h="14787" w="14797">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3" name="Google Shape;21283;p95"/>
            <p:cNvSpPr/>
            <p:nvPr/>
          </p:nvSpPr>
          <p:spPr>
            <a:xfrm>
              <a:off x="4896352" y="1992150"/>
              <a:ext cx="368218" cy="335787"/>
            </a:xfrm>
            <a:custGeom>
              <a:rect b="b" l="l" r="r" t="t"/>
              <a:pathLst>
                <a:path extrusionOk="0" h="12787" w="14022">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4" name="Google Shape;21284;p95"/>
            <p:cNvSpPr/>
            <p:nvPr/>
          </p:nvSpPr>
          <p:spPr>
            <a:xfrm>
              <a:off x="5056958" y="1992072"/>
              <a:ext cx="207612" cy="336102"/>
            </a:xfrm>
            <a:custGeom>
              <a:rect b="b" l="l" r="r" t="t"/>
              <a:pathLst>
                <a:path extrusionOk="0" h="12799" w="7906">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5" name="Google Shape;21285;p95"/>
            <p:cNvSpPr/>
            <p:nvPr/>
          </p:nvSpPr>
          <p:spPr>
            <a:xfrm>
              <a:off x="5074158" y="1993647"/>
              <a:ext cx="12342" cy="39364"/>
            </a:xfrm>
            <a:custGeom>
              <a:rect b="b" l="l" r="r" t="t"/>
              <a:pathLst>
                <a:path extrusionOk="0" h="1499" w="47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6" name="Google Shape;21286;p95"/>
            <p:cNvSpPr/>
            <p:nvPr/>
          </p:nvSpPr>
          <p:spPr>
            <a:xfrm>
              <a:off x="5074158" y="2286866"/>
              <a:ext cx="12342" cy="39416"/>
            </a:xfrm>
            <a:custGeom>
              <a:rect b="b" l="l" r="r" t="t"/>
              <a:pathLst>
                <a:path extrusionOk="0" h="1501" w="47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7" name="Google Shape;21287;p95"/>
            <p:cNvSpPr/>
            <p:nvPr/>
          </p:nvSpPr>
          <p:spPr>
            <a:xfrm>
              <a:off x="5205984" y="2153597"/>
              <a:ext cx="42515" cy="11633"/>
            </a:xfrm>
            <a:custGeom>
              <a:rect b="b" l="l" r="r" t="t"/>
              <a:pathLst>
                <a:path extrusionOk="0" h="443" w="1619">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8" name="Google Shape;21288;p95"/>
            <p:cNvSpPr/>
            <p:nvPr/>
          </p:nvSpPr>
          <p:spPr>
            <a:xfrm>
              <a:off x="4912948" y="2153623"/>
              <a:ext cx="41753" cy="11581"/>
            </a:xfrm>
            <a:custGeom>
              <a:rect b="b" l="l" r="r" t="t"/>
              <a:pathLst>
                <a:path extrusionOk="0" h="441" w="159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9" name="Google Shape;21289;p95"/>
            <p:cNvSpPr/>
            <p:nvPr/>
          </p:nvSpPr>
          <p:spPr>
            <a:xfrm>
              <a:off x="5002101" y="2140808"/>
              <a:ext cx="97608" cy="96400"/>
            </a:xfrm>
            <a:custGeom>
              <a:rect b="b" l="l" r="r" t="t"/>
              <a:pathLst>
                <a:path extrusionOk="0" h="3671" w="3717">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0" name="Google Shape;21290;p95"/>
            <p:cNvSpPr/>
            <p:nvPr/>
          </p:nvSpPr>
          <p:spPr>
            <a:xfrm>
              <a:off x="5002101" y="2165177"/>
              <a:ext cx="97608" cy="72031"/>
            </a:xfrm>
            <a:custGeom>
              <a:rect b="b" l="l" r="r" t="t"/>
              <a:pathLst>
                <a:path extrusionOk="0" h="2743" w="3717">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1" name="Google Shape;21291;p95"/>
            <p:cNvSpPr/>
            <p:nvPr/>
          </p:nvSpPr>
          <p:spPr>
            <a:xfrm>
              <a:off x="5061238" y="2082984"/>
              <a:ext cx="97503" cy="96532"/>
            </a:xfrm>
            <a:custGeom>
              <a:rect b="b" l="l" r="r" t="t"/>
              <a:pathLst>
                <a:path extrusionOk="0" h="3676" w="3713">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2" name="Google Shape;21292;p95"/>
            <p:cNvSpPr/>
            <p:nvPr/>
          </p:nvSpPr>
          <p:spPr>
            <a:xfrm>
              <a:off x="5085345" y="2083089"/>
              <a:ext cx="73213" cy="96190"/>
            </a:xfrm>
            <a:custGeom>
              <a:rect b="b" l="l" r="r" t="t"/>
              <a:pathLst>
                <a:path extrusionOk="0" h="3663" w="2788">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293" name="Google Shape;21293;p95"/>
          <p:cNvSpPr txBox="1"/>
          <p:nvPr/>
        </p:nvSpPr>
        <p:spPr>
          <a:xfrm>
            <a:off x="849675"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Business Icons</a:t>
            </a:r>
            <a:endParaRPr sz="2400">
              <a:solidFill>
                <a:schemeClr val="lt1"/>
              </a:solidFill>
            </a:endParaRPr>
          </a:p>
        </p:txBody>
      </p:sp>
      <p:sp>
        <p:nvSpPr>
          <p:cNvPr id="21294" name="Google Shape;21294;p95"/>
          <p:cNvSpPr txBox="1"/>
          <p:nvPr/>
        </p:nvSpPr>
        <p:spPr>
          <a:xfrm>
            <a:off x="4858400"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1298" name="Shape 21298"/>
        <p:cNvGrpSpPr/>
        <p:nvPr/>
      </p:nvGrpSpPr>
      <p:grpSpPr>
        <a:xfrm>
          <a:off x="0" y="0"/>
          <a:ext cx="0" cy="0"/>
          <a:chOff x="0" y="0"/>
          <a:chExt cx="0" cy="0"/>
        </a:xfrm>
      </p:grpSpPr>
      <p:grpSp>
        <p:nvGrpSpPr>
          <p:cNvPr id="21299" name="Google Shape;21299;p96"/>
          <p:cNvGrpSpPr/>
          <p:nvPr/>
        </p:nvGrpSpPr>
        <p:grpSpPr>
          <a:xfrm>
            <a:off x="1738624" y="3196252"/>
            <a:ext cx="292801" cy="359258"/>
            <a:chOff x="1765162" y="3346789"/>
            <a:chExt cx="292801" cy="359258"/>
          </a:xfrm>
        </p:grpSpPr>
        <p:sp>
          <p:nvSpPr>
            <p:cNvPr id="21300" name="Google Shape;21300;p96"/>
            <p:cNvSpPr/>
            <p:nvPr/>
          </p:nvSpPr>
          <p:spPr>
            <a:xfrm>
              <a:off x="1765423" y="3394001"/>
              <a:ext cx="230821" cy="312047"/>
            </a:xfrm>
            <a:custGeom>
              <a:rect b="b" l="l" r="r" t="t"/>
              <a:pathLst>
                <a:path extrusionOk="0" h="11917" w="8815">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1" name="Google Shape;21301;p96"/>
            <p:cNvSpPr/>
            <p:nvPr/>
          </p:nvSpPr>
          <p:spPr>
            <a:xfrm>
              <a:off x="1765162" y="3624088"/>
              <a:ext cx="81959" cy="81959"/>
            </a:xfrm>
            <a:custGeom>
              <a:rect b="b" l="l" r="r" t="t"/>
              <a:pathLst>
                <a:path extrusionOk="0" h="3130" w="313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2" name="Google Shape;21302;p96"/>
            <p:cNvSpPr/>
            <p:nvPr/>
          </p:nvSpPr>
          <p:spPr>
            <a:xfrm>
              <a:off x="1896558" y="3394001"/>
              <a:ext cx="99686" cy="103719"/>
            </a:xfrm>
            <a:custGeom>
              <a:rect b="b" l="l" r="r" t="t"/>
              <a:pathLst>
                <a:path extrusionOk="0" h="3961" w="3807">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3" name="Google Shape;21303;p96"/>
            <p:cNvSpPr/>
            <p:nvPr/>
          </p:nvSpPr>
          <p:spPr>
            <a:xfrm>
              <a:off x="1816379" y="3394001"/>
              <a:ext cx="179629" cy="312047"/>
            </a:xfrm>
            <a:custGeom>
              <a:rect b="b" l="l" r="r" t="t"/>
              <a:pathLst>
                <a:path extrusionOk="0" h="11917" w="686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4" name="Google Shape;21304;p96"/>
            <p:cNvSpPr/>
            <p:nvPr/>
          </p:nvSpPr>
          <p:spPr>
            <a:xfrm>
              <a:off x="1799647" y="3462448"/>
              <a:ext cx="162138" cy="23776"/>
            </a:xfrm>
            <a:custGeom>
              <a:rect b="b" l="l" r="r" t="t"/>
              <a:pathLst>
                <a:path extrusionOk="0" h="908" w="6192">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5" name="Google Shape;21305;p96"/>
            <p:cNvSpPr/>
            <p:nvPr/>
          </p:nvSpPr>
          <p:spPr>
            <a:xfrm>
              <a:off x="1922795" y="3462710"/>
              <a:ext cx="38989" cy="23514"/>
            </a:xfrm>
            <a:custGeom>
              <a:rect b="b" l="l" r="r" t="t"/>
              <a:pathLst>
                <a:path extrusionOk="0" h="898" w="1489">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6" name="Google Shape;21306;p96"/>
            <p:cNvSpPr/>
            <p:nvPr/>
          </p:nvSpPr>
          <p:spPr>
            <a:xfrm>
              <a:off x="1765162" y="3637076"/>
              <a:ext cx="68971" cy="68971"/>
            </a:xfrm>
            <a:custGeom>
              <a:rect b="b" l="l" r="r" t="t"/>
              <a:pathLst>
                <a:path extrusionOk="0" h="2634" w="2634">
                  <a:moveTo>
                    <a:pt x="1" y="0"/>
                  </a:moveTo>
                  <a:lnTo>
                    <a:pt x="2634" y="2633"/>
                  </a:lnTo>
                  <a:lnTo>
                    <a:pt x="2634" y="220"/>
                  </a:lnTo>
                  <a:cubicBezTo>
                    <a:pt x="2634" y="96"/>
                    <a:pt x="2538" y="0"/>
                    <a:pt x="2414"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7" name="Google Shape;21307;p96"/>
            <p:cNvSpPr/>
            <p:nvPr/>
          </p:nvSpPr>
          <p:spPr>
            <a:xfrm>
              <a:off x="1923528" y="3346789"/>
              <a:ext cx="134434" cy="134434"/>
            </a:xfrm>
            <a:custGeom>
              <a:rect b="b" l="l" r="r" t="t"/>
              <a:pathLst>
                <a:path extrusionOk="0" h="5134" w="5134">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8" name="Google Shape;21308;p96"/>
            <p:cNvSpPr/>
            <p:nvPr/>
          </p:nvSpPr>
          <p:spPr>
            <a:xfrm>
              <a:off x="1978255" y="3377033"/>
              <a:ext cx="48730" cy="48730"/>
            </a:xfrm>
            <a:custGeom>
              <a:rect b="b" l="l" r="r" t="t"/>
              <a:pathLst>
                <a:path extrusionOk="0" h="1861" w="1861">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9" name="Google Shape;21309;p96"/>
            <p:cNvSpPr/>
            <p:nvPr/>
          </p:nvSpPr>
          <p:spPr>
            <a:xfrm>
              <a:off x="1960999" y="3371560"/>
              <a:ext cx="82587" cy="59702"/>
            </a:xfrm>
            <a:custGeom>
              <a:rect b="b" l="l" r="r" t="t"/>
              <a:pathLst>
                <a:path extrusionOk="0" h="2280" w="3154">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0" name="Google Shape;21310;p96"/>
            <p:cNvSpPr/>
            <p:nvPr/>
          </p:nvSpPr>
          <p:spPr>
            <a:xfrm>
              <a:off x="1950028" y="3412592"/>
              <a:ext cx="43755" cy="39408"/>
            </a:xfrm>
            <a:custGeom>
              <a:rect b="b" l="l" r="r" t="t"/>
              <a:pathLst>
                <a:path extrusionOk="0" h="1505" w="1671">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1" name="Google Shape;21311;p96"/>
            <p:cNvSpPr/>
            <p:nvPr/>
          </p:nvSpPr>
          <p:spPr>
            <a:xfrm>
              <a:off x="1792054" y="3504659"/>
              <a:ext cx="176225" cy="10814"/>
            </a:xfrm>
            <a:custGeom>
              <a:rect b="b" l="l" r="r" t="t"/>
              <a:pathLst>
                <a:path extrusionOk="0" h="413" w="673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2" name="Google Shape;21312;p96"/>
            <p:cNvSpPr/>
            <p:nvPr/>
          </p:nvSpPr>
          <p:spPr>
            <a:xfrm>
              <a:off x="1792891" y="3528408"/>
              <a:ext cx="175387" cy="11024"/>
            </a:xfrm>
            <a:custGeom>
              <a:rect b="b" l="l" r="r" t="t"/>
              <a:pathLst>
                <a:path extrusionOk="0" h="421" w="6698">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3" name="Google Shape;21313;p96"/>
            <p:cNvSpPr/>
            <p:nvPr/>
          </p:nvSpPr>
          <p:spPr>
            <a:xfrm>
              <a:off x="1792891" y="3552394"/>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4" name="Google Shape;21314;p96"/>
            <p:cNvSpPr/>
            <p:nvPr/>
          </p:nvSpPr>
          <p:spPr>
            <a:xfrm>
              <a:off x="1792891" y="3576379"/>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15" name="Google Shape;21315;p96"/>
          <p:cNvGrpSpPr/>
          <p:nvPr/>
        </p:nvGrpSpPr>
        <p:grpSpPr>
          <a:xfrm>
            <a:off x="3051095" y="2294466"/>
            <a:ext cx="358996" cy="296309"/>
            <a:chOff x="3077632" y="2445004"/>
            <a:chExt cx="358996" cy="296309"/>
          </a:xfrm>
        </p:grpSpPr>
        <p:sp>
          <p:nvSpPr>
            <p:cNvPr id="21316" name="Google Shape;21316;p96"/>
            <p:cNvSpPr/>
            <p:nvPr/>
          </p:nvSpPr>
          <p:spPr>
            <a:xfrm>
              <a:off x="3097873" y="2504968"/>
              <a:ext cx="294293" cy="195366"/>
            </a:xfrm>
            <a:custGeom>
              <a:rect b="b" l="l" r="r" t="t"/>
              <a:pathLst>
                <a:path extrusionOk="0" h="7461" w="11239">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7" name="Google Shape;21317;p96"/>
            <p:cNvSpPr/>
            <p:nvPr/>
          </p:nvSpPr>
          <p:spPr>
            <a:xfrm>
              <a:off x="3296696" y="2504968"/>
              <a:ext cx="95471" cy="80100"/>
            </a:xfrm>
            <a:custGeom>
              <a:rect b="b" l="l" r="r" t="t"/>
              <a:pathLst>
                <a:path extrusionOk="0" h="3059" w="3646">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8" name="Google Shape;21318;p96"/>
            <p:cNvSpPr/>
            <p:nvPr/>
          </p:nvSpPr>
          <p:spPr>
            <a:xfrm>
              <a:off x="3097873" y="2685330"/>
              <a:ext cx="294293" cy="15004"/>
            </a:xfrm>
            <a:custGeom>
              <a:rect b="b" l="l" r="r" t="t"/>
              <a:pathLst>
                <a:path extrusionOk="0" h="573" w="11239">
                  <a:moveTo>
                    <a:pt x="0" y="0"/>
                  </a:moveTo>
                  <a:lnTo>
                    <a:pt x="0" y="573"/>
                  </a:lnTo>
                  <a:lnTo>
                    <a:pt x="11238" y="573"/>
                  </a:lnTo>
                  <a:lnTo>
                    <a:pt x="11238"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9" name="Google Shape;21319;p96"/>
            <p:cNvSpPr/>
            <p:nvPr/>
          </p:nvSpPr>
          <p:spPr>
            <a:xfrm>
              <a:off x="3116596" y="2524685"/>
              <a:ext cx="256587" cy="140430"/>
            </a:xfrm>
            <a:custGeom>
              <a:rect b="b" l="l" r="r" t="t"/>
              <a:pathLst>
                <a:path extrusionOk="0" h="5363" w="9799">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0" name="Google Shape;21320;p96"/>
            <p:cNvSpPr/>
            <p:nvPr/>
          </p:nvSpPr>
          <p:spPr>
            <a:xfrm>
              <a:off x="3298215" y="2524685"/>
              <a:ext cx="74968" cy="60487"/>
            </a:xfrm>
            <a:custGeom>
              <a:rect b="b" l="l" r="r" t="t"/>
              <a:pathLst>
                <a:path extrusionOk="0" h="2310" w="2863">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1" name="Google Shape;21321;p96"/>
            <p:cNvSpPr/>
            <p:nvPr/>
          </p:nvSpPr>
          <p:spPr>
            <a:xfrm>
              <a:off x="3273967" y="2567157"/>
              <a:ext cx="72480" cy="72480"/>
            </a:xfrm>
            <a:custGeom>
              <a:rect b="b" l="l" r="r" t="t"/>
              <a:pathLst>
                <a:path extrusionOk="0" h="2768" w="2768">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2" name="Google Shape;21322;p96"/>
            <p:cNvSpPr/>
            <p:nvPr/>
          </p:nvSpPr>
          <p:spPr>
            <a:xfrm>
              <a:off x="3323928" y="2567157"/>
              <a:ext cx="22519" cy="13014"/>
            </a:xfrm>
            <a:custGeom>
              <a:rect b="b" l="l" r="r" t="t"/>
              <a:pathLst>
                <a:path extrusionOk="0" h="497" w="86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3" name="Google Shape;21323;p96"/>
            <p:cNvSpPr/>
            <p:nvPr/>
          </p:nvSpPr>
          <p:spPr>
            <a:xfrm>
              <a:off x="3116596" y="2524449"/>
              <a:ext cx="256587" cy="140430"/>
            </a:xfrm>
            <a:custGeom>
              <a:rect b="b" l="l" r="r" t="t"/>
              <a:pathLst>
                <a:path extrusionOk="0" h="5363" w="9799">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4" name="Google Shape;21324;p96"/>
            <p:cNvSpPr/>
            <p:nvPr/>
          </p:nvSpPr>
          <p:spPr>
            <a:xfrm>
              <a:off x="3116596" y="2524685"/>
              <a:ext cx="256587" cy="20267"/>
            </a:xfrm>
            <a:custGeom>
              <a:rect b="b" l="l" r="r" t="t"/>
              <a:pathLst>
                <a:path extrusionOk="0" h="774" w="9799">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5" name="Google Shape;21325;p96"/>
            <p:cNvSpPr/>
            <p:nvPr/>
          </p:nvSpPr>
          <p:spPr>
            <a:xfrm>
              <a:off x="3298450" y="2524711"/>
              <a:ext cx="74732" cy="20241"/>
            </a:xfrm>
            <a:custGeom>
              <a:rect b="b" l="l" r="r" t="t"/>
              <a:pathLst>
                <a:path extrusionOk="0" h="773" w="2854">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6" name="Google Shape;21326;p96"/>
            <p:cNvSpPr/>
            <p:nvPr/>
          </p:nvSpPr>
          <p:spPr>
            <a:xfrm>
              <a:off x="3224766" y="2674332"/>
              <a:ext cx="40246" cy="11024"/>
            </a:xfrm>
            <a:custGeom>
              <a:rect b="b" l="l" r="r" t="t"/>
              <a:pathLst>
                <a:path extrusionOk="0" h="421" w="1537">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7" name="Google Shape;21327;p96"/>
            <p:cNvSpPr/>
            <p:nvPr/>
          </p:nvSpPr>
          <p:spPr>
            <a:xfrm>
              <a:off x="3309684" y="2445004"/>
              <a:ext cx="126945" cy="127181"/>
            </a:xfrm>
            <a:custGeom>
              <a:rect b="b" l="l" r="r" t="t"/>
              <a:pathLst>
                <a:path extrusionOk="0" h="4857" w="4848">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8" name="Google Shape;21328;p96"/>
            <p:cNvSpPr/>
            <p:nvPr/>
          </p:nvSpPr>
          <p:spPr>
            <a:xfrm>
              <a:off x="3336681" y="2472236"/>
              <a:ext cx="72951" cy="72218"/>
            </a:xfrm>
            <a:custGeom>
              <a:rect b="b" l="l" r="r" t="t"/>
              <a:pathLst>
                <a:path extrusionOk="0" h="2758" w="2786">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9" name="Google Shape;21329;p96"/>
            <p:cNvSpPr/>
            <p:nvPr/>
          </p:nvSpPr>
          <p:spPr>
            <a:xfrm>
              <a:off x="3366165" y="2473231"/>
              <a:ext cx="43729" cy="71878"/>
            </a:xfrm>
            <a:custGeom>
              <a:rect b="b" l="l" r="r" t="t"/>
              <a:pathLst>
                <a:path extrusionOk="0" h="2745" w="167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0" name="Google Shape;21330;p96"/>
            <p:cNvSpPr/>
            <p:nvPr/>
          </p:nvSpPr>
          <p:spPr>
            <a:xfrm>
              <a:off x="3336681" y="2497976"/>
              <a:ext cx="30244" cy="32757"/>
            </a:xfrm>
            <a:custGeom>
              <a:rect b="b" l="l" r="r" t="t"/>
              <a:pathLst>
                <a:path extrusionOk="0" h="1251" w="1155">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1" name="Google Shape;21331;p96"/>
            <p:cNvSpPr/>
            <p:nvPr/>
          </p:nvSpPr>
          <p:spPr>
            <a:xfrm>
              <a:off x="3144587" y="2567157"/>
              <a:ext cx="27232" cy="27259"/>
            </a:xfrm>
            <a:custGeom>
              <a:rect b="b" l="l" r="r" t="t"/>
              <a:pathLst>
                <a:path extrusionOk="0" h="1041" w="104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2" name="Google Shape;21332;p96"/>
            <p:cNvSpPr/>
            <p:nvPr/>
          </p:nvSpPr>
          <p:spPr>
            <a:xfrm>
              <a:off x="3180958" y="2561658"/>
              <a:ext cx="79655" cy="11050"/>
            </a:xfrm>
            <a:custGeom>
              <a:rect b="b" l="l" r="r" t="t"/>
              <a:pathLst>
                <a:path extrusionOk="0" h="422" w="3042">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3" name="Google Shape;21333;p96"/>
            <p:cNvSpPr/>
            <p:nvPr/>
          </p:nvSpPr>
          <p:spPr>
            <a:xfrm>
              <a:off x="3182058" y="2575405"/>
              <a:ext cx="77455" cy="10762"/>
            </a:xfrm>
            <a:custGeom>
              <a:rect b="b" l="l" r="r" t="t"/>
              <a:pathLst>
                <a:path extrusionOk="0" h="411"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4" name="Google Shape;21334;p96"/>
            <p:cNvSpPr/>
            <p:nvPr/>
          </p:nvSpPr>
          <p:spPr>
            <a:xfrm>
              <a:off x="3182058" y="2588890"/>
              <a:ext cx="77455" cy="10788"/>
            </a:xfrm>
            <a:custGeom>
              <a:rect b="b" l="l" r="r" t="t"/>
              <a:pathLst>
                <a:path extrusionOk="0" h="412"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5" name="Google Shape;21335;p96"/>
            <p:cNvSpPr/>
            <p:nvPr/>
          </p:nvSpPr>
          <p:spPr>
            <a:xfrm>
              <a:off x="3144587" y="2612378"/>
              <a:ext cx="27232" cy="27259"/>
            </a:xfrm>
            <a:custGeom>
              <a:rect b="b" l="l" r="r" t="t"/>
              <a:pathLst>
                <a:path extrusionOk="0" h="1041" w="104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6" name="Google Shape;21336;p96"/>
            <p:cNvSpPr/>
            <p:nvPr/>
          </p:nvSpPr>
          <p:spPr>
            <a:xfrm>
              <a:off x="3182058" y="2607141"/>
              <a:ext cx="77455" cy="10762"/>
            </a:xfrm>
            <a:custGeom>
              <a:rect b="b" l="l" r="r" t="t"/>
              <a:pathLst>
                <a:path extrusionOk="0" h="411" w="2958">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7" name="Google Shape;21337;p96"/>
            <p:cNvSpPr/>
            <p:nvPr/>
          </p:nvSpPr>
          <p:spPr>
            <a:xfrm>
              <a:off x="3182058" y="2620627"/>
              <a:ext cx="77455" cy="10762"/>
            </a:xfrm>
            <a:custGeom>
              <a:rect b="b" l="l" r="r" t="t"/>
              <a:pathLst>
                <a:path extrusionOk="0" h="411" w="2958">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8" name="Google Shape;21338;p96"/>
            <p:cNvSpPr/>
            <p:nvPr/>
          </p:nvSpPr>
          <p:spPr>
            <a:xfrm>
              <a:off x="3182058" y="2634374"/>
              <a:ext cx="77455" cy="10762"/>
            </a:xfrm>
            <a:custGeom>
              <a:rect b="b" l="l" r="r" t="t"/>
              <a:pathLst>
                <a:path extrusionOk="0" h="411" w="2958">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9" name="Google Shape;21339;p96"/>
            <p:cNvSpPr/>
            <p:nvPr/>
          </p:nvSpPr>
          <p:spPr>
            <a:xfrm>
              <a:off x="3077632" y="2694311"/>
              <a:ext cx="334749" cy="34250"/>
            </a:xfrm>
            <a:custGeom>
              <a:rect b="b" l="l" r="r" t="t"/>
              <a:pathLst>
                <a:path extrusionOk="0" h="1308" w="12784">
                  <a:moveTo>
                    <a:pt x="773" y="1"/>
                  </a:moveTo>
                  <a:lnTo>
                    <a:pt x="0" y="1031"/>
                  </a:lnTo>
                  <a:lnTo>
                    <a:pt x="0" y="1308"/>
                  </a:lnTo>
                  <a:lnTo>
                    <a:pt x="12784" y="1308"/>
                  </a:lnTo>
                  <a:lnTo>
                    <a:pt x="12784" y="1031"/>
                  </a:lnTo>
                  <a:lnTo>
                    <a:pt x="12011"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0" name="Google Shape;21340;p96"/>
            <p:cNvSpPr/>
            <p:nvPr/>
          </p:nvSpPr>
          <p:spPr>
            <a:xfrm>
              <a:off x="3188552" y="2700072"/>
              <a:ext cx="112674" cy="16758"/>
            </a:xfrm>
            <a:custGeom>
              <a:rect b="b" l="l" r="r" t="t"/>
              <a:pathLst>
                <a:path extrusionOk="0" h="640" w="4303">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1" name="Google Shape;21341;p96"/>
            <p:cNvSpPr/>
            <p:nvPr/>
          </p:nvSpPr>
          <p:spPr>
            <a:xfrm>
              <a:off x="3077632" y="2721308"/>
              <a:ext cx="334513" cy="20005"/>
            </a:xfrm>
            <a:custGeom>
              <a:rect b="b" l="l" r="r" t="t"/>
              <a:pathLst>
                <a:path extrusionOk="0" h="764" w="12775">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42" name="Google Shape;21342;p96"/>
          <p:cNvGrpSpPr/>
          <p:nvPr/>
        </p:nvGrpSpPr>
        <p:grpSpPr>
          <a:xfrm>
            <a:off x="2608699" y="2281243"/>
            <a:ext cx="359232" cy="323018"/>
            <a:chOff x="2635237" y="2431780"/>
            <a:chExt cx="359232" cy="323018"/>
          </a:xfrm>
        </p:grpSpPr>
        <p:sp>
          <p:nvSpPr>
            <p:cNvPr id="21343" name="Google Shape;21343;p96"/>
            <p:cNvSpPr/>
            <p:nvPr/>
          </p:nvSpPr>
          <p:spPr>
            <a:xfrm>
              <a:off x="2769121" y="2696328"/>
              <a:ext cx="44253" cy="40482"/>
            </a:xfrm>
            <a:custGeom>
              <a:rect b="b" l="l" r="r" t="t"/>
              <a:pathLst>
                <a:path extrusionOk="0" h="1546" w="1690">
                  <a:moveTo>
                    <a:pt x="344" y="0"/>
                  </a:moveTo>
                  <a:lnTo>
                    <a:pt x="1" y="1546"/>
                  </a:lnTo>
                  <a:lnTo>
                    <a:pt x="1689" y="1546"/>
                  </a:lnTo>
                  <a:lnTo>
                    <a:pt x="1346" y="0"/>
                  </a:ln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4" name="Google Shape;21344;p96"/>
            <p:cNvSpPr/>
            <p:nvPr/>
          </p:nvSpPr>
          <p:spPr>
            <a:xfrm>
              <a:off x="2738903" y="2733039"/>
              <a:ext cx="104688" cy="21760"/>
            </a:xfrm>
            <a:custGeom>
              <a:rect b="b" l="l" r="r" t="t"/>
              <a:pathLst>
                <a:path extrusionOk="0" h="831" w="3998">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5" name="Google Shape;21345;p96"/>
            <p:cNvSpPr/>
            <p:nvPr/>
          </p:nvSpPr>
          <p:spPr>
            <a:xfrm>
              <a:off x="2635237" y="2498212"/>
              <a:ext cx="312020" cy="203876"/>
            </a:xfrm>
            <a:custGeom>
              <a:rect b="b" l="l" r="r" t="t"/>
              <a:pathLst>
                <a:path extrusionOk="0" h="7786" w="11916">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6" name="Google Shape;21346;p96"/>
            <p:cNvSpPr/>
            <p:nvPr/>
          </p:nvSpPr>
          <p:spPr>
            <a:xfrm>
              <a:off x="2845555" y="2498212"/>
              <a:ext cx="101703" cy="84211"/>
            </a:xfrm>
            <a:custGeom>
              <a:rect b="b" l="l" r="r" t="t"/>
              <a:pathLst>
                <a:path extrusionOk="0" h="3216" w="3884">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7" name="Google Shape;21347;p96"/>
            <p:cNvSpPr/>
            <p:nvPr/>
          </p:nvSpPr>
          <p:spPr>
            <a:xfrm>
              <a:off x="2635472" y="2687582"/>
              <a:ext cx="311523" cy="14506"/>
            </a:xfrm>
            <a:custGeom>
              <a:rect b="b" l="l" r="r" t="t"/>
              <a:pathLst>
                <a:path extrusionOk="0" h="554" w="11897">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8" name="Google Shape;21348;p96"/>
            <p:cNvSpPr/>
            <p:nvPr/>
          </p:nvSpPr>
          <p:spPr>
            <a:xfrm>
              <a:off x="2655216" y="2517196"/>
              <a:ext cx="272062" cy="151166"/>
            </a:xfrm>
            <a:custGeom>
              <a:rect b="b" l="l" r="r" t="t"/>
              <a:pathLst>
                <a:path extrusionOk="0" h="5773" w="1039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9" name="Google Shape;21349;p96"/>
            <p:cNvSpPr/>
            <p:nvPr/>
          </p:nvSpPr>
          <p:spPr>
            <a:xfrm>
              <a:off x="2847807" y="2517196"/>
              <a:ext cx="79471" cy="65227"/>
            </a:xfrm>
            <a:custGeom>
              <a:rect b="b" l="l" r="r" t="t"/>
              <a:pathLst>
                <a:path extrusionOk="0" h="2491" w="3035">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0" name="Google Shape;21350;p96"/>
            <p:cNvSpPr/>
            <p:nvPr/>
          </p:nvSpPr>
          <p:spPr>
            <a:xfrm>
              <a:off x="2655216" y="2517196"/>
              <a:ext cx="272062" cy="151166"/>
            </a:xfrm>
            <a:custGeom>
              <a:rect b="b" l="l" r="r" t="t"/>
              <a:pathLst>
                <a:path extrusionOk="0" h="5773" w="1039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1" name="Google Shape;21351;p96"/>
            <p:cNvSpPr/>
            <p:nvPr/>
          </p:nvSpPr>
          <p:spPr>
            <a:xfrm>
              <a:off x="2770378" y="2678836"/>
              <a:ext cx="41739" cy="10762"/>
            </a:xfrm>
            <a:custGeom>
              <a:rect b="b" l="l" r="r" t="t"/>
              <a:pathLst>
                <a:path extrusionOk="0" h="411" w="1594">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2" name="Google Shape;21352;p96"/>
            <p:cNvSpPr/>
            <p:nvPr/>
          </p:nvSpPr>
          <p:spPr>
            <a:xfrm>
              <a:off x="2733404"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3" name="Google Shape;21353;p96"/>
            <p:cNvSpPr/>
            <p:nvPr/>
          </p:nvSpPr>
          <p:spPr>
            <a:xfrm>
              <a:off x="2778364" y="2584910"/>
              <a:ext cx="25766" cy="26002"/>
            </a:xfrm>
            <a:custGeom>
              <a:rect b="b" l="l" r="r" t="t"/>
              <a:pathLst>
                <a:path extrusionOk="0" h="993" w="984">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4" name="Google Shape;21354;p96"/>
            <p:cNvSpPr/>
            <p:nvPr/>
          </p:nvSpPr>
          <p:spPr>
            <a:xfrm>
              <a:off x="2823585"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5" name="Google Shape;21355;p96"/>
            <p:cNvSpPr/>
            <p:nvPr/>
          </p:nvSpPr>
          <p:spPr>
            <a:xfrm>
              <a:off x="2859799" y="2431780"/>
              <a:ext cx="134669" cy="136424"/>
            </a:xfrm>
            <a:custGeom>
              <a:rect b="b" l="l" r="r" t="t"/>
              <a:pathLst>
                <a:path extrusionOk="0" h="5210" w="5143">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6" name="Google Shape;21356;p96"/>
            <p:cNvSpPr/>
            <p:nvPr/>
          </p:nvSpPr>
          <p:spPr>
            <a:xfrm>
              <a:off x="2904026" y="2482920"/>
              <a:ext cx="39984" cy="34302"/>
            </a:xfrm>
            <a:custGeom>
              <a:rect b="b" l="l" r="r" t="t"/>
              <a:pathLst>
                <a:path extrusionOk="0" h="1310" w="1527">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7" name="Google Shape;21357;p96"/>
            <p:cNvSpPr/>
            <p:nvPr/>
          </p:nvSpPr>
          <p:spPr>
            <a:xfrm>
              <a:off x="2880433" y="2455190"/>
              <a:ext cx="93638" cy="89841"/>
            </a:xfrm>
            <a:custGeom>
              <a:rect b="b" l="l" r="r" t="t"/>
              <a:pathLst>
                <a:path extrusionOk="0" h="3431" w="3576">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58" name="Google Shape;21358;p96"/>
          <p:cNvGrpSpPr/>
          <p:nvPr/>
        </p:nvGrpSpPr>
        <p:grpSpPr>
          <a:xfrm>
            <a:off x="3985114" y="3617594"/>
            <a:ext cx="373189" cy="358944"/>
            <a:chOff x="4011651" y="3768132"/>
            <a:chExt cx="373189" cy="358944"/>
          </a:xfrm>
        </p:grpSpPr>
        <p:sp>
          <p:nvSpPr>
            <p:cNvPr id="21359" name="Google Shape;21359;p96"/>
            <p:cNvSpPr/>
            <p:nvPr/>
          </p:nvSpPr>
          <p:spPr>
            <a:xfrm>
              <a:off x="4011651" y="3859387"/>
              <a:ext cx="275309" cy="267689"/>
            </a:xfrm>
            <a:custGeom>
              <a:rect b="b" l="l" r="r" t="t"/>
              <a:pathLst>
                <a:path extrusionOk="0" h="10223" w="10514">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0" name="Google Shape;21360;p96"/>
            <p:cNvSpPr/>
            <p:nvPr/>
          </p:nvSpPr>
          <p:spPr>
            <a:xfrm>
              <a:off x="4054359" y="3859151"/>
              <a:ext cx="56481" cy="72716"/>
            </a:xfrm>
            <a:custGeom>
              <a:rect b="b" l="l" r="r" t="t"/>
              <a:pathLst>
                <a:path extrusionOk="0" h="2777" w="2157">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1" name="Google Shape;21361;p96"/>
            <p:cNvSpPr/>
            <p:nvPr/>
          </p:nvSpPr>
          <p:spPr>
            <a:xfrm>
              <a:off x="4214480" y="4035245"/>
              <a:ext cx="72480" cy="56743"/>
            </a:xfrm>
            <a:custGeom>
              <a:rect b="b" l="l" r="r" t="t"/>
              <a:pathLst>
                <a:path extrusionOk="0" h="2167" w="2768">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2" name="Google Shape;21362;p96"/>
            <p:cNvSpPr/>
            <p:nvPr/>
          </p:nvSpPr>
          <p:spPr>
            <a:xfrm>
              <a:off x="4135559" y="3768132"/>
              <a:ext cx="249281" cy="210946"/>
            </a:xfrm>
            <a:custGeom>
              <a:rect b="b" l="l" r="r" t="t"/>
              <a:pathLst>
                <a:path extrusionOk="0" h="8056" w="952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3" name="Google Shape;21363;p96"/>
            <p:cNvSpPr/>
            <p:nvPr/>
          </p:nvSpPr>
          <p:spPr>
            <a:xfrm>
              <a:off x="4062110" y="3836553"/>
              <a:ext cx="78712" cy="97827"/>
            </a:xfrm>
            <a:custGeom>
              <a:rect b="b" l="l" r="r" t="t"/>
              <a:pathLst>
                <a:path extrusionOk="0" h="3736" w="3006">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4" name="Google Shape;21364;p96"/>
            <p:cNvSpPr/>
            <p:nvPr/>
          </p:nvSpPr>
          <p:spPr>
            <a:xfrm>
              <a:off x="4210998" y="4006154"/>
              <a:ext cx="99451" cy="77298"/>
            </a:xfrm>
            <a:custGeom>
              <a:rect b="b" l="l" r="r" t="t"/>
              <a:pathLst>
                <a:path extrusionOk="0" h="2952" w="3798">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5" name="Google Shape;21365;p96"/>
            <p:cNvSpPr/>
            <p:nvPr/>
          </p:nvSpPr>
          <p:spPr>
            <a:xfrm>
              <a:off x="4186750" y="3787195"/>
              <a:ext cx="147657" cy="149595"/>
            </a:xfrm>
            <a:custGeom>
              <a:rect b="b" l="l" r="r" t="t"/>
              <a:pathLst>
                <a:path extrusionOk="0" h="5713" w="5639">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6" name="Google Shape;21366;p96"/>
            <p:cNvSpPr/>
            <p:nvPr/>
          </p:nvSpPr>
          <p:spPr>
            <a:xfrm>
              <a:off x="4226473" y="3841659"/>
              <a:ext cx="42734" cy="53496"/>
            </a:xfrm>
            <a:custGeom>
              <a:rect b="b" l="l" r="r" t="t"/>
              <a:pathLst>
                <a:path extrusionOk="0" h="2043" w="1632">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7" name="Google Shape;21367;p96"/>
            <p:cNvSpPr/>
            <p:nvPr/>
          </p:nvSpPr>
          <p:spPr>
            <a:xfrm>
              <a:off x="4266431" y="3841476"/>
              <a:ext cx="30008" cy="53417"/>
            </a:xfrm>
            <a:custGeom>
              <a:rect b="b" l="l" r="r" t="t"/>
              <a:pathLst>
                <a:path extrusionOk="0" h="2040" w="1146">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8" name="Google Shape;21368;p96"/>
            <p:cNvSpPr/>
            <p:nvPr/>
          </p:nvSpPr>
          <p:spPr>
            <a:xfrm>
              <a:off x="4285677" y="3841476"/>
              <a:ext cx="10762" cy="33438"/>
            </a:xfrm>
            <a:custGeom>
              <a:rect b="b" l="l" r="r" t="t"/>
              <a:pathLst>
                <a:path extrusionOk="0" h="1277" w="411">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69" name="Google Shape;21369;p96"/>
          <p:cNvGrpSpPr/>
          <p:nvPr/>
        </p:nvGrpSpPr>
        <p:grpSpPr>
          <a:xfrm>
            <a:off x="2163031" y="1811065"/>
            <a:ext cx="364993" cy="359049"/>
            <a:chOff x="2189568" y="1961603"/>
            <a:chExt cx="364993" cy="359049"/>
          </a:xfrm>
        </p:grpSpPr>
        <p:sp>
          <p:nvSpPr>
            <p:cNvPr id="21370" name="Google Shape;21370;p96"/>
            <p:cNvSpPr/>
            <p:nvPr/>
          </p:nvSpPr>
          <p:spPr>
            <a:xfrm>
              <a:off x="2232197" y="2004206"/>
              <a:ext cx="77822" cy="73868"/>
            </a:xfrm>
            <a:custGeom>
              <a:rect b="b" l="l" r="r" t="t"/>
              <a:pathLst>
                <a:path extrusionOk="0" h="2821" w="2972">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1" name="Google Shape;21371;p96"/>
            <p:cNvSpPr/>
            <p:nvPr/>
          </p:nvSpPr>
          <p:spPr>
            <a:xfrm>
              <a:off x="2192187" y="2070061"/>
              <a:ext cx="100838" cy="35009"/>
            </a:xfrm>
            <a:custGeom>
              <a:rect b="b" l="l" r="r" t="t"/>
              <a:pathLst>
                <a:path extrusionOk="0" h="1337" w="3851">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2" name="Google Shape;21372;p96"/>
            <p:cNvSpPr/>
            <p:nvPr/>
          </p:nvSpPr>
          <p:spPr>
            <a:xfrm>
              <a:off x="2189568" y="2121514"/>
              <a:ext cx="100131" cy="36999"/>
            </a:xfrm>
            <a:custGeom>
              <a:rect b="b" l="l" r="r" t="t"/>
              <a:pathLst>
                <a:path extrusionOk="0" h="1413" w="3824">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3" name="Google Shape;21373;p96"/>
            <p:cNvSpPr/>
            <p:nvPr/>
          </p:nvSpPr>
          <p:spPr>
            <a:xfrm>
              <a:off x="2299048" y="1964404"/>
              <a:ext cx="36947" cy="96439"/>
            </a:xfrm>
            <a:custGeom>
              <a:rect b="b" l="l" r="r" t="t"/>
              <a:pathLst>
                <a:path extrusionOk="0" h="3683" w="1411">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4" name="Google Shape;21374;p96"/>
            <p:cNvSpPr/>
            <p:nvPr/>
          </p:nvSpPr>
          <p:spPr>
            <a:xfrm>
              <a:off x="2350711" y="1961603"/>
              <a:ext cx="38701" cy="95732"/>
            </a:xfrm>
            <a:custGeom>
              <a:rect b="b" l="l" r="r" t="t"/>
              <a:pathLst>
                <a:path extrusionOk="0" h="3656" w="1478">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5" name="Google Shape;21375;p96"/>
            <p:cNvSpPr/>
            <p:nvPr/>
          </p:nvSpPr>
          <p:spPr>
            <a:xfrm>
              <a:off x="2286243" y="2072313"/>
              <a:ext cx="237838" cy="221604"/>
            </a:xfrm>
            <a:custGeom>
              <a:rect b="b" l="l" r="r" t="t"/>
              <a:pathLst>
                <a:path extrusionOk="0" h="8463" w="9083">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6" name="Google Shape;21376;p96"/>
            <p:cNvSpPr/>
            <p:nvPr/>
          </p:nvSpPr>
          <p:spPr>
            <a:xfrm>
              <a:off x="2296481" y="2086296"/>
              <a:ext cx="194895" cy="207621"/>
            </a:xfrm>
            <a:custGeom>
              <a:rect b="b" l="l" r="r" t="t"/>
              <a:pathLst>
                <a:path extrusionOk="0" h="7929" w="7443">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7" name="Google Shape;21377;p96"/>
            <p:cNvSpPr/>
            <p:nvPr/>
          </p:nvSpPr>
          <p:spPr>
            <a:xfrm>
              <a:off x="2430549" y="2174330"/>
              <a:ext cx="86044" cy="82116"/>
            </a:xfrm>
            <a:custGeom>
              <a:rect b="b" l="l" r="r" t="t"/>
              <a:pathLst>
                <a:path extrusionOk="0" h="3136" w="3286">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8" name="Google Shape;21378;p96"/>
            <p:cNvSpPr/>
            <p:nvPr/>
          </p:nvSpPr>
          <p:spPr>
            <a:xfrm>
              <a:off x="2402740" y="2202478"/>
              <a:ext cx="28358" cy="24483"/>
            </a:xfrm>
            <a:custGeom>
              <a:rect b="b" l="l" r="r" t="t"/>
              <a:pathLst>
                <a:path extrusionOk="0" h="935" w="1083">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9" name="Google Shape;21379;p96"/>
            <p:cNvSpPr/>
            <p:nvPr/>
          </p:nvSpPr>
          <p:spPr>
            <a:xfrm>
              <a:off x="2433324" y="2233141"/>
              <a:ext cx="55538" cy="51532"/>
            </a:xfrm>
            <a:custGeom>
              <a:rect b="b" l="l" r="r" t="t"/>
              <a:pathLst>
                <a:path extrusionOk="0" h="1968" w="2121">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0" name="Google Shape;21380;p96"/>
            <p:cNvSpPr/>
            <p:nvPr/>
          </p:nvSpPr>
          <p:spPr>
            <a:xfrm>
              <a:off x="2356105" y="2093994"/>
              <a:ext cx="71066" cy="20320"/>
            </a:xfrm>
            <a:custGeom>
              <a:rect b="b" l="l" r="r" t="t"/>
              <a:pathLst>
                <a:path extrusionOk="0" h="776" w="2714">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1" name="Google Shape;21381;p96"/>
            <p:cNvSpPr/>
            <p:nvPr/>
          </p:nvSpPr>
          <p:spPr>
            <a:xfrm>
              <a:off x="2387422" y="2184961"/>
              <a:ext cx="30008" cy="30270"/>
            </a:xfrm>
            <a:custGeom>
              <a:rect b="b" l="l" r="r" t="t"/>
              <a:pathLst>
                <a:path extrusionOk="0" h="1156" w="1146">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2" name="Google Shape;21382;p96"/>
            <p:cNvSpPr/>
            <p:nvPr/>
          </p:nvSpPr>
          <p:spPr>
            <a:xfrm>
              <a:off x="2415152" y="2156995"/>
              <a:ext cx="30244" cy="30244"/>
            </a:xfrm>
            <a:custGeom>
              <a:rect b="b" l="l" r="r" t="t"/>
              <a:pathLst>
                <a:path extrusionOk="0" h="1155" w="1155">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3" name="Google Shape;21383;p96"/>
            <p:cNvSpPr/>
            <p:nvPr/>
          </p:nvSpPr>
          <p:spPr>
            <a:xfrm>
              <a:off x="2474854" y="2244924"/>
              <a:ext cx="79707" cy="75727"/>
            </a:xfrm>
            <a:custGeom>
              <a:rect b="b" l="l" r="r" t="t"/>
              <a:pathLst>
                <a:path extrusionOk="0" h="2892" w="3044">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4" name="Google Shape;21384;p96"/>
            <p:cNvSpPr/>
            <p:nvPr/>
          </p:nvSpPr>
          <p:spPr>
            <a:xfrm>
              <a:off x="2475115" y="2244924"/>
              <a:ext cx="71459" cy="71721"/>
            </a:xfrm>
            <a:custGeom>
              <a:rect b="b" l="l" r="r" t="t"/>
              <a:pathLst>
                <a:path extrusionOk="0" h="2739" w="2729">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5" name="Google Shape;21385;p96"/>
            <p:cNvSpPr/>
            <p:nvPr/>
          </p:nvSpPr>
          <p:spPr>
            <a:xfrm>
              <a:off x="2450371" y="2220756"/>
              <a:ext cx="89945" cy="88820"/>
            </a:xfrm>
            <a:custGeom>
              <a:rect b="b" l="l" r="r" t="t"/>
              <a:pathLst>
                <a:path extrusionOk="0" h="3392" w="3435">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386" name="Google Shape;21386;p96"/>
          <p:cNvGrpSpPr/>
          <p:nvPr/>
        </p:nvGrpSpPr>
        <p:grpSpPr>
          <a:xfrm>
            <a:off x="2166539" y="2269434"/>
            <a:ext cx="378426" cy="346323"/>
            <a:chOff x="2193077" y="2419971"/>
            <a:chExt cx="378426" cy="346323"/>
          </a:xfrm>
        </p:grpSpPr>
        <p:sp>
          <p:nvSpPr>
            <p:cNvPr id="21387" name="Google Shape;21387;p96"/>
            <p:cNvSpPr/>
            <p:nvPr/>
          </p:nvSpPr>
          <p:spPr>
            <a:xfrm>
              <a:off x="2392423" y="2419971"/>
              <a:ext cx="179079" cy="150852"/>
            </a:xfrm>
            <a:custGeom>
              <a:rect b="b" l="l" r="r" t="t"/>
              <a:pathLst>
                <a:path extrusionOk="0" h="5761" w="6839">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8" name="Google Shape;21388;p96"/>
            <p:cNvSpPr/>
            <p:nvPr/>
          </p:nvSpPr>
          <p:spPr>
            <a:xfrm>
              <a:off x="2299990" y="2594389"/>
              <a:ext cx="51977" cy="93952"/>
            </a:xfrm>
            <a:custGeom>
              <a:rect b="b" l="l" r="r" t="t"/>
              <a:pathLst>
                <a:path extrusionOk="0" h="3588" w="1985">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9" name="Google Shape;21389;p96"/>
            <p:cNvSpPr/>
            <p:nvPr/>
          </p:nvSpPr>
          <p:spPr>
            <a:xfrm>
              <a:off x="2193077" y="2652599"/>
              <a:ext cx="265804" cy="113695"/>
            </a:xfrm>
            <a:custGeom>
              <a:rect b="b" l="l" r="r" t="t"/>
              <a:pathLst>
                <a:path extrusionOk="0" h="4342" w="10151">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0" name="Google Shape;21390;p96"/>
            <p:cNvSpPr/>
            <p:nvPr/>
          </p:nvSpPr>
          <p:spPr>
            <a:xfrm>
              <a:off x="2393916" y="2666084"/>
              <a:ext cx="64965" cy="100210"/>
            </a:xfrm>
            <a:custGeom>
              <a:rect b="b" l="l" r="r" t="t"/>
              <a:pathLst>
                <a:path extrusionOk="0" h="3827" w="2481">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1" name="Google Shape;21391;p96"/>
            <p:cNvSpPr/>
            <p:nvPr/>
          </p:nvSpPr>
          <p:spPr>
            <a:xfrm>
              <a:off x="2193077" y="2666346"/>
              <a:ext cx="64729" cy="99948"/>
            </a:xfrm>
            <a:custGeom>
              <a:rect b="b" l="l" r="r" t="t"/>
              <a:pathLst>
                <a:path extrusionOk="0" h="3817" w="2472">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2" name="Google Shape;21392;p96"/>
            <p:cNvSpPr/>
            <p:nvPr/>
          </p:nvSpPr>
          <p:spPr>
            <a:xfrm>
              <a:off x="2320231" y="2697742"/>
              <a:ext cx="11521" cy="12333"/>
            </a:xfrm>
            <a:custGeom>
              <a:rect b="b" l="l" r="r" t="t"/>
              <a:pathLst>
                <a:path extrusionOk="0" h="471" w="44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3" name="Google Shape;21393;p96"/>
            <p:cNvSpPr/>
            <p:nvPr/>
          </p:nvSpPr>
          <p:spPr>
            <a:xfrm>
              <a:off x="2320231" y="2716490"/>
              <a:ext cx="11521" cy="12333"/>
            </a:xfrm>
            <a:custGeom>
              <a:rect b="b" l="l" r="r" t="t"/>
              <a:pathLst>
                <a:path extrusionOk="0" h="471" w="44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4" name="Google Shape;21394;p96"/>
            <p:cNvSpPr/>
            <p:nvPr/>
          </p:nvSpPr>
          <p:spPr>
            <a:xfrm>
              <a:off x="2299833" y="2652860"/>
              <a:ext cx="26159" cy="38963"/>
            </a:xfrm>
            <a:custGeom>
              <a:rect b="b" l="l" r="r" t="t"/>
              <a:pathLst>
                <a:path extrusionOk="0" h="1488" w="999">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5" name="Google Shape;21395;p96"/>
            <p:cNvSpPr/>
            <p:nvPr/>
          </p:nvSpPr>
          <p:spPr>
            <a:xfrm>
              <a:off x="2270768" y="2472001"/>
              <a:ext cx="110448" cy="152030"/>
            </a:xfrm>
            <a:custGeom>
              <a:rect b="b" l="l" r="r" t="t"/>
              <a:pathLst>
                <a:path extrusionOk="0" h="5806" w="4218">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6" name="Google Shape;21396;p96"/>
            <p:cNvSpPr/>
            <p:nvPr/>
          </p:nvSpPr>
          <p:spPr>
            <a:xfrm>
              <a:off x="2253145" y="2454745"/>
              <a:ext cx="145301" cy="78293"/>
            </a:xfrm>
            <a:custGeom>
              <a:rect b="b" l="l" r="r" t="t"/>
              <a:pathLst>
                <a:path extrusionOk="0" h="2990" w="5549">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7" name="Google Shape;21397;p96"/>
            <p:cNvSpPr/>
            <p:nvPr/>
          </p:nvSpPr>
          <p:spPr>
            <a:xfrm>
              <a:off x="2319236" y="2570352"/>
              <a:ext cx="79210" cy="77534"/>
            </a:xfrm>
            <a:custGeom>
              <a:rect b="b" l="l" r="r" t="t"/>
              <a:pathLst>
                <a:path extrusionOk="0" h="2961" w="3025">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8" name="Google Shape;21398;p96"/>
            <p:cNvSpPr/>
            <p:nvPr/>
          </p:nvSpPr>
          <p:spPr>
            <a:xfrm>
              <a:off x="2325966" y="2652860"/>
              <a:ext cx="26264" cy="38963"/>
            </a:xfrm>
            <a:custGeom>
              <a:rect b="b" l="l" r="r" t="t"/>
              <a:pathLst>
                <a:path extrusionOk="0" h="1488" w="1003">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9" name="Google Shape;21399;p96"/>
            <p:cNvSpPr/>
            <p:nvPr/>
          </p:nvSpPr>
          <p:spPr>
            <a:xfrm>
              <a:off x="2363698" y="2721308"/>
              <a:ext cx="54229" cy="20503"/>
            </a:xfrm>
            <a:custGeom>
              <a:rect b="b" l="l" r="r" t="t"/>
              <a:pathLst>
                <a:path extrusionOk="0" h="783" w="2071">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0" name="Google Shape;21400;p96"/>
            <p:cNvSpPr/>
            <p:nvPr/>
          </p:nvSpPr>
          <p:spPr>
            <a:xfrm>
              <a:off x="2314732" y="2631127"/>
              <a:ext cx="22493" cy="22493"/>
            </a:xfrm>
            <a:custGeom>
              <a:rect b="b" l="l" r="r" t="t"/>
              <a:pathLst>
                <a:path extrusionOk="0" h="859" w="859">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1" name="Google Shape;21401;p96"/>
            <p:cNvSpPr/>
            <p:nvPr/>
          </p:nvSpPr>
          <p:spPr>
            <a:xfrm>
              <a:off x="2270768" y="2472236"/>
              <a:ext cx="37994" cy="49987"/>
            </a:xfrm>
            <a:custGeom>
              <a:rect b="b" l="l" r="r" t="t"/>
              <a:pathLst>
                <a:path extrusionOk="0" h="1909" w="1451">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2" name="Google Shape;21402;p96"/>
            <p:cNvSpPr/>
            <p:nvPr/>
          </p:nvSpPr>
          <p:spPr>
            <a:xfrm>
              <a:off x="2308736" y="2472001"/>
              <a:ext cx="72480" cy="71956"/>
            </a:xfrm>
            <a:custGeom>
              <a:rect b="b" l="l" r="r" t="t"/>
              <a:pathLst>
                <a:path extrusionOk="0" h="2748" w="2768">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3" name="Google Shape;21403;p96"/>
            <p:cNvSpPr/>
            <p:nvPr/>
          </p:nvSpPr>
          <p:spPr>
            <a:xfrm>
              <a:off x="2459614" y="2474567"/>
              <a:ext cx="38492" cy="32915"/>
            </a:xfrm>
            <a:custGeom>
              <a:rect b="b" l="l" r="r" t="t"/>
              <a:pathLst>
                <a:path extrusionOk="0" h="1257" w="147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4" name="Google Shape;21404;p96"/>
            <p:cNvSpPr/>
            <p:nvPr/>
          </p:nvSpPr>
          <p:spPr>
            <a:xfrm>
              <a:off x="2437540" y="2448696"/>
              <a:ext cx="88636" cy="84839"/>
            </a:xfrm>
            <a:custGeom>
              <a:rect b="b" l="l" r="r" t="t"/>
              <a:pathLst>
                <a:path extrusionOk="0" h="3240" w="3385">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5" name="Google Shape;21405;p96"/>
            <p:cNvSpPr/>
            <p:nvPr/>
          </p:nvSpPr>
          <p:spPr>
            <a:xfrm>
              <a:off x="2314235" y="2542883"/>
              <a:ext cx="23750" cy="37052"/>
            </a:xfrm>
            <a:custGeom>
              <a:rect b="b" l="l" r="r" t="t"/>
              <a:pathLst>
                <a:path extrusionOk="0" h="1415" w="907">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6" name="Google Shape;21406;p96"/>
            <p:cNvSpPr/>
            <p:nvPr/>
          </p:nvSpPr>
          <p:spPr>
            <a:xfrm>
              <a:off x="2231804" y="2521962"/>
              <a:ext cx="32496" cy="57974"/>
            </a:xfrm>
            <a:custGeom>
              <a:rect b="b" l="l" r="r" t="t"/>
              <a:pathLst>
                <a:path extrusionOk="0" h="2214" w="1241">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7" name="Google Shape;21407;p96"/>
            <p:cNvSpPr/>
            <p:nvPr/>
          </p:nvSpPr>
          <p:spPr>
            <a:xfrm>
              <a:off x="2387684" y="2521962"/>
              <a:ext cx="32496" cy="57974"/>
            </a:xfrm>
            <a:custGeom>
              <a:rect b="b" l="l" r="r" t="t"/>
              <a:pathLst>
                <a:path extrusionOk="0" h="2214" w="1241">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08" name="Google Shape;21408;p96"/>
          <p:cNvGrpSpPr/>
          <p:nvPr/>
        </p:nvGrpSpPr>
        <p:grpSpPr>
          <a:xfrm>
            <a:off x="835084" y="2731232"/>
            <a:ext cx="276802" cy="367140"/>
            <a:chOff x="861622" y="2881770"/>
            <a:chExt cx="276802" cy="367140"/>
          </a:xfrm>
        </p:grpSpPr>
        <p:sp>
          <p:nvSpPr>
            <p:cNvPr id="21409" name="Google Shape;21409;p96"/>
            <p:cNvSpPr/>
            <p:nvPr/>
          </p:nvSpPr>
          <p:spPr>
            <a:xfrm>
              <a:off x="982518" y="2994575"/>
              <a:ext cx="155905" cy="254335"/>
            </a:xfrm>
            <a:custGeom>
              <a:rect b="b" l="l" r="r" t="t"/>
              <a:pathLst>
                <a:path extrusionOk="0" h="9713" w="5954">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0" name="Google Shape;21410;p96"/>
            <p:cNvSpPr/>
            <p:nvPr/>
          </p:nvSpPr>
          <p:spPr>
            <a:xfrm>
              <a:off x="982518" y="3149956"/>
              <a:ext cx="42498" cy="87955"/>
            </a:xfrm>
            <a:custGeom>
              <a:rect b="b" l="l" r="r" t="t"/>
              <a:pathLst>
                <a:path extrusionOk="0" h="3359" w="1623">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1" name="Google Shape;21411;p96"/>
            <p:cNvSpPr/>
            <p:nvPr/>
          </p:nvSpPr>
          <p:spPr>
            <a:xfrm>
              <a:off x="1001502" y="3147705"/>
              <a:ext cx="59257" cy="28515"/>
            </a:xfrm>
            <a:custGeom>
              <a:rect b="b" l="l" r="r" t="t"/>
              <a:pathLst>
                <a:path extrusionOk="0" h="1089" w="2263">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2" name="Google Shape;21412;p96"/>
            <p:cNvSpPr/>
            <p:nvPr/>
          </p:nvSpPr>
          <p:spPr>
            <a:xfrm>
              <a:off x="1060445" y="3173549"/>
              <a:ext cx="36031" cy="35873"/>
            </a:xfrm>
            <a:custGeom>
              <a:rect b="b" l="l" r="r" t="t"/>
              <a:pathLst>
                <a:path extrusionOk="0" h="1370" w="1376">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3" name="Google Shape;21413;p96"/>
            <p:cNvSpPr/>
            <p:nvPr/>
          </p:nvSpPr>
          <p:spPr>
            <a:xfrm>
              <a:off x="1068222" y="3083761"/>
              <a:ext cx="52710" cy="21498"/>
            </a:xfrm>
            <a:custGeom>
              <a:rect b="b" l="l" r="r" t="t"/>
              <a:pathLst>
                <a:path extrusionOk="0" h="821" w="2013">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4" name="Google Shape;21414;p96"/>
            <p:cNvSpPr/>
            <p:nvPr/>
          </p:nvSpPr>
          <p:spPr>
            <a:xfrm>
              <a:off x="1057721" y="3032307"/>
              <a:ext cx="37994" cy="38989"/>
            </a:xfrm>
            <a:custGeom>
              <a:rect b="b" l="l" r="r" t="t"/>
              <a:pathLst>
                <a:path extrusionOk="0" h="1489" w="1451">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5" name="Google Shape;21415;p96"/>
            <p:cNvSpPr/>
            <p:nvPr/>
          </p:nvSpPr>
          <p:spPr>
            <a:xfrm>
              <a:off x="1027556" y="3008767"/>
              <a:ext cx="49673" cy="24064"/>
            </a:xfrm>
            <a:custGeom>
              <a:rect b="b" l="l" r="r" t="t"/>
              <a:pathLst>
                <a:path extrusionOk="0" h="919" w="1897">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6" name="Google Shape;21416;p96"/>
            <p:cNvSpPr/>
            <p:nvPr/>
          </p:nvSpPr>
          <p:spPr>
            <a:xfrm>
              <a:off x="1008965" y="3173785"/>
              <a:ext cx="62006" cy="44881"/>
            </a:xfrm>
            <a:custGeom>
              <a:rect b="b" l="l" r="r" t="t"/>
              <a:pathLst>
                <a:path extrusionOk="0" h="1714" w="2368">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7" name="Google Shape;21417;p96"/>
            <p:cNvSpPr/>
            <p:nvPr/>
          </p:nvSpPr>
          <p:spPr>
            <a:xfrm>
              <a:off x="1096606" y="3110417"/>
              <a:ext cx="32338" cy="40063"/>
            </a:xfrm>
            <a:custGeom>
              <a:rect b="b" l="l" r="r" t="t"/>
              <a:pathLst>
                <a:path extrusionOk="0" h="1530" w="1235">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8" name="Google Shape;21418;p96"/>
            <p:cNvSpPr/>
            <p:nvPr/>
          </p:nvSpPr>
          <p:spPr>
            <a:xfrm>
              <a:off x="1029730" y="3086248"/>
              <a:ext cx="28515" cy="52998"/>
            </a:xfrm>
            <a:custGeom>
              <a:rect b="b" l="l" r="r" t="t"/>
              <a:pathLst>
                <a:path extrusionOk="0" h="2024" w="1089">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9" name="Google Shape;21419;p96"/>
            <p:cNvSpPr/>
            <p:nvPr/>
          </p:nvSpPr>
          <p:spPr>
            <a:xfrm>
              <a:off x="937323" y="2881770"/>
              <a:ext cx="112674" cy="117387"/>
            </a:xfrm>
            <a:custGeom>
              <a:rect b="b" l="l" r="r" t="t"/>
              <a:pathLst>
                <a:path extrusionOk="0" h="4483" w="4303">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0" name="Google Shape;21420;p96"/>
            <p:cNvSpPr/>
            <p:nvPr/>
          </p:nvSpPr>
          <p:spPr>
            <a:xfrm>
              <a:off x="985032" y="2920628"/>
              <a:ext cx="26499" cy="22755"/>
            </a:xfrm>
            <a:custGeom>
              <a:rect b="b" l="l" r="r" t="t"/>
              <a:pathLst>
                <a:path extrusionOk="0" h="869" w="1012">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1" name="Google Shape;21421;p96"/>
            <p:cNvSpPr/>
            <p:nvPr/>
          </p:nvSpPr>
          <p:spPr>
            <a:xfrm>
              <a:off x="963298" y="2897271"/>
              <a:ext cx="72951" cy="69233"/>
            </a:xfrm>
            <a:custGeom>
              <a:rect b="b" l="l" r="r" t="t"/>
              <a:pathLst>
                <a:path extrusionOk="0" h="2644" w="2786">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2" name="Google Shape;21422;p96"/>
            <p:cNvSpPr/>
            <p:nvPr/>
          </p:nvSpPr>
          <p:spPr>
            <a:xfrm>
              <a:off x="861622" y="2994837"/>
              <a:ext cx="150171" cy="254073"/>
            </a:xfrm>
            <a:custGeom>
              <a:rect b="b" l="l" r="r" t="t"/>
              <a:pathLst>
                <a:path extrusionOk="0" h="9703" w="5735">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3" name="Google Shape;21423;p96"/>
            <p:cNvSpPr/>
            <p:nvPr/>
          </p:nvSpPr>
          <p:spPr>
            <a:xfrm>
              <a:off x="939287" y="3147705"/>
              <a:ext cx="59257" cy="28515"/>
            </a:xfrm>
            <a:custGeom>
              <a:rect b="b" l="l" r="r" t="t"/>
              <a:pathLst>
                <a:path extrusionOk="0" h="1089" w="2263">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4" name="Google Shape;21424;p96"/>
            <p:cNvSpPr/>
            <p:nvPr/>
          </p:nvSpPr>
          <p:spPr>
            <a:xfrm>
              <a:off x="903597" y="3173444"/>
              <a:ext cx="36371" cy="35978"/>
            </a:xfrm>
            <a:custGeom>
              <a:rect b="b" l="l" r="r" t="t"/>
              <a:pathLst>
                <a:path extrusionOk="0" h="1374" w="1389">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5" name="Google Shape;21425;p96"/>
            <p:cNvSpPr/>
            <p:nvPr/>
          </p:nvSpPr>
          <p:spPr>
            <a:xfrm>
              <a:off x="878852" y="3083761"/>
              <a:ext cx="52998" cy="21498"/>
            </a:xfrm>
            <a:custGeom>
              <a:rect b="b" l="l" r="r" t="t"/>
              <a:pathLst>
                <a:path extrusionOk="0" h="821" w="2024">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6" name="Google Shape;21426;p96"/>
            <p:cNvSpPr/>
            <p:nvPr/>
          </p:nvSpPr>
          <p:spPr>
            <a:xfrm>
              <a:off x="904094" y="3032307"/>
              <a:ext cx="38230" cy="38989"/>
            </a:xfrm>
            <a:custGeom>
              <a:rect b="b" l="l" r="r" t="t"/>
              <a:pathLst>
                <a:path extrusionOk="0" h="1489" w="146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7" name="Google Shape;21427;p96"/>
            <p:cNvSpPr/>
            <p:nvPr/>
          </p:nvSpPr>
          <p:spPr>
            <a:xfrm>
              <a:off x="922581" y="3008819"/>
              <a:ext cx="49751" cy="24012"/>
            </a:xfrm>
            <a:custGeom>
              <a:rect b="b" l="l" r="r" t="t"/>
              <a:pathLst>
                <a:path extrusionOk="0" h="917" w="190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8" name="Google Shape;21428;p96"/>
            <p:cNvSpPr/>
            <p:nvPr/>
          </p:nvSpPr>
          <p:spPr>
            <a:xfrm>
              <a:off x="929075" y="3173785"/>
              <a:ext cx="62006" cy="44881"/>
            </a:xfrm>
            <a:custGeom>
              <a:rect b="b" l="l" r="r" t="t"/>
              <a:pathLst>
                <a:path extrusionOk="0" h="1714" w="2368">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9" name="Google Shape;21429;p96"/>
            <p:cNvSpPr/>
            <p:nvPr/>
          </p:nvSpPr>
          <p:spPr>
            <a:xfrm>
              <a:off x="871127" y="3110417"/>
              <a:ext cx="32077" cy="40063"/>
            </a:xfrm>
            <a:custGeom>
              <a:rect b="b" l="l" r="r" t="t"/>
              <a:pathLst>
                <a:path extrusionOk="0" h="1530" w="1225">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0" name="Google Shape;21430;p96"/>
            <p:cNvSpPr/>
            <p:nvPr/>
          </p:nvSpPr>
          <p:spPr>
            <a:xfrm>
              <a:off x="941800" y="3086248"/>
              <a:ext cx="28254" cy="52998"/>
            </a:xfrm>
            <a:custGeom>
              <a:rect b="b" l="l" r="r" t="t"/>
              <a:pathLst>
                <a:path extrusionOk="0" h="2024" w="1079">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31" name="Google Shape;21431;p96"/>
          <p:cNvGrpSpPr/>
          <p:nvPr/>
        </p:nvGrpSpPr>
        <p:grpSpPr>
          <a:xfrm>
            <a:off x="3941647" y="2731154"/>
            <a:ext cx="369444" cy="367140"/>
            <a:chOff x="3968184" y="2881691"/>
            <a:chExt cx="369444" cy="367140"/>
          </a:xfrm>
        </p:grpSpPr>
        <p:sp>
          <p:nvSpPr>
            <p:cNvPr id="21432" name="Google Shape;21432;p96"/>
            <p:cNvSpPr/>
            <p:nvPr/>
          </p:nvSpPr>
          <p:spPr>
            <a:xfrm>
              <a:off x="4042131" y="3065536"/>
              <a:ext cx="109925" cy="110186"/>
            </a:xfrm>
            <a:custGeom>
              <a:rect b="b" l="l" r="r" t="t"/>
              <a:pathLst>
                <a:path extrusionOk="0" h="4208" w="4198">
                  <a:moveTo>
                    <a:pt x="1154" y="0"/>
                  </a:moveTo>
                  <a:lnTo>
                    <a:pt x="0" y="1154"/>
                  </a:lnTo>
                  <a:lnTo>
                    <a:pt x="3043" y="4207"/>
                  </a:lnTo>
                  <a:lnTo>
                    <a:pt x="4198" y="3043"/>
                  </a:lnTo>
                  <a:lnTo>
                    <a:pt x="1154" y="0"/>
                  </a:lnTo>
                  <a:close/>
                </a:path>
              </a:pathLst>
            </a:custGeom>
            <a:solidFill>
              <a:srgbClr val="93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3" name="Google Shape;21433;p96"/>
            <p:cNvSpPr/>
            <p:nvPr/>
          </p:nvSpPr>
          <p:spPr>
            <a:xfrm>
              <a:off x="4047865" y="3068521"/>
              <a:ext cx="54491" cy="54229"/>
            </a:xfrm>
            <a:custGeom>
              <a:rect b="b" l="l" r="r" t="t"/>
              <a:pathLst>
                <a:path extrusionOk="0" h="2071" w="2081">
                  <a:moveTo>
                    <a:pt x="1040" y="0"/>
                  </a:moveTo>
                  <a:lnTo>
                    <a:pt x="1" y="1260"/>
                  </a:lnTo>
                  <a:lnTo>
                    <a:pt x="811" y="2071"/>
                  </a:lnTo>
                  <a:lnTo>
                    <a:pt x="2080" y="1031"/>
                  </a:lnTo>
                  <a:lnTo>
                    <a:pt x="1040"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4" name="Google Shape;21434;p96"/>
            <p:cNvSpPr/>
            <p:nvPr/>
          </p:nvSpPr>
          <p:spPr>
            <a:xfrm>
              <a:off x="4094841" y="3115471"/>
              <a:ext cx="54465" cy="54255"/>
            </a:xfrm>
            <a:custGeom>
              <a:rect b="b" l="l" r="r" t="t"/>
              <a:pathLst>
                <a:path extrusionOk="0" h="2072" w="2080">
                  <a:moveTo>
                    <a:pt x="1049" y="1"/>
                  </a:moveTo>
                  <a:lnTo>
                    <a:pt x="0" y="1270"/>
                  </a:lnTo>
                  <a:lnTo>
                    <a:pt x="811" y="2071"/>
                  </a:lnTo>
                  <a:lnTo>
                    <a:pt x="2080" y="1031"/>
                  </a:lnTo>
                  <a:lnTo>
                    <a:pt x="1049"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5" name="Google Shape;21435;p96"/>
            <p:cNvSpPr/>
            <p:nvPr/>
          </p:nvSpPr>
          <p:spPr>
            <a:xfrm>
              <a:off x="4237706" y="2916412"/>
              <a:ext cx="65777" cy="61718"/>
            </a:xfrm>
            <a:custGeom>
              <a:rect b="b" l="l" r="r" t="t"/>
              <a:pathLst>
                <a:path extrusionOk="0" h="2357" w="2512">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6" name="Google Shape;21436;p96"/>
            <p:cNvSpPr/>
            <p:nvPr/>
          </p:nvSpPr>
          <p:spPr>
            <a:xfrm>
              <a:off x="4216994" y="2884519"/>
              <a:ext cx="32469" cy="79864"/>
            </a:xfrm>
            <a:custGeom>
              <a:rect b="b" l="l" r="r" t="t"/>
              <a:pathLst>
                <a:path extrusionOk="0" h="3050" w="124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7" name="Google Shape;21437;p96"/>
            <p:cNvSpPr/>
            <p:nvPr/>
          </p:nvSpPr>
          <p:spPr>
            <a:xfrm>
              <a:off x="4173213" y="2881691"/>
              <a:ext cx="34564" cy="79943"/>
            </a:xfrm>
            <a:custGeom>
              <a:rect b="b" l="l" r="r" t="t"/>
              <a:pathLst>
                <a:path extrusionOk="0" h="3053" w="132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8" name="Google Shape;21438;p96"/>
            <p:cNvSpPr/>
            <p:nvPr/>
          </p:nvSpPr>
          <p:spPr>
            <a:xfrm>
              <a:off x="4251218" y="2969280"/>
              <a:ext cx="84551" cy="30584"/>
            </a:xfrm>
            <a:custGeom>
              <a:rect b="b" l="l" r="r" t="t"/>
              <a:pathLst>
                <a:path extrusionOk="0" h="1168" w="3229">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9" name="Google Shape;21439;p96"/>
            <p:cNvSpPr/>
            <p:nvPr/>
          </p:nvSpPr>
          <p:spPr>
            <a:xfrm>
              <a:off x="4254098" y="3010940"/>
              <a:ext cx="83530" cy="31867"/>
            </a:xfrm>
            <a:custGeom>
              <a:rect b="b" l="l" r="r" t="t"/>
              <a:pathLst>
                <a:path extrusionOk="0" h="1217" w="319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0" name="Google Shape;21440;p96"/>
            <p:cNvSpPr/>
            <p:nvPr/>
          </p:nvSpPr>
          <p:spPr>
            <a:xfrm>
              <a:off x="4122309" y="2939403"/>
              <a:ext cx="71459" cy="63472"/>
            </a:xfrm>
            <a:custGeom>
              <a:rect b="b" l="l" r="r" t="t"/>
              <a:pathLst>
                <a:path extrusionOk="0" h="2424" w="2729">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1" name="Google Shape;21441;p96"/>
            <p:cNvSpPr/>
            <p:nvPr/>
          </p:nvSpPr>
          <p:spPr>
            <a:xfrm>
              <a:off x="4107331" y="2941183"/>
              <a:ext cx="80938" cy="80650"/>
            </a:xfrm>
            <a:custGeom>
              <a:rect b="b" l="l" r="r" t="t"/>
              <a:pathLst>
                <a:path extrusionOk="0" h="3080" w="3091">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2" name="Google Shape;21442;p96"/>
            <p:cNvSpPr/>
            <p:nvPr/>
          </p:nvSpPr>
          <p:spPr>
            <a:xfrm>
              <a:off x="4107331" y="2948123"/>
              <a:ext cx="73449" cy="73711"/>
            </a:xfrm>
            <a:custGeom>
              <a:rect b="b" l="l" r="r" t="t"/>
              <a:pathLst>
                <a:path extrusionOk="0" h="2815" w="2805">
                  <a:moveTo>
                    <a:pt x="563" y="0"/>
                  </a:moveTo>
                  <a:lnTo>
                    <a:pt x="0" y="563"/>
                  </a:lnTo>
                  <a:lnTo>
                    <a:pt x="2251" y="2815"/>
                  </a:lnTo>
                  <a:lnTo>
                    <a:pt x="2805" y="2252"/>
                  </a:lnTo>
                  <a:lnTo>
                    <a:pt x="563"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3" name="Google Shape;21443;p96"/>
            <p:cNvSpPr/>
            <p:nvPr/>
          </p:nvSpPr>
          <p:spPr>
            <a:xfrm>
              <a:off x="3990651" y="2958099"/>
              <a:ext cx="181148" cy="180388"/>
            </a:xfrm>
            <a:custGeom>
              <a:rect b="b" l="l" r="r" t="t"/>
              <a:pathLst>
                <a:path extrusionOk="0" h="6889" w="6918">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4" name="Google Shape;21444;p96"/>
            <p:cNvSpPr/>
            <p:nvPr/>
          </p:nvSpPr>
          <p:spPr>
            <a:xfrm>
              <a:off x="3990651" y="3009055"/>
              <a:ext cx="181148" cy="129432"/>
            </a:xfrm>
            <a:custGeom>
              <a:rect b="b" l="l" r="r" t="t"/>
              <a:pathLst>
                <a:path extrusionOk="0" h="4943" w="6918">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5" name="Google Shape;21445;p96"/>
            <p:cNvSpPr/>
            <p:nvPr/>
          </p:nvSpPr>
          <p:spPr>
            <a:xfrm>
              <a:off x="3968420" y="3087819"/>
              <a:ext cx="73239" cy="72349"/>
            </a:xfrm>
            <a:custGeom>
              <a:rect b="b" l="l" r="r" t="t"/>
              <a:pathLst>
                <a:path extrusionOk="0" h="2763" w="2797">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6" name="Google Shape;21446;p96"/>
            <p:cNvSpPr/>
            <p:nvPr/>
          </p:nvSpPr>
          <p:spPr>
            <a:xfrm>
              <a:off x="3968184" y="3097508"/>
              <a:ext cx="63472" cy="62896"/>
            </a:xfrm>
            <a:custGeom>
              <a:rect b="b" l="l" r="r" t="t"/>
              <a:pathLst>
                <a:path extrusionOk="0" h="2402" w="2424">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7" name="Google Shape;21447;p96"/>
            <p:cNvSpPr/>
            <p:nvPr/>
          </p:nvSpPr>
          <p:spPr>
            <a:xfrm>
              <a:off x="4019140" y="3001618"/>
              <a:ext cx="82797" cy="91150"/>
            </a:xfrm>
            <a:custGeom>
              <a:rect b="b" l="l" r="r" t="t"/>
              <a:pathLst>
                <a:path extrusionOk="0" h="3481" w="3162">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8" name="Google Shape;21448;p96"/>
            <p:cNvSpPr/>
            <p:nvPr/>
          </p:nvSpPr>
          <p:spPr>
            <a:xfrm>
              <a:off x="4210736" y="3028013"/>
              <a:ext cx="71459" cy="63420"/>
            </a:xfrm>
            <a:custGeom>
              <a:rect b="b" l="l" r="r" t="t"/>
              <a:pathLst>
                <a:path extrusionOk="0" h="2422" w="2729">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9" name="Google Shape;21449;p96"/>
            <p:cNvSpPr/>
            <p:nvPr/>
          </p:nvSpPr>
          <p:spPr>
            <a:xfrm>
              <a:off x="4195994" y="3029872"/>
              <a:ext cx="80964" cy="80388"/>
            </a:xfrm>
            <a:custGeom>
              <a:rect b="b" l="l" r="r" t="t"/>
              <a:pathLst>
                <a:path extrusionOk="0" h="3070" w="3092">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0" name="Google Shape;21450;p96"/>
            <p:cNvSpPr/>
            <p:nvPr/>
          </p:nvSpPr>
          <p:spPr>
            <a:xfrm>
              <a:off x="4195994" y="3036785"/>
              <a:ext cx="73475" cy="73475"/>
            </a:xfrm>
            <a:custGeom>
              <a:rect b="b" l="l" r="r" t="t"/>
              <a:pathLst>
                <a:path extrusionOk="0" h="2806" w="2806">
                  <a:moveTo>
                    <a:pt x="554" y="1"/>
                  </a:moveTo>
                  <a:lnTo>
                    <a:pt x="1" y="564"/>
                  </a:lnTo>
                  <a:lnTo>
                    <a:pt x="2243" y="2806"/>
                  </a:lnTo>
                  <a:lnTo>
                    <a:pt x="2805" y="2252"/>
                  </a:lnTo>
                  <a:lnTo>
                    <a:pt x="554"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1" name="Google Shape;21451;p96"/>
            <p:cNvSpPr/>
            <p:nvPr/>
          </p:nvSpPr>
          <p:spPr>
            <a:xfrm>
              <a:off x="4079340" y="3046788"/>
              <a:ext cx="180886" cy="180388"/>
            </a:xfrm>
            <a:custGeom>
              <a:rect b="b" l="l" r="r" t="t"/>
              <a:pathLst>
                <a:path extrusionOk="0" h="6889" w="6908">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2" name="Google Shape;21452;p96"/>
            <p:cNvSpPr/>
            <p:nvPr/>
          </p:nvSpPr>
          <p:spPr>
            <a:xfrm>
              <a:off x="4079340" y="3097508"/>
              <a:ext cx="180886" cy="129406"/>
            </a:xfrm>
            <a:custGeom>
              <a:rect b="b" l="l" r="r" t="t"/>
              <a:pathLst>
                <a:path extrusionOk="0" h="4942" w="6908">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3" name="Google Shape;21453;p96"/>
            <p:cNvSpPr/>
            <p:nvPr/>
          </p:nvSpPr>
          <p:spPr>
            <a:xfrm>
              <a:off x="4056847" y="3176508"/>
              <a:ext cx="73475" cy="72323"/>
            </a:xfrm>
            <a:custGeom>
              <a:rect b="b" l="l" r="r" t="t"/>
              <a:pathLst>
                <a:path extrusionOk="0" h="2762" w="2806">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4" name="Google Shape;21454;p96"/>
            <p:cNvSpPr/>
            <p:nvPr/>
          </p:nvSpPr>
          <p:spPr>
            <a:xfrm>
              <a:off x="4056847" y="3186170"/>
              <a:ext cx="63237" cy="62661"/>
            </a:xfrm>
            <a:custGeom>
              <a:rect b="b" l="l" r="r" t="t"/>
              <a:pathLst>
                <a:path extrusionOk="0" h="2393" w="2415">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5" name="Google Shape;21455;p96"/>
            <p:cNvSpPr/>
            <p:nvPr/>
          </p:nvSpPr>
          <p:spPr>
            <a:xfrm>
              <a:off x="4107567" y="3090176"/>
              <a:ext cx="83006" cy="91281"/>
            </a:xfrm>
            <a:custGeom>
              <a:rect b="b" l="l" r="r" t="t"/>
              <a:pathLst>
                <a:path extrusionOk="0" h="3486" w="317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56" name="Google Shape;21456;p96"/>
          <p:cNvGrpSpPr/>
          <p:nvPr/>
        </p:nvGrpSpPr>
        <p:grpSpPr>
          <a:xfrm>
            <a:off x="3487258" y="2731546"/>
            <a:ext cx="371487" cy="366826"/>
            <a:chOff x="3513796" y="2882084"/>
            <a:chExt cx="371487" cy="366826"/>
          </a:xfrm>
        </p:grpSpPr>
        <p:sp>
          <p:nvSpPr>
            <p:cNvPr id="21457" name="Google Shape;21457;p96"/>
            <p:cNvSpPr/>
            <p:nvPr/>
          </p:nvSpPr>
          <p:spPr>
            <a:xfrm>
              <a:off x="3696384" y="2890725"/>
              <a:ext cx="11024" cy="60409"/>
            </a:xfrm>
            <a:custGeom>
              <a:rect b="b" l="l" r="r" t="t"/>
              <a:pathLst>
                <a:path extrusionOk="0" h="2307" w="421">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8" name="Google Shape;21458;p96"/>
            <p:cNvSpPr/>
            <p:nvPr/>
          </p:nvSpPr>
          <p:spPr>
            <a:xfrm>
              <a:off x="3682899" y="2882084"/>
              <a:ext cx="32993" cy="28332"/>
            </a:xfrm>
            <a:custGeom>
              <a:rect b="b" l="l" r="r" t="t"/>
              <a:pathLst>
                <a:path extrusionOk="0" h="1082" w="126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9" name="Google Shape;21459;p96"/>
            <p:cNvSpPr/>
            <p:nvPr/>
          </p:nvSpPr>
          <p:spPr>
            <a:xfrm>
              <a:off x="3754357" y="2890725"/>
              <a:ext cx="10762" cy="60409"/>
            </a:xfrm>
            <a:custGeom>
              <a:rect b="b" l="l" r="r" t="t"/>
              <a:pathLst>
                <a:path extrusionOk="0" h="2307" w="411">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0" name="Google Shape;21460;p96"/>
            <p:cNvSpPr/>
            <p:nvPr/>
          </p:nvSpPr>
          <p:spPr>
            <a:xfrm>
              <a:off x="3740610" y="2882084"/>
              <a:ext cx="33255" cy="28332"/>
            </a:xfrm>
            <a:custGeom>
              <a:rect b="b" l="l" r="r" t="t"/>
              <a:pathLst>
                <a:path extrusionOk="0" h="1082" w="127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1" name="Google Shape;21461;p96"/>
            <p:cNvSpPr/>
            <p:nvPr/>
          </p:nvSpPr>
          <p:spPr>
            <a:xfrm>
              <a:off x="3638698" y="2890725"/>
              <a:ext cx="10762" cy="60409"/>
            </a:xfrm>
            <a:custGeom>
              <a:rect b="b" l="l" r="r" t="t"/>
              <a:pathLst>
                <a:path extrusionOk="0" h="2307" w="411">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2" name="Google Shape;21462;p96"/>
            <p:cNvSpPr/>
            <p:nvPr/>
          </p:nvSpPr>
          <p:spPr>
            <a:xfrm>
              <a:off x="3625187" y="2882084"/>
              <a:ext cx="33019" cy="28332"/>
            </a:xfrm>
            <a:custGeom>
              <a:rect b="b" l="l" r="r" t="t"/>
              <a:pathLst>
                <a:path extrusionOk="0" h="1082" w="1261">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3" name="Google Shape;21463;p96"/>
            <p:cNvSpPr/>
            <p:nvPr/>
          </p:nvSpPr>
          <p:spPr>
            <a:xfrm>
              <a:off x="3696384" y="3179991"/>
              <a:ext cx="10788" cy="60173"/>
            </a:xfrm>
            <a:custGeom>
              <a:rect b="b" l="l" r="r" t="t"/>
              <a:pathLst>
                <a:path extrusionOk="0" h="2298" w="412">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4" name="Google Shape;21464;p96"/>
            <p:cNvSpPr/>
            <p:nvPr/>
          </p:nvSpPr>
          <p:spPr>
            <a:xfrm>
              <a:off x="3682899" y="3220656"/>
              <a:ext cx="32993" cy="28254"/>
            </a:xfrm>
            <a:custGeom>
              <a:rect b="b" l="l" r="r" t="t"/>
              <a:pathLst>
                <a:path extrusionOk="0" h="1079" w="126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5" name="Google Shape;21465;p96"/>
            <p:cNvSpPr/>
            <p:nvPr/>
          </p:nvSpPr>
          <p:spPr>
            <a:xfrm>
              <a:off x="3638698" y="3179991"/>
              <a:ext cx="10762" cy="60173"/>
            </a:xfrm>
            <a:custGeom>
              <a:rect b="b" l="l" r="r" t="t"/>
              <a:pathLst>
                <a:path extrusionOk="0" h="2298" w="411">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6" name="Google Shape;21466;p96"/>
            <p:cNvSpPr/>
            <p:nvPr/>
          </p:nvSpPr>
          <p:spPr>
            <a:xfrm>
              <a:off x="3625187" y="3220656"/>
              <a:ext cx="33019" cy="28254"/>
            </a:xfrm>
            <a:custGeom>
              <a:rect b="b" l="l" r="r" t="t"/>
              <a:pathLst>
                <a:path extrusionOk="0" h="1079" w="1261">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7" name="Google Shape;21467;p96"/>
            <p:cNvSpPr/>
            <p:nvPr/>
          </p:nvSpPr>
          <p:spPr>
            <a:xfrm>
              <a:off x="3754227" y="3179991"/>
              <a:ext cx="10893" cy="60173"/>
            </a:xfrm>
            <a:custGeom>
              <a:rect b="b" l="l" r="r" t="t"/>
              <a:pathLst>
                <a:path extrusionOk="0" h="2298" w="416">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8" name="Google Shape;21468;p96"/>
            <p:cNvSpPr/>
            <p:nvPr/>
          </p:nvSpPr>
          <p:spPr>
            <a:xfrm>
              <a:off x="3740610" y="3220656"/>
              <a:ext cx="33255" cy="28254"/>
            </a:xfrm>
            <a:custGeom>
              <a:rect b="b" l="l" r="r" t="t"/>
              <a:pathLst>
                <a:path extrusionOk="0" h="1079" w="127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9" name="Google Shape;21469;p96"/>
            <p:cNvSpPr/>
            <p:nvPr/>
          </p:nvSpPr>
          <p:spPr>
            <a:xfrm>
              <a:off x="3814557" y="3060273"/>
              <a:ext cx="63708" cy="10762"/>
            </a:xfrm>
            <a:custGeom>
              <a:rect b="b" l="l" r="r" t="t"/>
              <a:pathLst>
                <a:path extrusionOk="0" h="411" w="2433">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0" name="Google Shape;21470;p96"/>
            <p:cNvSpPr/>
            <p:nvPr/>
          </p:nvSpPr>
          <p:spPr>
            <a:xfrm>
              <a:off x="3852263" y="3051344"/>
              <a:ext cx="33019" cy="28201"/>
            </a:xfrm>
            <a:custGeom>
              <a:rect b="b" l="l" r="r" t="t"/>
              <a:pathLst>
                <a:path extrusionOk="0" h="1077" w="1261">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1" name="Google Shape;21471;p96"/>
            <p:cNvSpPr/>
            <p:nvPr/>
          </p:nvSpPr>
          <p:spPr>
            <a:xfrm>
              <a:off x="3814557" y="311798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2" name="Google Shape;21472;p96"/>
            <p:cNvSpPr/>
            <p:nvPr/>
          </p:nvSpPr>
          <p:spPr>
            <a:xfrm>
              <a:off x="3852263" y="3109056"/>
              <a:ext cx="33019" cy="28437"/>
            </a:xfrm>
            <a:custGeom>
              <a:rect b="b" l="l" r="r" t="t"/>
              <a:pathLst>
                <a:path extrusionOk="0" h="1086" w="1261">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3" name="Google Shape;21473;p96"/>
            <p:cNvSpPr/>
            <p:nvPr/>
          </p:nvSpPr>
          <p:spPr>
            <a:xfrm>
              <a:off x="3814557" y="300232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4" name="Google Shape;21474;p96"/>
            <p:cNvSpPr/>
            <p:nvPr/>
          </p:nvSpPr>
          <p:spPr>
            <a:xfrm>
              <a:off x="3852263" y="2993580"/>
              <a:ext cx="33019" cy="28254"/>
            </a:xfrm>
            <a:custGeom>
              <a:rect b="b" l="l" r="r" t="t"/>
              <a:pathLst>
                <a:path extrusionOk="0" h="1079" w="1261">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5" name="Google Shape;21475;p96"/>
            <p:cNvSpPr/>
            <p:nvPr/>
          </p:nvSpPr>
          <p:spPr>
            <a:xfrm>
              <a:off x="3525265" y="3060273"/>
              <a:ext cx="63996" cy="10762"/>
            </a:xfrm>
            <a:custGeom>
              <a:rect b="b" l="l" r="r" t="t"/>
              <a:pathLst>
                <a:path extrusionOk="0" h="411" w="2444">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6" name="Google Shape;21476;p96"/>
            <p:cNvSpPr/>
            <p:nvPr/>
          </p:nvSpPr>
          <p:spPr>
            <a:xfrm>
              <a:off x="3513796" y="3051344"/>
              <a:ext cx="32993" cy="28201"/>
            </a:xfrm>
            <a:custGeom>
              <a:rect b="b" l="l" r="r" t="t"/>
              <a:pathLst>
                <a:path extrusionOk="0" h="1077" w="126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7" name="Google Shape;21477;p96"/>
            <p:cNvSpPr/>
            <p:nvPr/>
          </p:nvSpPr>
          <p:spPr>
            <a:xfrm>
              <a:off x="3525265" y="300232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8" name="Google Shape;21478;p96"/>
            <p:cNvSpPr/>
            <p:nvPr/>
          </p:nvSpPr>
          <p:spPr>
            <a:xfrm>
              <a:off x="3513796" y="2993580"/>
              <a:ext cx="32993" cy="28254"/>
            </a:xfrm>
            <a:custGeom>
              <a:rect b="b" l="l" r="r" t="t"/>
              <a:pathLst>
                <a:path extrusionOk="0" h="1079" w="126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9" name="Google Shape;21479;p96"/>
            <p:cNvSpPr/>
            <p:nvPr/>
          </p:nvSpPr>
          <p:spPr>
            <a:xfrm>
              <a:off x="3525265" y="311798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0" name="Google Shape;21480;p96"/>
            <p:cNvSpPr/>
            <p:nvPr/>
          </p:nvSpPr>
          <p:spPr>
            <a:xfrm>
              <a:off x="3513796" y="3109056"/>
              <a:ext cx="32993" cy="28437"/>
            </a:xfrm>
            <a:custGeom>
              <a:rect b="b" l="l" r="r" t="t"/>
              <a:pathLst>
                <a:path extrusionOk="0" h="1086" w="126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1" name="Google Shape;21481;p96"/>
            <p:cNvSpPr/>
            <p:nvPr/>
          </p:nvSpPr>
          <p:spPr>
            <a:xfrm>
              <a:off x="3581982" y="2945609"/>
              <a:ext cx="239828" cy="239855"/>
            </a:xfrm>
            <a:custGeom>
              <a:rect b="b" l="l" r="r" t="t"/>
              <a:pathLst>
                <a:path extrusionOk="0" h="9160" w="9159">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2" name="Google Shape;21482;p96"/>
            <p:cNvSpPr/>
            <p:nvPr/>
          </p:nvSpPr>
          <p:spPr>
            <a:xfrm>
              <a:off x="3599709" y="2963362"/>
              <a:ext cx="204374" cy="204348"/>
            </a:xfrm>
            <a:custGeom>
              <a:rect b="b" l="l" r="r" t="t"/>
              <a:pathLst>
                <a:path extrusionOk="0" h="7804" w="7805">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3" name="Google Shape;21483;p96"/>
            <p:cNvSpPr/>
            <p:nvPr/>
          </p:nvSpPr>
          <p:spPr>
            <a:xfrm>
              <a:off x="3599709" y="2963362"/>
              <a:ext cx="204374" cy="204348"/>
            </a:xfrm>
            <a:custGeom>
              <a:rect b="b" l="l" r="r" t="t"/>
              <a:pathLst>
                <a:path extrusionOk="0" h="7804" w="7805">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4" name="Google Shape;21484;p96"/>
            <p:cNvSpPr/>
            <p:nvPr/>
          </p:nvSpPr>
          <p:spPr>
            <a:xfrm>
              <a:off x="3649932" y="3013559"/>
              <a:ext cx="104190" cy="103954"/>
            </a:xfrm>
            <a:custGeom>
              <a:rect b="b" l="l" r="r" t="t"/>
              <a:pathLst>
                <a:path extrusionOk="0" h="3970" w="3979">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5" name="Google Shape;21485;p96"/>
            <p:cNvSpPr/>
            <p:nvPr/>
          </p:nvSpPr>
          <p:spPr>
            <a:xfrm>
              <a:off x="3665171" y="3028798"/>
              <a:ext cx="73475" cy="73475"/>
            </a:xfrm>
            <a:custGeom>
              <a:rect b="b" l="l" r="r" t="t"/>
              <a:pathLst>
                <a:path extrusionOk="0" h="2806" w="2806">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6" name="Google Shape;21486;p96"/>
            <p:cNvSpPr/>
            <p:nvPr/>
          </p:nvSpPr>
          <p:spPr>
            <a:xfrm>
              <a:off x="3621442"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7" name="Google Shape;21487;p96"/>
            <p:cNvSpPr/>
            <p:nvPr/>
          </p:nvSpPr>
          <p:spPr>
            <a:xfrm>
              <a:off x="3649670" y="2984834"/>
              <a:ext cx="19508" cy="19508"/>
            </a:xfrm>
            <a:custGeom>
              <a:rect b="b" l="l" r="r" t="t"/>
              <a:pathLst>
                <a:path extrusionOk="0" h="745" w="745">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8" name="Google Shape;21488;p96"/>
            <p:cNvSpPr/>
            <p:nvPr/>
          </p:nvSpPr>
          <p:spPr>
            <a:xfrm>
              <a:off x="3677897" y="2984834"/>
              <a:ext cx="19508" cy="19508"/>
            </a:xfrm>
            <a:custGeom>
              <a:rect b="b" l="l" r="r" t="t"/>
              <a:pathLst>
                <a:path extrusionOk="0" h="745" w="745">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9" name="Google Shape;21489;p96"/>
            <p:cNvSpPr/>
            <p:nvPr/>
          </p:nvSpPr>
          <p:spPr>
            <a:xfrm>
              <a:off x="3706387" y="2984834"/>
              <a:ext cx="19246" cy="19508"/>
            </a:xfrm>
            <a:custGeom>
              <a:rect b="b" l="l" r="r" t="t"/>
              <a:pathLst>
                <a:path extrusionOk="0" h="745" w="735">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0" name="Google Shape;21490;p96"/>
            <p:cNvSpPr/>
            <p:nvPr/>
          </p:nvSpPr>
          <p:spPr>
            <a:xfrm>
              <a:off x="3734614" y="2984834"/>
              <a:ext cx="19508" cy="19508"/>
            </a:xfrm>
            <a:custGeom>
              <a:rect b="b" l="l" r="r" t="t"/>
              <a:pathLst>
                <a:path extrusionOk="0" h="745" w="745">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1" name="Google Shape;21491;p96"/>
            <p:cNvSpPr/>
            <p:nvPr/>
          </p:nvSpPr>
          <p:spPr>
            <a:xfrm>
              <a:off x="3763077"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2" name="Google Shape;21492;p96"/>
            <p:cNvSpPr/>
            <p:nvPr/>
          </p:nvSpPr>
          <p:spPr>
            <a:xfrm>
              <a:off x="3621442" y="3126469"/>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3" name="Google Shape;21493;p96"/>
            <p:cNvSpPr/>
            <p:nvPr/>
          </p:nvSpPr>
          <p:spPr>
            <a:xfrm>
              <a:off x="3649670" y="3126469"/>
              <a:ext cx="19508" cy="19508"/>
            </a:xfrm>
            <a:custGeom>
              <a:rect b="b" l="l" r="r" t="t"/>
              <a:pathLst>
                <a:path extrusionOk="0" h="745" w="745">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4" name="Google Shape;21494;p96"/>
            <p:cNvSpPr/>
            <p:nvPr/>
          </p:nvSpPr>
          <p:spPr>
            <a:xfrm>
              <a:off x="3677897" y="3126469"/>
              <a:ext cx="19508" cy="19508"/>
            </a:xfrm>
            <a:custGeom>
              <a:rect b="b" l="l" r="r" t="t"/>
              <a:pathLst>
                <a:path extrusionOk="0" h="745" w="745">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5" name="Google Shape;21495;p96"/>
            <p:cNvSpPr/>
            <p:nvPr/>
          </p:nvSpPr>
          <p:spPr>
            <a:xfrm>
              <a:off x="3706387" y="3126730"/>
              <a:ext cx="19246" cy="19508"/>
            </a:xfrm>
            <a:custGeom>
              <a:rect b="b" l="l" r="r" t="t"/>
              <a:pathLst>
                <a:path extrusionOk="0" h="745" w="735">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6" name="Google Shape;21496;p96"/>
            <p:cNvSpPr/>
            <p:nvPr/>
          </p:nvSpPr>
          <p:spPr>
            <a:xfrm>
              <a:off x="3734614" y="3126469"/>
              <a:ext cx="19508" cy="19508"/>
            </a:xfrm>
            <a:custGeom>
              <a:rect b="b" l="l" r="r" t="t"/>
              <a:pathLst>
                <a:path extrusionOk="0" h="745" w="745">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7" name="Google Shape;21497;p96"/>
            <p:cNvSpPr/>
            <p:nvPr/>
          </p:nvSpPr>
          <p:spPr>
            <a:xfrm>
              <a:off x="3763077" y="3126469"/>
              <a:ext cx="19272" cy="19508"/>
            </a:xfrm>
            <a:custGeom>
              <a:rect b="b" l="l" r="r" t="t"/>
              <a:pathLst>
                <a:path extrusionOk="0" h="745" w="736">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8" name="Google Shape;21498;p96"/>
            <p:cNvSpPr/>
            <p:nvPr/>
          </p:nvSpPr>
          <p:spPr>
            <a:xfrm>
              <a:off x="3621442" y="3013323"/>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9" name="Google Shape;21499;p96"/>
            <p:cNvSpPr/>
            <p:nvPr/>
          </p:nvSpPr>
          <p:spPr>
            <a:xfrm>
              <a:off x="3621442" y="3041551"/>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0" name="Google Shape;21500;p96"/>
            <p:cNvSpPr/>
            <p:nvPr/>
          </p:nvSpPr>
          <p:spPr>
            <a:xfrm>
              <a:off x="3621442" y="3070014"/>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1" name="Google Shape;21501;p96"/>
            <p:cNvSpPr/>
            <p:nvPr/>
          </p:nvSpPr>
          <p:spPr>
            <a:xfrm>
              <a:off x="3621442" y="3098241"/>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2" name="Google Shape;21502;p96"/>
            <p:cNvSpPr/>
            <p:nvPr/>
          </p:nvSpPr>
          <p:spPr>
            <a:xfrm>
              <a:off x="3762841" y="3013061"/>
              <a:ext cx="19508" cy="19508"/>
            </a:xfrm>
            <a:custGeom>
              <a:rect b="b" l="l" r="r" t="t"/>
              <a:pathLst>
                <a:path extrusionOk="0" h="745" w="745">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3" name="Google Shape;21503;p96"/>
            <p:cNvSpPr/>
            <p:nvPr/>
          </p:nvSpPr>
          <p:spPr>
            <a:xfrm>
              <a:off x="3763077" y="3041551"/>
              <a:ext cx="19272" cy="19508"/>
            </a:xfrm>
            <a:custGeom>
              <a:rect b="b" l="l" r="r" t="t"/>
              <a:pathLst>
                <a:path extrusionOk="0" h="745" w="736">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4" name="Google Shape;21504;p96"/>
            <p:cNvSpPr/>
            <p:nvPr/>
          </p:nvSpPr>
          <p:spPr>
            <a:xfrm>
              <a:off x="3763077" y="3069778"/>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5" name="Google Shape;21505;p96"/>
            <p:cNvSpPr/>
            <p:nvPr/>
          </p:nvSpPr>
          <p:spPr>
            <a:xfrm>
              <a:off x="3763077" y="3098241"/>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06" name="Google Shape;21506;p96"/>
          <p:cNvGrpSpPr/>
          <p:nvPr/>
        </p:nvGrpSpPr>
        <p:grpSpPr>
          <a:xfrm>
            <a:off x="847077" y="1349738"/>
            <a:ext cx="335011" cy="359232"/>
            <a:chOff x="873615" y="1500275"/>
            <a:chExt cx="335011" cy="359232"/>
          </a:xfrm>
        </p:grpSpPr>
        <p:sp>
          <p:nvSpPr>
            <p:cNvPr id="21507" name="Google Shape;21507;p96"/>
            <p:cNvSpPr/>
            <p:nvPr/>
          </p:nvSpPr>
          <p:spPr>
            <a:xfrm>
              <a:off x="965550" y="1500275"/>
              <a:ext cx="151140" cy="359232"/>
            </a:xfrm>
            <a:custGeom>
              <a:rect b="b" l="l" r="r" t="t"/>
              <a:pathLst>
                <a:path extrusionOk="0" h="13719" w="5772">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8" name="Google Shape;21508;p96"/>
            <p:cNvSpPr/>
            <p:nvPr/>
          </p:nvSpPr>
          <p:spPr>
            <a:xfrm>
              <a:off x="873615" y="1500275"/>
              <a:ext cx="158655" cy="359232"/>
            </a:xfrm>
            <a:custGeom>
              <a:rect b="b" l="l" r="r" t="t"/>
              <a:pathLst>
                <a:path extrusionOk="0" h="13719" w="6059">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9" name="Google Shape;21509;p96"/>
            <p:cNvSpPr/>
            <p:nvPr/>
          </p:nvSpPr>
          <p:spPr>
            <a:xfrm>
              <a:off x="873615" y="1784540"/>
              <a:ext cx="158655" cy="50485"/>
            </a:xfrm>
            <a:custGeom>
              <a:rect b="b" l="l" r="r" t="t"/>
              <a:pathLst>
                <a:path extrusionOk="0" h="1928" w="6059">
                  <a:moveTo>
                    <a:pt x="0" y="0"/>
                  </a:moveTo>
                  <a:lnTo>
                    <a:pt x="0" y="1927"/>
                  </a:lnTo>
                  <a:lnTo>
                    <a:pt x="6058" y="1927"/>
                  </a:lnTo>
                  <a:lnTo>
                    <a:pt x="6058"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0" name="Google Shape;21510;p96"/>
            <p:cNvSpPr/>
            <p:nvPr/>
          </p:nvSpPr>
          <p:spPr>
            <a:xfrm>
              <a:off x="873615" y="1500275"/>
              <a:ext cx="158655" cy="274550"/>
            </a:xfrm>
            <a:custGeom>
              <a:rect b="b" l="l" r="r" t="t"/>
              <a:pathLst>
                <a:path extrusionOk="0" h="10485" w="6059">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1" name="Google Shape;21511;p96"/>
            <p:cNvSpPr/>
            <p:nvPr/>
          </p:nvSpPr>
          <p:spPr>
            <a:xfrm>
              <a:off x="873615" y="1795537"/>
              <a:ext cx="158655" cy="28489"/>
            </a:xfrm>
            <a:custGeom>
              <a:rect b="b" l="l" r="r" t="t"/>
              <a:pathLst>
                <a:path extrusionOk="0" h="1088" w="6059">
                  <a:moveTo>
                    <a:pt x="0" y="0"/>
                  </a:moveTo>
                  <a:lnTo>
                    <a:pt x="0" y="1088"/>
                  </a:lnTo>
                  <a:lnTo>
                    <a:pt x="6058" y="1088"/>
                  </a:lnTo>
                  <a:lnTo>
                    <a:pt x="6058"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2" name="Google Shape;21512;p96"/>
            <p:cNvSpPr/>
            <p:nvPr/>
          </p:nvSpPr>
          <p:spPr>
            <a:xfrm>
              <a:off x="873615" y="1500275"/>
              <a:ext cx="158655" cy="263552"/>
            </a:xfrm>
            <a:custGeom>
              <a:rect b="b" l="l" r="r" t="t"/>
              <a:pathLst>
                <a:path extrusionOk="0" h="10065" w="6059">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3" name="Google Shape;21513;p96"/>
            <p:cNvSpPr/>
            <p:nvPr/>
          </p:nvSpPr>
          <p:spPr>
            <a:xfrm>
              <a:off x="1049971" y="1500275"/>
              <a:ext cx="158655" cy="359232"/>
            </a:xfrm>
            <a:custGeom>
              <a:rect b="b" l="l" r="r" t="t"/>
              <a:pathLst>
                <a:path extrusionOk="0" h="13719" w="6059">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4" name="Google Shape;21514;p96"/>
            <p:cNvSpPr/>
            <p:nvPr/>
          </p:nvSpPr>
          <p:spPr>
            <a:xfrm>
              <a:off x="1049971" y="1784540"/>
              <a:ext cx="158655" cy="50485"/>
            </a:xfrm>
            <a:custGeom>
              <a:rect b="b" l="l" r="r" t="t"/>
              <a:pathLst>
                <a:path extrusionOk="0" h="1928" w="6059">
                  <a:moveTo>
                    <a:pt x="1" y="0"/>
                  </a:moveTo>
                  <a:lnTo>
                    <a:pt x="1" y="1927"/>
                  </a:lnTo>
                  <a:lnTo>
                    <a:pt x="6059" y="1927"/>
                  </a:lnTo>
                  <a:lnTo>
                    <a:pt x="6059"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5" name="Google Shape;21515;p96"/>
            <p:cNvSpPr/>
            <p:nvPr/>
          </p:nvSpPr>
          <p:spPr>
            <a:xfrm>
              <a:off x="1049971" y="1500275"/>
              <a:ext cx="158655" cy="274550"/>
            </a:xfrm>
            <a:custGeom>
              <a:rect b="b" l="l" r="r" t="t"/>
              <a:pathLst>
                <a:path extrusionOk="0" h="10485" w="6059">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6" name="Google Shape;21516;p96"/>
            <p:cNvSpPr/>
            <p:nvPr/>
          </p:nvSpPr>
          <p:spPr>
            <a:xfrm>
              <a:off x="1049971" y="1795537"/>
              <a:ext cx="158655" cy="28489"/>
            </a:xfrm>
            <a:custGeom>
              <a:rect b="b" l="l" r="r" t="t"/>
              <a:pathLst>
                <a:path extrusionOk="0" h="1088" w="6059">
                  <a:moveTo>
                    <a:pt x="1" y="0"/>
                  </a:moveTo>
                  <a:lnTo>
                    <a:pt x="1" y="1088"/>
                  </a:lnTo>
                  <a:lnTo>
                    <a:pt x="6059" y="1088"/>
                  </a:lnTo>
                  <a:lnTo>
                    <a:pt x="6059"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7" name="Google Shape;21517;p96"/>
            <p:cNvSpPr/>
            <p:nvPr/>
          </p:nvSpPr>
          <p:spPr>
            <a:xfrm>
              <a:off x="1049971" y="1500275"/>
              <a:ext cx="158655" cy="263552"/>
            </a:xfrm>
            <a:custGeom>
              <a:rect b="b" l="l" r="r" t="t"/>
              <a:pathLst>
                <a:path extrusionOk="0" h="10065" w="6059">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18" name="Google Shape;21518;p96"/>
          <p:cNvGrpSpPr/>
          <p:nvPr/>
        </p:nvGrpSpPr>
        <p:grpSpPr>
          <a:xfrm>
            <a:off x="2175521" y="3196199"/>
            <a:ext cx="337158" cy="359311"/>
            <a:chOff x="2202058" y="3346737"/>
            <a:chExt cx="337158" cy="359311"/>
          </a:xfrm>
        </p:grpSpPr>
        <p:sp>
          <p:nvSpPr>
            <p:cNvPr id="21519" name="Google Shape;21519;p96"/>
            <p:cNvSpPr/>
            <p:nvPr/>
          </p:nvSpPr>
          <p:spPr>
            <a:xfrm>
              <a:off x="2202058" y="3449225"/>
              <a:ext cx="257084" cy="256822"/>
            </a:xfrm>
            <a:custGeom>
              <a:rect b="b" l="l" r="r" t="t"/>
              <a:pathLst>
                <a:path extrusionOk="0" h="9808" w="9818">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0" name="Google Shape;21520;p96"/>
            <p:cNvSpPr/>
            <p:nvPr/>
          </p:nvSpPr>
          <p:spPr>
            <a:xfrm>
              <a:off x="2202320" y="3448989"/>
              <a:ext cx="158655" cy="257032"/>
            </a:xfrm>
            <a:custGeom>
              <a:rect b="b" l="l" r="r" t="t"/>
              <a:pathLst>
                <a:path extrusionOk="0" h="9816" w="6059">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1" name="Google Shape;21521;p96"/>
            <p:cNvSpPr/>
            <p:nvPr/>
          </p:nvSpPr>
          <p:spPr>
            <a:xfrm>
              <a:off x="2338220" y="3346737"/>
              <a:ext cx="200996" cy="169731"/>
            </a:xfrm>
            <a:custGeom>
              <a:rect b="b" l="l" r="r" t="t"/>
              <a:pathLst>
                <a:path extrusionOk="0" h="6482" w="7676">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2" name="Google Shape;21522;p96"/>
            <p:cNvSpPr/>
            <p:nvPr/>
          </p:nvSpPr>
          <p:spPr>
            <a:xfrm>
              <a:off x="2424133" y="3390518"/>
              <a:ext cx="52239" cy="52239"/>
            </a:xfrm>
            <a:custGeom>
              <a:rect b="b" l="l" r="r" t="t"/>
              <a:pathLst>
                <a:path extrusionOk="0" h="1995" w="1995">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3" name="Google Shape;21523;p96"/>
            <p:cNvSpPr/>
            <p:nvPr/>
          </p:nvSpPr>
          <p:spPr>
            <a:xfrm>
              <a:off x="2406406" y="3384993"/>
              <a:ext cx="87196" cy="63263"/>
            </a:xfrm>
            <a:custGeom>
              <a:rect b="b" l="l" r="r" t="t"/>
              <a:pathLst>
                <a:path extrusionOk="0" h="2416" w="333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4" name="Google Shape;21524;p96"/>
            <p:cNvSpPr/>
            <p:nvPr/>
          </p:nvSpPr>
          <p:spPr>
            <a:xfrm>
              <a:off x="2394675" y="3429062"/>
              <a:ext cx="45693" cy="41425"/>
            </a:xfrm>
            <a:custGeom>
              <a:rect b="b" l="l" r="r" t="t"/>
              <a:pathLst>
                <a:path extrusionOk="0" h="1582" w="1745">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5" name="Google Shape;21525;p96"/>
            <p:cNvSpPr/>
            <p:nvPr/>
          </p:nvSpPr>
          <p:spPr>
            <a:xfrm>
              <a:off x="2230050" y="3532598"/>
              <a:ext cx="201363" cy="89998"/>
            </a:xfrm>
            <a:custGeom>
              <a:rect b="b" l="l" r="r" t="t"/>
              <a:pathLst>
                <a:path extrusionOk="0" h="3437" w="769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6" name="Google Shape;21526;p96"/>
            <p:cNvSpPr/>
            <p:nvPr/>
          </p:nvSpPr>
          <p:spPr>
            <a:xfrm>
              <a:off x="2227746" y="3605523"/>
              <a:ext cx="90495" cy="41058"/>
            </a:xfrm>
            <a:custGeom>
              <a:rect b="b" l="l" r="r" t="t"/>
              <a:pathLst>
                <a:path extrusionOk="0" h="1568" w="3456">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7" name="Google Shape;21527;p96"/>
            <p:cNvSpPr/>
            <p:nvPr/>
          </p:nvSpPr>
          <p:spPr>
            <a:xfrm>
              <a:off x="2279252" y="3532598"/>
              <a:ext cx="93716" cy="74182"/>
            </a:xfrm>
            <a:custGeom>
              <a:rect b="b" l="l" r="r" t="t"/>
              <a:pathLst>
                <a:path extrusionOk="0" h="2833" w="3579">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28" name="Google Shape;21528;p96"/>
          <p:cNvGrpSpPr/>
          <p:nvPr/>
        </p:nvGrpSpPr>
        <p:grpSpPr>
          <a:xfrm>
            <a:off x="2196521" y="3667634"/>
            <a:ext cx="359232" cy="306050"/>
            <a:chOff x="2223059" y="3818172"/>
            <a:chExt cx="359232" cy="306050"/>
          </a:xfrm>
        </p:grpSpPr>
        <p:sp>
          <p:nvSpPr>
            <p:cNvPr id="21529" name="Google Shape;21529;p96"/>
            <p:cNvSpPr/>
            <p:nvPr/>
          </p:nvSpPr>
          <p:spPr>
            <a:xfrm>
              <a:off x="2271763" y="3818172"/>
              <a:ext cx="310528" cy="155146"/>
            </a:xfrm>
            <a:custGeom>
              <a:rect b="b" l="l" r="r" t="t"/>
              <a:pathLst>
                <a:path extrusionOk="0" h="5925" w="11859">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0" name="Google Shape;21530;p96"/>
            <p:cNvSpPr/>
            <p:nvPr/>
          </p:nvSpPr>
          <p:spPr>
            <a:xfrm>
              <a:off x="2326725" y="3862895"/>
              <a:ext cx="248339" cy="110422"/>
            </a:xfrm>
            <a:custGeom>
              <a:rect b="b" l="l" r="r" t="t"/>
              <a:pathLst>
                <a:path extrusionOk="0" h="4217" w="9484">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1" name="Google Shape;21531;p96"/>
            <p:cNvSpPr/>
            <p:nvPr/>
          </p:nvSpPr>
          <p:spPr>
            <a:xfrm>
              <a:off x="2343955" y="3877376"/>
              <a:ext cx="213853" cy="95942"/>
            </a:xfrm>
            <a:custGeom>
              <a:rect b="b" l="l" r="r" t="t"/>
              <a:pathLst>
                <a:path extrusionOk="0" h="3664" w="8167">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2" name="Google Shape;21532;p96"/>
            <p:cNvSpPr/>
            <p:nvPr/>
          </p:nvSpPr>
          <p:spPr>
            <a:xfrm>
              <a:off x="2470114" y="4050878"/>
              <a:ext cx="10762" cy="73344"/>
            </a:xfrm>
            <a:custGeom>
              <a:rect b="b" l="l" r="r" t="t"/>
              <a:pathLst>
                <a:path extrusionOk="0" h="2801" w="411">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3" name="Google Shape;21533;p96"/>
            <p:cNvSpPr/>
            <p:nvPr/>
          </p:nvSpPr>
          <p:spPr>
            <a:xfrm>
              <a:off x="2412114" y="3988426"/>
              <a:ext cx="118147" cy="72847"/>
            </a:xfrm>
            <a:custGeom>
              <a:rect b="b" l="l" r="r" t="t"/>
              <a:pathLst>
                <a:path extrusionOk="0" h="2782" w="4512">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4" name="Google Shape;21534;p96"/>
            <p:cNvSpPr/>
            <p:nvPr/>
          </p:nvSpPr>
          <p:spPr>
            <a:xfrm>
              <a:off x="2452623" y="4045248"/>
              <a:ext cx="45483" cy="24012"/>
            </a:xfrm>
            <a:custGeom>
              <a:rect b="b" l="l" r="r" t="t"/>
              <a:pathLst>
                <a:path extrusionOk="0" h="917" w="1737">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5" name="Google Shape;21535;p96"/>
            <p:cNvSpPr/>
            <p:nvPr/>
          </p:nvSpPr>
          <p:spPr>
            <a:xfrm>
              <a:off x="2491586" y="3993532"/>
              <a:ext cx="90469" cy="40508"/>
            </a:xfrm>
            <a:custGeom>
              <a:rect b="b" l="l" r="r" t="t"/>
              <a:pathLst>
                <a:path extrusionOk="0" h="1547" w="3455">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6" name="Google Shape;21536;p96"/>
            <p:cNvSpPr/>
            <p:nvPr/>
          </p:nvSpPr>
          <p:spPr>
            <a:xfrm>
              <a:off x="2223059" y="3971066"/>
              <a:ext cx="359232" cy="32993"/>
            </a:xfrm>
            <a:custGeom>
              <a:rect b="b" l="l" r="r" t="t"/>
              <a:pathLst>
                <a:path extrusionOk="0" h="1260" w="13719">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7" name="Google Shape;21537;p96"/>
            <p:cNvSpPr/>
            <p:nvPr/>
          </p:nvSpPr>
          <p:spPr>
            <a:xfrm>
              <a:off x="2461107" y="3933595"/>
              <a:ext cx="60723" cy="21760"/>
            </a:xfrm>
            <a:custGeom>
              <a:rect b="b" l="l" r="r" t="t"/>
              <a:pathLst>
                <a:path extrusionOk="0" h="831" w="2319">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38" name="Google Shape;21538;p96"/>
          <p:cNvGrpSpPr/>
          <p:nvPr/>
        </p:nvGrpSpPr>
        <p:grpSpPr>
          <a:xfrm>
            <a:off x="1699451" y="1841283"/>
            <a:ext cx="378426" cy="298509"/>
            <a:chOff x="1725989" y="1991820"/>
            <a:chExt cx="378426" cy="298509"/>
          </a:xfrm>
        </p:grpSpPr>
        <p:sp>
          <p:nvSpPr>
            <p:cNvPr id="21539" name="Google Shape;21539;p96"/>
            <p:cNvSpPr/>
            <p:nvPr/>
          </p:nvSpPr>
          <p:spPr>
            <a:xfrm>
              <a:off x="1803392" y="2021331"/>
              <a:ext cx="145143" cy="236346"/>
            </a:xfrm>
            <a:custGeom>
              <a:rect b="b" l="l" r="r" t="t"/>
              <a:pathLst>
                <a:path extrusionOk="0" h="9026" w="5543">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0" name="Google Shape;21540;p96"/>
            <p:cNvSpPr/>
            <p:nvPr/>
          </p:nvSpPr>
          <p:spPr>
            <a:xfrm>
              <a:off x="1948509" y="2155738"/>
              <a:ext cx="134669" cy="132679"/>
            </a:xfrm>
            <a:custGeom>
              <a:rect b="b" l="l" r="r" t="t"/>
              <a:pathLst>
                <a:path extrusionOk="0" h="5067" w="5143">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1" name="Google Shape;21541;p96"/>
            <p:cNvSpPr/>
            <p:nvPr/>
          </p:nvSpPr>
          <p:spPr>
            <a:xfrm>
              <a:off x="1814861" y="2034842"/>
              <a:ext cx="82980" cy="123619"/>
            </a:xfrm>
            <a:custGeom>
              <a:rect b="b" l="l" r="r" t="t"/>
              <a:pathLst>
                <a:path extrusionOk="0" h="4721" w="3169">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2" name="Google Shape;21542;p96"/>
            <p:cNvSpPr/>
            <p:nvPr/>
          </p:nvSpPr>
          <p:spPr>
            <a:xfrm>
              <a:off x="1967493" y="2155738"/>
              <a:ext cx="115685" cy="132679"/>
            </a:xfrm>
            <a:custGeom>
              <a:rect b="b" l="l" r="r" t="t"/>
              <a:pathLst>
                <a:path extrusionOk="0" h="5067" w="4418">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3" name="Google Shape;21543;p96"/>
            <p:cNvSpPr/>
            <p:nvPr/>
          </p:nvSpPr>
          <p:spPr>
            <a:xfrm>
              <a:off x="1969745" y="2000854"/>
              <a:ext cx="134669" cy="134460"/>
            </a:xfrm>
            <a:custGeom>
              <a:rect b="b" l="l" r="r" t="t"/>
              <a:pathLst>
                <a:path extrusionOk="0" h="5135" w="5143">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4" name="Google Shape;21544;p96"/>
            <p:cNvSpPr/>
            <p:nvPr/>
          </p:nvSpPr>
          <p:spPr>
            <a:xfrm>
              <a:off x="1969745" y="2014365"/>
              <a:ext cx="134669" cy="120922"/>
            </a:xfrm>
            <a:custGeom>
              <a:rect b="b" l="l" r="r" t="t"/>
              <a:pathLst>
                <a:path extrusionOk="0" h="4618" w="5143">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5" name="Google Shape;21545;p96"/>
            <p:cNvSpPr/>
            <p:nvPr/>
          </p:nvSpPr>
          <p:spPr>
            <a:xfrm>
              <a:off x="1860842" y="2155738"/>
              <a:ext cx="110684" cy="134591"/>
            </a:xfrm>
            <a:custGeom>
              <a:rect b="b" l="l" r="r" t="t"/>
              <a:pathLst>
                <a:path extrusionOk="0" h="5140" w="4227">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6" name="Google Shape;21546;p96"/>
            <p:cNvSpPr/>
            <p:nvPr/>
          </p:nvSpPr>
          <p:spPr>
            <a:xfrm>
              <a:off x="1860842" y="2252413"/>
              <a:ext cx="110684" cy="37916"/>
            </a:xfrm>
            <a:custGeom>
              <a:rect b="b" l="l" r="r" t="t"/>
              <a:pathLst>
                <a:path extrusionOk="0" h="1448" w="4227">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7" name="Google Shape;21547;p96"/>
            <p:cNvSpPr/>
            <p:nvPr/>
          </p:nvSpPr>
          <p:spPr>
            <a:xfrm>
              <a:off x="1725989" y="1991820"/>
              <a:ext cx="177089" cy="148966"/>
            </a:xfrm>
            <a:custGeom>
              <a:rect b="b" l="l" r="r" t="t"/>
              <a:pathLst>
                <a:path extrusionOk="0" h="5689" w="6763">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8" name="Google Shape;21548;p96"/>
            <p:cNvSpPr/>
            <p:nvPr/>
          </p:nvSpPr>
          <p:spPr>
            <a:xfrm>
              <a:off x="1798128" y="2039582"/>
              <a:ext cx="20529" cy="52737"/>
            </a:xfrm>
            <a:custGeom>
              <a:rect b="b" l="l" r="r" t="t"/>
              <a:pathLst>
                <a:path extrusionOk="0" h="2014" w="784">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9" name="Google Shape;21549;p96"/>
            <p:cNvSpPr/>
            <p:nvPr/>
          </p:nvSpPr>
          <p:spPr>
            <a:xfrm>
              <a:off x="1797893" y="2083808"/>
              <a:ext cx="31239" cy="10762"/>
            </a:xfrm>
            <a:custGeom>
              <a:rect b="b" l="l" r="r" t="t"/>
              <a:pathLst>
                <a:path extrusionOk="0" h="411" w="1193">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0" name="Google Shape;21550;p96"/>
            <p:cNvSpPr/>
            <p:nvPr/>
          </p:nvSpPr>
          <p:spPr>
            <a:xfrm>
              <a:off x="1800145" y="2023006"/>
              <a:ext cx="18513" cy="15868"/>
            </a:xfrm>
            <a:custGeom>
              <a:rect b="b" l="l" r="r" t="t"/>
              <a:pathLst>
                <a:path extrusionOk="0" h="606" w="707">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51" name="Google Shape;21551;p96"/>
          <p:cNvGrpSpPr/>
          <p:nvPr/>
        </p:nvGrpSpPr>
        <p:grpSpPr>
          <a:xfrm>
            <a:off x="1741871" y="3641213"/>
            <a:ext cx="367978" cy="359075"/>
            <a:chOff x="1768409" y="3791751"/>
            <a:chExt cx="367978" cy="359075"/>
          </a:xfrm>
        </p:grpSpPr>
        <p:sp>
          <p:nvSpPr>
            <p:cNvPr id="21552" name="Google Shape;21552;p96"/>
            <p:cNvSpPr/>
            <p:nvPr/>
          </p:nvSpPr>
          <p:spPr>
            <a:xfrm>
              <a:off x="1919784" y="3791751"/>
              <a:ext cx="216602" cy="216052"/>
            </a:xfrm>
            <a:custGeom>
              <a:rect b="b" l="l" r="r" t="t"/>
              <a:pathLst>
                <a:path extrusionOk="0" h="8251" w="8272">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3" name="Google Shape;21553;p96"/>
            <p:cNvSpPr/>
            <p:nvPr/>
          </p:nvSpPr>
          <p:spPr>
            <a:xfrm>
              <a:off x="1919784" y="3833673"/>
              <a:ext cx="173895" cy="173868"/>
            </a:xfrm>
            <a:custGeom>
              <a:rect b="b" l="l" r="r" t="t"/>
              <a:pathLst>
                <a:path extrusionOk="0" h="6640" w="6641">
                  <a:moveTo>
                    <a:pt x="3645" y="0"/>
                  </a:moveTo>
                  <a:lnTo>
                    <a:pt x="1" y="3654"/>
                  </a:lnTo>
                  <a:lnTo>
                    <a:pt x="2996" y="6640"/>
                  </a:lnTo>
                  <a:lnTo>
                    <a:pt x="6641" y="2996"/>
                  </a:lnTo>
                  <a:lnTo>
                    <a:pt x="3645"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4" name="Google Shape;21554;p96"/>
            <p:cNvSpPr/>
            <p:nvPr/>
          </p:nvSpPr>
          <p:spPr>
            <a:xfrm>
              <a:off x="2048195" y="3831735"/>
              <a:ext cx="16994" cy="15894"/>
            </a:xfrm>
            <a:custGeom>
              <a:rect b="b" l="l" r="r" t="t"/>
              <a:pathLst>
                <a:path extrusionOk="0" h="607" w="649">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5" name="Google Shape;21555;p96"/>
            <p:cNvSpPr/>
            <p:nvPr/>
          </p:nvSpPr>
          <p:spPr>
            <a:xfrm>
              <a:off x="2079172" y="3862712"/>
              <a:ext cx="16994" cy="15868"/>
            </a:xfrm>
            <a:custGeom>
              <a:rect b="b" l="l" r="r" t="t"/>
              <a:pathLst>
                <a:path extrusionOk="0" h="606" w="649">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6" name="Google Shape;21556;p96"/>
            <p:cNvSpPr/>
            <p:nvPr/>
          </p:nvSpPr>
          <p:spPr>
            <a:xfrm>
              <a:off x="1768409" y="3834982"/>
              <a:ext cx="324511" cy="315843"/>
            </a:xfrm>
            <a:custGeom>
              <a:rect b="b" l="l" r="r" t="t"/>
              <a:pathLst>
                <a:path extrusionOk="0" h="12062" w="12393">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7" name="Google Shape;21557;p96"/>
            <p:cNvSpPr/>
            <p:nvPr/>
          </p:nvSpPr>
          <p:spPr>
            <a:xfrm>
              <a:off x="1864900" y="3952762"/>
              <a:ext cx="106835" cy="103064"/>
            </a:xfrm>
            <a:custGeom>
              <a:rect b="b" l="l" r="r" t="t"/>
              <a:pathLst>
                <a:path extrusionOk="0" h="3936" w="408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8" name="Google Shape;21558;p96"/>
            <p:cNvSpPr/>
            <p:nvPr/>
          </p:nvSpPr>
          <p:spPr>
            <a:xfrm>
              <a:off x="1773907" y="3934826"/>
              <a:ext cx="319012" cy="216000"/>
            </a:xfrm>
            <a:custGeom>
              <a:rect b="b" l="l" r="r" t="t"/>
              <a:pathLst>
                <a:path extrusionOk="0" h="8249" w="12183">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9" name="Google Shape;21559;p96"/>
            <p:cNvSpPr/>
            <p:nvPr/>
          </p:nvSpPr>
          <p:spPr>
            <a:xfrm>
              <a:off x="1916197" y="3992485"/>
              <a:ext cx="70176" cy="30558"/>
            </a:xfrm>
            <a:custGeom>
              <a:rect b="b" l="l" r="r" t="t"/>
              <a:pathLst>
                <a:path extrusionOk="0" h="1167" w="268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0" name="Google Shape;21560;p96"/>
            <p:cNvSpPr/>
            <p:nvPr/>
          </p:nvSpPr>
          <p:spPr>
            <a:xfrm>
              <a:off x="1879328" y="3957607"/>
              <a:ext cx="44096" cy="67924"/>
            </a:xfrm>
            <a:custGeom>
              <a:rect b="b" l="l" r="r" t="t"/>
              <a:pathLst>
                <a:path extrusionOk="0" h="2594" w="1684">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1" name="Google Shape;21561;p96"/>
            <p:cNvSpPr/>
            <p:nvPr/>
          </p:nvSpPr>
          <p:spPr>
            <a:xfrm>
              <a:off x="1858092" y="4036266"/>
              <a:ext cx="28489" cy="28254"/>
            </a:xfrm>
            <a:custGeom>
              <a:rect b="b" l="l" r="r" t="t"/>
              <a:pathLst>
                <a:path extrusionOk="0" h="1079" w="1088">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2" name="Google Shape;21562;p96"/>
            <p:cNvSpPr/>
            <p:nvPr/>
          </p:nvSpPr>
          <p:spPr>
            <a:xfrm>
              <a:off x="1953275" y="3946818"/>
              <a:ext cx="22755" cy="22519"/>
            </a:xfrm>
            <a:custGeom>
              <a:rect b="b" l="l" r="r" t="t"/>
              <a:pathLst>
                <a:path extrusionOk="0" h="860" w="869">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3" name="Google Shape;21563;p96"/>
            <p:cNvSpPr/>
            <p:nvPr/>
          </p:nvSpPr>
          <p:spPr>
            <a:xfrm>
              <a:off x="1966760" y="3989552"/>
              <a:ext cx="22755" cy="22755"/>
            </a:xfrm>
            <a:custGeom>
              <a:rect b="b" l="l" r="r" t="t"/>
              <a:pathLst>
                <a:path extrusionOk="0" h="869" w="869">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4" name="Google Shape;21564;p96"/>
            <p:cNvSpPr/>
            <p:nvPr/>
          </p:nvSpPr>
          <p:spPr>
            <a:xfrm>
              <a:off x="1904806" y="3951060"/>
              <a:ext cx="22493" cy="22781"/>
            </a:xfrm>
            <a:custGeom>
              <a:rect b="b" l="l" r="r" t="t"/>
              <a:pathLst>
                <a:path extrusionOk="0" h="870" w="859">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65" name="Google Shape;21565;p96"/>
          <p:cNvGrpSpPr/>
          <p:nvPr/>
        </p:nvGrpSpPr>
        <p:grpSpPr>
          <a:xfrm>
            <a:off x="2642426" y="3640768"/>
            <a:ext cx="358735" cy="359311"/>
            <a:chOff x="2668963" y="3791306"/>
            <a:chExt cx="358735" cy="359311"/>
          </a:xfrm>
        </p:grpSpPr>
        <p:sp>
          <p:nvSpPr>
            <p:cNvPr id="21566" name="Google Shape;21566;p96"/>
            <p:cNvSpPr/>
            <p:nvPr/>
          </p:nvSpPr>
          <p:spPr>
            <a:xfrm>
              <a:off x="2854065" y="4004268"/>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7" name="Google Shape;21567;p96"/>
            <p:cNvSpPr/>
            <p:nvPr/>
          </p:nvSpPr>
          <p:spPr>
            <a:xfrm>
              <a:off x="2879045" y="402924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8" name="Google Shape;21568;p96"/>
            <p:cNvSpPr/>
            <p:nvPr/>
          </p:nvSpPr>
          <p:spPr>
            <a:xfrm>
              <a:off x="2904026" y="405422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9" name="Google Shape;21569;p96"/>
            <p:cNvSpPr/>
            <p:nvPr/>
          </p:nvSpPr>
          <p:spPr>
            <a:xfrm>
              <a:off x="2829320" y="4006415"/>
              <a:ext cx="153156" cy="143913"/>
            </a:xfrm>
            <a:custGeom>
              <a:rect b="b" l="l" r="r" t="t"/>
              <a:pathLst>
                <a:path extrusionOk="0" h="5496" w="5849">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0" name="Google Shape;21570;p96"/>
            <p:cNvSpPr/>
            <p:nvPr/>
          </p:nvSpPr>
          <p:spPr>
            <a:xfrm>
              <a:off x="2917511" y="3991857"/>
              <a:ext cx="24745" cy="23697"/>
            </a:xfrm>
            <a:custGeom>
              <a:rect b="b" l="l" r="r" t="t"/>
              <a:pathLst>
                <a:path extrusionOk="0" h="905" w="945">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1" name="Google Shape;21571;p96"/>
            <p:cNvSpPr/>
            <p:nvPr/>
          </p:nvSpPr>
          <p:spPr>
            <a:xfrm>
              <a:off x="2942492" y="4016837"/>
              <a:ext cx="24745" cy="23619"/>
            </a:xfrm>
            <a:custGeom>
              <a:rect b="b" l="l" r="r" t="t"/>
              <a:pathLst>
                <a:path extrusionOk="0" h="902" w="945">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2" name="Google Shape;21572;p96"/>
            <p:cNvSpPr/>
            <p:nvPr/>
          </p:nvSpPr>
          <p:spPr>
            <a:xfrm>
              <a:off x="2967210" y="4041818"/>
              <a:ext cx="24771" cy="23619"/>
            </a:xfrm>
            <a:custGeom>
              <a:rect b="b" l="l" r="r" t="t"/>
              <a:pathLst>
                <a:path extrusionOk="0" h="902" w="946">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3" name="Google Shape;21573;p96"/>
            <p:cNvSpPr/>
            <p:nvPr/>
          </p:nvSpPr>
          <p:spPr>
            <a:xfrm>
              <a:off x="2704496" y="3827467"/>
              <a:ext cx="68395" cy="64179"/>
            </a:xfrm>
            <a:custGeom>
              <a:rect b="b" l="l" r="r" t="t"/>
              <a:pathLst>
                <a:path extrusionOk="0" h="2451" w="2612">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4" name="Google Shape;21574;p96"/>
            <p:cNvSpPr/>
            <p:nvPr/>
          </p:nvSpPr>
          <p:spPr>
            <a:xfrm>
              <a:off x="2671005" y="3882927"/>
              <a:ext cx="87641" cy="31448"/>
            </a:xfrm>
            <a:custGeom>
              <a:rect b="b" l="l" r="r" t="t"/>
              <a:pathLst>
                <a:path extrusionOk="0" h="1201" w="3347">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5" name="Google Shape;21575;p96"/>
            <p:cNvSpPr/>
            <p:nvPr/>
          </p:nvSpPr>
          <p:spPr>
            <a:xfrm>
              <a:off x="2668963" y="3926394"/>
              <a:ext cx="86934" cy="32941"/>
            </a:xfrm>
            <a:custGeom>
              <a:rect b="b" l="l" r="r" t="t"/>
              <a:pathLst>
                <a:path extrusionOk="0" h="1258" w="332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6" name="Google Shape;21576;p96"/>
            <p:cNvSpPr/>
            <p:nvPr/>
          </p:nvSpPr>
          <p:spPr>
            <a:xfrm>
              <a:off x="2761422" y="3794081"/>
              <a:ext cx="33203" cy="83085"/>
            </a:xfrm>
            <a:custGeom>
              <a:rect b="b" l="l" r="r" t="t"/>
              <a:pathLst>
                <a:path extrusionOk="0" h="3173" w="1268">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7" name="Google Shape;21577;p96"/>
            <p:cNvSpPr/>
            <p:nvPr/>
          </p:nvSpPr>
          <p:spPr>
            <a:xfrm>
              <a:off x="2805099" y="3791306"/>
              <a:ext cx="34774" cy="82849"/>
            </a:xfrm>
            <a:custGeom>
              <a:rect b="b" l="l" r="r" t="t"/>
              <a:pathLst>
                <a:path extrusionOk="0" h="3164" w="1328">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8" name="Google Shape;21578;p96"/>
            <p:cNvSpPr/>
            <p:nvPr/>
          </p:nvSpPr>
          <p:spPr>
            <a:xfrm>
              <a:off x="2757128" y="3882220"/>
              <a:ext cx="261064" cy="259729"/>
            </a:xfrm>
            <a:custGeom>
              <a:rect b="b" l="l" r="r" t="t"/>
              <a:pathLst>
                <a:path extrusionOk="0" h="9919" w="997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9" name="Google Shape;21579;p96"/>
            <p:cNvSpPr/>
            <p:nvPr/>
          </p:nvSpPr>
          <p:spPr>
            <a:xfrm>
              <a:off x="2757128" y="3881880"/>
              <a:ext cx="91700" cy="90207"/>
            </a:xfrm>
            <a:custGeom>
              <a:rect b="b" l="l" r="r" t="t"/>
              <a:pathLst>
                <a:path extrusionOk="0" h="3445" w="3502">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0" name="Google Shape;21580;p96"/>
            <p:cNvSpPr/>
            <p:nvPr/>
          </p:nvSpPr>
          <p:spPr>
            <a:xfrm>
              <a:off x="2757128" y="3881984"/>
              <a:ext cx="85206" cy="83844"/>
            </a:xfrm>
            <a:custGeom>
              <a:rect b="b" l="l" r="r" t="t"/>
              <a:pathLst>
                <a:path extrusionOk="0" h="3202" w="3254">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1" name="Google Shape;21581;p96"/>
            <p:cNvSpPr/>
            <p:nvPr/>
          </p:nvSpPr>
          <p:spPr>
            <a:xfrm>
              <a:off x="2992950" y="4116995"/>
              <a:ext cx="34747" cy="33622"/>
            </a:xfrm>
            <a:custGeom>
              <a:rect b="b" l="l" r="r" t="t"/>
              <a:pathLst>
                <a:path extrusionOk="0" h="1284" w="1327">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82" name="Google Shape;21582;p96"/>
          <p:cNvGrpSpPr/>
          <p:nvPr/>
        </p:nvGrpSpPr>
        <p:grpSpPr>
          <a:xfrm>
            <a:off x="823144" y="1844660"/>
            <a:ext cx="363893" cy="291727"/>
            <a:chOff x="849682" y="1995198"/>
            <a:chExt cx="363893" cy="291727"/>
          </a:xfrm>
        </p:grpSpPr>
        <p:sp>
          <p:nvSpPr>
            <p:cNvPr id="21583" name="Google Shape;21583;p96"/>
            <p:cNvSpPr/>
            <p:nvPr/>
          </p:nvSpPr>
          <p:spPr>
            <a:xfrm>
              <a:off x="907838" y="2131517"/>
              <a:ext cx="247579" cy="155408"/>
            </a:xfrm>
            <a:custGeom>
              <a:rect b="b" l="l" r="r" t="t"/>
              <a:pathLst>
                <a:path extrusionOk="0" h="5935" w="9455">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4" name="Google Shape;21584;p96"/>
            <p:cNvSpPr/>
            <p:nvPr/>
          </p:nvSpPr>
          <p:spPr>
            <a:xfrm>
              <a:off x="1140414" y="2131517"/>
              <a:ext cx="15004" cy="136424"/>
            </a:xfrm>
            <a:custGeom>
              <a:rect b="b" l="l" r="r" t="t"/>
              <a:pathLst>
                <a:path extrusionOk="0" h="5210" w="573">
                  <a:moveTo>
                    <a:pt x="0" y="0"/>
                  </a:moveTo>
                  <a:lnTo>
                    <a:pt x="0" y="5209"/>
                  </a:lnTo>
                  <a:cubicBezTo>
                    <a:pt x="363" y="5009"/>
                    <a:pt x="572" y="4780"/>
                    <a:pt x="572" y="4541"/>
                  </a:cubicBezTo>
                  <a:lnTo>
                    <a:pt x="572"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5" name="Google Shape;21585;p96"/>
            <p:cNvSpPr/>
            <p:nvPr/>
          </p:nvSpPr>
          <p:spPr>
            <a:xfrm>
              <a:off x="1026483" y="2148511"/>
              <a:ext cx="10526" cy="138414"/>
            </a:xfrm>
            <a:custGeom>
              <a:rect b="b" l="l" r="r" t="t"/>
              <a:pathLst>
                <a:path extrusionOk="0" h="5286" w="402">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6" name="Google Shape;21586;p96"/>
            <p:cNvSpPr/>
            <p:nvPr/>
          </p:nvSpPr>
          <p:spPr>
            <a:xfrm>
              <a:off x="945047" y="2148511"/>
              <a:ext cx="10526" cy="68212"/>
            </a:xfrm>
            <a:custGeom>
              <a:rect b="b" l="l" r="r" t="t"/>
              <a:pathLst>
                <a:path extrusionOk="0" h="2605" w="402">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7" name="Google Shape;21587;p96"/>
            <p:cNvSpPr/>
            <p:nvPr/>
          </p:nvSpPr>
          <p:spPr>
            <a:xfrm>
              <a:off x="945309" y="2228192"/>
              <a:ext cx="10526" cy="50982"/>
            </a:xfrm>
            <a:custGeom>
              <a:rect b="b" l="l" r="r" t="t"/>
              <a:pathLst>
                <a:path extrusionOk="0" h="1947" w="402">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8" name="Google Shape;21588;p96"/>
            <p:cNvSpPr/>
            <p:nvPr/>
          </p:nvSpPr>
          <p:spPr>
            <a:xfrm>
              <a:off x="1107682" y="2148511"/>
              <a:ext cx="10762" cy="130663"/>
            </a:xfrm>
            <a:custGeom>
              <a:rect b="b" l="l" r="r" t="t"/>
              <a:pathLst>
                <a:path extrusionOk="0" h="4990" w="411">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9" name="Google Shape;21589;p96"/>
            <p:cNvSpPr/>
            <p:nvPr/>
          </p:nvSpPr>
          <p:spPr>
            <a:xfrm>
              <a:off x="907838" y="2122274"/>
              <a:ext cx="247579" cy="59230"/>
            </a:xfrm>
            <a:custGeom>
              <a:rect b="b" l="l" r="r" t="t"/>
              <a:pathLst>
                <a:path extrusionOk="0" h="2262" w="9455">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0" name="Google Shape;21590;p96"/>
            <p:cNvSpPr/>
            <p:nvPr/>
          </p:nvSpPr>
          <p:spPr>
            <a:xfrm>
              <a:off x="1140414" y="2122012"/>
              <a:ext cx="15004" cy="40508"/>
            </a:xfrm>
            <a:custGeom>
              <a:rect b="b" l="l" r="r" t="t"/>
              <a:pathLst>
                <a:path extrusionOk="0" h="1547" w="573">
                  <a:moveTo>
                    <a:pt x="0" y="1"/>
                  </a:moveTo>
                  <a:lnTo>
                    <a:pt x="0" y="10"/>
                  </a:lnTo>
                  <a:lnTo>
                    <a:pt x="0" y="1546"/>
                  </a:lnTo>
                  <a:cubicBezTo>
                    <a:pt x="363" y="1346"/>
                    <a:pt x="572" y="1117"/>
                    <a:pt x="572" y="878"/>
                  </a:cubicBezTo>
                  <a:lnTo>
                    <a:pt x="572" y="1"/>
                  </a:lnTo>
                  <a:close/>
                </a:path>
              </a:pathLst>
            </a:custGeom>
            <a:solidFill>
              <a:srgbClr val="9DAB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1" name="Google Shape;21591;p96"/>
            <p:cNvSpPr/>
            <p:nvPr/>
          </p:nvSpPr>
          <p:spPr>
            <a:xfrm>
              <a:off x="907838" y="2085798"/>
              <a:ext cx="247579" cy="72716"/>
            </a:xfrm>
            <a:custGeom>
              <a:rect b="b" l="l" r="r" t="t"/>
              <a:pathLst>
                <a:path extrusionOk="0" h="2777" w="9455">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2" name="Google Shape;21592;p96"/>
            <p:cNvSpPr/>
            <p:nvPr/>
          </p:nvSpPr>
          <p:spPr>
            <a:xfrm>
              <a:off x="1012264" y="2085798"/>
              <a:ext cx="143153" cy="72716"/>
            </a:xfrm>
            <a:custGeom>
              <a:rect b="b" l="l" r="r" t="t"/>
              <a:pathLst>
                <a:path extrusionOk="0" h="2777" w="5467">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3" name="Google Shape;21593;p96"/>
            <p:cNvSpPr/>
            <p:nvPr/>
          </p:nvSpPr>
          <p:spPr>
            <a:xfrm>
              <a:off x="1049971" y="1995198"/>
              <a:ext cx="123750" cy="119613"/>
            </a:xfrm>
            <a:custGeom>
              <a:rect b="b" l="l" r="r" t="t"/>
              <a:pathLst>
                <a:path extrusionOk="0" h="4568" w="4726">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4" name="Google Shape;21594;p96"/>
            <p:cNvSpPr/>
            <p:nvPr/>
          </p:nvSpPr>
          <p:spPr>
            <a:xfrm>
              <a:off x="1044734" y="2103525"/>
              <a:ext cx="18513" cy="18775"/>
            </a:xfrm>
            <a:custGeom>
              <a:rect b="b" l="l" r="r" t="t"/>
              <a:pathLst>
                <a:path extrusionOk="0" h="717" w="707">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5" name="Google Shape;21595;p96"/>
            <p:cNvSpPr/>
            <p:nvPr/>
          </p:nvSpPr>
          <p:spPr>
            <a:xfrm>
              <a:off x="889509" y="1995224"/>
              <a:ext cx="123776" cy="119587"/>
            </a:xfrm>
            <a:custGeom>
              <a:rect b="b" l="l" r="r" t="t"/>
              <a:pathLst>
                <a:path extrusionOk="0" h="4567" w="4727">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6" name="Google Shape;21596;p96"/>
            <p:cNvSpPr/>
            <p:nvPr/>
          </p:nvSpPr>
          <p:spPr>
            <a:xfrm>
              <a:off x="1000010" y="2103525"/>
              <a:ext cx="18775" cy="18775"/>
            </a:xfrm>
            <a:custGeom>
              <a:rect b="b" l="l" r="r" t="t"/>
              <a:pathLst>
                <a:path extrusionOk="0" h="717" w="717">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7" name="Google Shape;21597;p96"/>
            <p:cNvSpPr/>
            <p:nvPr/>
          </p:nvSpPr>
          <p:spPr>
            <a:xfrm>
              <a:off x="883984" y="2035811"/>
              <a:ext cx="42603" cy="55250"/>
            </a:xfrm>
            <a:custGeom>
              <a:rect b="b" l="l" r="r" t="t"/>
              <a:pathLst>
                <a:path extrusionOk="0" h="2110" w="1627">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8" name="Google Shape;21598;p96"/>
            <p:cNvSpPr/>
            <p:nvPr/>
          </p:nvSpPr>
          <p:spPr>
            <a:xfrm>
              <a:off x="849682" y="2076083"/>
              <a:ext cx="61090" cy="29720"/>
            </a:xfrm>
            <a:custGeom>
              <a:rect b="b" l="l" r="r" t="t"/>
              <a:pathLst>
                <a:path extrusionOk="0" h="1135" w="2333">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9" name="Google Shape;21599;p96"/>
            <p:cNvSpPr/>
            <p:nvPr/>
          </p:nvSpPr>
          <p:spPr>
            <a:xfrm>
              <a:off x="1136643" y="2035811"/>
              <a:ext cx="42629" cy="55250"/>
            </a:xfrm>
            <a:custGeom>
              <a:rect b="b" l="l" r="r" t="t"/>
              <a:pathLst>
                <a:path extrusionOk="0" h="2110" w="1628">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0" name="Google Shape;21600;p96"/>
            <p:cNvSpPr/>
            <p:nvPr/>
          </p:nvSpPr>
          <p:spPr>
            <a:xfrm>
              <a:off x="1152406" y="2076083"/>
              <a:ext cx="61168" cy="29720"/>
            </a:xfrm>
            <a:custGeom>
              <a:rect b="b" l="l" r="r" t="t"/>
              <a:pathLst>
                <a:path extrusionOk="0" h="1135" w="2336">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01" name="Google Shape;21601;p96"/>
          <p:cNvGrpSpPr/>
          <p:nvPr/>
        </p:nvGrpSpPr>
        <p:grpSpPr>
          <a:xfrm>
            <a:off x="3038893" y="1839528"/>
            <a:ext cx="378190" cy="302044"/>
            <a:chOff x="3065430" y="1990066"/>
            <a:chExt cx="378190" cy="302044"/>
          </a:xfrm>
        </p:grpSpPr>
        <p:sp>
          <p:nvSpPr>
            <p:cNvPr id="21602" name="Google Shape;21602;p96"/>
            <p:cNvSpPr/>
            <p:nvPr/>
          </p:nvSpPr>
          <p:spPr>
            <a:xfrm>
              <a:off x="3216282" y="2149742"/>
              <a:ext cx="67714" cy="67741"/>
            </a:xfrm>
            <a:custGeom>
              <a:rect b="b" l="l" r="r" t="t"/>
              <a:pathLst>
                <a:path extrusionOk="0" h="2587" w="2586">
                  <a:moveTo>
                    <a:pt x="1946" y="1"/>
                  </a:moveTo>
                  <a:lnTo>
                    <a:pt x="0" y="1947"/>
                  </a:lnTo>
                  <a:lnTo>
                    <a:pt x="639" y="2586"/>
                  </a:lnTo>
                  <a:lnTo>
                    <a:pt x="2585" y="640"/>
                  </a:lnTo>
                  <a:lnTo>
                    <a:pt x="1946"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3" name="Google Shape;21603;p96"/>
            <p:cNvSpPr/>
            <p:nvPr/>
          </p:nvSpPr>
          <p:spPr>
            <a:xfrm>
              <a:off x="3216282" y="2180483"/>
              <a:ext cx="36973" cy="36999"/>
            </a:xfrm>
            <a:custGeom>
              <a:rect b="b" l="l" r="r" t="t"/>
              <a:pathLst>
                <a:path extrusionOk="0" h="1413" w="1412">
                  <a:moveTo>
                    <a:pt x="773" y="0"/>
                  </a:moveTo>
                  <a:lnTo>
                    <a:pt x="0" y="773"/>
                  </a:lnTo>
                  <a:lnTo>
                    <a:pt x="639" y="1412"/>
                  </a:lnTo>
                  <a:lnTo>
                    <a:pt x="1412" y="639"/>
                  </a:lnTo>
                  <a:lnTo>
                    <a:pt x="773"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4" name="Google Shape;21604;p96"/>
            <p:cNvSpPr/>
            <p:nvPr/>
          </p:nvSpPr>
          <p:spPr>
            <a:xfrm>
              <a:off x="3141079" y="2188103"/>
              <a:ext cx="104949" cy="104007"/>
            </a:xfrm>
            <a:custGeom>
              <a:rect b="b" l="l" r="r" t="t"/>
              <a:pathLst>
                <a:path extrusionOk="0" h="3972" w="4008">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5" name="Google Shape;21605;p96"/>
            <p:cNvSpPr/>
            <p:nvPr/>
          </p:nvSpPr>
          <p:spPr>
            <a:xfrm>
              <a:off x="3235999" y="1990118"/>
              <a:ext cx="207621" cy="207621"/>
            </a:xfrm>
            <a:custGeom>
              <a:rect b="b" l="l" r="r" t="t"/>
              <a:pathLst>
                <a:path extrusionOk="0" h="7929" w="7929">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6" name="Google Shape;21606;p96"/>
            <p:cNvSpPr/>
            <p:nvPr/>
          </p:nvSpPr>
          <p:spPr>
            <a:xfrm>
              <a:off x="3226023" y="1990066"/>
              <a:ext cx="192119" cy="181933"/>
            </a:xfrm>
            <a:custGeom>
              <a:rect b="b" l="l" r="r" t="t"/>
              <a:pathLst>
                <a:path extrusionOk="0" h="6948" w="7337">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7" name="Google Shape;21607;p96"/>
            <p:cNvSpPr/>
            <p:nvPr/>
          </p:nvSpPr>
          <p:spPr>
            <a:xfrm>
              <a:off x="3252234" y="2013816"/>
              <a:ext cx="167401" cy="159938"/>
            </a:xfrm>
            <a:custGeom>
              <a:rect b="b" l="l" r="r" t="t"/>
              <a:pathLst>
                <a:path extrusionOk="0" h="6108" w="6393">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8" name="Google Shape;21608;p96"/>
            <p:cNvSpPr/>
            <p:nvPr/>
          </p:nvSpPr>
          <p:spPr>
            <a:xfrm>
              <a:off x="3275722" y="2029605"/>
              <a:ext cx="153654" cy="144175"/>
            </a:xfrm>
            <a:custGeom>
              <a:rect b="b" l="l" r="r" t="t"/>
              <a:pathLst>
                <a:path extrusionOk="0" h="5506" w="5868">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9" name="Google Shape;21609;p96"/>
            <p:cNvSpPr/>
            <p:nvPr/>
          </p:nvSpPr>
          <p:spPr>
            <a:xfrm>
              <a:off x="3065430" y="1990066"/>
              <a:ext cx="177587" cy="149464"/>
            </a:xfrm>
            <a:custGeom>
              <a:rect b="b" l="l" r="r" t="t"/>
              <a:pathLst>
                <a:path extrusionOk="0" h="5708" w="6782">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0" name="Google Shape;21610;p96"/>
            <p:cNvSpPr/>
            <p:nvPr/>
          </p:nvSpPr>
          <p:spPr>
            <a:xfrm>
              <a:off x="3137832" y="2038089"/>
              <a:ext cx="20503" cy="52972"/>
            </a:xfrm>
            <a:custGeom>
              <a:rect b="b" l="l" r="r" t="t"/>
              <a:pathLst>
                <a:path extrusionOk="0" h="2023" w="783">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1" name="Google Shape;21611;p96"/>
            <p:cNvSpPr/>
            <p:nvPr/>
          </p:nvSpPr>
          <p:spPr>
            <a:xfrm>
              <a:off x="3137334" y="2082525"/>
              <a:ext cx="32338" cy="10814"/>
            </a:xfrm>
            <a:custGeom>
              <a:rect b="b" l="l" r="r" t="t"/>
              <a:pathLst>
                <a:path extrusionOk="0" h="413" w="1235">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2" name="Google Shape;21612;p96"/>
            <p:cNvSpPr/>
            <p:nvPr/>
          </p:nvSpPr>
          <p:spPr>
            <a:xfrm>
              <a:off x="3139822" y="2021488"/>
              <a:ext cx="18513" cy="15868"/>
            </a:xfrm>
            <a:custGeom>
              <a:rect b="b" l="l" r="r" t="t"/>
              <a:pathLst>
                <a:path extrusionOk="0" h="606" w="707">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13" name="Google Shape;21613;p96"/>
          <p:cNvGrpSpPr/>
          <p:nvPr/>
        </p:nvGrpSpPr>
        <p:grpSpPr>
          <a:xfrm>
            <a:off x="3541697" y="3640873"/>
            <a:ext cx="347501" cy="359284"/>
            <a:chOff x="3568234" y="3791410"/>
            <a:chExt cx="347501" cy="359284"/>
          </a:xfrm>
        </p:grpSpPr>
        <p:sp>
          <p:nvSpPr>
            <p:cNvPr id="21614" name="Google Shape;21614;p96"/>
            <p:cNvSpPr/>
            <p:nvPr/>
          </p:nvSpPr>
          <p:spPr>
            <a:xfrm>
              <a:off x="3657682" y="3791410"/>
              <a:ext cx="151899" cy="160750"/>
            </a:xfrm>
            <a:custGeom>
              <a:rect b="b" l="l" r="r" t="t"/>
              <a:pathLst>
                <a:path extrusionOk="0" h="6139" w="5801">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5" name="Google Shape;21615;p96"/>
            <p:cNvSpPr/>
            <p:nvPr/>
          </p:nvSpPr>
          <p:spPr>
            <a:xfrm>
              <a:off x="3727858" y="3822413"/>
              <a:ext cx="48992" cy="48992"/>
            </a:xfrm>
            <a:custGeom>
              <a:rect b="b" l="l" r="r" t="t"/>
              <a:pathLst>
                <a:path extrusionOk="0" h="1871" w="1871">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6" name="Google Shape;21616;p96"/>
            <p:cNvSpPr/>
            <p:nvPr/>
          </p:nvSpPr>
          <p:spPr>
            <a:xfrm>
              <a:off x="3710890" y="3816731"/>
              <a:ext cx="82823" cy="60173"/>
            </a:xfrm>
            <a:custGeom>
              <a:rect b="b" l="l" r="r" t="t"/>
              <a:pathLst>
                <a:path extrusionOk="0" h="2298" w="3163">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7" name="Google Shape;21617;p96"/>
            <p:cNvSpPr/>
            <p:nvPr/>
          </p:nvSpPr>
          <p:spPr>
            <a:xfrm>
              <a:off x="3699631" y="3857973"/>
              <a:ext cx="44017" cy="39670"/>
            </a:xfrm>
            <a:custGeom>
              <a:rect b="b" l="l" r="r" t="t"/>
              <a:pathLst>
                <a:path extrusionOk="0" h="1515" w="1681">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8" name="Google Shape;21618;p96"/>
            <p:cNvSpPr/>
            <p:nvPr/>
          </p:nvSpPr>
          <p:spPr>
            <a:xfrm>
              <a:off x="3568234" y="3947316"/>
              <a:ext cx="86960" cy="201179"/>
            </a:xfrm>
            <a:custGeom>
              <a:rect b="b" l="l" r="r" t="t"/>
              <a:pathLst>
                <a:path extrusionOk="0" h="7683" w="3321">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9" name="Google Shape;21619;p96"/>
            <p:cNvSpPr/>
            <p:nvPr/>
          </p:nvSpPr>
          <p:spPr>
            <a:xfrm>
              <a:off x="3655169" y="3947316"/>
              <a:ext cx="86960" cy="203379"/>
            </a:xfrm>
            <a:custGeom>
              <a:rect b="b" l="l" r="r" t="t"/>
              <a:pathLst>
                <a:path extrusionOk="0" h="7767" w="3321">
                  <a:moveTo>
                    <a:pt x="1" y="1"/>
                  </a:moveTo>
                  <a:lnTo>
                    <a:pt x="1" y="6660"/>
                  </a:lnTo>
                  <a:lnTo>
                    <a:pt x="3321" y="7766"/>
                  </a:lnTo>
                  <a:lnTo>
                    <a:pt x="3321" y="1107"/>
                  </a:ln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0" name="Google Shape;21620;p96"/>
            <p:cNvSpPr/>
            <p:nvPr/>
          </p:nvSpPr>
          <p:spPr>
            <a:xfrm>
              <a:off x="3742103" y="3947316"/>
              <a:ext cx="86699" cy="203379"/>
            </a:xfrm>
            <a:custGeom>
              <a:rect b="b" l="l" r="r" t="t"/>
              <a:pathLst>
                <a:path extrusionOk="0" h="7767" w="3311">
                  <a:moveTo>
                    <a:pt x="3311" y="1"/>
                  </a:moveTo>
                  <a:lnTo>
                    <a:pt x="1" y="1107"/>
                  </a:lnTo>
                  <a:lnTo>
                    <a:pt x="1" y="7766"/>
                  </a:lnTo>
                  <a:lnTo>
                    <a:pt x="3311" y="6660"/>
                  </a:lnTo>
                  <a:lnTo>
                    <a:pt x="3311" y="1"/>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1" name="Google Shape;21621;p96"/>
            <p:cNvSpPr/>
            <p:nvPr/>
          </p:nvSpPr>
          <p:spPr>
            <a:xfrm>
              <a:off x="3828775" y="3947316"/>
              <a:ext cx="86960" cy="201179"/>
            </a:xfrm>
            <a:custGeom>
              <a:rect b="b" l="l" r="r" t="t"/>
              <a:pathLst>
                <a:path extrusionOk="0" h="7683" w="3321">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2" name="Google Shape;21622;p96"/>
            <p:cNvSpPr/>
            <p:nvPr/>
          </p:nvSpPr>
          <p:spPr>
            <a:xfrm>
              <a:off x="3582741" y="3962556"/>
              <a:ext cx="318776" cy="173135"/>
            </a:xfrm>
            <a:custGeom>
              <a:rect b="b" l="l" r="r" t="t"/>
              <a:pathLst>
                <a:path extrusionOk="0" h="6612" w="12174">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3" name="Google Shape;21623;p96"/>
            <p:cNvSpPr/>
            <p:nvPr/>
          </p:nvSpPr>
          <p:spPr>
            <a:xfrm>
              <a:off x="3582741" y="3962556"/>
              <a:ext cx="72454" cy="166196"/>
            </a:xfrm>
            <a:custGeom>
              <a:rect b="b" l="l" r="r" t="t"/>
              <a:pathLst>
                <a:path extrusionOk="0" h="6347" w="2767">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4" name="Google Shape;21624;p96"/>
            <p:cNvSpPr/>
            <p:nvPr/>
          </p:nvSpPr>
          <p:spPr>
            <a:xfrm>
              <a:off x="3742103" y="3962556"/>
              <a:ext cx="86699" cy="173135"/>
            </a:xfrm>
            <a:custGeom>
              <a:rect b="b" l="l" r="r" t="t"/>
              <a:pathLst>
                <a:path extrusionOk="0" h="6612" w="3311">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25" name="Google Shape;21625;p96"/>
          <p:cNvGrpSpPr/>
          <p:nvPr/>
        </p:nvGrpSpPr>
        <p:grpSpPr>
          <a:xfrm>
            <a:off x="1733387" y="1350550"/>
            <a:ext cx="347004" cy="358420"/>
            <a:chOff x="1759925" y="1501087"/>
            <a:chExt cx="347004" cy="358420"/>
          </a:xfrm>
        </p:grpSpPr>
        <p:sp>
          <p:nvSpPr>
            <p:cNvPr id="21626" name="Google Shape;21626;p96"/>
            <p:cNvSpPr/>
            <p:nvPr/>
          </p:nvSpPr>
          <p:spPr>
            <a:xfrm>
              <a:off x="1897055" y="1797266"/>
              <a:ext cx="72480" cy="62242"/>
            </a:xfrm>
            <a:custGeom>
              <a:rect b="b" l="l" r="r" t="t"/>
              <a:pathLst>
                <a:path extrusionOk="0" h="2377" w="2768">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7" name="Google Shape;21627;p96"/>
            <p:cNvSpPr/>
            <p:nvPr/>
          </p:nvSpPr>
          <p:spPr>
            <a:xfrm>
              <a:off x="1897055" y="1797266"/>
              <a:ext cx="72480" cy="31003"/>
            </a:xfrm>
            <a:custGeom>
              <a:rect b="b" l="l" r="r" t="t"/>
              <a:pathLst>
                <a:path extrusionOk="0" h="1184" w="2768">
                  <a:moveTo>
                    <a:pt x="1" y="1"/>
                  </a:moveTo>
                  <a:lnTo>
                    <a:pt x="1" y="1184"/>
                  </a:lnTo>
                  <a:lnTo>
                    <a:pt x="2767" y="1184"/>
                  </a:lnTo>
                  <a:lnTo>
                    <a:pt x="2767" y="1"/>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8" name="Google Shape;21628;p96"/>
            <p:cNvSpPr/>
            <p:nvPr/>
          </p:nvSpPr>
          <p:spPr>
            <a:xfrm>
              <a:off x="1854086" y="1501087"/>
              <a:ext cx="158419" cy="311942"/>
            </a:xfrm>
            <a:custGeom>
              <a:rect b="b" l="l" r="r" t="t"/>
              <a:pathLst>
                <a:path extrusionOk="0" h="11913" w="605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9" name="Google Shape;21629;p96"/>
            <p:cNvSpPr/>
            <p:nvPr/>
          </p:nvSpPr>
          <p:spPr>
            <a:xfrm>
              <a:off x="1854086" y="1795040"/>
              <a:ext cx="158419" cy="17989"/>
            </a:xfrm>
            <a:custGeom>
              <a:rect b="b" l="l" r="r" t="t"/>
              <a:pathLst>
                <a:path extrusionOk="0" h="687" w="605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0" name="Google Shape;21630;p96"/>
            <p:cNvSpPr/>
            <p:nvPr/>
          </p:nvSpPr>
          <p:spPr>
            <a:xfrm>
              <a:off x="1854348" y="1602685"/>
              <a:ext cx="105447" cy="80702"/>
            </a:xfrm>
            <a:custGeom>
              <a:rect b="b" l="l" r="r" t="t"/>
              <a:pathLst>
                <a:path extrusionOk="0" h="3082" w="4027">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1" name="Google Shape;21631;p96"/>
            <p:cNvSpPr/>
            <p:nvPr/>
          </p:nvSpPr>
          <p:spPr>
            <a:xfrm>
              <a:off x="1893808" y="1586188"/>
              <a:ext cx="118697" cy="63996"/>
            </a:xfrm>
            <a:custGeom>
              <a:rect b="b" l="l" r="r" t="t"/>
              <a:pathLst>
                <a:path extrusionOk="0" h="2444" w="4533">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2" name="Google Shape;21632;p96"/>
            <p:cNvSpPr/>
            <p:nvPr/>
          </p:nvSpPr>
          <p:spPr>
            <a:xfrm>
              <a:off x="1893808" y="1552724"/>
              <a:ext cx="39487" cy="83452"/>
            </a:xfrm>
            <a:custGeom>
              <a:rect b="b" l="l" r="r" t="t"/>
              <a:pathLst>
                <a:path extrusionOk="0" h="3187" w="1508">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3" name="Google Shape;21633;p96"/>
            <p:cNvSpPr/>
            <p:nvPr/>
          </p:nvSpPr>
          <p:spPr>
            <a:xfrm>
              <a:off x="1933269" y="1552724"/>
              <a:ext cx="39749" cy="79210"/>
            </a:xfrm>
            <a:custGeom>
              <a:rect b="b" l="l" r="r" t="t"/>
              <a:pathLst>
                <a:path extrusionOk="0" h="3025" w="1518">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4" name="Google Shape;21634;p96"/>
            <p:cNvSpPr/>
            <p:nvPr/>
          </p:nvSpPr>
          <p:spPr>
            <a:xfrm>
              <a:off x="1972992" y="1552724"/>
              <a:ext cx="39513" cy="70726"/>
            </a:xfrm>
            <a:custGeom>
              <a:rect b="b" l="l" r="r" t="t"/>
              <a:pathLst>
                <a:path extrusionOk="0" h="2701" w="1509">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5" name="Google Shape;21635;p96"/>
            <p:cNvSpPr/>
            <p:nvPr/>
          </p:nvSpPr>
          <p:spPr>
            <a:xfrm>
              <a:off x="1893808" y="1552724"/>
              <a:ext cx="25007" cy="83452"/>
            </a:xfrm>
            <a:custGeom>
              <a:rect b="b" l="l" r="r" t="t"/>
              <a:pathLst>
                <a:path extrusionOk="0" h="3187" w="955">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6" name="Google Shape;21636;p96"/>
            <p:cNvSpPr/>
            <p:nvPr/>
          </p:nvSpPr>
          <p:spPr>
            <a:xfrm>
              <a:off x="1933269" y="1552724"/>
              <a:ext cx="25007" cy="79210"/>
            </a:xfrm>
            <a:custGeom>
              <a:rect b="b" l="l" r="r" t="t"/>
              <a:pathLst>
                <a:path extrusionOk="0" h="3025" w="955">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7" name="Google Shape;21637;p96"/>
            <p:cNvSpPr/>
            <p:nvPr/>
          </p:nvSpPr>
          <p:spPr>
            <a:xfrm>
              <a:off x="1972992" y="1552724"/>
              <a:ext cx="25007" cy="70830"/>
            </a:xfrm>
            <a:custGeom>
              <a:rect b="b" l="l" r="r" t="t"/>
              <a:pathLst>
                <a:path extrusionOk="0" h="2705" w="955">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8" name="Google Shape;21638;p96"/>
            <p:cNvSpPr/>
            <p:nvPr/>
          </p:nvSpPr>
          <p:spPr>
            <a:xfrm>
              <a:off x="1854348" y="1616432"/>
              <a:ext cx="91438" cy="53234"/>
            </a:xfrm>
            <a:custGeom>
              <a:rect b="b" l="l" r="r" t="t"/>
              <a:pathLst>
                <a:path extrusionOk="0" h="2033" w="3492">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9" name="Google Shape;21639;p96"/>
            <p:cNvSpPr/>
            <p:nvPr/>
          </p:nvSpPr>
          <p:spPr>
            <a:xfrm>
              <a:off x="1894070" y="1697029"/>
              <a:ext cx="19167" cy="50301"/>
            </a:xfrm>
            <a:custGeom>
              <a:rect b="b" l="l" r="r" t="t"/>
              <a:pathLst>
                <a:path extrusionOk="0" h="1921" w="732">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0" name="Google Shape;21640;p96"/>
            <p:cNvSpPr/>
            <p:nvPr/>
          </p:nvSpPr>
          <p:spPr>
            <a:xfrm>
              <a:off x="1918789" y="1697029"/>
              <a:ext cx="19194" cy="50301"/>
            </a:xfrm>
            <a:custGeom>
              <a:rect b="b" l="l" r="r" t="t"/>
              <a:pathLst>
                <a:path extrusionOk="0" h="1921" w="733">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1" name="Google Shape;21641;p96"/>
            <p:cNvSpPr/>
            <p:nvPr/>
          </p:nvSpPr>
          <p:spPr>
            <a:xfrm>
              <a:off x="1892552" y="1704099"/>
              <a:ext cx="52998" cy="11024"/>
            </a:xfrm>
            <a:custGeom>
              <a:rect b="b" l="l" r="r" t="t"/>
              <a:pathLst>
                <a:path extrusionOk="0" h="421" w="2024">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2" name="Google Shape;21642;p96"/>
            <p:cNvSpPr/>
            <p:nvPr/>
          </p:nvSpPr>
          <p:spPr>
            <a:xfrm>
              <a:off x="1887315" y="1728844"/>
              <a:ext cx="52998" cy="10998"/>
            </a:xfrm>
            <a:custGeom>
              <a:rect b="b" l="l" r="r" t="t"/>
              <a:pathLst>
                <a:path extrusionOk="0" h="420" w="2024">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3" name="Google Shape;21643;p96"/>
            <p:cNvSpPr/>
            <p:nvPr/>
          </p:nvSpPr>
          <p:spPr>
            <a:xfrm>
              <a:off x="1946519" y="1679800"/>
              <a:ext cx="21760" cy="67531"/>
            </a:xfrm>
            <a:custGeom>
              <a:rect b="b" l="l" r="r" t="t"/>
              <a:pathLst>
                <a:path extrusionOk="0" h="2579" w="831">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4" name="Google Shape;21644;p96"/>
            <p:cNvSpPr/>
            <p:nvPr/>
          </p:nvSpPr>
          <p:spPr>
            <a:xfrm>
              <a:off x="1947278" y="1736333"/>
              <a:ext cx="32234" cy="10998"/>
            </a:xfrm>
            <a:custGeom>
              <a:rect b="b" l="l" r="r" t="t"/>
              <a:pathLst>
                <a:path extrusionOk="0" h="420" w="1231">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5" name="Google Shape;21645;p96"/>
            <p:cNvSpPr/>
            <p:nvPr/>
          </p:nvSpPr>
          <p:spPr>
            <a:xfrm>
              <a:off x="2037695" y="1701350"/>
              <a:ext cx="69233" cy="11024"/>
            </a:xfrm>
            <a:custGeom>
              <a:rect b="b" l="l" r="r" t="t"/>
              <a:pathLst>
                <a:path extrusionOk="0" h="421" w="2644">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6" name="Google Shape;21646;p96"/>
            <p:cNvSpPr/>
            <p:nvPr/>
          </p:nvSpPr>
          <p:spPr>
            <a:xfrm>
              <a:off x="2037381" y="1755972"/>
              <a:ext cx="53810" cy="50066"/>
            </a:xfrm>
            <a:custGeom>
              <a:rect b="b" l="l" r="r" t="t"/>
              <a:pathLst>
                <a:path extrusionOk="0" h="1912" w="2055">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7" name="Google Shape;21647;p96"/>
            <p:cNvSpPr/>
            <p:nvPr/>
          </p:nvSpPr>
          <p:spPr>
            <a:xfrm>
              <a:off x="2036936" y="1604099"/>
              <a:ext cx="54046" cy="50066"/>
            </a:xfrm>
            <a:custGeom>
              <a:rect b="b" l="l" r="r" t="t"/>
              <a:pathLst>
                <a:path extrusionOk="0" h="1912" w="2064">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8" name="Google Shape;21648;p96"/>
            <p:cNvSpPr/>
            <p:nvPr/>
          </p:nvSpPr>
          <p:spPr>
            <a:xfrm>
              <a:off x="1759925" y="1697344"/>
              <a:ext cx="68971" cy="11024"/>
            </a:xfrm>
            <a:custGeom>
              <a:rect b="b" l="l" r="r" t="t"/>
              <a:pathLst>
                <a:path extrusionOk="0" h="421" w="2634">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9" name="Google Shape;21649;p96"/>
            <p:cNvSpPr/>
            <p:nvPr/>
          </p:nvSpPr>
          <p:spPr>
            <a:xfrm>
              <a:off x="1775845" y="1604099"/>
              <a:ext cx="53758" cy="50066"/>
            </a:xfrm>
            <a:custGeom>
              <a:rect b="b" l="l" r="r" t="t"/>
              <a:pathLst>
                <a:path extrusionOk="0" h="1912" w="2053">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0" name="Google Shape;21650;p96"/>
            <p:cNvSpPr/>
            <p:nvPr/>
          </p:nvSpPr>
          <p:spPr>
            <a:xfrm>
              <a:off x="1775400" y="1755029"/>
              <a:ext cx="55303" cy="50773"/>
            </a:xfrm>
            <a:custGeom>
              <a:rect b="b" l="l" r="r" t="t"/>
              <a:pathLst>
                <a:path extrusionOk="0" h="1939" w="2112">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1" name="Google Shape;21651;p96"/>
            <p:cNvSpPr/>
            <p:nvPr/>
          </p:nvSpPr>
          <p:spPr>
            <a:xfrm>
              <a:off x="1943010" y="1775296"/>
              <a:ext cx="69495" cy="11024"/>
            </a:xfrm>
            <a:custGeom>
              <a:rect b="b" l="l" r="r" t="t"/>
              <a:pathLst>
                <a:path extrusionOk="0" h="421" w="2654">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2" name="Google Shape;21652;p96"/>
            <p:cNvSpPr/>
            <p:nvPr/>
          </p:nvSpPr>
          <p:spPr>
            <a:xfrm>
              <a:off x="1854348" y="1775296"/>
              <a:ext cx="76958" cy="11024"/>
            </a:xfrm>
            <a:custGeom>
              <a:rect b="b" l="l" r="r" t="t"/>
              <a:pathLst>
                <a:path extrusionOk="0" h="421" w="2939">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53" name="Google Shape;21653;p96"/>
          <p:cNvGrpSpPr/>
          <p:nvPr/>
        </p:nvGrpSpPr>
        <p:grpSpPr>
          <a:xfrm>
            <a:off x="3492757" y="2263123"/>
            <a:ext cx="360227" cy="359311"/>
            <a:chOff x="3519295" y="2413660"/>
            <a:chExt cx="360227" cy="359311"/>
          </a:xfrm>
        </p:grpSpPr>
        <p:sp>
          <p:nvSpPr>
            <p:cNvPr id="21654" name="Google Shape;21654;p96"/>
            <p:cNvSpPr/>
            <p:nvPr/>
          </p:nvSpPr>
          <p:spPr>
            <a:xfrm>
              <a:off x="3639693" y="2545240"/>
              <a:ext cx="225846" cy="214298"/>
            </a:xfrm>
            <a:custGeom>
              <a:rect b="b" l="l" r="r" t="t"/>
              <a:pathLst>
                <a:path extrusionOk="0" h="8184" w="8625">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5" name="Google Shape;21655;p96"/>
            <p:cNvSpPr/>
            <p:nvPr/>
          </p:nvSpPr>
          <p:spPr>
            <a:xfrm>
              <a:off x="3639693" y="2545162"/>
              <a:ext cx="118932" cy="125452"/>
            </a:xfrm>
            <a:custGeom>
              <a:rect b="b" l="l" r="r" t="t"/>
              <a:pathLst>
                <a:path extrusionOk="0" h="4791" w="4542">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6" name="Google Shape;21656;p96"/>
            <p:cNvSpPr/>
            <p:nvPr/>
          </p:nvSpPr>
          <p:spPr>
            <a:xfrm>
              <a:off x="3703637" y="2545004"/>
              <a:ext cx="161902" cy="168082"/>
            </a:xfrm>
            <a:custGeom>
              <a:rect b="b" l="l" r="r" t="t"/>
              <a:pathLst>
                <a:path extrusionOk="0" h="6419" w="6183">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7" name="Google Shape;21657;p96"/>
            <p:cNvSpPr/>
            <p:nvPr/>
          </p:nvSpPr>
          <p:spPr>
            <a:xfrm>
              <a:off x="3782087" y="2676087"/>
              <a:ext cx="83452" cy="83452"/>
            </a:xfrm>
            <a:custGeom>
              <a:rect b="b" l="l" r="r" t="t"/>
              <a:pathLst>
                <a:path extrusionOk="0" h="3187" w="3187">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8" name="Google Shape;21658;p96"/>
            <p:cNvSpPr/>
            <p:nvPr/>
          </p:nvSpPr>
          <p:spPr>
            <a:xfrm>
              <a:off x="3792561" y="2687137"/>
              <a:ext cx="86960" cy="85834"/>
            </a:xfrm>
            <a:custGeom>
              <a:rect b="b" l="l" r="r" t="t"/>
              <a:pathLst>
                <a:path extrusionOk="0" h="3278" w="3321">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9" name="Google Shape;21659;p96"/>
            <p:cNvSpPr/>
            <p:nvPr/>
          </p:nvSpPr>
          <p:spPr>
            <a:xfrm>
              <a:off x="3842522" y="2687189"/>
              <a:ext cx="36999" cy="36135"/>
            </a:xfrm>
            <a:custGeom>
              <a:rect b="b" l="l" r="r" t="t"/>
              <a:pathLst>
                <a:path extrusionOk="0" h="1380" w="1413">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0" name="Google Shape;21660;p96"/>
            <p:cNvSpPr/>
            <p:nvPr/>
          </p:nvSpPr>
          <p:spPr>
            <a:xfrm>
              <a:off x="3656609" y="2587529"/>
              <a:ext cx="80990" cy="77089"/>
            </a:xfrm>
            <a:custGeom>
              <a:rect b="b" l="l" r="r" t="t"/>
              <a:pathLst>
                <a:path extrusionOk="0" h="2944" w="3093">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1" name="Google Shape;21661;p96"/>
            <p:cNvSpPr/>
            <p:nvPr/>
          </p:nvSpPr>
          <p:spPr>
            <a:xfrm>
              <a:off x="3676379" y="2572446"/>
              <a:ext cx="84997" cy="80938"/>
            </a:xfrm>
            <a:custGeom>
              <a:rect b="b" l="l" r="r" t="t"/>
              <a:pathLst>
                <a:path extrusionOk="0" h="3091" w="3246">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2" name="Google Shape;21662;p96"/>
            <p:cNvSpPr/>
            <p:nvPr/>
          </p:nvSpPr>
          <p:spPr>
            <a:xfrm>
              <a:off x="3698636" y="2559930"/>
              <a:ext cx="73973" cy="69966"/>
            </a:xfrm>
            <a:custGeom>
              <a:rect b="b" l="l" r="r" t="t"/>
              <a:pathLst>
                <a:path extrusionOk="0" h="2672" w="2825">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3" name="Google Shape;21663;p96"/>
            <p:cNvSpPr/>
            <p:nvPr/>
          </p:nvSpPr>
          <p:spPr>
            <a:xfrm>
              <a:off x="3533278" y="2427041"/>
              <a:ext cx="226081" cy="214272"/>
            </a:xfrm>
            <a:custGeom>
              <a:rect b="b" l="l" r="r" t="t"/>
              <a:pathLst>
                <a:path extrusionOk="0" h="8183" w="8634">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4" name="Google Shape;21664;p96"/>
            <p:cNvSpPr/>
            <p:nvPr/>
          </p:nvSpPr>
          <p:spPr>
            <a:xfrm>
              <a:off x="3622202" y="2523454"/>
              <a:ext cx="131684" cy="117859"/>
            </a:xfrm>
            <a:custGeom>
              <a:rect b="b" l="l" r="r" t="t"/>
              <a:pathLst>
                <a:path extrusionOk="0" h="4501" w="5029">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5" name="Google Shape;21665;p96"/>
            <p:cNvSpPr/>
            <p:nvPr/>
          </p:nvSpPr>
          <p:spPr>
            <a:xfrm>
              <a:off x="3533278" y="2473493"/>
              <a:ext cx="161902" cy="168082"/>
            </a:xfrm>
            <a:custGeom>
              <a:rect b="b" l="l" r="r" t="t"/>
              <a:pathLst>
                <a:path extrusionOk="0" h="6419" w="6183">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6" name="Google Shape;21666;p96"/>
            <p:cNvSpPr/>
            <p:nvPr/>
          </p:nvSpPr>
          <p:spPr>
            <a:xfrm>
              <a:off x="3533278" y="2427041"/>
              <a:ext cx="83713" cy="83452"/>
            </a:xfrm>
            <a:custGeom>
              <a:rect b="b" l="l" r="r" t="t"/>
              <a:pathLst>
                <a:path extrusionOk="0" h="3187" w="3197">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7" name="Google Shape;21667;p96"/>
            <p:cNvSpPr/>
            <p:nvPr/>
          </p:nvSpPr>
          <p:spPr>
            <a:xfrm>
              <a:off x="3519295" y="2413660"/>
              <a:ext cx="86934" cy="85782"/>
            </a:xfrm>
            <a:custGeom>
              <a:rect b="b" l="l" r="r" t="t"/>
              <a:pathLst>
                <a:path extrusionOk="0" h="3276" w="332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8" name="Google Shape;21668;p96"/>
            <p:cNvSpPr/>
            <p:nvPr/>
          </p:nvSpPr>
          <p:spPr>
            <a:xfrm>
              <a:off x="3519295" y="2462993"/>
              <a:ext cx="36973" cy="36188"/>
            </a:xfrm>
            <a:custGeom>
              <a:rect b="b" l="l" r="r" t="t"/>
              <a:pathLst>
                <a:path extrusionOk="0" h="1382" w="1412">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9" name="Google Shape;21669;p96"/>
            <p:cNvSpPr/>
            <p:nvPr/>
          </p:nvSpPr>
          <p:spPr>
            <a:xfrm>
              <a:off x="3660353" y="2521831"/>
              <a:ext cx="81278" cy="77089"/>
            </a:xfrm>
            <a:custGeom>
              <a:rect b="b" l="l" r="r" t="t"/>
              <a:pathLst>
                <a:path extrusionOk="0" h="2944" w="3104">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0" name="Google Shape;21670;p96"/>
            <p:cNvSpPr/>
            <p:nvPr/>
          </p:nvSpPr>
          <p:spPr>
            <a:xfrm>
              <a:off x="3637075" y="2533090"/>
              <a:ext cx="84813" cy="80807"/>
            </a:xfrm>
            <a:custGeom>
              <a:rect b="b" l="l" r="r" t="t"/>
              <a:pathLst>
                <a:path extrusionOk="0" h="3086" w="3239">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1" name="Google Shape;21671;p96"/>
            <p:cNvSpPr/>
            <p:nvPr/>
          </p:nvSpPr>
          <p:spPr>
            <a:xfrm>
              <a:off x="3625841" y="2556552"/>
              <a:ext cx="73816" cy="69835"/>
            </a:xfrm>
            <a:custGeom>
              <a:rect b="b" l="l" r="r" t="t"/>
              <a:pathLst>
                <a:path extrusionOk="0" h="2667" w="2819">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2" name="Google Shape;21672;p96"/>
            <p:cNvSpPr/>
            <p:nvPr/>
          </p:nvSpPr>
          <p:spPr>
            <a:xfrm>
              <a:off x="3650429" y="2427277"/>
              <a:ext cx="215110" cy="224484"/>
            </a:xfrm>
            <a:custGeom>
              <a:rect b="b" l="l" r="r" t="t"/>
              <a:pathLst>
                <a:path extrusionOk="0" h="8573" w="8215">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3" name="Google Shape;21673;p96"/>
            <p:cNvSpPr/>
            <p:nvPr/>
          </p:nvSpPr>
          <p:spPr>
            <a:xfrm>
              <a:off x="3650167" y="2524449"/>
              <a:ext cx="107699" cy="127311"/>
            </a:xfrm>
            <a:custGeom>
              <a:rect b="b" l="l" r="r" t="t"/>
              <a:pathLst>
                <a:path extrusionOk="0" h="4862" w="4113">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4" name="Google Shape;21674;p96"/>
            <p:cNvSpPr/>
            <p:nvPr/>
          </p:nvSpPr>
          <p:spPr>
            <a:xfrm>
              <a:off x="3782323" y="2427041"/>
              <a:ext cx="83216" cy="83687"/>
            </a:xfrm>
            <a:custGeom>
              <a:rect b="b" l="l" r="r" t="t"/>
              <a:pathLst>
                <a:path extrusionOk="0" h="3196" w="3178">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5" name="Google Shape;21675;p96"/>
            <p:cNvSpPr/>
            <p:nvPr/>
          </p:nvSpPr>
          <p:spPr>
            <a:xfrm>
              <a:off x="3650167" y="2427041"/>
              <a:ext cx="168893" cy="162138"/>
            </a:xfrm>
            <a:custGeom>
              <a:rect b="b" l="l" r="r" t="t"/>
              <a:pathLst>
                <a:path extrusionOk="0" h="6192" w="645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6" name="Google Shape;21676;p96"/>
            <p:cNvSpPr/>
            <p:nvPr/>
          </p:nvSpPr>
          <p:spPr>
            <a:xfrm>
              <a:off x="3792823" y="2413660"/>
              <a:ext cx="86699" cy="85782"/>
            </a:xfrm>
            <a:custGeom>
              <a:rect b="b" l="l" r="r" t="t"/>
              <a:pathLst>
                <a:path extrusionOk="0" h="3276" w="3311">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7" name="Google Shape;21677;p96"/>
            <p:cNvSpPr/>
            <p:nvPr/>
          </p:nvSpPr>
          <p:spPr>
            <a:xfrm>
              <a:off x="3792823" y="2413844"/>
              <a:ext cx="36999" cy="36450"/>
            </a:xfrm>
            <a:custGeom>
              <a:rect b="b" l="l" r="r" t="t"/>
              <a:pathLst>
                <a:path extrusionOk="0" h="1392" w="1413">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8" name="Google Shape;21678;p96"/>
            <p:cNvSpPr/>
            <p:nvPr/>
          </p:nvSpPr>
          <p:spPr>
            <a:xfrm>
              <a:off x="3691906" y="2556683"/>
              <a:ext cx="81226" cy="76958"/>
            </a:xfrm>
            <a:custGeom>
              <a:rect b="b" l="l" r="r" t="t"/>
              <a:pathLst>
                <a:path extrusionOk="0" h="2939" w="3102">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9" name="Google Shape;21679;p96"/>
            <p:cNvSpPr/>
            <p:nvPr/>
          </p:nvSpPr>
          <p:spPr>
            <a:xfrm>
              <a:off x="3676902" y="2533195"/>
              <a:ext cx="84970" cy="80702"/>
            </a:xfrm>
            <a:custGeom>
              <a:rect b="b" l="l" r="r" t="t"/>
              <a:pathLst>
                <a:path extrusionOk="0" h="3082" w="3245">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0" name="Google Shape;21680;p96"/>
            <p:cNvSpPr/>
            <p:nvPr/>
          </p:nvSpPr>
          <p:spPr>
            <a:xfrm>
              <a:off x="3664412" y="2522433"/>
              <a:ext cx="72768" cy="69233"/>
            </a:xfrm>
            <a:custGeom>
              <a:rect b="b" l="l" r="r" t="t"/>
              <a:pathLst>
                <a:path extrusionOk="0" h="2644" w="2779">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1" name="Google Shape;21681;p96"/>
            <p:cNvSpPr/>
            <p:nvPr/>
          </p:nvSpPr>
          <p:spPr>
            <a:xfrm>
              <a:off x="3533278" y="2534557"/>
              <a:ext cx="215607" cy="224746"/>
            </a:xfrm>
            <a:custGeom>
              <a:rect b="b" l="l" r="r" t="t"/>
              <a:pathLst>
                <a:path extrusionOk="0" h="8583" w="8234">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2" name="Google Shape;21682;p96"/>
            <p:cNvSpPr/>
            <p:nvPr/>
          </p:nvSpPr>
          <p:spPr>
            <a:xfrm>
              <a:off x="3579730" y="2597401"/>
              <a:ext cx="168893" cy="161902"/>
            </a:xfrm>
            <a:custGeom>
              <a:rect b="b" l="l" r="r" t="t"/>
              <a:pathLst>
                <a:path extrusionOk="0" h="6183" w="645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3" name="Google Shape;21683;p96"/>
            <p:cNvSpPr/>
            <p:nvPr/>
          </p:nvSpPr>
          <p:spPr>
            <a:xfrm>
              <a:off x="3533278" y="2675825"/>
              <a:ext cx="83216" cy="83713"/>
            </a:xfrm>
            <a:custGeom>
              <a:rect b="b" l="l" r="r" t="t"/>
              <a:pathLst>
                <a:path extrusionOk="0" h="3197" w="3178">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4" name="Google Shape;21684;p96"/>
            <p:cNvSpPr/>
            <p:nvPr/>
          </p:nvSpPr>
          <p:spPr>
            <a:xfrm>
              <a:off x="3519295" y="2687137"/>
              <a:ext cx="86934" cy="85834"/>
            </a:xfrm>
            <a:custGeom>
              <a:rect b="b" l="l" r="r" t="t"/>
              <a:pathLst>
                <a:path extrusionOk="0" h="3278" w="332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5" name="Google Shape;21685;p96"/>
            <p:cNvSpPr/>
            <p:nvPr/>
          </p:nvSpPr>
          <p:spPr>
            <a:xfrm>
              <a:off x="3569230" y="2736286"/>
              <a:ext cx="36764" cy="36685"/>
            </a:xfrm>
            <a:custGeom>
              <a:rect b="b" l="l" r="r" t="t"/>
              <a:pathLst>
                <a:path extrusionOk="0" h="1401" w="1404">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6" name="Google Shape;21686;p96"/>
            <p:cNvSpPr/>
            <p:nvPr/>
          </p:nvSpPr>
          <p:spPr>
            <a:xfrm>
              <a:off x="3623694" y="2539427"/>
              <a:ext cx="83478" cy="86646"/>
            </a:xfrm>
            <a:custGeom>
              <a:rect b="b" l="l" r="r" t="t"/>
              <a:pathLst>
                <a:path extrusionOk="0" h="3309" w="3188">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7" name="Google Shape;21687;p96"/>
            <p:cNvSpPr/>
            <p:nvPr/>
          </p:nvSpPr>
          <p:spPr>
            <a:xfrm>
              <a:off x="3633147" y="2559930"/>
              <a:ext cx="88243" cy="89657"/>
            </a:xfrm>
            <a:custGeom>
              <a:rect b="b" l="l" r="r" t="t"/>
              <a:pathLst>
                <a:path extrusionOk="0" h="3424" w="337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8" name="Google Shape;21688;p96"/>
            <p:cNvSpPr/>
            <p:nvPr/>
          </p:nvSpPr>
          <p:spPr>
            <a:xfrm>
              <a:off x="3656635" y="2579909"/>
              <a:ext cx="79760" cy="80938"/>
            </a:xfrm>
            <a:custGeom>
              <a:rect b="b" l="l" r="r" t="t"/>
              <a:pathLst>
                <a:path extrusionOk="0" h="3091" w="3046">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89" name="Google Shape;21689;p96"/>
          <p:cNvGrpSpPr/>
          <p:nvPr/>
        </p:nvGrpSpPr>
        <p:grpSpPr>
          <a:xfrm>
            <a:off x="1303717" y="3695181"/>
            <a:ext cx="358996" cy="250774"/>
            <a:chOff x="1330255" y="3845718"/>
            <a:chExt cx="358996" cy="250774"/>
          </a:xfrm>
        </p:grpSpPr>
        <p:sp>
          <p:nvSpPr>
            <p:cNvPr id="21690" name="Google Shape;21690;p96"/>
            <p:cNvSpPr/>
            <p:nvPr/>
          </p:nvSpPr>
          <p:spPr>
            <a:xfrm>
              <a:off x="1445417" y="3845718"/>
              <a:ext cx="243835" cy="247762"/>
            </a:xfrm>
            <a:custGeom>
              <a:rect b="b" l="l" r="r" t="t"/>
              <a:pathLst>
                <a:path extrusionOk="0" h="9462" w="9312">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1" name="Google Shape;21691;p96"/>
            <p:cNvSpPr/>
            <p:nvPr/>
          </p:nvSpPr>
          <p:spPr>
            <a:xfrm>
              <a:off x="1445417" y="4055250"/>
              <a:ext cx="218854" cy="38492"/>
            </a:xfrm>
            <a:custGeom>
              <a:rect b="b" l="l" r="r" t="t"/>
              <a:pathLst>
                <a:path extrusionOk="0" h="1470" w="8358">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2" name="Google Shape;21692;p96"/>
            <p:cNvSpPr/>
            <p:nvPr/>
          </p:nvSpPr>
          <p:spPr>
            <a:xfrm>
              <a:off x="1445417" y="3946085"/>
              <a:ext cx="56219" cy="132653"/>
            </a:xfrm>
            <a:custGeom>
              <a:rect b="b" l="l" r="r" t="t"/>
              <a:pathLst>
                <a:path extrusionOk="0" h="5066" w="2147">
                  <a:moveTo>
                    <a:pt x="2147" y="0"/>
                  </a:moveTo>
                  <a:lnTo>
                    <a:pt x="2061" y="10"/>
                  </a:lnTo>
                  <a:lnTo>
                    <a:pt x="0" y="10"/>
                  </a:lnTo>
                  <a:lnTo>
                    <a:pt x="0" y="5066"/>
                  </a:lnTo>
                  <a:lnTo>
                    <a:pt x="2147" y="5066"/>
                  </a:lnTo>
                  <a:lnTo>
                    <a:pt x="2147" y="0"/>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3" name="Google Shape;21693;p96"/>
            <p:cNvSpPr/>
            <p:nvPr/>
          </p:nvSpPr>
          <p:spPr>
            <a:xfrm>
              <a:off x="1418446" y="3936083"/>
              <a:ext cx="58969" cy="152659"/>
            </a:xfrm>
            <a:custGeom>
              <a:rect b="b" l="l" r="r" t="t"/>
              <a:pathLst>
                <a:path extrusionOk="0" h="5830" w="2252">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4" name="Google Shape;21694;p96"/>
            <p:cNvSpPr/>
            <p:nvPr/>
          </p:nvSpPr>
          <p:spPr>
            <a:xfrm>
              <a:off x="1418446" y="4056743"/>
              <a:ext cx="58969" cy="31998"/>
            </a:xfrm>
            <a:custGeom>
              <a:rect b="b" l="l" r="r" t="t"/>
              <a:pathLst>
                <a:path extrusionOk="0" h="1222" w="2252">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5" name="Google Shape;21695;p96"/>
            <p:cNvSpPr/>
            <p:nvPr/>
          </p:nvSpPr>
          <p:spPr>
            <a:xfrm>
              <a:off x="1330255" y="3928332"/>
              <a:ext cx="92459" cy="168160"/>
            </a:xfrm>
            <a:custGeom>
              <a:rect b="b" l="l" r="r" t="t"/>
              <a:pathLst>
                <a:path extrusionOk="0" h="6422" w="3531">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6" name="Google Shape;21696;p96"/>
            <p:cNvSpPr/>
            <p:nvPr/>
          </p:nvSpPr>
          <p:spPr>
            <a:xfrm>
              <a:off x="1330255" y="4056743"/>
              <a:ext cx="92459" cy="39749"/>
            </a:xfrm>
            <a:custGeom>
              <a:rect b="b" l="l" r="r" t="t"/>
              <a:pathLst>
                <a:path extrusionOk="0" h="1518" w="3531">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7" name="Google Shape;21697;p96"/>
            <p:cNvSpPr/>
            <p:nvPr/>
          </p:nvSpPr>
          <p:spPr>
            <a:xfrm>
              <a:off x="1631435" y="3961037"/>
              <a:ext cx="56062" cy="10841"/>
            </a:xfrm>
            <a:custGeom>
              <a:rect b="b" l="l" r="r" t="t"/>
              <a:pathLst>
                <a:path extrusionOk="0" h="414" w="2141">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8" name="Google Shape;21698;p96"/>
            <p:cNvSpPr/>
            <p:nvPr/>
          </p:nvSpPr>
          <p:spPr>
            <a:xfrm>
              <a:off x="1632273" y="4001545"/>
              <a:ext cx="47971" cy="10998"/>
            </a:xfrm>
            <a:custGeom>
              <a:rect b="b" l="l" r="r" t="t"/>
              <a:pathLst>
                <a:path extrusionOk="0" h="420" w="1832">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9" name="Google Shape;21699;p96"/>
            <p:cNvSpPr/>
            <p:nvPr/>
          </p:nvSpPr>
          <p:spPr>
            <a:xfrm>
              <a:off x="1631435" y="4041975"/>
              <a:ext cx="43074" cy="10814"/>
            </a:xfrm>
            <a:custGeom>
              <a:rect b="b" l="l" r="r" t="t"/>
              <a:pathLst>
                <a:path extrusionOk="0" h="413" w="1645">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00" name="Google Shape;21700;p96"/>
          <p:cNvGrpSpPr/>
          <p:nvPr/>
        </p:nvGrpSpPr>
        <p:grpSpPr>
          <a:xfrm>
            <a:off x="3088566" y="3640847"/>
            <a:ext cx="373424" cy="359311"/>
            <a:chOff x="3115103" y="3791384"/>
            <a:chExt cx="373424" cy="359311"/>
          </a:xfrm>
        </p:grpSpPr>
        <p:sp>
          <p:nvSpPr>
            <p:cNvPr id="21701" name="Google Shape;21701;p96"/>
            <p:cNvSpPr/>
            <p:nvPr/>
          </p:nvSpPr>
          <p:spPr>
            <a:xfrm>
              <a:off x="3115103" y="3891908"/>
              <a:ext cx="159152" cy="180598"/>
            </a:xfrm>
            <a:custGeom>
              <a:rect b="b" l="l" r="r" t="t"/>
              <a:pathLst>
                <a:path extrusionOk="0" h="6897" w="6078">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2" name="Google Shape;21702;p96"/>
            <p:cNvSpPr/>
            <p:nvPr/>
          </p:nvSpPr>
          <p:spPr>
            <a:xfrm>
              <a:off x="3232517" y="3940586"/>
              <a:ext cx="45798" cy="40561"/>
            </a:xfrm>
            <a:custGeom>
              <a:rect b="b" l="l" r="r" t="t"/>
              <a:pathLst>
                <a:path extrusionOk="0" h="1549" w="1749">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3" name="Google Shape;21703;p96"/>
            <p:cNvSpPr/>
            <p:nvPr/>
          </p:nvSpPr>
          <p:spPr>
            <a:xfrm>
              <a:off x="3242493" y="3950956"/>
              <a:ext cx="43991" cy="43598"/>
            </a:xfrm>
            <a:custGeom>
              <a:rect b="b" l="l" r="r" t="t"/>
              <a:pathLst>
                <a:path extrusionOk="0" h="1665" w="168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4" name="Google Shape;21704;p96"/>
            <p:cNvSpPr/>
            <p:nvPr/>
          </p:nvSpPr>
          <p:spPr>
            <a:xfrm>
              <a:off x="3319948" y="3791384"/>
              <a:ext cx="168579" cy="141478"/>
            </a:xfrm>
            <a:custGeom>
              <a:rect b="b" l="l" r="r" t="t"/>
              <a:pathLst>
                <a:path extrusionOk="0" h="5403" w="6438">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5" name="Google Shape;21705;p96"/>
            <p:cNvSpPr/>
            <p:nvPr/>
          </p:nvSpPr>
          <p:spPr>
            <a:xfrm>
              <a:off x="3233747" y="3945614"/>
              <a:ext cx="213879" cy="205081"/>
            </a:xfrm>
            <a:custGeom>
              <a:rect b="b" l="l" r="r" t="t"/>
              <a:pathLst>
                <a:path extrusionOk="0" h="7832" w="8168">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6" name="Google Shape;21706;p96"/>
            <p:cNvSpPr/>
            <p:nvPr/>
          </p:nvSpPr>
          <p:spPr>
            <a:xfrm>
              <a:off x="3311438" y="4019272"/>
              <a:ext cx="136424" cy="131423"/>
            </a:xfrm>
            <a:custGeom>
              <a:rect b="b" l="l" r="r" t="t"/>
              <a:pathLst>
                <a:path extrusionOk="0" h="5019" w="521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7" name="Google Shape;21707;p96"/>
            <p:cNvSpPr/>
            <p:nvPr/>
          </p:nvSpPr>
          <p:spPr>
            <a:xfrm>
              <a:off x="3233747" y="3945614"/>
              <a:ext cx="164154" cy="156115"/>
            </a:xfrm>
            <a:custGeom>
              <a:rect b="b" l="l" r="r" t="t"/>
              <a:pathLst>
                <a:path extrusionOk="0" h="5962" w="6269">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8" name="Google Shape;21708;p96"/>
            <p:cNvSpPr/>
            <p:nvPr/>
          </p:nvSpPr>
          <p:spPr>
            <a:xfrm>
              <a:off x="3236261" y="3945509"/>
              <a:ext cx="151402" cy="146715"/>
            </a:xfrm>
            <a:custGeom>
              <a:rect b="b" l="l" r="r" t="t"/>
              <a:pathLst>
                <a:path extrusionOk="0" h="5603" w="5782">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9" name="Google Shape;21709;p96"/>
            <p:cNvSpPr/>
            <p:nvPr/>
          </p:nvSpPr>
          <p:spPr>
            <a:xfrm>
              <a:off x="3236261" y="3945509"/>
              <a:ext cx="151402" cy="146715"/>
            </a:xfrm>
            <a:custGeom>
              <a:rect b="b" l="l" r="r" t="t"/>
              <a:pathLst>
                <a:path extrusionOk="0" h="5603" w="5782">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0" name="Google Shape;21710;p96"/>
            <p:cNvSpPr/>
            <p:nvPr/>
          </p:nvSpPr>
          <p:spPr>
            <a:xfrm>
              <a:off x="3264488" y="3972558"/>
              <a:ext cx="87955" cy="87196"/>
            </a:xfrm>
            <a:custGeom>
              <a:rect b="b" l="l" r="r" t="t"/>
              <a:pathLst>
                <a:path extrusionOk="0" h="3330" w="3359">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1" name="Google Shape;21711;p96"/>
            <p:cNvSpPr/>
            <p:nvPr/>
          </p:nvSpPr>
          <p:spPr>
            <a:xfrm>
              <a:off x="3283473" y="3992668"/>
              <a:ext cx="36999" cy="34302"/>
            </a:xfrm>
            <a:custGeom>
              <a:rect b="b" l="l" r="r" t="t"/>
              <a:pathLst>
                <a:path extrusionOk="0" h="1310" w="1413">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2" name="Google Shape;21712;p96"/>
            <p:cNvSpPr/>
            <p:nvPr/>
          </p:nvSpPr>
          <p:spPr>
            <a:xfrm>
              <a:off x="3392140" y="3828174"/>
              <a:ext cx="43729" cy="43493"/>
            </a:xfrm>
            <a:custGeom>
              <a:rect b="b" l="l" r="r" t="t"/>
              <a:pathLst>
                <a:path extrusionOk="0" h="1661" w="167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3" name="Google Shape;21713;p96"/>
            <p:cNvSpPr/>
            <p:nvPr/>
          </p:nvSpPr>
          <p:spPr>
            <a:xfrm>
              <a:off x="3376141" y="3822649"/>
              <a:ext cx="75360" cy="54517"/>
            </a:xfrm>
            <a:custGeom>
              <a:rect b="b" l="l" r="r" t="t"/>
              <a:pathLst>
                <a:path extrusionOk="0" h="2082" w="2878">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4" name="Google Shape;21714;p96"/>
            <p:cNvSpPr/>
            <p:nvPr/>
          </p:nvSpPr>
          <p:spPr>
            <a:xfrm>
              <a:off x="3366165" y="3859230"/>
              <a:ext cx="40953" cy="36659"/>
            </a:xfrm>
            <a:custGeom>
              <a:rect b="b" l="l" r="r" t="t"/>
              <a:pathLst>
                <a:path extrusionOk="0" h="1400" w="1564">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15" name="Google Shape;21715;p96"/>
          <p:cNvGrpSpPr/>
          <p:nvPr/>
        </p:nvGrpSpPr>
        <p:grpSpPr>
          <a:xfrm>
            <a:off x="857316" y="3642104"/>
            <a:ext cx="378190" cy="357059"/>
            <a:chOff x="883853" y="3792641"/>
            <a:chExt cx="378190" cy="357059"/>
          </a:xfrm>
        </p:grpSpPr>
        <p:sp>
          <p:nvSpPr>
            <p:cNvPr id="21716" name="Google Shape;21716;p96"/>
            <p:cNvSpPr/>
            <p:nvPr/>
          </p:nvSpPr>
          <p:spPr>
            <a:xfrm>
              <a:off x="1012500" y="4093219"/>
              <a:ext cx="42734" cy="38989"/>
            </a:xfrm>
            <a:custGeom>
              <a:rect b="b" l="l" r="r" t="t"/>
              <a:pathLst>
                <a:path extrusionOk="0" h="1489" w="1632">
                  <a:moveTo>
                    <a:pt x="335" y="0"/>
                  </a:moveTo>
                  <a:lnTo>
                    <a:pt x="1" y="1488"/>
                  </a:lnTo>
                  <a:lnTo>
                    <a:pt x="1632" y="1488"/>
                  </a:lnTo>
                  <a:lnTo>
                    <a:pt x="1298"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7" name="Google Shape;21717;p96"/>
            <p:cNvSpPr/>
            <p:nvPr/>
          </p:nvSpPr>
          <p:spPr>
            <a:xfrm>
              <a:off x="983277" y="4128673"/>
              <a:ext cx="101205" cy="21027"/>
            </a:xfrm>
            <a:custGeom>
              <a:rect b="b" l="l" r="r" t="t"/>
              <a:pathLst>
                <a:path extrusionOk="0" h="803" w="3865">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8" name="Google Shape;21718;p96"/>
            <p:cNvSpPr/>
            <p:nvPr/>
          </p:nvSpPr>
          <p:spPr>
            <a:xfrm>
              <a:off x="883853" y="3900602"/>
              <a:ext cx="300054" cy="196126"/>
            </a:xfrm>
            <a:custGeom>
              <a:rect b="b" l="l" r="r" t="t"/>
              <a:pathLst>
                <a:path extrusionOk="0" h="7490" w="11459">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9" name="Google Shape;21719;p96"/>
            <p:cNvSpPr/>
            <p:nvPr/>
          </p:nvSpPr>
          <p:spPr>
            <a:xfrm>
              <a:off x="883853" y="4081462"/>
              <a:ext cx="300290" cy="15266"/>
            </a:xfrm>
            <a:custGeom>
              <a:rect b="b" l="l" r="r" t="t"/>
              <a:pathLst>
                <a:path extrusionOk="0" h="583" w="11468">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0" name="Google Shape;21720;p96"/>
            <p:cNvSpPr/>
            <p:nvPr/>
          </p:nvSpPr>
          <p:spPr>
            <a:xfrm>
              <a:off x="902837" y="3920843"/>
              <a:ext cx="262086" cy="145667"/>
            </a:xfrm>
            <a:custGeom>
              <a:rect b="b" l="l" r="r" t="t"/>
              <a:pathLst>
                <a:path extrusionOk="0" h="5563" w="10009">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1" name="Google Shape;21721;p96"/>
            <p:cNvSpPr/>
            <p:nvPr/>
          </p:nvSpPr>
          <p:spPr>
            <a:xfrm>
              <a:off x="902837" y="3920843"/>
              <a:ext cx="262086" cy="145667"/>
            </a:xfrm>
            <a:custGeom>
              <a:rect b="b" l="l" r="r" t="t"/>
              <a:pathLst>
                <a:path extrusionOk="0" h="5563" w="10009">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2" name="Google Shape;21722;p96"/>
            <p:cNvSpPr/>
            <p:nvPr/>
          </p:nvSpPr>
          <p:spPr>
            <a:xfrm>
              <a:off x="1013495" y="4076225"/>
              <a:ext cx="40744" cy="11024"/>
            </a:xfrm>
            <a:custGeom>
              <a:rect b="b" l="l" r="r" t="t"/>
              <a:pathLst>
                <a:path extrusionOk="0" h="421" w="1556">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3" name="Google Shape;21723;p96"/>
            <p:cNvSpPr/>
            <p:nvPr/>
          </p:nvSpPr>
          <p:spPr>
            <a:xfrm>
              <a:off x="1084456" y="3792641"/>
              <a:ext cx="177587" cy="149228"/>
            </a:xfrm>
            <a:custGeom>
              <a:rect b="b" l="l" r="r" t="t"/>
              <a:pathLst>
                <a:path extrusionOk="0" h="5699" w="6782">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4" name="Google Shape;21724;p96"/>
            <p:cNvSpPr/>
            <p:nvPr/>
          </p:nvSpPr>
          <p:spPr>
            <a:xfrm>
              <a:off x="1157800" y="3841633"/>
              <a:ext cx="21341" cy="52998"/>
            </a:xfrm>
            <a:custGeom>
              <a:rect b="b" l="l" r="r" t="t"/>
              <a:pathLst>
                <a:path extrusionOk="0" h="2024" w="815">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5" name="Google Shape;21725;p96"/>
            <p:cNvSpPr/>
            <p:nvPr/>
          </p:nvSpPr>
          <p:spPr>
            <a:xfrm>
              <a:off x="1157041" y="3886095"/>
              <a:ext cx="32338" cy="10814"/>
            </a:xfrm>
            <a:custGeom>
              <a:rect b="b" l="l" r="r" t="t"/>
              <a:pathLst>
                <a:path extrusionOk="0" h="413" w="1235">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6" name="Google Shape;21726;p96"/>
            <p:cNvSpPr/>
            <p:nvPr/>
          </p:nvSpPr>
          <p:spPr>
            <a:xfrm>
              <a:off x="1160628" y="3825058"/>
              <a:ext cx="18513" cy="15868"/>
            </a:xfrm>
            <a:custGeom>
              <a:rect b="b" l="l" r="r" t="t"/>
              <a:pathLst>
                <a:path extrusionOk="0" h="606" w="707">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7" name="Google Shape;21727;p96"/>
            <p:cNvSpPr/>
            <p:nvPr/>
          </p:nvSpPr>
          <p:spPr>
            <a:xfrm>
              <a:off x="976784" y="3861639"/>
              <a:ext cx="26997" cy="26997"/>
            </a:xfrm>
            <a:custGeom>
              <a:rect b="b" l="l" r="r" t="t"/>
              <a:pathLst>
                <a:path extrusionOk="0" h="1031" w="1031">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8" name="Google Shape;21728;p96"/>
            <p:cNvSpPr/>
            <p:nvPr/>
          </p:nvSpPr>
          <p:spPr>
            <a:xfrm>
              <a:off x="1063953" y="3861639"/>
              <a:ext cx="27023" cy="26997"/>
            </a:xfrm>
            <a:custGeom>
              <a:rect b="b" l="l" r="r" t="t"/>
              <a:pathLst>
                <a:path extrusionOk="0" h="1031" w="1032">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9" name="Google Shape;21729;p96"/>
            <p:cNvSpPr/>
            <p:nvPr/>
          </p:nvSpPr>
          <p:spPr>
            <a:xfrm>
              <a:off x="1013259" y="3901361"/>
              <a:ext cx="41241" cy="74208"/>
            </a:xfrm>
            <a:custGeom>
              <a:rect b="b" l="l" r="r" t="t"/>
              <a:pathLst>
                <a:path extrusionOk="0" h="2834" w="1575">
                  <a:moveTo>
                    <a:pt x="0" y="1"/>
                  </a:moveTo>
                  <a:lnTo>
                    <a:pt x="0" y="2157"/>
                  </a:lnTo>
                  <a:lnTo>
                    <a:pt x="783" y="2834"/>
                  </a:lnTo>
                  <a:lnTo>
                    <a:pt x="792" y="2834"/>
                  </a:lnTo>
                  <a:lnTo>
                    <a:pt x="1574" y="2157"/>
                  </a:lnTo>
                  <a:lnTo>
                    <a:pt x="1574" y="1"/>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0" name="Google Shape;21730;p96"/>
            <p:cNvSpPr/>
            <p:nvPr/>
          </p:nvSpPr>
          <p:spPr>
            <a:xfrm>
              <a:off x="928813" y="3947316"/>
              <a:ext cx="210108" cy="89710"/>
            </a:xfrm>
            <a:custGeom>
              <a:rect b="b" l="l" r="r" t="t"/>
              <a:pathLst>
                <a:path extrusionOk="0" h="3426" w="8024">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1" name="Google Shape;21731;p96"/>
            <p:cNvSpPr/>
            <p:nvPr/>
          </p:nvSpPr>
          <p:spPr>
            <a:xfrm>
              <a:off x="990269" y="3804686"/>
              <a:ext cx="87222" cy="120058"/>
            </a:xfrm>
            <a:custGeom>
              <a:rect b="b" l="l" r="r" t="t"/>
              <a:pathLst>
                <a:path extrusionOk="0" h="4585" w="3331">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2" name="Google Shape;21732;p96"/>
            <p:cNvSpPr/>
            <p:nvPr/>
          </p:nvSpPr>
          <p:spPr>
            <a:xfrm>
              <a:off x="990269" y="3804948"/>
              <a:ext cx="30008" cy="39487"/>
            </a:xfrm>
            <a:custGeom>
              <a:rect b="b" l="l" r="r" t="t"/>
              <a:pathLst>
                <a:path extrusionOk="0" h="1508" w="1146">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3" name="Google Shape;21733;p96"/>
            <p:cNvSpPr/>
            <p:nvPr/>
          </p:nvSpPr>
          <p:spPr>
            <a:xfrm>
              <a:off x="1020251" y="3804686"/>
              <a:ext cx="57240" cy="56979"/>
            </a:xfrm>
            <a:custGeom>
              <a:rect b="b" l="l" r="r" t="t"/>
              <a:pathLst>
                <a:path extrusionOk="0" h="2176" w="2186">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4" name="Google Shape;21734;p96"/>
            <p:cNvSpPr/>
            <p:nvPr/>
          </p:nvSpPr>
          <p:spPr>
            <a:xfrm>
              <a:off x="1023000" y="3858837"/>
              <a:ext cx="22598" cy="32312"/>
            </a:xfrm>
            <a:custGeom>
              <a:rect b="b" l="l" r="r" t="t"/>
              <a:pathLst>
                <a:path extrusionOk="0" h="1234" w="863">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5" name="Google Shape;21735;p96"/>
            <p:cNvSpPr/>
            <p:nvPr/>
          </p:nvSpPr>
          <p:spPr>
            <a:xfrm>
              <a:off x="1019256" y="3961822"/>
              <a:ext cx="29249" cy="75203"/>
            </a:xfrm>
            <a:custGeom>
              <a:rect b="b" l="l" r="r" t="t"/>
              <a:pathLst>
                <a:path extrusionOk="0" h="2872" w="1117">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6" name="Google Shape;21736;p96"/>
            <p:cNvSpPr/>
            <p:nvPr/>
          </p:nvSpPr>
          <p:spPr>
            <a:xfrm>
              <a:off x="1013259" y="3947316"/>
              <a:ext cx="20765" cy="39016"/>
            </a:xfrm>
            <a:custGeom>
              <a:rect b="b" l="l" r="r" t="t"/>
              <a:pathLst>
                <a:path extrusionOk="0" h="1490" w="793">
                  <a:moveTo>
                    <a:pt x="0" y="1"/>
                  </a:moveTo>
                  <a:lnTo>
                    <a:pt x="0" y="1489"/>
                  </a:lnTo>
                  <a:lnTo>
                    <a:pt x="792" y="554"/>
                  </a:lnTo>
                  <a:lnTo>
                    <a:pt x="0"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7" name="Google Shape;21737;p96"/>
            <p:cNvSpPr/>
            <p:nvPr/>
          </p:nvSpPr>
          <p:spPr>
            <a:xfrm>
              <a:off x="1033736" y="3947316"/>
              <a:ext cx="20765" cy="39016"/>
            </a:xfrm>
            <a:custGeom>
              <a:rect b="b" l="l" r="r" t="t"/>
              <a:pathLst>
                <a:path extrusionOk="0" h="1490" w="793">
                  <a:moveTo>
                    <a:pt x="792" y="1"/>
                  </a:moveTo>
                  <a:lnTo>
                    <a:pt x="1" y="554"/>
                  </a:lnTo>
                  <a:lnTo>
                    <a:pt x="792" y="1489"/>
                  </a:lnTo>
                  <a:lnTo>
                    <a:pt x="792"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8" name="Google Shape;21738;p96"/>
            <p:cNvSpPr/>
            <p:nvPr/>
          </p:nvSpPr>
          <p:spPr>
            <a:xfrm>
              <a:off x="928813" y="3947316"/>
              <a:ext cx="84473" cy="89710"/>
            </a:xfrm>
            <a:custGeom>
              <a:rect b="b" l="l" r="r" t="t"/>
              <a:pathLst>
                <a:path extrusionOk="0" h="3426" w="3226">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9" name="Google Shape;21739;p96"/>
            <p:cNvSpPr/>
            <p:nvPr/>
          </p:nvSpPr>
          <p:spPr>
            <a:xfrm>
              <a:off x="928813" y="3955826"/>
              <a:ext cx="58497" cy="81200"/>
            </a:xfrm>
            <a:custGeom>
              <a:rect b="b" l="l" r="r" t="t"/>
              <a:pathLst>
                <a:path extrusionOk="0" h="3101" w="2234">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0" name="Google Shape;21740;p96"/>
            <p:cNvSpPr/>
            <p:nvPr/>
          </p:nvSpPr>
          <p:spPr>
            <a:xfrm>
              <a:off x="1054474" y="3947316"/>
              <a:ext cx="84211" cy="89710"/>
            </a:xfrm>
            <a:custGeom>
              <a:rect b="b" l="l" r="r" t="t"/>
              <a:pathLst>
                <a:path extrusionOk="0" h="3426" w="3216">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1" name="Google Shape;21741;p96"/>
            <p:cNvSpPr/>
            <p:nvPr/>
          </p:nvSpPr>
          <p:spPr>
            <a:xfrm>
              <a:off x="1089955" y="3958811"/>
              <a:ext cx="48730" cy="78215"/>
            </a:xfrm>
            <a:custGeom>
              <a:rect b="b" l="l" r="r" t="t"/>
              <a:pathLst>
                <a:path extrusionOk="0" h="2987" w="1861">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42" name="Google Shape;21742;p96"/>
          <p:cNvGrpSpPr/>
          <p:nvPr/>
        </p:nvGrpSpPr>
        <p:grpSpPr>
          <a:xfrm>
            <a:off x="3907659" y="2334268"/>
            <a:ext cx="401207" cy="214036"/>
            <a:chOff x="3934196" y="2484805"/>
            <a:chExt cx="401207" cy="214036"/>
          </a:xfrm>
        </p:grpSpPr>
        <p:sp>
          <p:nvSpPr>
            <p:cNvPr id="21743" name="Google Shape;21743;p96"/>
            <p:cNvSpPr/>
            <p:nvPr/>
          </p:nvSpPr>
          <p:spPr>
            <a:xfrm>
              <a:off x="4120555" y="2484805"/>
              <a:ext cx="214848" cy="214036"/>
            </a:xfrm>
            <a:custGeom>
              <a:rect b="b" l="l" r="r" t="t"/>
              <a:pathLst>
                <a:path extrusionOk="0" h="8174" w="8205">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4" name="Google Shape;21744;p96"/>
            <p:cNvSpPr/>
            <p:nvPr/>
          </p:nvSpPr>
          <p:spPr>
            <a:xfrm>
              <a:off x="4120555" y="2522695"/>
              <a:ext cx="54727" cy="124195"/>
            </a:xfrm>
            <a:custGeom>
              <a:rect b="b" l="l" r="r" t="t"/>
              <a:pathLst>
                <a:path extrusionOk="0" h="4743" w="209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5" name="Google Shape;21745;p96"/>
            <p:cNvSpPr/>
            <p:nvPr/>
          </p:nvSpPr>
          <p:spPr>
            <a:xfrm>
              <a:off x="3934196" y="2488131"/>
              <a:ext cx="248548" cy="210475"/>
            </a:xfrm>
            <a:custGeom>
              <a:rect b="b" l="l" r="r" t="t"/>
              <a:pathLst>
                <a:path extrusionOk="0" h="8038" w="9492">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6" name="Google Shape;21746;p96"/>
            <p:cNvSpPr/>
            <p:nvPr/>
          </p:nvSpPr>
          <p:spPr>
            <a:xfrm>
              <a:off x="4005393" y="2538353"/>
              <a:ext cx="104269" cy="97618"/>
            </a:xfrm>
            <a:custGeom>
              <a:rect b="b" l="l" r="r" t="t"/>
              <a:pathLst>
                <a:path extrusionOk="0" h="3728" w="3982">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7" name="Google Shape;21747;p96"/>
            <p:cNvSpPr/>
            <p:nvPr/>
          </p:nvSpPr>
          <p:spPr>
            <a:xfrm>
              <a:off x="4182849" y="2537070"/>
              <a:ext cx="81174" cy="92381"/>
            </a:xfrm>
            <a:custGeom>
              <a:rect b="b" l="l" r="r" t="t"/>
              <a:pathLst>
                <a:path extrusionOk="0" h="3528" w="310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48" name="Google Shape;21748;p96"/>
          <p:cNvGrpSpPr/>
          <p:nvPr/>
        </p:nvGrpSpPr>
        <p:grpSpPr>
          <a:xfrm>
            <a:off x="3973357" y="1349659"/>
            <a:ext cx="342474" cy="359232"/>
            <a:chOff x="3999894" y="1500197"/>
            <a:chExt cx="342474" cy="359232"/>
          </a:xfrm>
        </p:grpSpPr>
        <p:sp>
          <p:nvSpPr>
            <p:cNvPr id="21749" name="Google Shape;21749;p96"/>
            <p:cNvSpPr/>
            <p:nvPr/>
          </p:nvSpPr>
          <p:spPr>
            <a:xfrm>
              <a:off x="4165279" y="1500197"/>
              <a:ext cx="177089" cy="149412"/>
            </a:xfrm>
            <a:custGeom>
              <a:rect b="b" l="l" r="r" t="t"/>
              <a:pathLst>
                <a:path extrusionOk="0" h="5706" w="6763">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0" name="Google Shape;21750;p96"/>
            <p:cNvSpPr/>
            <p:nvPr/>
          </p:nvSpPr>
          <p:spPr>
            <a:xfrm>
              <a:off x="4210238" y="1533871"/>
              <a:ext cx="82457" cy="71773"/>
            </a:xfrm>
            <a:custGeom>
              <a:rect b="b" l="l" r="r" t="t"/>
              <a:pathLst>
                <a:path extrusionOk="0" h="2741" w="3149">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1" name="Google Shape;21751;p96"/>
            <p:cNvSpPr/>
            <p:nvPr/>
          </p:nvSpPr>
          <p:spPr>
            <a:xfrm>
              <a:off x="4017883" y="1549477"/>
              <a:ext cx="292303" cy="292539"/>
            </a:xfrm>
            <a:custGeom>
              <a:rect b="b" l="l" r="r" t="t"/>
              <a:pathLst>
                <a:path extrusionOk="0" h="11172" w="11163">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2" name="Google Shape;21752;p96"/>
            <p:cNvSpPr/>
            <p:nvPr/>
          </p:nvSpPr>
          <p:spPr>
            <a:xfrm>
              <a:off x="4098324" y="1549713"/>
              <a:ext cx="211863" cy="211863"/>
            </a:xfrm>
            <a:custGeom>
              <a:rect b="b" l="l" r="r" t="t"/>
              <a:pathLst>
                <a:path extrusionOk="0" h="8091" w="8091">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3" name="Google Shape;21753;p96"/>
            <p:cNvSpPr/>
            <p:nvPr/>
          </p:nvSpPr>
          <p:spPr>
            <a:xfrm>
              <a:off x="3999894" y="1532300"/>
              <a:ext cx="130427" cy="129302"/>
            </a:xfrm>
            <a:custGeom>
              <a:rect b="b" l="l" r="r" t="t"/>
              <a:pathLst>
                <a:path extrusionOk="0" h="4938" w="4981">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4" name="Google Shape;21754;p96"/>
            <p:cNvSpPr/>
            <p:nvPr/>
          </p:nvSpPr>
          <p:spPr>
            <a:xfrm>
              <a:off x="4007907" y="1539736"/>
              <a:ext cx="122415" cy="121865"/>
            </a:xfrm>
            <a:custGeom>
              <a:rect b="b" l="l" r="r" t="t"/>
              <a:pathLst>
                <a:path extrusionOk="0" h="4654" w="4675">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5" name="Google Shape;21755;p96"/>
            <p:cNvSpPr/>
            <p:nvPr/>
          </p:nvSpPr>
          <p:spPr>
            <a:xfrm>
              <a:off x="4197748" y="1730153"/>
              <a:ext cx="130427" cy="129275"/>
            </a:xfrm>
            <a:custGeom>
              <a:rect b="b" l="l" r="r" t="t"/>
              <a:pathLst>
                <a:path extrusionOk="0" h="4937" w="4981">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6" name="Google Shape;21756;p96"/>
            <p:cNvSpPr/>
            <p:nvPr/>
          </p:nvSpPr>
          <p:spPr>
            <a:xfrm>
              <a:off x="4205499" y="1737328"/>
              <a:ext cx="122677" cy="122101"/>
            </a:xfrm>
            <a:custGeom>
              <a:rect b="b" l="l" r="r" t="t"/>
              <a:pathLst>
                <a:path extrusionOk="0" h="4663" w="4685">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7" name="Google Shape;21757;p96"/>
            <p:cNvSpPr/>
            <p:nvPr/>
          </p:nvSpPr>
          <p:spPr>
            <a:xfrm>
              <a:off x="4065854" y="1663879"/>
              <a:ext cx="86463" cy="32155"/>
            </a:xfrm>
            <a:custGeom>
              <a:rect b="b" l="l" r="r" t="t"/>
              <a:pathLst>
                <a:path extrusionOk="0" h="1228" w="3302">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8" name="Google Shape;21758;p96"/>
            <p:cNvSpPr/>
            <p:nvPr/>
          </p:nvSpPr>
          <p:spPr>
            <a:xfrm>
              <a:off x="4164519" y="1753301"/>
              <a:ext cx="90705" cy="51689"/>
            </a:xfrm>
            <a:custGeom>
              <a:rect b="b" l="l" r="r" t="t"/>
              <a:pathLst>
                <a:path extrusionOk="0" h="1974" w="3464">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59" name="Google Shape;21759;p96"/>
          <p:cNvGrpSpPr/>
          <p:nvPr/>
        </p:nvGrpSpPr>
        <p:grpSpPr>
          <a:xfrm>
            <a:off x="2207257" y="2731625"/>
            <a:ext cx="232601" cy="366747"/>
            <a:chOff x="2233795" y="2882162"/>
            <a:chExt cx="232601" cy="366747"/>
          </a:xfrm>
        </p:grpSpPr>
        <p:sp>
          <p:nvSpPr>
            <p:cNvPr id="21760" name="Google Shape;21760;p96"/>
            <p:cNvSpPr/>
            <p:nvPr/>
          </p:nvSpPr>
          <p:spPr>
            <a:xfrm>
              <a:off x="2350946" y="2946368"/>
              <a:ext cx="115188" cy="214979"/>
            </a:xfrm>
            <a:custGeom>
              <a:rect b="b" l="l" r="r" t="t"/>
              <a:pathLst>
                <a:path extrusionOk="0" h="8210" w="4399">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1" name="Google Shape;21761;p96"/>
            <p:cNvSpPr/>
            <p:nvPr/>
          </p:nvSpPr>
          <p:spPr>
            <a:xfrm>
              <a:off x="2379933" y="3052679"/>
              <a:ext cx="86463" cy="46583"/>
            </a:xfrm>
            <a:custGeom>
              <a:rect b="b" l="l" r="r" t="t"/>
              <a:pathLst>
                <a:path extrusionOk="0" h="1779" w="3302">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2" name="Google Shape;21762;p96"/>
            <p:cNvSpPr/>
            <p:nvPr/>
          </p:nvSpPr>
          <p:spPr>
            <a:xfrm>
              <a:off x="2369930" y="2946368"/>
              <a:ext cx="77220" cy="44750"/>
            </a:xfrm>
            <a:custGeom>
              <a:rect b="b" l="l" r="r" t="t"/>
              <a:pathLst>
                <a:path extrusionOk="0" h="1709" w="2949">
                  <a:moveTo>
                    <a:pt x="1" y="0"/>
                  </a:moveTo>
                  <a:lnTo>
                    <a:pt x="1" y="1708"/>
                  </a:lnTo>
                  <a:lnTo>
                    <a:pt x="2949" y="1708"/>
                  </a:lnTo>
                  <a:lnTo>
                    <a:pt x="2949"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3" name="Google Shape;21763;p96"/>
            <p:cNvSpPr/>
            <p:nvPr/>
          </p:nvSpPr>
          <p:spPr>
            <a:xfrm>
              <a:off x="2357440" y="2882162"/>
              <a:ext cx="102200" cy="67976"/>
            </a:xfrm>
            <a:custGeom>
              <a:rect b="b" l="l" r="r" t="t"/>
              <a:pathLst>
                <a:path extrusionOk="0" h="2596" w="3903">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4" name="Google Shape;21764;p96"/>
            <p:cNvSpPr/>
            <p:nvPr/>
          </p:nvSpPr>
          <p:spPr>
            <a:xfrm>
              <a:off x="2379671" y="3062787"/>
              <a:ext cx="29013" cy="60959"/>
            </a:xfrm>
            <a:custGeom>
              <a:rect b="b" l="l" r="r" t="t"/>
              <a:pathLst>
                <a:path extrusionOk="0" h="2328" w="1108">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5" name="Google Shape;21765;p96"/>
            <p:cNvSpPr/>
            <p:nvPr/>
          </p:nvSpPr>
          <p:spPr>
            <a:xfrm>
              <a:off x="2379671" y="3062787"/>
              <a:ext cx="16758" cy="60723"/>
            </a:xfrm>
            <a:custGeom>
              <a:rect b="b" l="l" r="r" t="t"/>
              <a:pathLst>
                <a:path extrusionOk="0" h="2319" w="64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6" name="Google Shape;21766;p96"/>
            <p:cNvSpPr/>
            <p:nvPr/>
          </p:nvSpPr>
          <p:spPr>
            <a:xfrm>
              <a:off x="2408658" y="3066034"/>
              <a:ext cx="29013" cy="57712"/>
            </a:xfrm>
            <a:custGeom>
              <a:rect b="b" l="l" r="r" t="t"/>
              <a:pathLst>
                <a:path extrusionOk="0" h="2204" w="1108">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7" name="Google Shape;21767;p96"/>
            <p:cNvSpPr/>
            <p:nvPr/>
          </p:nvSpPr>
          <p:spPr>
            <a:xfrm>
              <a:off x="2408658" y="3066034"/>
              <a:ext cx="17020" cy="57712"/>
            </a:xfrm>
            <a:custGeom>
              <a:rect b="b" l="l" r="r" t="t"/>
              <a:pathLst>
                <a:path extrusionOk="0" h="2204" w="65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8" name="Google Shape;21768;p96"/>
            <p:cNvSpPr/>
            <p:nvPr/>
          </p:nvSpPr>
          <p:spPr>
            <a:xfrm>
              <a:off x="2437383" y="3072030"/>
              <a:ext cx="28751" cy="51715"/>
            </a:xfrm>
            <a:custGeom>
              <a:rect b="b" l="l" r="r" t="t"/>
              <a:pathLst>
                <a:path extrusionOk="0" h="1975" w="1098">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9" name="Google Shape;21769;p96"/>
            <p:cNvSpPr/>
            <p:nvPr/>
          </p:nvSpPr>
          <p:spPr>
            <a:xfrm>
              <a:off x="2437383" y="3072266"/>
              <a:ext cx="17020" cy="51480"/>
            </a:xfrm>
            <a:custGeom>
              <a:rect b="b" l="l" r="r" t="t"/>
              <a:pathLst>
                <a:path extrusionOk="0" h="1966" w="65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0" name="Google Shape;21770;p96"/>
            <p:cNvSpPr/>
            <p:nvPr/>
          </p:nvSpPr>
          <p:spPr>
            <a:xfrm>
              <a:off x="2357440" y="2944614"/>
              <a:ext cx="102462" cy="28751"/>
            </a:xfrm>
            <a:custGeom>
              <a:rect b="b" l="l" r="r" t="t"/>
              <a:pathLst>
                <a:path extrusionOk="0" h="1098" w="3913">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1" name="Google Shape;21771;p96"/>
            <p:cNvSpPr/>
            <p:nvPr/>
          </p:nvSpPr>
          <p:spPr>
            <a:xfrm>
              <a:off x="2350946" y="3028301"/>
              <a:ext cx="76722" cy="58969"/>
            </a:xfrm>
            <a:custGeom>
              <a:rect b="b" l="l" r="r" t="t"/>
              <a:pathLst>
                <a:path extrusionOk="0" h="2252" w="293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2" name="Google Shape;21772;p96"/>
            <p:cNvSpPr/>
            <p:nvPr/>
          </p:nvSpPr>
          <p:spPr>
            <a:xfrm>
              <a:off x="2350946" y="3038539"/>
              <a:ext cx="66719" cy="38754"/>
            </a:xfrm>
            <a:custGeom>
              <a:rect b="b" l="l" r="r" t="t"/>
              <a:pathLst>
                <a:path extrusionOk="0" h="1480" w="2548">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3" name="Google Shape;21773;p96"/>
            <p:cNvSpPr/>
            <p:nvPr/>
          </p:nvSpPr>
          <p:spPr>
            <a:xfrm>
              <a:off x="2282499" y="3193921"/>
              <a:ext cx="166641" cy="54988"/>
            </a:xfrm>
            <a:custGeom>
              <a:rect b="b" l="l" r="r" t="t"/>
              <a:pathLst>
                <a:path extrusionOk="0" h="2100" w="6364">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4" name="Google Shape;21774;p96"/>
            <p:cNvSpPr/>
            <p:nvPr/>
          </p:nvSpPr>
          <p:spPr>
            <a:xfrm>
              <a:off x="2306248" y="3178681"/>
              <a:ext cx="119665" cy="30506"/>
            </a:xfrm>
            <a:custGeom>
              <a:rect b="b" l="l" r="r" t="t"/>
              <a:pathLst>
                <a:path extrusionOk="0" h="1165" w="457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5" name="Google Shape;21775;p96"/>
            <p:cNvSpPr/>
            <p:nvPr/>
          </p:nvSpPr>
          <p:spPr>
            <a:xfrm>
              <a:off x="2322719" y="3108296"/>
              <a:ext cx="11024" cy="59178"/>
            </a:xfrm>
            <a:custGeom>
              <a:rect b="b" l="l" r="r" t="t"/>
              <a:pathLst>
                <a:path extrusionOk="0" h="2260" w="421">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6" name="Google Shape;21776;p96"/>
            <p:cNvSpPr/>
            <p:nvPr/>
          </p:nvSpPr>
          <p:spPr>
            <a:xfrm>
              <a:off x="2264928" y="3128668"/>
              <a:ext cx="48573" cy="44803"/>
            </a:xfrm>
            <a:custGeom>
              <a:rect b="b" l="l" r="r" t="t"/>
              <a:pathLst>
                <a:path extrusionOk="0" h="1711" w="1855">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7" name="Google Shape;21777;p96"/>
            <p:cNvSpPr/>
            <p:nvPr/>
          </p:nvSpPr>
          <p:spPr>
            <a:xfrm>
              <a:off x="2233795" y="3181928"/>
              <a:ext cx="62713" cy="11024"/>
            </a:xfrm>
            <a:custGeom>
              <a:rect b="b" l="l" r="r" t="t"/>
              <a:pathLst>
                <a:path extrusionOk="0" h="421" w="2395">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78" name="Google Shape;21778;p96"/>
          <p:cNvGrpSpPr/>
          <p:nvPr/>
        </p:nvGrpSpPr>
        <p:grpSpPr>
          <a:xfrm>
            <a:off x="3497235" y="3253885"/>
            <a:ext cx="362008" cy="244175"/>
            <a:chOff x="3523772" y="3404422"/>
            <a:chExt cx="362008" cy="244175"/>
          </a:xfrm>
        </p:grpSpPr>
        <p:sp>
          <p:nvSpPr>
            <p:cNvPr id="21779" name="Google Shape;21779;p96"/>
            <p:cNvSpPr/>
            <p:nvPr/>
          </p:nvSpPr>
          <p:spPr>
            <a:xfrm>
              <a:off x="3566244" y="3404579"/>
              <a:ext cx="122677" cy="233256"/>
            </a:xfrm>
            <a:custGeom>
              <a:rect b="b" l="l" r="r" t="t"/>
              <a:pathLst>
                <a:path extrusionOk="0" h="8908" w="4685">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0" name="Google Shape;21780;p96"/>
            <p:cNvSpPr/>
            <p:nvPr/>
          </p:nvSpPr>
          <p:spPr>
            <a:xfrm>
              <a:off x="3566244" y="3511179"/>
              <a:ext cx="78476" cy="126657"/>
            </a:xfrm>
            <a:custGeom>
              <a:rect b="b" l="l" r="r" t="t"/>
              <a:pathLst>
                <a:path extrusionOk="0" h="4837" w="2997">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1" name="Google Shape;21781;p96"/>
            <p:cNvSpPr/>
            <p:nvPr/>
          </p:nvSpPr>
          <p:spPr>
            <a:xfrm>
              <a:off x="3586852" y="3414504"/>
              <a:ext cx="11390" cy="95759"/>
            </a:xfrm>
            <a:custGeom>
              <a:rect b="b" l="l" r="r" t="t"/>
              <a:pathLst>
                <a:path extrusionOk="0" h="3657" w="435">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2" name="Google Shape;21782;p96"/>
            <p:cNvSpPr/>
            <p:nvPr/>
          </p:nvSpPr>
          <p:spPr>
            <a:xfrm>
              <a:off x="3622202" y="3405758"/>
              <a:ext cx="11521" cy="103928"/>
            </a:xfrm>
            <a:custGeom>
              <a:rect b="b" l="l" r="r" t="t"/>
              <a:pathLst>
                <a:path extrusionOk="0" h="3969" w="44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3" name="Google Shape;21783;p96"/>
            <p:cNvSpPr/>
            <p:nvPr/>
          </p:nvSpPr>
          <p:spPr>
            <a:xfrm>
              <a:off x="3654174" y="3420002"/>
              <a:ext cx="11024" cy="89317"/>
            </a:xfrm>
            <a:custGeom>
              <a:rect b="b" l="l" r="r" t="t"/>
              <a:pathLst>
                <a:path extrusionOk="0" h="3411" w="421">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4" name="Google Shape;21784;p96"/>
            <p:cNvSpPr/>
            <p:nvPr/>
          </p:nvSpPr>
          <p:spPr>
            <a:xfrm>
              <a:off x="3523772" y="3493320"/>
              <a:ext cx="90469" cy="144515"/>
            </a:xfrm>
            <a:custGeom>
              <a:rect b="b" l="l" r="r" t="t"/>
              <a:pathLst>
                <a:path extrusionOk="0" h="5519" w="3455">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5" name="Google Shape;21785;p96"/>
            <p:cNvSpPr/>
            <p:nvPr/>
          </p:nvSpPr>
          <p:spPr>
            <a:xfrm>
              <a:off x="3557263" y="3624324"/>
              <a:ext cx="140404" cy="24273"/>
            </a:xfrm>
            <a:custGeom>
              <a:rect b="b" l="l" r="r" t="t"/>
              <a:pathLst>
                <a:path extrusionOk="0" h="927" w="5362">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6" name="Google Shape;21786;p96"/>
            <p:cNvSpPr/>
            <p:nvPr/>
          </p:nvSpPr>
          <p:spPr>
            <a:xfrm>
              <a:off x="3720631" y="3404422"/>
              <a:ext cx="122677" cy="233413"/>
            </a:xfrm>
            <a:custGeom>
              <a:rect b="b" l="l" r="r" t="t"/>
              <a:pathLst>
                <a:path extrusionOk="0" h="8914" w="4685">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7" name="Google Shape;21787;p96"/>
            <p:cNvSpPr/>
            <p:nvPr/>
          </p:nvSpPr>
          <p:spPr>
            <a:xfrm>
              <a:off x="3764831" y="3511179"/>
              <a:ext cx="78476" cy="126657"/>
            </a:xfrm>
            <a:custGeom>
              <a:rect b="b" l="l" r="r" t="t"/>
              <a:pathLst>
                <a:path extrusionOk="0" h="4837" w="2997">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8" name="Google Shape;21788;p96"/>
            <p:cNvSpPr/>
            <p:nvPr/>
          </p:nvSpPr>
          <p:spPr>
            <a:xfrm>
              <a:off x="3811546" y="3414504"/>
              <a:ext cx="10762" cy="94764"/>
            </a:xfrm>
            <a:custGeom>
              <a:rect b="b" l="l" r="r" t="t"/>
              <a:pathLst>
                <a:path extrusionOk="0" h="3619" w="411">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9" name="Google Shape;21789;p96"/>
            <p:cNvSpPr/>
            <p:nvPr/>
          </p:nvSpPr>
          <p:spPr>
            <a:xfrm>
              <a:off x="3776091" y="3472372"/>
              <a:ext cx="11260" cy="37340"/>
            </a:xfrm>
            <a:custGeom>
              <a:rect b="b" l="l" r="r" t="t"/>
              <a:pathLst>
                <a:path extrusionOk="0" h="1426" w="43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0" name="Google Shape;21790;p96"/>
            <p:cNvSpPr/>
            <p:nvPr/>
          </p:nvSpPr>
          <p:spPr>
            <a:xfrm>
              <a:off x="3744355" y="3420238"/>
              <a:ext cx="10762" cy="89265"/>
            </a:xfrm>
            <a:custGeom>
              <a:rect b="b" l="l" r="r" t="t"/>
              <a:pathLst>
                <a:path extrusionOk="0" h="3409" w="411">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1" name="Google Shape;21791;p96"/>
            <p:cNvSpPr/>
            <p:nvPr/>
          </p:nvSpPr>
          <p:spPr>
            <a:xfrm>
              <a:off x="3795311" y="3493320"/>
              <a:ext cx="90469" cy="144515"/>
            </a:xfrm>
            <a:custGeom>
              <a:rect b="b" l="l" r="r" t="t"/>
              <a:pathLst>
                <a:path extrusionOk="0" h="5519" w="3455">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2" name="Google Shape;21792;p96"/>
            <p:cNvSpPr/>
            <p:nvPr/>
          </p:nvSpPr>
          <p:spPr>
            <a:xfrm>
              <a:off x="3711624" y="3624324"/>
              <a:ext cx="140666" cy="24273"/>
            </a:xfrm>
            <a:custGeom>
              <a:rect b="b" l="l" r="r" t="t"/>
              <a:pathLst>
                <a:path extrusionOk="0" h="927" w="5372">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3" name="Google Shape;21793;p96"/>
            <p:cNvSpPr/>
            <p:nvPr/>
          </p:nvSpPr>
          <p:spPr>
            <a:xfrm>
              <a:off x="3776327" y="3405758"/>
              <a:ext cx="10762" cy="56795"/>
            </a:xfrm>
            <a:custGeom>
              <a:rect b="b" l="l" r="r" t="t"/>
              <a:pathLst>
                <a:path extrusionOk="0" h="2169" w="411">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94" name="Google Shape;21794;p96"/>
          <p:cNvGrpSpPr/>
          <p:nvPr/>
        </p:nvGrpSpPr>
        <p:grpSpPr>
          <a:xfrm>
            <a:off x="3504488" y="1826776"/>
            <a:ext cx="359232" cy="327836"/>
            <a:chOff x="3531026" y="1977314"/>
            <a:chExt cx="359232" cy="327836"/>
          </a:xfrm>
        </p:grpSpPr>
        <p:sp>
          <p:nvSpPr>
            <p:cNvPr id="21795" name="Google Shape;21795;p96"/>
            <p:cNvSpPr/>
            <p:nvPr/>
          </p:nvSpPr>
          <p:spPr>
            <a:xfrm>
              <a:off x="3668156" y="1977314"/>
              <a:ext cx="96806" cy="92590"/>
            </a:xfrm>
            <a:custGeom>
              <a:rect b="b" l="l" r="r" t="t"/>
              <a:pathLst>
                <a:path extrusionOk="0" h="3536" w="3697">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6" name="Google Shape;21796;p96"/>
            <p:cNvSpPr/>
            <p:nvPr/>
          </p:nvSpPr>
          <p:spPr>
            <a:xfrm>
              <a:off x="3692901" y="2005960"/>
              <a:ext cx="40744" cy="35140"/>
            </a:xfrm>
            <a:custGeom>
              <a:rect b="b" l="l" r="r" t="t"/>
              <a:pathLst>
                <a:path extrusionOk="0" h="1342" w="1556">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7" name="Google Shape;21797;p96"/>
            <p:cNvSpPr/>
            <p:nvPr/>
          </p:nvSpPr>
          <p:spPr>
            <a:xfrm>
              <a:off x="3531026" y="2088286"/>
              <a:ext cx="276068" cy="216864"/>
            </a:xfrm>
            <a:custGeom>
              <a:rect b="b" l="l" r="r" t="t"/>
              <a:pathLst>
                <a:path extrusionOk="0" h="8282" w="10543">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8" name="Google Shape;21798;p96"/>
            <p:cNvSpPr/>
            <p:nvPr/>
          </p:nvSpPr>
          <p:spPr>
            <a:xfrm>
              <a:off x="3743360" y="2124264"/>
              <a:ext cx="63472" cy="51742"/>
            </a:xfrm>
            <a:custGeom>
              <a:rect b="b" l="l" r="r" t="t"/>
              <a:pathLst>
                <a:path extrusionOk="0" h="1976" w="2424">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9" name="Google Shape;21799;p96"/>
            <p:cNvSpPr/>
            <p:nvPr/>
          </p:nvSpPr>
          <p:spPr>
            <a:xfrm>
              <a:off x="3531026" y="2193471"/>
              <a:ext cx="276068" cy="111443"/>
            </a:xfrm>
            <a:custGeom>
              <a:rect b="b" l="l" r="r" t="t"/>
              <a:pathLst>
                <a:path extrusionOk="0" h="4256" w="10543">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0" name="Google Shape;21800;p96"/>
            <p:cNvSpPr/>
            <p:nvPr/>
          </p:nvSpPr>
          <p:spPr>
            <a:xfrm>
              <a:off x="3531785" y="2179462"/>
              <a:ext cx="298535" cy="125688"/>
            </a:xfrm>
            <a:custGeom>
              <a:rect b="b" l="l" r="r" t="t"/>
              <a:pathLst>
                <a:path extrusionOk="0" h="4800" w="11401">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1" name="Google Shape;21801;p96"/>
            <p:cNvSpPr/>
            <p:nvPr/>
          </p:nvSpPr>
          <p:spPr>
            <a:xfrm>
              <a:off x="3531785" y="2282893"/>
              <a:ext cx="279551" cy="22257"/>
            </a:xfrm>
            <a:custGeom>
              <a:rect b="b" l="l" r="r" t="t"/>
              <a:pathLst>
                <a:path extrusionOk="0" h="850" w="10676">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2" name="Google Shape;21802;p96"/>
            <p:cNvSpPr/>
            <p:nvPr/>
          </p:nvSpPr>
          <p:spPr>
            <a:xfrm>
              <a:off x="3740846" y="2015596"/>
              <a:ext cx="149412" cy="149176"/>
            </a:xfrm>
            <a:custGeom>
              <a:rect b="b" l="l" r="r" t="t"/>
              <a:pathLst>
                <a:path extrusionOk="0" h="5697" w="5706">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3" name="Google Shape;21803;p96"/>
            <p:cNvSpPr/>
            <p:nvPr/>
          </p:nvSpPr>
          <p:spPr>
            <a:xfrm>
              <a:off x="3789576" y="2070532"/>
              <a:ext cx="45221" cy="38780"/>
            </a:xfrm>
            <a:custGeom>
              <a:rect b="b" l="l" r="r" t="t"/>
              <a:pathLst>
                <a:path extrusionOk="0" h="1481" w="1727">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4" name="Google Shape;21804;p96"/>
            <p:cNvSpPr/>
            <p:nvPr/>
          </p:nvSpPr>
          <p:spPr>
            <a:xfrm>
              <a:off x="3531026" y="2088286"/>
              <a:ext cx="111679" cy="36004"/>
            </a:xfrm>
            <a:custGeom>
              <a:rect b="b" l="l" r="r" t="t"/>
              <a:pathLst>
                <a:path extrusionOk="0" h="1375" w="4265">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05" name="Google Shape;21805;p96"/>
          <p:cNvGrpSpPr/>
          <p:nvPr/>
        </p:nvGrpSpPr>
        <p:grpSpPr>
          <a:xfrm>
            <a:off x="3096814" y="1349738"/>
            <a:ext cx="296781" cy="359232"/>
            <a:chOff x="3123351" y="1500275"/>
            <a:chExt cx="296781" cy="359232"/>
          </a:xfrm>
        </p:grpSpPr>
        <p:sp>
          <p:nvSpPr>
            <p:cNvPr id="21806" name="Google Shape;21806;p96"/>
            <p:cNvSpPr/>
            <p:nvPr/>
          </p:nvSpPr>
          <p:spPr>
            <a:xfrm>
              <a:off x="3123351" y="1562700"/>
              <a:ext cx="296781" cy="296545"/>
            </a:xfrm>
            <a:custGeom>
              <a:rect b="b" l="l" r="r" t="t"/>
              <a:pathLst>
                <a:path extrusionOk="0" h="11325" w="11334">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7" name="Google Shape;21807;p96"/>
            <p:cNvSpPr/>
            <p:nvPr/>
          </p:nvSpPr>
          <p:spPr>
            <a:xfrm>
              <a:off x="3276979" y="1562465"/>
              <a:ext cx="99189" cy="33569"/>
            </a:xfrm>
            <a:custGeom>
              <a:rect b="b" l="l" r="r" t="t"/>
              <a:pathLst>
                <a:path extrusionOk="0" h="1282" w="3788">
                  <a:moveTo>
                    <a:pt x="0" y="0"/>
                  </a:moveTo>
                  <a:cubicBezTo>
                    <a:pt x="344" y="854"/>
                    <a:pt x="1119" y="1281"/>
                    <a:pt x="1894" y="1281"/>
                  </a:cubicBezTo>
                  <a:cubicBezTo>
                    <a:pt x="2669" y="1281"/>
                    <a:pt x="3444" y="854"/>
                    <a:pt x="3788"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8" name="Google Shape;21808;p96"/>
            <p:cNvSpPr/>
            <p:nvPr/>
          </p:nvSpPr>
          <p:spPr>
            <a:xfrm>
              <a:off x="3130081" y="1800277"/>
              <a:ext cx="75963" cy="59230"/>
            </a:xfrm>
            <a:custGeom>
              <a:rect b="b" l="l" r="r" t="t"/>
              <a:pathLst>
                <a:path extrusionOk="0" h="2262" w="2901">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9" name="Google Shape;21809;p96"/>
            <p:cNvSpPr/>
            <p:nvPr/>
          </p:nvSpPr>
          <p:spPr>
            <a:xfrm>
              <a:off x="3170799" y="1562465"/>
              <a:ext cx="249334" cy="296781"/>
            </a:xfrm>
            <a:custGeom>
              <a:rect b="b" l="l" r="r" t="t"/>
              <a:pathLst>
                <a:path extrusionOk="0" h="11334" w="9522">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0" name="Google Shape;21810;p96"/>
            <p:cNvSpPr/>
            <p:nvPr/>
          </p:nvSpPr>
          <p:spPr>
            <a:xfrm>
              <a:off x="3123351" y="1793285"/>
              <a:ext cx="64206" cy="66222"/>
            </a:xfrm>
            <a:custGeom>
              <a:rect b="b" l="l" r="r" t="t"/>
              <a:pathLst>
                <a:path extrusionOk="0" h="2529" w="2452">
                  <a:moveTo>
                    <a:pt x="0" y="0"/>
                  </a:moveTo>
                  <a:lnTo>
                    <a:pt x="2452" y="2528"/>
                  </a:lnTo>
                  <a:lnTo>
                    <a:pt x="2452" y="220"/>
                  </a:lnTo>
                  <a:cubicBezTo>
                    <a:pt x="2452" y="96"/>
                    <a:pt x="2347" y="0"/>
                    <a:pt x="222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1" name="Google Shape;21811;p96"/>
            <p:cNvSpPr/>
            <p:nvPr/>
          </p:nvSpPr>
          <p:spPr>
            <a:xfrm>
              <a:off x="3251998" y="1787787"/>
              <a:ext cx="131658" cy="11024"/>
            </a:xfrm>
            <a:custGeom>
              <a:rect b="b" l="l" r="r" t="t"/>
              <a:pathLst>
                <a:path extrusionOk="0" h="421" w="5028">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2" name="Google Shape;21812;p96"/>
            <p:cNvSpPr/>
            <p:nvPr/>
          </p:nvSpPr>
          <p:spPr>
            <a:xfrm>
              <a:off x="3259304" y="1537432"/>
              <a:ext cx="74234" cy="70516"/>
            </a:xfrm>
            <a:custGeom>
              <a:rect b="b" l="l" r="r" t="t"/>
              <a:pathLst>
                <a:path extrusionOk="0" h="2693" w="2835">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3" name="Google Shape;21813;p96"/>
            <p:cNvSpPr/>
            <p:nvPr/>
          </p:nvSpPr>
          <p:spPr>
            <a:xfrm>
              <a:off x="3283970" y="1500275"/>
              <a:ext cx="84944" cy="84944"/>
            </a:xfrm>
            <a:custGeom>
              <a:rect b="b" l="l" r="r" t="t"/>
              <a:pathLst>
                <a:path extrusionOk="0" h="3244" w="3244">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4" name="Google Shape;21814;p96"/>
            <p:cNvSpPr/>
            <p:nvPr/>
          </p:nvSpPr>
          <p:spPr>
            <a:xfrm>
              <a:off x="3185803" y="1633662"/>
              <a:ext cx="171878" cy="19743"/>
            </a:xfrm>
            <a:custGeom>
              <a:rect b="b" l="l" r="r" t="t"/>
              <a:pathLst>
                <a:path extrusionOk="0" h="754" w="6564">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5" name="Google Shape;21815;p96"/>
            <p:cNvSpPr/>
            <p:nvPr/>
          </p:nvSpPr>
          <p:spPr>
            <a:xfrm>
              <a:off x="3179047" y="1674851"/>
              <a:ext cx="186463" cy="10814"/>
            </a:xfrm>
            <a:custGeom>
              <a:rect b="b" l="l" r="r" t="t"/>
              <a:pathLst>
                <a:path extrusionOk="0" h="413" w="7121">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6" name="Google Shape;21816;p96"/>
            <p:cNvSpPr/>
            <p:nvPr/>
          </p:nvSpPr>
          <p:spPr>
            <a:xfrm>
              <a:off x="3179047" y="1701847"/>
              <a:ext cx="185390" cy="10762"/>
            </a:xfrm>
            <a:custGeom>
              <a:rect b="b" l="l" r="r" t="t"/>
              <a:pathLst>
                <a:path extrusionOk="0" h="411" w="708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17" name="Google Shape;21817;p96"/>
          <p:cNvGrpSpPr/>
          <p:nvPr/>
        </p:nvGrpSpPr>
        <p:grpSpPr>
          <a:xfrm>
            <a:off x="2632920" y="1349738"/>
            <a:ext cx="332261" cy="359232"/>
            <a:chOff x="2659458" y="1500275"/>
            <a:chExt cx="332261" cy="359232"/>
          </a:xfrm>
        </p:grpSpPr>
        <p:sp>
          <p:nvSpPr>
            <p:cNvPr id="21818" name="Google Shape;21818;p96"/>
            <p:cNvSpPr/>
            <p:nvPr/>
          </p:nvSpPr>
          <p:spPr>
            <a:xfrm>
              <a:off x="2957234" y="1800015"/>
              <a:ext cx="34486" cy="59361"/>
            </a:xfrm>
            <a:custGeom>
              <a:rect b="b" l="l" r="r" t="t"/>
              <a:pathLst>
                <a:path extrusionOk="0" h="2267" w="1317">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9" name="Google Shape;21819;p96"/>
            <p:cNvSpPr/>
            <p:nvPr/>
          </p:nvSpPr>
          <p:spPr>
            <a:xfrm>
              <a:off x="2974463" y="1800015"/>
              <a:ext cx="17256" cy="59492"/>
            </a:xfrm>
            <a:custGeom>
              <a:rect b="b" l="l" r="r" t="t"/>
              <a:pathLst>
                <a:path extrusionOk="0" h="2272" w="659">
                  <a:moveTo>
                    <a:pt x="0" y="1"/>
                  </a:moveTo>
                  <a:lnTo>
                    <a:pt x="0" y="2271"/>
                  </a:lnTo>
                  <a:cubicBezTo>
                    <a:pt x="201" y="2262"/>
                    <a:pt x="382" y="2109"/>
                    <a:pt x="411" y="1909"/>
                  </a:cubicBezTo>
                  <a:lnTo>
                    <a:pt x="659" y="1"/>
                  </a:ln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0" name="Google Shape;21820;p96"/>
            <p:cNvSpPr/>
            <p:nvPr/>
          </p:nvSpPr>
          <p:spPr>
            <a:xfrm>
              <a:off x="2659458" y="1500275"/>
              <a:ext cx="266066" cy="358970"/>
            </a:xfrm>
            <a:custGeom>
              <a:rect b="b" l="l" r="r" t="t"/>
              <a:pathLst>
                <a:path extrusionOk="0" h="13709" w="10161">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1" name="Google Shape;21821;p96"/>
            <p:cNvSpPr/>
            <p:nvPr/>
          </p:nvSpPr>
          <p:spPr>
            <a:xfrm>
              <a:off x="2659458" y="1500275"/>
              <a:ext cx="92459" cy="92197"/>
            </a:xfrm>
            <a:custGeom>
              <a:rect b="b" l="l" r="r" t="t"/>
              <a:pathLst>
                <a:path extrusionOk="0" h="3521" w="3531">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2" name="Google Shape;21822;p96"/>
            <p:cNvSpPr/>
            <p:nvPr/>
          </p:nvSpPr>
          <p:spPr>
            <a:xfrm>
              <a:off x="2659458" y="1500275"/>
              <a:ext cx="266066" cy="358970"/>
            </a:xfrm>
            <a:custGeom>
              <a:rect b="b" l="l" r="r" t="t"/>
              <a:pathLst>
                <a:path extrusionOk="0" h="13709" w="10161">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3" name="Google Shape;21823;p96"/>
            <p:cNvSpPr/>
            <p:nvPr/>
          </p:nvSpPr>
          <p:spPr>
            <a:xfrm>
              <a:off x="2659458" y="1500275"/>
              <a:ext cx="79471" cy="79445"/>
            </a:xfrm>
            <a:custGeom>
              <a:rect b="b" l="l" r="r" t="t"/>
              <a:pathLst>
                <a:path extrusionOk="0" h="3034" w="3035">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4" name="Google Shape;21824;p96"/>
            <p:cNvSpPr/>
            <p:nvPr/>
          </p:nvSpPr>
          <p:spPr>
            <a:xfrm>
              <a:off x="2710414" y="1744817"/>
              <a:ext cx="164154" cy="11024"/>
            </a:xfrm>
            <a:custGeom>
              <a:rect b="b" l="l" r="r" t="t"/>
              <a:pathLst>
                <a:path extrusionOk="0" h="421" w="6269">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5" name="Google Shape;21825;p96"/>
            <p:cNvSpPr/>
            <p:nvPr/>
          </p:nvSpPr>
          <p:spPr>
            <a:xfrm>
              <a:off x="2785853" y="1811013"/>
              <a:ext cx="88715" cy="11024"/>
            </a:xfrm>
            <a:custGeom>
              <a:rect b="b" l="l" r="r" t="t"/>
              <a:pathLst>
                <a:path extrusionOk="0" h="421" w="3388">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6" name="Google Shape;21826;p96"/>
            <p:cNvSpPr/>
            <p:nvPr/>
          </p:nvSpPr>
          <p:spPr>
            <a:xfrm>
              <a:off x="2710414" y="1717349"/>
              <a:ext cx="164154" cy="10998"/>
            </a:xfrm>
            <a:custGeom>
              <a:rect b="b" l="l" r="r" t="t"/>
              <a:pathLst>
                <a:path extrusionOk="0" h="420" w="6269">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7" name="Google Shape;21827;p96"/>
            <p:cNvSpPr/>
            <p:nvPr/>
          </p:nvSpPr>
          <p:spPr>
            <a:xfrm>
              <a:off x="2710414" y="1689855"/>
              <a:ext cx="164154" cy="11024"/>
            </a:xfrm>
            <a:custGeom>
              <a:rect b="b" l="l" r="r" t="t"/>
              <a:pathLst>
                <a:path extrusionOk="0" h="421" w="6269">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8" name="Google Shape;21828;p96"/>
            <p:cNvSpPr/>
            <p:nvPr/>
          </p:nvSpPr>
          <p:spPr>
            <a:xfrm>
              <a:off x="2709576" y="1662360"/>
              <a:ext cx="165830" cy="11050"/>
            </a:xfrm>
            <a:custGeom>
              <a:rect b="b" l="l" r="r" t="t"/>
              <a:pathLst>
                <a:path extrusionOk="0" h="422" w="6333">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9" name="Google Shape;21829;p96"/>
            <p:cNvSpPr/>
            <p:nvPr/>
          </p:nvSpPr>
          <p:spPr>
            <a:xfrm>
              <a:off x="2774515" y="1581423"/>
              <a:ext cx="23357" cy="62242"/>
            </a:xfrm>
            <a:custGeom>
              <a:rect b="b" l="l" r="r" t="t"/>
              <a:pathLst>
                <a:path extrusionOk="0" h="2377" w="892">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0" name="Google Shape;21830;p96"/>
            <p:cNvSpPr/>
            <p:nvPr/>
          </p:nvSpPr>
          <p:spPr>
            <a:xfrm>
              <a:off x="2773782" y="1635364"/>
              <a:ext cx="37183" cy="10814"/>
            </a:xfrm>
            <a:custGeom>
              <a:rect b="b" l="l" r="r" t="t"/>
              <a:pathLst>
                <a:path extrusionOk="0" h="413" w="142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1" name="Google Shape;21831;p96"/>
            <p:cNvSpPr/>
            <p:nvPr/>
          </p:nvSpPr>
          <p:spPr>
            <a:xfrm>
              <a:off x="2777866" y="1561103"/>
              <a:ext cx="20005" cy="17125"/>
            </a:xfrm>
            <a:custGeom>
              <a:rect b="b" l="l" r="r" t="t"/>
              <a:pathLst>
                <a:path extrusionOk="0" h="654" w="764">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2" name="Google Shape;21832;p96"/>
            <p:cNvSpPr/>
            <p:nvPr/>
          </p:nvSpPr>
          <p:spPr>
            <a:xfrm>
              <a:off x="2957234" y="1582941"/>
              <a:ext cx="34486" cy="229852"/>
            </a:xfrm>
            <a:custGeom>
              <a:rect b="b" l="l" r="r" t="t"/>
              <a:pathLst>
                <a:path extrusionOk="0" h="8778" w="1317">
                  <a:moveTo>
                    <a:pt x="0" y="1"/>
                  </a:moveTo>
                  <a:lnTo>
                    <a:pt x="0" y="8777"/>
                  </a:lnTo>
                  <a:lnTo>
                    <a:pt x="1317" y="8777"/>
                  </a:lnTo>
                  <a:lnTo>
                    <a:pt x="1317"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3" name="Google Shape;21833;p96"/>
            <p:cNvSpPr/>
            <p:nvPr/>
          </p:nvSpPr>
          <p:spPr>
            <a:xfrm>
              <a:off x="2974463" y="1582941"/>
              <a:ext cx="17256" cy="229852"/>
            </a:xfrm>
            <a:custGeom>
              <a:rect b="b" l="l" r="r" t="t"/>
              <a:pathLst>
                <a:path extrusionOk="0" h="8778" w="659">
                  <a:moveTo>
                    <a:pt x="0" y="1"/>
                  </a:moveTo>
                  <a:lnTo>
                    <a:pt x="0" y="8777"/>
                  </a:lnTo>
                  <a:lnTo>
                    <a:pt x="659" y="8777"/>
                  </a:lnTo>
                  <a:lnTo>
                    <a:pt x="659" y="1"/>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4" name="Google Shape;21834;p96"/>
            <p:cNvSpPr/>
            <p:nvPr/>
          </p:nvSpPr>
          <p:spPr>
            <a:xfrm>
              <a:off x="2957234" y="1550210"/>
              <a:ext cx="34486" cy="40246"/>
            </a:xfrm>
            <a:custGeom>
              <a:rect b="b" l="l" r="r" t="t"/>
              <a:pathLst>
                <a:path extrusionOk="0" h="1537" w="1317">
                  <a:moveTo>
                    <a:pt x="0" y="1"/>
                  </a:moveTo>
                  <a:lnTo>
                    <a:pt x="0" y="1537"/>
                  </a:lnTo>
                  <a:lnTo>
                    <a:pt x="1317" y="1537"/>
                  </a:lnTo>
                  <a:lnTo>
                    <a:pt x="1317"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5" name="Google Shape;21835;p96"/>
            <p:cNvSpPr/>
            <p:nvPr/>
          </p:nvSpPr>
          <p:spPr>
            <a:xfrm>
              <a:off x="2974463" y="1550210"/>
              <a:ext cx="17256" cy="40246"/>
            </a:xfrm>
            <a:custGeom>
              <a:rect b="b" l="l" r="r" t="t"/>
              <a:pathLst>
                <a:path extrusionOk="0" h="1537" w="659">
                  <a:moveTo>
                    <a:pt x="0" y="1"/>
                  </a:moveTo>
                  <a:lnTo>
                    <a:pt x="0" y="1537"/>
                  </a:lnTo>
                  <a:lnTo>
                    <a:pt x="659" y="1537"/>
                  </a:lnTo>
                  <a:lnTo>
                    <a:pt x="659" y="1"/>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6" name="Google Shape;21836;p96"/>
            <p:cNvSpPr/>
            <p:nvPr/>
          </p:nvSpPr>
          <p:spPr>
            <a:xfrm>
              <a:off x="2957234" y="1500275"/>
              <a:ext cx="34486" cy="49961"/>
            </a:xfrm>
            <a:custGeom>
              <a:rect b="b" l="l" r="r" t="t"/>
              <a:pathLst>
                <a:path extrusionOk="0" h="1908" w="1317">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7" name="Google Shape;21837;p96"/>
            <p:cNvSpPr/>
            <p:nvPr/>
          </p:nvSpPr>
          <p:spPr>
            <a:xfrm>
              <a:off x="2974463" y="1500275"/>
              <a:ext cx="17256" cy="49961"/>
            </a:xfrm>
            <a:custGeom>
              <a:rect b="b" l="l" r="r" t="t"/>
              <a:pathLst>
                <a:path extrusionOk="0" h="1908" w="659">
                  <a:moveTo>
                    <a:pt x="0" y="0"/>
                  </a:moveTo>
                  <a:lnTo>
                    <a:pt x="0" y="1908"/>
                  </a:lnTo>
                  <a:lnTo>
                    <a:pt x="659" y="1908"/>
                  </a:lnTo>
                  <a:lnTo>
                    <a:pt x="659" y="658"/>
                  </a:lnTo>
                  <a:cubicBezTo>
                    <a:pt x="659" y="296"/>
                    <a:pt x="363"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38" name="Google Shape;21838;p96"/>
          <p:cNvGrpSpPr/>
          <p:nvPr/>
        </p:nvGrpSpPr>
        <p:grpSpPr>
          <a:xfrm>
            <a:off x="1723646" y="2262992"/>
            <a:ext cx="359730" cy="359441"/>
            <a:chOff x="1750184" y="2413530"/>
            <a:chExt cx="359730" cy="359441"/>
          </a:xfrm>
        </p:grpSpPr>
        <p:sp>
          <p:nvSpPr>
            <p:cNvPr id="21839" name="Google Shape;21839;p96"/>
            <p:cNvSpPr/>
            <p:nvPr/>
          </p:nvSpPr>
          <p:spPr>
            <a:xfrm>
              <a:off x="1867074" y="2496981"/>
              <a:ext cx="58000" cy="64965"/>
            </a:xfrm>
            <a:custGeom>
              <a:rect b="b" l="l" r="r" t="t"/>
              <a:pathLst>
                <a:path extrusionOk="0" h="2481" w="2215">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0" name="Google Shape;21840;p96"/>
            <p:cNvSpPr/>
            <p:nvPr/>
          </p:nvSpPr>
          <p:spPr>
            <a:xfrm>
              <a:off x="1824863" y="2413530"/>
              <a:ext cx="285050" cy="285312"/>
            </a:xfrm>
            <a:custGeom>
              <a:rect b="b" l="l" r="r" t="t"/>
              <a:pathLst>
                <a:path extrusionOk="0" h="10896" w="10886">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1" name="Google Shape;21841;p96"/>
            <p:cNvSpPr/>
            <p:nvPr/>
          </p:nvSpPr>
          <p:spPr>
            <a:xfrm>
              <a:off x="1893808" y="2482737"/>
              <a:ext cx="147160" cy="146898"/>
            </a:xfrm>
            <a:custGeom>
              <a:rect b="b" l="l" r="r" t="t"/>
              <a:pathLst>
                <a:path extrusionOk="0" h="5610" w="562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2" name="Google Shape;21842;p96"/>
            <p:cNvSpPr/>
            <p:nvPr/>
          </p:nvSpPr>
          <p:spPr>
            <a:xfrm>
              <a:off x="1787654" y="2492294"/>
              <a:ext cx="245065" cy="246767"/>
            </a:xfrm>
            <a:custGeom>
              <a:rect b="b" l="l" r="r" t="t"/>
              <a:pathLst>
                <a:path extrusionOk="0" h="9424" w="9359">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3" name="Google Shape;21843;p96"/>
            <p:cNvSpPr/>
            <p:nvPr/>
          </p:nvSpPr>
          <p:spPr>
            <a:xfrm>
              <a:off x="1806141" y="2613871"/>
              <a:ext cx="106442" cy="106442"/>
            </a:xfrm>
            <a:custGeom>
              <a:rect b="b" l="l" r="r" t="t"/>
              <a:pathLst>
                <a:path extrusionOk="0" h="4065" w="4065">
                  <a:moveTo>
                    <a:pt x="1746" y="1"/>
                  </a:moveTo>
                  <a:lnTo>
                    <a:pt x="0" y="1747"/>
                  </a:lnTo>
                  <a:lnTo>
                    <a:pt x="2318" y="4065"/>
                  </a:lnTo>
                  <a:lnTo>
                    <a:pt x="4064" y="2310"/>
                  </a:lnTo>
                  <a:lnTo>
                    <a:pt x="1746" y="1"/>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4" name="Google Shape;21844;p96"/>
            <p:cNvSpPr/>
            <p:nvPr/>
          </p:nvSpPr>
          <p:spPr>
            <a:xfrm>
              <a:off x="1923790" y="2515075"/>
              <a:ext cx="52972" cy="46321"/>
            </a:xfrm>
            <a:custGeom>
              <a:rect b="b" l="l" r="r" t="t"/>
              <a:pathLst>
                <a:path extrusionOk="0" h="1769" w="2023">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5" name="Google Shape;21845;p96"/>
            <p:cNvSpPr/>
            <p:nvPr/>
          </p:nvSpPr>
          <p:spPr>
            <a:xfrm>
              <a:off x="1944215" y="2537882"/>
              <a:ext cx="55277" cy="46766"/>
            </a:xfrm>
            <a:custGeom>
              <a:rect b="b" l="l" r="r" t="t"/>
              <a:pathLst>
                <a:path extrusionOk="0" h="1786" w="2111">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6" name="Google Shape;21846;p96"/>
            <p:cNvSpPr/>
            <p:nvPr/>
          </p:nvSpPr>
          <p:spPr>
            <a:xfrm>
              <a:off x="1968252" y="2560611"/>
              <a:ext cx="53993" cy="46243"/>
            </a:xfrm>
            <a:custGeom>
              <a:rect b="b" l="l" r="r" t="t"/>
              <a:pathLst>
                <a:path extrusionOk="0" h="1766" w="2062">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7" name="Google Shape;21847;p96"/>
            <p:cNvSpPr/>
            <p:nvPr/>
          </p:nvSpPr>
          <p:spPr>
            <a:xfrm>
              <a:off x="1792630" y="2614945"/>
              <a:ext cx="116707" cy="115869"/>
            </a:xfrm>
            <a:custGeom>
              <a:rect b="b" l="l" r="r" t="t"/>
              <a:pathLst>
                <a:path extrusionOk="0" h="4425" w="4457">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8" name="Google Shape;21848;p96"/>
            <p:cNvSpPr/>
            <p:nvPr/>
          </p:nvSpPr>
          <p:spPr>
            <a:xfrm>
              <a:off x="1750184" y="2637621"/>
              <a:ext cx="135900" cy="135350"/>
            </a:xfrm>
            <a:custGeom>
              <a:rect b="b" l="l" r="r" t="t"/>
              <a:pathLst>
                <a:path extrusionOk="0" h="5169" w="519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9" name="Google Shape;21849;p96"/>
            <p:cNvSpPr/>
            <p:nvPr/>
          </p:nvSpPr>
          <p:spPr>
            <a:xfrm>
              <a:off x="1750184" y="2665586"/>
              <a:ext cx="107673" cy="107385"/>
            </a:xfrm>
            <a:custGeom>
              <a:rect b="b" l="l" r="r" t="t"/>
              <a:pathLst>
                <a:path extrusionOk="0" h="4101" w="4112">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50" name="Google Shape;21850;p96"/>
          <p:cNvGrpSpPr/>
          <p:nvPr/>
        </p:nvGrpSpPr>
        <p:grpSpPr>
          <a:xfrm>
            <a:off x="2203513" y="1349685"/>
            <a:ext cx="316524" cy="359284"/>
            <a:chOff x="2230050" y="1500223"/>
            <a:chExt cx="316524" cy="359284"/>
          </a:xfrm>
        </p:grpSpPr>
        <p:sp>
          <p:nvSpPr>
            <p:cNvPr id="21851" name="Google Shape;21851;p96"/>
            <p:cNvSpPr/>
            <p:nvPr/>
          </p:nvSpPr>
          <p:spPr>
            <a:xfrm>
              <a:off x="2230050" y="1584958"/>
              <a:ext cx="189632" cy="274550"/>
            </a:xfrm>
            <a:custGeom>
              <a:rect b="b" l="l" r="r" t="t"/>
              <a:pathLst>
                <a:path extrusionOk="0" h="10485" w="7242">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2" name="Google Shape;21852;p96"/>
            <p:cNvSpPr/>
            <p:nvPr/>
          </p:nvSpPr>
          <p:spPr>
            <a:xfrm>
              <a:off x="2230050" y="1849243"/>
              <a:ext cx="189632" cy="10265"/>
            </a:xfrm>
            <a:custGeom>
              <a:rect b="b" l="l" r="r" t="t"/>
              <a:pathLst>
                <a:path extrusionOk="0" h="392" w="7242">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3" name="Google Shape;21853;p96"/>
            <p:cNvSpPr/>
            <p:nvPr/>
          </p:nvSpPr>
          <p:spPr>
            <a:xfrm>
              <a:off x="2266028" y="1585193"/>
              <a:ext cx="117675" cy="37759"/>
            </a:xfrm>
            <a:custGeom>
              <a:rect b="b" l="l" r="r" t="t"/>
              <a:pathLst>
                <a:path extrusionOk="0" h="1442" w="4494">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4" name="Google Shape;21854;p96"/>
            <p:cNvSpPr/>
            <p:nvPr/>
          </p:nvSpPr>
          <p:spPr>
            <a:xfrm>
              <a:off x="2248039" y="1603680"/>
              <a:ext cx="153654" cy="229852"/>
            </a:xfrm>
            <a:custGeom>
              <a:rect b="b" l="l" r="r" t="t"/>
              <a:pathLst>
                <a:path extrusionOk="0" h="8778" w="5868">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5" name="Google Shape;21855;p96"/>
            <p:cNvSpPr/>
            <p:nvPr/>
          </p:nvSpPr>
          <p:spPr>
            <a:xfrm>
              <a:off x="2248039" y="1603680"/>
              <a:ext cx="153654" cy="229852"/>
            </a:xfrm>
            <a:custGeom>
              <a:rect b="b" l="l" r="r" t="t"/>
              <a:pathLst>
                <a:path extrusionOk="0" h="8778" w="5868">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6" name="Google Shape;21856;p96"/>
            <p:cNvSpPr/>
            <p:nvPr/>
          </p:nvSpPr>
          <p:spPr>
            <a:xfrm>
              <a:off x="2266028" y="1603680"/>
              <a:ext cx="117675" cy="19272"/>
            </a:xfrm>
            <a:custGeom>
              <a:rect b="b" l="l" r="r" t="t"/>
              <a:pathLst>
                <a:path extrusionOk="0" h="736" w="4494">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7" name="Google Shape;21857;p96"/>
            <p:cNvSpPr/>
            <p:nvPr/>
          </p:nvSpPr>
          <p:spPr>
            <a:xfrm>
              <a:off x="2275272" y="1546466"/>
              <a:ext cx="99189" cy="67243"/>
            </a:xfrm>
            <a:custGeom>
              <a:rect b="b" l="l" r="r" t="t"/>
              <a:pathLst>
                <a:path extrusionOk="0" h="2568" w="3788">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8" name="Google Shape;21858;p96"/>
            <p:cNvSpPr/>
            <p:nvPr/>
          </p:nvSpPr>
          <p:spPr>
            <a:xfrm>
              <a:off x="2275272" y="1599935"/>
              <a:ext cx="99189" cy="13773"/>
            </a:xfrm>
            <a:custGeom>
              <a:rect b="b" l="l" r="r" t="t"/>
              <a:pathLst>
                <a:path extrusionOk="0" h="526" w="3788">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9" name="Google Shape;21859;p96"/>
            <p:cNvSpPr/>
            <p:nvPr/>
          </p:nvSpPr>
          <p:spPr>
            <a:xfrm>
              <a:off x="2272156" y="1710070"/>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0" name="Google Shape;21860;p96"/>
            <p:cNvSpPr/>
            <p:nvPr/>
          </p:nvSpPr>
          <p:spPr>
            <a:xfrm>
              <a:off x="2272156" y="1730808"/>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1" name="Google Shape;21861;p96"/>
            <p:cNvSpPr/>
            <p:nvPr/>
          </p:nvSpPr>
          <p:spPr>
            <a:xfrm>
              <a:off x="2272156" y="1751547"/>
              <a:ext cx="105395" cy="10814"/>
            </a:xfrm>
            <a:custGeom>
              <a:rect b="b" l="l" r="r" t="t"/>
              <a:pathLst>
                <a:path extrusionOk="0" h="413" w="4025">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2" name="Google Shape;21862;p96"/>
            <p:cNvSpPr/>
            <p:nvPr/>
          </p:nvSpPr>
          <p:spPr>
            <a:xfrm>
              <a:off x="2272156" y="1772285"/>
              <a:ext cx="105395" cy="11050"/>
            </a:xfrm>
            <a:custGeom>
              <a:rect b="b" l="l" r="r" t="t"/>
              <a:pathLst>
                <a:path extrusionOk="0" h="422" w="4025">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3" name="Google Shape;21863;p96"/>
            <p:cNvSpPr/>
            <p:nvPr/>
          </p:nvSpPr>
          <p:spPr>
            <a:xfrm>
              <a:off x="2382918" y="1500223"/>
              <a:ext cx="163656" cy="137209"/>
            </a:xfrm>
            <a:custGeom>
              <a:rect b="b" l="l" r="r" t="t"/>
              <a:pathLst>
                <a:path extrusionOk="0" h="5240" w="625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4" name="Google Shape;21864;p96"/>
            <p:cNvSpPr/>
            <p:nvPr/>
          </p:nvSpPr>
          <p:spPr>
            <a:xfrm>
              <a:off x="2427380" y="1560396"/>
              <a:ext cx="11521" cy="12333"/>
            </a:xfrm>
            <a:custGeom>
              <a:rect b="b" l="l" r="r" t="t"/>
              <a:pathLst>
                <a:path extrusionOk="0" h="471" w="44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5" name="Google Shape;21865;p96"/>
            <p:cNvSpPr/>
            <p:nvPr/>
          </p:nvSpPr>
          <p:spPr>
            <a:xfrm>
              <a:off x="2448878" y="1560396"/>
              <a:ext cx="11390" cy="12333"/>
            </a:xfrm>
            <a:custGeom>
              <a:rect b="b" l="l" r="r" t="t"/>
              <a:pathLst>
                <a:path extrusionOk="0" h="471" w="435">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6" name="Google Shape;21866;p96"/>
            <p:cNvSpPr/>
            <p:nvPr/>
          </p:nvSpPr>
          <p:spPr>
            <a:xfrm>
              <a:off x="2470114" y="1560396"/>
              <a:ext cx="11521" cy="12333"/>
            </a:xfrm>
            <a:custGeom>
              <a:rect b="b" l="l" r="r" t="t"/>
              <a:pathLst>
                <a:path extrusionOk="0" h="471" w="44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7" name="Google Shape;21867;p96"/>
            <p:cNvSpPr/>
            <p:nvPr/>
          </p:nvSpPr>
          <p:spPr>
            <a:xfrm>
              <a:off x="2491455" y="1560396"/>
              <a:ext cx="11390" cy="12333"/>
            </a:xfrm>
            <a:custGeom>
              <a:rect b="b" l="l" r="r" t="t"/>
              <a:pathLst>
                <a:path extrusionOk="0" h="471" w="435">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8" name="Google Shape;21868;p96"/>
            <p:cNvSpPr/>
            <p:nvPr/>
          </p:nvSpPr>
          <p:spPr>
            <a:xfrm>
              <a:off x="2310229" y="1645393"/>
              <a:ext cx="20005" cy="49490"/>
            </a:xfrm>
            <a:custGeom>
              <a:rect b="b" l="l" r="r" t="t"/>
              <a:pathLst>
                <a:path extrusionOk="0" h="1890" w="764">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9" name="Google Shape;21869;p96"/>
            <p:cNvSpPr/>
            <p:nvPr/>
          </p:nvSpPr>
          <p:spPr>
            <a:xfrm>
              <a:off x="2308893" y="1686110"/>
              <a:ext cx="31946" cy="11050"/>
            </a:xfrm>
            <a:custGeom>
              <a:rect b="b" l="l" r="r" t="t"/>
              <a:pathLst>
                <a:path extrusionOk="0" h="422" w="122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0" name="Google Shape;21870;p96"/>
            <p:cNvSpPr/>
            <p:nvPr/>
          </p:nvSpPr>
          <p:spPr>
            <a:xfrm>
              <a:off x="2311983" y="1627063"/>
              <a:ext cx="18251" cy="15606"/>
            </a:xfrm>
            <a:custGeom>
              <a:rect b="b" l="l" r="r" t="t"/>
              <a:pathLst>
                <a:path extrusionOk="0" h="596" w="697">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71" name="Google Shape;21871;p96"/>
          <p:cNvGrpSpPr/>
          <p:nvPr/>
        </p:nvGrpSpPr>
        <p:grpSpPr>
          <a:xfrm>
            <a:off x="2663504" y="4112229"/>
            <a:ext cx="359389" cy="359232"/>
            <a:chOff x="2690042" y="4262767"/>
            <a:chExt cx="359389" cy="359232"/>
          </a:xfrm>
        </p:grpSpPr>
        <p:sp>
          <p:nvSpPr>
            <p:cNvPr id="21872" name="Google Shape;21872;p96"/>
            <p:cNvSpPr/>
            <p:nvPr/>
          </p:nvSpPr>
          <p:spPr>
            <a:xfrm>
              <a:off x="2690042" y="4262767"/>
              <a:ext cx="205002" cy="173214"/>
            </a:xfrm>
            <a:custGeom>
              <a:rect b="b" l="l" r="r" t="t"/>
              <a:pathLst>
                <a:path extrusionOk="0" h="6615" w="7829">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3" name="Google Shape;21873;p96"/>
            <p:cNvSpPr/>
            <p:nvPr/>
          </p:nvSpPr>
          <p:spPr>
            <a:xfrm>
              <a:off x="2729293" y="4277456"/>
              <a:ext cx="124038" cy="125086"/>
            </a:xfrm>
            <a:custGeom>
              <a:rect b="b" l="l" r="r" t="t"/>
              <a:pathLst>
                <a:path extrusionOk="0" h="4777" w="4737">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4" name="Google Shape;21874;p96"/>
            <p:cNvSpPr/>
            <p:nvPr/>
          </p:nvSpPr>
          <p:spPr>
            <a:xfrm>
              <a:off x="2762365" y="4322285"/>
              <a:ext cx="37261" cy="45981"/>
            </a:xfrm>
            <a:custGeom>
              <a:rect b="b" l="l" r="r" t="t"/>
              <a:pathLst>
                <a:path extrusionOk="0" h="1756" w="1423">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5" name="Google Shape;21875;p96"/>
            <p:cNvSpPr/>
            <p:nvPr/>
          </p:nvSpPr>
          <p:spPr>
            <a:xfrm>
              <a:off x="2795594" y="4322285"/>
              <a:ext cx="26761" cy="45536"/>
            </a:xfrm>
            <a:custGeom>
              <a:rect b="b" l="l" r="r" t="t"/>
              <a:pathLst>
                <a:path extrusionOk="0" h="1739" w="1022">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6" name="Google Shape;21876;p96"/>
            <p:cNvSpPr/>
            <p:nvPr/>
          </p:nvSpPr>
          <p:spPr>
            <a:xfrm>
              <a:off x="2753122" y="4328439"/>
              <a:ext cx="296309" cy="293560"/>
            </a:xfrm>
            <a:custGeom>
              <a:rect b="b" l="l" r="r" t="t"/>
              <a:pathLst>
                <a:path extrusionOk="0" h="11211" w="11316">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7" name="Google Shape;21877;p96"/>
            <p:cNvSpPr/>
            <p:nvPr/>
          </p:nvSpPr>
          <p:spPr>
            <a:xfrm>
              <a:off x="2753122" y="4543103"/>
              <a:ext cx="81985" cy="78895"/>
            </a:xfrm>
            <a:custGeom>
              <a:rect b="b" l="l" r="r" t="t"/>
              <a:pathLst>
                <a:path extrusionOk="0" h="3013" w="3131">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8" name="Google Shape;21878;p96"/>
            <p:cNvSpPr/>
            <p:nvPr/>
          </p:nvSpPr>
          <p:spPr>
            <a:xfrm>
              <a:off x="2926990" y="4373241"/>
              <a:ext cx="70726" cy="73711"/>
            </a:xfrm>
            <a:custGeom>
              <a:rect b="b" l="l" r="r" t="t"/>
              <a:pathLst>
                <a:path extrusionOk="0" h="2815" w="2701">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79" name="Google Shape;21879;p96"/>
          <p:cNvGrpSpPr/>
          <p:nvPr/>
        </p:nvGrpSpPr>
        <p:grpSpPr>
          <a:xfrm>
            <a:off x="2662902" y="2731625"/>
            <a:ext cx="222337" cy="366721"/>
            <a:chOff x="2689440" y="2882162"/>
            <a:chExt cx="222337" cy="366721"/>
          </a:xfrm>
        </p:grpSpPr>
        <p:sp>
          <p:nvSpPr>
            <p:cNvPr id="21880" name="Google Shape;21880;p96"/>
            <p:cNvSpPr/>
            <p:nvPr/>
          </p:nvSpPr>
          <p:spPr>
            <a:xfrm>
              <a:off x="2689440" y="3022566"/>
              <a:ext cx="30741" cy="46976"/>
            </a:xfrm>
            <a:custGeom>
              <a:rect b="b" l="l" r="r" t="t"/>
              <a:pathLst>
                <a:path extrusionOk="0" h="1794" w="1174">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1" name="Google Shape;21881;p96"/>
            <p:cNvSpPr/>
            <p:nvPr/>
          </p:nvSpPr>
          <p:spPr>
            <a:xfrm>
              <a:off x="2719422" y="3061268"/>
              <a:ext cx="162635" cy="187616"/>
            </a:xfrm>
            <a:custGeom>
              <a:rect b="b" l="l" r="r" t="t"/>
              <a:pathLst>
                <a:path extrusionOk="0" h="7165" w="6211">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2" name="Google Shape;21882;p96"/>
            <p:cNvSpPr/>
            <p:nvPr/>
          </p:nvSpPr>
          <p:spPr>
            <a:xfrm>
              <a:off x="2761867" y="3061268"/>
              <a:ext cx="96701" cy="86227"/>
            </a:xfrm>
            <a:custGeom>
              <a:rect b="b" l="l" r="r" t="t"/>
              <a:pathLst>
                <a:path extrusionOk="0" h="3293" w="3693">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3" name="Google Shape;21883;p96"/>
            <p:cNvSpPr/>
            <p:nvPr/>
          </p:nvSpPr>
          <p:spPr>
            <a:xfrm>
              <a:off x="2722407" y="3171690"/>
              <a:ext cx="159650" cy="77193"/>
            </a:xfrm>
            <a:custGeom>
              <a:rect b="b" l="l" r="r" t="t"/>
              <a:pathLst>
                <a:path extrusionOk="0" h="2948" w="6097">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4" name="Google Shape;21884;p96"/>
            <p:cNvSpPr/>
            <p:nvPr/>
          </p:nvSpPr>
          <p:spPr>
            <a:xfrm>
              <a:off x="2708659" y="2882162"/>
              <a:ext cx="203117" cy="254335"/>
            </a:xfrm>
            <a:custGeom>
              <a:rect b="b" l="l" r="r" t="t"/>
              <a:pathLst>
                <a:path extrusionOk="0" h="9713" w="7757">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5" name="Google Shape;21885;p96"/>
            <p:cNvSpPr/>
            <p:nvPr/>
          </p:nvSpPr>
          <p:spPr>
            <a:xfrm>
              <a:off x="2708659" y="3091512"/>
              <a:ext cx="40246" cy="11260"/>
            </a:xfrm>
            <a:custGeom>
              <a:rect b="b" l="l" r="r" t="t"/>
              <a:pathLst>
                <a:path extrusionOk="0" h="430" w="1537">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6" name="Google Shape;21886;p96"/>
            <p:cNvSpPr/>
            <p:nvPr/>
          </p:nvSpPr>
          <p:spPr>
            <a:xfrm>
              <a:off x="2755871" y="2907641"/>
              <a:ext cx="127181" cy="127181"/>
            </a:xfrm>
            <a:custGeom>
              <a:rect b="b" l="l" r="r" t="t"/>
              <a:pathLst>
                <a:path extrusionOk="0" h="4857" w="4857">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7" name="Google Shape;21887;p96"/>
            <p:cNvSpPr/>
            <p:nvPr/>
          </p:nvSpPr>
          <p:spPr>
            <a:xfrm>
              <a:off x="2788602" y="2927122"/>
              <a:ext cx="84028" cy="60985"/>
            </a:xfrm>
            <a:custGeom>
              <a:rect b="b" l="l" r="r" t="t"/>
              <a:pathLst>
                <a:path extrusionOk="0" h="2329" w="3209">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8" name="Google Shape;21888;p96"/>
            <p:cNvSpPr/>
            <p:nvPr/>
          </p:nvSpPr>
          <p:spPr>
            <a:xfrm>
              <a:off x="2777369" y="2969385"/>
              <a:ext cx="44017" cy="39696"/>
            </a:xfrm>
            <a:custGeom>
              <a:rect b="b" l="l" r="r" t="t"/>
              <a:pathLst>
                <a:path extrusionOk="0" h="1516" w="1681">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889" name="Google Shape;21889;p96"/>
          <p:cNvSpPr/>
          <p:nvPr/>
        </p:nvSpPr>
        <p:spPr>
          <a:xfrm>
            <a:off x="2611449" y="2130365"/>
            <a:ext cx="303039" cy="21000"/>
          </a:xfrm>
          <a:custGeom>
            <a:rect b="b" l="l" r="r" t="t"/>
            <a:pathLst>
              <a:path extrusionOk="0" h="802" w="11573">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890" name="Google Shape;21890;p96"/>
          <p:cNvGrpSpPr/>
          <p:nvPr/>
        </p:nvGrpSpPr>
        <p:grpSpPr>
          <a:xfrm>
            <a:off x="2611449" y="1829604"/>
            <a:ext cx="359232" cy="322023"/>
            <a:chOff x="2637986" y="1980142"/>
            <a:chExt cx="359232" cy="322023"/>
          </a:xfrm>
        </p:grpSpPr>
        <p:sp>
          <p:nvSpPr>
            <p:cNvPr id="21891" name="Google Shape;21891;p96"/>
            <p:cNvSpPr/>
            <p:nvPr/>
          </p:nvSpPr>
          <p:spPr>
            <a:xfrm>
              <a:off x="2637986" y="2064065"/>
              <a:ext cx="303039" cy="238100"/>
            </a:xfrm>
            <a:custGeom>
              <a:rect b="b" l="l" r="r" t="t"/>
              <a:pathLst>
                <a:path extrusionOk="0" h="9093" w="11573">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2" name="Google Shape;21892;p96"/>
            <p:cNvSpPr/>
            <p:nvPr/>
          </p:nvSpPr>
          <p:spPr>
            <a:xfrm>
              <a:off x="2638222"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3" name="Google Shape;21893;p96"/>
            <p:cNvSpPr/>
            <p:nvPr/>
          </p:nvSpPr>
          <p:spPr>
            <a:xfrm>
              <a:off x="2918742" y="2110019"/>
              <a:ext cx="22022" cy="192146"/>
            </a:xfrm>
            <a:custGeom>
              <a:rect b="b" l="l" r="r" t="t"/>
              <a:pathLst>
                <a:path extrusionOk="0" h="7338" w="841">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4" name="Google Shape;21894;p96"/>
            <p:cNvSpPr/>
            <p:nvPr/>
          </p:nvSpPr>
          <p:spPr>
            <a:xfrm>
              <a:off x="2835814" y="2103787"/>
              <a:ext cx="105211" cy="49149"/>
            </a:xfrm>
            <a:custGeom>
              <a:rect b="b" l="l" r="r" t="t"/>
              <a:pathLst>
                <a:path extrusionOk="0" h="1877" w="4018">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5" name="Google Shape;21895;p96"/>
            <p:cNvSpPr/>
            <p:nvPr/>
          </p:nvSpPr>
          <p:spPr>
            <a:xfrm>
              <a:off x="2842072"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6" name="Google Shape;21896;p96"/>
            <p:cNvSpPr/>
            <p:nvPr/>
          </p:nvSpPr>
          <p:spPr>
            <a:xfrm>
              <a:off x="2885277" y="2043326"/>
              <a:ext cx="66719" cy="47997"/>
            </a:xfrm>
            <a:custGeom>
              <a:rect b="b" l="l" r="r" t="t"/>
              <a:pathLst>
                <a:path extrusionOk="0" h="1833" w="2548">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7" name="Google Shape;21897;p96"/>
            <p:cNvSpPr/>
            <p:nvPr/>
          </p:nvSpPr>
          <p:spPr>
            <a:xfrm>
              <a:off x="2723166" y="2183232"/>
              <a:ext cx="33255" cy="33229"/>
            </a:xfrm>
            <a:custGeom>
              <a:rect b="b" l="l" r="r" t="t"/>
              <a:pathLst>
                <a:path extrusionOk="0" h="1269" w="127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8" name="Google Shape;21898;p96"/>
            <p:cNvSpPr/>
            <p:nvPr/>
          </p:nvSpPr>
          <p:spPr>
            <a:xfrm>
              <a:off x="2770613" y="2177734"/>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9" name="Google Shape;21899;p96"/>
            <p:cNvSpPr/>
            <p:nvPr/>
          </p:nvSpPr>
          <p:spPr>
            <a:xfrm>
              <a:off x="2770613" y="2194204"/>
              <a:ext cx="92800" cy="11050"/>
            </a:xfrm>
            <a:custGeom>
              <a:rect b="b" l="l" r="r" t="t"/>
              <a:pathLst>
                <a:path extrusionOk="0" h="422" w="3544">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0" name="Google Shape;21900;p96"/>
            <p:cNvSpPr/>
            <p:nvPr/>
          </p:nvSpPr>
          <p:spPr>
            <a:xfrm>
              <a:off x="2770613" y="2210962"/>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1" name="Google Shape;21901;p96"/>
            <p:cNvSpPr/>
            <p:nvPr/>
          </p:nvSpPr>
          <p:spPr>
            <a:xfrm>
              <a:off x="2909420" y="2057780"/>
              <a:ext cx="20686" cy="10814"/>
            </a:xfrm>
            <a:custGeom>
              <a:rect b="b" l="l" r="r" t="t"/>
              <a:pathLst>
                <a:path extrusionOk="0" h="413" w="79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2" name="Google Shape;21902;p96"/>
            <p:cNvSpPr/>
            <p:nvPr/>
          </p:nvSpPr>
          <p:spPr>
            <a:xfrm>
              <a:off x="2914264" y="2058016"/>
              <a:ext cx="10762" cy="18827"/>
            </a:xfrm>
            <a:custGeom>
              <a:rect b="b" l="l" r="r" t="t"/>
              <a:pathLst>
                <a:path extrusionOk="0" h="719" w="411">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3" name="Google Shape;21903;p96"/>
            <p:cNvSpPr/>
            <p:nvPr/>
          </p:nvSpPr>
          <p:spPr>
            <a:xfrm>
              <a:off x="2898265" y="2004363"/>
              <a:ext cx="40744" cy="38989"/>
            </a:xfrm>
            <a:custGeom>
              <a:rect b="b" l="l" r="r" t="t"/>
              <a:pathLst>
                <a:path extrusionOk="0" h="1489" w="1556">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04" name="Google Shape;21904;p96"/>
          <p:cNvGrpSpPr/>
          <p:nvPr/>
        </p:nvGrpSpPr>
        <p:grpSpPr>
          <a:xfrm>
            <a:off x="1279994" y="3196435"/>
            <a:ext cx="323018" cy="359075"/>
            <a:chOff x="1306531" y="3346972"/>
            <a:chExt cx="323018" cy="359075"/>
          </a:xfrm>
        </p:grpSpPr>
        <p:sp>
          <p:nvSpPr>
            <p:cNvPr id="21905" name="Google Shape;21905;p96"/>
            <p:cNvSpPr/>
            <p:nvPr/>
          </p:nvSpPr>
          <p:spPr>
            <a:xfrm>
              <a:off x="1314020" y="3592614"/>
              <a:ext cx="98194" cy="97880"/>
            </a:xfrm>
            <a:custGeom>
              <a:rect b="b" l="l" r="r" t="t"/>
              <a:pathLst>
                <a:path extrusionOk="0" h="3738" w="375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6" name="Google Shape;21906;p96"/>
            <p:cNvSpPr/>
            <p:nvPr/>
          </p:nvSpPr>
          <p:spPr>
            <a:xfrm>
              <a:off x="1444657" y="3534326"/>
              <a:ext cx="170909" cy="171721"/>
            </a:xfrm>
            <a:custGeom>
              <a:rect b="b" l="l" r="r" t="t"/>
              <a:pathLst>
                <a:path extrusionOk="0" h="6558" w="6527">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7" name="Google Shape;21907;p96"/>
            <p:cNvSpPr/>
            <p:nvPr/>
          </p:nvSpPr>
          <p:spPr>
            <a:xfrm>
              <a:off x="1503364" y="3585125"/>
              <a:ext cx="36240" cy="39723"/>
            </a:xfrm>
            <a:custGeom>
              <a:rect b="b" l="l" r="r" t="t"/>
              <a:pathLst>
                <a:path extrusionOk="0" h="1517" w="1384">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8" name="Google Shape;21908;p96"/>
            <p:cNvSpPr/>
            <p:nvPr/>
          </p:nvSpPr>
          <p:spPr>
            <a:xfrm>
              <a:off x="1492628" y="3619584"/>
              <a:ext cx="57476" cy="41241"/>
            </a:xfrm>
            <a:custGeom>
              <a:rect b="b" l="l" r="r" t="t"/>
              <a:pathLst>
                <a:path extrusionOk="0" h="1575" w="2195">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9" name="Google Shape;21909;p96"/>
            <p:cNvSpPr/>
            <p:nvPr/>
          </p:nvSpPr>
          <p:spPr>
            <a:xfrm>
              <a:off x="1306531" y="3459463"/>
              <a:ext cx="200368" cy="202122"/>
            </a:xfrm>
            <a:custGeom>
              <a:rect b="b" l="l" r="r" t="t"/>
              <a:pathLst>
                <a:path extrusionOk="0" h="7719" w="7652">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0" name="Google Shape;21910;p96"/>
            <p:cNvSpPr/>
            <p:nvPr/>
          </p:nvSpPr>
          <p:spPr>
            <a:xfrm>
              <a:off x="1470633" y="3462710"/>
              <a:ext cx="33019" cy="32993"/>
            </a:xfrm>
            <a:custGeom>
              <a:rect b="b" l="l" r="r" t="t"/>
              <a:pathLst>
                <a:path extrusionOk="0" h="1260" w="1261">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1" name="Google Shape;21911;p96"/>
            <p:cNvSpPr/>
            <p:nvPr/>
          </p:nvSpPr>
          <p:spPr>
            <a:xfrm>
              <a:off x="1450156" y="3346972"/>
              <a:ext cx="179393" cy="158995"/>
            </a:xfrm>
            <a:custGeom>
              <a:rect b="b" l="l" r="r" t="t"/>
              <a:pathLst>
                <a:path extrusionOk="0" h="6072" w="6851">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2" name="Google Shape;21912;p96"/>
            <p:cNvSpPr/>
            <p:nvPr/>
          </p:nvSpPr>
          <p:spPr>
            <a:xfrm>
              <a:off x="1511272" y="3631551"/>
              <a:ext cx="19613" cy="10814"/>
            </a:xfrm>
            <a:custGeom>
              <a:rect b="b" l="l" r="r" t="t"/>
              <a:pathLst>
                <a:path extrusionOk="0" h="413" w="749">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3" name="Google Shape;21913;p96"/>
            <p:cNvSpPr/>
            <p:nvPr/>
          </p:nvSpPr>
          <p:spPr>
            <a:xfrm>
              <a:off x="1516116" y="3631760"/>
              <a:ext cx="10762" cy="18827"/>
            </a:xfrm>
            <a:custGeom>
              <a:rect b="b" l="l" r="r" t="t"/>
              <a:pathLst>
                <a:path extrusionOk="0" h="719" w="411">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14" name="Google Shape;21914;p96"/>
          <p:cNvGrpSpPr/>
          <p:nvPr/>
        </p:nvGrpSpPr>
        <p:grpSpPr>
          <a:xfrm>
            <a:off x="1281486" y="2263437"/>
            <a:ext cx="360253" cy="357111"/>
            <a:chOff x="1308024" y="2413975"/>
            <a:chExt cx="360253" cy="357111"/>
          </a:xfrm>
        </p:grpSpPr>
        <p:sp>
          <p:nvSpPr>
            <p:cNvPr id="21915" name="Google Shape;21915;p96"/>
            <p:cNvSpPr/>
            <p:nvPr/>
          </p:nvSpPr>
          <p:spPr>
            <a:xfrm>
              <a:off x="1403939" y="2569173"/>
              <a:ext cx="212622" cy="201913"/>
            </a:xfrm>
            <a:custGeom>
              <a:rect b="b" l="l" r="r" t="t"/>
              <a:pathLst>
                <a:path extrusionOk="0" h="7711" w="812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6" name="Google Shape;21916;p96"/>
            <p:cNvSpPr/>
            <p:nvPr/>
          </p:nvSpPr>
          <p:spPr>
            <a:xfrm>
              <a:off x="1422426" y="2593080"/>
              <a:ext cx="140928" cy="170700"/>
            </a:xfrm>
            <a:custGeom>
              <a:rect b="b" l="l" r="r" t="t"/>
              <a:pathLst>
                <a:path extrusionOk="0" h="6519" w="5382">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7" name="Google Shape;21917;p96"/>
            <p:cNvSpPr/>
            <p:nvPr/>
          </p:nvSpPr>
          <p:spPr>
            <a:xfrm>
              <a:off x="1464139" y="2613138"/>
              <a:ext cx="152161" cy="157896"/>
            </a:xfrm>
            <a:custGeom>
              <a:rect b="b" l="l" r="r" t="t"/>
              <a:pathLst>
                <a:path extrusionOk="0" h="6030" w="5811">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8" name="Google Shape;21918;p96"/>
            <p:cNvSpPr/>
            <p:nvPr/>
          </p:nvSpPr>
          <p:spPr>
            <a:xfrm>
              <a:off x="1537850" y="2569671"/>
              <a:ext cx="78712" cy="78215"/>
            </a:xfrm>
            <a:custGeom>
              <a:rect b="b" l="l" r="r" t="t"/>
              <a:pathLst>
                <a:path extrusionOk="0" h="2987" w="3006">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9" name="Google Shape;21919;p96"/>
            <p:cNvSpPr/>
            <p:nvPr/>
          </p:nvSpPr>
          <p:spPr>
            <a:xfrm>
              <a:off x="1548088" y="2554667"/>
              <a:ext cx="83216" cy="82666"/>
            </a:xfrm>
            <a:custGeom>
              <a:rect b="b" l="l" r="r" t="t"/>
              <a:pathLst>
                <a:path extrusionOk="0" h="3157" w="3178">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0" name="Google Shape;21920;p96"/>
            <p:cNvSpPr/>
            <p:nvPr/>
          </p:nvSpPr>
          <p:spPr>
            <a:xfrm>
              <a:off x="1594802" y="2603397"/>
              <a:ext cx="36502" cy="33936"/>
            </a:xfrm>
            <a:custGeom>
              <a:rect b="b" l="l" r="r" t="t"/>
              <a:pathLst>
                <a:path extrusionOk="0" h="1296" w="1394">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1" name="Google Shape;21921;p96"/>
            <p:cNvSpPr/>
            <p:nvPr/>
          </p:nvSpPr>
          <p:spPr>
            <a:xfrm>
              <a:off x="1566810" y="2518531"/>
              <a:ext cx="101205" cy="99817"/>
            </a:xfrm>
            <a:custGeom>
              <a:rect b="b" l="l" r="r" t="t"/>
              <a:pathLst>
                <a:path extrusionOk="0" h="3812" w="3865">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2" name="Google Shape;21922;p96"/>
            <p:cNvSpPr/>
            <p:nvPr/>
          </p:nvSpPr>
          <p:spPr>
            <a:xfrm>
              <a:off x="1616771" y="2567654"/>
              <a:ext cx="51506" cy="50930"/>
            </a:xfrm>
            <a:custGeom>
              <a:rect b="b" l="l" r="r" t="t"/>
              <a:pathLst>
                <a:path extrusionOk="0" h="1945" w="1967">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3" name="Google Shape;21923;p96"/>
            <p:cNvSpPr/>
            <p:nvPr/>
          </p:nvSpPr>
          <p:spPr>
            <a:xfrm>
              <a:off x="1409203" y="2654379"/>
              <a:ext cx="84237" cy="77612"/>
            </a:xfrm>
            <a:custGeom>
              <a:rect b="b" l="l" r="r" t="t"/>
              <a:pathLst>
                <a:path extrusionOk="0" h="2964" w="3217">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4" name="Google Shape;21924;p96"/>
            <p:cNvSpPr/>
            <p:nvPr/>
          </p:nvSpPr>
          <p:spPr>
            <a:xfrm>
              <a:off x="1428422" y="2665351"/>
              <a:ext cx="86987" cy="80152"/>
            </a:xfrm>
            <a:custGeom>
              <a:rect b="b" l="l" r="r" t="t"/>
              <a:pathLst>
                <a:path extrusionOk="0" h="3061" w="3322">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5" name="Google Shape;21925;p96"/>
            <p:cNvSpPr/>
            <p:nvPr/>
          </p:nvSpPr>
          <p:spPr>
            <a:xfrm>
              <a:off x="1447171" y="2687084"/>
              <a:ext cx="78974" cy="72218"/>
            </a:xfrm>
            <a:custGeom>
              <a:rect b="b" l="l" r="r" t="t"/>
              <a:pathLst>
                <a:path extrusionOk="0" h="2758" w="3016">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6" name="Google Shape;21926;p96"/>
            <p:cNvSpPr/>
            <p:nvPr/>
          </p:nvSpPr>
          <p:spPr>
            <a:xfrm>
              <a:off x="1482756" y="2624502"/>
              <a:ext cx="64101" cy="60095"/>
            </a:xfrm>
            <a:custGeom>
              <a:rect b="b" l="l" r="r" t="t"/>
              <a:pathLst>
                <a:path extrusionOk="0" h="2295" w="2448">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7" name="Google Shape;21927;p96"/>
            <p:cNvSpPr/>
            <p:nvPr/>
          </p:nvSpPr>
          <p:spPr>
            <a:xfrm>
              <a:off x="1359739" y="2560166"/>
              <a:ext cx="212360" cy="201363"/>
            </a:xfrm>
            <a:custGeom>
              <a:rect b="b" l="l" r="r" t="t"/>
              <a:pathLst>
                <a:path extrusionOk="0" h="7690" w="811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8" name="Google Shape;21928;p96"/>
            <p:cNvSpPr/>
            <p:nvPr/>
          </p:nvSpPr>
          <p:spPr>
            <a:xfrm>
              <a:off x="1359739" y="2603633"/>
              <a:ext cx="152397" cy="157974"/>
            </a:xfrm>
            <a:custGeom>
              <a:rect b="b" l="l" r="r" t="t"/>
              <a:pathLst>
                <a:path extrusionOk="0" h="6033" w="582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9" name="Google Shape;21929;p96"/>
            <p:cNvSpPr/>
            <p:nvPr/>
          </p:nvSpPr>
          <p:spPr>
            <a:xfrm>
              <a:off x="1359739" y="2560166"/>
              <a:ext cx="78450" cy="78215"/>
            </a:xfrm>
            <a:custGeom>
              <a:rect b="b" l="l" r="r" t="t"/>
              <a:pathLst>
                <a:path extrusionOk="0" h="2987" w="2996">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0" name="Google Shape;21930;p96"/>
            <p:cNvSpPr/>
            <p:nvPr/>
          </p:nvSpPr>
          <p:spPr>
            <a:xfrm>
              <a:off x="1344997" y="2545188"/>
              <a:ext cx="83216" cy="82640"/>
            </a:xfrm>
            <a:custGeom>
              <a:rect b="b" l="l" r="r" t="t"/>
              <a:pathLst>
                <a:path extrusionOk="0" h="3156" w="3178">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1" name="Google Shape;21931;p96"/>
            <p:cNvSpPr/>
            <p:nvPr/>
          </p:nvSpPr>
          <p:spPr>
            <a:xfrm>
              <a:off x="1344735" y="2593892"/>
              <a:ext cx="36764" cy="33936"/>
            </a:xfrm>
            <a:custGeom>
              <a:rect b="b" l="l" r="r" t="t"/>
              <a:pathLst>
                <a:path extrusionOk="0" h="1296" w="1404">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2" name="Google Shape;21932;p96"/>
            <p:cNvSpPr/>
            <p:nvPr/>
          </p:nvSpPr>
          <p:spPr>
            <a:xfrm>
              <a:off x="1308024" y="2509026"/>
              <a:ext cx="101205" cy="100079"/>
            </a:xfrm>
            <a:custGeom>
              <a:rect b="b" l="l" r="r" t="t"/>
              <a:pathLst>
                <a:path extrusionOk="0" h="3822" w="3865">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3" name="Google Shape;21933;p96"/>
            <p:cNvSpPr/>
            <p:nvPr/>
          </p:nvSpPr>
          <p:spPr>
            <a:xfrm>
              <a:off x="1308024" y="2558437"/>
              <a:ext cx="51480" cy="50668"/>
            </a:xfrm>
            <a:custGeom>
              <a:rect b="b" l="l" r="r" t="t"/>
              <a:pathLst>
                <a:path extrusionOk="0" h="1935" w="1966">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4" name="Google Shape;21934;p96"/>
            <p:cNvSpPr/>
            <p:nvPr/>
          </p:nvSpPr>
          <p:spPr>
            <a:xfrm>
              <a:off x="1482625" y="2645110"/>
              <a:ext cx="84211" cy="77403"/>
            </a:xfrm>
            <a:custGeom>
              <a:rect b="b" l="l" r="r" t="t"/>
              <a:pathLst>
                <a:path extrusionOk="0" h="2956" w="3216">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5" name="Google Shape;21935;p96"/>
            <p:cNvSpPr/>
            <p:nvPr/>
          </p:nvSpPr>
          <p:spPr>
            <a:xfrm>
              <a:off x="1460630" y="2655610"/>
              <a:ext cx="86987" cy="80205"/>
            </a:xfrm>
            <a:custGeom>
              <a:rect b="b" l="l" r="r" t="t"/>
              <a:pathLst>
                <a:path extrusionOk="0" h="3063" w="3322">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6" name="Google Shape;21936;p96"/>
            <p:cNvSpPr/>
            <p:nvPr/>
          </p:nvSpPr>
          <p:spPr>
            <a:xfrm>
              <a:off x="1449894" y="2677841"/>
              <a:ext cx="78974" cy="72140"/>
            </a:xfrm>
            <a:custGeom>
              <a:rect b="b" l="l" r="r" t="t"/>
              <a:pathLst>
                <a:path extrusionOk="0" h="2755" w="3016">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7" name="Google Shape;21937;p96"/>
            <p:cNvSpPr/>
            <p:nvPr/>
          </p:nvSpPr>
          <p:spPr>
            <a:xfrm>
              <a:off x="1478383" y="2413975"/>
              <a:ext cx="97199" cy="94764"/>
            </a:xfrm>
            <a:custGeom>
              <a:rect b="b" l="l" r="r" t="t"/>
              <a:pathLst>
                <a:path extrusionOk="0" h="3619" w="3712">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8" name="Google Shape;21938;p96"/>
            <p:cNvSpPr/>
            <p:nvPr/>
          </p:nvSpPr>
          <p:spPr>
            <a:xfrm>
              <a:off x="1394199" y="2415755"/>
              <a:ext cx="112334" cy="92983"/>
            </a:xfrm>
            <a:custGeom>
              <a:rect b="b" l="l" r="r" t="t"/>
              <a:pathLst>
                <a:path extrusionOk="0" h="3551" w="429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9" name="Google Shape;21939;p96"/>
            <p:cNvSpPr/>
            <p:nvPr/>
          </p:nvSpPr>
          <p:spPr>
            <a:xfrm>
              <a:off x="1429679" y="2455373"/>
              <a:ext cx="11024" cy="11888"/>
            </a:xfrm>
            <a:custGeom>
              <a:rect b="b" l="l" r="r" t="t"/>
              <a:pathLst>
                <a:path extrusionOk="0" h="454" w="421">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0" name="Google Shape;21940;p96"/>
            <p:cNvSpPr/>
            <p:nvPr/>
          </p:nvSpPr>
          <p:spPr>
            <a:xfrm>
              <a:off x="1445155" y="2455373"/>
              <a:ext cx="11024" cy="11888"/>
            </a:xfrm>
            <a:custGeom>
              <a:rect b="b" l="l" r="r" t="t"/>
              <a:pathLst>
                <a:path extrusionOk="0" h="454" w="421">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1" name="Google Shape;21941;p96"/>
            <p:cNvSpPr/>
            <p:nvPr/>
          </p:nvSpPr>
          <p:spPr>
            <a:xfrm>
              <a:off x="1460787"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2" name="Google Shape;21942;p96"/>
            <p:cNvSpPr/>
            <p:nvPr/>
          </p:nvSpPr>
          <p:spPr>
            <a:xfrm>
              <a:off x="1505878" y="2455373"/>
              <a:ext cx="10998" cy="11888"/>
            </a:xfrm>
            <a:custGeom>
              <a:rect b="b" l="l" r="r" t="t"/>
              <a:pathLst>
                <a:path extrusionOk="0" h="454" w="42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3" name="Google Shape;21943;p96"/>
            <p:cNvSpPr/>
            <p:nvPr/>
          </p:nvSpPr>
          <p:spPr>
            <a:xfrm>
              <a:off x="1521353" y="2455373"/>
              <a:ext cx="11024" cy="11888"/>
            </a:xfrm>
            <a:custGeom>
              <a:rect b="b" l="l" r="r" t="t"/>
              <a:pathLst>
                <a:path extrusionOk="0" h="454" w="421">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4" name="Google Shape;21944;p96"/>
            <p:cNvSpPr/>
            <p:nvPr/>
          </p:nvSpPr>
          <p:spPr>
            <a:xfrm>
              <a:off x="1536724"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45" name="Google Shape;21945;p96"/>
          <p:cNvGrpSpPr/>
          <p:nvPr/>
        </p:nvGrpSpPr>
        <p:grpSpPr>
          <a:xfrm>
            <a:off x="1271981" y="1819785"/>
            <a:ext cx="378452" cy="341321"/>
            <a:chOff x="1298519" y="1970322"/>
            <a:chExt cx="378452" cy="341321"/>
          </a:xfrm>
        </p:grpSpPr>
        <p:sp>
          <p:nvSpPr>
            <p:cNvPr id="21946" name="Google Shape;21946;p96"/>
            <p:cNvSpPr/>
            <p:nvPr/>
          </p:nvSpPr>
          <p:spPr>
            <a:xfrm>
              <a:off x="1498624" y="1970322"/>
              <a:ext cx="178346" cy="149857"/>
            </a:xfrm>
            <a:custGeom>
              <a:rect b="b" l="l" r="r" t="t"/>
              <a:pathLst>
                <a:path extrusionOk="0" h="5723" w="6811">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7" name="Google Shape;21947;p96"/>
            <p:cNvSpPr/>
            <p:nvPr/>
          </p:nvSpPr>
          <p:spPr>
            <a:xfrm>
              <a:off x="1571969" y="2019576"/>
              <a:ext cx="21603" cy="53260"/>
            </a:xfrm>
            <a:custGeom>
              <a:rect b="b" l="l" r="r" t="t"/>
              <a:pathLst>
                <a:path extrusionOk="0" h="2034" w="825">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8" name="Google Shape;21948;p96"/>
            <p:cNvSpPr/>
            <p:nvPr/>
          </p:nvSpPr>
          <p:spPr>
            <a:xfrm>
              <a:off x="1571707" y="2064038"/>
              <a:ext cx="33203" cy="10814"/>
            </a:xfrm>
            <a:custGeom>
              <a:rect b="b" l="l" r="r" t="t"/>
              <a:pathLst>
                <a:path extrusionOk="0" h="413" w="1268">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9" name="Google Shape;21949;p96"/>
            <p:cNvSpPr/>
            <p:nvPr/>
          </p:nvSpPr>
          <p:spPr>
            <a:xfrm>
              <a:off x="1575058" y="2003001"/>
              <a:ext cx="18775" cy="15868"/>
            </a:xfrm>
            <a:custGeom>
              <a:rect b="b" l="l" r="r" t="t"/>
              <a:pathLst>
                <a:path extrusionOk="0" h="606" w="717">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0" name="Google Shape;21950;p96"/>
            <p:cNvSpPr/>
            <p:nvPr/>
          </p:nvSpPr>
          <p:spPr>
            <a:xfrm>
              <a:off x="1345495" y="2004625"/>
              <a:ext cx="170150" cy="171119"/>
            </a:xfrm>
            <a:custGeom>
              <a:rect b="b" l="l" r="r" t="t"/>
              <a:pathLst>
                <a:path extrusionOk="0" h="6535" w="6498">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1" name="Google Shape;21951;p96"/>
            <p:cNvSpPr/>
            <p:nvPr/>
          </p:nvSpPr>
          <p:spPr>
            <a:xfrm>
              <a:off x="1404935" y="2140760"/>
              <a:ext cx="51742" cy="93454"/>
            </a:xfrm>
            <a:custGeom>
              <a:rect b="b" l="l" r="r" t="t"/>
              <a:pathLst>
                <a:path extrusionOk="0" h="3569" w="1976">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2" name="Google Shape;21952;p96"/>
            <p:cNvSpPr/>
            <p:nvPr/>
          </p:nvSpPr>
          <p:spPr>
            <a:xfrm>
              <a:off x="1298519" y="2198708"/>
              <a:ext cx="264338" cy="112936"/>
            </a:xfrm>
            <a:custGeom>
              <a:rect b="b" l="l" r="r" t="t"/>
              <a:pathLst>
                <a:path extrusionOk="0" h="4313" w="10095">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3" name="Google Shape;21953;p96"/>
            <p:cNvSpPr/>
            <p:nvPr/>
          </p:nvSpPr>
          <p:spPr>
            <a:xfrm>
              <a:off x="1488124" y="2208710"/>
              <a:ext cx="74732" cy="102933"/>
            </a:xfrm>
            <a:custGeom>
              <a:rect b="b" l="l" r="r" t="t"/>
              <a:pathLst>
                <a:path extrusionOk="0" h="3931" w="2854">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4" name="Google Shape;21954;p96"/>
            <p:cNvSpPr/>
            <p:nvPr/>
          </p:nvSpPr>
          <p:spPr>
            <a:xfrm>
              <a:off x="1298519" y="2209941"/>
              <a:ext cx="71721" cy="101703"/>
            </a:xfrm>
            <a:custGeom>
              <a:rect b="b" l="l" r="r" t="t"/>
              <a:pathLst>
                <a:path extrusionOk="0" h="3884" w="2739">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5" name="Google Shape;21955;p96"/>
            <p:cNvSpPr/>
            <p:nvPr/>
          </p:nvSpPr>
          <p:spPr>
            <a:xfrm>
              <a:off x="1425045" y="2243615"/>
              <a:ext cx="11390" cy="12333"/>
            </a:xfrm>
            <a:custGeom>
              <a:rect b="b" l="l" r="r" t="t"/>
              <a:pathLst>
                <a:path extrusionOk="0" h="471" w="435">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6" name="Google Shape;21956;p96"/>
            <p:cNvSpPr/>
            <p:nvPr/>
          </p:nvSpPr>
          <p:spPr>
            <a:xfrm>
              <a:off x="1425045" y="2262102"/>
              <a:ext cx="11390" cy="12333"/>
            </a:xfrm>
            <a:custGeom>
              <a:rect b="b" l="l" r="r" t="t"/>
              <a:pathLst>
                <a:path extrusionOk="0" h="471" w="435">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7" name="Google Shape;21957;p96"/>
            <p:cNvSpPr/>
            <p:nvPr/>
          </p:nvSpPr>
          <p:spPr>
            <a:xfrm>
              <a:off x="1404935" y="2198708"/>
              <a:ext cx="26028" cy="38963"/>
            </a:xfrm>
            <a:custGeom>
              <a:rect b="b" l="l" r="r" t="t"/>
              <a:pathLst>
                <a:path extrusionOk="0" h="1488" w="994">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8" name="Google Shape;21958;p96"/>
            <p:cNvSpPr/>
            <p:nvPr/>
          </p:nvSpPr>
          <p:spPr>
            <a:xfrm>
              <a:off x="1430674" y="2198708"/>
              <a:ext cx="26002" cy="38963"/>
            </a:xfrm>
            <a:custGeom>
              <a:rect b="b" l="l" r="r" t="t"/>
              <a:pathLst>
                <a:path extrusionOk="0" h="1488" w="993">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9" name="Google Shape;21959;p96"/>
            <p:cNvSpPr/>
            <p:nvPr/>
          </p:nvSpPr>
          <p:spPr>
            <a:xfrm>
              <a:off x="1467648" y="2266658"/>
              <a:ext cx="53732" cy="20503"/>
            </a:xfrm>
            <a:custGeom>
              <a:rect b="b" l="l" r="r" t="t"/>
              <a:pathLst>
                <a:path extrusionOk="0" h="783" w="2052">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0" name="Google Shape;21960;p96"/>
            <p:cNvSpPr/>
            <p:nvPr/>
          </p:nvSpPr>
          <p:spPr>
            <a:xfrm>
              <a:off x="1375712" y="2026358"/>
              <a:ext cx="109951" cy="150328"/>
            </a:xfrm>
            <a:custGeom>
              <a:rect b="b" l="l" r="r" t="t"/>
              <a:pathLst>
                <a:path extrusionOk="0" h="5741" w="4199">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1" name="Google Shape;21961;p96"/>
            <p:cNvSpPr/>
            <p:nvPr/>
          </p:nvSpPr>
          <p:spPr>
            <a:xfrm>
              <a:off x="1342483" y="2077026"/>
              <a:ext cx="21524" cy="46766"/>
            </a:xfrm>
            <a:custGeom>
              <a:rect b="b" l="l" r="r" t="t"/>
              <a:pathLst>
                <a:path extrusionOk="0" h="1786" w="822">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2" name="Google Shape;21962;p96"/>
            <p:cNvSpPr/>
            <p:nvPr/>
          </p:nvSpPr>
          <p:spPr>
            <a:xfrm>
              <a:off x="1419179" y="2091742"/>
              <a:ext cx="25111" cy="37575"/>
            </a:xfrm>
            <a:custGeom>
              <a:rect b="b" l="l" r="r" t="t"/>
              <a:pathLst>
                <a:path extrusionOk="0" h="1435" w="959">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3" name="Google Shape;21963;p96"/>
            <p:cNvSpPr/>
            <p:nvPr/>
          </p:nvSpPr>
          <p:spPr>
            <a:xfrm>
              <a:off x="1429418" y="2118267"/>
              <a:ext cx="78974" cy="78712"/>
            </a:xfrm>
            <a:custGeom>
              <a:rect b="b" l="l" r="r" t="t"/>
              <a:pathLst>
                <a:path extrusionOk="0" h="3006" w="3016">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4" name="Google Shape;21964;p96"/>
            <p:cNvSpPr/>
            <p:nvPr/>
          </p:nvSpPr>
          <p:spPr>
            <a:xfrm>
              <a:off x="1497394" y="2077026"/>
              <a:ext cx="21734" cy="46766"/>
            </a:xfrm>
            <a:custGeom>
              <a:rect b="b" l="l" r="r" t="t"/>
              <a:pathLst>
                <a:path extrusionOk="0" h="1786" w="83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5" name="Google Shape;21965;p96"/>
            <p:cNvSpPr/>
            <p:nvPr/>
          </p:nvSpPr>
          <p:spPr>
            <a:xfrm>
              <a:off x="1419677" y="2180483"/>
              <a:ext cx="22257" cy="22257"/>
            </a:xfrm>
            <a:custGeom>
              <a:rect b="b" l="l" r="r" t="t"/>
              <a:pathLst>
                <a:path extrusionOk="0" h="850" w="85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66" name="Google Shape;21966;p96"/>
          <p:cNvGrpSpPr/>
          <p:nvPr/>
        </p:nvGrpSpPr>
        <p:grpSpPr>
          <a:xfrm>
            <a:off x="3088278" y="3196330"/>
            <a:ext cx="283217" cy="359180"/>
            <a:chOff x="3114815" y="3346868"/>
            <a:chExt cx="283217" cy="359180"/>
          </a:xfrm>
        </p:grpSpPr>
        <p:sp>
          <p:nvSpPr>
            <p:cNvPr id="21967" name="Google Shape;21967;p96"/>
            <p:cNvSpPr/>
            <p:nvPr/>
          </p:nvSpPr>
          <p:spPr>
            <a:xfrm>
              <a:off x="3180304" y="3473446"/>
              <a:ext cx="152397" cy="176146"/>
            </a:xfrm>
            <a:custGeom>
              <a:rect b="b" l="l" r="r" t="t"/>
              <a:pathLst>
                <a:path extrusionOk="0" h="6727" w="582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8" name="Google Shape;21968;p96"/>
            <p:cNvSpPr/>
            <p:nvPr/>
          </p:nvSpPr>
          <p:spPr>
            <a:xfrm>
              <a:off x="3180304" y="3473394"/>
              <a:ext cx="92197" cy="176199"/>
            </a:xfrm>
            <a:custGeom>
              <a:rect b="b" l="l" r="r" t="t"/>
              <a:pathLst>
                <a:path extrusionOk="0" h="6729" w="3521">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9" name="Google Shape;21969;p96"/>
            <p:cNvSpPr/>
            <p:nvPr/>
          </p:nvSpPr>
          <p:spPr>
            <a:xfrm>
              <a:off x="3244509" y="3603585"/>
              <a:ext cx="22257" cy="46007"/>
            </a:xfrm>
            <a:custGeom>
              <a:rect b="b" l="l" r="r" t="t"/>
              <a:pathLst>
                <a:path extrusionOk="0" h="1757" w="850">
                  <a:moveTo>
                    <a:pt x="0" y="1"/>
                  </a:moveTo>
                  <a:lnTo>
                    <a:pt x="0" y="1756"/>
                  </a:lnTo>
                  <a:lnTo>
                    <a:pt x="849" y="1756"/>
                  </a:lnTo>
                  <a:lnTo>
                    <a:pt x="849"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0" name="Google Shape;21970;p96"/>
            <p:cNvSpPr/>
            <p:nvPr/>
          </p:nvSpPr>
          <p:spPr>
            <a:xfrm>
              <a:off x="3165300" y="3638333"/>
              <a:ext cx="182405" cy="35245"/>
            </a:xfrm>
            <a:custGeom>
              <a:rect b="b" l="l" r="r" t="t"/>
              <a:pathLst>
                <a:path extrusionOk="0" h="1346" w="6966">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1" name="Google Shape;21971;p96"/>
            <p:cNvSpPr/>
            <p:nvPr/>
          </p:nvSpPr>
          <p:spPr>
            <a:xfrm>
              <a:off x="3165300" y="3638333"/>
              <a:ext cx="15266" cy="35245"/>
            </a:xfrm>
            <a:custGeom>
              <a:rect b="b" l="l" r="r" t="t"/>
              <a:pathLst>
                <a:path extrusionOk="0" h="1346" w="583">
                  <a:moveTo>
                    <a:pt x="220" y="0"/>
                  </a:moveTo>
                  <a:cubicBezTo>
                    <a:pt x="96" y="0"/>
                    <a:pt x="1" y="95"/>
                    <a:pt x="1" y="210"/>
                  </a:cubicBezTo>
                  <a:lnTo>
                    <a:pt x="1" y="1345"/>
                  </a:lnTo>
                  <a:lnTo>
                    <a:pt x="583" y="1345"/>
                  </a:lnTo>
                  <a:lnTo>
                    <a:pt x="58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2" name="Google Shape;21972;p96"/>
            <p:cNvSpPr/>
            <p:nvPr/>
          </p:nvSpPr>
          <p:spPr>
            <a:xfrm>
              <a:off x="3149563" y="3664308"/>
              <a:ext cx="213879" cy="41739"/>
            </a:xfrm>
            <a:custGeom>
              <a:rect b="b" l="l" r="r" t="t"/>
              <a:pathLst>
                <a:path extrusionOk="0" h="1594" w="8168">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3" name="Google Shape;21973;p96"/>
            <p:cNvSpPr/>
            <p:nvPr/>
          </p:nvSpPr>
          <p:spPr>
            <a:xfrm>
              <a:off x="3149327" y="3664308"/>
              <a:ext cx="15999" cy="41739"/>
            </a:xfrm>
            <a:custGeom>
              <a:rect b="b" l="l" r="r" t="t"/>
              <a:pathLst>
                <a:path extrusionOk="0" h="1594" w="611">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4" name="Google Shape;21974;p96"/>
            <p:cNvSpPr/>
            <p:nvPr/>
          </p:nvSpPr>
          <p:spPr>
            <a:xfrm>
              <a:off x="3251239" y="3346868"/>
              <a:ext cx="10762" cy="101886"/>
            </a:xfrm>
            <a:custGeom>
              <a:rect b="b" l="l" r="r" t="t"/>
              <a:pathLst>
                <a:path extrusionOk="0" h="3891" w="411">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5" name="Google Shape;21975;p96"/>
            <p:cNvSpPr/>
            <p:nvPr/>
          </p:nvSpPr>
          <p:spPr>
            <a:xfrm>
              <a:off x="3173155" y="3365485"/>
              <a:ext cx="58131" cy="90260"/>
            </a:xfrm>
            <a:custGeom>
              <a:rect b="b" l="l" r="r" t="t"/>
              <a:pathLst>
                <a:path extrusionOk="0" h="3447" w="222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6" name="Google Shape;21976;p96"/>
            <p:cNvSpPr/>
            <p:nvPr/>
          </p:nvSpPr>
          <p:spPr>
            <a:xfrm>
              <a:off x="3114815" y="3419767"/>
              <a:ext cx="94999" cy="53208"/>
            </a:xfrm>
            <a:custGeom>
              <a:rect b="b" l="l" r="r" t="t"/>
              <a:pathLst>
                <a:path extrusionOk="0" h="2032" w="3628">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7" name="Google Shape;21977;p96"/>
            <p:cNvSpPr/>
            <p:nvPr/>
          </p:nvSpPr>
          <p:spPr>
            <a:xfrm>
              <a:off x="3281718" y="3365485"/>
              <a:ext cx="57947" cy="90260"/>
            </a:xfrm>
            <a:custGeom>
              <a:rect b="b" l="l" r="r" t="t"/>
              <a:pathLst>
                <a:path extrusionOk="0" h="3447" w="2213">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8" name="Google Shape;21978;p96"/>
            <p:cNvSpPr/>
            <p:nvPr/>
          </p:nvSpPr>
          <p:spPr>
            <a:xfrm>
              <a:off x="3303190" y="3419610"/>
              <a:ext cx="94842" cy="53129"/>
            </a:xfrm>
            <a:custGeom>
              <a:rect b="b" l="l" r="r" t="t"/>
              <a:pathLst>
                <a:path extrusionOk="0" h="2029" w="3622">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9" name="Google Shape;21979;p96"/>
            <p:cNvSpPr/>
            <p:nvPr/>
          </p:nvSpPr>
          <p:spPr>
            <a:xfrm>
              <a:off x="3228510" y="3561375"/>
              <a:ext cx="54229" cy="53993"/>
            </a:xfrm>
            <a:custGeom>
              <a:rect b="b" l="l" r="r" t="t"/>
              <a:pathLst>
                <a:path extrusionOk="0" h="2062" w="2071">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80" name="Google Shape;21980;p96"/>
          <p:cNvGrpSpPr/>
          <p:nvPr/>
        </p:nvGrpSpPr>
        <p:grpSpPr>
          <a:xfrm>
            <a:off x="3946648" y="3202693"/>
            <a:ext cx="378661" cy="346558"/>
            <a:chOff x="3973186" y="3353231"/>
            <a:chExt cx="378661" cy="346558"/>
          </a:xfrm>
        </p:grpSpPr>
        <p:sp>
          <p:nvSpPr>
            <p:cNvPr id="21981" name="Google Shape;21981;p96"/>
            <p:cNvSpPr/>
            <p:nvPr/>
          </p:nvSpPr>
          <p:spPr>
            <a:xfrm>
              <a:off x="4033882" y="3477190"/>
              <a:ext cx="34486" cy="34512"/>
            </a:xfrm>
            <a:custGeom>
              <a:rect b="b" l="l" r="r" t="t"/>
              <a:pathLst>
                <a:path extrusionOk="0" h="1318" w="1317">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2" name="Google Shape;21982;p96"/>
            <p:cNvSpPr/>
            <p:nvPr/>
          </p:nvSpPr>
          <p:spPr>
            <a:xfrm>
              <a:off x="4144278" y="3477190"/>
              <a:ext cx="34512" cy="34512"/>
            </a:xfrm>
            <a:custGeom>
              <a:rect b="b" l="l" r="r" t="t"/>
              <a:pathLst>
                <a:path extrusionOk="0" h="1318" w="1318">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3" name="Google Shape;21983;p96"/>
            <p:cNvSpPr/>
            <p:nvPr/>
          </p:nvSpPr>
          <p:spPr>
            <a:xfrm>
              <a:off x="4172768" y="3353231"/>
              <a:ext cx="179079" cy="150852"/>
            </a:xfrm>
            <a:custGeom>
              <a:rect b="b" l="l" r="r" t="t"/>
              <a:pathLst>
                <a:path extrusionOk="0" h="5761" w="6839">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4" name="Google Shape;21984;p96"/>
            <p:cNvSpPr/>
            <p:nvPr/>
          </p:nvSpPr>
          <p:spPr>
            <a:xfrm>
              <a:off x="4080335" y="3527649"/>
              <a:ext cx="52003" cy="93952"/>
            </a:xfrm>
            <a:custGeom>
              <a:rect b="b" l="l" r="r" t="t"/>
              <a:pathLst>
                <a:path extrusionOk="0" h="3588" w="1986">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5" name="Google Shape;21985;p96"/>
            <p:cNvSpPr/>
            <p:nvPr/>
          </p:nvSpPr>
          <p:spPr>
            <a:xfrm>
              <a:off x="3973186" y="3585858"/>
              <a:ext cx="265804" cy="113695"/>
            </a:xfrm>
            <a:custGeom>
              <a:rect b="b" l="l" r="r" t="t"/>
              <a:pathLst>
                <a:path extrusionOk="0" h="4342" w="10151">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6" name="Google Shape;21986;p96"/>
            <p:cNvSpPr/>
            <p:nvPr/>
          </p:nvSpPr>
          <p:spPr>
            <a:xfrm>
              <a:off x="4051112" y="3405260"/>
              <a:ext cx="110448" cy="151768"/>
            </a:xfrm>
            <a:custGeom>
              <a:rect b="b" l="l" r="r" t="t"/>
              <a:pathLst>
                <a:path extrusionOk="0" h="5796" w="4218">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7" name="Google Shape;21987;p96"/>
            <p:cNvSpPr/>
            <p:nvPr/>
          </p:nvSpPr>
          <p:spPr>
            <a:xfrm>
              <a:off x="4051112" y="3405496"/>
              <a:ext cx="37994" cy="49987"/>
            </a:xfrm>
            <a:custGeom>
              <a:rect b="b" l="l" r="r" t="t"/>
              <a:pathLst>
                <a:path extrusionOk="0" h="1909" w="1451">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8" name="Google Shape;21988;p96"/>
            <p:cNvSpPr/>
            <p:nvPr/>
          </p:nvSpPr>
          <p:spPr>
            <a:xfrm>
              <a:off x="4089080" y="3405260"/>
              <a:ext cx="72480" cy="71956"/>
            </a:xfrm>
            <a:custGeom>
              <a:rect b="b" l="l" r="r" t="t"/>
              <a:pathLst>
                <a:path extrusionOk="0" h="2748" w="2768">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9" name="Google Shape;21989;p96"/>
            <p:cNvSpPr/>
            <p:nvPr/>
          </p:nvSpPr>
          <p:spPr>
            <a:xfrm>
              <a:off x="4094317" y="3475384"/>
              <a:ext cx="24012" cy="37811"/>
            </a:xfrm>
            <a:custGeom>
              <a:rect b="b" l="l" r="r" t="t"/>
              <a:pathLst>
                <a:path extrusionOk="0" h="1444" w="917">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0" name="Google Shape;21990;p96"/>
            <p:cNvSpPr/>
            <p:nvPr/>
          </p:nvSpPr>
          <p:spPr>
            <a:xfrm>
              <a:off x="4087823" y="3604345"/>
              <a:ext cx="36999" cy="95209"/>
            </a:xfrm>
            <a:custGeom>
              <a:rect b="b" l="l" r="r" t="t"/>
              <a:pathLst>
                <a:path extrusionOk="0" h="3636" w="1413">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1" name="Google Shape;21991;p96"/>
            <p:cNvSpPr/>
            <p:nvPr/>
          </p:nvSpPr>
          <p:spPr>
            <a:xfrm>
              <a:off x="4080335" y="3586120"/>
              <a:ext cx="26002" cy="38963"/>
            </a:xfrm>
            <a:custGeom>
              <a:rect b="b" l="l" r="r" t="t"/>
              <a:pathLst>
                <a:path extrusionOk="0" h="1488" w="993">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2" name="Google Shape;21992;p96"/>
            <p:cNvSpPr/>
            <p:nvPr/>
          </p:nvSpPr>
          <p:spPr>
            <a:xfrm>
              <a:off x="4106310" y="3586120"/>
              <a:ext cx="26028" cy="38963"/>
            </a:xfrm>
            <a:custGeom>
              <a:rect b="b" l="l" r="r" t="t"/>
              <a:pathLst>
                <a:path extrusionOk="0" h="1488" w="994">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3" name="Google Shape;21993;p96"/>
            <p:cNvSpPr/>
            <p:nvPr/>
          </p:nvSpPr>
          <p:spPr>
            <a:xfrm>
              <a:off x="3973421" y="3586120"/>
              <a:ext cx="106940" cy="113669"/>
            </a:xfrm>
            <a:custGeom>
              <a:rect b="b" l="l" r="r" t="t"/>
              <a:pathLst>
                <a:path extrusionOk="0" h="4341" w="4084">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4" name="Google Shape;21994;p96"/>
            <p:cNvSpPr/>
            <p:nvPr/>
          </p:nvSpPr>
          <p:spPr>
            <a:xfrm>
              <a:off x="4132312" y="3586120"/>
              <a:ext cx="106940" cy="113433"/>
            </a:xfrm>
            <a:custGeom>
              <a:rect b="b" l="l" r="r" t="t"/>
              <a:pathLst>
                <a:path extrusionOk="0" h="4332" w="4084">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5" name="Google Shape;21995;p96"/>
            <p:cNvSpPr/>
            <p:nvPr/>
          </p:nvSpPr>
          <p:spPr>
            <a:xfrm>
              <a:off x="3973421" y="3598610"/>
              <a:ext cx="67714" cy="100943"/>
            </a:xfrm>
            <a:custGeom>
              <a:rect b="b" l="l" r="r" t="t"/>
              <a:pathLst>
                <a:path extrusionOk="0" h="3855" w="2586">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6" name="Google Shape;21996;p96"/>
            <p:cNvSpPr/>
            <p:nvPr/>
          </p:nvSpPr>
          <p:spPr>
            <a:xfrm>
              <a:off x="4171773" y="3598610"/>
              <a:ext cx="67479" cy="100943"/>
            </a:xfrm>
            <a:custGeom>
              <a:rect b="b" l="l" r="r" t="t"/>
              <a:pathLst>
                <a:path extrusionOk="0" h="3855" w="2577">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7" name="Google Shape;21997;p96"/>
            <p:cNvSpPr/>
            <p:nvPr/>
          </p:nvSpPr>
          <p:spPr>
            <a:xfrm>
              <a:off x="4241320" y="3379232"/>
              <a:ext cx="45379" cy="65017"/>
            </a:xfrm>
            <a:custGeom>
              <a:rect b="b" l="l" r="r" t="t"/>
              <a:pathLst>
                <a:path extrusionOk="0" h="2483" w="1733">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8" name="Google Shape;21998;p96"/>
            <p:cNvSpPr/>
            <p:nvPr/>
          </p:nvSpPr>
          <p:spPr>
            <a:xfrm>
              <a:off x="4250458" y="3449644"/>
              <a:ext cx="17020" cy="14349"/>
            </a:xfrm>
            <a:custGeom>
              <a:rect b="b" l="l" r="r" t="t"/>
              <a:pathLst>
                <a:path extrusionOk="0" h="548" w="65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99" name="Google Shape;21999;p96"/>
          <p:cNvGrpSpPr/>
          <p:nvPr/>
        </p:nvGrpSpPr>
        <p:grpSpPr>
          <a:xfrm>
            <a:off x="2126319" y="4112465"/>
            <a:ext cx="373241" cy="359127"/>
            <a:chOff x="2152857" y="4263002"/>
            <a:chExt cx="373241" cy="359127"/>
          </a:xfrm>
        </p:grpSpPr>
        <p:sp>
          <p:nvSpPr>
            <p:cNvPr id="22000" name="Google Shape;22000;p96"/>
            <p:cNvSpPr/>
            <p:nvPr/>
          </p:nvSpPr>
          <p:spPr>
            <a:xfrm>
              <a:off x="2152857" y="4354493"/>
              <a:ext cx="275309" cy="267637"/>
            </a:xfrm>
            <a:custGeom>
              <a:rect b="b" l="l" r="r" t="t"/>
              <a:pathLst>
                <a:path extrusionOk="0" h="10221" w="10514">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1" name="Google Shape;22001;p96"/>
            <p:cNvSpPr/>
            <p:nvPr/>
          </p:nvSpPr>
          <p:spPr>
            <a:xfrm>
              <a:off x="2195564" y="4354257"/>
              <a:ext cx="56481" cy="72454"/>
            </a:xfrm>
            <a:custGeom>
              <a:rect b="b" l="l" r="r" t="t"/>
              <a:pathLst>
                <a:path extrusionOk="0" h="2767" w="2157">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2" name="Google Shape;22002;p96"/>
            <p:cNvSpPr/>
            <p:nvPr/>
          </p:nvSpPr>
          <p:spPr>
            <a:xfrm>
              <a:off x="2355686" y="4530351"/>
              <a:ext cx="72480" cy="56743"/>
            </a:xfrm>
            <a:custGeom>
              <a:rect b="b" l="l" r="r" t="t"/>
              <a:pathLst>
                <a:path extrusionOk="0" h="2167" w="2768">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3" name="Google Shape;22003;p96"/>
            <p:cNvSpPr/>
            <p:nvPr/>
          </p:nvSpPr>
          <p:spPr>
            <a:xfrm>
              <a:off x="2276764" y="4263002"/>
              <a:ext cx="249334" cy="210946"/>
            </a:xfrm>
            <a:custGeom>
              <a:rect b="b" l="l" r="r" t="t"/>
              <a:pathLst>
                <a:path extrusionOk="0" h="8056" w="9522">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4" name="Google Shape;22004;p96"/>
            <p:cNvSpPr/>
            <p:nvPr/>
          </p:nvSpPr>
          <p:spPr>
            <a:xfrm>
              <a:off x="2203080" y="4331502"/>
              <a:ext cx="78948" cy="97906"/>
            </a:xfrm>
            <a:custGeom>
              <a:rect b="b" l="l" r="r" t="t"/>
              <a:pathLst>
                <a:path extrusionOk="0" h="3739" w="3015">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5" name="Google Shape;22005;p96"/>
            <p:cNvSpPr/>
            <p:nvPr/>
          </p:nvSpPr>
          <p:spPr>
            <a:xfrm>
              <a:off x="2352203" y="4501129"/>
              <a:ext cx="99451" cy="77350"/>
            </a:xfrm>
            <a:custGeom>
              <a:rect b="b" l="l" r="r" t="t"/>
              <a:pathLst>
                <a:path extrusionOk="0" h="2954" w="3798">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6" name="Google Shape;22006;p96"/>
            <p:cNvSpPr/>
            <p:nvPr/>
          </p:nvSpPr>
          <p:spPr>
            <a:xfrm>
              <a:off x="2324971" y="4303039"/>
              <a:ext cx="134669" cy="115135"/>
            </a:xfrm>
            <a:custGeom>
              <a:rect b="b" l="l" r="r" t="t"/>
              <a:pathLst>
                <a:path extrusionOk="0" h="4397" w="5143">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7" name="Google Shape;22007;p96"/>
            <p:cNvSpPr/>
            <p:nvPr/>
          </p:nvSpPr>
          <p:spPr>
            <a:xfrm>
              <a:off x="2347464" y="4313775"/>
              <a:ext cx="109427" cy="93219"/>
            </a:xfrm>
            <a:custGeom>
              <a:rect b="b" l="l" r="r" t="t"/>
              <a:pathLst>
                <a:path extrusionOk="0" h="3560" w="4179">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08" name="Google Shape;22008;p96"/>
          <p:cNvGrpSpPr/>
          <p:nvPr/>
        </p:nvGrpSpPr>
        <p:grpSpPr>
          <a:xfrm>
            <a:off x="833094" y="3196435"/>
            <a:ext cx="303537" cy="359127"/>
            <a:chOff x="859632" y="3346972"/>
            <a:chExt cx="303537" cy="359127"/>
          </a:xfrm>
        </p:grpSpPr>
        <p:sp>
          <p:nvSpPr>
            <p:cNvPr id="22009" name="Google Shape;22009;p96"/>
            <p:cNvSpPr/>
            <p:nvPr/>
          </p:nvSpPr>
          <p:spPr>
            <a:xfrm>
              <a:off x="859632" y="3346972"/>
              <a:ext cx="303537" cy="359127"/>
            </a:xfrm>
            <a:custGeom>
              <a:rect b="b" l="l" r="r" t="t"/>
              <a:pathLst>
                <a:path extrusionOk="0" h="13715" w="11592">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0" name="Google Shape;22010;p96"/>
            <p:cNvSpPr/>
            <p:nvPr/>
          </p:nvSpPr>
          <p:spPr>
            <a:xfrm>
              <a:off x="926063" y="3427989"/>
              <a:ext cx="153156" cy="145903"/>
            </a:xfrm>
            <a:custGeom>
              <a:rect b="b" l="l" r="r" t="t"/>
              <a:pathLst>
                <a:path extrusionOk="0" h="5572" w="5849">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1" name="Google Shape;22011;p96"/>
            <p:cNvSpPr/>
            <p:nvPr/>
          </p:nvSpPr>
          <p:spPr>
            <a:xfrm>
              <a:off x="1011767" y="3492928"/>
              <a:ext cx="64703" cy="74470"/>
            </a:xfrm>
            <a:custGeom>
              <a:rect b="b" l="l" r="r" t="t"/>
              <a:pathLst>
                <a:path extrusionOk="0" h="2844" w="2471">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2" name="Google Shape;22012;p96"/>
            <p:cNvSpPr/>
            <p:nvPr/>
          </p:nvSpPr>
          <p:spPr>
            <a:xfrm>
              <a:off x="998020" y="3428224"/>
              <a:ext cx="81462" cy="145667"/>
            </a:xfrm>
            <a:custGeom>
              <a:rect b="b" l="l" r="r" t="t"/>
              <a:pathLst>
                <a:path extrusionOk="0" h="5563" w="3111">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3" name="Google Shape;22013;p96"/>
            <p:cNvSpPr/>
            <p:nvPr/>
          </p:nvSpPr>
          <p:spPr>
            <a:xfrm>
              <a:off x="1022738" y="3503925"/>
              <a:ext cx="80964" cy="81200"/>
            </a:xfrm>
            <a:custGeom>
              <a:rect b="b" l="l" r="r" t="t"/>
              <a:pathLst>
                <a:path extrusionOk="0" h="3101" w="3092">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14" name="Google Shape;22014;p96"/>
          <p:cNvGrpSpPr/>
          <p:nvPr/>
        </p:nvGrpSpPr>
        <p:grpSpPr>
          <a:xfrm>
            <a:off x="1741373" y="2731704"/>
            <a:ext cx="265306" cy="366799"/>
            <a:chOff x="1767911" y="2882241"/>
            <a:chExt cx="265306" cy="366799"/>
          </a:xfrm>
        </p:grpSpPr>
        <p:sp>
          <p:nvSpPr>
            <p:cNvPr id="22015" name="Google Shape;22015;p96"/>
            <p:cNvSpPr/>
            <p:nvPr/>
          </p:nvSpPr>
          <p:spPr>
            <a:xfrm>
              <a:off x="1767911" y="3066269"/>
              <a:ext cx="265306" cy="182771"/>
            </a:xfrm>
            <a:custGeom>
              <a:rect b="b" l="l" r="r" t="t"/>
              <a:pathLst>
                <a:path extrusionOk="0" h="6980" w="10132">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6" name="Google Shape;22016;p96"/>
            <p:cNvSpPr/>
            <p:nvPr/>
          </p:nvSpPr>
          <p:spPr>
            <a:xfrm>
              <a:off x="1818867" y="2882241"/>
              <a:ext cx="147422" cy="155905"/>
            </a:xfrm>
            <a:custGeom>
              <a:rect b="b" l="l" r="r" t="t"/>
              <a:pathLst>
                <a:path extrusionOk="0" h="5954" w="563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7" name="Google Shape;22017;p96"/>
            <p:cNvSpPr/>
            <p:nvPr/>
          </p:nvSpPr>
          <p:spPr>
            <a:xfrm>
              <a:off x="1886817" y="2912144"/>
              <a:ext cx="47735" cy="47500"/>
            </a:xfrm>
            <a:custGeom>
              <a:rect b="b" l="l" r="r" t="t"/>
              <a:pathLst>
                <a:path extrusionOk="0" h="1814" w="1823">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8" name="Google Shape;22018;p96"/>
            <p:cNvSpPr/>
            <p:nvPr/>
          </p:nvSpPr>
          <p:spPr>
            <a:xfrm>
              <a:off x="1858799" y="2906488"/>
              <a:ext cx="84237" cy="79079"/>
            </a:xfrm>
            <a:custGeom>
              <a:rect b="b" l="l" r="r" t="t"/>
              <a:pathLst>
                <a:path extrusionOk="0" h="3020" w="3217">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9" name="Google Shape;22019;p96"/>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0" name="Google Shape;22020;p96"/>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1" name="Google Shape;22021;p96"/>
            <p:cNvSpPr/>
            <p:nvPr/>
          </p:nvSpPr>
          <p:spPr>
            <a:xfrm>
              <a:off x="1783151" y="3029008"/>
              <a:ext cx="117440" cy="159938"/>
            </a:xfrm>
            <a:custGeom>
              <a:rect b="b" l="l" r="r" t="t"/>
              <a:pathLst>
                <a:path extrusionOk="0" h="6108" w="4485">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2" name="Google Shape;22022;p96"/>
            <p:cNvSpPr/>
            <p:nvPr/>
          </p:nvSpPr>
          <p:spPr>
            <a:xfrm>
              <a:off x="1813290" y="3067212"/>
              <a:ext cx="65305" cy="26578"/>
            </a:xfrm>
            <a:custGeom>
              <a:rect b="b" l="l" r="r" t="t"/>
              <a:pathLst>
                <a:path extrusionOk="0" h="1015" w="2494">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3" name="Google Shape;22023;p96"/>
            <p:cNvSpPr/>
            <p:nvPr/>
          </p:nvSpPr>
          <p:spPr>
            <a:xfrm>
              <a:off x="1813237" y="3086746"/>
              <a:ext cx="65279" cy="26525"/>
            </a:xfrm>
            <a:custGeom>
              <a:rect b="b" l="l" r="r" t="t"/>
              <a:pathLst>
                <a:path extrusionOk="0" h="1013" w="2493">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4" name="Google Shape;22024;p96"/>
            <p:cNvSpPr/>
            <p:nvPr/>
          </p:nvSpPr>
          <p:spPr>
            <a:xfrm>
              <a:off x="1813290" y="3106437"/>
              <a:ext cx="65227" cy="26552"/>
            </a:xfrm>
            <a:custGeom>
              <a:rect b="b" l="l" r="r" t="t"/>
              <a:pathLst>
                <a:path extrusionOk="0" h="1014" w="2491">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5" name="Google Shape;22025;p96"/>
            <p:cNvSpPr/>
            <p:nvPr/>
          </p:nvSpPr>
          <p:spPr>
            <a:xfrm>
              <a:off x="1900564" y="3041001"/>
              <a:ext cx="132653" cy="180676"/>
            </a:xfrm>
            <a:custGeom>
              <a:rect b="b" l="l" r="r" t="t"/>
              <a:pathLst>
                <a:path extrusionOk="0" h="6900" w="5066">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6" name="Google Shape;22026;p96"/>
            <p:cNvSpPr/>
            <p:nvPr/>
          </p:nvSpPr>
          <p:spPr>
            <a:xfrm>
              <a:off x="1900564" y="3041001"/>
              <a:ext cx="132653" cy="180676"/>
            </a:xfrm>
            <a:custGeom>
              <a:rect b="b" l="l" r="r" t="t"/>
              <a:pathLst>
                <a:path extrusionOk="0" h="6900" w="5066">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7" name="Google Shape;22027;p96"/>
            <p:cNvSpPr/>
            <p:nvPr/>
          </p:nvSpPr>
          <p:spPr>
            <a:xfrm>
              <a:off x="1900564" y="3029008"/>
              <a:ext cx="117414" cy="159938"/>
            </a:xfrm>
            <a:custGeom>
              <a:rect b="b" l="l" r="r" t="t"/>
              <a:pathLst>
                <a:path extrusionOk="0" h="6108" w="4484">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8" name="Google Shape;22028;p96"/>
            <p:cNvSpPr/>
            <p:nvPr/>
          </p:nvSpPr>
          <p:spPr>
            <a:xfrm>
              <a:off x="1900564" y="3029244"/>
              <a:ext cx="117414" cy="159702"/>
            </a:xfrm>
            <a:custGeom>
              <a:rect b="b" l="l" r="r" t="t"/>
              <a:pathLst>
                <a:path extrusionOk="0" h="6099" w="4484">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9" name="Google Shape;22029;p96"/>
            <p:cNvSpPr/>
            <p:nvPr/>
          </p:nvSpPr>
          <p:spPr>
            <a:xfrm>
              <a:off x="1941282" y="3069988"/>
              <a:ext cx="29484" cy="36345"/>
            </a:xfrm>
            <a:custGeom>
              <a:rect b="b" l="l" r="r" t="t"/>
              <a:pathLst>
                <a:path extrusionOk="0" h="1388" w="1126">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30" name="Google Shape;22030;p96"/>
          <p:cNvGrpSpPr/>
          <p:nvPr/>
        </p:nvGrpSpPr>
        <p:grpSpPr>
          <a:xfrm>
            <a:off x="1305472" y="1349397"/>
            <a:ext cx="331895" cy="359311"/>
            <a:chOff x="1332009" y="1499935"/>
            <a:chExt cx="331895" cy="359311"/>
          </a:xfrm>
        </p:grpSpPr>
        <p:sp>
          <p:nvSpPr>
            <p:cNvPr id="22031" name="Google Shape;22031;p96"/>
            <p:cNvSpPr/>
            <p:nvPr/>
          </p:nvSpPr>
          <p:spPr>
            <a:xfrm>
              <a:off x="1435414" y="1570451"/>
              <a:ext cx="28515" cy="79210"/>
            </a:xfrm>
            <a:custGeom>
              <a:rect b="b" l="l" r="r" t="t"/>
              <a:pathLst>
                <a:path extrusionOk="0" h="3025" w="1089">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2" name="Google Shape;22032;p96"/>
            <p:cNvSpPr/>
            <p:nvPr/>
          </p:nvSpPr>
          <p:spPr>
            <a:xfrm>
              <a:off x="1435414" y="1627665"/>
              <a:ext cx="28515" cy="21995"/>
            </a:xfrm>
            <a:custGeom>
              <a:rect b="b" l="l" r="r" t="t"/>
              <a:pathLst>
                <a:path extrusionOk="0" h="840" w="1089">
                  <a:moveTo>
                    <a:pt x="1" y="0"/>
                  </a:moveTo>
                  <a:lnTo>
                    <a:pt x="1" y="840"/>
                  </a:lnTo>
                  <a:lnTo>
                    <a:pt x="1088" y="840"/>
                  </a:lnTo>
                  <a:lnTo>
                    <a:pt x="1088"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3" name="Google Shape;22033;p96"/>
            <p:cNvSpPr/>
            <p:nvPr/>
          </p:nvSpPr>
          <p:spPr>
            <a:xfrm>
              <a:off x="1350496" y="1570451"/>
              <a:ext cx="28254" cy="79210"/>
            </a:xfrm>
            <a:custGeom>
              <a:rect b="b" l="l" r="r" t="t"/>
              <a:pathLst>
                <a:path extrusionOk="0" h="3025" w="1079">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4" name="Google Shape;22034;p96"/>
            <p:cNvSpPr/>
            <p:nvPr/>
          </p:nvSpPr>
          <p:spPr>
            <a:xfrm>
              <a:off x="1350496" y="1627665"/>
              <a:ext cx="28254" cy="21995"/>
            </a:xfrm>
            <a:custGeom>
              <a:rect b="b" l="l" r="r" t="t"/>
              <a:pathLst>
                <a:path extrusionOk="0" h="840" w="1079">
                  <a:moveTo>
                    <a:pt x="0" y="0"/>
                  </a:moveTo>
                  <a:lnTo>
                    <a:pt x="0" y="840"/>
                  </a:lnTo>
                  <a:lnTo>
                    <a:pt x="1078" y="840"/>
                  </a:lnTo>
                  <a:lnTo>
                    <a:pt x="1078"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5" name="Google Shape;22035;p96"/>
            <p:cNvSpPr/>
            <p:nvPr/>
          </p:nvSpPr>
          <p:spPr>
            <a:xfrm>
              <a:off x="1392706" y="1791531"/>
              <a:ext cx="28751" cy="67714"/>
            </a:xfrm>
            <a:custGeom>
              <a:rect b="b" l="l" r="r" t="t"/>
              <a:pathLst>
                <a:path extrusionOk="0" h="2586" w="1098">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6" name="Google Shape;22036;p96"/>
            <p:cNvSpPr/>
            <p:nvPr/>
          </p:nvSpPr>
          <p:spPr>
            <a:xfrm>
              <a:off x="1392942" y="1791531"/>
              <a:ext cx="28515" cy="22519"/>
            </a:xfrm>
            <a:custGeom>
              <a:rect b="b" l="l" r="r" t="t"/>
              <a:pathLst>
                <a:path extrusionOk="0" h="860" w="1089">
                  <a:moveTo>
                    <a:pt x="1" y="1"/>
                  </a:moveTo>
                  <a:lnTo>
                    <a:pt x="1" y="859"/>
                  </a:lnTo>
                  <a:lnTo>
                    <a:pt x="1089" y="859"/>
                  </a:lnTo>
                  <a:lnTo>
                    <a:pt x="1089"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7" name="Google Shape;22037;p96"/>
            <p:cNvSpPr/>
            <p:nvPr/>
          </p:nvSpPr>
          <p:spPr>
            <a:xfrm>
              <a:off x="1386448" y="1765294"/>
              <a:ext cx="41503" cy="33255"/>
            </a:xfrm>
            <a:custGeom>
              <a:rect b="b" l="l" r="r" t="t"/>
              <a:pathLst>
                <a:path extrusionOk="0" h="1270" w="1585">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8" name="Google Shape;22038;p96"/>
            <p:cNvSpPr/>
            <p:nvPr/>
          </p:nvSpPr>
          <p:spPr>
            <a:xfrm>
              <a:off x="1411428" y="1765294"/>
              <a:ext cx="16287" cy="33255"/>
            </a:xfrm>
            <a:custGeom>
              <a:rect b="b" l="l" r="r" t="t"/>
              <a:pathLst>
                <a:path extrusionOk="0" h="1270" w="622">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9" name="Google Shape;22039;p96"/>
            <p:cNvSpPr/>
            <p:nvPr/>
          </p:nvSpPr>
          <p:spPr>
            <a:xfrm>
              <a:off x="1381473" y="1738585"/>
              <a:ext cx="51480" cy="33517"/>
            </a:xfrm>
            <a:custGeom>
              <a:rect b="b" l="l" r="r" t="t"/>
              <a:pathLst>
                <a:path extrusionOk="0" h="1280" w="1966">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0" name="Google Shape;22040;p96"/>
            <p:cNvSpPr/>
            <p:nvPr/>
          </p:nvSpPr>
          <p:spPr>
            <a:xfrm>
              <a:off x="1411428" y="1738585"/>
              <a:ext cx="21524" cy="33517"/>
            </a:xfrm>
            <a:custGeom>
              <a:rect b="b" l="l" r="r" t="t"/>
              <a:pathLst>
                <a:path extrusionOk="0" h="1280" w="822">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1" name="Google Shape;22041;p96"/>
            <p:cNvSpPr/>
            <p:nvPr/>
          </p:nvSpPr>
          <p:spPr>
            <a:xfrm>
              <a:off x="1339001" y="1668619"/>
              <a:ext cx="136162" cy="77220"/>
            </a:xfrm>
            <a:custGeom>
              <a:rect b="b" l="l" r="r" t="t"/>
              <a:pathLst>
                <a:path extrusionOk="0" h="2949" w="520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2" name="Google Shape;22042;p96"/>
            <p:cNvSpPr/>
            <p:nvPr/>
          </p:nvSpPr>
          <p:spPr>
            <a:xfrm>
              <a:off x="1411428" y="1668619"/>
              <a:ext cx="63996" cy="77220"/>
            </a:xfrm>
            <a:custGeom>
              <a:rect b="b" l="l" r="r" t="t"/>
              <a:pathLst>
                <a:path extrusionOk="0" h="2949" w="2444">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3" name="Google Shape;22043;p96"/>
            <p:cNvSpPr/>
            <p:nvPr/>
          </p:nvSpPr>
          <p:spPr>
            <a:xfrm>
              <a:off x="1332009" y="1640889"/>
              <a:ext cx="150145" cy="27756"/>
            </a:xfrm>
            <a:custGeom>
              <a:rect b="b" l="l" r="r" t="t"/>
              <a:pathLst>
                <a:path extrusionOk="0" h="1060" w="5734">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4" name="Google Shape;22044;p96"/>
            <p:cNvSpPr/>
            <p:nvPr/>
          </p:nvSpPr>
          <p:spPr>
            <a:xfrm>
              <a:off x="1461651" y="1640889"/>
              <a:ext cx="20503" cy="27756"/>
            </a:xfrm>
            <a:custGeom>
              <a:rect b="b" l="l" r="r" t="t"/>
              <a:pathLst>
                <a:path extrusionOk="0" h="1060" w="783">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5" name="Google Shape;22045;p96"/>
            <p:cNvSpPr/>
            <p:nvPr/>
          </p:nvSpPr>
          <p:spPr>
            <a:xfrm>
              <a:off x="1467386" y="1499935"/>
              <a:ext cx="196518" cy="165725"/>
            </a:xfrm>
            <a:custGeom>
              <a:rect b="b" l="l" r="r" t="t"/>
              <a:pathLst>
                <a:path extrusionOk="0" h="6329" w="7505">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6" name="Google Shape;22046;p96"/>
            <p:cNvSpPr/>
            <p:nvPr/>
          </p:nvSpPr>
          <p:spPr>
            <a:xfrm>
              <a:off x="1369873" y="1679852"/>
              <a:ext cx="74653" cy="11050"/>
            </a:xfrm>
            <a:custGeom>
              <a:rect b="b" l="l" r="r" t="t"/>
              <a:pathLst>
                <a:path extrusionOk="0" h="422" w="2851">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7" name="Google Shape;22047;p96"/>
            <p:cNvSpPr/>
            <p:nvPr/>
          </p:nvSpPr>
          <p:spPr>
            <a:xfrm>
              <a:off x="1533346" y="1524496"/>
              <a:ext cx="60487" cy="92459"/>
            </a:xfrm>
            <a:custGeom>
              <a:rect b="b" l="l" r="r" t="t"/>
              <a:pathLst>
                <a:path extrusionOk="0" h="3531" w="231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48" name="Google Shape;22048;p96"/>
          <p:cNvGrpSpPr/>
          <p:nvPr/>
        </p:nvGrpSpPr>
        <p:grpSpPr>
          <a:xfrm>
            <a:off x="2636927" y="3196278"/>
            <a:ext cx="289528" cy="359232"/>
            <a:chOff x="2663464" y="3346815"/>
            <a:chExt cx="289528" cy="359232"/>
          </a:xfrm>
        </p:grpSpPr>
        <p:sp>
          <p:nvSpPr>
            <p:cNvPr id="22049" name="Google Shape;22049;p96"/>
            <p:cNvSpPr/>
            <p:nvPr/>
          </p:nvSpPr>
          <p:spPr>
            <a:xfrm>
              <a:off x="2663464" y="3490676"/>
              <a:ext cx="133674" cy="140666"/>
            </a:xfrm>
            <a:custGeom>
              <a:rect b="b" l="l" r="r" t="t"/>
              <a:pathLst>
                <a:path extrusionOk="0" h="5372" w="5105">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0" name="Google Shape;22050;p96"/>
            <p:cNvSpPr/>
            <p:nvPr/>
          </p:nvSpPr>
          <p:spPr>
            <a:xfrm>
              <a:off x="2742386" y="3610839"/>
              <a:ext cx="54753" cy="20503"/>
            </a:xfrm>
            <a:custGeom>
              <a:rect b="b" l="l" r="r" t="t"/>
              <a:pathLst>
                <a:path extrusionOk="0" h="783" w="2091">
                  <a:moveTo>
                    <a:pt x="1" y="1"/>
                  </a:moveTo>
                  <a:lnTo>
                    <a:pt x="1" y="783"/>
                  </a:lnTo>
                  <a:lnTo>
                    <a:pt x="2090" y="783"/>
                  </a:lnTo>
                  <a:lnTo>
                    <a:pt x="2090" y="1"/>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1" name="Google Shape;22051;p96"/>
            <p:cNvSpPr/>
            <p:nvPr/>
          </p:nvSpPr>
          <p:spPr>
            <a:xfrm>
              <a:off x="2819082" y="3490676"/>
              <a:ext cx="133910" cy="140666"/>
            </a:xfrm>
            <a:custGeom>
              <a:rect b="b" l="l" r="r" t="t"/>
              <a:pathLst>
                <a:path extrusionOk="0" h="5372" w="5114">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2" name="Google Shape;22052;p96"/>
            <p:cNvSpPr/>
            <p:nvPr/>
          </p:nvSpPr>
          <p:spPr>
            <a:xfrm>
              <a:off x="2819082" y="3610839"/>
              <a:ext cx="54988" cy="20503"/>
            </a:xfrm>
            <a:custGeom>
              <a:rect b="b" l="l" r="r" t="t"/>
              <a:pathLst>
                <a:path extrusionOk="0" h="783" w="2100">
                  <a:moveTo>
                    <a:pt x="1" y="1"/>
                  </a:moveTo>
                  <a:lnTo>
                    <a:pt x="1" y="783"/>
                  </a:lnTo>
                  <a:lnTo>
                    <a:pt x="2099" y="783"/>
                  </a:lnTo>
                  <a:lnTo>
                    <a:pt x="2099" y="1"/>
                  </a:lnTo>
                  <a:close/>
                </a:path>
              </a:pathLst>
            </a:custGeom>
            <a:solidFill>
              <a:srgbClr val="C8D3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3" name="Google Shape;22053;p96"/>
            <p:cNvSpPr/>
            <p:nvPr/>
          </p:nvSpPr>
          <p:spPr>
            <a:xfrm>
              <a:off x="2714918" y="3346815"/>
              <a:ext cx="167898" cy="178189"/>
            </a:xfrm>
            <a:custGeom>
              <a:rect b="b" l="l" r="r" t="t"/>
              <a:pathLst>
                <a:path extrusionOk="0" h="6805" w="6412">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4" name="Google Shape;22054;p96"/>
            <p:cNvSpPr/>
            <p:nvPr/>
          </p:nvSpPr>
          <p:spPr>
            <a:xfrm>
              <a:off x="2757887" y="3372293"/>
              <a:ext cx="101467" cy="98744"/>
            </a:xfrm>
            <a:custGeom>
              <a:rect b="b" l="l" r="r" t="t"/>
              <a:pathLst>
                <a:path extrusionOk="0" h="3771" w="3875">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5" name="Google Shape;22055;p96"/>
            <p:cNvSpPr/>
            <p:nvPr/>
          </p:nvSpPr>
          <p:spPr>
            <a:xfrm>
              <a:off x="2789597" y="3403323"/>
              <a:ext cx="36999" cy="36423"/>
            </a:xfrm>
            <a:custGeom>
              <a:rect b="b" l="l" r="r" t="t"/>
              <a:pathLst>
                <a:path extrusionOk="0" h="1391" w="1413">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6" name="Google Shape;22056;p96"/>
            <p:cNvSpPr/>
            <p:nvPr/>
          </p:nvSpPr>
          <p:spPr>
            <a:xfrm>
              <a:off x="2734137" y="3660564"/>
              <a:ext cx="63001" cy="45483"/>
            </a:xfrm>
            <a:custGeom>
              <a:rect b="b" l="l" r="r" t="t"/>
              <a:pathLst>
                <a:path extrusionOk="0" h="1737" w="2406">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7" name="Google Shape;22057;p96"/>
            <p:cNvSpPr/>
            <p:nvPr/>
          </p:nvSpPr>
          <p:spPr>
            <a:xfrm>
              <a:off x="2734137" y="3629325"/>
              <a:ext cx="63001" cy="31265"/>
            </a:xfrm>
            <a:custGeom>
              <a:rect b="b" l="l" r="r" t="t"/>
              <a:pathLst>
                <a:path extrusionOk="0" h="1194" w="2406">
                  <a:moveTo>
                    <a:pt x="220" y="1"/>
                  </a:moveTo>
                  <a:cubicBezTo>
                    <a:pt x="106" y="1"/>
                    <a:pt x="1" y="96"/>
                    <a:pt x="1" y="220"/>
                  </a:cubicBezTo>
                  <a:lnTo>
                    <a:pt x="1" y="1193"/>
                  </a:lnTo>
                  <a:lnTo>
                    <a:pt x="2405" y="1193"/>
                  </a:lnTo>
                  <a:lnTo>
                    <a:pt x="2405" y="1"/>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8" name="Google Shape;22058;p96"/>
            <p:cNvSpPr/>
            <p:nvPr/>
          </p:nvSpPr>
          <p:spPr>
            <a:xfrm>
              <a:off x="2819082" y="3660564"/>
              <a:ext cx="62975" cy="45483"/>
            </a:xfrm>
            <a:custGeom>
              <a:rect b="b" l="l" r="r" t="t"/>
              <a:pathLst>
                <a:path extrusionOk="0" h="1737" w="2405">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9" name="Google Shape;22059;p96"/>
            <p:cNvSpPr/>
            <p:nvPr/>
          </p:nvSpPr>
          <p:spPr>
            <a:xfrm>
              <a:off x="2819082" y="3629090"/>
              <a:ext cx="62975" cy="31239"/>
            </a:xfrm>
            <a:custGeom>
              <a:rect b="b" l="l" r="r" t="t"/>
              <a:pathLst>
                <a:path extrusionOk="0" h="1193" w="2405">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60" name="Google Shape;22060;p96"/>
          <p:cNvGrpSpPr/>
          <p:nvPr/>
        </p:nvGrpSpPr>
        <p:grpSpPr>
          <a:xfrm>
            <a:off x="1289237" y="2731389"/>
            <a:ext cx="269051" cy="366983"/>
            <a:chOff x="1315775" y="2881927"/>
            <a:chExt cx="269051" cy="366983"/>
          </a:xfrm>
        </p:grpSpPr>
        <p:sp>
          <p:nvSpPr>
            <p:cNvPr id="22061" name="Google Shape;22061;p96"/>
            <p:cNvSpPr/>
            <p:nvPr/>
          </p:nvSpPr>
          <p:spPr>
            <a:xfrm>
              <a:off x="1319755" y="3230397"/>
              <a:ext cx="185390" cy="13250"/>
            </a:xfrm>
            <a:custGeom>
              <a:rect b="b" l="l" r="r" t="t"/>
              <a:pathLst>
                <a:path extrusionOk="0" h="506" w="708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2" name="Google Shape;22062;p96"/>
            <p:cNvSpPr/>
            <p:nvPr/>
          </p:nvSpPr>
          <p:spPr>
            <a:xfrm>
              <a:off x="1315775" y="2917146"/>
              <a:ext cx="191124" cy="331764"/>
            </a:xfrm>
            <a:custGeom>
              <a:rect b="b" l="l" r="r" t="t"/>
              <a:pathLst>
                <a:path extrusionOk="0" h="12670" w="7299">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3" name="Google Shape;22063;p96"/>
            <p:cNvSpPr/>
            <p:nvPr/>
          </p:nvSpPr>
          <p:spPr>
            <a:xfrm>
              <a:off x="1430674" y="2917146"/>
              <a:ext cx="76225" cy="118435"/>
            </a:xfrm>
            <a:custGeom>
              <a:rect b="b" l="l" r="r" t="t"/>
              <a:pathLst>
                <a:path extrusionOk="0" h="4523" w="2911">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4" name="Google Shape;22064;p96"/>
            <p:cNvSpPr/>
            <p:nvPr/>
          </p:nvSpPr>
          <p:spPr>
            <a:xfrm>
              <a:off x="1335256" y="2950872"/>
              <a:ext cx="152397" cy="239069"/>
            </a:xfrm>
            <a:custGeom>
              <a:rect b="b" l="l" r="r" t="t"/>
              <a:pathLst>
                <a:path extrusionOk="0" h="9130" w="582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5" name="Google Shape;22065;p96"/>
            <p:cNvSpPr/>
            <p:nvPr/>
          </p:nvSpPr>
          <p:spPr>
            <a:xfrm>
              <a:off x="1430674" y="2950872"/>
              <a:ext cx="56979" cy="80467"/>
            </a:xfrm>
            <a:custGeom>
              <a:rect b="b" l="l" r="r" t="t"/>
              <a:pathLst>
                <a:path extrusionOk="0" h="3073" w="2176">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6" name="Google Shape;22066;p96"/>
            <p:cNvSpPr/>
            <p:nvPr/>
          </p:nvSpPr>
          <p:spPr>
            <a:xfrm>
              <a:off x="1334994" y="2950872"/>
              <a:ext cx="152423" cy="239069"/>
            </a:xfrm>
            <a:custGeom>
              <a:rect b="b" l="l" r="r" t="t"/>
              <a:pathLst>
                <a:path extrusionOk="0" h="9130" w="5821">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7" name="Google Shape;22067;p96"/>
            <p:cNvSpPr/>
            <p:nvPr/>
          </p:nvSpPr>
          <p:spPr>
            <a:xfrm>
              <a:off x="1398938" y="3203662"/>
              <a:ext cx="24771" cy="24771"/>
            </a:xfrm>
            <a:custGeom>
              <a:rect b="b" l="l" r="r" t="t"/>
              <a:pathLst>
                <a:path extrusionOk="0" h="946" w="946">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8" name="Google Shape;22068;p96"/>
            <p:cNvSpPr/>
            <p:nvPr/>
          </p:nvSpPr>
          <p:spPr>
            <a:xfrm>
              <a:off x="1448166" y="2881927"/>
              <a:ext cx="136660" cy="136660"/>
            </a:xfrm>
            <a:custGeom>
              <a:rect b="b" l="l" r="r" t="t"/>
              <a:pathLst>
                <a:path extrusionOk="0" h="5219" w="5219">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9" name="Google Shape;22069;p96"/>
            <p:cNvSpPr/>
            <p:nvPr/>
          </p:nvSpPr>
          <p:spPr>
            <a:xfrm>
              <a:off x="1477127" y="2911149"/>
              <a:ext cx="78738" cy="77717"/>
            </a:xfrm>
            <a:custGeom>
              <a:rect b="b" l="l" r="r" t="t"/>
              <a:pathLst>
                <a:path extrusionOk="0" h="2968" w="3007">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0" name="Google Shape;22070;p96"/>
            <p:cNvSpPr/>
            <p:nvPr/>
          </p:nvSpPr>
          <p:spPr>
            <a:xfrm>
              <a:off x="1399462" y="2924923"/>
              <a:ext cx="20739" cy="17963"/>
            </a:xfrm>
            <a:custGeom>
              <a:rect b="b" l="l" r="r" t="t"/>
              <a:pathLst>
                <a:path extrusionOk="0" h="686" w="792">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1" name="Google Shape;22071;p96"/>
            <p:cNvSpPr/>
            <p:nvPr/>
          </p:nvSpPr>
          <p:spPr>
            <a:xfrm>
              <a:off x="1363484" y="3032045"/>
              <a:ext cx="95706" cy="22519"/>
            </a:xfrm>
            <a:custGeom>
              <a:rect b="b" l="l" r="r" t="t"/>
              <a:pathLst>
                <a:path extrusionOk="0" h="860" w="3655">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2" name="Google Shape;22072;p96"/>
            <p:cNvSpPr/>
            <p:nvPr/>
          </p:nvSpPr>
          <p:spPr>
            <a:xfrm>
              <a:off x="1363484" y="3073261"/>
              <a:ext cx="95706" cy="22519"/>
            </a:xfrm>
            <a:custGeom>
              <a:rect b="b" l="l" r="r" t="t"/>
              <a:pathLst>
                <a:path extrusionOk="0" h="860" w="3655">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3" name="Google Shape;22073;p96"/>
            <p:cNvSpPr/>
            <p:nvPr/>
          </p:nvSpPr>
          <p:spPr>
            <a:xfrm>
              <a:off x="1363484" y="3114240"/>
              <a:ext cx="95706" cy="22493"/>
            </a:xfrm>
            <a:custGeom>
              <a:rect b="b" l="l" r="r" t="t"/>
              <a:pathLst>
                <a:path extrusionOk="0" h="859" w="3655">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4" name="Google Shape;22074;p96"/>
            <p:cNvSpPr/>
            <p:nvPr/>
          </p:nvSpPr>
          <p:spPr>
            <a:xfrm>
              <a:off x="1508863" y="2912406"/>
              <a:ext cx="46740" cy="77193"/>
            </a:xfrm>
            <a:custGeom>
              <a:rect b="b" l="l" r="r" t="t"/>
              <a:pathLst>
                <a:path extrusionOk="0" h="2948" w="1785">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5" name="Google Shape;22075;p96"/>
            <p:cNvSpPr/>
            <p:nvPr/>
          </p:nvSpPr>
          <p:spPr>
            <a:xfrm>
              <a:off x="1477127" y="2938879"/>
              <a:ext cx="32757" cy="35245"/>
            </a:xfrm>
            <a:custGeom>
              <a:rect b="b" l="l" r="r" t="t"/>
              <a:pathLst>
                <a:path extrusionOk="0" h="1346" w="1251">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76" name="Google Shape;22076;p96"/>
          <p:cNvGrpSpPr/>
          <p:nvPr/>
        </p:nvGrpSpPr>
        <p:grpSpPr>
          <a:xfrm>
            <a:off x="3950890" y="1829604"/>
            <a:ext cx="359232" cy="322023"/>
            <a:chOff x="3977427" y="1980142"/>
            <a:chExt cx="359232" cy="322023"/>
          </a:xfrm>
        </p:grpSpPr>
        <p:sp>
          <p:nvSpPr>
            <p:cNvPr id="22077" name="Google Shape;22077;p96"/>
            <p:cNvSpPr/>
            <p:nvPr/>
          </p:nvSpPr>
          <p:spPr>
            <a:xfrm>
              <a:off x="3977427" y="2064065"/>
              <a:ext cx="303039" cy="238100"/>
            </a:xfrm>
            <a:custGeom>
              <a:rect b="b" l="l" r="r" t="t"/>
              <a:pathLst>
                <a:path extrusionOk="0" h="9093" w="11573">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8" name="Google Shape;22078;p96"/>
            <p:cNvSpPr/>
            <p:nvPr/>
          </p:nvSpPr>
          <p:spPr>
            <a:xfrm>
              <a:off x="3977427" y="2179724"/>
              <a:ext cx="303039" cy="122441"/>
            </a:xfrm>
            <a:custGeom>
              <a:rect b="b" l="l" r="r" t="t"/>
              <a:pathLst>
                <a:path extrusionOk="0" h="4676" w="11573">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9" name="Google Shape;22079;p96"/>
            <p:cNvSpPr/>
            <p:nvPr/>
          </p:nvSpPr>
          <p:spPr>
            <a:xfrm>
              <a:off x="4175517" y="2103787"/>
              <a:ext cx="104949" cy="49149"/>
            </a:xfrm>
            <a:custGeom>
              <a:rect b="b" l="l" r="r" t="t"/>
              <a:pathLst>
                <a:path extrusionOk="0" h="1877" w="4008">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0" name="Google Shape;22080;p96"/>
            <p:cNvSpPr/>
            <p:nvPr/>
          </p:nvSpPr>
          <p:spPr>
            <a:xfrm>
              <a:off x="3978161" y="2164248"/>
              <a:ext cx="327784" cy="137916"/>
            </a:xfrm>
            <a:custGeom>
              <a:rect b="b" l="l" r="r" t="t"/>
              <a:pathLst>
                <a:path extrusionOk="0" h="5267" w="12518">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1" name="Google Shape;22081;p96"/>
            <p:cNvSpPr/>
            <p:nvPr/>
          </p:nvSpPr>
          <p:spPr>
            <a:xfrm>
              <a:off x="3978161" y="2277891"/>
              <a:ext cx="306783" cy="24273"/>
            </a:xfrm>
            <a:custGeom>
              <a:rect b="b" l="l" r="r" t="t"/>
              <a:pathLst>
                <a:path extrusionOk="0" h="927" w="11716">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2" name="Google Shape;22082;p96"/>
            <p:cNvSpPr/>
            <p:nvPr/>
          </p:nvSpPr>
          <p:spPr>
            <a:xfrm>
              <a:off x="4181513"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3" name="Google Shape;22083;p96"/>
            <p:cNvSpPr/>
            <p:nvPr/>
          </p:nvSpPr>
          <p:spPr>
            <a:xfrm>
              <a:off x="4241870" y="2033585"/>
              <a:ext cx="23357" cy="62242"/>
            </a:xfrm>
            <a:custGeom>
              <a:rect b="b" l="l" r="r" t="t"/>
              <a:pathLst>
                <a:path extrusionOk="0" h="2377" w="892">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4" name="Google Shape;22084;p96"/>
            <p:cNvSpPr/>
            <p:nvPr/>
          </p:nvSpPr>
          <p:spPr>
            <a:xfrm>
              <a:off x="4241372" y="2087762"/>
              <a:ext cx="37183" cy="10814"/>
            </a:xfrm>
            <a:custGeom>
              <a:rect b="b" l="l" r="r" t="t"/>
              <a:pathLst>
                <a:path extrusionOk="0" h="413" w="142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5" name="Google Shape;22085;p96"/>
            <p:cNvSpPr/>
            <p:nvPr/>
          </p:nvSpPr>
          <p:spPr>
            <a:xfrm>
              <a:off x="4245221" y="2013239"/>
              <a:ext cx="20005" cy="17125"/>
            </a:xfrm>
            <a:custGeom>
              <a:rect b="b" l="l" r="r" t="t"/>
              <a:pathLst>
                <a:path extrusionOk="0" h="654" w="764">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6" name="Google Shape;22086;p96"/>
            <p:cNvSpPr/>
            <p:nvPr/>
          </p:nvSpPr>
          <p:spPr>
            <a:xfrm>
              <a:off x="3977663"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087" name="Google Shape;22087;p96"/>
          <p:cNvGrpSpPr/>
          <p:nvPr/>
        </p:nvGrpSpPr>
        <p:grpSpPr>
          <a:xfrm>
            <a:off x="839091" y="2263071"/>
            <a:ext cx="361720" cy="359180"/>
            <a:chOff x="865628" y="2413608"/>
            <a:chExt cx="361720" cy="359180"/>
          </a:xfrm>
        </p:grpSpPr>
        <p:sp>
          <p:nvSpPr>
            <p:cNvPr id="22088" name="Google Shape;22088;p96"/>
            <p:cNvSpPr/>
            <p:nvPr/>
          </p:nvSpPr>
          <p:spPr>
            <a:xfrm>
              <a:off x="865628" y="2710048"/>
              <a:ext cx="63472" cy="62739"/>
            </a:xfrm>
            <a:custGeom>
              <a:rect b="b" l="l" r="r" t="t"/>
              <a:pathLst>
                <a:path extrusionOk="0" h="2396" w="2424">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9" name="Google Shape;22089;p96"/>
            <p:cNvSpPr/>
            <p:nvPr/>
          </p:nvSpPr>
          <p:spPr>
            <a:xfrm>
              <a:off x="880370" y="2726283"/>
              <a:ext cx="48730" cy="46505"/>
            </a:xfrm>
            <a:custGeom>
              <a:rect b="b" l="l" r="r" t="t"/>
              <a:pathLst>
                <a:path extrusionOk="0" h="1776" w="1861">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0" name="Google Shape;22090;p96"/>
            <p:cNvSpPr/>
            <p:nvPr/>
          </p:nvSpPr>
          <p:spPr>
            <a:xfrm>
              <a:off x="879349" y="2579909"/>
              <a:ext cx="179891" cy="179132"/>
            </a:xfrm>
            <a:custGeom>
              <a:rect b="b" l="l" r="r" t="t"/>
              <a:pathLst>
                <a:path extrusionOk="0" h="6841" w="687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1" name="Google Shape;22091;p96"/>
            <p:cNvSpPr/>
            <p:nvPr/>
          </p:nvSpPr>
          <p:spPr>
            <a:xfrm>
              <a:off x="899590" y="2602140"/>
              <a:ext cx="159650" cy="156901"/>
            </a:xfrm>
            <a:custGeom>
              <a:rect b="b" l="l" r="r" t="t"/>
              <a:pathLst>
                <a:path extrusionOk="0" h="5992" w="6097">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2" name="Google Shape;22092;p96"/>
            <p:cNvSpPr/>
            <p:nvPr/>
          </p:nvSpPr>
          <p:spPr>
            <a:xfrm>
              <a:off x="971782" y="2617432"/>
              <a:ext cx="50485" cy="49359"/>
            </a:xfrm>
            <a:custGeom>
              <a:rect b="b" l="l" r="r" t="t"/>
              <a:pathLst>
                <a:path extrusionOk="0" h="1885" w="1928">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3" name="Google Shape;22093;p96"/>
            <p:cNvSpPr/>
            <p:nvPr/>
          </p:nvSpPr>
          <p:spPr>
            <a:xfrm>
              <a:off x="1033500" y="2509707"/>
              <a:ext cx="95942" cy="95968"/>
            </a:xfrm>
            <a:custGeom>
              <a:rect b="b" l="l" r="r" t="t"/>
              <a:pathLst>
                <a:path extrusionOk="0" h="3665" w="3664">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4" name="Google Shape;22094;p96"/>
            <p:cNvSpPr/>
            <p:nvPr/>
          </p:nvSpPr>
          <p:spPr>
            <a:xfrm>
              <a:off x="1001502" y="2559171"/>
              <a:ext cx="78712" cy="77900"/>
            </a:xfrm>
            <a:custGeom>
              <a:rect b="b" l="l" r="r" t="t"/>
              <a:pathLst>
                <a:path extrusionOk="0" h="2975" w="3006">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5" name="Google Shape;22095;p96"/>
            <p:cNvSpPr/>
            <p:nvPr/>
          </p:nvSpPr>
          <p:spPr>
            <a:xfrm>
              <a:off x="1030227" y="2589912"/>
              <a:ext cx="49987" cy="47159"/>
            </a:xfrm>
            <a:custGeom>
              <a:rect b="b" l="l" r="r" t="t"/>
              <a:pathLst>
                <a:path extrusionOk="0" h="1801" w="1909">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6" name="Google Shape;22096;p96"/>
            <p:cNvSpPr/>
            <p:nvPr/>
          </p:nvSpPr>
          <p:spPr>
            <a:xfrm>
              <a:off x="1128159" y="2454719"/>
              <a:ext cx="58209" cy="54282"/>
            </a:xfrm>
            <a:custGeom>
              <a:rect b="b" l="l" r="r" t="t"/>
              <a:pathLst>
                <a:path extrusionOk="0" h="2073" w="2223">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7" name="Google Shape;22097;p96"/>
            <p:cNvSpPr/>
            <p:nvPr/>
          </p:nvSpPr>
          <p:spPr>
            <a:xfrm>
              <a:off x="1099932" y="2413608"/>
              <a:ext cx="10762" cy="72899"/>
            </a:xfrm>
            <a:custGeom>
              <a:rect b="b" l="l" r="r" t="t"/>
              <a:pathLst>
                <a:path extrusionOk="0" h="2784" w="411">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8" name="Google Shape;22098;p96"/>
            <p:cNvSpPr/>
            <p:nvPr/>
          </p:nvSpPr>
          <p:spPr>
            <a:xfrm>
              <a:off x="1150888" y="2528194"/>
              <a:ext cx="76460" cy="10762"/>
            </a:xfrm>
            <a:custGeom>
              <a:rect b="b" l="l" r="r" t="t"/>
              <a:pathLst>
                <a:path extrusionOk="0" h="411" w="292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9" name="Google Shape;22099;p96"/>
            <p:cNvSpPr/>
            <p:nvPr/>
          </p:nvSpPr>
          <p:spPr>
            <a:xfrm>
              <a:off x="1002262" y="2486533"/>
              <a:ext cx="150904" cy="145484"/>
            </a:xfrm>
            <a:custGeom>
              <a:rect b="b" l="l" r="r" t="t"/>
              <a:pathLst>
                <a:path extrusionOk="0" h="5556" w="5763">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0" name="Google Shape;22100;p96"/>
            <p:cNvSpPr/>
            <p:nvPr/>
          </p:nvSpPr>
          <p:spPr>
            <a:xfrm>
              <a:off x="1039470" y="2572656"/>
              <a:ext cx="113695" cy="59361"/>
            </a:xfrm>
            <a:custGeom>
              <a:rect b="b" l="l" r="r" t="t"/>
              <a:pathLst>
                <a:path extrusionOk="0" h="2267" w="4342">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01" name="Google Shape;22101;p96"/>
          <p:cNvGrpSpPr/>
          <p:nvPr/>
        </p:nvGrpSpPr>
        <p:grpSpPr>
          <a:xfrm>
            <a:off x="3090556" y="2731389"/>
            <a:ext cx="268815" cy="366983"/>
            <a:chOff x="3117093" y="2881927"/>
            <a:chExt cx="268815" cy="366983"/>
          </a:xfrm>
        </p:grpSpPr>
        <p:sp>
          <p:nvSpPr>
            <p:cNvPr id="22102" name="Google Shape;22102;p96"/>
            <p:cNvSpPr/>
            <p:nvPr/>
          </p:nvSpPr>
          <p:spPr>
            <a:xfrm>
              <a:off x="3117093" y="2917146"/>
              <a:ext cx="191124" cy="331764"/>
            </a:xfrm>
            <a:custGeom>
              <a:rect b="b" l="l" r="r" t="t"/>
              <a:pathLst>
                <a:path extrusionOk="0" h="12670" w="7299">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3" name="Google Shape;22103;p96"/>
            <p:cNvSpPr/>
            <p:nvPr/>
          </p:nvSpPr>
          <p:spPr>
            <a:xfrm>
              <a:off x="3232019" y="2917146"/>
              <a:ext cx="76198" cy="118670"/>
            </a:xfrm>
            <a:custGeom>
              <a:rect b="b" l="l" r="r" t="t"/>
              <a:pathLst>
                <a:path extrusionOk="0" h="4532" w="291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4" name="Google Shape;22104;p96"/>
            <p:cNvSpPr/>
            <p:nvPr/>
          </p:nvSpPr>
          <p:spPr>
            <a:xfrm>
              <a:off x="3117093" y="3235398"/>
              <a:ext cx="191124" cy="13511"/>
            </a:xfrm>
            <a:custGeom>
              <a:rect b="b" l="l" r="r" t="t"/>
              <a:pathLst>
                <a:path extrusionOk="0" h="516" w="7299">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5" name="Google Shape;22105;p96"/>
            <p:cNvSpPr/>
            <p:nvPr/>
          </p:nvSpPr>
          <p:spPr>
            <a:xfrm>
              <a:off x="3136575" y="2950872"/>
              <a:ext cx="152161" cy="239069"/>
            </a:xfrm>
            <a:custGeom>
              <a:rect b="b" l="l" r="r" t="t"/>
              <a:pathLst>
                <a:path extrusionOk="0" h="9130" w="5811">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6" name="Google Shape;22106;p96"/>
            <p:cNvSpPr/>
            <p:nvPr/>
          </p:nvSpPr>
          <p:spPr>
            <a:xfrm>
              <a:off x="3232019" y="2950872"/>
              <a:ext cx="56717" cy="80467"/>
            </a:xfrm>
            <a:custGeom>
              <a:rect b="b" l="l" r="r" t="t"/>
              <a:pathLst>
                <a:path extrusionOk="0" h="3073" w="2166">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7" name="Google Shape;22107;p96"/>
            <p:cNvSpPr/>
            <p:nvPr/>
          </p:nvSpPr>
          <p:spPr>
            <a:xfrm>
              <a:off x="3136339" y="2951108"/>
              <a:ext cx="152397" cy="239095"/>
            </a:xfrm>
            <a:custGeom>
              <a:rect b="b" l="l" r="r" t="t"/>
              <a:pathLst>
                <a:path extrusionOk="0" h="9131" w="582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8" name="Google Shape;22108;p96"/>
            <p:cNvSpPr/>
            <p:nvPr/>
          </p:nvSpPr>
          <p:spPr>
            <a:xfrm>
              <a:off x="3190778" y="2927882"/>
              <a:ext cx="43755" cy="11024"/>
            </a:xfrm>
            <a:custGeom>
              <a:rect b="b" l="l" r="r" t="t"/>
              <a:pathLst>
                <a:path extrusionOk="0" h="421" w="1671">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9" name="Google Shape;22109;p96"/>
            <p:cNvSpPr/>
            <p:nvPr/>
          </p:nvSpPr>
          <p:spPr>
            <a:xfrm>
              <a:off x="3164802" y="3041289"/>
              <a:ext cx="95706" cy="22519"/>
            </a:xfrm>
            <a:custGeom>
              <a:rect b="b" l="l" r="r" t="t"/>
              <a:pathLst>
                <a:path extrusionOk="0" h="860" w="3655">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0" name="Google Shape;22110;p96"/>
            <p:cNvSpPr/>
            <p:nvPr/>
          </p:nvSpPr>
          <p:spPr>
            <a:xfrm>
              <a:off x="3157313" y="3083263"/>
              <a:ext cx="110448" cy="11024"/>
            </a:xfrm>
            <a:custGeom>
              <a:rect b="b" l="l" r="r" t="t"/>
              <a:pathLst>
                <a:path extrusionOk="0" h="421" w="4218">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1" name="Google Shape;22111;p96"/>
            <p:cNvSpPr/>
            <p:nvPr/>
          </p:nvSpPr>
          <p:spPr>
            <a:xfrm>
              <a:off x="3157313" y="3109998"/>
              <a:ext cx="110448" cy="11260"/>
            </a:xfrm>
            <a:custGeom>
              <a:rect b="b" l="l" r="r" t="t"/>
              <a:pathLst>
                <a:path extrusionOk="0" h="430" w="4218">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2" name="Google Shape;22112;p96"/>
            <p:cNvSpPr/>
            <p:nvPr/>
          </p:nvSpPr>
          <p:spPr>
            <a:xfrm>
              <a:off x="3200283" y="3203662"/>
              <a:ext cx="24745" cy="24771"/>
            </a:xfrm>
            <a:custGeom>
              <a:rect b="b" l="l" r="r" t="t"/>
              <a:pathLst>
                <a:path extrusionOk="0" h="946" w="945">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3" name="Google Shape;22113;p96"/>
            <p:cNvSpPr/>
            <p:nvPr/>
          </p:nvSpPr>
          <p:spPr>
            <a:xfrm>
              <a:off x="3249249" y="2881927"/>
              <a:ext cx="136660" cy="136660"/>
            </a:xfrm>
            <a:custGeom>
              <a:rect b="b" l="l" r="r" t="t"/>
              <a:pathLst>
                <a:path extrusionOk="0" h="5219" w="5219">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4" name="Google Shape;22114;p96"/>
            <p:cNvSpPr/>
            <p:nvPr/>
          </p:nvSpPr>
          <p:spPr>
            <a:xfrm>
              <a:off x="3301959" y="2928641"/>
              <a:ext cx="21995" cy="56219"/>
            </a:xfrm>
            <a:custGeom>
              <a:rect b="b" l="l" r="r" t="t"/>
              <a:pathLst>
                <a:path extrusionOk="0" h="2147" w="84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5" name="Google Shape;22115;p96"/>
            <p:cNvSpPr/>
            <p:nvPr/>
          </p:nvSpPr>
          <p:spPr>
            <a:xfrm>
              <a:off x="3301462" y="2976088"/>
              <a:ext cx="33988" cy="11286"/>
            </a:xfrm>
            <a:custGeom>
              <a:rect b="b" l="l" r="r" t="t"/>
              <a:pathLst>
                <a:path extrusionOk="0" h="431" w="1298">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6" name="Google Shape;22116;p96"/>
            <p:cNvSpPr/>
            <p:nvPr/>
          </p:nvSpPr>
          <p:spPr>
            <a:xfrm>
              <a:off x="3304709" y="2910704"/>
              <a:ext cx="19246" cy="16706"/>
            </a:xfrm>
            <a:custGeom>
              <a:rect b="b" l="l" r="r" t="t"/>
              <a:pathLst>
                <a:path extrusionOk="0" h="638" w="735">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17" name="Google Shape;22117;p96"/>
          <p:cNvGrpSpPr/>
          <p:nvPr/>
        </p:nvGrpSpPr>
        <p:grpSpPr>
          <a:xfrm>
            <a:off x="3507971" y="1357462"/>
            <a:ext cx="368502" cy="343521"/>
            <a:chOff x="3534508" y="1508000"/>
            <a:chExt cx="368502" cy="343521"/>
          </a:xfrm>
        </p:grpSpPr>
        <p:sp>
          <p:nvSpPr>
            <p:cNvPr id="22118" name="Google Shape;22118;p96"/>
            <p:cNvSpPr/>
            <p:nvPr/>
          </p:nvSpPr>
          <p:spPr>
            <a:xfrm>
              <a:off x="3591984" y="1754322"/>
              <a:ext cx="45719" cy="45719"/>
            </a:xfrm>
            <a:custGeom>
              <a:rect b="b" l="l" r="r" t="t"/>
              <a:pathLst>
                <a:path extrusionOk="0" h="1746" w="1746">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9" name="Google Shape;22119;p96"/>
            <p:cNvSpPr/>
            <p:nvPr/>
          </p:nvSpPr>
          <p:spPr>
            <a:xfrm>
              <a:off x="3742600" y="1633897"/>
              <a:ext cx="106940" cy="91805"/>
            </a:xfrm>
            <a:custGeom>
              <a:rect b="b" l="l" r="r" t="t"/>
              <a:pathLst>
                <a:path extrusionOk="0" h="3506" w="4084">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0" name="Google Shape;22120;p96"/>
            <p:cNvSpPr/>
            <p:nvPr/>
          </p:nvSpPr>
          <p:spPr>
            <a:xfrm>
              <a:off x="3753336" y="1671132"/>
              <a:ext cx="100969" cy="54465"/>
            </a:xfrm>
            <a:custGeom>
              <a:rect b="b" l="l" r="r" t="t"/>
              <a:pathLst>
                <a:path extrusionOk="0" h="2080" w="3856">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1" name="Google Shape;22121;p96"/>
            <p:cNvSpPr/>
            <p:nvPr/>
          </p:nvSpPr>
          <p:spPr>
            <a:xfrm>
              <a:off x="3620447" y="1530990"/>
              <a:ext cx="154649" cy="297645"/>
            </a:xfrm>
            <a:custGeom>
              <a:rect b="b" l="l" r="r" t="t"/>
              <a:pathLst>
                <a:path extrusionOk="0" h="11367" w="5906">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2" name="Google Shape;22122;p96"/>
            <p:cNvSpPr/>
            <p:nvPr/>
          </p:nvSpPr>
          <p:spPr>
            <a:xfrm>
              <a:off x="3620447" y="1708603"/>
              <a:ext cx="154649" cy="120032"/>
            </a:xfrm>
            <a:custGeom>
              <a:rect b="b" l="l" r="r" t="t"/>
              <a:pathLst>
                <a:path extrusionOk="0" h="4584" w="5906">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3" name="Google Shape;22123;p96"/>
            <p:cNvSpPr/>
            <p:nvPr/>
          </p:nvSpPr>
          <p:spPr>
            <a:xfrm>
              <a:off x="3763601" y="1508000"/>
              <a:ext cx="45981" cy="343521"/>
            </a:xfrm>
            <a:custGeom>
              <a:rect b="b" l="l" r="r" t="t"/>
              <a:pathLst>
                <a:path extrusionOk="0" h="13119" w="1756">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4" name="Google Shape;22124;p96"/>
            <p:cNvSpPr/>
            <p:nvPr/>
          </p:nvSpPr>
          <p:spPr>
            <a:xfrm>
              <a:off x="3763601" y="1823005"/>
              <a:ext cx="45981" cy="28515"/>
            </a:xfrm>
            <a:custGeom>
              <a:rect b="b" l="l" r="r" t="t"/>
              <a:pathLst>
                <a:path extrusionOk="0" h="1089" w="1756">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5" name="Google Shape;22125;p96"/>
            <p:cNvSpPr/>
            <p:nvPr/>
          </p:nvSpPr>
          <p:spPr>
            <a:xfrm>
              <a:off x="3534508" y="1628399"/>
              <a:ext cx="46007" cy="102959"/>
            </a:xfrm>
            <a:custGeom>
              <a:rect b="b" l="l" r="r" t="t"/>
              <a:pathLst>
                <a:path extrusionOk="0" h="3932" w="1757">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6" name="Google Shape;22126;p96"/>
            <p:cNvSpPr/>
            <p:nvPr/>
          </p:nvSpPr>
          <p:spPr>
            <a:xfrm>
              <a:off x="3534508" y="1633400"/>
              <a:ext cx="46007" cy="97958"/>
            </a:xfrm>
            <a:custGeom>
              <a:rect b="b" l="l" r="r" t="t"/>
              <a:pathLst>
                <a:path extrusionOk="0" h="3741" w="1757">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7" name="Google Shape;22127;p96"/>
            <p:cNvSpPr/>
            <p:nvPr/>
          </p:nvSpPr>
          <p:spPr>
            <a:xfrm>
              <a:off x="3574728" y="1628163"/>
              <a:ext cx="57240" cy="103195"/>
            </a:xfrm>
            <a:custGeom>
              <a:rect b="b" l="l" r="r" t="t"/>
              <a:pathLst>
                <a:path extrusionOk="0" h="3941" w="2186">
                  <a:moveTo>
                    <a:pt x="1" y="0"/>
                  </a:moveTo>
                  <a:lnTo>
                    <a:pt x="1" y="3940"/>
                  </a:lnTo>
                  <a:lnTo>
                    <a:pt x="2186" y="3940"/>
                  </a:lnTo>
                  <a:lnTo>
                    <a:pt x="2186" y="0"/>
                  </a:lnTo>
                  <a:close/>
                </a:path>
              </a:pathLst>
            </a:custGeom>
            <a:solidFill>
              <a:srgbClr val="AEBE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8" name="Google Shape;22128;p96"/>
            <p:cNvSpPr/>
            <p:nvPr/>
          </p:nvSpPr>
          <p:spPr>
            <a:xfrm>
              <a:off x="3574728" y="1714102"/>
              <a:ext cx="57240" cy="17256"/>
            </a:xfrm>
            <a:custGeom>
              <a:rect b="b" l="l" r="r" t="t"/>
              <a:pathLst>
                <a:path extrusionOk="0" h="659" w="2186">
                  <a:moveTo>
                    <a:pt x="1" y="0"/>
                  </a:moveTo>
                  <a:lnTo>
                    <a:pt x="1" y="658"/>
                  </a:lnTo>
                  <a:lnTo>
                    <a:pt x="2186" y="658"/>
                  </a:lnTo>
                  <a:lnTo>
                    <a:pt x="2186" y="0"/>
                  </a:lnTo>
                  <a:close/>
                </a:path>
              </a:pathLst>
            </a:custGeom>
            <a:solidFill>
              <a:srgbClr val="96A7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9" name="Google Shape;22129;p96"/>
            <p:cNvSpPr/>
            <p:nvPr/>
          </p:nvSpPr>
          <p:spPr>
            <a:xfrm>
              <a:off x="3574728" y="1731332"/>
              <a:ext cx="57240" cy="91700"/>
            </a:xfrm>
            <a:custGeom>
              <a:rect b="b" l="l" r="r" t="t"/>
              <a:pathLst>
                <a:path extrusionOk="0" h="3502" w="2186">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0" name="Google Shape;22130;p96"/>
            <p:cNvSpPr/>
            <p:nvPr/>
          </p:nvSpPr>
          <p:spPr>
            <a:xfrm>
              <a:off x="3870514" y="1674118"/>
              <a:ext cx="32496" cy="11521"/>
            </a:xfrm>
            <a:custGeom>
              <a:rect b="b" l="l" r="r" t="t"/>
              <a:pathLst>
                <a:path extrusionOk="0" h="440" w="1241">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1" name="Google Shape;22131;p96"/>
            <p:cNvSpPr/>
            <p:nvPr/>
          </p:nvSpPr>
          <p:spPr>
            <a:xfrm>
              <a:off x="3848781" y="1609493"/>
              <a:ext cx="27232" cy="23436"/>
            </a:xfrm>
            <a:custGeom>
              <a:rect b="b" l="l" r="r" t="t"/>
              <a:pathLst>
                <a:path extrusionOk="0" h="895" w="104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2" name="Google Shape;22132;p96"/>
            <p:cNvSpPr/>
            <p:nvPr/>
          </p:nvSpPr>
          <p:spPr>
            <a:xfrm>
              <a:off x="3848231" y="1726618"/>
              <a:ext cx="27808" cy="23724"/>
            </a:xfrm>
            <a:custGeom>
              <a:rect b="b" l="l" r="r" t="t"/>
              <a:pathLst>
                <a:path extrusionOk="0" h="906" w="1062">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33" name="Google Shape;22133;p96"/>
          <p:cNvGrpSpPr/>
          <p:nvPr/>
        </p:nvGrpSpPr>
        <p:grpSpPr>
          <a:xfrm>
            <a:off x="7131161" y="1349424"/>
            <a:ext cx="279054" cy="354754"/>
            <a:chOff x="7147436" y="1502999"/>
            <a:chExt cx="279054" cy="354754"/>
          </a:xfrm>
        </p:grpSpPr>
        <p:sp>
          <p:nvSpPr>
            <p:cNvPr id="22134" name="Google Shape;22134;p96"/>
            <p:cNvSpPr/>
            <p:nvPr/>
          </p:nvSpPr>
          <p:spPr>
            <a:xfrm>
              <a:off x="7147436" y="1745576"/>
              <a:ext cx="279054" cy="112177"/>
            </a:xfrm>
            <a:custGeom>
              <a:rect b="b" l="l" r="r" t="t"/>
              <a:pathLst>
                <a:path extrusionOk="0" h="4284" w="10657">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5" name="Google Shape;22135;p96"/>
            <p:cNvSpPr/>
            <p:nvPr/>
          </p:nvSpPr>
          <p:spPr>
            <a:xfrm>
              <a:off x="7187892" y="1694856"/>
              <a:ext cx="197618" cy="104688"/>
            </a:xfrm>
            <a:custGeom>
              <a:rect b="b" l="l" r="r" t="t"/>
              <a:pathLst>
                <a:path extrusionOk="0" h="3998" w="7547">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6" name="Google Shape;22136;p96"/>
            <p:cNvSpPr/>
            <p:nvPr/>
          </p:nvSpPr>
          <p:spPr>
            <a:xfrm>
              <a:off x="7206876" y="1712348"/>
              <a:ext cx="159912" cy="66274"/>
            </a:xfrm>
            <a:custGeom>
              <a:rect b="b" l="l" r="r" t="t"/>
              <a:pathLst>
                <a:path extrusionOk="0" h="2531" w="6107">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7" name="Google Shape;22137;p96"/>
            <p:cNvSpPr/>
            <p:nvPr/>
          </p:nvSpPr>
          <p:spPr>
            <a:xfrm>
              <a:off x="7232118" y="1700852"/>
              <a:ext cx="109689" cy="77769"/>
            </a:xfrm>
            <a:custGeom>
              <a:rect b="b" l="l" r="r" t="t"/>
              <a:pathLst>
                <a:path extrusionOk="0" h="2970" w="4189">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8" name="Google Shape;22138;p96"/>
            <p:cNvSpPr/>
            <p:nvPr/>
          </p:nvSpPr>
          <p:spPr>
            <a:xfrm>
              <a:off x="7246101" y="1700852"/>
              <a:ext cx="81462" cy="23121"/>
            </a:xfrm>
            <a:custGeom>
              <a:rect b="b" l="l" r="r" t="t"/>
              <a:pathLst>
                <a:path extrusionOk="0" h="883" w="3111">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9" name="Google Shape;22139;p96"/>
            <p:cNvSpPr/>
            <p:nvPr/>
          </p:nvSpPr>
          <p:spPr>
            <a:xfrm>
              <a:off x="7189149" y="1543716"/>
              <a:ext cx="190627" cy="168658"/>
            </a:xfrm>
            <a:custGeom>
              <a:rect b="b" l="l" r="r" t="t"/>
              <a:pathLst>
                <a:path extrusionOk="0" h="6441" w="728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0" name="Google Shape;22140;p96"/>
            <p:cNvSpPr/>
            <p:nvPr/>
          </p:nvSpPr>
          <p:spPr>
            <a:xfrm>
              <a:off x="7192893" y="1549713"/>
              <a:ext cx="146400" cy="162635"/>
            </a:xfrm>
            <a:custGeom>
              <a:rect b="b" l="l" r="r" t="t"/>
              <a:pathLst>
                <a:path extrusionOk="0" h="6211" w="5591">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1" name="Google Shape;22141;p96"/>
            <p:cNvSpPr/>
            <p:nvPr/>
          </p:nvSpPr>
          <p:spPr>
            <a:xfrm>
              <a:off x="7246101" y="1613604"/>
              <a:ext cx="11757" cy="17334"/>
            </a:xfrm>
            <a:custGeom>
              <a:rect b="b" l="l" r="r" t="t"/>
              <a:pathLst>
                <a:path extrusionOk="0" h="662" w="449">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2" name="Google Shape;22142;p96"/>
            <p:cNvSpPr/>
            <p:nvPr/>
          </p:nvSpPr>
          <p:spPr>
            <a:xfrm>
              <a:off x="7316041" y="1613604"/>
              <a:ext cx="11521" cy="17334"/>
            </a:xfrm>
            <a:custGeom>
              <a:rect b="b" l="l" r="r" t="t"/>
              <a:pathLst>
                <a:path extrusionOk="0" h="662" w="44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3" name="Google Shape;22143;p96"/>
            <p:cNvSpPr/>
            <p:nvPr/>
          </p:nvSpPr>
          <p:spPr>
            <a:xfrm>
              <a:off x="7238115" y="1593834"/>
              <a:ext cx="28097" cy="13878"/>
            </a:xfrm>
            <a:custGeom>
              <a:rect b="b" l="l" r="r" t="t"/>
              <a:pathLst>
                <a:path extrusionOk="0" h="530" w="1073">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4" name="Google Shape;22144;p96"/>
            <p:cNvSpPr/>
            <p:nvPr/>
          </p:nvSpPr>
          <p:spPr>
            <a:xfrm>
              <a:off x="7307767" y="1594044"/>
              <a:ext cx="27782" cy="13904"/>
            </a:xfrm>
            <a:custGeom>
              <a:rect b="b" l="l" r="r" t="t"/>
              <a:pathLst>
                <a:path extrusionOk="0" h="531" w="1061">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5" name="Google Shape;22145;p96"/>
            <p:cNvSpPr/>
            <p:nvPr/>
          </p:nvSpPr>
          <p:spPr>
            <a:xfrm>
              <a:off x="7211380" y="1502999"/>
              <a:ext cx="174392" cy="52501"/>
            </a:xfrm>
            <a:custGeom>
              <a:rect b="b" l="l" r="r" t="t"/>
              <a:pathLst>
                <a:path extrusionOk="0" h="2005" w="666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6" name="Google Shape;22146;p96"/>
            <p:cNvSpPr/>
            <p:nvPr/>
          </p:nvSpPr>
          <p:spPr>
            <a:xfrm>
              <a:off x="7257832" y="1502999"/>
              <a:ext cx="127940" cy="40744"/>
            </a:xfrm>
            <a:custGeom>
              <a:rect b="b" l="l" r="r" t="t"/>
              <a:pathLst>
                <a:path extrusionOk="0" h="1556" w="4886">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7" name="Google Shape;22147;p96"/>
            <p:cNvSpPr/>
            <p:nvPr/>
          </p:nvSpPr>
          <p:spPr>
            <a:xfrm>
              <a:off x="7252097" y="1782262"/>
              <a:ext cx="11521" cy="75491"/>
            </a:xfrm>
            <a:custGeom>
              <a:rect b="b" l="l" r="r" t="t"/>
              <a:pathLst>
                <a:path extrusionOk="0" h="2883" w="44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8" name="Google Shape;22148;p96"/>
            <p:cNvSpPr/>
            <p:nvPr/>
          </p:nvSpPr>
          <p:spPr>
            <a:xfrm>
              <a:off x="7310045" y="1782262"/>
              <a:ext cx="11783" cy="75491"/>
            </a:xfrm>
            <a:custGeom>
              <a:rect b="b" l="l" r="r" t="t"/>
              <a:pathLst>
                <a:path extrusionOk="0" h="2883" w="45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9" name="Google Shape;22149;p96"/>
            <p:cNvSpPr/>
            <p:nvPr/>
          </p:nvSpPr>
          <p:spPr>
            <a:xfrm>
              <a:off x="7260896" y="1654112"/>
              <a:ext cx="51872" cy="17570"/>
            </a:xfrm>
            <a:custGeom>
              <a:rect b="b" l="l" r="r" t="t"/>
              <a:pathLst>
                <a:path extrusionOk="0" h="671" w="1981">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50" name="Google Shape;22150;p96"/>
          <p:cNvGrpSpPr/>
          <p:nvPr/>
        </p:nvGrpSpPr>
        <p:grpSpPr>
          <a:xfrm>
            <a:off x="7586806" y="1819497"/>
            <a:ext cx="276802" cy="354807"/>
            <a:chOff x="7603081" y="1973072"/>
            <a:chExt cx="276802" cy="354807"/>
          </a:xfrm>
        </p:grpSpPr>
        <p:sp>
          <p:nvSpPr>
            <p:cNvPr id="22151" name="Google Shape;22151;p96"/>
            <p:cNvSpPr/>
            <p:nvPr/>
          </p:nvSpPr>
          <p:spPr>
            <a:xfrm>
              <a:off x="7603081" y="2189465"/>
              <a:ext cx="276802" cy="138414"/>
            </a:xfrm>
            <a:custGeom>
              <a:rect b="b" l="l" r="r" t="t"/>
              <a:pathLst>
                <a:path extrusionOk="0" h="5286" w="10571">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2" name="Google Shape;22152;p96"/>
            <p:cNvSpPr/>
            <p:nvPr/>
          </p:nvSpPr>
          <p:spPr>
            <a:xfrm>
              <a:off x="7666527" y="2189465"/>
              <a:ext cx="149909" cy="92197"/>
            </a:xfrm>
            <a:custGeom>
              <a:rect b="b" l="l" r="r" t="t"/>
              <a:pathLst>
                <a:path extrusionOk="0" h="3521" w="5725">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3" name="Google Shape;22153;p96"/>
            <p:cNvSpPr/>
            <p:nvPr/>
          </p:nvSpPr>
          <p:spPr>
            <a:xfrm>
              <a:off x="7679751" y="2189465"/>
              <a:ext cx="123698" cy="34564"/>
            </a:xfrm>
            <a:custGeom>
              <a:rect b="b" l="l" r="r" t="t"/>
              <a:pathLst>
                <a:path extrusionOk="0" h="1320" w="4724">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4" name="Google Shape;22154;p96"/>
            <p:cNvSpPr/>
            <p:nvPr/>
          </p:nvSpPr>
          <p:spPr>
            <a:xfrm>
              <a:off x="7644532" y="2033585"/>
              <a:ext cx="189370" cy="155408"/>
            </a:xfrm>
            <a:custGeom>
              <a:rect b="b" l="l" r="r" t="t"/>
              <a:pathLst>
                <a:path extrusionOk="0" h="5935" w="7232">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5" name="Google Shape;22155;p96"/>
            <p:cNvSpPr/>
            <p:nvPr/>
          </p:nvSpPr>
          <p:spPr>
            <a:xfrm>
              <a:off x="7701249" y="2092292"/>
              <a:ext cx="11521" cy="17020"/>
            </a:xfrm>
            <a:custGeom>
              <a:rect b="b" l="l" r="r" t="t"/>
              <a:pathLst>
                <a:path extrusionOk="0" h="650" w="44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6" name="Google Shape;22156;p96"/>
            <p:cNvSpPr/>
            <p:nvPr/>
          </p:nvSpPr>
          <p:spPr>
            <a:xfrm>
              <a:off x="7770429" y="2092292"/>
              <a:ext cx="11521" cy="17020"/>
            </a:xfrm>
            <a:custGeom>
              <a:rect b="b" l="l" r="r" t="t"/>
              <a:pathLst>
                <a:path extrusionOk="0" h="650" w="44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7" name="Google Shape;22157;p96"/>
            <p:cNvSpPr/>
            <p:nvPr/>
          </p:nvSpPr>
          <p:spPr>
            <a:xfrm>
              <a:off x="7693995" y="2074067"/>
              <a:ext cx="25766" cy="11495"/>
            </a:xfrm>
            <a:custGeom>
              <a:rect b="b" l="l" r="r" t="t"/>
              <a:pathLst>
                <a:path extrusionOk="0" h="439" w="984">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8" name="Google Shape;22158;p96"/>
            <p:cNvSpPr/>
            <p:nvPr/>
          </p:nvSpPr>
          <p:spPr>
            <a:xfrm>
              <a:off x="7763202" y="2074067"/>
              <a:ext cx="25740" cy="11495"/>
            </a:xfrm>
            <a:custGeom>
              <a:rect b="b" l="l" r="r" t="t"/>
              <a:pathLst>
                <a:path extrusionOk="0" h="439" w="983">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9" name="Google Shape;22159;p96"/>
            <p:cNvSpPr/>
            <p:nvPr/>
          </p:nvSpPr>
          <p:spPr>
            <a:xfrm>
              <a:off x="7647281" y="2033585"/>
              <a:ext cx="140430" cy="155879"/>
            </a:xfrm>
            <a:custGeom>
              <a:rect b="b" l="l" r="r" t="t"/>
              <a:pathLst>
                <a:path extrusionOk="0" h="5953" w="5363">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0" name="Google Shape;22160;p96"/>
            <p:cNvSpPr/>
            <p:nvPr/>
          </p:nvSpPr>
          <p:spPr>
            <a:xfrm>
              <a:off x="7652518" y="1983127"/>
              <a:ext cx="106206" cy="108694"/>
            </a:xfrm>
            <a:custGeom>
              <a:rect b="b" l="l" r="r" t="t"/>
              <a:pathLst>
                <a:path extrusionOk="0" h="4151" w="4056">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1" name="Google Shape;22161;p96"/>
            <p:cNvSpPr/>
            <p:nvPr/>
          </p:nvSpPr>
          <p:spPr>
            <a:xfrm>
              <a:off x="7678023" y="2126018"/>
              <a:ext cx="126919" cy="86463"/>
            </a:xfrm>
            <a:custGeom>
              <a:rect b="b" l="l" r="r" t="t"/>
              <a:pathLst>
                <a:path extrusionOk="0" h="3302" w="4847">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2" name="Google Shape;22162;p96"/>
            <p:cNvSpPr/>
            <p:nvPr/>
          </p:nvSpPr>
          <p:spPr>
            <a:xfrm>
              <a:off x="7715493" y="2142881"/>
              <a:ext cx="51165" cy="17701"/>
            </a:xfrm>
            <a:custGeom>
              <a:rect b="b" l="l" r="r" t="t"/>
              <a:pathLst>
                <a:path extrusionOk="0" h="676" w="1954">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3" name="Google Shape;22163;p96"/>
            <p:cNvSpPr/>
            <p:nvPr/>
          </p:nvSpPr>
          <p:spPr>
            <a:xfrm>
              <a:off x="7678023" y="2126018"/>
              <a:ext cx="78215" cy="86463"/>
            </a:xfrm>
            <a:custGeom>
              <a:rect b="b" l="l" r="r" t="t"/>
              <a:pathLst>
                <a:path extrusionOk="0" h="3302" w="2987">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4" name="Google Shape;22164;p96"/>
            <p:cNvSpPr/>
            <p:nvPr/>
          </p:nvSpPr>
          <p:spPr>
            <a:xfrm>
              <a:off x="7666030" y="1973072"/>
              <a:ext cx="164625" cy="118749"/>
            </a:xfrm>
            <a:custGeom>
              <a:rect b="b" l="l" r="r" t="t"/>
              <a:pathLst>
                <a:path extrusionOk="0" h="4535" w="6287">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65" name="Google Shape;22165;p96"/>
          <p:cNvGrpSpPr/>
          <p:nvPr/>
        </p:nvGrpSpPr>
        <p:grpSpPr>
          <a:xfrm>
            <a:off x="6680517" y="1349424"/>
            <a:ext cx="276802" cy="354754"/>
            <a:chOff x="6696792" y="1502999"/>
            <a:chExt cx="276802" cy="354754"/>
          </a:xfrm>
        </p:grpSpPr>
        <p:sp>
          <p:nvSpPr>
            <p:cNvPr id="22166" name="Google Shape;22166;p96"/>
            <p:cNvSpPr/>
            <p:nvPr/>
          </p:nvSpPr>
          <p:spPr>
            <a:xfrm>
              <a:off x="6696792" y="1702345"/>
              <a:ext cx="276540" cy="155408"/>
            </a:xfrm>
            <a:custGeom>
              <a:rect b="b" l="l" r="r" t="t"/>
              <a:pathLst>
                <a:path extrusionOk="0" h="5935" w="10561">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7" name="Google Shape;22167;p96"/>
            <p:cNvSpPr/>
            <p:nvPr/>
          </p:nvSpPr>
          <p:spPr>
            <a:xfrm>
              <a:off x="6697028" y="1747069"/>
              <a:ext cx="276566" cy="110684"/>
            </a:xfrm>
            <a:custGeom>
              <a:rect b="b" l="l" r="r" t="t"/>
              <a:pathLst>
                <a:path extrusionOk="0" h="4227" w="10562">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8" name="Google Shape;22168;p96"/>
            <p:cNvSpPr/>
            <p:nvPr/>
          </p:nvSpPr>
          <p:spPr>
            <a:xfrm>
              <a:off x="6794960" y="1708106"/>
              <a:ext cx="80702" cy="22886"/>
            </a:xfrm>
            <a:custGeom>
              <a:rect b="b" l="l" r="r" t="t"/>
              <a:pathLst>
                <a:path extrusionOk="0" h="874" w="3082">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9" name="Google Shape;22169;p96"/>
            <p:cNvSpPr/>
            <p:nvPr/>
          </p:nvSpPr>
          <p:spPr>
            <a:xfrm>
              <a:off x="6738243" y="1592944"/>
              <a:ext cx="189134" cy="124929"/>
            </a:xfrm>
            <a:custGeom>
              <a:rect b="b" l="l" r="r" t="t"/>
              <a:pathLst>
                <a:path extrusionOk="0" h="4771" w="7223">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0" name="Google Shape;22170;p96"/>
            <p:cNvSpPr/>
            <p:nvPr/>
          </p:nvSpPr>
          <p:spPr>
            <a:xfrm>
              <a:off x="6742249" y="1592944"/>
              <a:ext cx="144908" cy="126683"/>
            </a:xfrm>
            <a:custGeom>
              <a:rect b="b" l="l" r="r" t="t"/>
              <a:pathLst>
                <a:path extrusionOk="0" h="4838" w="5534">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1" name="Google Shape;22171;p96"/>
            <p:cNvSpPr/>
            <p:nvPr/>
          </p:nvSpPr>
          <p:spPr>
            <a:xfrm>
              <a:off x="6702291" y="1503129"/>
              <a:ext cx="266066" cy="95575"/>
            </a:xfrm>
            <a:custGeom>
              <a:rect b="b" l="l" r="r" t="t"/>
              <a:pathLst>
                <a:path extrusionOk="0" h="3650" w="10161">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2" name="Google Shape;22172;p96"/>
            <p:cNvSpPr/>
            <p:nvPr/>
          </p:nvSpPr>
          <p:spPr>
            <a:xfrm>
              <a:off x="6787209" y="1621669"/>
              <a:ext cx="26997" cy="11521"/>
            </a:xfrm>
            <a:custGeom>
              <a:rect b="b" l="l" r="r" t="t"/>
              <a:pathLst>
                <a:path extrusionOk="0" h="440" w="1031">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3" name="Google Shape;22173;p96"/>
            <p:cNvSpPr/>
            <p:nvPr/>
          </p:nvSpPr>
          <p:spPr>
            <a:xfrm>
              <a:off x="6856416" y="1621669"/>
              <a:ext cx="26735" cy="11521"/>
            </a:xfrm>
            <a:custGeom>
              <a:rect b="b" l="l" r="r" t="t"/>
              <a:pathLst>
                <a:path extrusionOk="0" h="440" w="1021">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4" name="Google Shape;22174;p96"/>
            <p:cNvSpPr/>
            <p:nvPr/>
          </p:nvSpPr>
          <p:spPr>
            <a:xfrm>
              <a:off x="6702291" y="1502999"/>
              <a:ext cx="136660" cy="95706"/>
            </a:xfrm>
            <a:custGeom>
              <a:rect b="b" l="l" r="r" t="t"/>
              <a:pathLst>
                <a:path extrusionOk="0" h="3655" w="5219">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5" name="Google Shape;22175;p96"/>
            <p:cNvSpPr/>
            <p:nvPr/>
          </p:nvSpPr>
          <p:spPr>
            <a:xfrm>
              <a:off x="6748979" y="1598679"/>
              <a:ext cx="23017" cy="25766"/>
            </a:xfrm>
            <a:custGeom>
              <a:rect b="b" l="l" r="r" t="t"/>
              <a:pathLst>
                <a:path extrusionOk="0" h="984" w="879">
                  <a:moveTo>
                    <a:pt x="1" y="1"/>
                  </a:moveTo>
                  <a:lnTo>
                    <a:pt x="1" y="983"/>
                  </a:lnTo>
                  <a:lnTo>
                    <a:pt x="306" y="945"/>
                  </a:lnTo>
                  <a:cubicBezTo>
                    <a:pt x="631" y="907"/>
                    <a:pt x="879" y="630"/>
                    <a:pt x="879" y="296"/>
                  </a:cubicBezTo>
                  <a:lnTo>
                    <a:pt x="879"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6" name="Google Shape;22176;p96"/>
            <p:cNvSpPr/>
            <p:nvPr/>
          </p:nvSpPr>
          <p:spPr>
            <a:xfrm>
              <a:off x="6898626" y="1598679"/>
              <a:ext cx="23017" cy="25766"/>
            </a:xfrm>
            <a:custGeom>
              <a:rect b="b" l="l" r="r" t="t"/>
              <a:pathLst>
                <a:path extrusionOk="0" h="984" w="879">
                  <a:moveTo>
                    <a:pt x="0" y="1"/>
                  </a:moveTo>
                  <a:lnTo>
                    <a:pt x="0" y="296"/>
                  </a:lnTo>
                  <a:cubicBezTo>
                    <a:pt x="0" y="630"/>
                    <a:pt x="248" y="907"/>
                    <a:pt x="573" y="945"/>
                  </a:cubicBezTo>
                  <a:lnTo>
                    <a:pt x="878" y="983"/>
                  </a:lnTo>
                  <a:lnTo>
                    <a:pt x="878"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7" name="Google Shape;22177;p96"/>
            <p:cNvSpPr/>
            <p:nvPr/>
          </p:nvSpPr>
          <p:spPr>
            <a:xfrm>
              <a:off x="6812189" y="1667624"/>
              <a:ext cx="45981" cy="17256"/>
            </a:xfrm>
            <a:custGeom>
              <a:rect b="b" l="l" r="r" t="t"/>
              <a:pathLst>
                <a:path extrusionOk="0" h="659" w="1756">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8" name="Google Shape;22178;p96"/>
            <p:cNvSpPr/>
            <p:nvPr/>
          </p:nvSpPr>
          <p:spPr>
            <a:xfrm>
              <a:off x="6794960" y="1661889"/>
              <a:ext cx="80702" cy="34617"/>
            </a:xfrm>
            <a:custGeom>
              <a:rect b="b" l="l" r="r" t="t"/>
              <a:pathLst>
                <a:path extrusionOk="0" h="1322" w="3082">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9" name="Google Shape;22179;p96"/>
            <p:cNvSpPr/>
            <p:nvPr/>
          </p:nvSpPr>
          <p:spPr>
            <a:xfrm>
              <a:off x="6823920" y="1702345"/>
              <a:ext cx="22519" cy="46007"/>
            </a:xfrm>
            <a:custGeom>
              <a:rect b="b" l="l" r="r" t="t"/>
              <a:pathLst>
                <a:path extrusionOk="0" h="1757" w="86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0" name="Google Shape;22180;p96"/>
            <p:cNvSpPr/>
            <p:nvPr/>
          </p:nvSpPr>
          <p:spPr>
            <a:xfrm>
              <a:off x="6757986" y="1747069"/>
              <a:ext cx="154649" cy="110684"/>
            </a:xfrm>
            <a:custGeom>
              <a:rect b="b" l="l" r="r" t="t"/>
              <a:pathLst>
                <a:path extrusionOk="0" h="4227" w="5906">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181" name="Google Shape;22181;p96"/>
          <p:cNvSpPr/>
          <p:nvPr/>
        </p:nvSpPr>
        <p:spPr>
          <a:xfrm>
            <a:off x="6344511" y="1501824"/>
            <a:ext cx="23017" cy="26264"/>
          </a:xfrm>
          <a:custGeom>
            <a:rect b="b" l="l" r="r" t="t"/>
            <a:pathLst>
              <a:path extrusionOk="0" h="1003" w="879">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182" name="Google Shape;22182;p96"/>
          <p:cNvGrpSpPr/>
          <p:nvPr/>
        </p:nvGrpSpPr>
        <p:grpSpPr>
          <a:xfrm>
            <a:off x="6207118" y="1349424"/>
            <a:ext cx="320295" cy="354754"/>
            <a:chOff x="6223393" y="1502999"/>
            <a:chExt cx="320295" cy="354754"/>
          </a:xfrm>
        </p:grpSpPr>
        <p:sp>
          <p:nvSpPr>
            <p:cNvPr id="22183" name="Google Shape;22183;p96"/>
            <p:cNvSpPr/>
            <p:nvPr/>
          </p:nvSpPr>
          <p:spPr>
            <a:xfrm>
              <a:off x="6246384" y="1691871"/>
              <a:ext cx="274550" cy="165882"/>
            </a:xfrm>
            <a:custGeom>
              <a:rect b="b" l="l" r="r" t="t"/>
              <a:pathLst>
                <a:path extrusionOk="0" h="6335" w="10485">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4" name="Google Shape;22184;p96"/>
            <p:cNvSpPr/>
            <p:nvPr/>
          </p:nvSpPr>
          <p:spPr>
            <a:xfrm>
              <a:off x="6223393" y="1709101"/>
              <a:ext cx="320295" cy="97199"/>
            </a:xfrm>
            <a:custGeom>
              <a:rect b="b" l="l" r="r" t="t"/>
              <a:pathLst>
                <a:path extrusionOk="0" h="3712" w="12232">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5" name="Google Shape;22185;p96"/>
            <p:cNvSpPr/>
            <p:nvPr/>
          </p:nvSpPr>
          <p:spPr>
            <a:xfrm>
              <a:off x="6292103" y="1724576"/>
              <a:ext cx="183138" cy="133177"/>
            </a:xfrm>
            <a:custGeom>
              <a:rect b="b" l="l" r="r" t="t"/>
              <a:pathLst>
                <a:path extrusionOk="0" h="5086" w="6994">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6" name="Google Shape;22186;p96"/>
            <p:cNvSpPr/>
            <p:nvPr/>
          </p:nvSpPr>
          <p:spPr>
            <a:xfrm>
              <a:off x="6343556" y="1691871"/>
              <a:ext cx="80205" cy="22886"/>
            </a:xfrm>
            <a:custGeom>
              <a:rect b="b" l="l" r="r" t="t"/>
              <a:pathLst>
                <a:path extrusionOk="0" h="874" w="3063">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7" name="Google Shape;22187;p96"/>
            <p:cNvSpPr/>
            <p:nvPr/>
          </p:nvSpPr>
          <p:spPr>
            <a:xfrm>
              <a:off x="6287363" y="1588938"/>
              <a:ext cx="192355" cy="114428"/>
            </a:xfrm>
            <a:custGeom>
              <a:rect b="b" l="l" r="r" t="t"/>
              <a:pathLst>
                <a:path extrusionOk="0" h="4370" w="7346">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8" name="Google Shape;22188;p96"/>
            <p:cNvSpPr/>
            <p:nvPr/>
          </p:nvSpPr>
          <p:spPr>
            <a:xfrm>
              <a:off x="6289851" y="1588938"/>
              <a:ext cx="156665" cy="114428"/>
            </a:xfrm>
            <a:custGeom>
              <a:rect b="b" l="l" r="r" t="t"/>
              <a:pathLst>
                <a:path extrusionOk="0" h="4370" w="5983">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9" name="Google Shape;22189;p96"/>
            <p:cNvSpPr/>
            <p:nvPr/>
          </p:nvSpPr>
          <p:spPr>
            <a:xfrm>
              <a:off x="6346568" y="1606063"/>
              <a:ext cx="11260" cy="17125"/>
            </a:xfrm>
            <a:custGeom>
              <a:rect b="b" l="l" r="r" t="t"/>
              <a:pathLst>
                <a:path extrusionOk="0" h="654" w="43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0" name="Google Shape;22190;p96"/>
            <p:cNvSpPr/>
            <p:nvPr/>
          </p:nvSpPr>
          <p:spPr>
            <a:xfrm>
              <a:off x="6409255" y="1606063"/>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1" name="Google Shape;22191;p96"/>
            <p:cNvSpPr/>
            <p:nvPr/>
          </p:nvSpPr>
          <p:spPr>
            <a:xfrm>
              <a:off x="6297837" y="1502999"/>
              <a:ext cx="171905" cy="85965"/>
            </a:xfrm>
            <a:custGeom>
              <a:rect b="b" l="l" r="r" t="t"/>
              <a:pathLst>
                <a:path extrusionOk="0" h="3283" w="6565">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2" name="Google Shape;22192;p96"/>
            <p:cNvSpPr/>
            <p:nvPr/>
          </p:nvSpPr>
          <p:spPr>
            <a:xfrm>
              <a:off x="6360786" y="1502999"/>
              <a:ext cx="45745" cy="85965"/>
            </a:xfrm>
            <a:custGeom>
              <a:rect b="b" l="l" r="r" t="t"/>
              <a:pathLst>
                <a:path extrusionOk="0" h="3283" w="1747">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3" name="Google Shape;22193;p96"/>
            <p:cNvSpPr/>
            <p:nvPr/>
          </p:nvSpPr>
          <p:spPr>
            <a:xfrm>
              <a:off x="6297837" y="1502999"/>
              <a:ext cx="171905" cy="85965"/>
            </a:xfrm>
            <a:custGeom>
              <a:rect b="b" l="l" r="r" t="t"/>
              <a:pathLst>
                <a:path extrusionOk="0" h="3283" w="6565">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4" name="Google Shape;22194;p96"/>
            <p:cNvSpPr/>
            <p:nvPr/>
          </p:nvSpPr>
          <p:spPr>
            <a:xfrm>
              <a:off x="6364531" y="1651886"/>
              <a:ext cx="38021" cy="11521"/>
            </a:xfrm>
            <a:custGeom>
              <a:rect b="b" l="l" r="r" t="t"/>
              <a:pathLst>
                <a:path extrusionOk="0" h="440" w="1452">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5" name="Google Shape;22195;p96"/>
            <p:cNvSpPr/>
            <p:nvPr/>
          </p:nvSpPr>
          <p:spPr>
            <a:xfrm>
              <a:off x="6291658" y="1634343"/>
              <a:ext cx="183819" cy="74523"/>
            </a:xfrm>
            <a:custGeom>
              <a:rect b="b" l="l" r="r" t="t"/>
              <a:pathLst>
                <a:path extrusionOk="0" h="2846" w="702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6" name="Google Shape;22196;p96"/>
            <p:cNvSpPr/>
            <p:nvPr/>
          </p:nvSpPr>
          <p:spPr>
            <a:xfrm>
              <a:off x="6337822" y="1812008"/>
              <a:ext cx="91700" cy="45745"/>
            </a:xfrm>
            <a:custGeom>
              <a:rect b="b" l="l" r="r" t="t"/>
              <a:pathLst>
                <a:path extrusionOk="0" h="1747" w="3502">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7" name="Google Shape;22197;p96"/>
            <p:cNvSpPr/>
            <p:nvPr/>
          </p:nvSpPr>
          <p:spPr>
            <a:xfrm>
              <a:off x="6360786" y="1571708"/>
              <a:ext cx="45745" cy="17256"/>
            </a:xfrm>
            <a:custGeom>
              <a:rect b="b" l="l" r="r" t="t"/>
              <a:pathLst>
                <a:path extrusionOk="0" h="659" w="1747">
                  <a:moveTo>
                    <a:pt x="1" y="0"/>
                  </a:moveTo>
                  <a:lnTo>
                    <a:pt x="1" y="659"/>
                  </a:lnTo>
                  <a:lnTo>
                    <a:pt x="1747" y="659"/>
                  </a:lnTo>
                  <a:lnTo>
                    <a:pt x="1747"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8" name="Google Shape;22198;p96"/>
            <p:cNvSpPr/>
            <p:nvPr/>
          </p:nvSpPr>
          <p:spPr>
            <a:xfrm>
              <a:off x="6280608" y="1582941"/>
              <a:ext cx="206128" cy="63237"/>
            </a:xfrm>
            <a:custGeom>
              <a:rect b="b" l="l" r="r" t="t"/>
              <a:pathLst>
                <a:path extrusionOk="0" h="2415" w="7872">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9" name="Google Shape;22199;p96"/>
            <p:cNvSpPr/>
            <p:nvPr/>
          </p:nvSpPr>
          <p:spPr>
            <a:xfrm>
              <a:off x="6292103" y="1777548"/>
              <a:ext cx="11521" cy="80205"/>
            </a:xfrm>
            <a:custGeom>
              <a:rect b="b" l="l" r="r" t="t"/>
              <a:pathLst>
                <a:path extrusionOk="0" h="3063" w="440">
                  <a:moveTo>
                    <a:pt x="0" y="0"/>
                  </a:moveTo>
                  <a:lnTo>
                    <a:pt x="0" y="3063"/>
                  </a:lnTo>
                  <a:lnTo>
                    <a:pt x="439" y="3063"/>
                  </a:lnTo>
                  <a:lnTo>
                    <a:pt x="439" y="439"/>
                  </a:lnTo>
                  <a:cubicBezTo>
                    <a:pt x="439" y="201"/>
                    <a:pt x="239"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0" name="Google Shape;22200;p96"/>
            <p:cNvSpPr/>
            <p:nvPr/>
          </p:nvSpPr>
          <p:spPr>
            <a:xfrm>
              <a:off x="6274873" y="1777548"/>
              <a:ext cx="17256" cy="28751"/>
            </a:xfrm>
            <a:custGeom>
              <a:rect b="b" l="l" r="r" t="t"/>
              <a:pathLst>
                <a:path extrusionOk="0" h="1098" w="659">
                  <a:moveTo>
                    <a:pt x="658" y="0"/>
                  </a:moveTo>
                  <a:cubicBezTo>
                    <a:pt x="296" y="0"/>
                    <a:pt x="0" y="296"/>
                    <a:pt x="0" y="659"/>
                  </a:cubicBezTo>
                  <a:lnTo>
                    <a:pt x="0" y="1097"/>
                  </a:lnTo>
                  <a:lnTo>
                    <a:pt x="658" y="1097"/>
                  </a:lnTo>
                  <a:lnTo>
                    <a:pt x="658"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1" name="Google Shape;22201;p96"/>
            <p:cNvSpPr/>
            <p:nvPr/>
          </p:nvSpPr>
          <p:spPr>
            <a:xfrm>
              <a:off x="6246384" y="1806273"/>
              <a:ext cx="45745" cy="51480"/>
            </a:xfrm>
            <a:custGeom>
              <a:rect b="b" l="l" r="r" t="t"/>
              <a:pathLst>
                <a:path extrusionOk="0" h="1966" w="1747">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2" name="Google Shape;22202;p96"/>
            <p:cNvSpPr/>
            <p:nvPr/>
          </p:nvSpPr>
          <p:spPr>
            <a:xfrm>
              <a:off x="6463719" y="1777548"/>
              <a:ext cx="11521" cy="80205"/>
            </a:xfrm>
            <a:custGeom>
              <a:rect b="b" l="l" r="r" t="t"/>
              <a:pathLst>
                <a:path extrusionOk="0" h="3063" w="440">
                  <a:moveTo>
                    <a:pt x="439" y="0"/>
                  </a:moveTo>
                  <a:cubicBezTo>
                    <a:pt x="191" y="0"/>
                    <a:pt x="0" y="201"/>
                    <a:pt x="0" y="439"/>
                  </a:cubicBezTo>
                  <a:lnTo>
                    <a:pt x="0" y="3063"/>
                  </a:lnTo>
                  <a:lnTo>
                    <a:pt x="439" y="3063"/>
                  </a:lnTo>
                  <a:lnTo>
                    <a:pt x="439"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3" name="Google Shape;22203;p96"/>
            <p:cNvSpPr/>
            <p:nvPr/>
          </p:nvSpPr>
          <p:spPr>
            <a:xfrm>
              <a:off x="6475215" y="1777548"/>
              <a:ext cx="16994" cy="28751"/>
            </a:xfrm>
            <a:custGeom>
              <a:rect b="b" l="l" r="r" t="t"/>
              <a:pathLst>
                <a:path extrusionOk="0" h="1098" w="649">
                  <a:moveTo>
                    <a:pt x="0" y="0"/>
                  </a:moveTo>
                  <a:lnTo>
                    <a:pt x="0" y="1097"/>
                  </a:lnTo>
                  <a:lnTo>
                    <a:pt x="649" y="1097"/>
                  </a:lnTo>
                  <a:lnTo>
                    <a:pt x="649" y="659"/>
                  </a:lnTo>
                  <a:cubicBezTo>
                    <a:pt x="649" y="296"/>
                    <a:pt x="353" y="0"/>
                    <a:pt x="0"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4" name="Google Shape;22204;p96"/>
            <p:cNvSpPr/>
            <p:nvPr/>
          </p:nvSpPr>
          <p:spPr>
            <a:xfrm>
              <a:off x="6475215" y="1806273"/>
              <a:ext cx="45719" cy="51480"/>
            </a:xfrm>
            <a:custGeom>
              <a:rect b="b" l="l" r="r" t="t"/>
              <a:pathLst>
                <a:path extrusionOk="0" h="1966" w="1746">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5" name="Google Shape;22205;p96"/>
            <p:cNvSpPr/>
            <p:nvPr/>
          </p:nvSpPr>
          <p:spPr>
            <a:xfrm>
              <a:off x="6349317" y="1823503"/>
              <a:ext cx="68709" cy="34250"/>
            </a:xfrm>
            <a:custGeom>
              <a:rect b="b" l="l" r="r" t="t"/>
              <a:pathLst>
                <a:path extrusionOk="0" h="1308" w="2624">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206" name="Google Shape;22206;p96"/>
          <p:cNvGrpSpPr/>
          <p:nvPr/>
        </p:nvGrpSpPr>
        <p:grpSpPr>
          <a:xfrm>
            <a:off x="5294336" y="1349397"/>
            <a:ext cx="339515" cy="354781"/>
            <a:chOff x="5310611" y="1502972"/>
            <a:chExt cx="339515" cy="354781"/>
          </a:xfrm>
        </p:grpSpPr>
        <p:sp>
          <p:nvSpPr>
            <p:cNvPr id="22207" name="Google Shape;22207;p96"/>
            <p:cNvSpPr/>
            <p:nvPr/>
          </p:nvSpPr>
          <p:spPr>
            <a:xfrm>
              <a:off x="5310611" y="1502972"/>
              <a:ext cx="339515" cy="343285"/>
            </a:xfrm>
            <a:custGeom>
              <a:rect b="b" l="l" r="r" t="t"/>
              <a:pathLst>
                <a:path extrusionOk="0" h="13110" w="12966">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8" name="Google Shape;22208;p96"/>
            <p:cNvSpPr/>
            <p:nvPr/>
          </p:nvSpPr>
          <p:spPr>
            <a:xfrm>
              <a:off x="5310611" y="1502972"/>
              <a:ext cx="169914" cy="343285"/>
            </a:xfrm>
            <a:custGeom>
              <a:rect b="b" l="l" r="r" t="t"/>
              <a:pathLst>
                <a:path extrusionOk="0" h="13110" w="6489">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9" name="Google Shape;22209;p96"/>
            <p:cNvSpPr/>
            <p:nvPr/>
          </p:nvSpPr>
          <p:spPr>
            <a:xfrm>
              <a:off x="5348841" y="1709101"/>
              <a:ext cx="263081" cy="148652"/>
            </a:xfrm>
            <a:custGeom>
              <a:rect b="b" l="l" r="r" t="t"/>
              <a:pathLst>
                <a:path extrusionOk="0" h="5677" w="10047">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0" name="Google Shape;22210;p96"/>
            <p:cNvSpPr/>
            <p:nvPr/>
          </p:nvSpPr>
          <p:spPr>
            <a:xfrm>
              <a:off x="5348841" y="1767048"/>
              <a:ext cx="263081" cy="90705"/>
            </a:xfrm>
            <a:custGeom>
              <a:rect b="b" l="l" r="r" t="t"/>
              <a:pathLst>
                <a:path extrusionOk="0" h="3464" w="10047">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1" name="Google Shape;22211;p96"/>
            <p:cNvSpPr/>
            <p:nvPr/>
          </p:nvSpPr>
          <p:spPr>
            <a:xfrm>
              <a:off x="5446013" y="1708839"/>
              <a:ext cx="68736" cy="23069"/>
            </a:xfrm>
            <a:custGeom>
              <a:rect b="b" l="l" r="r" t="t"/>
              <a:pathLst>
                <a:path extrusionOk="0" h="881" w="2625">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2" name="Google Shape;22212;p96"/>
            <p:cNvSpPr/>
            <p:nvPr/>
          </p:nvSpPr>
          <p:spPr>
            <a:xfrm>
              <a:off x="5406055" y="1548979"/>
              <a:ext cx="148652" cy="171381"/>
            </a:xfrm>
            <a:custGeom>
              <a:rect b="b" l="l" r="r" t="t"/>
              <a:pathLst>
                <a:path extrusionOk="0" h="6545" w="5677">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3" name="Google Shape;22213;p96"/>
            <p:cNvSpPr/>
            <p:nvPr/>
          </p:nvSpPr>
          <p:spPr>
            <a:xfrm>
              <a:off x="5405584" y="1548979"/>
              <a:ext cx="149124" cy="171590"/>
            </a:xfrm>
            <a:custGeom>
              <a:rect b="b" l="l" r="r" t="t"/>
              <a:pathLst>
                <a:path extrusionOk="0" h="6553" w="5695">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4" name="Google Shape;22214;p96"/>
            <p:cNvSpPr/>
            <p:nvPr/>
          </p:nvSpPr>
          <p:spPr>
            <a:xfrm>
              <a:off x="5455047" y="1668802"/>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5" name="Google Shape;22215;p96"/>
            <p:cNvSpPr/>
            <p:nvPr/>
          </p:nvSpPr>
          <p:spPr>
            <a:xfrm>
              <a:off x="5440279" y="1628844"/>
              <a:ext cx="11521" cy="17334"/>
            </a:xfrm>
            <a:custGeom>
              <a:rect b="b" l="l" r="r" t="t"/>
              <a:pathLst>
                <a:path extrusionOk="0" h="662" w="44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6" name="Google Shape;22216;p96"/>
            <p:cNvSpPr/>
            <p:nvPr/>
          </p:nvSpPr>
          <p:spPr>
            <a:xfrm>
              <a:off x="5508962" y="1628844"/>
              <a:ext cx="11521" cy="17334"/>
            </a:xfrm>
            <a:custGeom>
              <a:rect b="b" l="l" r="r" t="t"/>
              <a:pathLst>
                <a:path extrusionOk="0" h="662" w="44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7" name="Google Shape;22217;p96"/>
            <p:cNvSpPr/>
            <p:nvPr/>
          </p:nvSpPr>
          <p:spPr>
            <a:xfrm>
              <a:off x="5432528" y="1611666"/>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8" name="Google Shape;22218;p96"/>
            <p:cNvSpPr/>
            <p:nvPr/>
          </p:nvSpPr>
          <p:spPr>
            <a:xfrm>
              <a:off x="5501211" y="1611666"/>
              <a:ext cx="26761" cy="11521"/>
            </a:xfrm>
            <a:custGeom>
              <a:rect b="b" l="l" r="r" t="t"/>
              <a:pathLst>
                <a:path extrusionOk="0" h="440" w="1022">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9" name="Google Shape;22219;p96"/>
            <p:cNvSpPr/>
            <p:nvPr/>
          </p:nvSpPr>
          <p:spPr>
            <a:xfrm>
              <a:off x="5353842" y="1786792"/>
              <a:ext cx="46740" cy="70961"/>
            </a:xfrm>
            <a:custGeom>
              <a:rect b="b" l="l" r="r" t="t"/>
              <a:pathLst>
                <a:path extrusionOk="0" h="2710" w="1785">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0" name="Google Shape;22220;p96"/>
            <p:cNvSpPr/>
            <p:nvPr/>
          </p:nvSpPr>
          <p:spPr>
            <a:xfrm>
              <a:off x="5560415" y="1786792"/>
              <a:ext cx="46740" cy="70961"/>
            </a:xfrm>
            <a:custGeom>
              <a:rect b="b" l="l" r="r" t="t"/>
              <a:pathLst>
                <a:path extrusionOk="0" h="2710" w="1785">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1" name="Google Shape;22221;p96"/>
            <p:cNvSpPr/>
            <p:nvPr/>
          </p:nvSpPr>
          <p:spPr>
            <a:xfrm>
              <a:off x="5480499" y="1502972"/>
              <a:ext cx="149909" cy="256613"/>
            </a:xfrm>
            <a:custGeom>
              <a:rect b="b" l="l" r="r" t="t"/>
              <a:pathLst>
                <a:path extrusionOk="0" h="9800" w="5725">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2" name="Google Shape;22222;p96"/>
            <p:cNvSpPr/>
            <p:nvPr/>
          </p:nvSpPr>
          <p:spPr>
            <a:xfrm>
              <a:off x="5330354" y="1502972"/>
              <a:ext cx="149909" cy="256351"/>
            </a:xfrm>
            <a:custGeom>
              <a:rect b="b" l="l" r="r" t="t"/>
              <a:pathLst>
                <a:path extrusionOk="0" h="9790" w="5725">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223" name="Google Shape;22223;p96"/>
          <p:cNvGrpSpPr/>
          <p:nvPr/>
        </p:nvGrpSpPr>
        <p:grpSpPr>
          <a:xfrm>
            <a:off x="6237362" y="3636526"/>
            <a:ext cx="274550" cy="354833"/>
            <a:chOff x="6253637" y="3790101"/>
            <a:chExt cx="274550" cy="354833"/>
          </a:xfrm>
        </p:grpSpPr>
        <p:sp>
          <p:nvSpPr>
            <p:cNvPr id="22224" name="Google Shape;22224;p96"/>
            <p:cNvSpPr/>
            <p:nvPr/>
          </p:nvSpPr>
          <p:spPr>
            <a:xfrm>
              <a:off x="6253637" y="3987300"/>
              <a:ext cx="274550" cy="157634"/>
            </a:xfrm>
            <a:custGeom>
              <a:rect b="b" l="l" r="r" t="t"/>
              <a:pathLst>
                <a:path extrusionOk="0" h="6020" w="10485">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5" name="Google Shape;22225;p96"/>
            <p:cNvSpPr/>
            <p:nvPr/>
          </p:nvSpPr>
          <p:spPr>
            <a:xfrm>
              <a:off x="6310590" y="3801701"/>
              <a:ext cx="160147" cy="244830"/>
            </a:xfrm>
            <a:custGeom>
              <a:rect b="b" l="l" r="r" t="t"/>
              <a:pathLst>
                <a:path extrusionOk="0" h="9350" w="6116">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6" name="Google Shape;22226;p96"/>
            <p:cNvSpPr/>
            <p:nvPr/>
          </p:nvSpPr>
          <p:spPr>
            <a:xfrm>
              <a:off x="6373276" y="3984551"/>
              <a:ext cx="34512" cy="68709"/>
            </a:xfrm>
            <a:custGeom>
              <a:rect b="b" l="l" r="r" t="t"/>
              <a:pathLst>
                <a:path extrusionOk="0" h="2624" w="1318">
                  <a:moveTo>
                    <a:pt x="1" y="0"/>
                  </a:moveTo>
                  <a:lnTo>
                    <a:pt x="1" y="1966"/>
                  </a:lnTo>
                  <a:lnTo>
                    <a:pt x="659" y="2624"/>
                  </a:lnTo>
                  <a:lnTo>
                    <a:pt x="1317" y="1966"/>
                  </a:lnTo>
                  <a:lnTo>
                    <a:pt x="1317"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7" name="Google Shape;22227;p96"/>
            <p:cNvSpPr/>
            <p:nvPr/>
          </p:nvSpPr>
          <p:spPr>
            <a:xfrm>
              <a:off x="6373276" y="4001781"/>
              <a:ext cx="34512" cy="11521"/>
            </a:xfrm>
            <a:custGeom>
              <a:rect b="b" l="l" r="r" t="t"/>
              <a:pathLst>
                <a:path extrusionOk="0" h="440" w="1318">
                  <a:moveTo>
                    <a:pt x="1" y="1"/>
                  </a:moveTo>
                  <a:lnTo>
                    <a:pt x="1" y="439"/>
                  </a:lnTo>
                  <a:lnTo>
                    <a:pt x="1317" y="439"/>
                  </a:lnTo>
                  <a:lnTo>
                    <a:pt x="1317" y="1"/>
                  </a:ln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8" name="Google Shape;22228;p96"/>
            <p:cNvSpPr/>
            <p:nvPr/>
          </p:nvSpPr>
          <p:spPr>
            <a:xfrm>
              <a:off x="6373276" y="4024771"/>
              <a:ext cx="34512" cy="11260"/>
            </a:xfrm>
            <a:custGeom>
              <a:rect b="b" l="l" r="r" t="t"/>
              <a:pathLst>
                <a:path extrusionOk="0" h="430" w="1318">
                  <a:moveTo>
                    <a:pt x="1" y="0"/>
                  </a:moveTo>
                  <a:lnTo>
                    <a:pt x="1" y="430"/>
                  </a:lnTo>
                  <a:lnTo>
                    <a:pt x="1317" y="430"/>
                  </a:lnTo>
                  <a:lnTo>
                    <a:pt x="1317" y="0"/>
                  </a:ln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9" name="Google Shape;22229;p96"/>
            <p:cNvSpPr/>
            <p:nvPr/>
          </p:nvSpPr>
          <p:spPr>
            <a:xfrm>
              <a:off x="6333318" y="3927337"/>
              <a:ext cx="114428" cy="65724"/>
            </a:xfrm>
            <a:custGeom>
              <a:rect b="b" l="l" r="r" t="t"/>
              <a:pathLst>
                <a:path extrusionOk="0" h="2510" w="437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0" name="Google Shape;22230;p96"/>
            <p:cNvSpPr/>
            <p:nvPr/>
          </p:nvSpPr>
          <p:spPr>
            <a:xfrm>
              <a:off x="6333318" y="3927337"/>
              <a:ext cx="114428" cy="34512"/>
            </a:xfrm>
            <a:custGeom>
              <a:rect b="b" l="l" r="r" t="t"/>
              <a:pathLst>
                <a:path extrusionOk="0" h="1318" w="437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1" name="Google Shape;22231;p96"/>
            <p:cNvSpPr/>
            <p:nvPr/>
          </p:nvSpPr>
          <p:spPr>
            <a:xfrm>
              <a:off x="6321823" y="3812935"/>
              <a:ext cx="137419" cy="143232"/>
            </a:xfrm>
            <a:custGeom>
              <a:rect b="b" l="l" r="r" t="t"/>
              <a:pathLst>
                <a:path extrusionOk="0" h="5470" w="5248">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2" name="Google Shape;22232;p96"/>
            <p:cNvSpPr/>
            <p:nvPr/>
          </p:nvSpPr>
          <p:spPr>
            <a:xfrm>
              <a:off x="6384772" y="3915972"/>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3" name="Google Shape;22233;p96"/>
            <p:cNvSpPr/>
            <p:nvPr/>
          </p:nvSpPr>
          <p:spPr>
            <a:xfrm>
              <a:off x="6321823" y="3812935"/>
              <a:ext cx="85965" cy="128909"/>
            </a:xfrm>
            <a:custGeom>
              <a:rect b="b" l="l" r="r" t="t"/>
              <a:pathLst>
                <a:path extrusionOk="0" h="4923" w="3283">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4" name="Google Shape;22234;p96"/>
            <p:cNvSpPr/>
            <p:nvPr/>
          </p:nvSpPr>
          <p:spPr>
            <a:xfrm>
              <a:off x="6344813" y="3881618"/>
              <a:ext cx="34250" cy="34512"/>
            </a:xfrm>
            <a:custGeom>
              <a:rect b="b" l="l" r="r" t="t"/>
              <a:pathLst>
                <a:path extrusionOk="0" h="1318" w="1308">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5" name="Google Shape;22235;p96"/>
            <p:cNvSpPr/>
            <p:nvPr/>
          </p:nvSpPr>
          <p:spPr>
            <a:xfrm>
              <a:off x="6341566" y="3881382"/>
              <a:ext cx="40482" cy="23252"/>
            </a:xfrm>
            <a:custGeom>
              <a:rect b="b" l="l" r="r" t="t"/>
              <a:pathLst>
                <a:path extrusionOk="0" h="888" w="1546">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6" name="Google Shape;22236;p96"/>
            <p:cNvSpPr/>
            <p:nvPr/>
          </p:nvSpPr>
          <p:spPr>
            <a:xfrm>
              <a:off x="6402001" y="3881618"/>
              <a:ext cx="34250" cy="34512"/>
            </a:xfrm>
            <a:custGeom>
              <a:rect b="b" l="l" r="r" t="t"/>
              <a:pathLst>
                <a:path extrusionOk="0" h="1318" w="1308">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7" name="Google Shape;22237;p96"/>
            <p:cNvSpPr/>
            <p:nvPr/>
          </p:nvSpPr>
          <p:spPr>
            <a:xfrm>
              <a:off x="6398754" y="3881382"/>
              <a:ext cx="40744" cy="23252"/>
            </a:xfrm>
            <a:custGeom>
              <a:rect b="b" l="l" r="r" t="t"/>
              <a:pathLst>
                <a:path extrusionOk="0" h="888" w="1556">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8" name="Google Shape;22238;p96"/>
            <p:cNvSpPr/>
            <p:nvPr/>
          </p:nvSpPr>
          <p:spPr>
            <a:xfrm>
              <a:off x="6299094" y="3790101"/>
              <a:ext cx="182876" cy="354833"/>
            </a:xfrm>
            <a:custGeom>
              <a:rect b="b" l="l" r="r" t="t"/>
              <a:pathLst>
                <a:path extrusionOk="0" h="13551" w="6984">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9" name="Google Shape;22239;p96"/>
            <p:cNvSpPr/>
            <p:nvPr/>
          </p:nvSpPr>
          <p:spPr>
            <a:xfrm>
              <a:off x="6256387" y="4048233"/>
              <a:ext cx="53967" cy="96701"/>
            </a:xfrm>
            <a:custGeom>
              <a:rect b="b" l="l" r="r" t="t"/>
              <a:pathLst>
                <a:path extrusionOk="0" h="3693" w="2061">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0" name="Google Shape;22240;p96"/>
            <p:cNvSpPr/>
            <p:nvPr/>
          </p:nvSpPr>
          <p:spPr>
            <a:xfrm>
              <a:off x="6470449" y="4048233"/>
              <a:ext cx="54255" cy="96701"/>
            </a:xfrm>
            <a:custGeom>
              <a:rect b="b" l="l" r="r" t="t"/>
              <a:pathLst>
                <a:path extrusionOk="0" h="3693" w="2072">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241" name="Google Shape;22241;p96"/>
          <p:cNvGrpSpPr/>
          <p:nvPr/>
        </p:nvGrpSpPr>
        <p:grpSpPr>
          <a:xfrm>
            <a:off x="5786456" y="3636605"/>
            <a:ext cx="274576" cy="354754"/>
            <a:chOff x="5802731" y="3790180"/>
            <a:chExt cx="274576" cy="354754"/>
          </a:xfrm>
        </p:grpSpPr>
        <p:sp>
          <p:nvSpPr>
            <p:cNvPr id="22242" name="Google Shape;22242;p96"/>
            <p:cNvSpPr/>
            <p:nvPr/>
          </p:nvSpPr>
          <p:spPr>
            <a:xfrm>
              <a:off x="5802731" y="4026761"/>
              <a:ext cx="274576" cy="117937"/>
            </a:xfrm>
            <a:custGeom>
              <a:rect b="b" l="l" r="r" t="t"/>
              <a:pathLst>
                <a:path extrusionOk="0" h="4504" w="10486">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3" name="Google Shape;22243;p96"/>
            <p:cNvSpPr/>
            <p:nvPr/>
          </p:nvSpPr>
          <p:spPr>
            <a:xfrm>
              <a:off x="5899904" y="4030270"/>
              <a:ext cx="80231" cy="114428"/>
            </a:xfrm>
            <a:custGeom>
              <a:rect b="b" l="l" r="r" t="t"/>
              <a:pathLst>
                <a:path extrusionOk="0" h="4370" w="3064">
                  <a:moveTo>
                    <a:pt x="1" y="0"/>
                  </a:moveTo>
                  <a:lnTo>
                    <a:pt x="440" y="4369"/>
                  </a:lnTo>
                  <a:lnTo>
                    <a:pt x="2624" y="4369"/>
                  </a:lnTo>
                  <a:lnTo>
                    <a:pt x="3063" y="0"/>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4" name="Google Shape;22244;p96"/>
            <p:cNvSpPr/>
            <p:nvPr/>
          </p:nvSpPr>
          <p:spPr>
            <a:xfrm>
              <a:off x="5899904" y="4030506"/>
              <a:ext cx="80231" cy="34250"/>
            </a:xfrm>
            <a:custGeom>
              <a:rect b="b" l="l" r="r" t="t"/>
              <a:pathLst>
                <a:path extrusionOk="0" h="1308" w="3064">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5" name="Google Shape;22245;p96"/>
            <p:cNvSpPr/>
            <p:nvPr/>
          </p:nvSpPr>
          <p:spPr>
            <a:xfrm>
              <a:off x="5899904" y="3973318"/>
              <a:ext cx="80231" cy="79943"/>
            </a:xfrm>
            <a:custGeom>
              <a:rect b="b" l="l" r="r" t="t"/>
              <a:pathLst>
                <a:path extrusionOk="0" h="3053" w="3064">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6" name="Google Shape;22246;p96"/>
            <p:cNvSpPr/>
            <p:nvPr/>
          </p:nvSpPr>
          <p:spPr>
            <a:xfrm>
              <a:off x="5899904" y="3973318"/>
              <a:ext cx="80231" cy="34119"/>
            </a:xfrm>
            <a:custGeom>
              <a:rect b="b" l="l" r="r" t="t"/>
              <a:pathLst>
                <a:path extrusionOk="0" h="1303" w="3064">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7" name="Google Shape;22247;p96"/>
            <p:cNvSpPr/>
            <p:nvPr/>
          </p:nvSpPr>
          <p:spPr>
            <a:xfrm>
              <a:off x="5843711" y="3841659"/>
              <a:ext cx="192355" cy="154413"/>
            </a:xfrm>
            <a:custGeom>
              <a:rect b="b" l="l" r="r" t="t"/>
              <a:pathLst>
                <a:path extrusionOk="0" h="5897" w="7346">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8" name="Google Shape;22248;p96"/>
            <p:cNvSpPr/>
            <p:nvPr/>
          </p:nvSpPr>
          <p:spPr>
            <a:xfrm>
              <a:off x="5899904" y="3899293"/>
              <a:ext cx="11521" cy="17334"/>
            </a:xfrm>
            <a:custGeom>
              <a:rect b="b" l="l" r="r" t="t"/>
              <a:pathLst>
                <a:path extrusionOk="0" h="662" w="44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9" name="Google Shape;22249;p96"/>
            <p:cNvSpPr/>
            <p:nvPr/>
          </p:nvSpPr>
          <p:spPr>
            <a:xfrm>
              <a:off x="5968613" y="3899293"/>
              <a:ext cx="11521" cy="17334"/>
            </a:xfrm>
            <a:custGeom>
              <a:rect b="b" l="l" r="r" t="t"/>
              <a:pathLst>
                <a:path extrusionOk="0" h="662" w="44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0" name="Google Shape;22250;p96"/>
            <p:cNvSpPr/>
            <p:nvPr/>
          </p:nvSpPr>
          <p:spPr>
            <a:xfrm>
              <a:off x="5892415" y="3881618"/>
              <a:ext cx="26499" cy="11521"/>
            </a:xfrm>
            <a:custGeom>
              <a:rect b="b" l="l" r="r" t="t"/>
              <a:pathLst>
                <a:path extrusionOk="0" h="440" w="1012">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1" name="Google Shape;22251;p96"/>
            <p:cNvSpPr/>
            <p:nvPr/>
          </p:nvSpPr>
          <p:spPr>
            <a:xfrm>
              <a:off x="5960863" y="3881618"/>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2" name="Google Shape;22252;p96"/>
            <p:cNvSpPr/>
            <p:nvPr/>
          </p:nvSpPr>
          <p:spPr>
            <a:xfrm>
              <a:off x="5846460" y="3841659"/>
              <a:ext cx="154884" cy="154387"/>
            </a:xfrm>
            <a:custGeom>
              <a:rect b="b" l="l" r="r" t="t"/>
              <a:pathLst>
                <a:path extrusionOk="0" h="5896" w="5915">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3" name="Google Shape;22253;p96"/>
            <p:cNvSpPr/>
            <p:nvPr/>
          </p:nvSpPr>
          <p:spPr>
            <a:xfrm>
              <a:off x="5854185" y="3818643"/>
              <a:ext cx="40011" cy="83006"/>
            </a:xfrm>
            <a:custGeom>
              <a:rect b="b" l="l" r="r" t="t"/>
              <a:pathLst>
                <a:path extrusionOk="0" h="3170" w="1528">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4" name="Google Shape;22254;p96"/>
            <p:cNvSpPr/>
            <p:nvPr/>
          </p:nvSpPr>
          <p:spPr>
            <a:xfrm>
              <a:off x="5939888" y="4007515"/>
              <a:ext cx="72951" cy="137419"/>
            </a:xfrm>
            <a:custGeom>
              <a:rect b="b" l="l" r="r" t="t"/>
              <a:pathLst>
                <a:path extrusionOk="0" h="5248" w="2786">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5" name="Google Shape;22255;p96"/>
            <p:cNvSpPr/>
            <p:nvPr/>
          </p:nvSpPr>
          <p:spPr>
            <a:xfrm>
              <a:off x="6012316" y="4093323"/>
              <a:ext cx="43755" cy="40011"/>
            </a:xfrm>
            <a:custGeom>
              <a:rect b="b" l="l" r="r" t="t"/>
              <a:pathLst>
                <a:path extrusionOk="0" h="1528" w="1671">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6" name="Google Shape;22256;p96"/>
            <p:cNvSpPr/>
            <p:nvPr/>
          </p:nvSpPr>
          <p:spPr>
            <a:xfrm>
              <a:off x="5985843" y="3801649"/>
              <a:ext cx="39984" cy="100001"/>
            </a:xfrm>
            <a:custGeom>
              <a:rect b="b" l="l" r="r" t="t"/>
              <a:pathLst>
                <a:path extrusionOk="0" h="3819" w="1527">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7" name="Google Shape;22257;p96"/>
            <p:cNvSpPr/>
            <p:nvPr/>
          </p:nvSpPr>
          <p:spPr>
            <a:xfrm>
              <a:off x="5914672" y="3938753"/>
              <a:ext cx="50668" cy="17361"/>
            </a:xfrm>
            <a:custGeom>
              <a:rect b="b" l="l" r="r" t="t"/>
              <a:pathLst>
                <a:path extrusionOk="0" h="663" w="1935">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8" name="Google Shape;22258;p96"/>
            <p:cNvSpPr/>
            <p:nvPr/>
          </p:nvSpPr>
          <p:spPr>
            <a:xfrm>
              <a:off x="5866937" y="4007515"/>
              <a:ext cx="72978" cy="137419"/>
            </a:xfrm>
            <a:custGeom>
              <a:rect b="b" l="l" r="r" t="t"/>
              <a:pathLst>
                <a:path extrusionOk="0" h="5248" w="2787">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9" name="Google Shape;22259;p96"/>
            <p:cNvSpPr/>
            <p:nvPr/>
          </p:nvSpPr>
          <p:spPr>
            <a:xfrm>
              <a:off x="5853687" y="3790180"/>
              <a:ext cx="145170" cy="62582"/>
            </a:xfrm>
            <a:custGeom>
              <a:rect b="b" l="l" r="r" t="t"/>
              <a:pathLst>
                <a:path extrusionOk="0" h="2390" w="5544">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0" name="Google Shape;22260;p96"/>
            <p:cNvSpPr/>
            <p:nvPr/>
          </p:nvSpPr>
          <p:spPr>
            <a:xfrm>
              <a:off x="5831221" y="4110448"/>
              <a:ext cx="57214" cy="34250"/>
            </a:xfrm>
            <a:custGeom>
              <a:rect b="b" l="l" r="r" t="t"/>
              <a:pathLst>
                <a:path extrusionOk="0" h="1308" w="2185">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1" name="Google Shape;22261;p96"/>
            <p:cNvSpPr/>
            <p:nvPr/>
          </p:nvSpPr>
          <p:spPr>
            <a:xfrm>
              <a:off x="5854185" y="4093323"/>
              <a:ext cx="11521" cy="28646"/>
            </a:xfrm>
            <a:custGeom>
              <a:rect b="b" l="l" r="r" t="t"/>
              <a:pathLst>
                <a:path extrusionOk="0" h="1094" w="44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2" name="Google Shape;22262;p96"/>
            <p:cNvSpPr/>
            <p:nvPr/>
          </p:nvSpPr>
          <p:spPr>
            <a:xfrm>
              <a:off x="5831221" y="4127678"/>
              <a:ext cx="57214" cy="17020"/>
            </a:xfrm>
            <a:custGeom>
              <a:rect b="b" l="l" r="r" t="t"/>
              <a:pathLst>
                <a:path extrusionOk="0" h="650" w="2185">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263" name="Google Shape;22263;p96"/>
          <p:cNvGrpSpPr/>
          <p:nvPr/>
        </p:nvGrpSpPr>
        <p:grpSpPr>
          <a:xfrm>
            <a:off x="5335813" y="3636631"/>
            <a:ext cx="274550" cy="354728"/>
            <a:chOff x="5352088" y="3790206"/>
            <a:chExt cx="274550" cy="354728"/>
          </a:xfrm>
        </p:grpSpPr>
        <p:sp>
          <p:nvSpPr>
            <p:cNvPr id="22264" name="Google Shape;22264;p96"/>
            <p:cNvSpPr/>
            <p:nvPr/>
          </p:nvSpPr>
          <p:spPr>
            <a:xfrm>
              <a:off x="5352088" y="3978790"/>
              <a:ext cx="274550" cy="165908"/>
            </a:xfrm>
            <a:custGeom>
              <a:rect b="b" l="l" r="r" t="t"/>
              <a:pathLst>
                <a:path extrusionOk="0" h="6336" w="10485">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5" name="Google Shape;22265;p96"/>
            <p:cNvSpPr/>
            <p:nvPr/>
          </p:nvSpPr>
          <p:spPr>
            <a:xfrm>
              <a:off x="5352088" y="4034512"/>
              <a:ext cx="274550" cy="110186"/>
            </a:xfrm>
            <a:custGeom>
              <a:rect b="b" l="l" r="r" t="t"/>
              <a:pathLst>
                <a:path extrusionOk="0" h="4208" w="10485">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6" name="Google Shape;22266;p96"/>
            <p:cNvSpPr/>
            <p:nvPr/>
          </p:nvSpPr>
          <p:spPr>
            <a:xfrm>
              <a:off x="5424542" y="4034512"/>
              <a:ext cx="129904" cy="41739"/>
            </a:xfrm>
            <a:custGeom>
              <a:rect b="b" l="l" r="r" t="t"/>
              <a:pathLst>
                <a:path extrusionOk="0" h="1594" w="4961">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7" name="Google Shape;22267;p96"/>
            <p:cNvSpPr/>
            <p:nvPr/>
          </p:nvSpPr>
          <p:spPr>
            <a:xfrm>
              <a:off x="5398042" y="4037261"/>
              <a:ext cx="28515" cy="78948"/>
            </a:xfrm>
            <a:custGeom>
              <a:rect b="b" l="l" r="r" t="t"/>
              <a:pathLst>
                <a:path extrusionOk="0" h="3015" w="1089">
                  <a:moveTo>
                    <a:pt x="1088" y="0"/>
                  </a:moveTo>
                  <a:lnTo>
                    <a:pt x="1" y="325"/>
                  </a:lnTo>
                  <a:lnTo>
                    <a:pt x="1" y="3015"/>
                  </a:lnTo>
                  <a:lnTo>
                    <a:pt x="1088" y="3015"/>
                  </a:lnTo>
                  <a:lnTo>
                    <a:pt x="1088"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8" name="Google Shape;22268;p96"/>
            <p:cNvSpPr/>
            <p:nvPr/>
          </p:nvSpPr>
          <p:spPr>
            <a:xfrm>
              <a:off x="5552429" y="4037261"/>
              <a:ext cx="28515" cy="78948"/>
            </a:xfrm>
            <a:custGeom>
              <a:rect b="b" l="l" r="r" t="t"/>
              <a:pathLst>
                <a:path extrusionOk="0" h="3015" w="1089">
                  <a:moveTo>
                    <a:pt x="1" y="0"/>
                  </a:moveTo>
                  <a:lnTo>
                    <a:pt x="1" y="3015"/>
                  </a:lnTo>
                  <a:lnTo>
                    <a:pt x="1088" y="3015"/>
                  </a:lnTo>
                  <a:lnTo>
                    <a:pt x="1088" y="325"/>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9" name="Google Shape;22269;p96"/>
            <p:cNvSpPr/>
            <p:nvPr/>
          </p:nvSpPr>
          <p:spPr>
            <a:xfrm>
              <a:off x="5397807" y="4093219"/>
              <a:ext cx="183138" cy="51715"/>
            </a:xfrm>
            <a:custGeom>
              <a:rect b="b" l="l" r="r" t="t"/>
              <a:pathLst>
                <a:path extrusionOk="0" h="1975" w="6994">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0" name="Google Shape;22270;p96"/>
            <p:cNvSpPr/>
            <p:nvPr/>
          </p:nvSpPr>
          <p:spPr>
            <a:xfrm>
              <a:off x="5449522" y="3984551"/>
              <a:ext cx="79943" cy="28620"/>
            </a:xfrm>
            <a:custGeom>
              <a:rect b="b" l="l" r="r" t="t"/>
              <a:pathLst>
                <a:path extrusionOk="0" h="1093" w="3053">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1" name="Google Shape;22271;p96"/>
            <p:cNvSpPr/>
            <p:nvPr/>
          </p:nvSpPr>
          <p:spPr>
            <a:xfrm>
              <a:off x="5392386" y="3801701"/>
              <a:ext cx="193952" cy="200106"/>
            </a:xfrm>
            <a:custGeom>
              <a:rect b="b" l="l" r="r" t="t"/>
              <a:pathLst>
                <a:path extrusionOk="0" h="7642" w="7407">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2" name="Google Shape;22272;p96"/>
            <p:cNvSpPr/>
            <p:nvPr/>
          </p:nvSpPr>
          <p:spPr>
            <a:xfrm>
              <a:off x="5397807" y="3795940"/>
              <a:ext cx="183138" cy="91464"/>
            </a:xfrm>
            <a:custGeom>
              <a:rect b="b" l="l" r="r" t="t"/>
              <a:pathLst>
                <a:path extrusionOk="0" h="3493" w="6994">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3" name="Google Shape;22273;p96"/>
            <p:cNvSpPr/>
            <p:nvPr/>
          </p:nvSpPr>
          <p:spPr>
            <a:xfrm>
              <a:off x="5397807" y="3795940"/>
              <a:ext cx="91700" cy="91464"/>
            </a:xfrm>
            <a:custGeom>
              <a:rect b="b" l="l" r="r" t="t"/>
              <a:pathLst>
                <a:path extrusionOk="0" h="3493" w="3502">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4" name="Google Shape;22274;p96"/>
            <p:cNvSpPr/>
            <p:nvPr/>
          </p:nvSpPr>
          <p:spPr>
            <a:xfrm>
              <a:off x="5396812" y="3887378"/>
              <a:ext cx="161404" cy="114455"/>
            </a:xfrm>
            <a:custGeom>
              <a:rect b="b" l="l" r="r" t="t"/>
              <a:pathLst>
                <a:path extrusionOk="0" h="4371" w="6164">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5" name="Google Shape;22275;p96"/>
            <p:cNvSpPr/>
            <p:nvPr/>
          </p:nvSpPr>
          <p:spPr>
            <a:xfrm>
              <a:off x="5455518" y="3944567"/>
              <a:ext cx="67714" cy="66615"/>
            </a:xfrm>
            <a:custGeom>
              <a:rect b="b" l="l" r="r" t="t"/>
              <a:pathLst>
                <a:path extrusionOk="0" h="2544" w="2586">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6" name="Google Shape;22276;p96"/>
            <p:cNvSpPr/>
            <p:nvPr/>
          </p:nvSpPr>
          <p:spPr>
            <a:xfrm>
              <a:off x="5455754" y="3944567"/>
              <a:ext cx="41739" cy="66615"/>
            </a:xfrm>
            <a:custGeom>
              <a:rect b="b" l="l" r="r" t="t"/>
              <a:pathLst>
                <a:path extrusionOk="0" h="2544" w="1594">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7" name="Google Shape;22277;p96"/>
            <p:cNvSpPr/>
            <p:nvPr/>
          </p:nvSpPr>
          <p:spPr>
            <a:xfrm>
              <a:off x="5471439" y="3956978"/>
              <a:ext cx="35873" cy="16339"/>
            </a:xfrm>
            <a:custGeom>
              <a:rect b="b" l="l" r="r" t="t"/>
              <a:pathLst>
                <a:path extrusionOk="0" h="624" w="137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8" name="Google Shape;22278;p96"/>
            <p:cNvSpPr/>
            <p:nvPr/>
          </p:nvSpPr>
          <p:spPr>
            <a:xfrm>
              <a:off x="5452271" y="3904556"/>
              <a:ext cx="11260" cy="17073"/>
            </a:xfrm>
            <a:custGeom>
              <a:rect b="b" l="l" r="r" t="t"/>
              <a:pathLst>
                <a:path extrusionOk="0" h="652" w="43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9" name="Google Shape;22279;p96"/>
            <p:cNvSpPr/>
            <p:nvPr/>
          </p:nvSpPr>
          <p:spPr>
            <a:xfrm>
              <a:off x="5515220" y="3904556"/>
              <a:ext cx="11521" cy="17073"/>
            </a:xfrm>
            <a:custGeom>
              <a:rect b="b" l="l" r="r" t="t"/>
              <a:pathLst>
                <a:path extrusionOk="0" h="652" w="44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0" name="Google Shape;22280;p96"/>
            <p:cNvSpPr/>
            <p:nvPr/>
          </p:nvSpPr>
          <p:spPr>
            <a:xfrm>
              <a:off x="5472251" y="3790206"/>
              <a:ext cx="34486" cy="74208"/>
            </a:xfrm>
            <a:custGeom>
              <a:rect b="b" l="l" r="r" t="t"/>
              <a:pathLst>
                <a:path extrusionOk="0" h="2834" w="1317">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1" name="Google Shape;22281;p96"/>
            <p:cNvSpPr/>
            <p:nvPr/>
          </p:nvSpPr>
          <p:spPr>
            <a:xfrm>
              <a:off x="5535199" y="3805079"/>
              <a:ext cx="23017" cy="59361"/>
            </a:xfrm>
            <a:custGeom>
              <a:rect b="b" l="l" r="r" t="t"/>
              <a:pathLst>
                <a:path extrusionOk="0" h="2267" w="879">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2" name="Google Shape;22282;p96"/>
            <p:cNvSpPr/>
            <p:nvPr/>
          </p:nvSpPr>
          <p:spPr>
            <a:xfrm>
              <a:off x="5420797" y="3805079"/>
              <a:ext cx="22990" cy="59361"/>
            </a:xfrm>
            <a:custGeom>
              <a:rect b="b" l="l" r="r" t="t"/>
              <a:pathLst>
                <a:path extrusionOk="0" h="2267" w="878">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3" name="Google Shape;22283;p96"/>
            <p:cNvSpPr/>
            <p:nvPr/>
          </p:nvSpPr>
          <p:spPr>
            <a:xfrm>
              <a:off x="5386573" y="3881618"/>
              <a:ext cx="205866" cy="11521"/>
            </a:xfrm>
            <a:custGeom>
              <a:rect b="b" l="l" r="r" t="t"/>
              <a:pathLst>
                <a:path extrusionOk="0" h="440" w="7862">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4" name="Google Shape;22284;p96"/>
            <p:cNvSpPr/>
            <p:nvPr/>
          </p:nvSpPr>
          <p:spPr>
            <a:xfrm>
              <a:off x="5415036" y="4110448"/>
              <a:ext cx="11521" cy="11521"/>
            </a:xfrm>
            <a:custGeom>
              <a:rect b="b" l="l" r="r" t="t"/>
              <a:pathLst>
                <a:path extrusionOk="0" h="440" w="44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5" name="Google Shape;22285;p96"/>
            <p:cNvSpPr/>
            <p:nvPr/>
          </p:nvSpPr>
          <p:spPr>
            <a:xfrm>
              <a:off x="5552429" y="4110448"/>
              <a:ext cx="11260" cy="11521"/>
            </a:xfrm>
            <a:custGeom>
              <a:rect b="b" l="l" r="r" t="t"/>
              <a:pathLst>
                <a:path extrusionOk="0" h="440" w="43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6" name="Google Shape;22286;p96"/>
            <p:cNvSpPr/>
            <p:nvPr/>
          </p:nvSpPr>
          <p:spPr>
            <a:xfrm>
              <a:off x="5380813" y="4093219"/>
              <a:ext cx="17020" cy="51480"/>
            </a:xfrm>
            <a:custGeom>
              <a:rect b="b" l="l" r="r" t="t"/>
              <a:pathLst>
                <a:path extrusionOk="0" h="1966" w="650">
                  <a:moveTo>
                    <a:pt x="649" y="0"/>
                  </a:moveTo>
                  <a:cubicBezTo>
                    <a:pt x="287" y="0"/>
                    <a:pt x="1" y="296"/>
                    <a:pt x="1" y="658"/>
                  </a:cubicBezTo>
                  <a:lnTo>
                    <a:pt x="1" y="1965"/>
                  </a:lnTo>
                  <a:lnTo>
                    <a:pt x="649" y="1965"/>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7" name="Google Shape;22287;p96"/>
            <p:cNvSpPr/>
            <p:nvPr/>
          </p:nvSpPr>
          <p:spPr>
            <a:xfrm>
              <a:off x="5580918" y="4093219"/>
              <a:ext cx="17256" cy="51480"/>
            </a:xfrm>
            <a:custGeom>
              <a:rect b="b" l="l" r="r" t="t"/>
              <a:pathLst>
                <a:path extrusionOk="0" h="1966" w="659">
                  <a:moveTo>
                    <a:pt x="0" y="0"/>
                  </a:moveTo>
                  <a:lnTo>
                    <a:pt x="0" y="1965"/>
                  </a:lnTo>
                  <a:lnTo>
                    <a:pt x="658" y="1965"/>
                  </a:lnTo>
                  <a:lnTo>
                    <a:pt x="658" y="658"/>
                  </a:lnTo>
                  <a:cubicBezTo>
                    <a:pt x="658" y="296"/>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288" name="Google Shape;22288;p96"/>
          <p:cNvGrpSpPr/>
          <p:nvPr/>
        </p:nvGrpSpPr>
        <p:grpSpPr>
          <a:xfrm>
            <a:off x="4885431" y="3636500"/>
            <a:ext cx="274550" cy="354859"/>
            <a:chOff x="4901706" y="3790075"/>
            <a:chExt cx="274550" cy="354859"/>
          </a:xfrm>
        </p:grpSpPr>
        <p:sp>
          <p:nvSpPr>
            <p:cNvPr id="22289" name="Google Shape;22289;p96"/>
            <p:cNvSpPr/>
            <p:nvPr/>
          </p:nvSpPr>
          <p:spPr>
            <a:xfrm>
              <a:off x="4901706" y="4007777"/>
              <a:ext cx="274550" cy="137157"/>
            </a:xfrm>
            <a:custGeom>
              <a:rect b="b" l="l" r="r" t="t"/>
              <a:pathLst>
                <a:path extrusionOk="0" h="5238" w="10485">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0" name="Google Shape;22290;p96"/>
            <p:cNvSpPr/>
            <p:nvPr/>
          </p:nvSpPr>
          <p:spPr>
            <a:xfrm>
              <a:off x="4935929" y="4007777"/>
              <a:ext cx="206102" cy="124169"/>
            </a:xfrm>
            <a:custGeom>
              <a:rect b="b" l="l" r="r" t="t"/>
              <a:pathLst>
                <a:path extrusionOk="0" h="4742" w="7871">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1" name="Google Shape;22291;p96"/>
            <p:cNvSpPr/>
            <p:nvPr/>
          </p:nvSpPr>
          <p:spPr>
            <a:xfrm>
              <a:off x="4941664" y="4017518"/>
              <a:ext cx="194633" cy="103195"/>
            </a:xfrm>
            <a:custGeom>
              <a:rect b="b" l="l" r="r" t="t"/>
              <a:pathLst>
                <a:path extrusionOk="0" h="3941" w="7433">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2" name="Google Shape;22292;p96"/>
            <p:cNvSpPr/>
            <p:nvPr/>
          </p:nvSpPr>
          <p:spPr>
            <a:xfrm>
              <a:off x="4959967" y="4034512"/>
              <a:ext cx="157922" cy="65279"/>
            </a:xfrm>
            <a:custGeom>
              <a:rect b="b" l="l" r="r" t="t"/>
              <a:pathLst>
                <a:path extrusionOk="0" h="2493" w="6031">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3" name="Google Shape;22293;p96"/>
            <p:cNvSpPr/>
            <p:nvPr/>
          </p:nvSpPr>
          <p:spPr>
            <a:xfrm>
              <a:off x="4984869" y="4013276"/>
              <a:ext cx="107961" cy="86515"/>
            </a:xfrm>
            <a:custGeom>
              <a:rect b="b" l="l" r="r" t="t"/>
              <a:pathLst>
                <a:path extrusionOk="0" h="3304" w="4123">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4" name="Google Shape;22294;p96"/>
            <p:cNvSpPr/>
            <p:nvPr/>
          </p:nvSpPr>
          <p:spPr>
            <a:xfrm>
              <a:off x="4998878" y="4013276"/>
              <a:ext cx="80205" cy="28620"/>
            </a:xfrm>
            <a:custGeom>
              <a:rect b="b" l="l" r="r" t="t"/>
              <a:pathLst>
                <a:path extrusionOk="0" h="1093" w="3063">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5" name="Google Shape;22295;p96"/>
            <p:cNvSpPr/>
            <p:nvPr/>
          </p:nvSpPr>
          <p:spPr>
            <a:xfrm>
              <a:off x="4942161" y="3830164"/>
              <a:ext cx="193612" cy="200132"/>
            </a:xfrm>
            <a:custGeom>
              <a:rect b="b" l="l" r="r" t="t"/>
              <a:pathLst>
                <a:path extrusionOk="0" h="7643" w="7394">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6" name="Google Shape;22296;p96"/>
            <p:cNvSpPr/>
            <p:nvPr/>
          </p:nvSpPr>
          <p:spPr>
            <a:xfrm>
              <a:off x="4946168" y="3860984"/>
              <a:ext cx="109689" cy="169338"/>
            </a:xfrm>
            <a:custGeom>
              <a:rect b="b" l="l" r="r" t="t"/>
              <a:pathLst>
                <a:path extrusionOk="0" h="6467" w="4189">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7" name="Google Shape;22297;p96"/>
            <p:cNvSpPr/>
            <p:nvPr/>
          </p:nvSpPr>
          <p:spPr>
            <a:xfrm>
              <a:off x="4998878" y="3935035"/>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8" name="Google Shape;22298;p96"/>
            <p:cNvSpPr/>
            <p:nvPr/>
          </p:nvSpPr>
          <p:spPr>
            <a:xfrm>
              <a:off x="5067561" y="3935035"/>
              <a:ext cx="11521" cy="17308"/>
            </a:xfrm>
            <a:custGeom>
              <a:rect b="b" l="l" r="r" t="t"/>
              <a:pathLst>
                <a:path extrusionOk="0" h="661" w="44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9" name="Google Shape;22299;p96"/>
            <p:cNvSpPr/>
            <p:nvPr/>
          </p:nvSpPr>
          <p:spPr>
            <a:xfrm>
              <a:off x="5013646" y="3974993"/>
              <a:ext cx="50668" cy="17334"/>
            </a:xfrm>
            <a:custGeom>
              <a:rect b="b" l="l" r="r" t="t"/>
              <a:pathLst>
                <a:path extrusionOk="0" h="662" w="1935">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0" name="Google Shape;22300;p96"/>
            <p:cNvSpPr/>
            <p:nvPr/>
          </p:nvSpPr>
          <p:spPr>
            <a:xfrm>
              <a:off x="4990368" y="3917727"/>
              <a:ext cx="33752" cy="17387"/>
            </a:xfrm>
            <a:custGeom>
              <a:rect b="b" l="l" r="r" t="t"/>
              <a:pathLst>
                <a:path extrusionOk="0" h="664" w="1289">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1" name="Google Shape;22301;p96"/>
            <p:cNvSpPr/>
            <p:nvPr/>
          </p:nvSpPr>
          <p:spPr>
            <a:xfrm>
              <a:off x="5053814" y="3917727"/>
              <a:ext cx="33779" cy="17387"/>
            </a:xfrm>
            <a:custGeom>
              <a:rect b="b" l="l" r="r" t="t"/>
              <a:pathLst>
                <a:path extrusionOk="0" h="664" w="129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2" name="Google Shape;22302;p96"/>
            <p:cNvSpPr/>
            <p:nvPr/>
          </p:nvSpPr>
          <p:spPr>
            <a:xfrm>
              <a:off x="5022104" y="3790075"/>
              <a:ext cx="33255" cy="67793"/>
            </a:xfrm>
            <a:custGeom>
              <a:rect b="b" l="l" r="r" t="t"/>
              <a:pathLst>
                <a:path extrusionOk="0" h="2589" w="127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3" name="Google Shape;22303;p96"/>
            <p:cNvSpPr/>
            <p:nvPr/>
          </p:nvSpPr>
          <p:spPr>
            <a:xfrm>
              <a:off x="5022340" y="3790206"/>
              <a:ext cx="16785" cy="67976"/>
            </a:xfrm>
            <a:custGeom>
              <a:rect b="b" l="l" r="r" t="t"/>
              <a:pathLst>
                <a:path extrusionOk="0" h="2596" w="641">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4" name="Google Shape;22304;p96"/>
            <p:cNvSpPr/>
            <p:nvPr/>
          </p:nvSpPr>
          <p:spPr>
            <a:xfrm>
              <a:off x="4987383" y="4104688"/>
              <a:ext cx="11521" cy="40246"/>
            </a:xfrm>
            <a:custGeom>
              <a:rect b="b" l="l" r="r" t="t"/>
              <a:pathLst>
                <a:path extrusionOk="0" h="1537" w="44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5" name="Google Shape;22305;p96"/>
            <p:cNvSpPr/>
            <p:nvPr/>
          </p:nvSpPr>
          <p:spPr>
            <a:xfrm>
              <a:off x="5079057" y="4104688"/>
              <a:ext cx="11260" cy="40246"/>
            </a:xfrm>
            <a:custGeom>
              <a:rect b="b" l="l" r="r" t="t"/>
              <a:pathLst>
                <a:path extrusionOk="0" h="1537" w="43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06" name="Google Shape;22306;p96"/>
          <p:cNvGrpSpPr/>
          <p:nvPr/>
        </p:nvGrpSpPr>
        <p:grpSpPr>
          <a:xfrm>
            <a:off x="8036429" y="1349633"/>
            <a:ext cx="275073" cy="354545"/>
            <a:chOff x="8052704" y="1503208"/>
            <a:chExt cx="275073" cy="354545"/>
          </a:xfrm>
        </p:grpSpPr>
        <p:sp>
          <p:nvSpPr>
            <p:cNvPr id="22307" name="Google Shape;22307;p96"/>
            <p:cNvSpPr/>
            <p:nvPr/>
          </p:nvSpPr>
          <p:spPr>
            <a:xfrm>
              <a:off x="8052704" y="1697344"/>
              <a:ext cx="274812" cy="160409"/>
            </a:xfrm>
            <a:custGeom>
              <a:rect b="b" l="l" r="r" t="t"/>
              <a:pathLst>
                <a:path extrusionOk="0" h="6126" w="10495">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8" name="Google Shape;22308;p96"/>
            <p:cNvSpPr/>
            <p:nvPr/>
          </p:nvSpPr>
          <p:spPr>
            <a:xfrm>
              <a:off x="8098685" y="1823267"/>
              <a:ext cx="11260" cy="34486"/>
            </a:xfrm>
            <a:custGeom>
              <a:rect b="b" l="l" r="r" t="t"/>
              <a:pathLst>
                <a:path extrusionOk="0" h="1317" w="430">
                  <a:moveTo>
                    <a:pt x="0" y="0"/>
                  </a:moveTo>
                  <a:lnTo>
                    <a:pt x="0" y="1317"/>
                  </a:lnTo>
                  <a:lnTo>
                    <a:pt x="430" y="1317"/>
                  </a:lnTo>
                  <a:lnTo>
                    <a:pt x="430"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9" name="Google Shape;22309;p96"/>
            <p:cNvSpPr/>
            <p:nvPr/>
          </p:nvSpPr>
          <p:spPr>
            <a:xfrm>
              <a:off x="8270301" y="1823267"/>
              <a:ext cx="11521" cy="34486"/>
            </a:xfrm>
            <a:custGeom>
              <a:rect b="b" l="l" r="r" t="t"/>
              <a:pathLst>
                <a:path extrusionOk="0" h="1317" w="440">
                  <a:moveTo>
                    <a:pt x="0" y="0"/>
                  </a:moveTo>
                  <a:lnTo>
                    <a:pt x="0" y="1317"/>
                  </a:lnTo>
                  <a:lnTo>
                    <a:pt x="439" y="1317"/>
                  </a:lnTo>
                  <a:lnTo>
                    <a:pt x="439"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0" name="Google Shape;22310;p96"/>
            <p:cNvSpPr/>
            <p:nvPr/>
          </p:nvSpPr>
          <p:spPr>
            <a:xfrm>
              <a:off x="8052704" y="1747069"/>
              <a:ext cx="275073" cy="110684"/>
            </a:xfrm>
            <a:custGeom>
              <a:rect b="b" l="l" r="r" t="t"/>
              <a:pathLst>
                <a:path extrusionOk="0" h="4227" w="10505">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1" name="Google Shape;22311;p96"/>
            <p:cNvSpPr/>
            <p:nvPr/>
          </p:nvSpPr>
          <p:spPr>
            <a:xfrm>
              <a:off x="8150138" y="1697344"/>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2" name="Google Shape;22312;p96"/>
            <p:cNvSpPr/>
            <p:nvPr/>
          </p:nvSpPr>
          <p:spPr>
            <a:xfrm>
              <a:off x="8087687" y="1503208"/>
              <a:ext cx="205107" cy="136974"/>
            </a:xfrm>
            <a:custGeom>
              <a:rect b="b" l="l" r="r" t="t"/>
              <a:pathLst>
                <a:path extrusionOk="0" h="5231" w="7833">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3" name="Google Shape;22313;p96"/>
            <p:cNvSpPr/>
            <p:nvPr/>
          </p:nvSpPr>
          <p:spPr>
            <a:xfrm>
              <a:off x="8087687" y="1515751"/>
              <a:ext cx="190889" cy="124431"/>
            </a:xfrm>
            <a:custGeom>
              <a:rect b="b" l="l" r="r" t="t"/>
              <a:pathLst>
                <a:path extrusionOk="0" h="4752" w="729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4" name="Google Shape;22314;p96"/>
            <p:cNvSpPr/>
            <p:nvPr/>
          </p:nvSpPr>
          <p:spPr>
            <a:xfrm>
              <a:off x="8097690" y="1577207"/>
              <a:ext cx="184866" cy="143415"/>
            </a:xfrm>
            <a:custGeom>
              <a:rect b="b" l="l" r="r" t="t"/>
              <a:pathLst>
                <a:path extrusionOk="0" h="5477" w="706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5" name="Google Shape;22315;p96"/>
            <p:cNvSpPr/>
            <p:nvPr/>
          </p:nvSpPr>
          <p:spPr>
            <a:xfrm>
              <a:off x="8150138" y="1623031"/>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6" name="Google Shape;22316;p96"/>
            <p:cNvSpPr/>
            <p:nvPr/>
          </p:nvSpPr>
          <p:spPr>
            <a:xfrm>
              <a:off x="8218848" y="1623031"/>
              <a:ext cx="11495" cy="17151"/>
            </a:xfrm>
            <a:custGeom>
              <a:rect b="b" l="l" r="r" t="t"/>
              <a:pathLst>
                <a:path extrusionOk="0" h="655" w="439">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7" name="Google Shape;22317;p96"/>
            <p:cNvSpPr/>
            <p:nvPr/>
          </p:nvSpPr>
          <p:spPr>
            <a:xfrm>
              <a:off x="8164618" y="1662963"/>
              <a:ext cx="50799" cy="17439"/>
            </a:xfrm>
            <a:custGeom>
              <a:rect b="b" l="l" r="r" t="t"/>
              <a:pathLst>
                <a:path extrusionOk="0" h="666" w="194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8" name="Google Shape;22318;p96"/>
            <p:cNvSpPr/>
            <p:nvPr/>
          </p:nvSpPr>
          <p:spPr>
            <a:xfrm>
              <a:off x="8097690" y="1577207"/>
              <a:ext cx="155382" cy="143389"/>
            </a:xfrm>
            <a:custGeom>
              <a:rect b="b" l="l" r="r" t="t"/>
              <a:pathLst>
                <a:path extrusionOk="0" h="5476" w="5934">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9" name="Google Shape;22319;p96"/>
            <p:cNvSpPr/>
            <p:nvPr/>
          </p:nvSpPr>
          <p:spPr>
            <a:xfrm>
              <a:off x="8178863" y="1754558"/>
              <a:ext cx="22755" cy="63237"/>
            </a:xfrm>
            <a:custGeom>
              <a:rect b="b" l="l" r="r" t="t"/>
              <a:pathLst>
                <a:path extrusionOk="0" h="2415" w="869">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0" name="Google Shape;22320;p96"/>
            <p:cNvSpPr/>
            <p:nvPr/>
          </p:nvSpPr>
          <p:spPr>
            <a:xfrm>
              <a:off x="8127645" y="1728137"/>
              <a:ext cx="62477" cy="57921"/>
            </a:xfrm>
            <a:custGeom>
              <a:rect b="b" l="l" r="r" t="t"/>
              <a:pathLst>
                <a:path extrusionOk="0" h="2212" w="2386">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1" name="Google Shape;22321;p96"/>
            <p:cNvSpPr/>
            <p:nvPr/>
          </p:nvSpPr>
          <p:spPr>
            <a:xfrm>
              <a:off x="8190096" y="1728137"/>
              <a:ext cx="62477" cy="57816"/>
            </a:xfrm>
            <a:custGeom>
              <a:rect b="b" l="l" r="r" t="t"/>
              <a:pathLst>
                <a:path extrusionOk="0" h="2208" w="2386">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2" name="Google Shape;22322;p96"/>
            <p:cNvSpPr/>
            <p:nvPr/>
          </p:nvSpPr>
          <p:spPr>
            <a:xfrm>
              <a:off x="8058464" y="1770557"/>
              <a:ext cx="51480" cy="64206"/>
            </a:xfrm>
            <a:custGeom>
              <a:rect b="b" l="l" r="r" t="t"/>
              <a:pathLst>
                <a:path extrusionOk="0" h="2452" w="1966">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3" name="Google Shape;22323;p96"/>
            <p:cNvSpPr/>
            <p:nvPr/>
          </p:nvSpPr>
          <p:spPr>
            <a:xfrm>
              <a:off x="8270301" y="1770557"/>
              <a:ext cx="51480" cy="64206"/>
            </a:xfrm>
            <a:custGeom>
              <a:rect b="b" l="l" r="r" t="t"/>
              <a:pathLst>
                <a:path extrusionOk="0" h="2452" w="1966">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24" name="Google Shape;22324;p96"/>
          <p:cNvGrpSpPr/>
          <p:nvPr/>
        </p:nvGrpSpPr>
        <p:grpSpPr>
          <a:xfrm>
            <a:off x="5778470" y="1349424"/>
            <a:ext cx="274550" cy="354754"/>
            <a:chOff x="5794745" y="1502999"/>
            <a:chExt cx="274550" cy="354754"/>
          </a:xfrm>
        </p:grpSpPr>
        <p:sp>
          <p:nvSpPr>
            <p:cNvPr id="22325" name="Google Shape;22325;p96"/>
            <p:cNvSpPr/>
            <p:nvPr/>
          </p:nvSpPr>
          <p:spPr>
            <a:xfrm>
              <a:off x="5794745" y="1703340"/>
              <a:ext cx="274550" cy="154413"/>
            </a:xfrm>
            <a:custGeom>
              <a:rect b="b" l="l" r="r" t="t"/>
              <a:pathLst>
                <a:path extrusionOk="0" h="5897" w="10485">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6" name="Google Shape;22326;p96"/>
            <p:cNvSpPr/>
            <p:nvPr/>
          </p:nvSpPr>
          <p:spPr>
            <a:xfrm>
              <a:off x="5891918" y="1703340"/>
              <a:ext cx="80205" cy="22886"/>
            </a:xfrm>
            <a:custGeom>
              <a:rect b="b" l="l" r="r" t="t"/>
              <a:pathLst>
                <a:path extrusionOk="0" h="874" w="3063">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7" name="Google Shape;22327;p96"/>
            <p:cNvSpPr/>
            <p:nvPr/>
          </p:nvSpPr>
          <p:spPr>
            <a:xfrm>
              <a:off x="5835698" y="1554478"/>
              <a:ext cx="192381" cy="160147"/>
            </a:xfrm>
            <a:custGeom>
              <a:rect b="b" l="l" r="r" t="t"/>
              <a:pathLst>
                <a:path extrusionOk="0" h="6116" w="7347">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8" name="Google Shape;22328;p96"/>
            <p:cNvSpPr/>
            <p:nvPr/>
          </p:nvSpPr>
          <p:spPr>
            <a:xfrm>
              <a:off x="5839705" y="1554478"/>
              <a:ext cx="143677" cy="160357"/>
            </a:xfrm>
            <a:custGeom>
              <a:rect b="b" l="l" r="r" t="t"/>
              <a:pathLst>
                <a:path extrusionOk="0" h="6124" w="5487">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9" name="Google Shape;22329;p96"/>
            <p:cNvSpPr/>
            <p:nvPr/>
          </p:nvSpPr>
          <p:spPr>
            <a:xfrm>
              <a:off x="5842716" y="1502999"/>
              <a:ext cx="187118" cy="114455"/>
            </a:xfrm>
            <a:custGeom>
              <a:rect b="b" l="l" r="r" t="t"/>
              <a:pathLst>
                <a:path extrusionOk="0" h="4371" w="7146">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0" name="Google Shape;22330;p96"/>
            <p:cNvSpPr/>
            <p:nvPr/>
          </p:nvSpPr>
          <p:spPr>
            <a:xfrm>
              <a:off x="5842716" y="1502999"/>
              <a:ext cx="72218" cy="114455"/>
            </a:xfrm>
            <a:custGeom>
              <a:rect b="b" l="l" r="r" t="t"/>
              <a:pathLst>
                <a:path extrusionOk="0" h="4371" w="2758">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1" name="Google Shape;22331;p96"/>
            <p:cNvSpPr/>
            <p:nvPr/>
          </p:nvSpPr>
          <p:spPr>
            <a:xfrm>
              <a:off x="5891918" y="1617532"/>
              <a:ext cx="11521" cy="17151"/>
            </a:xfrm>
            <a:custGeom>
              <a:rect b="b" l="l" r="r" t="t"/>
              <a:pathLst>
                <a:path extrusionOk="0" h="655" w="44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2" name="Google Shape;22332;p96"/>
            <p:cNvSpPr/>
            <p:nvPr/>
          </p:nvSpPr>
          <p:spPr>
            <a:xfrm>
              <a:off x="5960601" y="1617532"/>
              <a:ext cx="11521" cy="17151"/>
            </a:xfrm>
            <a:custGeom>
              <a:rect b="b" l="l" r="r" t="t"/>
              <a:pathLst>
                <a:path extrusionOk="0" h="655" w="44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3" name="Google Shape;22333;p96"/>
            <p:cNvSpPr/>
            <p:nvPr/>
          </p:nvSpPr>
          <p:spPr>
            <a:xfrm>
              <a:off x="5906424" y="1657438"/>
              <a:ext cx="50773" cy="17282"/>
            </a:xfrm>
            <a:custGeom>
              <a:rect b="b" l="l" r="r" t="t"/>
              <a:pathLst>
                <a:path extrusionOk="0" h="660" w="1939">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4" name="Google Shape;22334;p96"/>
            <p:cNvSpPr/>
            <p:nvPr/>
          </p:nvSpPr>
          <p:spPr>
            <a:xfrm>
              <a:off x="5884429" y="1600433"/>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5" name="Google Shape;22335;p96"/>
            <p:cNvSpPr/>
            <p:nvPr/>
          </p:nvSpPr>
          <p:spPr>
            <a:xfrm>
              <a:off x="5953112" y="1600433"/>
              <a:ext cx="26499" cy="11260"/>
            </a:xfrm>
            <a:custGeom>
              <a:rect b="b" l="l" r="r" t="t"/>
              <a:pathLst>
                <a:path extrusionOk="0" h="430" w="1012">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6" name="Google Shape;22336;p96"/>
            <p:cNvSpPr/>
            <p:nvPr/>
          </p:nvSpPr>
          <p:spPr>
            <a:xfrm>
              <a:off x="5846199" y="1748326"/>
              <a:ext cx="171643" cy="109427"/>
            </a:xfrm>
            <a:custGeom>
              <a:rect b="b" l="l" r="r" t="t"/>
              <a:pathLst>
                <a:path extrusionOk="0" h="4179" w="6555">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7" name="Google Shape;22337;p96"/>
            <p:cNvSpPr/>
            <p:nvPr/>
          </p:nvSpPr>
          <p:spPr>
            <a:xfrm>
              <a:off x="5845439" y="1548979"/>
              <a:ext cx="177901" cy="28489"/>
            </a:xfrm>
            <a:custGeom>
              <a:rect b="b" l="l" r="r" t="t"/>
              <a:pathLst>
                <a:path extrusionOk="0" h="1088" w="6794">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8" name="Google Shape;22338;p96"/>
            <p:cNvSpPr/>
            <p:nvPr/>
          </p:nvSpPr>
          <p:spPr>
            <a:xfrm>
              <a:off x="5932635" y="1548979"/>
              <a:ext cx="90941" cy="22781"/>
            </a:xfrm>
            <a:custGeom>
              <a:rect b="b" l="l" r="r" t="t"/>
              <a:pathLst>
                <a:path extrusionOk="0" h="870" w="3473">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9" name="Google Shape;22339;p96"/>
            <p:cNvSpPr/>
            <p:nvPr/>
          </p:nvSpPr>
          <p:spPr>
            <a:xfrm>
              <a:off x="5932373" y="1537484"/>
              <a:ext cx="17282" cy="11521"/>
            </a:xfrm>
            <a:custGeom>
              <a:rect b="b" l="l" r="r" t="t"/>
              <a:pathLst>
                <a:path extrusionOk="0" h="440" w="660">
                  <a:moveTo>
                    <a:pt x="440" y="0"/>
                  </a:moveTo>
                  <a:cubicBezTo>
                    <a:pt x="201" y="0"/>
                    <a:pt x="1" y="191"/>
                    <a:pt x="10" y="439"/>
                  </a:cubicBezTo>
                  <a:lnTo>
                    <a:pt x="659" y="439"/>
                  </a:lnTo>
                  <a:lnTo>
                    <a:pt x="659"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0" name="Google Shape;22340;p96"/>
            <p:cNvSpPr/>
            <p:nvPr/>
          </p:nvSpPr>
          <p:spPr>
            <a:xfrm>
              <a:off x="5972096" y="1502999"/>
              <a:ext cx="57240" cy="57240"/>
            </a:xfrm>
            <a:custGeom>
              <a:rect b="b" l="l" r="r" t="t"/>
              <a:pathLst>
                <a:path extrusionOk="0" h="2186" w="2186">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1" name="Google Shape;22341;p96"/>
            <p:cNvSpPr/>
            <p:nvPr/>
          </p:nvSpPr>
          <p:spPr>
            <a:xfrm>
              <a:off x="5943371" y="1525989"/>
              <a:ext cx="34250" cy="34250"/>
            </a:xfrm>
            <a:custGeom>
              <a:rect b="b" l="l" r="r" t="t"/>
              <a:pathLst>
                <a:path extrusionOk="0" h="1308" w="1308">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2" name="Google Shape;22342;p96"/>
            <p:cNvSpPr/>
            <p:nvPr/>
          </p:nvSpPr>
          <p:spPr>
            <a:xfrm>
              <a:off x="5845204" y="1548979"/>
              <a:ext cx="23750" cy="28489"/>
            </a:xfrm>
            <a:custGeom>
              <a:rect b="b" l="l" r="r" t="t"/>
              <a:pathLst>
                <a:path extrusionOk="0" h="1088" w="907">
                  <a:moveTo>
                    <a:pt x="0" y="0"/>
                  </a:moveTo>
                  <a:cubicBezTo>
                    <a:pt x="0" y="58"/>
                    <a:pt x="0" y="115"/>
                    <a:pt x="10" y="172"/>
                  </a:cubicBezTo>
                  <a:lnTo>
                    <a:pt x="105" y="1088"/>
                  </a:lnTo>
                  <a:lnTo>
                    <a:pt x="907" y="1088"/>
                  </a:lnTo>
                  <a:lnTo>
                    <a:pt x="907"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3" name="Google Shape;22343;p96"/>
            <p:cNvSpPr/>
            <p:nvPr/>
          </p:nvSpPr>
          <p:spPr>
            <a:xfrm>
              <a:off x="5863428" y="1748326"/>
              <a:ext cx="137419" cy="80964"/>
            </a:xfrm>
            <a:custGeom>
              <a:rect b="b" l="l" r="r" t="t"/>
              <a:pathLst>
                <a:path extrusionOk="0" h="3092" w="5248">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4" name="Google Shape;22344;p96"/>
            <p:cNvSpPr/>
            <p:nvPr/>
          </p:nvSpPr>
          <p:spPr>
            <a:xfrm>
              <a:off x="5828969" y="1817768"/>
              <a:ext cx="17256" cy="39984"/>
            </a:xfrm>
            <a:custGeom>
              <a:rect b="b" l="l" r="r" t="t"/>
              <a:pathLst>
                <a:path extrusionOk="0" h="1527" w="659">
                  <a:moveTo>
                    <a:pt x="659" y="0"/>
                  </a:moveTo>
                  <a:cubicBezTo>
                    <a:pt x="296" y="0"/>
                    <a:pt x="0" y="286"/>
                    <a:pt x="0" y="649"/>
                  </a:cubicBezTo>
                  <a:lnTo>
                    <a:pt x="0" y="1527"/>
                  </a:lnTo>
                  <a:lnTo>
                    <a:pt x="659" y="1527"/>
                  </a:lnTo>
                  <a:lnTo>
                    <a:pt x="659"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5" name="Google Shape;22345;p96"/>
            <p:cNvSpPr/>
            <p:nvPr/>
          </p:nvSpPr>
          <p:spPr>
            <a:xfrm>
              <a:off x="5846199" y="1817768"/>
              <a:ext cx="11521" cy="39984"/>
            </a:xfrm>
            <a:custGeom>
              <a:rect b="b" l="l" r="r" t="t"/>
              <a:pathLst>
                <a:path extrusionOk="0" h="1527" w="440">
                  <a:moveTo>
                    <a:pt x="1" y="0"/>
                  </a:moveTo>
                  <a:lnTo>
                    <a:pt x="1" y="1527"/>
                  </a:lnTo>
                  <a:lnTo>
                    <a:pt x="439" y="1527"/>
                  </a:lnTo>
                  <a:lnTo>
                    <a:pt x="439" y="439"/>
                  </a:lnTo>
                  <a:cubicBezTo>
                    <a:pt x="439" y="191"/>
                    <a:pt x="239" y="0"/>
                    <a:pt x="1"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6" name="Google Shape;22346;p96"/>
            <p:cNvSpPr/>
            <p:nvPr/>
          </p:nvSpPr>
          <p:spPr>
            <a:xfrm>
              <a:off x="6017815" y="1817768"/>
              <a:ext cx="17256" cy="39984"/>
            </a:xfrm>
            <a:custGeom>
              <a:rect b="b" l="l" r="r" t="t"/>
              <a:pathLst>
                <a:path extrusionOk="0" h="1527" w="659">
                  <a:moveTo>
                    <a:pt x="1" y="0"/>
                  </a:moveTo>
                  <a:lnTo>
                    <a:pt x="1" y="1527"/>
                  </a:lnTo>
                  <a:lnTo>
                    <a:pt x="659" y="1527"/>
                  </a:lnTo>
                  <a:lnTo>
                    <a:pt x="659" y="649"/>
                  </a:lnTo>
                  <a:cubicBezTo>
                    <a:pt x="649" y="286"/>
                    <a:pt x="363" y="0"/>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7" name="Google Shape;22347;p96"/>
            <p:cNvSpPr/>
            <p:nvPr/>
          </p:nvSpPr>
          <p:spPr>
            <a:xfrm>
              <a:off x="6006320" y="1817768"/>
              <a:ext cx="11521" cy="39984"/>
            </a:xfrm>
            <a:custGeom>
              <a:rect b="b" l="l" r="r" t="t"/>
              <a:pathLst>
                <a:path extrusionOk="0" h="1527" w="440">
                  <a:moveTo>
                    <a:pt x="440" y="0"/>
                  </a:moveTo>
                  <a:cubicBezTo>
                    <a:pt x="192" y="0"/>
                    <a:pt x="1" y="191"/>
                    <a:pt x="1" y="439"/>
                  </a:cubicBezTo>
                  <a:lnTo>
                    <a:pt x="1" y="1527"/>
                  </a:lnTo>
                  <a:lnTo>
                    <a:pt x="440" y="1527"/>
                  </a:lnTo>
                  <a:lnTo>
                    <a:pt x="440"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48" name="Google Shape;22348;p96"/>
          <p:cNvGrpSpPr/>
          <p:nvPr/>
        </p:nvGrpSpPr>
        <p:grpSpPr>
          <a:xfrm>
            <a:off x="4880665" y="1349424"/>
            <a:ext cx="263316" cy="354754"/>
            <a:chOff x="4896940" y="1502999"/>
            <a:chExt cx="263316" cy="354754"/>
          </a:xfrm>
        </p:grpSpPr>
        <p:sp>
          <p:nvSpPr>
            <p:cNvPr id="22349" name="Google Shape;22349;p96"/>
            <p:cNvSpPr/>
            <p:nvPr/>
          </p:nvSpPr>
          <p:spPr>
            <a:xfrm>
              <a:off x="4904193" y="1594384"/>
              <a:ext cx="113433" cy="103221"/>
            </a:xfrm>
            <a:custGeom>
              <a:rect b="b" l="l" r="r" t="t"/>
              <a:pathLst>
                <a:path extrusionOk="0" h="3942" w="4332">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0" name="Google Shape;22350;p96"/>
            <p:cNvSpPr/>
            <p:nvPr/>
          </p:nvSpPr>
          <p:spPr>
            <a:xfrm>
              <a:off x="5039831" y="1594620"/>
              <a:ext cx="113198" cy="102907"/>
            </a:xfrm>
            <a:custGeom>
              <a:rect b="b" l="l" r="r" t="t"/>
              <a:pathLst>
                <a:path extrusionOk="0" h="3930" w="4323">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1" name="Google Shape;22351;p96"/>
            <p:cNvSpPr/>
            <p:nvPr/>
          </p:nvSpPr>
          <p:spPr>
            <a:xfrm>
              <a:off x="4937160" y="1502999"/>
              <a:ext cx="183138" cy="123200"/>
            </a:xfrm>
            <a:custGeom>
              <a:rect b="b" l="l" r="r" t="t"/>
              <a:pathLst>
                <a:path extrusionOk="0" h="4705" w="6994">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2" name="Google Shape;22352;p96"/>
            <p:cNvSpPr/>
            <p:nvPr/>
          </p:nvSpPr>
          <p:spPr>
            <a:xfrm>
              <a:off x="4896940" y="1680376"/>
              <a:ext cx="263316" cy="177377"/>
            </a:xfrm>
            <a:custGeom>
              <a:rect b="b" l="l" r="r" t="t"/>
              <a:pathLst>
                <a:path extrusionOk="0" h="6774" w="10056">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3" name="Google Shape;22353;p96"/>
            <p:cNvSpPr/>
            <p:nvPr/>
          </p:nvSpPr>
          <p:spPr>
            <a:xfrm>
              <a:off x="4897202" y="1730834"/>
              <a:ext cx="263055" cy="126919"/>
            </a:xfrm>
            <a:custGeom>
              <a:rect b="b" l="l" r="r" t="t"/>
              <a:pathLst>
                <a:path extrusionOk="0" h="4847" w="10046">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4" name="Google Shape;22354;p96"/>
            <p:cNvSpPr/>
            <p:nvPr/>
          </p:nvSpPr>
          <p:spPr>
            <a:xfrm>
              <a:off x="4953395" y="1730834"/>
              <a:ext cx="150407" cy="81697"/>
            </a:xfrm>
            <a:custGeom>
              <a:rect b="b" l="l" r="r" t="t"/>
              <a:pathLst>
                <a:path extrusionOk="0" h="3120" w="5744">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5" name="Google Shape;22355;p96"/>
            <p:cNvSpPr/>
            <p:nvPr/>
          </p:nvSpPr>
          <p:spPr>
            <a:xfrm>
              <a:off x="4994374" y="1691871"/>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6" name="Google Shape;22356;p96"/>
            <p:cNvSpPr/>
            <p:nvPr/>
          </p:nvSpPr>
          <p:spPr>
            <a:xfrm>
              <a:off x="4936427" y="1559846"/>
              <a:ext cx="184630" cy="149019"/>
            </a:xfrm>
            <a:custGeom>
              <a:rect b="b" l="l" r="r" t="t"/>
              <a:pathLst>
                <a:path extrusionOk="0" h="5691" w="7051">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7" name="Google Shape;22357;p96"/>
            <p:cNvSpPr/>
            <p:nvPr/>
          </p:nvSpPr>
          <p:spPr>
            <a:xfrm>
              <a:off x="4936427" y="1560082"/>
              <a:ext cx="169391" cy="149019"/>
            </a:xfrm>
            <a:custGeom>
              <a:rect b="b" l="l" r="r" t="t"/>
              <a:pathLst>
                <a:path extrusionOk="0" h="5691" w="6469">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8" name="Google Shape;22358;p96"/>
            <p:cNvSpPr/>
            <p:nvPr/>
          </p:nvSpPr>
          <p:spPr>
            <a:xfrm>
              <a:off x="4988614" y="1612295"/>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9" name="Google Shape;22359;p96"/>
            <p:cNvSpPr/>
            <p:nvPr/>
          </p:nvSpPr>
          <p:spPr>
            <a:xfrm>
              <a:off x="5057323" y="1612295"/>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0" name="Google Shape;22360;p96"/>
            <p:cNvSpPr/>
            <p:nvPr/>
          </p:nvSpPr>
          <p:spPr>
            <a:xfrm>
              <a:off x="5003382" y="1652174"/>
              <a:ext cx="50694" cy="17282"/>
            </a:xfrm>
            <a:custGeom>
              <a:rect b="b" l="l" r="r" t="t"/>
              <a:pathLst>
                <a:path extrusionOk="0" h="660" w="1936">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1" name="Google Shape;22361;p96"/>
            <p:cNvSpPr/>
            <p:nvPr/>
          </p:nvSpPr>
          <p:spPr>
            <a:xfrm>
              <a:off x="5040093" y="1504255"/>
              <a:ext cx="79943" cy="90469"/>
            </a:xfrm>
            <a:custGeom>
              <a:rect b="b" l="l" r="r" t="t"/>
              <a:pathLst>
                <a:path extrusionOk="0" h="3455" w="3053">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2" name="Google Shape;22362;p96"/>
            <p:cNvSpPr/>
            <p:nvPr/>
          </p:nvSpPr>
          <p:spPr>
            <a:xfrm>
              <a:off x="5020114" y="1789043"/>
              <a:ext cx="17256" cy="57214"/>
            </a:xfrm>
            <a:custGeom>
              <a:rect b="b" l="l" r="r" t="t"/>
              <a:pathLst>
                <a:path extrusionOk="0" h="2185" w="659">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3" name="Google Shape;22363;p96"/>
            <p:cNvSpPr/>
            <p:nvPr/>
          </p:nvSpPr>
          <p:spPr>
            <a:xfrm>
              <a:off x="4899689" y="1767546"/>
              <a:ext cx="48992" cy="90207"/>
            </a:xfrm>
            <a:custGeom>
              <a:rect b="b" l="l" r="r" t="t"/>
              <a:pathLst>
                <a:path extrusionOk="0" h="3445" w="1871">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4" name="Google Shape;22364;p96"/>
            <p:cNvSpPr/>
            <p:nvPr/>
          </p:nvSpPr>
          <p:spPr>
            <a:xfrm>
              <a:off x="5108777" y="1767546"/>
              <a:ext cx="48992" cy="90207"/>
            </a:xfrm>
            <a:custGeom>
              <a:rect b="b" l="l" r="r" t="t"/>
              <a:pathLst>
                <a:path extrusionOk="0" h="3445" w="1871">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5" name="Google Shape;22365;p96"/>
            <p:cNvSpPr/>
            <p:nvPr/>
          </p:nvSpPr>
          <p:spPr>
            <a:xfrm>
              <a:off x="5020114" y="1789043"/>
              <a:ext cx="17256" cy="17989"/>
            </a:xfrm>
            <a:custGeom>
              <a:rect b="b" l="l" r="r" t="t"/>
              <a:pathLst>
                <a:path extrusionOk="0" h="687" w="659">
                  <a:moveTo>
                    <a:pt x="0" y="0"/>
                  </a:moveTo>
                  <a:lnTo>
                    <a:pt x="0" y="687"/>
                  </a:lnTo>
                  <a:lnTo>
                    <a:pt x="324" y="611"/>
                  </a:lnTo>
                  <a:lnTo>
                    <a:pt x="658" y="687"/>
                  </a:lnTo>
                  <a:lnTo>
                    <a:pt x="658" y="0"/>
                  </a:ln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6" name="Google Shape;22366;p96"/>
            <p:cNvSpPr/>
            <p:nvPr/>
          </p:nvSpPr>
          <p:spPr>
            <a:xfrm>
              <a:off x="4963895" y="1720334"/>
              <a:ext cx="129432" cy="80650"/>
            </a:xfrm>
            <a:custGeom>
              <a:rect b="b" l="l" r="r" t="t"/>
              <a:pathLst>
                <a:path extrusionOk="0" h="3080" w="4943">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7" name="Google Shape;22367;p96"/>
            <p:cNvSpPr/>
            <p:nvPr/>
          </p:nvSpPr>
          <p:spPr>
            <a:xfrm>
              <a:off x="5063058" y="1720334"/>
              <a:ext cx="26" cy="288"/>
            </a:xfrm>
            <a:custGeom>
              <a:rect b="b" l="l" r="r" t="t"/>
              <a:pathLst>
                <a:path extrusionOk="0" h="11" w="1">
                  <a:moveTo>
                    <a:pt x="1" y="10"/>
                  </a:moveTo>
                  <a:lnTo>
                    <a:pt x="1" y="10"/>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8" name="Google Shape;22368;p96"/>
            <p:cNvSpPr/>
            <p:nvPr/>
          </p:nvSpPr>
          <p:spPr>
            <a:xfrm>
              <a:off x="4994374" y="1720334"/>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9" name="Google Shape;22369;p96"/>
            <p:cNvSpPr/>
            <p:nvPr/>
          </p:nvSpPr>
          <p:spPr>
            <a:xfrm>
              <a:off x="4982879" y="1720334"/>
              <a:ext cx="91464" cy="62975"/>
            </a:xfrm>
            <a:custGeom>
              <a:rect b="b" l="l" r="r" t="t"/>
              <a:pathLst>
                <a:path extrusionOk="0" h="2405" w="3493">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70" name="Google Shape;22370;p96"/>
          <p:cNvGrpSpPr/>
          <p:nvPr/>
        </p:nvGrpSpPr>
        <p:grpSpPr>
          <a:xfrm>
            <a:off x="6239117" y="4114507"/>
            <a:ext cx="274550" cy="354728"/>
            <a:chOff x="6255392" y="4268082"/>
            <a:chExt cx="274550" cy="354728"/>
          </a:xfrm>
        </p:grpSpPr>
        <p:sp>
          <p:nvSpPr>
            <p:cNvPr id="22371" name="Google Shape;22371;p96"/>
            <p:cNvSpPr/>
            <p:nvPr/>
          </p:nvSpPr>
          <p:spPr>
            <a:xfrm>
              <a:off x="6286342" y="4268082"/>
              <a:ext cx="213120" cy="206102"/>
            </a:xfrm>
            <a:custGeom>
              <a:rect b="b" l="l" r="r" t="t"/>
              <a:pathLst>
                <a:path extrusionOk="0" h="7871" w="8139">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2" name="Google Shape;22372;p96"/>
            <p:cNvSpPr/>
            <p:nvPr/>
          </p:nvSpPr>
          <p:spPr>
            <a:xfrm>
              <a:off x="6352800" y="4451168"/>
              <a:ext cx="80205" cy="68736"/>
            </a:xfrm>
            <a:custGeom>
              <a:rect b="b" l="l" r="r" t="t"/>
              <a:pathLst>
                <a:path extrusionOk="0" h="2625" w="3063">
                  <a:moveTo>
                    <a:pt x="1" y="1"/>
                  </a:moveTo>
                  <a:lnTo>
                    <a:pt x="1" y="2624"/>
                  </a:lnTo>
                  <a:lnTo>
                    <a:pt x="3063" y="2624"/>
                  </a:lnTo>
                  <a:lnTo>
                    <a:pt x="3063"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3" name="Google Shape;22373;p96"/>
            <p:cNvSpPr/>
            <p:nvPr/>
          </p:nvSpPr>
          <p:spPr>
            <a:xfrm>
              <a:off x="6352800" y="4451168"/>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4" name="Google Shape;22374;p96"/>
            <p:cNvSpPr/>
            <p:nvPr/>
          </p:nvSpPr>
          <p:spPr>
            <a:xfrm>
              <a:off x="6296842" y="4307464"/>
              <a:ext cx="192381" cy="166458"/>
            </a:xfrm>
            <a:custGeom>
              <a:rect b="b" l="l" r="r" t="t"/>
              <a:pathLst>
                <a:path extrusionOk="0" h="6357" w="7347">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5" name="Google Shape;22375;p96"/>
            <p:cNvSpPr/>
            <p:nvPr/>
          </p:nvSpPr>
          <p:spPr>
            <a:xfrm>
              <a:off x="6296607" y="4320033"/>
              <a:ext cx="107935" cy="154125"/>
            </a:xfrm>
            <a:custGeom>
              <a:rect b="b" l="l" r="r" t="t"/>
              <a:pathLst>
                <a:path extrusionOk="0" h="5886" w="4122">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6" name="Google Shape;22376;p96"/>
            <p:cNvSpPr/>
            <p:nvPr/>
          </p:nvSpPr>
          <p:spPr>
            <a:xfrm>
              <a:off x="6352800" y="4376855"/>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7" name="Google Shape;22377;p96"/>
            <p:cNvSpPr/>
            <p:nvPr/>
          </p:nvSpPr>
          <p:spPr>
            <a:xfrm>
              <a:off x="6421509" y="4376855"/>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8" name="Google Shape;22378;p96"/>
            <p:cNvSpPr/>
            <p:nvPr/>
          </p:nvSpPr>
          <p:spPr>
            <a:xfrm>
              <a:off x="6345311" y="4359756"/>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9" name="Google Shape;22379;p96"/>
            <p:cNvSpPr/>
            <p:nvPr/>
          </p:nvSpPr>
          <p:spPr>
            <a:xfrm>
              <a:off x="6413758" y="4359756"/>
              <a:ext cx="26761" cy="11521"/>
            </a:xfrm>
            <a:custGeom>
              <a:rect b="b" l="l" r="r" t="t"/>
              <a:pathLst>
                <a:path extrusionOk="0" h="440" w="1022">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0" name="Google Shape;22380;p96"/>
            <p:cNvSpPr/>
            <p:nvPr/>
          </p:nvSpPr>
          <p:spPr>
            <a:xfrm>
              <a:off x="6255392" y="4508382"/>
              <a:ext cx="274550" cy="114428"/>
            </a:xfrm>
            <a:custGeom>
              <a:rect b="b" l="l" r="r" t="t"/>
              <a:pathLst>
                <a:path extrusionOk="0" h="4370" w="10485">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1" name="Google Shape;22381;p96"/>
            <p:cNvSpPr/>
            <p:nvPr/>
          </p:nvSpPr>
          <p:spPr>
            <a:xfrm>
              <a:off x="6376785" y="4456667"/>
              <a:ext cx="32260" cy="28751"/>
            </a:xfrm>
            <a:custGeom>
              <a:rect b="b" l="l" r="r" t="t"/>
              <a:pathLst>
                <a:path extrusionOk="0" h="1098" w="1232">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2" name="Google Shape;22382;p96"/>
            <p:cNvSpPr/>
            <p:nvPr/>
          </p:nvSpPr>
          <p:spPr>
            <a:xfrm>
              <a:off x="6370029" y="4422705"/>
              <a:ext cx="45745" cy="16994"/>
            </a:xfrm>
            <a:custGeom>
              <a:rect b="b" l="l" r="r" t="t"/>
              <a:pathLst>
                <a:path extrusionOk="0" h="649" w="1747">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3" name="Google Shape;22383;p96"/>
            <p:cNvSpPr/>
            <p:nvPr/>
          </p:nvSpPr>
          <p:spPr>
            <a:xfrm>
              <a:off x="6352800" y="4416944"/>
              <a:ext cx="79969" cy="28568"/>
            </a:xfrm>
            <a:custGeom>
              <a:rect b="b" l="l" r="r" t="t"/>
              <a:pathLst>
                <a:path extrusionOk="0" h="1091" w="3054">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4" name="Google Shape;22384;p96"/>
            <p:cNvSpPr/>
            <p:nvPr/>
          </p:nvSpPr>
          <p:spPr>
            <a:xfrm>
              <a:off x="6262619" y="4532106"/>
              <a:ext cx="50249" cy="90705"/>
            </a:xfrm>
            <a:custGeom>
              <a:rect b="b" l="l" r="r" t="t"/>
              <a:pathLst>
                <a:path extrusionOk="0" h="3464" w="1919">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5" name="Google Shape;22385;p96"/>
            <p:cNvSpPr/>
            <p:nvPr/>
          </p:nvSpPr>
          <p:spPr>
            <a:xfrm>
              <a:off x="6472963" y="4532106"/>
              <a:ext cx="49987" cy="90705"/>
            </a:xfrm>
            <a:custGeom>
              <a:rect b="b" l="l" r="r" t="t"/>
              <a:pathLst>
                <a:path extrusionOk="0" h="3464" w="1909">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6" name="Google Shape;22386;p96"/>
            <p:cNvSpPr/>
            <p:nvPr/>
          </p:nvSpPr>
          <p:spPr>
            <a:xfrm>
              <a:off x="6387285" y="4548340"/>
              <a:ext cx="11260" cy="11521"/>
            </a:xfrm>
            <a:custGeom>
              <a:rect b="b" l="l" r="r" t="t"/>
              <a:pathLst>
                <a:path extrusionOk="0" h="440" w="43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7" name="Google Shape;22387;p96"/>
            <p:cNvSpPr/>
            <p:nvPr/>
          </p:nvSpPr>
          <p:spPr>
            <a:xfrm>
              <a:off x="6387285" y="4588560"/>
              <a:ext cx="11260" cy="11286"/>
            </a:xfrm>
            <a:custGeom>
              <a:rect b="b" l="l" r="r" t="t"/>
              <a:pathLst>
                <a:path extrusionOk="0" h="431" w="43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8" name="Google Shape;22388;p96"/>
            <p:cNvSpPr/>
            <p:nvPr/>
          </p:nvSpPr>
          <p:spPr>
            <a:xfrm>
              <a:off x="6318838" y="4508382"/>
              <a:ext cx="148155" cy="48495"/>
            </a:xfrm>
            <a:custGeom>
              <a:rect b="b" l="l" r="r" t="t"/>
              <a:pathLst>
                <a:path extrusionOk="0" h="1852" w="5658">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9" name="Google Shape;22389;p96"/>
            <p:cNvSpPr/>
            <p:nvPr/>
          </p:nvSpPr>
          <p:spPr>
            <a:xfrm>
              <a:off x="6329809" y="4487853"/>
              <a:ext cx="62975" cy="57581"/>
            </a:xfrm>
            <a:custGeom>
              <a:rect b="b" l="l" r="r" t="t"/>
              <a:pathLst>
                <a:path extrusionOk="0" h="2199" w="2405">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0" name="Google Shape;22390;p96"/>
            <p:cNvSpPr/>
            <p:nvPr/>
          </p:nvSpPr>
          <p:spPr>
            <a:xfrm>
              <a:off x="6392784" y="4487853"/>
              <a:ext cx="62975" cy="57581"/>
            </a:xfrm>
            <a:custGeom>
              <a:rect b="b" l="l" r="r" t="t"/>
              <a:pathLst>
                <a:path extrusionOk="0" h="2199" w="2405">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91" name="Google Shape;22391;p96"/>
          <p:cNvGrpSpPr/>
          <p:nvPr/>
        </p:nvGrpSpPr>
        <p:grpSpPr>
          <a:xfrm>
            <a:off x="7587801" y="3636500"/>
            <a:ext cx="275807" cy="354859"/>
            <a:chOff x="7604076" y="3790075"/>
            <a:chExt cx="275807" cy="354859"/>
          </a:xfrm>
        </p:grpSpPr>
        <p:sp>
          <p:nvSpPr>
            <p:cNvPr id="22392" name="Google Shape;22392;p96"/>
            <p:cNvSpPr/>
            <p:nvPr/>
          </p:nvSpPr>
          <p:spPr>
            <a:xfrm>
              <a:off x="7623558" y="3790075"/>
              <a:ext cx="237341" cy="113800"/>
            </a:xfrm>
            <a:custGeom>
              <a:rect b="b" l="l" r="r" t="t"/>
              <a:pathLst>
                <a:path extrusionOk="0" h="4346" w="9064">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3" name="Google Shape;22393;p96"/>
            <p:cNvSpPr/>
            <p:nvPr/>
          </p:nvSpPr>
          <p:spPr>
            <a:xfrm>
              <a:off x="7604076" y="4018513"/>
              <a:ext cx="275545" cy="126186"/>
            </a:xfrm>
            <a:custGeom>
              <a:rect b="b" l="l" r="r" t="t"/>
              <a:pathLst>
                <a:path extrusionOk="0" h="4819" w="10523">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4" name="Google Shape;22394;p96"/>
            <p:cNvSpPr/>
            <p:nvPr/>
          </p:nvSpPr>
          <p:spPr>
            <a:xfrm>
              <a:off x="7604312" y="4049987"/>
              <a:ext cx="275571" cy="94711"/>
            </a:xfrm>
            <a:custGeom>
              <a:rect b="b" l="l" r="r" t="t"/>
              <a:pathLst>
                <a:path extrusionOk="0" h="3617" w="10524">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5" name="Google Shape;22395;p96"/>
            <p:cNvSpPr/>
            <p:nvPr/>
          </p:nvSpPr>
          <p:spPr>
            <a:xfrm>
              <a:off x="7726962" y="4096204"/>
              <a:ext cx="30270" cy="48495"/>
            </a:xfrm>
            <a:custGeom>
              <a:rect b="b" l="l" r="r" t="t"/>
              <a:pathLst>
                <a:path extrusionOk="0" h="1852" w="1156">
                  <a:moveTo>
                    <a:pt x="936" y="1"/>
                  </a:moveTo>
                  <a:lnTo>
                    <a:pt x="220" y="29"/>
                  </a:lnTo>
                  <a:lnTo>
                    <a:pt x="1" y="1851"/>
                  </a:lnTo>
                  <a:lnTo>
                    <a:pt x="1155" y="1851"/>
                  </a:lnTo>
                  <a:lnTo>
                    <a:pt x="936" y="1"/>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6" name="Google Shape;22396;p96"/>
            <p:cNvSpPr/>
            <p:nvPr/>
          </p:nvSpPr>
          <p:spPr>
            <a:xfrm>
              <a:off x="7668779" y="4049987"/>
              <a:ext cx="146400" cy="57319"/>
            </a:xfrm>
            <a:custGeom>
              <a:rect b="b" l="l" r="r" t="t"/>
              <a:pathLst>
                <a:path extrusionOk="0" h="2189" w="5591">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7" name="Google Shape;22397;p96"/>
            <p:cNvSpPr/>
            <p:nvPr/>
          </p:nvSpPr>
          <p:spPr>
            <a:xfrm>
              <a:off x="7719238" y="4064494"/>
              <a:ext cx="45981" cy="35245"/>
            </a:xfrm>
            <a:custGeom>
              <a:rect b="b" l="l" r="r" t="t"/>
              <a:pathLst>
                <a:path extrusionOk="0" h="1346" w="1756">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8" name="Google Shape;22398;p96"/>
            <p:cNvSpPr/>
            <p:nvPr/>
          </p:nvSpPr>
          <p:spPr>
            <a:xfrm>
              <a:off x="7701982" y="4018513"/>
              <a:ext cx="80231" cy="23148"/>
            </a:xfrm>
            <a:custGeom>
              <a:rect b="b" l="l" r="r" t="t"/>
              <a:pathLst>
                <a:path extrusionOk="0" h="884" w="3064">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9" name="Google Shape;22399;p96"/>
            <p:cNvSpPr/>
            <p:nvPr/>
          </p:nvSpPr>
          <p:spPr>
            <a:xfrm>
              <a:off x="7645527" y="3875124"/>
              <a:ext cx="188139" cy="154675"/>
            </a:xfrm>
            <a:custGeom>
              <a:rect b="b" l="l" r="r" t="t"/>
              <a:pathLst>
                <a:path extrusionOk="0" h="5907" w="7185">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0" name="Google Shape;22400;p96"/>
            <p:cNvSpPr/>
            <p:nvPr/>
          </p:nvSpPr>
          <p:spPr>
            <a:xfrm>
              <a:off x="7701982" y="3933412"/>
              <a:ext cx="11521" cy="16942"/>
            </a:xfrm>
            <a:custGeom>
              <a:rect b="b" l="l" r="r" t="t"/>
              <a:pathLst>
                <a:path extrusionOk="0" h="647" w="44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1" name="Google Shape;22401;p96"/>
            <p:cNvSpPr/>
            <p:nvPr/>
          </p:nvSpPr>
          <p:spPr>
            <a:xfrm>
              <a:off x="7770691"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2" name="Google Shape;22402;p96"/>
            <p:cNvSpPr/>
            <p:nvPr/>
          </p:nvSpPr>
          <p:spPr>
            <a:xfrm>
              <a:off x="7648276" y="3875124"/>
              <a:ext cx="168396" cy="154884"/>
            </a:xfrm>
            <a:custGeom>
              <a:rect b="b" l="l" r="r" t="t"/>
              <a:pathLst>
                <a:path extrusionOk="0" h="5915" w="6431">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3" name="Google Shape;22403;p96"/>
            <p:cNvSpPr/>
            <p:nvPr/>
          </p:nvSpPr>
          <p:spPr>
            <a:xfrm>
              <a:off x="7656027" y="3892380"/>
              <a:ext cx="23017" cy="42970"/>
            </a:xfrm>
            <a:custGeom>
              <a:rect b="b" l="l" r="r" t="t"/>
              <a:pathLst>
                <a:path extrusionOk="0" h="1641" w="879">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4" name="Google Shape;22404;p96"/>
            <p:cNvSpPr/>
            <p:nvPr/>
          </p:nvSpPr>
          <p:spPr>
            <a:xfrm>
              <a:off x="7805151" y="3892380"/>
              <a:ext cx="23017" cy="42970"/>
            </a:xfrm>
            <a:custGeom>
              <a:rect b="b" l="l" r="r" t="t"/>
              <a:pathLst>
                <a:path extrusionOk="0" h="1641" w="879">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5" name="Google Shape;22405;p96"/>
            <p:cNvSpPr/>
            <p:nvPr/>
          </p:nvSpPr>
          <p:spPr>
            <a:xfrm>
              <a:off x="7679515" y="4038073"/>
              <a:ext cx="62477" cy="57659"/>
            </a:xfrm>
            <a:custGeom>
              <a:rect b="b" l="l" r="r" t="t"/>
              <a:pathLst>
                <a:path extrusionOk="0" h="2202" w="2386">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6" name="Google Shape;22406;p96"/>
            <p:cNvSpPr/>
            <p:nvPr/>
          </p:nvSpPr>
          <p:spPr>
            <a:xfrm>
              <a:off x="7741966" y="4037942"/>
              <a:ext cx="62477" cy="57843"/>
            </a:xfrm>
            <a:custGeom>
              <a:rect b="b" l="l" r="r" t="t"/>
              <a:pathLst>
                <a:path extrusionOk="0" h="2209" w="2386">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7" name="Google Shape;22407;p96"/>
            <p:cNvSpPr/>
            <p:nvPr/>
          </p:nvSpPr>
          <p:spPr>
            <a:xfrm>
              <a:off x="7722694" y="3978528"/>
              <a:ext cx="38806" cy="11312"/>
            </a:xfrm>
            <a:custGeom>
              <a:rect b="b" l="l" r="r" t="t"/>
              <a:pathLst>
                <a:path extrusionOk="0" h="432" w="1482">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8" name="Google Shape;22408;p96"/>
            <p:cNvSpPr/>
            <p:nvPr/>
          </p:nvSpPr>
          <p:spPr>
            <a:xfrm>
              <a:off x="7656027" y="3892380"/>
              <a:ext cx="172140" cy="28751"/>
            </a:xfrm>
            <a:custGeom>
              <a:rect b="b" l="l" r="r" t="t"/>
              <a:pathLst>
                <a:path extrusionOk="0" h="1098" w="6574">
                  <a:moveTo>
                    <a:pt x="1" y="0"/>
                  </a:moveTo>
                  <a:cubicBezTo>
                    <a:pt x="1" y="611"/>
                    <a:pt x="1470" y="1097"/>
                    <a:pt x="3282" y="1097"/>
                  </a:cubicBezTo>
                  <a:cubicBezTo>
                    <a:pt x="5104" y="1097"/>
                    <a:pt x="657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9" name="Google Shape;22409;p96"/>
            <p:cNvSpPr/>
            <p:nvPr/>
          </p:nvSpPr>
          <p:spPr>
            <a:xfrm>
              <a:off x="7656027" y="3857894"/>
              <a:ext cx="172140" cy="34512"/>
            </a:xfrm>
            <a:custGeom>
              <a:rect b="b" l="l" r="r" t="t"/>
              <a:pathLst>
                <a:path extrusionOk="0" h="1318" w="6574">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0" name="Google Shape;22410;p96"/>
            <p:cNvSpPr/>
            <p:nvPr/>
          </p:nvSpPr>
          <p:spPr>
            <a:xfrm>
              <a:off x="7724972" y="3823670"/>
              <a:ext cx="34250" cy="39984"/>
            </a:xfrm>
            <a:custGeom>
              <a:rect b="b" l="l" r="r" t="t"/>
              <a:pathLst>
                <a:path extrusionOk="0" h="1527" w="1308">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1" name="Google Shape;22411;p96"/>
            <p:cNvSpPr/>
            <p:nvPr/>
          </p:nvSpPr>
          <p:spPr>
            <a:xfrm>
              <a:off x="7724763"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2" name="Google Shape;22412;p96"/>
            <p:cNvSpPr/>
            <p:nvPr/>
          </p:nvSpPr>
          <p:spPr>
            <a:xfrm>
              <a:off x="7609811" y="4080729"/>
              <a:ext cx="51977" cy="64206"/>
            </a:xfrm>
            <a:custGeom>
              <a:rect b="b" l="l" r="r" t="t"/>
              <a:pathLst>
                <a:path extrusionOk="0" h="2452" w="1985">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3" name="Google Shape;22413;p96"/>
            <p:cNvSpPr/>
            <p:nvPr/>
          </p:nvSpPr>
          <p:spPr>
            <a:xfrm>
              <a:off x="7822407" y="4080729"/>
              <a:ext cx="51977" cy="64206"/>
            </a:xfrm>
            <a:custGeom>
              <a:rect b="b" l="l" r="r" t="t"/>
              <a:pathLst>
                <a:path extrusionOk="0" h="2452" w="1985">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14" name="Google Shape;22414;p96"/>
          <p:cNvGrpSpPr/>
          <p:nvPr/>
        </p:nvGrpSpPr>
        <p:grpSpPr>
          <a:xfrm>
            <a:off x="7138152" y="3636631"/>
            <a:ext cx="274550" cy="354493"/>
            <a:chOff x="7154427" y="3790206"/>
            <a:chExt cx="274550" cy="354493"/>
          </a:xfrm>
        </p:grpSpPr>
        <p:sp>
          <p:nvSpPr>
            <p:cNvPr id="22415" name="Google Shape;22415;p96"/>
            <p:cNvSpPr/>
            <p:nvPr/>
          </p:nvSpPr>
          <p:spPr>
            <a:xfrm>
              <a:off x="7154427" y="3978790"/>
              <a:ext cx="274550" cy="165908"/>
            </a:xfrm>
            <a:custGeom>
              <a:rect b="b" l="l" r="r" t="t"/>
              <a:pathLst>
                <a:path extrusionOk="0" h="6336" w="10485">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6" name="Google Shape;22416;p96"/>
            <p:cNvSpPr/>
            <p:nvPr/>
          </p:nvSpPr>
          <p:spPr>
            <a:xfrm>
              <a:off x="7154427" y="4035743"/>
              <a:ext cx="274550" cy="108956"/>
            </a:xfrm>
            <a:custGeom>
              <a:rect b="b" l="l" r="r" t="t"/>
              <a:pathLst>
                <a:path extrusionOk="0" h="4161" w="10485">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7" name="Google Shape;22417;p96"/>
            <p:cNvSpPr/>
            <p:nvPr/>
          </p:nvSpPr>
          <p:spPr>
            <a:xfrm>
              <a:off x="7251600" y="3978790"/>
              <a:ext cx="79969" cy="22964"/>
            </a:xfrm>
            <a:custGeom>
              <a:rect b="b" l="l" r="r" t="t"/>
              <a:pathLst>
                <a:path extrusionOk="0" h="877" w="3054">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8" name="Google Shape;22418;p96"/>
            <p:cNvSpPr/>
            <p:nvPr/>
          </p:nvSpPr>
          <p:spPr>
            <a:xfrm>
              <a:off x="7195145" y="3835925"/>
              <a:ext cx="192381" cy="154387"/>
            </a:xfrm>
            <a:custGeom>
              <a:rect b="b" l="l" r="r" t="t"/>
              <a:pathLst>
                <a:path extrusionOk="0" h="5896" w="7347">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9" name="Google Shape;22419;p96"/>
            <p:cNvSpPr/>
            <p:nvPr/>
          </p:nvSpPr>
          <p:spPr>
            <a:xfrm>
              <a:off x="7195145" y="3835925"/>
              <a:ext cx="107935" cy="154387"/>
            </a:xfrm>
            <a:custGeom>
              <a:rect b="b" l="l" r="r" t="t"/>
              <a:pathLst>
                <a:path extrusionOk="0" h="5896" w="4122">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0" name="Google Shape;22420;p96"/>
            <p:cNvSpPr/>
            <p:nvPr/>
          </p:nvSpPr>
          <p:spPr>
            <a:xfrm>
              <a:off x="7205619" y="3790206"/>
              <a:ext cx="171905" cy="91438"/>
            </a:xfrm>
            <a:custGeom>
              <a:rect b="b" l="l" r="r" t="t"/>
              <a:pathLst>
                <a:path extrusionOk="0" h="3492" w="6565">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1" name="Google Shape;22421;p96"/>
            <p:cNvSpPr/>
            <p:nvPr/>
          </p:nvSpPr>
          <p:spPr>
            <a:xfrm>
              <a:off x="7245839" y="3790206"/>
              <a:ext cx="91464" cy="91438"/>
            </a:xfrm>
            <a:custGeom>
              <a:rect b="b" l="l" r="r" t="t"/>
              <a:pathLst>
                <a:path extrusionOk="0" h="3492" w="3493">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2" name="Google Shape;22422;p96"/>
            <p:cNvSpPr/>
            <p:nvPr/>
          </p:nvSpPr>
          <p:spPr>
            <a:xfrm>
              <a:off x="7274328" y="3875883"/>
              <a:ext cx="34486" cy="34486"/>
            </a:xfrm>
            <a:custGeom>
              <a:rect b="b" l="l" r="r" t="t"/>
              <a:pathLst>
                <a:path extrusionOk="0" h="1317" w="1317">
                  <a:moveTo>
                    <a:pt x="0" y="0"/>
                  </a:moveTo>
                  <a:lnTo>
                    <a:pt x="0" y="1317"/>
                  </a:lnTo>
                  <a:lnTo>
                    <a:pt x="1317" y="1317"/>
                  </a:lnTo>
                  <a:lnTo>
                    <a:pt x="1317" y="0"/>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3" name="Google Shape;22423;p96"/>
            <p:cNvSpPr/>
            <p:nvPr/>
          </p:nvSpPr>
          <p:spPr>
            <a:xfrm>
              <a:off x="7266106" y="3933019"/>
              <a:ext cx="50747" cy="17334"/>
            </a:xfrm>
            <a:custGeom>
              <a:rect b="b" l="l" r="r" t="t"/>
              <a:pathLst>
                <a:path extrusionOk="0" h="662" w="1938">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4" name="Google Shape;22424;p96"/>
            <p:cNvSpPr/>
            <p:nvPr/>
          </p:nvSpPr>
          <p:spPr>
            <a:xfrm>
              <a:off x="7205619" y="3875883"/>
              <a:ext cx="74470" cy="49804"/>
            </a:xfrm>
            <a:custGeom>
              <a:rect b="b" l="l" r="r" t="t"/>
              <a:pathLst>
                <a:path extrusionOk="0" h="1902" w="2844">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5" name="Google Shape;22425;p96"/>
            <p:cNvSpPr/>
            <p:nvPr/>
          </p:nvSpPr>
          <p:spPr>
            <a:xfrm>
              <a:off x="7303053" y="3875883"/>
              <a:ext cx="74208" cy="49699"/>
            </a:xfrm>
            <a:custGeom>
              <a:rect b="b" l="l" r="r" t="t"/>
              <a:pathLst>
                <a:path extrusionOk="0" h="1898" w="2834">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6" name="Google Shape;22426;p96"/>
            <p:cNvSpPr/>
            <p:nvPr/>
          </p:nvSpPr>
          <p:spPr>
            <a:xfrm>
              <a:off x="7254349"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7" name="Google Shape;22427;p96"/>
            <p:cNvSpPr/>
            <p:nvPr/>
          </p:nvSpPr>
          <p:spPr>
            <a:xfrm>
              <a:off x="7317298"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8" name="Google Shape;22428;p96"/>
            <p:cNvSpPr/>
            <p:nvPr/>
          </p:nvSpPr>
          <p:spPr>
            <a:xfrm>
              <a:off x="7257099" y="4058890"/>
              <a:ext cx="63158" cy="85808"/>
            </a:xfrm>
            <a:custGeom>
              <a:rect b="b" l="l" r="r" t="t"/>
              <a:pathLst>
                <a:path extrusionOk="0" h="3277" w="2412">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9" name="Google Shape;22429;p96"/>
            <p:cNvSpPr/>
            <p:nvPr/>
          </p:nvSpPr>
          <p:spPr>
            <a:xfrm>
              <a:off x="7267232" y="3835873"/>
              <a:ext cx="49594" cy="23043"/>
            </a:xfrm>
            <a:custGeom>
              <a:rect b="b" l="l" r="r" t="t"/>
              <a:pathLst>
                <a:path extrusionOk="0" h="880" w="1894">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0" name="Google Shape;22430;p96"/>
            <p:cNvSpPr/>
            <p:nvPr/>
          </p:nvSpPr>
          <p:spPr>
            <a:xfrm>
              <a:off x="7285824" y="381880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1" name="Google Shape;22431;p96"/>
            <p:cNvSpPr/>
            <p:nvPr/>
          </p:nvSpPr>
          <p:spPr>
            <a:xfrm>
              <a:off x="7371501" y="4046505"/>
              <a:ext cx="51742" cy="98194"/>
            </a:xfrm>
            <a:custGeom>
              <a:rect b="b" l="l" r="r" t="t"/>
              <a:pathLst>
                <a:path extrusionOk="0" h="3750" w="1976">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2" name="Google Shape;22432;p96"/>
            <p:cNvSpPr/>
            <p:nvPr/>
          </p:nvSpPr>
          <p:spPr>
            <a:xfrm>
              <a:off x="7159664" y="4046505"/>
              <a:ext cx="51742" cy="98194"/>
            </a:xfrm>
            <a:custGeom>
              <a:rect b="b" l="l" r="r" t="t"/>
              <a:pathLst>
                <a:path extrusionOk="0" h="3750" w="1976">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3" name="Google Shape;22433;p96"/>
            <p:cNvSpPr/>
            <p:nvPr/>
          </p:nvSpPr>
          <p:spPr>
            <a:xfrm>
              <a:off x="7274328" y="4070490"/>
              <a:ext cx="34486" cy="34224"/>
            </a:xfrm>
            <a:custGeom>
              <a:rect b="b" l="l" r="r" t="t"/>
              <a:pathLst>
                <a:path extrusionOk="0" h="1307" w="1317">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4" name="Google Shape;22434;p96"/>
            <p:cNvSpPr/>
            <p:nvPr/>
          </p:nvSpPr>
          <p:spPr>
            <a:xfrm>
              <a:off x="7270820" y="4071983"/>
              <a:ext cx="36502" cy="32757"/>
            </a:xfrm>
            <a:custGeom>
              <a:rect b="b" l="l" r="r" t="t"/>
              <a:pathLst>
                <a:path extrusionOk="0" h="1251" w="1394">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35" name="Google Shape;22435;p96"/>
          <p:cNvGrpSpPr/>
          <p:nvPr/>
        </p:nvGrpSpPr>
        <p:grpSpPr>
          <a:xfrm>
            <a:off x="8038183" y="1819575"/>
            <a:ext cx="274576" cy="354728"/>
            <a:chOff x="8054458" y="1973150"/>
            <a:chExt cx="274576" cy="354728"/>
          </a:xfrm>
        </p:grpSpPr>
        <p:sp>
          <p:nvSpPr>
            <p:cNvPr id="22436" name="Google Shape;22436;p96"/>
            <p:cNvSpPr/>
            <p:nvPr/>
          </p:nvSpPr>
          <p:spPr>
            <a:xfrm>
              <a:off x="8054458" y="2150501"/>
              <a:ext cx="274576" cy="177377"/>
            </a:xfrm>
            <a:custGeom>
              <a:rect b="b" l="l" r="r" t="t"/>
              <a:pathLst>
                <a:path extrusionOk="0" h="6774" w="10486">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7" name="Google Shape;22437;p96"/>
            <p:cNvSpPr/>
            <p:nvPr/>
          </p:nvSpPr>
          <p:spPr>
            <a:xfrm>
              <a:off x="8088944" y="2150501"/>
              <a:ext cx="205866" cy="124431"/>
            </a:xfrm>
            <a:custGeom>
              <a:rect b="b" l="l" r="r" t="t"/>
              <a:pathLst>
                <a:path extrusionOk="0" h="4752" w="7862">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8" name="Google Shape;22438;p96"/>
            <p:cNvSpPr/>
            <p:nvPr/>
          </p:nvSpPr>
          <p:spPr>
            <a:xfrm>
              <a:off x="8157391" y="2246417"/>
              <a:ext cx="11521" cy="81462"/>
            </a:xfrm>
            <a:custGeom>
              <a:rect b="b" l="l" r="r" t="t"/>
              <a:pathLst>
                <a:path extrusionOk="0" h="3111" w="44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9" name="Google Shape;22439;p96"/>
            <p:cNvSpPr/>
            <p:nvPr/>
          </p:nvSpPr>
          <p:spPr>
            <a:xfrm>
              <a:off x="8214579" y="2246417"/>
              <a:ext cx="11521" cy="81462"/>
            </a:xfrm>
            <a:custGeom>
              <a:rect b="b" l="l" r="r" t="t"/>
              <a:pathLst>
                <a:path extrusionOk="0" h="3111" w="44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0" name="Google Shape;22440;p96"/>
            <p:cNvSpPr/>
            <p:nvPr/>
          </p:nvSpPr>
          <p:spPr>
            <a:xfrm>
              <a:off x="8094443" y="2160478"/>
              <a:ext cx="194607" cy="103195"/>
            </a:xfrm>
            <a:custGeom>
              <a:rect b="b" l="l" r="r" t="t"/>
              <a:pathLst>
                <a:path extrusionOk="0" h="3941" w="7432">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1" name="Google Shape;22441;p96"/>
            <p:cNvSpPr/>
            <p:nvPr/>
          </p:nvSpPr>
          <p:spPr>
            <a:xfrm>
              <a:off x="8112746" y="2177734"/>
              <a:ext cx="158000" cy="65227"/>
            </a:xfrm>
            <a:custGeom>
              <a:rect b="b" l="l" r="r" t="t"/>
              <a:pathLst>
                <a:path extrusionOk="0" h="2491" w="6034">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2" name="Google Shape;22442;p96"/>
            <p:cNvSpPr/>
            <p:nvPr/>
          </p:nvSpPr>
          <p:spPr>
            <a:xfrm>
              <a:off x="8137910" y="2156236"/>
              <a:ext cx="107935" cy="86725"/>
            </a:xfrm>
            <a:custGeom>
              <a:rect b="b" l="l" r="r" t="t"/>
              <a:pathLst>
                <a:path extrusionOk="0" h="3312" w="4122">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3" name="Google Shape;22443;p96"/>
            <p:cNvSpPr/>
            <p:nvPr/>
          </p:nvSpPr>
          <p:spPr>
            <a:xfrm>
              <a:off x="8151631" y="2156236"/>
              <a:ext cx="80231" cy="28646"/>
            </a:xfrm>
            <a:custGeom>
              <a:rect b="b" l="l" r="r" t="t"/>
              <a:pathLst>
                <a:path extrusionOk="0" h="1094" w="3064">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4" name="Google Shape;22444;p96"/>
            <p:cNvSpPr/>
            <p:nvPr/>
          </p:nvSpPr>
          <p:spPr>
            <a:xfrm>
              <a:off x="8094678" y="1973150"/>
              <a:ext cx="194136" cy="200368"/>
            </a:xfrm>
            <a:custGeom>
              <a:rect b="b" l="l" r="r" t="t"/>
              <a:pathLst>
                <a:path extrusionOk="0" h="7652" w="7414">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5" name="Google Shape;22445;p96"/>
            <p:cNvSpPr/>
            <p:nvPr/>
          </p:nvSpPr>
          <p:spPr>
            <a:xfrm>
              <a:off x="8099182" y="2003970"/>
              <a:ext cx="109427" cy="169548"/>
            </a:xfrm>
            <a:custGeom>
              <a:rect b="b" l="l" r="r" t="t"/>
              <a:pathLst>
                <a:path extrusionOk="0" h="6475" w="4179">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6" name="Google Shape;22446;p96"/>
            <p:cNvSpPr/>
            <p:nvPr/>
          </p:nvSpPr>
          <p:spPr>
            <a:xfrm>
              <a:off x="8157889" y="2116277"/>
              <a:ext cx="67714" cy="66588"/>
            </a:xfrm>
            <a:custGeom>
              <a:rect b="b" l="l" r="r" t="t"/>
              <a:pathLst>
                <a:path extrusionOk="0" h="2543" w="2586">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7" name="Google Shape;22447;p96"/>
            <p:cNvSpPr/>
            <p:nvPr/>
          </p:nvSpPr>
          <p:spPr>
            <a:xfrm>
              <a:off x="8157889" y="2116016"/>
              <a:ext cx="41739" cy="66667"/>
            </a:xfrm>
            <a:custGeom>
              <a:rect b="b" l="l" r="r" t="t"/>
              <a:pathLst>
                <a:path extrusionOk="0" h="2546" w="1594">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8" name="Google Shape;22448;p96"/>
            <p:cNvSpPr/>
            <p:nvPr/>
          </p:nvSpPr>
          <p:spPr>
            <a:xfrm>
              <a:off x="8172317" y="2128034"/>
              <a:ext cx="37366" cy="16758"/>
            </a:xfrm>
            <a:custGeom>
              <a:rect b="b" l="l" r="r" t="t"/>
              <a:pathLst>
                <a:path extrusionOk="0" h="640" w="1427">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9" name="Google Shape;22449;p96"/>
            <p:cNvSpPr/>
            <p:nvPr/>
          </p:nvSpPr>
          <p:spPr>
            <a:xfrm>
              <a:off x="8144142" y="2047568"/>
              <a:ext cx="32496" cy="11521"/>
            </a:xfrm>
            <a:custGeom>
              <a:rect b="b" l="l" r="r" t="t"/>
              <a:pathLst>
                <a:path extrusionOk="0" h="440" w="1241">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0" name="Google Shape;22450;p96"/>
            <p:cNvSpPr/>
            <p:nvPr/>
          </p:nvSpPr>
          <p:spPr>
            <a:xfrm>
              <a:off x="8207091" y="2047568"/>
              <a:ext cx="32260" cy="11521"/>
            </a:xfrm>
            <a:custGeom>
              <a:rect b="b" l="l" r="r" t="t"/>
              <a:pathLst>
                <a:path extrusionOk="0" h="440" w="1232">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1" name="Google Shape;22451;p96"/>
            <p:cNvSpPr/>
            <p:nvPr/>
          </p:nvSpPr>
          <p:spPr>
            <a:xfrm>
              <a:off x="8104183" y="2070558"/>
              <a:ext cx="43729" cy="11260"/>
            </a:xfrm>
            <a:custGeom>
              <a:rect b="b" l="l" r="r" t="t"/>
              <a:pathLst>
                <a:path extrusionOk="0" h="430" w="167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2" name="Google Shape;22452;p96"/>
            <p:cNvSpPr/>
            <p:nvPr/>
          </p:nvSpPr>
          <p:spPr>
            <a:xfrm>
              <a:off x="8235580" y="2070558"/>
              <a:ext cx="43729" cy="11260"/>
            </a:xfrm>
            <a:custGeom>
              <a:rect b="b" l="l" r="r" t="t"/>
              <a:pathLst>
                <a:path extrusionOk="0" h="430" w="167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3" name="Google Shape;22453;p96"/>
            <p:cNvSpPr/>
            <p:nvPr/>
          </p:nvSpPr>
          <p:spPr>
            <a:xfrm>
              <a:off x="8174621" y="2070558"/>
              <a:ext cx="34486" cy="22833"/>
            </a:xfrm>
            <a:custGeom>
              <a:rect b="b" l="l" r="r" t="t"/>
              <a:pathLst>
                <a:path extrusionOk="0" h="872" w="1317">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4" name="Google Shape;22454;p96"/>
            <p:cNvSpPr/>
            <p:nvPr/>
          </p:nvSpPr>
          <p:spPr>
            <a:xfrm>
              <a:off x="8134663" y="2064824"/>
              <a:ext cx="51480" cy="39984"/>
            </a:xfrm>
            <a:custGeom>
              <a:rect b="b" l="l" r="r" t="t"/>
              <a:pathLst>
                <a:path extrusionOk="0" h="1527" w="1966">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5" name="Google Shape;22455;p96"/>
            <p:cNvSpPr/>
            <p:nvPr/>
          </p:nvSpPr>
          <p:spPr>
            <a:xfrm>
              <a:off x="8197612" y="2064824"/>
              <a:ext cx="51218" cy="39984"/>
            </a:xfrm>
            <a:custGeom>
              <a:rect b="b" l="l" r="r" t="t"/>
              <a:pathLst>
                <a:path extrusionOk="0" h="1527" w="1956">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6" name="Google Shape;22456;p96"/>
            <p:cNvSpPr/>
            <p:nvPr/>
          </p:nvSpPr>
          <p:spPr>
            <a:xfrm>
              <a:off x="8154642" y="2076319"/>
              <a:ext cx="11521" cy="11312"/>
            </a:xfrm>
            <a:custGeom>
              <a:rect b="b" l="l" r="r" t="t"/>
              <a:pathLst>
                <a:path extrusionOk="0" h="432" w="44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7" name="Google Shape;22457;p96"/>
            <p:cNvSpPr/>
            <p:nvPr/>
          </p:nvSpPr>
          <p:spPr>
            <a:xfrm>
              <a:off x="8217591" y="2076319"/>
              <a:ext cx="11521" cy="11312"/>
            </a:xfrm>
            <a:custGeom>
              <a:rect b="b" l="l" r="r" t="t"/>
              <a:pathLst>
                <a:path extrusionOk="0" h="432" w="44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58" name="Google Shape;22458;p96"/>
          <p:cNvGrpSpPr/>
          <p:nvPr/>
        </p:nvGrpSpPr>
        <p:grpSpPr>
          <a:xfrm>
            <a:off x="7137655" y="1819575"/>
            <a:ext cx="274812" cy="354728"/>
            <a:chOff x="7153930" y="1973150"/>
            <a:chExt cx="274812" cy="354728"/>
          </a:xfrm>
        </p:grpSpPr>
        <p:sp>
          <p:nvSpPr>
            <p:cNvPr id="22459" name="Google Shape;22459;p96"/>
            <p:cNvSpPr/>
            <p:nvPr/>
          </p:nvSpPr>
          <p:spPr>
            <a:xfrm>
              <a:off x="7153930" y="2212691"/>
              <a:ext cx="274812" cy="115188"/>
            </a:xfrm>
            <a:custGeom>
              <a:rect b="b" l="l" r="r" t="t"/>
              <a:pathLst>
                <a:path extrusionOk="0" h="4399" w="10495">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0" name="Google Shape;22460;p96"/>
            <p:cNvSpPr/>
            <p:nvPr/>
          </p:nvSpPr>
          <p:spPr>
            <a:xfrm>
              <a:off x="7184409" y="2116277"/>
              <a:ext cx="213591" cy="211601"/>
            </a:xfrm>
            <a:custGeom>
              <a:rect b="b" l="l" r="r" t="t"/>
              <a:pathLst>
                <a:path extrusionOk="0" h="8081" w="8157">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1" name="Google Shape;22461;p96"/>
            <p:cNvSpPr/>
            <p:nvPr/>
          </p:nvSpPr>
          <p:spPr>
            <a:xfrm>
              <a:off x="7185640" y="2116277"/>
              <a:ext cx="211365" cy="145458"/>
            </a:xfrm>
            <a:custGeom>
              <a:rect b="b" l="l" r="r" t="t"/>
              <a:pathLst>
                <a:path extrusionOk="0" h="5555" w="8072">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2" name="Google Shape;22462;p96"/>
            <p:cNvSpPr/>
            <p:nvPr/>
          </p:nvSpPr>
          <p:spPr>
            <a:xfrm>
              <a:off x="7244608" y="2167731"/>
              <a:ext cx="93454" cy="94004"/>
            </a:xfrm>
            <a:custGeom>
              <a:rect b="b" l="l" r="r" t="t"/>
              <a:pathLst>
                <a:path extrusionOk="0" h="3590" w="3569">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3" name="Google Shape;22463;p96"/>
            <p:cNvSpPr/>
            <p:nvPr/>
          </p:nvSpPr>
          <p:spPr>
            <a:xfrm>
              <a:off x="7157177" y="2238430"/>
              <a:ext cx="48233" cy="89448"/>
            </a:xfrm>
            <a:custGeom>
              <a:rect b="b" l="l" r="r" t="t"/>
              <a:pathLst>
                <a:path extrusionOk="0" h="3416" w="1842">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4" name="Google Shape;22464;p96"/>
            <p:cNvSpPr/>
            <p:nvPr/>
          </p:nvSpPr>
          <p:spPr>
            <a:xfrm>
              <a:off x="7377000" y="2238430"/>
              <a:ext cx="48495" cy="89448"/>
            </a:xfrm>
            <a:custGeom>
              <a:rect b="b" l="l" r="r" t="t"/>
              <a:pathLst>
                <a:path extrusionOk="0" h="3416" w="1852">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5" name="Google Shape;22465;p96"/>
            <p:cNvSpPr/>
            <p:nvPr/>
          </p:nvSpPr>
          <p:spPr>
            <a:xfrm>
              <a:off x="7251338" y="2167731"/>
              <a:ext cx="79969" cy="22886"/>
            </a:xfrm>
            <a:custGeom>
              <a:rect b="b" l="l" r="r" t="t"/>
              <a:pathLst>
                <a:path extrusionOk="0" h="874" w="3054">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6" name="Google Shape;22466;p96"/>
            <p:cNvSpPr/>
            <p:nvPr/>
          </p:nvSpPr>
          <p:spPr>
            <a:xfrm>
              <a:off x="7195145" y="2013109"/>
              <a:ext cx="192381" cy="165882"/>
            </a:xfrm>
            <a:custGeom>
              <a:rect b="b" l="l" r="r" t="t"/>
              <a:pathLst>
                <a:path extrusionOk="0" h="6335" w="7347">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7" name="Google Shape;22467;p96"/>
            <p:cNvSpPr/>
            <p:nvPr/>
          </p:nvSpPr>
          <p:spPr>
            <a:xfrm>
              <a:off x="7274067" y="2122012"/>
              <a:ext cx="34512" cy="17020"/>
            </a:xfrm>
            <a:custGeom>
              <a:rect b="b" l="l" r="r" t="t"/>
              <a:pathLst>
                <a:path extrusionOk="0" h="650" w="1318">
                  <a:moveTo>
                    <a:pt x="1" y="1"/>
                  </a:moveTo>
                  <a:cubicBezTo>
                    <a:pt x="1" y="363"/>
                    <a:pt x="297" y="650"/>
                    <a:pt x="659" y="650"/>
                  </a:cubicBezTo>
                  <a:cubicBezTo>
                    <a:pt x="1022" y="650"/>
                    <a:pt x="1317" y="363"/>
                    <a:pt x="1317"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8" name="Google Shape;22468;p96"/>
            <p:cNvSpPr/>
            <p:nvPr/>
          </p:nvSpPr>
          <p:spPr>
            <a:xfrm>
              <a:off x="7197633" y="2013344"/>
              <a:ext cx="145170" cy="165882"/>
            </a:xfrm>
            <a:custGeom>
              <a:rect b="b" l="l" r="r" t="t"/>
              <a:pathLst>
                <a:path extrusionOk="0" h="6335" w="5544">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9" name="Google Shape;22469;p96"/>
            <p:cNvSpPr/>
            <p:nvPr/>
          </p:nvSpPr>
          <p:spPr>
            <a:xfrm>
              <a:off x="7251338" y="2081923"/>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0" name="Google Shape;22470;p96"/>
            <p:cNvSpPr/>
            <p:nvPr/>
          </p:nvSpPr>
          <p:spPr>
            <a:xfrm>
              <a:off x="7319786" y="2081923"/>
              <a:ext cx="11521" cy="17151"/>
            </a:xfrm>
            <a:custGeom>
              <a:rect b="b" l="l" r="r" t="t"/>
              <a:pathLst>
                <a:path extrusionOk="0" h="655" w="44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1" name="Google Shape;22471;p96"/>
            <p:cNvSpPr/>
            <p:nvPr/>
          </p:nvSpPr>
          <p:spPr>
            <a:xfrm>
              <a:off x="7242671" y="2064641"/>
              <a:ext cx="33674" cy="17439"/>
            </a:xfrm>
            <a:custGeom>
              <a:rect b="b" l="l" r="r" t="t"/>
              <a:pathLst>
                <a:path extrusionOk="0" h="666" w="1286">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2" name="Google Shape;22472;p96"/>
            <p:cNvSpPr/>
            <p:nvPr/>
          </p:nvSpPr>
          <p:spPr>
            <a:xfrm>
              <a:off x="7306143" y="2064745"/>
              <a:ext cx="33255" cy="17099"/>
            </a:xfrm>
            <a:custGeom>
              <a:rect b="b" l="l" r="r" t="t"/>
              <a:pathLst>
                <a:path extrusionOk="0" h="653" w="127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3" name="Google Shape;22473;p96"/>
            <p:cNvSpPr/>
            <p:nvPr/>
          </p:nvSpPr>
          <p:spPr>
            <a:xfrm>
              <a:off x="7205383" y="1973150"/>
              <a:ext cx="171643" cy="111679"/>
            </a:xfrm>
            <a:custGeom>
              <a:rect b="b" l="l" r="r" t="t"/>
              <a:pathLst>
                <a:path extrusionOk="0" h="4265" w="6555">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4" name="Google Shape;22474;p96"/>
            <p:cNvSpPr/>
            <p:nvPr/>
          </p:nvSpPr>
          <p:spPr>
            <a:xfrm>
              <a:off x="7297057" y="2120284"/>
              <a:ext cx="23017" cy="21236"/>
            </a:xfrm>
            <a:custGeom>
              <a:rect b="b" l="l" r="r" t="t"/>
              <a:pathLst>
                <a:path extrusionOk="0" h="811" w="879">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5" name="Google Shape;22475;p96"/>
            <p:cNvSpPr/>
            <p:nvPr/>
          </p:nvSpPr>
          <p:spPr>
            <a:xfrm>
              <a:off x="7262598" y="2120284"/>
              <a:ext cx="22990" cy="21236"/>
            </a:xfrm>
            <a:custGeom>
              <a:rect b="b" l="l" r="r" t="t"/>
              <a:pathLst>
                <a:path extrusionOk="0" h="811" w="878">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6" name="Google Shape;22476;p96"/>
            <p:cNvSpPr/>
            <p:nvPr/>
          </p:nvSpPr>
          <p:spPr>
            <a:xfrm>
              <a:off x="7248877" y="2112350"/>
              <a:ext cx="84918" cy="15449"/>
            </a:xfrm>
            <a:custGeom>
              <a:rect b="b" l="l" r="r" t="t"/>
              <a:pathLst>
                <a:path extrusionOk="0" h="590" w="3243">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7" name="Google Shape;22477;p96"/>
            <p:cNvSpPr/>
            <p:nvPr/>
          </p:nvSpPr>
          <p:spPr>
            <a:xfrm>
              <a:off x="7285562" y="2257912"/>
              <a:ext cx="11521" cy="69966"/>
            </a:xfrm>
            <a:custGeom>
              <a:rect b="b" l="l" r="r" t="t"/>
              <a:pathLst>
                <a:path extrusionOk="0" h="2672" w="44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78" name="Google Shape;22478;p96"/>
          <p:cNvGrpSpPr/>
          <p:nvPr/>
        </p:nvGrpSpPr>
        <p:grpSpPr>
          <a:xfrm>
            <a:off x="6687247" y="1819523"/>
            <a:ext cx="274812" cy="354781"/>
            <a:chOff x="6703522" y="1973098"/>
            <a:chExt cx="274812" cy="354781"/>
          </a:xfrm>
        </p:grpSpPr>
        <p:sp>
          <p:nvSpPr>
            <p:cNvPr id="22479" name="Google Shape;22479;p96"/>
            <p:cNvSpPr/>
            <p:nvPr/>
          </p:nvSpPr>
          <p:spPr>
            <a:xfrm>
              <a:off x="6761233" y="1973150"/>
              <a:ext cx="160147" cy="57214"/>
            </a:xfrm>
            <a:custGeom>
              <a:rect b="b" l="l" r="r" t="t"/>
              <a:pathLst>
                <a:path extrusionOk="0" h="2185" w="6116">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0" name="Google Shape;22480;p96"/>
            <p:cNvSpPr/>
            <p:nvPr/>
          </p:nvSpPr>
          <p:spPr>
            <a:xfrm>
              <a:off x="6724758" y="2116277"/>
              <a:ext cx="232601" cy="112177"/>
            </a:xfrm>
            <a:custGeom>
              <a:rect b="b" l="l" r="r" t="t"/>
              <a:pathLst>
                <a:path extrusionOk="0" h="4284" w="8883">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1" name="Google Shape;22481;p96"/>
            <p:cNvSpPr/>
            <p:nvPr/>
          </p:nvSpPr>
          <p:spPr>
            <a:xfrm>
              <a:off x="6703522" y="2201955"/>
              <a:ext cx="274812" cy="125924"/>
            </a:xfrm>
            <a:custGeom>
              <a:rect b="b" l="l" r="r" t="t"/>
              <a:pathLst>
                <a:path extrusionOk="0" h="4809" w="10495">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2" name="Google Shape;22482;p96"/>
            <p:cNvSpPr/>
            <p:nvPr/>
          </p:nvSpPr>
          <p:spPr>
            <a:xfrm>
              <a:off x="6769717" y="2201955"/>
              <a:ext cx="142918" cy="68736"/>
            </a:xfrm>
            <a:custGeom>
              <a:rect b="b" l="l" r="r" t="t"/>
              <a:pathLst>
                <a:path extrusionOk="0" h="2625" w="5458">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3" name="Google Shape;22483;p96"/>
            <p:cNvSpPr/>
            <p:nvPr/>
          </p:nvSpPr>
          <p:spPr>
            <a:xfrm>
              <a:off x="6755237" y="2212455"/>
              <a:ext cx="28751" cy="115423"/>
            </a:xfrm>
            <a:custGeom>
              <a:rect b="b" l="l" r="r" t="t"/>
              <a:pathLst>
                <a:path extrusionOk="0" h="4408" w="1098">
                  <a:moveTo>
                    <a:pt x="1098" y="0"/>
                  </a:moveTo>
                  <a:lnTo>
                    <a:pt x="0" y="325"/>
                  </a:lnTo>
                  <a:lnTo>
                    <a:pt x="0" y="4408"/>
                  </a:lnTo>
                  <a:lnTo>
                    <a:pt x="1098" y="4408"/>
                  </a:lnTo>
                  <a:lnTo>
                    <a:pt x="1098"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4" name="Google Shape;22484;p96"/>
            <p:cNvSpPr/>
            <p:nvPr/>
          </p:nvSpPr>
          <p:spPr>
            <a:xfrm>
              <a:off x="6898364" y="2212455"/>
              <a:ext cx="28515" cy="115423"/>
            </a:xfrm>
            <a:custGeom>
              <a:rect b="b" l="l" r="r" t="t"/>
              <a:pathLst>
                <a:path extrusionOk="0" h="4408" w="1089">
                  <a:moveTo>
                    <a:pt x="1" y="0"/>
                  </a:moveTo>
                  <a:lnTo>
                    <a:pt x="1" y="4408"/>
                  </a:lnTo>
                  <a:lnTo>
                    <a:pt x="1088" y="4408"/>
                  </a:lnTo>
                  <a:lnTo>
                    <a:pt x="1088" y="325"/>
                  </a:lnTo>
                  <a:lnTo>
                    <a:pt x="1"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5" name="Google Shape;22485;p96"/>
            <p:cNvSpPr/>
            <p:nvPr/>
          </p:nvSpPr>
          <p:spPr>
            <a:xfrm>
              <a:off x="6744737" y="2053329"/>
              <a:ext cx="192643" cy="137157"/>
            </a:xfrm>
            <a:custGeom>
              <a:rect b="b" l="l" r="r" t="t"/>
              <a:pathLst>
                <a:path extrusionOk="0" h="5238" w="7357">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6" name="Google Shape;22486;p96"/>
            <p:cNvSpPr/>
            <p:nvPr/>
          </p:nvSpPr>
          <p:spPr>
            <a:xfrm>
              <a:off x="6748743" y="2053329"/>
              <a:ext cx="166641" cy="116419"/>
            </a:xfrm>
            <a:custGeom>
              <a:rect b="b" l="l" r="r" t="t"/>
              <a:pathLst>
                <a:path extrusionOk="0" h="4446" w="6364">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7" name="Google Shape;22487;p96"/>
            <p:cNvSpPr/>
            <p:nvPr/>
          </p:nvSpPr>
          <p:spPr>
            <a:xfrm>
              <a:off x="6801192" y="2093418"/>
              <a:ext cx="11286" cy="17125"/>
            </a:xfrm>
            <a:custGeom>
              <a:rect b="b" l="l" r="r" t="t"/>
              <a:pathLst>
                <a:path extrusionOk="0" h="654" w="431">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8" name="Google Shape;22488;p96"/>
            <p:cNvSpPr/>
            <p:nvPr/>
          </p:nvSpPr>
          <p:spPr>
            <a:xfrm>
              <a:off x="6869901" y="2093418"/>
              <a:ext cx="11260" cy="17125"/>
            </a:xfrm>
            <a:custGeom>
              <a:rect b="b" l="l" r="r" t="t"/>
              <a:pathLst>
                <a:path extrusionOk="0" h="654" w="43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9" name="Google Shape;22489;p96"/>
            <p:cNvSpPr/>
            <p:nvPr/>
          </p:nvSpPr>
          <p:spPr>
            <a:xfrm>
              <a:off x="6792970" y="2076057"/>
              <a:ext cx="27887" cy="14768"/>
            </a:xfrm>
            <a:custGeom>
              <a:rect b="b" l="l" r="r" t="t"/>
              <a:pathLst>
                <a:path extrusionOk="0" h="564" w="1065">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0" name="Google Shape;22490;p96"/>
            <p:cNvSpPr/>
            <p:nvPr/>
          </p:nvSpPr>
          <p:spPr>
            <a:xfrm>
              <a:off x="6861496" y="2076057"/>
              <a:ext cx="27651" cy="14768"/>
            </a:xfrm>
            <a:custGeom>
              <a:rect b="b" l="l" r="r" t="t"/>
              <a:pathLst>
                <a:path extrusionOk="0" h="564" w="1056">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1" name="Google Shape;22491;p96"/>
            <p:cNvSpPr/>
            <p:nvPr/>
          </p:nvSpPr>
          <p:spPr>
            <a:xfrm>
              <a:off x="6755237" y="2064824"/>
              <a:ext cx="23017" cy="31501"/>
            </a:xfrm>
            <a:custGeom>
              <a:rect b="b" l="l" r="r" t="t"/>
              <a:pathLst>
                <a:path extrusionOk="0" h="1203" w="879">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2" name="Google Shape;22492;p96"/>
            <p:cNvSpPr/>
            <p:nvPr/>
          </p:nvSpPr>
          <p:spPr>
            <a:xfrm>
              <a:off x="6903863" y="2064824"/>
              <a:ext cx="23017" cy="31501"/>
            </a:xfrm>
            <a:custGeom>
              <a:rect b="b" l="l" r="r" t="t"/>
              <a:pathLst>
                <a:path extrusionOk="0" h="1203" w="879">
                  <a:moveTo>
                    <a:pt x="1" y="0"/>
                  </a:moveTo>
                  <a:lnTo>
                    <a:pt x="1" y="706"/>
                  </a:lnTo>
                  <a:cubicBezTo>
                    <a:pt x="1" y="926"/>
                    <a:pt x="163" y="1107"/>
                    <a:pt x="392" y="1135"/>
                  </a:cubicBezTo>
                  <a:lnTo>
                    <a:pt x="878" y="1202"/>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3" name="Google Shape;22493;p96"/>
            <p:cNvSpPr/>
            <p:nvPr/>
          </p:nvSpPr>
          <p:spPr>
            <a:xfrm>
              <a:off x="6898364" y="2212455"/>
              <a:ext cx="14271" cy="31239"/>
            </a:xfrm>
            <a:custGeom>
              <a:rect b="b" l="l" r="r" t="t"/>
              <a:pathLst>
                <a:path extrusionOk="0" h="1193" w="545">
                  <a:moveTo>
                    <a:pt x="1" y="0"/>
                  </a:moveTo>
                  <a:lnTo>
                    <a:pt x="1" y="1193"/>
                  </a:lnTo>
                  <a:cubicBezTo>
                    <a:pt x="249" y="887"/>
                    <a:pt x="430" y="534"/>
                    <a:pt x="545" y="162"/>
                  </a:cubicBezTo>
                  <a:lnTo>
                    <a:pt x="1" y="0"/>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4" name="Google Shape;22494;p96"/>
            <p:cNvSpPr/>
            <p:nvPr/>
          </p:nvSpPr>
          <p:spPr>
            <a:xfrm>
              <a:off x="6769717" y="2212193"/>
              <a:ext cx="14271" cy="31501"/>
            </a:xfrm>
            <a:custGeom>
              <a:rect b="b" l="l" r="r" t="t"/>
              <a:pathLst>
                <a:path extrusionOk="0" h="1203" w="545">
                  <a:moveTo>
                    <a:pt x="545" y="1"/>
                  </a:moveTo>
                  <a:lnTo>
                    <a:pt x="1" y="163"/>
                  </a:lnTo>
                  <a:cubicBezTo>
                    <a:pt x="106" y="544"/>
                    <a:pt x="287" y="897"/>
                    <a:pt x="545" y="1203"/>
                  </a:cubicBezTo>
                  <a:lnTo>
                    <a:pt x="545" y="1"/>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5" name="Google Shape;22495;p96"/>
            <p:cNvSpPr/>
            <p:nvPr/>
          </p:nvSpPr>
          <p:spPr>
            <a:xfrm>
              <a:off x="6777966" y="2127773"/>
              <a:ext cx="126186" cy="131423"/>
            </a:xfrm>
            <a:custGeom>
              <a:rect b="b" l="l" r="r" t="t"/>
              <a:pathLst>
                <a:path extrusionOk="0" h="5019" w="4819">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6" name="Google Shape;22496;p96"/>
            <p:cNvSpPr/>
            <p:nvPr/>
          </p:nvSpPr>
          <p:spPr>
            <a:xfrm>
              <a:off x="6815908" y="2144688"/>
              <a:ext cx="50537" cy="17334"/>
            </a:xfrm>
            <a:custGeom>
              <a:rect b="b" l="l" r="r" t="t"/>
              <a:pathLst>
                <a:path extrusionOk="0" h="662" w="193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7" name="Google Shape;22497;p96"/>
            <p:cNvSpPr/>
            <p:nvPr/>
          </p:nvSpPr>
          <p:spPr>
            <a:xfrm>
              <a:off x="6778044" y="2127773"/>
              <a:ext cx="100131" cy="131658"/>
            </a:xfrm>
            <a:custGeom>
              <a:rect b="b" l="l" r="r" t="t"/>
              <a:pathLst>
                <a:path extrusionOk="0" h="5028" w="3824">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8" name="Google Shape;22498;p96"/>
            <p:cNvSpPr/>
            <p:nvPr/>
          </p:nvSpPr>
          <p:spPr>
            <a:xfrm>
              <a:off x="6749503" y="2030338"/>
              <a:ext cx="183112" cy="34512"/>
            </a:xfrm>
            <a:custGeom>
              <a:rect b="b" l="l" r="r" t="t"/>
              <a:pathLst>
                <a:path extrusionOk="0" h="1318" w="6993">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9" name="Google Shape;22499;p96"/>
            <p:cNvSpPr/>
            <p:nvPr/>
          </p:nvSpPr>
          <p:spPr>
            <a:xfrm>
              <a:off x="6810697" y="1973098"/>
              <a:ext cx="106678" cy="45771"/>
            </a:xfrm>
            <a:custGeom>
              <a:rect b="b" l="l" r="r" t="t"/>
              <a:pathLst>
                <a:path extrusionOk="0" h="1748" w="4074">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0" name="Google Shape;22500;p96"/>
            <p:cNvSpPr/>
            <p:nvPr/>
          </p:nvSpPr>
          <p:spPr>
            <a:xfrm>
              <a:off x="6738243" y="2276399"/>
              <a:ext cx="17020" cy="51480"/>
            </a:xfrm>
            <a:custGeom>
              <a:rect b="b" l="l" r="r" t="t"/>
              <a:pathLst>
                <a:path extrusionOk="0" h="1966" w="650">
                  <a:moveTo>
                    <a:pt x="649" y="0"/>
                  </a:moveTo>
                  <a:cubicBezTo>
                    <a:pt x="287" y="0"/>
                    <a:pt x="1" y="287"/>
                    <a:pt x="1" y="649"/>
                  </a:cubicBezTo>
                  <a:lnTo>
                    <a:pt x="1" y="1966"/>
                  </a:lnTo>
                  <a:lnTo>
                    <a:pt x="649" y="1966"/>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1" name="Google Shape;22501;p96"/>
            <p:cNvSpPr/>
            <p:nvPr/>
          </p:nvSpPr>
          <p:spPr>
            <a:xfrm>
              <a:off x="6755237" y="2276399"/>
              <a:ext cx="11521" cy="51480"/>
            </a:xfrm>
            <a:custGeom>
              <a:rect b="b" l="l" r="r" t="t"/>
              <a:pathLst>
                <a:path extrusionOk="0" h="1966" w="440">
                  <a:moveTo>
                    <a:pt x="0" y="0"/>
                  </a:moveTo>
                  <a:lnTo>
                    <a:pt x="0" y="1966"/>
                  </a:lnTo>
                  <a:lnTo>
                    <a:pt x="439" y="1966"/>
                  </a:lnTo>
                  <a:lnTo>
                    <a:pt x="439" y="439"/>
                  </a:lnTo>
                  <a:cubicBezTo>
                    <a:pt x="439" y="191"/>
                    <a:pt x="239" y="0"/>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2" name="Google Shape;22502;p96"/>
            <p:cNvSpPr/>
            <p:nvPr/>
          </p:nvSpPr>
          <p:spPr>
            <a:xfrm>
              <a:off x="6926854" y="2276399"/>
              <a:ext cx="17256" cy="51480"/>
            </a:xfrm>
            <a:custGeom>
              <a:rect b="b" l="l" r="r" t="t"/>
              <a:pathLst>
                <a:path extrusionOk="0" h="1966" w="659">
                  <a:moveTo>
                    <a:pt x="0" y="0"/>
                  </a:moveTo>
                  <a:lnTo>
                    <a:pt x="0" y="1966"/>
                  </a:lnTo>
                  <a:lnTo>
                    <a:pt x="659" y="1966"/>
                  </a:lnTo>
                  <a:lnTo>
                    <a:pt x="659" y="649"/>
                  </a:lnTo>
                  <a:cubicBezTo>
                    <a:pt x="649" y="287"/>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3" name="Google Shape;22503;p96"/>
            <p:cNvSpPr/>
            <p:nvPr/>
          </p:nvSpPr>
          <p:spPr>
            <a:xfrm>
              <a:off x="6915358" y="2276399"/>
              <a:ext cx="11521" cy="51480"/>
            </a:xfrm>
            <a:custGeom>
              <a:rect b="b" l="l" r="r" t="t"/>
              <a:pathLst>
                <a:path extrusionOk="0" h="1966" w="440">
                  <a:moveTo>
                    <a:pt x="439" y="0"/>
                  </a:moveTo>
                  <a:cubicBezTo>
                    <a:pt x="201" y="0"/>
                    <a:pt x="1" y="191"/>
                    <a:pt x="1" y="439"/>
                  </a:cubicBezTo>
                  <a:lnTo>
                    <a:pt x="1" y="1966"/>
                  </a:lnTo>
                  <a:lnTo>
                    <a:pt x="439" y="1966"/>
                  </a:lnTo>
                  <a:lnTo>
                    <a:pt x="439" y="0"/>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04" name="Google Shape;22504;p96"/>
          <p:cNvGrpSpPr/>
          <p:nvPr/>
        </p:nvGrpSpPr>
        <p:grpSpPr>
          <a:xfrm>
            <a:off x="6237100" y="1819575"/>
            <a:ext cx="274812" cy="354728"/>
            <a:chOff x="6253375" y="1973150"/>
            <a:chExt cx="274812" cy="354728"/>
          </a:xfrm>
        </p:grpSpPr>
        <p:sp>
          <p:nvSpPr>
            <p:cNvPr id="22505" name="Google Shape;22505;p96"/>
            <p:cNvSpPr/>
            <p:nvPr/>
          </p:nvSpPr>
          <p:spPr>
            <a:xfrm>
              <a:off x="6253637" y="2173492"/>
              <a:ext cx="274550" cy="154387"/>
            </a:xfrm>
            <a:custGeom>
              <a:rect b="b" l="l" r="r" t="t"/>
              <a:pathLst>
                <a:path extrusionOk="0" h="5896" w="10485">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6" name="Google Shape;22506;p96"/>
            <p:cNvSpPr/>
            <p:nvPr/>
          </p:nvSpPr>
          <p:spPr>
            <a:xfrm>
              <a:off x="6253375" y="2210439"/>
              <a:ext cx="274812" cy="117440"/>
            </a:xfrm>
            <a:custGeom>
              <a:rect b="b" l="l" r="r" t="t"/>
              <a:pathLst>
                <a:path extrusionOk="0" h="4485" w="10495">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7" name="Google Shape;22507;p96"/>
            <p:cNvSpPr/>
            <p:nvPr/>
          </p:nvSpPr>
          <p:spPr>
            <a:xfrm>
              <a:off x="6315591" y="2210439"/>
              <a:ext cx="150407" cy="49542"/>
            </a:xfrm>
            <a:custGeom>
              <a:rect b="b" l="l" r="r" t="t"/>
              <a:pathLst>
                <a:path extrusionOk="0" h="1892" w="5744">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8" name="Google Shape;22508;p96"/>
            <p:cNvSpPr/>
            <p:nvPr/>
          </p:nvSpPr>
          <p:spPr>
            <a:xfrm>
              <a:off x="6350810" y="2173492"/>
              <a:ext cx="79969" cy="22860"/>
            </a:xfrm>
            <a:custGeom>
              <a:rect b="b" l="l" r="r" t="t"/>
              <a:pathLst>
                <a:path extrusionOk="0" h="873" w="3054">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9" name="Google Shape;22509;p96"/>
            <p:cNvSpPr/>
            <p:nvPr/>
          </p:nvSpPr>
          <p:spPr>
            <a:xfrm>
              <a:off x="6294355" y="2059063"/>
              <a:ext cx="192617" cy="125688"/>
            </a:xfrm>
            <a:custGeom>
              <a:rect b="b" l="l" r="r" t="t"/>
              <a:pathLst>
                <a:path extrusionOk="0" h="4800" w="7356">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0" name="Google Shape;22510;p96"/>
            <p:cNvSpPr/>
            <p:nvPr/>
          </p:nvSpPr>
          <p:spPr>
            <a:xfrm>
              <a:off x="6297340" y="2059063"/>
              <a:ext cx="144908" cy="125897"/>
            </a:xfrm>
            <a:custGeom>
              <a:rect b="b" l="l" r="r" t="t"/>
              <a:pathLst>
                <a:path extrusionOk="0" h="4808" w="5534">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1" name="Google Shape;22511;p96"/>
            <p:cNvSpPr/>
            <p:nvPr/>
          </p:nvSpPr>
          <p:spPr>
            <a:xfrm>
              <a:off x="6316822" y="2116775"/>
              <a:ext cx="147919" cy="67976"/>
            </a:xfrm>
            <a:custGeom>
              <a:rect b="b" l="l" r="r" t="t"/>
              <a:pathLst>
                <a:path extrusionOk="0" h="2596" w="5649">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2" name="Google Shape;22512;p96"/>
            <p:cNvSpPr/>
            <p:nvPr/>
          </p:nvSpPr>
          <p:spPr>
            <a:xfrm>
              <a:off x="6305091" y="2059063"/>
              <a:ext cx="22755" cy="28515"/>
            </a:xfrm>
            <a:custGeom>
              <a:rect b="b" l="l" r="r" t="t"/>
              <a:pathLst>
                <a:path extrusionOk="0" h="1089" w="869">
                  <a:moveTo>
                    <a:pt x="0" y="1"/>
                  </a:moveTo>
                  <a:lnTo>
                    <a:pt x="0" y="1088"/>
                  </a:lnTo>
                  <a:lnTo>
                    <a:pt x="869" y="1088"/>
                  </a:lnTo>
                  <a:lnTo>
                    <a:pt x="869" y="1"/>
                  </a:ln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3" name="Google Shape;22513;p96"/>
            <p:cNvSpPr/>
            <p:nvPr/>
          </p:nvSpPr>
          <p:spPr>
            <a:xfrm>
              <a:off x="6453717" y="2059063"/>
              <a:ext cx="23017" cy="28515"/>
            </a:xfrm>
            <a:custGeom>
              <a:rect b="b" l="l" r="r" t="t"/>
              <a:pathLst>
                <a:path extrusionOk="0" h="1089" w="879">
                  <a:moveTo>
                    <a:pt x="1" y="1"/>
                  </a:moveTo>
                  <a:lnTo>
                    <a:pt x="1" y="1088"/>
                  </a:lnTo>
                  <a:lnTo>
                    <a:pt x="878" y="1088"/>
                  </a:lnTo>
                  <a:lnTo>
                    <a:pt x="878" y="1"/>
                  </a:ln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4" name="Google Shape;22514;p96"/>
            <p:cNvSpPr/>
            <p:nvPr/>
          </p:nvSpPr>
          <p:spPr>
            <a:xfrm>
              <a:off x="6328579" y="2198525"/>
              <a:ext cx="62216" cy="50197"/>
            </a:xfrm>
            <a:custGeom>
              <a:rect b="b" l="l" r="r" t="t"/>
              <a:pathLst>
                <a:path extrusionOk="0" h="1917" w="2376">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5" name="Google Shape;22515;p96"/>
            <p:cNvSpPr/>
            <p:nvPr/>
          </p:nvSpPr>
          <p:spPr>
            <a:xfrm>
              <a:off x="6390768" y="2198525"/>
              <a:ext cx="62477" cy="50197"/>
            </a:xfrm>
            <a:custGeom>
              <a:rect b="b" l="l" r="r" t="t"/>
              <a:pathLst>
                <a:path extrusionOk="0" h="1917" w="2386">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6" name="Google Shape;22516;p96"/>
            <p:cNvSpPr/>
            <p:nvPr/>
          </p:nvSpPr>
          <p:spPr>
            <a:xfrm>
              <a:off x="6353559"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7" name="Google Shape;22517;p96"/>
            <p:cNvSpPr/>
            <p:nvPr/>
          </p:nvSpPr>
          <p:spPr>
            <a:xfrm>
              <a:off x="6416508"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8" name="Google Shape;22518;p96"/>
            <p:cNvSpPr/>
            <p:nvPr/>
          </p:nvSpPr>
          <p:spPr>
            <a:xfrm>
              <a:off x="6373669" y="2081792"/>
              <a:ext cx="34355" cy="23017"/>
            </a:xfrm>
            <a:custGeom>
              <a:rect b="b" l="l" r="r" t="t"/>
              <a:pathLst>
                <a:path extrusionOk="0" h="879" w="1312">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9" name="Google Shape;22519;p96"/>
            <p:cNvSpPr/>
            <p:nvPr/>
          </p:nvSpPr>
          <p:spPr>
            <a:xfrm>
              <a:off x="6305091" y="1973150"/>
              <a:ext cx="171643" cy="85939"/>
            </a:xfrm>
            <a:custGeom>
              <a:rect b="b" l="l" r="r" t="t"/>
              <a:pathLst>
                <a:path extrusionOk="0" h="3282" w="6555">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0" name="Google Shape;22520;p96"/>
            <p:cNvSpPr/>
            <p:nvPr/>
          </p:nvSpPr>
          <p:spPr>
            <a:xfrm>
              <a:off x="6377545" y="2156236"/>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1" name="Google Shape;22521;p96"/>
            <p:cNvSpPr/>
            <p:nvPr/>
          </p:nvSpPr>
          <p:spPr>
            <a:xfrm>
              <a:off x="6303101" y="2081792"/>
              <a:ext cx="43729" cy="11521"/>
            </a:xfrm>
            <a:custGeom>
              <a:rect b="b" l="l" r="r" t="t"/>
              <a:pathLst>
                <a:path extrusionOk="0" h="440" w="167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2" name="Google Shape;22522;p96"/>
            <p:cNvSpPr/>
            <p:nvPr/>
          </p:nvSpPr>
          <p:spPr>
            <a:xfrm>
              <a:off x="6434733" y="2081792"/>
              <a:ext cx="43755" cy="11521"/>
            </a:xfrm>
            <a:custGeom>
              <a:rect b="b" l="l" r="r" t="t"/>
              <a:pathLst>
                <a:path extrusionOk="0" h="440" w="1671">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3" name="Google Shape;22523;p96"/>
            <p:cNvSpPr/>
            <p:nvPr/>
          </p:nvSpPr>
          <p:spPr>
            <a:xfrm>
              <a:off x="6333580" y="2076057"/>
              <a:ext cx="51480" cy="40246"/>
            </a:xfrm>
            <a:custGeom>
              <a:rect b="b" l="l" r="r" t="t"/>
              <a:pathLst>
                <a:path extrusionOk="0" h="1537" w="1966">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4" name="Google Shape;22524;p96"/>
            <p:cNvSpPr/>
            <p:nvPr/>
          </p:nvSpPr>
          <p:spPr>
            <a:xfrm>
              <a:off x="6396529" y="2076057"/>
              <a:ext cx="51480" cy="40246"/>
            </a:xfrm>
            <a:custGeom>
              <a:rect b="b" l="l" r="r" t="t"/>
              <a:pathLst>
                <a:path extrusionOk="0" h="1537" w="1966">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5" name="Google Shape;22525;p96"/>
            <p:cNvSpPr/>
            <p:nvPr/>
          </p:nvSpPr>
          <p:spPr>
            <a:xfrm>
              <a:off x="6316822" y="2116775"/>
              <a:ext cx="85468" cy="68133"/>
            </a:xfrm>
            <a:custGeom>
              <a:rect b="b" l="l" r="r" t="t"/>
              <a:pathLst>
                <a:path extrusionOk="0" h="2602" w="3264">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6" name="Google Shape;22526;p96"/>
            <p:cNvSpPr/>
            <p:nvPr/>
          </p:nvSpPr>
          <p:spPr>
            <a:xfrm>
              <a:off x="6367804" y="2133507"/>
              <a:ext cx="45981" cy="17020"/>
            </a:xfrm>
            <a:custGeom>
              <a:rect b="b" l="l" r="r" t="t"/>
              <a:pathLst>
                <a:path extrusionOk="0" h="650" w="1756">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7" name="Google Shape;22527;p96"/>
            <p:cNvSpPr/>
            <p:nvPr/>
          </p:nvSpPr>
          <p:spPr>
            <a:xfrm>
              <a:off x="6356544" y="2127746"/>
              <a:ext cx="68474" cy="17020"/>
            </a:xfrm>
            <a:custGeom>
              <a:rect b="b" l="l" r="r" t="t"/>
              <a:pathLst>
                <a:path extrusionOk="0" h="650" w="2615">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8" name="Google Shape;22528;p96"/>
            <p:cNvSpPr/>
            <p:nvPr/>
          </p:nvSpPr>
          <p:spPr>
            <a:xfrm>
              <a:off x="6305091" y="1973150"/>
              <a:ext cx="71956" cy="85939"/>
            </a:xfrm>
            <a:custGeom>
              <a:rect b="b" l="l" r="r" t="t"/>
              <a:pathLst>
                <a:path extrusionOk="0" h="3282" w="2748">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9" name="Google Shape;22529;p96"/>
            <p:cNvSpPr/>
            <p:nvPr/>
          </p:nvSpPr>
          <p:spPr>
            <a:xfrm>
              <a:off x="6274611" y="2053329"/>
              <a:ext cx="232601" cy="11521"/>
            </a:xfrm>
            <a:custGeom>
              <a:rect b="b" l="l" r="r" t="t"/>
              <a:pathLst>
                <a:path extrusionOk="0" h="440" w="8883">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0" name="Google Shape;22530;p96"/>
            <p:cNvSpPr/>
            <p:nvPr/>
          </p:nvSpPr>
          <p:spPr>
            <a:xfrm>
              <a:off x="6377283" y="1973150"/>
              <a:ext cx="25792" cy="22990"/>
            </a:xfrm>
            <a:custGeom>
              <a:rect b="b" l="l" r="r" t="t"/>
              <a:pathLst>
                <a:path extrusionOk="0" h="878" w="985">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1" name="Google Shape;22531;p96"/>
            <p:cNvSpPr/>
            <p:nvPr/>
          </p:nvSpPr>
          <p:spPr>
            <a:xfrm>
              <a:off x="6306583" y="2036099"/>
              <a:ext cx="168658" cy="17256"/>
            </a:xfrm>
            <a:custGeom>
              <a:rect b="b" l="l" r="r" t="t"/>
              <a:pathLst>
                <a:path extrusionOk="0" h="659" w="6441">
                  <a:moveTo>
                    <a:pt x="172" y="0"/>
                  </a:moveTo>
                  <a:lnTo>
                    <a:pt x="1" y="658"/>
                  </a:lnTo>
                  <a:lnTo>
                    <a:pt x="6440" y="658"/>
                  </a:lnTo>
                  <a:lnTo>
                    <a:pt x="6259" y="0"/>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2" name="Google Shape;22532;p96"/>
            <p:cNvSpPr/>
            <p:nvPr/>
          </p:nvSpPr>
          <p:spPr>
            <a:xfrm>
              <a:off x="6306583" y="2036099"/>
              <a:ext cx="27520" cy="17256"/>
            </a:xfrm>
            <a:custGeom>
              <a:rect b="b" l="l" r="r" t="t"/>
              <a:pathLst>
                <a:path extrusionOk="0" h="659" w="1051">
                  <a:moveTo>
                    <a:pt x="172" y="0"/>
                  </a:moveTo>
                  <a:lnTo>
                    <a:pt x="1" y="658"/>
                  </a:lnTo>
                  <a:lnTo>
                    <a:pt x="869" y="658"/>
                  </a:lnTo>
                  <a:lnTo>
                    <a:pt x="1050"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3" name="Google Shape;22533;p96"/>
            <p:cNvSpPr/>
            <p:nvPr/>
          </p:nvSpPr>
          <p:spPr>
            <a:xfrm>
              <a:off x="6305091" y="2220180"/>
              <a:ext cx="22755" cy="107699"/>
            </a:xfrm>
            <a:custGeom>
              <a:rect b="b" l="l" r="r" t="t"/>
              <a:pathLst>
                <a:path extrusionOk="0" h="4113" w="869">
                  <a:moveTo>
                    <a:pt x="869" y="1"/>
                  </a:moveTo>
                  <a:lnTo>
                    <a:pt x="0" y="259"/>
                  </a:lnTo>
                  <a:lnTo>
                    <a:pt x="0" y="4113"/>
                  </a:lnTo>
                  <a:lnTo>
                    <a:pt x="869" y="4113"/>
                  </a:lnTo>
                  <a:lnTo>
                    <a:pt x="869"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4" name="Google Shape;22534;p96"/>
            <p:cNvSpPr/>
            <p:nvPr/>
          </p:nvSpPr>
          <p:spPr>
            <a:xfrm>
              <a:off x="6453717" y="2220180"/>
              <a:ext cx="23017" cy="107699"/>
            </a:xfrm>
            <a:custGeom>
              <a:rect b="b" l="l" r="r" t="t"/>
              <a:pathLst>
                <a:path extrusionOk="0" h="4113" w="879">
                  <a:moveTo>
                    <a:pt x="1" y="1"/>
                  </a:moveTo>
                  <a:lnTo>
                    <a:pt x="1" y="4113"/>
                  </a:lnTo>
                  <a:lnTo>
                    <a:pt x="878" y="4113"/>
                  </a:lnTo>
                  <a:lnTo>
                    <a:pt x="878" y="259"/>
                  </a:lnTo>
                  <a:lnTo>
                    <a:pt x="1"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5" name="Google Shape;22535;p96"/>
            <p:cNvSpPr/>
            <p:nvPr/>
          </p:nvSpPr>
          <p:spPr>
            <a:xfrm>
              <a:off x="6453717" y="2220180"/>
              <a:ext cx="12281" cy="14035"/>
            </a:xfrm>
            <a:custGeom>
              <a:rect b="b" l="l" r="r" t="t"/>
              <a:pathLst>
                <a:path extrusionOk="0" h="536" w="469">
                  <a:moveTo>
                    <a:pt x="1" y="1"/>
                  </a:moveTo>
                  <a:lnTo>
                    <a:pt x="1" y="535"/>
                  </a:lnTo>
                  <a:lnTo>
                    <a:pt x="468" y="135"/>
                  </a:lnTo>
                  <a:lnTo>
                    <a:pt x="172" y="49"/>
                  </a:lnTo>
                  <a:lnTo>
                    <a:pt x="1"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6" name="Google Shape;22536;p96"/>
            <p:cNvSpPr/>
            <p:nvPr/>
          </p:nvSpPr>
          <p:spPr>
            <a:xfrm>
              <a:off x="6315591" y="2220180"/>
              <a:ext cx="12255" cy="14035"/>
            </a:xfrm>
            <a:custGeom>
              <a:rect b="b" l="l" r="r" t="t"/>
              <a:pathLst>
                <a:path extrusionOk="0" h="536" w="468">
                  <a:moveTo>
                    <a:pt x="468" y="1"/>
                  </a:moveTo>
                  <a:lnTo>
                    <a:pt x="296" y="49"/>
                  </a:lnTo>
                  <a:lnTo>
                    <a:pt x="0" y="135"/>
                  </a:lnTo>
                  <a:lnTo>
                    <a:pt x="468" y="535"/>
                  </a:lnTo>
                  <a:lnTo>
                    <a:pt x="468"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7" name="Google Shape;22537;p96"/>
            <p:cNvSpPr/>
            <p:nvPr/>
          </p:nvSpPr>
          <p:spPr>
            <a:xfrm>
              <a:off x="6287861" y="2276399"/>
              <a:ext cx="17256" cy="51480"/>
            </a:xfrm>
            <a:custGeom>
              <a:rect b="b" l="l" r="r" t="t"/>
              <a:pathLst>
                <a:path extrusionOk="0" h="1966" w="659">
                  <a:moveTo>
                    <a:pt x="658" y="0"/>
                  </a:moveTo>
                  <a:cubicBezTo>
                    <a:pt x="296" y="0"/>
                    <a:pt x="0" y="287"/>
                    <a:pt x="0" y="649"/>
                  </a:cubicBezTo>
                  <a:lnTo>
                    <a:pt x="0" y="1966"/>
                  </a:lnTo>
                  <a:lnTo>
                    <a:pt x="658" y="1966"/>
                  </a:lnTo>
                  <a:lnTo>
                    <a:pt x="658"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8" name="Google Shape;22538;p96"/>
            <p:cNvSpPr/>
            <p:nvPr/>
          </p:nvSpPr>
          <p:spPr>
            <a:xfrm>
              <a:off x="6305091" y="2276399"/>
              <a:ext cx="11521" cy="51480"/>
            </a:xfrm>
            <a:custGeom>
              <a:rect b="b" l="l" r="r" t="t"/>
              <a:pathLst>
                <a:path extrusionOk="0" h="1966" w="440">
                  <a:moveTo>
                    <a:pt x="0" y="0"/>
                  </a:moveTo>
                  <a:lnTo>
                    <a:pt x="0" y="1966"/>
                  </a:lnTo>
                  <a:lnTo>
                    <a:pt x="439" y="1966"/>
                  </a:lnTo>
                  <a:lnTo>
                    <a:pt x="439" y="439"/>
                  </a:lnTo>
                  <a:cubicBezTo>
                    <a:pt x="439" y="191"/>
                    <a:pt x="249" y="0"/>
                    <a:pt x="0"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9" name="Google Shape;22539;p96"/>
            <p:cNvSpPr/>
            <p:nvPr/>
          </p:nvSpPr>
          <p:spPr>
            <a:xfrm>
              <a:off x="6476707" y="2276399"/>
              <a:ext cx="17020" cy="51480"/>
            </a:xfrm>
            <a:custGeom>
              <a:rect b="b" l="l" r="r" t="t"/>
              <a:pathLst>
                <a:path extrusionOk="0" h="1966" w="650">
                  <a:moveTo>
                    <a:pt x="0" y="0"/>
                  </a:moveTo>
                  <a:lnTo>
                    <a:pt x="0" y="1966"/>
                  </a:lnTo>
                  <a:lnTo>
                    <a:pt x="649" y="1966"/>
                  </a:lnTo>
                  <a:lnTo>
                    <a:pt x="649" y="649"/>
                  </a:lnTo>
                  <a:cubicBezTo>
                    <a:pt x="649" y="287"/>
                    <a:pt x="353" y="0"/>
                    <a:pt x="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0" name="Google Shape;22540;p96"/>
            <p:cNvSpPr/>
            <p:nvPr/>
          </p:nvSpPr>
          <p:spPr>
            <a:xfrm>
              <a:off x="6465212" y="2276399"/>
              <a:ext cx="11521" cy="51480"/>
            </a:xfrm>
            <a:custGeom>
              <a:rect b="b" l="l" r="r" t="t"/>
              <a:pathLst>
                <a:path extrusionOk="0" h="1966" w="440">
                  <a:moveTo>
                    <a:pt x="439" y="0"/>
                  </a:moveTo>
                  <a:cubicBezTo>
                    <a:pt x="191" y="0"/>
                    <a:pt x="1" y="191"/>
                    <a:pt x="1" y="439"/>
                  </a:cubicBezTo>
                  <a:lnTo>
                    <a:pt x="1" y="1966"/>
                  </a:lnTo>
                  <a:lnTo>
                    <a:pt x="439" y="1966"/>
                  </a:lnTo>
                  <a:lnTo>
                    <a:pt x="439"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1" name="Google Shape;22541;p96"/>
            <p:cNvSpPr/>
            <p:nvPr/>
          </p:nvSpPr>
          <p:spPr>
            <a:xfrm>
              <a:off x="6385033" y="2264903"/>
              <a:ext cx="11521" cy="11521"/>
            </a:xfrm>
            <a:custGeom>
              <a:rect b="b" l="l" r="r" t="t"/>
              <a:pathLst>
                <a:path extrusionOk="0" h="440" w="44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2" name="Google Shape;22542;p96"/>
            <p:cNvSpPr/>
            <p:nvPr/>
          </p:nvSpPr>
          <p:spPr>
            <a:xfrm>
              <a:off x="6385033" y="2299127"/>
              <a:ext cx="11521" cy="11521"/>
            </a:xfrm>
            <a:custGeom>
              <a:rect b="b" l="l" r="r" t="t"/>
              <a:pathLst>
                <a:path extrusionOk="0" h="440" w="44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43" name="Google Shape;22543;p96"/>
          <p:cNvGrpSpPr/>
          <p:nvPr/>
        </p:nvGrpSpPr>
        <p:grpSpPr>
          <a:xfrm>
            <a:off x="5786221" y="1819575"/>
            <a:ext cx="275309" cy="354728"/>
            <a:chOff x="5802496" y="1973150"/>
            <a:chExt cx="275309" cy="354728"/>
          </a:xfrm>
        </p:grpSpPr>
        <p:sp>
          <p:nvSpPr>
            <p:cNvPr id="22544" name="Google Shape;22544;p96"/>
            <p:cNvSpPr/>
            <p:nvPr/>
          </p:nvSpPr>
          <p:spPr>
            <a:xfrm>
              <a:off x="5803229" y="2210439"/>
              <a:ext cx="274576" cy="117440"/>
            </a:xfrm>
            <a:custGeom>
              <a:rect b="b" l="l" r="r" t="t"/>
              <a:pathLst>
                <a:path extrusionOk="0" h="4485" w="10486">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5" name="Google Shape;22545;p96"/>
            <p:cNvSpPr/>
            <p:nvPr/>
          </p:nvSpPr>
          <p:spPr>
            <a:xfrm>
              <a:off x="5885162" y="2210439"/>
              <a:ext cx="110946" cy="20267"/>
            </a:xfrm>
            <a:custGeom>
              <a:rect b="b" l="l" r="r" t="t"/>
              <a:pathLst>
                <a:path extrusionOk="0" h="774" w="4237">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6" name="Google Shape;22546;p96"/>
            <p:cNvSpPr/>
            <p:nvPr/>
          </p:nvSpPr>
          <p:spPr>
            <a:xfrm>
              <a:off x="5992075"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7" name="Google Shape;22547;p96"/>
            <p:cNvSpPr/>
            <p:nvPr/>
          </p:nvSpPr>
          <p:spPr>
            <a:xfrm>
              <a:off x="6009069"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8" name="Google Shape;22548;p96"/>
            <p:cNvSpPr/>
            <p:nvPr/>
          </p:nvSpPr>
          <p:spPr>
            <a:xfrm>
              <a:off x="5988593" y="1987133"/>
              <a:ext cx="60723" cy="54255"/>
            </a:xfrm>
            <a:custGeom>
              <a:rect b="b" l="l" r="r" t="t"/>
              <a:pathLst>
                <a:path extrusionOk="0" h="2072" w="2319">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9" name="Google Shape;22549;p96"/>
            <p:cNvSpPr/>
            <p:nvPr/>
          </p:nvSpPr>
          <p:spPr>
            <a:xfrm>
              <a:off x="6006817" y="1996114"/>
              <a:ext cx="32260" cy="29170"/>
            </a:xfrm>
            <a:custGeom>
              <a:rect b="b" l="l" r="r" t="t"/>
              <a:pathLst>
                <a:path extrusionOk="0" h="1114" w="1232">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0" name="Google Shape;22550;p96"/>
            <p:cNvSpPr/>
            <p:nvPr/>
          </p:nvSpPr>
          <p:spPr>
            <a:xfrm>
              <a:off x="5820459"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1" name="Google Shape;22551;p96"/>
            <p:cNvSpPr/>
            <p:nvPr/>
          </p:nvSpPr>
          <p:spPr>
            <a:xfrm>
              <a:off x="5837453"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2" name="Google Shape;22552;p96"/>
            <p:cNvSpPr/>
            <p:nvPr/>
          </p:nvSpPr>
          <p:spPr>
            <a:xfrm>
              <a:off x="5831954" y="1987133"/>
              <a:ext cx="60487" cy="54255"/>
            </a:xfrm>
            <a:custGeom>
              <a:rect b="b" l="l" r="r" t="t"/>
              <a:pathLst>
                <a:path extrusionOk="0" h="2072" w="231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3" name="Google Shape;22553;p96"/>
            <p:cNvSpPr/>
            <p:nvPr/>
          </p:nvSpPr>
          <p:spPr>
            <a:xfrm>
              <a:off x="5842192" y="1996114"/>
              <a:ext cx="32024" cy="29170"/>
            </a:xfrm>
            <a:custGeom>
              <a:rect b="b" l="l" r="r" t="t"/>
              <a:pathLst>
                <a:path extrusionOk="0" h="1114" w="1223">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4" name="Google Shape;22554;p96"/>
            <p:cNvSpPr/>
            <p:nvPr/>
          </p:nvSpPr>
          <p:spPr>
            <a:xfrm>
              <a:off x="5823208" y="1984619"/>
              <a:ext cx="234591" cy="234591"/>
            </a:xfrm>
            <a:custGeom>
              <a:rect b="b" l="l" r="r" t="t"/>
              <a:pathLst>
                <a:path extrusionOk="0" h="8959" w="8959">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5" name="Google Shape;22555;p96"/>
            <p:cNvSpPr/>
            <p:nvPr/>
          </p:nvSpPr>
          <p:spPr>
            <a:xfrm>
              <a:off x="5866178" y="2036099"/>
              <a:ext cx="148678" cy="148652"/>
            </a:xfrm>
            <a:custGeom>
              <a:rect b="b" l="l" r="r" t="t"/>
              <a:pathLst>
                <a:path extrusionOk="0" h="5677" w="5678">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6" name="Google Shape;22556;p96"/>
            <p:cNvSpPr/>
            <p:nvPr/>
          </p:nvSpPr>
          <p:spPr>
            <a:xfrm>
              <a:off x="5865680" y="2036125"/>
              <a:ext cx="86463" cy="148836"/>
            </a:xfrm>
            <a:custGeom>
              <a:rect b="b" l="l" r="r" t="t"/>
              <a:pathLst>
                <a:path extrusionOk="0" h="5684" w="3302">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7" name="Google Shape;22557;p96"/>
            <p:cNvSpPr/>
            <p:nvPr/>
          </p:nvSpPr>
          <p:spPr>
            <a:xfrm>
              <a:off x="5900663" y="2093418"/>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8" name="Google Shape;22558;p96"/>
            <p:cNvSpPr/>
            <p:nvPr/>
          </p:nvSpPr>
          <p:spPr>
            <a:xfrm>
              <a:off x="5969111"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9" name="Google Shape;22559;p96"/>
            <p:cNvSpPr/>
            <p:nvPr/>
          </p:nvSpPr>
          <p:spPr>
            <a:xfrm>
              <a:off x="5892913" y="2076293"/>
              <a:ext cx="26761" cy="11286"/>
            </a:xfrm>
            <a:custGeom>
              <a:rect b="b" l="l" r="r" t="t"/>
              <a:pathLst>
                <a:path extrusionOk="0" h="431" w="1022">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0" name="Google Shape;22560;p96"/>
            <p:cNvSpPr/>
            <p:nvPr/>
          </p:nvSpPr>
          <p:spPr>
            <a:xfrm>
              <a:off x="5961622" y="2076293"/>
              <a:ext cx="26499" cy="11286"/>
            </a:xfrm>
            <a:custGeom>
              <a:rect b="b" l="l" r="r" t="t"/>
              <a:pathLst>
                <a:path extrusionOk="0" h="431" w="1012">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1" name="Google Shape;22561;p96"/>
            <p:cNvSpPr/>
            <p:nvPr/>
          </p:nvSpPr>
          <p:spPr>
            <a:xfrm>
              <a:off x="5887178" y="2013475"/>
              <a:ext cx="13511" cy="11390"/>
            </a:xfrm>
            <a:custGeom>
              <a:rect b="b" l="l" r="r" t="t"/>
              <a:pathLst>
                <a:path extrusionOk="0" h="435" w="516">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2" name="Google Shape;22562;p96"/>
            <p:cNvSpPr/>
            <p:nvPr/>
          </p:nvSpPr>
          <p:spPr>
            <a:xfrm>
              <a:off x="5978852" y="2013475"/>
              <a:ext cx="13250" cy="11390"/>
            </a:xfrm>
            <a:custGeom>
              <a:rect b="b" l="l" r="r" t="t"/>
              <a:pathLst>
                <a:path extrusionOk="0" h="435" w="506">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3" name="Google Shape;22563;p96"/>
            <p:cNvSpPr/>
            <p:nvPr/>
          </p:nvSpPr>
          <p:spPr>
            <a:xfrm>
              <a:off x="5914908" y="2130522"/>
              <a:ext cx="51480" cy="22755"/>
            </a:xfrm>
            <a:custGeom>
              <a:rect b="b" l="l" r="r" t="t"/>
              <a:pathLst>
                <a:path extrusionOk="0" h="869" w="1966">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4" name="Google Shape;22564;p96"/>
            <p:cNvSpPr/>
            <p:nvPr/>
          </p:nvSpPr>
          <p:spPr>
            <a:xfrm>
              <a:off x="5802496" y="2011616"/>
              <a:ext cx="228333" cy="207673"/>
            </a:xfrm>
            <a:custGeom>
              <a:rect b="b" l="l" r="r" t="t"/>
              <a:pathLst>
                <a:path extrusionOk="0" h="7931" w="872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5" name="Google Shape;22565;p96"/>
            <p:cNvSpPr/>
            <p:nvPr/>
          </p:nvSpPr>
          <p:spPr>
            <a:xfrm>
              <a:off x="5843449" y="2287894"/>
              <a:ext cx="11260" cy="39984"/>
            </a:xfrm>
            <a:custGeom>
              <a:rect b="b" l="l" r="r" t="t"/>
              <a:pathLst>
                <a:path extrusionOk="0" h="1527" w="43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6" name="Google Shape;22566;p96"/>
            <p:cNvSpPr/>
            <p:nvPr/>
          </p:nvSpPr>
          <p:spPr>
            <a:xfrm>
              <a:off x="6026299" y="2287894"/>
              <a:ext cx="11521" cy="39984"/>
            </a:xfrm>
            <a:custGeom>
              <a:rect b="b" l="l" r="r" t="t"/>
              <a:pathLst>
                <a:path extrusionOk="0" h="1527" w="44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7" name="Google Shape;22567;p96"/>
            <p:cNvSpPr/>
            <p:nvPr/>
          </p:nvSpPr>
          <p:spPr>
            <a:xfrm>
              <a:off x="5872933" y="2270664"/>
              <a:ext cx="135167" cy="57214"/>
            </a:xfrm>
            <a:custGeom>
              <a:rect b="b" l="l" r="r" t="t"/>
              <a:pathLst>
                <a:path extrusionOk="0" h="2185" w="5162">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8" name="Google Shape;22568;p96"/>
            <p:cNvSpPr/>
            <p:nvPr/>
          </p:nvSpPr>
          <p:spPr>
            <a:xfrm>
              <a:off x="5911897" y="2018843"/>
              <a:ext cx="57240" cy="34512"/>
            </a:xfrm>
            <a:custGeom>
              <a:rect b="b" l="l" r="r" t="t"/>
              <a:pathLst>
                <a:path extrusionOk="0" h="1318" w="2186">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9" name="Google Shape;22569;p96"/>
            <p:cNvSpPr/>
            <p:nvPr/>
          </p:nvSpPr>
          <p:spPr>
            <a:xfrm>
              <a:off x="5929126" y="2007610"/>
              <a:ext cx="22755" cy="22755"/>
            </a:xfrm>
            <a:custGeom>
              <a:rect b="b" l="l" r="r" t="t"/>
              <a:pathLst>
                <a:path extrusionOk="0" h="869" w="869">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70" name="Google Shape;22570;p96"/>
          <p:cNvGrpSpPr/>
          <p:nvPr/>
        </p:nvGrpSpPr>
        <p:grpSpPr>
          <a:xfrm>
            <a:off x="5336808" y="1819575"/>
            <a:ext cx="274576" cy="354728"/>
            <a:chOff x="5353083" y="1973150"/>
            <a:chExt cx="274576" cy="354728"/>
          </a:xfrm>
        </p:grpSpPr>
        <p:sp>
          <p:nvSpPr>
            <p:cNvPr id="22571" name="Google Shape;22571;p96"/>
            <p:cNvSpPr/>
            <p:nvPr/>
          </p:nvSpPr>
          <p:spPr>
            <a:xfrm>
              <a:off x="5353083" y="2167731"/>
              <a:ext cx="274576" cy="160147"/>
            </a:xfrm>
            <a:custGeom>
              <a:rect b="b" l="l" r="r" t="t"/>
              <a:pathLst>
                <a:path extrusionOk="0" h="6116" w="10486">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2" name="Google Shape;22572;p96"/>
            <p:cNvSpPr/>
            <p:nvPr/>
          </p:nvSpPr>
          <p:spPr>
            <a:xfrm>
              <a:off x="5484479" y="2276399"/>
              <a:ext cx="11521" cy="51480"/>
            </a:xfrm>
            <a:custGeom>
              <a:rect b="b" l="l" r="r" t="t"/>
              <a:pathLst>
                <a:path extrusionOk="0" h="1966" w="440">
                  <a:moveTo>
                    <a:pt x="1" y="0"/>
                  </a:moveTo>
                  <a:lnTo>
                    <a:pt x="1" y="1966"/>
                  </a:lnTo>
                  <a:lnTo>
                    <a:pt x="440" y="1966"/>
                  </a:lnTo>
                  <a:lnTo>
                    <a:pt x="440" y="0"/>
                  </a:ln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3" name="Google Shape;22573;p96"/>
            <p:cNvSpPr/>
            <p:nvPr/>
          </p:nvSpPr>
          <p:spPr>
            <a:xfrm>
              <a:off x="5393067" y="2177734"/>
              <a:ext cx="194607" cy="102933"/>
            </a:xfrm>
            <a:custGeom>
              <a:rect b="b" l="l" r="r" t="t"/>
              <a:pathLst>
                <a:path extrusionOk="0" h="3931" w="7432">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4" name="Google Shape;22574;p96"/>
            <p:cNvSpPr/>
            <p:nvPr/>
          </p:nvSpPr>
          <p:spPr>
            <a:xfrm>
              <a:off x="5411213" y="2194963"/>
              <a:ext cx="157817" cy="65044"/>
            </a:xfrm>
            <a:custGeom>
              <a:rect b="b" l="l" r="r" t="t"/>
              <a:pathLst>
                <a:path extrusionOk="0" h="2484" w="6027">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5" name="Google Shape;22575;p96"/>
            <p:cNvSpPr/>
            <p:nvPr/>
          </p:nvSpPr>
          <p:spPr>
            <a:xfrm>
              <a:off x="5436272" y="2173492"/>
              <a:ext cx="107935" cy="86515"/>
            </a:xfrm>
            <a:custGeom>
              <a:rect b="b" l="l" r="r" t="t"/>
              <a:pathLst>
                <a:path extrusionOk="0" h="3304" w="4122">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6" name="Google Shape;22576;p96"/>
            <p:cNvSpPr/>
            <p:nvPr/>
          </p:nvSpPr>
          <p:spPr>
            <a:xfrm>
              <a:off x="5450255" y="2173492"/>
              <a:ext cx="80231" cy="28620"/>
            </a:xfrm>
            <a:custGeom>
              <a:rect b="b" l="l" r="r" t="t"/>
              <a:pathLst>
                <a:path extrusionOk="0" h="1093" w="3064">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7" name="Google Shape;22577;p96"/>
            <p:cNvSpPr/>
            <p:nvPr/>
          </p:nvSpPr>
          <p:spPr>
            <a:xfrm>
              <a:off x="5394062" y="2076057"/>
              <a:ext cx="192381" cy="114428"/>
            </a:xfrm>
            <a:custGeom>
              <a:rect b="b" l="l" r="r" t="t"/>
              <a:pathLst>
                <a:path extrusionOk="0" h="4370" w="7347">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8" name="Google Shape;22578;p96"/>
            <p:cNvSpPr/>
            <p:nvPr/>
          </p:nvSpPr>
          <p:spPr>
            <a:xfrm>
              <a:off x="5394062" y="2076319"/>
              <a:ext cx="107699" cy="114402"/>
            </a:xfrm>
            <a:custGeom>
              <a:rect b="b" l="l" r="r" t="t"/>
              <a:pathLst>
                <a:path extrusionOk="0" h="4369" w="4113">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9" name="Google Shape;22579;p96"/>
            <p:cNvSpPr/>
            <p:nvPr/>
          </p:nvSpPr>
          <p:spPr>
            <a:xfrm>
              <a:off x="5470994" y="2139006"/>
              <a:ext cx="38256" cy="11521"/>
            </a:xfrm>
            <a:custGeom>
              <a:rect b="b" l="l" r="r" t="t"/>
              <a:pathLst>
                <a:path extrusionOk="0" h="440" w="1461">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0" name="Google Shape;22580;p96"/>
            <p:cNvSpPr/>
            <p:nvPr/>
          </p:nvSpPr>
          <p:spPr>
            <a:xfrm>
              <a:off x="5405296" y="1973150"/>
              <a:ext cx="170150" cy="74444"/>
            </a:xfrm>
            <a:custGeom>
              <a:rect b="b" l="l" r="r" t="t"/>
              <a:pathLst>
                <a:path extrusionOk="0" h="2843" w="6498">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1" name="Google Shape;22581;p96"/>
            <p:cNvSpPr/>
            <p:nvPr/>
          </p:nvSpPr>
          <p:spPr>
            <a:xfrm>
              <a:off x="5478980" y="2270664"/>
              <a:ext cx="22781" cy="22990"/>
            </a:xfrm>
            <a:custGeom>
              <a:rect b="b" l="l" r="r" t="t"/>
              <a:pathLst>
                <a:path extrusionOk="0" h="878" w="87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2" name="Google Shape;22582;p96"/>
            <p:cNvSpPr/>
            <p:nvPr/>
          </p:nvSpPr>
          <p:spPr>
            <a:xfrm>
              <a:off x="5356330" y="2253670"/>
              <a:ext cx="48233" cy="74208"/>
            </a:xfrm>
            <a:custGeom>
              <a:rect b="b" l="l" r="r" t="t"/>
              <a:pathLst>
                <a:path extrusionOk="0" h="2834" w="1842">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3" name="Google Shape;22583;p96"/>
            <p:cNvSpPr/>
            <p:nvPr/>
          </p:nvSpPr>
          <p:spPr>
            <a:xfrm>
              <a:off x="5575917" y="2253670"/>
              <a:ext cx="48233" cy="74208"/>
            </a:xfrm>
            <a:custGeom>
              <a:rect b="b" l="l" r="r" t="t"/>
              <a:pathLst>
                <a:path extrusionOk="0" h="2834" w="1842">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4" name="Google Shape;22584;p96"/>
            <p:cNvSpPr/>
            <p:nvPr/>
          </p:nvSpPr>
          <p:spPr>
            <a:xfrm>
              <a:off x="5398566" y="2047568"/>
              <a:ext cx="183374" cy="28777"/>
            </a:xfrm>
            <a:custGeom>
              <a:rect b="b" l="l" r="r" t="t"/>
              <a:pathLst>
                <a:path extrusionOk="0" h="1099" w="7003">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5" name="Google Shape;22585;p96"/>
            <p:cNvSpPr/>
            <p:nvPr/>
          </p:nvSpPr>
          <p:spPr>
            <a:xfrm>
              <a:off x="5427788" y="1973150"/>
              <a:ext cx="62713" cy="74444"/>
            </a:xfrm>
            <a:custGeom>
              <a:rect b="b" l="l" r="r" t="t"/>
              <a:pathLst>
                <a:path extrusionOk="0" h="2843" w="2395">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6" name="Google Shape;22586;p96"/>
            <p:cNvSpPr/>
            <p:nvPr/>
          </p:nvSpPr>
          <p:spPr>
            <a:xfrm>
              <a:off x="5490240" y="1973150"/>
              <a:ext cx="62477" cy="74208"/>
            </a:xfrm>
            <a:custGeom>
              <a:rect b="b" l="l" r="r" t="t"/>
              <a:pathLst>
                <a:path extrusionOk="0" h="2834" w="2386">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7" name="Google Shape;22587;p96"/>
            <p:cNvSpPr/>
            <p:nvPr/>
          </p:nvSpPr>
          <p:spPr>
            <a:xfrm>
              <a:off x="5398802" y="2047568"/>
              <a:ext cx="39984" cy="28515"/>
            </a:xfrm>
            <a:custGeom>
              <a:rect b="b" l="l" r="r" t="t"/>
              <a:pathLst>
                <a:path extrusionOk="0" h="1089" w="1527">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8" name="Google Shape;22588;p96"/>
            <p:cNvSpPr/>
            <p:nvPr/>
          </p:nvSpPr>
          <p:spPr>
            <a:xfrm>
              <a:off x="5404536" y="2076057"/>
              <a:ext cx="171643" cy="49699"/>
            </a:xfrm>
            <a:custGeom>
              <a:rect b="b" l="l" r="r" t="t"/>
              <a:pathLst>
                <a:path extrusionOk="0" h="1898" w="6555">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9" name="Google Shape;22589;p96"/>
            <p:cNvSpPr/>
            <p:nvPr/>
          </p:nvSpPr>
          <p:spPr>
            <a:xfrm>
              <a:off x="5450255" y="2093418"/>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0" name="Google Shape;22590;p96"/>
            <p:cNvSpPr/>
            <p:nvPr/>
          </p:nvSpPr>
          <p:spPr>
            <a:xfrm>
              <a:off x="5518965"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1" name="Google Shape;22591;p96"/>
            <p:cNvSpPr/>
            <p:nvPr/>
          </p:nvSpPr>
          <p:spPr>
            <a:xfrm>
              <a:off x="5404301" y="2076057"/>
              <a:ext cx="171878" cy="11521"/>
            </a:xfrm>
            <a:custGeom>
              <a:rect b="b" l="l" r="r" t="t"/>
              <a:pathLst>
                <a:path extrusionOk="0" h="440" w="6564">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92" name="Google Shape;22592;p96"/>
          <p:cNvGrpSpPr/>
          <p:nvPr/>
        </p:nvGrpSpPr>
        <p:grpSpPr>
          <a:xfrm>
            <a:off x="4886426" y="1819575"/>
            <a:ext cx="274812" cy="354728"/>
            <a:chOff x="4902701" y="1973150"/>
            <a:chExt cx="274812" cy="354728"/>
          </a:xfrm>
        </p:grpSpPr>
        <p:sp>
          <p:nvSpPr>
            <p:cNvPr id="22593" name="Google Shape;22593;p96"/>
            <p:cNvSpPr/>
            <p:nvPr/>
          </p:nvSpPr>
          <p:spPr>
            <a:xfrm>
              <a:off x="4902936" y="2161996"/>
              <a:ext cx="274576" cy="165882"/>
            </a:xfrm>
            <a:custGeom>
              <a:rect b="b" l="l" r="r" t="t"/>
              <a:pathLst>
                <a:path extrusionOk="0" h="6335" w="10486">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4" name="Google Shape;22594;p96"/>
            <p:cNvSpPr/>
            <p:nvPr/>
          </p:nvSpPr>
          <p:spPr>
            <a:xfrm>
              <a:off x="4902701" y="2208710"/>
              <a:ext cx="274550" cy="119168"/>
            </a:xfrm>
            <a:custGeom>
              <a:rect b="b" l="l" r="r" t="t"/>
              <a:pathLst>
                <a:path extrusionOk="0" h="4551" w="10485">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5" name="Google Shape;22595;p96"/>
            <p:cNvSpPr/>
            <p:nvPr/>
          </p:nvSpPr>
          <p:spPr>
            <a:xfrm>
              <a:off x="5000109" y="2161996"/>
              <a:ext cx="79969" cy="22886"/>
            </a:xfrm>
            <a:custGeom>
              <a:rect b="b" l="l" r="r" t="t"/>
              <a:pathLst>
                <a:path extrusionOk="0" h="874" w="3054">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6" name="Google Shape;22596;p96"/>
            <p:cNvSpPr/>
            <p:nvPr/>
          </p:nvSpPr>
          <p:spPr>
            <a:xfrm>
              <a:off x="4943654" y="2019105"/>
              <a:ext cx="192643" cy="154413"/>
            </a:xfrm>
            <a:custGeom>
              <a:rect b="b" l="l" r="r" t="t"/>
              <a:pathLst>
                <a:path extrusionOk="0" h="5897" w="7357">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7" name="Google Shape;22597;p96"/>
            <p:cNvSpPr/>
            <p:nvPr/>
          </p:nvSpPr>
          <p:spPr>
            <a:xfrm>
              <a:off x="4946403" y="2041833"/>
              <a:ext cx="145170" cy="131658"/>
            </a:xfrm>
            <a:custGeom>
              <a:rect b="b" l="l" r="r" t="t"/>
              <a:pathLst>
                <a:path extrusionOk="0" h="5028" w="5544">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8" name="Google Shape;22598;p96"/>
            <p:cNvSpPr/>
            <p:nvPr/>
          </p:nvSpPr>
          <p:spPr>
            <a:xfrm>
              <a:off x="5000109" y="2076686"/>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9" name="Google Shape;22599;p96"/>
            <p:cNvSpPr/>
            <p:nvPr/>
          </p:nvSpPr>
          <p:spPr>
            <a:xfrm>
              <a:off x="5068556" y="2076686"/>
              <a:ext cx="11521" cy="17125"/>
            </a:xfrm>
            <a:custGeom>
              <a:rect b="b" l="l" r="r" t="t"/>
              <a:pathLst>
                <a:path extrusionOk="0" h="654" w="44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0" name="Google Shape;22600;p96"/>
            <p:cNvSpPr/>
            <p:nvPr/>
          </p:nvSpPr>
          <p:spPr>
            <a:xfrm>
              <a:off x="4992384" y="2059063"/>
              <a:ext cx="26499" cy="11521"/>
            </a:xfrm>
            <a:custGeom>
              <a:rect b="b" l="l" r="r" t="t"/>
              <a:pathLst>
                <a:path extrusionOk="0" h="440" w="1012">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1" name="Google Shape;22601;p96"/>
            <p:cNvSpPr/>
            <p:nvPr/>
          </p:nvSpPr>
          <p:spPr>
            <a:xfrm>
              <a:off x="5061068" y="2059063"/>
              <a:ext cx="26499" cy="11521"/>
            </a:xfrm>
            <a:custGeom>
              <a:rect b="b" l="l" r="r" t="t"/>
              <a:pathLst>
                <a:path extrusionOk="0" h="440" w="1012">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2" name="Google Shape;22602;p96"/>
            <p:cNvSpPr/>
            <p:nvPr/>
          </p:nvSpPr>
          <p:spPr>
            <a:xfrm>
              <a:off x="5014615" y="2116068"/>
              <a:ext cx="50773" cy="17282"/>
            </a:xfrm>
            <a:custGeom>
              <a:rect b="b" l="l" r="r" t="t"/>
              <a:pathLst>
                <a:path extrusionOk="0" h="660" w="1939">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3" name="Google Shape;22603;p96"/>
            <p:cNvSpPr/>
            <p:nvPr/>
          </p:nvSpPr>
          <p:spPr>
            <a:xfrm>
              <a:off x="4954154" y="1973150"/>
              <a:ext cx="171643" cy="68709"/>
            </a:xfrm>
            <a:custGeom>
              <a:rect b="b" l="l" r="r" t="t"/>
              <a:pathLst>
                <a:path extrusionOk="0" h="2624" w="6555">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4" name="Google Shape;22604;p96"/>
            <p:cNvSpPr/>
            <p:nvPr/>
          </p:nvSpPr>
          <p:spPr>
            <a:xfrm>
              <a:off x="4973400" y="2185118"/>
              <a:ext cx="55224" cy="50589"/>
            </a:xfrm>
            <a:custGeom>
              <a:rect b="b" l="l" r="r" t="t"/>
              <a:pathLst>
                <a:path extrusionOk="0" h="1932" w="2109">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5" name="Google Shape;22605;p96"/>
            <p:cNvSpPr/>
            <p:nvPr/>
          </p:nvSpPr>
          <p:spPr>
            <a:xfrm>
              <a:off x="5051327" y="2184987"/>
              <a:ext cx="55486" cy="50720"/>
            </a:xfrm>
            <a:custGeom>
              <a:rect b="b" l="l" r="r" t="t"/>
              <a:pathLst>
                <a:path extrusionOk="0" h="1937" w="2119">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6" name="Google Shape;22606;p96"/>
            <p:cNvSpPr/>
            <p:nvPr/>
          </p:nvSpPr>
          <p:spPr>
            <a:xfrm>
              <a:off x="4963895" y="2253408"/>
              <a:ext cx="15266" cy="11521"/>
            </a:xfrm>
            <a:custGeom>
              <a:rect b="b" l="l" r="r" t="t"/>
              <a:pathLst>
                <a:path extrusionOk="0" h="440" w="583">
                  <a:moveTo>
                    <a:pt x="287" y="1"/>
                  </a:moveTo>
                  <a:cubicBezTo>
                    <a:pt x="1" y="1"/>
                    <a:pt x="1" y="440"/>
                    <a:pt x="287" y="440"/>
                  </a:cubicBezTo>
                  <a:cubicBezTo>
                    <a:pt x="582" y="440"/>
                    <a:pt x="582" y="1"/>
                    <a:pt x="287"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7" name="Google Shape;22607;p96"/>
            <p:cNvSpPr/>
            <p:nvPr/>
          </p:nvSpPr>
          <p:spPr>
            <a:xfrm>
              <a:off x="5101026" y="2253408"/>
              <a:ext cx="15266" cy="11521"/>
            </a:xfrm>
            <a:custGeom>
              <a:rect b="b" l="l" r="r" t="t"/>
              <a:pathLst>
                <a:path extrusionOk="0" h="440" w="583">
                  <a:moveTo>
                    <a:pt x="297" y="1"/>
                  </a:moveTo>
                  <a:cubicBezTo>
                    <a:pt x="1" y="1"/>
                    <a:pt x="1" y="440"/>
                    <a:pt x="297" y="440"/>
                  </a:cubicBezTo>
                  <a:cubicBezTo>
                    <a:pt x="583" y="440"/>
                    <a:pt x="583" y="1"/>
                    <a:pt x="297"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8" name="Google Shape;22608;p96"/>
            <p:cNvSpPr/>
            <p:nvPr/>
          </p:nvSpPr>
          <p:spPr>
            <a:xfrm>
              <a:off x="5101026" y="2281898"/>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9" name="Google Shape;22609;p96"/>
            <p:cNvSpPr/>
            <p:nvPr/>
          </p:nvSpPr>
          <p:spPr>
            <a:xfrm>
              <a:off x="4963895" y="2281898"/>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0" name="Google Shape;22610;p96"/>
            <p:cNvSpPr/>
            <p:nvPr/>
          </p:nvSpPr>
          <p:spPr>
            <a:xfrm>
              <a:off x="5101026" y="2310623"/>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1" name="Google Shape;22611;p96"/>
            <p:cNvSpPr/>
            <p:nvPr/>
          </p:nvSpPr>
          <p:spPr>
            <a:xfrm>
              <a:off x="4963895" y="2310623"/>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2" name="Google Shape;22612;p96"/>
            <p:cNvSpPr/>
            <p:nvPr/>
          </p:nvSpPr>
          <p:spPr>
            <a:xfrm>
              <a:off x="4954390" y="2041833"/>
              <a:ext cx="22781" cy="37235"/>
            </a:xfrm>
            <a:custGeom>
              <a:rect b="b" l="l" r="r" t="t"/>
              <a:pathLst>
                <a:path extrusionOk="0" h="1422" w="87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3" name="Google Shape;22613;p96"/>
            <p:cNvSpPr/>
            <p:nvPr/>
          </p:nvSpPr>
          <p:spPr>
            <a:xfrm>
              <a:off x="5103042" y="2041833"/>
              <a:ext cx="22755" cy="37235"/>
            </a:xfrm>
            <a:custGeom>
              <a:rect b="b" l="l" r="r" t="t"/>
              <a:pathLst>
                <a:path extrusionOk="0" h="1422" w="869">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4" name="Google Shape;22614;p96"/>
            <p:cNvSpPr/>
            <p:nvPr/>
          </p:nvSpPr>
          <p:spPr>
            <a:xfrm>
              <a:off x="4954390" y="1973150"/>
              <a:ext cx="70490" cy="68709"/>
            </a:xfrm>
            <a:custGeom>
              <a:rect b="b" l="l" r="r" t="t"/>
              <a:pathLst>
                <a:path extrusionOk="0" h="2624" w="2692">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5" name="Google Shape;22615;p96"/>
            <p:cNvSpPr/>
            <p:nvPr/>
          </p:nvSpPr>
          <p:spPr>
            <a:xfrm>
              <a:off x="4958658" y="2013344"/>
              <a:ext cx="162897" cy="11286"/>
            </a:xfrm>
            <a:custGeom>
              <a:rect b="b" l="l" r="r" t="t"/>
              <a:pathLst>
                <a:path extrusionOk="0" h="431" w="6221">
                  <a:moveTo>
                    <a:pt x="105" y="1"/>
                  </a:moveTo>
                  <a:lnTo>
                    <a:pt x="0" y="430"/>
                  </a:lnTo>
                  <a:lnTo>
                    <a:pt x="6220" y="430"/>
                  </a:lnTo>
                  <a:lnTo>
                    <a:pt x="6115" y="1"/>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6" name="Google Shape;22616;p96"/>
            <p:cNvSpPr/>
            <p:nvPr/>
          </p:nvSpPr>
          <p:spPr>
            <a:xfrm>
              <a:off x="4958658" y="2013344"/>
              <a:ext cx="42734" cy="11286"/>
            </a:xfrm>
            <a:custGeom>
              <a:rect b="b" l="l" r="r" t="t"/>
              <a:pathLst>
                <a:path extrusionOk="0" h="431" w="1632">
                  <a:moveTo>
                    <a:pt x="105" y="1"/>
                  </a:moveTo>
                  <a:lnTo>
                    <a:pt x="0" y="430"/>
                  </a:lnTo>
                  <a:lnTo>
                    <a:pt x="1527" y="430"/>
                  </a:lnTo>
                  <a:lnTo>
                    <a:pt x="1632"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7" name="Google Shape;22617;p96"/>
            <p:cNvSpPr/>
            <p:nvPr/>
          </p:nvSpPr>
          <p:spPr>
            <a:xfrm>
              <a:off x="4942659" y="2224945"/>
              <a:ext cx="97199" cy="102933"/>
            </a:xfrm>
            <a:custGeom>
              <a:rect b="b" l="l" r="r" t="t"/>
              <a:pathLst>
                <a:path extrusionOk="0" h="3931" w="3712">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618" name="Google Shape;22618;p96"/>
          <p:cNvGrpSpPr/>
          <p:nvPr/>
        </p:nvGrpSpPr>
        <p:grpSpPr>
          <a:xfrm>
            <a:off x="4886426" y="2726414"/>
            <a:ext cx="272560" cy="354676"/>
            <a:chOff x="4902701" y="2879989"/>
            <a:chExt cx="272560" cy="354676"/>
          </a:xfrm>
        </p:grpSpPr>
        <p:sp>
          <p:nvSpPr>
            <p:cNvPr id="22619" name="Google Shape;22619;p96"/>
            <p:cNvSpPr/>
            <p:nvPr/>
          </p:nvSpPr>
          <p:spPr>
            <a:xfrm>
              <a:off x="4902701" y="3081273"/>
              <a:ext cx="272560" cy="153392"/>
            </a:xfrm>
            <a:custGeom>
              <a:rect b="b" l="l" r="r" t="t"/>
              <a:pathLst>
                <a:path extrusionOk="0" h="5858" w="10409">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0" name="Google Shape;22620;p96"/>
            <p:cNvSpPr/>
            <p:nvPr/>
          </p:nvSpPr>
          <p:spPr>
            <a:xfrm>
              <a:off x="4902701" y="3123483"/>
              <a:ext cx="272560" cy="111182"/>
            </a:xfrm>
            <a:custGeom>
              <a:rect b="b" l="l" r="r" t="t"/>
              <a:pathLst>
                <a:path extrusionOk="0" h="4246" w="10409">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1" name="Google Shape;22621;p96"/>
            <p:cNvSpPr/>
            <p:nvPr/>
          </p:nvSpPr>
          <p:spPr>
            <a:xfrm>
              <a:off x="4966644" y="3123483"/>
              <a:ext cx="143913" cy="43781"/>
            </a:xfrm>
            <a:custGeom>
              <a:rect b="b" l="l" r="r" t="t"/>
              <a:pathLst>
                <a:path extrusionOk="0" h="1672" w="5496">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2" name="Google Shape;22622;p96"/>
            <p:cNvSpPr/>
            <p:nvPr/>
          </p:nvSpPr>
          <p:spPr>
            <a:xfrm>
              <a:off x="4998878" y="3081273"/>
              <a:ext cx="79445" cy="22676"/>
            </a:xfrm>
            <a:custGeom>
              <a:rect b="b" l="l" r="r" t="t"/>
              <a:pathLst>
                <a:path extrusionOk="0" h="866" w="3034">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3" name="Google Shape;22623;p96"/>
            <p:cNvSpPr/>
            <p:nvPr/>
          </p:nvSpPr>
          <p:spPr>
            <a:xfrm>
              <a:off x="4942397" y="2933616"/>
              <a:ext cx="187904" cy="158917"/>
            </a:xfrm>
            <a:custGeom>
              <a:rect b="b" l="l" r="r" t="t"/>
              <a:pathLst>
                <a:path extrusionOk="0" h="6069" w="7176">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4" name="Google Shape;22624;p96"/>
            <p:cNvSpPr/>
            <p:nvPr/>
          </p:nvSpPr>
          <p:spPr>
            <a:xfrm>
              <a:off x="4947163" y="2933616"/>
              <a:ext cx="142656" cy="159074"/>
            </a:xfrm>
            <a:custGeom>
              <a:rect b="b" l="l" r="r" t="t"/>
              <a:pathLst>
                <a:path extrusionOk="0" h="6075" w="5448">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5" name="Google Shape;22625;p96"/>
            <p:cNvSpPr/>
            <p:nvPr/>
          </p:nvSpPr>
          <p:spPr>
            <a:xfrm>
              <a:off x="4976883" y="3106175"/>
              <a:ext cx="61980" cy="49725"/>
            </a:xfrm>
            <a:custGeom>
              <a:rect b="b" l="l" r="r" t="t"/>
              <a:pathLst>
                <a:path extrusionOk="0" h="1899" w="2367">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6" name="Google Shape;22626;p96"/>
            <p:cNvSpPr/>
            <p:nvPr/>
          </p:nvSpPr>
          <p:spPr>
            <a:xfrm>
              <a:off x="5038836" y="3106175"/>
              <a:ext cx="61718" cy="49725"/>
            </a:xfrm>
            <a:custGeom>
              <a:rect b="b" l="l" r="r" t="t"/>
              <a:pathLst>
                <a:path extrusionOk="0" h="1899" w="2357">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7" name="Google Shape;22627;p96"/>
            <p:cNvSpPr/>
            <p:nvPr/>
          </p:nvSpPr>
          <p:spPr>
            <a:xfrm>
              <a:off x="4999114" y="2996512"/>
              <a:ext cx="11260" cy="17073"/>
            </a:xfrm>
            <a:custGeom>
              <a:rect b="b" l="l" r="r" t="t"/>
              <a:pathLst>
                <a:path extrusionOk="0" h="652" w="43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8" name="Google Shape;22628;p96"/>
            <p:cNvSpPr/>
            <p:nvPr/>
          </p:nvSpPr>
          <p:spPr>
            <a:xfrm>
              <a:off x="5067064" y="2996512"/>
              <a:ext cx="11521" cy="17073"/>
            </a:xfrm>
            <a:custGeom>
              <a:rect b="b" l="l" r="r" t="t"/>
              <a:pathLst>
                <a:path extrusionOk="0" h="652" w="44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9" name="Google Shape;22629;p96"/>
            <p:cNvSpPr/>
            <p:nvPr/>
          </p:nvSpPr>
          <p:spPr>
            <a:xfrm>
              <a:off x="4991363" y="2979099"/>
              <a:ext cx="26525" cy="11521"/>
            </a:xfrm>
            <a:custGeom>
              <a:rect b="b" l="l" r="r" t="t"/>
              <a:pathLst>
                <a:path extrusionOk="0" h="440" w="1013">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0" name="Google Shape;22630;p96"/>
            <p:cNvSpPr/>
            <p:nvPr/>
          </p:nvSpPr>
          <p:spPr>
            <a:xfrm>
              <a:off x="5059575" y="2979099"/>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1" name="Google Shape;22631;p96"/>
            <p:cNvSpPr/>
            <p:nvPr/>
          </p:nvSpPr>
          <p:spPr>
            <a:xfrm>
              <a:off x="5013097" y="3033538"/>
              <a:ext cx="51244" cy="22781"/>
            </a:xfrm>
            <a:custGeom>
              <a:rect b="b" l="l" r="r" t="t"/>
              <a:pathLst>
                <a:path extrusionOk="0" h="870" w="1957">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2" name="Google Shape;22632;p96"/>
            <p:cNvSpPr/>
            <p:nvPr/>
          </p:nvSpPr>
          <p:spPr>
            <a:xfrm>
              <a:off x="5033102" y="3172188"/>
              <a:ext cx="11260" cy="11260"/>
            </a:xfrm>
            <a:custGeom>
              <a:rect b="b" l="l" r="r" t="t"/>
              <a:pathLst>
                <a:path extrusionOk="0" h="430" w="43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3" name="Google Shape;22633;p96"/>
            <p:cNvSpPr/>
            <p:nvPr/>
          </p:nvSpPr>
          <p:spPr>
            <a:xfrm>
              <a:off x="5033102" y="3206150"/>
              <a:ext cx="11260" cy="11521"/>
            </a:xfrm>
            <a:custGeom>
              <a:rect b="b" l="l" r="r" t="t"/>
              <a:pathLst>
                <a:path extrusionOk="0" h="440" w="43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4" name="Google Shape;22634;p96"/>
            <p:cNvSpPr/>
            <p:nvPr/>
          </p:nvSpPr>
          <p:spPr>
            <a:xfrm>
              <a:off x="4944413" y="2922383"/>
              <a:ext cx="188637" cy="76460"/>
            </a:xfrm>
            <a:custGeom>
              <a:rect b="b" l="l" r="r" t="t"/>
              <a:pathLst>
                <a:path extrusionOk="0" h="2920" w="7204">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5" name="Google Shape;22635;p96"/>
            <p:cNvSpPr/>
            <p:nvPr/>
          </p:nvSpPr>
          <p:spPr>
            <a:xfrm>
              <a:off x="4976385" y="2879989"/>
              <a:ext cx="150668" cy="65148"/>
            </a:xfrm>
            <a:custGeom>
              <a:rect b="b" l="l" r="r" t="t"/>
              <a:pathLst>
                <a:path extrusionOk="0" h="2488" w="5754">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6" name="Google Shape;22636;p96"/>
            <p:cNvSpPr/>
            <p:nvPr/>
          </p:nvSpPr>
          <p:spPr>
            <a:xfrm>
              <a:off x="4936427" y="3183421"/>
              <a:ext cx="17256" cy="51244"/>
            </a:xfrm>
            <a:custGeom>
              <a:rect b="b" l="l" r="r" t="t"/>
              <a:pathLst>
                <a:path extrusionOk="0" h="1957" w="659">
                  <a:moveTo>
                    <a:pt x="658" y="1"/>
                  </a:moveTo>
                  <a:cubicBezTo>
                    <a:pt x="296" y="1"/>
                    <a:pt x="0" y="297"/>
                    <a:pt x="0" y="659"/>
                  </a:cubicBezTo>
                  <a:lnTo>
                    <a:pt x="0" y="1957"/>
                  </a:lnTo>
                  <a:lnTo>
                    <a:pt x="658" y="1957"/>
                  </a:lnTo>
                  <a:lnTo>
                    <a:pt x="658" y="1"/>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7" name="Google Shape;22637;p96"/>
            <p:cNvSpPr/>
            <p:nvPr/>
          </p:nvSpPr>
          <p:spPr>
            <a:xfrm>
              <a:off x="5123781" y="3183421"/>
              <a:ext cx="16994" cy="51244"/>
            </a:xfrm>
            <a:custGeom>
              <a:rect b="b" l="l" r="r" t="t"/>
              <a:pathLst>
                <a:path extrusionOk="0" h="1957" w="649">
                  <a:moveTo>
                    <a:pt x="0" y="1"/>
                  </a:moveTo>
                  <a:lnTo>
                    <a:pt x="0" y="1957"/>
                  </a:lnTo>
                  <a:lnTo>
                    <a:pt x="649" y="1957"/>
                  </a:lnTo>
                  <a:lnTo>
                    <a:pt x="649" y="659"/>
                  </a:lnTo>
                  <a:cubicBezTo>
                    <a:pt x="649" y="297"/>
                    <a:pt x="363" y="1"/>
                    <a:pt x="0" y="1"/>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8" name="Google Shape;22638;p96"/>
            <p:cNvSpPr/>
            <p:nvPr/>
          </p:nvSpPr>
          <p:spPr>
            <a:xfrm>
              <a:off x="4953657" y="3127725"/>
              <a:ext cx="22755" cy="106940"/>
            </a:xfrm>
            <a:custGeom>
              <a:rect b="b" l="l" r="r" t="t"/>
              <a:pathLst>
                <a:path extrusionOk="0" h="4084" w="869">
                  <a:moveTo>
                    <a:pt x="869" y="0"/>
                  </a:moveTo>
                  <a:lnTo>
                    <a:pt x="0" y="258"/>
                  </a:lnTo>
                  <a:lnTo>
                    <a:pt x="0" y="4084"/>
                  </a:lnTo>
                  <a:lnTo>
                    <a:pt x="869" y="4084"/>
                  </a:lnTo>
                  <a:lnTo>
                    <a:pt x="869"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9" name="Google Shape;22639;p96"/>
            <p:cNvSpPr/>
            <p:nvPr/>
          </p:nvSpPr>
          <p:spPr>
            <a:xfrm>
              <a:off x="5101288" y="3127725"/>
              <a:ext cx="22755" cy="106940"/>
            </a:xfrm>
            <a:custGeom>
              <a:rect b="b" l="l" r="r" t="t"/>
              <a:pathLst>
                <a:path extrusionOk="0" h="4084" w="869">
                  <a:moveTo>
                    <a:pt x="0" y="0"/>
                  </a:moveTo>
                  <a:lnTo>
                    <a:pt x="0" y="4084"/>
                  </a:lnTo>
                  <a:lnTo>
                    <a:pt x="869" y="4084"/>
                  </a:lnTo>
                  <a:lnTo>
                    <a:pt x="869" y="258"/>
                  </a:lnTo>
                  <a:lnTo>
                    <a:pt x="0"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0" name="Google Shape;22640;p96"/>
            <p:cNvSpPr/>
            <p:nvPr/>
          </p:nvSpPr>
          <p:spPr>
            <a:xfrm>
              <a:off x="4953657" y="3183421"/>
              <a:ext cx="11260" cy="51244"/>
            </a:xfrm>
            <a:custGeom>
              <a:rect b="b" l="l" r="r" t="t"/>
              <a:pathLst>
                <a:path extrusionOk="0" h="1957" w="430">
                  <a:moveTo>
                    <a:pt x="0" y="1"/>
                  </a:moveTo>
                  <a:lnTo>
                    <a:pt x="0" y="1957"/>
                  </a:lnTo>
                  <a:lnTo>
                    <a:pt x="430" y="1957"/>
                  </a:lnTo>
                  <a:lnTo>
                    <a:pt x="430" y="440"/>
                  </a:lnTo>
                  <a:cubicBezTo>
                    <a:pt x="430" y="201"/>
                    <a:pt x="239" y="1"/>
                    <a:pt x="0"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1" name="Google Shape;22641;p96"/>
            <p:cNvSpPr/>
            <p:nvPr/>
          </p:nvSpPr>
          <p:spPr>
            <a:xfrm>
              <a:off x="5112521" y="3183421"/>
              <a:ext cx="11286" cy="51244"/>
            </a:xfrm>
            <a:custGeom>
              <a:rect b="b" l="l" r="r" t="t"/>
              <a:pathLst>
                <a:path extrusionOk="0" h="1957" w="431">
                  <a:moveTo>
                    <a:pt x="430" y="1"/>
                  </a:moveTo>
                  <a:cubicBezTo>
                    <a:pt x="192" y="1"/>
                    <a:pt x="1" y="201"/>
                    <a:pt x="1" y="440"/>
                  </a:cubicBezTo>
                  <a:lnTo>
                    <a:pt x="1" y="1957"/>
                  </a:lnTo>
                  <a:lnTo>
                    <a:pt x="430" y="1957"/>
                  </a:lnTo>
                  <a:lnTo>
                    <a:pt x="430"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2" name="Google Shape;22642;p96"/>
            <p:cNvSpPr/>
            <p:nvPr/>
          </p:nvSpPr>
          <p:spPr>
            <a:xfrm>
              <a:off x="5010112" y="2880172"/>
              <a:ext cx="110448" cy="44488"/>
            </a:xfrm>
            <a:custGeom>
              <a:rect b="b" l="l" r="r" t="t"/>
              <a:pathLst>
                <a:path extrusionOk="0" h="1699" w="4218">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643" name="Google Shape;22643;p96"/>
          <p:cNvGrpSpPr/>
          <p:nvPr/>
        </p:nvGrpSpPr>
        <p:grpSpPr>
          <a:xfrm>
            <a:off x="5787713" y="4114507"/>
            <a:ext cx="274550" cy="354728"/>
            <a:chOff x="5803988" y="4268082"/>
            <a:chExt cx="274550" cy="354728"/>
          </a:xfrm>
        </p:grpSpPr>
        <p:sp>
          <p:nvSpPr>
            <p:cNvPr id="22644" name="Google Shape;22644;p96"/>
            <p:cNvSpPr/>
            <p:nvPr/>
          </p:nvSpPr>
          <p:spPr>
            <a:xfrm>
              <a:off x="5803988" y="4519877"/>
              <a:ext cx="274550" cy="102933"/>
            </a:xfrm>
            <a:custGeom>
              <a:rect b="b" l="l" r="r" t="t"/>
              <a:pathLst>
                <a:path extrusionOk="0" h="3931" w="10485">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5" name="Google Shape;22645;p96"/>
            <p:cNvSpPr/>
            <p:nvPr/>
          </p:nvSpPr>
          <p:spPr>
            <a:xfrm>
              <a:off x="5870943" y="4519877"/>
              <a:ext cx="140666" cy="45745"/>
            </a:xfrm>
            <a:custGeom>
              <a:rect b="b" l="l" r="r" t="t"/>
              <a:pathLst>
                <a:path extrusionOk="0" h="1747" w="5372">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6" name="Google Shape;22646;p96"/>
            <p:cNvSpPr/>
            <p:nvPr/>
          </p:nvSpPr>
          <p:spPr>
            <a:xfrm>
              <a:off x="5849707" y="4523124"/>
              <a:ext cx="39984" cy="99686"/>
            </a:xfrm>
            <a:custGeom>
              <a:rect b="b" l="l" r="r" t="t"/>
              <a:pathLst>
                <a:path extrusionOk="0" h="3807" w="1527">
                  <a:moveTo>
                    <a:pt x="1527" y="0"/>
                  </a:moveTo>
                  <a:lnTo>
                    <a:pt x="0" y="458"/>
                  </a:lnTo>
                  <a:lnTo>
                    <a:pt x="0" y="3807"/>
                  </a:lnTo>
                  <a:lnTo>
                    <a:pt x="1527" y="3807"/>
                  </a:lnTo>
                  <a:lnTo>
                    <a:pt x="1527"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7" name="Google Shape;22647;p96"/>
            <p:cNvSpPr/>
            <p:nvPr/>
          </p:nvSpPr>
          <p:spPr>
            <a:xfrm>
              <a:off x="5870943" y="4523360"/>
              <a:ext cx="18748" cy="25007"/>
            </a:xfrm>
            <a:custGeom>
              <a:rect b="b" l="l" r="r" t="t"/>
              <a:pathLst>
                <a:path extrusionOk="0" h="955" w="716">
                  <a:moveTo>
                    <a:pt x="716" y="1"/>
                  </a:moveTo>
                  <a:lnTo>
                    <a:pt x="0" y="211"/>
                  </a:lnTo>
                  <a:cubicBezTo>
                    <a:pt x="200" y="497"/>
                    <a:pt x="439" y="745"/>
                    <a:pt x="716" y="955"/>
                  </a:cubicBezTo>
                  <a:lnTo>
                    <a:pt x="716"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8" name="Google Shape;22648;p96"/>
            <p:cNvSpPr/>
            <p:nvPr/>
          </p:nvSpPr>
          <p:spPr>
            <a:xfrm>
              <a:off x="5992835" y="4523124"/>
              <a:ext cx="39984" cy="99686"/>
            </a:xfrm>
            <a:custGeom>
              <a:rect b="b" l="l" r="r" t="t"/>
              <a:pathLst>
                <a:path extrusionOk="0" h="3807" w="1527">
                  <a:moveTo>
                    <a:pt x="1" y="0"/>
                  </a:moveTo>
                  <a:lnTo>
                    <a:pt x="1" y="3807"/>
                  </a:lnTo>
                  <a:lnTo>
                    <a:pt x="1527" y="3807"/>
                  </a:lnTo>
                  <a:lnTo>
                    <a:pt x="1527" y="458"/>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9" name="Google Shape;22649;p96"/>
            <p:cNvSpPr/>
            <p:nvPr/>
          </p:nvSpPr>
          <p:spPr>
            <a:xfrm>
              <a:off x="5992835" y="4523124"/>
              <a:ext cx="18775" cy="25007"/>
            </a:xfrm>
            <a:custGeom>
              <a:rect b="b" l="l" r="r" t="t"/>
              <a:pathLst>
                <a:path extrusionOk="0" h="955" w="717">
                  <a:moveTo>
                    <a:pt x="1" y="0"/>
                  </a:moveTo>
                  <a:lnTo>
                    <a:pt x="1" y="954"/>
                  </a:lnTo>
                  <a:cubicBezTo>
                    <a:pt x="277" y="744"/>
                    <a:pt x="516" y="496"/>
                    <a:pt x="716" y="220"/>
                  </a:cubicBezTo>
                  <a:lnTo>
                    <a:pt x="1" y="0"/>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0" name="Google Shape;22650;p96"/>
            <p:cNvSpPr/>
            <p:nvPr/>
          </p:nvSpPr>
          <p:spPr>
            <a:xfrm>
              <a:off x="5866924" y="4342500"/>
              <a:ext cx="157395" cy="36274"/>
            </a:xfrm>
            <a:custGeom>
              <a:rect b="b" l="l" r="r" t="t"/>
              <a:pathLst>
                <a:path extrusionOk="0" h="1308" w="5677">
                  <a:moveTo>
                    <a:pt x="0" y="1"/>
                  </a:moveTo>
                  <a:lnTo>
                    <a:pt x="0" y="1308"/>
                  </a:lnTo>
                  <a:lnTo>
                    <a:pt x="5677" y="1308"/>
                  </a:lnTo>
                  <a:lnTo>
                    <a:pt x="5677" y="1"/>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1" name="Google Shape;22651;p96"/>
            <p:cNvSpPr/>
            <p:nvPr/>
          </p:nvSpPr>
          <p:spPr>
            <a:xfrm>
              <a:off x="5844942" y="4376724"/>
              <a:ext cx="192643" cy="74470"/>
            </a:xfrm>
            <a:custGeom>
              <a:rect b="b" l="l" r="r" t="t"/>
              <a:pathLst>
                <a:path extrusionOk="0" h="2844" w="7357">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2" name="Google Shape;22652;p96"/>
            <p:cNvSpPr/>
            <p:nvPr/>
          </p:nvSpPr>
          <p:spPr>
            <a:xfrm>
              <a:off x="5848948" y="4376724"/>
              <a:ext cx="166903" cy="74470"/>
            </a:xfrm>
            <a:custGeom>
              <a:rect b="b" l="l" r="r" t="t"/>
              <a:pathLst>
                <a:path extrusionOk="0" h="2844" w="6374">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3" name="Google Shape;22653;p96"/>
            <p:cNvSpPr/>
            <p:nvPr/>
          </p:nvSpPr>
          <p:spPr>
            <a:xfrm>
              <a:off x="5866937" y="4439699"/>
              <a:ext cx="148652" cy="114428"/>
            </a:xfrm>
            <a:custGeom>
              <a:rect b="b" l="l" r="r" t="t"/>
              <a:pathLst>
                <a:path extrusionOk="0" h="4370" w="5677">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4" name="Google Shape;22654;p96"/>
            <p:cNvSpPr/>
            <p:nvPr/>
          </p:nvSpPr>
          <p:spPr>
            <a:xfrm>
              <a:off x="5901161" y="4405396"/>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5" name="Google Shape;22655;p96"/>
            <p:cNvSpPr/>
            <p:nvPr/>
          </p:nvSpPr>
          <p:spPr>
            <a:xfrm>
              <a:off x="5969844" y="4405396"/>
              <a:ext cx="11521" cy="17334"/>
            </a:xfrm>
            <a:custGeom>
              <a:rect b="b" l="l" r="r" t="t"/>
              <a:pathLst>
                <a:path extrusionOk="0" h="662" w="44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6" name="Google Shape;22656;p96"/>
            <p:cNvSpPr/>
            <p:nvPr/>
          </p:nvSpPr>
          <p:spPr>
            <a:xfrm>
              <a:off x="5915877" y="4456745"/>
              <a:ext cx="50773" cy="17465"/>
            </a:xfrm>
            <a:custGeom>
              <a:rect b="b" l="l" r="r" t="t"/>
              <a:pathLst>
                <a:path extrusionOk="0" h="667" w="1939">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7" name="Google Shape;22657;p96"/>
            <p:cNvSpPr/>
            <p:nvPr/>
          </p:nvSpPr>
          <p:spPr>
            <a:xfrm>
              <a:off x="5884167" y="4268082"/>
              <a:ext cx="160147" cy="138492"/>
            </a:xfrm>
            <a:custGeom>
              <a:rect b="b" l="l" r="r" t="t"/>
              <a:pathLst>
                <a:path extrusionOk="0" h="5289" w="6116">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8" name="Google Shape;22658;p96"/>
            <p:cNvSpPr/>
            <p:nvPr/>
          </p:nvSpPr>
          <p:spPr>
            <a:xfrm>
              <a:off x="5838212" y="4268082"/>
              <a:ext cx="160147" cy="138492"/>
            </a:xfrm>
            <a:custGeom>
              <a:rect b="b" l="l" r="r" t="t"/>
              <a:pathLst>
                <a:path extrusionOk="0" h="5289" w="6116">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9" name="Google Shape;22659;p96"/>
            <p:cNvSpPr/>
            <p:nvPr/>
          </p:nvSpPr>
          <p:spPr>
            <a:xfrm>
              <a:off x="5866701" y="4439699"/>
              <a:ext cx="86201" cy="114428"/>
            </a:xfrm>
            <a:custGeom>
              <a:rect b="b" l="l" r="r" t="t"/>
              <a:pathLst>
                <a:path extrusionOk="0" h="4370" w="3292">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0" name="Google Shape;22660;p96"/>
            <p:cNvSpPr/>
            <p:nvPr/>
          </p:nvSpPr>
          <p:spPr>
            <a:xfrm>
              <a:off x="5935620" y="4571331"/>
              <a:ext cx="11286" cy="11521"/>
            </a:xfrm>
            <a:custGeom>
              <a:rect b="b" l="l" r="r" t="t"/>
              <a:pathLst>
                <a:path extrusionOk="0" h="440" w="431">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1" name="Google Shape;22661;p96"/>
            <p:cNvSpPr/>
            <p:nvPr/>
          </p:nvSpPr>
          <p:spPr>
            <a:xfrm>
              <a:off x="5935620" y="4600056"/>
              <a:ext cx="11286" cy="11260"/>
            </a:xfrm>
            <a:custGeom>
              <a:rect b="b" l="l" r="r" t="t"/>
              <a:pathLst>
                <a:path extrusionOk="0" h="430" w="431">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2" name="Google Shape;22662;p96"/>
            <p:cNvSpPr/>
            <p:nvPr/>
          </p:nvSpPr>
          <p:spPr>
            <a:xfrm>
              <a:off x="5832713" y="4571331"/>
              <a:ext cx="17020" cy="51480"/>
            </a:xfrm>
            <a:custGeom>
              <a:rect b="b" l="l" r="r" t="t"/>
              <a:pathLst>
                <a:path extrusionOk="0" h="1966" w="650">
                  <a:moveTo>
                    <a:pt x="649" y="1"/>
                  </a:moveTo>
                  <a:cubicBezTo>
                    <a:pt x="287" y="1"/>
                    <a:pt x="0" y="296"/>
                    <a:pt x="0" y="659"/>
                  </a:cubicBezTo>
                  <a:lnTo>
                    <a:pt x="0" y="1966"/>
                  </a:lnTo>
                  <a:lnTo>
                    <a:pt x="649" y="1966"/>
                  </a:lnTo>
                  <a:lnTo>
                    <a:pt x="649"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3" name="Google Shape;22663;p96"/>
            <p:cNvSpPr/>
            <p:nvPr/>
          </p:nvSpPr>
          <p:spPr>
            <a:xfrm>
              <a:off x="5849707" y="4571331"/>
              <a:ext cx="11495" cy="51480"/>
            </a:xfrm>
            <a:custGeom>
              <a:rect b="b" l="l" r="r" t="t"/>
              <a:pathLst>
                <a:path extrusionOk="0" h="1966" w="439">
                  <a:moveTo>
                    <a:pt x="0" y="1"/>
                  </a:moveTo>
                  <a:lnTo>
                    <a:pt x="0" y="1966"/>
                  </a:lnTo>
                  <a:lnTo>
                    <a:pt x="439" y="1966"/>
                  </a:lnTo>
                  <a:lnTo>
                    <a:pt x="439" y="439"/>
                  </a:lnTo>
                  <a:cubicBezTo>
                    <a:pt x="439" y="191"/>
                    <a:pt x="239" y="1"/>
                    <a:pt x="0"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4" name="Google Shape;22664;p96"/>
            <p:cNvSpPr/>
            <p:nvPr/>
          </p:nvSpPr>
          <p:spPr>
            <a:xfrm>
              <a:off x="6032793" y="4571331"/>
              <a:ext cx="17282" cy="51480"/>
            </a:xfrm>
            <a:custGeom>
              <a:rect b="b" l="l" r="r" t="t"/>
              <a:pathLst>
                <a:path extrusionOk="0" h="1966" w="660">
                  <a:moveTo>
                    <a:pt x="1" y="1"/>
                  </a:moveTo>
                  <a:lnTo>
                    <a:pt x="1" y="1966"/>
                  </a:lnTo>
                  <a:lnTo>
                    <a:pt x="659" y="1966"/>
                  </a:lnTo>
                  <a:lnTo>
                    <a:pt x="659" y="659"/>
                  </a:lnTo>
                  <a:cubicBezTo>
                    <a:pt x="650" y="296"/>
                    <a:pt x="363" y="1"/>
                    <a:pt x="1"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5" name="Google Shape;22665;p96"/>
            <p:cNvSpPr/>
            <p:nvPr/>
          </p:nvSpPr>
          <p:spPr>
            <a:xfrm>
              <a:off x="6021324" y="4571331"/>
              <a:ext cx="11495" cy="51480"/>
            </a:xfrm>
            <a:custGeom>
              <a:rect b="b" l="l" r="r" t="t"/>
              <a:pathLst>
                <a:path extrusionOk="0" h="1966" w="439">
                  <a:moveTo>
                    <a:pt x="439" y="1"/>
                  </a:moveTo>
                  <a:cubicBezTo>
                    <a:pt x="191" y="1"/>
                    <a:pt x="0" y="191"/>
                    <a:pt x="0" y="439"/>
                  </a:cubicBezTo>
                  <a:lnTo>
                    <a:pt x="0" y="1966"/>
                  </a:lnTo>
                  <a:lnTo>
                    <a:pt x="439" y="1966"/>
                  </a:lnTo>
                  <a:lnTo>
                    <a:pt x="439" y="1"/>
                  </a:ln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666" name="Google Shape;22666;p96"/>
          <p:cNvGrpSpPr/>
          <p:nvPr/>
        </p:nvGrpSpPr>
        <p:grpSpPr>
          <a:xfrm>
            <a:off x="5336074" y="4114507"/>
            <a:ext cx="274550" cy="354728"/>
            <a:chOff x="5352349" y="4268082"/>
            <a:chExt cx="274550" cy="354728"/>
          </a:xfrm>
        </p:grpSpPr>
        <p:sp>
          <p:nvSpPr>
            <p:cNvPr id="22667" name="Google Shape;22667;p96"/>
            <p:cNvSpPr/>
            <p:nvPr/>
          </p:nvSpPr>
          <p:spPr>
            <a:xfrm>
              <a:off x="5352349" y="4502647"/>
              <a:ext cx="274550" cy="120163"/>
            </a:xfrm>
            <a:custGeom>
              <a:rect b="b" l="l" r="r" t="t"/>
              <a:pathLst>
                <a:path extrusionOk="0" h="4589" w="10485">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8" name="Google Shape;22668;p96"/>
            <p:cNvSpPr/>
            <p:nvPr/>
          </p:nvSpPr>
          <p:spPr>
            <a:xfrm>
              <a:off x="5449522" y="4468424"/>
              <a:ext cx="80205" cy="154387"/>
            </a:xfrm>
            <a:custGeom>
              <a:rect b="b" l="l" r="r" t="t"/>
              <a:pathLst>
                <a:path extrusionOk="0" h="5896" w="3063">
                  <a:moveTo>
                    <a:pt x="0" y="0"/>
                  </a:moveTo>
                  <a:lnTo>
                    <a:pt x="0" y="5896"/>
                  </a:lnTo>
                  <a:lnTo>
                    <a:pt x="3062" y="5896"/>
                  </a:lnTo>
                  <a:lnTo>
                    <a:pt x="3062"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9" name="Google Shape;22669;p96"/>
            <p:cNvSpPr/>
            <p:nvPr/>
          </p:nvSpPr>
          <p:spPr>
            <a:xfrm>
              <a:off x="5449522" y="4468162"/>
              <a:ext cx="80205" cy="28882"/>
            </a:xfrm>
            <a:custGeom>
              <a:rect b="b" l="l" r="r" t="t"/>
              <a:pathLst>
                <a:path extrusionOk="0" h="1103" w="3063">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0" name="Google Shape;22670;p96"/>
            <p:cNvSpPr/>
            <p:nvPr/>
          </p:nvSpPr>
          <p:spPr>
            <a:xfrm>
              <a:off x="5529700" y="4456928"/>
              <a:ext cx="64729" cy="165882"/>
            </a:xfrm>
            <a:custGeom>
              <a:rect b="b" l="l" r="r" t="t"/>
              <a:pathLst>
                <a:path extrusionOk="0" h="6335" w="2472">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1" name="Google Shape;22671;p96"/>
            <p:cNvSpPr/>
            <p:nvPr/>
          </p:nvSpPr>
          <p:spPr>
            <a:xfrm>
              <a:off x="5384819" y="4456928"/>
              <a:ext cx="64965" cy="165882"/>
            </a:xfrm>
            <a:custGeom>
              <a:rect b="b" l="l" r="r" t="t"/>
              <a:pathLst>
                <a:path extrusionOk="0" h="6335" w="2481">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2" name="Google Shape;22672;p96"/>
            <p:cNvSpPr/>
            <p:nvPr/>
          </p:nvSpPr>
          <p:spPr>
            <a:xfrm>
              <a:off x="5449522" y="4523622"/>
              <a:ext cx="80205" cy="99189"/>
            </a:xfrm>
            <a:custGeom>
              <a:rect b="b" l="l" r="r" t="t"/>
              <a:pathLst>
                <a:path extrusionOk="0" h="3788" w="3063">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3" name="Google Shape;22673;p96"/>
            <p:cNvSpPr/>
            <p:nvPr/>
          </p:nvSpPr>
          <p:spPr>
            <a:xfrm>
              <a:off x="5449522" y="4523622"/>
              <a:ext cx="80205" cy="42053"/>
            </a:xfrm>
            <a:custGeom>
              <a:rect b="b" l="l" r="r" t="t"/>
              <a:pathLst>
                <a:path extrusionOk="0" h="1606" w="3063">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4" name="Google Shape;22674;p96"/>
            <p:cNvSpPr/>
            <p:nvPr/>
          </p:nvSpPr>
          <p:spPr>
            <a:xfrm>
              <a:off x="5398042" y="4273817"/>
              <a:ext cx="183138" cy="125924"/>
            </a:xfrm>
            <a:custGeom>
              <a:rect b="b" l="l" r="r" t="t"/>
              <a:pathLst>
                <a:path extrusionOk="0" h="4809" w="6994">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5" name="Google Shape;22675;p96"/>
            <p:cNvSpPr/>
            <p:nvPr/>
          </p:nvSpPr>
          <p:spPr>
            <a:xfrm>
              <a:off x="5397833" y="4273817"/>
              <a:ext cx="106154" cy="125924"/>
            </a:xfrm>
            <a:custGeom>
              <a:rect b="b" l="l" r="r" t="t"/>
              <a:pathLst>
                <a:path extrusionOk="0" h="4809" w="4054">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6" name="Google Shape;22676;p96"/>
            <p:cNvSpPr/>
            <p:nvPr/>
          </p:nvSpPr>
          <p:spPr>
            <a:xfrm>
              <a:off x="5363818" y="4348261"/>
              <a:ext cx="251585" cy="91438"/>
            </a:xfrm>
            <a:custGeom>
              <a:rect b="b" l="l" r="r" t="t"/>
              <a:pathLst>
                <a:path extrusionOk="0" h="3492" w="9608">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7" name="Google Shape;22677;p96"/>
            <p:cNvSpPr/>
            <p:nvPr/>
          </p:nvSpPr>
          <p:spPr>
            <a:xfrm>
              <a:off x="5363818" y="4359494"/>
              <a:ext cx="251585" cy="91700"/>
            </a:xfrm>
            <a:custGeom>
              <a:rect b="b" l="l" r="r" t="t"/>
              <a:pathLst>
                <a:path extrusionOk="0" h="3502" w="9608">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8" name="Google Shape;22678;p96"/>
            <p:cNvSpPr/>
            <p:nvPr/>
          </p:nvSpPr>
          <p:spPr>
            <a:xfrm>
              <a:off x="5394298" y="4359756"/>
              <a:ext cx="190627" cy="125924"/>
            </a:xfrm>
            <a:custGeom>
              <a:rect b="b" l="l" r="r" t="t"/>
              <a:pathLst>
                <a:path extrusionOk="0" h="4809" w="728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9" name="Google Shape;22679;p96"/>
            <p:cNvSpPr/>
            <p:nvPr/>
          </p:nvSpPr>
          <p:spPr>
            <a:xfrm>
              <a:off x="5397047" y="4359756"/>
              <a:ext cx="144175" cy="125688"/>
            </a:xfrm>
            <a:custGeom>
              <a:rect b="b" l="l" r="r" t="t"/>
              <a:pathLst>
                <a:path extrusionOk="0" h="4800" w="5506">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0" name="Google Shape;22680;p96"/>
            <p:cNvSpPr/>
            <p:nvPr/>
          </p:nvSpPr>
          <p:spPr>
            <a:xfrm>
              <a:off x="5466752" y="4268082"/>
              <a:ext cx="45745" cy="65201"/>
            </a:xfrm>
            <a:custGeom>
              <a:rect b="b" l="l" r="r" t="t"/>
              <a:pathLst>
                <a:path extrusionOk="0" h="2490" w="1747">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1" name="Google Shape;22681;p96"/>
            <p:cNvSpPr/>
            <p:nvPr/>
          </p:nvSpPr>
          <p:spPr>
            <a:xfrm>
              <a:off x="5466752" y="4268082"/>
              <a:ext cx="22755" cy="65201"/>
            </a:xfrm>
            <a:custGeom>
              <a:rect b="b" l="l" r="r" t="t"/>
              <a:pathLst>
                <a:path extrusionOk="0" h="2490" w="869">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2" name="Google Shape;22682;p96"/>
            <p:cNvSpPr/>
            <p:nvPr/>
          </p:nvSpPr>
          <p:spPr>
            <a:xfrm>
              <a:off x="5449522" y="4388350"/>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3" name="Google Shape;22683;p96"/>
            <p:cNvSpPr/>
            <p:nvPr/>
          </p:nvSpPr>
          <p:spPr>
            <a:xfrm>
              <a:off x="5518205" y="4388350"/>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4" name="Google Shape;22684;p96"/>
            <p:cNvSpPr/>
            <p:nvPr/>
          </p:nvSpPr>
          <p:spPr>
            <a:xfrm>
              <a:off x="5442007" y="4371251"/>
              <a:ext cx="26525" cy="11260"/>
            </a:xfrm>
            <a:custGeom>
              <a:rect b="b" l="l" r="r" t="t"/>
              <a:pathLst>
                <a:path extrusionOk="0" h="430" w="1013">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5" name="Google Shape;22685;p96"/>
            <p:cNvSpPr/>
            <p:nvPr/>
          </p:nvSpPr>
          <p:spPr>
            <a:xfrm>
              <a:off x="5464264" y="4428230"/>
              <a:ext cx="50720" cy="17256"/>
            </a:xfrm>
            <a:custGeom>
              <a:rect b="b" l="l" r="r" t="t"/>
              <a:pathLst>
                <a:path extrusionOk="0" h="659" w="1937">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6" name="Google Shape;22686;p96"/>
            <p:cNvSpPr/>
            <p:nvPr/>
          </p:nvSpPr>
          <p:spPr>
            <a:xfrm>
              <a:off x="5510716" y="4371251"/>
              <a:ext cx="26499" cy="11260"/>
            </a:xfrm>
            <a:custGeom>
              <a:rect b="b" l="l" r="r" t="t"/>
              <a:pathLst>
                <a:path extrusionOk="0" h="430" w="1012">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7" name="Google Shape;22687;p96"/>
            <p:cNvSpPr/>
            <p:nvPr/>
          </p:nvSpPr>
          <p:spPr>
            <a:xfrm>
              <a:off x="5403803" y="4359756"/>
              <a:ext cx="23017" cy="30244"/>
            </a:xfrm>
            <a:custGeom>
              <a:rect b="b" l="l" r="r" t="t"/>
              <a:pathLst>
                <a:path extrusionOk="0" h="1155" w="879">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8" name="Google Shape;22688;p96"/>
            <p:cNvSpPr/>
            <p:nvPr/>
          </p:nvSpPr>
          <p:spPr>
            <a:xfrm>
              <a:off x="5552429" y="4359756"/>
              <a:ext cx="23017" cy="30244"/>
            </a:xfrm>
            <a:custGeom>
              <a:rect b="b" l="l" r="r" t="t"/>
              <a:pathLst>
                <a:path extrusionOk="0" h="1155" w="879">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689" name="Google Shape;22689;p96"/>
          <p:cNvGrpSpPr/>
          <p:nvPr/>
        </p:nvGrpSpPr>
        <p:grpSpPr>
          <a:xfrm>
            <a:off x="7590551" y="2265715"/>
            <a:ext cx="274550" cy="354728"/>
            <a:chOff x="7606826" y="2419290"/>
            <a:chExt cx="274550" cy="354728"/>
          </a:xfrm>
        </p:grpSpPr>
        <p:sp>
          <p:nvSpPr>
            <p:cNvPr id="22690" name="Google Shape;22690;p96"/>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1" name="Google Shape;22691;p96"/>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2" name="Google Shape;22692;p96"/>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3" name="Google Shape;22693;p96"/>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4" name="Google Shape;22694;p96"/>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5" name="Google Shape;22695;p96"/>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6" name="Google Shape;22696;p96"/>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7" name="Google Shape;22697;p96"/>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8" name="Google Shape;22698;p96"/>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9" name="Google Shape;22699;p96"/>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0" name="Google Shape;22700;p96"/>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1" name="Google Shape;22701;p96"/>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2" name="Google Shape;22702;p96"/>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3" name="Google Shape;22703;p96"/>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4" name="Google Shape;22704;p96"/>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705" name="Google Shape;22705;p96"/>
          <p:cNvGrpSpPr/>
          <p:nvPr/>
        </p:nvGrpSpPr>
        <p:grpSpPr>
          <a:xfrm>
            <a:off x="7139907" y="2265715"/>
            <a:ext cx="274550" cy="354728"/>
            <a:chOff x="7156182" y="2419290"/>
            <a:chExt cx="274550" cy="354728"/>
          </a:xfrm>
        </p:grpSpPr>
        <p:sp>
          <p:nvSpPr>
            <p:cNvPr id="22706" name="Google Shape;22706;p96"/>
            <p:cNvSpPr/>
            <p:nvPr/>
          </p:nvSpPr>
          <p:spPr>
            <a:xfrm>
              <a:off x="7156182" y="2602402"/>
              <a:ext cx="274550" cy="171616"/>
            </a:xfrm>
            <a:custGeom>
              <a:rect b="b" l="l" r="r" t="t"/>
              <a:pathLst>
                <a:path extrusionOk="0" h="6554" w="10485">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7" name="Google Shape;22707;p96"/>
            <p:cNvSpPr/>
            <p:nvPr/>
          </p:nvSpPr>
          <p:spPr>
            <a:xfrm>
              <a:off x="7156182" y="2654353"/>
              <a:ext cx="274550" cy="119665"/>
            </a:xfrm>
            <a:custGeom>
              <a:rect b="b" l="l" r="r" t="t"/>
              <a:pathLst>
                <a:path extrusionOk="0" h="4570" w="10485">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8" name="Google Shape;22708;p96"/>
            <p:cNvSpPr/>
            <p:nvPr/>
          </p:nvSpPr>
          <p:spPr>
            <a:xfrm>
              <a:off x="7253354" y="2602402"/>
              <a:ext cx="80205" cy="28620"/>
            </a:xfrm>
            <a:custGeom>
              <a:rect b="b" l="l" r="r" t="t"/>
              <a:pathLst>
                <a:path extrusionOk="0" h="1093" w="3063">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9" name="Google Shape;22709;p96"/>
            <p:cNvSpPr/>
            <p:nvPr/>
          </p:nvSpPr>
          <p:spPr>
            <a:xfrm>
              <a:off x="7197135" y="2487974"/>
              <a:ext cx="192381" cy="131423"/>
            </a:xfrm>
            <a:custGeom>
              <a:rect b="b" l="l" r="r" t="t"/>
              <a:pathLst>
                <a:path extrusionOk="0" h="5019" w="7347">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0" name="Google Shape;22710;p96"/>
            <p:cNvSpPr/>
            <p:nvPr/>
          </p:nvSpPr>
          <p:spPr>
            <a:xfrm>
              <a:off x="7201141" y="2499469"/>
              <a:ext cx="155408" cy="120163"/>
            </a:xfrm>
            <a:custGeom>
              <a:rect b="b" l="l" r="r" t="t"/>
              <a:pathLst>
                <a:path extrusionOk="0" h="4589" w="5935">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1" name="Google Shape;22711;p96"/>
            <p:cNvSpPr/>
            <p:nvPr/>
          </p:nvSpPr>
          <p:spPr>
            <a:xfrm>
              <a:off x="7253354" y="2522328"/>
              <a:ext cx="11495" cy="17125"/>
            </a:xfrm>
            <a:custGeom>
              <a:rect b="b" l="l" r="r" t="t"/>
              <a:pathLst>
                <a:path extrusionOk="0" h="654" w="439">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2" name="Google Shape;22712;p96"/>
            <p:cNvSpPr/>
            <p:nvPr/>
          </p:nvSpPr>
          <p:spPr>
            <a:xfrm>
              <a:off x="7322038" y="2522328"/>
              <a:ext cx="11260" cy="17125"/>
            </a:xfrm>
            <a:custGeom>
              <a:rect b="b" l="l" r="r" t="t"/>
              <a:pathLst>
                <a:path extrusionOk="0" h="654" w="43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3" name="Google Shape;22713;p96"/>
            <p:cNvSpPr/>
            <p:nvPr/>
          </p:nvSpPr>
          <p:spPr>
            <a:xfrm>
              <a:off x="7197109" y="2657574"/>
              <a:ext cx="191439" cy="81750"/>
            </a:xfrm>
            <a:custGeom>
              <a:rect b="b" l="l" r="r" t="t"/>
              <a:pathLst>
                <a:path extrusionOk="0" h="3122" w="7311">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4" name="Google Shape;22714;p96"/>
            <p:cNvSpPr/>
            <p:nvPr/>
          </p:nvSpPr>
          <p:spPr>
            <a:xfrm>
              <a:off x="7159926" y="2476478"/>
              <a:ext cx="64729" cy="11521"/>
            </a:xfrm>
            <a:custGeom>
              <a:rect b="b" l="l" r="r" t="t"/>
              <a:pathLst>
                <a:path extrusionOk="0" h="440" w="2472">
                  <a:moveTo>
                    <a:pt x="286" y="1"/>
                  </a:moveTo>
                  <a:cubicBezTo>
                    <a:pt x="0" y="1"/>
                    <a:pt x="0" y="440"/>
                    <a:pt x="286" y="440"/>
                  </a:cubicBezTo>
                  <a:lnTo>
                    <a:pt x="2471" y="440"/>
                  </a:lnTo>
                  <a:lnTo>
                    <a:pt x="2471" y="1"/>
                  </a:ln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5" name="Google Shape;22715;p96"/>
            <p:cNvSpPr/>
            <p:nvPr/>
          </p:nvSpPr>
          <p:spPr>
            <a:xfrm>
              <a:off x="7285824" y="2562182"/>
              <a:ext cx="26499" cy="11495"/>
            </a:xfrm>
            <a:custGeom>
              <a:rect b="b" l="l" r="r" t="t"/>
              <a:pathLst>
                <a:path extrusionOk="0" h="439" w="1012">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6" name="Google Shape;22716;p96"/>
            <p:cNvSpPr/>
            <p:nvPr/>
          </p:nvSpPr>
          <p:spPr>
            <a:xfrm>
              <a:off x="7220623" y="2654589"/>
              <a:ext cx="145405" cy="62242"/>
            </a:xfrm>
            <a:custGeom>
              <a:rect b="b" l="l" r="r" t="t"/>
              <a:pathLst>
                <a:path extrusionOk="0" h="2377" w="5553">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7" name="Google Shape;22717;p96"/>
            <p:cNvSpPr/>
            <p:nvPr/>
          </p:nvSpPr>
          <p:spPr>
            <a:xfrm>
              <a:off x="7218869" y="2487974"/>
              <a:ext cx="148914" cy="22755"/>
            </a:xfrm>
            <a:custGeom>
              <a:rect b="b" l="l" r="r" t="t"/>
              <a:pathLst>
                <a:path extrusionOk="0" h="869" w="5687">
                  <a:moveTo>
                    <a:pt x="1" y="1"/>
                  </a:moveTo>
                  <a:lnTo>
                    <a:pt x="1" y="869"/>
                  </a:lnTo>
                  <a:lnTo>
                    <a:pt x="5686" y="869"/>
                  </a:lnTo>
                  <a:lnTo>
                    <a:pt x="5686" y="1"/>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8" name="Google Shape;22718;p96"/>
            <p:cNvSpPr/>
            <p:nvPr/>
          </p:nvSpPr>
          <p:spPr>
            <a:xfrm>
              <a:off x="7213370" y="2419290"/>
              <a:ext cx="159912" cy="68709"/>
            </a:xfrm>
            <a:custGeom>
              <a:rect b="b" l="l" r="r" t="t"/>
              <a:pathLst>
                <a:path extrusionOk="0" h="2624" w="6107">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9" name="Google Shape;22719;p96"/>
            <p:cNvSpPr/>
            <p:nvPr/>
          </p:nvSpPr>
          <p:spPr>
            <a:xfrm>
              <a:off x="7213370" y="2419290"/>
              <a:ext cx="100210" cy="68709"/>
            </a:xfrm>
            <a:custGeom>
              <a:rect b="b" l="l" r="r" t="t"/>
              <a:pathLst>
                <a:path extrusionOk="0" h="2624" w="3827">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0" name="Google Shape;22720;p96"/>
            <p:cNvSpPr/>
            <p:nvPr/>
          </p:nvSpPr>
          <p:spPr>
            <a:xfrm>
              <a:off x="7341781" y="2453514"/>
              <a:ext cx="23514" cy="17256"/>
            </a:xfrm>
            <a:custGeom>
              <a:rect b="b" l="l" r="r" t="t"/>
              <a:pathLst>
                <a:path extrusionOk="0" h="659" w="898">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721" name="Google Shape;22721;p96"/>
          <p:cNvGrpSpPr/>
          <p:nvPr/>
        </p:nvGrpSpPr>
        <p:grpSpPr>
          <a:xfrm>
            <a:off x="6689001" y="2265715"/>
            <a:ext cx="274812" cy="354728"/>
            <a:chOff x="6705276" y="2419290"/>
            <a:chExt cx="274812" cy="354728"/>
          </a:xfrm>
        </p:grpSpPr>
        <p:sp>
          <p:nvSpPr>
            <p:cNvPr id="22722" name="Google Shape;22722;p96"/>
            <p:cNvSpPr/>
            <p:nvPr/>
          </p:nvSpPr>
          <p:spPr>
            <a:xfrm>
              <a:off x="6705538" y="2608136"/>
              <a:ext cx="274550" cy="165882"/>
            </a:xfrm>
            <a:custGeom>
              <a:rect b="b" l="l" r="r" t="t"/>
              <a:pathLst>
                <a:path extrusionOk="0" h="6335" w="10485">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3" name="Google Shape;22723;p96"/>
            <p:cNvSpPr/>
            <p:nvPr/>
          </p:nvSpPr>
          <p:spPr>
            <a:xfrm>
              <a:off x="6705276" y="2651604"/>
              <a:ext cx="274812" cy="122415"/>
            </a:xfrm>
            <a:custGeom>
              <a:rect b="b" l="l" r="r" t="t"/>
              <a:pathLst>
                <a:path extrusionOk="0" h="4675" w="10495">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4" name="Google Shape;22724;p96"/>
            <p:cNvSpPr/>
            <p:nvPr/>
          </p:nvSpPr>
          <p:spPr>
            <a:xfrm>
              <a:off x="6773959" y="2656343"/>
              <a:ext cx="137681" cy="117675"/>
            </a:xfrm>
            <a:custGeom>
              <a:rect b="b" l="l" r="r" t="t"/>
              <a:pathLst>
                <a:path extrusionOk="0" h="4494" w="5258">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5" name="Google Shape;22725;p96"/>
            <p:cNvSpPr/>
            <p:nvPr/>
          </p:nvSpPr>
          <p:spPr>
            <a:xfrm>
              <a:off x="6780479" y="2656343"/>
              <a:ext cx="124405" cy="46321"/>
            </a:xfrm>
            <a:custGeom>
              <a:rect b="b" l="l" r="r" t="t"/>
              <a:pathLst>
                <a:path extrusionOk="0" h="1769" w="4751">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6" name="Google Shape;22726;p96"/>
            <p:cNvSpPr/>
            <p:nvPr/>
          </p:nvSpPr>
          <p:spPr>
            <a:xfrm>
              <a:off x="6825439" y="2693814"/>
              <a:ext cx="34486" cy="80205"/>
            </a:xfrm>
            <a:custGeom>
              <a:rect b="b" l="l" r="r" t="t"/>
              <a:pathLst>
                <a:path extrusionOk="0" h="3063" w="1317">
                  <a:moveTo>
                    <a:pt x="344" y="1"/>
                  </a:moveTo>
                  <a:lnTo>
                    <a:pt x="0" y="3063"/>
                  </a:lnTo>
                  <a:lnTo>
                    <a:pt x="1317" y="3063"/>
                  </a:lnTo>
                  <a:lnTo>
                    <a:pt x="973"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7" name="Google Shape;22727;p96"/>
            <p:cNvSpPr/>
            <p:nvPr/>
          </p:nvSpPr>
          <p:spPr>
            <a:xfrm>
              <a:off x="6819678" y="2665351"/>
              <a:ext cx="46007" cy="34250"/>
            </a:xfrm>
            <a:custGeom>
              <a:rect b="b" l="l" r="r" t="t"/>
              <a:pathLst>
                <a:path extrusionOk="0" h="1308" w="1757">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8" name="Google Shape;22728;p96"/>
            <p:cNvSpPr/>
            <p:nvPr/>
          </p:nvSpPr>
          <p:spPr>
            <a:xfrm>
              <a:off x="6802710" y="2608136"/>
              <a:ext cx="79943" cy="22886"/>
            </a:xfrm>
            <a:custGeom>
              <a:rect b="b" l="l" r="r" t="t"/>
              <a:pathLst>
                <a:path extrusionOk="0" h="874" w="3053">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9" name="Google Shape;22729;p96"/>
            <p:cNvSpPr/>
            <p:nvPr/>
          </p:nvSpPr>
          <p:spPr>
            <a:xfrm>
              <a:off x="6722768" y="2447753"/>
              <a:ext cx="62713" cy="143180"/>
            </a:xfrm>
            <a:custGeom>
              <a:rect b="b" l="l" r="r" t="t"/>
              <a:pathLst>
                <a:path extrusionOk="0" h="5468" w="2395">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0" name="Google Shape;22730;p96"/>
            <p:cNvSpPr/>
            <p:nvPr/>
          </p:nvSpPr>
          <p:spPr>
            <a:xfrm>
              <a:off x="6900119" y="2447753"/>
              <a:ext cx="62477" cy="143180"/>
            </a:xfrm>
            <a:custGeom>
              <a:rect b="b" l="l" r="r" t="t"/>
              <a:pathLst>
                <a:path extrusionOk="0" h="5468" w="2386">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1" name="Google Shape;22731;p96"/>
            <p:cNvSpPr/>
            <p:nvPr/>
          </p:nvSpPr>
          <p:spPr>
            <a:xfrm>
              <a:off x="6745732" y="2419290"/>
              <a:ext cx="193874" cy="200368"/>
            </a:xfrm>
            <a:custGeom>
              <a:rect b="b" l="l" r="r" t="t"/>
              <a:pathLst>
                <a:path extrusionOk="0" h="7652" w="7404">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2" name="Google Shape;22732;p96"/>
            <p:cNvSpPr/>
            <p:nvPr/>
          </p:nvSpPr>
          <p:spPr>
            <a:xfrm>
              <a:off x="6796950"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3" name="Google Shape;22733;p96"/>
            <p:cNvSpPr/>
            <p:nvPr/>
          </p:nvSpPr>
          <p:spPr>
            <a:xfrm>
              <a:off x="6859898"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4" name="Google Shape;22734;p96"/>
            <p:cNvSpPr/>
            <p:nvPr/>
          </p:nvSpPr>
          <p:spPr>
            <a:xfrm>
              <a:off x="6745732" y="2419316"/>
              <a:ext cx="111443" cy="200237"/>
            </a:xfrm>
            <a:custGeom>
              <a:rect b="b" l="l" r="r" t="t"/>
              <a:pathLst>
                <a:path extrusionOk="0" h="7647" w="4256">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5" name="Google Shape;22735;p96"/>
            <p:cNvSpPr/>
            <p:nvPr/>
          </p:nvSpPr>
          <p:spPr>
            <a:xfrm>
              <a:off x="6805434" y="2516594"/>
              <a:ext cx="11521" cy="17125"/>
            </a:xfrm>
            <a:custGeom>
              <a:rect b="b" l="l" r="r" t="t"/>
              <a:pathLst>
                <a:path extrusionOk="0" h="654" w="44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6" name="Google Shape;22736;p96"/>
            <p:cNvSpPr/>
            <p:nvPr/>
          </p:nvSpPr>
          <p:spPr>
            <a:xfrm>
              <a:off x="6817400" y="2562103"/>
              <a:ext cx="50563" cy="17361"/>
            </a:xfrm>
            <a:custGeom>
              <a:rect b="b" l="l" r="r" t="t"/>
              <a:pathLst>
                <a:path extrusionOk="0" h="663" w="1931">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7" name="Google Shape;22737;p96"/>
            <p:cNvSpPr/>
            <p:nvPr/>
          </p:nvSpPr>
          <p:spPr>
            <a:xfrm>
              <a:off x="6794960" y="2493734"/>
              <a:ext cx="32496" cy="11260"/>
            </a:xfrm>
            <a:custGeom>
              <a:rect b="b" l="l" r="r" t="t"/>
              <a:pathLst>
                <a:path extrusionOk="0" h="430" w="1241">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8" name="Google Shape;22738;p96"/>
            <p:cNvSpPr/>
            <p:nvPr/>
          </p:nvSpPr>
          <p:spPr>
            <a:xfrm>
              <a:off x="6868409" y="2516594"/>
              <a:ext cx="11495" cy="17125"/>
            </a:xfrm>
            <a:custGeom>
              <a:rect b="b" l="l" r="r" t="t"/>
              <a:pathLst>
                <a:path extrusionOk="0" h="654" w="439">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9" name="Google Shape;22739;p96"/>
            <p:cNvSpPr/>
            <p:nvPr/>
          </p:nvSpPr>
          <p:spPr>
            <a:xfrm>
              <a:off x="6857908" y="2493734"/>
              <a:ext cx="32496" cy="11260"/>
            </a:xfrm>
            <a:custGeom>
              <a:rect b="b" l="l" r="r" t="t"/>
              <a:pathLst>
                <a:path extrusionOk="0" h="430" w="1241">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0" name="Google Shape;22740;p96"/>
            <p:cNvSpPr/>
            <p:nvPr/>
          </p:nvSpPr>
          <p:spPr>
            <a:xfrm>
              <a:off x="6754975" y="2516463"/>
              <a:ext cx="43755" cy="11521"/>
            </a:xfrm>
            <a:custGeom>
              <a:rect b="b" l="l" r="r" t="t"/>
              <a:pathLst>
                <a:path extrusionOk="0" h="440" w="1671">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1" name="Google Shape;22741;p96"/>
            <p:cNvSpPr/>
            <p:nvPr/>
          </p:nvSpPr>
          <p:spPr>
            <a:xfrm>
              <a:off x="6886633" y="2516463"/>
              <a:ext cx="43729" cy="11521"/>
            </a:xfrm>
            <a:custGeom>
              <a:rect b="b" l="l" r="r" t="t"/>
              <a:pathLst>
                <a:path extrusionOk="0" h="440" w="167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2" name="Google Shape;22742;p96"/>
            <p:cNvSpPr/>
            <p:nvPr/>
          </p:nvSpPr>
          <p:spPr>
            <a:xfrm>
              <a:off x="6825675" y="2516463"/>
              <a:ext cx="34250" cy="22990"/>
            </a:xfrm>
            <a:custGeom>
              <a:rect b="b" l="l" r="r" t="t"/>
              <a:pathLst>
                <a:path extrusionOk="0" h="878" w="1308">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3" name="Google Shape;22743;p96"/>
            <p:cNvSpPr/>
            <p:nvPr/>
          </p:nvSpPr>
          <p:spPr>
            <a:xfrm>
              <a:off x="6825439" y="2596641"/>
              <a:ext cx="34486" cy="34250"/>
            </a:xfrm>
            <a:custGeom>
              <a:rect b="b" l="l" r="r" t="t"/>
              <a:pathLst>
                <a:path extrusionOk="0" h="1308" w="1317">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4" name="Google Shape;22744;p96"/>
            <p:cNvSpPr/>
            <p:nvPr/>
          </p:nvSpPr>
          <p:spPr>
            <a:xfrm>
              <a:off x="6783726" y="2640868"/>
              <a:ext cx="58969" cy="50380"/>
            </a:xfrm>
            <a:custGeom>
              <a:rect b="b" l="l" r="r" t="t"/>
              <a:pathLst>
                <a:path extrusionOk="0" h="1924" w="2252">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5" name="Google Shape;22745;p96"/>
            <p:cNvSpPr/>
            <p:nvPr/>
          </p:nvSpPr>
          <p:spPr>
            <a:xfrm>
              <a:off x="6842669" y="2640868"/>
              <a:ext cx="58969" cy="50380"/>
            </a:xfrm>
            <a:custGeom>
              <a:rect b="b" l="l" r="r" t="t"/>
              <a:pathLst>
                <a:path extrusionOk="0" h="1924" w="2252">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6" name="Google Shape;22746;p96"/>
            <p:cNvSpPr/>
            <p:nvPr/>
          </p:nvSpPr>
          <p:spPr>
            <a:xfrm>
              <a:off x="6734499" y="2625131"/>
              <a:ext cx="68238" cy="148888"/>
            </a:xfrm>
            <a:custGeom>
              <a:rect b="b" l="l" r="r" t="t"/>
              <a:pathLst>
                <a:path extrusionOk="0" h="5686" w="2606">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7" name="Google Shape;22747;p96"/>
            <p:cNvSpPr/>
            <p:nvPr/>
          </p:nvSpPr>
          <p:spPr>
            <a:xfrm>
              <a:off x="6882627" y="2625131"/>
              <a:ext cx="68238" cy="148888"/>
            </a:xfrm>
            <a:custGeom>
              <a:rect b="b" l="l" r="r" t="t"/>
              <a:pathLst>
                <a:path extrusionOk="0" h="5686" w="2606">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8" name="Google Shape;22748;p96"/>
            <p:cNvSpPr/>
            <p:nvPr/>
          </p:nvSpPr>
          <p:spPr>
            <a:xfrm>
              <a:off x="6785455" y="2510702"/>
              <a:ext cx="51506" cy="40246"/>
            </a:xfrm>
            <a:custGeom>
              <a:rect b="b" l="l" r="r" t="t"/>
              <a:pathLst>
                <a:path extrusionOk="0" h="1537" w="1967">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9" name="Google Shape;22749;p96"/>
            <p:cNvSpPr/>
            <p:nvPr/>
          </p:nvSpPr>
          <p:spPr>
            <a:xfrm>
              <a:off x="6848403" y="2510702"/>
              <a:ext cx="51506" cy="40246"/>
            </a:xfrm>
            <a:custGeom>
              <a:rect b="b" l="l" r="r" t="t"/>
              <a:pathLst>
                <a:path extrusionOk="0" h="1537" w="1967">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750" name="Google Shape;22750;p96"/>
          <p:cNvGrpSpPr/>
          <p:nvPr/>
        </p:nvGrpSpPr>
        <p:grpSpPr>
          <a:xfrm>
            <a:off x="4886661" y="2265715"/>
            <a:ext cx="274576" cy="354728"/>
            <a:chOff x="4902936" y="2419290"/>
            <a:chExt cx="274576" cy="354728"/>
          </a:xfrm>
        </p:grpSpPr>
        <p:sp>
          <p:nvSpPr>
            <p:cNvPr id="22751" name="Google Shape;22751;p96"/>
            <p:cNvSpPr/>
            <p:nvPr/>
          </p:nvSpPr>
          <p:spPr>
            <a:xfrm>
              <a:off x="4943418" y="2419290"/>
              <a:ext cx="193376" cy="131658"/>
            </a:xfrm>
            <a:custGeom>
              <a:rect b="b" l="l" r="r" t="t"/>
              <a:pathLst>
                <a:path extrusionOk="0" h="5028" w="7385">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2" name="Google Shape;22752;p96"/>
            <p:cNvSpPr/>
            <p:nvPr/>
          </p:nvSpPr>
          <p:spPr>
            <a:xfrm>
              <a:off x="4902936" y="2613871"/>
              <a:ext cx="274576" cy="160147"/>
            </a:xfrm>
            <a:custGeom>
              <a:rect b="b" l="l" r="r" t="t"/>
              <a:pathLst>
                <a:path extrusionOk="0" h="6116" w="10486">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3" name="Google Shape;22753;p96"/>
            <p:cNvSpPr/>
            <p:nvPr/>
          </p:nvSpPr>
          <p:spPr>
            <a:xfrm>
              <a:off x="4902936" y="2657338"/>
              <a:ext cx="274576" cy="116680"/>
            </a:xfrm>
            <a:custGeom>
              <a:rect b="b" l="l" r="r" t="t"/>
              <a:pathLst>
                <a:path extrusionOk="0" h="4456" w="10486">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4" name="Google Shape;22754;p96"/>
            <p:cNvSpPr/>
            <p:nvPr/>
          </p:nvSpPr>
          <p:spPr>
            <a:xfrm>
              <a:off x="4971384" y="2662104"/>
              <a:ext cx="137681" cy="111915"/>
            </a:xfrm>
            <a:custGeom>
              <a:rect b="b" l="l" r="r" t="t"/>
              <a:pathLst>
                <a:path extrusionOk="0" h="4274" w="5258">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5" name="Google Shape;22755;p96"/>
            <p:cNvSpPr/>
            <p:nvPr/>
          </p:nvSpPr>
          <p:spPr>
            <a:xfrm>
              <a:off x="4977878" y="2662104"/>
              <a:ext cx="124431" cy="46217"/>
            </a:xfrm>
            <a:custGeom>
              <a:rect b="b" l="l" r="r" t="t"/>
              <a:pathLst>
                <a:path extrusionOk="0" h="1765" w="4752">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6" name="Google Shape;22756;p96"/>
            <p:cNvSpPr/>
            <p:nvPr/>
          </p:nvSpPr>
          <p:spPr>
            <a:xfrm>
              <a:off x="5022837" y="2699574"/>
              <a:ext cx="34512" cy="74444"/>
            </a:xfrm>
            <a:custGeom>
              <a:rect b="b" l="l" r="r" t="t"/>
              <a:pathLst>
                <a:path extrusionOk="0" h="2843" w="1318">
                  <a:moveTo>
                    <a:pt x="344" y="0"/>
                  </a:moveTo>
                  <a:lnTo>
                    <a:pt x="1" y="2843"/>
                  </a:lnTo>
                  <a:lnTo>
                    <a:pt x="1317" y="2843"/>
                  </a:lnTo>
                  <a:lnTo>
                    <a:pt x="974"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7" name="Google Shape;22757;p96"/>
            <p:cNvSpPr/>
            <p:nvPr/>
          </p:nvSpPr>
          <p:spPr>
            <a:xfrm>
              <a:off x="5017103" y="2670823"/>
              <a:ext cx="45745" cy="34512"/>
            </a:xfrm>
            <a:custGeom>
              <a:rect b="b" l="l" r="r" t="t"/>
              <a:pathLst>
                <a:path extrusionOk="0" h="1318" w="1747">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8" name="Google Shape;22758;p96"/>
            <p:cNvSpPr/>
            <p:nvPr/>
          </p:nvSpPr>
          <p:spPr>
            <a:xfrm>
              <a:off x="5000109" y="2613635"/>
              <a:ext cx="79969" cy="22938"/>
            </a:xfrm>
            <a:custGeom>
              <a:rect b="b" l="l" r="r" t="t"/>
              <a:pathLst>
                <a:path extrusionOk="0" h="876" w="3054">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9" name="Google Shape;22759;p96"/>
            <p:cNvSpPr/>
            <p:nvPr/>
          </p:nvSpPr>
          <p:spPr>
            <a:xfrm>
              <a:off x="4981125" y="2646602"/>
              <a:ext cx="58995" cy="50301"/>
            </a:xfrm>
            <a:custGeom>
              <a:rect b="b" l="l" r="r" t="t"/>
              <a:pathLst>
                <a:path extrusionOk="0" h="1921" w="2253">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0" name="Google Shape;22760;p96"/>
            <p:cNvSpPr/>
            <p:nvPr/>
          </p:nvSpPr>
          <p:spPr>
            <a:xfrm>
              <a:off x="5040093" y="2646602"/>
              <a:ext cx="58969" cy="50301"/>
            </a:xfrm>
            <a:custGeom>
              <a:rect b="b" l="l" r="r" t="t"/>
              <a:pathLst>
                <a:path extrusionOk="0" h="1921" w="2252">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1" name="Google Shape;22761;p96"/>
            <p:cNvSpPr/>
            <p:nvPr/>
          </p:nvSpPr>
          <p:spPr>
            <a:xfrm>
              <a:off x="4931923" y="2630865"/>
              <a:ext cx="68212" cy="143153"/>
            </a:xfrm>
            <a:custGeom>
              <a:rect b="b" l="l" r="r" t="t"/>
              <a:pathLst>
                <a:path extrusionOk="0" h="5467" w="2605">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2" name="Google Shape;22762;p96"/>
            <p:cNvSpPr/>
            <p:nvPr/>
          </p:nvSpPr>
          <p:spPr>
            <a:xfrm>
              <a:off x="5080052" y="2630865"/>
              <a:ext cx="68212" cy="143153"/>
            </a:xfrm>
            <a:custGeom>
              <a:rect b="b" l="l" r="r" t="t"/>
              <a:pathLst>
                <a:path extrusionOk="0" h="5467" w="2605">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3" name="Google Shape;22763;p96"/>
            <p:cNvSpPr/>
            <p:nvPr/>
          </p:nvSpPr>
          <p:spPr>
            <a:xfrm>
              <a:off x="4946403" y="2476478"/>
              <a:ext cx="187144" cy="148678"/>
            </a:xfrm>
            <a:custGeom>
              <a:rect b="b" l="l" r="r" t="t"/>
              <a:pathLst>
                <a:path extrusionOk="0" h="5678" w="7147">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4" name="Google Shape;22764;p96"/>
            <p:cNvSpPr/>
            <p:nvPr/>
          </p:nvSpPr>
          <p:spPr>
            <a:xfrm>
              <a:off x="4946665" y="2476478"/>
              <a:ext cx="127678" cy="148652"/>
            </a:xfrm>
            <a:custGeom>
              <a:rect b="b" l="l" r="r" t="t"/>
              <a:pathLst>
                <a:path extrusionOk="0" h="5677" w="4876">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5" name="Google Shape;22765;p96"/>
            <p:cNvSpPr/>
            <p:nvPr/>
          </p:nvSpPr>
          <p:spPr>
            <a:xfrm>
              <a:off x="5005608" y="2419290"/>
              <a:ext cx="119430" cy="45981"/>
            </a:xfrm>
            <a:custGeom>
              <a:rect b="b" l="l" r="r" t="t"/>
              <a:pathLst>
                <a:path extrusionOk="0" h="1756" w="4561">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6" name="Google Shape;22766;p96"/>
            <p:cNvSpPr/>
            <p:nvPr/>
          </p:nvSpPr>
          <p:spPr>
            <a:xfrm>
              <a:off x="5000109" y="2527879"/>
              <a:ext cx="11521" cy="17334"/>
            </a:xfrm>
            <a:custGeom>
              <a:rect b="b" l="l" r="r" t="t"/>
              <a:pathLst>
                <a:path extrusionOk="0" h="662" w="44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7" name="Google Shape;22767;p96"/>
            <p:cNvSpPr/>
            <p:nvPr/>
          </p:nvSpPr>
          <p:spPr>
            <a:xfrm>
              <a:off x="5068818" y="2527879"/>
              <a:ext cx="11260" cy="17334"/>
            </a:xfrm>
            <a:custGeom>
              <a:rect b="b" l="l" r="r" t="t"/>
              <a:pathLst>
                <a:path extrusionOk="0" h="662" w="43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8" name="Google Shape;22768;p96"/>
            <p:cNvSpPr/>
            <p:nvPr/>
          </p:nvSpPr>
          <p:spPr>
            <a:xfrm>
              <a:off x="5014825" y="2567864"/>
              <a:ext cx="50537" cy="17334"/>
            </a:xfrm>
            <a:custGeom>
              <a:rect b="b" l="l" r="r" t="t"/>
              <a:pathLst>
                <a:path extrusionOk="0" h="662" w="193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9" name="Google Shape;22769;p96"/>
            <p:cNvSpPr/>
            <p:nvPr/>
          </p:nvSpPr>
          <p:spPr>
            <a:xfrm>
              <a:off x="4992384" y="2510702"/>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0" name="Google Shape;22770;p96"/>
            <p:cNvSpPr/>
            <p:nvPr/>
          </p:nvSpPr>
          <p:spPr>
            <a:xfrm>
              <a:off x="5061068" y="2510702"/>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771" name="Google Shape;22771;p96"/>
          <p:cNvGrpSpPr/>
          <p:nvPr/>
        </p:nvGrpSpPr>
        <p:grpSpPr>
          <a:xfrm>
            <a:off x="7591781" y="3192219"/>
            <a:ext cx="270334" cy="354754"/>
            <a:chOff x="7608056" y="3345794"/>
            <a:chExt cx="270334" cy="354754"/>
          </a:xfrm>
        </p:grpSpPr>
        <p:sp>
          <p:nvSpPr>
            <p:cNvPr id="22772" name="Google Shape;22772;p96"/>
            <p:cNvSpPr/>
            <p:nvPr/>
          </p:nvSpPr>
          <p:spPr>
            <a:xfrm>
              <a:off x="7636284" y="3351293"/>
              <a:ext cx="213879" cy="276068"/>
            </a:xfrm>
            <a:custGeom>
              <a:rect b="b" l="l" r="r" t="t"/>
              <a:pathLst>
                <a:path extrusionOk="0" h="10543" w="8168">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3" name="Google Shape;22773;p96"/>
            <p:cNvSpPr/>
            <p:nvPr/>
          </p:nvSpPr>
          <p:spPr>
            <a:xfrm>
              <a:off x="7608056" y="3548387"/>
              <a:ext cx="270334" cy="151925"/>
            </a:xfrm>
            <a:custGeom>
              <a:rect b="b" l="l" r="r" t="t"/>
              <a:pathLst>
                <a:path extrusionOk="0" h="5802" w="10324">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4" name="Google Shape;22774;p96"/>
            <p:cNvSpPr/>
            <p:nvPr/>
          </p:nvSpPr>
          <p:spPr>
            <a:xfrm>
              <a:off x="7608056" y="3590100"/>
              <a:ext cx="270334" cy="110213"/>
            </a:xfrm>
            <a:custGeom>
              <a:rect b="b" l="l" r="r" t="t"/>
              <a:pathLst>
                <a:path extrusionOk="0" h="4209" w="10324">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5" name="Google Shape;22775;p96"/>
            <p:cNvSpPr/>
            <p:nvPr/>
          </p:nvSpPr>
          <p:spPr>
            <a:xfrm>
              <a:off x="7703736" y="3548387"/>
              <a:ext cx="78974" cy="22441"/>
            </a:xfrm>
            <a:custGeom>
              <a:rect b="b" l="l" r="r" t="t"/>
              <a:pathLst>
                <a:path extrusionOk="0" h="857" w="3016">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6" name="Google Shape;22776;p96"/>
            <p:cNvSpPr/>
            <p:nvPr/>
          </p:nvSpPr>
          <p:spPr>
            <a:xfrm>
              <a:off x="7649795" y="3402013"/>
              <a:ext cx="187118" cy="157634"/>
            </a:xfrm>
            <a:custGeom>
              <a:rect b="b" l="l" r="r" t="t"/>
              <a:pathLst>
                <a:path extrusionOk="0" h="6020" w="7146">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7" name="Google Shape;22777;p96"/>
            <p:cNvSpPr/>
            <p:nvPr/>
          </p:nvSpPr>
          <p:spPr>
            <a:xfrm>
              <a:off x="7652283" y="3402013"/>
              <a:ext cx="164154" cy="157581"/>
            </a:xfrm>
            <a:custGeom>
              <a:rect b="b" l="l" r="r" t="t"/>
              <a:pathLst>
                <a:path extrusionOk="0" h="6018" w="6269">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8" name="Google Shape;22778;p96"/>
            <p:cNvSpPr/>
            <p:nvPr/>
          </p:nvSpPr>
          <p:spPr>
            <a:xfrm>
              <a:off x="7703736" y="3464386"/>
              <a:ext cx="11260" cy="17073"/>
            </a:xfrm>
            <a:custGeom>
              <a:rect b="b" l="l" r="r" t="t"/>
              <a:pathLst>
                <a:path extrusionOk="0" h="652" w="43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9" name="Google Shape;22779;p96"/>
            <p:cNvSpPr/>
            <p:nvPr/>
          </p:nvSpPr>
          <p:spPr>
            <a:xfrm>
              <a:off x="7771425" y="3464386"/>
              <a:ext cx="11286" cy="17073"/>
            </a:xfrm>
            <a:custGeom>
              <a:rect b="b" l="l" r="r" t="t"/>
              <a:pathLst>
                <a:path extrusionOk="0" h="652" w="431">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0" name="Google Shape;22780;p96"/>
            <p:cNvSpPr/>
            <p:nvPr/>
          </p:nvSpPr>
          <p:spPr>
            <a:xfrm>
              <a:off x="7696247" y="3446973"/>
              <a:ext cx="26264" cy="11521"/>
            </a:xfrm>
            <a:custGeom>
              <a:rect b="b" l="l" r="r" t="t"/>
              <a:pathLst>
                <a:path extrusionOk="0" h="440" w="1003">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1" name="Google Shape;22781;p96"/>
            <p:cNvSpPr/>
            <p:nvPr/>
          </p:nvSpPr>
          <p:spPr>
            <a:xfrm>
              <a:off x="7763936" y="3446973"/>
              <a:ext cx="26264" cy="11521"/>
            </a:xfrm>
            <a:custGeom>
              <a:rect b="b" l="l" r="r" t="t"/>
              <a:pathLst>
                <a:path extrusionOk="0" h="440" w="1003">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2" name="Google Shape;22782;p96"/>
            <p:cNvSpPr/>
            <p:nvPr/>
          </p:nvSpPr>
          <p:spPr>
            <a:xfrm>
              <a:off x="7718243" y="3503218"/>
              <a:ext cx="49961" cy="16994"/>
            </a:xfrm>
            <a:custGeom>
              <a:rect b="b" l="l" r="r" t="t"/>
              <a:pathLst>
                <a:path extrusionOk="0" h="649" w="1908">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3" name="Google Shape;22783;p96"/>
            <p:cNvSpPr/>
            <p:nvPr/>
          </p:nvSpPr>
          <p:spPr>
            <a:xfrm>
              <a:off x="7658777" y="3402013"/>
              <a:ext cx="22519" cy="64729"/>
            </a:xfrm>
            <a:custGeom>
              <a:rect b="b" l="l" r="r" t="t"/>
              <a:pathLst>
                <a:path extrusionOk="0" h="2472" w="86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4" name="Google Shape;22784;p96"/>
            <p:cNvSpPr/>
            <p:nvPr/>
          </p:nvSpPr>
          <p:spPr>
            <a:xfrm>
              <a:off x="7805151" y="3402013"/>
              <a:ext cx="22519" cy="64729"/>
            </a:xfrm>
            <a:custGeom>
              <a:rect b="b" l="l" r="r" t="t"/>
              <a:pathLst>
                <a:path extrusionOk="0" h="2472" w="86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5" name="Google Shape;22785;p96"/>
            <p:cNvSpPr/>
            <p:nvPr/>
          </p:nvSpPr>
          <p:spPr>
            <a:xfrm>
              <a:off x="7652021" y="3351345"/>
              <a:ext cx="183635" cy="101388"/>
            </a:xfrm>
            <a:custGeom>
              <a:rect b="b" l="l" r="r" t="t"/>
              <a:pathLst>
                <a:path extrusionOk="0" h="3872" w="7013">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6" name="Google Shape;22786;p96"/>
            <p:cNvSpPr/>
            <p:nvPr/>
          </p:nvSpPr>
          <p:spPr>
            <a:xfrm>
              <a:off x="7652021" y="3351293"/>
              <a:ext cx="183635" cy="84970"/>
            </a:xfrm>
            <a:custGeom>
              <a:rect b="b" l="l" r="r" t="t"/>
              <a:pathLst>
                <a:path extrusionOk="0" h="3245" w="7013">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7" name="Google Shape;22787;p96"/>
            <p:cNvSpPr/>
            <p:nvPr/>
          </p:nvSpPr>
          <p:spPr>
            <a:xfrm>
              <a:off x="7630549" y="3345794"/>
              <a:ext cx="225086" cy="354493"/>
            </a:xfrm>
            <a:custGeom>
              <a:rect b="b" l="l" r="r" t="t"/>
              <a:pathLst>
                <a:path extrusionOk="0" h="13538" w="8596">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8" name="Google Shape;22788;p96"/>
            <p:cNvSpPr/>
            <p:nvPr/>
          </p:nvSpPr>
          <p:spPr>
            <a:xfrm>
              <a:off x="7731964" y="3627335"/>
              <a:ext cx="22519" cy="33752"/>
            </a:xfrm>
            <a:custGeom>
              <a:rect b="b" l="l" r="r" t="t"/>
              <a:pathLst>
                <a:path extrusionOk="0" h="1289" w="86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9" name="Google Shape;22789;p96"/>
            <p:cNvSpPr/>
            <p:nvPr/>
          </p:nvSpPr>
          <p:spPr>
            <a:xfrm>
              <a:off x="7611565" y="3617333"/>
              <a:ext cx="52972" cy="83216"/>
            </a:xfrm>
            <a:custGeom>
              <a:rect b="b" l="l" r="r" t="t"/>
              <a:pathLst>
                <a:path extrusionOk="0" h="3178" w="2023">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0" name="Google Shape;22790;p96"/>
            <p:cNvSpPr/>
            <p:nvPr/>
          </p:nvSpPr>
          <p:spPr>
            <a:xfrm>
              <a:off x="7821909" y="3617333"/>
              <a:ext cx="52972" cy="82954"/>
            </a:xfrm>
            <a:custGeom>
              <a:rect b="b" l="l" r="r" t="t"/>
              <a:pathLst>
                <a:path extrusionOk="0" h="3168" w="2023">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791" name="Google Shape;22791;p96"/>
          <p:cNvGrpSpPr/>
          <p:nvPr/>
        </p:nvGrpSpPr>
        <p:grpSpPr>
          <a:xfrm>
            <a:off x="6696490" y="4114507"/>
            <a:ext cx="263316" cy="354728"/>
            <a:chOff x="6712765" y="4268082"/>
            <a:chExt cx="263316" cy="354728"/>
          </a:xfrm>
        </p:grpSpPr>
        <p:sp>
          <p:nvSpPr>
            <p:cNvPr id="22792" name="Google Shape;22792;p96"/>
            <p:cNvSpPr/>
            <p:nvPr/>
          </p:nvSpPr>
          <p:spPr>
            <a:xfrm>
              <a:off x="6907372" y="4411209"/>
              <a:ext cx="36004" cy="131658"/>
            </a:xfrm>
            <a:custGeom>
              <a:rect b="b" l="l" r="r" t="t"/>
              <a:pathLst>
                <a:path extrusionOk="0" h="5028" w="1375">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3" name="Google Shape;22793;p96"/>
            <p:cNvSpPr/>
            <p:nvPr/>
          </p:nvSpPr>
          <p:spPr>
            <a:xfrm>
              <a:off x="6745496" y="4411209"/>
              <a:ext cx="36240" cy="131658"/>
            </a:xfrm>
            <a:custGeom>
              <a:rect b="b" l="l" r="r" t="t"/>
              <a:pathLst>
                <a:path extrusionOk="0" h="5028" w="1384">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4" name="Google Shape;22794;p96"/>
            <p:cNvSpPr/>
            <p:nvPr/>
          </p:nvSpPr>
          <p:spPr>
            <a:xfrm>
              <a:off x="6752985" y="4268082"/>
              <a:ext cx="183138" cy="134669"/>
            </a:xfrm>
            <a:custGeom>
              <a:rect b="b" l="l" r="r" t="t"/>
              <a:pathLst>
                <a:path extrusionOk="0" h="5143" w="6994">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5" name="Google Shape;22795;p96"/>
            <p:cNvSpPr/>
            <p:nvPr/>
          </p:nvSpPr>
          <p:spPr>
            <a:xfrm>
              <a:off x="6712765" y="4456928"/>
              <a:ext cx="263316" cy="165882"/>
            </a:xfrm>
            <a:custGeom>
              <a:rect b="b" l="l" r="r" t="t"/>
              <a:pathLst>
                <a:path extrusionOk="0" h="6335" w="10056">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6" name="Google Shape;22796;p96"/>
            <p:cNvSpPr/>
            <p:nvPr/>
          </p:nvSpPr>
          <p:spPr>
            <a:xfrm>
              <a:off x="6713027" y="4529854"/>
              <a:ext cx="263055" cy="92957"/>
            </a:xfrm>
            <a:custGeom>
              <a:rect b="b" l="l" r="r" t="t"/>
              <a:pathLst>
                <a:path extrusionOk="0" h="3550" w="10046">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7" name="Google Shape;22797;p96"/>
            <p:cNvSpPr/>
            <p:nvPr/>
          </p:nvSpPr>
          <p:spPr>
            <a:xfrm>
              <a:off x="6810199" y="4468424"/>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8" name="Google Shape;22798;p96"/>
            <p:cNvSpPr/>
            <p:nvPr/>
          </p:nvSpPr>
          <p:spPr>
            <a:xfrm>
              <a:off x="6752226" y="4336399"/>
              <a:ext cx="184630" cy="149019"/>
            </a:xfrm>
            <a:custGeom>
              <a:rect b="b" l="l" r="r" t="t"/>
              <a:pathLst>
                <a:path extrusionOk="0" h="5691" w="7051">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9" name="Google Shape;22799;p96"/>
            <p:cNvSpPr/>
            <p:nvPr/>
          </p:nvSpPr>
          <p:spPr>
            <a:xfrm>
              <a:off x="6752226" y="4336451"/>
              <a:ext cx="169417" cy="149202"/>
            </a:xfrm>
            <a:custGeom>
              <a:rect b="b" l="l" r="r" t="t"/>
              <a:pathLst>
                <a:path extrusionOk="0" h="5698" w="647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0" name="Google Shape;22800;p96"/>
            <p:cNvSpPr/>
            <p:nvPr/>
          </p:nvSpPr>
          <p:spPr>
            <a:xfrm>
              <a:off x="6804439" y="4388847"/>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1" name="Google Shape;22801;p96"/>
            <p:cNvSpPr/>
            <p:nvPr/>
          </p:nvSpPr>
          <p:spPr>
            <a:xfrm>
              <a:off x="6873148" y="4388847"/>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2" name="Google Shape;22802;p96"/>
            <p:cNvSpPr/>
            <p:nvPr/>
          </p:nvSpPr>
          <p:spPr>
            <a:xfrm>
              <a:off x="6878883" y="4496887"/>
              <a:ext cx="26" cy="26"/>
            </a:xfrm>
            <a:custGeom>
              <a:rect b="b" l="l" r="r" t="t"/>
              <a:pathLst>
                <a:path extrusionOk="0" h="1" w="1">
                  <a:moveTo>
                    <a:pt x="1" y="1"/>
                  </a:moveTo>
                  <a:lnTo>
                    <a:pt x="1" y="1"/>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3" name="Google Shape;22803;p96"/>
            <p:cNvSpPr/>
            <p:nvPr/>
          </p:nvSpPr>
          <p:spPr>
            <a:xfrm>
              <a:off x="6810199" y="4496887"/>
              <a:ext cx="26" cy="26"/>
            </a:xfrm>
            <a:custGeom>
              <a:rect b="b" l="l" r="r" t="t"/>
              <a:pathLst>
                <a:path extrusionOk="0" h="1" w="1">
                  <a:moveTo>
                    <a:pt x="0" y="1"/>
                  </a:moveTo>
                  <a:lnTo>
                    <a:pt x="0" y="1"/>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4" name="Google Shape;22804;p96"/>
            <p:cNvSpPr/>
            <p:nvPr/>
          </p:nvSpPr>
          <p:spPr>
            <a:xfrm>
              <a:off x="6841909" y="4269810"/>
              <a:ext cx="94214" cy="101467"/>
            </a:xfrm>
            <a:custGeom>
              <a:rect b="b" l="l" r="r" t="t"/>
              <a:pathLst>
                <a:path extrusionOk="0" h="3875" w="3598">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5" name="Google Shape;22805;p96"/>
            <p:cNvSpPr/>
            <p:nvPr/>
          </p:nvSpPr>
          <p:spPr>
            <a:xfrm>
              <a:off x="6818683" y="4426187"/>
              <a:ext cx="51480" cy="22755"/>
            </a:xfrm>
            <a:custGeom>
              <a:rect b="b" l="l" r="r" t="t"/>
              <a:pathLst>
                <a:path extrusionOk="0" h="869" w="1966">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6" name="Google Shape;22806;p96"/>
            <p:cNvSpPr/>
            <p:nvPr/>
          </p:nvSpPr>
          <p:spPr>
            <a:xfrm>
              <a:off x="6754242" y="4529854"/>
              <a:ext cx="180624" cy="87222"/>
            </a:xfrm>
            <a:custGeom>
              <a:rect b="b" l="l" r="r" t="t"/>
              <a:pathLst>
                <a:path extrusionOk="0" h="3331" w="6898">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7" name="Google Shape;22807;p96"/>
            <p:cNvSpPr/>
            <p:nvPr/>
          </p:nvSpPr>
          <p:spPr>
            <a:xfrm>
              <a:off x="6764978" y="4525874"/>
              <a:ext cx="158891" cy="79707"/>
            </a:xfrm>
            <a:custGeom>
              <a:rect b="b" l="l" r="r" t="t"/>
              <a:pathLst>
                <a:path extrusionOk="0" h="3044" w="6068">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08" name="Google Shape;22808;p96"/>
          <p:cNvGrpSpPr/>
          <p:nvPr/>
        </p:nvGrpSpPr>
        <p:grpSpPr>
          <a:xfrm>
            <a:off x="5343066" y="2265584"/>
            <a:ext cx="262819" cy="354859"/>
            <a:chOff x="5359341" y="2419159"/>
            <a:chExt cx="262819" cy="354859"/>
          </a:xfrm>
        </p:grpSpPr>
        <p:sp>
          <p:nvSpPr>
            <p:cNvPr id="22809" name="Google Shape;22809;p96"/>
            <p:cNvSpPr/>
            <p:nvPr/>
          </p:nvSpPr>
          <p:spPr>
            <a:xfrm>
              <a:off x="5359341" y="2636364"/>
              <a:ext cx="262819" cy="137655"/>
            </a:xfrm>
            <a:custGeom>
              <a:rect b="b" l="l" r="r" t="t"/>
              <a:pathLst>
                <a:path extrusionOk="0" h="5257" w="10037">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0" name="Google Shape;22810;p96"/>
            <p:cNvSpPr/>
            <p:nvPr/>
          </p:nvSpPr>
          <p:spPr>
            <a:xfrm>
              <a:off x="5400556" y="2636364"/>
              <a:ext cx="180388" cy="102698"/>
            </a:xfrm>
            <a:custGeom>
              <a:rect b="b" l="l" r="r" t="t"/>
              <a:pathLst>
                <a:path extrusionOk="0" h="3922" w="6889">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1" name="Google Shape;22811;p96"/>
            <p:cNvSpPr/>
            <p:nvPr/>
          </p:nvSpPr>
          <p:spPr>
            <a:xfrm>
              <a:off x="5359341" y="2636364"/>
              <a:ext cx="131423" cy="137655"/>
            </a:xfrm>
            <a:custGeom>
              <a:rect b="b" l="l" r="r" t="t"/>
              <a:pathLst>
                <a:path extrusionOk="0" h="5257" w="5019">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2" name="Google Shape;22812;p96"/>
            <p:cNvSpPr/>
            <p:nvPr/>
          </p:nvSpPr>
          <p:spPr>
            <a:xfrm>
              <a:off x="5400556" y="2636364"/>
              <a:ext cx="90207" cy="102698"/>
            </a:xfrm>
            <a:custGeom>
              <a:rect b="b" l="l" r="r" t="t"/>
              <a:pathLst>
                <a:path extrusionOk="0" h="3922" w="3445">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3" name="Google Shape;22813;p96"/>
            <p:cNvSpPr/>
            <p:nvPr/>
          </p:nvSpPr>
          <p:spPr>
            <a:xfrm>
              <a:off x="5411056" y="2636364"/>
              <a:ext cx="159388" cy="91464"/>
            </a:xfrm>
            <a:custGeom>
              <a:rect b="b" l="l" r="r" t="t"/>
              <a:pathLst>
                <a:path extrusionOk="0" h="3493" w="6087">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4" name="Google Shape;22814;p96"/>
            <p:cNvSpPr/>
            <p:nvPr/>
          </p:nvSpPr>
          <p:spPr>
            <a:xfrm>
              <a:off x="5456513" y="2619134"/>
              <a:ext cx="68709" cy="62975"/>
            </a:xfrm>
            <a:custGeom>
              <a:rect b="b" l="l" r="r" t="t"/>
              <a:pathLst>
                <a:path extrusionOk="0" h="2405" w="2624">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5" name="Google Shape;22815;p96"/>
            <p:cNvSpPr/>
            <p:nvPr/>
          </p:nvSpPr>
          <p:spPr>
            <a:xfrm>
              <a:off x="5456513" y="2619134"/>
              <a:ext cx="68709" cy="28620"/>
            </a:xfrm>
            <a:custGeom>
              <a:rect b="b" l="l" r="r" t="t"/>
              <a:pathLst>
                <a:path extrusionOk="0" h="1093" w="2624">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6" name="Google Shape;22816;p96"/>
            <p:cNvSpPr/>
            <p:nvPr/>
          </p:nvSpPr>
          <p:spPr>
            <a:xfrm>
              <a:off x="5360833" y="2482082"/>
              <a:ext cx="92957" cy="131711"/>
            </a:xfrm>
            <a:custGeom>
              <a:rect b="b" l="l" r="r" t="t"/>
              <a:pathLst>
                <a:path extrusionOk="0" h="5030" w="355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7" name="Google Shape;22817;p96"/>
            <p:cNvSpPr/>
            <p:nvPr/>
          </p:nvSpPr>
          <p:spPr>
            <a:xfrm>
              <a:off x="5527946" y="2482082"/>
              <a:ext cx="92957" cy="131711"/>
            </a:xfrm>
            <a:custGeom>
              <a:rect b="b" l="l" r="r" t="t"/>
              <a:pathLst>
                <a:path extrusionOk="0" h="5030" w="355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8" name="Google Shape;22818;p96"/>
            <p:cNvSpPr/>
            <p:nvPr/>
          </p:nvSpPr>
          <p:spPr>
            <a:xfrm>
              <a:off x="5394560" y="2442019"/>
              <a:ext cx="192381" cy="194109"/>
            </a:xfrm>
            <a:custGeom>
              <a:rect b="b" l="l" r="r" t="t"/>
              <a:pathLst>
                <a:path extrusionOk="0" h="7413" w="7347">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9" name="Google Shape;22819;p96"/>
            <p:cNvSpPr/>
            <p:nvPr/>
          </p:nvSpPr>
          <p:spPr>
            <a:xfrm>
              <a:off x="5394560" y="2462757"/>
              <a:ext cx="107699" cy="173397"/>
            </a:xfrm>
            <a:custGeom>
              <a:rect b="b" l="l" r="r" t="t"/>
              <a:pathLst>
                <a:path extrusionOk="0" h="6622" w="4113">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0" name="Google Shape;22820;p96"/>
            <p:cNvSpPr/>
            <p:nvPr/>
          </p:nvSpPr>
          <p:spPr>
            <a:xfrm>
              <a:off x="5450753" y="2528325"/>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1" name="Google Shape;22821;p96"/>
            <p:cNvSpPr/>
            <p:nvPr/>
          </p:nvSpPr>
          <p:spPr>
            <a:xfrm>
              <a:off x="5519200" y="2528325"/>
              <a:ext cx="11521" cy="17125"/>
            </a:xfrm>
            <a:custGeom>
              <a:rect b="b" l="l" r="r" t="t"/>
              <a:pathLst>
                <a:path extrusionOk="0" h="654" w="44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2" name="Google Shape;22822;p96"/>
            <p:cNvSpPr/>
            <p:nvPr/>
          </p:nvSpPr>
          <p:spPr>
            <a:xfrm>
              <a:off x="5462248" y="2573415"/>
              <a:ext cx="56979" cy="28489"/>
            </a:xfrm>
            <a:custGeom>
              <a:rect b="b" l="l" r="r" t="t"/>
              <a:pathLst>
                <a:path extrusionOk="0" h="1088" w="2176">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3" name="Google Shape;22823;p96"/>
            <p:cNvSpPr/>
            <p:nvPr/>
          </p:nvSpPr>
          <p:spPr>
            <a:xfrm>
              <a:off x="5442766" y="2504680"/>
              <a:ext cx="28201" cy="17544"/>
            </a:xfrm>
            <a:custGeom>
              <a:rect b="b" l="l" r="r" t="t"/>
              <a:pathLst>
                <a:path extrusionOk="0" h="670" w="1077">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4" name="Google Shape;22824;p96"/>
            <p:cNvSpPr/>
            <p:nvPr/>
          </p:nvSpPr>
          <p:spPr>
            <a:xfrm>
              <a:off x="5511057" y="2504889"/>
              <a:ext cx="27651" cy="17334"/>
            </a:xfrm>
            <a:custGeom>
              <a:rect b="b" l="l" r="r" t="t"/>
              <a:pathLst>
                <a:path extrusionOk="0" h="662" w="1056">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5" name="Google Shape;22825;p96"/>
            <p:cNvSpPr/>
            <p:nvPr/>
          </p:nvSpPr>
          <p:spPr>
            <a:xfrm>
              <a:off x="5470758" y="2536442"/>
              <a:ext cx="39984" cy="39984"/>
            </a:xfrm>
            <a:custGeom>
              <a:rect b="b" l="l" r="r" t="t"/>
              <a:pathLst>
                <a:path extrusionOk="0" h="1527" w="1527">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6" name="Google Shape;22826;p96"/>
            <p:cNvSpPr/>
            <p:nvPr/>
          </p:nvSpPr>
          <p:spPr>
            <a:xfrm>
              <a:off x="5466987" y="2538694"/>
              <a:ext cx="41503" cy="37549"/>
            </a:xfrm>
            <a:custGeom>
              <a:rect b="b" l="l" r="r" t="t"/>
              <a:pathLst>
                <a:path extrusionOk="0" h="1434" w="1585">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7" name="Google Shape;22827;p96"/>
            <p:cNvSpPr/>
            <p:nvPr/>
          </p:nvSpPr>
          <p:spPr>
            <a:xfrm>
              <a:off x="5405060" y="2430655"/>
              <a:ext cx="171616" cy="100079"/>
            </a:xfrm>
            <a:custGeom>
              <a:rect b="b" l="l" r="r" t="t"/>
              <a:pathLst>
                <a:path extrusionOk="0" h="3822" w="6554">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8" name="Google Shape;22828;p96"/>
            <p:cNvSpPr/>
            <p:nvPr/>
          </p:nvSpPr>
          <p:spPr>
            <a:xfrm>
              <a:off x="5456749" y="2419159"/>
              <a:ext cx="119692" cy="91307"/>
            </a:xfrm>
            <a:custGeom>
              <a:rect b="b" l="l" r="r" t="t"/>
              <a:pathLst>
                <a:path extrusionOk="0" h="3487" w="4571">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9" name="Google Shape;22829;p96"/>
            <p:cNvSpPr/>
            <p:nvPr/>
          </p:nvSpPr>
          <p:spPr>
            <a:xfrm>
              <a:off x="5410794" y="2646864"/>
              <a:ext cx="159650" cy="81697"/>
            </a:xfrm>
            <a:custGeom>
              <a:rect b="b" l="l" r="r" t="t"/>
              <a:pathLst>
                <a:path extrusionOk="0" h="3120" w="6097">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30" name="Google Shape;22830;p96"/>
          <p:cNvGrpSpPr/>
          <p:nvPr/>
        </p:nvGrpSpPr>
        <p:grpSpPr>
          <a:xfrm>
            <a:off x="6693007" y="3636631"/>
            <a:ext cx="263316" cy="354493"/>
            <a:chOff x="6709282" y="3790206"/>
            <a:chExt cx="263316" cy="354493"/>
          </a:xfrm>
        </p:grpSpPr>
        <p:sp>
          <p:nvSpPr>
            <p:cNvPr id="22831" name="Google Shape;22831;p96"/>
            <p:cNvSpPr/>
            <p:nvPr/>
          </p:nvSpPr>
          <p:spPr>
            <a:xfrm>
              <a:off x="6743742" y="3790206"/>
              <a:ext cx="194371" cy="256822"/>
            </a:xfrm>
            <a:custGeom>
              <a:rect b="b" l="l" r="r" t="t"/>
              <a:pathLst>
                <a:path extrusionOk="0" h="9808" w="7423">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2" name="Google Shape;22832;p96"/>
            <p:cNvSpPr/>
            <p:nvPr/>
          </p:nvSpPr>
          <p:spPr>
            <a:xfrm>
              <a:off x="6743742" y="3790206"/>
              <a:ext cx="97199" cy="256822"/>
            </a:xfrm>
            <a:custGeom>
              <a:rect b="b" l="l" r="r" t="t"/>
              <a:pathLst>
                <a:path extrusionOk="0" h="9808" w="3712">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3" name="Google Shape;22833;p96"/>
            <p:cNvSpPr/>
            <p:nvPr/>
          </p:nvSpPr>
          <p:spPr>
            <a:xfrm>
              <a:off x="6709282" y="3990286"/>
              <a:ext cx="263316" cy="154413"/>
            </a:xfrm>
            <a:custGeom>
              <a:rect b="b" l="l" r="r" t="t"/>
              <a:pathLst>
                <a:path extrusionOk="0" h="5897" w="10056">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4" name="Google Shape;22834;p96"/>
            <p:cNvSpPr/>
            <p:nvPr/>
          </p:nvSpPr>
          <p:spPr>
            <a:xfrm>
              <a:off x="6709518" y="4050747"/>
              <a:ext cx="263081" cy="93952"/>
            </a:xfrm>
            <a:custGeom>
              <a:rect b="b" l="l" r="r" t="t"/>
              <a:pathLst>
                <a:path extrusionOk="0" h="3588" w="10047">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5" name="Google Shape;22835;p96"/>
            <p:cNvSpPr/>
            <p:nvPr/>
          </p:nvSpPr>
          <p:spPr>
            <a:xfrm>
              <a:off x="6760238" y="4050747"/>
              <a:ext cx="161902" cy="65463"/>
            </a:xfrm>
            <a:custGeom>
              <a:rect b="b" l="l" r="r" t="t"/>
              <a:pathLst>
                <a:path extrusionOk="0" h="2500" w="6183">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6" name="Google Shape;22836;p96"/>
            <p:cNvSpPr/>
            <p:nvPr/>
          </p:nvSpPr>
          <p:spPr>
            <a:xfrm>
              <a:off x="6712267" y="4077220"/>
              <a:ext cx="48730" cy="67479"/>
            </a:xfrm>
            <a:custGeom>
              <a:rect b="b" l="l" r="r" t="t"/>
              <a:pathLst>
                <a:path extrusionOk="0" h="2577" w="1861">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7" name="Google Shape;22837;p96"/>
            <p:cNvSpPr/>
            <p:nvPr/>
          </p:nvSpPr>
          <p:spPr>
            <a:xfrm>
              <a:off x="6806691" y="3990286"/>
              <a:ext cx="68736" cy="28515"/>
            </a:xfrm>
            <a:custGeom>
              <a:rect b="b" l="l" r="r" t="t"/>
              <a:pathLst>
                <a:path extrusionOk="0" h="1089" w="2625">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8" name="Google Shape;22838;p96"/>
            <p:cNvSpPr/>
            <p:nvPr/>
          </p:nvSpPr>
          <p:spPr>
            <a:xfrm>
              <a:off x="6748743" y="3858889"/>
              <a:ext cx="184369" cy="148652"/>
            </a:xfrm>
            <a:custGeom>
              <a:rect b="b" l="l" r="r" t="t"/>
              <a:pathLst>
                <a:path extrusionOk="0" h="5677" w="7041">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9" name="Google Shape;22839;p96"/>
            <p:cNvSpPr/>
            <p:nvPr/>
          </p:nvSpPr>
          <p:spPr>
            <a:xfrm>
              <a:off x="6748743" y="3858889"/>
              <a:ext cx="183635" cy="148652"/>
            </a:xfrm>
            <a:custGeom>
              <a:rect b="b" l="l" r="r" t="t"/>
              <a:pathLst>
                <a:path extrusionOk="0" h="5677" w="7013">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0" name="Google Shape;22840;p96"/>
            <p:cNvSpPr/>
            <p:nvPr/>
          </p:nvSpPr>
          <p:spPr>
            <a:xfrm>
              <a:off x="6801192" y="3910238"/>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1" name="Google Shape;22841;p96"/>
            <p:cNvSpPr/>
            <p:nvPr/>
          </p:nvSpPr>
          <p:spPr>
            <a:xfrm>
              <a:off x="6869639" y="3910238"/>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2" name="Google Shape;22842;p96"/>
            <p:cNvSpPr/>
            <p:nvPr/>
          </p:nvSpPr>
          <p:spPr>
            <a:xfrm>
              <a:off x="6815724" y="3950249"/>
              <a:ext cx="50668" cy="17361"/>
            </a:xfrm>
            <a:custGeom>
              <a:rect b="b" l="l" r="r" t="t"/>
              <a:pathLst>
                <a:path extrusionOk="0" h="663" w="1935">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3" name="Google Shape;22843;p96"/>
            <p:cNvSpPr/>
            <p:nvPr/>
          </p:nvSpPr>
          <p:spPr>
            <a:xfrm>
              <a:off x="6921093" y="4077220"/>
              <a:ext cx="48756" cy="67479"/>
            </a:xfrm>
            <a:custGeom>
              <a:rect b="b" l="l" r="r" t="t"/>
              <a:pathLst>
                <a:path extrusionOk="0" h="2577" w="1862">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4" name="Google Shape;22844;p96"/>
            <p:cNvSpPr/>
            <p:nvPr/>
          </p:nvSpPr>
          <p:spPr>
            <a:xfrm>
              <a:off x="6787209" y="3887326"/>
              <a:ext cx="33569" cy="17308"/>
            </a:xfrm>
            <a:custGeom>
              <a:rect b="b" l="l" r="r" t="t"/>
              <a:pathLst>
                <a:path extrusionOk="0" h="661" w="1282">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5" name="Google Shape;22845;p96"/>
            <p:cNvSpPr/>
            <p:nvPr/>
          </p:nvSpPr>
          <p:spPr>
            <a:xfrm>
              <a:off x="6785455" y="3790206"/>
              <a:ext cx="152920" cy="120163"/>
            </a:xfrm>
            <a:custGeom>
              <a:rect b="b" l="l" r="r" t="t"/>
              <a:pathLst>
                <a:path extrusionOk="0" h="4589" w="584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6" name="Google Shape;22846;p96"/>
            <p:cNvSpPr/>
            <p:nvPr/>
          </p:nvSpPr>
          <p:spPr>
            <a:xfrm>
              <a:off x="6875400" y="4007280"/>
              <a:ext cx="62975" cy="137419"/>
            </a:xfrm>
            <a:custGeom>
              <a:rect b="b" l="l" r="r" t="t"/>
              <a:pathLst>
                <a:path extrusionOk="0" h="5248" w="2405">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47" name="Google Shape;22847;p96"/>
          <p:cNvGrpSpPr/>
          <p:nvPr/>
        </p:nvGrpSpPr>
        <p:grpSpPr>
          <a:xfrm>
            <a:off x="6244354" y="2265715"/>
            <a:ext cx="263055" cy="354493"/>
            <a:chOff x="6260629" y="2419290"/>
            <a:chExt cx="263055" cy="354493"/>
          </a:xfrm>
        </p:grpSpPr>
        <p:sp>
          <p:nvSpPr>
            <p:cNvPr id="22848" name="Google Shape;22848;p96"/>
            <p:cNvSpPr/>
            <p:nvPr/>
          </p:nvSpPr>
          <p:spPr>
            <a:xfrm>
              <a:off x="6317581" y="2419290"/>
              <a:ext cx="148914" cy="57214"/>
            </a:xfrm>
            <a:custGeom>
              <a:rect b="b" l="l" r="r" t="t"/>
              <a:pathLst>
                <a:path extrusionOk="0" h="2185" w="5687">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9" name="Google Shape;22849;p96"/>
            <p:cNvSpPr/>
            <p:nvPr/>
          </p:nvSpPr>
          <p:spPr>
            <a:xfrm>
              <a:off x="6271862" y="2453514"/>
              <a:ext cx="240352" cy="148914"/>
            </a:xfrm>
            <a:custGeom>
              <a:rect b="b" l="l" r="r" t="t"/>
              <a:pathLst>
                <a:path extrusionOk="0" h="5687" w="9179">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0" name="Google Shape;22850;p96"/>
            <p:cNvSpPr/>
            <p:nvPr/>
          </p:nvSpPr>
          <p:spPr>
            <a:xfrm>
              <a:off x="6284614" y="2476478"/>
              <a:ext cx="214848" cy="232470"/>
            </a:xfrm>
            <a:custGeom>
              <a:rect b="b" l="l" r="r" t="t"/>
              <a:pathLst>
                <a:path extrusionOk="0" h="8878" w="8205">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1" name="Google Shape;22851;p96"/>
            <p:cNvSpPr/>
            <p:nvPr/>
          </p:nvSpPr>
          <p:spPr>
            <a:xfrm>
              <a:off x="6260629" y="2630865"/>
              <a:ext cx="263055" cy="142918"/>
            </a:xfrm>
            <a:custGeom>
              <a:rect b="b" l="l" r="r" t="t"/>
              <a:pathLst>
                <a:path extrusionOk="0" h="5458" w="10046">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2" name="Google Shape;22852;p96"/>
            <p:cNvSpPr/>
            <p:nvPr/>
          </p:nvSpPr>
          <p:spPr>
            <a:xfrm>
              <a:off x="6357801" y="2630865"/>
              <a:ext cx="68709" cy="28515"/>
            </a:xfrm>
            <a:custGeom>
              <a:rect b="b" l="l" r="r" t="t"/>
              <a:pathLst>
                <a:path extrusionOk="0" h="1089" w="2624">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3" name="Google Shape;22853;p96"/>
            <p:cNvSpPr/>
            <p:nvPr/>
          </p:nvSpPr>
          <p:spPr>
            <a:xfrm>
              <a:off x="6317581" y="2504156"/>
              <a:ext cx="148914" cy="143834"/>
            </a:xfrm>
            <a:custGeom>
              <a:rect b="b" l="l" r="r" t="t"/>
              <a:pathLst>
                <a:path extrusionOk="0" h="5493" w="5687">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4" name="Google Shape;22854;p96"/>
            <p:cNvSpPr/>
            <p:nvPr/>
          </p:nvSpPr>
          <p:spPr>
            <a:xfrm>
              <a:off x="6317581" y="2504156"/>
              <a:ext cx="125924" cy="143913"/>
            </a:xfrm>
            <a:custGeom>
              <a:rect b="b" l="l" r="r" t="t"/>
              <a:pathLst>
                <a:path extrusionOk="0" h="5496" w="4809">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5" name="Google Shape;22855;p96"/>
            <p:cNvSpPr/>
            <p:nvPr/>
          </p:nvSpPr>
          <p:spPr>
            <a:xfrm>
              <a:off x="6352040" y="2556552"/>
              <a:ext cx="11521" cy="17125"/>
            </a:xfrm>
            <a:custGeom>
              <a:rect b="b" l="l" r="r" t="t"/>
              <a:pathLst>
                <a:path extrusionOk="0" h="654" w="44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6" name="Google Shape;22856;p96"/>
            <p:cNvSpPr/>
            <p:nvPr/>
          </p:nvSpPr>
          <p:spPr>
            <a:xfrm>
              <a:off x="6420750" y="2556552"/>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7" name="Google Shape;22857;p96"/>
            <p:cNvSpPr/>
            <p:nvPr/>
          </p:nvSpPr>
          <p:spPr>
            <a:xfrm>
              <a:off x="6366756" y="2596432"/>
              <a:ext cx="50563" cy="17282"/>
            </a:xfrm>
            <a:custGeom>
              <a:rect b="b" l="l" r="r" t="t"/>
              <a:pathLst>
                <a:path extrusionOk="0" h="660" w="1931">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8" name="Google Shape;22858;p96"/>
            <p:cNvSpPr/>
            <p:nvPr/>
          </p:nvSpPr>
          <p:spPr>
            <a:xfrm>
              <a:off x="6344133" y="2537542"/>
              <a:ext cx="27468" cy="13930"/>
            </a:xfrm>
            <a:custGeom>
              <a:rect b="b" l="l" r="r" t="t"/>
              <a:pathLst>
                <a:path extrusionOk="0" h="532" w="1049">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9" name="Google Shape;22859;p96"/>
            <p:cNvSpPr/>
            <p:nvPr/>
          </p:nvSpPr>
          <p:spPr>
            <a:xfrm>
              <a:off x="6412554" y="2537751"/>
              <a:ext cx="27468" cy="13957"/>
            </a:xfrm>
            <a:custGeom>
              <a:rect b="b" l="l" r="r" t="t"/>
              <a:pathLst>
                <a:path extrusionOk="0" h="533" w="1049">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0" name="Google Shape;22860;p96"/>
            <p:cNvSpPr/>
            <p:nvPr/>
          </p:nvSpPr>
          <p:spPr>
            <a:xfrm>
              <a:off x="6260629" y="2697061"/>
              <a:ext cx="263055" cy="76722"/>
            </a:xfrm>
            <a:custGeom>
              <a:rect b="b" l="l" r="r" t="t"/>
              <a:pathLst>
                <a:path extrusionOk="0" h="2930" w="10046">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1" name="Google Shape;22861;p96"/>
            <p:cNvSpPr/>
            <p:nvPr/>
          </p:nvSpPr>
          <p:spPr>
            <a:xfrm>
              <a:off x="6305588" y="2697061"/>
              <a:ext cx="172900" cy="65489"/>
            </a:xfrm>
            <a:custGeom>
              <a:rect b="b" l="l" r="r" t="t"/>
              <a:pathLst>
                <a:path extrusionOk="0" h="2501" w="6603">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2" name="Google Shape;22862;p96"/>
            <p:cNvSpPr/>
            <p:nvPr/>
          </p:nvSpPr>
          <p:spPr>
            <a:xfrm>
              <a:off x="6294852" y="2476478"/>
              <a:ext cx="194371" cy="65227"/>
            </a:xfrm>
            <a:custGeom>
              <a:rect b="b" l="l" r="r" t="t"/>
              <a:pathLst>
                <a:path extrusionOk="0" h="2491" w="7423">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63" name="Google Shape;22863;p96"/>
          <p:cNvGrpSpPr/>
          <p:nvPr/>
        </p:nvGrpSpPr>
        <p:grpSpPr>
          <a:xfrm>
            <a:off x="6244589" y="2726336"/>
            <a:ext cx="263343" cy="354754"/>
            <a:chOff x="6260864" y="2879911"/>
            <a:chExt cx="263343" cy="354754"/>
          </a:xfrm>
        </p:grpSpPr>
        <p:sp>
          <p:nvSpPr>
            <p:cNvPr id="22864" name="Google Shape;22864;p96"/>
            <p:cNvSpPr/>
            <p:nvPr/>
          </p:nvSpPr>
          <p:spPr>
            <a:xfrm>
              <a:off x="6290610" y="2960115"/>
              <a:ext cx="203850" cy="208354"/>
            </a:xfrm>
            <a:custGeom>
              <a:rect b="b" l="l" r="r" t="t"/>
              <a:pathLst>
                <a:path extrusionOk="0" h="7957" w="7785">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5" name="Google Shape;22865;p96"/>
            <p:cNvSpPr/>
            <p:nvPr/>
          </p:nvSpPr>
          <p:spPr>
            <a:xfrm>
              <a:off x="6260864" y="3086013"/>
              <a:ext cx="263081" cy="148652"/>
            </a:xfrm>
            <a:custGeom>
              <a:rect b="b" l="l" r="r" t="t"/>
              <a:pathLst>
                <a:path extrusionOk="0" h="5677" w="10047">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6" name="Google Shape;22866;p96"/>
            <p:cNvSpPr/>
            <p:nvPr/>
          </p:nvSpPr>
          <p:spPr>
            <a:xfrm>
              <a:off x="6260864" y="3137204"/>
              <a:ext cx="263343" cy="97461"/>
            </a:xfrm>
            <a:custGeom>
              <a:rect b="b" l="l" r="r" t="t"/>
              <a:pathLst>
                <a:path extrusionOk="0" h="3722" w="10057">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7" name="Google Shape;22867;p96"/>
            <p:cNvSpPr/>
            <p:nvPr/>
          </p:nvSpPr>
          <p:spPr>
            <a:xfrm>
              <a:off x="6320566" y="3137204"/>
              <a:ext cx="143677" cy="63237"/>
            </a:xfrm>
            <a:custGeom>
              <a:rect b="b" l="l" r="r" t="t"/>
              <a:pathLst>
                <a:path extrusionOk="0" h="2415" w="5487">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8" name="Google Shape;22868;p96"/>
            <p:cNvSpPr/>
            <p:nvPr/>
          </p:nvSpPr>
          <p:spPr>
            <a:xfrm>
              <a:off x="6358299"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9" name="Google Shape;22869;p96"/>
            <p:cNvSpPr/>
            <p:nvPr/>
          </p:nvSpPr>
          <p:spPr>
            <a:xfrm>
              <a:off x="6379273" y="2879911"/>
              <a:ext cx="26525" cy="11521"/>
            </a:xfrm>
            <a:custGeom>
              <a:rect b="b" l="l" r="r" t="t"/>
              <a:pathLst>
                <a:path extrusionOk="0" h="440" w="1013">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0" name="Google Shape;22870;p96"/>
            <p:cNvSpPr/>
            <p:nvPr/>
          </p:nvSpPr>
          <p:spPr>
            <a:xfrm>
              <a:off x="6296109" y="2960115"/>
              <a:ext cx="170621" cy="137209"/>
            </a:xfrm>
            <a:custGeom>
              <a:rect b="b" l="l" r="r" t="t"/>
              <a:pathLst>
                <a:path extrusionOk="0" h="5240" w="6516">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1" name="Google Shape;22871;p96"/>
            <p:cNvSpPr/>
            <p:nvPr/>
          </p:nvSpPr>
          <p:spPr>
            <a:xfrm>
              <a:off x="6300089" y="2960115"/>
              <a:ext cx="166903" cy="137393"/>
            </a:xfrm>
            <a:custGeom>
              <a:rect b="b" l="l" r="r" t="t"/>
              <a:pathLst>
                <a:path extrusionOk="0" h="5247" w="6374">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2" name="Google Shape;22872;p96"/>
            <p:cNvSpPr/>
            <p:nvPr/>
          </p:nvSpPr>
          <p:spPr>
            <a:xfrm>
              <a:off x="6352564" y="3000702"/>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3" name="Google Shape;22873;p96"/>
            <p:cNvSpPr/>
            <p:nvPr/>
          </p:nvSpPr>
          <p:spPr>
            <a:xfrm>
              <a:off x="6421012" y="3000702"/>
              <a:ext cx="11495" cy="17125"/>
            </a:xfrm>
            <a:custGeom>
              <a:rect b="b" l="l" r="r" t="t"/>
              <a:pathLst>
                <a:path extrusionOk="0" h="654" w="439">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4" name="Google Shape;22874;p96"/>
            <p:cNvSpPr/>
            <p:nvPr/>
          </p:nvSpPr>
          <p:spPr>
            <a:xfrm>
              <a:off x="6344813" y="2983079"/>
              <a:ext cx="26761" cy="11286"/>
            </a:xfrm>
            <a:custGeom>
              <a:rect b="b" l="l" r="r" t="t"/>
              <a:pathLst>
                <a:path extrusionOk="0" h="431" w="1022">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5" name="Google Shape;22875;p96"/>
            <p:cNvSpPr/>
            <p:nvPr/>
          </p:nvSpPr>
          <p:spPr>
            <a:xfrm>
              <a:off x="6413497" y="2983079"/>
              <a:ext cx="26761" cy="11286"/>
            </a:xfrm>
            <a:custGeom>
              <a:rect b="b" l="l" r="r" t="t"/>
              <a:pathLst>
                <a:path extrusionOk="0" h="431" w="1022">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6" name="Google Shape;22876;p96"/>
            <p:cNvSpPr/>
            <p:nvPr/>
          </p:nvSpPr>
          <p:spPr>
            <a:xfrm>
              <a:off x="6366783" y="3037309"/>
              <a:ext cx="51506" cy="22990"/>
            </a:xfrm>
            <a:custGeom>
              <a:rect b="b" l="l" r="r" t="t"/>
              <a:pathLst>
                <a:path extrusionOk="0" h="878" w="1967">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7" name="Google Shape;22877;p96"/>
            <p:cNvSpPr/>
            <p:nvPr/>
          </p:nvSpPr>
          <p:spPr>
            <a:xfrm>
              <a:off x="6306583" y="2965850"/>
              <a:ext cx="23017" cy="37261"/>
            </a:xfrm>
            <a:custGeom>
              <a:rect b="b" l="l" r="r" t="t"/>
              <a:pathLst>
                <a:path extrusionOk="0" h="1423" w="879">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8" name="Google Shape;22878;p96"/>
            <p:cNvSpPr/>
            <p:nvPr/>
          </p:nvSpPr>
          <p:spPr>
            <a:xfrm>
              <a:off x="6352564" y="2954355"/>
              <a:ext cx="125662" cy="74732"/>
            </a:xfrm>
            <a:custGeom>
              <a:rect b="b" l="l" r="r" t="t"/>
              <a:pathLst>
                <a:path extrusionOk="0" h="2854" w="4799">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9" name="Google Shape;22879;p96"/>
            <p:cNvSpPr/>
            <p:nvPr/>
          </p:nvSpPr>
          <p:spPr>
            <a:xfrm>
              <a:off x="6306583" y="2885671"/>
              <a:ext cx="171643" cy="85965"/>
            </a:xfrm>
            <a:custGeom>
              <a:rect b="b" l="l" r="r" t="t"/>
              <a:pathLst>
                <a:path extrusionOk="0" h="3283" w="6555">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0" name="Google Shape;22880;p96"/>
            <p:cNvSpPr/>
            <p:nvPr/>
          </p:nvSpPr>
          <p:spPr>
            <a:xfrm>
              <a:off x="6306583" y="2885619"/>
              <a:ext cx="171643" cy="86018"/>
            </a:xfrm>
            <a:custGeom>
              <a:rect b="b" l="l" r="r" t="t"/>
              <a:pathLst>
                <a:path extrusionOk="0" h="3285" w="6555">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1" name="Google Shape;22881;p96"/>
            <p:cNvSpPr/>
            <p:nvPr/>
          </p:nvSpPr>
          <p:spPr>
            <a:xfrm>
              <a:off x="6293857" y="2954355"/>
              <a:ext cx="197121" cy="26499"/>
            </a:xfrm>
            <a:custGeom>
              <a:rect b="b" l="l" r="r" t="t"/>
              <a:pathLst>
                <a:path extrusionOk="0" h="1012" w="7528">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82" name="Google Shape;22882;p96"/>
          <p:cNvGrpSpPr/>
          <p:nvPr/>
        </p:nvGrpSpPr>
        <p:grpSpPr>
          <a:xfrm>
            <a:off x="8046693" y="2265715"/>
            <a:ext cx="263316" cy="354728"/>
            <a:chOff x="8062968" y="2419290"/>
            <a:chExt cx="263316" cy="354728"/>
          </a:xfrm>
        </p:grpSpPr>
        <p:sp>
          <p:nvSpPr>
            <p:cNvPr id="22883" name="Google Shape;22883;p96"/>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4" name="Google Shape;22884;p96"/>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5" name="Google Shape;22885;p96"/>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6" name="Google Shape;22886;p96"/>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7" name="Google Shape;22887;p96"/>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8" name="Google Shape;22888;p96"/>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9" name="Google Shape;22889;p96"/>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0" name="Google Shape;22890;p96"/>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1" name="Google Shape;22891;p96"/>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2" name="Google Shape;22892;p96"/>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3" name="Google Shape;22893;p96"/>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4" name="Google Shape;22894;p96"/>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5" name="Google Shape;22895;p96"/>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6" name="Google Shape;22896;p96"/>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7" name="Google Shape;22897;p96"/>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8" name="Google Shape;22898;p96"/>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9" name="Google Shape;22899;p96"/>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00" name="Google Shape;22900;p96"/>
          <p:cNvGrpSpPr/>
          <p:nvPr/>
        </p:nvGrpSpPr>
        <p:grpSpPr>
          <a:xfrm>
            <a:off x="5793448" y="2265715"/>
            <a:ext cx="263316" cy="354728"/>
            <a:chOff x="5809723" y="2419290"/>
            <a:chExt cx="263316" cy="354728"/>
          </a:xfrm>
        </p:grpSpPr>
        <p:sp>
          <p:nvSpPr>
            <p:cNvPr id="22901" name="Google Shape;22901;p96"/>
            <p:cNvSpPr/>
            <p:nvPr/>
          </p:nvSpPr>
          <p:spPr>
            <a:xfrm>
              <a:off x="5815484" y="2419290"/>
              <a:ext cx="80205" cy="80205"/>
            </a:xfrm>
            <a:custGeom>
              <a:rect b="b" l="l" r="r" t="t"/>
              <a:pathLst>
                <a:path extrusionOk="0" h="3063" w="3063">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2" name="Google Shape;22902;p96"/>
            <p:cNvSpPr/>
            <p:nvPr/>
          </p:nvSpPr>
          <p:spPr>
            <a:xfrm>
              <a:off x="5987100" y="2419290"/>
              <a:ext cx="80205" cy="80205"/>
            </a:xfrm>
            <a:custGeom>
              <a:rect b="b" l="l" r="r" t="t"/>
              <a:pathLst>
                <a:path extrusionOk="0" h="3063" w="3063">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3" name="Google Shape;22903;p96"/>
            <p:cNvSpPr/>
            <p:nvPr/>
          </p:nvSpPr>
          <p:spPr>
            <a:xfrm>
              <a:off x="5823732" y="2424789"/>
              <a:ext cx="235325" cy="137419"/>
            </a:xfrm>
            <a:custGeom>
              <a:rect b="b" l="l" r="r" t="t"/>
              <a:pathLst>
                <a:path extrusionOk="0" h="5248" w="8987">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4" name="Google Shape;22904;p96"/>
            <p:cNvSpPr/>
            <p:nvPr/>
          </p:nvSpPr>
          <p:spPr>
            <a:xfrm>
              <a:off x="5809723" y="2630865"/>
              <a:ext cx="263081" cy="143153"/>
            </a:xfrm>
            <a:custGeom>
              <a:rect b="b" l="l" r="r" t="t"/>
              <a:pathLst>
                <a:path extrusionOk="0" h="5467" w="10047">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5" name="Google Shape;22905;p96"/>
            <p:cNvSpPr/>
            <p:nvPr/>
          </p:nvSpPr>
          <p:spPr>
            <a:xfrm>
              <a:off x="5809985" y="2694809"/>
              <a:ext cx="263055" cy="79210"/>
            </a:xfrm>
            <a:custGeom>
              <a:rect b="b" l="l" r="r" t="t"/>
              <a:pathLst>
                <a:path extrusionOk="0" h="3025" w="10046">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6" name="Google Shape;22906;p96"/>
            <p:cNvSpPr/>
            <p:nvPr/>
          </p:nvSpPr>
          <p:spPr>
            <a:xfrm>
              <a:off x="5907157" y="2630865"/>
              <a:ext cx="68709" cy="23017"/>
            </a:xfrm>
            <a:custGeom>
              <a:rect b="b" l="l" r="r" t="t"/>
              <a:pathLst>
                <a:path extrusionOk="0" h="879" w="2624">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7" name="Google Shape;22907;p96"/>
            <p:cNvSpPr/>
            <p:nvPr/>
          </p:nvSpPr>
          <p:spPr>
            <a:xfrm>
              <a:off x="5844942" y="2465009"/>
              <a:ext cx="192643" cy="177377"/>
            </a:xfrm>
            <a:custGeom>
              <a:rect b="b" l="l" r="r" t="t"/>
              <a:pathLst>
                <a:path extrusionOk="0" h="6774" w="7357">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8" name="Google Shape;22908;p96"/>
            <p:cNvSpPr/>
            <p:nvPr/>
          </p:nvSpPr>
          <p:spPr>
            <a:xfrm>
              <a:off x="5845439" y="2464931"/>
              <a:ext cx="170150" cy="177430"/>
            </a:xfrm>
            <a:custGeom>
              <a:rect b="b" l="l" r="r" t="t"/>
              <a:pathLst>
                <a:path extrusionOk="0" h="6776" w="6498">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9" name="Google Shape;22909;p96"/>
            <p:cNvSpPr/>
            <p:nvPr/>
          </p:nvSpPr>
          <p:spPr>
            <a:xfrm>
              <a:off x="5916086" y="2590723"/>
              <a:ext cx="50616" cy="17465"/>
            </a:xfrm>
            <a:custGeom>
              <a:rect b="b" l="l" r="r" t="t"/>
              <a:pathLst>
                <a:path extrusionOk="0" h="667" w="1933">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0" name="Google Shape;22910;p96"/>
            <p:cNvSpPr/>
            <p:nvPr/>
          </p:nvSpPr>
          <p:spPr>
            <a:xfrm>
              <a:off x="5901397" y="2545135"/>
              <a:ext cx="11521" cy="17073"/>
            </a:xfrm>
            <a:custGeom>
              <a:rect b="b" l="l" r="r" t="t"/>
              <a:pathLst>
                <a:path extrusionOk="0" h="652" w="44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1" name="Google Shape;22911;p96"/>
            <p:cNvSpPr/>
            <p:nvPr/>
          </p:nvSpPr>
          <p:spPr>
            <a:xfrm>
              <a:off x="5970106" y="2545135"/>
              <a:ext cx="11260" cy="17073"/>
            </a:xfrm>
            <a:custGeom>
              <a:rect b="b" l="l" r="r" t="t"/>
              <a:pathLst>
                <a:path extrusionOk="0" h="652" w="43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2" name="Google Shape;22912;p96"/>
            <p:cNvSpPr/>
            <p:nvPr/>
          </p:nvSpPr>
          <p:spPr>
            <a:xfrm>
              <a:off x="5893672" y="2527958"/>
              <a:ext cx="21000" cy="11495"/>
            </a:xfrm>
            <a:custGeom>
              <a:rect b="b" l="l" r="r" t="t"/>
              <a:pathLst>
                <a:path extrusionOk="0" h="439" w="802">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3" name="Google Shape;22913;p96"/>
            <p:cNvSpPr/>
            <p:nvPr/>
          </p:nvSpPr>
          <p:spPr>
            <a:xfrm>
              <a:off x="5968116" y="2527932"/>
              <a:ext cx="19246" cy="11521"/>
            </a:xfrm>
            <a:custGeom>
              <a:rect b="b" l="l" r="r" t="t"/>
              <a:pathLst>
                <a:path extrusionOk="0" h="440" w="735">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4" name="Google Shape;22914;p96"/>
            <p:cNvSpPr/>
            <p:nvPr/>
          </p:nvSpPr>
          <p:spPr>
            <a:xfrm>
              <a:off x="5875919" y="2425025"/>
              <a:ext cx="162661" cy="97199"/>
            </a:xfrm>
            <a:custGeom>
              <a:rect b="b" l="l" r="r" t="t"/>
              <a:pathLst>
                <a:path extrusionOk="0" h="3712" w="6212">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5" name="Google Shape;22915;p96"/>
            <p:cNvSpPr/>
            <p:nvPr/>
          </p:nvSpPr>
          <p:spPr>
            <a:xfrm>
              <a:off x="5843947" y="2694809"/>
              <a:ext cx="194869" cy="50485"/>
            </a:xfrm>
            <a:custGeom>
              <a:rect b="b" l="l" r="r" t="t"/>
              <a:pathLst>
                <a:path extrusionOk="0" h="1928" w="7442">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6" name="Google Shape;22916;p96"/>
            <p:cNvSpPr/>
            <p:nvPr/>
          </p:nvSpPr>
          <p:spPr>
            <a:xfrm>
              <a:off x="5809723" y="2688577"/>
              <a:ext cx="85965" cy="85442"/>
            </a:xfrm>
            <a:custGeom>
              <a:rect b="b" l="l" r="r" t="t"/>
              <a:pathLst>
                <a:path extrusionOk="0" h="3263" w="3283">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7" name="Google Shape;22917;p96"/>
            <p:cNvSpPr/>
            <p:nvPr/>
          </p:nvSpPr>
          <p:spPr>
            <a:xfrm>
              <a:off x="5987100" y="2688577"/>
              <a:ext cx="85939" cy="85442"/>
            </a:xfrm>
            <a:custGeom>
              <a:rect b="b" l="l" r="r" t="t"/>
              <a:pathLst>
                <a:path extrusionOk="0" h="3263" w="3282">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18" name="Google Shape;22918;p96"/>
          <p:cNvGrpSpPr/>
          <p:nvPr/>
        </p:nvGrpSpPr>
        <p:grpSpPr>
          <a:xfrm>
            <a:off x="7590551" y="1349424"/>
            <a:ext cx="263552" cy="354754"/>
            <a:chOff x="7606826" y="1502999"/>
            <a:chExt cx="263552" cy="354754"/>
          </a:xfrm>
        </p:grpSpPr>
        <p:sp>
          <p:nvSpPr>
            <p:cNvPr id="22919" name="Google Shape;22919;p96"/>
            <p:cNvSpPr/>
            <p:nvPr/>
          </p:nvSpPr>
          <p:spPr>
            <a:xfrm>
              <a:off x="7606826" y="1703340"/>
              <a:ext cx="263552" cy="154413"/>
            </a:xfrm>
            <a:custGeom>
              <a:rect b="b" l="l" r="r" t="t"/>
              <a:pathLst>
                <a:path extrusionOk="0" h="5897" w="10065">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0" name="Google Shape;22920;p96"/>
            <p:cNvSpPr/>
            <p:nvPr/>
          </p:nvSpPr>
          <p:spPr>
            <a:xfrm>
              <a:off x="7626543" y="1502999"/>
              <a:ext cx="223856" cy="240090"/>
            </a:xfrm>
            <a:custGeom>
              <a:rect b="b" l="l" r="r" t="t"/>
              <a:pathLst>
                <a:path extrusionOk="0" h="9169" w="8549">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1" name="Google Shape;22921;p96"/>
            <p:cNvSpPr/>
            <p:nvPr/>
          </p:nvSpPr>
          <p:spPr>
            <a:xfrm>
              <a:off x="7641049" y="1708839"/>
              <a:ext cx="194869" cy="102959"/>
            </a:xfrm>
            <a:custGeom>
              <a:rect b="b" l="l" r="r" t="t"/>
              <a:pathLst>
                <a:path extrusionOk="0" h="3932" w="7442">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2" name="Google Shape;22922;p96"/>
            <p:cNvSpPr/>
            <p:nvPr/>
          </p:nvSpPr>
          <p:spPr>
            <a:xfrm>
              <a:off x="7659431" y="1726069"/>
              <a:ext cx="158341" cy="65227"/>
            </a:xfrm>
            <a:custGeom>
              <a:rect b="b" l="l" r="r" t="t"/>
              <a:pathLst>
                <a:path extrusionOk="0" h="2491" w="6047">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3" name="Google Shape;22923;p96"/>
            <p:cNvSpPr/>
            <p:nvPr/>
          </p:nvSpPr>
          <p:spPr>
            <a:xfrm>
              <a:off x="7692739" y="1502999"/>
              <a:ext cx="142420" cy="85468"/>
            </a:xfrm>
            <a:custGeom>
              <a:rect b="b" l="l" r="r" t="t"/>
              <a:pathLst>
                <a:path extrusionOk="0" h="3264" w="5439">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4" name="Google Shape;22924;p96"/>
            <p:cNvSpPr/>
            <p:nvPr/>
          </p:nvSpPr>
          <p:spPr>
            <a:xfrm>
              <a:off x="7687266" y="1703340"/>
              <a:ext cx="102436" cy="87955"/>
            </a:xfrm>
            <a:custGeom>
              <a:rect b="b" l="l" r="r" t="t"/>
              <a:pathLst>
                <a:path extrusionOk="0" h="3359" w="3912">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5" name="Google Shape;22925;p96"/>
            <p:cNvSpPr/>
            <p:nvPr/>
          </p:nvSpPr>
          <p:spPr>
            <a:xfrm>
              <a:off x="7704234" y="1703340"/>
              <a:ext cx="68736" cy="28254"/>
            </a:xfrm>
            <a:custGeom>
              <a:rect b="b" l="l" r="r" t="t"/>
              <a:pathLst>
                <a:path extrusionOk="0" h="1079" w="2625">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6" name="Google Shape;22926;p96"/>
            <p:cNvSpPr/>
            <p:nvPr/>
          </p:nvSpPr>
          <p:spPr>
            <a:xfrm>
              <a:off x="7664014" y="1576133"/>
              <a:ext cx="149176" cy="144070"/>
            </a:xfrm>
            <a:custGeom>
              <a:rect b="b" l="l" r="r" t="t"/>
              <a:pathLst>
                <a:path extrusionOk="0" h="5502" w="5697">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7" name="Google Shape;22927;p96"/>
            <p:cNvSpPr/>
            <p:nvPr/>
          </p:nvSpPr>
          <p:spPr>
            <a:xfrm>
              <a:off x="7664014" y="1576133"/>
              <a:ext cx="126186" cy="144148"/>
            </a:xfrm>
            <a:custGeom>
              <a:rect b="b" l="l" r="r" t="t"/>
              <a:pathLst>
                <a:path extrusionOk="0" h="5505" w="4819">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8" name="Google Shape;22928;p96"/>
            <p:cNvSpPr/>
            <p:nvPr/>
          </p:nvSpPr>
          <p:spPr>
            <a:xfrm>
              <a:off x="7690749" y="1611431"/>
              <a:ext cx="26761" cy="11521"/>
            </a:xfrm>
            <a:custGeom>
              <a:rect b="b" l="l" r="r" t="t"/>
              <a:pathLst>
                <a:path extrusionOk="0" h="440" w="1022">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9" name="Google Shape;22929;p96"/>
            <p:cNvSpPr/>
            <p:nvPr/>
          </p:nvSpPr>
          <p:spPr>
            <a:xfrm>
              <a:off x="7759458" y="1611431"/>
              <a:ext cx="26735" cy="11521"/>
            </a:xfrm>
            <a:custGeom>
              <a:rect b="b" l="l" r="r" t="t"/>
              <a:pathLst>
                <a:path extrusionOk="0" h="440" w="1021">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0" name="Google Shape;22930;p96"/>
            <p:cNvSpPr/>
            <p:nvPr/>
          </p:nvSpPr>
          <p:spPr>
            <a:xfrm>
              <a:off x="7698499" y="1629106"/>
              <a:ext cx="11521" cy="17308"/>
            </a:xfrm>
            <a:custGeom>
              <a:rect b="b" l="l" r="r" t="t"/>
              <a:pathLst>
                <a:path extrusionOk="0" h="661" w="44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1" name="Google Shape;22931;p96"/>
            <p:cNvSpPr/>
            <p:nvPr/>
          </p:nvSpPr>
          <p:spPr>
            <a:xfrm>
              <a:off x="7767183" y="1629106"/>
              <a:ext cx="11521" cy="17308"/>
            </a:xfrm>
            <a:custGeom>
              <a:rect b="b" l="l" r="r" t="t"/>
              <a:pathLst>
                <a:path extrusionOk="0" h="661" w="44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2" name="Google Shape;22932;p96"/>
            <p:cNvSpPr/>
            <p:nvPr/>
          </p:nvSpPr>
          <p:spPr>
            <a:xfrm>
              <a:off x="7610073" y="1789541"/>
              <a:ext cx="48233" cy="68212"/>
            </a:xfrm>
            <a:custGeom>
              <a:rect b="b" l="l" r="r" t="t"/>
              <a:pathLst>
                <a:path extrusionOk="0" h="2605" w="1842">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3" name="Google Shape;22933;p96"/>
            <p:cNvSpPr/>
            <p:nvPr/>
          </p:nvSpPr>
          <p:spPr>
            <a:xfrm>
              <a:off x="7818662" y="1789541"/>
              <a:ext cx="48233" cy="68212"/>
            </a:xfrm>
            <a:custGeom>
              <a:rect b="b" l="l" r="r" t="t"/>
              <a:pathLst>
                <a:path extrusionOk="0" h="2605" w="1842">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4" name="Google Shape;22934;p96"/>
            <p:cNvSpPr/>
            <p:nvPr/>
          </p:nvSpPr>
          <p:spPr>
            <a:xfrm>
              <a:off x="7712744" y="1666393"/>
              <a:ext cx="51480" cy="22990"/>
            </a:xfrm>
            <a:custGeom>
              <a:rect b="b" l="l" r="r" t="t"/>
              <a:pathLst>
                <a:path extrusionOk="0" h="878" w="1966">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5" name="Google Shape;22935;p96"/>
            <p:cNvSpPr/>
            <p:nvPr/>
          </p:nvSpPr>
          <p:spPr>
            <a:xfrm>
              <a:off x="7704234" y="1794778"/>
              <a:ext cx="11260" cy="62975"/>
            </a:xfrm>
            <a:custGeom>
              <a:rect b="b" l="l" r="r" t="t"/>
              <a:pathLst>
                <a:path extrusionOk="0" h="2405" w="43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6" name="Google Shape;22936;p96"/>
            <p:cNvSpPr/>
            <p:nvPr/>
          </p:nvSpPr>
          <p:spPr>
            <a:xfrm>
              <a:off x="7761448" y="1794778"/>
              <a:ext cx="11521" cy="62975"/>
            </a:xfrm>
            <a:custGeom>
              <a:rect b="b" l="l" r="r" t="t"/>
              <a:pathLst>
                <a:path extrusionOk="0" h="2405" w="44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37" name="Google Shape;22937;p96"/>
          <p:cNvGrpSpPr/>
          <p:nvPr/>
        </p:nvGrpSpPr>
        <p:grpSpPr>
          <a:xfrm>
            <a:off x="8044180" y="3636500"/>
            <a:ext cx="264076" cy="354623"/>
            <a:chOff x="8060455" y="3790075"/>
            <a:chExt cx="264076" cy="354623"/>
          </a:xfrm>
        </p:grpSpPr>
        <p:sp>
          <p:nvSpPr>
            <p:cNvPr id="22938" name="Google Shape;22938;p96"/>
            <p:cNvSpPr/>
            <p:nvPr/>
          </p:nvSpPr>
          <p:spPr>
            <a:xfrm>
              <a:off x="8074202" y="3790075"/>
              <a:ext cx="237079" cy="113800"/>
            </a:xfrm>
            <a:custGeom>
              <a:rect b="b" l="l" r="r" t="t"/>
              <a:pathLst>
                <a:path extrusionOk="0" h="4346" w="9054">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9" name="Google Shape;22939;p96"/>
            <p:cNvSpPr/>
            <p:nvPr/>
          </p:nvSpPr>
          <p:spPr>
            <a:xfrm>
              <a:off x="8083681" y="3955564"/>
              <a:ext cx="80231" cy="126186"/>
            </a:xfrm>
            <a:custGeom>
              <a:rect b="b" l="l" r="r" t="t"/>
              <a:pathLst>
                <a:path extrusionOk="0" h="4819" w="3064">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0" name="Google Shape;22940;p96"/>
            <p:cNvSpPr/>
            <p:nvPr/>
          </p:nvSpPr>
          <p:spPr>
            <a:xfrm>
              <a:off x="8060716" y="4018513"/>
              <a:ext cx="263814" cy="126186"/>
            </a:xfrm>
            <a:custGeom>
              <a:rect b="b" l="l" r="r" t="t"/>
              <a:pathLst>
                <a:path extrusionOk="0" h="4819" w="10075">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1" name="Google Shape;22941;p96"/>
            <p:cNvSpPr/>
            <p:nvPr/>
          </p:nvSpPr>
          <p:spPr>
            <a:xfrm>
              <a:off x="8060455" y="4057241"/>
              <a:ext cx="264076" cy="87458"/>
            </a:xfrm>
            <a:custGeom>
              <a:rect b="b" l="l" r="r" t="t"/>
              <a:pathLst>
                <a:path extrusionOk="0" h="3340" w="10085">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2" name="Google Shape;22942;p96"/>
            <p:cNvSpPr/>
            <p:nvPr/>
          </p:nvSpPr>
          <p:spPr>
            <a:xfrm>
              <a:off x="8125420" y="4057241"/>
              <a:ext cx="134408" cy="61142"/>
            </a:xfrm>
            <a:custGeom>
              <a:rect b="b" l="l" r="r" t="t"/>
              <a:pathLst>
                <a:path extrusionOk="0" h="2335" w="5133">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3" name="Google Shape;22943;p96"/>
            <p:cNvSpPr/>
            <p:nvPr/>
          </p:nvSpPr>
          <p:spPr>
            <a:xfrm>
              <a:off x="8158386" y="4018513"/>
              <a:ext cx="68709" cy="23017"/>
            </a:xfrm>
            <a:custGeom>
              <a:rect b="b" l="l" r="r" t="t"/>
              <a:pathLst>
                <a:path extrusionOk="0" h="879" w="2624">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4" name="Google Shape;22944;p96"/>
            <p:cNvSpPr/>
            <p:nvPr/>
          </p:nvSpPr>
          <p:spPr>
            <a:xfrm>
              <a:off x="8096171" y="3875386"/>
              <a:ext cx="188139" cy="154413"/>
            </a:xfrm>
            <a:custGeom>
              <a:rect b="b" l="l" r="r" t="t"/>
              <a:pathLst>
                <a:path extrusionOk="0" h="5897" w="7185">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5" name="Google Shape;22945;p96"/>
            <p:cNvSpPr/>
            <p:nvPr/>
          </p:nvSpPr>
          <p:spPr>
            <a:xfrm>
              <a:off x="8152390"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6" name="Google Shape;22946;p96"/>
            <p:cNvSpPr/>
            <p:nvPr/>
          </p:nvSpPr>
          <p:spPr>
            <a:xfrm>
              <a:off x="8221335" y="3933412"/>
              <a:ext cx="11521" cy="16942"/>
            </a:xfrm>
            <a:custGeom>
              <a:rect b="b" l="l" r="r" t="t"/>
              <a:pathLst>
                <a:path extrusionOk="0" h="647" w="44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7" name="Google Shape;22947;p96"/>
            <p:cNvSpPr/>
            <p:nvPr/>
          </p:nvSpPr>
          <p:spPr>
            <a:xfrm>
              <a:off x="8166792" y="3978136"/>
              <a:ext cx="50930" cy="17492"/>
            </a:xfrm>
            <a:custGeom>
              <a:rect b="b" l="l" r="r" t="t"/>
              <a:pathLst>
                <a:path extrusionOk="0" h="668" w="1945">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8" name="Google Shape;22948;p96"/>
            <p:cNvSpPr/>
            <p:nvPr/>
          </p:nvSpPr>
          <p:spPr>
            <a:xfrm>
              <a:off x="8099942" y="3880885"/>
              <a:ext cx="167375" cy="149124"/>
            </a:xfrm>
            <a:custGeom>
              <a:rect b="b" l="l" r="r" t="t"/>
              <a:pathLst>
                <a:path extrusionOk="0" h="5695" w="6392">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9" name="Google Shape;22949;p96"/>
            <p:cNvSpPr/>
            <p:nvPr/>
          </p:nvSpPr>
          <p:spPr>
            <a:xfrm>
              <a:off x="8255795" y="3892380"/>
              <a:ext cx="22781" cy="42970"/>
            </a:xfrm>
            <a:custGeom>
              <a:rect b="b" l="l" r="r" t="t"/>
              <a:pathLst>
                <a:path extrusionOk="0" h="1641" w="87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0" name="Google Shape;22950;p96"/>
            <p:cNvSpPr/>
            <p:nvPr/>
          </p:nvSpPr>
          <p:spPr>
            <a:xfrm>
              <a:off x="8106435" y="3892380"/>
              <a:ext cx="22990" cy="42970"/>
            </a:xfrm>
            <a:custGeom>
              <a:rect b="b" l="l" r="r" t="t"/>
              <a:pathLst>
                <a:path extrusionOk="0" h="1641" w="878">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1" name="Google Shape;22951;p96"/>
            <p:cNvSpPr/>
            <p:nvPr/>
          </p:nvSpPr>
          <p:spPr>
            <a:xfrm>
              <a:off x="8106671" y="3892380"/>
              <a:ext cx="172140" cy="28751"/>
            </a:xfrm>
            <a:custGeom>
              <a:rect b="b" l="l" r="r" t="t"/>
              <a:pathLst>
                <a:path extrusionOk="0" h="1098" w="6574">
                  <a:moveTo>
                    <a:pt x="1" y="0"/>
                  </a:moveTo>
                  <a:cubicBezTo>
                    <a:pt x="1" y="611"/>
                    <a:pt x="1470" y="1097"/>
                    <a:pt x="3282" y="1097"/>
                  </a:cubicBezTo>
                  <a:cubicBezTo>
                    <a:pt x="5095" y="1097"/>
                    <a:pt x="656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2" name="Google Shape;22952;p96"/>
            <p:cNvSpPr/>
            <p:nvPr/>
          </p:nvSpPr>
          <p:spPr>
            <a:xfrm>
              <a:off x="8178627" y="4110448"/>
              <a:ext cx="27992" cy="34250"/>
            </a:xfrm>
            <a:custGeom>
              <a:rect b="b" l="l" r="r" t="t"/>
              <a:pathLst>
                <a:path extrusionOk="0" h="1308" w="1069">
                  <a:moveTo>
                    <a:pt x="859" y="0"/>
                  </a:moveTo>
                  <a:lnTo>
                    <a:pt x="200" y="10"/>
                  </a:lnTo>
                  <a:lnTo>
                    <a:pt x="0" y="1307"/>
                  </a:lnTo>
                  <a:lnTo>
                    <a:pt x="1069" y="1307"/>
                  </a:lnTo>
                  <a:lnTo>
                    <a:pt x="859" y="0"/>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3" name="Google Shape;22953;p96"/>
            <p:cNvSpPr/>
            <p:nvPr/>
          </p:nvSpPr>
          <p:spPr>
            <a:xfrm>
              <a:off x="8171112" y="4081724"/>
              <a:ext cx="42760" cy="31736"/>
            </a:xfrm>
            <a:custGeom>
              <a:rect b="b" l="l" r="r" t="t"/>
              <a:pathLst>
                <a:path extrusionOk="0" h="1212" w="1633">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4" name="Google Shape;22954;p96"/>
            <p:cNvSpPr/>
            <p:nvPr/>
          </p:nvSpPr>
          <p:spPr>
            <a:xfrm>
              <a:off x="8135894" y="4044017"/>
              <a:ext cx="56743" cy="62844"/>
            </a:xfrm>
            <a:custGeom>
              <a:rect b="b" l="l" r="r" t="t"/>
              <a:pathLst>
                <a:path extrusionOk="0" h="2400" w="2167">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5" name="Google Shape;22955;p96"/>
            <p:cNvSpPr/>
            <p:nvPr/>
          </p:nvSpPr>
          <p:spPr>
            <a:xfrm>
              <a:off x="8192610" y="4044017"/>
              <a:ext cx="56717" cy="62844"/>
            </a:xfrm>
            <a:custGeom>
              <a:rect b="b" l="l" r="r" t="t"/>
              <a:pathLst>
                <a:path extrusionOk="0" h="2400" w="2166">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6" name="Google Shape;22956;p96"/>
            <p:cNvSpPr/>
            <p:nvPr/>
          </p:nvSpPr>
          <p:spPr>
            <a:xfrm>
              <a:off x="8063963" y="4087956"/>
              <a:ext cx="48468" cy="56743"/>
            </a:xfrm>
            <a:custGeom>
              <a:rect b="b" l="l" r="r" t="t"/>
              <a:pathLst>
                <a:path extrusionOk="0" h="2167" w="1851">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7" name="Google Shape;22957;p96"/>
            <p:cNvSpPr/>
            <p:nvPr/>
          </p:nvSpPr>
          <p:spPr>
            <a:xfrm>
              <a:off x="8272789" y="4087956"/>
              <a:ext cx="48495" cy="56743"/>
            </a:xfrm>
            <a:custGeom>
              <a:rect b="b" l="l" r="r" t="t"/>
              <a:pathLst>
                <a:path extrusionOk="0" h="2167" w="1852">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8" name="Google Shape;22958;p96"/>
            <p:cNvSpPr/>
            <p:nvPr/>
          </p:nvSpPr>
          <p:spPr>
            <a:xfrm>
              <a:off x="8106671" y="3857894"/>
              <a:ext cx="171905" cy="34512"/>
            </a:xfrm>
            <a:custGeom>
              <a:rect b="b" l="l" r="r" t="t"/>
              <a:pathLst>
                <a:path extrusionOk="0" h="1318" w="6565">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9" name="Google Shape;22959;p96"/>
            <p:cNvSpPr/>
            <p:nvPr/>
          </p:nvSpPr>
          <p:spPr>
            <a:xfrm>
              <a:off x="8175380" y="3823670"/>
              <a:ext cx="34486" cy="39984"/>
            </a:xfrm>
            <a:custGeom>
              <a:rect b="b" l="l" r="r" t="t"/>
              <a:pathLst>
                <a:path extrusionOk="0" h="1527" w="1317">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0" name="Google Shape;22960;p96"/>
            <p:cNvSpPr/>
            <p:nvPr/>
          </p:nvSpPr>
          <p:spPr>
            <a:xfrm>
              <a:off x="8175407"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61" name="Google Shape;22961;p96"/>
          <p:cNvGrpSpPr/>
          <p:nvPr/>
        </p:nvGrpSpPr>
        <p:grpSpPr>
          <a:xfrm>
            <a:off x="7598275" y="2726336"/>
            <a:ext cx="263316" cy="354754"/>
            <a:chOff x="7614550" y="2879911"/>
            <a:chExt cx="263316" cy="354754"/>
          </a:xfrm>
        </p:grpSpPr>
        <p:sp>
          <p:nvSpPr>
            <p:cNvPr id="22962" name="Google Shape;22962;p96"/>
            <p:cNvSpPr/>
            <p:nvPr/>
          </p:nvSpPr>
          <p:spPr>
            <a:xfrm>
              <a:off x="7614550" y="3086013"/>
              <a:ext cx="263316" cy="148652"/>
            </a:xfrm>
            <a:custGeom>
              <a:rect b="b" l="l" r="r" t="t"/>
              <a:pathLst>
                <a:path extrusionOk="0" h="5677" w="10056">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3" name="Google Shape;22963;p96"/>
            <p:cNvSpPr/>
            <p:nvPr/>
          </p:nvSpPr>
          <p:spPr>
            <a:xfrm>
              <a:off x="7614550" y="3137728"/>
              <a:ext cx="263081" cy="96937"/>
            </a:xfrm>
            <a:custGeom>
              <a:rect b="b" l="l" r="r" t="t"/>
              <a:pathLst>
                <a:path extrusionOk="0" h="3702" w="10047">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4" name="Google Shape;22964;p96"/>
            <p:cNvSpPr/>
            <p:nvPr/>
          </p:nvSpPr>
          <p:spPr>
            <a:xfrm>
              <a:off x="7683495" y="3137728"/>
              <a:ext cx="125426" cy="62477"/>
            </a:xfrm>
            <a:custGeom>
              <a:rect b="b" l="l" r="r" t="t"/>
              <a:pathLst>
                <a:path extrusionOk="0" h="2386" w="479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5" name="Google Shape;22965;p96"/>
            <p:cNvSpPr/>
            <p:nvPr/>
          </p:nvSpPr>
          <p:spPr>
            <a:xfrm>
              <a:off x="7711985"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6" name="Google Shape;22966;p96"/>
            <p:cNvSpPr/>
            <p:nvPr/>
          </p:nvSpPr>
          <p:spPr>
            <a:xfrm>
              <a:off x="7780668" y="3023064"/>
              <a:ext cx="45745" cy="211601"/>
            </a:xfrm>
            <a:custGeom>
              <a:rect b="b" l="l" r="r" t="t"/>
              <a:pathLst>
                <a:path extrusionOk="0" h="8081" w="1747">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7" name="Google Shape;22967;p96"/>
            <p:cNvSpPr/>
            <p:nvPr/>
          </p:nvSpPr>
          <p:spPr>
            <a:xfrm>
              <a:off x="7780668" y="3102981"/>
              <a:ext cx="29275" cy="23017"/>
            </a:xfrm>
            <a:custGeom>
              <a:rect b="b" l="l" r="r" t="t"/>
              <a:pathLst>
                <a:path extrusionOk="0" h="879" w="1118">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8" name="Google Shape;22968;p96"/>
            <p:cNvSpPr/>
            <p:nvPr/>
          </p:nvSpPr>
          <p:spPr>
            <a:xfrm>
              <a:off x="7666030" y="3023064"/>
              <a:ext cx="45719" cy="211601"/>
            </a:xfrm>
            <a:custGeom>
              <a:rect b="b" l="l" r="r" t="t"/>
              <a:pathLst>
                <a:path extrusionOk="0" h="8081" w="1746">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9" name="Google Shape;22969;p96"/>
            <p:cNvSpPr/>
            <p:nvPr/>
          </p:nvSpPr>
          <p:spPr>
            <a:xfrm>
              <a:off x="7628559" y="2879911"/>
              <a:ext cx="235325" cy="137419"/>
            </a:xfrm>
            <a:custGeom>
              <a:rect b="b" l="l" r="r" t="t"/>
              <a:pathLst>
                <a:path extrusionOk="0" h="5248" w="8987">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0" name="Google Shape;22970;p96"/>
            <p:cNvSpPr/>
            <p:nvPr/>
          </p:nvSpPr>
          <p:spPr>
            <a:xfrm>
              <a:off x="7650031" y="2920131"/>
              <a:ext cx="192381" cy="177142"/>
            </a:xfrm>
            <a:custGeom>
              <a:rect b="b" l="l" r="r" t="t"/>
              <a:pathLst>
                <a:path extrusionOk="0" h="6765" w="7347">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1" name="Google Shape;22971;p96"/>
            <p:cNvSpPr/>
            <p:nvPr/>
          </p:nvSpPr>
          <p:spPr>
            <a:xfrm>
              <a:off x="7650188" y="2920052"/>
              <a:ext cx="170229" cy="177456"/>
            </a:xfrm>
            <a:custGeom>
              <a:rect b="b" l="l" r="r" t="t"/>
              <a:pathLst>
                <a:path extrusionOk="0" h="6777" w="6501">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2" name="Google Shape;22972;p96"/>
            <p:cNvSpPr/>
            <p:nvPr/>
          </p:nvSpPr>
          <p:spPr>
            <a:xfrm>
              <a:off x="7720468" y="3037309"/>
              <a:ext cx="51506" cy="22755"/>
            </a:xfrm>
            <a:custGeom>
              <a:rect b="b" l="l" r="r" t="t"/>
              <a:pathLst>
                <a:path extrusionOk="0" h="869" w="1967">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3" name="Google Shape;22973;p96"/>
            <p:cNvSpPr/>
            <p:nvPr/>
          </p:nvSpPr>
          <p:spPr>
            <a:xfrm>
              <a:off x="7706250" y="3000204"/>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4" name="Google Shape;22974;p96"/>
            <p:cNvSpPr/>
            <p:nvPr/>
          </p:nvSpPr>
          <p:spPr>
            <a:xfrm>
              <a:off x="7774933" y="3000204"/>
              <a:ext cx="11260" cy="17125"/>
            </a:xfrm>
            <a:custGeom>
              <a:rect b="b" l="l" r="r" t="t"/>
              <a:pathLst>
                <a:path extrusionOk="0" h="654" w="43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5" name="Google Shape;22975;p96"/>
            <p:cNvSpPr/>
            <p:nvPr/>
          </p:nvSpPr>
          <p:spPr>
            <a:xfrm>
              <a:off x="7698237" y="2981535"/>
              <a:ext cx="27206" cy="12831"/>
            </a:xfrm>
            <a:custGeom>
              <a:rect b="b" l="l" r="r" t="t"/>
              <a:pathLst>
                <a:path extrusionOk="0" h="490" w="1039">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6" name="Google Shape;22976;p96"/>
            <p:cNvSpPr/>
            <p:nvPr/>
          </p:nvSpPr>
          <p:spPr>
            <a:xfrm>
              <a:off x="7766921" y="2981561"/>
              <a:ext cx="27285" cy="12804"/>
            </a:xfrm>
            <a:custGeom>
              <a:rect b="b" l="l" r="r" t="t"/>
              <a:pathLst>
                <a:path extrusionOk="0" h="489" w="1042">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7" name="Google Shape;22977;p96"/>
            <p:cNvSpPr/>
            <p:nvPr/>
          </p:nvSpPr>
          <p:spPr>
            <a:xfrm>
              <a:off x="7681008" y="2879911"/>
              <a:ext cx="162399" cy="97199"/>
            </a:xfrm>
            <a:custGeom>
              <a:rect b="b" l="l" r="r" t="t"/>
              <a:pathLst>
                <a:path extrusionOk="0" h="3712" w="6202">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8" name="Google Shape;22978;p96"/>
            <p:cNvSpPr/>
            <p:nvPr/>
          </p:nvSpPr>
          <p:spPr>
            <a:xfrm>
              <a:off x="7682762" y="3102981"/>
              <a:ext cx="29249" cy="23017"/>
            </a:xfrm>
            <a:custGeom>
              <a:rect b="b" l="l" r="r" t="t"/>
              <a:pathLst>
                <a:path extrusionOk="0" h="879" w="1117">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9" name="Google Shape;22979;p96"/>
            <p:cNvSpPr/>
            <p:nvPr/>
          </p:nvSpPr>
          <p:spPr>
            <a:xfrm>
              <a:off x="7682762" y="3102981"/>
              <a:ext cx="29249" cy="11783"/>
            </a:xfrm>
            <a:custGeom>
              <a:rect b="b" l="l" r="r" t="t"/>
              <a:pathLst>
                <a:path extrusionOk="0" h="450" w="1117">
                  <a:moveTo>
                    <a:pt x="0" y="1"/>
                  </a:moveTo>
                  <a:cubicBezTo>
                    <a:pt x="10" y="154"/>
                    <a:pt x="19" y="297"/>
                    <a:pt x="19" y="449"/>
                  </a:cubicBezTo>
                  <a:lnTo>
                    <a:pt x="1116" y="449"/>
                  </a:lnTo>
                  <a:lnTo>
                    <a:pt x="1116" y="1"/>
                  </a:lnTo>
                  <a:close/>
                </a:path>
              </a:pathLst>
            </a:custGeom>
            <a:solidFill>
              <a:srgbClr val="A2B5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0" name="Google Shape;22980;p96"/>
            <p:cNvSpPr/>
            <p:nvPr/>
          </p:nvSpPr>
          <p:spPr>
            <a:xfrm>
              <a:off x="7780432" y="3103242"/>
              <a:ext cx="29249" cy="11521"/>
            </a:xfrm>
            <a:custGeom>
              <a:rect b="b" l="l" r="r" t="t"/>
              <a:pathLst>
                <a:path extrusionOk="0" h="440" w="1117">
                  <a:moveTo>
                    <a:pt x="0" y="1"/>
                  </a:moveTo>
                  <a:lnTo>
                    <a:pt x="0" y="439"/>
                  </a:lnTo>
                  <a:lnTo>
                    <a:pt x="1098" y="439"/>
                  </a:lnTo>
                  <a:cubicBezTo>
                    <a:pt x="1098" y="287"/>
                    <a:pt x="1107" y="144"/>
                    <a:pt x="1117" y="1"/>
                  </a:cubicBezTo>
                  <a:close/>
                </a:path>
              </a:pathLst>
            </a:custGeom>
            <a:solidFill>
              <a:srgbClr val="A2B5C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81" name="Google Shape;22981;p96"/>
          <p:cNvGrpSpPr/>
          <p:nvPr/>
        </p:nvGrpSpPr>
        <p:grpSpPr>
          <a:xfrm>
            <a:off x="4884409" y="4114612"/>
            <a:ext cx="274576" cy="354623"/>
            <a:chOff x="4900684" y="4268187"/>
            <a:chExt cx="274576" cy="354623"/>
          </a:xfrm>
        </p:grpSpPr>
        <p:sp>
          <p:nvSpPr>
            <p:cNvPr id="22982" name="Google Shape;22982;p96"/>
            <p:cNvSpPr/>
            <p:nvPr/>
          </p:nvSpPr>
          <p:spPr>
            <a:xfrm>
              <a:off x="4963633" y="4268187"/>
              <a:ext cx="148678" cy="57109"/>
            </a:xfrm>
            <a:custGeom>
              <a:rect b="b" l="l" r="r" t="t"/>
              <a:pathLst>
                <a:path extrusionOk="0" h="2181" w="5678">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3" name="Google Shape;22983;p96"/>
            <p:cNvSpPr/>
            <p:nvPr/>
          </p:nvSpPr>
          <p:spPr>
            <a:xfrm>
              <a:off x="4935170" y="4302542"/>
              <a:ext cx="205866" cy="102959"/>
            </a:xfrm>
            <a:custGeom>
              <a:rect b="b" l="l" r="r" t="t"/>
              <a:pathLst>
                <a:path extrusionOk="0" h="3932" w="7862">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4" name="Google Shape;22984;p96"/>
            <p:cNvSpPr/>
            <p:nvPr/>
          </p:nvSpPr>
          <p:spPr>
            <a:xfrm>
              <a:off x="4946403" y="4405475"/>
              <a:ext cx="17256" cy="22938"/>
            </a:xfrm>
            <a:custGeom>
              <a:rect b="b" l="l" r="r" t="t"/>
              <a:pathLst>
                <a:path extrusionOk="0" h="876" w="659">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5" name="Google Shape;22985;p96"/>
            <p:cNvSpPr/>
            <p:nvPr/>
          </p:nvSpPr>
          <p:spPr>
            <a:xfrm>
              <a:off x="5112285" y="4405475"/>
              <a:ext cx="17256" cy="22938"/>
            </a:xfrm>
            <a:custGeom>
              <a:rect b="b" l="l" r="r" t="t"/>
              <a:pathLst>
                <a:path extrusionOk="0" h="876" w="659">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6" name="Google Shape;22986;p96"/>
            <p:cNvSpPr/>
            <p:nvPr/>
          </p:nvSpPr>
          <p:spPr>
            <a:xfrm>
              <a:off x="4900684" y="4468424"/>
              <a:ext cx="274576" cy="154387"/>
            </a:xfrm>
            <a:custGeom>
              <a:rect b="b" l="l" r="r" t="t"/>
              <a:pathLst>
                <a:path extrusionOk="0" h="5896" w="10486">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7" name="Google Shape;22987;p96"/>
            <p:cNvSpPr/>
            <p:nvPr/>
          </p:nvSpPr>
          <p:spPr>
            <a:xfrm>
              <a:off x="4997857" y="4468424"/>
              <a:ext cx="80231" cy="22860"/>
            </a:xfrm>
            <a:custGeom>
              <a:rect b="b" l="l" r="r" t="t"/>
              <a:pathLst>
                <a:path extrusionOk="0" h="873" w="3064">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8" name="Google Shape;22988;p96"/>
            <p:cNvSpPr/>
            <p:nvPr/>
          </p:nvSpPr>
          <p:spPr>
            <a:xfrm>
              <a:off x="4941664" y="4325270"/>
              <a:ext cx="192617" cy="154413"/>
            </a:xfrm>
            <a:custGeom>
              <a:rect b="b" l="l" r="r" t="t"/>
              <a:pathLst>
                <a:path extrusionOk="0" h="5897" w="7356">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9" name="Google Shape;22989;p96"/>
            <p:cNvSpPr/>
            <p:nvPr/>
          </p:nvSpPr>
          <p:spPr>
            <a:xfrm>
              <a:off x="4945670" y="4325270"/>
              <a:ext cx="155382" cy="154622"/>
            </a:xfrm>
            <a:custGeom>
              <a:rect b="b" l="l" r="r" t="t"/>
              <a:pathLst>
                <a:path extrusionOk="0" h="5905" w="5934">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0" name="Google Shape;22990;p96"/>
            <p:cNvSpPr/>
            <p:nvPr/>
          </p:nvSpPr>
          <p:spPr>
            <a:xfrm>
              <a:off x="4997857" y="4382615"/>
              <a:ext cx="11521" cy="17125"/>
            </a:xfrm>
            <a:custGeom>
              <a:rect b="b" l="l" r="r" t="t"/>
              <a:pathLst>
                <a:path extrusionOk="0" h="654" w="44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1" name="Google Shape;22991;p96"/>
            <p:cNvSpPr/>
            <p:nvPr/>
          </p:nvSpPr>
          <p:spPr>
            <a:xfrm>
              <a:off x="5066566" y="4382615"/>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2" name="Google Shape;22992;p96"/>
            <p:cNvSpPr/>
            <p:nvPr/>
          </p:nvSpPr>
          <p:spPr>
            <a:xfrm>
              <a:off x="5012625" y="4422495"/>
              <a:ext cx="50694" cy="17230"/>
            </a:xfrm>
            <a:custGeom>
              <a:rect b="b" l="l" r="r" t="t"/>
              <a:pathLst>
                <a:path extrusionOk="0" h="658" w="1936">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3" name="Google Shape;22993;p96"/>
            <p:cNvSpPr/>
            <p:nvPr/>
          </p:nvSpPr>
          <p:spPr>
            <a:xfrm>
              <a:off x="4990368" y="4365490"/>
              <a:ext cx="26761" cy="11260"/>
            </a:xfrm>
            <a:custGeom>
              <a:rect b="b" l="l" r="r" t="t"/>
              <a:pathLst>
                <a:path extrusionOk="0" h="430" w="1022">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4" name="Google Shape;22994;p96"/>
            <p:cNvSpPr/>
            <p:nvPr/>
          </p:nvSpPr>
          <p:spPr>
            <a:xfrm>
              <a:off x="5059077" y="4365490"/>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5" name="Google Shape;22995;p96"/>
            <p:cNvSpPr/>
            <p:nvPr/>
          </p:nvSpPr>
          <p:spPr>
            <a:xfrm>
              <a:off x="5009352" y="4451168"/>
              <a:ext cx="57240" cy="44384"/>
            </a:xfrm>
            <a:custGeom>
              <a:rect b="b" l="l" r="r" t="t"/>
              <a:pathLst>
                <a:path extrusionOk="0" h="1695" w="2186">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6" name="Google Shape;22996;p96"/>
            <p:cNvSpPr/>
            <p:nvPr/>
          </p:nvSpPr>
          <p:spPr>
            <a:xfrm>
              <a:off x="4900684" y="4523622"/>
              <a:ext cx="274576" cy="99189"/>
            </a:xfrm>
            <a:custGeom>
              <a:rect b="b" l="l" r="r" t="t"/>
              <a:pathLst>
                <a:path extrusionOk="0" h="3788" w="10486">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97" name="Google Shape;22997;p96"/>
          <p:cNvGrpSpPr/>
          <p:nvPr/>
        </p:nvGrpSpPr>
        <p:grpSpPr>
          <a:xfrm>
            <a:off x="7145379" y="3192219"/>
            <a:ext cx="263343" cy="354754"/>
            <a:chOff x="7161654" y="3345794"/>
            <a:chExt cx="263343" cy="354754"/>
          </a:xfrm>
        </p:grpSpPr>
        <p:sp>
          <p:nvSpPr>
            <p:cNvPr id="22998" name="Google Shape;22998;p96"/>
            <p:cNvSpPr/>
            <p:nvPr/>
          </p:nvSpPr>
          <p:spPr>
            <a:xfrm>
              <a:off x="7321802" y="3488686"/>
              <a:ext cx="68971" cy="125924"/>
            </a:xfrm>
            <a:custGeom>
              <a:rect b="b" l="l" r="r" t="t"/>
              <a:pathLst>
                <a:path extrusionOk="0" h="4809" w="2634">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9" name="Google Shape;22999;p96"/>
            <p:cNvSpPr/>
            <p:nvPr/>
          </p:nvSpPr>
          <p:spPr>
            <a:xfrm>
              <a:off x="7161654" y="3540139"/>
              <a:ext cx="263343" cy="160409"/>
            </a:xfrm>
            <a:custGeom>
              <a:rect b="b" l="l" r="r" t="t"/>
              <a:pathLst>
                <a:path extrusionOk="0" h="6126" w="10057">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0" name="Google Shape;23000;p96"/>
            <p:cNvSpPr/>
            <p:nvPr/>
          </p:nvSpPr>
          <p:spPr>
            <a:xfrm>
              <a:off x="7224629" y="3597092"/>
              <a:ext cx="200368" cy="103457"/>
            </a:xfrm>
            <a:custGeom>
              <a:rect b="b" l="l" r="r" t="t"/>
              <a:pathLst>
                <a:path extrusionOk="0" h="3951" w="7652">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1" name="Google Shape;23001;p96"/>
            <p:cNvSpPr/>
            <p:nvPr/>
          </p:nvSpPr>
          <p:spPr>
            <a:xfrm>
              <a:off x="7315806" y="3603088"/>
              <a:ext cx="54727" cy="97199"/>
            </a:xfrm>
            <a:custGeom>
              <a:rect b="b" l="l" r="r" t="t"/>
              <a:pathLst>
                <a:path extrusionOk="0" h="3712" w="209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2" name="Google Shape;23002;p96"/>
            <p:cNvSpPr/>
            <p:nvPr/>
          </p:nvSpPr>
          <p:spPr>
            <a:xfrm>
              <a:off x="7161654" y="3597092"/>
              <a:ext cx="200368" cy="103457"/>
            </a:xfrm>
            <a:custGeom>
              <a:rect b="b" l="l" r="r" t="t"/>
              <a:pathLst>
                <a:path extrusionOk="0" h="3951" w="7652">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3" name="Google Shape;23003;p96"/>
            <p:cNvSpPr/>
            <p:nvPr/>
          </p:nvSpPr>
          <p:spPr>
            <a:xfrm>
              <a:off x="7258853" y="3540139"/>
              <a:ext cx="68709" cy="28646"/>
            </a:xfrm>
            <a:custGeom>
              <a:rect b="b" l="l" r="r" t="t"/>
              <a:pathLst>
                <a:path extrusionOk="0" h="1094" w="2624">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4" name="Google Shape;23004;p96"/>
            <p:cNvSpPr/>
            <p:nvPr/>
          </p:nvSpPr>
          <p:spPr>
            <a:xfrm>
              <a:off x="7195878" y="3500181"/>
              <a:ext cx="46007" cy="45745"/>
            </a:xfrm>
            <a:custGeom>
              <a:rect b="b" l="l" r="r" t="t"/>
              <a:pathLst>
                <a:path extrusionOk="0" h="1747" w="1757">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5" name="Google Shape;23005;p96"/>
            <p:cNvSpPr/>
            <p:nvPr/>
          </p:nvSpPr>
          <p:spPr>
            <a:xfrm>
              <a:off x="7207373" y="3511676"/>
              <a:ext cx="23017" cy="22755"/>
            </a:xfrm>
            <a:custGeom>
              <a:rect b="b" l="l" r="r" t="t"/>
              <a:pathLst>
                <a:path extrusionOk="0" h="869" w="879">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6" name="Google Shape;23006;p96"/>
            <p:cNvSpPr/>
            <p:nvPr/>
          </p:nvSpPr>
          <p:spPr>
            <a:xfrm>
              <a:off x="7344766" y="3500181"/>
              <a:ext cx="45745" cy="45745"/>
            </a:xfrm>
            <a:custGeom>
              <a:rect b="b" l="l" r="r" t="t"/>
              <a:pathLst>
                <a:path extrusionOk="0" h="1747" w="1747">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7" name="Google Shape;23007;p96"/>
            <p:cNvSpPr/>
            <p:nvPr/>
          </p:nvSpPr>
          <p:spPr>
            <a:xfrm>
              <a:off x="7356261" y="3511676"/>
              <a:ext cx="22755" cy="22755"/>
            </a:xfrm>
            <a:custGeom>
              <a:rect b="b" l="l" r="r" t="t"/>
              <a:pathLst>
                <a:path extrusionOk="0" h="869" w="869">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8" name="Google Shape;23008;p96"/>
            <p:cNvSpPr/>
            <p:nvPr/>
          </p:nvSpPr>
          <p:spPr>
            <a:xfrm>
              <a:off x="7201639" y="3345794"/>
              <a:ext cx="183138" cy="134434"/>
            </a:xfrm>
            <a:custGeom>
              <a:rect b="b" l="l" r="r" t="t"/>
              <a:pathLst>
                <a:path extrusionOk="0" h="5134" w="6994">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9" name="Google Shape;23009;p96"/>
            <p:cNvSpPr/>
            <p:nvPr/>
          </p:nvSpPr>
          <p:spPr>
            <a:xfrm>
              <a:off x="7200880" y="3414111"/>
              <a:ext cx="184866" cy="143311"/>
            </a:xfrm>
            <a:custGeom>
              <a:rect b="b" l="l" r="r" t="t"/>
              <a:pathLst>
                <a:path extrusionOk="0" h="5473" w="706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0" name="Google Shape;23010;p96"/>
            <p:cNvSpPr/>
            <p:nvPr/>
          </p:nvSpPr>
          <p:spPr>
            <a:xfrm>
              <a:off x="7253223" y="3465905"/>
              <a:ext cx="11390" cy="17308"/>
            </a:xfrm>
            <a:custGeom>
              <a:rect b="b" l="l" r="r" t="t"/>
              <a:pathLst>
                <a:path extrusionOk="0" h="661" w="435">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1" name="Google Shape;23011;p96"/>
            <p:cNvSpPr/>
            <p:nvPr/>
          </p:nvSpPr>
          <p:spPr>
            <a:xfrm>
              <a:off x="7321802" y="3465905"/>
              <a:ext cx="11495" cy="17308"/>
            </a:xfrm>
            <a:custGeom>
              <a:rect b="b" l="l" r="r" t="t"/>
              <a:pathLst>
                <a:path extrusionOk="0" h="661" w="439">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2" name="Google Shape;23012;p96"/>
            <p:cNvSpPr/>
            <p:nvPr/>
          </p:nvSpPr>
          <p:spPr>
            <a:xfrm>
              <a:off x="7267573" y="3502930"/>
              <a:ext cx="51506" cy="23017"/>
            </a:xfrm>
            <a:custGeom>
              <a:rect b="b" l="l" r="r" t="t"/>
              <a:pathLst>
                <a:path extrusionOk="0" h="879" w="1967">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3" name="Google Shape;23013;p96"/>
            <p:cNvSpPr/>
            <p:nvPr/>
          </p:nvSpPr>
          <p:spPr>
            <a:xfrm>
              <a:off x="7201141" y="3414111"/>
              <a:ext cx="169626" cy="143311"/>
            </a:xfrm>
            <a:custGeom>
              <a:rect b="b" l="l" r="r" t="t"/>
              <a:pathLst>
                <a:path extrusionOk="0" h="5473" w="6478">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4" name="Google Shape;23014;p96"/>
            <p:cNvSpPr/>
            <p:nvPr/>
          </p:nvSpPr>
          <p:spPr>
            <a:xfrm>
              <a:off x="7290563" y="3347313"/>
              <a:ext cx="94214" cy="101441"/>
            </a:xfrm>
            <a:custGeom>
              <a:rect b="b" l="l" r="r" t="t"/>
              <a:pathLst>
                <a:path extrusionOk="0" h="3874" w="3598">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5" name="Google Shape;23015;p96"/>
            <p:cNvSpPr/>
            <p:nvPr/>
          </p:nvSpPr>
          <p:spPr>
            <a:xfrm>
              <a:off x="7215884" y="3603088"/>
              <a:ext cx="54962" cy="97199"/>
            </a:xfrm>
            <a:custGeom>
              <a:rect b="b" l="l" r="r" t="t"/>
              <a:pathLst>
                <a:path extrusionOk="0" h="3712" w="2099">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6" name="Google Shape;23016;p96"/>
            <p:cNvSpPr/>
            <p:nvPr/>
          </p:nvSpPr>
          <p:spPr>
            <a:xfrm>
              <a:off x="7198392" y="3609346"/>
              <a:ext cx="34486" cy="90941"/>
            </a:xfrm>
            <a:custGeom>
              <a:rect b="b" l="l" r="r" t="t"/>
              <a:pathLst>
                <a:path extrusionOk="0" h="3473" w="1317">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017" name="Google Shape;23017;p96"/>
          <p:cNvGrpSpPr/>
          <p:nvPr/>
        </p:nvGrpSpPr>
        <p:grpSpPr>
          <a:xfrm>
            <a:off x="6695495" y="3192219"/>
            <a:ext cx="263081" cy="354754"/>
            <a:chOff x="6711770" y="3345794"/>
            <a:chExt cx="263081" cy="354754"/>
          </a:xfrm>
        </p:grpSpPr>
        <p:sp>
          <p:nvSpPr>
            <p:cNvPr id="23018" name="Google Shape;23018;p96"/>
            <p:cNvSpPr/>
            <p:nvPr/>
          </p:nvSpPr>
          <p:spPr>
            <a:xfrm>
              <a:off x="6768984" y="3465957"/>
              <a:ext cx="148652" cy="148652"/>
            </a:xfrm>
            <a:custGeom>
              <a:rect b="b" l="l" r="r" t="t"/>
              <a:pathLst>
                <a:path extrusionOk="0" h="5677" w="5677">
                  <a:moveTo>
                    <a:pt x="0" y="0"/>
                  </a:moveTo>
                  <a:lnTo>
                    <a:pt x="0" y="5677"/>
                  </a:lnTo>
                  <a:lnTo>
                    <a:pt x="5676" y="5677"/>
                  </a:lnTo>
                  <a:lnTo>
                    <a:pt x="567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9" name="Google Shape;23019;p96"/>
            <p:cNvSpPr/>
            <p:nvPr/>
          </p:nvSpPr>
          <p:spPr>
            <a:xfrm>
              <a:off x="6711770" y="3545900"/>
              <a:ext cx="263081" cy="154649"/>
            </a:xfrm>
            <a:custGeom>
              <a:rect b="b" l="l" r="r" t="t"/>
              <a:pathLst>
                <a:path extrusionOk="0" h="5906" w="10047">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0" name="Google Shape;23020;p96"/>
            <p:cNvSpPr/>
            <p:nvPr/>
          </p:nvSpPr>
          <p:spPr>
            <a:xfrm>
              <a:off x="6760474" y="3545900"/>
              <a:ext cx="165646" cy="143153"/>
            </a:xfrm>
            <a:custGeom>
              <a:rect b="b" l="l" r="r" t="t"/>
              <a:pathLst>
                <a:path extrusionOk="0" h="5467" w="6326">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1" name="Google Shape;23021;p96"/>
            <p:cNvSpPr/>
            <p:nvPr/>
          </p:nvSpPr>
          <p:spPr>
            <a:xfrm>
              <a:off x="6771969" y="3545900"/>
              <a:ext cx="142918" cy="131658"/>
            </a:xfrm>
            <a:custGeom>
              <a:rect b="b" l="l" r="r" t="t"/>
              <a:pathLst>
                <a:path extrusionOk="0" h="5028" w="5458">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2" name="Google Shape;23022;p96"/>
            <p:cNvSpPr/>
            <p:nvPr/>
          </p:nvSpPr>
          <p:spPr>
            <a:xfrm>
              <a:off x="6808942" y="3545900"/>
              <a:ext cx="68736" cy="28804"/>
            </a:xfrm>
            <a:custGeom>
              <a:rect b="b" l="l" r="r" t="t"/>
              <a:pathLst>
                <a:path extrusionOk="0" h="1100" w="2625">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3" name="Google Shape;23023;p96"/>
            <p:cNvSpPr/>
            <p:nvPr/>
          </p:nvSpPr>
          <p:spPr>
            <a:xfrm>
              <a:off x="6768984" y="3414504"/>
              <a:ext cx="148652" cy="148652"/>
            </a:xfrm>
            <a:custGeom>
              <a:rect b="b" l="l" r="r" t="t"/>
              <a:pathLst>
                <a:path extrusionOk="0" h="5677" w="5677">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4" name="Google Shape;23024;p96"/>
            <p:cNvSpPr/>
            <p:nvPr/>
          </p:nvSpPr>
          <p:spPr>
            <a:xfrm>
              <a:off x="6803208" y="3466324"/>
              <a:ext cx="11495" cy="17151"/>
            </a:xfrm>
            <a:custGeom>
              <a:rect b="b" l="l" r="r" t="t"/>
              <a:pathLst>
                <a:path extrusionOk="0" h="655" w="439">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5" name="Google Shape;23025;p96"/>
            <p:cNvSpPr/>
            <p:nvPr/>
          </p:nvSpPr>
          <p:spPr>
            <a:xfrm>
              <a:off x="6871891" y="3466324"/>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6" name="Google Shape;23026;p96"/>
            <p:cNvSpPr/>
            <p:nvPr/>
          </p:nvSpPr>
          <p:spPr>
            <a:xfrm>
              <a:off x="6817976" y="3506361"/>
              <a:ext cx="50668" cy="17334"/>
            </a:xfrm>
            <a:custGeom>
              <a:rect b="b" l="l" r="r" t="t"/>
              <a:pathLst>
                <a:path extrusionOk="0" h="662" w="1935">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7" name="Google Shape;23027;p96"/>
            <p:cNvSpPr/>
            <p:nvPr/>
          </p:nvSpPr>
          <p:spPr>
            <a:xfrm>
              <a:off x="6768748" y="3414504"/>
              <a:ext cx="148888" cy="148652"/>
            </a:xfrm>
            <a:custGeom>
              <a:rect b="b" l="l" r="r" t="t"/>
              <a:pathLst>
                <a:path extrusionOk="0" h="5677" w="5686">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8" name="Google Shape;23028;p96"/>
            <p:cNvSpPr/>
            <p:nvPr/>
          </p:nvSpPr>
          <p:spPr>
            <a:xfrm>
              <a:off x="6745994" y="3345794"/>
              <a:ext cx="194633" cy="268318"/>
            </a:xfrm>
            <a:custGeom>
              <a:rect b="b" l="l" r="r" t="t"/>
              <a:pathLst>
                <a:path extrusionOk="0" h="10247" w="7433">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9" name="Google Shape;23029;p96"/>
            <p:cNvSpPr/>
            <p:nvPr/>
          </p:nvSpPr>
          <p:spPr>
            <a:xfrm>
              <a:off x="6771969" y="3592352"/>
              <a:ext cx="142918" cy="83713"/>
            </a:xfrm>
            <a:custGeom>
              <a:rect b="b" l="l" r="r" t="t"/>
              <a:pathLst>
                <a:path extrusionOk="0" h="3197" w="5458">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0" name="Google Shape;23030;p96"/>
            <p:cNvSpPr/>
            <p:nvPr/>
          </p:nvSpPr>
          <p:spPr>
            <a:xfrm>
              <a:off x="6776211" y="3592352"/>
              <a:ext cx="134172" cy="64467"/>
            </a:xfrm>
            <a:custGeom>
              <a:rect b="b" l="l" r="r" t="t"/>
              <a:pathLst>
                <a:path extrusionOk="0" h="2462" w="5124">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1" name="Google Shape;23031;p96"/>
            <p:cNvSpPr/>
            <p:nvPr/>
          </p:nvSpPr>
          <p:spPr>
            <a:xfrm>
              <a:off x="6786450" y="3582664"/>
              <a:ext cx="57005" cy="62818"/>
            </a:xfrm>
            <a:custGeom>
              <a:rect b="b" l="l" r="r" t="t"/>
              <a:pathLst>
                <a:path extrusionOk="0" h="2399" w="2177">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2" name="Google Shape;23032;p96"/>
            <p:cNvSpPr/>
            <p:nvPr/>
          </p:nvSpPr>
          <p:spPr>
            <a:xfrm>
              <a:off x="6843428" y="3582664"/>
              <a:ext cx="56717" cy="62818"/>
            </a:xfrm>
            <a:custGeom>
              <a:rect b="b" l="l" r="r" t="t"/>
              <a:pathLst>
                <a:path extrusionOk="0" h="2399" w="2166">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3" name="Google Shape;23033;p96"/>
            <p:cNvSpPr/>
            <p:nvPr/>
          </p:nvSpPr>
          <p:spPr>
            <a:xfrm>
              <a:off x="6714519" y="3627335"/>
              <a:ext cx="48730" cy="72951"/>
            </a:xfrm>
            <a:custGeom>
              <a:rect b="b" l="l" r="r" t="t"/>
              <a:pathLst>
                <a:path extrusionOk="0" h="2786" w="1861">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4" name="Google Shape;23034;p96"/>
            <p:cNvSpPr/>
            <p:nvPr/>
          </p:nvSpPr>
          <p:spPr>
            <a:xfrm>
              <a:off x="6923345" y="3627335"/>
              <a:ext cx="48992" cy="72951"/>
            </a:xfrm>
            <a:custGeom>
              <a:rect b="b" l="l" r="r" t="t"/>
              <a:pathLst>
                <a:path extrusionOk="0" h="2786" w="1871">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035" name="Google Shape;23035;p96"/>
          <p:cNvGrpSpPr/>
          <p:nvPr/>
        </p:nvGrpSpPr>
        <p:grpSpPr>
          <a:xfrm>
            <a:off x="7147134" y="2726676"/>
            <a:ext cx="263316" cy="354414"/>
            <a:chOff x="7163409" y="2880251"/>
            <a:chExt cx="263316" cy="354414"/>
          </a:xfrm>
        </p:grpSpPr>
        <p:sp>
          <p:nvSpPr>
            <p:cNvPr id="23036" name="Google Shape;23036;p96"/>
            <p:cNvSpPr/>
            <p:nvPr/>
          </p:nvSpPr>
          <p:spPr>
            <a:xfrm>
              <a:off x="7163409" y="3125474"/>
              <a:ext cx="263316" cy="109191"/>
            </a:xfrm>
            <a:custGeom>
              <a:rect b="b" l="l" r="r" t="t"/>
              <a:pathLst>
                <a:path extrusionOk="0" h="4170" w="10056">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7" name="Google Shape;23037;p96"/>
            <p:cNvSpPr/>
            <p:nvPr/>
          </p:nvSpPr>
          <p:spPr>
            <a:xfrm>
              <a:off x="7197633" y="2920131"/>
              <a:ext cx="194633" cy="291544"/>
            </a:xfrm>
            <a:custGeom>
              <a:rect b="b" l="l" r="r" t="t"/>
              <a:pathLst>
                <a:path extrusionOk="0" h="11134" w="7433">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8" name="Google Shape;23038;p96"/>
            <p:cNvSpPr/>
            <p:nvPr/>
          </p:nvSpPr>
          <p:spPr>
            <a:xfrm>
              <a:off x="7240105" y="3114240"/>
              <a:ext cx="147657" cy="96204"/>
            </a:xfrm>
            <a:custGeom>
              <a:rect b="b" l="l" r="r" t="t"/>
              <a:pathLst>
                <a:path extrusionOk="0" h="3674" w="5639">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9" name="Google Shape;23039;p96"/>
            <p:cNvSpPr/>
            <p:nvPr/>
          </p:nvSpPr>
          <p:spPr>
            <a:xfrm>
              <a:off x="7220623" y="3000074"/>
              <a:ext cx="148652" cy="125924"/>
            </a:xfrm>
            <a:custGeom>
              <a:rect b="b" l="l" r="r" t="t"/>
              <a:pathLst>
                <a:path extrusionOk="0" h="4809" w="5677">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0" name="Google Shape;23040;p96"/>
            <p:cNvSpPr/>
            <p:nvPr/>
          </p:nvSpPr>
          <p:spPr>
            <a:xfrm>
              <a:off x="7220623" y="2954355"/>
              <a:ext cx="148914" cy="142918"/>
            </a:xfrm>
            <a:custGeom>
              <a:rect b="b" l="l" r="r" t="t"/>
              <a:pathLst>
                <a:path extrusionOk="0" h="5458" w="5687">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1" name="Google Shape;23041;p96"/>
            <p:cNvSpPr/>
            <p:nvPr/>
          </p:nvSpPr>
          <p:spPr>
            <a:xfrm>
              <a:off x="7220387" y="2954355"/>
              <a:ext cx="148888" cy="143180"/>
            </a:xfrm>
            <a:custGeom>
              <a:rect b="b" l="l" r="r" t="t"/>
              <a:pathLst>
                <a:path extrusionOk="0" h="5468" w="5686">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2" name="Google Shape;23042;p96"/>
            <p:cNvSpPr/>
            <p:nvPr/>
          </p:nvSpPr>
          <p:spPr>
            <a:xfrm>
              <a:off x="7269851" y="3045714"/>
              <a:ext cx="50747" cy="17361"/>
            </a:xfrm>
            <a:custGeom>
              <a:rect b="b" l="l" r="r" t="t"/>
              <a:pathLst>
                <a:path extrusionOk="0" h="663" w="1938">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3" name="Google Shape;23043;p96"/>
            <p:cNvSpPr/>
            <p:nvPr/>
          </p:nvSpPr>
          <p:spPr>
            <a:xfrm>
              <a:off x="7255344" y="3005939"/>
              <a:ext cx="11260" cy="16889"/>
            </a:xfrm>
            <a:custGeom>
              <a:rect b="b" l="l" r="r" t="t"/>
              <a:pathLst>
                <a:path extrusionOk="0" h="645" w="43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4" name="Google Shape;23044;p96"/>
            <p:cNvSpPr/>
            <p:nvPr/>
          </p:nvSpPr>
          <p:spPr>
            <a:xfrm>
              <a:off x="7323792"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5" name="Google Shape;23045;p96"/>
            <p:cNvSpPr/>
            <p:nvPr/>
          </p:nvSpPr>
          <p:spPr>
            <a:xfrm>
              <a:off x="7247594" y="2988578"/>
              <a:ext cx="26761" cy="11521"/>
            </a:xfrm>
            <a:custGeom>
              <a:rect b="b" l="l" r="r" t="t"/>
              <a:pathLst>
                <a:path extrusionOk="0" h="440" w="1022">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6" name="Google Shape;23046;p96"/>
            <p:cNvSpPr/>
            <p:nvPr/>
          </p:nvSpPr>
          <p:spPr>
            <a:xfrm>
              <a:off x="7316303"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7" name="Google Shape;23047;p96"/>
            <p:cNvSpPr/>
            <p:nvPr/>
          </p:nvSpPr>
          <p:spPr>
            <a:xfrm>
              <a:off x="7189646" y="2880251"/>
              <a:ext cx="208852" cy="285469"/>
            </a:xfrm>
            <a:custGeom>
              <a:rect b="b" l="l" r="r" t="t"/>
              <a:pathLst>
                <a:path extrusionOk="0" h="10902" w="7976">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048" name="Google Shape;23048;p96"/>
          <p:cNvGrpSpPr/>
          <p:nvPr/>
        </p:nvGrpSpPr>
        <p:grpSpPr>
          <a:xfrm>
            <a:off x="6695757" y="2726597"/>
            <a:ext cx="263316" cy="354493"/>
            <a:chOff x="6712032" y="2880172"/>
            <a:chExt cx="263316" cy="354493"/>
          </a:xfrm>
        </p:grpSpPr>
        <p:sp>
          <p:nvSpPr>
            <p:cNvPr id="23049" name="Google Shape;23049;p96"/>
            <p:cNvSpPr/>
            <p:nvPr/>
          </p:nvSpPr>
          <p:spPr>
            <a:xfrm>
              <a:off x="6729995" y="2880172"/>
              <a:ext cx="227600" cy="209113"/>
            </a:xfrm>
            <a:custGeom>
              <a:rect b="b" l="l" r="r" t="t"/>
              <a:pathLst>
                <a:path extrusionOk="0" h="7986" w="8692">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0" name="Google Shape;23050;p96"/>
            <p:cNvSpPr/>
            <p:nvPr/>
          </p:nvSpPr>
          <p:spPr>
            <a:xfrm>
              <a:off x="6843926" y="2880172"/>
              <a:ext cx="113669" cy="209009"/>
            </a:xfrm>
            <a:custGeom>
              <a:rect b="b" l="l" r="r" t="t"/>
              <a:pathLst>
                <a:path extrusionOk="0" h="7982" w="4341">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1" name="Google Shape;23051;p96"/>
            <p:cNvSpPr/>
            <p:nvPr/>
          </p:nvSpPr>
          <p:spPr>
            <a:xfrm>
              <a:off x="6712032" y="3118980"/>
              <a:ext cx="263316" cy="115685"/>
            </a:xfrm>
            <a:custGeom>
              <a:rect b="b" l="l" r="r" t="t"/>
              <a:pathLst>
                <a:path extrusionOk="0" h="4418" w="10056">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2" name="Google Shape;23052;p96"/>
            <p:cNvSpPr/>
            <p:nvPr/>
          </p:nvSpPr>
          <p:spPr>
            <a:xfrm>
              <a:off x="6768487" y="3118980"/>
              <a:ext cx="150407" cy="81802"/>
            </a:xfrm>
            <a:custGeom>
              <a:rect b="b" l="l" r="r" t="t"/>
              <a:pathLst>
                <a:path extrusionOk="0" h="3124" w="5744">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3" name="Google Shape;23053;p96"/>
            <p:cNvSpPr/>
            <p:nvPr/>
          </p:nvSpPr>
          <p:spPr>
            <a:xfrm>
              <a:off x="6714755" y="3155953"/>
              <a:ext cx="48992" cy="78712"/>
            </a:xfrm>
            <a:custGeom>
              <a:rect b="b" l="l" r="r" t="t"/>
              <a:pathLst>
                <a:path extrusionOk="0" h="3006" w="1871">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4" name="Google Shape;23054;p96"/>
            <p:cNvSpPr/>
            <p:nvPr/>
          </p:nvSpPr>
          <p:spPr>
            <a:xfrm>
              <a:off x="6923842" y="3155953"/>
              <a:ext cx="48992" cy="78712"/>
            </a:xfrm>
            <a:custGeom>
              <a:rect b="b" l="l" r="r" t="t"/>
              <a:pathLst>
                <a:path extrusionOk="0" h="3006" w="1871">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5" name="Google Shape;23055;p96"/>
            <p:cNvSpPr/>
            <p:nvPr/>
          </p:nvSpPr>
          <p:spPr>
            <a:xfrm>
              <a:off x="6778961" y="3108741"/>
              <a:ext cx="129432" cy="80650"/>
            </a:xfrm>
            <a:custGeom>
              <a:rect b="b" l="l" r="r" t="t"/>
              <a:pathLst>
                <a:path extrusionOk="0" h="3080" w="4943">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6" name="Google Shape;23056;p96"/>
            <p:cNvSpPr/>
            <p:nvPr/>
          </p:nvSpPr>
          <p:spPr>
            <a:xfrm>
              <a:off x="6878149" y="3108479"/>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7" name="Google Shape;23057;p96"/>
            <p:cNvSpPr/>
            <p:nvPr/>
          </p:nvSpPr>
          <p:spPr>
            <a:xfrm>
              <a:off x="6809440" y="3108479"/>
              <a:ext cx="26" cy="288"/>
            </a:xfrm>
            <a:custGeom>
              <a:rect b="b" l="l" r="r" t="t"/>
              <a:pathLst>
                <a:path extrusionOk="0" h="11" w="1">
                  <a:moveTo>
                    <a:pt x="1" y="1"/>
                  </a:moveTo>
                  <a:lnTo>
                    <a:pt x="1" y="10"/>
                  </a:lnTo>
                  <a:lnTo>
                    <a:pt x="1" y="1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8" name="Google Shape;23058;p96"/>
            <p:cNvSpPr/>
            <p:nvPr/>
          </p:nvSpPr>
          <p:spPr>
            <a:xfrm>
              <a:off x="6797945" y="3108741"/>
              <a:ext cx="91464" cy="62975"/>
            </a:xfrm>
            <a:custGeom>
              <a:rect b="b" l="l" r="r" t="t"/>
              <a:pathLst>
                <a:path extrusionOk="0" h="2405" w="3493">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9" name="Google Shape;23059;p96"/>
            <p:cNvSpPr/>
            <p:nvPr/>
          </p:nvSpPr>
          <p:spPr>
            <a:xfrm>
              <a:off x="6809440" y="3080252"/>
              <a:ext cx="68736" cy="79969"/>
            </a:xfrm>
            <a:custGeom>
              <a:rect b="b" l="l" r="r" t="t"/>
              <a:pathLst>
                <a:path extrusionOk="0" h="3054" w="2625">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0" name="Google Shape;23060;p96"/>
            <p:cNvSpPr/>
            <p:nvPr/>
          </p:nvSpPr>
          <p:spPr>
            <a:xfrm>
              <a:off x="6809440" y="3080252"/>
              <a:ext cx="68736" cy="28568"/>
            </a:xfrm>
            <a:custGeom>
              <a:rect b="b" l="l" r="r" t="t"/>
              <a:pathLst>
                <a:path extrusionOk="0" h="1091" w="2625">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1" name="Google Shape;23061;p96"/>
            <p:cNvSpPr/>
            <p:nvPr/>
          </p:nvSpPr>
          <p:spPr>
            <a:xfrm>
              <a:off x="6747251" y="2920131"/>
              <a:ext cx="192617" cy="177142"/>
            </a:xfrm>
            <a:custGeom>
              <a:rect b="b" l="l" r="r" t="t"/>
              <a:pathLst>
                <a:path extrusionOk="0" h="6765" w="7356">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2" name="Google Shape;23062;p96"/>
            <p:cNvSpPr/>
            <p:nvPr/>
          </p:nvSpPr>
          <p:spPr>
            <a:xfrm>
              <a:off x="6751231" y="2920131"/>
              <a:ext cx="130689" cy="177377"/>
            </a:xfrm>
            <a:custGeom>
              <a:rect b="b" l="l" r="r" t="t"/>
              <a:pathLst>
                <a:path extrusionOk="0" h="6774" w="4991">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3" name="Google Shape;23063;p96"/>
            <p:cNvSpPr/>
            <p:nvPr/>
          </p:nvSpPr>
          <p:spPr>
            <a:xfrm>
              <a:off x="6818474" y="3045714"/>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4" name="Google Shape;23064;p96"/>
            <p:cNvSpPr/>
            <p:nvPr/>
          </p:nvSpPr>
          <p:spPr>
            <a:xfrm>
              <a:off x="6803705"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5" name="Google Shape;23065;p96"/>
            <p:cNvSpPr/>
            <p:nvPr/>
          </p:nvSpPr>
          <p:spPr>
            <a:xfrm>
              <a:off x="6872389" y="3005939"/>
              <a:ext cx="11521" cy="16889"/>
            </a:xfrm>
            <a:custGeom>
              <a:rect b="b" l="l" r="r" t="t"/>
              <a:pathLst>
                <a:path extrusionOk="0" h="645" w="44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6" name="Google Shape;23066;p96"/>
            <p:cNvSpPr/>
            <p:nvPr/>
          </p:nvSpPr>
          <p:spPr>
            <a:xfrm>
              <a:off x="6796217"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7" name="Google Shape;23067;p96"/>
            <p:cNvSpPr/>
            <p:nvPr/>
          </p:nvSpPr>
          <p:spPr>
            <a:xfrm>
              <a:off x="6864900" y="2988578"/>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8" name="Google Shape;23068;p96"/>
            <p:cNvSpPr/>
            <p:nvPr/>
          </p:nvSpPr>
          <p:spPr>
            <a:xfrm>
              <a:off x="6746491" y="2880172"/>
              <a:ext cx="137419" cy="120189"/>
            </a:xfrm>
            <a:custGeom>
              <a:rect b="b" l="l" r="r" t="t"/>
              <a:pathLst>
                <a:path extrusionOk="0" h="4590" w="5248">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9" name="Google Shape;23069;p96"/>
            <p:cNvSpPr/>
            <p:nvPr/>
          </p:nvSpPr>
          <p:spPr>
            <a:xfrm>
              <a:off x="6762595" y="2940267"/>
              <a:ext cx="37628" cy="35612"/>
            </a:xfrm>
            <a:custGeom>
              <a:rect b="b" l="l" r="r" t="t"/>
              <a:pathLst>
                <a:path extrusionOk="0" h="1360" w="1437">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070" name="Google Shape;23070;p96"/>
          <p:cNvGrpSpPr/>
          <p:nvPr/>
        </p:nvGrpSpPr>
        <p:grpSpPr>
          <a:xfrm>
            <a:off x="6245349" y="3192219"/>
            <a:ext cx="263316" cy="354754"/>
            <a:chOff x="6261624" y="3345794"/>
            <a:chExt cx="263316" cy="354754"/>
          </a:xfrm>
        </p:grpSpPr>
        <p:sp>
          <p:nvSpPr>
            <p:cNvPr id="23071" name="Google Shape;23071;p96"/>
            <p:cNvSpPr/>
            <p:nvPr/>
          </p:nvSpPr>
          <p:spPr>
            <a:xfrm>
              <a:off x="6267620" y="3345794"/>
              <a:ext cx="251585" cy="236922"/>
            </a:xfrm>
            <a:custGeom>
              <a:rect b="b" l="l" r="r" t="t"/>
              <a:pathLst>
                <a:path extrusionOk="0" h="9048" w="9608">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2" name="Google Shape;23072;p96"/>
            <p:cNvSpPr/>
            <p:nvPr/>
          </p:nvSpPr>
          <p:spPr>
            <a:xfrm>
              <a:off x="6341802" y="3345794"/>
              <a:ext cx="177403" cy="205133"/>
            </a:xfrm>
            <a:custGeom>
              <a:rect b="b" l="l" r="r" t="t"/>
              <a:pathLst>
                <a:path extrusionOk="0" h="7834" w="6775">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3" name="Google Shape;23073;p96"/>
            <p:cNvSpPr/>
            <p:nvPr/>
          </p:nvSpPr>
          <p:spPr>
            <a:xfrm>
              <a:off x="6261624" y="3574625"/>
              <a:ext cx="263316" cy="125662"/>
            </a:xfrm>
            <a:custGeom>
              <a:rect b="b" l="l" r="r" t="t"/>
              <a:pathLst>
                <a:path extrusionOk="0" h="4799" w="10056">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4" name="Google Shape;23074;p96"/>
            <p:cNvSpPr/>
            <p:nvPr/>
          </p:nvSpPr>
          <p:spPr>
            <a:xfrm>
              <a:off x="6343818" y="3574625"/>
              <a:ext cx="99189" cy="62975"/>
            </a:xfrm>
            <a:custGeom>
              <a:rect b="b" l="l" r="r" t="t"/>
              <a:pathLst>
                <a:path extrusionOk="0" h="2405" w="3788">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5" name="Google Shape;23075;p96"/>
            <p:cNvSpPr/>
            <p:nvPr/>
          </p:nvSpPr>
          <p:spPr>
            <a:xfrm>
              <a:off x="6307840" y="3614347"/>
              <a:ext cx="171145" cy="85939"/>
            </a:xfrm>
            <a:custGeom>
              <a:rect b="b" l="l" r="r" t="t"/>
              <a:pathLst>
                <a:path extrusionOk="0" h="3282" w="6536">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6" name="Google Shape;23076;p96"/>
            <p:cNvSpPr/>
            <p:nvPr/>
          </p:nvSpPr>
          <p:spPr>
            <a:xfrm>
              <a:off x="6319073" y="3614347"/>
              <a:ext cx="148652" cy="80702"/>
            </a:xfrm>
            <a:custGeom>
              <a:rect b="b" l="l" r="r" t="t"/>
              <a:pathLst>
                <a:path extrusionOk="0" h="3082" w="5677">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7" name="Google Shape;23077;p96"/>
            <p:cNvSpPr/>
            <p:nvPr/>
          </p:nvSpPr>
          <p:spPr>
            <a:xfrm>
              <a:off x="6359058" y="3574625"/>
              <a:ext cx="68709" cy="22755"/>
            </a:xfrm>
            <a:custGeom>
              <a:rect b="b" l="l" r="r" t="t"/>
              <a:pathLst>
                <a:path extrusionOk="0" h="869" w="2624">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8" name="Google Shape;23078;p96"/>
            <p:cNvSpPr/>
            <p:nvPr/>
          </p:nvSpPr>
          <p:spPr>
            <a:xfrm>
              <a:off x="6297104" y="3431471"/>
              <a:ext cx="192617" cy="154413"/>
            </a:xfrm>
            <a:custGeom>
              <a:rect b="b" l="l" r="r" t="t"/>
              <a:pathLst>
                <a:path extrusionOk="0" h="5897" w="7356">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9" name="Google Shape;23079;p96"/>
            <p:cNvSpPr/>
            <p:nvPr/>
          </p:nvSpPr>
          <p:spPr>
            <a:xfrm>
              <a:off x="6301084" y="3431471"/>
              <a:ext cx="141661" cy="154465"/>
            </a:xfrm>
            <a:custGeom>
              <a:rect b="b" l="l" r="r" t="t"/>
              <a:pathLst>
                <a:path extrusionOk="0" h="5899" w="541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0" name="Google Shape;23080;p96"/>
            <p:cNvSpPr/>
            <p:nvPr/>
          </p:nvSpPr>
          <p:spPr>
            <a:xfrm>
              <a:off x="6353297" y="3483056"/>
              <a:ext cx="11521" cy="23383"/>
            </a:xfrm>
            <a:custGeom>
              <a:rect b="b" l="l" r="r" t="t"/>
              <a:pathLst>
                <a:path extrusionOk="0" h="893" w="44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1" name="Google Shape;23081;p96"/>
            <p:cNvSpPr/>
            <p:nvPr/>
          </p:nvSpPr>
          <p:spPr>
            <a:xfrm>
              <a:off x="6422007" y="3483056"/>
              <a:ext cx="11521" cy="23383"/>
            </a:xfrm>
            <a:custGeom>
              <a:rect b="b" l="l" r="r" t="t"/>
              <a:pathLst>
                <a:path extrusionOk="0" h="893" w="44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2" name="Google Shape;23082;p96"/>
            <p:cNvSpPr/>
            <p:nvPr/>
          </p:nvSpPr>
          <p:spPr>
            <a:xfrm>
              <a:off x="6368066" y="3540087"/>
              <a:ext cx="50694" cy="17334"/>
            </a:xfrm>
            <a:custGeom>
              <a:rect b="b" l="l" r="r" t="t"/>
              <a:pathLst>
                <a:path extrusionOk="0" h="662" w="1936">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3" name="Google Shape;23083;p96"/>
            <p:cNvSpPr/>
            <p:nvPr/>
          </p:nvSpPr>
          <p:spPr>
            <a:xfrm>
              <a:off x="6305850" y="3482951"/>
              <a:ext cx="38230" cy="11521"/>
            </a:xfrm>
            <a:custGeom>
              <a:rect b="b" l="l" r="r" t="t"/>
              <a:pathLst>
                <a:path extrusionOk="0" h="440" w="146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4" name="Google Shape;23084;p96"/>
            <p:cNvSpPr/>
            <p:nvPr/>
          </p:nvSpPr>
          <p:spPr>
            <a:xfrm>
              <a:off x="6442981" y="3482951"/>
              <a:ext cx="37994" cy="11521"/>
            </a:xfrm>
            <a:custGeom>
              <a:rect b="b" l="l" r="r" t="t"/>
              <a:pathLst>
                <a:path extrusionOk="0" h="440" w="1451">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5" name="Google Shape;23085;p96"/>
            <p:cNvSpPr/>
            <p:nvPr/>
          </p:nvSpPr>
          <p:spPr>
            <a:xfrm>
              <a:off x="6374298" y="3488686"/>
              <a:ext cx="38230" cy="11521"/>
            </a:xfrm>
            <a:custGeom>
              <a:rect b="b" l="l" r="r" t="t"/>
              <a:pathLst>
                <a:path extrusionOk="0" h="440" w="146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6" name="Google Shape;23086;p96"/>
            <p:cNvSpPr/>
            <p:nvPr/>
          </p:nvSpPr>
          <p:spPr>
            <a:xfrm>
              <a:off x="6414492" y="3465957"/>
              <a:ext cx="26525" cy="11260"/>
            </a:xfrm>
            <a:custGeom>
              <a:rect b="b" l="l" r="r" t="t"/>
              <a:pathLst>
                <a:path extrusionOk="0" h="430" w="1013">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7" name="Google Shape;23087;p96"/>
            <p:cNvSpPr/>
            <p:nvPr/>
          </p:nvSpPr>
          <p:spPr>
            <a:xfrm>
              <a:off x="6345808" y="3465957"/>
              <a:ext cx="26499" cy="11260"/>
            </a:xfrm>
            <a:custGeom>
              <a:rect b="b" l="l" r="r" t="t"/>
              <a:pathLst>
                <a:path extrusionOk="0" h="430" w="1012">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8" name="Google Shape;23088;p96"/>
            <p:cNvSpPr/>
            <p:nvPr/>
          </p:nvSpPr>
          <p:spPr>
            <a:xfrm>
              <a:off x="6313575" y="3431471"/>
              <a:ext cx="119953" cy="40246"/>
            </a:xfrm>
            <a:custGeom>
              <a:rect b="b" l="l" r="r" t="t"/>
              <a:pathLst>
                <a:path extrusionOk="0" h="1537" w="4581">
                  <a:moveTo>
                    <a:pt x="1" y="1"/>
                  </a:moveTo>
                  <a:lnTo>
                    <a:pt x="1" y="1537"/>
                  </a:lnTo>
                  <a:cubicBezTo>
                    <a:pt x="1" y="1537"/>
                    <a:pt x="2834" y="1317"/>
                    <a:pt x="458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9" name="Google Shape;23089;p96"/>
            <p:cNvSpPr/>
            <p:nvPr/>
          </p:nvSpPr>
          <p:spPr>
            <a:xfrm>
              <a:off x="6295847" y="3513352"/>
              <a:ext cx="23252" cy="32574"/>
            </a:xfrm>
            <a:custGeom>
              <a:rect b="b" l="l" r="r" t="t"/>
              <a:pathLst>
                <a:path extrusionOk="0" h="1244" w="888">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0" name="Google Shape;23090;p96"/>
            <p:cNvSpPr/>
            <p:nvPr/>
          </p:nvSpPr>
          <p:spPr>
            <a:xfrm>
              <a:off x="6467464" y="3513352"/>
              <a:ext cx="23252" cy="32574"/>
            </a:xfrm>
            <a:custGeom>
              <a:rect b="b" l="l" r="r" t="t"/>
              <a:pathLst>
                <a:path extrusionOk="0" h="1244" w="888">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1" name="Google Shape;23091;p96"/>
            <p:cNvSpPr/>
            <p:nvPr/>
          </p:nvSpPr>
          <p:spPr>
            <a:xfrm>
              <a:off x="6319073" y="3408743"/>
              <a:ext cx="148652" cy="51506"/>
            </a:xfrm>
            <a:custGeom>
              <a:rect b="b" l="l" r="r" t="t"/>
              <a:pathLst>
                <a:path extrusionOk="0" h="1967" w="5677">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2" name="Google Shape;23092;p96"/>
            <p:cNvSpPr/>
            <p:nvPr/>
          </p:nvSpPr>
          <p:spPr>
            <a:xfrm>
              <a:off x="6399016" y="3482951"/>
              <a:ext cx="57240" cy="45981"/>
            </a:xfrm>
            <a:custGeom>
              <a:rect b="b" l="l" r="r" t="t"/>
              <a:pathLst>
                <a:path extrusionOk="0" h="1756" w="2186">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3" name="Google Shape;23093;p96"/>
            <p:cNvSpPr/>
            <p:nvPr/>
          </p:nvSpPr>
          <p:spPr>
            <a:xfrm>
              <a:off x="6330569" y="3482951"/>
              <a:ext cx="56979" cy="45981"/>
            </a:xfrm>
            <a:custGeom>
              <a:rect b="b" l="l" r="r" t="t"/>
              <a:pathLst>
                <a:path extrusionOk="0" h="1756" w="2176">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4" name="Google Shape;23094;p96"/>
            <p:cNvSpPr/>
            <p:nvPr/>
          </p:nvSpPr>
          <p:spPr>
            <a:xfrm>
              <a:off x="6326327" y="3614347"/>
              <a:ext cx="134172" cy="80467"/>
            </a:xfrm>
            <a:custGeom>
              <a:rect b="b" l="l" r="r" t="t"/>
              <a:pathLst>
                <a:path extrusionOk="0" h="3073" w="5124">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5" name="Google Shape;23095;p96"/>
            <p:cNvSpPr/>
            <p:nvPr/>
          </p:nvSpPr>
          <p:spPr>
            <a:xfrm>
              <a:off x="6336565" y="3599893"/>
              <a:ext cx="56979" cy="62635"/>
            </a:xfrm>
            <a:custGeom>
              <a:rect b="b" l="l" r="r" t="t"/>
              <a:pathLst>
                <a:path extrusionOk="0" h="2392" w="2176">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6" name="Google Shape;23096;p96"/>
            <p:cNvSpPr/>
            <p:nvPr/>
          </p:nvSpPr>
          <p:spPr>
            <a:xfrm>
              <a:off x="6393282" y="3599658"/>
              <a:ext cx="56717" cy="62870"/>
            </a:xfrm>
            <a:custGeom>
              <a:rect b="b" l="l" r="r" t="t"/>
              <a:pathLst>
                <a:path extrusionOk="0" h="2401" w="2166">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7" name="Google Shape;23097;p96"/>
            <p:cNvSpPr/>
            <p:nvPr/>
          </p:nvSpPr>
          <p:spPr>
            <a:xfrm>
              <a:off x="6265132" y="3644067"/>
              <a:ext cx="48468" cy="56481"/>
            </a:xfrm>
            <a:custGeom>
              <a:rect b="b" l="l" r="r" t="t"/>
              <a:pathLst>
                <a:path extrusionOk="0" h="2157" w="1851">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8" name="Google Shape;23098;p96"/>
            <p:cNvSpPr/>
            <p:nvPr/>
          </p:nvSpPr>
          <p:spPr>
            <a:xfrm>
              <a:off x="6473198" y="3644067"/>
              <a:ext cx="48495" cy="56481"/>
            </a:xfrm>
            <a:custGeom>
              <a:rect b="b" l="l" r="r" t="t"/>
              <a:pathLst>
                <a:path extrusionOk="0" h="2157" w="1852">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099" name="Google Shape;23099;p96"/>
          <p:cNvSpPr/>
          <p:nvPr/>
        </p:nvSpPr>
        <p:spPr>
          <a:xfrm>
            <a:off x="5864147" y="3209475"/>
            <a:ext cx="125924" cy="11260"/>
          </a:xfrm>
          <a:custGeom>
            <a:rect b="b" l="l" r="r" t="t"/>
            <a:pathLst>
              <a:path extrusionOk="0" h="430" w="4809">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100" name="Google Shape;23100;p96"/>
          <p:cNvGrpSpPr/>
          <p:nvPr/>
        </p:nvGrpSpPr>
        <p:grpSpPr>
          <a:xfrm>
            <a:off x="5795464" y="3192219"/>
            <a:ext cx="263316" cy="354754"/>
            <a:chOff x="5811739" y="3345794"/>
            <a:chExt cx="263316" cy="354754"/>
          </a:xfrm>
        </p:grpSpPr>
        <p:sp>
          <p:nvSpPr>
            <p:cNvPr id="23101" name="Google Shape;23101;p96"/>
            <p:cNvSpPr/>
            <p:nvPr/>
          </p:nvSpPr>
          <p:spPr>
            <a:xfrm>
              <a:off x="5857694" y="3408743"/>
              <a:ext cx="171643" cy="57240"/>
            </a:xfrm>
            <a:custGeom>
              <a:rect b="b" l="l" r="r" t="t"/>
              <a:pathLst>
                <a:path extrusionOk="0" h="2186" w="6555">
                  <a:moveTo>
                    <a:pt x="0" y="1"/>
                  </a:moveTo>
                  <a:lnTo>
                    <a:pt x="0" y="2185"/>
                  </a:lnTo>
                  <a:lnTo>
                    <a:pt x="6554" y="2185"/>
                  </a:lnTo>
                  <a:lnTo>
                    <a:pt x="6554" y="1"/>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2" name="Google Shape;23102;p96"/>
            <p:cNvSpPr/>
            <p:nvPr/>
          </p:nvSpPr>
          <p:spPr>
            <a:xfrm>
              <a:off x="5854944" y="3528696"/>
              <a:ext cx="60723" cy="57371"/>
            </a:xfrm>
            <a:custGeom>
              <a:rect b="b" l="l" r="r" t="t"/>
              <a:pathLst>
                <a:path extrusionOk="0" h="2191" w="2319">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3" name="Google Shape;23103;p96"/>
            <p:cNvSpPr/>
            <p:nvPr/>
          </p:nvSpPr>
          <p:spPr>
            <a:xfrm>
              <a:off x="5971101" y="3528696"/>
              <a:ext cx="60723" cy="57371"/>
            </a:xfrm>
            <a:custGeom>
              <a:rect b="b" l="l" r="r" t="t"/>
              <a:pathLst>
                <a:path extrusionOk="0" h="2191" w="2319">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4" name="Google Shape;23104;p96"/>
            <p:cNvSpPr/>
            <p:nvPr/>
          </p:nvSpPr>
          <p:spPr>
            <a:xfrm>
              <a:off x="5811739" y="3563130"/>
              <a:ext cx="263316" cy="137157"/>
            </a:xfrm>
            <a:custGeom>
              <a:rect b="b" l="l" r="r" t="t"/>
              <a:pathLst>
                <a:path extrusionOk="0" h="5238" w="10056">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5" name="Google Shape;23105;p96"/>
            <p:cNvSpPr/>
            <p:nvPr/>
          </p:nvSpPr>
          <p:spPr>
            <a:xfrm>
              <a:off x="5811975" y="3602355"/>
              <a:ext cx="263081" cy="97932"/>
            </a:xfrm>
            <a:custGeom>
              <a:rect b="b" l="l" r="r" t="t"/>
              <a:pathLst>
                <a:path extrusionOk="0" h="3740" w="10047">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6" name="Google Shape;23106;p96"/>
            <p:cNvSpPr/>
            <p:nvPr/>
          </p:nvSpPr>
          <p:spPr>
            <a:xfrm>
              <a:off x="5909147" y="3574625"/>
              <a:ext cx="68736" cy="22807"/>
            </a:xfrm>
            <a:custGeom>
              <a:rect b="b" l="l" r="r" t="t"/>
              <a:pathLst>
                <a:path extrusionOk="0" h="871" w="2625">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7" name="Google Shape;23107;p96"/>
            <p:cNvSpPr/>
            <p:nvPr/>
          </p:nvSpPr>
          <p:spPr>
            <a:xfrm>
              <a:off x="5850938" y="3465957"/>
              <a:ext cx="184630" cy="119927"/>
            </a:xfrm>
            <a:custGeom>
              <a:rect b="b" l="l" r="r" t="t"/>
              <a:pathLst>
                <a:path extrusionOk="0" h="4580" w="7051">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8" name="Google Shape;23108;p96"/>
            <p:cNvSpPr/>
            <p:nvPr/>
          </p:nvSpPr>
          <p:spPr>
            <a:xfrm>
              <a:off x="5918129" y="3534483"/>
              <a:ext cx="50773" cy="17439"/>
            </a:xfrm>
            <a:custGeom>
              <a:rect b="b" l="l" r="r" t="t"/>
              <a:pathLst>
                <a:path extrusionOk="0" h="666" w="1939">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9" name="Google Shape;23109;p96"/>
            <p:cNvSpPr/>
            <p:nvPr/>
          </p:nvSpPr>
          <p:spPr>
            <a:xfrm>
              <a:off x="5903413" y="3488817"/>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0" name="Google Shape;23110;p96"/>
            <p:cNvSpPr/>
            <p:nvPr/>
          </p:nvSpPr>
          <p:spPr>
            <a:xfrm>
              <a:off x="5972096" y="3488817"/>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1" name="Google Shape;23111;p96"/>
            <p:cNvSpPr/>
            <p:nvPr/>
          </p:nvSpPr>
          <p:spPr>
            <a:xfrm>
              <a:off x="5847115" y="3465957"/>
              <a:ext cx="147998" cy="120163"/>
            </a:xfrm>
            <a:custGeom>
              <a:rect b="b" l="l" r="r" t="t"/>
              <a:pathLst>
                <a:path extrusionOk="0" h="4589" w="5652">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2" name="Google Shape;23112;p96"/>
            <p:cNvSpPr/>
            <p:nvPr/>
          </p:nvSpPr>
          <p:spPr>
            <a:xfrm>
              <a:off x="5857694" y="3465957"/>
              <a:ext cx="23017" cy="25766"/>
            </a:xfrm>
            <a:custGeom>
              <a:rect b="b" l="l" r="r" t="t"/>
              <a:pathLst>
                <a:path extrusionOk="0" h="984" w="879">
                  <a:moveTo>
                    <a:pt x="0" y="0"/>
                  </a:moveTo>
                  <a:lnTo>
                    <a:pt x="0" y="983"/>
                  </a:lnTo>
                  <a:lnTo>
                    <a:pt x="296" y="945"/>
                  </a:lnTo>
                  <a:cubicBezTo>
                    <a:pt x="630" y="897"/>
                    <a:pt x="869" y="621"/>
                    <a:pt x="878" y="29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3" name="Google Shape;23113;p96"/>
            <p:cNvSpPr/>
            <p:nvPr/>
          </p:nvSpPr>
          <p:spPr>
            <a:xfrm>
              <a:off x="6006320" y="3465957"/>
              <a:ext cx="23017" cy="25766"/>
            </a:xfrm>
            <a:custGeom>
              <a:rect b="b" l="l" r="r" t="t"/>
              <a:pathLst>
                <a:path extrusionOk="0" h="984" w="879">
                  <a:moveTo>
                    <a:pt x="1" y="0"/>
                  </a:moveTo>
                  <a:lnTo>
                    <a:pt x="1" y="296"/>
                  </a:lnTo>
                  <a:cubicBezTo>
                    <a:pt x="1" y="621"/>
                    <a:pt x="249" y="897"/>
                    <a:pt x="573" y="945"/>
                  </a:cubicBezTo>
                  <a:lnTo>
                    <a:pt x="878" y="983"/>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4" name="Google Shape;23114;p96"/>
            <p:cNvSpPr/>
            <p:nvPr/>
          </p:nvSpPr>
          <p:spPr>
            <a:xfrm>
              <a:off x="5857694" y="3414504"/>
              <a:ext cx="23017" cy="51480"/>
            </a:xfrm>
            <a:custGeom>
              <a:rect b="b" l="l" r="r" t="t"/>
              <a:pathLst>
                <a:path extrusionOk="0" h="1966" w="879">
                  <a:moveTo>
                    <a:pt x="0" y="0"/>
                  </a:moveTo>
                  <a:lnTo>
                    <a:pt x="0" y="1965"/>
                  </a:lnTo>
                  <a:lnTo>
                    <a:pt x="878" y="1965"/>
                  </a:lnTo>
                  <a:lnTo>
                    <a:pt x="878"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5" name="Google Shape;23115;p96"/>
            <p:cNvSpPr/>
            <p:nvPr/>
          </p:nvSpPr>
          <p:spPr>
            <a:xfrm>
              <a:off x="5840464" y="3362788"/>
              <a:ext cx="205866" cy="57240"/>
            </a:xfrm>
            <a:custGeom>
              <a:rect b="b" l="l" r="r" t="t"/>
              <a:pathLst>
                <a:path extrusionOk="0" h="2186" w="7862">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6" name="Google Shape;23116;p96"/>
            <p:cNvSpPr/>
            <p:nvPr/>
          </p:nvSpPr>
          <p:spPr>
            <a:xfrm>
              <a:off x="5857694" y="3437232"/>
              <a:ext cx="171643" cy="11521"/>
            </a:xfrm>
            <a:custGeom>
              <a:rect b="b" l="l" r="r" t="t"/>
              <a:pathLst>
                <a:path extrusionOk="0" h="440" w="6555">
                  <a:moveTo>
                    <a:pt x="0" y="0"/>
                  </a:moveTo>
                  <a:lnTo>
                    <a:pt x="0" y="439"/>
                  </a:lnTo>
                  <a:lnTo>
                    <a:pt x="6554" y="439"/>
                  </a:lnTo>
                  <a:lnTo>
                    <a:pt x="6554"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7" name="Google Shape;23117;p96"/>
            <p:cNvSpPr/>
            <p:nvPr/>
          </p:nvSpPr>
          <p:spPr>
            <a:xfrm>
              <a:off x="5857694" y="3437232"/>
              <a:ext cx="23017" cy="11521"/>
            </a:xfrm>
            <a:custGeom>
              <a:rect b="b" l="l" r="r" t="t"/>
              <a:pathLst>
                <a:path extrusionOk="0" h="440" w="879">
                  <a:moveTo>
                    <a:pt x="0" y="0"/>
                  </a:moveTo>
                  <a:lnTo>
                    <a:pt x="0" y="439"/>
                  </a:lnTo>
                  <a:lnTo>
                    <a:pt x="878" y="439"/>
                  </a:lnTo>
                  <a:lnTo>
                    <a:pt x="878"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8" name="Google Shape;23118;p96"/>
            <p:cNvSpPr/>
            <p:nvPr/>
          </p:nvSpPr>
          <p:spPr>
            <a:xfrm>
              <a:off x="5891918" y="3345794"/>
              <a:ext cx="103195" cy="74234"/>
            </a:xfrm>
            <a:custGeom>
              <a:rect b="b" l="l" r="r" t="t"/>
              <a:pathLst>
                <a:path extrusionOk="0" h="2835" w="3941">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9" name="Google Shape;23119;p96"/>
            <p:cNvSpPr/>
            <p:nvPr/>
          </p:nvSpPr>
          <p:spPr>
            <a:xfrm>
              <a:off x="5882674" y="3602355"/>
              <a:ext cx="121682" cy="98194"/>
            </a:xfrm>
            <a:custGeom>
              <a:rect b="b" l="l" r="r" t="t"/>
              <a:pathLst>
                <a:path extrusionOk="0" h="3750" w="4647">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0" name="Google Shape;23120;p96"/>
            <p:cNvSpPr/>
            <p:nvPr/>
          </p:nvSpPr>
          <p:spPr>
            <a:xfrm>
              <a:off x="5814489" y="3644827"/>
              <a:ext cx="48966" cy="55460"/>
            </a:xfrm>
            <a:custGeom>
              <a:rect b="b" l="l" r="r" t="t"/>
              <a:pathLst>
                <a:path extrusionOk="0" h="2118" w="187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1" name="Google Shape;23121;p96"/>
            <p:cNvSpPr/>
            <p:nvPr/>
          </p:nvSpPr>
          <p:spPr>
            <a:xfrm>
              <a:off x="6023550" y="3644827"/>
              <a:ext cx="48992" cy="55460"/>
            </a:xfrm>
            <a:custGeom>
              <a:rect b="b" l="l" r="r" t="t"/>
              <a:pathLst>
                <a:path extrusionOk="0" h="2118" w="1871">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22" name="Google Shape;23122;p96"/>
          <p:cNvGrpSpPr/>
          <p:nvPr/>
        </p:nvGrpSpPr>
        <p:grpSpPr>
          <a:xfrm>
            <a:off x="5347543" y="3192219"/>
            <a:ext cx="259074" cy="354493"/>
            <a:chOff x="5363818" y="3345794"/>
            <a:chExt cx="259074" cy="354493"/>
          </a:xfrm>
        </p:grpSpPr>
        <p:sp>
          <p:nvSpPr>
            <p:cNvPr id="23123" name="Google Shape;23123;p96"/>
            <p:cNvSpPr/>
            <p:nvPr/>
          </p:nvSpPr>
          <p:spPr>
            <a:xfrm>
              <a:off x="5397807" y="3514661"/>
              <a:ext cx="191360" cy="123934"/>
            </a:xfrm>
            <a:custGeom>
              <a:rect b="b" l="l" r="r" t="t"/>
              <a:pathLst>
                <a:path extrusionOk="0" h="4733" w="7308">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4" name="Google Shape;23124;p96"/>
            <p:cNvSpPr/>
            <p:nvPr/>
          </p:nvSpPr>
          <p:spPr>
            <a:xfrm>
              <a:off x="5397807" y="3514661"/>
              <a:ext cx="95706" cy="123934"/>
            </a:xfrm>
            <a:custGeom>
              <a:rect b="b" l="l" r="r" t="t"/>
              <a:pathLst>
                <a:path extrusionOk="0" h="4733" w="3655">
                  <a:moveTo>
                    <a:pt x="869" y="1"/>
                  </a:moveTo>
                  <a:cubicBezTo>
                    <a:pt x="869" y="1651"/>
                    <a:pt x="0" y="2596"/>
                    <a:pt x="430" y="4733"/>
                  </a:cubicBezTo>
                  <a:lnTo>
                    <a:pt x="3654" y="4733"/>
                  </a:lnTo>
                  <a:lnTo>
                    <a:pt x="3654"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5" name="Google Shape;23125;p96"/>
            <p:cNvSpPr/>
            <p:nvPr/>
          </p:nvSpPr>
          <p:spPr>
            <a:xfrm>
              <a:off x="5363818" y="3565382"/>
              <a:ext cx="259074" cy="134905"/>
            </a:xfrm>
            <a:custGeom>
              <a:rect b="b" l="l" r="r" t="t"/>
              <a:pathLst>
                <a:path extrusionOk="0" h="5152" w="9894">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6" name="Google Shape;23126;p96"/>
            <p:cNvSpPr/>
            <p:nvPr/>
          </p:nvSpPr>
          <p:spPr>
            <a:xfrm>
              <a:off x="5364080" y="3621836"/>
              <a:ext cx="258813" cy="78450"/>
            </a:xfrm>
            <a:custGeom>
              <a:rect b="b" l="l" r="r" t="t"/>
              <a:pathLst>
                <a:path extrusionOk="0" h="2996" w="9884">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7" name="Google Shape;23127;p96"/>
            <p:cNvSpPr/>
            <p:nvPr/>
          </p:nvSpPr>
          <p:spPr>
            <a:xfrm>
              <a:off x="5459760" y="3570880"/>
              <a:ext cx="67479" cy="28175"/>
            </a:xfrm>
            <a:custGeom>
              <a:rect b="b" l="l" r="r" t="t"/>
              <a:pathLst>
                <a:path extrusionOk="0" h="1076" w="2577">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8" name="Google Shape;23128;p96"/>
            <p:cNvSpPr/>
            <p:nvPr/>
          </p:nvSpPr>
          <p:spPr>
            <a:xfrm>
              <a:off x="5420273" y="3435740"/>
              <a:ext cx="146427" cy="152135"/>
            </a:xfrm>
            <a:custGeom>
              <a:rect b="b" l="l" r="r" t="t"/>
              <a:pathLst>
                <a:path extrusionOk="0" h="5810" w="5592">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9" name="Google Shape;23129;p96"/>
            <p:cNvSpPr/>
            <p:nvPr/>
          </p:nvSpPr>
          <p:spPr>
            <a:xfrm>
              <a:off x="5420090" y="3435740"/>
              <a:ext cx="146610" cy="152109"/>
            </a:xfrm>
            <a:custGeom>
              <a:rect b="b" l="l" r="r" t="t"/>
              <a:pathLst>
                <a:path extrusionOk="0" h="5809" w="5599">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0" name="Google Shape;23130;p96"/>
            <p:cNvSpPr/>
            <p:nvPr/>
          </p:nvSpPr>
          <p:spPr>
            <a:xfrm>
              <a:off x="5527213" y="3598846"/>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1" name="Google Shape;23131;p96"/>
            <p:cNvSpPr/>
            <p:nvPr/>
          </p:nvSpPr>
          <p:spPr>
            <a:xfrm>
              <a:off x="5459760" y="3598846"/>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2" name="Google Shape;23132;p96"/>
            <p:cNvSpPr/>
            <p:nvPr/>
          </p:nvSpPr>
          <p:spPr>
            <a:xfrm>
              <a:off x="5468506" y="3537180"/>
              <a:ext cx="50013" cy="16994"/>
            </a:xfrm>
            <a:custGeom>
              <a:rect b="b" l="l" r="r" t="t"/>
              <a:pathLst>
                <a:path extrusionOk="0" h="649" w="191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3" name="Google Shape;23133;p96"/>
            <p:cNvSpPr/>
            <p:nvPr/>
          </p:nvSpPr>
          <p:spPr>
            <a:xfrm>
              <a:off x="5454000" y="3497798"/>
              <a:ext cx="11521" cy="16889"/>
            </a:xfrm>
            <a:custGeom>
              <a:rect b="b" l="l" r="r" t="t"/>
              <a:pathLst>
                <a:path extrusionOk="0" h="645" w="44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4" name="Google Shape;23134;p96"/>
            <p:cNvSpPr/>
            <p:nvPr/>
          </p:nvSpPr>
          <p:spPr>
            <a:xfrm>
              <a:off x="5521714" y="3497798"/>
              <a:ext cx="11260" cy="16889"/>
            </a:xfrm>
            <a:custGeom>
              <a:rect b="b" l="l" r="r" t="t"/>
              <a:pathLst>
                <a:path extrusionOk="0" h="645" w="43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5" name="Google Shape;23135;p96"/>
            <p:cNvSpPr/>
            <p:nvPr/>
          </p:nvSpPr>
          <p:spPr>
            <a:xfrm>
              <a:off x="5513963" y="3480935"/>
              <a:ext cx="26499" cy="11286"/>
            </a:xfrm>
            <a:custGeom>
              <a:rect b="b" l="l" r="r" t="t"/>
              <a:pathLst>
                <a:path extrusionOk="0" h="431" w="1012">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6" name="Google Shape;23136;p96"/>
            <p:cNvSpPr/>
            <p:nvPr/>
          </p:nvSpPr>
          <p:spPr>
            <a:xfrm>
              <a:off x="5446511" y="3480935"/>
              <a:ext cx="26264" cy="11286"/>
            </a:xfrm>
            <a:custGeom>
              <a:rect b="b" l="l" r="r" t="t"/>
              <a:pathLst>
                <a:path extrusionOk="0" h="431" w="1003">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7" name="Google Shape;23137;p96"/>
            <p:cNvSpPr/>
            <p:nvPr/>
          </p:nvSpPr>
          <p:spPr>
            <a:xfrm>
              <a:off x="5386573" y="3345794"/>
              <a:ext cx="213853" cy="202620"/>
            </a:xfrm>
            <a:custGeom>
              <a:rect b="b" l="l" r="r" t="t"/>
              <a:pathLst>
                <a:path extrusionOk="0" h="7738" w="8167">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8" name="Google Shape;23138;p96"/>
            <p:cNvSpPr/>
            <p:nvPr/>
          </p:nvSpPr>
          <p:spPr>
            <a:xfrm>
              <a:off x="5409040" y="3373917"/>
              <a:ext cx="169155" cy="112543"/>
            </a:xfrm>
            <a:custGeom>
              <a:rect b="b" l="l" r="r" t="t"/>
              <a:pathLst>
                <a:path extrusionOk="0" h="4298" w="646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9" name="Google Shape;23139;p96"/>
            <p:cNvSpPr/>
            <p:nvPr/>
          </p:nvSpPr>
          <p:spPr>
            <a:xfrm>
              <a:off x="5454759" y="3373917"/>
              <a:ext cx="123410" cy="112543"/>
            </a:xfrm>
            <a:custGeom>
              <a:rect b="b" l="l" r="r" t="t"/>
              <a:pathLst>
                <a:path extrusionOk="0" h="4298" w="4713">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0" name="Google Shape;23140;p96"/>
            <p:cNvSpPr/>
            <p:nvPr/>
          </p:nvSpPr>
          <p:spPr>
            <a:xfrm>
              <a:off x="5369579" y="3647314"/>
              <a:ext cx="45483" cy="52972"/>
            </a:xfrm>
            <a:custGeom>
              <a:rect b="b" l="l" r="r" t="t"/>
              <a:pathLst>
                <a:path extrusionOk="0" h="2023" w="1737">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1" name="Google Shape;23141;p96"/>
            <p:cNvSpPr/>
            <p:nvPr/>
          </p:nvSpPr>
          <p:spPr>
            <a:xfrm>
              <a:off x="5572173" y="3647314"/>
              <a:ext cx="45745" cy="52972"/>
            </a:xfrm>
            <a:custGeom>
              <a:rect b="b" l="l" r="r" t="t"/>
              <a:pathLst>
                <a:path extrusionOk="0" h="2023" w="1747">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2" name="Google Shape;23142;p96"/>
            <p:cNvSpPr/>
            <p:nvPr/>
          </p:nvSpPr>
          <p:spPr>
            <a:xfrm>
              <a:off x="5432528" y="3621836"/>
              <a:ext cx="122179" cy="55984"/>
            </a:xfrm>
            <a:custGeom>
              <a:rect b="b" l="l" r="r" t="t"/>
              <a:pathLst>
                <a:path extrusionOk="0" h="2138" w="4666">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3" name="Google Shape;23143;p96"/>
            <p:cNvSpPr/>
            <p:nvPr/>
          </p:nvSpPr>
          <p:spPr>
            <a:xfrm>
              <a:off x="5392046" y="3475200"/>
              <a:ext cx="28254" cy="44986"/>
            </a:xfrm>
            <a:custGeom>
              <a:rect b="b" l="l" r="r" t="t"/>
              <a:pathLst>
                <a:path extrusionOk="0" h="1718" w="1079">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4" name="Google Shape;23144;p96"/>
            <p:cNvSpPr/>
            <p:nvPr/>
          </p:nvSpPr>
          <p:spPr>
            <a:xfrm>
              <a:off x="5409040" y="3475200"/>
              <a:ext cx="11260" cy="44986"/>
            </a:xfrm>
            <a:custGeom>
              <a:rect b="b" l="l" r="r" t="t"/>
              <a:pathLst>
                <a:path extrusionOk="0" h="1718" w="43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5" name="Google Shape;23145;p96"/>
            <p:cNvSpPr/>
            <p:nvPr/>
          </p:nvSpPr>
          <p:spPr>
            <a:xfrm>
              <a:off x="5566674" y="3475200"/>
              <a:ext cx="28254" cy="44986"/>
            </a:xfrm>
            <a:custGeom>
              <a:rect b="b" l="l" r="r" t="t"/>
              <a:pathLst>
                <a:path extrusionOk="0" h="1718" w="1079">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6" name="Google Shape;23146;p96"/>
            <p:cNvSpPr/>
            <p:nvPr/>
          </p:nvSpPr>
          <p:spPr>
            <a:xfrm>
              <a:off x="5566674" y="3475200"/>
              <a:ext cx="11260" cy="44986"/>
            </a:xfrm>
            <a:custGeom>
              <a:rect b="b" l="l" r="r" t="t"/>
              <a:pathLst>
                <a:path extrusionOk="0" h="1718" w="43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7" name="Google Shape;23147;p96"/>
            <p:cNvSpPr/>
            <p:nvPr/>
          </p:nvSpPr>
          <p:spPr>
            <a:xfrm>
              <a:off x="5442766" y="3537154"/>
              <a:ext cx="17020" cy="11260"/>
            </a:xfrm>
            <a:custGeom>
              <a:rect b="b" l="l" r="r" t="t"/>
              <a:pathLst>
                <a:path extrusionOk="0" h="430" w="65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48" name="Google Shape;23148;p96"/>
          <p:cNvGrpSpPr/>
          <p:nvPr/>
        </p:nvGrpSpPr>
        <p:grpSpPr>
          <a:xfrm>
            <a:off x="4896664" y="3192088"/>
            <a:ext cx="261326" cy="354885"/>
            <a:chOff x="4912939" y="3345663"/>
            <a:chExt cx="261326" cy="354885"/>
          </a:xfrm>
        </p:grpSpPr>
        <p:sp>
          <p:nvSpPr>
            <p:cNvPr id="23149" name="Google Shape;23149;p96"/>
            <p:cNvSpPr/>
            <p:nvPr/>
          </p:nvSpPr>
          <p:spPr>
            <a:xfrm>
              <a:off x="4916683" y="3471692"/>
              <a:ext cx="253837" cy="40011"/>
            </a:xfrm>
            <a:custGeom>
              <a:rect b="b" l="l" r="r" t="t"/>
              <a:pathLst>
                <a:path extrusionOk="0" h="1528" w="9694">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0" name="Google Shape;23150;p96"/>
            <p:cNvSpPr/>
            <p:nvPr/>
          </p:nvSpPr>
          <p:spPr>
            <a:xfrm>
              <a:off x="4912939" y="3586120"/>
              <a:ext cx="261326" cy="114428"/>
            </a:xfrm>
            <a:custGeom>
              <a:rect b="b" l="l" r="r" t="t"/>
              <a:pathLst>
                <a:path extrusionOk="0" h="4370" w="998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1" name="Google Shape;23151;p96"/>
            <p:cNvSpPr/>
            <p:nvPr/>
          </p:nvSpPr>
          <p:spPr>
            <a:xfrm>
              <a:off x="4912939" y="3630582"/>
              <a:ext cx="261326" cy="69966"/>
            </a:xfrm>
            <a:custGeom>
              <a:rect b="b" l="l" r="r" t="t"/>
              <a:pathLst>
                <a:path extrusionOk="0" h="2672" w="998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2" name="Google Shape;23152;p96"/>
            <p:cNvSpPr/>
            <p:nvPr/>
          </p:nvSpPr>
          <p:spPr>
            <a:xfrm>
              <a:off x="5037841" y="3654568"/>
              <a:ext cx="11521" cy="45719"/>
            </a:xfrm>
            <a:custGeom>
              <a:rect b="b" l="l" r="r" t="t"/>
              <a:pathLst>
                <a:path extrusionOk="0" h="1746" w="440">
                  <a:moveTo>
                    <a:pt x="0" y="0"/>
                  </a:moveTo>
                  <a:lnTo>
                    <a:pt x="0" y="1746"/>
                  </a:lnTo>
                  <a:lnTo>
                    <a:pt x="439" y="1746"/>
                  </a:lnTo>
                  <a:lnTo>
                    <a:pt x="439"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3" name="Google Shape;23153;p96"/>
            <p:cNvSpPr/>
            <p:nvPr/>
          </p:nvSpPr>
          <p:spPr>
            <a:xfrm>
              <a:off x="5009352" y="3586120"/>
              <a:ext cx="68736" cy="34171"/>
            </a:xfrm>
            <a:custGeom>
              <a:rect b="b" l="l" r="r" t="t"/>
              <a:pathLst>
                <a:path extrusionOk="0" h="1305" w="2625">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4" name="Google Shape;23154;p96"/>
            <p:cNvSpPr/>
            <p:nvPr/>
          </p:nvSpPr>
          <p:spPr>
            <a:xfrm>
              <a:off x="4952164" y="3534405"/>
              <a:ext cx="57214" cy="165882"/>
            </a:xfrm>
            <a:custGeom>
              <a:rect b="b" l="l" r="r" t="t"/>
              <a:pathLst>
                <a:path extrusionOk="0" h="6335" w="2185">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5" name="Google Shape;23155;p96"/>
            <p:cNvSpPr/>
            <p:nvPr/>
          </p:nvSpPr>
          <p:spPr>
            <a:xfrm>
              <a:off x="4952164" y="3626078"/>
              <a:ext cx="28489" cy="22755"/>
            </a:xfrm>
            <a:custGeom>
              <a:rect b="b" l="l" r="r" t="t"/>
              <a:pathLst>
                <a:path extrusionOk="0" h="869" w="1088">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6" name="Google Shape;23156;p96"/>
            <p:cNvSpPr/>
            <p:nvPr/>
          </p:nvSpPr>
          <p:spPr>
            <a:xfrm>
              <a:off x="5077800" y="3534405"/>
              <a:ext cx="57240" cy="165882"/>
            </a:xfrm>
            <a:custGeom>
              <a:rect b="b" l="l" r="r" t="t"/>
              <a:pathLst>
                <a:path extrusionOk="0" h="6335" w="2186">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7" name="Google Shape;23157;p96"/>
            <p:cNvSpPr/>
            <p:nvPr/>
          </p:nvSpPr>
          <p:spPr>
            <a:xfrm>
              <a:off x="5032081" y="3637574"/>
              <a:ext cx="23017" cy="22755"/>
            </a:xfrm>
            <a:custGeom>
              <a:rect b="b" l="l" r="r" t="t"/>
              <a:pathLst>
                <a:path extrusionOk="0" h="869" w="879">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8" name="Google Shape;23158;p96"/>
            <p:cNvSpPr/>
            <p:nvPr/>
          </p:nvSpPr>
          <p:spPr>
            <a:xfrm>
              <a:off x="5106525" y="3626078"/>
              <a:ext cx="28751" cy="22755"/>
            </a:xfrm>
            <a:custGeom>
              <a:rect b="b" l="l" r="r" t="t"/>
              <a:pathLst>
                <a:path extrusionOk="0" h="869" w="1098">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9" name="Google Shape;23159;p96"/>
            <p:cNvSpPr/>
            <p:nvPr/>
          </p:nvSpPr>
          <p:spPr>
            <a:xfrm>
              <a:off x="5025351" y="3345663"/>
              <a:ext cx="65960" cy="57109"/>
            </a:xfrm>
            <a:custGeom>
              <a:rect b="b" l="l" r="r" t="t"/>
              <a:pathLst>
                <a:path extrusionOk="0" h="2181" w="2519">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0" name="Google Shape;23160;p96"/>
            <p:cNvSpPr/>
            <p:nvPr/>
          </p:nvSpPr>
          <p:spPr>
            <a:xfrm>
              <a:off x="4986388" y="3345794"/>
              <a:ext cx="114428" cy="102959"/>
            </a:xfrm>
            <a:custGeom>
              <a:rect b="b" l="l" r="r" t="t"/>
              <a:pathLst>
                <a:path extrusionOk="0" h="3932" w="437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1" name="Google Shape;23161;p96"/>
            <p:cNvSpPr/>
            <p:nvPr/>
          </p:nvSpPr>
          <p:spPr>
            <a:xfrm>
              <a:off x="4947163" y="3511676"/>
              <a:ext cx="192617" cy="97199"/>
            </a:xfrm>
            <a:custGeom>
              <a:rect b="b" l="l" r="r" t="t"/>
              <a:pathLst>
                <a:path extrusionOk="0" h="3712" w="7356">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2" name="Google Shape;23162;p96"/>
            <p:cNvSpPr/>
            <p:nvPr/>
          </p:nvSpPr>
          <p:spPr>
            <a:xfrm>
              <a:off x="4951143" y="3511650"/>
              <a:ext cx="149673" cy="97434"/>
            </a:xfrm>
            <a:custGeom>
              <a:rect b="b" l="l" r="r" t="t"/>
              <a:pathLst>
                <a:path extrusionOk="0" h="3721" w="5716">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3" name="Google Shape;23163;p96"/>
            <p:cNvSpPr/>
            <p:nvPr/>
          </p:nvSpPr>
          <p:spPr>
            <a:xfrm>
              <a:off x="5018124" y="3557317"/>
              <a:ext cx="50747" cy="17334"/>
            </a:xfrm>
            <a:custGeom>
              <a:rect b="b" l="l" r="r" t="t"/>
              <a:pathLst>
                <a:path extrusionOk="0" h="662" w="1938">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4" name="Google Shape;23164;p96"/>
            <p:cNvSpPr/>
            <p:nvPr/>
          </p:nvSpPr>
          <p:spPr>
            <a:xfrm>
              <a:off x="5003487" y="3517358"/>
              <a:ext cx="11390" cy="17073"/>
            </a:xfrm>
            <a:custGeom>
              <a:rect b="b" l="l" r="r" t="t"/>
              <a:pathLst>
                <a:path extrusionOk="0" h="652" w="435">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5" name="Google Shape;23165;p96"/>
            <p:cNvSpPr/>
            <p:nvPr/>
          </p:nvSpPr>
          <p:spPr>
            <a:xfrm>
              <a:off x="5072065" y="3517358"/>
              <a:ext cx="11521" cy="17073"/>
            </a:xfrm>
            <a:custGeom>
              <a:rect b="b" l="l" r="r" t="t"/>
              <a:pathLst>
                <a:path extrusionOk="0" h="652" w="44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6" name="Google Shape;23166;p96"/>
            <p:cNvSpPr/>
            <p:nvPr/>
          </p:nvSpPr>
          <p:spPr>
            <a:xfrm>
              <a:off x="4980627" y="3448727"/>
              <a:ext cx="125924" cy="22990"/>
            </a:xfrm>
            <a:custGeom>
              <a:rect b="b" l="l" r="r" t="t"/>
              <a:pathLst>
                <a:path extrusionOk="0" h="878" w="4809">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7" name="Google Shape;23167;p96"/>
            <p:cNvSpPr/>
            <p:nvPr/>
          </p:nvSpPr>
          <p:spPr>
            <a:xfrm>
              <a:off x="4986388" y="3346789"/>
              <a:ext cx="55722" cy="101964"/>
            </a:xfrm>
            <a:custGeom>
              <a:rect b="b" l="l" r="r" t="t"/>
              <a:pathLst>
                <a:path extrusionOk="0" h="3894" w="2128">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8" name="Google Shape;23168;p96"/>
            <p:cNvSpPr/>
            <p:nvPr/>
          </p:nvSpPr>
          <p:spPr>
            <a:xfrm>
              <a:off x="4980627" y="3448727"/>
              <a:ext cx="34250" cy="22990"/>
            </a:xfrm>
            <a:custGeom>
              <a:rect b="b" l="l" r="r" t="t"/>
              <a:pathLst>
                <a:path extrusionOk="0" h="878" w="1308">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9" name="Google Shape;23169;p96"/>
            <p:cNvSpPr/>
            <p:nvPr/>
          </p:nvSpPr>
          <p:spPr>
            <a:xfrm>
              <a:off x="4916683" y="3471692"/>
              <a:ext cx="92695" cy="40011"/>
            </a:xfrm>
            <a:custGeom>
              <a:rect b="b" l="l" r="r" t="t"/>
              <a:pathLst>
                <a:path extrusionOk="0" h="1528" w="354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70" name="Google Shape;23170;p96"/>
          <p:cNvGrpSpPr/>
          <p:nvPr/>
        </p:nvGrpSpPr>
        <p:grpSpPr>
          <a:xfrm>
            <a:off x="5793448" y="2726336"/>
            <a:ext cx="263081" cy="355016"/>
            <a:chOff x="5809723" y="2879911"/>
            <a:chExt cx="263081" cy="355016"/>
          </a:xfrm>
        </p:grpSpPr>
        <p:sp>
          <p:nvSpPr>
            <p:cNvPr id="23171" name="Google Shape;23171;p96"/>
            <p:cNvSpPr/>
            <p:nvPr/>
          </p:nvSpPr>
          <p:spPr>
            <a:xfrm>
              <a:off x="5809723" y="3136969"/>
              <a:ext cx="263081" cy="97696"/>
            </a:xfrm>
            <a:custGeom>
              <a:rect b="b" l="l" r="r" t="t"/>
              <a:pathLst>
                <a:path extrusionOk="0" h="3731" w="10047">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2" name="Google Shape;23172;p96"/>
            <p:cNvSpPr/>
            <p:nvPr/>
          </p:nvSpPr>
          <p:spPr>
            <a:xfrm>
              <a:off x="5865942" y="3136969"/>
              <a:ext cx="150642" cy="75937"/>
            </a:xfrm>
            <a:custGeom>
              <a:rect b="b" l="l" r="r" t="t"/>
              <a:pathLst>
                <a:path extrusionOk="0" h="2900" w="5753">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3" name="Google Shape;23173;p96"/>
            <p:cNvSpPr/>
            <p:nvPr/>
          </p:nvSpPr>
          <p:spPr>
            <a:xfrm>
              <a:off x="5876416" y="3120734"/>
              <a:ext cx="129432" cy="80650"/>
            </a:xfrm>
            <a:custGeom>
              <a:rect b="b" l="l" r="r" t="t"/>
              <a:pathLst>
                <a:path extrusionOk="0" h="3080" w="4943">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4" name="Google Shape;23174;p96"/>
            <p:cNvSpPr/>
            <p:nvPr/>
          </p:nvSpPr>
          <p:spPr>
            <a:xfrm>
              <a:off x="5895400" y="3120734"/>
              <a:ext cx="91726" cy="62477"/>
            </a:xfrm>
            <a:custGeom>
              <a:rect b="b" l="l" r="r" t="t"/>
              <a:pathLst>
                <a:path extrusionOk="0" h="2386" w="3503">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5" name="Google Shape;23175;p96"/>
            <p:cNvSpPr/>
            <p:nvPr/>
          </p:nvSpPr>
          <p:spPr>
            <a:xfrm>
              <a:off x="5906895" y="3091747"/>
              <a:ext cx="68736" cy="79969"/>
            </a:xfrm>
            <a:custGeom>
              <a:rect b="b" l="l" r="r" t="t"/>
              <a:pathLst>
                <a:path extrusionOk="0" h="3054" w="2625">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6" name="Google Shape;23176;p96"/>
            <p:cNvSpPr/>
            <p:nvPr/>
          </p:nvSpPr>
          <p:spPr>
            <a:xfrm>
              <a:off x="5906895" y="3091747"/>
              <a:ext cx="68736" cy="28568"/>
            </a:xfrm>
            <a:custGeom>
              <a:rect b="b" l="l" r="r" t="t"/>
              <a:pathLst>
                <a:path extrusionOk="0" h="1091" w="2625">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7" name="Google Shape;23177;p96"/>
            <p:cNvSpPr/>
            <p:nvPr/>
          </p:nvSpPr>
          <p:spPr>
            <a:xfrm>
              <a:off x="5906895" y="2879911"/>
              <a:ext cx="68736" cy="46007"/>
            </a:xfrm>
            <a:custGeom>
              <a:rect b="b" l="l" r="r" t="t"/>
              <a:pathLst>
                <a:path extrusionOk="0" h="1757" w="2625">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8" name="Google Shape;23178;p96"/>
            <p:cNvSpPr/>
            <p:nvPr/>
          </p:nvSpPr>
          <p:spPr>
            <a:xfrm>
              <a:off x="5838212" y="2914134"/>
              <a:ext cx="206102" cy="137419"/>
            </a:xfrm>
            <a:custGeom>
              <a:rect b="b" l="l" r="r" t="t"/>
              <a:pathLst>
                <a:path extrusionOk="0" h="5248" w="7871">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9" name="Google Shape;23179;p96"/>
            <p:cNvSpPr/>
            <p:nvPr/>
          </p:nvSpPr>
          <p:spPr>
            <a:xfrm>
              <a:off x="5861203" y="2948620"/>
              <a:ext cx="160147" cy="91438"/>
            </a:xfrm>
            <a:custGeom>
              <a:rect b="b" l="l" r="r" t="t"/>
              <a:pathLst>
                <a:path extrusionOk="0" h="3492" w="6116">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0" name="Google Shape;23180;p96"/>
            <p:cNvSpPr/>
            <p:nvPr/>
          </p:nvSpPr>
          <p:spPr>
            <a:xfrm>
              <a:off x="5848712" y="2960115"/>
              <a:ext cx="184630" cy="148652"/>
            </a:xfrm>
            <a:custGeom>
              <a:rect b="b" l="l" r="r" t="t"/>
              <a:pathLst>
                <a:path extrusionOk="0" h="5677" w="7051">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1" name="Google Shape;23181;p96"/>
            <p:cNvSpPr/>
            <p:nvPr/>
          </p:nvSpPr>
          <p:spPr>
            <a:xfrm>
              <a:off x="5848948" y="2960115"/>
              <a:ext cx="132418" cy="148626"/>
            </a:xfrm>
            <a:custGeom>
              <a:rect b="b" l="l" r="r" t="t"/>
              <a:pathLst>
                <a:path extrusionOk="0" h="5676" w="5057">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2" name="Google Shape;23182;p96"/>
            <p:cNvSpPr/>
            <p:nvPr/>
          </p:nvSpPr>
          <p:spPr>
            <a:xfrm>
              <a:off x="5889666" y="3005808"/>
              <a:ext cx="34512" cy="22781"/>
            </a:xfrm>
            <a:custGeom>
              <a:rect b="b" l="l" r="r" t="t"/>
              <a:pathLst>
                <a:path extrusionOk="0" h="870" w="1318">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3" name="Google Shape;23183;p96"/>
            <p:cNvSpPr/>
            <p:nvPr/>
          </p:nvSpPr>
          <p:spPr>
            <a:xfrm>
              <a:off x="5958375" y="3005808"/>
              <a:ext cx="34486" cy="22781"/>
            </a:xfrm>
            <a:custGeom>
              <a:rect b="b" l="l" r="r" t="t"/>
              <a:pathLst>
                <a:path extrusionOk="0" h="870" w="1317">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4" name="Google Shape;23184;p96"/>
            <p:cNvSpPr/>
            <p:nvPr/>
          </p:nvSpPr>
          <p:spPr>
            <a:xfrm>
              <a:off x="5915929" y="3057707"/>
              <a:ext cx="50668" cy="17361"/>
            </a:xfrm>
            <a:custGeom>
              <a:rect b="b" l="l" r="r" t="t"/>
              <a:pathLst>
                <a:path extrusionOk="0" h="663" w="1935">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5" name="Google Shape;23185;p96"/>
            <p:cNvSpPr/>
            <p:nvPr/>
          </p:nvSpPr>
          <p:spPr>
            <a:xfrm>
              <a:off x="5901161" y="3012197"/>
              <a:ext cx="11521" cy="16889"/>
            </a:xfrm>
            <a:custGeom>
              <a:rect b="b" l="l" r="r" t="t"/>
              <a:pathLst>
                <a:path extrusionOk="0" h="645" w="44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6" name="Google Shape;23186;p96"/>
            <p:cNvSpPr/>
            <p:nvPr/>
          </p:nvSpPr>
          <p:spPr>
            <a:xfrm>
              <a:off x="5969844" y="3012197"/>
              <a:ext cx="11521" cy="16889"/>
            </a:xfrm>
            <a:custGeom>
              <a:rect b="b" l="l" r="r" t="t"/>
              <a:pathLst>
                <a:path extrusionOk="0" h="645" w="44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7" name="Google Shape;23187;p96"/>
            <p:cNvSpPr/>
            <p:nvPr/>
          </p:nvSpPr>
          <p:spPr>
            <a:xfrm>
              <a:off x="5922135" y="3011569"/>
              <a:ext cx="38256" cy="11260"/>
            </a:xfrm>
            <a:custGeom>
              <a:rect b="b" l="l" r="r" t="t"/>
              <a:pathLst>
                <a:path extrusionOk="0" h="430" w="1461">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8" name="Google Shape;23188;p96"/>
            <p:cNvSpPr/>
            <p:nvPr/>
          </p:nvSpPr>
          <p:spPr>
            <a:xfrm>
              <a:off x="5933630" y="3211648"/>
              <a:ext cx="15266" cy="11521"/>
            </a:xfrm>
            <a:custGeom>
              <a:rect b="b" l="l" r="r" t="t"/>
              <a:pathLst>
                <a:path extrusionOk="0" h="440" w="583">
                  <a:moveTo>
                    <a:pt x="296" y="1"/>
                  </a:moveTo>
                  <a:cubicBezTo>
                    <a:pt x="1" y="1"/>
                    <a:pt x="1" y="440"/>
                    <a:pt x="296" y="440"/>
                  </a:cubicBezTo>
                  <a:cubicBezTo>
                    <a:pt x="583" y="440"/>
                    <a:pt x="583" y="1"/>
                    <a:pt x="296"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9" name="Google Shape;23189;p96"/>
            <p:cNvSpPr/>
            <p:nvPr/>
          </p:nvSpPr>
          <p:spPr>
            <a:xfrm>
              <a:off x="5868691" y="2994156"/>
              <a:ext cx="66955" cy="57398"/>
            </a:xfrm>
            <a:custGeom>
              <a:rect b="b" l="l" r="r" t="t"/>
              <a:pathLst>
                <a:path extrusionOk="0" h="2192" w="2557">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0" name="Google Shape;23190;p96"/>
            <p:cNvSpPr/>
            <p:nvPr/>
          </p:nvSpPr>
          <p:spPr>
            <a:xfrm>
              <a:off x="5937375" y="2994156"/>
              <a:ext cx="66719" cy="57398"/>
            </a:xfrm>
            <a:custGeom>
              <a:rect b="b" l="l" r="r" t="t"/>
              <a:pathLst>
                <a:path extrusionOk="0" h="2192" w="2548">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1" name="Google Shape;23191;p96"/>
            <p:cNvSpPr/>
            <p:nvPr/>
          </p:nvSpPr>
          <p:spPr>
            <a:xfrm>
              <a:off x="5811477" y="3169202"/>
              <a:ext cx="49725" cy="65724"/>
            </a:xfrm>
            <a:custGeom>
              <a:rect b="b" l="l" r="r" t="t"/>
              <a:pathLst>
                <a:path extrusionOk="0" h="2510" w="1899">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2" name="Google Shape;23192;p96"/>
            <p:cNvSpPr/>
            <p:nvPr/>
          </p:nvSpPr>
          <p:spPr>
            <a:xfrm>
              <a:off x="6021324" y="3169202"/>
              <a:ext cx="49725" cy="65724"/>
            </a:xfrm>
            <a:custGeom>
              <a:rect b="b" l="l" r="r" t="t"/>
              <a:pathLst>
                <a:path extrusionOk="0" h="2510" w="1899">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93" name="Google Shape;23193;p96"/>
          <p:cNvGrpSpPr/>
          <p:nvPr/>
        </p:nvGrpSpPr>
        <p:grpSpPr>
          <a:xfrm>
            <a:off x="7599794" y="4114481"/>
            <a:ext cx="263316" cy="354754"/>
            <a:chOff x="7616069" y="4268056"/>
            <a:chExt cx="263316" cy="354754"/>
          </a:xfrm>
        </p:grpSpPr>
        <p:sp>
          <p:nvSpPr>
            <p:cNvPr id="23194" name="Google Shape;23194;p96"/>
            <p:cNvSpPr/>
            <p:nvPr/>
          </p:nvSpPr>
          <p:spPr>
            <a:xfrm>
              <a:off x="7616069" y="4513881"/>
              <a:ext cx="263316" cy="108930"/>
            </a:xfrm>
            <a:custGeom>
              <a:rect b="b" l="l" r="r" t="t"/>
              <a:pathLst>
                <a:path extrusionOk="0" h="4160" w="10056">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5" name="Google Shape;23195;p96"/>
            <p:cNvSpPr/>
            <p:nvPr/>
          </p:nvSpPr>
          <p:spPr>
            <a:xfrm>
              <a:off x="7719238" y="4514116"/>
              <a:ext cx="57214" cy="108694"/>
            </a:xfrm>
            <a:custGeom>
              <a:rect b="b" l="l" r="r" t="t"/>
              <a:pathLst>
                <a:path extrusionOk="0" h="4151" w="2185">
                  <a:moveTo>
                    <a:pt x="0" y="1"/>
                  </a:moveTo>
                  <a:lnTo>
                    <a:pt x="0" y="4151"/>
                  </a:lnTo>
                  <a:lnTo>
                    <a:pt x="2185" y="4151"/>
                  </a:lnTo>
                  <a:lnTo>
                    <a:pt x="2185" y="1"/>
                  </a:ln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6" name="Google Shape;23196;p96"/>
            <p:cNvSpPr/>
            <p:nvPr/>
          </p:nvSpPr>
          <p:spPr>
            <a:xfrm>
              <a:off x="7719238" y="4514116"/>
              <a:ext cx="57214" cy="34433"/>
            </a:xfrm>
            <a:custGeom>
              <a:rect b="b" l="l" r="r" t="t"/>
              <a:pathLst>
                <a:path extrusionOk="0" h="1315" w="2185">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7" name="Google Shape;23197;p96"/>
            <p:cNvSpPr/>
            <p:nvPr/>
          </p:nvSpPr>
          <p:spPr>
            <a:xfrm>
              <a:off x="7642542" y="4268082"/>
              <a:ext cx="210344" cy="208852"/>
            </a:xfrm>
            <a:custGeom>
              <a:rect b="b" l="l" r="r" t="t"/>
              <a:pathLst>
                <a:path extrusionOk="0" h="7976" w="8033">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8" name="Google Shape;23198;p96"/>
            <p:cNvSpPr/>
            <p:nvPr/>
          </p:nvSpPr>
          <p:spPr>
            <a:xfrm>
              <a:off x="7713477" y="4462663"/>
              <a:ext cx="68736" cy="74470"/>
            </a:xfrm>
            <a:custGeom>
              <a:rect b="b" l="l" r="r" t="t"/>
              <a:pathLst>
                <a:path extrusionOk="0" h="2844" w="2625">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9" name="Google Shape;23199;p96"/>
            <p:cNvSpPr/>
            <p:nvPr/>
          </p:nvSpPr>
          <p:spPr>
            <a:xfrm>
              <a:off x="7713477" y="4462663"/>
              <a:ext cx="68736" cy="28620"/>
            </a:xfrm>
            <a:custGeom>
              <a:rect b="b" l="l" r="r" t="t"/>
              <a:pathLst>
                <a:path extrusionOk="0" h="1093" w="2625">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0" name="Google Shape;23200;p96"/>
            <p:cNvSpPr/>
            <p:nvPr/>
          </p:nvSpPr>
          <p:spPr>
            <a:xfrm>
              <a:off x="7673257" y="4319771"/>
              <a:ext cx="148914" cy="160147"/>
            </a:xfrm>
            <a:custGeom>
              <a:rect b="b" l="l" r="r" t="t"/>
              <a:pathLst>
                <a:path extrusionOk="0" h="6116" w="5687">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1" name="Google Shape;23201;p96"/>
            <p:cNvSpPr/>
            <p:nvPr/>
          </p:nvSpPr>
          <p:spPr>
            <a:xfrm>
              <a:off x="7673047" y="4319771"/>
              <a:ext cx="149124" cy="160174"/>
            </a:xfrm>
            <a:custGeom>
              <a:rect b="b" l="l" r="r" t="t"/>
              <a:pathLst>
                <a:path extrusionOk="0" h="6117" w="5695">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2" name="Google Shape;23202;p96"/>
            <p:cNvSpPr/>
            <p:nvPr/>
          </p:nvSpPr>
          <p:spPr>
            <a:xfrm>
              <a:off x="7699992" y="4371251"/>
              <a:ext cx="26761" cy="11260"/>
            </a:xfrm>
            <a:custGeom>
              <a:rect b="b" l="l" r="r" t="t"/>
              <a:pathLst>
                <a:path extrusionOk="0" h="430" w="1022">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3" name="Google Shape;23203;p96"/>
            <p:cNvSpPr/>
            <p:nvPr/>
          </p:nvSpPr>
          <p:spPr>
            <a:xfrm>
              <a:off x="7768701" y="4371251"/>
              <a:ext cx="26735" cy="11260"/>
            </a:xfrm>
            <a:custGeom>
              <a:rect b="b" l="l" r="r" t="t"/>
              <a:pathLst>
                <a:path extrusionOk="0" h="430" w="1021">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4" name="Google Shape;23204;p96"/>
            <p:cNvSpPr/>
            <p:nvPr/>
          </p:nvSpPr>
          <p:spPr>
            <a:xfrm>
              <a:off x="7814394" y="4571278"/>
              <a:ext cx="43991" cy="40115"/>
            </a:xfrm>
            <a:custGeom>
              <a:rect b="b" l="l" r="r" t="t"/>
              <a:pathLst>
                <a:path extrusionOk="0" h="1532" w="168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5" name="Google Shape;23205;p96"/>
            <p:cNvSpPr/>
            <p:nvPr/>
          </p:nvSpPr>
          <p:spPr>
            <a:xfrm>
              <a:off x="7644794" y="4588560"/>
              <a:ext cx="57214" cy="34250"/>
            </a:xfrm>
            <a:custGeom>
              <a:rect b="b" l="l" r="r" t="t"/>
              <a:pathLst>
                <a:path extrusionOk="0" h="1308" w="2185">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6" name="Google Shape;23206;p96"/>
            <p:cNvSpPr/>
            <p:nvPr/>
          </p:nvSpPr>
          <p:spPr>
            <a:xfrm>
              <a:off x="7667653" y="4571278"/>
              <a:ext cx="11390" cy="28568"/>
            </a:xfrm>
            <a:custGeom>
              <a:rect b="b" l="l" r="r" t="t"/>
              <a:pathLst>
                <a:path extrusionOk="0" h="1091" w="435">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7" name="Google Shape;23207;p96"/>
            <p:cNvSpPr/>
            <p:nvPr/>
          </p:nvSpPr>
          <p:spPr>
            <a:xfrm>
              <a:off x="7707743" y="438835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8" name="Google Shape;23208;p96"/>
            <p:cNvSpPr/>
            <p:nvPr/>
          </p:nvSpPr>
          <p:spPr>
            <a:xfrm>
              <a:off x="7776426" y="4388350"/>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9" name="Google Shape;23209;p96"/>
            <p:cNvSpPr/>
            <p:nvPr/>
          </p:nvSpPr>
          <p:spPr>
            <a:xfrm>
              <a:off x="7721987" y="4425454"/>
              <a:ext cx="51480" cy="22886"/>
            </a:xfrm>
            <a:custGeom>
              <a:rect b="b" l="l" r="r" t="t"/>
              <a:pathLst>
                <a:path extrusionOk="0" h="874" w="1966">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0" name="Google Shape;23210;p96"/>
            <p:cNvSpPr/>
            <p:nvPr/>
          </p:nvSpPr>
          <p:spPr>
            <a:xfrm>
              <a:off x="7650528" y="4268056"/>
              <a:ext cx="194371" cy="108956"/>
            </a:xfrm>
            <a:custGeom>
              <a:rect b="b" l="l" r="r" t="t"/>
              <a:pathLst>
                <a:path extrusionOk="0" h="4161" w="7423">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1" name="Google Shape;23211;p96"/>
            <p:cNvSpPr/>
            <p:nvPr/>
          </p:nvSpPr>
          <p:spPr>
            <a:xfrm>
              <a:off x="7747701" y="4492147"/>
              <a:ext cx="65724" cy="130663"/>
            </a:xfrm>
            <a:custGeom>
              <a:rect b="b" l="l" r="r" t="t"/>
              <a:pathLst>
                <a:path extrusionOk="0" h="4990" w="251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2" name="Google Shape;23212;p96"/>
            <p:cNvSpPr/>
            <p:nvPr/>
          </p:nvSpPr>
          <p:spPr>
            <a:xfrm>
              <a:off x="7682003" y="4492147"/>
              <a:ext cx="65724" cy="130663"/>
            </a:xfrm>
            <a:custGeom>
              <a:rect b="b" l="l" r="r" t="t"/>
              <a:pathLst>
                <a:path extrusionOk="0" h="4990" w="251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3" name="Google Shape;23213;p96"/>
            <p:cNvSpPr/>
            <p:nvPr/>
          </p:nvSpPr>
          <p:spPr>
            <a:xfrm>
              <a:off x="7715231" y="4268082"/>
              <a:ext cx="129668" cy="92931"/>
            </a:xfrm>
            <a:custGeom>
              <a:rect b="b" l="l" r="r" t="t"/>
              <a:pathLst>
                <a:path extrusionOk="0" h="3549" w="4952">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4" name="Google Shape;23214;p96"/>
            <p:cNvSpPr/>
            <p:nvPr/>
          </p:nvSpPr>
          <p:spPr>
            <a:xfrm>
              <a:off x="7644794" y="4605554"/>
              <a:ext cx="57214" cy="17256"/>
            </a:xfrm>
            <a:custGeom>
              <a:rect b="b" l="l" r="r" t="t"/>
              <a:pathLst>
                <a:path extrusionOk="0" h="659" w="2185">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15" name="Google Shape;23215;p96"/>
          <p:cNvGrpSpPr/>
          <p:nvPr/>
        </p:nvGrpSpPr>
        <p:grpSpPr>
          <a:xfrm>
            <a:off x="7148129" y="4114743"/>
            <a:ext cx="263316" cy="354493"/>
            <a:chOff x="7164404" y="4268318"/>
            <a:chExt cx="263316" cy="354493"/>
          </a:xfrm>
        </p:grpSpPr>
        <p:sp>
          <p:nvSpPr>
            <p:cNvPr id="23216" name="Google Shape;23216;p96"/>
            <p:cNvSpPr/>
            <p:nvPr/>
          </p:nvSpPr>
          <p:spPr>
            <a:xfrm>
              <a:off x="7170898" y="4268318"/>
              <a:ext cx="250590" cy="280049"/>
            </a:xfrm>
            <a:custGeom>
              <a:rect b="b" l="l" r="r" t="t"/>
              <a:pathLst>
                <a:path extrusionOk="0" h="10695" w="957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7" name="Google Shape;23217;p96"/>
            <p:cNvSpPr/>
            <p:nvPr/>
          </p:nvSpPr>
          <p:spPr>
            <a:xfrm>
              <a:off x="7164404" y="4474158"/>
              <a:ext cx="263316" cy="148652"/>
            </a:xfrm>
            <a:custGeom>
              <a:rect b="b" l="l" r="r" t="t"/>
              <a:pathLst>
                <a:path extrusionOk="0" h="5677" w="10056">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8" name="Google Shape;23218;p96"/>
            <p:cNvSpPr/>
            <p:nvPr/>
          </p:nvSpPr>
          <p:spPr>
            <a:xfrm>
              <a:off x="7164666" y="4547607"/>
              <a:ext cx="263055" cy="75203"/>
            </a:xfrm>
            <a:custGeom>
              <a:rect b="b" l="l" r="r" t="t"/>
              <a:pathLst>
                <a:path extrusionOk="0" h="2872" w="10046">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9" name="Google Shape;23219;p96"/>
            <p:cNvSpPr/>
            <p:nvPr/>
          </p:nvSpPr>
          <p:spPr>
            <a:xfrm>
              <a:off x="7175166" y="4547607"/>
              <a:ext cx="242080" cy="46740"/>
            </a:xfrm>
            <a:custGeom>
              <a:rect b="b" l="l" r="r" t="t"/>
              <a:pathLst>
                <a:path extrusionOk="0" h="1785" w="9245">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0" name="Google Shape;23220;p96"/>
            <p:cNvSpPr/>
            <p:nvPr/>
          </p:nvSpPr>
          <p:spPr>
            <a:xfrm>
              <a:off x="7261838" y="4474158"/>
              <a:ext cx="68709" cy="22833"/>
            </a:xfrm>
            <a:custGeom>
              <a:rect b="b" l="l" r="r" t="t"/>
              <a:pathLst>
                <a:path extrusionOk="0" h="872" w="2624">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1" name="Google Shape;23221;p96"/>
            <p:cNvSpPr/>
            <p:nvPr/>
          </p:nvSpPr>
          <p:spPr>
            <a:xfrm>
              <a:off x="7221618" y="4291046"/>
              <a:ext cx="148914" cy="194371"/>
            </a:xfrm>
            <a:custGeom>
              <a:rect b="b" l="l" r="r" t="t"/>
              <a:pathLst>
                <a:path extrusionOk="0" h="7423" w="5687">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2" name="Google Shape;23222;p96"/>
            <p:cNvSpPr/>
            <p:nvPr/>
          </p:nvSpPr>
          <p:spPr>
            <a:xfrm>
              <a:off x="7221382" y="4291046"/>
              <a:ext cx="148888" cy="194397"/>
            </a:xfrm>
            <a:custGeom>
              <a:rect b="b" l="l" r="r" t="t"/>
              <a:pathLst>
                <a:path extrusionOk="0" h="7424" w="5686">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3" name="Google Shape;23223;p96"/>
            <p:cNvSpPr/>
            <p:nvPr/>
          </p:nvSpPr>
          <p:spPr>
            <a:xfrm>
              <a:off x="7270767" y="4433755"/>
              <a:ext cx="50799" cy="17465"/>
            </a:xfrm>
            <a:custGeom>
              <a:rect b="b" l="l" r="r" t="t"/>
              <a:pathLst>
                <a:path extrusionOk="0" h="667" w="194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4" name="Google Shape;23224;p96"/>
            <p:cNvSpPr/>
            <p:nvPr/>
          </p:nvSpPr>
          <p:spPr>
            <a:xfrm>
              <a:off x="7256104" y="4394084"/>
              <a:ext cx="11495" cy="17151"/>
            </a:xfrm>
            <a:custGeom>
              <a:rect b="b" l="l" r="r" t="t"/>
              <a:pathLst>
                <a:path extrusionOk="0" h="655" w="439">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5" name="Google Shape;23225;p96"/>
            <p:cNvSpPr/>
            <p:nvPr/>
          </p:nvSpPr>
          <p:spPr>
            <a:xfrm>
              <a:off x="7324787" y="4394084"/>
              <a:ext cx="11260" cy="17151"/>
            </a:xfrm>
            <a:custGeom>
              <a:rect b="b" l="l" r="r" t="t"/>
              <a:pathLst>
                <a:path extrusionOk="0" h="655" w="43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6" name="Google Shape;23226;p96"/>
            <p:cNvSpPr/>
            <p:nvPr/>
          </p:nvSpPr>
          <p:spPr>
            <a:xfrm>
              <a:off x="7248353" y="4376986"/>
              <a:ext cx="26761" cy="11260"/>
            </a:xfrm>
            <a:custGeom>
              <a:rect b="b" l="l" r="r" t="t"/>
              <a:pathLst>
                <a:path extrusionOk="0" h="430" w="1022">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7" name="Google Shape;23227;p96"/>
            <p:cNvSpPr/>
            <p:nvPr/>
          </p:nvSpPr>
          <p:spPr>
            <a:xfrm>
              <a:off x="7317036" y="4376986"/>
              <a:ext cx="26761" cy="11260"/>
            </a:xfrm>
            <a:custGeom>
              <a:rect b="b" l="l" r="r" t="t"/>
              <a:pathLst>
                <a:path extrusionOk="0" h="430" w="1022">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8" name="Google Shape;23228;p96"/>
            <p:cNvSpPr/>
            <p:nvPr/>
          </p:nvSpPr>
          <p:spPr>
            <a:xfrm>
              <a:off x="7266840" y="4580836"/>
              <a:ext cx="23750" cy="41975"/>
            </a:xfrm>
            <a:custGeom>
              <a:rect b="b" l="l" r="r" t="t"/>
              <a:pathLst>
                <a:path extrusionOk="0" h="1603" w="907">
                  <a:moveTo>
                    <a:pt x="0" y="0"/>
                  </a:moveTo>
                  <a:lnTo>
                    <a:pt x="458" y="1603"/>
                  </a:lnTo>
                  <a:lnTo>
                    <a:pt x="907" y="1603"/>
                  </a:lnTo>
                  <a:lnTo>
                    <a:pt x="468" y="57"/>
                  </a:lnTo>
                  <a:cubicBezTo>
                    <a:pt x="306" y="38"/>
                    <a:pt x="153" y="19"/>
                    <a:pt x="0"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9" name="Google Shape;23229;p96"/>
            <p:cNvSpPr/>
            <p:nvPr/>
          </p:nvSpPr>
          <p:spPr>
            <a:xfrm>
              <a:off x="7301797" y="4580836"/>
              <a:ext cx="24012" cy="41975"/>
            </a:xfrm>
            <a:custGeom>
              <a:rect b="b" l="l" r="r" t="t"/>
              <a:pathLst>
                <a:path extrusionOk="0" h="1603" w="917">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0" name="Google Shape;23230;p96"/>
            <p:cNvSpPr/>
            <p:nvPr/>
          </p:nvSpPr>
          <p:spPr>
            <a:xfrm>
              <a:off x="7222377" y="4291046"/>
              <a:ext cx="147657" cy="66719"/>
            </a:xfrm>
            <a:custGeom>
              <a:rect b="b" l="l" r="r" t="t"/>
              <a:pathLst>
                <a:path extrusionOk="0" h="2548" w="5639">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1" name="Google Shape;23231;p96"/>
            <p:cNvSpPr/>
            <p:nvPr/>
          </p:nvSpPr>
          <p:spPr>
            <a:xfrm>
              <a:off x="7222377" y="4291099"/>
              <a:ext cx="85206" cy="66667"/>
            </a:xfrm>
            <a:custGeom>
              <a:rect b="b" l="l" r="r" t="t"/>
              <a:pathLst>
                <a:path extrusionOk="0" h="2546" w="3254">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32" name="Google Shape;23232;p96"/>
          <p:cNvGrpSpPr/>
          <p:nvPr/>
        </p:nvGrpSpPr>
        <p:grpSpPr>
          <a:xfrm>
            <a:off x="5342071" y="2726336"/>
            <a:ext cx="263316" cy="354754"/>
            <a:chOff x="5358346" y="2879911"/>
            <a:chExt cx="263316" cy="354754"/>
          </a:xfrm>
        </p:grpSpPr>
        <p:sp>
          <p:nvSpPr>
            <p:cNvPr id="23233" name="Google Shape;23233;p96"/>
            <p:cNvSpPr/>
            <p:nvPr/>
          </p:nvSpPr>
          <p:spPr>
            <a:xfrm>
              <a:off x="5392805" y="3120237"/>
              <a:ext cx="194371" cy="51480"/>
            </a:xfrm>
            <a:custGeom>
              <a:rect b="b" l="l" r="r" t="t"/>
              <a:pathLst>
                <a:path extrusionOk="0" h="1966" w="7423">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4" name="Google Shape;23234;p96"/>
            <p:cNvSpPr/>
            <p:nvPr/>
          </p:nvSpPr>
          <p:spPr>
            <a:xfrm>
              <a:off x="5450020" y="2879911"/>
              <a:ext cx="79969" cy="46007"/>
            </a:xfrm>
            <a:custGeom>
              <a:rect b="b" l="l" r="r" t="t"/>
              <a:pathLst>
                <a:path extrusionOk="0" h="1757" w="3054">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5" name="Google Shape;23235;p96"/>
            <p:cNvSpPr/>
            <p:nvPr/>
          </p:nvSpPr>
          <p:spPr>
            <a:xfrm>
              <a:off x="5358346" y="3091512"/>
              <a:ext cx="263316" cy="143153"/>
            </a:xfrm>
            <a:custGeom>
              <a:rect b="b" l="l" r="r" t="t"/>
              <a:pathLst>
                <a:path extrusionOk="0" h="5467" w="10056">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6" name="Google Shape;23236;p96"/>
            <p:cNvSpPr/>
            <p:nvPr/>
          </p:nvSpPr>
          <p:spPr>
            <a:xfrm>
              <a:off x="5358346" y="3144955"/>
              <a:ext cx="263316" cy="89710"/>
            </a:xfrm>
            <a:custGeom>
              <a:rect b="b" l="l" r="r" t="t"/>
              <a:pathLst>
                <a:path extrusionOk="0" h="3426" w="10056">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7" name="Google Shape;23237;p96"/>
            <p:cNvSpPr/>
            <p:nvPr/>
          </p:nvSpPr>
          <p:spPr>
            <a:xfrm>
              <a:off x="5423546" y="3144955"/>
              <a:ext cx="132915" cy="54988"/>
            </a:xfrm>
            <a:custGeom>
              <a:rect b="b" l="l" r="r" t="t"/>
              <a:pathLst>
                <a:path extrusionOk="0" h="2100" w="5076">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8" name="Google Shape;23238;p96"/>
            <p:cNvSpPr/>
            <p:nvPr/>
          </p:nvSpPr>
          <p:spPr>
            <a:xfrm>
              <a:off x="5455754" y="3091512"/>
              <a:ext cx="68736" cy="34564"/>
            </a:xfrm>
            <a:custGeom>
              <a:rect b="b" l="l" r="r" t="t"/>
              <a:pathLst>
                <a:path extrusionOk="0" h="1320" w="2625">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9" name="Google Shape;23239;p96"/>
            <p:cNvSpPr/>
            <p:nvPr/>
          </p:nvSpPr>
          <p:spPr>
            <a:xfrm>
              <a:off x="5397545" y="2994339"/>
              <a:ext cx="184630" cy="119927"/>
            </a:xfrm>
            <a:custGeom>
              <a:rect b="b" l="l" r="r" t="t"/>
              <a:pathLst>
                <a:path extrusionOk="0" h="4580" w="7051">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0" name="Google Shape;23240;p96"/>
            <p:cNvSpPr/>
            <p:nvPr/>
          </p:nvSpPr>
          <p:spPr>
            <a:xfrm>
              <a:off x="5397807" y="2982844"/>
              <a:ext cx="143651" cy="131632"/>
            </a:xfrm>
            <a:custGeom>
              <a:rect b="b" l="l" r="r" t="t"/>
              <a:pathLst>
                <a:path extrusionOk="0" h="5027" w="5486">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1" name="Google Shape;23241;p96"/>
            <p:cNvSpPr/>
            <p:nvPr/>
          </p:nvSpPr>
          <p:spPr>
            <a:xfrm>
              <a:off x="5410035" y="3139613"/>
              <a:ext cx="28515" cy="95052"/>
            </a:xfrm>
            <a:custGeom>
              <a:rect b="b" l="l" r="r" t="t"/>
              <a:pathLst>
                <a:path extrusionOk="0" h="3630" w="1089">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2" name="Google Shape;23242;p96"/>
            <p:cNvSpPr/>
            <p:nvPr/>
          </p:nvSpPr>
          <p:spPr>
            <a:xfrm>
              <a:off x="5464709" y="3062970"/>
              <a:ext cx="50563" cy="17334"/>
            </a:xfrm>
            <a:custGeom>
              <a:rect b="b" l="l" r="r" t="t"/>
              <a:pathLst>
                <a:path extrusionOk="0" h="662" w="1931">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3" name="Google Shape;23243;p96"/>
            <p:cNvSpPr/>
            <p:nvPr/>
          </p:nvSpPr>
          <p:spPr>
            <a:xfrm>
              <a:off x="5450020" y="3022933"/>
              <a:ext cx="11521" cy="17125"/>
            </a:xfrm>
            <a:custGeom>
              <a:rect b="b" l="l" r="r" t="t"/>
              <a:pathLst>
                <a:path extrusionOk="0" h="654" w="44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4" name="Google Shape;23244;p96"/>
            <p:cNvSpPr/>
            <p:nvPr/>
          </p:nvSpPr>
          <p:spPr>
            <a:xfrm>
              <a:off x="5518572" y="3022933"/>
              <a:ext cx="11417" cy="17125"/>
            </a:xfrm>
            <a:custGeom>
              <a:rect b="b" l="l" r="r" t="t"/>
              <a:pathLst>
                <a:path extrusionOk="0" h="654" w="436">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5" name="Google Shape;23245;p96"/>
            <p:cNvSpPr/>
            <p:nvPr/>
          </p:nvSpPr>
          <p:spPr>
            <a:xfrm>
              <a:off x="5398566" y="2920131"/>
              <a:ext cx="183112" cy="111443"/>
            </a:xfrm>
            <a:custGeom>
              <a:rect b="b" l="l" r="r" t="t"/>
              <a:pathLst>
                <a:path extrusionOk="0" h="4256" w="6993">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6" name="Google Shape;23246;p96"/>
            <p:cNvSpPr/>
            <p:nvPr/>
          </p:nvSpPr>
          <p:spPr>
            <a:xfrm>
              <a:off x="5455754" y="2921126"/>
              <a:ext cx="125924" cy="73239"/>
            </a:xfrm>
            <a:custGeom>
              <a:rect b="b" l="l" r="r" t="t"/>
              <a:pathLst>
                <a:path extrusionOk="0" h="2797" w="4809">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7" name="Google Shape;23247;p96"/>
            <p:cNvSpPr/>
            <p:nvPr/>
          </p:nvSpPr>
          <p:spPr>
            <a:xfrm>
              <a:off x="5410035" y="3144222"/>
              <a:ext cx="11286" cy="90443"/>
            </a:xfrm>
            <a:custGeom>
              <a:rect b="b" l="l" r="r" t="t"/>
              <a:pathLst>
                <a:path extrusionOk="0" h="3454" w="431">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8" name="Google Shape;23248;p96"/>
            <p:cNvSpPr/>
            <p:nvPr/>
          </p:nvSpPr>
          <p:spPr>
            <a:xfrm>
              <a:off x="5541431" y="3139613"/>
              <a:ext cx="28751" cy="95052"/>
            </a:xfrm>
            <a:custGeom>
              <a:rect b="b" l="l" r="r" t="t"/>
              <a:pathLst>
                <a:path extrusionOk="0" h="3630" w="1098">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9" name="Google Shape;23249;p96"/>
            <p:cNvSpPr/>
            <p:nvPr/>
          </p:nvSpPr>
          <p:spPr>
            <a:xfrm>
              <a:off x="5558687" y="3144222"/>
              <a:ext cx="11260" cy="90443"/>
            </a:xfrm>
            <a:custGeom>
              <a:rect b="b" l="l" r="r" t="t"/>
              <a:pathLst>
                <a:path extrusionOk="0" h="3454" w="43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0" name="Google Shape;23250;p96"/>
            <p:cNvSpPr/>
            <p:nvPr/>
          </p:nvSpPr>
          <p:spPr>
            <a:xfrm>
              <a:off x="5410035" y="3177425"/>
              <a:ext cx="28515" cy="17282"/>
            </a:xfrm>
            <a:custGeom>
              <a:rect b="b" l="l" r="r" t="t"/>
              <a:pathLst>
                <a:path extrusionOk="0" h="660" w="1089">
                  <a:moveTo>
                    <a:pt x="1" y="1"/>
                  </a:moveTo>
                  <a:lnTo>
                    <a:pt x="1" y="659"/>
                  </a:lnTo>
                  <a:lnTo>
                    <a:pt x="1088" y="659"/>
                  </a:lnTo>
                  <a:lnTo>
                    <a:pt x="1088" y="1"/>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1" name="Google Shape;23251;p96"/>
            <p:cNvSpPr/>
            <p:nvPr/>
          </p:nvSpPr>
          <p:spPr>
            <a:xfrm>
              <a:off x="5410035" y="3177425"/>
              <a:ext cx="11286" cy="17282"/>
            </a:xfrm>
            <a:custGeom>
              <a:rect b="b" l="l" r="r" t="t"/>
              <a:pathLst>
                <a:path extrusionOk="0" h="660" w="431">
                  <a:moveTo>
                    <a:pt x="1" y="1"/>
                  </a:moveTo>
                  <a:lnTo>
                    <a:pt x="1" y="659"/>
                  </a:lnTo>
                  <a:lnTo>
                    <a:pt x="430" y="659"/>
                  </a:lnTo>
                  <a:lnTo>
                    <a:pt x="43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2" name="Google Shape;23252;p96"/>
            <p:cNvSpPr/>
            <p:nvPr/>
          </p:nvSpPr>
          <p:spPr>
            <a:xfrm>
              <a:off x="5541431" y="3177425"/>
              <a:ext cx="28751" cy="17282"/>
            </a:xfrm>
            <a:custGeom>
              <a:rect b="b" l="l" r="r" t="t"/>
              <a:pathLst>
                <a:path extrusionOk="0" h="660" w="1098">
                  <a:moveTo>
                    <a:pt x="1" y="1"/>
                  </a:moveTo>
                  <a:lnTo>
                    <a:pt x="1" y="659"/>
                  </a:lnTo>
                  <a:lnTo>
                    <a:pt x="1098" y="659"/>
                  </a:lnTo>
                  <a:lnTo>
                    <a:pt x="1098" y="1"/>
                  </a:ln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3" name="Google Shape;23253;p96"/>
            <p:cNvSpPr/>
            <p:nvPr/>
          </p:nvSpPr>
          <p:spPr>
            <a:xfrm>
              <a:off x="5558687" y="3177425"/>
              <a:ext cx="11495" cy="17282"/>
            </a:xfrm>
            <a:custGeom>
              <a:rect b="b" l="l" r="r" t="t"/>
              <a:pathLst>
                <a:path extrusionOk="0" h="660" w="439">
                  <a:moveTo>
                    <a:pt x="0" y="1"/>
                  </a:moveTo>
                  <a:lnTo>
                    <a:pt x="0" y="659"/>
                  </a:lnTo>
                  <a:lnTo>
                    <a:pt x="439" y="659"/>
                  </a:lnTo>
                  <a:lnTo>
                    <a:pt x="43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54" name="Google Shape;23254;p96"/>
          <p:cNvGrpSpPr/>
          <p:nvPr/>
        </p:nvGrpSpPr>
        <p:grpSpPr>
          <a:xfrm>
            <a:off x="8045175" y="3192167"/>
            <a:ext cx="263316" cy="354807"/>
            <a:chOff x="8061450" y="3345742"/>
            <a:chExt cx="263316" cy="354807"/>
          </a:xfrm>
        </p:grpSpPr>
        <p:sp>
          <p:nvSpPr>
            <p:cNvPr id="23255" name="Google Shape;23255;p96"/>
            <p:cNvSpPr/>
            <p:nvPr/>
          </p:nvSpPr>
          <p:spPr>
            <a:xfrm>
              <a:off x="8075956" y="3345794"/>
              <a:ext cx="234591" cy="303039"/>
            </a:xfrm>
            <a:custGeom>
              <a:rect b="b" l="l" r="r" t="t"/>
              <a:pathLst>
                <a:path extrusionOk="0" h="11573" w="8959">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6" name="Google Shape;23256;p96"/>
            <p:cNvSpPr/>
            <p:nvPr/>
          </p:nvSpPr>
          <p:spPr>
            <a:xfrm>
              <a:off x="8158884" y="3345742"/>
              <a:ext cx="151166" cy="301599"/>
            </a:xfrm>
            <a:custGeom>
              <a:rect b="b" l="l" r="r" t="t"/>
              <a:pathLst>
                <a:path extrusionOk="0" h="11518" w="5773">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7" name="Google Shape;23257;p96"/>
            <p:cNvSpPr/>
            <p:nvPr/>
          </p:nvSpPr>
          <p:spPr>
            <a:xfrm>
              <a:off x="8061450" y="3545900"/>
              <a:ext cx="263316" cy="154649"/>
            </a:xfrm>
            <a:custGeom>
              <a:rect b="b" l="l" r="r" t="t"/>
              <a:pathLst>
                <a:path extrusionOk="0" h="5906" w="10056">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8" name="Google Shape;23258;p96"/>
            <p:cNvSpPr/>
            <p:nvPr/>
          </p:nvSpPr>
          <p:spPr>
            <a:xfrm>
              <a:off x="8061711" y="3604842"/>
              <a:ext cx="263055" cy="95706"/>
            </a:xfrm>
            <a:custGeom>
              <a:rect b="b" l="l" r="r" t="t"/>
              <a:pathLst>
                <a:path extrusionOk="0" h="3655" w="10046">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9" name="Google Shape;23259;p96"/>
            <p:cNvSpPr/>
            <p:nvPr/>
          </p:nvSpPr>
          <p:spPr>
            <a:xfrm>
              <a:off x="8110913" y="3604842"/>
              <a:ext cx="164651" cy="55486"/>
            </a:xfrm>
            <a:custGeom>
              <a:rect b="b" l="l" r="r" t="t"/>
              <a:pathLst>
                <a:path extrusionOk="0" h="2119" w="6288">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0" name="Google Shape;23260;p96"/>
            <p:cNvSpPr/>
            <p:nvPr/>
          </p:nvSpPr>
          <p:spPr>
            <a:xfrm>
              <a:off x="8158884" y="3545900"/>
              <a:ext cx="68709" cy="23069"/>
            </a:xfrm>
            <a:custGeom>
              <a:rect b="b" l="l" r="r" t="t"/>
              <a:pathLst>
                <a:path extrusionOk="0" h="881" w="2624">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1" name="Google Shape;23261;p96"/>
            <p:cNvSpPr/>
            <p:nvPr/>
          </p:nvSpPr>
          <p:spPr>
            <a:xfrm>
              <a:off x="8100937" y="3408743"/>
              <a:ext cx="184630" cy="148678"/>
            </a:xfrm>
            <a:custGeom>
              <a:rect b="b" l="l" r="r" t="t"/>
              <a:pathLst>
                <a:path extrusionOk="0" h="5678" w="7051">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2" name="Google Shape;23262;p96"/>
            <p:cNvSpPr/>
            <p:nvPr/>
          </p:nvSpPr>
          <p:spPr>
            <a:xfrm>
              <a:off x="8153149" y="3460642"/>
              <a:ext cx="11495" cy="17073"/>
            </a:xfrm>
            <a:custGeom>
              <a:rect b="b" l="l" r="r" t="t"/>
              <a:pathLst>
                <a:path extrusionOk="0" h="652" w="439">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3" name="Google Shape;23263;p96"/>
            <p:cNvSpPr/>
            <p:nvPr/>
          </p:nvSpPr>
          <p:spPr>
            <a:xfrm>
              <a:off x="8221833" y="3460642"/>
              <a:ext cx="11521" cy="17073"/>
            </a:xfrm>
            <a:custGeom>
              <a:rect b="b" l="l" r="r" t="t"/>
              <a:pathLst>
                <a:path extrusionOk="0" h="652" w="44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4" name="Google Shape;23264;p96"/>
            <p:cNvSpPr/>
            <p:nvPr/>
          </p:nvSpPr>
          <p:spPr>
            <a:xfrm>
              <a:off x="8167368" y="3500181"/>
              <a:ext cx="51480" cy="23017"/>
            </a:xfrm>
            <a:custGeom>
              <a:rect b="b" l="l" r="r" t="t"/>
              <a:pathLst>
                <a:path extrusionOk="0" h="879" w="1966">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5" name="Google Shape;23265;p96"/>
            <p:cNvSpPr/>
            <p:nvPr/>
          </p:nvSpPr>
          <p:spPr>
            <a:xfrm>
              <a:off x="8119659" y="3358494"/>
              <a:ext cx="63970" cy="28385"/>
            </a:xfrm>
            <a:custGeom>
              <a:rect b="b" l="l" r="r" t="t"/>
              <a:pathLst>
                <a:path extrusionOk="0" h="1084" w="2443">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6" name="Google Shape;23266;p96"/>
            <p:cNvSpPr/>
            <p:nvPr/>
          </p:nvSpPr>
          <p:spPr>
            <a:xfrm>
              <a:off x="8202587" y="3358494"/>
              <a:ext cx="63996" cy="28385"/>
            </a:xfrm>
            <a:custGeom>
              <a:rect b="b" l="l" r="r" t="t"/>
              <a:pathLst>
                <a:path extrusionOk="0" h="1084" w="2444">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7" name="Google Shape;23267;p96"/>
            <p:cNvSpPr/>
            <p:nvPr/>
          </p:nvSpPr>
          <p:spPr>
            <a:xfrm>
              <a:off x="8100937" y="3408743"/>
              <a:ext cx="120922" cy="148652"/>
            </a:xfrm>
            <a:custGeom>
              <a:rect b="b" l="l" r="r" t="t"/>
              <a:pathLst>
                <a:path extrusionOk="0" h="5677" w="4618">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8" name="Google Shape;23268;p96"/>
            <p:cNvSpPr/>
            <p:nvPr/>
          </p:nvSpPr>
          <p:spPr>
            <a:xfrm>
              <a:off x="8145137" y="3440034"/>
              <a:ext cx="27704" cy="14454"/>
            </a:xfrm>
            <a:custGeom>
              <a:rect b="b" l="l" r="r" t="t"/>
              <a:pathLst>
                <a:path extrusionOk="0" h="552" w="1058">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9" name="Google Shape;23269;p96"/>
            <p:cNvSpPr/>
            <p:nvPr/>
          </p:nvSpPr>
          <p:spPr>
            <a:xfrm>
              <a:off x="8213401" y="3440034"/>
              <a:ext cx="27704" cy="14454"/>
            </a:xfrm>
            <a:custGeom>
              <a:rect b="b" l="l" r="r" t="t"/>
              <a:pathLst>
                <a:path extrusionOk="0" h="552" w="1058">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0" name="Google Shape;23270;p96"/>
            <p:cNvSpPr/>
            <p:nvPr/>
          </p:nvSpPr>
          <p:spPr>
            <a:xfrm>
              <a:off x="8181613" y="3368523"/>
              <a:ext cx="23017" cy="23017"/>
            </a:xfrm>
            <a:custGeom>
              <a:rect b="b" l="l" r="r" t="t"/>
              <a:pathLst>
                <a:path extrusionOk="0" h="879" w="879">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71" name="Google Shape;23271;p96"/>
          <p:cNvGrpSpPr/>
          <p:nvPr/>
        </p:nvGrpSpPr>
        <p:grpSpPr>
          <a:xfrm>
            <a:off x="8049678" y="2726336"/>
            <a:ext cx="263081" cy="354754"/>
            <a:chOff x="8065953" y="2879911"/>
            <a:chExt cx="263081" cy="354754"/>
          </a:xfrm>
        </p:grpSpPr>
        <p:sp>
          <p:nvSpPr>
            <p:cNvPr id="23272" name="Google Shape;23272;p96"/>
            <p:cNvSpPr/>
            <p:nvPr/>
          </p:nvSpPr>
          <p:spPr>
            <a:xfrm>
              <a:off x="8065953" y="3074518"/>
              <a:ext cx="263081" cy="160147"/>
            </a:xfrm>
            <a:custGeom>
              <a:rect b="b" l="l" r="r" t="t"/>
              <a:pathLst>
                <a:path extrusionOk="0" h="6116" w="10047">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3" name="Google Shape;23273;p96"/>
            <p:cNvSpPr/>
            <p:nvPr/>
          </p:nvSpPr>
          <p:spPr>
            <a:xfrm>
              <a:off x="8065953" y="3129715"/>
              <a:ext cx="263081" cy="104949"/>
            </a:xfrm>
            <a:custGeom>
              <a:rect b="b" l="l" r="r" t="t"/>
              <a:pathLst>
                <a:path extrusionOk="0" h="4008" w="10047">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4" name="Google Shape;23274;p96"/>
            <p:cNvSpPr/>
            <p:nvPr/>
          </p:nvSpPr>
          <p:spPr>
            <a:xfrm>
              <a:off x="8163126" y="3074518"/>
              <a:ext cx="68736" cy="22755"/>
            </a:xfrm>
            <a:custGeom>
              <a:rect b="b" l="l" r="r" t="t"/>
              <a:pathLst>
                <a:path extrusionOk="0" h="869" w="2625">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5" name="Google Shape;23275;p96"/>
            <p:cNvSpPr/>
            <p:nvPr/>
          </p:nvSpPr>
          <p:spPr>
            <a:xfrm>
              <a:off x="8101172" y="2931390"/>
              <a:ext cx="192617" cy="154649"/>
            </a:xfrm>
            <a:custGeom>
              <a:rect b="b" l="l" r="r" t="t"/>
              <a:pathLst>
                <a:path extrusionOk="0" h="5906" w="7356">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6" name="Google Shape;23276;p96"/>
            <p:cNvSpPr/>
            <p:nvPr/>
          </p:nvSpPr>
          <p:spPr>
            <a:xfrm>
              <a:off x="8208845" y="2988578"/>
              <a:ext cx="51742" cy="11521"/>
            </a:xfrm>
            <a:custGeom>
              <a:rect b="b" l="l" r="r" t="t"/>
              <a:pathLst>
                <a:path extrusionOk="0" h="440" w="1976">
                  <a:moveTo>
                    <a:pt x="0" y="1"/>
                  </a:moveTo>
                  <a:lnTo>
                    <a:pt x="0" y="440"/>
                  </a:lnTo>
                  <a:lnTo>
                    <a:pt x="1975" y="440"/>
                  </a:lnTo>
                  <a:lnTo>
                    <a:pt x="1975" y="1"/>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7" name="Google Shape;23277;p96"/>
            <p:cNvSpPr/>
            <p:nvPr/>
          </p:nvSpPr>
          <p:spPr>
            <a:xfrm>
              <a:off x="8176166" y="2988526"/>
              <a:ext cx="42682" cy="23828"/>
            </a:xfrm>
            <a:custGeom>
              <a:rect b="b" l="l" r="r" t="t"/>
              <a:pathLst>
                <a:path extrusionOk="0" h="910" w="163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8" name="Google Shape;23278;p96"/>
            <p:cNvSpPr/>
            <p:nvPr/>
          </p:nvSpPr>
          <p:spPr>
            <a:xfrm>
              <a:off x="8105179" y="2931390"/>
              <a:ext cx="142158" cy="154596"/>
            </a:xfrm>
            <a:custGeom>
              <a:rect b="b" l="l" r="r" t="t"/>
              <a:pathLst>
                <a:path extrusionOk="0" h="5904" w="5429">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9" name="Google Shape;23279;p96"/>
            <p:cNvSpPr/>
            <p:nvPr/>
          </p:nvSpPr>
          <p:spPr>
            <a:xfrm>
              <a:off x="8172134" y="3034350"/>
              <a:ext cx="50720" cy="17230"/>
            </a:xfrm>
            <a:custGeom>
              <a:rect b="b" l="l" r="r" t="t"/>
              <a:pathLst>
                <a:path extrusionOk="0" h="658" w="1937">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0" name="Google Shape;23280;p96"/>
            <p:cNvSpPr/>
            <p:nvPr/>
          </p:nvSpPr>
          <p:spPr>
            <a:xfrm>
              <a:off x="8157391" y="2994444"/>
              <a:ext cx="11521" cy="17151"/>
            </a:xfrm>
            <a:custGeom>
              <a:rect b="b" l="l" r="r" t="t"/>
              <a:pathLst>
                <a:path extrusionOk="0" h="655" w="44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1" name="Google Shape;23281;p96"/>
            <p:cNvSpPr/>
            <p:nvPr/>
          </p:nvSpPr>
          <p:spPr>
            <a:xfrm>
              <a:off x="8226075" y="2994444"/>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2" name="Google Shape;23282;p96"/>
            <p:cNvSpPr/>
            <p:nvPr/>
          </p:nvSpPr>
          <p:spPr>
            <a:xfrm>
              <a:off x="8128405" y="2977345"/>
              <a:ext cx="63734" cy="51480"/>
            </a:xfrm>
            <a:custGeom>
              <a:rect b="b" l="l" r="r" t="t"/>
              <a:pathLst>
                <a:path extrusionOk="0" h="1966" w="2434">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3" name="Google Shape;23283;p96"/>
            <p:cNvSpPr/>
            <p:nvPr/>
          </p:nvSpPr>
          <p:spPr>
            <a:xfrm>
              <a:off x="8220340" y="2891406"/>
              <a:ext cx="62975" cy="105945"/>
            </a:xfrm>
            <a:custGeom>
              <a:rect b="b" l="l" r="r" t="t"/>
              <a:pathLst>
                <a:path extrusionOk="0" h="4046" w="2405">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4" name="Google Shape;23284;p96"/>
            <p:cNvSpPr/>
            <p:nvPr/>
          </p:nvSpPr>
          <p:spPr>
            <a:xfrm>
              <a:off x="8101513" y="2879911"/>
              <a:ext cx="141085" cy="145143"/>
            </a:xfrm>
            <a:custGeom>
              <a:rect b="b" l="l" r="r" t="t"/>
              <a:pathLst>
                <a:path extrusionOk="0" h="5543" w="5388">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5" name="Google Shape;23285;p96"/>
            <p:cNvSpPr/>
            <p:nvPr/>
          </p:nvSpPr>
          <p:spPr>
            <a:xfrm>
              <a:off x="8277528" y="3152706"/>
              <a:ext cx="46740" cy="81697"/>
            </a:xfrm>
            <a:custGeom>
              <a:rect b="b" l="l" r="r" t="t"/>
              <a:pathLst>
                <a:path extrusionOk="0" h="3120" w="1785">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6" name="Google Shape;23286;p96"/>
            <p:cNvSpPr/>
            <p:nvPr/>
          </p:nvSpPr>
          <p:spPr>
            <a:xfrm>
              <a:off x="8070693" y="3152706"/>
              <a:ext cx="46740" cy="81697"/>
            </a:xfrm>
            <a:custGeom>
              <a:rect b="b" l="l" r="r" t="t"/>
              <a:pathLst>
                <a:path extrusionOk="0" h="3120" w="1785">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7" name="Google Shape;23287;p96"/>
            <p:cNvSpPr/>
            <p:nvPr/>
          </p:nvSpPr>
          <p:spPr>
            <a:xfrm>
              <a:off x="8202849" y="2977345"/>
              <a:ext cx="63734" cy="51480"/>
            </a:xfrm>
            <a:custGeom>
              <a:rect b="b" l="l" r="r" t="t"/>
              <a:pathLst>
                <a:path extrusionOk="0" h="1966" w="2434">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88" name="Google Shape;23288;p96"/>
          <p:cNvGrpSpPr/>
          <p:nvPr/>
        </p:nvGrpSpPr>
        <p:grpSpPr>
          <a:xfrm>
            <a:off x="8047924" y="4114743"/>
            <a:ext cx="270308" cy="354493"/>
            <a:chOff x="8064199" y="4268318"/>
            <a:chExt cx="270308" cy="354493"/>
          </a:xfrm>
        </p:grpSpPr>
        <p:sp>
          <p:nvSpPr>
            <p:cNvPr id="23289" name="Google Shape;23289;p96"/>
            <p:cNvSpPr/>
            <p:nvPr/>
          </p:nvSpPr>
          <p:spPr>
            <a:xfrm>
              <a:off x="8064199" y="4470911"/>
              <a:ext cx="270308" cy="151899"/>
            </a:xfrm>
            <a:custGeom>
              <a:rect b="b" l="l" r="r" t="t"/>
              <a:pathLst>
                <a:path extrusionOk="0" h="5801" w="10323">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0" name="Google Shape;23290;p96"/>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1" name="Google Shape;23291;p96"/>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2" name="Google Shape;23292;p96"/>
            <p:cNvSpPr/>
            <p:nvPr/>
          </p:nvSpPr>
          <p:spPr>
            <a:xfrm>
              <a:off x="8238827" y="4498877"/>
              <a:ext cx="95680" cy="123934"/>
            </a:xfrm>
            <a:custGeom>
              <a:rect b="b" l="l" r="r" t="t"/>
              <a:pathLst>
                <a:path extrusionOk="0" h="4733" w="3654">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3" name="Google Shape;23293;p96"/>
            <p:cNvSpPr/>
            <p:nvPr/>
          </p:nvSpPr>
          <p:spPr>
            <a:xfrm>
              <a:off x="8238827" y="4497384"/>
              <a:ext cx="44226" cy="125426"/>
            </a:xfrm>
            <a:custGeom>
              <a:rect b="b" l="l" r="r" t="t"/>
              <a:pathLst>
                <a:path extrusionOk="0" h="4790" w="1689">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4" name="Google Shape;23294;p96"/>
            <p:cNvSpPr/>
            <p:nvPr/>
          </p:nvSpPr>
          <p:spPr>
            <a:xfrm>
              <a:off x="8064199" y="4498877"/>
              <a:ext cx="95706" cy="123934"/>
            </a:xfrm>
            <a:custGeom>
              <a:rect b="b" l="l" r="r" t="t"/>
              <a:pathLst>
                <a:path extrusionOk="0" h="4733" w="3655">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5" name="Google Shape;23295;p96"/>
            <p:cNvSpPr/>
            <p:nvPr/>
          </p:nvSpPr>
          <p:spPr>
            <a:xfrm>
              <a:off x="8115417" y="4497384"/>
              <a:ext cx="44488" cy="125426"/>
            </a:xfrm>
            <a:custGeom>
              <a:rect b="b" l="l" r="r" t="t"/>
              <a:pathLst>
                <a:path extrusionOk="0" h="4790" w="1699">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6" name="Google Shape;23296;p96"/>
            <p:cNvSpPr/>
            <p:nvPr/>
          </p:nvSpPr>
          <p:spPr>
            <a:xfrm>
              <a:off x="8160141" y="4541113"/>
              <a:ext cx="78712" cy="81697"/>
            </a:xfrm>
            <a:custGeom>
              <a:rect b="b" l="l" r="r" t="t"/>
              <a:pathLst>
                <a:path extrusionOk="0" h="3120" w="3006">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7" name="Google Shape;23297;p96"/>
            <p:cNvSpPr/>
            <p:nvPr/>
          </p:nvSpPr>
          <p:spPr>
            <a:xfrm>
              <a:off x="8159879" y="4525114"/>
              <a:ext cx="78974" cy="41372"/>
            </a:xfrm>
            <a:custGeom>
              <a:rect b="b" l="l" r="r" t="t"/>
              <a:pathLst>
                <a:path extrusionOk="0" h="1580" w="3016">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8" name="Google Shape;23298;p96"/>
            <p:cNvSpPr/>
            <p:nvPr/>
          </p:nvSpPr>
          <p:spPr>
            <a:xfrm>
              <a:off x="8075459" y="4268318"/>
              <a:ext cx="247815" cy="196885"/>
            </a:xfrm>
            <a:custGeom>
              <a:rect b="b" l="l" r="r" t="t"/>
              <a:pathLst>
                <a:path extrusionOk="0" h="7519" w="9464">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9" name="Google Shape;23299;p96"/>
            <p:cNvSpPr/>
            <p:nvPr/>
          </p:nvSpPr>
          <p:spPr>
            <a:xfrm>
              <a:off x="8108164" y="4335770"/>
              <a:ext cx="181881" cy="146400"/>
            </a:xfrm>
            <a:custGeom>
              <a:rect b="b" l="l" r="r" t="t"/>
              <a:pathLst>
                <a:path extrusionOk="0" h="5591" w="6946">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0" name="Google Shape;23300;p96"/>
            <p:cNvSpPr/>
            <p:nvPr/>
          </p:nvSpPr>
          <p:spPr>
            <a:xfrm>
              <a:off x="8108425" y="4335770"/>
              <a:ext cx="141661" cy="146400"/>
            </a:xfrm>
            <a:custGeom>
              <a:rect b="b" l="l" r="r" t="t"/>
              <a:pathLst>
                <a:path extrusionOk="0" h="5591" w="541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1" name="Google Shape;23301;p96"/>
            <p:cNvSpPr/>
            <p:nvPr/>
          </p:nvSpPr>
          <p:spPr>
            <a:xfrm>
              <a:off x="8174569" y="4431241"/>
              <a:ext cx="49830" cy="17230"/>
            </a:xfrm>
            <a:custGeom>
              <a:rect b="b" l="l" r="r" t="t"/>
              <a:pathLst>
                <a:path extrusionOk="0" h="658" w="1903">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2" name="Google Shape;23302;p96"/>
            <p:cNvSpPr/>
            <p:nvPr/>
          </p:nvSpPr>
          <p:spPr>
            <a:xfrm>
              <a:off x="8134375" y="4380730"/>
              <a:ext cx="130218" cy="43572"/>
            </a:xfrm>
            <a:custGeom>
              <a:rect b="b" l="l" r="r" t="t"/>
              <a:pathLst>
                <a:path extrusionOk="0" h="1664" w="4973">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3" name="Google Shape;23303;p96"/>
            <p:cNvSpPr/>
            <p:nvPr/>
          </p:nvSpPr>
          <p:spPr>
            <a:xfrm>
              <a:off x="8148646" y="4391963"/>
              <a:ext cx="33752" cy="21000"/>
            </a:xfrm>
            <a:custGeom>
              <a:rect b="b" l="l" r="r" t="t"/>
              <a:pathLst>
                <a:path extrusionOk="0" h="802" w="1289">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4" name="Google Shape;23304;p96"/>
            <p:cNvSpPr/>
            <p:nvPr/>
          </p:nvSpPr>
          <p:spPr>
            <a:xfrm>
              <a:off x="8216334" y="4391963"/>
              <a:ext cx="33752" cy="21079"/>
            </a:xfrm>
            <a:custGeom>
              <a:rect b="b" l="l" r="r" t="t"/>
              <a:pathLst>
                <a:path extrusionOk="0" h="805" w="1289">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5" name="Google Shape;23305;p96"/>
            <p:cNvSpPr/>
            <p:nvPr/>
          </p:nvSpPr>
          <p:spPr>
            <a:xfrm>
              <a:off x="8159879" y="4391963"/>
              <a:ext cx="11260" cy="11286"/>
            </a:xfrm>
            <a:custGeom>
              <a:rect b="b" l="l" r="r" t="t"/>
              <a:pathLst>
                <a:path extrusionOk="0" h="431" w="43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6" name="Google Shape;23306;p96"/>
            <p:cNvSpPr/>
            <p:nvPr/>
          </p:nvSpPr>
          <p:spPr>
            <a:xfrm>
              <a:off x="8227567" y="4391963"/>
              <a:ext cx="11286" cy="11286"/>
            </a:xfrm>
            <a:custGeom>
              <a:rect b="b" l="l" r="r" t="t"/>
              <a:pathLst>
                <a:path extrusionOk="0" h="431" w="431">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307" name="Google Shape;23307;p96"/>
          <p:cNvSpPr txBox="1"/>
          <p:nvPr/>
        </p:nvSpPr>
        <p:spPr>
          <a:xfrm>
            <a:off x="849675" y="511013"/>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Help &amp; Support Icons</a:t>
            </a:r>
            <a:endParaRPr sz="2400">
              <a:solidFill>
                <a:schemeClr val="lt1"/>
              </a:solidFill>
            </a:endParaRPr>
          </a:p>
        </p:txBody>
      </p:sp>
      <p:sp>
        <p:nvSpPr>
          <p:cNvPr id="23308" name="Google Shape;23308;p96"/>
          <p:cNvSpPr txBox="1"/>
          <p:nvPr/>
        </p:nvSpPr>
        <p:spPr>
          <a:xfrm>
            <a:off x="4858400" y="511013"/>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3312" name="Shape 23312"/>
        <p:cNvGrpSpPr/>
        <p:nvPr/>
      </p:nvGrpSpPr>
      <p:grpSpPr>
        <a:xfrm>
          <a:off x="0" y="0"/>
          <a:ext cx="0" cy="0"/>
          <a:chOff x="0" y="0"/>
          <a:chExt cx="0" cy="0"/>
        </a:xfrm>
      </p:grpSpPr>
      <p:grpSp>
        <p:nvGrpSpPr>
          <p:cNvPr id="23313" name="Google Shape;23313;p97"/>
          <p:cNvGrpSpPr/>
          <p:nvPr/>
        </p:nvGrpSpPr>
        <p:grpSpPr>
          <a:xfrm>
            <a:off x="3507933" y="3164345"/>
            <a:ext cx="381482" cy="366926"/>
            <a:chOff x="3511608" y="3348218"/>
            <a:chExt cx="381482" cy="366926"/>
          </a:xfrm>
        </p:grpSpPr>
        <p:sp>
          <p:nvSpPr>
            <p:cNvPr id="23314" name="Google Shape;23314;p97"/>
            <p:cNvSpPr/>
            <p:nvPr/>
          </p:nvSpPr>
          <p:spPr>
            <a:xfrm>
              <a:off x="3628211" y="3373096"/>
              <a:ext cx="133197" cy="153581"/>
            </a:xfrm>
            <a:custGeom>
              <a:rect b="b" l="l" r="r" t="t"/>
              <a:pathLst>
                <a:path extrusionOk="0" h="5877" w="5097">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5" name="Google Shape;23315;p97"/>
            <p:cNvSpPr/>
            <p:nvPr/>
          </p:nvSpPr>
          <p:spPr>
            <a:xfrm>
              <a:off x="3511608" y="3415561"/>
              <a:ext cx="381482" cy="73406"/>
            </a:xfrm>
            <a:custGeom>
              <a:rect b="b" l="l" r="r" t="t"/>
              <a:pathLst>
                <a:path extrusionOk="0" h="2809" w="14598">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6" name="Google Shape;23316;p97"/>
            <p:cNvSpPr/>
            <p:nvPr/>
          </p:nvSpPr>
          <p:spPr>
            <a:xfrm>
              <a:off x="3525171" y="3415822"/>
              <a:ext cx="35958" cy="73145"/>
            </a:xfrm>
            <a:custGeom>
              <a:rect b="b" l="l" r="r" t="t"/>
              <a:pathLst>
                <a:path extrusionOk="0" h="2799" w="1376">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7" name="Google Shape;23317;p97"/>
            <p:cNvSpPr/>
            <p:nvPr/>
          </p:nvSpPr>
          <p:spPr>
            <a:xfrm>
              <a:off x="3530188" y="3415822"/>
              <a:ext cx="30941" cy="37709"/>
            </a:xfrm>
            <a:custGeom>
              <a:rect b="b" l="l" r="r" t="t"/>
              <a:pathLst>
                <a:path extrusionOk="0" h="1443" w="1184">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8" name="Google Shape;23318;p97"/>
            <p:cNvSpPr/>
            <p:nvPr/>
          </p:nvSpPr>
          <p:spPr>
            <a:xfrm>
              <a:off x="3823447" y="3415561"/>
              <a:ext cx="69643" cy="73406"/>
            </a:xfrm>
            <a:custGeom>
              <a:rect b="b" l="l" r="r" t="t"/>
              <a:pathLst>
                <a:path extrusionOk="0" h="2809" w="2665">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9" name="Google Shape;23319;p97"/>
            <p:cNvSpPr/>
            <p:nvPr/>
          </p:nvSpPr>
          <p:spPr>
            <a:xfrm>
              <a:off x="3561103" y="3415822"/>
              <a:ext cx="32953" cy="73145"/>
            </a:xfrm>
            <a:custGeom>
              <a:rect b="b" l="l" r="r" t="t"/>
              <a:pathLst>
                <a:path extrusionOk="0" h="2799" w="1261">
                  <a:moveTo>
                    <a:pt x="1" y="1"/>
                  </a:moveTo>
                  <a:lnTo>
                    <a:pt x="1" y="2799"/>
                  </a:lnTo>
                  <a:lnTo>
                    <a:pt x="1260" y="2799"/>
                  </a:lnTo>
                  <a:lnTo>
                    <a:pt x="1260" y="1"/>
                  </a:ln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0" name="Google Shape;23320;p97"/>
            <p:cNvSpPr/>
            <p:nvPr/>
          </p:nvSpPr>
          <p:spPr>
            <a:xfrm>
              <a:off x="3594030" y="3453270"/>
              <a:ext cx="229705" cy="35697"/>
            </a:xfrm>
            <a:custGeom>
              <a:rect b="b" l="l" r="r" t="t"/>
              <a:pathLst>
                <a:path extrusionOk="0" h="1366" w="8790">
                  <a:moveTo>
                    <a:pt x="0" y="0"/>
                  </a:moveTo>
                  <a:lnTo>
                    <a:pt x="0" y="1366"/>
                  </a:lnTo>
                  <a:lnTo>
                    <a:pt x="8789" y="1366"/>
                  </a:lnTo>
                  <a:lnTo>
                    <a:pt x="8789" y="1347"/>
                  </a:lnTo>
                  <a:lnTo>
                    <a:pt x="8789" y="0"/>
                  </a:ln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1" name="Google Shape;23321;p97"/>
            <p:cNvSpPr/>
            <p:nvPr/>
          </p:nvSpPr>
          <p:spPr>
            <a:xfrm>
              <a:off x="3628211" y="3348218"/>
              <a:ext cx="133197" cy="86472"/>
            </a:xfrm>
            <a:custGeom>
              <a:rect b="b" l="l" r="r" t="t"/>
              <a:pathLst>
                <a:path extrusionOk="0" h="3309" w="5097">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2" name="Google Shape;23322;p97"/>
            <p:cNvSpPr/>
            <p:nvPr/>
          </p:nvSpPr>
          <p:spPr>
            <a:xfrm>
              <a:off x="3683246" y="3368836"/>
              <a:ext cx="111586" cy="157840"/>
            </a:xfrm>
            <a:custGeom>
              <a:rect b="b" l="l" r="r" t="t"/>
              <a:pathLst>
                <a:path extrusionOk="0" h="6040" w="427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3" name="Google Shape;23323;p97"/>
            <p:cNvSpPr/>
            <p:nvPr/>
          </p:nvSpPr>
          <p:spPr>
            <a:xfrm>
              <a:off x="3651574" y="3523122"/>
              <a:ext cx="114356" cy="192022"/>
            </a:xfrm>
            <a:custGeom>
              <a:rect b="b" l="l" r="r" t="t"/>
              <a:pathLst>
                <a:path extrusionOk="0" h="7348" w="4376">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4" name="Google Shape;23324;p97"/>
            <p:cNvSpPr/>
            <p:nvPr/>
          </p:nvSpPr>
          <p:spPr>
            <a:xfrm>
              <a:off x="3674701" y="3587461"/>
              <a:ext cx="91229" cy="127422"/>
            </a:xfrm>
            <a:custGeom>
              <a:rect b="b" l="l" r="r" t="t"/>
              <a:pathLst>
                <a:path extrusionOk="0" h="4876" w="3491">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5" name="Google Shape;23325;p97"/>
            <p:cNvSpPr/>
            <p:nvPr/>
          </p:nvSpPr>
          <p:spPr>
            <a:xfrm>
              <a:off x="3626695" y="3503784"/>
              <a:ext cx="169391" cy="59321"/>
            </a:xfrm>
            <a:custGeom>
              <a:rect b="b" l="l" r="r" t="t"/>
              <a:pathLst>
                <a:path extrusionOk="0" h="2270" w="6482">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6" name="Google Shape;23326;p97"/>
            <p:cNvSpPr/>
            <p:nvPr/>
          </p:nvSpPr>
          <p:spPr>
            <a:xfrm>
              <a:off x="3862907" y="3436180"/>
              <a:ext cx="30183" cy="32195"/>
            </a:xfrm>
            <a:custGeom>
              <a:rect b="b" l="l" r="r" t="t"/>
              <a:pathLst>
                <a:path extrusionOk="0" h="1232" w="1155">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7" name="Google Shape;23327;p97"/>
            <p:cNvSpPr/>
            <p:nvPr/>
          </p:nvSpPr>
          <p:spPr>
            <a:xfrm>
              <a:off x="3561103" y="3453270"/>
              <a:ext cx="32953" cy="35697"/>
            </a:xfrm>
            <a:custGeom>
              <a:rect b="b" l="l" r="r" t="t"/>
              <a:pathLst>
                <a:path extrusionOk="0" h="1366" w="1261">
                  <a:moveTo>
                    <a:pt x="1" y="0"/>
                  </a:moveTo>
                  <a:lnTo>
                    <a:pt x="1" y="1366"/>
                  </a:lnTo>
                  <a:lnTo>
                    <a:pt x="1260" y="1366"/>
                  </a:lnTo>
                  <a:lnTo>
                    <a:pt x="1260"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328" name="Google Shape;23328;p97"/>
          <p:cNvGrpSpPr/>
          <p:nvPr/>
        </p:nvGrpSpPr>
        <p:grpSpPr>
          <a:xfrm>
            <a:off x="1846141" y="3623467"/>
            <a:ext cx="163616" cy="366665"/>
            <a:chOff x="1849816" y="3807339"/>
            <a:chExt cx="163616" cy="366665"/>
          </a:xfrm>
        </p:grpSpPr>
        <p:sp>
          <p:nvSpPr>
            <p:cNvPr id="23329" name="Google Shape;23329;p97"/>
            <p:cNvSpPr/>
            <p:nvPr/>
          </p:nvSpPr>
          <p:spPr>
            <a:xfrm>
              <a:off x="1849816" y="4128743"/>
              <a:ext cx="163616" cy="45261"/>
            </a:xfrm>
            <a:custGeom>
              <a:rect b="b" l="l" r="r" t="t"/>
              <a:pathLst>
                <a:path extrusionOk="0" h="1732" w="6261">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0" name="Google Shape;23330;p97"/>
            <p:cNvSpPr/>
            <p:nvPr/>
          </p:nvSpPr>
          <p:spPr>
            <a:xfrm>
              <a:off x="1879712" y="4132010"/>
              <a:ext cx="133720" cy="41995"/>
            </a:xfrm>
            <a:custGeom>
              <a:rect b="b" l="l" r="r" t="t"/>
              <a:pathLst>
                <a:path extrusionOk="0" h="1607" w="5117">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1" name="Google Shape;23331;p97"/>
            <p:cNvSpPr/>
            <p:nvPr/>
          </p:nvSpPr>
          <p:spPr>
            <a:xfrm>
              <a:off x="1863901" y="4145076"/>
              <a:ext cx="11315" cy="28667"/>
            </a:xfrm>
            <a:custGeom>
              <a:rect b="b" l="l" r="r" t="t"/>
              <a:pathLst>
                <a:path extrusionOk="0" h="1097" w="433">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2" name="Google Shape;23332;p97"/>
            <p:cNvSpPr/>
            <p:nvPr/>
          </p:nvSpPr>
          <p:spPr>
            <a:xfrm>
              <a:off x="1889015" y="4145076"/>
              <a:ext cx="11080" cy="28667"/>
            </a:xfrm>
            <a:custGeom>
              <a:rect b="b" l="l" r="r" t="t"/>
              <a:pathLst>
                <a:path extrusionOk="0" h="1097" w="424">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3" name="Google Shape;23333;p97"/>
            <p:cNvSpPr/>
            <p:nvPr/>
          </p:nvSpPr>
          <p:spPr>
            <a:xfrm>
              <a:off x="1913893" y="4145076"/>
              <a:ext cx="11342" cy="28667"/>
            </a:xfrm>
            <a:custGeom>
              <a:rect b="b" l="l" r="r" t="t"/>
              <a:pathLst>
                <a:path extrusionOk="0" h="1097" w="434">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4" name="Google Shape;23334;p97"/>
            <p:cNvSpPr/>
            <p:nvPr/>
          </p:nvSpPr>
          <p:spPr>
            <a:xfrm>
              <a:off x="1939032" y="4145076"/>
              <a:ext cx="11315" cy="28667"/>
            </a:xfrm>
            <a:custGeom>
              <a:rect b="b" l="l" r="r" t="t"/>
              <a:pathLst>
                <a:path extrusionOk="0" h="1097" w="433">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5" name="Google Shape;23335;p97"/>
            <p:cNvSpPr/>
            <p:nvPr/>
          </p:nvSpPr>
          <p:spPr>
            <a:xfrm>
              <a:off x="1964146" y="4145076"/>
              <a:ext cx="11342" cy="28667"/>
            </a:xfrm>
            <a:custGeom>
              <a:rect b="b" l="l" r="r" t="t"/>
              <a:pathLst>
                <a:path extrusionOk="0" h="1097" w="434">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6" name="Google Shape;23336;p97"/>
            <p:cNvSpPr/>
            <p:nvPr/>
          </p:nvSpPr>
          <p:spPr>
            <a:xfrm>
              <a:off x="1989285" y="4145076"/>
              <a:ext cx="11342" cy="28667"/>
            </a:xfrm>
            <a:custGeom>
              <a:rect b="b" l="l" r="r" t="t"/>
              <a:pathLst>
                <a:path extrusionOk="0" h="1097" w="434">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7" name="Google Shape;23337;p97"/>
            <p:cNvSpPr/>
            <p:nvPr/>
          </p:nvSpPr>
          <p:spPr>
            <a:xfrm>
              <a:off x="1901585" y="3850798"/>
              <a:ext cx="60079" cy="68389"/>
            </a:xfrm>
            <a:custGeom>
              <a:rect b="b" l="l" r="r" t="t"/>
              <a:pathLst>
                <a:path extrusionOk="0" h="2617" w="2299">
                  <a:moveTo>
                    <a:pt x="0" y="1"/>
                  </a:moveTo>
                  <a:lnTo>
                    <a:pt x="0" y="2616"/>
                  </a:lnTo>
                  <a:lnTo>
                    <a:pt x="2299" y="2616"/>
                  </a:lnTo>
                  <a:lnTo>
                    <a:pt x="2299"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8" name="Google Shape;23338;p97"/>
            <p:cNvSpPr/>
            <p:nvPr/>
          </p:nvSpPr>
          <p:spPr>
            <a:xfrm>
              <a:off x="1929468" y="3850798"/>
              <a:ext cx="32195" cy="68389"/>
            </a:xfrm>
            <a:custGeom>
              <a:rect b="b" l="l" r="r" t="t"/>
              <a:pathLst>
                <a:path extrusionOk="0" h="2617" w="1232">
                  <a:moveTo>
                    <a:pt x="1" y="1"/>
                  </a:moveTo>
                  <a:lnTo>
                    <a:pt x="1" y="2616"/>
                  </a:lnTo>
                  <a:lnTo>
                    <a:pt x="1232" y="2616"/>
                  </a:lnTo>
                  <a:lnTo>
                    <a:pt x="1232" y="1"/>
                  </a:ln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9" name="Google Shape;23339;p97"/>
            <p:cNvSpPr/>
            <p:nvPr/>
          </p:nvSpPr>
          <p:spPr>
            <a:xfrm>
              <a:off x="1850077" y="3886233"/>
              <a:ext cx="163354" cy="245802"/>
            </a:xfrm>
            <a:custGeom>
              <a:rect b="b" l="l" r="r" t="t"/>
              <a:pathLst>
                <a:path extrusionOk="0" h="9406" w="6251">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0" name="Google Shape;23340;p97"/>
            <p:cNvSpPr/>
            <p:nvPr/>
          </p:nvSpPr>
          <p:spPr>
            <a:xfrm>
              <a:off x="1887003" y="3807339"/>
              <a:ext cx="88981" cy="54042"/>
            </a:xfrm>
            <a:custGeom>
              <a:rect b="b" l="l" r="r" t="t"/>
              <a:pathLst>
                <a:path extrusionOk="0" h="2068" w="3405">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1" name="Google Shape;23341;p97"/>
            <p:cNvSpPr/>
            <p:nvPr/>
          </p:nvSpPr>
          <p:spPr>
            <a:xfrm>
              <a:off x="1879712" y="3886233"/>
              <a:ext cx="133720" cy="245802"/>
            </a:xfrm>
            <a:custGeom>
              <a:rect b="b" l="l" r="r" t="t"/>
              <a:pathLst>
                <a:path extrusionOk="0" h="9406" w="5117">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2" name="Google Shape;23342;p97"/>
            <p:cNvSpPr/>
            <p:nvPr/>
          </p:nvSpPr>
          <p:spPr>
            <a:xfrm>
              <a:off x="1917160" y="3807339"/>
              <a:ext cx="58824" cy="54042"/>
            </a:xfrm>
            <a:custGeom>
              <a:rect b="b" l="l" r="r" t="t"/>
              <a:pathLst>
                <a:path extrusionOk="0" h="2068" w="2251">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343" name="Google Shape;23343;p97"/>
          <p:cNvGrpSpPr/>
          <p:nvPr/>
        </p:nvGrpSpPr>
        <p:grpSpPr>
          <a:xfrm>
            <a:off x="2271082" y="3623441"/>
            <a:ext cx="202292" cy="366430"/>
            <a:chOff x="2274757" y="3807313"/>
            <a:chExt cx="202292" cy="366430"/>
          </a:xfrm>
        </p:grpSpPr>
        <p:sp>
          <p:nvSpPr>
            <p:cNvPr id="23344" name="Google Shape;23344;p97"/>
            <p:cNvSpPr/>
            <p:nvPr/>
          </p:nvSpPr>
          <p:spPr>
            <a:xfrm>
              <a:off x="2322579" y="3811181"/>
              <a:ext cx="39904" cy="57988"/>
            </a:xfrm>
            <a:custGeom>
              <a:rect b="b" l="l" r="r" t="t"/>
              <a:pathLst>
                <a:path extrusionOk="0" h="2219" w="1527">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5" name="Google Shape;23345;p97"/>
            <p:cNvSpPr/>
            <p:nvPr/>
          </p:nvSpPr>
          <p:spPr>
            <a:xfrm>
              <a:off x="2347379" y="3816120"/>
              <a:ext cx="16098" cy="52814"/>
            </a:xfrm>
            <a:custGeom>
              <a:rect b="b" l="l" r="r" t="t"/>
              <a:pathLst>
                <a:path extrusionOk="0" h="2021" w="616">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6" name="Google Shape;23346;p97"/>
            <p:cNvSpPr/>
            <p:nvPr/>
          </p:nvSpPr>
          <p:spPr>
            <a:xfrm>
              <a:off x="2274757" y="3854587"/>
              <a:ext cx="135706" cy="319156"/>
            </a:xfrm>
            <a:custGeom>
              <a:rect b="b" l="l" r="r" t="t"/>
              <a:pathLst>
                <a:path extrusionOk="0" h="12213" w="5193">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7" name="Google Shape;23347;p97"/>
            <p:cNvSpPr/>
            <p:nvPr/>
          </p:nvSpPr>
          <p:spPr>
            <a:xfrm>
              <a:off x="2297858" y="3854326"/>
              <a:ext cx="113859" cy="319418"/>
            </a:xfrm>
            <a:custGeom>
              <a:rect b="b" l="l" r="r" t="t"/>
              <a:pathLst>
                <a:path extrusionOk="0" h="12223" w="4357">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8" name="Google Shape;23348;p97"/>
            <p:cNvSpPr/>
            <p:nvPr/>
          </p:nvSpPr>
          <p:spPr>
            <a:xfrm>
              <a:off x="2348372" y="3828193"/>
              <a:ext cx="12335" cy="12335"/>
            </a:xfrm>
            <a:custGeom>
              <a:rect b="b" l="l" r="r" t="t"/>
              <a:pathLst>
                <a:path extrusionOk="0" h="472" w="472">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9" name="Google Shape;23349;p97"/>
            <p:cNvSpPr/>
            <p:nvPr/>
          </p:nvSpPr>
          <p:spPr>
            <a:xfrm>
              <a:off x="2377771" y="3838463"/>
              <a:ext cx="95985" cy="40270"/>
            </a:xfrm>
            <a:custGeom>
              <a:rect b="b" l="l" r="r" t="t"/>
              <a:pathLst>
                <a:path extrusionOk="0" h="1541" w="3673">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0" name="Google Shape;23350;p97"/>
            <p:cNvSpPr/>
            <p:nvPr/>
          </p:nvSpPr>
          <p:spPr>
            <a:xfrm>
              <a:off x="2377274" y="3807313"/>
              <a:ext cx="99774" cy="27700"/>
            </a:xfrm>
            <a:custGeom>
              <a:rect b="b" l="l" r="r" t="t"/>
              <a:pathLst>
                <a:path extrusionOk="0" h="1060" w="3818">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1" name="Google Shape;23351;p97"/>
            <p:cNvSpPr/>
            <p:nvPr/>
          </p:nvSpPr>
          <p:spPr>
            <a:xfrm>
              <a:off x="2274992" y="3936486"/>
              <a:ext cx="135236" cy="237257"/>
            </a:xfrm>
            <a:custGeom>
              <a:rect b="b" l="l" r="r" t="t"/>
              <a:pathLst>
                <a:path extrusionOk="0" h="9079" w="5175">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2" name="Google Shape;23352;p97"/>
            <p:cNvSpPr/>
            <p:nvPr/>
          </p:nvSpPr>
          <p:spPr>
            <a:xfrm>
              <a:off x="2299373" y="3936486"/>
              <a:ext cx="110854" cy="211882"/>
            </a:xfrm>
            <a:custGeom>
              <a:rect b="b" l="l" r="r" t="t"/>
              <a:pathLst>
                <a:path extrusionOk="0" h="8108" w="4242">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3" name="Google Shape;23353;p97"/>
            <p:cNvSpPr/>
            <p:nvPr/>
          </p:nvSpPr>
          <p:spPr>
            <a:xfrm>
              <a:off x="2351142" y="3991417"/>
              <a:ext cx="59086" cy="122274"/>
            </a:xfrm>
            <a:custGeom>
              <a:rect b="b" l="l" r="r" t="t"/>
              <a:pathLst>
                <a:path extrusionOk="0" h="4679" w="2261">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354" name="Google Shape;23354;p97"/>
          <p:cNvGrpSpPr/>
          <p:nvPr/>
        </p:nvGrpSpPr>
        <p:grpSpPr>
          <a:xfrm>
            <a:off x="3969041" y="3164345"/>
            <a:ext cx="366404" cy="366665"/>
            <a:chOff x="3972716" y="3348218"/>
            <a:chExt cx="366404" cy="366665"/>
          </a:xfrm>
        </p:grpSpPr>
        <p:sp>
          <p:nvSpPr>
            <p:cNvPr id="23355" name="Google Shape;23355;p97"/>
            <p:cNvSpPr/>
            <p:nvPr/>
          </p:nvSpPr>
          <p:spPr>
            <a:xfrm>
              <a:off x="4069223" y="3397974"/>
              <a:ext cx="172919" cy="223929"/>
            </a:xfrm>
            <a:custGeom>
              <a:rect b="b" l="l" r="r" t="t"/>
              <a:pathLst>
                <a:path extrusionOk="0" h="8569" w="6617">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6" name="Google Shape;23356;p97"/>
            <p:cNvSpPr/>
            <p:nvPr/>
          </p:nvSpPr>
          <p:spPr>
            <a:xfrm>
              <a:off x="4069223" y="3397974"/>
              <a:ext cx="99539" cy="223929"/>
            </a:xfrm>
            <a:custGeom>
              <a:rect b="b" l="l" r="r" t="t"/>
              <a:pathLst>
                <a:path extrusionOk="0" h="8569" w="3809">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7" name="Google Shape;23357;p97"/>
            <p:cNvSpPr/>
            <p:nvPr/>
          </p:nvSpPr>
          <p:spPr>
            <a:xfrm>
              <a:off x="3987036" y="3361806"/>
              <a:ext cx="337763" cy="174173"/>
            </a:xfrm>
            <a:custGeom>
              <a:rect b="b" l="l" r="r" t="t"/>
              <a:pathLst>
                <a:path extrusionOk="0" h="6665" w="12925">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8" name="Google Shape;23358;p97"/>
            <p:cNvSpPr/>
            <p:nvPr/>
          </p:nvSpPr>
          <p:spPr>
            <a:xfrm>
              <a:off x="4136828" y="3348218"/>
              <a:ext cx="38206" cy="38232"/>
            </a:xfrm>
            <a:custGeom>
              <a:rect b="b" l="l" r="r" t="t"/>
              <a:pathLst>
                <a:path extrusionOk="0" h="1463" w="1462">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9" name="Google Shape;23359;p97"/>
            <p:cNvSpPr/>
            <p:nvPr/>
          </p:nvSpPr>
          <p:spPr>
            <a:xfrm>
              <a:off x="4300417" y="3531668"/>
              <a:ext cx="38702" cy="38467"/>
            </a:xfrm>
            <a:custGeom>
              <a:rect b="b" l="l" r="r" t="t"/>
              <a:pathLst>
                <a:path extrusionOk="0" h="1472" w="1481">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0" name="Google Shape;23360;p97"/>
            <p:cNvSpPr/>
            <p:nvPr/>
          </p:nvSpPr>
          <p:spPr>
            <a:xfrm>
              <a:off x="3972716" y="3531668"/>
              <a:ext cx="38493" cy="38467"/>
            </a:xfrm>
            <a:custGeom>
              <a:rect b="b" l="l" r="r" t="t"/>
              <a:pathLst>
                <a:path extrusionOk="0" h="1472" w="1473">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1" name="Google Shape;23361;p97"/>
            <p:cNvSpPr/>
            <p:nvPr/>
          </p:nvSpPr>
          <p:spPr>
            <a:xfrm>
              <a:off x="4096610" y="3639229"/>
              <a:ext cx="118380" cy="75654"/>
            </a:xfrm>
            <a:custGeom>
              <a:rect b="b" l="l" r="r" t="t"/>
              <a:pathLst>
                <a:path extrusionOk="0" h="2895" w="453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2" name="Google Shape;23362;p97"/>
            <p:cNvSpPr/>
            <p:nvPr/>
          </p:nvSpPr>
          <p:spPr>
            <a:xfrm>
              <a:off x="4075756" y="3612574"/>
              <a:ext cx="160088" cy="46281"/>
            </a:xfrm>
            <a:custGeom>
              <a:rect b="b" l="l" r="r" t="t"/>
              <a:pathLst>
                <a:path extrusionOk="0" h="1771" w="6126">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3" name="Google Shape;23363;p97"/>
            <p:cNvSpPr/>
            <p:nvPr/>
          </p:nvSpPr>
          <p:spPr>
            <a:xfrm>
              <a:off x="4127028" y="3639229"/>
              <a:ext cx="87962" cy="75654"/>
            </a:xfrm>
            <a:custGeom>
              <a:rect b="b" l="l" r="r" t="t"/>
              <a:pathLst>
                <a:path extrusionOk="0" h="2895" w="3366">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4" name="Google Shape;23364;p97"/>
            <p:cNvSpPr/>
            <p:nvPr/>
          </p:nvSpPr>
          <p:spPr>
            <a:xfrm>
              <a:off x="4106148" y="3612574"/>
              <a:ext cx="129696" cy="46281"/>
            </a:xfrm>
            <a:custGeom>
              <a:rect b="b" l="l" r="r" t="t"/>
              <a:pathLst>
                <a:path extrusionOk="0" h="1771" w="4963">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5" name="Google Shape;23365;p97"/>
            <p:cNvSpPr/>
            <p:nvPr/>
          </p:nvSpPr>
          <p:spPr>
            <a:xfrm>
              <a:off x="3996104" y="3348218"/>
              <a:ext cx="38206" cy="38232"/>
            </a:xfrm>
            <a:custGeom>
              <a:rect b="b" l="l" r="r" t="t"/>
              <a:pathLst>
                <a:path extrusionOk="0" h="1463" w="1462">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6" name="Google Shape;23366;p97"/>
            <p:cNvSpPr/>
            <p:nvPr/>
          </p:nvSpPr>
          <p:spPr>
            <a:xfrm>
              <a:off x="4277551" y="3348218"/>
              <a:ext cx="37971" cy="38232"/>
            </a:xfrm>
            <a:custGeom>
              <a:rect b="b" l="l" r="r" t="t"/>
              <a:pathLst>
                <a:path extrusionOk="0" h="1463" w="1453">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367" name="Google Shape;23367;p97"/>
          <p:cNvGrpSpPr/>
          <p:nvPr/>
        </p:nvGrpSpPr>
        <p:grpSpPr>
          <a:xfrm>
            <a:off x="862853" y="3164476"/>
            <a:ext cx="317405" cy="366534"/>
            <a:chOff x="866528" y="3348348"/>
            <a:chExt cx="317405" cy="366534"/>
          </a:xfrm>
        </p:grpSpPr>
        <p:sp>
          <p:nvSpPr>
            <p:cNvPr id="23368" name="Google Shape;23368;p97"/>
            <p:cNvSpPr/>
            <p:nvPr/>
          </p:nvSpPr>
          <p:spPr>
            <a:xfrm>
              <a:off x="869795" y="3526650"/>
              <a:ext cx="314139" cy="188232"/>
            </a:xfrm>
            <a:custGeom>
              <a:rect b="b" l="l" r="r" t="t"/>
              <a:pathLst>
                <a:path extrusionOk="0" h="7203" w="12021">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9" name="Google Shape;23369;p97"/>
            <p:cNvSpPr/>
            <p:nvPr/>
          </p:nvSpPr>
          <p:spPr>
            <a:xfrm>
              <a:off x="891145" y="3526650"/>
              <a:ext cx="271177" cy="152300"/>
            </a:xfrm>
            <a:custGeom>
              <a:rect b="b" l="l" r="r" t="t"/>
              <a:pathLst>
                <a:path extrusionOk="0" h="5828" w="10377">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0" name="Google Shape;23370;p97"/>
            <p:cNvSpPr/>
            <p:nvPr/>
          </p:nvSpPr>
          <p:spPr>
            <a:xfrm>
              <a:off x="869795" y="3466911"/>
              <a:ext cx="314139" cy="188180"/>
            </a:xfrm>
            <a:custGeom>
              <a:rect b="b" l="l" r="r" t="t"/>
              <a:pathLst>
                <a:path extrusionOk="0" h="7201" w="12021">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1" name="Google Shape;23371;p97"/>
            <p:cNvSpPr/>
            <p:nvPr/>
          </p:nvSpPr>
          <p:spPr>
            <a:xfrm>
              <a:off x="891145" y="3466833"/>
              <a:ext cx="271177" cy="152300"/>
            </a:xfrm>
            <a:custGeom>
              <a:rect b="b" l="l" r="r" t="t"/>
              <a:pathLst>
                <a:path extrusionOk="0" h="5828" w="10377">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2" name="Google Shape;23372;p97"/>
            <p:cNvSpPr/>
            <p:nvPr/>
          </p:nvSpPr>
          <p:spPr>
            <a:xfrm>
              <a:off x="869795" y="3407094"/>
              <a:ext cx="313877" cy="188180"/>
            </a:xfrm>
            <a:custGeom>
              <a:rect b="b" l="l" r="r" t="t"/>
              <a:pathLst>
                <a:path extrusionOk="0" h="7201" w="12011">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3" name="Google Shape;23373;p97"/>
            <p:cNvSpPr/>
            <p:nvPr/>
          </p:nvSpPr>
          <p:spPr>
            <a:xfrm>
              <a:off x="888872" y="3407094"/>
              <a:ext cx="262893" cy="156690"/>
            </a:xfrm>
            <a:custGeom>
              <a:rect b="b" l="l" r="r" t="t"/>
              <a:pathLst>
                <a:path extrusionOk="0" h="5996" w="1006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4" name="Google Shape;23374;p97"/>
            <p:cNvSpPr/>
            <p:nvPr/>
          </p:nvSpPr>
          <p:spPr>
            <a:xfrm>
              <a:off x="866528" y="3348348"/>
              <a:ext cx="282963" cy="189304"/>
            </a:xfrm>
            <a:custGeom>
              <a:rect b="b" l="l" r="r" t="t"/>
              <a:pathLst>
                <a:path extrusionOk="0" h="7244" w="10828">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5" name="Google Shape;23375;p97"/>
            <p:cNvSpPr/>
            <p:nvPr/>
          </p:nvSpPr>
          <p:spPr>
            <a:xfrm>
              <a:off x="1102975" y="3417835"/>
              <a:ext cx="46516" cy="50775"/>
            </a:xfrm>
            <a:custGeom>
              <a:rect b="b" l="l" r="r" t="t"/>
              <a:pathLst>
                <a:path extrusionOk="0" h="1943" w="178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376" name="Google Shape;23376;p97"/>
          <p:cNvGrpSpPr/>
          <p:nvPr/>
        </p:nvGrpSpPr>
        <p:grpSpPr>
          <a:xfrm>
            <a:off x="1313143" y="3164423"/>
            <a:ext cx="310872" cy="366848"/>
            <a:chOff x="1316818" y="3348296"/>
            <a:chExt cx="310872" cy="366848"/>
          </a:xfrm>
        </p:grpSpPr>
        <p:sp>
          <p:nvSpPr>
            <p:cNvPr id="23377" name="Google Shape;23377;p97"/>
            <p:cNvSpPr/>
            <p:nvPr/>
          </p:nvSpPr>
          <p:spPr>
            <a:xfrm>
              <a:off x="1324631" y="3348296"/>
              <a:ext cx="58824" cy="187919"/>
            </a:xfrm>
            <a:custGeom>
              <a:rect b="b" l="l" r="r" t="t"/>
              <a:pathLst>
                <a:path extrusionOk="0" h="7191" w="2251">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8" name="Google Shape;23378;p97"/>
            <p:cNvSpPr/>
            <p:nvPr/>
          </p:nvSpPr>
          <p:spPr>
            <a:xfrm>
              <a:off x="1341199" y="3348348"/>
              <a:ext cx="25923" cy="25479"/>
            </a:xfrm>
            <a:custGeom>
              <a:rect b="b" l="l" r="r" t="t"/>
              <a:pathLst>
                <a:path extrusionOk="0" h="975" w="992">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9" name="Google Shape;23379;p97"/>
            <p:cNvSpPr/>
            <p:nvPr/>
          </p:nvSpPr>
          <p:spPr>
            <a:xfrm>
              <a:off x="1324631" y="3400744"/>
              <a:ext cx="58824" cy="135471"/>
            </a:xfrm>
            <a:custGeom>
              <a:rect b="b" l="l" r="r" t="t"/>
              <a:pathLst>
                <a:path extrusionOk="0" h="5184" w="2251">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0" name="Google Shape;23380;p97"/>
            <p:cNvSpPr/>
            <p:nvPr/>
          </p:nvSpPr>
          <p:spPr>
            <a:xfrm>
              <a:off x="1354030" y="3400744"/>
              <a:ext cx="29425" cy="135471"/>
            </a:xfrm>
            <a:custGeom>
              <a:rect b="b" l="l" r="r" t="t"/>
              <a:pathLst>
                <a:path extrusionOk="0" h="5184" w="1126">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1" name="Google Shape;23381;p97"/>
            <p:cNvSpPr/>
            <p:nvPr/>
          </p:nvSpPr>
          <p:spPr>
            <a:xfrm>
              <a:off x="1382671" y="3348296"/>
              <a:ext cx="59086" cy="187919"/>
            </a:xfrm>
            <a:custGeom>
              <a:rect b="b" l="l" r="r" t="t"/>
              <a:pathLst>
                <a:path extrusionOk="0" h="7191" w="2261">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2" name="Google Shape;23382;p97"/>
            <p:cNvSpPr/>
            <p:nvPr/>
          </p:nvSpPr>
          <p:spPr>
            <a:xfrm>
              <a:off x="1399240" y="3348348"/>
              <a:ext cx="25923" cy="25479"/>
            </a:xfrm>
            <a:custGeom>
              <a:rect b="b" l="l" r="r" t="t"/>
              <a:pathLst>
                <a:path extrusionOk="0" h="975" w="992">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3" name="Google Shape;23383;p97"/>
            <p:cNvSpPr/>
            <p:nvPr/>
          </p:nvSpPr>
          <p:spPr>
            <a:xfrm>
              <a:off x="1382671" y="3400744"/>
              <a:ext cx="59086" cy="135471"/>
            </a:xfrm>
            <a:custGeom>
              <a:rect b="b" l="l" r="r" t="t"/>
              <a:pathLst>
                <a:path extrusionOk="0" h="5184" w="2261">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4" name="Google Shape;23384;p97"/>
            <p:cNvSpPr/>
            <p:nvPr/>
          </p:nvSpPr>
          <p:spPr>
            <a:xfrm>
              <a:off x="1412332" y="3400744"/>
              <a:ext cx="29425" cy="135471"/>
            </a:xfrm>
            <a:custGeom>
              <a:rect b="b" l="l" r="r" t="t"/>
              <a:pathLst>
                <a:path extrusionOk="0" h="5184" w="1126">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5" name="Google Shape;23385;p97"/>
            <p:cNvSpPr/>
            <p:nvPr/>
          </p:nvSpPr>
          <p:spPr>
            <a:xfrm>
              <a:off x="1441208" y="3348296"/>
              <a:ext cx="59086" cy="187919"/>
            </a:xfrm>
            <a:custGeom>
              <a:rect b="b" l="l" r="r" t="t"/>
              <a:pathLst>
                <a:path extrusionOk="0" h="7191" w="2261">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6" name="Google Shape;23386;p97"/>
            <p:cNvSpPr/>
            <p:nvPr/>
          </p:nvSpPr>
          <p:spPr>
            <a:xfrm>
              <a:off x="1457802" y="3348348"/>
              <a:ext cx="25662" cy="25479"/>
            </a:xfrm>
            <a:custGeom>
              <a:rect b="b" l="l" r="r" t="t"/>
              <a:pathLst>
                <a:path extrusionOk="0" h="975" w="982">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7" name="Google Shape;23387;p97"/>
            <p:cNvSpPr/>
            <p:nvPr/>
          </p:nvSpPr>
          <p:spPr>
            <a:xfrm>
              <a:off x="1441470" y="3400744"/>
              <a:ext cx="58589" cy="135471"/>
            </a:xfrm>
            <a:custGeom>
              <a:rect b="b" l="l" r="r" t="t"/>
              <a:pathLst>
                <a:path extrusionOk="0" h="5184" w="2242">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8" name="Google Shape;23388;p97"/>
            <p:cNvSpPr/>
            <p:nvPr/>
          </p:nvSpPr>
          <p:spPr>
            <a:xfrm>
              <a:off x="1470607" y="3400744"/>
              <a:ext cx="29451" cy="135471"/>
            </a:xfrm>
            <a:custGeom>
              <a:rect b="b" l="l" r="r" t="t"/>
              <a:pathLst>
                <a:path extrusionOk="0" h="5184" w="1127">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9" name="Google Shape;23389;p97"/>
            <p:cNvSpPr/>
            <p:nvPr/>
          </p:nvSpPr>
          <p:spPr>
            <a:xfrm>
              <a:off x="1499771" y="3348296"/>
              <a:ext cx="58824" cy="187919"/>
            </a:xfrm>
            <a:custGeom>
              <a:rect b="b" l="l" r="r" t="t"/>
              <a:pathLst>
                <a:path extrusionOk="0" h="7191" w="2251">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0" name="Google Shape;23390;p97"/>
            <p:cNvSpPr/>
            <p:nvPr/>
          </p:nvSpPr>
          <p:spPr>
            <a:xfrm>
              <a:off x="1516104" y="3348348"/>
              <a:ext cx="25897" cy="25479"/>
            </a:xfrm>
            <a:custGeom>
              <a:rect b="b" l="l" r="r" t="t"/>
              <a:pathLst>
                <a:path extrusionOk="0" h="975" w="991">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1" name="Google Shape;23391;p97"/>
            <p:cNvSpPr/>
            <p:nvPr/>
          </p:nvSpPr>
          <p:spPr>
            <a:xfrm>
              <a:off x="1499771" y="3400744"/>
              <a:ext cx="58824" cy="135471"/>
            </a:xfrm>
            <a:custGeom>
              <a:rect b="b" l="l" r="r" t="t"/>
              <a:pathLst>
                <a:path extrusionOk="0" h="5184" w="2251">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2" name="Google Shape;23392;p97"/>
            <p:cNvSpPr/>
            <p:nvPr/>
          </p:nvSpPr>
          <p:spPr>
            <a:xfrm>
              <a:off x="1529432" y="3400744"/>
              <a:ext cx="29164" cy="135471"/>
            </a:xfrm>
            <a:custGeom>
              <a:rect b="b" l="l" r="r" t="t"/>
              <a:pathLst>
                <a:path extrusionOk="0" h="5184" w="1116">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3" name="Google Shape;23393;p97"/>
            <p:cNvSpPr/>
            <p:nvPr/>
          </p:nvSpPr>
          <p:spPr>
            <a:xfrm>
              <a:off x="1558569" y="3348296"/>
              <a:ext cx="58824" cy="187919"/>
            </a:xfrm>
            <a:custGeom>
              <a:rect b="b" l="l" r="r" t="t"/>
              <a:pathLst>
                <a:path extrusionOk="0" h="7191" w="2251">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4" name="Google Shape;23394;p97"/>
            <p:cNvSpPr/>
            <p:nvPr/>
          </p:nvSpPr>
          <p:spPr>
            <a:xfrm>
              <a:off x="1575163" y="3348348"/>
              <a:ext cx="25662" cy="25479"/>
            </a:xfrm>
            <a:custGeom>
              <a:rect b="b" l="l" r="r" t="t"/>
              <a:pathLst>
                <a:path extrusionOk="0" h="975" w="982">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5" name="Google Shape;23395;p97"/>
            <p:cNvSpPr/>
            <p:nvPr/>
          </p:nvSpPr>
          <p:spPr>
            <a:xfrm>
              <a:off x="1558569" y="3400744"/>
              <a:ext cx="58824" cy="135471"/>
            </a:xfrm>
            <a:custGeom>
              <a:rect b="b" l="l" r="r" t="t"/>
              <a:pathLst>
                <a:path extrusionOk="0" h="5184" w="2251">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6" name="Google Shape;23396;p97"/>
            <p:cNvSpPr/>
            <p:nvPr/>
          </p:nvSpPr>
          <p:spPr>
            <a:xfrm>
              <a:off x="1587968" y="3400744"/>
              <a:ext cx="29425" cy="135471"/>
            </a:xfrm>
            <a:custGeom>
              <a:rect b="b" l="l" r="r" t="t"/>
              <a:pathLst>
                <a:path extrusionOk="0" h="5184" w="1126">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7" name="Google Shape;23397;p97"/>
            <p:cNvSpPr/>
            <p:nvPr/>
          </p:nvSpPr>
          <p:spPr>
            <a:xfrm>
              <a:off x="1316818" y="3475117"/>
              <a:ext cx="310872" cy="240027"/>
            </a:xfrm>
            <a:custGeom>
              <a:rect b="b" l="l" r="r" t="t"/>
              <a:pathLst>
                <a:path extrusionOk="0" h="9185" w="11896">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8" name="Google Shape;23398;p97"/>
            <p:cNvSpPr/>
            <p:nvPr/>
          </p:nvSpPr>
          <p:spPr>
            <a:xfrm>
              <a:off x="1347994" y="3474882"/>
              <a:ext cx="279696" cy="210367"/>
            </a:xfrm>
            <a:custGeom>
              <a:rect b="b" l="l" r="r" t="t"/>
              <a:pathLst>
                <a:path extrusionOk="0" h="8050" w="10703">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9" name="Google Shape;23399;p97"/>
            <p:cNvSpPr/>
            <p:nvPr/>
          </p:nvSpPr>
          <p:spPr>
            <a:xfrm>
              <a:off x="1316818" y="3581921"/>
              <a:ext cx="310872" cy="41002"/>
            </a:xfrm>
            <a:custGeom>
              <a:rect b="b" l="l" r="r" t="t"/>
              <a:pathLst>
                <a:path extrusionOk="0" h="1569" w="11896">
                  <a:moveTo>
                    <a:pt x="1" y="1"/>
                  </a:moveTo>
                  <a:lnTo>
                    <a:pt x="1" y="1568"/>
                  </a:lnTo>
                  <a:lnTo>
                    <a:pt x="11896" y="1568"/>
                  </a:lnTo>
                  <a:lnTo>
                    <a:pt x="11896" y="1"/>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0" name="Google Shape;23400;p97"/>
            <p:cNvSpPr/>
            <p:nvPr/>
          </p:nvSpPr>
          <p:spPr>
            <a:xfrm>
              <a:off x="1316818" y="3581921"/>
              <a:ext cx="31202" cy="41002"/>
            </a:xfrm>
            <a:custGeom>
              <a:rect b="b" l="l" r="r" t="t"/>
              <a:pathLst>
                <a:path extrusionOk="0" h="1569" w="1194">
                  <a:moveTo>
                    <a:pt x="1" y="1"/>
                  </a:moveTo>
                  <a:lnTo>
                    <a:pt x="1" y="1568"/>
                  </a:lnTo>
                  <a:lnTo>
                    <a:pt x="1193" y="1568"/>
                  </a:lnTo>
                  <a:lnTo>
                    <a:pt x="1193" y="1"/>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01" name="Google Shape;23401;p97"/>
          <p:cNvGrpSpPr/>
          <p:nvPr/>
        </p:nvGrpSpPr>
        <p:grpSpPr>
          <a:xfrm>
            <a:off x="3101573" y="3164371"/>
            <a:ext cx="305620" cy="366430"/>
            <a:chOff x="3105248" y="3348244"/>
            <a:chExt cx="305620" cy="366430"/>
          </a:xfrm>
        </p:grpSpPr>
        <p:sp>
          <p:nvSpPr>
            <p:cNvPr id="23402" name="Google Shape;23402;p97"/>
            <p:cNvSpPr/>
            <p:nvPr/>
          </p:nvSpPr>
          <p:spPr>
            <a:xfrm>
              <a:off x="3198750" y="3348244"/>
              <a:ext cx="99774" cy="238485"/>
            </a:xfrm>
            <a:custGeom>
              <a:rect b="b" l="l" r="r" t="t"/>
              <a:pathLst>
                <a:path extrusionOk="0" h="9126" w="3818">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3" name="Google Shape;23403;p97"/>
            <p:cNvSpPr/>
            <p:nvPr/>
          </p:nvSpPr>
          <p:spPr>
            <a:xfrm>
              <a:off x="3223366" y="3348244"/>
              <a:ext cx="69147" cy="208328"/>
            </a:xfrm>
            <a:custGeom>
              <a:rect b="b" l="l" r="r" t="t"/>
              <a:pathLst>
                <a:path extrusionOk="0" h="7972" w="2646">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4" name="Google Shape;23404;p97"/>
            <p:cNvSpPr/>
            <p:nvPr/>
          </p:nvSpPr>
          <p:spPr>
            <a:xfrm>
              <a:off x="3224124" y="3348244"/>
              <a:ext cx="99277" cy="238485"/>
            </a:xfrm>
            <a:custGeom>
              <a:rect b="b" l="l" r="r" t="t"/>
              <a:pathLst>
                <a:path extrusionOk="0" h="9126" w="3799">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5" name="Google Shape;23405;p97"/>
            <p:cNvSpPr/>
            <p:nvPr/>
          </p:nvSpPr>
          <p:spPr>
            <a:xfrm>
              <a:off x="3242469" y="3355770"/>
              <a:ext cx="80697" cy="230959"/>
            </a:xfrm>
            <a:custGeom>
              <a:rect b="b" l="l" r="r" t="t"/>
              <a:pathLst>
                <a:path extrusionOk="0" h="8838" w="3088">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6" name="Google Shape;23406;p97"/>
            <p:cNvSpPr/>
            <p:nvPr/>
          </p:nvSpPr>
          <p:spPr>
            <a:xfrm>
              <a:off x="3235675" y="3503000"/>
              <a:ext cx="175192" cy="211255"/>
            </a:xfrm>
            <a:custGeom>
              <a:rect b="b" l="l" r="r" t="t"/>
              <a:pathLst>
                <a:path extrusionOk="0" h="8084" w="6704">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7" name="Google Shape;23407;p97"/>
            <p:cNvSpPr/>
            <p:nvPr/>
          </p:nvSpPr>
          <p:spPr>
            <a:xfrm>
              <a:off x="3105248" y="3502739"/>
              <a:ext cx="181725" cy="211935"/>
            </a:xfrm>
            <a:custGeom>
              <a:rect b="b" l="l" r="r" t="t"/>
              <a:pathLst>
                <a:path extrusionOk="0" h="8110" w="6954">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8" name="Google Shape;23408;p97"/>
            <p:cNvSpPr/>
            <p:nvPr/>
          </p:nvSpPr>
          <p:spPr>
            <a:xfrm>
              <a:off x="3253288" y="3522365"/>
              <a:ext cx="15836" cy="16124"/>
            </a:xfrm>
            <a:custGeom>
              <a:rect b="b" l="l" r="r" t="t"/>
              <a:pathLst>
                <a:path extrusionOk="0" h="617" w="606">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09" name="Google Shape;23409;p97"/>
          <p:cNvGrpSpPr/>
          <p:nvPr/>
        </p:nvGrpSpPr>
        <p:grpSpPr>
          <a:xfrm>
            <a:off x="2658313" y="3164345"/>
            <a:ext cx="304078" cy="366665"/>
            <a:chOff x="2661988" y="3348218"/>
            <a:chExt cx="304078" cy="366665"/>
          </a:xfrm>
        </p:grpSpPr>
        <p:sp>
          <p:nvSpPr>
            <p:cNvPr id="23410" name="Google Shape;23410;p97"/>
            <p:cNvSpPr/>
            <p:nvPr/>
          </p:nvSpPr>
          <p:spPr>
            <a:xfrm>
              <a:off x="2801954" y="3540971"/>
              <a:ext cx="24146" cy="173912"/>
            </a:xfrm>
            <a:custGeom>
              <a:rect b="b" l="l" r="r" t="t"/>
              <a:pathLst>
                <a:path extrusionOk="0" h="6655" w="924">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1" name="Google Shape;23411;p97"/>
            <p:cNvSpPr/>
            <p:nvPr/>
          </p:nvSpPr>
          <p:spPr>
            <a:xfrm>
              <a:off x="2801954" y="3540971"/>
              <a:ext cx="24146" cy="39721"/>
            </a:xfrm>
            <a:custGeom>
              <a:rect b="b" l="l" r="r" t="t"/>
              <a:pathLst>
                <a:path extrusionOk="0" h="1520" w="924">
                  <a:moveTo>
                    <a:pt x="1" y="0"/>
                  </a:moveTo>
                  <a:lnTo>
                    <a:pt x="1" y="1520"/>
                  </a:lnTo>
                  <a:lnTo>
                    <a:pt x="924" y="1520"/>
                  </a:lnTo>
                  <a:lnTo>
                    <a:pt x="924" y="0"/>
                  </a:ln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2" name="Google Shape;23412;p97"/>
            <p:cNvSpPr/>
            <p:nvPr/>
          </p:nvSpPr>
          <p:spPr>
            <a:xfrm>
              <a:off x="2809245" y="3348218"/>
              <a:ext cx="11080" cy="39669"/>
            </a:xfrm>
            <a:custGeom>
              <a:rect b="b" l="l" r="r" t="t"/>
              <a:pathLst>
                <a:path extrusionOk="0" h="1518" w="424">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3" name="Google Shape;23413;p97"/>
            <p:cNvSpPr/>
            <p:nvPr/>
          </p:nvSpPr>
          <p:spPr>
            <a:xfrm>
              <a:off x="2852207" y="3359585"/>
              <a:ext cx="24173" cy="37579"/>
            </a:xfrm>
            <a:custGeom>
              <a:rect b="b" l="l" r="r" t="t"/>
              <a:pathLst>
                <a:path extrusionOk="0" h="1438" w="925">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4" name="Google Shape;23414;p97"/>
            <p:cNvSpPr/>
            <p:nvPr/>
          </p:nvSpPr>
          <p:spPr>
            <a:xfrm>
              <a:off x="2889158" y="3390970"/>
              <a:ext cx="35540" cy="31411"/>
            </a:xfrm>
            <a:custGeom>
              <a:rect b="b" l="l" r="r" t="t"/>
              <a:pathLst>
                <a:path extrusionOk="0" h="1202" w="136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5" name="Google Shape;23415;p97"/>
            <p:cNvSpPr/>
            <p:nvPr/>
          </p:nvSpPr>
          <p:spPr>
            <a:xfrm>
              <a:off x="2915290" y="3438479"/>
              <a:ext cx="40688" cy="22056"/>
            </a:xfrm>
            <a:custGeom>
              <a:rect b="b" l="l" r="r" t="t"/>
              <a:pathLst>
                <a:path extrusionOk="0" h="844" w="1557">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6" name="Google Shape;23416;p97"/>
            <p:cNvSpPr/>
            <p:nvPr/>
          </p:nvSpPr>
          <p:spPr>
            <a:xfrm>
              <a:off x="2922817" y="3493723"/>
              <a:ext cx="43249" cy="11080"/>
            </a:xfrm>
            <a:custGeom>
              <a:rect b="b" l="l" r="r" t="t"/>
              <a:pathLst>
                <a:path extrusionOk="0" h="424" w="1655">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7" name="Google Shape;23417;p97"/>
            <p:cNvSpPr/>
            <p:nvPr/>
          </p:nvSpPr>
          <p:spPr>
            <a:xfrm>
              <a:off x="2912912" y="3538149"/>
              <a:ext cx="42570" cy="22160"/>
            </a:xfrm>
            <a:custGeom>
              <a:rect b="b" l="l" r="r" t="t"/>
              <a:pathLst>
                <a:path extrusionOk="0" h="848" w="1629">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8" name="Google Shape;23418;p97"/>
            <p:cNvSpPr/>
            <p:nvPr/>
          </p:nvSpPr>
          <p:spPr>
            <a:xfrm>
              <a:off x="2887825" y="3575649"/>
              <a:ext cx="35880" cy="31411"/>
            </a:xfrm>
            <a:custGeom>
              <a:rect b="b" l="l" r="r" t="t"/>
              <a:pathLst>
                <a:path extrusionOk="0" h="1202" w="1373">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9" name="Google Shape;23419;p97"/>
            <p:cNvSpPr/>
            <p:nvPr/>
          </p:nvSpPr>
          <p:spPr>
            <a:xfrm>
              <a:off x="2850926" y="3600605"/>
              <a:ext cx="24721" cy="37552"/>
            </a:xfrm>
            <a:custGeom>
              <a:rect b="b" l="l" r="r" t="t"/>
              <a:pathLst>
                <a:path extrusionOk="0" h="1437" w="946">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0" name="Google Shape;23420;p97"/>
            <p:cNvSpPr/>
            <p:nvPr/>
          </p:nvSpPr>
          <p:spPr>
            <a:xfrm>
              <a:off x="2751021" y="3600083"/>
              <a:ext cx="24068" cy="37317"/>
            </a:xfrm>
            <a:custGeom>
              <a:rect b="b" l="l" r="r" t="t"/>
              <a:pathLst>
                <a:path extrusionOk="0" h="1428" w="921">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1" name="Google Shape;23421;p97"/>
            <p:cNvSpPr/>
            <p:nvPr/>
          </p:nvSpPr>
          <p:spPr>
            <a:xfrm>
              <a:off x="2703147" y="3574525"/>
              <a:ext cx="36063" cy="31411"/>
            </a:xfrm>
            <a:custGeom>
              <a:rect b="b" l="l" r="r" t="t"/>
              <a:pathLst>
                <a:path extrusionOk="0" h="1202" w="138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2" name="Google Shape;23422;p97"/>
            <p:cNvSpPr/>
            <p:nvPr/>
          </p:nvSpPr>
          <p:spPr>
            <a:xfrm>
              <a:off x="2671814" y="3536607"/>
              <a:ext cx="40714" cy="22186"/>
            </a:xfrm>
            <a:custGeom>
              <a:rect b="b" l="l" r="r" t="t"/>
              <a:pathLst>
                <a:path extrusionOk="0" h="849" w="1558">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3" name="Google Shape;23423;p97"/>
            <p:cNvSpPr/>
            <p:nvPr/>
          </p:nvSpPr>
          <p:spPr>
            <a:xfrm>
              <a:off x="2661988" y="3492208"/>
              <a:ext cx="41498" cy="11080"/>
            </a:xfrm>
            <a:custGeom>
              <a:rect b="b" l="l" r="r" t="t"/>
              <a:pathLst>
                <a:path extrusionOk="0" h="424" w="1588">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4" name="Google Shape;23424;p97"/>
            <p:cNvSpPr/>
            <p:nvPr/>
          </p:nvSpPr>
          <p:spPr>
            <a:xfrm>
              <a:off x="2672363" y="3436728"/>
              <a:ext cx="42570" cy="22134"/>
            </a:xfrm>
            <a:custGeom>
              <a:rect b="b" l="l" r="r" t="t"/>
              <a:pathLst>
                <a:path extrusionOk="0" h="847" w="1629">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5" name="Google Shape;23425;p97"/>
            <p:cNvSpPr/>
            <p:nvPr/>
          </p:nvSpPr>
          <p:spPr>
            <a:xfrm>
              <a:off x="2704349" y="3390082"/>
              <a:ext cx="35932" cy="31411"/>
            </a:xfrm>
            <a:custGeom>
              <a:rect b="b" l="l" r="r" t="t"/>
              <a:pathLst>
                <a:path extrusionOk="0" h="1202" w="1375">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6" name="Google Shape;23426;p97"/>
            <p:cNvSpPr/>
            <p:nvPr/>
          </p:nvSpPr>
          <p:spPr>
            <a:xfrm>
              <a:off x="2752433" y="3358958"/>
              <a:ext cx="24669" cy="37526"/>
            </a:xfrm>
            <a:custGeom>
              <a:rect b="b" l="l" r="r" t="t"/>
              <a:pathLst>
                <a:path extrusionOk="0" h="1436" w="944">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7" name="Google Shape;23427;p97"/>
            <p:cNvSpPr/>
            <p:nvPr/>
          </p:nvSpPr>
          <p:spPr>
            <a:xfrm>
              <a:off x="2727816" y="3415796"/>
              <a:ext cx="172422" cy="159591"/>
            </a:xfrm>
            <a:custGeom>
              <a:rect b="b" l="l" r="r" t="t"/>
              <a:pathLst>
                <a:path extrusionOk="0" h="6107" w="6598">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8" name="Google Shape;23428;p97"/>
            <p:cNvSpPr/>
            <p:nvPr/>
          </p:nvSpPr>
          <p:spPr>
            <a:xfrm>
              <a:off x="2727816" y="3467330"/>
              <a:ext cx="59582" cy="108058"/>
            </a:xfrm>
            <a:custGeom>
              <a:rect b="b" l="l" r="r" t="t"/>
              <a:pathLst>
                <a:path extrusionOk="0" h="4135" w="228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29" name="Google Shape;23429;p97"/>
          <p:cNvGrpSpPr/>
          <p:nvPr/>
        </p:nvGrpSpPr>
        <p:grpSpPr>
          <a:xfrm>
            <a:off x="2209252" y="3165024"/>
            <a:ext cx="307606" cy="366482"/>
            <a:chOff x="2212927" y="3348897"/>
            <a:chExt cx="307606" cy="366482"/>
          </a:xfrm>
        </p:grpSpPr>
        <p:sp>
          <p:nvSpPr>
            <p:cNvPr id="23430" name="Google Shape;23430;p97"/>
            <p:cNvSpPr/>
            <p:nvPr/>
          </p:nvSpPr>
          <p:spPr>
            <a:xfrm>
              <a:off x="2234539" y="3408218"/>
              <a:ext cx="222936" cy="219905"/>
            </a:xfrm>
            <a:custGeom>
              <a:rect b="b" l="l" r="r" t="t"/>
              <a:pathLst>
                <a:path extrusionOk="0" h="8415" w="8531">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1" name="Google Shape;23431;p97"/>
            <p:cNvSpPr/>
            <p:nvPr/>
          </p:nvSpPr>
          <p:spPr>
            <a:xfrm>
              <a:off x="2330288" y="3408218"/>
              <a:ext cx="127187" cy="126246"/>
            </a:xfrm>
            <a:custGeom>
              <a:rect b="b" l="l" r="r" t="t"/>
              <a:pathLst>
                <a:path extrusionOk="0" h="4831" w="4867">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2" name="Google Shape;23432;p97"/>
            <p:cNvSpPr/>
            <p:nvPr/>
          </p:nvSpPr>
          <p:spPr>
            <a:xfrm>
              <a:off x="2212927" y="3640797"/>
              <a:ext cx="53049" cy="74582"/>
            </a:xfrm>
            <a:custGeom>
              <a:rect b="b" l="l" r="r" t="t"/>
              <a:pathLst>
                <a:path extrusionOk="0" h="2854" w="203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3" name="Google Shape;23433;p97"/>
            <p:cNvSpPr/>
            <p:nvPr/>
          </p:nvSpPr>
          <p:spPr>
            <a:xfrm>
              <a:off x="2233284" y="3652295"/>
              <a:ext cx="32457" cy="54800"/>
            </a:xfrm>
            <a:custGeom>
              <a:rect b="b" l="l" r="r" t="t"/>
              <a:pathLst>
                <a:path extrusionOk="0" h="2097" w="1242">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4" name="Google Shape;23434;p97"/>
            <p:cNvSpPr/>
            <p:nvPr/>
          </p:nvSpPr>
          <p:spPr>
            <a:xfrm>
              <a:off x="2229756" y="3408218"/>
              <a:ext cx="201586" cy="219722"/>
            </a:xfrm>
            <a:custGeom>
              <a:rect b="b" l="l" r="r" t="t"/>
              <a:pathLst>
                <a:path extrusionOk="0" h="8408" w="7714">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5" name="Google Shape;23435;p97"/>
            <p:cNvSpPr/>
            <p:nvPr/>
          </p:nvSpPr>
          <p:spPr>
            <a:xfrm>
              <a:off x="2330288" y="3408035"/>
              <a:ext cx="101054" cy="90236"/>
            </a:xfrm>
            <a:custGeom>
              <a:rect b="b" l="l" r="r" t="t"/>
              <a:pathLst>
                <a:path extrusionOk="0" h="3453" w="3867">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6" name="Google Shape;23436;p97"/>
            <p:cNvSpPr/>
            <p:nvPr/>
          </p:nvSpPr>
          <p:spPr>
            <a:xfrm>
              <a:off x="2389086" y="3348897"/>
              <a:ext cx="131446" cy="126142"/>
            </a:xfrm>
            <a:custGeom>
              <a:rect b="b" l="l" r="r" t="t"/>
              <a:pathLst>
                <a:path extrusionOk="0" h="4827" w="503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7" name="Google Shape;23437;p97"/>
            <p:cNvSpPr/>
            <p:nvPr/>
          </p:nvSpPr>
          <p:spPr>
            <a:xfrm>
              <a:off x="2450158" y="3352738"/>
              <a:ext cx="70140" cy="85479"/>
            </a:xfrm>
            <a:custGeom>
              <a:rect b="b" l="l" r="r" t="t"/>
              <a:pathLst>
                <a:path extrusionOk="0" h="3271" w="2684">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8" name="Google Shape;23438;p97"/>
            <p:cNvSpPr/>
            <p:nvPr/>
          </p:nvSpPr>
          <p:spPr>
            <a:xfrm>
              <a:off x="2356159" y="3369908"/>
              <a:ext cx="139992" cy="137405"/>
            </a:xfrm>
            <a:custGeom>
              <a:rect b="b" l="l" r="r" t="t"/>
              <a:pathLst>
                <a:path extrusionOk="0" h="5258" w="5357">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9" name="Google Shape;23439;p97"/>
            <p:cNvSpPr/>
            <p:nvPr/>
          </p:nvSpPr>
          <p:spPr>
            <a:xfrm>
              <a:off x="2372492" y="3386476"/>
              <a:ext cx="123659" cy="120837"/>
            </a:xfrm>
            <a:custGeom>
              <a:rect b="b" l="l" r="r" t="t"/>
              <a:pathLst>
                <a:path extrusionOk="0" h="4624" w="4732">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40" name="Google Shape;23440;p97"/>
          <p:cNvGrpSpPr/>
          <p:nvPr/>
        </p:nvGrpSpPr>
        <p:grpSpPr>
          <a:xfrm>
            <a:off x="1760714" y="3164345"/>
            <a:ext cx="310114" cy="366665"/>
            <a:chOff x="1764389" y="3348218"/>
            <a:chExt cx="310114" cy="366665"/>
          </a:xfrm>
        </p:grpSpPr>
        <p:sp>
          <p:nvSpPr>
            <p:cNvPr id="23441" name="Google Shape;23441;p97"/>
            <p:cNvSpPr/>
            <p:nvPr/>
          </p:nvSpPr>
          <p:spPr>
            <a:xfrm>
              <a:off x="1782734" y="3556441"/>
              <a:ext cx="37918" cy="23598"/>
            </a:xfrm>
            <a:custGeom>
              <a:rect b="b" l="l" r="r" t="t"/>
              <a:pathLst>
                <a:path extrusionOk="0" h="903" w="1451">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2" name="Google Shape;23442;p97"/>
            <p:cNvSpPr/>
            <p:nvPr/>
          </p:nvSpPr>
          <p:spPr>
            <a:xfrm>
              <a:off x="2016933" y="3558218"/>
              <a:ext cx="37971" cy="23833"/>
            </a:xfrm>
            <a:custGeom>
              <a:rect b="b" l="l" r="r" t="t"/>
              <a:pathLst>
                <a:path extrusionOk="0" h="912" w="1453">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3" name="Google Shape;23443;p97"/>
            <p:cNvSpPr/>
            <p:nvPr/>
          </p:nvSpPr>
          <p:spPr>
            <a:xfrm>
              <a:off x="1915147" y="3348218"/>
              <a:ext cx="11080" cy="36089"/>
            </a:xfrm>
            <a:custGeom>
              <a:rect b="b" l="l" r="r" t="t"/>
              <a:pathLst>
                <a:path extrusionOk="0" h="1381" w="424">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4" name="Google Shape;23444;p97"/>
            <p:cNvSpPr/>
            <p:nvPr/>
          </p:nvSpPr>
          <p:spPr>
            <a:xfrm>
              <a:off x="1839363" y="3367399"/>
              <a:ext cx="27126" cy="32796"/>
            </a:xfrm>
            <a:custGeom>
              <a:rect b="b" l="l" r="r" t="t"/>
              <a:pathLst>
                <a:path extrusionOk="0" h="1255" w="1038">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5" name="Google Shape;23445;p97"/>
            <p:cNvSpPr/>
            <p:nvPr/>
          </p:nvSpPr>
          <p:spPr>
            <a:xfrm>
              <a:off x="1783988" y="3420997"/>
              <a:ext cx="37971" cy="23754"/>
            </a:xfrm>
            <a:custGeom>
              <a:rect b="b" l="l" r="r" t="t"/>
              <a:pathLst>
                <a:path extrusionOk="0" h="909" w="1453">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6" name="Google Shape;23446;p97"/>
            <p:cNvSpPr/>
            <p:nvPr/>
          </p:nvSpPr>
          <p:spPr>
            <a:xfrm>
              <a:off x="1764389" y="3494716"/>
              <a:ext cx="37971" cy="11106"/>
            </a:xfrm>
            <a:custGeom>
              <a:rect b="b" l="l" r="r" t="t"/>
              <a:pathLst>
                <a:path extrusionOk="0" h="425" w="1453">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7" name="Google Shape;23447;p97"/>
            <p:cNvSpPr/>
            <p:nvPr/>
          </p:nvSpPr>
          <p:spPr>
            <a:xfrm>
              <a:off x="2034756" y="3496990"/>
              <a:ext cx="39748" cy="11342"/>
            </a:xfrm>
            <a:custGeom>
              <a:rect b="b" l="l" r="r" t="t"/>
              <a:pathLst>
                <a:path extrusionOk="0" h="434" w="1521">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8" name="Google Shape;23448;p97"/>
            <p:cNvSpPr/>
            <p:nvPr/>
          </p:nvSpPr>
          <p:spPr>
            <a:xfrm>
              <a:off x="2018684" y="3423009"/>
              <a:ext cx="37448" cy="23754"/>
            </a:xfrm>
            <a:custGeom>
              <a:rect b="b" l="l" r="r" t="t"/>
              <a:pathLst>
                <a:path extrusionOk="0" h="909" w="1433">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9" name="Google Shape;23449;p97"/>
            <p:cNvSpPr/>
            <p:nvPr/>
          </p:nvSpPr>
          <p:spPr>
            <a:xfrm>
              <a:off x="1974573" y="3368627"/>
              <a:ext cx="26054" cy="32822"/>
            </a:xfrm>
            <a:custGeom>
              <a:rect b="b" l="l" r="r" t="t"/>
              <a:pathLst>
                <a:path extrusionOk="0" h="1256" w="997">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0" name="Google Shape;23450;p97"/>
            <p:cNvSpPr/>
            <p:nvPr/>
          </p:nvSpPr>
          <p:spPr>
            <a:xfrm>
              <a:off x="1820914" y="3408009"/>
              <a:ext cx="218651" cy="273450"/>
            </a:xfrm>
            <a:custGeom>
              <a:rect b="b" l="l" r="r" t="t"/>
              <a:pathLst>
                <a:path extrusionOk="0" h="10464" w="8367">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1" name="Google Shape;23451;p97"/>
            <p:cNvSpPr/>
            <p:nvPr/>
          </p:nvSpPr>
          <p:spPr>
            <a:xfrm>
              <a:off x="1829720" y="3409028"/>
              <a:ext cx="209844" cy="272431"/>
            </a:xfrm>
            <a:custGeom>
              <a:rect b="b" l="l" r="r" t="t"/>
              <a:pathLst>
                <a:path extrusionOk="0" h="10425" w="803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2" name="Google Shape;23452;p97"/>
            <p:cNvSpPr/>
            <p:nvPr/>
          </p:nvSpPr>
          <p:spPr>
            <a:xfrm>
              <a:off x="1865652" y="3465579"/>
              <a:ext cx="110096" cy="161290"/>
            </a:xfrm>
            <a:custGeom>
              <a:rect b="b" l="l" r="r" t="t"/>
              <a:pathLst>
                <a:path extrusionOk="0" h="6172" w="4213">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3" name="Google Shape;23453;p97"/>
            <p:cNvSpPr/>
            <p:nvPr/>
          </p:nvSpPr>
          <p:spPr>
            <a:xfrm>
              <a:off x="1899311" y="3570866"/>
              <a:ext cx="11080" cy="55950"/>
            </a:xfrm>
            <a:custGeom>
              <a:rect b="b" l="l" r="r" t="t"/>
              <a:pathLst>
                <a:path extrusionOk="0" h="2141" w="424">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4" name="Google Shape;23454;p97"/>
            <p:cNvSpPr/>
            <p:nvPr/>
          </p:nvSpPr>
          <p:spPr>
            <a:xfrm>
              <a:off x="1899311" y="3584429"/>
              <a:ext cx="5305" cy="42518"/>
            </a:xfrm>
            <a:custGeom>
              <a:rect b="b" l="l" r="r" t="t"/>
              <a:pathLst>
                <a:path extrusionOk="0" h="1627" w="203">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5" name="Google Shape;23455;p97"/>
            <p:cNvSpPr/>
            <p:nvPr/>
          </p:nvSpPr>
          <p:spPr>
            <a:xfrm>
              <a:off x="1891524" y="3678663"/>
              <a:ext cx="58328" cy="36220"/>
            </a:xfrm>
            <a:custGeom>
              <a:rect b="b" l="l" r="r" t="t"/>
              <a:pathLst>
                <a:path extrusionOk="0" h="1386" w="2232">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6" name="Google Shape;23456;p97"/>
            <p:cNvSpPr/>
            <p:nvPr/>
          </p:nvSpPr>
          <p:spPr>
            <a:xfrm>
              <a:off x="1876210" y="3611842"/>
              <a:ext cx="88720" cy="34939"/>
            </a:xfrm>
            <a:custGeom>
              <a:rect b="b" l="l" r="r" t="t"/>
              <a:pathLst>
                <a:path extrusionOk="0" h="1337" w="3395">
                  <a:moveTo>
                    <a:pt x="0" y="0"/>
                  </a:moveTo>
                  <a:lnTo>
                    <a:pt x="0" y="1337"/>
                  </a:lnTo>
                  <a:lnTo>
                    <a:pt x="3395" y="1337"/>
                  </a:lnTo>
                  <a:lnTo>
                    <a:pt x="3395"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7" name="Google Shape;23457;p97"/>
            <p:cNvSpPr/>
            <p:nvPr/>
          </p:nvSpPr>
          <p:spPr>
            <a:xfrm>
              <a:off x="1876445" y="3646755"/>
              <a:ext cx="88485" cy="34965"/>
            </a:xfrm>
            <a:custGeom>
              <a:rect b="b" l="l" r="r" t="t"/>
              <a:pathLst>
                <a:path extrusionOk="0" h="1338" w="3386">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8" name="Google Shape;23458;p97"/>
            <p:cNvSpPr/>
            <p:nvPr/>
          </p:nvSpPr>
          <p:spPr>
            <a:xfrm>
              <a:off x="1920687" y="3678663"/>
              <a:ext cx="29164" cy="32195"/>
            </a:xfrm>
            <a:custGeom>
              <a:rect b="b" l="l" r="r" t="t"/>
              <a:pathLst>
                <a:path extrusionOk="0" h="1232" w="1116">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9" name="Google Shape;23459;p97"/>
            <p:cNvSpPr/>
            <p:nvPr/>
          </p:nvSpPr>
          <p:spPr>
            <a:xfrm>
              <a:off x="1904590" y="3611842"/>
              <a:ext cx="60340" cy="34939"/>
            </a:xfrm>
            <a:custGeom>
              <a:rect b="b" l="l" r="r" t="t"/>
              <a:pathLst>
                <a:path extrusionOk="0" h="1337" w="2309">
                  <a:moveTo>
                    <a:pt x="1" y="0"/>
                  </a:moveTo>
                  <a:lnTo>
                    <a:pt x="1" y="1337"/>
                  </a:lnTo>
                  <a:lnTo>
                    <a:pt x="2309" y="1337"/>
                  </a:lnTo>
                  <a:lnTo>
                    <a:pt x="2309" y="0"/>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0" name="Google Shape;23460;p97"/>
            <p:cNvSpPr/>
            <p:nvPr/>
          </p:nvSpPr>
          <p:spPr>
            <a:xfrm>
              <a:off x="1904590" y="3646755"/>
              <a:ext cx="60340" cy="34965"/>
            </a:xfrm>
            <a:custGeom>
              <a:rect b="b" l="l" r="r" t="t"/>
              <a:pathLst>
                <a:path extrusionOk="0" h="1338" w="2309">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61" name="Google Shape;23461;p97"/>
          <p:cNvGrpSpPr/>
          <p:nvPr/>
        </p:nvGrpSpPr>
        <p:grpSpPr>
          <a:xfrm>
            <a:off x="2773897" y="3623415"/>
            <a:ext cx="81716" cy="366717"/>
            <a:chOff x="2777572" y="3807287"/>
            <a:chExt cx="81716" cy="366717"/>
          </a:xfrm>
        </p:grpSpPr>
        <p:sp>
          <p:nvSpPr>
            <p:cNvPr id="23462" name="Google Shape;23462;p97"/>
            <p:cNvSpPr/>
            <p:nvPr/>
          </p:nvSpPr>
          <p:spPr>
            <a:xfrm>
              <a:off x="2777572" y="3941765"/>
              <a:ext cx="81455" cy="181464"/>
            </a:xfrm>
            <a:custGeom>
              <a:rect b="b" l="l" r="r" t="t"/>
              <a:pathLst>
                <a:path extrusionOk="0" h="6944" w="3117">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3" name="Google Shape;23463;p97"/>
            <p:cNvSpPr/>
            <p:nvPr/>
          </p:nvSpPr>
          <p:spPr>
            <a:xfrm>
              <a:off x="2796440" y="3941765"/>
              <a:ext cx="62587" cy="181464"/>
            </a:xfrm>
            <a:custGeom>
              <a:rect b="b" l="l" r="r" t="t"/>
              <a:pathLst>
                <a:path extrusionOk="0" h="6944" w="2395">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4" name="Google Shape;23464;p97"/>
            <p:cNvSpPr/>
            <p:nvPr/>
          </p:nvSpPr>
          <p:spPr>
            <a:xfrm>
              <a:off x="2796440" y="3807287"/>
              <a:ext cx="42988" cy="286282"/>
            </a:xfrm>
            <a:custGeom>
              <a:rect b="b" l="l" r="r" t="t"/>
              <a:pathLst>
                <a:path extrusionOk="0" h="10955" w="1645">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5" name="Google Shape;23465;p97"/>
            <p:cNvSpPr/>
            <p:nvPr/>
          </p:nvSpPr>
          <p:spPr>
            <a:xfrm>
              <a:off x="2817293" y="3816878"/>
              <a:ext cx="22631" cy="259104"/>
            </a:xfrm>
            <a:custGeom>
              <a:rect b="b" l="l" r="r" t="t"/>
              <a:pathLst>
                <a:path extrusionOk="0" h="9915" w="866">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6" name="Google Shape;23466;p97"/>
            <p:cNvSpPr/>
            <p:nvPr/>
          </p:nvSpPr>
          <p:spPr>
            <a:xfrm>
              <a:off x="2796936" y="3843533"/>
              <a:ext cx="42988" cy="40479"/>
            </a:xfrm>
            <a:custGeom>
              <a:rect b="b" l="l" r="r" t="t"/>
              <a:pathLst>
                <a:path extrusionOk="0" h="1549" w="1645">
                  <a:moveTo>
                    <a:pt x="0" y="0"/>
                  </a:moveTo>
                  <a:lnTo>
                    <a:pt x="0" y="510"/>
                  </a:lnTo>
                  <a:lnTo>
                    <a:pt x="1645" y="1548"/>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7" name="Google Shape;23467;p97"/>
            <p:cNvSpPr/>
            <p:nvPr/>
          </p:nvSpPr>
          <p:spPr>
            <a:xfrm>
              <a:off x="2796936" y="3888507"/>
              <a:ext cx="42988" cy="40218"/>
            </a:xfrm>
            <a:custGeom>
              <a:rect b="b" l="l" r="r" t="t"/>
              <a:pathLst>
                <a:path extrusionOk="0" h="1539" w="1645">
                  <a:moveTo>
                    <a:pt x="0" y="0"/>
                  </a:moveTo>
                  <a:lnTo>
                    <a:pt x="0" y="510"/>
                  </a:lnTo>
                  <a:lnTo>
                    <a:pt x="1645" y="1539"/>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8" name="Google Shape;23468;p97"/>
            <p:cNvSpPr/>
            <p:nvPr/>
          </p:nvSpPr>
          <p:spPr>
            <a:xfrm>
              <a:off x="2796936" y="3933220"/>
              <a:ext cx="42988" cy="40505"/>
            </a:xfrm>
            <a:custGeom>
              <a:rect b="b" l="l" r="r" t="t"/>
              <a:pathLst>
                <a:path extrusionOk="0" h="1550" w="1645">
                  <a:moveTo>
                    <a:pt x="0" y="1"/>
                  </a:moveTo>
                  <a:lnTo>
                    <a:pt x="0" y="520"/>
                  </a:lnTo>
                  <a:lnTo>
                    <a:pt x="1645" y="1549"/>
                  </a:lnTo>
                  <a:lnTo>
                    <a:pt x="1645" y="1039"/>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9" name="Google Shape;23469;p97"/>
            <p:cNvSpPr/>
            <p:nvPr/>
          </p:nvSpPr>
          <p:spPr>
            <a:xfrm>
              <a:off x="2796936" y="3978455"/>
              <a:ext cx="42988" cy="40244"/>
            </a:xfrm>
            <a:custGeom>
              <a:rect b="b" l="l" r="r" t="t"/>
              <a:pathLst>
                <a:path extrusionOk="0" h="1540" w="1645">
                  <a:moveTo>
                    <a:pt x="0" y="1"/>
                  </a:moveTo>
                  <a:lnTo>
                    <a:pt x="0" y="510"/>
                  </a:lnTo>
                  <a:lnTo>
                    <a:pt x="1645" y="1539"/>
                  </a:lnTo>
                  <a:lnTo>
                    <a:pt x="1645" y="1020"/>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0" name="Google Shape;23470;p97"/>
            <p:cNvSpPr/>
            <p:nvPr/>
          </p:nvSpPr>
          <p:spPr>
            <a:xfrm>
              <a:off x="2777572" y="4031739"/>
              <a:ext cx="81716" cy="34207"/>
            </a:xfrm>
            <a:custGeom>
              <a:rect b="b" l="l" r="r" t="t"/>
              <a:pathLst>
                <a:path extrusionOk="0" h="1309" w="3127">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1" name="Google Shape;23471;p97"/>
            <p:cNvSpPr/>
            <p:nvPr/>
          </p:nvSpPr>
          <p:spPr>
            <a:xfrm>
              <a:off x="2777572" y="4114161"/>
              <a:ext cx="81455" cy="59843"/>
            </a:xfrm>
            <a:custGeom>
              <a:rect b="b" l="l" r="r" t="t"/>
              <a:pathLst>
                <a:path extrusionOk="0" h="2290" w="3117">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2" name="Google Shape;23472;p97"/>
            <p:cNvSpPr/>
            <p:nvPr/>
          </p:nvSpPr>
          <p:spPr>
            <a:xfrm>
              <a:off x="2796440" y="4114161"/>
              <a:ext cx="62587" cy="58589"/>
            </a:xfrm>
            <a:custGeom>
              <a:rect b="b" l="l" r="r" t="t"/>
              <a:pathLst>
                <a:path extrusionOk="0" h="2242" w="2395">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73" name="Google Shape;23473;p97"/>
          <p:cNvGrpSpPr/>
          <p:nvPr/>
        </p:nvGrpSpPr>
        <p:grpSpPr>
          <a:xfrm>
            <a:off x="3930339" y="4145908"/>
            <a:ext cx="366665" cy="256334"/>
            <a:chOff x="3934014" y="4329780"/>
            <a:chExt cx="366665" cy="256334"/>
          </a:xfrm>
        </p:grpSpPr>
        <p:sp>
          <p:nvSpPr>
            <p:cNvPr id="23474" name="Google Shape;23474;p97"/>
            <p:cNvSpPr/>
            <p:nvPr/>
          </p:nvSpPr>
          <p:spPr>
            <a:xfrm>
              <a:off x="4086810" y="4338561"/>
              <a:ext cx="108842" cy="40479"/>
            </a:xfrm>
            <a:custGeom>
              <a:rect b="b" l="l" r="r" t="t"/>
              <a:pathLst>
                <a:path extrusionOk="0" h="1549" w="4165">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5" name="Google Shape;23475;p97"/>
            <p:cNvSpPr/>
            <p:nvPr/>
          </p:nvSpPr>
          <p:spPr>
            <a:xfrm>
              <a:off x="4220243" y="4352882"/>
              <a:ext cx="56812" cy="30941"/>
            </a:xfrm>
            <a:custGeom>
              <a:rect b="b" l="l" r="r" t="t"/>
              <a:pathLst>
                <a:path extrusionOk="0" h="1184" w="2174">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6" name="Google Shape;23476;p97"/>
            <p:cNvSpPr/>
            <p:nvPr/>
          </p:nvSpPr>
          <p:spPr>
            <a:xfrm>
              <a:off x="3934014" y="4378518"/>
              <a:ext cx="366665" cy="207597"/>
            </a:xfrm>
            <a:custGeom>
              <a:rect b="b" l="l" r="r" t="t"/>
              <a:pathLst>
                <a:path extrusionOk="0" h="7944" w="14031">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7" name="Google Shape;23477;p97"/>
            <p:cNvSpPr/>
            <p:nvPr/>
          </p:nvSpPr>
          <p:spPr>
            <a:xfrm>
              <a:off x="4248126" y="4413195"/>
              <a:ext cx="52552" cy="145009"/>
            </a:xfrm>
            <a:custGeom>
              <a:rect b="b" l="l" r="r" t="t"/>
              <a:pathLst>
                <a:path extrusionOk="0" h="5549" w="2011">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8" name="Google Shape;23478;p97"/>
            <p:cNvSpPr/>
            <p:nvPr/>
          </p:nvSpPr>
          <p:spPr>
            <a:xfrm>
              <a:off x="4024249" y="4393596"/>
              <a:ext cx="209086" cy="178485"/>
            </a:xfrm>
            <a:custGeom>
              <a:rect b="b" l="l" r="r" t="t"/>
              <a:pathLst>
                <a:path extrusionOk="0" h="6830" w="8001">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9" name="Google Shape;23479;p97"/>
            <p:cNvSpPr/>
            <p:nvPr/>
          </p:nvSpPr>
          <p:spPr>
            <a:xfrm>
              <a:off x="4044842" y="4408674"/>
              <a:ext cx="173154" cy="148197"/>
            </a:xfrm>
            <a:custGeom>
              <a:rect b="b" l="l" r="r" t="t"/>
              <a:pathLst>
                <a:path extrusionOk="0" h="5671" w="6626">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0" name="Google Shape;23480;p97"/>
            <p:cNvSpPr/>
            <p:nvPr/>
          </p:nvSpPr>
          <p:spPr>
            <a:xfrm>
              <a:off x="4084302" y="4427228"/>
              <a:ext cx="120628" cy="107666"/>
            </a:xfrm>
            <a:custGeom>
              <a:rect b="b" l="l" r="r" t="t"/>
              <a:pathLst>
                <a:path extrusionOk="0" h="4120" w="4616">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1" name="Google Shape;23481;p97"/>
            <p:cNvSpPr/>
            <p:nvPr/>
          </p:nvSpPr>
          <p:spPr>
            <a:xfrm>
              <a:off x="4085739" y="4428065"/>
              <a:ext cx="117936" cy="107823"/>
            </a:xfrm>
            <a:custGeom>
              <a:rect b="b" l="l" r="r" t="t"/>
              <a:pathLst>
                <a:path extrusionOk="0" h="4126" w="4513">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2" name="Google Shape;23482;p97"/>
            <p:cNvSpPr/>
            <p:nvPr/>
          </p:nvSpPr>
          <p:spPr>
            <a:xfrm>
              <a:off x="4135809" y="4456157"/>
              <a:ext cx="34207" cy="34207"/>
            </a:xfrm>
            <a:custGeom>
              <a:rect b="b" l="l" r="r" t="t"/>
              <a:pathLst>
                <a:path extrusionOk="0" h="1309" w="1309">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3" name="Google Shape;23483;p97"/>
            <p:cNvSpPr/>
            <p:nvPr/>
          </p:nvSpPr>
          <p:spPr>
            <a:xfrm>
              <a:off x="3966941" y="4329780"/>
              <a:ext cx="34965" cy="30680"/>
            </a:xfrm>
            <a:custGeom>
              <a:rect b="b" l="l" r="r" t="t"/>
              <a:pathLst>
                <a:path extrusionOk="0" h="1174" w="1338">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4" name="Google Shape;23484;p97"/>
            <p:cNvSpPr/>
            <p:nvPr/>
          </p:nvSpPr>
          <p:spPr>
            <a:xfrm>
              <a:off x="3934014" y="4351627"/>
              <a:ext cx="100793" cy="234487"/>
            </a:xfrm>
            <a:custGeom>
              <a:rect b="b" l="l" r="r" t="t"/>
              <a:pathLst>
                <a:path extrusionOk="0" h="8973" w="3857">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5" name="Google Shape;23485;p97"/>
            <p:cNvSpPr/>
            <p:nvPr/>
          </p:nvSpPr>
          <p:spPr>
            <a:xfrm>
              <a:off x="3934275" y="4351627"/>
              <a:ext cx="78920" cy="208354"/>
            </a:xfrm>
            <a:custGeom>
              <a:rect b="b" l="l" r="r" t="t"/>
              <a:pathLst>
                <a:path extrusionOk="0" h="7973" w="302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6" name="Google Shape;23486;p97"/>
            <p:cNvSpPr/>
            <p:nvPr/>
          </p:nvSpPr>
          <p:spPr>
            <a:xfrm>
              <a:off x="4219982" y="4396863"/>
              <a:ext cx="22396" cy="22396"/>
            </a:xfrm>
            <a:custGeom>
              <a:rect b="b" l="l" r="r" t="t"/>
              <a:pathLst>
                <a:path extrusionOk="0" h="857" w="857">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87" name="Google Shape;23487;p97"/>
          <p:cNvGrpSpPr/>
          <p:nvPr/>
        </p:nvGrpSpPr>
        <p:grpSpPr>
          <a:xfrm>
            <a:off x="943995" y="3623467"/>
            <a:ext cx="194295" cy="366404"/>
            <a:chOff x="947670" y="3807339"/>
            <a:chExt cx="194295" cy="366404"/>
          </a:xfrm>
        </p:grpSpPr>
        <p:sp>
          <p:nvSpPr>
            <p:cNvPr id="23488" name="Google Shape;23488;p97"/>
            <p:cNvSpPr/>
            <p:nvPr/>
          </p:nvSpPr>
          <p:spPr>
            <a:xfrm>
              <a:off x="1031372" y="4028734"/>
              <a:ext cx="26916" cy="145009"/>
            </a:xfrm>
            <a:custGeom>
              <a:rect b="b" l="l" r="r" t="t"/>
              <a:pathLst>
                <a:path extrusionOk="0" h="5549" w="103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9" name="Google Shape;23489;p97"/>
            <p:cNvSpPr/>
            <p:nvPr/>
          </p:nvSpPr>
          <p:spPr>
            <a:xfrm>
              <a:off x="1035135" y="4035633"/>
              <a:ext cx="82945" cy="136725"/>
            </a:xfrm>
            <a:custGeom>
              <a:rect b="b" l="l" r="r" t="t"/>
              <a:pathLst>
                <a:path extrusionOk="0" h="5232" w="3174">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0" name="Google Shape;23490;p97"/>
            <p:cNvSpPr/>
            <p:nvPr/>
          </p:nvSpPr>
          <p:spPr>
            <a:xfrm>
              <a:off x="971555" y="4035633"/>
              <a:ext cx="82945" cy="136725"/>
            </a:xfrm>
            <a:custGeom>
              <a:rect b="b" l="l" r="r" t="t"/>
              <a:pathLst>
                <a:path extrusionOk="0" h="5232" w="3174">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1" name="Google Shape;23491;p97"/>
            <p:cNvSpPr/>
            <p:nvPr/>
          </p:nvSpPr>
          <p:spPr>
            <a:xfrm>
              <a:off x="1029857" y="3807339"/>
              <a:ext cx="29922" cy="41734"/>
            </a:xfrm>
            <a:custGeom>
              <a:rect b="b" l="l" r="r" t="t"/>
              <a:pathLst>
                <a:path extrusionOk="0" h="1597" w="1145">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2" name="Google Shape;23492;p97"/>
            <p:cNvSpPr/>
            <p:nvPr/>
          </p:nvSpPr>
          <p:spPr>
            <a:xfrm>
              <a:off x="967034" y="3847531"/>
              <a:ext cx="155567" cy="188755"/>
            </a:xfrm>
            <a:custGeom>
              <a:rect b="b" l="l" r="r" t="t"/>
              <a:pathLst>
                <a:path extrusionOk="0" h="7223" w="5953">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3" name="Google Shape;23493;p97"/>
            <p:cNvSpPr/>
            <p:nvPr/>
          </p:nvSpPr>
          <p:spPr>
            <a:xfrm>
              <a:off x="990161" y="3847531"/>
              <a:ext cx="132440" cy="188755"/>
            </a:xfrm>
            <a:custGeom>
              <a:rect b="b" l="l" r="r" t="t"/>
              <a:pathLst>
                <a:path extrusionOk="0" h="7223" w="5068">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4" name="Google Shape;23494;p97"/>
            <p:cNvSpPr/>
            <p:nvPr/>
          </p:nvSpPr>
          <p:spPr>
            <a:xfrm>
              <a:off x="947670" y="3830963"/>
              <a:ext cx="194295" cy="31176"/>
            </a:xfrm>
            <a:custGeom>
              <a:rect b="b" l="l" r="r" t="t"/>
              <a:pathLst>
                <a:path extrusionOk="0" h="1193" w="7435">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5" name="Google Shape;23495;p97"/>
            <p:cNvSpPr/>
            <p:nvPr/>
          </p:nvSpPr>
          <p:spPr>
            <a:xfrm>
              <a:off x="947670" y="4021678"/>
              <a:ext cx="194295" cy="31437"/>
            </a:xfrm>
            <a:custGeom>
              <a:rect b="b" l="l" r="r" t="t"/>
              <a:pathLst>
                <a:path extrusionOk="0" h="1203" w="7435">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6" name="Google Shape;23496;p97"/>
            <p:cNvSpPr/>
            <p:nvPr/>
          </p:nvSpPr>
          <p:spPr>
            <a:xfrm>
              <a:off x="975083" y="3830963"/>
              <a:ext cx="166882" cy="31176"/>
            </a:xfrm>
            <a:custGeom>
              <a:rect b="b" l="l" r="r" t="t"/>
              <a:pathLst>
                <a:path extrusionOk="0" h="1193" w="6386">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7" name="Google Shape;23497;p97"/>
            <p:cNvSpPr/>
            <p:nvPr/>
          </p:nvSpPr>
          <p:spPr>
            <a:xfrm>
              <a:off x="975083" y="4021678"/>
              <a:ext cx="166882" cy="31437"/>
            </a:xfrm>
            <a:custGeom>
              <a:rect b="b" l="l" r="r" t="t"/>
              <a:pathLst>
                <a:path extrusionOk="0" h="1203" w="6386">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98" name="Google Shape;23498;p97"/>
          <p:cNvGrpSpPr/>
          <p:nvPr/>
        </p:nvGrpSpPr>
        <p:grpSpPr>
          <a:xfrm>
            <a:off x="3416704" y="4102685"/>
            <a:ext cx="368939" cy="342283"/>
            <a:chOff x="3420379" y="4286557"/>
            <a:chExt cx="368939" cy="342283"/>
          </a:xfrm>
        </p:grpSpPr>
        <p:sp>
          <p:nvSpPr>
            <p:cNvPr id="23499" name="Google Shape;23499;p97"/>
            <p:cNvSpPr/>
            <p:nvPr/>
          </p:nvSpPr>
          <p:spPr>
            <a:xfrm>
              <a:off x="3420379" y="4364589"/>
              <a:ext cx="368939" cy="186011"/>
            </a:xfrm>
            <a:custGeom>
              <a:rect b="b" l="l" r="r" t="t"/>
              <a:pathLst>
                <a:path extrusionOk="0" h="7118" w="14118">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0" name="Google Shape;23500;p97"/>
            <p:cNvSpPr/>
            <p:nvPr/>
          </p:nvSpPr>
          <p:spPr>
            <a:xfrm>
              <a:off x="3465379" y="4366706"/>
              <a:ext cx="323938" cy="183215"/>
            </a:xfrm>
            <a:custGeom>
              <a:rect b="b" l="l" r="r" t="t"/>
              <a:pathLst>
                <a:path extrusionOk="0" h="7011" w="12396">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1" name="Google Shape;23501;p97"/>
            <p:cNvSpPr/>
            <p:nvPr/>
          </p:nvSpPr>
          <p:spPr>
            <a:xfrm>
              <a:off x="3497522" y="4366497"/>
              <a:ext cx="207597" cy="182144"/>
            </a:xfrm>
            <a:custGeom>
              <a:rect b="b" l="l" r="r" t="t"/>
              <a:pathLst>
                <a:path extrusionOk="0" h="6970" w="7944">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2" name="Google Shape;23502;p97"/>
            <p:cNvSpPr/>
            <p:nvPr/>
          </p:nvSpPr>
          <p:spPr>
            <a:xfrm>
              <a:off x="3533455" y="4366497"/>
              <a:ext cx="171664" cy="164504"/>
            </a:xfrm>
            <a:custGeom>
              <a:rect b="b" l="l" r="r" t="t"/>
              <a:pathLst>
                <a:path extrusionOk="0" h="6295" w="6569">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3" name="Google Shape;23503;p97"/>
            <p:cNvSpPr/>
            <p:nvPr/>
          </p:nvSpPr>
          <p:spPr>
            <a:xfrm>
              <a:off x="3571922" y="4428483"/>
              <a:ext cx="64338" cy="58328"/>
            </a:xfrm>
            <a:custGeom>
              <a:rect b="b" l="l" r="r" t="t"/>
              <a:pathLst>
                <a:path extrusionOk="0" h="2232" w="2462">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4" name="Google Shape;23504;p97"/>
            <p:cNvSpPr/>
            <p:nvPr/>
          </p:nvSpPr>
          <p:spPr>
            <a:xfrm>
              <a:off x="3627688" y="4396105"/>
              <a:ext cx="32718" cy="32692"/>
            </a:xfrm>
            <a:custGeom>
              <a:rect b="b" l="l" r="r" t="t"/>
              <a:pathLst>
                <a:path extrusionOk="0" h="1251" w="1252">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5" name="Google Shape;23505;p97"/>
            <p:cNvSpPr/>
            <p:nvPr/>
          </p:nvSpPr>
          <p:spPr>
            <a:xfrm>
              <a:off x="3598812" y="4286557"/>
              <a:ext cx="11838" cy="48763"/>
            </a:xfrm>
            <a:custGeom>
              <a:rect b="b" l="l" r="r" t="t"/>
              <a:pathLst>
                <a:path extrusionOk="0" h="1866" w="453">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6" name="Google Shape;23506;p97"/>
            <p:cNvSpPr/>
            <p:nvPr/>
          </p:nvSpPr>
          <p:spPr>
            <a:xfrm>
              <a:off x="3511817" y="4300982"/>
              <a:ext cx="27073" cy="46673"/>
            </a:xfrm>
            <a:custGeom>
              <a:rect b="b" l="l" r="r" t="t"/>
              <a:pathLst>
                <a:path extrusionOk="0" h="1786" w="1036">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7" name="Google Shape;23507;p97"/>
            <p:cNvSpPr/>
            <p:nvPr/>
          </p:nvSpPr>
          <p:spPr>
            <a:xfrm>
              <a:off x="3431590" y="4338665"/>
              <a:ext cx="39721" cy="39852"/>
            </a:xfrm>
            <a:custGeom>
              <a:rect b="b" l="l" r="r" t="t"/>
              <a:pathLst>
                <a:path extrusionOk="0" h="1525" w="152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8" name="Google Shape;23508;p97"/>
            <p:cNvSpPr/>
            <p:nvPr/>
          </p:nvSpPr>
          <p:spPr>
            <a:xfrm>
              <a:off x="3738281" y="4341514"/>
              <a:ext cx="38153" cy="39800"/>
            </a:xfrm>
            <a:custGeom>
              <a:rect b="b" l="l" r="r" t="t"/>
              <a:pathLst>
                <a:path extrusionOk="0" h="1523" w="146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9" name="Google Shape;23509;p97"/>
            <p:cNvSpPr/>
            <p:nvPr/>
          </p:nvSpPr>
          <p:spPr>
            <a:xfrm>
              <a:off x="3670389" y="4301819"/>
              <a:ext cx="26185" cy="46333"/>
            </a:xfrm>
            <a:custGeom>
              <a:rect b="b" l="l" r="r" t="t"/>
              <a:pathLst>
                <a:path extrusionOk="0" h="1773" w="1002">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0" name="Google Shape;23510;p97"/>
            <p:cNvSpPr/>
            <p:nvPr/>
          </p:nvSpPr>
          <p:spPr>
            <a:xfrm>
              <a:off x="3597296" y="4581071"/>
              <a:ext cx="11342" cy="47770"/>
            </a:xfrm>
            <a:custGeom>
              <a:rect b="b" l="l" r="r" t="t"/>
              <a:pathLst>
                <a:path extrusionOk="0" h="1828" w="434">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1" name="Google Shape;23511;p97"/>
            <p:cNvSpPr/>
            <p:nvPr/>
          </p:nvSpPr>
          <p:spPr>
            <a:xfrm>
              <a:off x="3669161" y="4568553"/>
              <a:ext cx="26315" cy="46150"/>
            </a:xfrm>
            <a:custGeom>
              <a:rect b="b" l="l" r="r" t="t"/>
              <a:pathLst>
                <a:path extrusionOk="0" h="1766" w="1007">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2" name="Google Shape;23512;p97"/>
            <p:cNvSpPr/>
            <p:nvPr/>
          </p:nvSpPr>
          <p:spPr>
            <a:xfrm>
              <a:off x="3736922" y="4537586"/>
              <a:ext cx="39512" cy="39695"/>
            </a:xfrm>
            <a:custGeom>
              <a:rect b="b" l="l" r="r" t="t"/>
              <a:pathLst>
                <a:path extrusionOk="0" h="1519" w="1512">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3" name="Google Shape;23513;p97"/>
            <p:cNvSpPr/>
            <p:nvPr/>
          </p:nvSpPr>
          <p:spPr>
            <a:xfrm>
              <a:off x="3431068" y="4534476"/>
              <a:ext cx="38336" cy="39774"/>
            </a:xfrm>
            <a:custGeom>
              <a:rect b="b" l="l" r="r" t="t"/>
              <a:pathLst>
                <a:path extrusionOk="0" h="1522" w="1467">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4" name="Google Shape;23514;p97"/>
            <p:cNvSpPr/>
            <p:nvPr/>
          </p:nvSpPr>
          <p:spPr>
            <a:xfrm>
              <a:off x="3510223" y="4567926"/>
              <a:ext cx="26289" cy="46359"/>
            </a:xfrm>
            <a:custGeom>
              <a:rect b="b" l="l" r="r" t="t"/>
              <a:pathLst>
                <a:path extrusionOk="0" h="1774" w="1006">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15" name="Google Shape;23515;p97"/>
          <p:cNvGrpSpPr/>
          <p:nvPr/>
        </p:nvGrpSpPr>
        <p:grpSpPr>
          <a:xfrm>
            <a:off x="3961515" y="3658380"/>
            <a:ext cx="369801" cy="296813"/>
            <a:chOff x="3965190" y="3842252"/>
            <a:chExt cx="369801" cy="296813"/>
          </a:xfrm>
        </p:grpSpPr>
        <p:sp>
          <p:nvSpPr>
            <p:cNvPr id="23516" name="Google Shape;23516;p97"/>
            <p:cNvSpPr/>
            <p:nvPr/>
          </p:nvSpPr>
          <p:spPr>
            <a:xfrm>
              <a:off x="3965190" y="3869404"/>
              <a:ext cx="366665" cy="269661"/>
            </a:xfrm>
            <a:custGeom>
              <a:rect b="b" l="l" r="r" t="t"/>
              <a:pathLst>
                <a:path extrusionOk="0" h="10319" w="14031">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7" name="Google Shape;23517;p97"/>
            <p:cNvSpPr/>
            <p:nvPr/>
          </p:nvSpPr>
          <p:spPr>
            <a:xfrm>
              <a:off x="3986043" y="3869404"/>
              <a:ext cx="348947" cy="245567"/>
            </a:xfrm>
            <a:custGeom>
              <a:rect b="b" l="l" r="r" t="t"/>
              <a:pathLst>
                <a:path extrusionOk="0" h="9397" w="13353">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8" name="Google Shape;23518;p97"/>
            <p:cNvSpPr/>
            <p:nvPr/>
          </p:nvSpPr>
          <p:spPr>
            <a:xfrm>
              <a:off x="4038047" y="3842252"/>
              <a:ext cx="21141" cy="53127"/>
            </a:xfrm>
            <a:custGeom>
              <a:rect b="b" l="l" r="r" t="t"/>
              <a:pathLst>
                <a:path extrusionOk="0" h="2033" w="809">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9" name="Google Shape;23519;p97"/>
            <p:cNvSpPr/>
            <p:nvPr/>
          </p:nvSpPr>
          <p:spPr>
            <a:xfrm>
              <a:off x="4104659" y="3842252"/>
              <a:ext cx="21115" cy="53127"/>
            </a:xfrm>
            <a:custGeom>
              <a:rect b="b" l="l" r="r" t="t"/>
              <a:pathLst>
                <a:path extrusionOk="0" h="2033" w="808">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0" name="Google Shape;23520;p97"/>
            <p:cNvSpPr/>
            <p:nvPr/>
          </p:nvSpPr>
          <p:spPr>
            <a:xfrm>
              <a:off x="4171244" y="3842252"/>
              <a:ext cx="21141" cy="53127"/>
            </a:xfrm>
            <a:custGeom>
              <a:rect b="b" l="l" r="r" t="t"/>
              <a:pathLst>
                <a:path extrusionOk="0" h="2033" w="809">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1" name="Google Shape;23521;p97"/>
            <p:cNvSpPr/>
            <p:nvPr/>
          </p:nvSpPr>
          <p:spPr>
            <a:xfrm>
              <a:off x="4238091" y="3842252"/>
              <a:ext cx="20880" cy="53127"/>
            </a:xfrm>
            <a:custGeom>
              <a:rect b="b" l="l" r="r" t="t"/>
              <a:pathLst>
                <a:path extrusionOk="0" h="2033" w="799">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2" name="Google Shape;23522;p97"/>
            <p:cNvSpPr/>
            <p:nvPr/>
          </p:nvSpPr>
          <p:spPr>
            <a:xfrm>
              <a:off x="4038047" y="3842252"/>
              <a:ext cx="21141" cy="29504"/>
            </a:xfrm>
            <a:custGeom>
              <a:rect b="b" l="l" r="r" t="t"/>
              <a:pathLst>
                <a:path extrusionOk="0" h="1129" w="809">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3" name="Google Shape;23523;p97"/>
            <p:cNvSpPr/>
            <p:nvPr/>
          </p:nvSpPr>
          <p:spPr>
            <a:xfrm>
              <a:off x="4104659" y="3842252"/>
              <a:ext cx="21115" cy="29504"/>
            </a:xfrm>
            <a:custGeom>
              <a:rect b="b" l="l" r="r" t="t"/>
              <a:pathLst>
                <a:path extrusionOk="0" h="1129" w="808">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4" name="Google Shape;23524;p97"/>
            <p:cNvSpPr/>
            <p:nvPr/>
          </p:nvSpPr>
          <p:spPr>
            <a:xfrm>
              <a:off x="4171244" y="3842252"/>
              <a:ext cx="21141" cy="29504"/>
            </a:xfrm>
            <a:custGeom>
              <a:rect b="b" l="l" r="r" t="t"/>
              <a:pathLst>
                <a:path extrusionOk="0" h="1129" w="809">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5" name="Google Shape;23525;p97"/>
            <p:cNvSpPr/>
            <p:nvPr/>
          </p:nvSpPr>
          <p:spPr>
            <a:xfrm>
              <a:off x="4238091" y="3842252"/>
              <a:ext cx="20880" cy="29504"/>
            </a:xfrm>
            <a:custGeom>
              <a:rect b="b" l="l" r="r" t="t"/>
              <a:pathLst>
                <a:path extrusionOk="0" h="1129" w="799">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6" name="Google Shape;23526;p97"/>
            <p:cNvSpPr/>
            <p:nvPr/>
          </p:nvSpPr>
          <p:spPr>
            <a:xfrm>
              <a:off x="3985547" y="3919657"/>
              <a:ext cx="167483" cy="163145"/>
            </a:xfrm>
            <a:custGeom>
              <a:rect b="b" l="l" r="r" t="t"/>
              <a:pathLst>
                <a:path extrusionOk="0" h="6243" w="6409">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7" name="Google Shape;23527;p97"/>
            <p:cNvSpPr/>
            <p:nvPr/>
          </p:nvSpPr>
          <p:spPr>
            <a:xfrm>
              <a:off x="4167116" y="3935990"/>
              <a:ext cx="147126" cy="143755"/>
            </a:xfrm>
            <a:custGeom>
              <a:rect b="b" l="l" r="r" t="t"/>
              <a:pathLst>
                <a:path extrusionOk="0" h="5501" w="563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8" name="Google Shape;23528;p97"/>
            <p:cNvSpPr/>
            <p:nvPr/>
          </p:nvSpPr>
          <p:spPr>
            <a:xfrm>
              <a:off x="4167298" y="4057114"/>
              <a:ext cx="22814" cy="22474"/>
            </a:xfrm>
            <a:custGeom>
              <a:rect b="b" l="l" r="r" t="t"/>
              <a:pathLst>
                <a:path extrusionOk="0" h="860" w="873">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9" name="Google Shape;23529;p97"/>
            <p:cNvSpPr/>
            <p:nvPr/>
          </p:nvSpPr>
          <p:spPr>
            <a:xfrm>
              <a:off x="4183814" y="3960868"/>
              <a:ext cx="102544" cy="102570"/>
            </a:xfrm>
            <a:custGeom>
              <a:rect b="b" l="l" r="r" t="t"/>
              <a:pathLst>
                <a:path extrusionOk="0" h="3925" w="3924">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0" name="Google Shape;23530;p97"/>
            <p:cNvSpPr/>
            <p:nvPr/>
          </p:nvSpPr>
          <p:spPr>
            <a:xfrm>
              <a:off x="4265975" y="3936120"/>
              <a:ext cx="48267" cy="45392"/>
            </a:xfrm>
            <a:custGeom>
              <a:rect b="b" l="l" r="r" t="t"/>
              <a:pathLst>
                <a:path extrusionOk="0" h="1737" w="1847">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1" name="Google Shape;23531;p97"/>
            <p:cNvSpPr/>
            <p:nvPr/>
          </p:nvSpPr>
          <p:spPr>
            <a:xfrm>
              <a:off x="4201401" y="3978455"/>
              <a:ext cx="84957" cy="84983"/>
            </a:xfrm>
            <a:custGeom>
              <a:rect b="b" l="l" r="r" t="t"/>
              <a:pathLst>
                <a:path extrusionOk="0" h="3252" w="3251">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2" name="Google Shape;23532;p97"/>
            <p:cNvSpPr/>
            <p:nvPr/>
          </p:nvSpPr>
          <p:spPr>
            <a:xfrm>
              <a:off x="4265975" y="3936120"/>
              <a:ext cx="48032" cy="45392"/>
            </a:xfrm>
            <a:custGeom>
              <a:rect b="b" l="l" r="r" t="t"/>
              <a:pathLst>
                <a:path extrusionOk="0" h="1737" w="1838">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3" name="Google Shape;23533;p97"/>
            <p:cNvSpPr/>
            <p:nvPr/>
          </p:nvSpPr>
          <p:spPr>
            <a:xfrm>
              <a:off x="4283562" y="3953734"/>
              <a:ext cx="29425" cy="27779"/>
            </a:xfrm>
            <a:custGeom>
              <a:rect b="b" l="l" r="r" t="t"/>
              <a:pathLst>
                <a:path extrusionOk="0" h="1063" w="1126">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4" name="Google Shape;23534;p97"/>
            <p:cNvSpPr/>
            <p:nvPr/>
          </p:nvSpPr>
          <p:spPr>
            <a:xfrm>
              <a:off x="4248649" y="3943777"/>
              <a:ext cx="55061" cy="55061"/>
            </a:xfrm>
            <a:custGeom>
              <a:rect b="b" l="l" r="r" t="t"/>
              <a:pathLst>
                <a:path extrusionOk="0" h="2107" w="2107">
                  <a:moveTo>
                    <a:pt x="664" y="1"/>
                  </a:moveTo>
                  <a:lnTo>
                    <a:pt x="644" y="10"/>
                  </a:lnTo>
                  <a:lnTo>
                    <a:pt x="0" y="664"/>
                  </a:lnTo>
                  <a:lnTo>
                    <a:pt x="1443" y="2107"/>
                  </a:lnTo>
                  <a:lnTo>
                    <a:pt x="2106" y="1443"/>
                  </a:lnTo>
                  <a:lnTo>
                    <a:pt x="664"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5" name="Google Shape;23535;p97"/>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6" name="Google Shape;23536;p97"/>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37" name="Google Shape;23537;p97"/>
          <p:cNvGrpSpPr/>
          <p:nvPr/>
        </p:nvGrpSpPr>
        <p:grpSpPr>
          <a:xfrm>
            <a:off x="3502915" y="3649939"/>
            <a:ext cx="396796" cy="313407"/>
            <a:chOff x="3506590" y="3833812"/>
            <a:chExt cx="396796" cy="313407"/>
          </a:xfrm>
        </p:grpSpPr>
        <p:sp>
          <p:nvSpPr>
            <p:cNvPr id="23538" name="Google Shape;23538;p97"/>
            <p:cNvSpPr/>
            <p:nvPr/>
          </p:nvSpPr>
          <p:spPr>
            <a:xfrm>
              <a:off x="3511608" y="3839404"/>
              <a:ext cx="370428" cy="302667"/>
            </a:xfrm>
            <a:custGeom>
              <a:rect b="b" l="l" r="r" t="t"/>
              <a:pathLst>
                <a:path extrusionOk="0" h="11582" w="14175">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9" name="Google Shape;23539;p97"/>
            <p:cNvSpPr/>
            <p:nvPr/>
          </p:nvSpPr>
          <p:spPr>
            <a:xfrm>
              <a:off x="3511347" y="3920676"/>
              <a:ext cx="346804" cy="221159"/>
            </a:xfrm>
            <a:custGeom>
              <a:rect b="b" l="l" r="r" t="t"/>
              <a:pathLst>
                <a:path extrusionOk="0" h="8463" w="13271">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0" name="Google Shape;23540;p97"/>
            <p:cNvSpPr/>
            <p:nvPr/>
          </p:nvSpPr>
          <p:spPr>
            <a:xfrm>
              <a:off x="3506590" y="3833812"/>
              <a:ext cx="396796" cy="313407"/>
            </a:xfrm>
            <a:custGeom>
              <a:rect b="b" l="l" r="r" t="t"/>
              <a:pathLst>
                <a:path extrusionOk="0" h="11993" w="15184">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41" name="Google Shape;23541;p97"/>
          <p:cNvGrpSpPr/>
          <p:nvPr/>
        </p:nvGrpSpPr>
        <p:grpSpPr>
          <a:xfrm>
            <a:off x="2765613" y="1781491"/>
            <a:ext cx="104556" cy="366665"/>
            <a:chOff x="2769288" y="1965364"/>
            <a:chExt cx="104556" cy="366665"/>
          </a:xfrm>
        </p:grpSpPr>
        <p:sp>
          <p:nvSpPr>
            <p:cNvPr id="23542" name="Google Shape;23542;p97"/>
            <p:cNvSpPr/>
            <p:nvPr/>
          </p:nvSpPr>
          <p:spPr>
            <a:xfrm>
              <a:off x="2787372" y="1965364"/>
              <a:ext cx="68127" cy="69382"/>
            </a:xfrm>
            <a:custGeom>
              <a:rect b="b" l="l" r="r" t="t"/>
              <a:pathLst>
                <a:path extrusionOk="0" h="2655" w="2607">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3" name="Google Shape;23543;p97"/>
            <p:cNvSpPr/>
            <p:nvPr/>
          </p:nvSpPr>
          <p:spPr>
            <a:xfrm>
              <a:off x="2778853" y="2014624"/>
              <a:ext cx="85192" cy="55323"/>
            </a:xfrm>
            <a:custGeom>
              <a:rect b="b" l="l" r="r" t="t"/>
              <a:pathLst>
                <a:path extrusionOk="0" h="2117" w="326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4" name="Google Shape;23544;p97"/>
            <p:cNvSpPr/>
            <p:nvPr/>
          </p:nvSpPr>
          <p:spPr>
            <a:xfrm>
              <a:off x="2806239" y="2014624"/>
              <a:ext cx="30418" cy="32195"/>
            </a:xfrm>
            <a:custGeom>
              <a:rect b="b" l="l" r="r" t="t"/>
              <a:pathLst>
                <a:path extrusionOk="0" h="1232" w="1164">
                  <a:moveTo>
                    <a:pt x="0" y="1"/>
                  </a:moveTo>
                  <a:lnTo>
                    <a:pt x="0" y="1231"/>
                  </a:lnTo>
                  <a:lnTo>
                    <a:pt x="1164" y="1231"/>
                  </a:lnTo>
                  <a:lnTo>
                    <a:pt x="1164" y="1"/>
                  </a:lnTo>
                  <a:close/>
                </a:path>
              </a:pathLst>
            </a:custGeom>
            <a:solidFill>
              <a:srgbClr val="CF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5" name="Google Shape;23545;p97"/>
            <p:cNvSpPr/>
            <p:nvPr/>
          </p:nvSpPr>
          <p:spPr>
            <a:xfrm>
              <a:off x="2769288" y="2046793"/>
              <a:ext cx="104556" cy="285236"/>
            </a:xfrm>
            <a:custGeom>
              <a:rect b="b" l="l" r="r" t="t"/>
              <a:pathLst>
                <a:path extrusionOk="0" h="10915" w="4001">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6" name="Google Shape;23546;p97"/>
            <p:cNvSpPr/>
            <p:nvPr/>
          </p:nvSpPr>
          <p:spPr>
            <a:xfrm>
              <a:off x="2793670" y="2046793"/>
              <a:ext cx="80175" cy="214626"/>
            </a:xfrm>
            <a:custGeom>
              <a:rect b="b" l="l" r="r" t="t"/>
              <a:pathLst>
                <a:path extrusionOk="0" h="8213" w="3068">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7" name="Google Shape;23547;p97"/>
            <p:cNvSpPr/>
            <p:nvPr/>
          </p:nvSpPr>
          <p:spPr>
            <a:xfrm>
              <a:off x="2769288" y="2287787"/>
              <a:ext cx="104556" cy="44007"/>
            </a:xfrm>
            <a:custGeom>
              <a:rect b="b" l="l" r="r" t="t"/>
              <a:pathLst>
                <a:path extrusionOk="0" h="1684" w="4001">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8" name="Google Shape;23548;p97"/>
            <p:cNvSpPr/>
            <p:nvPr/>
          </p:nvSpPr>
          <p:spPr>
            <a:xfrm>
              <a:off x="278337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9" name="Google Shape;23549;p97"/>
            <p:cNvSpPr/>
            <p:nvPr/>
          </p:nvSpPr>
          <p:spPr>
            <a:xfrm>
              <a:off x="2805220" y="2303492"/>
              <a:ext cx="11080" cy="28537"/>
            </a:xfrm>
            <a:custGeom>
              <a:rect b="b" l="l" r="r" t="t"/>
              <a:pathLst>
                <a:path extrusionOk="0" h="1092" w="424">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0" name="Google Shape;23550;p97"/>
            <p:cNvSpPr/>
            <p:nvPr/>
          </p:nvSpPr>
          <p:spPr>
            <a:xfrm>
              <a:off x="282709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1" name="Google Shape;23551;p97"/>
            <p:cNvSpPr/>
            <p:nvPr/>
          </p:nvSpPr>
          <p:spPr>
            <a:xfrm>
              <a:off x="2848940" y="2303414"/>
              <a:ext cx="11342" cy="28380"/>
            </a:xfrm>
            <a:custGeom>
              <a:rect b="b" l="l" r="r" t="t"/>
              <a:pathLst>
                <a:path extrusionOk="0" h="1086" w="434">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2" name="Google Shape;23552;p97"/>
            <p:cNvSpPr/>
            <p:nvPr/>
          </p:nvSpPr>
          <p:spPr>
            <a:xfrm>
              <a:off x="2818287" y="2046793"/>
              <a:ext cx="24146" cy="91046"/>
            </a:xfrm>
            <a:custGeom>
              <a:rect b="b" l="l" r="r" t="t"/>
              <a:pathLst>
                <a:path extrusionOk="0" h="3484" w="924">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3" name="Google Shape;23553;p97"/>
            <p:cNvSpPr/>
            <p:nvPr/>
          </p:nvSpPr>
          <p:spPr>
            <a:xfrm>
              <a:off x="2818287" y="2046793"/>
              <a:ext cx="24146" cy="67187"/>
            </a:xfrm>
            <a:custGeom>
              <a:rect b="b" l="l" r="r" t="t"/>
              <a:pathLst>
                <a:path extrusionOk="0" h="2571" w="924">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54" name="Google Shape;23554;p97"/>
          <p:cNvGrpSpPr/>
          <p:nvPr/>
        </p:nvGrpSpPr>
        <p:grpSpPr>
          <a:xfrm>
            <a:off x="3963004" y="1826988"/>
            <a:ext cx="367162" cy="275698"/>
            <a:chOff x="3966679" y="2010861"/>
            <a:chExt cx="367162" cy="275698"/>
          </a:xfrm>
        </p:grpSpPr>
        <p:sp>
          <p:nvSpPr>
            <p:cNvPr id="23555" name="Google Shape;23555;p97"/>
            <p:cNvSpPr/>
            <p:nvPr/>
          </p:nvSpPr>
          <p:spPr>
            <a:xfrm>
              <a:off x="3966679" y="2038509"/>
              <a:ext cx="367162" cy="248050"/>
            </a:xfrm>
            <a:custGeom>
              <a:rect b="b" l="l" r="r" t="t"/>
              <a:pathLst>
                <a:path extrusionOk="0" h="9492" w="1405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6" name="Google Shape;23556;p97"/>
            <p:cNvSpPr/>
            <p:nvPr/>
          </p:nvSpPr>
          <p:spPr>
            <a:xfrm>
              <a:off x="4067969" y="2068117"/>
              <a:ext cx="236473" cy="185018"/>
            </a:xfrm>
            <a:custGeom>
              <a:rect b="b" l="l" r="r" t="t"/>
              <a:pathLst>
                <a:path extrusionOk="0" h="7080" w="9049">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7" name="Google Shape;23557;p97"/>
            <p:cNvSpPr/>
            <p:nvPr/>
          </p:nvSpPr>
          <p:spPr>
            <a:xfrm>
              <a:off x="3966941" y="2010861"/>
              <a:ext cx="79443" cy="243764"/>
            </a:xfrm>
            <a:custGeom>
              <a:rect b="b" l="l" r="r" t="t"/>
              <a:pathLst>
                <a:path extrusionOk="0" h="9328" w="304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8" name="Google Shape;23558;p97"/>
            <p:cNvSpPr/>
            <p:nvPr/>
          </p:nvSpPr>
          <p:spPr>
            <a:xfrm>
              <a:off x="3966941" y="2011357"/>
              <a:ext cx="22657" cy="243032"/>
            </a:xfrm>
            <a:custGeom>
              <a:rect b="b" l="l" r="r" t="t"/>
              <a:pathLst>
                <a:path extrusionOk="0" h="9300" w="867">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59" name="Google Shape;23559;p97"/>
          <p:cNvGrpSpPr/>
          <p:nvPr/>
        </p:nvGrpSpPr>
        <p:grpSpPr>
          <a:xfrm>
            <a:off x="1748902" y="1841622"/>
            <a:ext cx="366404" cy="246220"/>
            <a:chOff x="1752577" y="2025495"/>
            <a:chExt cx="366404" cy="246220"/>
          </a:xfrm>
        </p:grpSpPr>
        <p:sp>
          <p:nvSpPr>
            <p:cNvPr id="23560" name="Google Shape;23560;p97"/>
            <p:cNvSpPr/>
            <p:nvPr/>
          </p:nvSpPr>
          <p:spPr>
            <a:xfrm>
              <a:off x="1852090" y="2025495"/>
              <a:ext cx="80932" cy="72831"/>
            </a:xfrm>
            <a:custGeom>
              <a:rect b="b" l="l" r="r" t="t"/>
              <a:pathLst>
                <a:path extrusionOk="0" h="2787" w="3097">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1" name="Google Shape;23561;p97"/>
            <p:cNvSpPr/>
            <p:nvPr/>
          </p:nvSpPr>
          <p:spPr>
            <a:xfrm>
              <a:off x="1888257" y="2215400"/>
              <a:ext cx="205584" cy="56316"/>
            </a:xfrm>
            <a:custGeom>
              <a:rect b="b" l="l" r="r" t="t"/>
              <a:pathLst>
                <a:path extrusionOk="0" h="2155" w="7867">
                  <a:moveTo>
                    <a:pt x="1" y="1"/>
                  </a:moveTo>
                  <a:lnTo>
                    <a:pt x="1" y="2155"/>
                  </a:lnTo>
                  <a:lnTo>
                    <a:pt x="7867" y="2155"/>
                  </a:lnTo>
                  <a:lnTo>
                    <a:pt x="7867" y="1"/>
                  </a:ln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2" name="Google Shape;23562;p97"/>
            <p:cNvSpPr/>
            <p:nvPr/>
          </p:nvSpPr>
          <p:spPr>
            <a:xfrm>
              <a:off x="1930984" y="2215400"/>
              <a:ext cx="11080" cy="23519"/>
            </a:xfrm>
            <a:custGeom>
              <a:rect b="b" l="l" r="r" t="t"/>
              <a:pathLst>
                <a:path extrusionOk="0" h="900" w="424">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3" name="Google Shape;23563;p97"/>
            <p:cNvSpPr/>
            <p:nvPr/>
          </p:nvSpPr>
          <p:spPr>
            <a:xfrm>
              <a:off x="1948336" y="2215400"/>
              <a:ext cx="11315" cy="39120"/>
            </a:xfrm>
            <a:custGeom>
              <a:rect b="b" l="l" r="r" t="t"/>
              <a:pathLst>
                <a:path extrusionOk="0" h="1497" w="433">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4" name="Google Shape;23564;p97"/>
            <p:cNvSpPr/>
            <p:nvPr/>
          </p:nvSpPr>
          <p:spPr>
            <a:xfrm>
              <a:off x="1965661"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5" name="Google Shape;23565;p97"/>
            <p:cNvSpPr/>
            <p:nvPr/>
          </p:nvSpPr>
          <p:spPr>
            <a:xfrm>
              <a:off x="1983013" y="2215400"/>
              <a:ext cx="11315" cy="23519"/>
            </a:xfrm>
            <a:custGeom>
              <a:rect b="b" l="l" r="r" t="t"/>
              <a:pathLst>
                <a:path extrusionOk="0" h="900" w="433">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6" name="Google Shape;23566;p97"/>
            <p:cNvSpPr/>
            <p:nvPr/>
          </p:nvSpPr>
          <p:spPr>
            <a:xfrm>
              <a:off x="2000601" y="2215400"/>
              <a:ext cx="11080" cy="23519"/>
            </a:xfrm>
            <a:custGeom>
              <a:rect b="b" l="l" r="r" t="t"/>
              <a:pathLst>
                <a:path extrusionOk="0" h="900" w="424">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7" name="Google Shape;23567;p97"/>
            <p:cNvSpPr/>
            <p:nvPr/>
          </p:nvSpPr>
          <p:spPr>
            <a:xfrm>
              <a:off x="2017926" y="2215400"/>
              <a:ext cx="11342" cy="39120"/>
            </a:xfrm>
            <a:custGeom>
              <a:rect b="b" l="l" r="r" t="t"/>
              <a:pathLst>
                <a:path extrusionOk="0" h="1497" w="434">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8" name="Google Shape;23568;p97"/>
            <p:cNvSpPr/>
            <p:nvPr/>
          </p:nvSpPr>
          <p:spPr>
            <a:xfrm>
              <a:off x="2035278" y="2215400"/>
              <a:ext cx="11315" cy="23519"/>
            </a:xfrm>
            <a:custGeom>
              <a:rect b="b" l="l" r="r" t="t"/>
              <a:pathLst>
                <a:path extrusionOk="0" h="900" w="433">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9" name="Google Shape;23569;p97"/>
            <p:cNvSpPr/>
            <p:nvPr/>
          </p:nvSpPr>
          <p:spPr>
            <a:xfrm>
              <a:off x="2052604"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0" name="Google Shape;23570;p97"/>
            <p:cNvSpPr/>
            <p:nvPr/>
          </p:nvSpPr>
          <p:spPr>
            <a:xfrm>
              <a:off x="2070191" y="2215400"/>
              <a:ext cx="11080" cy="23519"/>
            </a:xfrm>
            <a:custGeom>
              <a:rect b="b" l="l" r="r" t="t"/>
              <a:pathLst>
                <a:path extrusionOk="0" h="900" w="424">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1" name="Google Shape;23571;p97"/>
            <p:cNvSpPr/>
            <p:nvPr/>
          </p:nvSpPr>
          <p:spPr>
            <a:xfrm>
              <a:off x="2092822" y="2191776"/>
              <a:ext cx="26159" cy="79939"/>
            </a:xfrm>
            <a:custGeom>
              <a:rect b="b" l="l" r="r" t="t"/>
              <a:pathLst>
                <a:path extrusionOk="0" h="3059" w="1001">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2" name="Google Shape;23572;p97"/>
            <p:cNvSpPr/>
            <p:nvPr/>
          </p:nvSpPr>
          <p:spPr>
            <a:xfrm>
              <a:off x="1752577" y="2044519"/>
              <a:ext cx="166359" cy="227196"/>
            </a:xfrm>
            <a:custGeom>
              <a:rect b="b" l="l" r="r" t="t"/>
              <a:pathLst>
                <a:path extrusionOk="0" h="8694" w="6366">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3" name="Google Shape;23573;p97"/>
            <p:cNvSpPr/>
            <p:nvPr/>
          </p:nvSpPr>
          <p:spPr>
            <a:xfrm>
              <a:off x="1774189" y="2044467"/>
              <a:ext cx="144748" cy="204147"/>
            </a:xfrm>
            <a:custGeom>
              <a:rect b="b" l="l" r="r" t="t"/>
              <a:pathLst>
                <a:path extrusionOk="0" h="7812" w="5539">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4" name="Google Shape;23574;p97"/>
            <p:cNvSpPr/>
            <p:nvPr/>
          </p:nvSpPr>
          <p:spPr>
            <a:xfrm>
              <a:off x="1780774" y="2090774"/>
              <a:ext cx="95880" cy="81978"/>
            </a:xfrm>
            <a:custGeom>
              <a:rect b="b" l="l" r="r" t="t"/>
              <a:pathLst>
                <a:path extrusionOk="0" h="3137" w="3669">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5" name="Google Shape;23575;p97"/>
            <p:cNvSpPr/>
            <p:nvPr/>
          </p:nvSpPr>
          <p:spPr>
            <a:xfrm>
              <a:off x="1805443" y="2090565"/>
              <a:ext cx="71028" cy="61882"/>
            </a:xfrm>
            <a:custGeom>
              <a:rect b="b" l="l" r="r" t="t"/>
              <a:pathLst>
                <a:path extrusionOk="0" h="2368" w="2718">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76" name="Google Shape;23576;p97"/>
          <p:cNvGrpSpPr/>
          <p:nvPr/>
        </p:nvGrpSpPr>
        <p:grpSpPr>
          <a:xfrm>
            <a:off x="1305878" y="1885708"/>
            <a:ext cx="366404" cy="158363"/>
            <a:chOff x="1309553" y="2069580"/>
            <a:chExt cx="366404" cy="158363"/>
          </a:xfrm>
        </p:grpSpPr>
        <p:sp>
          <p:nvSpPr>
            <p:cNvPr id="23577" name="Google Shape;23577;p97"/>
            <p:cNvSpPr/>
            <p:nvPr/>
          </p:nvSpPr>
          <p:spPr>
            <a:xfrm>
              <a:off x="1477402" y="2100051"/>
              <a:ext cx="198555" cy="92770"/>
            </a:xfrm>
            <a:custGeom>
              <a:rect b="b" l="l" r="r" t="t"/>
              <a:pathLst>
                <a:path extrusionOk="0" h="3550" w="7598">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8" name="Google Shape;23578;p97"/>
            <p:cNvSpPr/>
            <p:nvPr/>
          </p:nvSpPr>
          <p:spPr>
            <a:xfrm>
              <a:off x="1477402" y="2150826"/>
              <a:ext cx="198555" cy="42230"/>
            </a:xfrm>
            <a:custGeom>
              <a:rect b="b" l="l" r="r" t="t"/>
              <a:pathLst>
                <a:path extrusionOk="0" h="1616" w="7598">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9" name="Google Shape;23579;p97"/>
            <p:cNvSpPr/>
            <p:nvPr/>
          </p:nvSpPr>
          <p:spPr>
            <a:xfrm>
              <a:off x="1477402" y="2171680"/>
              <a:ext cx="198555" cy="21376"/>
            </a:xfrm>
            <a:custGeom>
              <a:rect b="b" l="l" r="r" t="t"/>
              <a:pathLst>
                <a:path extrusionOk="0" h="818" w="7598">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0" name="Google Shape;23580;p97"/>
            <p:cNvSpPr/>
            <p:nvPr/>
          </p:nvSpPr>
          <p:spPr>
            <a:xfrm>
              <a:off x="1309553" y="2100077"/>
              <a:ext cx="105549" cy="92744"/>
            </a:xfrm>
            <a:custGeom>
              <a:rect b="b" l="l" r="r" t="t"/>
              <a:pathLst>
                <a:path extrusionOk="0" h="3549" w="4039">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1" name="Google Shape;23581;p97"/>
            <p:cNvSpPr/>
            <p:nvPr/>
          </p:nvSpPr>
          <p:spPr>
            <a:xfrm>
              <a:off x="1328891" y="2100077"/>
              <a:ext cx="86211" cy="71629"/>
            </a:xfrm>
            <a:custGeom>
              <a:rect b="b" l="l" r="r" t="t"/>
              <a:pathLst>
                <a:path extrusionOk="0" h="2741" w="3299">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2" name="Google Shape;23582;p97"/>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3" name="Google Shape;23583;p97"/>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4" name="Google Shape;23584;p97"/>
            <p:cNvSpPr/>
            <p:nvPr/>
          </p:nvSpPr>
          <p:spPr>
            <a:xfrm>
              <a:off x="1339814" y="2100077"/>
              <a:ext cx="11838" cy="23885"/>
            </a:xfrm>
            <a:custGeom>
              <a:rect b="b" l="l" r="r" t="t"/>
              <a:pathLst>
                <a:path extrusionOk="0" h="914" w="453">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5" name="Google Shape;23585;p97"/>
            <p:cNvSpPr/>
            <p:nvPr/>
          </p:nvSpPr>
          <p:spPr>
            <a:xfrm>
              <a:off x="1357532" y="2100077"/>
              <a:ext cx="11080" cy="22944"/>
            </a:xfrm>
            <a:custGeom>
              <a:rect b="b" l="l" r="r" t="t"/>
              <a:pathLst>
                <a:path extrusionOk="0" h="878" w="424">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6" name="Google Shape;23586;p97"/>
            <p:cNvSpPr/>
            <p:nvPr/>
          </p:nvSpPr>
          <p:spPr>
            <a:xfrm>
              <a:off x="1374884" y="2100077"/>
              <a:ext cx="11080" cy="22944"/>
            </a:xfrm>
            <a:custGeom>
              <a:rect b="b" l="l" r="r" t="t"/>
              <a:pathLst>
                <a:path extrusionOk="0" h="878" w="424">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7" name="Google Shape;23587;p97"/>
            <p:cNvSpPr/>
            <p:nvPr/>
          </p:nvSpPr>
          <p:spPr>
            <a:xfrm>
              <a:off x="1391844" y="2100077"/>
              <a:ext cx="11838" cy="39225"/>
            </a:xfrm>
            <a:custGeom>
              <a:rect b="b" l="l" r="r" t="t"/>
              <a:pathLst>
                <a:path extrusionOk="0" h="1501" w="453">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8" name="Google Shape;23588;p97"/>
            <p:cNvSpPr/>
            <p:nvPr/>
          </p:nvSpPr>
          <p:spPr>
            <a:xfrm>
              <a:off x="1322619" y="2100077"/>
              <a:ext cx="11315" cy="38467"/>
            </a:xfrm>
            <a:custGeom>
              <a:rect b="b" l="l" r="r" t="t"/>
              <a:pathLst>
                <a:path extrusionOk="0" h="1472" w="433">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9" name="Google Shape;23589;p97"/>
            <p:cNvSpPr/>
            <p:nvPr/>
          </p:nvSpPr>
          <p:spPr>
            <a:xfrm>
              <a:off x="1513334"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0" name="Google Shape;23590;p97"/>
            <p:cNvSpPr/>
            <p:nvPr/>
          </p:nvSpPr>
          <p:spPr>
            <a:xfrm>
              <a:off x="1496008" y="2100077"/>
              <a:ext cx="11315" cy="22944"/>
            </a:xfrm>
            <a:custGeom>
              <a:rect b="b" l="l" r="r" t="t"/>
              <a:pathLst>
                <a:path extrusionOk="0" h="878" w="433">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1" name="Google Shape;23591;p97"/>
            <p:cNvSpPr/>
            <p:nvPr/>
          </p:nvSpPr>
          <p:spPr>
            <a:xfrm>
              <a:off x="1530921" y="2100077"/>
              <a:ext cx="11342" cy="38467"/>
            </a:xfrm>
            <a:custGeom>
              <a:rect b="b" l="l" r="r" t="t"/>
              <a:pathLst>
                <a:path extrusionOk="0" h="1472" w="434">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2" name="Google Shape;23592;p97"/>
            <p:cNvSpPr/>
            <p:nvPr/>
          </p:nvSpPr>
          <p:spPr>
            <a:xfrm>
              <a:off x="1548012"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3" name="Google Shape;23593;p97"/>
            <p:cNvSpPr/>
            <p:nvPr/>
          </p:nvSpPr>
          <p:spPr>
            <a:xfrm>
              <a:off x="1565364" y="2100077"/>
              <a:ext cx="11838" cy="23885"/>
            </a:xfrm>
            <a:custGeom>
              <a:rect b="b" l="l" r="r" t="t"/>
              <a:pathLst>
                <a:path extrusionOk="0" h="914" w="453">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4" name="Google Shape;23594;p97"/>
            <p:cNvSpPr/>
            <p:nvPr/>
          </p:nvSpPr>
          <p:spPr>
            <a:xfrm>
              <a:off x="1582690"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5" name="Google Shape;23595;p97"/>
            <p:cNvSpPr/>
            <p:nvPr/>
          </p:nvSpPr>
          <p:spPr>
            <a:xfrm>
              <a:off x="1600042" y="2100077"/>
              <a:ext cx="11838" cy="39225"/>
            </a:xfrm>
            <a:custGeom>
              <a:rect b="b" l="l" r="r" t="t"/>
              <a:pathLst>
                <a:path extrusionOk="0" h="1501" w="453">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6" name="Google Shape;23596;p97"/>
            <p:cNvSpPr/>
            <p:nvPr/>
          </p:nvSpPr>
          <p:spPr>
            <a:xfrm>
              <a:off x="1617367"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7" name="Google Shape;23597;p97"/>
            <p:cNvSpPr/>
            <p:nvPr/>
          </p:nvSpPr>
          <p:spPr>
            <a:xfrm>
              <a:off x="1634955" y="2100077"/>
              <a:ext cx="11342" cy="22944"/>
            </a:xfrm>
            <a:custGeom>
              <a:rect b="b" l="l" r="r" t="t"/>
              <a:pathLst>
                <a:path extrusionOk="0" h="878" w="434">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8" name="Google Shape;23598;p97"/>
            <p:cNvSpPr/>
            <p:nvPr/>
          </p:nvSpPr>
          <p:spPr>
            <a:xfrm>
              <a:off x="1652045"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9" name="Google Shape;23599;p97"/>
            <p:cNvSpPr/>
            <p:nvPr/>
          </p:nvSpPr>
          <p:spPr>
            <a:xfrm>
              <a:off x="1386435" y="2069580"/>
              <a:ext cx="45000" cy="158363"/>
            </a:xfrm>
            <a:custGeom>
              <a:rect b="b" l="l" r="r" t="t"/>
              <a:pathLst>
                <a:path extrusionOk="0" h="6060" w="1722">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0" name="Google Shape;23600;p97"/>
            <p:cNvSpPr/>
            <p:nvPr/>
          </p:nvSpPr>
          <p:spPr>
            <a:xfrm>
              <a:off x="1405537" y="2084737"/>
              <a:ext cx="25897" cy="135967"/>
            </a:xfrm>
            <a:custGeom>
              <a:rect b="b" l="l" r="r" t="t"/>
              <a:pathLst>
                <a:path extrusionOk="0" h="5203" w="991">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1" name="Google Shape;23601;p97"/>
            <p:cNvSpPr/>
            <p:nvPr/>
          </p:nvSpPr>
          <p:spPr>
            <a:xfrm>
              <a:off x="1462062" y="2069737"/>
              <a:ext cx="45026" cy="158128"/>
            </a:xfrm>
            <a:custGeom>
              <a:rect b="b" l="l" r="r" t="t"/>
              <a:pathLst>
                <a:path extrusionOk="0" h="6051" w="1723">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2" name="Google Shape;23602;p97"/>
            <p:cNvSpPr/>
            <p:nvPr/>
          </p:nvSpPr>
          <p:spPr>
            <a:xfrm>
              <a:off x="1462062" y="2084999"/>
              <a:ext cx="25923" cy="135967"/>
            </a:xfrm>
            <a:custGeom>
              <a:rect b="b" l="l" r="r" t="t"/>
              <a:pathLst>
                <a:path extrusionOk="0" h="5203" w="992">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03" name="Google Shape;23603;p97"/>
          <p:cNvGrpSpPr/>
          <p:nvPr/>
        </p:nvGrpSpPr>
        <p:grpSpPr>
          <a:xfrm>
            <a:off x="862853" y="1904889"/>
            <a:ext cx="366639" cy="119635"/>
            <a:chOff x="866528" y="2088762"/>
            <a:chExt cx="366639" cy="119635"/>
          </a:xfrm>
        </p:grpSpPr>
        <p:sp>
          <p:nvSpPr>
            <p:cNvPr id="23604" name="Google Shape;23604;p97"/>
            <p:cNvSpPr/>
            <p:nvPr/>
          </p:nvSpPr>
          <p:spPr>
            <a:xfrm>
              <a:off x="866528" y="2088762"/>
              <a:ext cx="366639" cy="119635"/>
            </a:xfrm>
            <a:custGeom>
              <a:rect b="b" l="l" r="r" t="t"/>
              <a:pathLst>
                <a:path extrusionOk="0" h="4578" w="1403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5" name="Google Shape;23605;p97"/>
            <p:cNvSpPr/>
            <p:nvPr/>
          </p:nvSpPr>
          <p:spPr>
            <a:xfrm>
              <a:off x="866528" y="2139511"/>
              <a:ext cx="366639" cy="68885"/>
            </a:xfrm>
            <a:custGeom>
              <a:rect b="b" l="l" r="r" t="t"/>
              <a:pathLst>
                <a:path extrusionOk="0" h="2636" w="1403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6" name="Google Shape;23606;p97"/>
            <p:cNvSpPr/>
            <p:nvPr/>
          </p:nvSpPr>
          <p:spPr>
            <a:xfrm>
              <a:off x="866528" y="2164389"/>
              <a:ext cx="366639" cy="44007"/>
            </a:xfrm>
            <a:custGeom>
              <a:rect b="b" l="l" r="r" t="t"/>
              <a:pathLst>
                <a:path extrusionOk="0" h="1684" w="1403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7" name="Google Shape;23607;p97"/>
            <p:cNvSpPr/>
            <p:nvPr/>
          </p:nvSpPr>
          <p:spPr>
            <a:xfrm>
              <a:off x="897940" y="2088762"/>
              <a:ext cx="11943" cy="36455"/>
            </a:xfrm>
            <a:custGeom>
              <a:rect b="b" l="l" r="r" t="t"/>
              <a:pathLst>
                <a:path extrusionOk="0" h="1395" w="457">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8" name="Google Shape;23608;p97"/>
            <p:cNvSpPr/>
            <p:nvPr/>
          </p:nvSpPr>
          <p:spPr>
            <a:xfrm>
              <a:off x="927443" y="2088762"/>
              <a:ext cx="11838" cy="26916"/>
            </a:xfrm>
            <a:custGeom>
              <a:rect b="b" l="l" r="r" t="t"/>
              <a:pathLst>
                <a:path extrusionOk="0" h="1030" w="453">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9" name="Google Shape;23609;p97"/>
            <p:cNvSpPr/>
            <p:nvPr/>
          </p:nvSpPr>
          <p:spPr>
            <a:xfrm>
              <a:off x="956346" y="2088762"/>
              <a:ext cx="11838" cy="36455"/>
            </a:xfrm>
            <a:custGeom>
              <a:rect b="b" l="l" r="r" t="t"/>
              <a:pathLst>
                <a:path extrusionOk="0" h="1395" w="453">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0" name="Google Shape;23610;p97"/>
            <p:cNvSpPr/>
            <p:nvPr/>
          </p:nvSpPr>
          <p:spPr>
            <a:xfrm>
              <a:off x="985876" y="2088762"/>
              <a:ext cx="11838" cy="26916"/>
            </a:xfrm>
            <a:custGeom>
              <a:rect b="b" l="l" r="r" t="t"/>
              <a:pathLst>
                <a:path extrusionOk="0" h="1030" w="453">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1" name="Google Shape;23611;p97"/>
            <p:cNvSpPr/>
            <p:nvPr/>
          </p:nvSpPr>
          <p:spPr>
            <a:xfrm>
              <a:off x="1014647" y="2088762"/>
              <a:ext cx="11969" cy="36455"/>
            </a:xfrm>
            <a:custGeom>
              <a:rect b="b" l="l" r="r" t="t"/>
              <a:pathLst>
                <a:path extrusionOk="0" h="1395" w="458">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2" name="Google Shape;23612;p97"/>
            <p:cNvSpPr/>
            <p:nvPr/>
          </p:nvSpPr>
          <p:spPr>
            <a:xfrm>
              <a:off x="1044439" y="2088762"/>
              <a:ext cx="11315" cy="26159"/>
            </a:xfrm>
            <a:custGeom>
              <a:rect b="b" l="l" r="r" t="t"/>
              <a:pathLst>
                <a:path extrusionOk="0" h="1001" w="433">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3" name="Google Shape;23613;p97"/>
            <p:cNvSpPr/>
            <p:nvPr/>
          </p:nvSpPr>
          <p:spPr>
            <a:xfrm>
              <a:off x="1073080"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4" name="Google Shape;23614;p97"/>
            <p:cNvSpPr/>
            <p:nvPr/>
          </p:nvSpPr>
          <p:spPr>
            <a:xfrm>
              <a:off x="1102479" y="2088762"/>
              <a:ext cx="11838" cy="26916"/>
            </a:xfrm>
            <a:custGeom>
              <a:rect b="b" l="l" r="r" t="t"/>
              <a:pathLst>
                <a:path extrusionOk="0" h="1030" w="453">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5" name="Google Shape;23615;p97"/>
            <p:cNvSpPr/>
            <p:nvPr/>
          </p:nvSpPr>
          <p:spPr>
            <a:xfrm>
              <a:off x="1131381"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6" name="Google Shape;23616;p97"/>
            <p:cNvSpPr/>
            <p:nvPr/>
          </p:nvSpPr>
          <p:spPr>
            <a:xfrm>
              <a:off x="1160911" y="2088762"/>
              <a:ext cx="11838" cy="26916"/>
            </a:xfrm>
            <a:custGeom>
              <a:rect b="b" l="l" r="r" t="t"/>
              <a:pathLst>
                <a:path extrusionOk="0" h="1030" w="453">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7" name="Google Shape;23617;p97"/>
            <p:cNvSpPr/>
            <p:nvPr/>
          </p:nvSpPr>
          <p:spPr>
            <a:xfrm>
              <a:off x="1189814" y="2088762"/>
              <a:ext cx="11812" cy="36455"/>
            </a:xfrm>
            <a:custGeom>
              <a:rect b="b" l="l" r="r" t="t"/>
              <a:pathLst>
                <a:path extrusionOk="0" h="1395" w="452">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18" name="Google Shape;23618;p97"/>
          <p:cNvGrpSpPr/>
          <p:nvPr/>
        </p:nvGrpSpPr>
        <p:grpSpPr>
          <a:xfrm>
            <a:off x="2325594" y="1781439"/>
            <a:ext cx="98807" cy="366273"/>
            <a:chOff x="2329269" y="1965312"/>
            <a:chExt cx="98807" cy="366273"/>
          </a:xfrm>
        </p:grpSpPr>
        <p:sp>
          <p:nvSpPr>
            <p:cNvPr id="23619" name="Google Shape;23619;p97"/>
            <p:cNvSpPr/>
            <p:nvPr/>
          </p:nvSpPr>
          <p:spPr>
            <a:xfrm>
              <a:off x="2329269" y="1965312"/>
              <a:ext cx="98807" cy="312179"/>
            </a:xfrm>
            <a:custGeom>
              <a:rect b="b" l="l" r="r" t="t"/>
              <a:pathLst>
                <a:path extrusionOk="0" h="11946" w="3781">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0" name="Google Shape;23620;p97"/>
            <p:cNvSpPr/>
            <p:nvPr/>
          </p:nvSpPr>
          <p:spPr>
            <a:xfrm>
              <a:off x="2353415" y="1970904"/>
              <a:ext cx="74661" cy="289757"/>
            </a:xfrm>
            <a:custGeom>
              <a:rect b="b" l="l" r="r" t="t"/>
              <a:pathLst>
                <a:path extrusionOk="0" h="11088" w="2857">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1" name="Google Shape;23621;p97"/>
            <p:cNvSpPr/>
            <p:nvPr/>
          </p:nvSpPr>
          <p:spPr>
            <a:xfrm>
              <a:off x="2337266" y="2001558"/>
              <a:ext cx="81246" cy="330027"/>
            </a:xfrm>
            <a:custGeom>
              <a:rect b="b" l="l" r="r" t="t"/>
              <a:pathLst>
                <a:path extrusionOk="0" h="12629" w="3109">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22" name="Google Shape;23622;p97"/>
          <p:cNvGrpSpPr/>
          <p:nvPr/>
        </p:nvGrpSpPr>
        <p:grpSpPr>
          <a:xfrm>
            <a:off x="3204378" y="1781099"/>
            <a:ext cx="112344" cy="366926"/>
            <a:chOff x="3208053" y="1964972"/>
            <a:chExt cx="112344" cy="366926"/>
          </a:xfrm>
        </p:grpSpPr>
        <p:sp>
          <p:nvSpPr>
            <p:cNvPr id="23623" name="Google Shape;23623;p97"/>
            <p:cNvSpPr/>
            <p:nvPr/>
          </p:nvSpPr>
          <p:spPr>
            <a:xfrm>
              <a:off x="3226398" y="2093283"/>
              <a:ext cx="63607" cy="238616"/>
            </a:xfrm>
            <a:custGeom>
              <a:rect b="b" l="l" r="r" t="t"/>
              <a:pathLst>
                <a:path extrusionOk="0" h="9131" w="2434">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4" name="Google Shape;23624;p97"/>
            <p:cNvSpPr/>
            <p:nvPr/>
          </p:nvSpPr>
          <p:spPr>
            <a:xfrm>
              <a:off x="3226398" y="2093544"/>
              <a:ext cx="45497" cy="238355"/>
            </a:xfrm>
            <a:custGeom>
              <a:rect b="b" l="l" r="r" t="t"/>
              <a:pathLst>
                <a:path extrusionOk="0" h="9121" w="1741">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5" name="Google Shape;23625;p97"/>
            <p:cNvSpPr/>
            <p:nvPr/>
          </p:nvSpPr>
          <p:spPr>
            <a:xfrm>
              <a:off x="3208053" y="1964972"/>
              <a:ext cx="112344" cy="147936"/>
            </a:xfrm>
            <a:custGeom>
              <a:rect b="b" l="l" r="r" t="t"/>
              <a:pathLst>
                <a:path extrusionOk="0" h="5661" w="4299">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6" name="Google Shape;23626;p97"/>
            <p:cNvSpPr/>
            <p:nvPr/>
          </p:nvSpPr>
          <p:spPr>
            <a:xfrm>
              <a:off x="3229900" y="1964972"/>
              <a:ext cx="90497" cy="130088"/>
            </a:xfrm>
            <a:custGeom>
              <a:rect b="b" l="l" r="r" t="t"/>
              <a:pathLst>
                <a:path extrusionOk="0" h="4978" w="3463">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7" name="Google Shape;23627;p97"/>
            <p:cNvSpPr/>
            <p:nvPr/>
          </p:nvSpPr>
          <p:spPr>
            <a:xfrm>
              <a:off x="3227887" y="2142542"/>
              <a:ext cx="60340" cy="31176"/>
            </a:xfrm>
            <a:custGeom>
              <a:rect b="b" l="l" r="r" t="t"/>
              <a:pathLst>
                <a:path extrusionOk="0" h="1193" w="2309">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8" name="Google Shape;23628;p97"/>
            <p:cNvSpPr/>
            <p:nvPr/>
          </p:nvSpPr>
          <p:spPr>
            <a:xfrm>
              <a:off x="3227887" y="2142542"/>
              <a:ext cx="29948" cy="31176"/>
            </a:xfrm>
            <a:custGeom>
              <a:rect b="b" l="l" r="r" t="t"/>
              <a:pathLst>
                <a:path extrusionOk="0" h="1193" w="1146">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29" name="Google Shape;23629;p97"/>
          <p:cNvGrpSpPr/>
          <p:nvPr/>
        </p:nvGrpSpPr>
        <p:grpSpPr>
          <a:xfrm>
            <a:off x="3221704" y="3623467"/>
            <a:ext cx="72413" cy="366404"/>
            <a:chOff x="3225379" y="3807339"/>
            <a:chExt cx="72413" cy="366404"/>
          </a:xfrm>
        </p:grpSpPr>
        <p:sp>
          <p:nvSpPr>
            <p:cNvPr id="23630" name="Google Shape;23630;p97"/>
            <p:cNvSpPr/>
            <p:nvPr/>
          </p:nvSpPr>
          <p:spPr>
            <a:xfrm>
              <a:off x="3225379" y="3807339"/>
              <a:ext cx="72413" cy="366404"/>
            </a:xfrm>
            <a:custGeom>
              <a:rect b="b" l="l" r="r" t="t"/>
              <a:pathLst>
                <a:path extrusionOk="0" h="14021" w="2771">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1" name="Google Shape;23631;p97"/>
            <p:cNvSpPr/>
            <p:nvPr/>
          </p:nvSpPr>
          <p:spPr>
            <a:xfrm>
              <a:off x="3225640" y="4104623"/>
              <a:ext cx="72152" cy="33188"/>
            </a:xfrm>
            <a:custGeom>
              <a:rect b="b" l="l" r="r" t="t"/>
              <a:pathLst>
                <a:path extrusionOk="0" h="1270" w="2761">
                  <a:moveTo>
                    <a:pt x="0" y="0"/>
                  </a:moveTo>
                  <a:lnTo>
                    <a:pt x="0" y="1269"/>
                  </a:lnTo>
                  <a:lnTo>
                    <a:pt x="2760" y="1269"/>
                  </a:lnTo>
                  <a:lnTo>
                    <a:pt x="2760" y="1241"/>
                  </a:lnTo>
                  <a:lnTo>
                    <a:pt x="2760" y="0"/>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2" name="Google Shape;23632;p97"/>
            <p:cNvSpPr/>
            <p:nvPr/>
          </p:nvSpPr>
          <p:spPr>
            <a:xfrm>
              <a:off x="3245997" y="3807339"/>
              <a:ext cx="31437" cy="32509"/>
            </a:xfrm>
            <a:custGeom>
              <a:rect b="b" l="l" r="r" t="t"/>
              <a:pathLst>
                <a:path extrusionOk="0" h="1244" w="1203">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3" name="Google Shape;23633;p97"/>
            <p:cNvSpPr/>
            <p:nvPr/>
          </p:nvSpPr>
          <p:spPr>
            <a:xfrm>
              <a:off x="3225379" y="4137785"/>
              <a:ext cx="72413" cy="35958"/>
            </a:xfrm>
            <a:custGeom>
              <a:rect b="b" l="l" r="r" t="t"/>
              <a:pathLst>
                <a:path extrusionOk="0" h="1376" w="2771">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4" name="Google Shape;23634;p97"/>
            <p:cNvSpPr/>
            <p:nvPr/>
          </p:nvSpPr>
          <p:spPr>
            <a:xfrm>
              <a:off x="3255039" y="4104623"/>
              <a:ext cx="42753" cy="33188"/>
            </a:xfrm>
            <a:custGeom>
              <a:rect b="b" l="l" r="r" t="t"/>
              <a:pathLst>
                <a:path extrusionOk="0" h="1270" w="1636">
                  <a:moveTo>
                    <a:pt x="0" y="0"/>
                  </a:moveTo>
                  <a:lnTo>
                    <a:pt x="0" y="1269"/>
                  </a:lnTo>
                  <a:lnTo>
                    <a:pt x="1635" y="1269"/>
                  </a:lnTo>
                  <a:lnTo>
                    <a:pt x="1635" y="1241"/>
                  </a:lnTo>
                  <a:lnTo>
                    <a:pt x="1635" y="0"/>
                  </a:ln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5" name="Google Shape;23635;p97"/>
            <p:cNvSpPr/>
            <p:nvPr/>
          </p:nvSpPr>
          <p:spPr>
            <a:xfrm>
              <a:off x="3255039" y="4137785"/>
              <a:ext cx="42753" cy="32953"/>
            </a:xfrm>
            <a:custGeom>
              <a:rect b="b" l="l" r="r" t="t"/>
              <a:pathLst>
                <a:path extrusionOk="0" h="1261" w="1636">
                  <a:moveTo>
                    <a:pt x="0" y="0"/>
                  </a:moveTo>
                  <a:cubicBezTo>
                    <a:pt x="0" y="539"/>
                    <a:pt x="318" y="1039"/>
                    <a:pt x="818" y="1260"/>
                  </a:cubicBezTo>
                  <a:cubicBezTo>
                    <a:pt x="1308" y="1029"/>
                    <a:pt x="1625" y="539"/>
                    <a:pt x="1635" y="0"/>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6" name="Google Shape;23636;p97"/>
            <p:cNvSpPr/>
            <p:nvPr/>
          </p:nvSpPr>
          <p:spPr>
            <a:xfrm>
              <a:off x="3225379" y="3872932"/>
              <a:ext cx="72413" cy="231717"/>
            </a:xfrm>
            <a:custGeom>
              <a:rect b="b" l="l" r="r" t="t"/>
              <a:pathLst>
                <a:path extrusionOk="0" h="8867" w="2771">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7" name="Google Shape;23637;p97"/>
            <p:cNvSpPr/>
            <p:nvPr/>
          </p:nvSpPr>
          <p:spPr>
            <a:xfrm>
              <a:off x="3255039" y="3872932"/>
              <a:ext cx="42753" cy="231717"/>
            </a:xfrm>
            <a:custGeom>
              <a:rect b="b" l="l" r="r" t="t"/>
              <a:pathLst>
                <a:path extrusionOk="0" h="8867" w="1636">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38" name="Google Shape;23638;p97"/>
          <p:cNvGrpSpPr/>
          <p:nvPr/>
        </p:nvGrpSpPr>
        <p:grpSpPr>
          <a:xfrm>
            <a:off x="3520241" y="1827223"/>
            <a:ext cx="366665" cy="275201"/>
            <a:chOff x="3523916" y="2011096"/>
            <a:chExt cx="366665" cy="275201"/>
          </a:xfrm>
        </p:grpSpPr>
        <p:sp>
          <p:nvSpPr>
            <p:cNvPr id="23639" name="Google Shape;23639;p97"/>
            <p:cNvSpPr/>
            <p:nvPr/>
          </p:nvSpPr>
          <p:spPr>
            <a:xfrm>
              <a:off x="3524178" y="2038744"/>
              <a:ext cx="366404" cy="247553"/>
            </a:xfrm>
            <a:custGeom>
              <a:rect b="b" l="l" r="r" t="t"/>
              <a:pathLst>
                <a:path extrusionOk="0" h="9473" w="14021">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0" name="Google Shape;23640;p97"/>
            <p:cNvSpPr/>
            <p:nvPr/>
          </p:nvSpPr>
          <p:spPr>
            <a:xfrm>
              <a:off x="3624945" y="2161123"/>
              <a:ext cx="244783" cy="74425"/>
            </a:xfrm>
            <a:custGeom>
              <a:rect b="b" l="l" r="r" t="t"/>
              <a:pathLst>
                <a:path extrusionOk="0" h="2848" w="9367">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1" name="Google Shape;23641;p97"/>
            <p:cNvSpPr/>
            <p:nvPr/>
          </p:nvSpPr>
          <p:spPr>
            <a:xfrm>
              <a:off x="3624945" y="2161123"/>
              <a:ext cx="244783" cy="47796"/>
            </a:xfrm>
            <a:custGeom>
              <a:rect b="b" l="l" r="r" t="t"/>
              <a:pathLst>
                <a:path extrusionOk="0" h="1829" w="9367">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2" name="Google Shape;23642;p97"/>
            <p:cNvSpPr/>
            <p:nvPr/>
          </p:nvSpPr>
          <p:spPr>
            <a:xfrm>
              <a:off x="3652697" y="2161123"/>
              <a:ext cx="11969" cy="24146"/>
            </a:xfrm>
            <a:custGeom>
              <a:rect b="b" l="l" r="r" t="t"/>
              <a:pathLst>
                <a:path extrusionOk="0" h="924" w="458">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3" name="Google Shape;23643;p97"/>
            <p:cNvSpPr/>
            <p:nvPr/>
          </p:nvSpPr>
          <p:spPr>
            <a:xfrm>
              <a:off x="3670546" y="2161123"/>
              <a:ext cx="11838" cy="24146"/>
            </a:xfrm>
            <a:custGeom>
              <a:rect b="b" l="l" r="r" t="t"/>
              <a:pathLst>
                <a:path extrusionOk="0" h="924" w="453">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4" name="Google Shape;23644;p97"/>
            <p:cNvSpPr/>
            <p:nvPr/>
          </p:nvSpPr>
          <p:spPr>
            <a:xfrm>
              <a:off x="3688264" y="2161123"/>
              <a:ext cx="11838" cy="24146"/>
            </a:xfrm>
            <a:custGeom>
              <a:rect b="b" l="l" r="r" t="t"/>
              <a:pathLst>
                <a:path extrusionOk="0" h="924" w="453">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5" name="Google Shape;23645;p97"/>
            <p:cNvSpPr/>
            <p:nvPr/>
          </p:nvSpPr>
          <p:spPr>
            <a:xfrm>
              <a:off x="3705981" y="2161123"/>
              <a:ext cx="11838" cy="40244"/>
            </a:xfrm>
            <a:custGeom>
              <a:rect b="b" l="l" r="r" t="t"/>
              <a:pathLst>
                <a:path extrusionOk="0" h="1540" w="453">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6" name="Google Shape;23646;p97"/>
            <p:cNvSpPr/>
            <p:nvPr/>
          </p:nvSpPr>
          <p:spPr>
            <a:xfrm>
              <a:off x="3634875" y="2161123"/>
              <a:ext cx="11943" cy="40244"/>
            </a:xfrm>
            <a:custGeom>
              <a:rect b="b" l="l" r="r" t="t"/>
              <a:pathLst>
                <a:path extrusionOk="0" h="1540" w="457">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7" name="Google Shape;23647;p97"/>
            <p:cNvSpPr/>
            <p:nvPr/>
          </p:nvSpPr>
          <p:spPr>
            <a:xfrm>
              <a:off x="3723934" y="2161123"/>
              <a:ext cx="11342" cy="23415"/>
            </a:xfrm>
            <a:custGeom>
              <a:rect b="b" l="l" r="r" t="t"/>
              <a:pathLst>
                <a:path extrusionOk="0" h="896" w="434">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8" name="Google Shape;23648;p97"/>
            <p:cNvSpPr/>
            <p:nvPr/>
          </p:nvSpPr>
          <p:spPr>
            <a:xfrm>
              <a:off x="3741783" y="2161123"/>
              <a:ext cx="11342" cy="23415"/>
            </a:xfrm>
            <a:custGeom>
              <a:rect b="b" l="l" r="r" t="t"/>
              <a:pathLst>
                <a:path extrusionOk="0" h="896" w="434">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9" name="Google Shape;23649;p97"/>
            <p:cNvSpPr/>
            <p:nvPr/>
          </p:nvSpPr>
          <p:spPr>
            <a:xfrm>
              <a:off x="3759631" y="2161123"/>
              <a:ext cx="11080" cy="23415"/>
            </a:xfrm>
            <a:custGeom>
              <a:rect b="b" l="l" r="r" t="t"/>
              <a:pathLst>
                <a:path extrusionOk="0" h="896" w="424">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0" name="Google Shape;23650;p97"/>
            <p:cNvSpPr/>
            <p:nvPr/>
          </p:nvSpPr>
          <p:spPr>
            <a:xfrm>
              <a:off x="3777219" y="2161123"/>
              <a:ext cx="11342" cy="39303"/>
            </a:xfrm>
            <a:custGeom>
              <a:rect b="b" l="l" r="r" t="t"/>
              <a:pathLst>
                <a:path extrusionOk="0" h="1504" w="434">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1" name="Google Shape;23651;p97"/>
            <p:cNvSpPr/>
            <p:nvPr/>
          </p:nvSpPr>
          <p:spPr>
            <a:xfrm>
              <a:off x="3795067" y="2161123"/>
              <a:ext cx="11315" cy="23415"/>
            </a:xfrm>
            <a:custGeom>
              <a:rect b="b" l="l" r="r" t="t"/>
              <a:pathLst>
                <a:path extrusionOk="0" h="896" w="433">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2" name="Google Shape;23652;p97"/>
            <p:cNvSpPr/>
            <p:nvPr/>
          </p:nvSpPr>
          <p:spPr>
            <a:xfrm>
              <a:off x="3812654" y="2161123"/>
              <a:ext cx="11342" cy="23415"/>
            </a:xfrm>
            <a:custGeom>
              <a:rect b="b" l="l" r="r" t="t"/>
              <a:pathLst>
                <a:path extrusionOk="0" h="896" w="434">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3" name="Google Shape;23653;p97"/>
            <p:cNvSpPr/>
            <p:nvPr/>
          </p:nvSpPr>
          <p:spPr>
            <a:xfrm>
              <a:off x="3830503" y="2161123"/>
              <a:ext cx="11315" cy="23415"/>
            </a:xfrm>
            <a:custGeom>
              <a:rect b="b" l="l" r="r" t="t"/>
              <a:pathLst>
                <a:path extrusionOk="0" h="896" w="433">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4" name="Google Shape;23654;p97"/>
            <p:cNvSpPr/>
            <p:nvPr/>
          </p:nvSpPr>
          <p:spPr>
            <a:xfrm>
              <a:off x="3848325" y="2161123"/>
              <a:ext cx="11080" cy="39303"/>
            </a:xfrm>
            <a:custGeom>
              <a:rect b="b" l="l" r="r" t="t"/>
              <a:pathLst>
                <a:path extrusionOk="0" h="1504" w="424">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5" name="Google Shape;23655;p97"/>
            <p:cNvSpPr/>
            <p:nvPr/>
          </p:nvSpPr>
          <p:spPr>
            <a:xfrm>
              <a:off x="3626173" y="2063857"/>
              <a:ext cx="212483" cy="74190"/>
            </a:xfrm>
            <a:custGeom>
              <a:rect b="b" l="l" r="r" t="t"/>
              <a:pathLst>
                <a:path extrusionOk="0" h="2839" w="8131">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6" name="Google Shape;23656;p97"/>
            <p:cNvSpPr/>
            <p:nvPr/>
          </p:nvSpPr>
          <p:spPr>
            <a:xfrm>
              <a:off x="3523916" y="2011096"/>
              <a:ext cx="79181" cy="243790"/>
            </a:xfrm>
            <a:custGeom>
              <a:rect b="b" l="l" r="r" t="t"/>
              <a:pathLst>
                <a:path extrusionOk="0" h="9329" w="303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7" name="Google Shape;23657;p97"/>
            <p:cNvSpPr/>
            <p:nvPr/>
          </p:nvSpPr>
          <p:spPr>
            <a:xfrm>
              <a:off x="3523916" y="2011096"/>
              <a:ext cx="27910" cy="243529"/>
            </a:xfrm>
            <a:custGeom>
              <a:rect b="b" l="l" r="r" t="t"/>
              <a:pathLst>
                <a:path extrusionOk="0" h="9319" w="1068">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8" name="Google Shape;23658;p97"/>
            <p:cNvSpPr/>
            <p:nvPr/>
          </p:nvSpPr>
          <p:spPr>
            <a:xfrm>
              <a:off x="3523916" y="2056331"/>
              <a:ext cx="26" cy="1542"/>
            </a:xfrm>
            <a:custGeom>
              <a:rect b="b" l="l" r="r" t="t"/>
              <a:pathLst>
                <a:path extrusionOk="0" h="59" w="1">
                  <a:moveTo>
                    <a:pt x="1" y="1"/>
                  </a:moveTo>
                  <a:lnTo>
                    <a:pt x="1" y="59"/>
                  </a:lnTo>
                  <a:lnTo>
                    <a:pt x="1" y="59"/>
                  </a:ln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59" name="Google Shape;23659;p97"/>
          <p:cNvGrpSpPr/>
          <p:nvPr/>
        </p:nvGrpSpPr>
        <p:grpSpPr>
          <a:xfrm>
            <a:off x="1739102" y="1316124"/>
            <a:ext cx="393791" cy="366744"/>
            <a:chOff x="1742777" y="1499997"/>
            <a:chExt cx="393791" cy="366744"/>
          </a:xfrm>
        </p:grpSpPr>
        <p:sp>
          <p:nvSpPr>
            <p:cNvPr id="23660" name="Google Shape;23660;p97"/>
            <p:cNvSpPr/>
            <p:nvPr/>
          </p:nvSpPr>
          <p:spPr>
            <a:xfrm>
              <a:off x="1760861" y="1591957"/>
              <a:ext cx="152823" cy="270654"/>
            </a:xfrm>
            <a:custGeom>
              <a:rect b="b" l="l" r="r" t="t"/>
              <a:pathLst>
                <a:path extrusionOk="0" h="10357" w="5848">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1" name="Google Shape;23661;p97"/>
            <p:cNvSpPr/>
            <p:nvPr/>
          </p:nvSpPr>
          <p:spPr>
            <a:xfrm>
              <a:off x="1760861" y="1592218"/>
              <a:ext cx="152562" cy="115349"/>
            </a:xfrm>
            <a:custGeom>
              <a:rect b="b" l="l" r="r" t="t"/>
              <a:pathLst>
                <a:path extrusionOk="0" h="4414" w="5838">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2" name="Google Shape;23662;p97"/>
            <p:cNvSpPr/>
            <p:nvPr/>
          </p:nvSpPr>
          <p:spPr>
            <a:xfrm>
              <a:off x="1851070" y="1499997"/>
              <a:ext cx="155070" cy="183947"/>
            </a:xfrm>
            <a:custGeom>
              <a:rect b="b" l="l" r="r" t="t"/>
              <a:pathLst>
                <a:path extrusionOk="0" h="7039" w="5934">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3" name="Google Shape;23663;p97"/>
            <p:cNvSpPr/>
            <p:nvPr/>
          </p:nvSpPr>
          <p:spPr>
            <a:xfrm>
              <a:off x="1742777" y="1500049"/>
              <a:ext cx="211098" cy="183894"/>
            </a:xfrm>
            <a:custGeom>
              <a:rect b="b" l="l" r="r" t="t"/>
              <a:pathLst>
                <a:path extrusionOk="0" h="7037" w="8078">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4" name="Google Shape;23664;p97"/>
            <p:cNvSpPr/>
            <p:nvPr/>
          </p:nvSpPr>
          <p:spPr>
            <a:xfrm>
              <a:off x="1760861" y="1755546"/>
              <a:ext cx="25662" cy="11080"/>
            </a:xfrm>
            <a:custGeom>
              <a:rect b="b" l="l" r="r" t="t"/>
              <a:pathLst>
                <a:path extrusionOk="0" h="424" w="982">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5" name="Google Shape;23665;p97"/>
            <p:cNvSpPr/>
            <p:nvPr/>
          </p:nvSpPr>
          <p:spPr>
            <a:xfrm>
              <a:off x="1791018" y="1755546"/>
              <a:ext cx="90732" cy="11080"/>
            </a:xfrm>
            <a:custGeom>
              <a:rect b="b" l="l" r="r" t="t"/>
              <a:pathLst>
                <a:path extrusionOk="0" h="424" w="3472">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6" name="Google Shape;23666;p97"/>
            <p:cNvSpPr/>
            <p:nvPr/>
          </p:nvSpPr>
          <p:spPr>
            <a:xfrm>
              <a:off x="1884233" y="1755546"/>
              <a:ext cx="29190" cy="11080"/>
            </a:xfrm>
            <a:custGeom>
              <a:rect b="b" l="l" r="r" t="t"/>
              <a:pathLst>
                <a:path extrusionOk="0" h="424" w="1117">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7" name="Google Shape;23667;p97"/>
            <p:cNvSpPr/>
            <p:nvPr/>
          </p:nvSpPr>
          <p:spPr>
            <a:xfrm>
              <a:off x="1851828" y="1733177"/>
              <a:ext cx="177440" cy="71211"/>
            </a:xfrm>
            <a:custGeom>
              <a:rect b="b" l="l" r="r" t="t"/>
              <a:pathLst>
                <a:path extrusionOk="0" h="2725" w="679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8" name="Google Shape;23668;p97"/>
            <p:cNvSpPr/>
            <p:nvPr/>
          </p:nvSpPr>
          <p:spPr>
            <a:xfrm>
              <a:off x="1851828" y="1737698"/>
              <a:ext cx="155332" cy="50619"/>
            </a:xfrm>
            <a:custGeom>
              <a:rect b="b" l="l" r="r" t="t"/>
              <a:pathLst>
                <a:path extrusionOk="0" h="1937" w="5944">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9" name="Google Shape;23669;p97"/>
            <p:cNvSpPr/>
            <p:nvPr/>
          </p:nvSpPr>
          <p:spPr>
            <a:xfrm>
              <a:off x="1851828" y="1716975"/>
              <a:ext cx="177440" cy="71263"/>
            </a:xfrm>
            <a:custGeom>
              <a:rect b="b" l="l" r="r" t="t"/>
              <a:pathLst>
                <a:path extrusionOk="0" h="2727" w="679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0" name="Google Shape;23670;p97"/>
            <p:cNvSpPr/>
            <p:nvPr/>
          </p:nvSpPr>
          <p:spPr>
            <a:xfrm>
              <a:off x="1858361" y="1716975"/>
              <a:ext cx="170907" cy="57701"/>
            </a:xfrm>
            <a:custGeom>
              <a:rect b="b" l="l" r="r" t="t"/>
              <a:pathLst>
                <a:path extrusionOk="0" h="2208" w="654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1" name="Google Shape;23671;p97"/>
            <p:cNvSpPr/>
            <p:nvPr/>
          </p:nvSpPr>
          <p:spPr>
            <a:xfrm>
              <a:off x="1959965" y="1655041"/>
              <a:ext cx="169051" cy="122875"/>
            </a:xfrm>
            <a:custGeom>
              <a:rect b="b" l="l" r="r" t="t"/>
              <a:pathLst>
                <a:path extrusionOk="0" h="4702" w="6469">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2" name="Google Shape;23672;p97"/>
            <p:cNvSpPr/>
            <p:nvPr/>
          </p:nvSpPr>
          <p:spPr>
            <a:xfrm>
              <a:off x="1965400" y="1743630"/>
              <a:ext cx="171168" cy="123110"/>
            </a:xfrm>
            <a:custGeom>
              <a:rect b="b" l="l" r="r" t="t"/>
              <a:pathLst>
                <a:path extrusionOk="0" h="4711" w="655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3" name="Google Shape;23673;p97"/>
            <p:cNvSpPr/>
            <p:nvPr/>
          </p:nvSpPr>
          <p:spPr>
            <a:xfrm>
              <a:off x="1981001" y="1755285"/>
              <a:ext cx="11838" cy="11838"/>
            </a:xfrm>
            <a:custGeom>
              <a:rect b="b" l="l" r="r" t="t"/>
              <a:pathLst>
                <a:path extrusionOk="0" h="453" w="453">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74" name="Google Shape;23674;p97"/>
          <p:cNvGrpSpPr/>
          <p:nvPr/>
        </p:nvGrpSpPr>
        <p:grpSpPr>
          <a:xfrm>
            <a:off x="4010774" y="1316124"/>
            <a:ext cx="319914" cy="366639"/>
            <a:chOff x="4014449" y="1499997"/>
            <a:chExt cx="319914" cy="366639"/>
          </a:xfrm>
        </p:grpSpPr>
        <p:sp>
          <p:nvSpPr>
            <p:cNvPr id="23675" name="Google Shape;23675;p97"/>
            <p:cNvSpPr/>
            <p:nvPr/>
          </p:nvSpPr>
          <p:spPr>
            <a:xfrm>
              <a:off x="4014449" y="1499997"/>
              <a:ext cx="319914" cy="366639"/>
            </a:xfrm>
            <a:custGeom>
              <a:rect b="b" l="l" r="r" t="t"/>
              <a:pathLst>
                <a:path extrusionOk="0" h="14030" w="12242">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6" name="Google Shape;23676;p97"/>
            <p:cNvSpPr/>
            <p:nvPr/>
          </p:nvSpPr>
          <p:spPr>
            <a:xfrm>
              <a:off x="4014449" y="1591199"/>
              <a:ext cx="319914" cy="275437"/>
            </a:xfrm>
            <a:custGeom>
              <a:rect b="b" l="l" r="r" t="t"/>
              <a:pathLst>
                <a:path extrusionOk="0" h="10540" w="12242">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7" name="Google Shape;23677;p97"/>
            <p:cNvSpPr/>
            <p:nvPr/>
          </p:nvSpPr>
          <p:spPr>
            <a:xfrm>
              <a:off x="4014685" y="1591199"/>
              <a:ext cx="159853" cy="248808"/>
            </a:xfrm>
            <a:custGeom>
              <a:rect b="b" l="l" r="r" t="t"/>
              <a:pathLst>
                <a:path extrusionOk="0" h="9521" w="6117">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8" name="Google Shape;23678;p97"/>
            <p:cNvSpPr/>
            <p:nvPr/>
          </p:nvSpPr>
          <p:spPr>
            <a:xfrm>
              <a:off x="4174511" y="1591460"/>
              <a:ext cx="159853" cy="275175"/>
            </a:xfrm>
            <a:custGeom>
              <a:rect b="b" l="l" r="r" t="t"/>
              <a:pathLst>
                <a:path extrusionOk="0" h="10530" w="6117">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9" name="Google Shape;23679;p97"/>
            <p:cNvSpPr/>
            <p:nvPr/>
          </p:nvSpPr>
          <p:spPr>
            <a:xfrm>
              <a:off x="4174511" y="1591199"/>
              <a:ext cx="159853" cy="248808"/>
            </a:xfrm>
            <a:custGeom>
              <a:rect b="b" l="l" r="r" t="t"/>
              <a:pathLst>
                <a:path extrusionOk="0" h="9521" w="6117">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80" name="Google Shape;23680;p97"/>
          <p:cNvGrpSpPr/>
          <p:nvPr/>
        </p:nvGrpSpPr>
        <p:grpSpPr>
          <a:xfrm>
            <a:off x="862592" y="1407588"/>
            <a:ext cx="367397" cy="183711"/>
            <a:chOff x="866267" y="1591460"/>
            <a:chExt cx="367397" cy="183711"/>
          </a:xfrm>
        </p:grpSpPr>
        <p:sp>
          <p:nvSpPr>
            <p:cNvPr id="23681" name="Google Shape;23681;p97"/>
            <p:cNvSpPr/>
            <p:nvPr/>
          </p:nvSpPr>
          <p:spPr>
            <a:xfrm>
              <a:off x="866267" y="1591460"/>
              <a:ext cx="367397" cy="183502"/>
            </a:xfrm>
            <a:custGeom>
              <a:rect b="b" l="l" r="r" t="t"/>
              <a:pathLst>
                <a:path extrusionOk="0" h="7022" w="14059">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2" name="Google Shape;23682;p97"/>
            <p:cNvSpPr/>
            <p:nvPr/>
          </p:nvSpPr>
          <p:spPr>
            <a:xfrm>
              <a:off x="866267" y="1591460"/>
              <a:ext cx="199286" cy="183711"/>
            </a:xfrm>
            <a:custGeom>
              <a:rect b="b" l="l" r="r" t="t"/>
              <a:pathLst>
                <a:path extrusionOk="0" h="7030" w="7626">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3" name="Google Shape;23683;p97"/>
            <p:cNvSpPr/>
            <p:nvPr/>
          </p:nvSpPr>
          <p:spPr>
            <a:xfrm>
              <a:off x="1071564" y="1593969"/>
              <a:ext cx="19626" cy="47509"/>
            </a:xfrm>
            <a:custGeom>
              <a:rect b="b" l="l" r="r" t="t"/>
              <a:pathLst>
                <a:path extrusionOk="0" h="1818" w="751">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4" name="Google Shape;23684;p97"/>
            <p:cNvSpPr/>
            <p:nvPr/>
          </p:nvSpPr>
          <p:spPr>
            <a:xfrm>
              <a:off x="1122575" y="1619605"/>
              <a:ext cx="33946" cy="42988"/>
            </a:xfrm>
            <a:custGeom>
              <a:rect b="b" l="l" r="r" t="t"/>
              <a:pathLst>
                <a:path extrusionOk="0" h="1645" w="1299">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5" name="Google Shape;23685;p97"/>
            <p:cNvSpPr/>
            <p:nvPr/>
          </p:nvSpPr>
          <p:spPr>
            <a:xfrm>
              <a:off x="1159866" y="1668839"/>
              <a:ext cx="45915" cy="33293"/>
            </a:xfrm>
            <a:custGeom>
              <a:rect b="b" l="l" r="r" t="t"/>
              <a:pathLst>
                <a:path extrusionOk="0" h="1274" w="1757">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6" name="Google Shape;23686;p97"/>
            <p:cNvSpPr/>
            <p:nvPr/>
          </p:nvSpPr>
          <p:spPr>
            <a:xfrm>
              <a:off x="1181634" y="1734196"/>
              <a:ext cx="49286" cy="19103"/>
            </a:xfrm>
            <a:custGeom>
              <a:rect b="b" l="l" r="r" t="t"/>
              <a:pathLst>
                <a:path extrusionOk="0" h="731" w="1886">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7" name="Google Shape;23687;p97"/>
            <p:cNvSpPr/>
            <p:nvPr/>
          </p:nvSpPr>
          <p:spPr>
            <a:xfrm>
              <a:off x="868776" y="1734196"/>
              <a:ext cx="48267" cy="19364"/>
            </a:xfrm>
            <a:custGeom>
              <a:rect b="b" l="l" r="r" t="t"/>
              <a:pathLst>
                <a:path extrusionOk="0" h="741" w="1847">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8" name="Google Shape;23688;p97"/>
            <p:cNvSpPr/>
            <p:nvPr/>
          </p:nvSpPr>
          <p:spPr>
            <a:xfrm>
              <a:off x="894151" y="1668603"/>
              <a:ext cx="44007" cy="33659"/>
            </a:xfrm>
            <a:custGeom>
              <a:rect b="b" l="l" r="r" t="t"/>
              <a:pathLst>
                <a:path extrusionOk="0" h="1288" w="1684">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9" name="Google Shape;23689;p97"/>
            <p:cNvSpPr/>
            <p:nvPr/>
          </p:nvSpPr>
          <p:spPr>
            <a:xfrm>
              <a:off x="942914" y="1619605"/>
              <a:ext cx="35462" cy="43328"/>
            </a:xfrm>
            <a:custGeom>
              <a:rect b="b" l="l" r="r" t="t"/>
              <a:pathLst>
                <a:path extrusionOk="0" h="1658" w="1357">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0" name="Google Shape;23690;p97"/>
            <p:cNvSpPr/>
            <p:nvPr/>
          </p:nvSpPr>
          <p:spPr>
            <a:xfrm>
              <a:off x="1008506" y="1593708"/>
              <a:ext cx="19626" cy="47770"/>
            </a:xfrm>
            <a:custGeom>
              <a:rect b="b" l="l" r="r" t="t"/>
              <a:pathLst>
                <a:path extrusionOk="0" h="1828" w="751">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1" name="Google Shape;23691;p97"/>
            <p:cNvSpPr/>
            <p:nvPr/>
          </p:nvSpPr>
          <p:spPr>
            <a:xfrm>
              <a:off x="1043916" y="1591695"/>
              <a:ext cx="11838" cy="138999"/>
            </a:xfrm>
            <a:custGeom>
              <a:rect b="b" l="l" r="r" t="t"/>
              <a:pathLst>
                <a:path extrusionOk="0" h="5319" w="453">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2" name="Google Shape;23692;p97"/>
            <p:cNvSpPr/>
            <p:nvPr/>
          </p:nvSpPr>
          <p:spPr>
            <a:xfrm>
              <a:off x="1063777" y="1603507"/>
              <a:ext cx="61594" cy="128180"/>
            </a:xfrm>
            <a:custGeom>
              <a:rect b="b" l="l" r="r" t="t"/>
              <a:pathLst>
                <a:path extrusionOk="0" h="4905" w="2357">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3" name="Google Shape;23693;p97"/>
            <p:cNvSpPr/>
            <p:nvPr/>
          </p:nvSpPr>
          <p:spPr>
            <a:xfrm>
              <a:off x="1081129" y="1641452"/>
              <a:ext cx="102805" cy="100662"/>
            </a:xfrm>
            <a:custGeom>
              <a:rect b="b" l="l" r="r" t="t"/>
              <a:pathLst>
                <a:path extrusionOk="0" h="3852" w="3934">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4" name="Google Shape;23694;p97"/>
            <p:cNvSpPr/>
            <p:nvPr/>
          </p:nvSpPr>
          <p:spPr>
            <a:xfrm>
              <a:off x="1091163" y="1700015"/>
              <a:ext cx="130453" cy="60758"/>
            </a:xfrm>
            <a:custGeom>
              <a:rect b="b" l="l" r="r" t="t"/>
              <a:pathLst>
                <a:path extrusionOk="0" h="2325" w="4992">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5" name="Google Shape;23695;p97"/>
            <p:cNvSpPr/>
            <p:nvPr/>
          </p:nvSpPr>
          <p:spPr>
            <a:xfrm>
              <a:off x="878079" y="1700015"/>
              <a:ext cx="128441" cy="60784"/>
            </a:xfrm>
            <a:custGeom>
              <a:rect b="b" l="l" r="r" t="t"/>
              <a:pathLst>
                <a:path extrusionOk="0" h="2326" w="4915">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6" name="Google Shape;23696;p97"/>
            <p:cNvSpPr/>
            <p:nvPr/>
          </p:nvSpPr>
          <p:spPr>
            <a:xfrm>
              <a:off x="974325" y="1603507"/>
              <a:ext cx="62849" cy="130715"/>
            </a:xfrm>
            <a:custGeom>
              <a:rect b="b" l="l" r="r" t="t"/>
              <a:pathLst>
                <a:path extrusionOk="0" h="5002" w="2405">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7" name="Google Shape;23697;p97"/>
            <p:cNvSpPr/>
            <p:nvPr/>
          </p:nvSpPr>
          <p:spPr>
            <a:xfrm>
              <a:off x="916023" y="1641713"/>
              <a:ext cx="101290" cy="100793"/>
            </a:xfrm>
            <a:custGeom>
              <a:rect b="b" l="l" r="r" t="t"/>
              <a:pathLst>
                <a:path extrusionOk="0" h="3857" w="3876">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8" name="Google Shape;23698;p97"/>
            <p:cNvSpPr/>
            <p:nvPr/>
          </p:nvSpPr>
          <p:spPr>
            <a:xfrm>
              <a:off x="992409" y="1721861"/>
              <a:ext cx="115375" cy="53049"/>
            </a:xfrm>
            <a:custGeom>
              <a:rect b="b" l="l" r="r" t="t"/>
              <a:pathLst>
                <a:path extrusionOk="0" h="2030" w="4415">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99" name="Google Shape;23699;p97"/>
          <p:cNvGrpSpPr/>
          <p:nvPr/>
        </p:nvGrpSpPr>
        <p:grpSpPr>
          <a:xfrm>
            <a:off x="3114168" y="1316019"/>
            <a:ext cx="327440" cy="366744"/>
            <a:chOff x="3117843" y="1499892"/>
            <a:chExt cx="327440" cy="366744"/>
          </a:xfrm>
        </p:grpSpPr>
        <p:sp>
          <p:nvSpPr>
            <p:cNvPr id="23700" name="Google Shape;23700;p97"/>
            <p:cNvSpPr/>
            <p:nvPr/>
          </p:nvSpPr>
          <p:spPr>
            <a:xfrm>
              <a:off x="3117843" y="1499997"/>
              <a:ext cx="327440" cy="366404"/>
            </a:xfrm>
            <a:custGeom>
              <a:rect b="b" l="l" r="r" t="t"/>
              <a:pathLst>
                <a:path extrusionOk="0" h="14021" w="1253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1" name="Google Shape;23701;p97"/>
            <p:cNvSpPr/>
            <p:nvPr/>
          </p:nvSpPr>
          <p:spPr>
            <a:xfrm>
              <a:off x="3300013" y="1682427"/>
              <a:ext cx="145271" cy="184208"/>
            </a:xfrm>
            <a:custGeom>
              <a:rect b="b" l="l" r="r" t="t"/>
              <a:pathLst>
                <a:path extrusionOk="0" h="7049" w="5559">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2" name="Google Shape;23702;p97"/>
            <p:cNvSpPr/>
            <p:nvPr/>
          </p:nvSpPr>
          <p:spPr>
            <a:xfrm>
              <a:off x="3262826" y="1537183"/>
              <a:ext cx="182457" cy="182718"/>
            </a:xfrm>
            <a:custGeom>
              <a:rect b="b" l="l" r="r" t="t"/>
              <a:pathLst>
                <a:path extrusionOk="0" h="6992" w="6982">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3" name="Google Shape;23703;p97"/>
            <p:cNvSpPr/>
            <p:nvPr/>
          </p:nvSpPr>
          <p:spPr>
            <a:xfrm>
              <a:off x="3155030" y="1682427"/>
              <a:ext cx="182457" cy="145271"/>
            </a:xfrm>
            <a:custGeom>
              <a:rect b="b" l="l" r="r" t="t"/>
              <a:pathLst>
                <a:path extrusionOk="0" h="5559" w="6982">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4" name="Google Shape;23704;p97"/>
            <p:cNvSpPr/>
            <p:nvPr/>
          </p:nvSpPr>
          <p:spPr>
            <a:xfrm>
              <a:off x="3117843" y="1499997"/>
              <a:ext cx="182196" cy="219905"/>
            </a:xfrm>
            <a:custGeom>
              <a:rect b="b" l="l" r="r" t="t"/>
              <a:pathLst>
                <a:path extrusionOk="0" h="8415" w="6972">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5" name="Google Shape;23705;p97"/>
            <p:cNvSpPr/>
            <p:nvPr/>
          </p:nvSpPr>
          <p:spPr>
            <a:xfrm>
              <a:off x="3155030" y="1682427"/>
              <a:ext cx="35200" cy="145271"/>
            </a:xfrm>
            <a:custGeom>
              <a:rect b="b" l="l" r="r" t="t"/>
              <a:pathLst>
                <a:path extrusionOk="0" h="5559" w="1347">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6" name="Google Shape;23706;p97"/>
            <p:cNvSpPr/>
            <p:nvPr/>
          </p:nvSpPr>
          <p:spPr>
            <a:xfrm>
              <a:off x="3117843" y="1499892"/>
              <a:ext cx="122640" cy="182562"/>
            </a:xfrm>
            <a:custGeom>
              <a:rect b="b" l="l" r="r" t="t"/>
              <a:pathLst>
                <a:path extrusionOk="0" h="6986" w="4693">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07" name="Google Shape;23707;p97"/>
          <p:cNvGrpSpPr/>
          <p:nvPr/>
        </p:nvGrpSpPr>
        <p:grpSpPr>
          <a:xfrm>
            <a:off x="2663330" y="1316124"/>
            <a:ext cx="336770" cy="366639"/>
            <a:chOff x="2667005" y="1499997"/>
            <a:chExt cx="336770" cy="366639"/>
          </a:xfrm>
        </p:grpSpPr>
        <p:sp>
          <p:nvSpPr>
            <p:cNvPr id="23708" name="Google Shape;23708;p97"/>
            <p:cNvSpPr/>
            <p:nvPr/>
          </p:nvSpPr>
          <p:spPr>
            <a:xfrm>
              <a:off x="2684593" y="1596974"/>
              <a:ext cx="229731" cy="252335"/>
            </a:xfrm>
            <a:custGeom>
              <a:rect b="b" l="l" r="r" t="t"/>
              <a:pathLst>
                <a:path extrusionOk="0" h="9656" w="8791">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9" name="Google Shape;23709;p97"/>
            <p:cNvSpPr/>
            <p:nvPr/>
          </p:nvSpPr>
          <p:spPr>
            <a:xfrm>
              <a:off x="2717781" y="1638185"/>
              <a:ext cx="163119" cy="168137"/>
            </a:xfrm>
            <a:custGeom>
              <a:rect b="b" l="l" r="r" t="t"/>
              <a:pathLst>
                <a:path extrusionOk="0" h="6434" w="6242">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0" name="Google Shape;23710;p97"/>
            <p:cNvSpPr/>
            <p:nvPr/>
          </p:nvSpPr>
          <p:spPr>
            <a:xfrm>
              <a:off x="2740386" y="1638185"/>
              <a:ext cx="140514" cy="168137"/>
            </a:xfrm>
            <a:custGeom>
              <a:rect b="b" l="l" r="r" t="t"/>
              <a:pathLst>
                <a:path extrusionOk="0" h="6434" w="5377">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1" name="Google Shape;23711;p97"/>
            <p:cNvSpPr/>
            <p:nvPr/>
          </p:nvSpPr>
          <p:spPr>
            <a:xfrm>
              <a:off x="2725830" y="1719170"/>
              <a:ext cx="108581" cy="87152"/>
            </a:xfrm>
            <a:custGeom>
              <a:rect b="b" l="l" r="r" t="t"/>
              <a:pathLst>
                <a:path extrusionOk="0" h="3335" w="4155">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2" name="Google Shape;23712;p97"/>
            <p:cNvSpPr/>
            <p:nvPr/>
          </p:nvSpPr>
          <p:spPr>
            <a:xfrm>
              <a:off x="2725830" y="1776400"/>
              <a:ext cx="28903" cy="29922"/>
            </a:xfrm>
            <a:custGeom>
              <a:rect b="b" l="l" r="r" t="t"/>
              <a:pathLst>
                <a:path extrusionOk="0" h="1145" w="1106">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3" name="Google Shape;23713;p97"/>
            <p:cNvSpPr/>
            <p:nvPr/>
          </p:nvSpPr>
          <p:spPr>
            <a:xfrm>
              <a:off x="2799445" y="1662828"/>
              <a:ext cx="60340" cy="55244"/>
            </a:xfrm>
            <a:custGeom>
              <a:rect b="b" l="l" r="r" t="t"/>
              <a:pathLst>
                <a:path extrusionOk="0" h="2114" w="2309">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4" name="Google Shape;23714;p97"/>
            <p:cNvSpPr/>
            <p:nvPr/>
          </p:nvSpPr>
          <p:spPr>
            <a:xfrm>
              <a:off x="2752955" y="1719170"/>
              <a:ext cx="53545" cy="46019"/>
            </a:xfrm>
            <a:custGeom>
              <a:rect b="b" l="l" r="r" t="t"/>
              <a:pathLst>
                <a:path extrusionOk="0" h="1761" w="2049">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5" name="Google Shape;23715;p97"/>
            <p:cNvSpPr/>
            <p:nvPr/>
          </p:nvSpPr>
          <p:spPr>
            <a:xfrm>
              <a:off x="2679079" y="1512044"/>
              <a:ext cx="312623" cy="342545"/>
            </a:xfrm>
            <a:custGeom>
              <a:rect b="b" l="l" r="r" t="t"/>
              <a:pathLst>
                <a:path extrusionOk="0" h="13108" w="11963">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6" name="Google Shape;23716;p97"/>
            <p:cNvSpPr/>
            <p:nvPr/>
          </p:nvSpPr>
          <p:spPr>
            <a:xfrm>
              <a:off x="2667005" y="1499997"/>
              <a:ext cx="35227" cy="35200"/>
            </a:xfrm>
            <a:custGeom>
              <a:rect b="b" l="l" r="r" t="t"/>
              <a:pathLst>
                <a:path extrusionOk="0" h="1347" w="1348">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7" name="Google Shape;23717;p97"/>
            <p:cNvSpPr/>
            <p:nvPr/>
          </p:nvSpPr>
          <p:spPr>
            <a:xfrm>
              <a:off x="2818051" y="1499997"/>
              <a:ext cx="35436" cy="35200"/>
            </a:xfrm>
            <a:custGeom>
              <a:rect b="b" l="l" r="r" t="t"/>
              <a:pathLst>
                <a:path extrusionOk="0" h="1347" w="1356">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8" name="Google Shape;23718;p97"/>
            <p:cNvSpPr/>
            <p:nvPr/>
          </p:nvSpPr>
          <p:spPr>
            <a:xfrm>
              <a:off x="2968575" y="1499997"/>
              <a:ext cx="35200" cy="35200"/>
            </a:xfrm>
            <a:custGeom>
              <a:rect b="b" l="l" r="r" t="t"/>
              <a:pathLst>
                <a:path extrusionOk="0" h="1347" w="1347">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9" name="Google Shape;23719;p97"/>
            <p:cNvSpPr/>
            <p:nvPr/>
          </p:nvSpPr>
          <p:spPr>
            <a:xfrm>
              <a:off x="2667005" y="1831435"/>
              <a:ext cx="35227" cy="35200"/>
            </a:xfrm>
            <a:custGeom>
              <a:rect b="b" l="l" r="r" t="t"/>
              <a:pathLst>
                <a:path extrusionOk="0" h="1347" w="1348">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0" name="Google Shape;23720;p97"/>
            <p:cNvSpPr/>
            <p:nvPr/>
          </p:nvSpPr>
          <p:spPr>
            <a:xfrm>
              <a:off x="2818051" y="1831435"/>
              <a:ext cx="35436" cy="35200"/>
            </a:xfrm>
            <a:custGeom>
              <a:rect b="b" l="l" r="r" t="t"/>
              <a:pathLst>
                <a:path extrusionOk="0" h="1347" w="1356">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1" name="Google Shape;23721;p97"/>
            <p:cNvSpPr/>
            <p:nvPr/>
          </p:nvSpPr>
          <p:spPr>
            <a:xfrm>
              <a:off x="2968575" y="1831435"/>
              <a:ext cx="35200" cy="35200"/>
            </a:xfrm>
            <a:custGeom>
              <a:rect b="b" l="l" r="r" t="t"/>
              <a:pathLst>
                <a:path extrusionOk="0" h="1347" w="1347">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2" name="Google Shape;23722;p97"/>
            <p:cNvSpPr/>
            <p:nvPr/>
          </p:nvSpPr>
          <p:spPr>
            <a:xfrm>
              <a:off x="2667005" y="1666095"/>
              <a:ext cx="35227" cy="35200"/>
            </a:xfrm>
            <a:custGeom>
              <a:rect b="b" l="l" r="r" t="t"/>
              <a:pathLst>
                <a:path extrusionOk="0" h="1347" w="1348">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3" name="Google Shape;23723;p97"/>
            <p:cNvSpPr/>
            <p:nvPr/>
          </p:nvSpPr>
          <p:spPr>
            <a:xfrm>
              <a:off x="2968575" y="1666095"/>
              <a:ext cx="35200" cy="35200"/>
            </a:xfrm>
            <a:custGeom>
              <a:rect b="b" l="l" r="r" t="t"/>
              <a:pathLst>
                <a:path extrusionOk="0" h="1347" w="1347">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4" name="Google Shape;23724;p97"/>
            <p:cNvSpPr/>
            <p:nvPr/>
          </p:nvSpPr>
          <p:spPr>
            <a:xfrm>
              <a:off x="2893182" y="1554901"/>
              <a:ext cx="68807" cy="64782"/>
            </a:xfrm>
            <a:custGeom>
              <a:rect b="b" l="l" r="r" t="t"/>
              <a:pathLst>
                <a:path extrusionOk="0" h="2479" w="2633">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5" name="Google Shape;23725;p97"/>
            <p:cNvSpPr/>
            <p:nvPr/>
          </p:nvSpPr>
          <p:spPr>
            <a:xfrm>
              <a:off x="2889184" y="1587462"/>
              <a:ext cx="38702" cy="37735"/>
            </a:xfrm>
            <a:custGeom>
              <a:rect b="b" l="l" r="r" t="t"/>
              <a:pathLst>
                <a:path extrusionOk="0" h="1444" w="1481">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6" name="Google Shape;23726;p97"/>
            <p:cNvSpPr/>
            <p:nvPr/>
          </p:nvSpPr>
          <p:spPr>
            <a:xfrm>
              <a:off x="2923574" y="1552262"/>
              <a:ext cx="38728" cy="37814"/>
            </a:xfrm>
            <a:custGeom>
              <a:rect b="b" l="l" r="r" t="t"/>
              <a:pathLst>
                <a:path extrusionOk="0" h="1447" w="1482">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27" name="Google Shape;23727;p97"/>
          <p:cNvGrpSpPr/>
          <p:nvPr/>
        </p:nvGrpSpPr>
        <p:grpSpPr>
          <a:xfrm>
            <a:off x="3561191" y="1316124"/>
            <a:ext cx="326473" cy="366639"/>
            <a:chOff x="3564866" y="1499997"/>
            <a:chExt cx="326473" cy="366639"/>
          </a:xfrm>
        </p:grpSpPr>
        <p:sp>
          <p:nvSpPr>
            <p:cNvPr id="23728" name="Google Shape;23728;p97"/>
            <p:cNvSpPr/>
            <p:nvPr/>
          </p:nvSpPr>
          <p:spPr>
            <a:xfrm>
              <a:off x="3595284" y="1499997"/>
              <a:ext cx="263389" cy="366404"/>
            </a:xfrm>
            <a:custGeom>
              <a:rect b="b" l="l" r="r" t="t"/>
              <a:pathLst>
                <a:path extrusionOk="0" h="14021" w="10079">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9" name="Google Shape;23729;p97"/>
            <p:cNvSpPr/>
            <p:nvPr/>
          </p:nvSpPr>
          <p:spPr>
            <a:xfrm>
              <a:off x="3623690" y="1499997"/>
              <a:ext cx="234983" cy="366404"/>
            </a:xfrm>
            <a:custGeom>
              <a:rect b="b" l="l" r="r" t="t"/>
              <a:pathLst>
                <a:path extrusionOk="0" h="14021" w="8992">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0" name="Google Shape;23730;p97"/>
            <p:cNvSpPr/>
            <p:nvPr/>
          </p:nvSpPr>
          <p:spPr>
            <a:xfrm>
              <a:off x="3830241" y="1499997"/>
              <a:ext cx="61098" cy="87204"/>
            </a:xfrm>
            <a:custGeom>
              <a:rect b="b" l="l" r="r" t="t"/>
              <a:pathLst>
                <a:path extrusionOk="0" h="3337" w="2338">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1" name="Google Shape;23731;p97"/>
            <p:cNvSpPr/>
            <p:nvPr/>
          </p:nvSpPr>
          <p:spPr>
            <a:xfrm>
              <a:off x="3564866" y="1779431"/>
              <a:ext cx="230724" cy="87204"/>
            </a:xfrm>
            <a:custGeom>
              <a:rect b="b" l="l" r="r" t="t"/>
              <a:pathLst>
                <a:path extrusionOk="0" h="3337" w="8829">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2" name="Google Shape;23732;p97"/>
            <p:cNvSpPr/>
            <p:nvPr/>
          </p:nvSpPr>
          <p:spPr>
            <a:xfrm>
              <a:off x="3565389" y="1841993"/>
              <a:ext cx="230201" cy="24643"/>
            </a:xfrm>
            <a:custGeom>
              <a:rect b="b" l="l" r="r" t="t"/>
              <a:pathLst>
                <a:path extrusionOk="0" h="943" w="8809">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3" name="Google Shape;23733;p97"/>
            <p:cNvSpPr/>
            <p:nvPr/>
          </p:nvSpPr>
          <p:spPr>
            <a:xfrm>
              <a:off x="3635659" y="1593708"/>
              <a:ext cx="153737" cy="11368"/>
            </a:xfrm>
            <a:custGeom>
              <a:rect b="b" l="l" r="r" t="t"/>
              <a:pathLst>
                <a:path extrusionOk="0" h="435" w="5883">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4" name="Google Shape;23734;p97"/>
            <p:cNvSpPr/>
            <p:nvPr/>
          </p:nvSpPr>
          <p:spPr>
            <a:xfrm>
              <a:off x="3635659" y="1639675"/>
              <a:ext cx="152901" cy="11368"/>
            </a:xfrm>
            <a:custGeom>
              <a:rect b="b" l="l" r="r" t="t"/>
              <a:pathLst>
                <a:path extrusionOk="0" h="435" w="5851">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5" name="Google Shape;23735;p97"/>
            <p:cNvSpPr/>
            <p:nvPr/>
          </p:nvSpPr>
          <p:spPr>
            <a:xfrm>
              <a:off x="3635659" y="1685668"/>
              <a:ext cx="152901" cy="11368"/>
            </a:xfrm>
            <a:custGeom>
              <a:rect b="b" l="l" r="r" t="t"/>
              <a:pathLst>
                <a:path extrusionOk="0" h="435" w="5851">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6" name="Google Shape;23736;p97"/>
            <p:cNvSpPr/>
            <p:nvPr/>
          </p:nvSpPr>
          <p:spPr>
            <a:xfrm>
              <a:off x="3635659" y="1731661"/>
              <a:ext cx="152901" cy="11368"/>
            </a:xfrm>
            <a:custGeom>
              <a:rect b="b" l="l" r="r" t="t"/>
              <a:pathLst>
                <a:path extrusionOk="0" h="435" w="5851">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37" name="Google Shape;23737;p97"/>
          <p:cNvGrpSpPr/>
          <p:nvPr/>
        </p:nvGrpSpPr>
        <p:grpSpPr>
          <a:xfrm>
            <a:off x="1310399" y="1316124"/>
            <a:ext cx="364392" cy="366639"/>
            <a:chOff x="1314074" y="1499997"/>
            <a:chExt cx="364392" cy="366639"/>
          </a:xfrm>
        </p:grpSpPr>
        <p:sp>
          <p:nvSpPr>
            <p:cNvPr id="23738" name="Google Shape;23738;p97"/>
            <p:cNvSpPr/>
            <p:nvPr/>
          </p:nvSpPr>
          <p:spPr>
            <a:xfrm>
              <a:off x="1467602" y="1715093"/>
              <a:ext cx="57073" cy="132440"/>
            </a:xfrm>
            <a:custGeom>
              <a:rect b="b" l="l" r="r" t="t"/>
              <a:pathLst>
                <a:path extrusionOk="0" h="5068" w="2184">
                  <a:moveTo>
                    <a:pt x="1" y="0"/>
                  </a:moveTo>
                  <a:lnTo>
                    <a:pt x="1" y="5068"/>
                  </a:lnTo>
                  <a:lnTo>
                    <a:pt x="2183" y="5068"/>
                  </a:lnTo>
                  <a:lnTo>
                    <a:pt x="2183"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9" name="Google Shape;23739;p97"/>
            <p:cNvSpPr/>
            <p:nvPr/>
          </p:nvSpPr>
          <p:spPr>
            <a:xfrm>
              <a:off x="1494492" y="1756539"/>
              <a:ext cx="30183" cy="90993"/>
            </a:xfrm>
            <a:custGeom>
              <a:rect b="b" l="l" r="r" t="t"/>
              <a:pathLst>
                <a:path extrusionOk="0" h="3482" w="1155">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0" name="Google Shape;23740;p97"/>
            <p:cNvSpPr/>
            <p:nvPr/>
          </p:nvSpPr>
          <p:spPr>
            <a:xfrm>
              <a:off x="1408307" y="1830677"/>
              <a:ext cx="175924" cy="35958"/>
            </a:xfrm>
            <a:custGeom>
              <a:rect b="b" l="l" r="r" t="t"/>
              <a:pathLst>
                <a:path extrusionOk="0" h="1376" w="6732">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1" name="Google Shape;23741;p97"/>
            <p:cNvSpPr/>
            <p:nvPr/>
          </p:nvSpPr>
          <p:spPr>
            <a:xfrm>
              <a:off x="1431670" y="1849780"/>
              <a:ext cx="152562" cy="16855"/>
            </a:xfrm>
            <a:custGeom>
              <a:rect b="b" l="l" r="r" t="t"/>
              <a:pathLst>
                <a:path extrusionOk="0" h="645" w="5838">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2" name="Google Shape;23742;p97"/>
            <p:cNvSpPr/>
            <p:nvPr/>
          </p:nvSpPr>
          <p:spPr>
            <a:xfrm>
              <a:off x="1314074" y="1499997"/>
              <a:ext cx="364392" cy="231952"/>
            </a:xfrm>
            <a:custGeom>
              <a:rect b="b" l="l" r="r" t="t"/>
              <a:pathLst>
                <a:path extrusionOk="0" h="8876" w="13944">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3" name="Google Shape;23743;p97"/>
            <p:cNvSpPr/>
            <p:nvPr/>
          </p:nvSpPr>
          <p:spPr>
            <a:xfrm>
              <a:off x="1335920" y="1520092"/>
              <a:ext cx="320672" cy="188990"/>
            </a:xfrm>
            <a:custGeom>
              <a:rect b="b" l="l" r="r" t="t"/>
              <a:pathLst>
                <a:path extrusionOk="0" h="7232" w="12271">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4" name="Google Shape;23744;p97"/>
            <p:cNvSpPr/>
            <p:nvPr/>
          </p:nvSpPr>
          <p:spPr>
            <a:xfrm>
              <a:off x="1359544" y="1520092"/>
              <a:ext cx="297048" cy="168398"/>
            </a:xfrm>
            <a:custGeom>
              <a:rect b="b" l="l" r="r" t="t"/>
              <a:pathLst>
                <a:path extrusionOk="0" h="6444" w="11367">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5" name="Google Shape;23745;p97"/>
            <p:cNvSpPr/>
            <p:nvPr/>
          </p:nvSpPr>
          <p:spPr>
            <a:xfrm>
              <a:off x="1482184" y="1540946"/>
              <a:ext cx="91751" cy="75418"/>
            </a:xfrm>
            <a:custGeom>
              <a:rect b="b" l="l" r="r" t="t"/>
              <a:pathLst>
                <a:path extrusionOk="0" h="2886" w="3511">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6" name="Google Shape;23746;p97"/>
            <p:cNvSpPr/>
            <p:nvPr/>
          </p:nvSpPr>
          <p:spPr>
            <a:xfrm>
              <a:off x="1482184" y="1540946"/>
              <a:ext cx="91751" cy="75418"/>
            </a:xfrm>
            <a:custGeom>
              <a:rect b="b" l="l" r="r" t="t"/>
              <a:pathLst>
                <a:path extrusionOk="0" h="2886" w="3511">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7" name="Google Shape;23747;p97"/>
            <p:cNvSpPr/>
            <p:nvPr/>
          </p:nvSpPr>
          <p:spPr>
            <a:xfrm>
              <a:off x="1482184" y="1540946"/>
              <a:ext cx="91751" cy="75418"/>
            </a:xfrm>
            <a:custGeom>
              <a:rect b="b" l="l" r="r" t="t"/>
              <a:pathLst>
                <a:path extrusionOk="0" h="2886" w="3511">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8" name="Google Shape;23748;p97"/>
            <p:cNvSpPr/>
            <p:nvPr/>
          </p:nvSpPr>
          <p:spPr>
            <a:xfrm>
              <a:off x="1578587" y="1619866"/>
              <a:ext cx="60418" cy="58302"/>
            </a:xfrm>
            <a:custGeom>
              <a:rect b="b" l="l" r="r" t="t"/>
              <a:pathLst>
                <a:path extrusionOk="0" h="2231" w="2312">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9" name="Google Shape;23749;p97"/>
            <p:cNvSpPr/>
            <p:nvPr/>
          </p:nvSpPr>
          <p:spPr>
            <a:xfrm>
              <a:off x="1359597" y="1542200"/>
              <a:ext cx="122248" cy="143781"/>
            </a:xfrm>
            <a:custGeom>
              <a:rect b="b" l="l" r="r" t="t"/>
              <a:pathLst>
                <a:path extrusionOk="0" h="5502" w="4678">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50" name="Google Shape;23750;p97"/>
          <p:cNvGrpSpPr/>
          <p:nvPr/>
        </p:nvGrpSpPr>
        <p:grpSpPr>
          <a:xfrm>
            <a:off x="2216804" y="1316124"/>
            <a:ext cx="337005" cy="366639"/>
            <a:chOff x="2220479" y="1499997"/>
            <a:chExt cx="337005" cy="366639"/>
          </a:xfrm>
        </p:grpSpPr>
        <p:sp>
          <p:nvSpPr>
            <p:cNvPr id="23751" name="Google Shape;23751;p97"/>
            <p:cNvSpPr/>
            <p:nvPr/>
          </p:nvSpPr>
          <p:spPr>
            <a:xfrm>
              <a:off x="2249121" y="1517584"/>
              <a:ext cx="279722" cy="331073"/>
            </a:xfrm>
            <a:custGeom>
              <a:rect b="b" l="l" r="r" t="t"/>
              <a:pathLst>
                <a:path extrusionOk="0" h="12669" w="10704">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2" name="Google Shape;23752;p97"/>
            <p:cNvSpPr/>
            <p:nvPr/>
          </p:nvSpPr>
          <p:spPr>
            <a:xfrm>
              <a:off x="2281786" y="1520772"/>
              <a:ext cx="247057" cy="327884"/>
            </a:xfrm>
            <a:custGeom>
              <a:rect b="b" l="l" r="r" t="t"/>
              <a:pathLst>
                <a:path extrusionOk="0" h="12547" w="9454">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3" name="Google Shape;23753;p97"/>
            <p:cNvSpPr/>
            <p:nvPr/>
          </p:nvSpPr>
          <p:spPr>
            <a:xfrm>
              <a:off x="2232527" y="1512044"/>
              <a:ext cx="312884" cy="342545"/>
            </a:xfrm>
            <a:custGeom>
              <a:rect b="b" l="l" r="r" t="t"/>
              <a:pathLst>
                <a:path extrusionOk="0" h="13108" w="11973">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4" name="Google Shape;23754;p97"/>
            <p:cNvSpPr/>
            <p:nvPr/>
          </p:nvSpPr>
          <p:spPr>
            <a:xfrm>
              <a:off x="2220479"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5" name="Google Shape;23755;p97"/>
            <p:cNvSpPr/>
            <p:nvPr/>
          </p:nvSpPr>
          <p:spPr>
            <a:xfrm>
              <a:off x="2371760" y="1499997"/>
              <a:ext cx="35200" cy="35200"/>
            </a:xfrm>
            <a:custGeom>
              <a:rect b="b" l="l" r="r" t="t"/>
              <a:pathLst>
                <a:path extrusionOk="0" h="1347" w="1347">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6" name="Google Shape;23756;p97"/>
            <p:cNvSpPr/>
            <p:nvPr/>
          </p:nvSpPr>
          <p:spPr>
            <a:xfrm>
              <a:off x="2522022"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7" name="Google Shape;23757;p97"/>
            <p:cNvSpPr/>
            <p:nvPr/>
          </p:nvSpPr>
          <p:spPr>
            <a:xfrm>
              <a:off x="2220479"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8" name="Google Shape;23758;p97"/>
            <p:cNvSpPr/>
            <p:nvPr/>
          </p:nvSpPr>
          <p:spPr>
            <a:xfrm>
              <a:off x="2371760" y="1831435"/>
              <a:ext cx="35200" cy="35200"/>
            </a:xfrm>
            <a:custGeom>
              <a:rect b="b" l="l" r="r" t="t"/>
              <a:pathLst>
                <a:path extrusionOk="0" h="1347" w="1347">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9" name="Google Shape;23759;p97"/>
            <p:cNvSpPr/>
            <p:nvPr/>
          </p:nvSpPr>
          <p:spPr>
            <a:xfrm>
              <a:off x="2522022"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0" name="Google Shape;23760;p97"/>
            <p:cNvSpPr/>
            <p:nvPr/>
          </p:nvSpPr>
          <p:spPr>
            <a:xfrm>
              <a:off x="2220479"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1" name="Google Shape;23761;p97"/>
            <p:cNvSpPr/>
            <p:nvPr/>
          </p:nvSpPr>
          <p:spPr>
            <a:xfrm>
              <a:off x="2522022"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62" name="Google Shape;23762;p97"/>
          <p:cNvGrpSpPr/>
          <p:nvPr/>
        </p:nvGrpSpPr>
        <p:grpSpPr>
          <a:xfrm>
            <a:off x="4101480" y="2242103"/>
            <a:ext cx="87230" cy="366430"/>
            <a:chOff x="4105155" y="2425976"/>
            <a:chExt cx="87230" cy="366430"/>
          </a:xfrm>
        </p:grpSpPr>
        <p:sp>
          <p:nvSpPr>
            <p:cNvPr id="23763" name="Google Shape;23763;p97"/>
            <p:cNvSpPr/>
            <p:nvPr/>
          </p:nvSpPr>
          <p:spPr>
            <a:xfrm>
              <a:off x="4105155" y="2425976"/>
              <a:ext cx="87230" cy="366430"/>
            </a:xfrm>
            <a:custGeom>
              <a:rect b="b" l="l" r="r" t="t"/>
              <a:pathLst>
                <a:path extrusionOk="0" h="14022" w="3338">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4" name="Google Shape;23764;p97"/>
            <p:cNvSpPr/>
            <p:nvPr/>
          </p:nvSpPr>
          <p:spPr>
            <a:xfrm>
              <a:off x="4133561" y="2433789"/>
              <a:ext cx="58824" cy="358616"/>
            </a:xfrm>
            <a:custGeom>
              <a:rect b="b" l="l" r="r" t="t"/>
              <a:pathLst>
                <a:path extrusionOk="0" h="13723" w="2251">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5" name="Google Shape;23765;p97"/>
            <p:cNvSpPr/>
            <p:nvPr/>
          </p:nvSpPr>
          <p:spPr>
            <a:xfrm>
              <a:off x="4105155" y="2509417"/>
              <a:ext cx="87230" cy="282989"/>
            </a:xfrm>
            <a:custGeom>
              <a:rect b="b" l="l" r="r" t="t"/>
              <a:pathLst>
                <a:path extrusionOk="0" h="10829" w="3338">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6" name="Google Shape;23766;p97"/>
            <p:cNvSpPr/>
            <p:nvPr/>
          </p:nvSpPr>
          <p:spPr>
            <a:xfrm>
              <a:off x="4133561" y="2509417"/>
              <a:ext cx="58824" cy="282989"/>
            </a:xfrm>
            <a:custGeom>
              <a:rect b="b" l="l" r="r" t="t"/>
              <a:pathLst>
                <a:path extrusionOk="0" h="10829" w="2251">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7" name="Google Shape;23767;p97"/>
            <p:cNvSpPr/>
            <p:nvPr/>
          </p:nvSpPr>
          <p:spPr>
            <a:xfrm>
              <a:off x="4105155" y="2552901"/>
              <a:ext cx="87230" cy="195262"/>
            </a:xfrm>
            <a:custGeom>
              <a:rect b="b" l="l" r="r" t="t"/>
              <a:pathLst>
                <a:path extrusionOk="0" h="7472" w="3338">
                  <a:moveTo>
                    <a:pt x="0" y="0"/>
                  </a:moveTo>
                  <a:lnTo>
                    <a:pt x="0" y="7472"/>
                  </a:lnTo>
                  <a:lnTo>
                    <a:pt x="3337" y="7472"/>
                  </a:lnTo>
                  <a:lnTo>
                    <a:pt x="3337"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8" name="Google Shape;23768;p97"/>
            <p:cNvSpPr/>
            <p:nvPr/>
          </p:nvSpPr>
          <p:spPr>
            <a:xfrm>
              <a:off x="4133561" y="2552901"/>
              <a:ext cx="58824" cy="195262"/>
            </a:xfrm>
            <a:custGeom>
              <a:rect b="b" l="l" r="r" t="t"/>
              <a:pathLst>
                <a:path extrusionOk="0" h="7472" w="2251">
                  <a:moveTo>
                    <a:pt x="0" y="0"/>
                  </a:moveTo>
                  <a:lnTo>
                    <a:pt x="0" y="7472"/>
                  </a:lnTo>
                  <a:lnTo>
                    <a:pt x="2250" y="7472"/>
                  </a:lnTo>
                  <a:lnTo>
                    <a:pt x="2250" y="0"/>
                  </a:ln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69" name="Google Shape;23769;p97"/>
          <p:cNvGrpSpPr/>
          <p:nvPr/>
        </p:nvGrpSpPr>
        <p:grpSpPr>
          <a:xfrm>
            <a:off x="1804434" y="2242129"/>
            <a:ext cx="267884" cy="366639"/>
            <a:chOff x="1808109" y="2426002"/>
            <a:chExt cx="267884" cy="366639"/>
          </a:xfrm>
        </p:grpSpPr>
        <p:sp>
          <p:nvSpPr>
            <p:cNvPr id="23770" name="Google Shape;23770;p97"/>
            <p:cNvSpPr/>
            <p:nvPr/>
          </p:nvSpPr>
          <p:spPr>
            <a:xfrm>
              <a:off x="1821671" y="2426002"/>
              <a:ext cx="244025" cy="159591"/>
            </a:xfrm>
            <a:custGeom>
              <a:rect b="b" l="l" r="r" t="t"/>
              <a:pathLst>
                <a:path extrusionOk="0" h="6107" w="9338">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1" name="Google Shape;23771;p97"/>
            <p:cNvSpPr/>
            <p:nvPr/>
          </p:nvSpPr>
          <p:spPr>
            <a:xfrm>
              <a:off x="1808109" y="2585567"/>
              <a:ext cx="267649" cy="46516"/>
            </a:xfrm>
            <a:custGeom>
              <a:rect b="b" l="l" r="r" t="t"/>
              <a:pathLst>
                <a:path extrusionOk="0" h="1780" w="10242">
                  <a:moveTo>
                    <a:pt x="520" y="0"/>
                  </a:moveTo>
                  <a:lnTo>
                    <a:pt x="0" y="1779"/>
                  </a:lnTo>
                  <a:lnTo>
                    <a:pt x="10241" y="1779"/>
                  </a:lnTo>
                  <a:lnTo>
                    <a:pt x="9847" y="0"/>
                  </a:ln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2" name="Google Shape;23772;p97"/>
            <p:cNvSpPr/>
            <p:nvPr/>
          </p:nvSpPr>
          <p:spPr>
            <a:xfrm>
              <a:off x="1808109" y="2632056"/>
              <a:ext cx="267884" cy="59817"/>
            </a:xfrm>
            <a:custGeom>
              <a:rect b="b" l="l" r="r" t="t"/>
              <a:pathLst>
                <a:path extrusionOk="0" h="2289" w="10251">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3" name="Google Shape;23773;p97"/>
            <p:cNvSpPr/>
            <p:nvPr/>
          </p:nvSpPr>
          <p:spPr>
            <a:xfrm>
              <a:off x="1842525" y="2426002"/>
              <a:ext cx="223172" cy="159591"/>
            </a:xfrm>
            <a:custGeom>
              <a:rect b="b" l="l" r="r" t="t"/>
              <a:pathLst>
                <a:path extrusionOk="0" h="6107" w="854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4" name="Google Shape;23774;p97"/>
            <p:cNvSpPr/>
            <p:nvPr/>
          </p:nvSpPr>
          <p:spPr>
            <a:xfrm>
              <a:off x="1829224" y="2585567"/>
              <a:ext cx="246534" cy="46516"/>
            </a:xfrm>
            <a:custGeom>
              <a:rect b="b" l="l" r="r" t="t"/>
              <a:pathLst>
                <a:path extrusionOk="0" h="1780" w="9434">
                  <a:moveTo>
                    <a:pt x="510" y="0"/>
                  </a:moveTo>
                  <a:lnTo>
                    <a:pt x="0" y="1779"/>
                  </a:lnTo>
                  <a:lnTo>
                    <a:pt x="9433" y="1779"/>
                  </a:lnTo>
                  <a:lnTo>
                    <a:pt x="9039" y="0"/>
                  </a:ln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5" name="Google Shape;23775;p97"/>
            <p:cNvSpPr/>
            <p:nvPr/>
          </p:nvSpPr>
          <p:spPr>
            <a:xfrm>
              <a:off x="1829224" y="2632056"/>
              <a:ext cx="246769" cy="59817"/>
            </a:xfrm>
            <a:custGeom>
              <a:rect b="b" l="l" r="r" t="t"/>
              <a:pathLst>
                <a:path extrusionOk="0" h="2289" w="9443">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6" name="Google Shape;23776;p97"/>
            <p:cNvSpPr/>
            <p:nvPr/>
          </p:nvSpPr>
          <p:spPr>
            <a:xfrm>
              <a:off x="2015156" y="2444843"/>
              <a:ext cx="27936" cy="24382"/>
            </a:xfrm>
            <a:custGeom>
              <a:rect b="b" l="l" r="r" t="t"/>
              <a:pathLst>
                <a:path extrusionOk="0" h="933" w="1069">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7" name="Google Shape;23777;p97"/>
            <p:cNvSpPr/>
            <p:nvPr/>
          </p:nvSpPr>
          <p:spPr>
            <a:xfrm>
              <a:off x="2027987" y="2444843"/>
              <a:ext cx="15105" cy="14843"/>
            </a:xfrm>
            <a:custGeom>
              <a:rect b="b" l="l" r="r" t="t"/>
              <a:pathLst>
                <a:path extrusionOk="0" h="568" w="578">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8" name="Google Shape;23778;p97"/>
            <p:cNvSpPr/>
            <p:nvPr/>
          </p:nvSpPr>
          <p:spPr>
            <a:xfrm>
              <a:off x="1842029" y="2542788"/>
              <a:ext cx="26420" cy="23441"/>
            </a:xfrm>
            <a:custGeom>
              <a:rect b="b" l="l" r="r" t="t"/>
              <a:pathLst>
                <a:path extrusionOk="0" h="897" w="1011">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9" name="Google Shape;23779;p97"/>
            <p:cNvSpPr/>
            <p:nvPr/>
          </p:nvSpPr>
          <p:spPr>
            <a:xfrm>
              <a:off x="2012648" y="2542788"/>
              <a:ext cx="27178" cy="23441"/>
            </a:xfrm>
            <a:custGeom>
              <a:rect b="b" l="l" r="r" t="t"/>
              <a:pathLst>
                <a:path extrusionOk="0" h="897" w="104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0" name="Google Shape;23780;p97"/>
            <p:cNvSpPr/>
            <p:nvPr/>
          </p:nvSpPr>
          <p:spPr>
            <a:xfrm>
              <a:off x="1855095" y="2542788"/>
              <a:ext cx="13354" cy="13693"/>
            </a:xfrm>
            <a:custGeom>
              <a:rect b="b" l="l" r="r" t="t"/>
              <a:pathLst>
                <a:path extrusionOk="0" h="524" w="511">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1" name="Google Shape;23781;p97"/>
            <p:cNvSpPr/>
            <p:nvPr/>
          </p:nvSpPr>
          <p:spPr>
            <a:xfrm>
              <a:off x="2025479" y="2542788"/>
              <a:ext cx="14347" cy="13720"/>
            </a:xfrm>
            <a:custGeom>
              <a:rect b="b" l="l" r="r" t="t"/>
              <a:pathLst>
                <a:path extrusionOk="0" h="525" w="549">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2" name="Google Shape;23782;p97"/>
            <p:cNvSpPr/>
            <p:nvPr/>
          </p:nvSpPr>
          <p:spPr>
            <a:xfrm>
              <a:off x="1864633" y="2661691"/>
              <a:ext cx="154835" cy="130950"/>
            </a:xfrm>
            <a:custGeom>
              <a:rect b="b" l="l" r="r" t="t"/>
              <a:pathLst>
                <a:path extrusionOk="0" h="5011" w="5925">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3" name="Google Shape;23783;p97"/>
            <p:cNvSpPr/>
            <p:nvPr/>
          </p:nvSpPr>
          <p:spPr>
            <a:xfrm>
              <a:off x="1889276" y="2684818"/>
              <a:ext cx="105549" cy="84460"/>
            </a:xfrm>
            <a:custGeom>
              <a:rect b="b" l="l" r="r" t="t"/>
              <a:pathLst>
                <a:path extrusionOk="0" h="3232" w="4039">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4" name="Google Shape;23784;p97"/>
            <p:cNvSpPr/>
            <p:nvPr/>
          </p:nvSpPr>
          <p:spPr>
            <a:xfrm>
              <a:off x="1828466" y="2655915"/>
              <a:ext cx="227196" cy="11342"/>
            </a:xfrm>
            <a:custGeom>
              <a:rect b="b" l="l" r="r" t="t"/>
              <a:pathLst>
                <a:path extrusionOk="0" h="434" w="8694">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5" name="Google Shape;23785;p97"/>
            <p:cNvSpPr/>
            <p:nvPr/>
          </p:nvSpPr>
          <p:spPr>
            <a:xfrm>
              <a:off x="1821671" y="2482030"/>
              <a:ext cx="243790" cy="44007"/>
            </a:xfrm>
            <a:custGeom>
              <a:rect b="b" l="l" r="r" t="t"/>
              <a:pathLst>
                <a:path extrusionOk="0" h="1684" w="9329">
                  <a:moveTo>
                    <a:pt x="1" y="0"/>
                  </a:moveTo>
                  <a:lnTo>
                    <a:pt x="1" y="1683"/>
                  </a:lnTo>
                  <a:lnTo>
                    <a:pt x="9328" y="1683"/>
                  </a:lnTo>
                  <a:lnTo>
                    <a:pt x="9328" y="0"/>
                  </a:lnTo>
                  <a:close/>
                </a:path>
              </a:pathLst>
            </a:custGeom>
            <a:solidFill>
              <a:srgbClr val="97AC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6" name="Google Shape;23786;p97"/>
            <p:cNvSpPr/>
            <p:nvPr/>
          </p:nvSpPr>
          <p:spPr>
            <a:xfrm>
              <a:off x="1842525" y="2482030"/>
              <a:ext cx="223172" cy="44007"/>
            </a:xfrm>
            <a:custGeom>
              <a:rect b="b" l="l" r="r" t="t"/>
              <a:pathLst>
                <a:path extrusionOk="0" h="1684" w="8540">
                  <a:moveTo>
                    <a:pt x="1" y="0"/>
                  </a:moveTo>
                  <a:lnTo>
                    <a:pt x="1" y="1683"/>
                  </a:lnTo>
                  <a:lnTo>
                    <a:pt x="8540" y="1683"/>
                  </a:lnTo>
                  <a:lnTo>
                    <a:pt x="8540" y="0"/>
                  </a:ln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7" name="Google Shape;23787;p97"/>
            <p:cNvSpPr/>
            <p:nvPr/>
          </p:nvSpPr>
          <p:spPr>
            <a:xfrm>
              <a:off x="1884494" y="2447848"/>
              <a:ext cx="114878" cy="114878"/>
            </a:xfrm>
            <a:custGeom>
              <a:rect b="b" l="l" r="r" t="t"/>
              <a:pathLst>
                <a:path extrusionOk="0" h="4396" w="4396">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8" name="Google Shape;23788;p97"/>
            <p:cNvSpPr/>
            <p:nvPr/>
          </p:nvSpPr>
          <p:spPr>
            <a:xfrm>
              <a:off x="1902342" y="2471054"/>
              <a:ext cx="78162" cy="69565"/>
            </a:xfrm>
            <a:custGeom>
              <a:rect b="b" l="l" r="r" t="t"/>
              <a:pathLst>
                <a:path extrusionOk="0" h="2662" w="2991">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9" name="Google Shape;23789;p97"/>
            <p:cNvSpPr/>
            <p:nvPr/>
          </p:nvSpPr>
          <p:spPr>
            <a:xfrm>
              <a:off x="1912743" y="2470427"/>
              <a:ext cx="75680" cy="58641"/>
            </a:xfrm>
            <a:custGeom>
              <a:rect b="b" l="l" r="r" t="t"/>
              <a:pathLst>
                <a:path extrusionOk="0" h="2244" w="2896">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0" name="Google Shape;23790;p97"/>
            <p:cNvSpPr/>
            <p:nvPr/>
          </p:nvSpPr>
          <p:spPr>
            <a:xfrm>
              <a:off x="1937020" y="2488563"/>
              <a:ext cx="22134" cy="22134"/>
            </a:xfrm>
            <a:custGeom>
              <a:rect b="b" l="l" r="r" t="t"/>
              <a:pathLst>
                <a:path extrusionOk="0" h="847" w="847">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91" name="Google Shape;23791;p97"/>
          <p:cNvGrpSpPr/>
          <p:nvPr/>
        </p:nvGrpSpPr>
        <p:grpSpPr>
          <a:xfrm>
            <a:off x="3599893" y="2242129"/>
            <a:ext cx="207597" cy="366639"/>
            <a:chOff x="3603568" y="2426002"/>
            <a:chExt cx="207597" cy="366639"/>
          </a:xfrm>
        </p:grpSpPr>
        <p:sp>
          <p:nvSpPr>
            <p:cNvPr id="23792" name="Google Shape;23792;p97"/>
            <p:cNvSpPr/>
            <p:nvPr/>
          </p:nvSpPr>
          <p:spPr>
            <a:xfrm>
              <a:off x="3629465" y="2426002"/>
              <a:ext cx="155828" cy="203050"/>
            </a:xfrm>
            <a:custGeom>
              <a:rect b="b" l="l" r="r" t="t"/>
              <a:pathLst>
                <a:path extrusionOk="0" h="7770" w="5963">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3" name="Google Shape;23793;p97"/>
            <p:cNvSpPr/>
            <p:nvPr/>
          </p:nvSpPr>
          <p:spPr>
            <a:xfrm>
              <a:off x="3657114" y="2451376"/>
              <a:ext cx="128180" cy="177675"/>
            </a:xfrm>
            <a:custGeom>
              <a:rect b="b" l="l" r="r" t="t"/>
              <a:pathLst>
                <a:path extrusionOk="0" h="6799" w="4905">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4" name="Google Shape;23794;p97"/>
            <p:cNvSpPr/>
            <p:nvPr/>
          </p:nvSpPr>
          <p:spPr>
            <a:xfrm>
              <a:off x="3603568" y="2556403"/>
              <a:ext cx="207597" cy="236238"/>
            </a:xfrm>
            <a:custGeom>
              <a:rect b="b" l="l" r="r" t="t"/>
              <a:pathLst>
                <a:path extrusionOk="0" h="9040" w="7944">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5" name="Google Shape;23795;p97"/>
            <p:cNvSpPr/>
            <p:nvPr/>
          </p:nvSpPr>
          <p:spPr>
            <a:xfrm>
              <a:off x="3634979" y="2556403"/>
              <a:ext cx="176185" cy="206839"/>
            </a:xfrm>
            <a:custGeom>
              <a:rect b="b" l="l" r="r" t="t"/>
              <a:pathLst>
                <a:path extrusionOk="0" h="7915" w="6742">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6" name="Google Shape;23796;p97"/>
            <p:cNvSpPr/>
            <p:nvPr/>
          </p:nvSpPr>
          <p:spPr>
            <a:xfrm>
              <a:off x="3603568" y="2623511"/>
              <a:ext cx="207597" cy="101786"/>
            </a:xfrm>
            <a:custGeom>
              <a:rect b="b" l="l" r="r" t="t"/>
              <a:pathLst>
                <a:path extrusionOk="0" h="3895" w="7944">
                  <a:moveTo>
                    <a:pt x="1" y="0"/>
                  </a:moveTo>
                  <a:lnTo>
                    <a:pt x="1" y="3895"/>
                  </a:lnTo>
                  <a:lnTo>
                    <a:pt x="7944" y="3895"/>
                  </a:lnTo>
                  <a:lnTo>
                    <a:pt x="7944" y="0"/>
                  </a:lnTo>
                  <a:close/>
                </a:path>
              </a:pathLst>
            </a:custGeom>
            <a:solidFill>
              <a:srgbClr val="EC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7" name="Google Shape;23797;p97"/>
            <p:cNvSpPr/>
            <p:nvPr/>
          </p:nvSpPr>
          <p:spPr>
            <a:xfrm>
              <a:off x="3603568" y="2623511"/>
              <a:ext cx="31437" cy="101786"/>
            </a:xfrm>
            <a:custGeom>
              <a:rect b="b" l="l" r="r" t="t"/>
              <a:pathLst>
                <a:path extrusionOk="0" h="3895" w="1203">
                  <a:moveTo>
                    <a:pt x="1" y="0"/>
                  </a:moveTo>
                  <a:lnTo>
                    <a:pt x="1" y="3895"/>
                  </a:lnTo>
                  <a:lnTo>
                    <a:pt x="1203" y="3895"/>
                  </a:lnTo>
                  <a:lnTo>
                    <a:pt x="1203" y="0"/>
                  </a:ln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798" name="Google Shape;23798;p97"/>
          <p:cNvGrpSpPr/>
          <p:nvPr/>
        </p:nvGrpSpPr>
        <p:grpSpPr>
          <a:xfrm>
            <a:off x="2242440" y="2242129"/>
            <a:ext cx="274417" cy="366404"/>
            <a:chOff x="2246115" y="2426002"/>
            <a:chExt cx="274417" cy="366404"/>
          </a:xfrm>
        </p:grpSpPr>
        <p:sp>
          <p:nvSpPr>
            <p:cNvPr id="23799" name="Google Shape;23799;p97"/>
            <p:cNvSpPr/>
            <p:nvPr/>
          </p:nvSpPr>
          <p:spPr>
            <a:xfrm>
              <a:off x="2246115" y="2440819"/>
              <a:ext cx="274417" cy="148798"/>
            </a:xfrm>
            <a:custGeom>
              <a:rect b="b" l="l" r="r" t="t"/>
              <a:pathLst>
                <a:path extrusionOk="0" h="5694" w="10501">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0" name="Google Shape;23800;p97"/>
            <p:cNvSpPr/>
            <p:nvPr/>
          </p:nvSpPr>
          <p:spPr>
            <a:xfrm>
              <a:off x="2285053" y="2520471"/>
              <a:ext cx="196543" cy="271935"/>
            </a:xfrm>
            <a:custGeom>
              <a:rect b="b" l="l" r="r" t="t"/>
              <a:pathLst>
                <a:path extrusionOk="0" h="10406" w="7521">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1" name="Google Shape;23801;p97"/>
            <p:cNvSpPr/>
            <p:nvPr/>
          </p:nvSpPr>
          <p:spPr>
            <a:xfrm>
              <a:off x="2315471" y="2520732"/>
              <a:ext cx="166124" cy="245018"/>
            </a:xfrm>
            <a:custGeom>
              <a:rect b="b" l="l" r="r" t="t"/>
              <a:pathLst>
                <a:path extrusionOk="0" h="9376" w="6357">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2" name="Google Shape;23802;p97"/>
            <p:cNvSpPr/>
            <p:nvPr/>
          </p:nvSpPr>
          <p:spPr>
            <a:xfrm>
              <a:off x="2285053" y="2520471"/>
              <a:ext cx="196543" cy="166882"/>
            </a:xfrm>
            <a:custGeom>
              <a:rect b="b" l="l" r="r" t="t"/>
              <a:pathLst>
                <a:path extrusionOk="0" h="6386" w="7521">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3" name="Google Shape;23803;p97"/>
            <p:cNvSpPr/>
            <p:nvPr/>
          </p:nvSpPr>
          <p:spPr>
            <a:xfrm>
              <a:off x="2335306" y="2426002"/>
              <a:ext cx="96272" cy="40218"/>
            </a:xfrm>
            <a:custGeom>
              <a:rect b="b" l="l" r="r" t="t"/>
              <a:pathLst>
                <a:path extrusionOk="0" h="1539" w="3684">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4" name="Google Shape;23804;p97"/>
            <p:cNvSpPr/>
            <p:nvPr/>
          </p:nvSpPr>
          <p:spPr>
            <a:xfrm>
              <a:off x="2360680" y="2426002"/>
              <a:ext cx="70897" cy="19626"/>
            </a:xfrm>
            <a:custGeom>
              <a:rect b="b" l="l" r="r" t="t"/>
              <a:pathLst>
                <a:path extrusionOk="0" h="751" w="2713">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5" name="Google Shape;23805;p97"/>
            <p:cNvSpPr/>
            <p:nvPr/>
          </p:nvSpPr>
          <p:spPr>
            <a:xfrm>
              <a:off x="2323990" y="2591603"/>
              <a:ext cx="71394" cy="95749"/>
            </a:xfrm>
            <a:custGeom>
              <a:rect b="b" l="l" r="r" t="t"/>
              <a:pathLst>
                <a:path extrusionOk="0" h="3664" w="2732">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6" name="Google Shape;23806;p97"/>
            <p:cNvSpPr/>
            <p:nvPr/>
          </p:nvSpPr>
          <p:spPr>
            <a:xfrm>
              <a:off x="2430794" y="2591838"/>
              <a:ext cx="35723" cy="43563"/>
            </a:xfrm>
            <a:custGeom>
              <a:rect b="b" l="l" r="r" t="t"/>
              <a:pathLst>
                <a:path extrusionOk="0" h="1667" w="1367">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07" name="Google Shape;23807;p97"/>
          <p:cNvGrpSpPr/>
          <p:nvPr/>
        </p:nvGrpSpPr>
        <p:grpSpPr>
          <a:xfrm>
            <a:off x="2692991" y="2242129"/>
            <a:ext cx="256099" cy="366639"/>
            <a:chOff x="2696666" y="2426002"/>
            <a:chExt cx="256099" cy="366639"/>
          </a:xfrm>
        </p:grpSpPr>
        <p:sp>
          <p:nvSpPr>
            <p:cNvPr id="23808" name="Google Shape;23808;p97"/>
            <p:cNvSpPr/>
            <p:nvPr/>
          </p:nvSpPr>
          <p:spPr>
            <a:xfrm>
              <a:off x="2724811" y="2426002"/>
              <a:ext cx="227954" cy="86446"/>
            </a:xfrm>
            <a:custGeom>
              <a:rect b="b" l="l" r="r" t="t"/>
              <a:pathLst>
                <a:path extrusionOk="0" h="3308" w="8723">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9" name="Google Shape;23809;p97"/>
            <p:cNvSpPr/>
            <p:nvPr/>
          </p:nvSpPr>
          <p:spPr>
            <a:xfrm>
              <a:off x="2696666" y="2465436"/>
              <a:ext cx="147283" cy="184156"/>
            </a:xfrm>
            <a:custGeom>
              <a:rect b="b" l="l" r="r" t="t"/>
              <a:pathLst>
                <a:path extrusionOk="0" h="7047" w="5636">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0" name="Google Shape;23810;p97"/>
            <p:cNvSpPr/>
            <p:nvPr/>
          </p:nvSpPr>
          <p:spPr>
            <a:xfrm>
              <a:off x="2813008" y="2631534"/>
              <a:ext cx="51795" cy="161107"/>
            </a:xfrm>
            <a:custGeom>
              <a:rect b="b" l="l" r="r" t="t"/>
              <a:pathLst>
                <a:path extrusionOk="0" h="6165" w="1982">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1" name="Google Shape;23811;p97"/>
            <p:cNvSpPr/>
            <p:nvPr/>
          </p:nvSpPr>
          <p:spPr>
            <a:xfrm>
              <a:off x="2836893" y="2631795"/>
              <a:ext cx="27910" cy="138999"/>
            </a:xfrm>
            <a:custGeom>
              <a:rect b="b" l="l" r="r" t="t"/>
              <a:pathLst>
                <a:path extrusionOk="0" h="5319" w="1068">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2" name="Google Shape;23812;p97"/>
            <p:cNvSpPr/>
            <p:nvPr/>
          </p:nvSpPr>
          <p:spPr>
            <a:xfrm>
              <a:off x="2725568" y="2436533"/>
              <a:ext cx="227196" cy="69826"/>
            </a:xfrm>
            <a:custGeom>
              <a:rect b="b" l="l" r="r" t="t"/>
              <a:pathLst>
                <a:path extrusionOk="0" h="2672" w="8694">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3" name="Google Shape;23813;p97"/>
            <p:cNvSpPr/>
            <p:nvPr/>
          </p:nvSpPr>
          <p:spPr>
            <a:xfrm>
              <a:off x="2725307" y="2426002"/>
              <a:ext cx="227457" cy="52788"/>
            </a:xfrm>
            <a:custGeom>
              <a:rect b="b" l="l" r="r" t="t"/>
              <a:pathLst>
                <a:path extrusionOk="0" h="2020" w="8704">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14" name="Google Shape;23814;p97"/>
          <p:cNvGrpSpPr/>
          <p:nvPr/>
        </p:nvGrpSpPr>
        <p:grpSpPr>
          <a:xfrm>
            <a:off x="3145397" y="2242129"/>
            <a:ext cx="225863" cy="366430"/>
            <a:chOff x="3149072" y="2426002"/>
            <a:chExt cx="225863" cy="366430"/>
          </a:xfrm>
        </p:grpSpPr>
        <p:sp>
          <p:nvSpPr>
            <p:cNvPr id="23815" name="Google Shape;23815;p97"/>
            <p:cNvSpPr/>
            <p:nvPr/>
          </p:nvSpPr>
          <p:spPr>
            <a:xfrm>
              <a:off x="3236694" y="2606420"/>
              <a:ext cx="58824" cy="186011"/>
            </a:xfrm>
            <a:custGeom>
              <a:rect b="b" l="l" r="r" t="t"/>
              <a:pathLst>
                <a:path extrusionOk="0" h="7118" w="2251">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6" name="Google Shape;23816;p97"/>
            <p:cNvSpPr/>
            <p:nvPr/>
          </p:nvSpPr>
          <p:spPr>
            <a:xfrm>
              <a:off x="3260056" y="2606420"/>
              <a:ext cx="35462" cy="165863"/>
            </a:xfrm>
            <a:custGeom>
              <a:rect b="b" l="l" r="r" t="t"/>
              <a:pathLst>
                <a:path extrusionOk="0" h="6347" w="1357">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7" name="Google Shape;23817;p97"/>
            <p:cNvSpPr/>
            <p:nvPr/>
          </p:nvSpPr>
          <p:spPr>
            <a:xfrm>
              <a:off x="3194464" y="2547857"/>
              <a:ext cx="143284" cy="88981"/>
            </a:xfrm>
            <a:custGeom>
              <a:rect b="b" l="l" r="r" t="t"/>
              <a:pathLst>
                <a:path extrusionOk="0" h="3405" w="5483">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8" name="Google Shape;23818;p97"/>
            <p:cNvSpPr/>
            <p:nvPr/>
          </p:nvSpPr>
          <p:spPr>
            <a:xfrm>
              <a:off x="3214063" y="2547857"/>
              <a:ext cx="123685" cy="69382"/>
            </a:xfrm>
            <a:custGeom>
              <a:rect b="b" l="l" r="r" t="t"/>
              <a:pathLst>
                <a:path extrusionOk="0" h="2655" w="4733">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9" name="Google Shape;23819;p97"/>
            <p:cNvSpPr/>
            <p:nvPr/>
          </p:nvSpPr>
          <p:spPr>
            <a:xfrm>
              <a:off x="3179908" y="2426002"/>
              <a:ext cx="172396" cy="119635"/>
            </a:xfrm>
            <a:custGeom>
              <a:rect b="b" l="l" r="r" t="t"/>
              <a:pathLst>
                <a:path extrusionOk="0" h="4578" w="6597">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0" name="Google Shape;23820;p97"/>
            <p:cNvSpPr/>
            <p:nvPr/>
          </p:nvSpPr>
          <p:spPr>
            <a:xfrm>
              <a:off x="3199246" y="2426002"/>
              <a:ext cx="153058" cy="85715"/>
            </a:xfrm>
            <a:custGeom>
              <a:rect b="b" l="l" r="r" t="t"/>
              <a:pathLst>
                <a:path extrusionOk="0" h="3280" w="5857">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1" name="Google Shape;23821;p97"/>
            <p:cNvSpPr/>
            <p:nvPr/>
          </p:nvSpPr>
          <p:spPr>
            <a:xfrm>
              <a:off x="3149072" y="2528755"/>
              <a:ext cx="225863" cy="41760"/>
            </a:xfrm>
            <a:custGeom>
              <a:rect b="b" l="l" r="r" t="t"/>
              <a:pathLst>
                <a:path extrusionOk="0" h="1598" w="8643">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2" name="Google Shape;23822;p97"/>
            <p:cNvSpPr/>
            <p:nvPr/>
          </p:nvSpPr>
          <p:spPr>
            <a:xfrm>
              <a:off x="3174864" y="2528519"/>
              <a:ext cx="200070" cy="20122"/>
            </a:xfrm>
            <a:custGeom>
              <a:rect b="b" l="l" r="r" t="t"/>
              <a:pathLst>
                <a:path extrusionOk="0" h="770" w="7656">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3" name="Google Shape;23823;p97"/>
            <p:cNvSpPr/>
            <p:nvPr/>
          </p:nvSpPr>
          <p:spPr>
            <a:xfrm>
              <a:off x="3217095" y="2426002"/>
              <a:ext cx="110096" cy="85636"/>
            </a:xfrm>
            <a:custGeom>
              <a:rect b="b" l="l" r="r" t="t"/>
              <a:pathLst>
                <a:path extrusionOk="0" h="3277" w="4213">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4" name="Google Shape;23824;p97"/>
            <p:cNvSpPr/>
            <p:nvPr/>
          </p:nvSpPr>
          <p:spPr>
            <a:xfrm>
              <a:off x="3217095" y="2426002"/>
              <a:ext cx="27674" cy="31620"/>
            </a:xfrm>
            <a:custGeom>
              <a:rect b="b" l="l" r="r" t="t"/>
              <a:pathLst>
                <a:path extrusionOk="0" h="1210" w="1059">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5" name="Google Shape;23825;p97"/>
            <p:cNvSpPr/>
            <p:nvPr/>
          </p:nvSpPr>
          <p:spPr>
            <a:xfrm>
              <a:off x="3271868" y="2426002"/>
              <a:ext cx="55323" cy="61333"/>
            </a:xfrm>
            <a:custGeom>
              <a:rect b="b" l="l" r="r" t="t"/>
              <a:pathLst>
                <a:path extrusionOk="0" h="2347" w="2117">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26" name="Google Shape;23826;p97"/>
          <p:cNvGrpSpPr/>
          <p:nvPr/>
        </p:nvGrpSpPr>
        <p:grpSpPr>
          <a:xfrm>
            <a:off x="1357881" y="2242051"/>
            <a:ext cx="283224" cy="366482"/>
            <a:chOff x="1361556" y="2425923"/>
            <a:chExt cx="283224" cy="366482"/>
          </a:xfrm>
        </p:grpSpPr>
        <p:sp>
          <p:nvSpPr>
            <p:cNvPr id="23827" name="Google Shape;23827;p97"/>
            <p:cNvSpPr/>
            <p:nvPr/>
          </p:nvSpPr>
          <p:spPr>
            <a:xfrm>
              <a:off x="1361556" y="2425923"/>
              <a:ext cx="283224" cy="366482"/>
            </a:xfrm>
            <a:custGeom>
              <a:rect b="b" l="l" r="r" t="t"/>
              <a:pathLst>
                <a:path extrusionOk="0" h="14024" w="10838">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8" name="Google Shape;23828;p97"/>
            <p:cNvSpPr/>
            <p:nvPr/>
          </p:nvSpPr>
          <p:spPr>
            <a:xfrm>
              <a:off x="1493499" y="2660698"/>
              <a:ext cx="36951" cy="22866"/>
            </a:xfrm>
            <a:custGeom>
              <a:rect b="b" l="l" r="r" t="t"/>
              <a:pathLst>
                <a:path extrusionOk="0" h="875" w="1414">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9" name="Google Shape;23829;p97"/>
            <p:cNvSpPr/>
            <p:nvPr/>
          </p:nvSpPr>
          <p:spPr>
            <a:xfrm>
              <a:off x="1512341" y="2660959"/>
              <a:ext cx="18110" cy="20122"/>
            </a:xfrm>
            <a:custGeom>
              <a:rect b="b" l="l" r="r" t="t"/>
              <a:pathLst>
                <a:path extrusionOk="0" h="770" w="693">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0" name="Google Shape;23830;p97"/>
            <p:cNvSpPr/>
            <p:nvPr/>
          </p:nvSpPr>
          <p:spPr>
            <a:xfrm>
              <a:off x="1433290" y="2489556"/>
              <a:ext cx="153711" cy="173180"/>
            </a:xfrm>
            <a:custGeom>
              <a:rect b="b" l="l" r="r" t="t"/>
              <a:pathLst>
                <a:path extrusionOk="0" h="6627" w="5882">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1" name="Google Shape;23831;p97"/>
            <p:cNvSpPr/>
            <p:nvPr/>
          </p:nvSpPr>
          <p:spPr>
            <a:xfrm>
              <a:off x="1457306" y="2490314"/>
              <a:ext cx="129434" cy="172422"/>
            </a:xfrm>
            <a:custGeom>
              <a:rect b="b" l="l" r="r" t="t"/>
              <a:pathLst>
                <a:path extrusionOk="0" h="6598" w="4953">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2" name="Google Shape;23832;p97"/>
            <p:cNvSpPr/>
            <p:nvPr/>
          </p:nvSpPr>
          <p:spPr>
            <a:xfrm>
              <a:off x="1469876" y="2523502"/>
              <a:ext cx="79417" cy="95253"/>
            </a:xfrm>
            <a:custGeom>
              <a:rect b="b" l="l" r="r" t="t"/>
              <a:pathLst>
                <a:path extrusionOk="0" h="3645" w="3039">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3" name="Google Shape;23833;p97"/>
            <p:cNvSpPr/>
            <p:nvPr/>
          </p:nvSpPr>
          <p:spPr>
            <a:xfrm>
              <a:off x="1421086" y="2581412"/>
              <a:ext cx="30131" cy="19338"/>
            </a:xfrm>
            <a:custGeom>
              <a:rect b="b" l="l" r="r" t="t"/>
              <a:pathLst>
                <a:path extrusionOk="0" h="740" w="1153">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4" name="Google Shape;23834;p97"/>
            <p:cNvSpPr/>
            <p:nvPr/>
          </p:nvSpPr>
          <p:spPr>
            <a:xfrm>
              <a:off x="1569336" y="2582222"/>
              <a:ext cx="30157" cy="19312"/>
            </a:xfrm>
            <a:custGeom>
              <a:rect b="b" l="l" r="r" t="t"/>
              <a:pathLst>
                <a:path extrusionOk="0" h="739" w="1154">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5" name="Google Shape;23835;p97"/>
            <p:cNvSpPr/>
            <p:nvPr/>
          </p:nvSpPr>
          <p:spPr>
            <a:xfrm>
              <a:off x="1506304" y="2449599"/>
              <a:ext cx="11342" cy="26498"/>
            </a:xfrm>
            <a:custGeom>
              <a:rect b="b" l="l" r="r" t="t"/>
              <a:pathLst>
                <a:path extrusionOk="0" h="1014" w="434">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6" name="Google Shape;23836;p97"/>
            <p:cNvSpPr/>
            <p:nvPr/>
          </p:nvSpPr>
          <p:spPr>
            <a:xfrm>
              <a:off x="1457228" y="2461176"/>
              <a:ext cx="23624" cy="25897"/>
            </a:xfrm>
            <a:custGeom>
              <a:rect b="b" l="l" r="r" t="t"/>
              <a:pathLst>
                <a:path extrusionOk="0" h="991" w="904">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7" name="Google Shape;23837;p97"/>
            <p:cNvSpPr/>
            <p:nvPr/>
          </p:nvSpPr>
          <p:spPr>
            <a:xfrm>
              <a:off x="1422680" y="2495723"/>
              <a:ext cx="29295" cy="18868"/>
            </a:xfrm>
            <a:custGeom>
              <a:rect b="b" l="l" r="r" t="t"/>
              <a:pathLst>
                <a:path extrusionOk="0" h="722" w="1121">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8" name="Google Shape;23838;p97"/>
            <p:cNvSpPr/>
            <p:nvPr/>
          </p:nvSpPr>
          <p:spPr>
            <a:xfrm>
              <a:off x="1410816" y="2542344"/>
              <a:ext cx="28171" cy="11315"/>
            </a:xfrm>
            <a:custGeom>
              <a:rect b="b" l="l" r="r" t="t"/>
              <a:pathLst>
                <a:path extrusionOk="0" h="433" w="1078">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9" name="Google Shape;23839;p97"/>
            <p:cNvSpPr/>
            <p:nvPr/>
          </p:nvSpPr>
          <p:spPr>
            <a:xfrm>
              <a:off x="1581932" y="2543833"/>
              <a:ext cx="29687" cy="11342"/>
            </a:xfrm>
            <a:custGeom>
              <a:rect b="b" l="l" r="r" t="t"/>
              <a:pathLst>
                <a:path extrusionOk="0" h="434" w="1136">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0" name="Google Shape;23840;p97"/>
            <p:cNvSpPr/>
            <p:nvPr/>
          </p:nvSpPr>
          <p:spPr>
            <a:xfrm>
              <a:off x="1571139" y="2496742"/>
              <a:ext cx="30183" cy="19234"/>
            </a:xfrm>
            <a:custGeom>
              <a:rect b="b" l="l" r="r" t="t"/>
              <a:pathLst>
                <a:path extrusionOk="0" h="736" w="1155">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1" name="Google Shape;23841;p97"/>
            <p:cNvSpPr/>
            <p:nvPr/>
          </p:nvSpPr>
          <p:spPr>
            <a:xfrm>
              <a:off x="1542655" y="2462483"/>
              <a:ext cx="22213" cy="25349"/>
            </a:xfrm>
            <a:custGeom>
              <a:rect b="b" l="l" r="r" t="t"/>
              <a:pathLst>
                <a:path extrusionOk="0" h="970" w="85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2" name="Google Shape;23842;p97"/>
            <p:cNvSpPr/>
            <p:nvPr/>
          </p:nvSpPr>
          <p:spPr>
            <a:xfrm>
              <a:off x="1496243" y="2594112"/>
              <a:ext cx="8075" cy="24382"/>
            </a:xfrm>
            <a:custGeom>
              <a:rect b="b" l="l" r="r" t="t"/>
              <a:pathLst>
                <a:path extrusionOk="0" h="933" w="309">
                  <a:moveTo>
                    <a:pt x="1" y="0"/>
                  </a:moveTo>
                  <a:lnTo>
                    <a:pt x="1" y="933"/>
                  </a:lnTo>
                  <a:lnTo>
                    <a:pt x="308" y="933"/>
                  </a:lnTo>
                  <a:lnTo>
                    <a:pt x="308" y="856"/>
                  </a:lnTo>
                  <a:cubicBezTo>
                    <a:pt x="308" y="539"/>
                    <a:pt x="203" y="241"/>
                    <a:pt x="1" y="0"/>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3" name="Google Shape;23843;p97"/>
            <p:cNvSpPr/>
            <p:nvPr/>
          </p:nvSpPr>
          <p:spPr>
            <a:xfrm>
              <a:off x="1483935" y="2618468"/>
              <a:ext cx="56054" cy="22160"/>
            </a:xfrm>
            <a:custGeom>
              <a:rect b="b" l="l" r="r" t="t"/>
              <a:pathLst>
                <a:path extrusionOk="0" h="848" w="2145">
                  <a:moveTo>
                    <a:pt x="1" y="1"/>
                  </a:moveTo>
                  <a:lnTo>
                    <a:pt x="1" y="847"/>
                  </a:lnTo>
                  <a:lnTo>
                    <a:pt x="2145" y="847"/>
                  </a:lnTo>
                  <a:lnTo>
                    <a:pt x="2145"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4" name="Google Shape;23844;p97"/>
            <p:cNvSpPr/>
            <p:nvPr/>
          </p:nvSpPr>
          <p:spPr>
            <a:xfrm>
              <a:off x="1483935" y="2640602"/>
              <a:ext cx="56054" cy="22134"/>
            </a:xfrm>
            <a:custGeom>
              <a:rect b="b" l="l" r="r" t="t"/>
              <a:pathLst>
                <a:path extrusionOk="0" h="847" w="2145">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5" name="Google Shape;23845;p97"/>
            <p:cNvSpPr/>
            <p:nvPr/>
          </p:nvSpPr>
          <p:spPr>
            <a:xfrm>
              <a:off x="1504292" y="2618468"/>
              <a:ext cx="35697" cy="22160"/>
            </a:xfrm>
            <a:custGeom>
              <a:rect b="b" l="l" r="r" t="t"/>
              <a:pathLst>
                <a:path extrusionOk="0" h="848" w="1366">
                  <a:moveTo>
                    <a:pt x="0" y="1"/>
                  </a:moveTo>
                  <a:lnTo>
                    <a:pt x="0" y="847"/>
                  </a:lnTo>
                  <a:lnTo>
                    <a:pt x="1366" y="847"/>
                  </a:lnTo>
                  <a:lnTo>
                    <a:pt x="1366"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6" name="Google Shape;23846;p97"/>
            <p:cNvSpPr/>
            <p:nvPr/>
          </p:nvSpPr>
          <p:spPr>
            <a:xfrm>
              <a:off x="1504031" y="2640602"/>
              <a:ext cx="35958" cy="22134"/>
            </a:xfrm>
            <a:custGeom>
              <a:rect b="b" l="l" r="r" t="t"/>
              <a:pathLst>
                <a:path extrusionOk="0" h="847" w="1376">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47" name="Google Shape;23847;p97"/>
          <p:cNvGrpSpPr/>
          <p:nvPr/>
        </p:nvGrpSpPr>
        <p:grpSpPr>
          <a:xfrm>
            <a:off x="3970060" y="2707183"/>
            <a:ext cx="361883" cy="366979"/>
            <a:chOff x="3973735" y="2891056"/>
            <a:chExt cx="361883" cy="366979"/>
          </a:xfrm>
        </p:grpSpPr>
        <p:sp>
          <p:nvSpPr>
            <p:cNvPr id="23848" name="Google Shape;23848;p97"/>
            <p:cNvSpPr/>
            <p:nvPr/>
          </p:nvSpPr>
          <p:spPr>
            <a:xfrm>
              <a:off x="4148875" y="2891056"/>
              <a:ext cx="149661" cy="98598"/>
            </a:xfrm>
            <a:custGeom>
              <a:rect b="b" l="l" r="r" t="t"/>
              <a:pathLst>
                <a:path extrusionOk="0" h="3773" w="5727">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9" name="Google Shape;23849;p97"/>
            <p:cNvSpPr/>
            <p:nvPr/>
          </p:nvSpPr>
          <p:spPr>
            <a:xfrm>
              <a:off x="4231558" y="3066039"/>
              <a:ext cx="25139" cy="25139"/>
            </a:xfrm>
            <a:custGeom>
              <a:rect b="b" l="l" r="r" t="t"/>
              <a:pathLst>
                <a:path extrusionOk="0" fill="none" h="962" w="962">
                  <a:moveTo>
                    <a:pt x="962" y="962"/>
                  </a:moveTo>
                  <a:lnTo>
                    <a:pt x="0" y="0"/>
                  </a:lnTo>
                </a:path>
              </a:pathLst>
            </a:custGeom>
            <a:noFill/>
            <a:ln cap="rnd" cmpd="sng" w="452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0" name="Google Shape;23850;p97"/>
            <p:cNvSpPr/>
            <p:nvPr/>
          </p:nvSpPr>
          <p:spPr>
            <a:xfrm>
              <a:off x="3973735" y="2975307"/>
              <a:ext cx="359871" cy="282728"/>
            </a:xfrm>
            <a:custGeom>
              <a:rect b="b" l="l" r="r" t="t"/>
              <a:pathLst>
                <a:path extrusionOk="0" h="10819" w="13771">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1" name="Google Shape;23851;p97"/>
            <p:cNvSpPr/>
            <p:nvPr/>
          </p:nvSpPr>
          <p:spPr>
            <a:xfrm>
              <a:off x="3997855" y="2975307"/>
              <a:ext cx="337763" cy="282728"/>
            </a:xfrm>
            <a:custGeom>
              <a:rect b="b" l="l" r="r" t="t"/>
              <a:pathLst>
                <a:path extrusionOk="0" h="10819" w="12925">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2" name="Google Shape;23852;p97"/>
            <p:cNvSpPr/>
            <p:nvPr/>
          </p:nvSpPr>
          <p:spPr>
            <a:xfrm>
              <a:off x="3973970" y="3219306"/>
              <a:ext cx="359635" cy="11080"/>
            </a:xfrm>
            <a:custGeom>
              <a:rect b="b" l="l" r="r" t="t"/>
              <a:pathLst>
                <a:path extrusionOk="0" h="424" w="13762">
                  <a:moveTo>
                    <a:pt x="1" y="1"/>
                  </a:moveTo>
                  <a:lnTo>
                    <a:pt x="1" y="424"/>
                  </a:lnTo>
                  <a:lnTo>
                    <a:pt x="13761" y="424"/>
                  </a:lnTo>
                  <a:lnTo>
                    <a:pt x="13761" y="1"/>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3" name="Google Shape;23853;p97"/>
            <p:cNvSpPr/>
            <p:nvPr/>
          </p:nvSpPr>
          <p:spPr>
            <a:xfrm>
              <a:off x="3973970" y="3040403"/>
              <a:ext cx="359635" cy="11080"/>
            </a:xfrm>
            <a:custGeom>
              <a:rect b="b" l="l" r="r" t="t"/>
              <a:pathLst>
                <a:path extrusionOk="0" h="424" w="13762">
                  <a:moveTo>
                    <a:pt x="1" y="0"/>
                  </a:moveTo>
                  <a:lnTo>
                    <a:pt x="1" y="423"/>
                  </a:lnTo>
                  <a:lnTo>
                    <a:pt x="13761" y="423"/>
                  </a:lnTo>
                  <a:lnTo>
                    <a:pt x="13761" y="0"/>
                  </a:ln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4" name="Google Shape;23854;p97"/>
            <p:cNvSpPr/>
            <p:nvPr/>
          </p:nvSpPr>
          <p:spPr>
            <a:xfrm>
              <a:off x="3998090" y="2999688"/>
              <a:ext cx="46281" cy="27674"/>
            </a:xfrm>
            <a:custGeom>
              <a:rect b="b" l="l" r="r" t="t"/>
              <a:pathLst>
                <a:path extrusionOk="0" h="1059" w="1771">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5" name="Google Shape;23855;p97"/>
            <p:cNvSpPr/>
            <p:nvPr/>
          </p:nvSpPr>
          <p:spPr>
            <a:xfrm>
              <a:off x="4262970" y="2999688"/>
              <a:ext cx="46255" cy="27674"/>
            </a:xfrm>
            <a:custGeom>
              <a:rect b="b" l="l" r="r" t="t"/>
              <a:pathLst>
                <a:path extrusionOk="0" h="1059" w="177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6" name="Google Shape;23856;p97"/>
            <p:cNvSpPr/>
            <p:nvPr/>
          </p:nvSpPr>
          <p:spPr>
            <a:xfrm>
              <a:off x="4019963" y="2999688"/>
              <a:ext cx="24408" cy="27674"/>
            </a:xfrm>
            <a:custGeom>
              <a:rect b="b" l="l" r="r" t="t"/>
              <a:pathLst>
                <a:path extrusionOk="0" h="1059" w="934">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7" name="Google Shape;23857;p97"/>
            <p:cNvSpPr/>
            <p:nvPr/>
          </p:nvSpPr>
          <p:spPr>
            <a:xfrm>
              <a:off x="4284816" y="2999688"/>
              <a:ext cx="24408" cy="27674"/>
            </a:xfrm>
            <a:custGeom>
              <a:rect b="b" l="l" r="r" t="t"/>
              <a:pathLst>
                <a:path extrusionOk="0" h="1059" w="934">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8" name="Google Shape;23858;p97"/>
            <p:cNvSpPr/>
            <p:nvPr/>
          </p:nvSpPr>
          <p:spPr>
            <a:xfrm>
              <a:off x="4125434" y="3060838"/>
              <a:ext cx="138319" cy="134635"/>
            </a:xfrm>
            <a:custGeom>
              <a:rect b="b" l="l" r="r" t="t"/>
              <a:pathLst>
                <a:path extrusionOk="0" h="5152" w="5293">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9" name="Google Shape;23859;p97"/>
            <p:cNvSpPr/>
            <p:nvPr/>
          </p:nvSpPr>
          <p:spPr>
            <a:xfrm>
              <a:off x="4129772" y="3060865"/>
              <a:ext cx="128180" cy="116760"/>
            </a:xfrm>
            <a:custGeom>
              <a:rect b="b" l="l" r="r" t="t"/>
              <a:pathLst>
                <a:path extrusionOk="0" h="4468" w="4905">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0" name="Google Shape;23860;p97"/>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1" name="Google Shape;23861;p97"/>
            <p:cNvSpPr/>
            <p:nvPr/>
          </p:nvSpPr>
          <p:spPr>
            <a:xfrm>
              <a:off x="3973970" y="3219306"/>
              <a:ext cx="24146" cy="11080"/>
            </a:xfrm>
            <a:custGeom>
              <a:rect b="b" l="l" r="r" t="t"/>
              <a:pathLst>
                <a:path extrusionOk="0" h="424" w="924">
                  <a:moveTo>
                    <a:pt x="1" y="1"/>
                  </a:moveTo>
                  <a:lnTo>
                    <a:pt x="1" y="424"/>
                  </a:lnTo>
                  <a:lnTo>
                    <a:pt x="924" y="424"/>
                  </a:lnTo>
                  <a:lnTo>
                    <a:pt x="924" y="1"/>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2" name="Google Shape;23862;p97"/>
            <p:cNvSpPr/>
            <p:nvPr/>
          </p:nvSpPr>
          <p:spPr>
            <a:xfrm>
              <a:off x="3973970" y="3040403"/>
              <a:ext cx="24146" cy="11080"/>
            </a:xfrm>
            <a:custGeom>
              <a:rect b="b" l="l" r="r" t="t"/>
              <a:pathLst>
                <a:path extrusionOk="0" h="424" w="924">
                  <a:moveTo>
                    <a:pt x="1" y="0"/>
                  </a:moveTo>
                  <a:lnTo>
                    <a:pt x="1" y="423"/>
                  </a:lnTo>
                  <a:lnTo>
                    <a:pt x="924" y="423"/>
                  </a:lnTo>
                  <a:lnTo>
                    <a:pt x="924"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3" name="Google Shape;23863;p97"/>
            <p:cNvSpPr/>
            <p:nvPr/>
          </p:nvSpPr>
          <p:spPr>
            <a:xfrm>
              <a:off x="4135312" y="3077851"/>
              <a:ext cx="109835" cy="108319"/>
            </a:xfrm>
            <a:custGeom>
              <a:rect b="b" l="l" r="r" t="t"/>
              <a:pathLst>
                <a:path extrusionOk="0" h="4145" w="4203">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4" name="Google Shape;23864;p97"/>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65" name="Google Shape;23865;p97"/>
          <p:cNvGrpSpPr/>
          <p:nvPr/>
        </p:nvGrpSpPr>
        <p:grpSpPr>
          <a:xfrm>
            <a:off x="3524266" y="2732871"/>
            <a:ext cx="366665" cy="315654"/>
            <a:chOff x="3527941" y="2916744"/>
            <a:chExt cx="366665" cy="315654"/>
          </a:xfrm>
        </p:grpSpPr>
        <p:sp>
          <p:nvSpPr>
            <p:cNvPr id="23866" name="Google Shape;23866;p97"/>
            <p:cNvSpPr/>
            <p:nvPr/>
          </p:nvSpPr>
          <p:spPr>
            <a:xfrm>
              <a:off x="3527941" y="2916770"/>
              <a:ext cx="366665" cy="157840"/>
            </a:xfrm>
            <a:custGeom>
              <a:rect b="b" l="l" r="r" t="t"/>
              <a:pathLst>
                <a:path extrusionOk="0" h="6040" w="14031">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7" name="Google Shape;23867;p97"/>
            <p:cNvSpPr/>
            <p:nvPr/>
          </p:nvSpPr>
          <p:spPr>
            <a:xfrm>
              <a:off x="3546521" y="2916744"/>
              <a:ext cx="348085" cy="139260"/>
            </a:xfrm>
            <a:custGeom>
              <a:rect b="b" l="l" r="r" t="t"/>
              <a:pathLst>
                <a:path extrusionOk="0" h="5329" w="1332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8" name="Google Shape;23868;p97"/>
            <p:cNvSpPr/>
            <p:nvPr/>
          </p:nvSpPr>
          <p:spPr>
            <a:xfrm>
              <a:off x="3527941" y="3074584"/>
              <a:ext cx="366665" cy="157814"/>
            </a:xfrm>
            <a:custGeom>
              <a:rect b="b" l="l" r="r" t="t"/>
              <a:pathLst>
                <a:path extrusionOk="0" h="6039" w="14031">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9" name="Google Shape;23869;p97"/>
            <p:cNvSpPr/>
            <p:nvPr/>
          </p:nvSpPr>
          <p:spPr>
            <a:xfrm>
              <a:off x="3547279" y="3093426"/>
              <a:ext cx="347327" cy="138973"/>
            </a:xfrm>
            <a:custGeom>
              <a:rect b="b" l="l" r="r" t="t"/>
              <a:pathLst>
                <a:path extrusionOk="0" h="5318" w="13291">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0" name="Google Shape;23870;p97"/>
            <p:cNvSpPr/>
            <p:nvPr/>
          </p:nvSpPr>
          <p:spPr>
            <a:xfrm>
              <a:off x="3553812" y="3097424"/>
              <a:ext cx="45026" cy="44268"/>
            </a:xfrm>
            <a:custGeom>
              <a:rect b="b" l="l" r="r" t="t"/>
              <a:pathLst>
                <a:path extrusionOk="0" h="1694" w="1723">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1" name="Google Shape;23871;p97"/>
            <p:cNvSpPr/>
            <p:nvPr/>
          </p:nvSpPr>
          <p:spPr>
            <a:xfrm>
              <a:off x="3554335" y="3165551"/>
              <a:ext cx="44504" cy="44504"/>
            </a:xfrm>
            <a:custGeom>
              <a:rect b="b" l="l" r="r" t="t"/>
              <a:pathLst>
                <a:path extrusionOk="0" h="1703" w="1703">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2" name="Google Shape;23872;p97"/>
            <p:cNvSpPr/>
            <p:nvPr/>
          </p:nvSpPr>
          <p:spPr>
            <a:xfrm>
              <a:off x="3620920" y="3097424"/>
              <a:ext cx="45261" cy="44268"/>
            </a:xfrm>
            <a:custGeom>
              <a:rect b="b" l="l" r="r" t="t"/>
              <a:pathLst>
                <a:path extrusionOk="0" h="1694" w="1732">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cap="flat" cmpd="sng" w="31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3" name="Google Shape;23873;p97"/>
            <p:cNvSpPr/>
            <p:nvPr/>
          </p:nvSpPr>
          <p:spPr>
            <a:xfrm>
              <a:off x="3621678"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4" name="Google Shape;23874;p97"/>
            <p:cNvSpPr/>
            <p:nvPr/>
          </p:nvSpPr>
          <p:spPr>
            <a:xfrm>
              <a:off x="3689021"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5" name="Google Shape;23875;p97"/>
            <p:cNvSpPr/>
            <p:nvPr/>
          </p:nvSpPr>
          <p:spPr>
            <a:xfrm>
              <a:off x="3755607"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6" name="Google Shape;23876;p97"/>
            <p:cNvSpPr/>
            <p:nvPr/>
          </p:nvSpPr>
          <p:spPr>
            <a:xfrm>
              <a:off x="3756365" y="3165551"/>
              <a:ext cx="44504" cy="44504"/>
            </a:xfrm>
            <a:custGeom>
              <a:rect b="b" l="l" r="r" t="t"/>
              <a:pathLst>
                <a:path extrusionOk="0" h="1703" w="1703">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7" name="Google Shape;23877;p97"/>
            <p:cNvSpPr/>
            <p:nvPr/>
          </p:nvSpPr>
          <p:spPr>
            <a:xfrm>
              <a:off x="3822950"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8" name="Google Shape;23878;p97"/>
            <p:cNvSpPr/>
            <p:nvPr/>
          </p:nvSpPr>
          <p:spPr>
            <a:xfrm>
              <a:off x="3823708" y="3165551"/>
              <a:ext cx="44504" cy="44504"/>
            </a:xfrm>
            <a:custGeom>
              <a:rect b="b" l="l" r="r" t="t"/>
              <a:pathLst>
                <a:path extrusionOk="0" h="1703" w="1703">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9" name="Google Shape;23879;p97"/>
            <p:cNvSpPr/>
            <p:nvPr/>
          </p:nvSpPr>
          <p:spPr>
            <a:xfrm>
              <a:off x="3562514" y="3105185"/>
              <a:ext cx="40897" cy="36507"/>
            </a:xfrm>
            <a:custGeom>
              <a:rect b="b" l="l" r="r" t="t"/>
              <a:pathLst>
                <a:path extrusionOk="0" h="1397" w="1565">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0" name="Google Shape;23880;p97"/>
            <p:cNvSpPr/>
            <p:nvPr/>
          </p:nvSpPr>
          <p:spPr>
            <a:xfrm>
              <a:off x="3562436" y="3173313"/>
              <a:ext cx="41289" cy="36742"/>
            </a:xfrm>
            <a:custGeom>
              <a:rect b="b" l="l" r="r" t="t"/>
              <a:pathLst>
                <a:path extrusionOk="0" h="1406" w="158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1" name="Google Shape;23881;p97"/>
            <p:cNvSpPr/>
            <p:nvPr/>
          </p:nvSpPr>
          <p:spPr>
            <a:xfrm>
              <a:off x="3629622" y="3105185"/>
              <a:ext cx="41133" cy="36507"/>
            </a:xfrm>
            <a:custGeom>
              <a:rect b="b" l="l" r="r" t="t"/>
              <a:pathLst>
                <a:path extrusionOk="0" h="1397" w="1574">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cap="flat" cmpd="sng" w="31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2" name="Google Shape;23882;p97"/>
            <p:cNvSpPr/>
            <p:nvPr/>
          </p:nvSpPr>
          <p:spPr>
            <a:xfrm>
              <a:off x="3629779" y="3173313"/>
              <a:ext cx="41289" cy="36742"/>
            </a:xfrm>
            <a:custGeom>
              <a:rect b="b" l="l" r="r" t="t"/>
              <a:pathLst>
                <a:path extrusionOk="0" h="1406" w="158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3" name="Google Shape;23883;p97"/>
            <p:cNvSpPr/>
            <p:nvPr/>
          </p:nvSpPr>
          <p:spPr>
            <a:xfrm>
              <a:off x="3696887" y="3173313"/>
              <a:ext cx="41263" cy="36742"/>
            </a:xfrm>
            <a:custGeom>
              <a:rect b="b" l="l" r="r" t="t"/>
              <a:pathLst>
                <a:path extrusionOk="0" h="1406" w="1579">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4" name="Google Shape;23884;p97"/>
            <p:cNvSpPr/>
            <p:nvPr/>
          </p:nvSpPr>
          <p:spPr>
            <a:xfrm>
              <a:off x="3764309"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5" name="Google Shape;23885;p97"/>
            <p:cNvSpPr/>
            <p:nvPr/>
          </p:nvSpPr>
          <p:spPr>
            <a:xfrm>
              <a:off x="3764231" y="3173313"/>
              <a:ext cx="41289" cy="36742"/>
            </a:xfrm>
            <a:custGeom>
              <a:rect b="b" l="l" r="r" t="t"/>
              <a:pathLst>
                <a:path extrusionOk="0" h="1406" w="158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6" name="Google Shape;23886;p97"/>
            <p:cNvSpPr/>
            <p:nvPr/>
          </p:nvSpPr>
          <p:spPr>
            <a:xfrm>
              <a:off x="3831653"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7" name="Google Shape;23887;p97"/>
            <p:cNvSpPr/>
            <p:nvPr/>
          </p:nvSpPr>
          <p:spPr>
            <a:xfrm>
              <a:off x="3831574" y="3173313"/>
              <a:ext cx="41289" cy="36742"/>
            </a:xfrm>
            <a:custGeom>
              <a:rect b="b" l="l" r="r" t="t"/>
              <a:pathLst>
                <a:path extrusionOk="0" h="1406" w="158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8" name="Google Shape;23888;p97"/>
            <p:cNvSpPr/>
            <p:nvPr/>
          </p:nvSpPr>
          <p:spPr>
            <a:xfrm>
              <a:off x="3550310" y="2939375"/>
              <a:ext cx="101786" cy="65854"/>
            </a:xfrm>
            <a:custGeom>
              <a:rect b="b" l="l" r="r" t="t"/>
              <a:pathLst>
                <a:path extrusionOk="0" h="2520" w="3895">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9" name="Google Shape;23889;p97"/>
            <p:cNvSpPr/>
            <p:nvPr/>
          </p:nvSpPr>
          <p:spPr>
            <a:xfrm>
              <a:off x="3568655" y="2939375"/>
              <a:ext cx="83441" cy="65854"/>
            </a:xfrm>
            <a:custGeom>
              <a:rect b="b" l="l" r="r" t="t"/>
              <a:pathLst>
                <a:path extrusionOk="0" h="2520" w="3193">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0" name="Google Shape;23890;p97"/>
            <p:cNvSpPr/>
            <p:nvPr/>
          </p:nvSpPr>
          <p:spPr>
            <a:xfrm>
              <a:off x="3633725" y="2986100"/>
              <a:ext cx="90993" cy="65880"/>
            </a:xfrm>
            <a:custGeom>
              <a:rect b="b" l="l" r="r" t="t"/>
              <a:pathLst>
                <a:path extrusionOk="0" h="2521" w="3482">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1" name="Google Shape;23891;p97"/>
            <p:cNvSpPr/>
            <p:nvPr/>
          </p:nvSpPr>
          <p:spPr>
            <a:xfrm>
              <a:off x="3657610" y="2986100"/>
              <a:ext cx="67108" cy="63868"/>
            </a:xfrm>
            <a:custGeom>
              <a:rect b="b" l="l" r="r" t="t"/>
              <a:pathLst>
                <a:path extrusionOk="0" h="2444" w="2568">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2" name="Google Shape;23892;p97"/>
            <p:cNvSpPr/>
            <p:nvPr/>
          </p:nvSpPr>
          <p:spPr>
            <a:xfrm>
              <a:off x="3723438" y="2950298"/>
              <a:ext cx="126142" cy="143154"/>
            </a:xfrm>
            <a:custGeom>
              <a:rect b="b" l="l" r="r" t="t"/>
              <a:pathLst>
                <a:path extrusionOk="0" h="5478" w="4827">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3" name="Google Shape;23893;p97"/>
            <p:cNvSpPr/>
            <p:nvPr/>
          </p:nvSpPr>
          <p:spPr>
            <a:xfrm>
              <a:off x="3743037" y="3024567"/>
              <a:ext cx="47274" cy="45000"/>
            </a:xfrm>
            <a:custGeom>
              <a:rect b="b" l="l" r="r" t="t"/>
              <a:pathLst>
                <a:path extrusionOk="0" h="1722" w="1809">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4" name="Google Shape;23894;p97"/>
            <p:cNvSpPr/>
            <p:nvPr/>
          </p:nvSpPr>
          <p:spPr>
            <a:xfrm>
              <a:off x="3641016" y="3064392"/>
              <a:ext cx="117884" cy="81586"/>
            </a:xfrm>
            <a:custGeom>
              <a:rect b="b" l="l" r="r" t="t"/>
              <a:pathLst>
                <a:path extrusionOk="0" h="3122" w="4511">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5" name="Google Shape;23895;p97"/>
            <p:cNvSpPr/>
            <p:nvPr/>
          </p:nvSpPr>
          <p:spPr>
            <a:xfrm>
              <a:off x="3662628" y="3064210"/>
              <a:ext cx="92509" cy="58694"/>
            </a:xfrm>
            <a:custGeom>
              <a:rect b="b" l="l" r="r" t="t"/>
              <a:pathLst>
                <a:path extrusionOk="0" h="2246" w="354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96" name="Google Shape;23896;p97"/>
          <p:cNvGrpSpPr/>
          <p:nvPr/>
        </p:nvGrpSpPr>
        <p:grpSpPr>
          <a:xfrm>
            <a:off x="2637198" y="2707758"/>
            <a:ext cx="366404" cy="366404"/>
            <a:chOff x="2640873" y="2891631"/>
            <a:chExt cx="366404" cy="366404"/>
          </a:xfrm>
        </p:grpSpPr>
        <p:sp>
          <p:nvSpPr>
            <p:cNvPr id="23897" name="Google Shape;23897;p97"/>
            <p:cNvSpPr/>
            <p:nvPr/>
          </p:nvSpPr>
          <p:spPr>
            <a:xfrm>
              <a:off x="2696405" y="2945646"/>
              <a:ext cx="310872" cy="312388"/>
            </a:xfrm>
            <a:custGeom>
              <a:rect b="b" l="l" r="r" t="t"/>
              <a:pathLst>
                <a:path extrusionOk="0" h="11954" w="11896">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8" name="Google Shape;23898;p97"/>
            <p:cNvSpPr/>
            <p:nvPr/>
          </p:nvSpPr>
          <p:spPr>
            <a:xfrm>
              <a:off x="2696405" y="3118539"/>
              <a:ext cx="60340" cy="57073"/>
            </a:xfrm>
            <a:custGeom>
              <a:rect b="b" l="l" r="r" t="t"/>
              <a:pathLst>
                <a:path extrusionOk="0" h="2184" w="2309">
                  <a:moveTo>
                    <a:pt x="1" y="1"/>
                  </a:moveTo>
                  <a:lnTo>
                    <a:pt x="1" y="2184"/>
                  </a:lnTo>
                  <a:lnTo>
                    <a:pt x="2309" y="2184"/>
                  </a:ln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9" name="Google Shape;23899;p97"/>
            <p:cNvSpPr/>
            <p:nvPr/>
          </p:nvSpPr>
          <p:spPr>
            <a:xfrm>
              <a:off x="2864776" y="2945646"/>
              <a:ext cx="26420" cy="60340"/>
            </a:xfrm>
            <a:custGeom>
              <a:rect b="b" l="l" r="r" t="t"/>
              <a:pathLst>
                <a:path extrusionOk="0" h="2309" w="1011">
                  <a:moveTo>
                    <a:pt x="1" y="1"/>
                  </a:moveTo>
                  <a:lnTo>
                    <a:pt x="1" y="2309"/>
                  </a:lnTo>
                  <a:lnTo>
                    <a:pt x="1010" y="2309"/>
                  </a:lnTo>
                  <a:lnTo>
                    <a:pt x="1010"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0" name="Google Shape;23900;p97"/>
            <p:cNvSpPr/>
            <p:nvPr/>
          </p:nvSpPr>
          <p:spPr>
            <a:xfrm>
              <a:off x="2640873" y="2891631"/>
              <a:ext cx="310872" cy="312127"/>
            </a:xfrm>
            <a:custGeom>
              <a:rect b="b" l="l" r="r" t="t"/>
              <a:pathLst>
                <a:path extrusionOk="0" h="11944" w="11896">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1" name="Google Shape;23901;p97"/>
            <p:cNvSpPr/>
            <p:nvPr/>
          </p:nvSpPr>
          <p:spPr>
            <a:xfrm>
              <a:off x="2821318" y="2972798"/>
              <a:ext cx="11080" cy="33188"/>
            </a:xfrm>
            <a:custGeom>
              <a:rect b="b" l="l" r="r" t="t"/>
              <a:pathLst>
                <a:path extrusionOk="0" h="1270" w="424">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2" name="Google Shape;23902;p97"/>
            <p:cNvSpPr/>
            <p:nvPr/>
          </p:nvSpPr>
          <p:spPr>
            <a:xfrm>
              <a:off x="2855734" y="2982598"/>
              <a:ext cx="11342" cy="23389"/>
            </a:xfrm>
            <a:custGeom>
              <a:rect b="b" l="l" r="r" t="t"/>
              <a:pathLst>
                <a:path extrusionOk="0" h="895" w="434">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3" name="Google Shape;23903;p97"/>
            <p:cNvSpPr/>
            <p:nvPr/>
          </p:nvSpPr>
          <p:spPr>
            <a:xfrm>
              <a:off x="2786379" y="2982598"/>
              <a:ext cx="11080" cy="23389"/>
            </a:xfrm>
            <a:custGeom>
              <a:rect b="b" l="l" r="r" t="t"/>
              <a:pathLst>
                <a:path extrusionOk="0" h="895" w="424">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4" name="Google Shape;23904;p97"/>
            <p:cNvSpPr/>
            <p:nvPr/>
          </p:nvSpPr>
          <p:spPr>
            <a:xfrm>
              <a:off x="2972468" y="2972040"/>
              <a:ext cx="11943" cy="33946"/>
            </a:xfrm>
            <a:custGeom>
              <a:rect b="b" l="l" r="r" t="t"/>
              <a:pathLst>
                <a:path extrusionOk="0" h="1299" w="457">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5" name="Google Shape;23905;p97"/>
            <p:cNvSpPr/>
            <p:nvPr/>
          </p:nvSpPr>
          <p:spPr>
            <a:xfrm>
              <a:off x="2811753" y="3143182"/>
              <a:ext cx="11342" cy="33241"/>
            </a:xfrm>
            <a:custGeom>
              <a:rect b="b" l="l" r="r" t="t"/>
              <a:pathLst>
                <a:path extrusionOk="0" h="1272" w="434">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6" name="Google Shape;23906;p97"/>
            <p:cNvSpPr/>
            <p:nvPr/>
          </p:nvSpPr>
          <p:spPr>
            <a:xfrm>
              <a:off x="2777337" y="3143182"/>
              <a:ext cx="11080" cy="24957"/>
            </a:xfrm>
            <a:custGeom>
              <a:rect b="b" l="l" r="r" t="t"/>
              <a:pathLst>
                <a:path extrusionOk="0" h="955" w="424">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7" name="Google Shape;23907;p97"/>
            <p:cNvSpPr/>
            <p:nvPr/>
          </p:nvSpPr>
          <p:spPr>
            <a:xfrm>
              <a:off x="2846693" y="3143182"/>
              <a:ext cx="11342" cy="24957"/>
            </a:xfrm>
            <a:custGeom>
              <a:rect b="b" l="l" r="r" t="t"/>
              <a:pathLst>
                <a:path extrusionOk="0" h="955" w="434">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8" name="Google Shape;23908;p97"/>
            <p:cNvSpPr/>
            <p:nvPr/>
          </p:nvSpPr>
          <p:spPr>
            <a:xfrm>
              <a:off x="2742659" y="3143182"/>
              <a:ext cx="11080" cy="33241"/>
            </a:xfrm>
            <a:custGeom>
              <a:rect b="b" l="l" r="r" t="t"/>
              <a:pathLst>
                <a:path extrusionOk="0" h="1272" w="424">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9" name="Google Shape;23909;p97"/>
            <p:cNvSpPr/>
            <p:nvPr/>
          </p:nvSpPr>
          <p:spPr>
            <a:xfrm>
              <a:off x="2707589" y="3143182"/>
              <a:ext cx="11838" cy="25897"/>
            </a:xfrm>
            <a:custGeom>
              <a:rect b="b" l="l" r="r" t="t"/>
              <a:pathLst>
                <a:path extrusionOk="0" h="991" w="453">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0" name="Google Shape;23910;p97"/>
            <p:cNvSpPr/>
            <p:nvPr/>
          </p:nvSpPr>
          <p:spPr>
            <a:xfrm>
              <a:off x="2673042" y="3143182"/>
              <a:ext cx="11838" cy="34181"/>
            </a:xfrm>
            <a:custGeom>
              <a:rect b="b" l="l" r="r" t="t"/>
              <a:pathLst>
                <a:path extrusionOk="0" h="1308" w="453">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911" name="Google Shape;23911;p97"/>
          <p:cNvGrpSpPr/>
          <p:nvPr/>
        </p:nvGrpSpPr>
        <p:grpSpPr>
          <a:xfrm>
            <a:off x="2193416" y="2754248"/>
            <a:ext cx="366665" cy="273189"/>
            <a:chOff x="2197091" y="2938120"/>
            <a:chExt cx="366665" cy="273189"/>
          </a:xfrm>
        </p:grpSpPr>
        <p:sp>
          <p:nvSpPr>
            <p:cNvPr id="23912" name="Google Shape;23912;p97"/>
            <p:cNvSpPr/>
            <p:nvPr/>
          </p:nvSpPr>
          <p:spPr>
            <a:xfrm>
              <a:off x="2197091" y="2938120"/>
              <a:ext cx="366665" cy="273189"/>
            </a:xfrm>
            <a:custGeom>
              <a:rect b="b" l="l" r="r" t="t"/>
              <a:pathLst>
                <a:path extrusionOk="0" h="10454" w="14031">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3" name="Google Shape;23913;p97"/>
            <p:cNvSpPr/>
            <p:nvPr/>
          </p:nvSpPr>
          <p:spPr>
            <a:xfrm>
              <a:off x="2218206" y="2938120"/>
              <a:ext cx="345550" cy="273189"/>
            </a:xfrm>
            <a:custGeom>
              <a:rect b="b" l="l" r="r" t="t"/>
              <a:pathLst>
                <a:path extrusionOk="0" h="10454" w="13223">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4" name="Google Shape;23914;p97"/>
            <p:cNvSpPr/>
            <p:nvPr/>
          </p:nvSpPr>
          <p:spPr>
            <a:xfrm>
              <a:off x="2197352" y="2938120"/>
              <a:ext cx="366404" cy="47274"/>
            </a:xfrm>
            <a:custGeom>
              <a:rect b="b" l="l" r="r" t="t"/>
              <a:pathLst>
                <a:path extrusionOk="0" h="1809" w="14021">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5" name="Google Shape;23915;p97"/>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6" name="Google Shape;23916;p97"/>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7" name="Google Shape;23917;p97"/>
            <p:cNvSpPr/>
            <p:nvPr/>
          </p:nvSpPr>
          <p:spPr>
            <a:xfrm>
              <a:off x="2215697" y="3003451"/>
              <a:ext cx="43746" cy="11342"/>
            </a:xfrm>
            <a:custGeom>
              <a:rect b="b" l="l" r="r" t="t"/>
              <a:pathLst>
                <a:path extrusionOk="0" h="434" w="1674">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8" name="Google Shape;23918;p97"/>
            <p:cNvSpPr/>
            <p:nvPr/>
          </p:nvSpPr>
          <p:spPr>
            <a:xfrm>
              <a:off x="2271725" y="3003451"/>
              <a:ext cx="44007" cy="11342"/>
            </a:xfrm>
            <a:custGeom>
              <a:rect b="b" l="l" r="r" t="t"/>
              <a:pathLst>
                <a:path extrusionOk="0" h="434" w="1684">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9" name="Google Shape;23919;p97"/>
            <p:cNvSpPr/>
            <p:nvPr/>
          </p:nvSpPr>
          <p:spPr>
            <a:xfrm>
              <a:off x="2326917" y="3003451"/>
              <a:ext cx="45967" cy="11342"/>
            </a:xfrm>
            <a:custGeom>
              <a:rect b="b" l="l" r="r" t="t"/>
              <a:pathLst>
                <a:path extrusionOk="0" h="434" w="1759">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0" name="Google Shape;23920;p97"/>
            <p:cNvSpPr/>
            <p:nvPr/>
          </p:nvSpPr>
          <p:spPr>
            <a:xfrm>
              <a:off x="2384069" y="3003451"/>
              <a:ext cx="43746" cy="11342"/>
            </a:xfrm>
            <a:custGeom>
              <a:rect b="b" l="l" r="r" t="t"/>
              <a:pathLst>
                <a:path extrusionOk="0" h="434" w="1674">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1" name="Google Shape;23921;p97"/>
            <p:cNvSpPr/>
            <p:nvPr/>
          </p:nvSpPr>
          <p:spPr>
            <a:xfrm>
              <a:off x="2439261" y="3003451"/>
              <a:ext cx="45680" cy="11342"/>
            </a:xfrm>
            <a:custGeom>
              <a:rect b="b" l="l" r="r" t="t"/>
              <a:pathLst>
                <a:path extrusionOk="0" h="434" w="1748">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2" name="Google Shape;23922;p97"/>
            <p:cNvSpPr/>
            <p:nvPr/>
          </p:nvSpPr>
          <p:spPr>
            <a:xfrm>
              <a:off x="2495289" y="3003451"/>
              <a:ext cx="45706" cy="11342"/>
            </a:xfrm>
            <a:custGeom>
              <a:rect b="b" l="l" r="r" t="t"/>
              <a:pathLst>
                <a:path extrusionOk="0" h="434" w="1749">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3" name="Google Shape;23923;p97"/>
            <p:cNvSpPr/>
            <p:nvPr/>
          </p:nvSpPr>
          <p:spPr>
            <a:xfrm>
              <a:off x="2219878" y="2957458"/>
              <a:ext cx="279043" cy="11368"/>
            </a:xfrm>
            <a:custGeom>
              <a:rect b="b" l="l" r="r" t="t"/>
              <a:pathLst>
                <a:path extrusionOk="0" h="435" w="10678">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4" name="Google Shape;23924;p97"/>
            <p:cNvSpPr/>
            <p:nvPr/>
          </p:nvSpPr>
          <p:spPr>
            <a:xfrm>
              <a:off x="2517711" y="2949932"/>
              <a:ext cx="34835" cy="26995"/>
            </a:xfrm>
            <a:custGeom>
              <a:rect b="b" l="l" r="r" t="t"/>
              <a:pathLst>
                <a:path extrusionOk="0" h="1033" w="1333">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5" name="Google Shape;23925;p97"/>
            <p:cNvSpPr/>
            <p:nvPr/>
          </p:nvSpPr>
          <p:spPr>
            <a:xfrm>
              <a:off x="2222230" y="3037894"/>
              <a:ext cx="195027" cy="143494"/>
            </a:xfrm>
            <a:custGeom>
              <a:rect b="b" l="l" r="r" t="t"/>
              <a:pathLst>
                <a:path extrusionOk="0" h="5491" w="7463">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6" name="Google Shape;23926;p97"/>
            <p:cNvSpPr/>
            <p:nvPr/>
          </p:nvSpPr>
          <p:spPr>
            <a:xfrm>
              <a:off x="2447623" y="3032328"/>
              <a:ext cx="93554" cy="11132"/>
            </a:xfrm>
            <a:custGeom>
              <a:rect b="b" l="l" r="r" t="t"/>
              <a:pathLst>
                <a:path extrusionOk="0" h="426" w="358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7" name="Google Shape;23927;p97"/>
            <p:cNvSpPr/>
            <p:nvPr/>
          </p:nvSpPr>
          <p:spPr>
            <a:xfrm>
              <a:off x="2436229" y="3056187"/>
              <a:ext cx="105000" cy="11394"/>
            </a:xfrm>
            <a:custGeom>
              <a:rect b="b" l="l" r="r" t="t"/>
              <a:pathLst>
                <a:path extrusionOk="0" h="436" w="4018">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8" name="Google Shape;23928;p97"/>
            <p:cNvSpPr/>
            <p:nvPr/>
          </p:nvSpPr>
          <p:spPr>
            <a:xfrm>
              <a:off x="2437327" y="3080098"/>
              <a:ext cx="102805" cy="11080"/>
            </a:xfrm>
            <a:custGeom>
              <a:rect b="b" l="l" r="r" t="t"/>
              <a:pathLst>
                <a:path extrusionOk="0" h="424" w="3934">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9" name="Google Shape;23929;p97"/>
            <p:cNvSpPr/>
            <p:nvPr/>
          </p:nvSpPr>
          <p:spPr>
            <a:xfrm>
              <a:off x="2436229" y="3103957"/>
              <a:ext cx="105000" cy="11368"/>
            </a:xfrm>
            <a:custGeom>
              <a:rect b="b" l="l" r="r" t="t"/>
              <a:pathLst>
                <a:path extrusionOk="0" h="435" w="4018">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0" name="Google Shape;23930;p97"/>
            <p:cNvSpPr/>
            <p:nvPr/>
          </p:nvSpPr>
          <p:spPr>
            <a:xfrm>
              <a:off x="2436308" y="3128051"/>
              <a:ext cx="104870" cy="11159"/>
            </a:xfrm>
            <a:custGeom>
              <a:rect b="b" l="l" r="r" t="t"/>
              <a:pathLst>
                <a:path extrusionOk="0" h="427" w="4013">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1" name="Google Shape;23931;p97"/>
            <p:cNvSpPr/>
            <p:nvPr/>
          </p:nvSpPr>
          <p:spPr>
            <a:xfrm>
              <a:off x="2437327" y="3151962"/>
              <a:ext cx="102805" cy="11342"/>
            </a:xfrm>
            <a:custGeom>
              <a:rect b="b" l="l" r="r" t="t"/>
              <a:pathLst>
                <a:path extrusionOk="0" h="434" w="3934">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2" name="Google Shape;23932;p97"/>
            <p:cNvSpPr/>
            <p:nvPr/>
          </p:nvSpPr>
          <p:spPr>
            <a:xfrm>
              <a:off x="2436229" y="3175821"/>
              <a:ext cx="77012" cy="11368"/>
            </a:xfrm>
            <a:custGeom>
              <a:rect b="b" l="l" r="r" t="t"/>
              <a:pathLst>
                <a:path extrusionOk="0" h="435" w="2947">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3" name="Google Shape;23933;p97"/>
            <p:cNvSpPr/>
            <p:nvPr/>
          </p:nvSpPr>
          <p:spPr>
            <a:xfrm>
              <a:off x="2226255" y="3090525"/>
              <a:ext cx="111847" cy="90863"/>
            </a:xfrm>
            <a:custGeom>
              <a:rect b="b" l="l" r="r" t="t"/>
              <a:pathLst>
                <a:path extrusionOk="0" h="3477" w="428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4" name="Google Shape;23934;p97"/>
            <p:cNvSpPr/>
            <p:nvPr/>
          </p:nvSpPr>
          <p:spPr>
            <a:xfrm>
              <a:off x="2324513" y="3056474"/>
              <a:ext cx="68363" cy="62561"/>
            </a:xfrm>
            <a:custGeom>
              <a:rect b="b" l="l" r="r" t="t"/>
              <a:pathLst>
                <a:path extrusionOk="0" h="2394" w="2616">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5" name="Google Shape;23935;p97"/>
            <p:cNvSpPr/>
            <p:nvPr/>
          </p:nvSpPr>
          <p:spPr>
            <a:xfrm>
              <a:off x="2253380" y="3090342"/>
              <a:ext cx="55819" cy="47953"/>
            </a:xfrm>
            <a:custGeom>
              <a:rect b="b" l="l" r="r" t="t"/>
              <a:pathLst>
                <a:path extrusionOk="0" h="1835" w="2136">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936" name="Google Shape;23936;p97"/>
          <p:cNvGrpSpPr/>
          <p:nvPr/>
        </p:nvGrpSpPr>
        <p:grpSpPr>
          <a:xfrm>
            <a:off x="1749895" y="2708254"/>
            <a:ext cx="366665" cy="365202"/>
            <a:chOff x="1753570" y="2892127"/>
            <a:chExt cx="366665" cy="365202"/>
          </a:xfrm>
        </p:grpSpPr>
        <p:sp>
          <p:nvSpPr>
            <p:cNvPr id="23937" name="Google Shape;23937;p97"/>
            <p:cNvSpPr/>
            <p:nvPr/>
          </p:nvSpPr>
          <p:spPr>
            <a:xfrm>
              <a:off x="1753570" y="3076335"/>
              <a:ext cx="365149" cy="104295"/>
            </a:xfrm>
            <a:custGeom>
              <a:rect b="b" l="l" r="r" t="t"/>
              <a:pathLst>
                <a:path extrusionOk="0" h="3991" w="13973">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8" name="Google Shape;23938;p97"/>
            <p:cNvSpPr/>
            <p:nvPr/>
          </p:nvSpPr>
          <p:spPr>
            <a:xfrm>
              <a:off x="1775939" y="3076335"/>
              <a:ext cx="342780" cy="104295"/>
            </a:xfrm>
            <a:custGeom>
              <a:rect b="b" l="l" r="r" t="t"/>
              <a:pathLst>
                <a:path extrusionOk="0" h="3991" w="13117">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9" name="Google Shape;23939;p97"/>
            <p:cNvSpPr/>
            <p:nvPr/>
          </p:nvSpPr>
          <p:spPr>
            <a:xfrm>
              <a:off x="2046934" y="3180578"/>
              <a:ext cx="70218" cy="76751"/>
            </a:xfrm>
            <a:custGeom>
              <a:rect b="b" l="l" r="r" t="t"/>
              <a:pathLst>
                <a:path extrusionOk="0" h="2937" w="2687">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0" name="Google Shape;23940;p97"/>
            <p:cNvSpPr/>
            <p:nvPr/>
          </p:nvSpPr>
          <p:spPr>
            <a:xfrm>
              <a:off x="2064416" y="3186405"/>
              <a:ext cx="52709" cy="60836"/>
            </a:xfrm>
            <a:custGeom>
              <a:rect b="b" l="l" r="r" t="t"/>
              <a:pathLst>
                <a:path extrusionOk="0" h="2328" w="2017">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1" name="Google Shape;23941;p97"/>
            <p:cNvSpPr/>
            <p:nvPr/>
          </p:nvSpPr>
          <p:spPr>
            <a:xfrm>
              <a:off x="1913658" y="2892650"/>
              <a:ext cx="206577" cy="160088"/>
            </a:xfrm>
            <a:custGeom>
              <a:rect b="b" l="l" r="r" t="t"/>
              <a:pathLst>
                <a:path extrusionOk="0" h="6126" w="7905">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2" name="Google Shape;23942;p97"/>
            <p:cNvSpPr/>
            <p:nvPr/>
          </p:nvSpPr>
          <p:spPr>
            <a:xfrm>
              <a:off x="1941045" y="2892650"/>
              <a:ext cx="179191" cy="160088"/>
            </a:xfrm>
            <a:custGeom>
              <a:rect b="b" l="l" r="r" t="t"/>
              <a:pathLst>
                <a:path extrusionOk="0" h="6126" w="6857">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3" name="Google Shape;23943;p97"/>
            <p:cNvSpPr/>
            <p:nvPr/>
          </p:nvSpPr>
          <p:spPr>
            <a:xfrm>
              <a:off x="1755086" y="2892127"/>
              <a:ext cx="132701" cy="160114"/>
            </a:xfrm>
            <a:custGeom>
              <a:rect b="b" l="l" r="r" t="t"/>
              <a:pathLst>
                <a:path extrusionOk="0" h="6127" w="5078">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4" name="Google Shape;23944;p97"/>
            <p:cNvSpPr/>
            <p:nvPr/>
          </p:nvSpPr>
          <p:spPr>
            <a:xfrm>
              <a:off x="1777455" y="2892127"/>
              <a:ext cx="110331" cy="160114"/>
            </a:xfrm>
            <a:custGeom>
              <a:rect b="b" l="l" r="r" t="t"/>
              <a:pathLst>
                <a:path extrusionOk="0" h="6127" w="4222">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5" name="Google Shape;23945;p97"/>
            <p:cNvSpPr/>
            <p:nvPr/>
          </p:nvSpPr>
          <p:spPr>
            <a:xfrm>
              <a:off x="1755086" y="2892127"/>
              <a:ext cx="132701" cy="159853"/>
            </a:xfrm>
            <a:custGeom>
              <a:rect b="b" l="l" r="r" t="t"/>
              <a:pathLst>
                <a:path extrusionOk="0" h="6117" w="5078">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6" name="Google Shape;23946;p97"/>
            <p:cNvSpPr/>
            <p:nvPr/>
          </p:nvSpPr>
          <p:spPr>
            <a:xfrm>
              <a:off x="1939268" y="2914496"/>
              <a:ext cx="72910" cy="11080"/>
            </a:xfrm>
            <a:custGeom>
              <a:rect b="b" l="l" r="r" t="t"/>
              <a:pathLst>
                <a:path extrusionOk="0" h="424" w="279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7" name="Google Shape;23947;p97"/>
            <p:cNvSpPr/>
            <p:nvPr/>
          </p:nvSpPr>
          <p:spPr>
            <a:xfrm>
              <a:off x="2021690" y="2914496"/>
              <a:ext cx="72648" cy="11080"/>
            </a:xfrm>
            <a:custGeom>
              <a:rect b="b" l="l" r="r" t="t"/>
              <a:pathLst>
                <a:path extrusionOk="0" h="424" w="278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8" name="Google Shape;23948;p97"/>
            <p:cNvSpPr/>
            <p:nvPr/>
          </p:nvSpPr>
          <p:spPr>
            <a:xfrm>
              <a:off x="1939268" y="2949436"/>
              <a:ext cx="72910" cy="11315"/>
            </a:xfrm>
            <a:custGeom>
              <a:rect b="b" l="l" r="r" t="t"/>
              <a:pathLst>
                <a:path extrusionOk="0" h="433" w="279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9" name="Google Shape;23949;p97"/>
            <p:cNvSpPr/>
            <p:nvPr/>
          </p:nvSpPr>
          <p:spPr>
            <a:xfrm>
              <a:off x="2021690" y="2949436"/>
              <a:ext cx="72648" cy="11315"/>
            </a:xfrm>
            <a:custGeom>
              <a:rect b="b" l="l" r="r" t="t"/>
              <a:pathLst>
                <a:path extrusionOk="0" h="433" w="278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0" name="Google Shape;23950;p97"/>
            <p:cNvSpPr/>
            <p:nvPr/>
          </p:nvSpPr>
          <p:spPr>
            <a:xfrm>
              <a:off x="1939268" y="2984610"/>
              <a:ext cx="72910" cy="11080"/>
            </a:xfrm>
            <a:custGeom>
              <a:rect b="b" l="l" r="r" t="t"/>
              <a:pathLst>
                <a:path extrusionOk="0" h="424" w="279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1" name="Google Shape;23951;p97"/>
            <p:cNvSpPr/>
            <p:nvPr/>
          </p:nvSpPr>
          <p:spPr>
            <a:xfrm>
              <a:off x="2021690" y="2984610"/>
              <a:ext cx="72648" cy="11080"/>
            </a:xfrm>
            <a:custGeom>
              <a:rect b="b" l="l" r="r" t="t"/>
              <a:pathLst>
                <a:path extrusionOk="0" h="424" w="278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2" name="Google Shape;23952;p97"/>
            <p:cNvSpPr/>
            <p:nvPr/>
          </p:nvSpPr>
          <p:spPr>
            <a:xfrm>
              <a:off x="1939268" y="3019549"/>
              <a:ext cx="72910" cy="11080"/>
            </a:xfrm>
            <a:custGeom>
              <a:rect b="b" l="l" r="r" t="t"/>
              <a:pathLst>
                <a:path extrusionOk="0" h="424" w="279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3" name="Google Shape;23953;p97"/>
            <p:cNvSpPr/>
            <p:nvPr/>
          </p:nvSpPr>
          <p:spPr>
            <a:xfrm>
              <a:off x="2021690" y="3019549"/>
              <a:ext cx="72648" cy="11080"/>
            </a:xfrm>
            <a:custGeom>
              <a:rect b="b" l="l" r="r" t="t"/>
              <a:pathLst>
                <a:path extrusionOk="0" h="424" w="278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4" name="Google Shape;23954;p97"/>
            <p:cNvSpPr/>
            <p:nvPr/>
          </p:nvSpPr>
          <p:spPr>
            <a:xfrm>
              <a:off x="1753570" y="3076335"/>
              <a:ext cx="365149" cy="104295"/>
            </a:xfrm>
            <a:custGeom>
              <a:rect b="b" l="l" r="r" t="t"/>
              <a:pathLst>
                <a:path extrusionOk="0" h="3991" w="13973">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955" name="Google Shape;23955;p97"/>
          <p:cNvGrpSpPr/>
          <p:nvPr/>
        </p:nvGrpSpPr>
        <p:grpSpPr>
          <a:xfrm>
            <a:off x="1300076" y="3623467"/>
            <a:ext cx="367684" cy="366561"/>
            <a:chOff x="1303751" y="3807339"/>
            <a:chExt cx="367684" cy="366561"/>
          </a:xfrm>
        </p:grpSpPr>
        <p:sp>
          <p:nvSpPr>
            <p:cNvPr id="23956" name="Google Shape;23956;p97"/>
            <p:cNvSpPr/>
            <p:nvPr/>
          </p:nvSpPr>
          <p:spPr>
            <a:xfrm>
              <a:off x="1305006" y="4056356"/>
              <a:ext cx="366430" cy="117387"/>
            </a:xfrm>
            <a:custGeom>
              <a:rect b="b" l="l" r="r" t="t"/>
              <a:pathLst>
                <a:path extrusionOk="0" h="4492" w="14022">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7" name="Google Shape;23957;p97"/>
            <p:cNvSpPr/>
            <p:nvPr/>
          </p:nvSpPr>
          <p:spPr>
            <a:xfrm>
              <a:off x="1305267" y="4079980"/>
              <a:ext cx="366169" cy="93763"/>
            </a:xfrm>
            <a:custGeom>
              <a:rect b="b" l="l" r="r" t="t"/>
              <a:pathLst>
                <a:path extrusionOk="0" h="3588" w="14012">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8" name="Google Shape;23958;p97"/>
            <p:cNvSpPr/>
            <p:nvPr/>
          </p:nvSpPr>
          <p:spPr>
            <a:xfrm>
              <a:off x="1605556" y="4079980"/>
              <a:ext cx="39225" cy="70401"/>
            </a:xfrm>
            <a:custGeom>
              <a:rect b="b" l="l" r="r" t="t"/>
              <a:pathLst>
                <a:path extrusionOk="0" h="2694" w="1501">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9" name="Google Shape;23959;p97"/>
            <p:cNvSpPr/>
            <p:nvPr/>
          </p:nvSpPr>
          <p:spPr>
            <a:xfrm>
              <a:off x="1516104"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0" name="Google Shape;23960;p97"/>
            <p:cNvSpPr/>
            <p:nvPr/>
          </p:nvSpPr>
          <p:spPr>
            <a:xfrm>
              <a:off x="1427149"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1" name="Google Shape;23961;p97"/>
            <p:cNvSpPr/>
            <p:nvPr/>
          </p:nvSpPr>
          <p:spPr>
            <a:xfrm>
              <a:off x="1575294"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2" name="Google Shape;23962;p97"/>
            <p:cNvSpPr/>
            <p:nvPr/>
          </p:nvSpPr>
          <p:spPr>
            <a:xfrm>
              <a:off x="1575294"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3" name="Google Shape;23963;p97"/>
            <p:cNvSpPr/>
            <p:nvPr/>
          </p:nvSpPr>
          <p:spPr>
            <a:xfrm>
              <a:off x="1485686" y="4079745"/>
              <a:ext cx="11838" cy="49260"/>
            </a:xfrm>
            <a:custGeom>
              <a:rect b="b" l="l" r="r" t="t"/>
              <a:pathLst>
                <a:path extrusionOk="0" h="1885" w="453">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4" name="Google Shape;23964;p97"/>
            <p:cNvSpPr/>
            <p:nvPr/>
          </p:nvSpPr>
          <p:spPr>
            <a:xfrm>
              <a:off x="1485686" y="4139536"/>
              <a:ext cx="11838" cy="19129"/>
            </a:xfrm>
            <a:custGeom>
              <a:rect b="b" l="l" r="r" t="t"/>
              <a:pathLst>
                <a:path extrusionOk="0" h="732" w="453">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5" name="Google Shape;23965;p97"/>
            <p:cNvSpPr/>
            <p:nvPr/>
          </p:nvSpPr>
          <p:spPr>
            <a:xfrm>
              <a:off x="1396626"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6" name="Google Shape;23966;p97"/>
            <p:cNvSpPr/>
            <p:nvPr/>
          </p:nvSpPr>
          <p:spPr>
            <a:xfrm>
              <a:off x="1396626"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7" name="Google Shape;23967;p97"/>
            <p:cNvSpPr/>
            <p:nvPr/>
          </p:nvSpPr>
          <p:spPr>
            <a:xfrm>
              <a:off x="1304274" y="3915110"/>
              <a:ext cx="353573" cy="258712"/>
            </a:xfrm>
            <a:custGeom>
              <a:rect b="b" l="l" r="r" t="t"/>
              <a:pathLst>
                <a:path extrusionOk="0" h="9900" w="1353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8" name="Google Shape;23968;p97"/>
            <p:cNvSpPr/>
            <p:nvPr/>
          </p:nvSpPr>
          <p:spPr>
            <a:xfrm>
              <a:off x="1307018" y="3927706"/>
              <a:ext cx="350829" cy="245776"/>
            </a:xfrm>
            <a:custGeom>
              <a:rect b="b" l="l" r="r" t="t"/>
              <a:pathLst>
                <a:path extrusionOk="0" h="9405" w="13425">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9" name="Google Shape;23969;p97"/>
            <p:cNvSpPr/>
            <p:nvPr/>
          </p:nvSpPr>
          <p:spPr>
            <a:xfrm>
              <a:off x="1560582" y="3944431"/>
              <a:ext cx="65122" cy="74060"/>
            </a:xfrm>
            <a:custGeom>
              <a:rect b="b" l="l" r="r" t="t"/>
              <a:pathLst>
                <a:path extrusionOk="0" h="2834" w="2492">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0" name="Google Shape;23970;p97"/>
            <p:cNvSpPr/>
            <p:nvPr/>
          </p:nvSpPr>
          <p:spPr>
            <a:xfrm>
              <a:off x="1533953" y="3971922"/>
              <a:ext cx="47326" cy="69565"/>
            </a:xfrm>
            <a:custGeom>
              <a:rect b="b" l="l" r="r" t="t"/>
              <a:pathLst>
                <a:path extrusionOk="0" h="2662" w="1811">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1" name="Google Shape;23971;p97"/>
            <p:cNvSpPr/>
            <p:nvPr/>
          </p:nvSpPr>
          <p:spPr>
            <a:xfrm>
              <a:off x="1482942" y="3989169"/>
              <a:ext cx="65096" cy="74112"/>
            </a:xfrm>
            <a:custGeom>
              <a:rect b="b" l="l" r="r" t="t"/>
              <a:pathLst>
                <a:path extrusionOk="0" h="2836" w="2491">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2" name="Google Shape;23972;p97"/>
            <p:cNvSpPr/>
            <p:nvPr/>
          </p:nvSpPr>
          <p:spPr>
            <a:xfrm>
              <a:off x="1456548" y="4016922"/>
              <a:ext cx="45497" cy="69382"/>
            </a:xfrm>
            <a:custGeom>
              <a:rect b="b" l="l" r="r" t="t"/>
              <a:pathLst>
                <a:path extrusionOk="0" h="2655" w="1741">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3" name="Google Shape;23973;p97"/>
            <p:cNvSpPr/>
            <p:nvPr/>
          </p:nvSpPr>
          <p:spPr>
            <a:xfrm>
              <a:off x="1405799" y="4033778"/>
              <a:ext cx="65096" cy="74112"/>
            </a:xfrm>
            <a:custGeom>
              <a:rect b="b" l="l" r="r" t="t"/>
              <a:pathLst>
                <a:path extrusionOk="0" h="2836" w="2491">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4" name="Google Shape;23974;p97"/>
            <p:cNvSpPr/>
            <p:nvPr/>
          </p:nvSpPr>
          <p:spPr>
            <a:xfrm>
              <a:off x="1379405" y="4061452"/>
              <a:ext cx="45261" cy="69330"/>
            </a:xfrm>
            <a:custGeom>
              <a:rect b="b" l="l" r="r" t="t"/>
              <a:pathLst>
                <a:path extrusionOk="0" h="2653" w="1732">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5" name="Google Shape;23975;p97"/>
            <p:cNvSpPr/>
            <p:nvPr/>
          </p:nvSpPr>
          <p:spPr>
            <a:xfrm>
              <a:off x="1305267" y="3823907"/>
              <a:ext cx="261612" cy="349993"/>
            </a:xfrm>
            <a:custGeom>
              <a:rect b="b" l="l" r="r" t="t"/>
              <a:pathLst>
                <a:path extrusionOk="0" h="13393" w="10011">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6" name="Google Shape;23976;p97"/>
            <p:cNvSpPr/>
            <p:nvPr/>
          </p:nvSpPr>
          <p:spPr>
            <a:xfrm>
              <a:off x="1320345" y="3828690"/>
              <a:ext cx="246299" cy="344792"/>
            </a:xfrm>
            <a:custGeom>
              <a:rect b="b" l="l" r="r" t="t"/>
              <a:pathLst>
                <a:path extrusionOk="0" h="13194" w="9425">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7" name="Google Shape;23977;p97"/>
            <p:cNvSpPr/>
            <p:nvPr/>
          </p:nvSpPr>
          <p:spPr>
            <a:xfrm>
              <a:off x="1460076" y="3854979"/>
              <a:ext cx="76647" cy="62561"/>
            </a:xfrm>
            <a:custGeom>
              <a:rect b="b" l="l" r="r" t="t"/>
              <a:pathLst>
                <a:path extrusionOk="0" h="2394" w="2933">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8" name="Google Shape;23978;p97"/>
            <p:cNvSpPr/>
            <p:nvPr/>
          </p:nvSpPr>
          <p:spPr>
            <a:xfrm>
              <a:off x="1414579" y="3932514"/>
              <a:ext cx="76673" cy="62535"/>
            </a:xfrm>
            <a:custGeom>
              <a:rect b="b" l="l" r="r" t="t"/>
              <a:pathLst>
                <a:path extrusionOk="0" h="2393" w="2934">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9" name="Google Shape;23979;p97"/>
            <p:cNvSpPr/>
            <p:nvPr/>
          </p:nvSpPr>
          <p:spPr>
            <a:xfrm>
              <a:off x="1370102" y="4009527"/>
              <a:ext cx="76673" cy="62535"/>
            </a:xfrm>
            <a:custGeom>
              <a:rect b="b" l="l" r="r" t="t"/>
              <a:pathLst>
                <a:path extrusionOk="0" h="2393" w="2934">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0" name="Google Shape;23980;p97"/>
            <p:cNvSpPr/>
            <p:nvPr/>
          </p:nvSpPr>
          <p:spPr>
            <a:xfrm>
              <a:off x="1442254" y="3903481"/>
              <a:ext cx="48972" cy="30131"/>
            </a:xfrm>
            <a:custGeom>
              <a:rect b="b" l="l" r="r" t="t"/>
              <a:pathLst>
                <a:path extrusionOk="0" h="1153" w="1874">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1" name="Google Shape;23981;p97"/>
            <p:cNvSpPr/>
            <p:nvPr/>
          </p:nvSpPr>
          <p:spPr>
            <a:xfrm>
              <a:off x="1494022" y="3933612"/>
              <a:ext cx="23101" cy="15078"/>
            </a:xfrm>
            <a:custGeom>
              <a:rect b="b" l="l" r="r" t="t"/>
              <a:pathLst>
                <a:path extrusionOk="0" h="577" w="884">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2" name="Google Shape;23982;p97"/>
            <p:cNvSpPr/>
            <p:nvPr/>
          </p:nvSpPr>
          <p:spPr>
            <a:xfrm>
              <a:off x="1397462" y="3981147"/>
              <a:ext cx="48816" cy="30131"/>
            </a:xfrm>
            <a:custGeom>
              <a:rect b="b" l="l" r="r" t="t"/>
              <a:pathLst>
                <a:path extrusionOk="0" h="1153" w="1868">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3" name="Google Shape;23983;p97"/>
            <p:cNvSpPr/>
            <p:nvPr/>
          </p:nvSpPr>
          <p:spPr>
            <a:xfrm>
              <a:off x="1449022" y="4011042"/>
              <a:ext cx="23101" cy="15288"/>
            </a:xfrm>
            <a:custGeom>
              <a:rect b="b" l="l" r="r" t="t"/>
              <a:pathLst>
                <a:path extrusionOk="0" h="585" w="884">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4" name="Google Shape;23984;p97"/>
            <p:cNvSpPr/>
            <p:nvPr/>
          </p:nvSpPr>
          <p:spPr>
            <a:xfrm>
              <a:off x="1404806" y="4088185"/>
              <a:ext cx="22918" cy="15209"/>
            </a:xfrm>
            <a:custGeom>
              <a:rect b="b" l="l" r="r" t="t"/>
              <a:pathLst>
                <a:path extrusionOk="0" h="582" w="877">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5" name="Google Shape;23985;p97"/>
            <p:cNvSpPr/>
            <p:nvPr/>
          </p:nvSpPr>
          <p:spPr>
            <a:xfrm>
              <a:off x="1352985" y="4058290"/>
              <a:ext cx="48816" cy="30105"/>
            </a:xfrm>
            <a:custGeom>
              <a:rect b="b" l="l" r="r" t="t"/>
              <a:pathLst>
                <a:path extrusionOk="0" h="1152" w="1868">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6" name="Google Shape;23986;p97"/>
            <p:cNvSpPr/>
            <p:nvPr/>
          </p:nvSpPr>
          <p:spPr>
            <a:xfrm>
              <a:off x="1303751" y="3807339"/>
              <a:ext cx="118903" cy="366404"/>
            </a:xfrm>
            <a:custGeom>
              <a:rect b="b" l="l" r="r" t="t"/>
              <a:pathLst>
                <a:path extrusionOk="0" h="14021" w="455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7" name="Google Shape;23987;p97"/>
            <p:cNvSpPr/>
            <p:nvPr/>
          </p:nvSpPr>
          <p:spPr>
            <a:xfrm>
              <a:off x="1326879" y="3807339"/>
              <a:ext cx="95776" cy="366142"/>
            </a:xfrm>
            <a:custGeom>
              <a:rect b="b" l="l" r="r" t="t"/>
              <a:pathLst>
                <a:path extrusionOk="0" h="14011" w="3665">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8" name="Google Shape;23988;p97"/>
            <p:cNvSpPr/>
            <p:nvPr/>
          </p:nvSpPr>
          <p:spPr>
            <a:xfrm>
              <a:off x="1328891" y="3834230"/>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9" name="Google Shape;23989;p97"/>
            <p:cNvSpPr/>
            <p:nvPr/>
          </p:nvSpPr>
          <p:spPr>
            <a:xfrm>
              <a:off x="1328891" y="3923943"/>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0" name="Google Shape;23990;p97"/>
            <p:cNvSpPr/>
            <p:nvPr/>
          </p:nvSpPr>
          <p:spPr>
            <a:xfrm>
              <a:off x="1328891" y="4012898"/>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1" name="Google Shape;23991;p97"/>
            <p:cNvSpPr/>
            <p:nvPr/>
          </p:nvSpPr>
          <p:spPr>
            <a:xfrm>
              <a:off x="1387192" y="3891983"/>
              <a:ext cx="22474" cy="11394"/>
            </a:xfrm>
            <a:custGeom>
              <a:rect b="b" l="l" r="r" t="t"/>
              <a:pathLst>
                <a:path extrusionOk="0" h="436" w="86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2" name="Google Shape;23992;p97"/>
            <p:cNvSpPr/>
            <p:nvPr/>
          </p:nvSpPr>
          <p:spPr>
            <a:xfrm>
              <a:off x="1327375" y="3891983"/>
              <a:ext cx="52396" cy="11394"/>
            </a:xfrm>
            <a:custGeom>
              <a:rect b="b" l="l" r="r" t="t"/>
              <a:pathLst>
                <a:path extrusionOk="0" h="436" w="2005">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3" name="Google Shape;23993;p97"/>
            <p:cNvSpPr/>
            <p:nvPr/>
          </p:nvSpPr>
          <p:spPr>
            <a:xfrm>
              <a:off x="1326539" y="3981695"/>
              <a:ext cx="53232" cy="11394"/>
            </a:xfrm>
            <a:custGeom>
              <a:rect b="b" l="l" r="r" t="t"/>
              <a:pathLst>
                <a:path extrusionOk="0" h="436" w="2037">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4" name="Google Shape;23994;p97"/>
            <p:cNvSpPr/>
            <p:nvPr/>
          </p:nvSpPr>
          <p:spPr>
            <a:xfrm>
              <a:off x="1386330" y="3981695"/>
              <a:ext cx="23336" cy="11394"/>
            </a:xfrm>
            <a:custGeom>
              <a:rect b="b" l="l" r="r" t="t"/>
              <a:pathLst>
                <a:path extrusionOk="0" h="436" w="893">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5" name="Google Shape;23995;p97"/>
            <p:cNvSpPr/>
            <p:nvPr/>
          </p:nvSpPr>
          <p:spPr>
            <a:xfrm>
              <a:off x="1327375" y="4070677"/>
              <a:ext cx="52396" cy="11368"/>
            </a:xfrm>
            <a:custGeom>
              <a:rect b="b" l="l" r="r" t="t"/>
              <a:pathLst>
                <a:path extrusionOk="0" h="435" w="2005">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6" name="Google Shape;23996;p97"/>
            <p:cNvSpPr/>
            <p:nvPr/>
          </p:nvSpPr>
          <p:spPr>
            <a:xfrm>
              <a:off x="1387192" y="4070677"/>
              <a:ext cx="22474" cy="11368"/>
            </a:xfrm>
            <a:custGeom>
              <a:rect b="b" l="l" r="r" t="t"/>
              <a:pathLst>
                <a:path extrusionOk="0" h="435" w="86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997" name="Google Shape;23997;p97"/>
          <p:cNvSpPr/>
          <p:nvPr/>
        </p:nvSpPr>
        <p:spPr>
          <a:xfrm>
            <a:off x="1317690" y="2722078"/>
            <a:ext cx="30157" cy="28667"/>
          </a:xfrm>
          <a:custGeom>
            <a:rect b="b" l="l" r="r" t="t"/>
            <a:pathLst>
              <a:path extrusionOk="0" h="1097" w="1154">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998" name="Google Shape;23998;p97"/>
          <p:cNvGrpSpPr/>
          <p:nvPr/>
        </p:nvGrpSpPr>
        <p:grpSpPr>
          <a:xfrm>
            <a:off x="1306374" y="2707549"/>
            <a:ext cx="384749" cy="366613"/>
            <a:chOff x="1310049" y="2891421"/>
            <a:chExt cx="384749" cy="366613"/>
          </a:xfrm>
        </p:grpSpPr>
        <p:sp>
          <p:nvSpPr>
            <p:cNvPr id="23999" name="Google Shape;23999;p97"/>
            <p:cNvSpPr/>
            <p:nvPr/>
          </p:nvSpPr>
          <p:spPr>
            <a:xfrm>
              <a:off x="1310049" y="2891421"/>
              <a:ext cx="384749" cy="366613"/>
            </a:xfrm>
            <a:custGeom>
              <a:rect b="b" l="l" r="r" t="t"/>
              <a:pathLst>
                <a:path extrusionOk="0" h="14029" w="14723">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0" name="Google Shape;24000;p97"/>
            <p:cNvSpPr/>
            <p:nvPr/>
          </p:nvSpPr>
          <p:spPr>
            <a:xfrm>
              <a:off x="1342218" y="2904697"/>
              <a:ext cx="324932" cy="324696"/>
            </a:xfrm>
            <a:custGeom>
              <a:rect b="b" l="l" r="r" t="t"/>
              <a:pathLst>
                <a:path extrusionOk="0" h="12425" w="12434">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1" name="Google Shape;24001;p97"/>
            <p:cNvSpPr/>
            <p:nvPr/>
          </p:nvSpPr>
          <p:spPr>
            <a:xfrm>
              <a:off x="1355546" y="2931848"/>
              <a:ext cx="22134" cy="19573"/>
            </a:xfrm>
            <a:custGeom>
              <a:rect b="b" l="l" r="r" t="t"/>
              <a:pathLst>
                <a:path extrusionOk="0" h="749" w="847">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2" name="Google Shape;24002;p97"/>
            <p:cNvSpPr/>
            <p:nvPr/>
          </p:nvSpPr>
          <p:spPr>
            <a:xfrm>
              <a:off x="1372610" y="2957720"/>
              <a:ext cx="30680" cy="28667"/>
            </a:xfrm>
            <a:custGeom>
              <a:rect b="b" l="l" r="r" t="t"/>
              <a:pathLst>
                <a:path extrusionOk="0" h="1097" w="1174">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3" name="Google Shape;24003;p97"/>
            <p:cNvSpPr/>
            <p:nvPr/>
          </p:nvSpPr>
          <p:spPr>
            <a:xfrm>
              <a:off x="1407001" y="2983356"/>
              <a:ext cx="21925" cy="19599"/>
            </a:xfrm>
            <a:custGeom>
              <a:rect b="b" l="l" r="r" t="t"/>
              <a:pathLst>
                <a:path extrusionOk="0" h="750" w="839">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4" name="Google Shape;24004;p97"/>
            <p:cNvSpPr/>
            <p:nvPr/>
          </p:nvSpPr>
          <p:spPr>
            <a:xfrm>
              <a:off x="1424379" y="3009227"/>
              <a:ext cx="30444" cy="28693"/>
            </a:xfrm>
            <a:custGeom>
              <a:rect b="b" l="l" r="r" t="t"/>
              <a:pathLst>
                <a:path extrusionOk="0" h="1098" w="1165">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5" name="Google Shape;24005;p97"/>
            <p:cNvSpPr/>
            <p:nvPr/>
          </p:nvSpPr>
          <p:spPr>
            <a:xfrm>
              <a:off x="1458769" y="3035124"/>
              <a:ext cx="21925" cy="19338"/>
            </a:xfrm>
            <a:custGeom>
              <a:rect b="b" l="l" r="r" t="t"/>
              <a:pathLst>
                <a:path extrusionOk="0" h="740" w="839">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6" name="Google Shape;24006;p97"/>
            <p:cNvSpPr/>
            <p:nvPr/>
          </p:nvSpPr>
          <p:spPr>
            <a:xfrm>
              <a:off x="1475886" y="3060995"/>
              <a:ext cx="30444" cy="28667"/>
            </a:xfrm>
            <a:custGeom>
              <a:rect b="b" l="l" r="r" t="t"/>
              <a:pathLst>
                <a:path extrusionOk="0" h="1097" w="1165">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7" name="Google Shape;24007;p97"/>
            <p:cNvSpPr/>
            <p:nvPr/>
          </p:nvSpPr>
          <p:spPr>
            <a:xfrm>
              <a:off x="1510276" y="3086631"/>
              <a:ext cx="21925" cy="19599"/>
            </a:xfrm>
            <a:custGeom>
              <a:rect b="b" l="l" r="r" t="t"/>
              <a:pathLst>
                <a:path extrusionOk="0" h="750" w="839">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8" name="Google Shape;24008;p97"/>
            <p:cNvSpPr/>
            <p:nvPr/>
          </p:nvSpPr>
          <p:spPr>
            <a:xfrm>
              <a:off x="1527655" y="3112267"/>
              <a:ext cx="30444" cy="28667"/>
            </a:xfrm>
            <a:custGeom>
              <a:rect b="b" l="l" r="r" t="t"/>
              <a:pathLst>
                <a:path extrusionOk="0" h="1097" w="1165">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9" name="Google Shape;24009;p97"/>
            <p:cNvSpPr/>
            <p:nvPr/>
          </p:nvSpPr>
          <p:spPr>
            <a:xfrm>
              <a:off x="1578639" y="3164036"/>
              <a:ext cx="31228" cy="28876"/>
            </a:xfrm>
            <a:custGeom>
              <a:rect b="b" l="l" r="r" t="t"/>
              <a:pathLst>
                <a:path extrusionOk="0" h="1105" w="1195">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0" name="Google Shape;24010;p97"/>
            <p:cNvSpPr/>
            <p:nvPr/>
          </p:nvSpPr>
          <p:spPr>
            <a:xfrm>
              <a:off x="1614101" y="3189907"/>
              <a:ext cx="21403" cy="19390"/>
            </a:xfrm>
            <a:custGeom>
              <a:rect b="b" l="l" r="r" t="t"/>
              <a:pathLst>
                <a:path extrusionOk="0" h="742" w="819">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1" name="Google Shape;24011;p97"/>
            <p:cNvSpPr/>
            <p:nvPr/>
          </p:nvSpPr>
          <p:spPr>
            <a:xfrm>
              <a:off x="1630930" y="3215804"/>
              <a:ext cx="30444" cy="28406"/>
            </a:xfrm>
            <a:custGeom>
              <a:rect b="b" l="l" r="r" t="t"/>
              <a:pathLst>
                <a:path extrusionOk="0" h="1087" w="1165">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2" name="Google Shape;24012;p97"/>
            <p:cNvSpPr/>
            <p:nvPr/>
          </p:nvSpPr>
          <p:spPr>
            <a:xfrm>
              <a:off x="1562332" y="3138138"/>
              <a:ext cx="21403" cy="19286"/>
            </a:xfrm>
            <a:custGeom>
              <a:rect b="b" l="l" r="r" t="t"/>
              <a:pathLst>
                <a:path extrusionOk="0" h="738" w="819">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013" name="Google Shape;24013;p97"/>
          <p:cNvGrpSpPr/>
          <p:nvPr/>
        </p:nvGrpSpPr>
        <p:grpSpPr>
          <a:xfrm>
            <a:off x="845998" y="2707470"/>
            <a:ext cx="383468" cy="366665"/>
            <a:chOff x="849673" y="2891343"/>
            <a:chExt cx="383468" cy="366665"/>
          </a:xfrm>
        </p:grpSpPr>
        <p:sp>
          <p:nvSpPr>
            <p:cNvPr id="24014" name="Google Shape;24014;p97"/>
            <p:cNvSpPr/>
            <p:nvPr/>
          </p:nvSpPr>
          <p:spPr>
            <a:xfrm>
              <a:off x="849673" y="2976561"/>
              <a:ext cx="322188" cy="281447"/>
            </a:xfrm>
            <a:custGeom>
              <a:rect b="b" l="l" r="r" t="t"/>
              <a:pathLst>
                <a:path extrusionOk="0" h="10770" w="12329">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5" name="Google Shape;24015;p97"/>
            <p:cNvSpPr/>
            <p:nvPr/>
          </p:nvSpPr>
          <p:spPr>
            <a:xfrm>
              <a:off x="867260" y="2976561"/>
              <a:ext cx="304600" cy="258947"/>
            </a:xfrm>
            <a:custGeom>
              <a:rect b="b" l="l" r="r" t="t"/>
              <a:pathLst>
                <a:path extrusionOk="0" h="9909" w="11656">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6" name="Google Shape;24016;p97"/>
            <p:cNvSpPr/>
            <p:nvPr/>
          </p:nvSpPr>
          <p:spPr>
            <a:xfrm>
              <a:off x="947173" y="3018948"/>
              <a:ext cx="81952" cy="50122"/>
            </a:xfrm>
            <a:custGeom>
              <a:rect b="b" l="l" r="r" t="t"/>
              <a:pathLst>
                <a:path extrusionOk="0" h="1918" w="3136">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7" name="Google Shape;24017;p97"/>
            <p:cNvSpPr/>
            <p:nvPr/>
          </p:nvSpPr>
          <p:spPr>
            <a:xfrm>
              <a:off x="967792" y="3018791"/>
              <a:ext cx="61333" cy="49521"/>
            </a:xfrm>
            <a:custGeom>
              <a:rect b="b" l="l" r="r" t="t"/>
              <a:pathLst>
                <a:path extrusionOk="0" h="1895" w="2347">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8" name="Google Shape;24018;p97"/>
            <p:cNvSpPr/>
            <p:nvPr/>
          </p:nvSpPr>
          <p:spPr>
            <a:xfrm>
              <a:off x="992174" y="3104663"/>
              <a:ext cx="65357" cy="72831"/>
            </a:xfrm>
            <a:custGeom>
              <a:rect b="b" l="l" r="r" t="t"/>
              <a:pathLst>
                <a:path extrusionOk="0" h="2787" w="2501">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9" name="Google Shape;24019;p97"/>
            <p:cNvSpPr/>
            <p:nvPr/>
          </p:nvSpPr>
          <p:spPr>
            <a:xfrm>
              <a:off x="1009499" y="3104427"/>
              <a:ext cx="48032" cy="64913"/>
            </a:xfrm>
            <a:custGeom>
              <a:rect b="b" l="l" r="r" t="t"/>
              <a:pathLst>
                <a:path extrusionOk="0" h="2484" w="1838">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0" name="Google Shape;24020;p97"/>
            <p:cNvSpPr/>
            <p:nvPr/>
          </p:nvSpPr>
          <p:spPr>
            <a:xfrm>
              <a:off x="897417" y="3078400"/>
              <a:ext cx="69147" cy="70584"/>
            </a:xfrm>
            <a:custGeom>
              <a:rect b="b" l="l" r="r" t="t"/>
              <a:pathLst>
                <a:path extrusionOk="0" h="2701" w="2646">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1" name="Google Shape;24021;p97"/>
            <p:cNvSpPr/>
            <p:nvPr/>
          </p:nvSpPr>
          <p:spPr>
            <a:xfrm>
              <a:off x="904708" y="3094915"/>
              <a:ext cx="61856" cy="54068"/>
            </a:xfrm>
            <a:custGeom>
              <a:rect b="b" l="l" r="r" t="t"/>
              <a:pathLst>
                <a:path extrusionOk="0" h="2069" w="2367">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2" name="Google Shape;24022;p97"/>
            <p:cNvSpPr/>
            <p:nvPr/>
          </p:nvSpPr>
          <p:spPr>
            <a:xfrm>
              <a:off x="1107261" y="2891343"/>
              <a:ext cx="125880" cy="143049"/>
            </a:xfrm>
            <a:custGeom>
              <a:rect b="b" l="l" r="r" t="t"/>
              <a:pathLst>
                <a:path extrusionOk="0" h="5474" w="4817">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3" name="Google Shape;24023;p97"/>
            <p:cNvSpPr/>
            <p:nvPr/>
          </p:nvSpPr>
          <p:spPr>
            <a:xfrm>
              <a:off x="1126599" y="2965507"/>
              <a:ext cx="47274" cy="45000"/>
            </a:xfrm>
            <a:custGeom>
              <a:rect b="b" l="l" r="r" t="t"/>
              <a:pathLst>
                <a:path extrusionOk="0" h="1722" w="1809">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4" name="Google Shape;24024;p97"/>
            <p:cNvSpPr/>
            <p:nvPr/>
          </p:nvSpPr>
          <p:spPr>
            <a:xfrm>
              <a:off x="1024578" y="3005411"/>
              <a:ext cx="119635" cy="81507"/>
            </a:xfrm>
            <a:custGeom>
              <a:rect b="b" l="l" r="r" t="t"/>
              <a:pathLst>
                <a:path extrusionOk="0" h="3119" w="4578">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5" name="Google Shape;24025;p97"/>
            <p:cNvSpPr/>
            <p:nvPr/>
          </p:nvSpPr>
          <p:spPr>
            <a:xfrm>
              <a:off x="1039395" y="3005150"/>
              <a:ext cx="95018" cy="60863"/>
            </a:xfrm>
            <a:custGeom>
              <a:rect b="b" l="l" r="r" t="t"/>
              <a:pathLst>
                <a:path extrusionOk="0" h="2329" w="3636">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026" name="Google Shape;24026;p97"/>
          <p:cNvGrpSpPr/>
          <p:nvPr/>
        </p:nvGrpSpPr>
        <p:grpSpPr>
          <a:xfrm>
            <a:off x="916582" y="2242129"/>
            <a:ext cx="278024" cy="366508"/>
            <a:chOff x="920257" y="2426002"/>
            <a:chExt cx="278024" cy="366508"/>
          </a:xfrm>
        </p:grpSpPr>
        <p:sp>
          <p:nvSpPr>
            <p:cNvPr id="24027" name="Google Shape;24027;p97"/>
            <p:cNvSpPr/>
            <p:nvPr/>
          </p:nvSpPr>
          <p:spPr>
            <a:xfrm>
              <a:off x="1039918" y="2426002"/>
              <a:ext cx="38964" cy="92483"/>
            </a:xfrm>
            <a:custGeom>
              <a:rect b="b" l="l" r="r" t="t"/>
              <a:pathLst>
                <a:path extrusionOk="0" h="3539" w="1491">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8" name="Google Shape;24028;p97"/>
            <p:cNvSpPr/>
            <p:nvPr/>
          </p:nvSpPr>
          <p:spPr>
            <a:xfrm>
              <a:off x="1061529" y="2429268"/>
              <a:ext cx="17352" cy="85950"/>
            </a:xfrm>
            <a:custGeom>
              <a:rect b="b" l="l" r="r" t="t"/>
              <a:pathLst>
                <a:path extrusionOk="0" h="3289" w="664">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9" name="Google Shape;24029;p97"/>
            <p:cNvSpPr/>
            <p:nvPr/>
          </p:nvSpPr>
          <p:spPr>
            <a:xfrm>
              <a:off x="920257" y="2748398"/>
              <a:ext cx="27204" cy="44112"/>
            </a:xfrm>
            <a:custGeom>
              <a:rect b="b" l="l" r="r" t="t"/>
              <a:pathLst>
                <a:path extrusionOk="0" h="1688" w="1041">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0" name="Google Shape;24030;p97"/>
            <p:cNvSpPr/>
            <p:nvPr/>
          </p:nvSpPr>
          <p:spPr>
            <a:xfrm>
              <a:off x="930083" y="2483023"/>
              <a:ext cx="136229" cy="283485"/>
            </a:xfrm>
            <a:custGeom>
              <a:rect b="b" l="l" r="r" t="t"/>
              <a:pathLst>
                <a:path extrusionOk="0" h="10848" w="5213">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1" name="Google Shape;24031;p97"/>
            <p:cNvSpPr/>
            <p:nvPr/>
          </p:nvSpPr>
          <p:spPr>
            <a:xfrm>
              <a:off x="945161" y="2690097"/>
              <a:ext cx="38728" cy="38728"/>
            </a:xfrm>
            <a:custGeom>
              <a:rect b="b" l="l" r="r" t="t"/>
              <a:pathLst>
                <a:path extrusionOk="0" h="1482" w="1482">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2" name="Google Shape;24032;p97"/>
            <p:cNvSpPr/>
            <p:nvPr/>
          </p:nvSpPr>
          <p:spPr>
            <a:xfrm>
              <a:off x="956215" y="2701151"/>
              <a:ext cx="16620" cy="16620"/>
            </a:xfrm>
            <a:custGeom>
              <a:rect b="b" l="l" r="r" t="t"/>
              <a:pathLst>
                <a:path extrusionOk="0" h="636" w="636">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3" name="Google Shape;24033;p97"/>
            <p:cNvSpPr/>
            <p:nvPr/>
          </p:nvSpPr>
          <p:spPr>
            <a:xfrm>
              <a:off x="1170841" y="2748398"/>
              <a:ext cx="27439" cy="44112"/>
            </a:xfrm>
            <a:custGeom>
              <a:rect b="b" l="l" r="r" t="t"/>
              <a:pathLst>
                <a:path extrusionOk="0" h="1688" w="105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4" name="Google Shape;24034;p97"/>
            <p:cNvSpPr/>
            <p:nvPr/>
          </p:nvSpPr>
          <p:spPr>
            <a:xfrm>
              <a:off x="1052226" y="2483023"/>
              <a:ext cx="136229" cy="283485"/>
            </a:xfrm>
            <a:custGeom>
              <a:rect b="b" l="l" r="r" t="t"/>
              <a:pathLst>
                <a:path extrusionOk="0" h="10848" w="5213">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5" name="Google Shape;24035;p97"/>
            <p:cNvSpPr/>
            <p:nvPr/>
          </p:nvSpPr>
          <p:spPr>
            <a:xfrm>
              <a:off x="1134648" y="2690097"/>
              <a:ext cx="38728" cy="38728"/>
            </a:xfrm>
            <a:custGeom>
              <a:rect b="b" l="l" r="r" t="t"/>
              <a:pathLst>
                <a:path extrusionOk="0" h="1482" w="1482">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6" name="Google Shape;24036;p97"/>
            <p:cNvSpPr/>
            <p:nvPr/>
          </p:nvSpPr>
          <p:spPr>
            <a:xfrm>
              <a:off x="1145702" y="2701151"/>
              <a:ext cx="16620" cy="16620"/>
            </a:xfrm>
            <a:custGeom>
              <a:rect b="b" l="l" r="r" t="t"/>
              <a:pathLst>
                <a:path extrusionOk="0" h="636" w="636">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7" name="Google Shape;24037;p97"/>
            <p:cNvSpPr/>
            <p:nvPr/>
          </p:nvSpPr>
          <p:spPr>
            <a:xfrm>
              <a:off x="1015536" y="2472883"/>
              <a:ext cx="87727" cy="76960"/>
            </a:xfrm>
            <a:custGeom>
              <a:rect b="b" l="l" r="r" t="t"/>
              <a:pathLst>
                <a:path extrusionOk="0" h="2945" w="3357">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8" name="Google Shape;24038;p97"/>
            <p:cNvSpPr/>
            <p:nvPr/>
          </p:nvSpPr>
          <p:spPr>
            <a:xfrm>
              <a:off x="1027844" y="2472727"/>
              <a:ext cx="83702" cy="72648"/>
            </a:xfrm>
            <a:custGeom>
              <a:rect b="b" l="l" r="r" t="t"/>
              <a:pathLst>
                <a:path extrusionOk="0" h="2780" w="3203">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9" name="Google Shape;24039;p97"/>
            <p:cNvSpPr/>
            <p:nvPr/>
          </p:nvSpPr>
          <p:spPr>
            <a:xfrm>
              <a:off x="1047182" y="2499120"/>
              <a:ext cx="24408" cy="24146"/>
            </a:xfrm>
            <a:custGeom>
              <a:rect b="b" l="l" r="r" t="t"/>
              <a:pathLst>
                <a:path extrusionOk="0" h="924" w="934">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040" name="Google Shape;24040;p97"/>
          <p:cNvGrpSpPr/>
          <p:nvPr/>
        </p:nvGrpSpPr>
        <p:grpSpPr>
          <a:xfrm>
            <a:off x="862853" y="4090611"/>
            <a:ext cx="349810" cy="366665"/>
            <a:chOff x="866528" y="4274484"/>
            <a:chExt cx="349810" cy="366665"/>
          </a:xfrm>
        </p:grpSpPr>
        <p:sp>
          <p:nvSpPr>
            <p:cNvPr id="24041" name="Google Shape;24041;p97"/>
            <p:cNvSpPr/>
            <p:nvPr/>
          </p:nvSpPr>
          <p:spPr>
            <a:xfrm>
              <a:off x="1041407" y="4370991"/>
              <a:ext cx="174931" cy="270158"/>
            </a:xfrm>
            <a:custGeom>
              <a:rect b="b" l="l" r="r" t="t"/>
              <a:pathLst>
                <a:path extrusionOk="0" h="10338" w="6694">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2" name="Google Shape;24042;p97"/>
            <p:cNvSpPr/>
            <p:nvPr/>
          </p:nvSpPr>
          <p:spPr>
            <a:xfrm>
              <a:off x="1041407" y="4516471"/>
              <a:ext cx="173938" cy="124678"/>
            </a:xfrm>
            <a:custGeom>
              <a:rect b="b" l="l" r="r" t="t"/>
              <a:pathLst>
                <a:path extrusionOk="0" h="4771" w="6656">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3" name="Google Shape;24043;p97"/>
            <p:cNvSpPr/>
            <p:nvPr/>
          </p:nvSpPr>
          <p:spPr>
            <a:xfrm>
              <a:off x="866528" y="4370991"/>
              <a:ext cx="174905" cy="270158"/>
            </a:xfrm>
            <a:custGeom>
              <a:rect b="b" l="l" r="r" t="t"/>
              <a:pathLst>
                <a:path extrusionOk="0" h="10338" w="6693">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4" name="Google Shape;24044;p97"/>
            <p:cNvSpPr/>
            <p:nvPr/>
          </p:nvSpPr>
          <p:spPr>
            <a:xfrm>
              <a:off x="866528" y="4370991"/>
              <a:ext cx="64600" cy="173650"/>
            </a:xfrm>
            <a:custGeom>
              <a:rect b="b" l="l" r="r" t="t"/>
              <a:pathLst>
                <a:path extrusionOk="0" h="6645" w="2472">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5" name="Google Shape;24045;p97"/>
            <p:cNvSpPr/>
            <p:nvPr/>
          </p:nvSpPr>
          <p:spPr>
            <a:xfrm>
              <a:off x="867522" y="4274536"/>
              <a:ext cx="347824" cy="192701"/>
            </a:xfrm>
            <a:custGeom>
              <a:rect b="b" l="l" r="r" t="t"/>
              <a:pathLst>
                <a:path extrusionOk="0" h="7374" w="1331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6" name="Google Shape;24046;p97"/>
            <p:cNvSpPr/>
            <p:nvPr/>
          </p:nvSpPr>
          <p:spPr>
            <a:xfrm>
              <a:off x="1041407" y="4274484"/>
              <a:ext cx="173938" cy="131708"/>
            </a:xfrm>
            <a:custGeom>
              <a:rect b="b" l="l" r="r" t="t"/>
              <a:pathLst>
                <a:path extrusionOk="0" h="5040" w="6656">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7" name="Google Shape;24047;p97"/>
            <p:cNvSpPr/>
            <p:nvPr/>
          </p:nvSpPr>
          <p:spPr>
            <a:xfrm>
              <a:off x="1041407" y="4405669"/>
              <a:ext cx="112866" cy="173650"/>
            </a:xfrm>
            <a:custGeom>
              <a:rect b="b" l="l" r="r" t="t"/>
              <a:pathLst>
                <a:path extrusionOk="0" h="6645" w="4319">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8" name="Google Shape;24048;p97"/>
            <p:cNvSpPr/>
            <p:nvPr/>
          </p:nvSpPr>
          <p:spPr>
            <a:xfrm>
              <a:off x="928593" y="4405669"/>
              <a:ext cx="112840" cy="173415"/>
            </a:xfrm>
            <a:custGeom>
              <a:rect b="b" l="l" r="r" t="t"/>
              <a:pathLst>
                <a:path extrusionOk="0" h="6636" w="4318">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9" name="Google Shape;24049;p97"/>
            <p:cNvSpPr/>
            <p:nvPr/>
          </p:nvSpPr>
          <p:spPr>
            <a:xfrm>
              <a:off x="929848" y="4343657"/>
              <a:ext cx="223407" cy="123842"/>
            </a:xfrm>
            <a:custGeom>
              <a:rect b="b" l="l" r="r" t="t"/>
              <a:pathLst>
                <a:path extrusionOk="0" h="4739" w="8549">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0" name="Google Shape;24050;p97"/>
            <p:cNvSpPr/>
            <p:nvPr/>
          </p:nvSpPr>
          <p:spPr>
            <a:xfrm>
              <a:off x="1112017" y="4497290"/>
              <a:ext cx="29896" cy="18972"/>
            </a:xfrm>
            <a:custGeom>
              <a:rect b="b" l="l" r="r" t="t"/>
              <a:pathLst>
                <a:path extrusionOk="0" h="726" w="1144">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1" name="Google Shape;24051;p97"/>
            <p:cNvSpPr/>
            <p:nvPr/>
          </p:nvSpPr>
          <p:spPr>
            <a:xfrm>
              <a:off x="1112017" y="4481218"/>
              <a:ext cx="29896" cy="18946"/>
            </a:xfrm>
            <a:custGeom>
              <a:rect b="b" l="l" r="r" t="t"/>
              <a:pathLst>
                <a:path extrusionOk="0" h="725" w="1144">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052" name="Google Shape;24052;p97"/>
          <p:cNvGrpSpPr/>
          <p:nvPr/>
        </p:nvGrpSpPr>
        <p:grpSpPr>
          <a:xfrm>
            <a:off x="1385033" y="4090611"/>
            <a:ext cx="330210" cy="366665"/>
            <a:chOff x="1388708" y="4274484"/>
            <a:chExt cx="330210" cy="366665"/>
          </a:xfrm>
        </p:grpSpPr>
        <p:sp>
          <p:nvSpPr>
            <p:cNvPr id="24053" name="Google Shape;24053;p97"/>
            <p:cNvSpPr/>
            <p:nvPr/>
          </p:nvSpPr>
          <p:spPr>
            <a:xfrm>
              <a:off x="1490965" y="4274484"/>
              <a:ext cx="227954" cy="366665"/>
            </a:xfrm>
            <a:custGeom>
              <a:rect b="b" l="l" r="r" t="t"/>
              <a:pathLst>
                <a:path extrusionOk="0" h="14031" w="8723">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4" name="Google Shape;24054;p97"/>
            <p:cNvSpPr/>
            <p:nvPr/>
          </p:nvSpPr>
          <p:spPr>
            <a:xfrm>
              <a:off x="1651810" y="4274484"/>
              <a:ext cx="67108" cy="366665"/>
            </a:xfrm>
            <a:custGeom>
              <a:rect b="b" l="l" r="r" t="t"/>
              <a:pathLst>
                <a:path extrusionOk="0" h="14031" w="2568">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5" name="Google Shape;24055;p97"/>
            <p:cNvSpPr/>
            <p:nvPr/>
          </p:nvSpPr>
          <p:spPr>
            <a:xfrm>
              <a:off x="1395973" y="4576288"/>
              <a:ext cx="273947" cy="64861"/>
            </a:xfrm>
            <a:custGeom>
              <a:rect b="b" l="l" r="r" t="t"/>
              <a:pathLst>
                <a:path extrusionOk="0" h="2482" w="10483">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6" name="Google Shape;24056;p97"/>
            <p:cNvSpPr/>
            <p:nvPr/>
          </p:nvSpPr>
          <p:spPr>
            <a:xfrm>
              <a:off x="1523395" y="4385547"/>
              <a:ext cx="31437" cy="26916"/>
            </a:xfrm>
            <a:custGeom>
              <a:rect b="b" l="l" r="r" t="t"/>
              <a:pathLst>
                <a:path extrusionOk="0" h="1030" w="1203">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7" name="Google Shape;24057;p97"/>
            <p:cNvSpPr/>
            <p:nvPr/>
          </p:nvSpPr>
          <p:spPr>
            <a:xfrm>
              <a:off x="1569623" y="4394589"/>
              <a:ext cx="41734" cy="11106"/>
            </a:xfrm>
            <a:custGeom>
              <a:rect b="b" l="l" r="r" t="t"/>
              <a:pathLst>
                <a:path extrusionOk="0" h="425"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8" name="Google Shape;24058;p97"/>
            <p:cNvSpPr/>
            <p:nvPr/>
          </p:nvSpPr>
          <p:spPr>
            <a:xfrm>
              <a:off x="1569623" y="4407917"/>
              <a:ext cx="109103" cy="11080"/>
            </a:xfrm>
            <a:custGeom>
              <a:rect b="b" l="l" r="r" t="t"/>
              <a:pathLst>
                <a:path extrusionOk="0" h="424" w="4175">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9" name="Google Shape;24059;p97"/>
            <p:cNvSpPr/>
            <p:nvPr/>
          </p:nvSpPr>
          <p:spPr>
            <a:xfrm>
              <a:off x="1569623" y="4379014"/>
              <a:ext cx="14608" cy="11080"/>
            </a:xfrm>
            <a:custGeom>
              <a:rect b="b" l="l" r="r" t="t"/>
              <a:pathLst>
                <a:path extrusionOk="0" h="424" w="559">
                  <a:moveTo>
                    <a:pt x="280" y="1"/>
                  </a:moveTo>
                  <a:cubicBezTo>
                    <a:pt x="1" y="1"/>
                    <a:pt x="1" y="424"/>
                    <a:pt x="280" y="424"/>
                  </a:cubicBezTo>
                  <a:cubicBezTo>
                    <a:pt x="558" y="424"/>
                    <a:pt x="558" y="1"/>
                    <a:pt x="280"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0" name="Google Shape;24060;p97"/>
            <p:cNvSpPr/>
            <p:nvPr/>
          </p:nvSpPr>
          <p:spPr>
            <a:xfrm>
              <a:off x="1523395" y="4444110"/>
              <a:ext cx="31437" cy="26786"/>
            </a:xfrm>
            <a:custGeom>
              <a:rect b="b" l="l" r="r" t="t"/>
              <a:pathLst>
                <a:path extrusionOk="0" h="1025" w="1203">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1" name="Google Shape;24061;p97"/>
            <p:cNvSpPr/>
            <p:nvPr/>
          </p:nvSpPr>
          <p:spPr>
            <a:xfrm>
              <a:off x="1569623" y="4453152"/>
              <a:ext cx="41734" cy="11080"/>
            </a:xfrm>
            <a:custGeom>
              <a:rect b="b" l="l" r="r" t="t"/>
              <a:pathLst>
                <a:path extrusionOk="0" h="424"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2" name="Google Shape;24062;p97"/>
            <p:cNvSpPr/>
            <p:nvPr/>
          </p:nvSpPr>
          <p:spPr>
            <a:xfrm>
              <a:off x="1569623" y="4466480"/>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3" name="Google Shape;24063;p97"/>
            <p:cNvSpPr/>
            <p:nvPr/>
          </p:nvSpPr>
          <p:spPr>
            <a:xfrm>
              <a:off x="1569623" y="4437577"/>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4" name="Google Shape;24064;p97"/>
            <p:cNvSpPr/>
            <p:nvPr/>
          </p:nvSpPr>
          <p:spPr>
            <a:xfrm>
              <a:off x="1523395" y="4502647"/>
              <a:ext cx="31437" cy="26655"/>
            </a:xfrm>
            <a:custGeom>
              <a:rect b="b" l="l" r="r" t="t"/>
              <a:pathLst>
                <a:path extrusionOk="0" h="1020" w="1203">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5" name="Google Shape;24065;p97"/>
            <p:cNvSpPr/>
            <p:nvPr/>
          </p:nvSpPr>
          <p:spPr>
            <a:xfrm>
              <a:off x="1569623" y="4511689"/>
              <a:ext cx="41734" cy="11106"/>
            </a:xfrm>
            <a:custGeom>
              <a:rect b="b" l="l" r="r" t="t"/>
              <a:pathLst>
                <a:path extrusionOk="0" h="425" w="1597">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6" name="Google Shape;24066;p97"/>
            <p:cNvSpPr/>
            <p:nvPr/>
          </p:nvSpPr>
          <p:spPr>
            <a:xfrm>
              <a:off x="1569623" y="4524781"/>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7" name="Google Shape;24067;p97"/>
            <p:cNvSpPr/>
            <p:nvPr/>
          </p:nvSpPr>
          <p:spPr>
            <a:xfrm>
              <a:off x="1569623" y="4495879"/>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8" name="Google Shape;24068;p97"/>
            <p:cNvSpPr/>
            <p:nvPr/>
          </p:nvSpPr>
          <p:spPr>
            <a:xfrm>
              <a:off x="1530425" y="4309423"/>
              <a:ext cx="149295" cy="32169"/>
            </a:xfrm>
            <a:custGeom>
              <a:rect b="b" l="l" r="r" t="t"/>
              <a:pathLst>
                <a:path extrusionOk="0" h="1231" w="5713">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9" name="Google Shape;24069;p97"/>
            <p:cNvSpPr/>
            <p:nvPr/>
          </p:nvSpPr>
          <p:spPr>
            <a:xfrm>
              <a:off x="1490965" y="4463448"/>
              <a:ext cx="29634" cy="29451"/>
            </a:xfrm>
            <a:custGeom>
              <a:rect b="b" l="l" r="r" t="t"/>
              <a:pathLst>
                <a:path extrusionOk="0" h="1127" w="1134">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0" name="Google Shape;24070;p97"/>
            <p:cNvSpPr/>
            <p:nvPr/>
          </p:nvSpPr>
          <p:spPr>
            <a:xfrm>
              <a:off x="1388708" y="4350242"/>
              <a:ext cx="122640" cy="130689"/>
            </a:xfrm>
            <a:custGeom>
              <a:rect b="b" l="l" r="r" t="t"/>
              <a:pathLst>
                <a:path extrusionOk="0" h="5001" w="4693">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1" name="Google Shape;24071;p97"/>
            <p:cNvSpPr/>
            <p:nvPr/>
          </p:nvSpPr>
          <p:spPr>
            <a:xfrm>
              <a:off x="1388708" y="4358422"/>
              <a:ext cx="112605" cy="122509"/>
            </a:xfrm>
            <a:custGeom>
              <a:rect b="b" l="l" r="r" t="t"/>
              <a:pathLst>
                <a:path extrusionOk="0" h="4688" w="4309">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2" name="Google Shape;24072;p97"/>
            <p:cNvSpPr/>
            <p:nvPr/>
          </p:nvSpPr>
          <p:spPr>
            <a:xfrm>
              <a:off x="1388708" y="4350242"/>
              <a:ext cx="35697" cy="34338"/>
            </a:xfrm>
            <a:custGeom>
              <a:rect b="b" l="l" r="r" t="t"/>
              <a:pathLst>
                <a:path extrusionOk="0" h="1314" w="1366">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073" name="Google Shape;24073;p97"/>
          <p:cNvGrpSpPr/>
          <p:nvPr/>
        </p:nvGrpSpPr>
        <p:grpSpPr>
          <a:xfrm>
            <a:off x="1871019" y="4109453"/>
            <a:ext cx="375446" cy="328982"/>
            <a:chOff x="1874694" y="4293326"/>
            <a:chExt cx="375446" cy="328982"/>
          </a:xfrm>
        </p:grpSpPr>
        <p:sp>
          <p:nvSpPr>
            <p:cNvPr id="24074" name="Google Shape;24074;p97"/>
            <p:cNvSpPr/>
            <p:nvPr/>
          </p:nvSpPr>
          <p:spPr>
            <a:xfrm>
              <a:off x="1874694" y="4396105"/>
              <a:ext cx="230959" cy="221996"/>
            </a:xfrm>
            <a:custGeom>
              <a:rect b="b" l="l" r="r" t="t"/>
              <a:pathLst>
                <a:path extrusionOk="0" h="8495" w="8838">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5" name="Google Shape;24075;p97"/>
            <p:cNvSpPr/>
            <p:nvPr/>
          </p:nvSpPr>
          <p:spPr>
            <a:xfrm>
              <a:off x="2019181" y="4396105"/>
              <a:ext cx="230959" cy="221996"/>
            </a:xfrm>
            <a:custGeom>
              <a:rect b="b" l="l" r="r" t="t"/>
              <a:pathLst>
                <a:path extrusionOk="0" h="8495" w="8838">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6" name="Google Shape;24076;p97"/>
            <p:cNvSpPr/>
            <p:nvPr/>
          </p:nvSpPr>
          <p:spPr>
            <a:xfrm>
              <a:off x="2033266" y="4540853"/>
              <a:ext cx="67108" cy="50775"/>
            </a:xfrm>
            <a:custGeom>
              <a:rect b="b" l="l" r="r" t="t"/>
              <a:pathLst>
                <a:path extrusionOk="0" h="1943" w="2568">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7" name="Google Shape;24077;p97"/>
            <p:cNvSpPr/>
            <p:nvPr/>
          </p:nvSpPr>
          <p:spPr>
            <a:xfrm>
              <a:off x="1947055" y="4323979"/>
              <a:ext cx="230724" cy="221996"/>
            </a:xfrm>
            <a:custGeom>
              <a:rect b="b" l="l" r="r" t="t"/>
              <a:pathLst>
                <a:path extrusionOk="0" h="8495" w="8829">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8" name="Google Shape;24078;p97"/>
            <p:cNvSpPr/>
            <p:nvPr/>
          </p:nvSpPr>
          <p:spPr>
            <a:xfrm>
              <a:off x="2019677" y="4422995"/>
              <a:ext cx="85741" cy="122980"/>
            </a:xfrm>
            <a:custGeom>
              <a:rect b="b" l="l" r="r" t="t"/>
              <a:pathLst>
                <a:path extrusionOk="0" h="4706" w="3281">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9" name="Google Shape;24079;p97"/>
            <p:cNvSpPr/>
            <p:nvPr/>
          </p:nvSpPr>
          <p:spPr>
            <a:xfrm>
              <a:off x="1942534" y="4396261"/>
              <a:ext cx="124182" cy="144617"/>
            </a:xfrm>
            <a:custGeom>
              <a:rect b="b" l="l" r="r" t="t"/>
              <a:pathLst>
                <a:path extrusionOk="0" h="5534" w="4752">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0" name="Google Shape;24080;p97"/>
            <p:cNvSpPr/>
            <p:nvPr/>
          </p:nvSpPr>
          <p:spPr>
            <a:xfrm>
              <a:off x="2066690" y="4396261"/>
              <a:ext cx="111089" cy="144617"/>
            </a:xfrm>
            <a:custGeom>
              <a:rect b="b" l="l" r="r" t="t"/>
              <a:pathLst>
                <a:path extrusionOk="0" h="5534" w="4251">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1" name="Google Shape;24081;p97"/>
            <p:cNvSpPr/>
            <p:nvPr/>
          </p:nvSpPr>
          <p:spPr>
            <a:xfrm>
              <a:off x="2012412" y="4293326"/>
              <a:ext cx="94992" cy="81246"/>
            </a:xfrm>
            <a:custGeom>
              <a:rect b="b" l="l" r="r" t="t"/>
              <a:pathLst>
                <a:path extrusionOk="0" h="3109" w="3635">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2" name="Google Shape;24082;p97"/>
            <p:cNvSpPr/>
            <p:nvPr/>
          </p:nvSpPr>
          <p:spPr>
            <a:xfrm>
              <a:off x="2058641" y="4293326"/>
              <a:ext cx="48763" cy="81194"/>
            </a:xfrm>
            <a:custGeom>
              <a:rect b="b" l="l" r="r" t="t"/>
              <a:pathLst>
                <a:path extrusionOk="0" h="3107" w="1866">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3" name="Google Shape;24083;p97"/>
            <p:cNvSpPr/>
            <p:nvPr/>
          </p:nvSpPr>
          <p:spPr>
            <a:xfrm>
              <a:off x="2061150" y="4305529"/>
              <a:ext cx="23389" cy="34077"/>
            </a:xfrm>
            <a:custGeom>
              <a:rect b="b" l="l" r="r" t="t"/>
              <a:pathLst>
                <a:path extrusionOk="0" h="1304" w="895">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4" name="Google Shape;24084;p97"/>
            <p:cNvSpPr/>
            <p:nvPr/>
          </p:nvSpPr>
          <p:spPr>
            <a:xfrm>
              <a:off x="2046332" y="4459816"/>
              <a:ext cx="35723" cy="61647"/>
            </a:xfrm>
            <a:custGeom>
              <a:rect b="b" l="l" r="r" t="t"/>
              <a:pathLst>
                <a:path extrusionOk="0" h="2359" w="1367">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5" name="Google Shape;24085;p97"/>
            <p:cNvSpPr/>
            <p:nvPr/>
          </p:nvSpPr>
          <p:spPr>
            <a:xfrm>
              <a:off x="2182770" y="4521436"/>
              <a:ext cx="25662" cy="22709"/>
            </a:xfrm>
            <a:custGeom>
              <a:rect b="b" l="l" r="r" t="t"/>
              <a:pathLst>
                <a:path extrusionOk="0" h="869" w="982">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6" name="Google Shape;24086;p97"/>
            <p:cNvSpPr/>
            <p:nvPr/>
          </p:nvSpPr>
          <p:spPr>
            <a:xfrm>
              <a:off x="2178746" y="4542603"/>
              <a:ext cx="33711" cy="79704"/>
            </a:xfrm>
            <a:custGeom>
              <a:rect b="b" l="l" r="r" t="t"/>
              <a:pathLst>
                <a:path extrusionOk="0" h="3050" w="129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7" name="Google Shape;24087;p97"/>
            <p:cNvSpPr/>
            <p:nvPr/>
          </p:nvSpPr>
          <p:spPr>
            <a:xfrm>
              <a:off x="2195601" y="4542603"/>
              <a:ext cx="16855" cy="79704"/>
            </a:xfrm>
            <a:custGeom>
              <a:rect b="b" l="l" r="r" t="t"/>
              <a:pathLst>
                <a:path extrusionOk="0" h="3050" w="645">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8" name="Google Shape;24088;p97"/>
            <p:cNvSpPr/>
            <p:nvPr/>
          </p:nvSpPr>
          <p:spPr>
            <a:xfrm>
              <a:off x="2178746" y="4602917"/>
              <a:ext cx="33711" cy="19390"/>
            </a:xfrm>
            <a:custGeom>
              <a:rect b="b" l="l" r="r" t="t"/>
              <a:pathLst>
                <a:path extrusionOk="0" h="742" w="129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9" name="Google Shape;24089;p97"/>
            <p:cNvSpPr/>
            <p:nvPr/>
          </p:nvSpPr>
          <p:spPr>
            <a:xfrm>
              <a:off x="1911881" y="4515974"/>
              <a:ext cx="80958" cy="78920"/>
            </a:xfrm>
            <a:custGeom>
              <a:rect b="b" l="l" r="r" t="t"/>
              <a:pathLst>
                <a:path extrusionOk="0" h="3020" w="3098">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0" name="Google Shape;24090;p97"/>
            <p:cNvSpPr/>
            <p:nvPr/>
          </p:nvSpPr>
          <p:spPr>
            <a:xfrm>
              <a:off x="1945566" y="4516157"/>
              <a:ext cx="37971" cy="78737"/>
            </a:xfrm>
            <a:custGeom>
              <a:rect b="b" l="l" r="r" t="t"/>
              <a:pathLst>
                <a:path extrusionOk="0" h="3013" w="1453">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1" name="Google Shape;24091;p97"/>
            <p:cNvSpPr/>
            <p:nvPr/>
          </p:nvSpPr>
          <p:spPr>
            <a:xfrm>
              <a:off x="1907099" y="4489581"/>
              <a:ext cx="19390" cy="15366"/>
            </a:xfrm>
            <a:custGeom>
              <a:rect b="b" l="l" r="r" t="t"/>
              <a:pathLst>
                <a:path extrusionOk="0" h="588" w="742">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2" name="Google Shape;24092;p97"/>
            <p:cNvSpPr/>
            <p:nvPr/>
          </p:nvSpPr>
          <p:spPr>
            <a:xfrm>
              <a:off x="1897769" y="4504006"/>
              <a:ext cx="20932" cy="12753"/>
            </a:xfrm>
            <a:custGeom>
              <a:rect b="b" l="l" r="r" t="t"/>
              <a:pathLst>
                <a:path extrusionOk="0" h="488" w="801">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3" name="Google Shape;24093;p97"/>
            <p:cNvSpPr/>
            <p:nvPr/>
          </p:nvSpPr>
          <p:spPr>
            <a:xfrm>
              <a:off x="1922909" y="4479859"/>
              <a:ext cx="14373" cy="16803"/>
            </a:xfrm>
            <a:custGeom>
              <a:rect b="b" l="l" r="r" t="t"/>
              <a:pathLst>
                <a:path extrusionOk="0" h="643" w="55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4" name="Google Shape;24094;p97"/>
            <p:cNvSpPr/>
            <p:nvPr/>
          </p:nvSpPr>
          <p:spPr>
            <a:xfrm>
              <a:off x="1934773" y="4594111"/>
              <a:ext cx="34939" cy="28197"/>
            </a:xfrm>
            <a:custGeom>
              <a:rect b="b" l="l" r="r" t="t"/>
              <a:pathLst>
                <a:path extrusionOk="0" h="1079" w="1337">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5" name="Google Shape;24095;p97"/>
            <p:cNvSpPr/>
            <p:nvPr/>
          </p:nvSpPr>
          <p:spPr>
            <a:xfrm>
              <a:off x="1929729" y="4602682"/>
              <a:ext cx="45497" cy="11080"/>
            </a:xfrm>
            <a:custGeom>
              <a:rect b="b" l="l" r="r" t="t"/>
              <a:pathLst>
                <a:path extrusionOk="0" h="424" w="1741">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096" name="Google Shape;24096;p97"/>
          <p:cNvGrpSpPr/>
          <p:nvPr/>
        </p:nvGrpSpPr>
        <p:grpSpPr>
          <a:xfrm>
            <a:off x="2392441" y="4109218"/>
            <a:ext cx="366665" cy="329714"/>
            <a:chOff x="2396116" y="4293090"/>
            <a:chExt cx="366665" cy="329714"/>
          </a:xfrm>
        </p:grpSpPr>
        <p:sp>
          <p:nvSpPr>
            <p:cNvPr id="24097" name="Google Shape;24097;p97"/>
            <p:cNvSpPr/>
            <p:nvPr/>
          </p:nvSpPr>
          <p:spPr>
            <a:xfrm>
              <a:off x="2497144" y="4300878"/>
              <a:ext cx="143755" cy="54539"/>
            </a:xfrm>
            <a:custGeom>
              <a:rect b="b" l="l" r="r" t="t"/>
              <a:pathLst>
                <a:path extrusionOk="0" h="2087" w="5501">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8" name="Google Shape;24098;p97"/>
            <p:cNvSpPr/>
            <p:nvPr/>
          </p:nvSpPr>
          <p:spPr>
            <a:xfrm>
              <a:off x="2410959" y="4293090"/>
              <a:ext cx="143494" cy="54303"/>
            </a:xfrm>
            <a:custGeom>
              <a:rect b="b" l="l" r="r" t="t"/>
              <a:pathLst>
                <a:path extrusionOk="0" h="2078" w="5491">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9" name="Google Shape;24099;p97"/>
            <p:cNvSpPr/>
            <p:nvPr/>
          </p:nvSpPr>
          <p:spPr>
            <a:xfrm>
              <a:off x="2396116" y="4323979"/>
              <a:ext cx="366665" cy="251081"/>
            </a:xfrm>
            <a:custGeom>
              <a:rect b="b" l="l" r="r" t="t"/>
              <a:pathLst>
                <a:path extrusionOk="0" h="9608" w="14031">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0" name="Google Shape;24100;p97"/>
            <p:cNvSpPr/>
            <p:nvPr/>
          </p:nvSpPr>
          <p:spPr>
            <a:xfrm>
              <a:off x="2407928" y="4391819"/>
              <a:ext cx="340533" cy="182980"/>
            </a:xfrm>
            <a:custGeom>
              <a:rect b="b" l="l" r="r" t="t"/>
              <a:pathLst>
                <a:path extrusionOk="0" h="7002" w="13031">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1" name="Google Shape;24101;p97"/>
            <p:cNvSpPr/>
            <p:nvPr/>
          </p:nvSpPr>
          <p:spPr>
            <a:xfrm>
              <a:off x="2728077" y="4323979"/>
              <a:ext cx="34704" cy="251081"/>
            </a:xfrm>
            <a:custGeom>
              <a:rect b="b" l="l" r="r" t="t"/>
              <a:pathLst>
                <a:path extrusionOk="0" h="9608" w="1328">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2" name="Google Shape;24102;p97"/>
            <p:cNvSpPr/>
            <p:nvPr/>
          </p:nvSpPr>
          <p:spPr>
            <a:xfrm>
              <a:off x="2511726" y="4400626"/>
              <a:ext cx="227928" cy="222179"/>
            </a:xfrm>
            <a:custGeom>
              <a:rect b="b" l="l" r="r" t="t"/>
              <a:pathLst>
                <a:path extrusionOk="0" h="8502" w="8722">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3" name="Google Shape;24103;p97"/>
            <p:cNvSpPr/>
            <p:nvPr/>
          </p:nvSpPr>
          <p:spPr>
            <a:xfrm>
              <a:off x="2679340" y="4400626"/>
              <a:ext cx="60314" cy="222179"/>
            </a:xfrm>
            <a:custGeom>
              <a:rect b="b" l="l" r="r" t="t"/>
              <a:pathLst>
                <a:path extrusionOk="0" h="8502" w="2308">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4" name="Google Shape;24104;p97"/>
            <p:cNvSpPr/>
            <p:nvPr/>
          </p:nvSpPr>
          <p:spPr>
            <a:xfrm>
              <a:off x="2416735" y="4557943"/>
              <a:ext cx="273921" cy="64861"/>
            </a:xfrm>
            <a:custGeom>
              <a:rect b="b" l="l" r="r" t="t"/>
              <a:pathLst>
                <a:path extrusionOk="0" h="2482" w="10482">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5" name="Google Shape;24105;p97"/>
            <p:cNvSpPr/>
            <p:nvPr/>
          </p:nvSpPr>
          <p:spPr>
            <a:xfrm>
              <a:off x="2537336" y="4482290"/>
              <a:ext cx="25923" cy="11106"/>
            </a:xfrm>
            <a:custGeom>
              <a:rect b="b" l="l" r="r" t="t"/>
              <a:pathLst>
                <a:path extrusionOk="0" h="425" w="992">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6" name="Google Shape;24106;p97"/>
            <p:cNvSpPr/>
            <p:nvPr/>
          </p:nvSpPr>
          <p:spPr>
            <a:xfrm>
              <a:off x="2566239" y="4482290"/>
              <a:ext cx="149791" cy="11106"/>
            </a:xfrm>
            <a:custGeom>
              <a:rect b="b" l="l" r="r" t="t"/>
              <a:pathLst>
                <a:path extrusionOk="0" h="425" w="5732">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7" name="Google Shape;24107;p97"/>
            <p:cNvSpPr/>
            <p:nvPr/>
          </p:nvSpPr>
          <p:spPr>
            <a:xfrm>
              <a:off x="2537336" y="4500635"/>
              <a:ext cx="178694" cy="11106"/>
            </a:xfrm>
            <a:custGeom>
              <a:rect b="b" l="l" r="r" t="t"/>
              <a:pathLst>
                <a:path extrusionOk="0" h="425"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8" name="Google Shape;24108;p97"/>
            <p:cNvSpPr/>
            <p:nvPr/>
          </p:nvSpPr>
          <p:spPr>
            <a:xfrm>
              <a:off x="2537336" y="4519241"/>
              <a:ext cx="178694" cy="11080"/>
            </a:xfrm>
            <a:custGeom>
              <a:rect b="b" l="l" r="r" t="t"/>
              <a:pathLst>
                <a:path extrusionOk="0" h="424"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9" name="Google Shape;24109;p97"/>
            <p:cNvSpPr/>
            <p:nvPr/>
          </p:nvSpPr>
          <p:spPr>
            <a:xfrm>
              <a:off x="2648660" y="4443352"/>
              <a:ext cx="60105" cy="20122"/>
            </a:xfrm>
            <a:custGeom>
              <a:rect b="b" l="l" r="r" t="t"/>
              <a:pathLst>
                <a:path extrusionOk="0" h="770" w="230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10" name="Google Shape;24110;p97"/>
          <p:cNvGrpSpPr/>
          <p:nvPr/>
        </p:nvGrpSpPr>
        <p:grpSpPr>
          <a:xfrm>
            <a:off x="2905082" y="4105951"/>
            <a:ext cx="367162" cy="336116"/>
            <a:chOff x="2908757" y="4289824"/>
            <a:chExt cx="367162" cy="336116"/>
          </a:xfrm>
        </p:grpSpPr>
        <p:sp>
          <p:nvSpPr>
            <p:cNvPr id="24111" name="Google Shape;24111;p97"/>
            <p:cNvSpPr/>
            <p:nvPr/>
          </p:nvSpPr>
          <p:spPr>
            <a:xfrm>
              <a:off x="2908757" y="4289824"/>
              <a:ext cx="337501" cy="276926"/>
            </a:xfrm>
            <a:custGeom>
              <a:rect b="b" l="l" r="r" t="t"/>
              <a:pathLst>
                <a:path extrusionOk="0" h="10597" w="12915">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2" name="Google Shape;24112;p97"/>
            <p:cNvSpPr/>
            <p:nvPr/>
          </p:nvSpPr>
          <p:spPr>
            <a:xfrm>
              <a:off x="2941423" y="4303413"/>
              <a:ext cx="304836" cy="263337"/>
            </a:xfrm>
            <a:custGeom>
              <a:rect b="b" l="l" r="r" t="t"/>
              <a:pathLst>
                <a:path extrusionOk="0" h="10077" w="11665">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3" name="Google Shape;24113;p97"/>
            <p:cNvSpPr/>
            <p:nvPr/>
          </p:nvSpPr>
          <p:spPr>
            <a:xfrm>
              <a:off x="3215082" y="4289824"/>
              <a:ext cx="31176" cy="276926"/>
            </a:xfrm>
            <a:custGeom>
              <a:rect b="b" l="l" r="r" t="t"/>
              <a:pathLst>
                <a:path extrusionOk="0" h="10597" w="1193">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4" name="Google Shape;24114;p97"/>
            <p:cNvSpPr/>
            <p:nvPr/>
          </p:nvSpPr>
          <p:spPr>
            <a:xfrm>
              <a:off x="2908757" y="4289824"/>
              <a:ext cx="337501" cy="40714"/>
            </a:xfrm>
            <a:custGeom>
              <a:rect b="b" l="l" r="r" t="t"/>
              <a:pathLst>
                <a:path extrusionOk="0" h="1558" w="12915">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5" name="Google Shape;24115;p97"/>
            <p:cNvSpPr/>
            <p:nvPr/>
          </p:nvSpPr>
          <p:spPr>
            <a:xfrm>
              <a:off x="2992198" y="4303204"/>
              <a:ext cx="147779" cy="27335"/>
            </a:xfrm>
            <a:custGeom>
              <a:rect b="b" l="l" r="r" t="t"/>
              <a:pathLst>
                <a:path extrusionOk="0" h="1046" w="5655">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6" name="Google Shape;24116;p97"/>
            <p:cNvSpPr/>
            <p:nvPr/>
          </p:nvSpPr>
          <p:spPr>
            <a:xfrm>
              <a:off x="3215082" y="4289824"/>
              <a:ext cx="31176" cy="40714"/>
            </a:xfrm>
            <a:custGeom>
              <a:rect b="b" l="l" r="r" t="t"/>
              <a:pathLst>
                <a:path extrusionOk="0" h="1558" w="1193">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7" name="Google Shape;24117;p97"/>
            <p:cNvSpPr/>
            <p:nvPr/>
          </p:nvSpPr>
          <p:spPr>
            <a:xfrm>
              <a:off x="3123854" y="4474502"/>
              <a:ext cx="64626" cy="64364"/>
            </a:xfrm>
            <a:custGeom>
              <a:rect b="b" l="l" r="r" t="t"/>
              <a:pathLst>
                <a:path extrusionOk="0" h="2463" w="2473">
                  <a:moveTo>
                    <a:pt x="664" y="1"/>
                  </a:moveTo>
                  <a:lnTo>
                    <a:pt x="1" y="655"/>
                  </a:lnTo>
                  <a:lnTo>
                    <a:pt x="1818" y="2463"/>
                  </a:lnTo>
                  <a:lnTo>
                    <a:pt x="2472" y="1809"/>
                  </a:lnTo>
                  <a:lnTo>
                    <a:pt x="664" y="1"/>
                  </a:ln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8" name="Google Shape;24118;p97"/>
            <p:cNvSpPr/>
            <p:nvPr/>
          </p:nvSpPr>
          <p:spPr>
            <a:xfrm>
              <a:off x="2953235" y="4312167"/>
              <a:ext cx="217396" cy="209008"/>
            </a:xfrm>
            <a:custGeom>
              <a:rect b="b" l="l" r="r" t="t"/>
              <a:pathLst>
                <a:path extrusionOk="0" h="7998" w="8319">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9" name="Google Shape;24119;p97"/>
            <p:cNvSpPr/>
            <p:nvPr/>
          </p:nvSpPr>
          <p:spPr>
            <a:xfrm>
              <a:off x="2951484" y="4331035"/>
              <a:ext cx="200306" cy="171194"/>
            </a:xfrm>
            <a:custGeom>
              <a:rect b="b" l="l" r="r" t="t"/>
              <a:pathLst>
                <a:path extrusionOk="0" h="6551" w="7665">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0" name="Google Shape;24120;p97"/>
            <p:cNvSpPr/>
            <p:nvPr/>
          </p:nvSpPr>
          <p:spPr>
            <a:xfrm>
              <a:off x="3156284" y="4507560"/>
              <a:ext cx="119635" cy="118380"/>
            </a:xfrm>
            <a:custGeom>
              <a:rect b="b" l="l" r="r" t="t"/>
              <a:pathLst>
                <a:path extrusionOk="0" h="4530" w="4578">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1" name="Google Shape;24121;p97"/>
            <p:cNvSpPr/>
            <p:nvPr/>
          </p:nvSpPr>
          <p:spPr>
            <a:xfrm>
              <a:off x="3173375" y="4507560"/>
              <a:ext cx="102544" cy="101917"/>
            </a:xfrm>
            <a:custGeom>
              <a:rect b="b" l="l" r="r" t="t"/>
              <a:pathLst>
                <a:path extrusionOk="0" h="3900" w="3924">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2" name="Google Shape;24122;p97"/>
            <p:cNvSpPr/>
            <p:nvPr/>
          </p:nvSpPr>
          <p:spPr>
            <a:xfrm>
              <a:off x="3226136" y="4579189"/>
              <a:ext cx="45366" cy="41342"/>
            </a:xfrm>
            <a:custGeom>
              <a:rect b="b" l="l" r="r" t="t"/>
              <a:pathLst>
                <a:path extrusionOk="0" h="1582" w="1736">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3" name="Google Shape;24123;p97"/>
            <p:cNvSpPr/>
            <p:nvPr/>
          </p:nvSpPr>
          <p:spPr>
            <a:xfrm>
              <a:off x="2936144" y="4305137"/>
              <a:ext cx="12335" cy="11080"/>
            </a:xfrm>
            <a:custGeom>
              <a:rect b="b" l="l" r="r" t="t"/>
              <a:pathLst>
                <a:path extrusionOk="0" h="424" w="472">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4" name="Google Shape;24124;p97"/>
            <p:cNvSpPr/>
            <p:nvPr/>
          </p:nvSpPr>
          <p:spPr>
            <a:xfrm>
              <a:off x="2950465" y="4305137"/>
              <a:ext cx="12596" cy="11080"/>
            </a:xfrm>
            <a:custGeom>
              <a:rect b="b" l="l" r="r" t="t"/>
              <a:pathLst>
                <a:path extrusionOk="0" h="424" w="482">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5" name="Google Shape;24125;p97"/>
            <p:cNvSpPr/>
            <p:nvPr/>
          </p:nvSpPr>
          <p:spPr>
            <a:xfrm>
              <a:off x="2964785" y="4305137"/>
              <a:ext cx="12596" cy="11080"/>
            </a:xfrm>
            <a:custGeom>
              <a:rect b="b" l="l" r="r" t="t"/>
              <a:pathLst>
                <a:path extrusionOk="0" h="424" w="482">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6" name="Google Shape;24126;p97"/>
            <p:cNvSpPr/>
            <p:nvPr/>
          </p:nvSpPr>
          <p:spPr>
            <a:xfrm>
              <a:off x="3013549" y="4428143"/>
              <a:ext cx="13092" cy="11211"/>
            </a:xfrm>
            <a:custGeom>
              <a:rect b="b" l="l" r="r" t="t"/>
              <a:pathLst>
                <a:path extrusionOk="0" h="429" w="501">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7" name="Google Shape;24127;p97"/>
            <p:cNvSpPr/>
            <p:nvPr/>
          </p:nvSpPr>
          <p:spPr>
            <a:xfrm>
              <a:off x="3013549" y="4446488"/>
              <a:ext cx="13092" cy="11211"/>
            </a:xfrm>
            <a:custGeom>
              <a:rect b="b" l="l" r="r" t="t"/>
              <a:pathLst>
                <a:path extrusionOk="0" h="429" w="501">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8" name="Google Shape;24128;p97"/>
            <p:cNvSpPr/>
            <p:nvPr/>
          </p:nvSpPr>
          <p:spPr>
            <a:xfrm>
              <a:off x="3029124" y="4428143"/>
              <a:ext cx="13092" cy="11211"/>
            </a:xfrm>
            <a:custGeom>
              <a:rect b="b" l="l" r="r" t="t"/>
              <a:pathLst>
                <a:path extrusionOk="0" h="429" w="501">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9" name="Google Shape;24129;p97"/>
            <p:cNvSpPr/>
            <p:nvPr/>
          </p:nvSpPr>
          <p:spPr>
            <a:xfrm>
              <a:off x="3029124" y="4446488"/>
              <a:ext cx="13092" cy="11211"/>
            </a:xfrm>
            <a:custGeom>
              <a:rect b="b" l="l" r="r" t="t"/>
              <a:pathLst>
                <a:path extrusionOk="0" h="429" w="501">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0" name="Google Shape;24130;p97"/>
            <p:cNvSpPr/>
            <p:nvPr/>
          </p:nvSpPr>
          <p:spPr>
            <a:xfrm>
              <a:off x="3019063" y="4367803"/>
              <a:ext cx="72805" cy="70950"/>
            </a:xfrm>
            <a:custGeom>
              <a:rect b="b" l="l" r="r" t="t"/>
              <a:pathLst>
                <a:path extrusionOk="0" h="2715" w="2786">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1" name="Google Shape;24131;p97"/>
            <p:cNvSpPr/>
            <p:nvPr/>
          </p:nvSpPr>
          <p:spPr>
            <a:xfrm>
              <a:off x="3048827" y="4396261"/>
              <a:ext cx="72805" cy="70819"/>
            </a:xfrm>
            <a:custGeom>
              <a:rect b="b" l="l" r="r" t="t"/>
              <a:pathLst>
                <a:path extrusionOk="0" h="2710" w="2786">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2" name="Google Shape;24132;p97"/>
            <p:cNvSpPr/>
            <p:nvPr/>
          </p:nvSpPr>
          <p:spPr>
            <a:xfrm>
              <a:off x="3048827" y="4396209"/>
              <a:ext cx="36612" cy="42465"/>
            </a:xfrm>
            <a:custGeom>
              <a:rect b="b" l="l" r="r" t="t"/>
              <a:pathLst>
                <a:path extrusionOk="0" h="1625" w="1401">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3" name="Google Shape;24133;p97"/>
            <p:cNvSpPr/>
            <p:nvPr/>
          </p:nvSpPr>
          <p:spPr>
            <a:xfrm>
              <a:off x="2934393" y="4503405"/>
              <a:ext cx="18110" cy="11080"/>
            </a:xfrm>
            <a:custGeom>
              <a:rect b="b" l="l" r="r" t="t"/>
              <a:pathLst>
                <a:path extrusionOk="0" h="424" w="693">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4" name="Google Shape;24134;p97"/>
            <p:cNvSpPr/>
            <p:nvPr/>
          </p:nvSpPr>
          <p:spPr>
            <a:xfrm>
              <a:off x="2950726" y="4503405"/>
              <a:ext cx="33685" cy="11080"/>
            </a:xfrm>
            <a:custGeom>
              <a:rect b="b" l="l" r="r" t="t"/>
              <a:pathLst>
                <a:path extrusionOk="0" h="424" w="1289">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5" name="Google Shape;24135;p97"/>
            <p:cNvSpPr/>
            <p:nvPr/>
          </p:nvSpPr>
          <p:spPr>
            <a:xfrm>
              <a:off x="2934628" y="4517987"/>
              <a:ext cx="49782" cy="11080"/>
            </a:xfrm>
            <a:custGeom>
              <a:rect b="b" l="l" r="r" t="t"/>
              <a:pathLst>
                <a:path extrusionOk="0" h="424" w="1905">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6" name="Google Shape;24136;p97"/>
            <p:cNvSpPr/>
            <p:nvPr/>
          </p:nvSpPr>
          <p:spPr>
            <a:xfrm>
              <a:off x="2934628" y="4532804"/>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7" name="Google Shape;24137;p97"/>
            <p:cNvSpPr/>
            <p:nvPr/>
          </p:nvSpPr>
          <p:spPr>
            <a:xfrm>
              <a:off x="3210797" y="4348491"/>
              <a:ext cx="11106" cy="125044"/>
            </a:xfrm>
            <a:custGeom>
              <a:rect b="b" l="l" r="r" t="t"/>
              <a:pathLst>
                <a:path extrusionOk="0" h="4785" w="425">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38" name="Google Shape;24138;p97"/>
          <p:cNvGrpSpPr/>
          <p:nvPr/>
        </p:nvGrpSpPr>
        <p:grpSpPr>
          <a:xfrm>
            <a:off x="3078733" y="2735667"/>
            <a:ext cx="368651" cy="310350"/>
            <a:chOff x="3082408" y="2919540"/>
            <a:chExt cx="368651" cy="310350"/>
          </a:xfrm>
        </p:grpSpPr>
        <p:sp>
          <p:nvSpPr>
            <p:cNvPr id="24139" name="Google Shape;24139;p97"/>
            <p:cNvSpPr/>
            <p:nvPr/>
          </p:nvSpPr>
          <p:spPr>
            <a:xfrm>
              <a:off x="3329909" y="3060629"/>
              <a:ext cx="81455" cy="169260"/>
            </a:xfrm>
            <a:custGeom>
              <a:rect b="b" l="l" r="r" t="t"/>
              <a:pathLst>
                <a:path extrusionOk="0" h="6477" w="3117">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0" name="Google Shape;24140;p97"/>
            <p:cNvSpPr/>
            <p:nvPr/>
          </p:nvSpPr>
          <p:spPr>
            <a:xfrm>
              <a:off x="3082408" y="3016283"/>
              <a:ext cx="76908" cy="11080"/>
            </a:xfrm>
            <a:custGeom>
              <a:rect b="b" l="l" r="r" t="t"/>
              <a:pathLst>
                <a:path extrusionOk="0" h="424" w="2943">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1" name="Google Shape;24141;p97"/>
            <p:cNvSpPr/>
            <p:nvPr/>
          </p:nvSpPr>
          <p:spPr>
            <a:xfrm>
              <a:off x="3300510" y="3029584"/>
              <a:ext cx="66377" cy="53049"/>
            </a:xfrm>
            <a:custGeom>
              <a:rect b="b" l="l" r="r" t="t"/>
              <a:pathLst>
                <a:path extrusionOk="0" h="2030" w="254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2" name="Google Shape;24142;p97"/>
            <p:cNvSpPr/>
            <p:nvPr/>
          </p:nvSpPr>
          <p:spPr>
            <a:xfrm>
              <a:off x="3319612" y="3029349"/>
              <a:ext cx="47274" cy="34129"/>
            </a:xfrm>
            <a:custGeom>
              <a:rect b="b" l="l" r="r" t="t"/>
              <a:pathLst>
                <a:path extrusionOk="0" h="1306" w="1809">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3" name="Google Shape;24143;p97"/>
            <p:cNvSpPr/>
            <p:nvPr/>
          </p:nvSpPr>
          <p:spPr>
            <a:xfrm>
              <a:off x="3174368" y="2919540"/>
              <a:ext cx="96533" cy="101237"/>
            </a:xfrm>
            <a:custGeom>
              <a:rect b="b" l="l" r="r" t="t"/>
              <a:pathLst>
                <a:path extrusionOk="0" h="3874" w="3694">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4" name="Google Shape;24144;p97"/>
            <p:cNvSpPr/>
            <p:nvPr/>
          </p:nvSpPr>
          <p:spPr>
            <a:xfrm>
              <a:off x="3196999" y="2925054"/>
              <a:ext cx="73903" cy="90784"/>
            </a:xfrm>
            <a:custGeom>
              <a:rect b="b" l="l" r="r" t="t"/>
              <a:pathLst>
                <a:path extrusionOk="0" h="3474" w="2828">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5" name="Google Shape;24145;p97"/>
            <p:cNvSpPr/>
            <p:nvPr/>
          </p:nvSpPr>
          <p:spPr>
            <a:xfrm>
              <a:off x="3122364" y="2998931"/>
              <a:ext cx="328695" cy="46019"/>
            </a:xfrm>
            <a:custGeom>
              <a:rect b="b" l="l" r="r" t="t"/>
              <a:pathLst>
                <a:path extrusionOk="0" h="1761" w="12578">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6" name="Google Shape;24146;p97"/>
            <p:cNvSpPr/>
            <p:nvPr/>
          </p:nvSpPr>
          <p:spPr>
            <a:xfrm>
              <a:off x="3122364" y="3008992"/>
              <a:ext cx="328459" cy="35697"/>
            </a:xfrm>
            <a:custGeom>
              <a:rect b="b" l="l" r="r" t="t"/>
              <a:pathLst>
                <a:path extrusionOk="0" h="1366" w="12569">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7" name="Google Shape;24147;p97"/>
            <p:cNvSpPr/>
            <p:nvPr/>
          </p:nvSpPr>
          <p:spPr>
            <a:xfrm>
              <a:off x="3122599" y="2998931"/>
              <a:ext cx="46516" cy="46019"/>
            </a:xfrm>
            <a:custGeom>
              <a:rect b="b" l="l" r="r" t="t"/>
              <a:pathLst>
                <a:path extrusionOk="0" h="1761" w="178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8" name="Google Shape;24148;p97"/>
            <p:cNvSpPr/>
            <p:nvPr/>
          </p:nvSpPr>
          <p:spPr>
            <a:xfrm>
              <a:off x="3122599" y="3009749"/>
              <a:ext cx="46516" cy="34939"/>
            </a:xfrm>
            <a:custGeom>
              <a:rect b="b" l="l" r="r" t="t"/>
              <a:pathLst>
                <a:path extrusionOk="0" h="1337" w="178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9" name="Google Shape;24149;p97"/>
            <p:cNvSpPr/>
            <p:nvPr/>
          </p:nvSpPr>
          <p:spPr>
            <a:xfrm>
              <a:off x="3408829" y="2998931"/>
              <a:ext cx="41995" cy="46019"/>
            </a:xfrm>
            <a:custGeom>
              <a:rect b="b" l="l" r="r" t="t"/>
              <a:pathLst>
                <a:path extrusionOk="0" h="1761" w="1607">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0" name="Google Shape;24150;p97"/>
            <p:cNvSpPr/>
            <p:nvPr/>
          </p:nvSpPr>
          <p:spPr>
            <a:xfrm>
              <a:off x="3408829" y="3008992"/>
              <a:ext cx="41995" cy="35697"/>
            </a:xfrm>
            <a:custGeom>
              <a:rect b="b" l="l" r="r" t="t"/>
              <a:pathLst>
                <a:path extrusionOk="0" h="1366" w="1607">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51" name="Google Shape;24151;p97"/>
          <p:cNvGrpSpPr/>
          <p:nvPr/>
        </p:nvGrpSpPr>
        <p:grpSpPr>
          <a:xfrm>
            <a:off x="7067667" y="2240152"/>
            <a:ext cx="366169" cy="360498"/>
            <a:chOff x="7069130" y="2424800"/>
            <a:chExt cx="366169" cy="360498"/>
          </a:xfrm>
        </p:grpSpPr>
        <p:sp>
          <p:nvSpPr>
            <p:cNvPr id="24152" name="Google Shape;24152;p97"/>
            <p:cNvSpPr/>
            <p:nvPr/>
          </p:nvSpPr>
          <p:spPr>
            <a:xfrm>
              <a:off x="7158581" y="2546420"/>
              <a:ext cx="110070" cy="151934"/>
            </a:xfrm>
            <a:custGeom>
              <a:rect b="b" l="l" r="r" t="t"/>
              <a:pathLst>
                <a:path extrusionOk="0" h="5814" w="4212">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3" name="Google Shape;24153;p97"/>
            <p:cNvSpPr/>
            <p:nvPr/>
          </p:nvSpPr>
          <p:spPr>
            <a:xfrm>
              <a:off x="7158085" y="2590663"/>
              <a:ext cx="156194" cy="107640"/>
            </a:xfrm>
            <a:custGeom>
              <a:rect b="b" l="l" r="r" t="t"/>
              <a:pathLst>
                <a:path extrusionOk="0" h="4119" w="5977">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4" name="Google Shape;24154;p97"/>
            <p:cNvSpPr/>
            <p:nvPr/>
          </p:nvSpPr>
          <p:spPr>
            <a:xfrm>
              <a:off x="7157327" y="2654321"/>
              <a:ext cx="167535" cy="44007"/>
            </a:xfrm>
            <a:custGeom>
              <a:rect b="b" l="l" r="r" t="t"/>
              <a:pathLst>
                <a:path extrusionOk="0" h="1684" w="6411">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5" name="Google Shape;24155;p97"/>
            <p:cNvSpPr/>
            <p:nvPr/>
          </p:nvSpPr>
          <p:spPr>
            <a:xfrm>
              <a:off x="7156674" y="2683929"/>
              <a:ext cx="152065" cy="38180"/>
            </a:xfrm>
            <a:custGeom>
              <a:rect b="b" l="l" r="r" t="t"/>
              <a:pathLst>
                <a:path extrusionOk="0" h="1461" w="5819">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6" name="Google Shape;24156;p97"/>
            <p:cNvSpPr/>
            <p:nvPr/>
          </p:nvSpPr>
          <p:spPr>
            <a:xfrm>
              <a:off x="7158843" y="2536830"/>
              <a:ext cx="44817" cy="161447"/>
            </a:xfrm>
            <a:custGeom>
              <a:rect b="b" l="l" r="r" t="t"/>
              <a:pathLst>
                <a:path extrusionOk="0" h="6178" w="1715">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7" name="Google Shape;24157;p97"/>
            <p:cNvSpPr/>
            <p:nvPr/>
          </p:nvSpPr>
          <p:spPr>
            <a:xfrm>
              <a:off x="7134905" y="2551621"/>
              <a:ext cx="39408" cy="146682"/>
            </a:xfrm>
            <a:custGeom>
              <a:rect b="b" l="l" r="r" t="t"/>
              <a:pathLst>
                <a:path extrusionOk="0" h="5613" w="1508">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8" name="Google Shape;24158;p97"/>
            <p:cNvSpPr/>
            <p:nvPr/>
          </p:nvSpPr>
          <p:spPr>
            <a:xfrm>
              <a:off x="7247536" y="2513467"/>
              <a:ext cx="162126" cy="133642"/>
            </a:xfrm>
            <a:custGeom>
              <a:rect b="b" l="l" r="r" t="t"/>
              <a:pathLst>
                <a:path extrusionOk="0" h="5114" w="6204">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9" name="Google Shape;24159;p97"/>
            <p:cNvSpPr/>
            <p:nvPr/>
          </p:nvSpPr>
          <p:spPr>
            <a:xfrm>
              <a:off x="7258852" y="2544094"/>
              <a:ext cx="150811" cy="103014"/>
            </a:xfrm>
            <a:custGeom>
              <a:rect b="b" l="l" r="r" t="t"/>
              <a:pathLst>
                <a:path extrusionOk="0" h="3942" w="5771">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0" name="Google Shape;24160;p97"/>
            <p:cNvSpPr/>
            <p:nvPr/>
          </p:nvSpPr>
          <p:spPr>
            <a:xfrm>
              <a:off x="7270925" y="2597065"/>
              <a:ext cx="164373" cy="94312"/>
            </a:xfrm>
            <a:custGeom>
              <a:rect b="b" l="l" r="r" t="t"/>
              <a:pathLst>
                <a:path extrusionOk="0" h="3609" w="629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1" name="Google Shape;24161;p97"/>
            <p:cNvSpPr/>
            <p:nvPr/>
          </p:nvSpPr>
          <p:spPr>
            <a:xfrm>
              <a:off x="7276204" y="2637074"/>
              <a:ext cx="158833" cy="54042"/>
            </a:xfrm>
            <a:custGeom>
              <a:rect b="b" l="l" r="r" t="t"/>
              <a:pathLst>
                <a:path extrusionOk="0" h="2068" w="6078">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2" name="Google Shape;24162;p97"/>
            <p:cNvSpPr/>
            <p:nvPr/>
          </p:nvSpPr>
          <p:spPr>
            <a:xfrm>
              <a:off x="7210611" y="2452735"/>
              <a:ext cx="137718" cy="157422"/>
            </a:xfrm>
            <a:custGeom>
              <a:rect b="b" l="l" r="r" t="t"/>
              <a:pathLst>
                <a:path extrusionOk="0" h="6024" w="527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3" name="Google Shape;24163;p97"/>
            <p:cNvSpPr/>
            <p:nvPr/>
          </p:nvSpPr>
          <p:spPr>
            <a:xfrm>
              <a:off x="7228695" y="2467944"/>
              <a:ext cx="119635" cy="142239"/>
            </a:xfrm>
            <a:custGeom>
              <a:rect b="b" l="l" r="r" t="t"/>
              <a:pathLst>
                <a:path extrusionOk="0" h="5443" w="4578">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4" name="Google Shape;24164;p97"/>
            <p:cNvSpPr/>
            <p:nvPr/>
          </p:nvSpPr>
          <p:spPr>
            <a:xfrm>
              <a:off x="7270925" y="2691351"/>
              <a:ext cx="164112" cy="93946"/>
            </a:xfrm>
            <a:custGeom>
              <a:rect b="b" l="l" r="r" t="t"/>
              <a:pathLst>
                <a:path extrusionOk="0" h="3595" w="628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5" name="Google Shape;24165;p97"/>
            <p:cNvSpPr/>
            <p:nvPr/>
          </p:nvSpPr>
          <p:spPr>
            <a:xfrm>
              <a:off x="7270925" y="2710950"/>
              <a:ext cx="159591" cy="74347"/>
            </a:xfrm>
            <a:custGeom>
              <a:rect b="b" l="l" r="r" t="t"/>
              <a:pathLst>
                <a:path extrusionOk="0" h="2845" w="6107">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6" name="Google Shape;24166;p97"/>
            <p:cNvSpPr/>
            <p:nvPr/>
          </p:nvSpPr>
          <p:spPr>
            <a:xfrm>
              <a:off x="7069130" y="2424852"/>
              <a:ext cx="98023" cy="161812"/>
            </a:xfrm>
            <a:custGeom>
              <a:rect b="b" l="l" r="r" t="t"/>
              <a:pathLst>
                <a:path extrusionOk="0" h="6192" w="3751">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7" name="Google Shape;24167;p97"/>
            <p:cNvSpPr/>
            <p:nvPr/>
          </p:nvSpPr>
          <p:spPr>
            <a:xfrm>
              <a:off x="7116612" y="2424800"/>
              <a:ext cx="50540" cy="157265"/>
            </a:xfrm>
            <a:custGeom>
              <a:rect b="b" l="l" r="r" t="t"/>
              <a:pathLst>
                <a:path extrusionOk="0" h="6018" w="1934">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8" name="Google Shape;24168;p97"/>
            <p:cNvSpPr/>
            <p:nvPr/>
          </p:nvSpPr>
          <p:spPr>
            <a:xfrm>
              <a:off x="7167388" y="2424800"/>
              <a:ext cx="97788" cy="161865"/>
            </a:xfrm>
            <a:custGeom>
              <a:rect b="b" l="l" r="r" t="t"/>
              <a:pathLst>
                <a:path extrusionOk="0" h="6194" w="3742">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9" name="Google Shape;24169;p97"/>
            <p:cNvSpPr/>
            <p:nvPr/>
          </p:nvSpPr>
          <p:spPr>
            <a:xfrm>
              <a:off x="7188242" y="2428510"/>
              <a:ext cx="76934" cy="158154"/>
            </a:xfrm>
            <a:custGeom>
              <a:rect b="b" l="l" r="r" t="t"/>
              <a:pathLst>
                <a:path extrusionOk="0" h="6052" w="2944">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0" name="Google Shape;24170;p97"/>
            <p:cNvSpPr/>
            <p:nvPr/>
          </p:nvSpPr>
          <p:spPr>
            <a:xfrm>
              <a:off x="7140001" y="2665219"/>
              <a:ext cx="53545" cy="53545"/>
            </a:xfrm>
            <a:custGeom>
              <a:rect b="b" l="l" r="r" t="t"/>
              <a:pathLst>
                <a:path extrusionOk="0" h="2049" w="2049">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1" name="Google Shape;24171;p97"/>
            <p:cNvSpPr/>
            <p:nvPr/>
          </p:nvSpPr>
          <p:spPr>
            <a:xfrm>
              <a:off x="7140001" y="2692109"/>
              <a:ext cx="53545" cy="26655"/>
            </a:xfrm>
            <a:custGeom>
              <a:rect b="b" l="l" r="r" t="t"/>
              <a:pathLst>
                <a:path extrusionOk="0" h="1020" w="2049">
                  <a:moveTo>
                    <a:pt x="0" y="0"/>
                  </a:moveTo>
                  <a:cubicBezTo>
                    <a:pt x="0" y="558"/>
                    <a:pt x="462" y="1020"/>
                    <a:pt x="1020" y="1020"/>
                  </a:cubicBezTo>
                  <a:cubicBezTo>
                    <a:pt x="1587" y="1020"/>
                    <a:pt x="2048" y="558"/>
                    <a:pt x="2048"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72" name="Google Shape;24172;p97"/>
          <p:cNvGrpSpPr/>
          <p:nvPr/>
        </p:nvGrpSpPr>
        <p:grpSpPr>
          <a:xfrm>
            <a:off x="4884192" y="2240073"/>
            <a:ext cx="281473" cy="360629"/>
            <a:chOff x="4885655" y="2424721"/>
            <a:chExt cx="281473" cy="360629"/>
          </a:xfrm>
        </p:grpSpPr>
        <p:sp>
          <p:nvSpPr>
            <p:cNvPr id="24173" name="Google Shape;24173;p97"/>
            <p:cNvSpPr/>
            <p:nvPr/>
          </p:nvSpPr>
          <p:spPr>
            <a:xfrm>
              <a:off x="4885655" y="2588833"/>
              <a:ext cx="80697" cy="196516"/>
            </a:xfrm>
            <a:custGeom>
              <a:rect b="b" l="l" r="r" t="t"/>
              <a:pathLst>
                <a:path extrusionOk="0" h="7520" w="3088">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4" name="Google Shape;24174;p97"/>
            <p:cNvSpPr/>
            <p:nvPr/>
          </p:nvSpPr>
          <p:spPr>
            <a:xfrm>
              <a:off x="4926134" y="2588833"/>
              <a:ext cx="40218" cy="196516"/>
            </a:xfrm>
            <a:custGeom>
              <a:rect b="b" l="l" r="r" t="t"/>
              <a:pathLst>
                <a:path extrusionOk="0" h="7520" w="1539">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5" name="Google Shape;24175;p97"/>
            <p:cNvSpPr/>
            <p:nvPr/>
          </p:nvSpPr>
          <p:spPr>
            <a:xfrm>
              <a:off x="4893442" y="2424721"/>
              <a:ext cx="197039" cy="217396"/>
            </a:xfrm>
            <a:custGeom>
              <a:rect b="b" l="l" r="r" t="t"/>
              <a:pathLst>
                <a:path extrusionOk="0" h="8319" w="754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6" name="Google Shape;24176;p97"/>
            <p:cNvSpPr/>
            <p:nvPr/>
          </p:nvSpPr>
          <p:spPr>
            <a:xfrm>
              <a:off x="4949000" y="2424721"/>
              <a:ext cx="117858" cy="116133"/>
            </a:xfrm>
            <a:custGeom>
              <a:rect b="b" l="l" r="r" t="t"/>
              <a:pathLst>
                <a:path extrusionOk="0" h="4444" w="451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7" name="Google Shape;24177;p97"/>
            <p:cNvSpPr/>
            <p:nvPr/>
          </p:nvSpPr>
          <p:spPr>
            <a:xfrm>
              <a:off x="4888921" y="2424721"/>
              <a:ext cx="83964" cy="298825"/>
            </a:xfrm>
            <a:custGeom>
              <a:rect b="b" l="l" r="r" t="t"/>
              <a:pathLst>
                <a:path extrusionOk="0" h="11435" w="3213">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8" name="Google Shape;24178;p97"/>
            <p:cNvSpPr/>
            <p:nvPr/>
          </p:nvSpPr>
          <p:spPr>
            <a:xfrm>
              <a:off x="4906770" y="2424721"/>
              <a:ext cx="66115" cy="298851"/>
            </a:xfrm>
            <a:custGeom>
              <a:rect b="b" l="l" r="r" t="t"/>
              <a:pathLst>
                <a:path extrusionOk="0" h="11436" w="253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9" name="Google Shape;24179;p97"/>
            <p:cNvSpPr/>
            <p:nvPr/>
          </p:nvSpPr>
          <p:spPr>
            <a:xfrm>
              <a:off x="4889183" y="2583293"/>
              <a:ext cx="66115" cy="82448"/>
            </a:xfrm>
            <a:custGeom>
              <a:rect b="b" l="l" r="r" t="t"/>
              <a:pathLst>
                <a:path extrusionOk="0" h="3155" w="253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0" name="Google Shape;24180;p97"/>
            <p:cNvSpPr/>
            <p:nvPr/>
          </p:nvSpPr>
          <p:spPr>
            <a:xfrm>
              <a:off x="5000246" y="2503641"/>
              <a:ext cx="38728" cy="71891"/>
            </a:xfrm>
            <a:custGeom>
              <a:rect b="b" l="l" r="r" t="t"/>
              <a:pathLst>
                <a:path extrusionOk="0" h="2751" w="1482">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1" name="Google Shape;24181;p97"/>
            <p:cNvSpPr/>
            <p:nvPr/>
          </p:nvSpPr>
          <p:spPr>
            <a:xfrm>
              <a:off x="5019087" y="2553528"/>
              <a:ext cx="51690" cy="47143"/>
            </a:xfrm>
            <a:custGeom>
              <a:rect b="b" l="l" r="r" t="t"/>
              <a:pathLst>
                <a:path extrusionOk="0" h="1804" w="1978">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2" name="Google Shape;24182;p97"/>
            <p:cNvSpPr/>
            <p:nvPr/>
          </p:nvSpPr>
          <p:spPr>
            <a:xfrm>
              <a:off x="5056039" y="2522222"/>
              <a:ext cx="111089" cy="160506"/>
            </a:xfrm>
            <a:custGeom>
              <a:rect b="b" l="l" r="r" t="t"/>
              <a:pathLst>
                <a:path extrusionOk="0" h="6142" w="4251">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3" name="Google Shape;24183;p97"/>
            <p:cNvSpPr/>
            <p:nvPr/>
          </p:nvSpPr>
          <p:spPr>
            <a:xfrm>
              <a:off x="5056535" y="2522483"/>
              <a:ext cx="109103" cy="149791"/>
            </a:xfrm>
            <a:custGeom>
              <a:rect b="b" l="l" r="r" t="t"/>
              <a:pathLst>
                <a:path extrusionOk="0" h="5732" w="4175">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84" name="Google Shape;24184;p97"/>
          <p:cNvGrpSpPr/>
          <p:nvPr/>
        </p:nvGrpSpPr>
        <p:grpSpPr>
          <a:xfrm>
            <a:off x="6624146" y="2262129"/>
            <a:ext cx="364130" cy="316726"/>
            <a:chOff x="6625609" y="2446777"/>
            <a:chExt cx="364130" cy="316726"/>
          </a:xfrm>
        </p:grpSpPr>
        <p:sp>
          <p:nvSpPr>
            <p:cNvPr id="24185" name="Google Shape;24185;p97"/>
            <p:cNvSpPr/>
            <p:nvPr/>
          </p:nvSpPr>
          <p:spPr>
            <a:xfrm>
              <a:off x="6657255" y="2495096"/>
              <a:ext cx="265140" cy="240497"/>
            </a:xfrm>
            <a:custGeom>
              <a:rect b="b" l="l" r="r" t="t"/>
              <a:pathLst>
                <a:path extrusionOk="0" h="9203" w="10146">
                  <a:moveTo>
                    <a:pt x="1232" y="0"/>
                  </a:moveTo>
                  <a:lnTo>
                    <a:pt x="1" y="808"/>
                  </a:lnTo>
                  <a:lnTo>
                    <a:pt x="1376" y="9203"/>
                  </a:lnTo>
                  <a:lnTo>
                    <a:pt x="10146" y="9203"/>
                  </a:lnTo>
                  <a:lnTo>
                    <a:pt x="1232"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6" name="Google Shape;24186;p97"/>
            <p:cNvSpPr/>
            <p:nvPr/>
          </p:nvSpPr>
          <p:spPr>
            <a:xfrm>
              <a:off x="6693187" y="2495096"/>
              <a:ext cx="264905" cy="240497"/>
            </a:xfrm>
            <a:custGeom>
              <a:rect b="b" l="l" r="r" t="t"/>
              <a:pathLst>
                <a:path extrusionOk="0" h="9203" w="10137">
                  <a:moveTo>
                    <a:pt x="8905" y="0"/>
                  </a:moveTo>
                  <a:lnTo>
                    <a:pt x="1" y="9203"/>
                  </a:lnTo>
                  <a:lnTo>
                    <a:pt x="8771" y="9203"/>
                  </a:lnTo>
                  <a:lnTo>
                    <a:pt x="10136" y="808"/>
                  </a:lnTo>
                  <a:lnTo>
                    <a:pt x="8905"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7" name="Google Shape;24187;p97"/>
            <p:cNvSpPr/>
            <p:nvPr/>
          </p:nvSpPr>
          <p:spPr>
            <a:xfrm>
              <a:off x="6693187" y="2617213"/>
              <a:ext cx="229208" cy="118380"/>
            </a:xfrm>
            <a:custGeom>
              <a:rect b="b" l="l" r="r" t="t"/>
              <a:pathLst>
                <a:path extrusionOk="0" h="4530" w="8771">
                  <a:moveTo>
                    <a:pt x="4386" y="1"/>
                  </a:moveTo>
                  <a:lnTo>
                    <a:pt x="1" y="4530"/>
                  </a:lnTo>
                  <a:lnTo>
                    <a:pt x="8771" y="4530"/>
                  </a:lnTo>
                  <a:lnTo>
                    <a:pt x="4386" y="1"/>
                  </a:lnTo>
                  <a:close/>
                </a:path>
              </a:pathLst>
            </a:custGeom>
            <a:solidFill>
              <a:srgbClr val="D7D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8" name="Google Shape;24188;p97"/>
            <p:cNvSpPr/>
            <p:nvPr/>
          </p:nvSpPr>
          <p:spPr>
            <a:xfrm>
              <a:off x="6693187" y="2707945"/>
              <a:ext cx="229208" cy="55558"/>
            </a:xfrm>
            <a:custGeom>
              <a:rect b="b" l="l" r="r" t="t"/>
              <a:pathLst>
                <a:path extrusionOk="0" h="2126" w="8771">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9" name="Google Shape;24189;p97"/>
            <p:cNvSpPr/>
            <p:nvPr/>
          </p:nvSpPr>
          <p:spPr>
            <a:xfrm>
              <a:off x="6625609" y="2446777"/>
              <a:ext cx="61829" cy="67187"/>
            </a:xfrm>
            <a:custGeom>
              <a:rect b="b" l="l" r="r" t="t"/>
              <a:pathLst>
                <a:path extrusionOk="0" h="2571" w="2366">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0" name="Google Shape;24190;p97"/>
            <p:cNvSpPr/>
            <p:nvPr/>
          </p:nvSpPr>
          <p:spPr>
            <a:xfrm>
              <a:off x="6635409" y="2446777"/>
              <a:ext cx="52030" cy="56629"/>
            </a:xfrm>
            <a:custGeom>
              <a:rect b="b" l="l" r="r" t="t"/>
              <a:pathLst>
                <a:path extrusionOk="0" h="2167" w="1991">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1" name="Google Shape;24191;p97"/>
            <p:cNvSpPr/>
            <p:nvPr/>
          </p:nvSpPr>
          <p:spPr>
            <a:xfrm>
              <a:off x="6632769" y="2475862"/>
              <a:ext cx="72256" cy="50462"/>
            </a:xfrm>
            <a:custGeom>
              <a:rect b="b" l="l" r="r" t="t"/>
              <a:pathLst>
                <a:path extrusionOk="0" h="1931" w="2765">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2" name="Google Shape;24192;p97"/>
            <p:cNvSpPr/>
            <p:nvPr/>
          </p:nvSpPr>
          <p:spPr>
            <a:xfrm>
              <a:off x="6663057" y="2475941"/>
              <a:ext cx="43667" cy="33998"/>
            </a:xfrm>
            <a:custGeom>
              <a:rect b="b" l="l" r="r" t="t"/>
              <a:pathLst>
                <a:path extrusionOk="0" h="1301" w="1671">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3" name="Google Shape;24193;p97"/>
            <p:cNvSpPr/>
            <p:nvPr/>
          </p:nvSpPr>
          <p:spPr>
            <a:xfrm>
              <a:off x="6927910" y="2446777"/>
              <a:ext cx="61829" cy="67187"/>
            </a:xfrm>
            <a:custGeom>
              <a:rect b="b" l="l" r="r" t="t"/>
              <a:pathLst>
                <a:path extrusionOk="0" h="2571" w="2366">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4" name="Google Shape;24194;p97"/>
            <p:cNvSpPr/>
            <p:nvPr/>
          </p:nvSpPr>
          <p:spPr>
            <a:xfrm>
              <a:off x="6927910" y="2446777"/>
              <a:ext cx="52030" cy="56629"/>
            </a:xfrm>
            <a:custGeom>
              <a:rect b="b" l="l" r="r" t="t"/>
              <a:pathLst>
                <a:path extrusionOk="0" h="2167" w="1991">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5" name="Google Shape;24195;p97"/>
            <p:cNvSpPr/>
            <p:nvPr/>
          </p:nvSpPr>
          <p:spPr>
            <a:xfrm>
              <a:off x="6910322" y="2475862"/>
              <a:ext cx="72256" cy="50462"/>
            </a:xfrm>
            <a:custGeom>
              <a:rect b="b" l="l" r="r" t="t"/>
              <a:pathLst>
                <a:path extrusionOk="0" h="1931" w="2765">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6" name="Google Shape;24196;p97"/>
            <p:cNvSpPr/>
            <p:nvPr/>
          </p:nvSpPr>
          <p:spPr>
            <a:xfrm>
              <a:off x="6908624" y="2475941"/>
              <a:ext cx="43694" cy="33998"/>
            </a:xfrm>
            <a:custGeom>
              <a:rect b="b" l="l" r="r" t="t"/>
              <a:pathLst>
                <a:path extrusionOk="0" h="1301" w="1672">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97" name="Google Shape;24197;p97"/>
          <p:cNvGrpSpPr/>
          <p:nvPr/>
        </p:nvGrpSpPr>
        <p:grpSpPr>
          <a:xfrm>
            <a:off x="5756181" y="1827703"/>
            <a:ext cx="360628" cy="298825"/>
            <a:chOff x="5757644" y="2012350"/>
            <a:chExt cx="360628" cy="298825"/>
          </a:xfrm>
        </p:grpSpPr>
        <p:sp>
          <p:nvSpPr>
            <p:cNvPr id="24198" name="Google Shape;24198;p97"/>
            <p:cNvSpPr/>
            <p:nvPr/>
          </p:nvSpPr>
          <p:spPr>
            <a:xfrm>
              <a:off x="5768698" y="2012350"/>
              <a:ext cx="338259" cy="164164"/>
            </a:xfrm>
            <a:custGeom>
              <a:rect b="b" l="l" r="r" t="t"/>
              <a:pathLst>
                <a:path extrusionOk="0" h="6282" w="12944">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9" name="Google Shape;24199;p97"/>
            <p:cNvSpPr/>
            <p:nvPr/>
          </p:nvSpPr>
          <p:spPr>
            <a:xfrm>
              <a:off x="5790571" y="2037934"/>
              <a:ext cx="294775" cy="113180"/>
            </a:xfrm>
            <a:custGeom>
              <a:rect b="b" l="l" r="r" t="t"/>
              <a:pathLst>
                <a:path extrusionOk="0" h="4331" w="1128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0" name="Google Shape;24200;p97"/>
            <p:cNvSpPr/>
            <p:nvPr/>
          </p:nvSpPr>
          <p:spPr>
            <a:xfrm>
              <a:off x="5871738"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1" name="Google Shape;24201;p97"/>
            <p:cNvSpPr/>
            <p:nvPr/>
          </p:nvSpPr>
          <p:spPr>
            <a:xfrm>
              <a:off x="5805649"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2" name="Google Shape;24202;p97"/>
            <p:cNvSpPr/>
            <p:nvPr/>
          </p:nvSpPr>
          <p:spPr>
            <a:xfrm>
              <a:off x="5937828" y="2201837"/>
              <a:ext cx="66350" cy="55819"/>
            </a:xfrm>
            <a:custGeom>
              <a:rect b="b" l="l" r="r" t="t"/>
              <a:pathLst>
                <a:path extrusionOk="0" h="2136" w="2539">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3" name="Google Shape;24203;p97"/>
            <p:cNvSpPr/>
            <p:nvPr/>
          </p:nvSpPr>
          <p:spPr>
            <a:xfrm>
              <a:off x="6004152" y="2201837"/>
              <a:ext cx="66115" cy="55819"/>
            </a:xfrm>
            <a:custGeom>
              <a:rect b="b" l="l" r="r" t="t"/>
              <a:pathLst>
                <a:path extrusionOk="0" h="2136" w="253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4" name="Google Shape;24204;p97"/>
            <p:cNvSpPr/>
            <p:nvPr/>
          </p:nvSpPr>
          <p:spPr>
            <a:xfrm>
              <a:off x="6020485" y="2201837"/>
              <a:ext cx="49782" cy="55558"/>
            </a:xfrm>
            <a:custGeom>
              <a:rect b="b" l="l" r="r" t="t"/>
              <a:pathLst>
                <a:path extrusionOk="0" h="2126" w="1905">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5" name="Google Shape;24205;p97"/>
            <p:cNvSpPr/>
            <p:nvPr/>
          </p:nvSpPr>
          <p:spPr>
            <a:xfrm>
              <a:off x="5954396"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6" name="Google Shape;24206;p97"/>
            <p:cNvSpPr/>
            <p:nvPr/>
          </p:nvSpPr>
          <p:spPr>
            <a:xfrm>
              <a:off x="5888071" y="2201837"/>
              <a:ext cx="49782" cy="55558"/>
            </a:xfrm>
            <a:custGeom>
              <a:rect b="b" l="l" r="r" t="t"/>
              <a:pathLst>
                <a:path extrusionOk="0" h="2126" w="1905">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7" name="Google Shape;24207;p97"/>
            <p:cNvSpPr/>
            <p:nvPr/>
          </p:nvSpPr>
          <p:spPr>
            <a:xfrm>
              <a:off x="5822217"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8" name="Google Shape;24208;p97"/>
            <p:cNvSpPr/>
            <p:nvPr/>
          </p:nvSpPr>
          <p:spPr>
            <a:xfrm>
              <a:off x="5772461" y="2240539"/>
              <a:ext cx="66115" cy="55819"/>
            </a:xfrm>
            <a:custGeom>
              <a:rect b="b" l="l" r="r" t="t"/>
              <a:pathLst>
                <a:path extrusionOk="0" h="2136" w="253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9" name="Google Shape;24209;p97"/>
            <p:cNvSpPr/>
            <p:nvPr/>
          </p:nvSpPr>
          <p:spPr>
            <a:xfrm>
              <a:off x="5838550" y="2240539"/>
              <a:ext cx="66377" cy="55819"/>
            </a:xfrm>
            <a:custGeom>
              <a:rect b="b" l="l" r="r" t="t"/>
              <a:pathLst>
                <a:path extrusionOk="0" h="2136" w="254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0" name="Google Shape;24210;p97"/>
            <p:cNvSpPr/>
            <p:nvPr/>
          </p:nvSpPr>
          <p:spPr>
            <a:xfrm>
              <a:off x="5904901" y="2240539"/>
              <a:ext cx="66115" cy="55819"/>
            </a:xfrm>
            <a:custGeom>
              <a:rect b="b" l="l" r="r" t="t"/>
              <a:pathLst>
                <a:path extrusionOk="0" h="2136" w="253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1" name="Google Shape;24211;p97"/>
            <p:cNvSpPr/>
            <p:nvPr/>
          </p:nvSpPr>
          <p:spPr>
            <a:xfrm>
              <a:off x="5970990" y="2240539"/>
              <a:ext cx="66377" cy="55819"/>
            </a:xfrm>
            <a:custGeom>
              <a:rect b="b" l="l" r="r" t="t"/>
              <a:pathLst>
                <a:path extrusionOk="0" h="2136" w="254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2" name="Google Shape;24212;p97"/>
            <p:cNvSpPr/>
            <p:nvPr/>
          </p:nvSpPr>
          <p:spPr>
            <a:xfrm>
              <a:off x="6037340" y="2240539"/>
              <a:ext cx="66115" cy="55819"/>
            </a:xfrm>
            <a:custGeom>
              <a:rect b="b" l="l" r="r" t="t"/>
              <a:pathLst>
                <a:path extrusionOk="0" h="2136" w="253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3" name="Google Shape;24213;p97"/>
            <p:cNvSpPr/>
            <p:nvPr/>
          </p:nvSpPr>
          <p:spPr>
            <a:xfrm>
              <a:off x="6053673" y="2240539"/>
              <a:ext cx="49782" cy="55819"/>
            </a:xfrm>
            <a:custGeom>
              <a:rect b="b" l="l" r="r" t="t"/>
              <a:pathLst>
                <a:path extrusionOk="0" h="2136" w="1905">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4" name="Google Shape;24214;p97"/>
            <p:cNvSpPr/>
            <p:nvPr/>
          </p:nvSpPr>
          <p:spPr>
            <a:xfrm>
              <a:off x="5987584" y="2240539"/>
              <a:ext cx="49782" cy="55819"/>
            </a:xfrm>
            <a:custGeom>
              <a:rect b="b" l="l" r="r" t="t"/>
              <a:pathLst>
                <a:path extrusionOk="0" h="2136" w="1905">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5" name="Google Shape;24215;p97"/>
            <p:cNvSpPr/>
            <p:nvPr/>
          </p:nvSpPr>
          <p:spPr>
            <a:xfrm>
              <a:off x="5921233" y="2240539"/>
              <a:ext cx="49782" cy="55819"/>
            </a:xfrm>
            <a:custGeom>
              <a:rect b="b" l="l" r="r" t="t"/>
              <a:pathLst>
                <a:path extrusionOk="0" h="2136" w="1905">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6" name="Google Shape;24216;p97"/>
            <p:cNvSpPr/>
            <p:nvPr/>
          </p:nvSpPr>
          <p:spPr>
            <a:xfrm>
              <a:off x="5854883" y="2240539"/>
              <a:ext cx="49782" cy="55819"/>
            </a:xfrm>
            <a:custGeom>
              <a:rect b="b" l="l" r="r" t="t"/>
              <a:pathLst>
                <a:path extrusionOk="0" h="2136" w="1905">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7" name="Google Shape;24217;p97"/>
            <p:cNvSpPr/>
            <p:nvPr/>
          </p:nvSpPr>
          <p:spPr>
            <a:xfrm>
              <a:off x="5788794" y="2240539"/>
              <a:ext cx="49782" cy="55819"/>
            </a:xfrm>
            <a:custGeom>
              <a:rect b="b" l="l" r="r" t="t"/>
              <a:pathLst>
                <a:path extrusionOk="0" h="2136" w="1905">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8" name="Google Shape;24218;p97"/>
            <p:cNvSpPr/>
            <p:nvPr/>
          </p:nvSpPr>
          <p:spPr>
            <a:xfrm>
              <a:off x="5757644" y="2292308"/>
              <a:ext cx="360628" cy="18868"/>
            </a:xfrm>
            <a:custGeom>
              <a:rect b="b" l="l" r="r" t="t"/>
              <a:pathLst>
                <a:path extrusionOk="0" h="722" w="1380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9" name="Google Shape;24219;p97"/>
            <p:cNvSpPr/>
            <p:nvPr/>
          </p:nvSpPr>
          <p:spPr>
            <a:xfrm>
              <a:off x="5757644" y="2292308"/>
              <a:ext cx="360628" cy="18868"/>
            </a:xfrm>
            <a:custGeom>
              <a:rect b="b" l="l" r="r" t="t"/>
              <a:pathLst>
                <a:path extrusionOk="0" h="722" w="1380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220" name="Google Shape;24220;p97"/>
          <p:cNvGrpSpPr/>
          <p:nvPr/>
        </p:nvGrpSpPr>
        <p:grpSpPr>
          <a:xfrm>
            <a:off x="5316162" y="1798826"/>
            <a:ext cx="360628" cy="356839"/>
            <a:chOff x="5317625" y="1983474"/>
            <a:chExt cx="360628" cy="356839"/>
          </a:xfrm>
        </p:grpSpPr>
        <p:sp>
          <p:nvSpPr>
            <p:cNvPr id="24221" name="Google Shape;24221;p97"/>
            <p:cNvSpPr/>
            <p:nvPr/>
          </p:nvSpPr>
          <p:spPr>
            <a:xfrm>
              <a:off x="5642295" y="2050817"/>
              <a:ext cx="22134" cy="199051"/>
            </a:xfrm>
            <a:custGeom>
              <a:rect b="b" l="l" r="r" t="t"/>
              <a:pathLst>
                <a:path extrusionOk="0" h="7617" w="847">
                  <a:moveTo>
                    <a:pt x="1" y="0"/>
                  </a:moveTo>
                  <a:lnTo>
                    <a:pt x="1" y="7616"/>
                  </a:lnTo>
                  <a:lnTo>
                    <a:pt x="847" y="7616"/>
                  </a:lnTo>
                  <a:lnTo>
                    <a:pt x="847"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2" name="Google Shape;24222;p97"/>
            <p:cNvSpPr/>
            <p:nvPr/>
          </p:nvSpPr>
          <p:spPr>
            <a:xfrm>
              <a:off x="5653349" y="2050817"/>
              <a:ext cx="10845" cy="199051"/>
            </a:xfrm>
            <a:custGeom>
              <a:rect b="b" l="l" r="r" t="t"/>
              <a:pathLst>
                <a:path extrusionOk="0" h="7617" w="415">
                  <a:moveTo>
                    <a:pt x="1" y="0"/>
                  </a:moveTo>
                  <a:lnTo>
                    <a:pt x="1" y="7616"/>
                  </a:lnTo>
                  <a:lnTo>
                    <a:pt x="414" y="7616"/>
                  </a:lnTo>
                  <a:lnTo>
                    <a:pt x="414"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3" name="Google Shape;24223;p97"/>
            <p:cNvSpPr/>
            <p:nvPr/>
          </p:nvSpPr>
          <p:spPr>
            <a:xfrm>
              <a:off x="5635762" y="2216419"/>
              <a:ext cx="35200" cy="123894"/>
            </a:xfrm>
            <a:custGeom>
              <a:rect b="b" l="l" r="r" t="t"/>
              <a:pathLst>
                <a:path extrusionOk="0" h="4741" w="1347">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4" name="Google Shape;24224;p97"/>
            <p:cNvSpPr/>
            <p:nvPr/>
          </p:nvSpPr>
          <p:spPr>
            <a:xfrm>
              <a:off x="5630980" y="2036732"/>
              <a:ext cx="47274" cy="36220"/>
            </a:xfrm>
            <a:custGeom>
              <a:rect b="b" l="l" r="r" t="t"/>
              <a:pathLst>
                <a:path extrusionOk="0" h="1386" w="1809">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5" name="Google Shape;24225;p97"/>
            <p:cNvSpPr/>
            <p:nvPr/>
          </p:nvSpPr>
          <p:spPr>
            <a:xfrm>
              <a:off x="5461380" y="1986740"/>
              <a:ext cx="48267" cy="48267"/>
            </a:xfrm>
            <a:custGeom>
              <a:rect b="b" l="l" r="r" t="t"/>
              <a:pathLst>
                <a:path extrusionOk="0" h="1847" w="1847">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6" name="Google Shape;24226;p97"/>
            <p:cNvSpPr/>
            <p:nvPr/>
          </p:nvSpPr>
          <p:spPr>
            <a:xfrm>
              <a:off x="5471937" y="1997298"/>
              <a:ext cx="27152" cy="27152"/>
            </a:xfrm>
            <a:custGeom>
              <a:rect b="b" l="l" r="r" t="t"/>
              <a:pathLst>
                <a:path extrusionOk="0" h="1039" w="1039">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7" name="Google Shape;24227;p97"/>
            <p:cNvSpPr/>
            <p:nvPr/>
          </p:nvSpPr>
          <p:spPr>
            <a:xfrm>
              <a:off x="5416380" y="2011932"/>
              <a:ext cx="138241" cy="62248"/>
            </a:xfrm>
            <a:custGeom>
              <a:rect b="b" l="l" r="r" t="t"/>
              <a:pathLst>
                <a:path extrusionOk="0" h="2382" w="529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8" name="Google Shape;24228;p97"/>
            <p:cNvSpPr/>
            <p:nvPr/>
          </p:nvSpPr>
          <p:spPr>
            <a:xfrm>
              <a:off x="5428949" y="2022908"/>
              <a:ext cx="113363" cy="40505"/>
            </a:xfrm>
            <a:custGeom>
              <a:rect b="b" l="l" r="r" t="t"/>
              <a:pathLst>
                <a:path extrusionOk="0" h="1550" w="4338">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9" name="Google Shape;24229;p97"/>
            <p:cNvSpPr/>
            <p:nvPr/>
          </p:nvSpPr>
          <p:spPr>
            <a:xfrm>
              <a:off x="5317625" y="1983474"/>
              <a:ext cx="143023" cy="142997"/>
            </a:xfrm>
            <a:custGeom>
              <a:rect b="b" l="l" r="r" t="t"/>
              <a:pathLst>
                <a:path extrusionOk="0" h="5472" w="5473">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0" name="Google Shape;24230;p97"/>
            <p:cNvSpPr/>
            <p:nvPr/>
          </p:nvSpPr>
          <p:spPr>
            <a:xfrm>
              <a:off x="5338740" y="2004328"/>
              <a:ext cx="129696" cy="122744"/>
            </a:xfrm>
            <a:custGeom>
              <a:rect b="b" l="l" r="r" t="t"/>
              <a:pathLst>
                <a:path extrusionOk="0" h="4697" w="4963">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1" name="Google Shape;24231;p97"/>
            <p:cNvSpPr/>
            <p:nvPr/>
          </p:nvSpPr>
          <p:spPr>
            <a:xfrm>
              <a:off x="5318383" y="2001897"/>
              <a:ext cx="123659" cy="105993"/>
            </a:xfrm>
            <a:custGeom>
              <a:rect b="b" l="l" r="r" t="t"/>
              <a:pathLst>
                <a:path extrusionOk="0" h="4056" w="4732">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2" name="Google Shape;24232;p97"/>
            <p:cNvSpPr/>
            <p:nvPr/>
          </p:nvSpPr>
          <p:spPr>
            <a:xfrm>
              <a:off x="5328940" y="2009842"/>
              <a:ext cx="120392" cy="90131"/>
            </a:xfrm>
            <a:custGeom>
              <a:rect b="b" l="l" r="r" t="t"/>
              <a:pathLst>
                <a:path extrusionOk="0" h="3449" w="4607">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3" name="Google Shape;24233;p97"/>
            <p:cNvSpPr/>
            <p:nvPr/>
          </p:nvSpPr>
          <p:spPr>
            <a:xfrm>
              <a:off x="5357346" y="2023169"/>
              <a:ext cx="80932" cy="76255"/>
            </a:xfrm>
            <a:custGeom>
              <a:rect b="b" l="l" r="r" t="t"/>
              <a:pathLst>
                <a:path extrusionOk="0" h="2918" w="3097">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4" name="Google Shape;24234;p97"/>
            <p:cNvSpPr/>
            <p:nvPr/>
          </p:nvSpPr>
          <p:spPr>
            <a:xfrm>
              <a:off x="5510378" y="1983474"/>
              <a:ext cx="142997" cy="142997"/>
            </a:xfrm>
            <a:custGeom>
              <a:rect b="b" l="l" r="r" t="t"/>
              <a:pathLst>
                <a:path extrusionOk="0" h="5472" w="5472">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5" name="Google Shape;24235;p97"/>
            <p:cNvSpPr/>
            <p:nvPr/>
          </p:nvSpPr>
          <p:spPr>
            <a:xfrm>
              <a:off x="5531232" y="2004328"/>
              <a:ext cx="129199" cy="122169"/>
            </a:xfrm>
            <a:custGeom>
              <a:rect b="b" l="l" r="r" t="t"/>
              <a:pathLst>
                <a:path extrusionOk="0" h="4675" w="4944">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6" name="Google Shape;24236;p97"/>
            <p:cNvSpPr/>
            <p:nvPr/>
          </p:nvSpPr>
          <p:spPr>
            <a:xfrm>
              <a:off x="5511136" y="2001897"/>
              <a:ext cx="123659" cy="105993"/>
            </a:xfrm>
            <a:custGeom>
              <a:rect b="b" l="l" r="r" t="t"/>
              <a:pathLst>
                <a:path extrusionOk="0" h="4056" w="4732">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7" name="Google Shape;24237;p97"/>
            <p:cNvSpPr/>
            <p:nvPr/>
          </p:nvSpPr>
          <p:spPr>
            <a:xfrm>
              <a:off x="5521668" y="2009842"/>
              <a:ext cx="120157" cy="90131"/>
            </a:xfrm>
            <a:custGeom>
              <a:rect b="b" l="l" r="r" t="t"/>
              <a:pathLst>
                <a:path extrusionOk="0" h="3449" w="4598">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8" name="Google Shape;24238;p97"/>
            <p:cNvSpPr/>
            <p:nvPr/>
          </p:nvSpPr>
          <p:spPr>
            <a:xfrm>
              <a:off x="5550074" y="2023169"/>
              <a:ext cx="80697" cy="76255"/>
            </a:xfrm>
            <a:custGeom>
              <a:rect b="b" l="l" r="r" t="t"/>
              <a:pathLst>
                <a:path extrusionOk="0" h="2918" w="3088">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9" name="Google Shape;24239;p97"/>
            <p:cNvSpPr/>
            <p:nvPr/>
          </p:nvSpPr>
          <p:spPr>
            <a:xfrm>
              <a:off x="5653349" y="2216419"/>
              <a:ext cx="17378" cy="123894"/>
            </a:xfrm>
            <a:custGeom>
              <a:rect b="b" l="l" r="r" t="t"/>
              <a:pathLst>
                <a:path extrusionOk="0" h="4741" w="665">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240" name="Google Shape;24240;p97"/>
          <p:cNvGrpSpPr/>
          <p:nvPr/>
        </p:nvGrpSpPr>
        <p:grpSpPr>
          <a:xfrm>
            <a:off x="6180364" y="2279037"/>
            <a:ext cx="360629" cy="282989"/>
            <a:chOff x="6181827" y="2463685"/>
            <a:chExt cx="360629" cy="282989"/>
          </a:xfrm>
        </p:grpSpPr>
        <p:sp>
          <p:nvSpPr>
            <p:cNvPr id="24241" name="Google Shape;24241;p97"/>
            <p:cNvSpPr/>
            <p:nvPr/>
          </p:nvSpPr>
          <p:spPr>
            <a:xfrm>
              <a:off x="6274545" y="2463685"/>
              <a:ext cx="255837" cy="32430"/>
            </a:xfrm>
            <a:custGeom>
              <a:rect b="b" l="l" r="r" t="t"/>
              <a:pathLst>
                <a:path extrusionOk="0" h="1241" w="979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2" name="Google Shape;24242;p97"/>
            <p:cNvSpPr/>
            <p:nvPr/>
          </p:nvSpPr>
          <p:spPr>
            <a:xfrm>
              <a:off x="6243891" y="2463685"/>
              <a:ext cx="255837" cy="282989"/>
            </a:xfrm>
            <a:custGeom>
              <a:rect b="b" l="l" r="r" t="t"/>
              <a:pathLst>
                <a:path extrusionOk="0" h="10829" w="979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3" name="Google Shape;24243;p97"/>
            <p:cNvSpPr/>
            <p:nvPr/>
          </p:nvSpPr>
          <p:spPr>
            <a:xfrm>
              <a:off x="6400190" y="2463685"/>
              <a:ext cx="99277" cy="282989"/>
            </a:xfrm>
            <a:custGeom>
              <a:rect b="b" l="l" r="r" t="t"/>
              <a:pathLst>
                <a:path extrusionOk="0" h="10829" w="3799">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4" name="Google Shape;24244;p97"/>
            <p:cNvSpPr/>
            <p:nvPr/>
          </p:nvSpPr>
          <p:spPr>
            <a:xfrm>
              <a:off x="6181827" y="2713982"/>
              <a:ext cx="255576" cy="32692"/>
            </a:xfrm>
            <a:custGeom>
              <a:rect b="b" l="l" r="r" t="t"/>
              <a:pathLst>
                <a:path extrusionOk="0" h="1251" w="978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5" name="Google Shape;24245;p97"/>
            <p:cNvSpPr/>
            <p:nvPr/>
          </p:nvSpPr>
          <p:spPr>
            <a:xfrm>
              <a:off x="6386131" y="2558598"/>
              <a:ext cx="156325" cy="97344"/>
            </a:xfrm>
            <a:custGeom>
              <a:rect b="b" l="l" r="r" t="t"/>
              <a:pathLst>
                <a:path extrusionOk="0" h="3725" w="5982">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6" name="Google Shape;24246;p97"/>
            <p:cNvSpPr/>
            <p:nvPr/>
          </p:nvSpPr>
          <p:spPr>
            <a:xfrm>
              <a:off x="6386131" y="2558650"/>
              <a:ext cx="156325" cy="97291"/>
            </a:xfrm>
            <a:custGeom>
              <a:rect b="b" l="l" r="r" t="t"/>
              <a:pathLst>
                <a:path extrusionOk="0" h="3723" w="5982">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7" name="Google Shape;24247;p97"/>
            <p:cNvSpPr/>
            <p:nvPr/>
          </p:nvSpPr>
          <p:spPr>
            <a:xfrm>
              <a:off x="6358718" y="2580941"/>
              <a:ext cx="122927" cy="112187"/>
            </a:xfrm>
            <a:custGeom>
              <a:rect b="b" l="l" r="r" t="t"/>
              <a:pathLst>
                <a:path extrusionOk="0" h="4293" w="4704">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8" name="Google Shape;24248;p97"/>
            <p:cNvSpPr/>
            <p:nvPr/>
          </p:nvSpPr>
          <p:spPr>
            <a:xfrm>
              <a:off x="6277576" y="2518955"/>
              <a:ext cx="168868" cy="10584"/>
            </a:xfrm>
            <a:custGeom>
              <a:rect b="b" l="l" r="r" t="t"/>
              <a:pathLst>
                <a:path extrusionOk="0" h="405" w="6462">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9" name="Google Shape;24249;p97"/>
            <p:cNvSpPr/>
            <p:nvPr/>
          </p:nvSpPr>
          <p:spPr>
            <a:xfrm>
              <a:off x="6277576" y="2680794"/>
              <a:ext cx="69382" cy="10584"/>
            </a:xfrm>
            <a:custGeom>
              <a:rect b="b" l="l" r="r" t="t"/>
              <a:pathLst>
                <a:path extrusionOk="0" h="405" w="2655">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0" name="Google Shape;24250;p97"/>
            <p:cNvSpPr/>
            <p:nvPr/>
          </p:nvSpPr>
          <p:spPr>
            <a:xfrm>
              <a:off x="6277576" y="2626778"/>
              <a:ext cx="91490" cy="10584"/>
            </a:xfrm>
            <a:custGeom>
              <a:rect b="b" l="l" r="r" t="t"/>
              <a:pathLst>
                <a:path extrusionOk="0" h="405" w="3501">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1" name="Google Shape;24251;p97"/>
            <p:cNvSpPr/>
            <p:nvPr/>
          </p:nvSpPr>
          <p:spPr>
            <a:xfrm>
              <a:off x="6277576" y="2572736"/>
              <a:ext cx="129173" cy="10584"/>
            </a:xfrm>
            <a:custGeom>
              <a:rect b="b" l="l" r="r" t="t"/>
              <a:pathLst>
                <a:path extrusionOk="0" h="405" w="4943">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252" name="Google Shape;24252;p97"/>
          <p:cNvGrpSpPr/>
          <p:nvPr/>
        </p:nvGrpSpPr>
        <p:grpSpPr>
          <a:xfrm>
            <a:off x="5344830" y="3156044"/>
            <a:ext cx="291247" cy="360629"/>
            <a:chOff x="5346292" y="3340691"/>
            <a:chExt cx="291247" cy="360628"/>
          </a:xfrm>
        </p:grpSpPr>
        <p:sp>
          <p:nvSpPr>
            <p:cNvPr id="24253" name="Google Shape;24253;p97"/>
            <p:cNvSpPr/>
            <p:nvPr/>
          </p:nvSpPr>
          <p:spPr>
            <a:xfrm>
              <a:off x="5479202" y="3340691"/>
              <a:ext cx="25166" cy="31934"/>
            </a:xfrm>
            <a:custGeom>
              <a:rect b="b" l="l" r="r" t="t"/>
              <a:pathLst>
                <a:path extrusionOk="0" h="1222" w="963">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4" name="Google Shape;24254;p97"/>
            <p:cNvSpPr/>
            <p:nvPr/>
          </p:nvSpPr>
          <p:spPr>
            <a:xfrm>
              <a:off x="5492033" y="3340691"/>
              <a:ext cx="12596" cy="31934"/>
            </a:xfrm>
            <a:custGeom>
              <a:rect b="b" l="l" r="r" t="t"/>
              <a:pathLst>
                <a:path extrusionOk="0" h="1222" w="482">
                  <a:moveTo>
                    <a:pt x="0" y="0"/>
                  </a:moveTo>
                  <a:lnTo>
                    <a:pt x="0" y="1222"/>
                  </a:lnTo>
                  <a:lnTo>
                    <a:pt x="481" y="1222"/>
                  </a:lnTo>
                  <a:lnTo>
                    <a:pt x="481" y="116"/>
                  </a:lnTo>
                  <a:cubicBezTo>
                    <a:pt x="481" y="48"/>
                    <a:pt x="433" y="0"/>
                    <a:pt x="366"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5" name="Google Shape;24255;p97"/>
            <p:cNvSpPr/>
            <p:nvPr/>
          </p:nvSpPr>
          <p:spPr>
            <a:xfrm>
              <a:off x="5427199" y="3605048"/>
              <a:ext cx="132204" cy="11342"/>
            </a:xfrm>
            <a:custGeom>
              <a:rect b="b" l="l" r="r" t="t"/>
              <a:pathLst>
                <a:path extrusionOk="0" h="434" w="5059">
                  <a:moveTo>
                    <a:pt x="0" y="0"/>
                  </a:moveTo>
                  <a:lnTo>
                    <a:pt x="0" y="433"/>
                  </a:lnTo>
                  <a:lnTo>
                    <a:pt x="5058" y="433"/>
                  </a:lnTo>
                  <a:lnTo>
                    <a:pt x="5058" y="0"/>
                  </a:ln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6" name="Google Shape;24256;p97"/>
            <p:cNvSpPr/>
            <p:nvPr/>
          </p:nvSpPr>
          <p:spPr>
            <a:xfrm>
              <a:off x="5480718" y="3463566"/>
              <a:ext cx="22396" cy="205323"/>
            </a:xfrm>
            <a:custGeom>
              <a:rect b="b" l="l" r="r" t="t"/>
              <a:pathLst>
                <a:path extrusionOk="0" h="7857" w="857">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7" name="Google Shape;24257;p97"/>
            <p:cNvSpPr/>
            <p:nvPr/>
          </p:nvSpPr>
          <p:spPr>
            <a:xfrm>
              <a:off x="5486493" y="3463566"/>
              <a:ext cx="16620" cy="205323"/>
            </a:xfrm>
            <a:custGeom>
              <a:rect b="b" l="l" r="r" t="t"/>
              <a:pathLst>
                <a:path extrusionOk="0" h="7857" w="636">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8" name="Google Shape;24258;p97"/>
            <p:cNvSpPr/>
            <p:nvPr/>
          </p:nvSpPr>
          <p:spPr>
            <a:xfrm>
              <a:off x="5502068" y="3448488"/>
              <a:ext cx="96795" cy="252832"/>
            </a:xfrm>
            <a:custGeom>
              <a:rect b="b" l="l" r="r" t="t"/>
              <a:pathLst>
                <a:path extrusionOk="0" h="9675" w="3704">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9" name="Google Shape;24259;p97"/>
            <p:cNvSpPr/>
            <p:nvPr/>
          </p:nvSpPr>
          <p:spPr>
            <a:xfrm>
              <a:off x="5514141" y="3448488"/>
              <a:ext cx="84722" cy="252832"/>
            </a:xfrm>
            <a:custGeom>
              <a:rect b="b" l="l" r="r" t="t"/>
              <a:pathLst>
                <a:path extrusionOk="0" h="9675" w="3242">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0" name="Google Shape;24260;p97"/>
            <p:cNvSpPr/>
            <p:nvPr/>
          </p:nvSpPr>
          <p:spPr>
            <a:xfrm>
              <a:off x="5385230" y="3448488"/>
              <a:ext cx="96533" cy="252832"/>
            </a:xfrm>
            <a:custGeom>
              <a:rect b="b" l="l" r="r" t="t"/>
              <a:pathLst>
                <a:path extrusionOk="0" h="9675" w="3694">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1" name="Google Shape;24261;p97"/>
            <p:cNvSpPr/>
            <p:nvPr/>
          </p:nvSpPr>
          <p:spPr>
            <a:xfrm>
              <a:off x="5391502" y="3448488"/>
              <a:ext cx="90262" cy="252832"/>
            </a:xfrm>
            <a:custGeom>
              <a:rect b="b" l="l" r="r" t="t"/>
              <a:pathLst>
                <a:path extrusionOk="0" h="9675" w="3454">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2" name="Google Shape;24262;p97"/>
            <p:cNvSpPr/>
            <p:nvPr/>
          </p:nvSpPr>
          <p:spPr>
            <a:xfrm>
              <a:off x="5490518" y="3549751"/>
              <a:ext cx="3031" cy="2300"/>
            </a:xfrm>
            <a:custGeom>
              <a:rect b="b" l="l" r="r" t="t"/>
              <a:pathLst>
                <a:path extrusionOk="0" h="88" w="116">
                  <a:moveTo>
                    <a:pt x="58" y="1"/>
                  </a:moveTo>
                  <a:cubicBezTo>
                    <a:pt x="1" y="1"/>
                    <a:pt x="1" y="87"/>
                    <a:pt x="58" y="87"/>
                  </a:cubicBezTo>
                  <a:cubicBezTo>
                    <a:pt x="116" y="87"/>
                    <a:pt x="116" y="1"/>
                    <a:pt x="58" y="1"/>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3" name="Google Shape;24263;p97"/>
            <p:cNvSpPr/>
            <p:nvPr/>
          </p:nvSpPr>
          <p:spPr>
            <a:xfrm>
              <a:off x="5360352" y="3373357"/>
              <a:ext cx="263128" cy="180210"/>
            </a:xfrm>
            <a:custGeom>
              <a:rect b="b" l="l" r="r" t="t"/>
              <a:pathLst>
                <a:path extrusionOk="0" h="6896" w="10069">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4" name="Google Shape;24264;p97"/>
            <p:cNvSpPr/>
            <p:nvPr/>
          </p:nvSpPr>
          <p:spPr>
            <a:xfrm>
              <a:off x="5579237" y="3373357"/>
              <a:ext cx="44242" cy="180210"/>
            </a:xfrm>
            <a:custGeom>
              <a:rect b="b" l="l" r="r" t="t"/>
              <a:pathLst>
                <a:path extrusionOk="0" h="6896" w="1693">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5" name="Google Shape;24265;p97"/>
            <p:cNvSpPr/>
            <p:nvPr/>
          </p:nvSpPr>
          <p:spPr>
            <a:xfrm>
              <a:off x="5459603" y="3362303"/>
              <a:ext cx="64364" cy="22134"/>
            </a:xfrm>
            <a:custGeom>
              <a:rect b="b" l="l" r="r" t="t"/>
              <a:pathLst>
                <a:path extrusionOk="0" h="847" w="2463">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6" name="Google Shape;24266;p97"/>
            <p:cNvSpPr/>
            <p:nvPr/>
          </p:nvSpPr>
          <p:spPr>
            <a:xfrm>
              <a:off x="5385988" y="3413314"/>
              <a:ext cx="215123" cy="108842"/>
            </a:xfrm>
            <a:custGeom>
              <a:rect b="b" l="l" r="r" t="t"/>
              <a:pathLst>
                <a:path extrusionOk="0" h="4165" w="8232">
                  <a:moveTo>
                    <a:pt x="5289" y="0"/>
                  </a:moveTo>
                  <a:lnTo>
                    <a:pt x="2751" y="3260"/>
                  </a:lnTo>
                  <a:lnTo>
                    <a:pt x="1779" y="1876"/>
                  </a:lnTo>
                  <a:lnTo>
                    <a:pt x="0" y="4164"/>
                  </a:lnTo>
                  <a:lnTo>
                    <a:pt x="8232" y="4164"/>
                  </a:lnTo>
                  <a:lnTo>
                    <a:pt x="5289"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7" name="Google Shape;24267;p97"/>
            <p:cNvSpPr/>
            <p:nvPr/>
          </p:nvSpPr>
          <p:spPr>
            <a:xfrm>
              <a:off x="5432477" y="3462312"/>
              <a:ext cx="41995" cy="59843"/>
            </a:xfrm>
            <a:custGeom>
              <a:rect b="b" l="l" r="r" t="t"/>
              <a:pathLst>
                <a:path extrusionOk="0" h="2290" w="1607">
                  <a:moveTo>
                    <a:pt x="0" y="1"/>
                  </a:moveTo>
                  <a:lnTo>
                    <a:pt x="683" y="2289"/>
                  </a:lnTo>
                  <a:lnTo>
                    <a:pt x="1606" y="2289"/>
                  </a:lnTo>
                  <a:lnTo>
                    <a:pt x="0" y="1"/>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8" name="Google Shape;24268;p97"/>
            <p:cNvSpPr/>
            <p:nvPr/>
          </p:nvSpPr>
          <p:spPr>
            <a:xfrm>
              <a:off x="5524202" y="3413314"/>
              <a:ext cx="76908" cy="108842"/>
            </a:xfrm>
            <a:custGeom>
              <a:rect b="b" l="l" r="r" t="t"/>
              <a:pathLst>
                <a:path extrusionOk="0" h="4165" w="2943">
                  <a:moveTo>
                    <a:pt x="0" y="0"/>
                  </a:moveTo>
                  <a:lnTo>
                    <a:pt x="1346" y="4164"/>
                  </a:lnTo>
                  <a:lnTo>
                    <a:pt x="2943" y="4164"/>
                  </a:lnTo>
                  <a:lnTo>
                    <a:pt x="0" y="0"/>
                  </a:ln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9" name="Google Shape;24269;p97"/>
            <p:cNvSpPr/>
            <p:nvPr/>
          </p:nvSpPr>
          <p:spPr>
            <a:xfrm>
              <a:off x="5360352" y="3522129"/>
              <a:ext cx="263128" cy="31437"/>
            </a:xfrm>
            <a:custGeom>
              <a:rect b="b" l="l" r="r" t="t"/>
              <a:pathLst>
                <a:path extrusionOk="0" h="1203" w="10069">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0" name="Google Shape;24270;p97"/>
            <p:cNvSpPr/>
            <p:nvPr/>
          </p:nvSpPr>
          <p:spPr>
            <a:xfrm>
              <a:off x="5360613" y="3522129"/>
              <a:ext cx="262867" cy="31437"/>
            </a:xfrm>
            <a:custGeom>
              <a:rect b="b" l="l" r="r" t="t"/>
              <a:pathLst>
                <a:path extrusionOk="0" h="1203" w="10059">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1" name="Google Shape;24271;p97"/>
            <p:cNvSpPr/>
            <p:nvPr/>
          </p:nvSpPr>
          <p:spPr>
            <a:xfrm>
              <a:off x="5346292" y="3545753"/>
              <a:ext cx="291247" cy="21873"/>
            </a:xfrm>
            <a:custGeom>
              <a:rect b="b" l="l" r="r" t="t"/>
              <a:pathLst>
                <a:path extrusionOk="0" h="837" w="11145">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2" name="Google Shape;24272;p97"/>
            <p:cNvSpPr/>
            <p:nvPr/>
          </p:nvSpPr>
          <p:spPr>
            <a:xfrm>
              <a:off x="5346292" y="3545753"/>
              <a:ext cx="291247" cy="21873"/>
            </a:xfrm>
            <a:custGeom>
              <a:rect b="b" l="l" r="r" t="t"/>
              <a:pathLst>
                <a:path extrusionOk="0" h="837" w="11145">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3" name="Google Shape;24273;p97"/>
            <p:cNvSpPr/>
            <p:nvPr/>
          </p:nvSpPr>
          <p:spPr>
            <a:xfrm>
              <a:off x="5490256" y="3413314"/>
              <a:ext cx="69147" cy="51533"/>
            </a:xfrm>
            <a:custGeom>
              <a:rect b="b" l="l" r="r" t="t"/>
              <a:pathLst>
                <a:path extrusionOk="0" h="1972" w="2646">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4" name="Google Shape;24274;p97"/>
            <p:cNvSpPr/>
            <p:nvPr/>
          </p:nvSpPr>
          <p:spPr>
            <a:xfrm>
              <a:off x="5524202" y="3413314"/>
              <a:ext cx="35200" cy="49521"/>
            </a:xfrm>
            <a:custGeom>
              <a:rect b="b" l="l" r="r" t="t"/>
              <a:pathLst>
                <a:path extrusionOk="0" h="1895" w="1347">
                  <a:moveTo>
                    <a:pt x="0" y="0"/>
                  </a:moveTo>
                  <a:lnTo>
                    <a:pt x="462" y="1433"/>
                  </a:lnTo>
                  <a:lnTo>
                    <a:pt x="1346" y="1895"/>
                  </a:lnTo>
                  <a:lnTo>
                    <a:pt x="0"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5" name="Google Shape;24275;p97"/>
            <p:cNvSpPr/>
            <p:nvPr/>
          </p:nvSpPr>
          <p:spPr>
            <a:xfrm>
              <a:off x="5406580" y="3462312"/>
              <a:ext cx="42491" cy="39721"/>
            </a:xfrm>
            <a:custGeom>
              <a:rect b="b" l="l" r="r" t="t"/>
              <a:pathLst>
                <a:path extrusionOk="0" h="1520" w="1626">
                  <a:moveTo>
                    <a:pt x="991" y="1"/>
                  </a:moveTo>
                  <a:lnTo>
                    <a:pt x="1" y="1270"/>
                  </a:lnTo>
                  <a:lnTo>
                    <a:pt x="722" y="1145"/>
                  </a:lnTo>
                  <a:lnTo>
                    <a:pt x="982" y="1520"/>
                  </a:lnTo>
                  <a:lnTo>
                    <a:pt x="1626" y="904"/>
                  </a:lnTo>
                  <a:lnTo>
                    <a:pt x="991"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6" name="Google Shape;24276;p97"/>
            <p:cNvSpPr/>
            <p:nvPr/>
          </p:nvSpPr>
          <p:spPr>
            <a:xfrm>
              <a:off x="5432477" y="3462312"/>
              <a:ext cx="16594" cy="30680"/>
            </a:xfrm>
            <a:custGeom>
              <a:rect b="b" l="l" r="r" t="t"/>
              <a:pathLst>
                <a:path extrusionOk="0" h="1174" w="635">
                  <a:moveTo>
                    <a:pt x="0" y="1"/>
                  </a:moveTo>
                  <a:lnTo>
                    <a:pt x="346" y="1174"/>
                  </a:lnTo>
                  <a:lnTo>
                    <a:pt x="635" y="904"/>
                  </a:lnTo>
                  <a:lnTo>
                    <a:pt x="0" y="1"/>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7" name="Google Shape;24277;p97"/>
            <p:cNvSpPr/>
            <p:nvPr/>
          </p:nvSpPr>
          <p:spPr>
            <a:xfrm>
              <a:off x="5491772" y="3362303"/>
              <a:ext cx="32195" cy="22134"/>
            </a:xfrm>
            <a:custGeom>
              <a:rect b="b" l="l" r="r" t="t"/>
              <a:pathLst>
                <a:path extrusionOk="0" h="847" w="1232">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278" name="Google Shape;24278;p97"/>
          <p:cNvGrpSpPr/>
          <p:nvPr/>
        </p:nvGrpSpPr>
        <p:grpSpPr>
          <a:xfrm>
            <a:off x="7967801" y="1797049"/>
            <a:ext cx="337763" cy="360393"/>
            <a:chOff x="7969264" y="1981697"/>
            <a:chExt cx="337763" cy="360393"/>
          </a:xfrm>
        </p:grpSpPr>
        <p:sp>
          <p:nvSpPr>
            <p:cNvPr id="24279" name="Google Shape;24279;p97"/>
            <p:cNvSpPr/>
            <p:nvPr/>
          </p:nvSpPr>
          <p:spPr>
            <a:xfrm>
              <a:off x="8035353" y="2032159"/>
              <a:ext cx="271673" cy="247109"/>
            </a:xfrm>
            <a:custGeom>
              <a:rect b="b" l="l" r="r" t="t"/>
              <a:pathLst>
                <a:path extrusionOk="0" h="9456" w="10396">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0" name="Google Shape;24280;p97"/>
            <p:cNvSpPr/>
            <p:nvPr/>
          </p:nvSpPr>
          <p:spPr>
            <a:xfrm>
              <a:off x="8229596" y="2136244"/>
              <a:ext cx="77431" cy="76934"/>
            </a:xfrm>
            <a:custGeom>
              <a:rect b="b" l="l" r="r" t="t"/>
              <a:pathLst>
                <a:path extrusionOk="0" h="2944" w="2963">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1" name="Google Shape;24281;p97"/>
            <p:cNvSpPr/>
            <p:nvPr/>
          </p:nvSpPr>
          <p:spPr>
            <a:xfrm>
              <a:off x="8208480" y="2092786"/>
              <a:ext cx="96533" cy="92744"/>
            </a:xfrm>
            <a:custGeom>
              <a:rect b="b" l="l" r="r" t="t"/>
              <a:pathLst>
                <a:path extrusionOk="0" h="3549" w="3694">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2" name="Google Shape;24282;p97"/>
            <p:cNvSpPr/>
            <p:nvPr/>
          </p:nvSpPr>
          <p:spPr>
            <a:xfrm>
              <a:off x="8186634" y="2049302"/>
              <a:ext cx="116865" cy="108084"/>
            </a:xfrm>
            <a:custGeom>
              <a:rect b="b" l="l" r="r" t="t"/>
              <a:pathLst>
                <a:path extrusionOk="0" h="4136" w="4472">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3" name="Google Shape;24283;p97"/>
            <p:cNvSpPr/>
            <p:nvPr/>
          </p:nvSpPr>
          <p:spPr>
            <a:xfrm>
              <a:off x="8165257" y="2033465"/>
              <a:ext cx="100297" cy="95514"/>
            </a:xfrm>
            <a:custGeom>
              <a:rect b="b" l="l" r="r" t="t"/>
              <a:pathLst>
                <a:path extrusionOk="0" h="3655" w="3838">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4" name="Google Shape;24284;p97"/>
            <p:cNvSpPr/>
            <p:nvPr/>
          </p:nvSpPr>
          <p:spPr>
            <a:xfrm>
              <a:off x="8079830" y="1981697"/>
              <a:ext cx="205820" cy="288529"/>
            </a:xfrm>
            <a:custGeom>
              <a:rect b="b" l="l" r="r" t="t"/>
              <a:pathLst>
                <a:path extrusionOk="0" h="11041" w="7876">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5" name="Google Shape;24285;p97"/>
            <p:cNvSpPr/>
            <p:nvPr/>
          </p:nvSpPr>
          <p:spPr>
            <a:xfrm>
              <a:off x="8258995" y="2031453"/>
              <a:ext cx="26655" cy="95279"/>
            </a:xfrm>
            <a:custGeom>
              <a:rect b="b" l="l" r="r" t="t"/>
              <a:pathLst>
                <a:path extrusionOk="0" h="3646" w="102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6" name="Google Shape;24286;p97"/>
            <p:cNvSpPr/>
            <p:nvPr/>
          </p:nvSpPr>
          <p:spPr>
            <a:xfrm>
              <a:off x="8223298" y="2006836"/>
              <a:ext cx="26916" cy="120131"/>
            </a:xfrm>
            <a:custGeom>
              <a:rect b="b" l="l" r="r" t="t"/>
              <a:pathLst>
                <a:path extrusionOk="0" h="4597" w="103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7" name="Google Shape;24287;p97"/>
            <p:cNvSpPr/>
            <p:nvPr/>
          </p:nvSpPr>
          <p:spPr>
            <a:xfrm>
              <a:off x="8187627" y="1981697"/>
              <a:ext cx="26916" cy="145271"/>
            </a:xfrm>
            <a:custGeom>
              <a:rect b="b" l="l" r="r" t="t"/>
              <a:pathLst>
                <a:path extrusionOk="0" h="5559" w="103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8" name="Google Shape;24288;p97"/>
            <p:cNvSpPr/>
            <p:nvPr/>
          </p:nvSpPr>
          <p:spPr>
            <a:xfrm>
              <a:off x="8152191" y="2002315"/>
              <a:ext cx="26655" cy="124652"/>
            </a:xfrm>
            <a:custGeom>
              <a:rect b="b" l="l" r="r" t="t"/>
              <a:pathLst>
                <a:path extrusionOk="0" h="4770" w="102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9" name="Google Shape;24289;p97"/>
            <p:cNvSpPr/>
            <p:nvPr/>
          </p:nvSpPr>
          <p:spPr>
            <a:xfrm>
              <a:off x="8013741" y="2173823"/>
              <a:ext cx="106072" cy="122588"/>
            </a:xfrm>
            <a:custGeom>
              <a:rect b="b" l="l" r="r" t="t"/>
              <a:pathLst>
                <a:path extrusionOk="0" h="4691" w="4059">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0" name="Google Shape;24290;p97"/>
            <p:cNvSpPr/>
            <p:nvPr/>
          </p:nvSpPr>
          <p:spPr>
            <a:xfrm>
              <a:off x="8053436" y="2226977"/>
              <a:ext cx="66377" cy="69539"/>
            </a:xfrm>
            <a:custGeom>
              <a:rect b="b" l="l" r="r" t="t"/>
              <a:pathLst>
                <a:path extrusionOk="0" h="2661" w="254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1" name="Google Shape;24291;p97"/>
            <p:cNvSpPr/>
            <p:nvPr/>
          </p:nvSpPr>
          <p:spPr>
            <a:xfrm>
              <a:off x="7969264" y="2183388"/>
              <a:ext cx="135471" cy="149896"/>
            </a:xfrm>
            <a:custGeom>
              <a:rect b="b" l="l" r="r" t="t"/>
              <a:pathLst>
                <a:path extrusionOk="0" h="5736" w="5184">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2" name="Google Shape;24292;p97"/>
            <p:cNvSpPr/>
            <p:nvPr/>
          </p:nvSpPr>
          <p:spPr>
            <a:xfrm>
              <a:off x="8033340" y="2260635"/>
              <a:ext cx="71394" cy="72544"/>
            </a:xfrm>
            <a:custGeom>
              <a:rect b="b" l="l" r="r" t="t"/>
              <a:pathLst>
                <a:path extrusionOk="0" h="2776" w="2732">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3" name="Google Shape;24293;p97"/>
            <p:cNvSpPr/>
            <p:nvPr/>
          </p:nvSpPr>
          <p:spPr>
            <a:xfrm>
              <a:off x="8134604" y="2256114"/>
              <a:ext cx="131211" cy="36455"/>
            </a:xfrm>
            <a:custGeom>
              <a:rect b="b" l="l" r="r" t="t"/>
              <a:pathLst>
                <a:path extrusionOk="0" h="1395" w="5021">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4" name="Google Shape;24294;p97"/>
            <p:cNvSpPr/>
            <p:nvPr/>
          </p:nvSpPr>
          <p:spPr>
            <a:xfrm>
              <a:off x="8200196" y="2256114"/>
              <a:ext cx="65619" cy="36455"/>
            </a:xfrm>
            <a:custGeom>
              <a:rect b="b" l="l" r="r" t="t"/>
              <a:pathLst>
                <a:path extrusionOk="0" h="1395" w="2511">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5" name="Google Shape;24295;p97"/>
            <p:cNvSpPr/>
            <p:nvPr/>
          </p:nvSpPr>
          <p:spPr>
            <a:xfrm>
              <a:off x="8125562" y="2279242"/>
              <a:ext cx="149034" cy="62849"/>
            </a:xfrm>
            <a:custGeom>
              <a:rect b="b" l="l" r="r" t="t"/>
              <a:pathLst>
                <a:path extrusionOk="0" h="2405" w="5703">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6" name="Google Shape;24296;p97"/>
            <p:cNvSpPr/>
            <p:nvPr/>
          </p:nvSpPr>
          <p:spPr>
            <a:xfrm>
              <a:off x="8131076" y="2279242"/>
              <a:ext cx="143520" cy="62587"/>
            </a:xfrm>
            <a:custGeom>
              <a:rect b="b" l="l" r="r" t="t"/>
              <a:pathLst>
                <a:path extrusionOk="0" h="2395" w="5492">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297" name="Google Shape;24297;p97"/>
          <p:cNvGrpSpPr/>
          <p:nvPr/>
        </p:nvGrpSpPr>
        <p:grpSpPr>
          <a:xfrm>
            <a:off x="5734570" y="2245352"/>
            <a:ext cx="360890" cy="350332"/>
            <a:chOff x="5736032" y="2430000"/>
            <a:chExt cx="360890" cy="350332"/>
          </a:xfrm>
        </p:grpSpPr>
        <p:sp>
          <p:nvSpPr>
            <p:cNvPr id="24298" name="Google Shape;24298;p97"/>
            <p:cNvSpPr/>
            <p:nvPr/>
          </p:nvSpPr>
          <p:spPr>
            <a:xfrm>
              <a:off x="6072018" y="2447613"/>
              <a:ext cx="18868" cy="332719"/>
            </a:xfrm>
            <a:custGeom>
              <a:rect b="b" l="l" r="r" t="t"/>
              <a:pathLst>
                <a:path extrusionOk="0" h="12732" w="722">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9" name="Google Shape;24299;p97"/>
            <p:cNvSpPr/>
            <p:nvPr/>
          </p:nvSpPr>
          <p:spPr>
            <a:xfrm>
              <a:off x="6076774" y="2447613"/>
              <a:ext cx="14112" cy="332432"/>
            </a:xfrm>
            <a:custGeom>
              <a:rect b="b" l="l" r="r" t="t"/>
              <a:pathLst>
                <a:path extrusionOk="0" h="12721" w="54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0" name="Google Shape;24300;p97"/>
            <p:cNvSpPr/>
            <p:nvPr/>
          </p:nvSpPr>
          <p:spPr>
            <a:xfrm>
              <a:off x="5979535" y="2638328"/>
              <a:ext cx="18606" cy="137117"/>
            </a:xfrm>
            <a:custGeom>
              <a:rect b="b" l="l" r="r" t="t"/>
              <a:pathLst>
                <a:path extrusionOk="0" h="5247" w="712">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1" name="Google Shape;24301;p97"/>
            <p:cNvSpPr/>
            <p:nvPr/>
          </p:nvSpPr>
          <p:spPr>
            <a:xfrm>
              <a:off x="5984056" y="2638328"/>
              <a:ext cx="14085" cy="138345"/>
            </a:xfrm>
            <a:custGeom>
              <a:rect b="b" l="l" r="r" t="t"/>
              <a:pathLst>
                <a:path extrusionOk="0" h="5294" w="539">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2" name="Google Shape;24302;p97"/>
            <p:cNvSpPr/>
            <p:nvPr/>
          </p:nvSpPr>
          <p:spPr>
            <a:xfrm>
              <a:off x="5736032" y="2430000"/>
              <a:ext cx="360629" cy="122405"/>
            </a:xfrm>
            <a:custGeom>
              <a:rect b="b" l="l" r="r" t="t"/>
              <a:pathLst>
                <a:path extrusionOk="0" h="4684" w="1380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3" name="Google Shape;24303;p97"/>
            <p:cNvSpPr/>
            <p:nvPr/>
          </p:nvSpPr>
          <p:spPr>
            <a:xfrm>
              <a:off x="5972505" y="2430000"/>
              <a:ext cx="124417" cy="122405"/>
            </a:xfrm>
            <a:custGeom>
              <a:rect b="b" l="l" r="r" t="t"/>
              <a:pathLst>
                <a:path extrusionOk="0" h="4684" w="4761">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4" name="Google Shape;24304;p97"/>
            <p:cNvSpPr/>
            <p:nvPr/>
          </p:nvSpPr>
          <p:spPr>
            <a:xfrm>
              <a:off x="5750353" y="2455139"/>
              <a:ext cx="156325" cy="84722"/>
            </a:xfrm>
            <a:custGeom>
              <a:rect b="b" l="l" r="r" t="t"/>
              <a:pathLst>
                <a:path extrusionOk="0" h="3242" w="5982">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5" name="Google Shape;24305;p97"/>
            <p:cNvSpPr/>
            <p:nvPr/>
          </p:nvSpPr>
          <p:spPr>
            <a:xfrm>
              <a:off x="5763184" y="2465697"/>
              <a:ext cx="131185" cy="64600"/>
            </a:xfrm>
            <a:custGeom>
              <a:rect b="b" l="l" r="r" t="t"/>
              <a:pathLst>
                <a:path extrusionOk="0" h="2472" w="502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6" name="Google Shape;24306;p97"/>
            <p:cNvSpPr/>
            <p:nvPr/>
          </p:nvSpPr>
          <p:spPr>
            <a:xfrm>
              <a:off x="5926016" y="2455375"/>
              <a:ext cx="156298" cy="84486"/>
            </a:xfrm>
            <a:custGeom>
              <a:rect b="b" l="l" r="r" t="t"/>
              <a:pathLst>
                <a:path extrusionOk="0" h="3233" w="5981">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7" name="Google Shape;24307;p97"/>
            <p:cNvSpPr/>
            <p:nvPr/>
          </p:nvSpPr>
          <p:spPr>
            <a:xfrm>
              <a:off x="5938324" y="2465697"/>
              <a:ext cx="131185" cy="64600"/>
            </a:xfrm>
            <a:custGeom>
              <a:rect b="b" l="l" r="r" t="t"/>
              <a:pathLst>
                <a:path extrusionOk="0" h="2472" w="502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8" name="Google Shape;24308;p97"/>
            <p:cNvSpPr/>
            <p:nvPr/>
          </p:nvSpPr>
          <p:spPr>
            <a:xfrm>
              <a:off x="6000389" y="2465932"/>
              <a:ext cx="69382" cy="64129"/>
            </a:xfrm>
            <a:custGeom>
              <a:rect b="b" l="l" r="r" t="t"/>
              <a:pathLst>
                <a:path extrusionOk="0" h="2454" w="2655">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9" name="Google Shape;24309;p97"/>
            <p:cNvSpPr/>
            <p:nvPr/>
          </p:nvSpPr>
          <p:spPr>
            <a:xfrm>
              <a:off x="5816703" y="2491333"/>
              <a:ext cx="77666" cy="38964"/>
            </a:xfrm>
            <a:custGeom>
              <a:rect b="b" l="l" r="r" t="t"/>
              <a:pathLst>
                <a:path extrusionOk="0" h="1491" w="2972">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0" name="Google Shape;24310;p97"/>
            <p:cNvSpPr/>
            <p:nvPr/>
          </p:nvSpPr>
          <p:spPr>
            <a:xfrm>
              <a:off x="5828751" y="2603990"/>
              <a:ext cx="175192" cy="72831"/>
            </a:xfrm>
            <a:custGeom>
              <a:rect b="b" l="l" r="r" t="t"/>
              <a:pathLst>
                <a:path extrusionOk="0" h="2787" w="6704">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1" name="Google Shape;24311;p97"/>
            <p:cNvSpPr/>
            <p:nvPr/>
          </p:nvSpPr>
          <p:spPr>
            <a:xfrm>
              <a:off x="5828751" y="2636316"/>
              <a:ext cx="175192" cy="40505"/>
            </a:xfrm>
            <a:custGeom>
              <a:rect b="b" l="l" r="r" t="t"/>
              <a:pathLst>
                <a:path extrusionOk="0" h="1550" w="6704">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2" name="Google Shape;24312;p97"/>
            <p:cNvSpPr/>
            <p:nvPr/>
          </p:nvSpPr>
          <p:spPr>
            <a:xfrm>
              <a:off x="5872993" y="2648624"/>
              <a:ext cx="86472" cy="16620"/>
            </a:xfrm>
            <a:custGeom>
              <a:rect b="b" l="l" r="r" t="t"/>
              <a:pathLst>
                <a:path extrusionOk="0" h="636" w="3309">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3" name="Google Shape;24313;p97"/>
            <p:cNvSpPr/>
            <p:nvPr/>
          </p:nvSpPr>
          <p:spPr>
            <a:xfrm>
              <a:off x="5920972" y="2616717"/>
              <a:ext cx="50540" cy="17404"/>
            </a:xfrm>
            <a:custGeom>
              <a:rect b="b" l="l" r="r" t="t"/>
              <a:pathLst>
                <a:path extrusionOk="0" h="666" w="1934">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4" name="Google Shape;24314;p97"/>
            <p:cNvSpPr/>
            <p:nvPr/>
          </p:nvSpPr>
          <p:spPr>
            <a:xfrm>
              <a:off x="5860920" y="2616717"/>
              <a:ext cx="50802" cy="17404"/>
            </a:xfrm>
            <a:custGeom>
              <a:rect b="b" l="l" r="r" t="t"/>
              <a:pathLst>
                <a:path extrusionOk="0" h="666" w="1944">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315" name="Google Shape;24315;p97"/>
          <p:cNvGrpSpPr/>
          <p:nvPr/>
        </p:nvGrpSpPr>
        <p:grpSpPr>
          <a:xfrm>
            <a:off x="4876405" y="1811344"/>
            <a:ext cx="360628" cy="331778"/>
            <a:chOff x="4877867" y="1995991"/>
            <a:chExt cx="360628" cy="331778"/>
          </a:xfrm>
        </p:grpSpPr>
        <p:sp>
          <p:nvSpPr>
            <p:cNvPr id="24316" name="Google Shape;24316;p97"/>
            <p:cNvSpPr/>
            <p:nvPr/>
          </p:nvSpPr>
          <p:spPr>
            <a:xfrm>
              <a:off x="5151527" y="2172699"/>
              <a:ext cx="17613" cy="155070"/>
            </a:xfrm>
            <a:custGeom>
              <a:rect b="b" l="l" r="r" t="t"/>
              <a:pathLst>
                <a:path extrusionOk="0" h="5934" w="674">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7" name="Google Shape;24317;p97"/>
            <p:cNvSpPr/>
            <p:nvPr/>
          </p:nvSpPr>
          <p:spPr>
            <a:xfrm>
              <a:off x="5155813" y="2172699"/>
              <a:ext cx="13328" cy="155070"/>
            </a:xfrm>
            <a:custGeom>
              <a:rect b="b" l="l" r="r" t="t"/>
              <a:pathLst>
                <a:path extrusionOk="0" h="5934" w="51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8" name="Google Shape;24318;p97"/>
            <p:cNvSpPr/>
            <p:nvPr/>
          </p:nvSpPr>
          <p:spPr>
            <a:xfrm>
              <a:off x="4941709" y="2135748"/>
              <a:ext cx="233206" cy="58877"/>
            </a:xfrm>
            <a:custGeom>
              <a:rect b="b" l="l" r="r" t="t"/>
              <a:pathLst>
                <a:path extrusionOk="0" h="2253" w="8924">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9" name="Google Shape;24319;p97"/>
            <p:cNvSpPr/>
            <p:nvPr/>
          </p:nvSpPr>
          <p:spPr>
            <a:xfrm>
              <a:off x="5217119" y="2012873"/>
              <a:ext cx="17613" cy="314897"/>
            </a:xfrm>
            <a:custGeom>
              <a:rect b="b" l="l" r="r" t="t"/>
              <a:pathLst>
                <a:path extrusionOk="0" h="12050" w="674">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0" name="Google Shape;24320;p97"/>
            <p:cNvSpPr/>
            <p:nvPr/>
          </p:nvSpPr>
          <p:spPr>
            <a:xfrm>
              <a:off x="5221379" y="2012873"/>
              <a:ext cx="13354" cy="314897"/>
            </a:xfrm>
            <a:custGeom>
              <a:rect b="b" l="l" r="r" t="t"/>
              <a:pathLst>
                <a:path extrusionOk="0" h="12050" w="511">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1" name="Google Shape;24321;p97"/>
            <p:cNvSpPr/>
            <p:nvPr/>
          </p:nvSpPr>
          <p:spPr>
            <a:xfrm>
              <a:off x="4877867" y="1995991"/>
              <a:ext cx="360393" cy="119478"/>
            </a:xfrm>
            <a:custGeom>
              <a:rect b="b" l="l" r="r" t="t"/>
              <a:pathLst>
                <a:path extrusionOk="0" h="4572" w="13791">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2" name="Google Shape;24322;p97"/>
            <p:cNvSpPr/>
            <p:nvPr/>
          </p:nvSpPr>
          <p:spPr>
            <a:xfrm>
              <a:off x="5138461" y="1997533"/>
              <a:ext cx="100035" cy="117675"/>
            </a:xfrm>
            <a:custGeom>
              <a:rect b="b" l="l" r="r" t="t"/>
              <a:pathLst>
                <a:path extrusionOk="0" h="4503" w="3828">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3" name="Google Shape;24323;p97"/>
            <p:cNvSpPr/>
            <p:nvPr/>
          </p:nvSpPr>
          <p:spPr>
            <a:xfrm>
              <a:off x="5085438" y="2010077"/>
              <a:ext cx="137222" cy="91568"/>
            </a:xfrm>
            <a:custGeom>
              <a:rect b="b" l="l" r="r" t="t"/>
              <a:pathLst>
                <a:path extrusionOk="0" h="3504" w="5251">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4" name="Google Shape;24324;p97"/>
            <p:cNvSpPr/>
            <p:nvPr/>
          </p:nvSpPr>
          <p:spPr>
            <a:xfrm>
              <a:off x="5089959" y="2014336"/>
              <a:ext cx="127683" cy="83023"/>
            </a:xfrm>
            <a:custGeom>
              <a:rect b="b" l="l" r="r" t="t"/>
              <a:pathLst>
                <a:path extrusionOk="0" h="3177" w="4886">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5" name="Google Shape;24325;p97"/>
            <p:cNvSpPr/>
            <p:nvPr/>
          </p:nvSpPr>
          <p:spPr>
            <a:xfrm>
              <a:off x="4893704" y="2009815"/>
              <a:ext cx="136987" cy="91568"/>
            </a:xfrm>
            <a:custGeom>
              <a:rect b="b" l="l" r="r" t="t"/>
              <a:pathLst>
                <a:path extrusionOk="0" h="3504" w="5242">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6" name="Google Shape;24326;p97"/>
            <p:cNvSpPr/>
            <p:nvPr/>
          </p:nvSpPr>
          <p:spPr>
            <a:xfrm>
              <a:off x="4898721" y="2014101"/>
              <a:ext cx="127683" cy="83023"/>
            </a:xfrm>
            <a:custGeom>
              <a:rect b="b" l="l" r="r" t="t"/>
              <a:pathLst>
                <a:path extrusionOk="0" h="3177" w="4886">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7" name="Google Shape;24327;p97"/>
            <p:cNvSpPr/>
            <p:nvPr/>
          </p:nvSpPr>
          <p:spPr>
            <a:xfrm>
              <a:off x="4940690" y="2017133"/>
              <a:ext cx="85479" cy="79939"/>
            </a:xfrm>
            <a:custGeom>
              <a:rect b="b" l="l" r="r" t="t"/>
              <a:pathLst>
                <a:path extrusionOk="0" h="3059" w="3271">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8" name="Google Shape;24328;p97"/>
            <p:cNvSpPr/>
            <p:nvPr/>
          </p:nvSpPr>
          <p:spPr>
            <a:xfrm>
              <a:off x="5139715" y="2014624"/>
              <a:ext cx="77431" cy="82500"/>
            </a:xfrm>
            <a:custGeom>
              <a:rect b="b" l="l" r="r" t="t"/>
              <a:pathLst>
                <a:path extrusionOk="0" h="3157" w="2963">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9" name="Google Shape;24329;p97"/>
            <p:cNvSpPr/>
            <p:nvPr/>
          </p:nvSpPr>
          <p:spPr>
            <a:xfrm>
              <a:off x="4969096" y="2146802"/>
              <a:ext cx="177675" cy="36716"/>
            </a:xfrm>
            <a:custGeom>
              <a:rect b="b" l="l" r="r" t="t"/>
              <a:pathLst>
                <a:path extrusionOk="0" h="1405" w="6799">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330" name="Google Shape;24330;p97"/>
          <p:cNvGrpSpPr/>
          <p:nvPr/>
        </p:nvGrpSpPr>
        <p:grpSpPr>
          <a:xfrm>
            <a:off x="7049427" y="2728856"/>
            <a:ext cx="363529" cy="339513"/>
            <a:chOff x="7050889" y="2913503"/>
            <a:chExt cx="363529" cy="339513"/>
          </a:xfrm>
        </p:grpSpPr>
        <p:sp>
          <p:nvSpPr>
            <p:cNvPr id="24331" name="Google Shape;24331;p97"/>
            <p:cNvSpPr/>
            <p:nvPr/>
          </p:nvSpPr>
          <p:spPr>
            <a:xfrm>
              <a:off x="7057814" y="2913503"/>
              <a:ext cx="217893" cy="268146"/>
            </a:xfrm>
            <a:custGeom>
              <a:rect b="b" l="l" r="r" t="t"/>
              <a:pathLst>
                <a:path extrusionOk="0" h="10261" w="8338">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2" name="Google Shape;24332;p97"/>
            <p:cNvSpPr/>
            <p:nvPr/>
          </p:nvSpPr>
          <p:spPr>
            <a:xfrm>
              <a:off x="7262118" y="2972223"/>
              <a:ext cx="152300" cy="280794"/>
            </a:xfrm>
            <a:custGeom>
              <a:rect b="b" l="l" r="r" t="t"/>
              <a:pathLst>
                <a:path extrusionOk="0" h="10745" w="5828">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3" name="Google Shape;24333;p97"/>
            <p:cNvSpPr/>
            <p:nvPr/>
          </p:nvSpPr>
          <p:spPr>
            <a:xfrm>
              <a:off x="7263373" y="3037136"/>
              <a:ext cx="151046" cy="214626"/>
            </a:xfrm>
            <a:custGeom>
              <a:rect b="b" l="l" r="r" t="t"/>
              <a:pathLst>
                <a:path extrusionOk="0" h="8213" w="578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4" name="Google Shape;24334;p97"/>
            <p:cNvSpPr/>
            <p:nvPr/>
          </p:nvSpPr>
          <p:spPr>
            <a:xfrm>
              <a:off x="7105323" y="2913739"/>
              <a:ext cx="170384" cy="97788"/>
            </a:xfrm>
            <a:custGeom>
              <a:rect b="b" l="l" r="r" t="t"/>
              <a:pathLst>
                <a:path extrusionOk="0" h="3742" w="6520">
                  <a:moveTo>
                    <a:pt x="6520" y="1"/>
                  </a:moveTo>
                  <a:lnTo>
                    <a:pt x="0" y="1443"/>
                  </a:lnTo>
                  <a:lnTo>
                    <a:pt x="0" y="3741"/>
                  </a:lnTo>
                  <a:lnTo>
                    <a:pt x="6520" y="2289"/>
                  </a:lnTo>
                  <a:lnTo>
                    <a:pt x="6520" y="1"/>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5" name="Google Shape;24335;p97"/>
            <p:cNvSpPr/>
            <p:nvPr/>
          </p:nvSpPr>
          <p:spPr>
            <a:xfrm>
              <a:off x="7082196" y="2913503"/>
              <a:ext cx="193511" cy="267884"/>
            </a:xfrm>
            <a:custGeom>
              <a:rect b="b" l="l" r="r" t="t"/>
              <a:pathLst>
                <a:path extrusionOk="0" h="10251" w="7405">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6" name="Google Shape;24336;p97"/>
            <p:cNvSpPr/>
            <p:nvPr/>
          </p:nvSpPr>
          <p:spPr>
            <a:xfrm>
              <a:off x="7354601" y="3215961"/>
              <a:ext cx="50775" cy="17195"/>
            </a:xfrm>
            <a:custGeom>
              <a:rect b="b" l="l" r="r" t="t"/>
              <a:pathLst>
                <a:path extrusionOk="0" h="658" w="1943">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7" name="Google Shape;24337;p97"/>
            <p:cNvSpPr/>
            <p:nvPr/>
          </p:nvSpPr>
          <p:spPr>
            <a:xfrm>
              <a:off x="7050889" y="3195813"/>
              <a:ext cx="197431" cy="26786"/>
            </a:xfrm>
            <a:custGeom>
              <a:rect b="b" l="l" r="r" t="t"/>
              <a:pathLst>
                <a:path extrusionOk="0" h="1025" w="7555">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8" name="Google Shape;24338;p97"/>
            <p:cNvSpPr/>
            <p:nvPr/>
          </p:nvSpPr>
          <p:spPr>
            <a:xfrm>
              <a:off x="7357371" y="3166361"/>
              <a:ext cx="47509" cy="16803"/>
            </a:xfrm>
            <a:custGeom>
              <a:rect b="b" l="l" r="r" t="t"/>
              <a:pathLst>
                <a:path extrusionOk="0" h="643" w="1818">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9" name="Google Shape;24339;p97"/>
            <p:cNvSpPr/>
            <p:nvPr/>
          </p:nvSpPr>
          <p:spPr>
            <a:xfrm>
              <a:off x="7145855" y="3147938"/>
              <a:ext cx="145872" cy="31464"/>
            </a:xfrm>
            <a:custGeom>
              <a:rect b="b" l="l" r="r" t="t"/>
              <a:pathLst>
                <a:path extrusionOk="0" h="1204" w="5582">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340" name="Google Shape;24340;p97"/>
          <p:cNvGrpSpPr/>
          <p:nvPr/>
        </p:nvGrpSpPr>
        <p:grpSpPr>
          <a:xfrm>
            <a:off x="7509437" y="1796814"/>
            <a:ext cx="372937" cy="360629"/>
            <a:chOff x="7510900" y="1981462"/>
            <a:chExt cx="372937" cy="360629"/>
          </a:xfrm>
        </p:grpSpPr>
        <p:sp>
          <p:nvSpPr>
            <p:cNvPr id="24341" name="Google Shape;24341;p97"/>
            <p:cNvSpPr/>
            <p:nvPr/>
          </p:nvSpPr>
          <p:spPr>
            <a:xfrm>
              <a:off x="7617207" y="2027455"/>
              <a:ext cx="160584" cy="264121"/>
            </a:xfrm>
            <a:custGeom>
              <a:rect b="b" l="l" r="r" t="t"/>
              <a:pathLst>
                <a:path extrusionOk="0" h="10107" w="6145">
                  <a:moveTo>
                    <a:pt x="0" y="0"/>
                  </a:moveTo>
                  <a:lnTo>
                    <a:pt x="0" y="10106"/>
                  </a:lnTo>
                  <a:lnTo>
                    <a:pt x="6145" y="10106"/>
                  </a:lnTo>
                  <a:lnTo>
                    <a:pt x="6145"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2" name="Google Shape;24342;p97"/>
            <p:cNvSpPr/>
            <p:nvPr/>
          </p:nvSpPr>
          <p:spPr>
            <a:xfrm>
              <a:off x="7739585" y="2027455"/>
              <a:ext cx="38206" cy="264121"/>
            </a:xfrm>
            <a:custGeom>
              <a:rect b="b" l="l" r="r" t="t"/>
              <a:pathLst>
                <a:path extrusionOk="0" h="10107" w="1462">
                  <a:moveTo>
                    <a:pt x="0" y="0"/>
                  </a:moveTo>
                  <a:lnTo>
                    <a:pt x="0" y="10106"/>
                  </a:lnTo>
                  <a:lnTo>
                    <a:pt x="1462" y="10106"/>
                  </a:lnTo>
                  <a:lnTo>
                    <a:pt x="1462"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3" name="Google Shape;24343;p97"/>
            <p:cNvSpPr/>
            <p:nvPr/>
          </p:nvSpPr>
          <p:spPr>
            <a:xfrm>
              <a:off x="7576231" y="2011619"/>
              <a:ext cx="243529" cy="64861"/>
            </a:xfrm>
            <a:custGeom>
              <a:rect b="b" l="l" r="r" t="t"/>
              <a:pathLst>
                <a:path extrusionOk="0" h="2482" w="9319">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4" name="Google Shape;24344;p97"/>
            <p:cNvSpPr/>
            <p:nvPr/>
          </p:nvSpPr>
          <p:spPr>
            <a:xfrm>
              <a:off x="7576231" y="2011619"/>
              <a:ext cx="243529" cy="63842"/>
            </a:xfrm>
            <a:custGeom>
              <a:rect b="b" l="l" r="r" t="t"/>
              <a:pathLst>
                <a:path extrusionOk="0" h="2443" w="9319">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5" name="Google Shape;24345;p97"/>
            <p:cNvSpPr/>
            <p:nvPr/>
          </p:nvSpPr>
          <p:spPr>
            <a:xfrm>
              <a:off x="7510900" y="1981462"/>
              <a:ext cx="372937" cy="92169"/>
            </a:xfrm>
            <a:custGeom>
              <a:rect b="b" l="l" r="r" t="t"/>
              <a:pathLst>
                <a:path extrusionOk="0" h="3527" w="14271">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6" name="Google Shape;24346;p97"/>
            <p:cNvSpPr/>
            <p:nvPr/>
          </p:nvSpPr>
          <p:spPr>
            <a:xfrm>
              <a:off x="7785056" y="1981462"/>
              <a:ext cx="88746" cy="91986"/>
            </a:xfrm>
            <a:custGeom>
              <a:rect b="b" l="l" r="r" t="t"/>
              <a:pathLst>
                <a:path extrusionOk="0" h="3520" w="3396">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7" name="Google Shape;24347;p97"/>
            <p:cNvSpPr/>
            <p:nvPr/>
          </p:nvSpPr>
          <p:spPr>
            <a:xfrm>
              <a:off x="7553365" y="2027455"/>
              <a:ext cx="64861" cy="46124"/>
            </a:xfrm>
            <a:custGeom>
              <a:rect b="b" l="l" r="r" t="t"/>
              <a:pathLst>
                <a:path extrusionOk="0" h="1765" w="2482">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8" name="Google Shape;24348;p97"/>
            <p:cNvSpPr/>
            <p:nvPr/>
          </p:nvSpPr>
          <p:spPr>
            <a:xfrm>
              <a:off x="7584280" y="2275478"/>
              <a:ext cx="226438" cy="40479"/>
            </a:xfrm>
            <a:custGeom>
              <a:rect b="b" l="l" r="r" t="t"/>
              <a:pathLst>
                <a:path extrusionOk="0" h="1549" w="8665">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9" name="Google Shape;24349;p97"/>
            <p:cNvSpPr/>
            <p:nvPr/>
          </p:nvSpPr>
          <p:spPr>
            <a:xfrm>
              <a:off x="7584018" y="2275478"/>
              <a:ext cx="226438" cy="40479"/>
            </a:xfrm>
            <a:custGeom>
              <a:rect b="b" l="l" r="r" t="t"/>
              <a:pathLst>
                <a:path extrusionOk="0" h="1549" w="8665">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0" name="Google Shape;24350;p97"/>
            <p:cNvSpPr/>
            <p:nvPr/>
          </p:nvSpPr>
          <p:spPr>
            <a:xfrm>
              <a:off x="7549837" y="2308876"/>
              <a:ext cx="295062" cy="33214"/>
            </a:xfrm>
            <a:custGeom>
              <a:rect b="b" l="l" r="r" t="t"/>
              <a:pathLst>
                <a:path extrusionOk="0" h="1271" w="11291">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1" name="Google Shape;24351;p97"/>
            <p:cNvSpPr/>
            <p:nvPr/>
          </p:nvSpPr>
          <p:spPr>
            <a:xfrm>
              <a:off x="7549837" y="2308641"/>
              <a:ext cx="295062" cy="33450"/>
            </a:xfrm>
            <a:custGeom>
              <a:rect b="b" l="l" r="r" t="t"/>
              <a:pathLst>
                <a:path extrusionOk="0" h="1280" w="11291">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2" name="Google Shape;24352;p97"/>
            <p:cNvSpPr/>
            <p:nvPr/>
          </p:nvSpPr>
          <p:spPr>
            <a:xfrm>
              <a:off x="7550098" y="2006078"/>
              <a:ext cx="42988" cy="42753"/>
            </a:xfrm>
            <a:custGeom>
              <a:rect b="b" l="l" r="r" t="t"/>
              <a:pathLst>
                <a:path extrusionOk="0" h="1636" w="1645">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3" name="Google Shape;24353;p97"/>
            <p:cNvSpPr/>
            <p:nvPr/>
          </p:nvSpPr>
          <p:spPr>
            <a:xfrm>
              <a:off x="7801885" y="2006078"/>
              <a:ext cx="42753" cy="42753"/>
            </a:xfrm>
            <a:custGeom>
              <a:rect b="b" l="l" r="r" t="t"/>
              <a:pathLst>
                <a:path extrusionOk="0" h="1636" w="1636">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4" name="Google Shape;24354;p97"/>
            <p:cNvSpPr/>
            <p:nvPr/>
          </p:nvSpPr>
          <p:spPr>
            <a:xfrm>
              <a:off x="7642816" y="2097804"/>
              <a:ext cx="20906" cy="153319"/>
            </a:xfrm>
            <a:custGeom>
              <a:rect b="b" l="l" r="r" t="t"/>
              <a:pathLst>
                <a:path extrusionOk="0" h="5867" w="80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5" name="Google Shape;24355;p97"/>
            <p:cNvSpPr/>
            <p:nvPr/>
          </p:nvSpPr>
          <p:spPr>
            <a:xfrm>
              <a:off x="7687059" y="2097804"/>
              <a:ext cx="20880" cy="153319"/>
            </a:xfrm>
            <a:custGeom>
              <a:rect b="b" l="l" r="r" t="t"/>
              <a:pathLst>
                <a:path extrusionOk="0" h="5867" w="799">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6" name="Google Shape;24356;p97"/>
            <p:cNvSpPr/>
            <p:nvPr/>
          </p:nvSpPr>
          <p:spPr>
            <a:xfrm>
              <a:off x="7731275" y="2097804"/>
              <a:ext cx="20880" cy="153319"/>
            </a:xfrm>
            <a:custGeom>
              <a:rect b="b" l="l" r="r" t="t"/>
              <a:pathLst>
                <a:path extrusionOk="0" h="5867" w="799">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357" name="Google Shape;24357;p97"/>
          <p:cNvGrpSpPr/>
          <p:nvPr/>
        </p:nvGrpSpPr>
        <p:grpSpPr>
          <a:xfrm>
            <a:off x="6598014" y="2733612"/>
            <a:ext cx="360629" cy="329975"/>
            <a:chOff x="6599476" y="2918260"/>
            <a:chExt cx="360629" cy="329975"/>
          </a:xfrm>
        </p:grpSpPr>
        <p:sp>
          <p:nvSpPr>
            <p:cNvPr id="24358" name="Google Shape;24358;p97"/>
            <p:cNvSpPr/>
            <p:nvPr/>
          </p:nvSpPr>
          <p:spPr>
            <a:xfrm>
              <a:off x="6604990" y="2918521"/>
              <a:ext cx="349313" cy="329714"/>
            </a:xfrm>
            <a:custGeom>
              <a:rect b="b" l="l" r="r" t="t"/>
              <a:pathLst>
                <a:path extrusionOk="0" h="12617" w="13367">
                  <a:moveTo>
                    <a:pt x="1" y="0"/>
                  </a:moveTo>
                  <a:lnTo>
                    <a:pt x="1" y="12617"/>
                  </a:lnTo>
                  <a:lnTo>
                    <a:pt x="13367" y="12617"/>
                  </a:lnTo>
                  <a:lnTo>
                    <a:pt x="13367"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9" name="Google Shape;24359;p97"/>
            <p:cNvSpPr/>
            <p:nvPr/>
          </p:nvSpPr>
          <p:spPr>
            <a:xfrm>
              <a:off x="6604990" y="2918521"/>
              <a:ext cx="349078" cy="329714"/>
            </a:xfrm>
            <a:custGeom>
              <a:rect b="b" l="l" r="r" t="t"/>
              <a:pathLst>
                <a:path extrusionOk="0" h="12617" w="13358">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0" name="Google Shape;24360;p97"/>
            <p:cNvSpPr/>
            <p:nvPr/>
          </p:nvSpPr>
          <p:spPr>
            <a:xfrm>
              <a:off x="6604990" y="3145926"/>
              <a:ext cx="349313" cy="102309"/>
            </a:xfrm>
            <a:custGeom>
              <a:rect b="b" l="l" r="r" t="t"/>
              <a:pathLst>
                <a:path extrusionOk="0" h="3915" w="13367">
                  <a:moveTo>
                    <a:pt x="1" y="1"/>
                  </a:moveTo>
                  <a:lnTo>
                    <a:pt x="1" y="3915"/>
                  </a:lnTo>
                  <a:lnTo>
                    <a:pt x="13367" y="3915"/>
                  </a:lnTo>
                  <a:lnTo>
                    <a:pt x="13367" y="1"/>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1" name="Google Shape;24361;p97"/>
            <p:cNvSpPr/>
            <p:nvPr/>
          </p:nvSpPr>
          <p:spPr>
            <a:xfrm>
              <a:off x="6604990" y="3145926"/>
              <a:ext cx="277449" cy="29687"/>
            </a:xfrm>
            <a:custGeom>
              <a:rect b="b" l="l" r="r" t="t"/>
              <a:pathLst>
                <a:path extrusionOk="0" h="1136" w="10617">
                  <a:moveTo>
                    <a:pt x="1" y="1"/>
                  </a:moveTo>
                  <a:lnTo>
                    <a:pt x="1" y="1136"/>
                  </a:lnTo>
                  <a:lnTo>
                    <a:pt x="8963" y="1136"/>
                  </a:lnTo>
                  <a:cubicBezTo>
                    <a:pt x="9694" y="1136"/>
                    <a:pt x="10357" y="684"/>
                    <a:pt x="10617"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2" name="Google Shape;24362;p97"/>
            <p:cNvSpPr/>
            <p:nvPr/>
          </p:nvSpPr>
          <p:spPr>
            <a:xfrm>
              <a:off x="6604990" y="2918260"/>
              <a:ext cx="150811" cy="329975"/>
            </a:xfrm>
            <a:custGeom>
              <a:rect b="b" l="l" r="r" t="t"/>
              <a:pathLst>
                <a:path extrusionOk="0" h="12627" w="5771">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3" name="Google Shape;24363;p97"/>
            <p:cNvSpPr/>
            <p:nvPr/>
          </p:nvSpPr>
          <p:spPr>
            <a:xfrm>
              <a:off x="6604990" y="2918521"/>
              <a:ext cx="54800" cy="329714"/>
            </a:xfrm>
            <a:custGeom>
              <a:rect b="b" l="l" r="r" t="t"/>
              <a:pathLst>
                <a:path extrusionOk="0" h="12617" w="2097">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4" name="Google Shape;24364;p97"/>
            <p:cNvSpPr/>
            <p:nvPr/>
          </p:nvSpPr>
          <p:spPr>
            <a:xfrm>
              <a:off x="6615051" y="2918521"/>
              <a:ext cx="140750" cy="329714"/>
            </a:xfrm>
            <a:custGeom>
              <a:rect b="b" l="l" r="r" t="t"/>
              <a:pathLst>
                <a:path extrusionOk="0" h="12617" w="5386">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5" name="Google Shape;24365;p97"/>
            <p:cNvSpPr/>
            <p:nvPr/>
          </p:nvSpPr>
          <p:spPr>
            <a:xfrm>
              <a:off x="6599476" y="3080359"/>
              <a:ext cx="46516" cy="21638"/>
            </a:xfrm>
            <a:custGeom>
              <a:rect b="b" l="l" r="r" t="t"/>
              <a:pathLst>
                <a:path extrusionOk="0" h="828" w="178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6" name="Google Shape;24366;p97"/>
            <p:cNvSpPr/>
            <p:nvPr/>
          </p:nvSpPr>
          <p:spPr>
            <a:xfrm>
              <a:off x="6803519" y="2918260"/>
              <a:ext cx="150785" cy="329975"/>
            </a:xfrm>
            <a:custGeom>
              <a:rect b="b" l="l" r="r" t="t"/>
              <a:pathLst>
                <a:path extrusionOk="0" h="12627" w="577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7" name="Google Shape;24367;p97"/>
            <p:cNvSpPr/>
            <p:nvPr/>
          </p:nvSpPr>
          <p:spPr>
            <a:xfrm>
              <a:off x="6899765" y="2918521"/>
              <a:ext cx="54539" cy="329714"/>
            </a:xfrm>
            <a:custGeom>
              <a:rect b="b" l="l" r="r" t="t"/>
              <a:pathLst>
                <a:path extrusionOk="0" h="12617" w="2087">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8" name="Google Shape;24368;p97"/>
            <p:cNvSpPr/>
            <p:nvPr/>
          </p:nvSpPr>
          <p:spPr>
            <a:xfrm>
              <a:off x="6803519" y="2918521"/>
              <a:ext cx="140750" cy="329714"/>
            </a:xfrm>
            <a:custGeom>
              <a:rect b="b" l="l" r="r" t="t"/>
              <a:pathLst>
                <a:path extrusionOk="0" h="12617" w="5386">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9" name="Google Shape;24369;p97"/>
            <p:cNvSpPr/>
            <p:nvPr/>
          </p:nvSpPr>
          <p:spPr>
            <a:xfrm>
              <a:off x="6913328" y="3080359"/>
              <a:ext cx="46777" cy="21638"/>
            </a:xfrm>
            <a:custGeom>
              <a:rect b="b" l="l" r="r" t="t"/>
              <a:pathLst>
                <a:path extrusionOk="0" h="828" w="179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0" name="Google Shape;24370;p97"/>
            <p:cNvSpPr/>
            <p:nvPr/>
          </p:nvSpPr>
          <p:spPr>
            <a:xfrm>
              <a:off x="6913328" y="3085873"/>
              <a:ext cx="46777" cy="16124"/>
            </a:xfrm>
            <a:custGeom>
              <a:rect b="b" l="l" r="r" t="t"/>
              <a:pathLst>
                <a:path extrusionOk="0" h="617" w="179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1" name="Google Shape;24371;p97"/>
            <p:cNvSpPr/>
            <p:nvPr/>
          </p:nvSpPr>
          <p:spPr>
            <a:xfrm>
              <a:off x="6881420" y="3101971"/>
              <a:ext cx="58066" cy="146264"/>
            </a:xfrm>
            <a:custGeom>
              <a:rect b="b" l="l" r="r" t="t"/>
              <a:pathLst>
                <a:path extrusionOk="0" h="5597" w="2222">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2" name="Google Shape;24372;p97"/>
            <p:cNvSpPr/>
            <p:nvPr/>
          </p:nvSpPr>
          <p:spPr>
            <a:xfrm>
              <a:off x="6599476" y="3085873"/>
              <a:ext cx="46516" cy="16124"/>
            </a:xfrm>
            <a:custGeom>
              <a:rect b="b" l="l" r="r" t="t"/>
              <a:pathLst>
                <a:path extrusionOk="0" h="617" w="178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3" name="Google Shape;24373;p97"/>
            <p:cNvSpPr/>
            <p:nvPr/>
          </p:nvSpPr>
          <p:spPr>
            <a:xfrm>
              <a:off x="6619834" y="3101971"/>
              <a:ext cx="58302" cy="146264"/>
            </a:xfrm>
            <a:custGeom>
              <a:rect b="b" l="l" r="r" t="t"/>
              <a:pathLst>
                <a:path extrusionOk="0" h="5597" w="2231">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4" name="Google Shape;24374;p97"/>
            <p:cNvSpPr/>
            <p:nvPr/>
          </p:nvSpPr>
          <p:spPr>
            <a:xfrm>
              <a:off x="6604990" y="2918521"/>
              <a:ext cx="349313" cy="53807"/>
            </a:xfrm>
            <a:custGeom>
              <a:rect b="b" l="l" r="r" t="t"/>
              <a:pathLst>
                <a:path extrusionOk="0" h="2059" w="13367">
                  <a:moveTo>
                    <a:pt x="1" y="0"/>
                  </a:moveTo>
                  <a:cubicBezTo>
                    <a:pt x="1" y="933"/>
                    <a:pt x="3001" y="2058"/>
                    <a:pt x="6684" y="2058"/>
                  </a:cubicBezTo>
                  <a:cubicBezTo>
                    <a:pt x="10376" y="2058"/>
                    <a:pt x="13367" y="933"/>
                    <a:pt x="13367"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5" name="Google Shape;24375;p97"/>
            <p:cNvSpPr/>
            <p:nvPr/>
          </p:nvSpPr>
          <p:spPr>
            <a:xfrm>
              <a:off x="6717073"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6" name="Google Shape;24376;p97"/>
            <p:cNvSpPr/>
            <p:nvPr/>
          </p:nvSpPr>
          <p:spPr>
            <a:xfrm>
              <a:off x="6654250"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7" name="Google Shape;24377;p97"/>
            <p:cNvSpPr/>
            <p:nvPr/>
          </p:nvSpPr>
          <p:spPr>
            <a:xfrm>
              <a:off x="6669825"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8" name="Google Shape;24378;p97"/>
            <p:cNvSpPr/>
            <p:nvPr/>
          </p:nvSpPr>
          <p:spPr>
            <a:xfrm>
              <a:off x="6732648"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9" name="Google Shape;24379;p97"/>
            <p:cNvSpPr/>
            <p:nvPr/>
          </p:nvSpPr>
          <p:spPr>
            <a:xfrm>
              <a:off x="6779634" y="3195447"/>
              <a:ext cx="62849" cy="52788"/>
            </a:xfrm>
            <a:custGeom>
              <a:rect b="b" l="l" r="r" t="t"/>
              <a:pathLst>
                <a:path extrusionOk="0" h="2020" w="2405">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0" name="Google Shape;24380;p97"/>
            <p:cNvSpPr/>
            <p:nvPr/>
          </p:nvSpPr>
          <p:spPr>
            <a:xfrm>
              <a:off x="6842221" y="3195447"/>
              <a:ext cx="62849" cy="52788"/>
            </a:xfrm>
            <a:custGeom>
              <a:rect b="b" l="l" r="r" t="t"/>
              <a:pathLst>
                <a:path extrusionOk="0" h="2020" w="2405">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1" name="Google Shape;24381;p97"/>
            <p:cNvSpPr/>
            <p:nvPr/>
          </p:nvSpPr>
          <p:spPr>
            <a:xfrm>
              <a:off x="6795235" y="3195447"/>
              <a:ext cx="47248" cy="52552"/>
            </a:xfrm>
            <a:custGeom>
              <a:rect b="b" l="l" r="r" t="t"/>
              <a:pathLst>
                <a:path extrusionOk="0" h="2011" w="1808">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2" name="Google Shape;24382;p97"/>
            <p:cNvSpPr/>
            <p:nvPr/>
          </p:nvSpPr>
          <p:spPr>
            <a:xfrm>
              <a:off x="6858057" y="3195447"/>
              <a:ext cx="47012" cy="52552"/>
            </a:xfrm>
            <a:custGeom>
              <a:rect b="b" l="l" r="r" t="t"/>
              <a:pathLst>
                <a:path extrusionOk="0" h="2011" w="1799">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383" name="Google Shape;24383;p97"/>
          <p:cNvGrpSpPr/>
          <p:nvPr/>
        </p:nvGrpSpPr>
        <p:grpSpPr>
          <a:xfrm>
            <a:off x="5289037" y="2296886"/>
            <a:ext cx="360628" cy="247292"/>
            <a:chOff x="5290499" y="2481533"/>
            <a:chExt cx="360628" cy="247292"/>
          </a:xfrm>
        </p:grpSpPr>
        <p:sp>
          <p:nvSpPr>
            <p:cNvPr id="24384" name="Google Shape;24384;p97"/>
            <p:cNvSpPr/>
            <p:nvPr/>
          </p:nvSpPr>
          <p:spPr>
            <a:xfrm>
              <a:off x="5540013" y="2624008"/>
              <a:ext cx="76673" cy="48763"/>
            </a:xfrm>
            <a:custGeom>
              <a:rect b="b" l="l" r="r" t="t"/>
              <a:pathLst>
                <a:path extrusionOk="0" h="1866" w="2934">
                  <a:moveTo>
                    <a:pt x="1" y="0"/>
                  </a:moveTo>
                  <a:lnTo>
                    <a:pt x="1" y="1866"/>
                  </a:lnTo>
                  <a:lnTo>
                    <a:pt x="2934" y="1866"/>
                  </a:lnTo>
                  <a:lnTo>
                    <a:pt x="2934" y="0"/>
                  </a:ln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5" name="Google Shape;24385;p97"/>
            <p:cNvSpPr/>
            <p:nvPr/>
          </p:nvSpPr>
          <p:spPr>
            <a:xfrm>
              <a:off x="5540013" y="2648389"/>
              <a:ext cx="76673" cy="24382"/>
            </a:xfrm>
            <a:custGeom>
              <a:rect b="b" l="l" r="r" t="t"/>
              <a:pathLst>
                <a:path extrusionOk="0" h="933" w="2934">
                  <a:moveTo>
                    <a:pt x="1" y="0"/>
                  </a:moveTo>
                  <a:lnTo>
                    <a:pt x="1" y="933"/>
                  </a:lnTo>
                  <a:lnTo>
                    <a:pt x="2934" y="933"/>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6" name="Google Shape;24386;p97"/>
            <p:cNvSpPr/>
            <p:nvPr/>
          </p:nvSpPr>
          <p:spPr>
            <a:xfrm>
              <a:off x="5597582" y="2591290"/>
              <a:ext cx="53545" cy="114121"/>
            </a:xfrm>
            <a:custGeom>
              <a:rect b="b" l="l" r="r" t="t"/>
              <a:pathLst>
                <a:path extrusionOk="0" h="4367" w="2049">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7" name="Google Shape;24387;p97"/>
            <p:cNvSpPr/>
            <p:nvPr/>
          </p:nvSpPr>
          <p:spPr>
            <a:xfrm>
              <a:off x="5317886" y="2567980"/>
              <a:ext cx="246037" cy="160584"/>
            </a:xfrm>
            <a:custGeom>
              <a:rect b="b" l="l" r="r" t="t"/>
              <a:pathLst>
                <a:path extrusionOk="0" h="6145" w="9415">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8" name="Google Shape;24388;p97"/>
            <p:cNvSpPr/>
            <p:nvPr/>
          </p:nvSpPr>
          <p:spPr>
            <a:xfrm>
              <a:off x="5317886" y="2567980"/>
              <a:ext cx="246037" cy="160846"/>
            </a:xfrm>
            <a:custGeom>
              <a:rect b="b" l="l" r="r" t="t"/>
              <a:pathLst>
                <a:path extrusionOk="0" h="6155" w="9415">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9" name="Google Shape;24389;p97"/>
            <p:cNvSpPr/>
            <p:nvPr/>
          </p:nvSpPr>
          <p:spPr>
            <a:xfrm>
              <a:off x="5290499" y="2481533"/>
              <a:ext cx="146760" cy="147021"/>
            </a:xfrm>
            <a:custGeom>
              <a:rect b="b" l="l" r="r" t="t"/>
              <a:pathLst>
                <a:path extrusionOk="0" h="5626" w="5616">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0" name="Google Shape;24390;p97"/>
            <p:cNvSpPr/>
            <p:nvPr/>
          </p:nvSpPr>
          <p:spPr>
            <a:xfrm>
              <a:off x="5311850" y="2503145"/>
              <a:ext cx="132701" cy="125279"/>
            </a:xfrm>
            <a:custGeom>
              <a:rect b="b" l="l" r="r" t="t"/>
              <a:pathLst>
                <a:path extrusionOk="0" h="4794" w="5078">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1" name="Google Shape;24391;p97"/>
            <p:cNvSpPr/>
            <p:nvPr/>
          </p:nvSpPr>
          <p:spPr>
            <a:xfrm>
              <a:off x="5476693" y="2650401"/>
              <a:ext cx="53807" cy="53781"/>
            </a:xfrm>
            <a:custGeom>
              <a:rect b="b" l="l" r="r" t="t"/>
              <a:pathLst>
                <a:path extrusionOk="0" h="2058" w="2059">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2" name="Google Shape;24392;p97"/>
            <p:cNvSpPr/>
            <p:nvPr/>
          </p:nvSpPr>
          <p:spPr>
            <a:xfrm>
              <a:off x="5330953" y="2530401"/>
              <a:ext cx="57570" cy="49155"/>
            </a:xfrm>
            <a:custGeom>
              <a:rect b="b" l="l" r="r" t="t"/>
              <a:pathLst>
                <a:path extrusionOk="0" h="1881" w="2203">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3" name="Google Shape;24393;p97"/>
            <p:cNvSpPr/>
            <p:nvPr/>
          </p:nvSpPr>
          <p:spPr>
            <a:xfrm>
              <a:off x="5456598" y="2498624"/>
              <a:ext cx="112866" cy="112840"/>
            </a:xfrm>
            <a:custGeom>
              <a:rect b="b" l="l" r="r" t="t"/>
              <a:pathLst>
                <a:path extrusionOk="0" h="4318" w="4319">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4" name="Google Shape;24394;p97"/>
            <p:cNvSpPr/>
            <p:nvPr/>
          </p:nvSpPr>
          <p:spPr>
            <a:xfrm>
              <a:off x="5473427" y="2515192"/>
              <a:ext cx="101551" cy="96272"/>
            </a:xfrm>
            <a:custGeom>
              <a:rect b="b" l="l" r="r" t="t"/>
              <a:pathLst>
                <a:path extrusionOk="0" h="3684" w="3886">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5" name="Google Shape;24395;p97"/>
            <p:cNvSpPr/>
            <p:nvPr/>
          </p:nvSpPr>
          <p:spPr>
            <a:xfrm>
              <a:off x="5493026" y="2539992"/>
              <a:ext cx="35200" cy="30261"/>
            </a:xfrm>
            <a:custGeom>
              <a:rect b="b" l="l" r="r" t="t"/>
              <a:pathLst>
                <a:path extrusionOk="0" h="1158" w="1347">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6" name="Google Shape;24396;p97"/>
            <p:cNvSpPr/>
            <p:nvPr/>
          </p:nvSpPr>
          <p:spPr>
            <a:xfrm>
              <a:off x="5384890" y="2509782"/>
              <a:ext cx="26603" cy="22160"/>
            </a:xfrm>
            <a:custGeom>
              <a:rect b="b" l="l" r="r" t="t"/>
              <a:pathLst>
                <a:path extrusionOk="0" h="848" w="1018">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7" name="Google Shape;24397;p97"/>
            <p:cNvSpPr/>
            <p:nvPr/>
          </p:nvSpPr>
          <p:spPr>
            <a:xfrm>
              <a:off x="5316109" y="2578276"/>
              <a:ext cx="26760" cy="22134"/>
            </a:xfrm>
            <a:custGeom>
              <a:rect b="b" l="l" r="r" t="t"/>
              <a:pathLst>
                <a:path extrusionOk="0" h="847" w="1024">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8" name="Google Shape;24398;p97"/>
            <p:cNvSpPr/>
            <p:nvPr/>
          </p:nvSpPr>
          <p:spPr>
            <a:xfrm>
              <a:off x="5384916" y="2578276"/>
              <a:ext cx="26551" cy="22134"/>
            </a:xfrm>
            <a:custGeom>
              <a:rect b="b" l="l" r="r" t="t"/>
              <a:pathLst>
                <a:path extrusionOk="0" h="847" w="1016">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9" name="Google Shape;24399;p97"/>
            <p:cNvSpPr/>
            <p:nvPr/>
          </p:nvSpPr>
          <p:spPr>
            <a:xfrm>
              <a:off x="5316083" y="2509782"/>
              <a:ext cx="26786" cy="22160"/>
            </a:xfrm>
            <a:custGeom>
              <a:rect b="b" l="l" r="r" t="t"/>
              <a:pathLst>
                <a:path extrusionOk="0" h="848" w="1025">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0" name="Google Shape;24400;p97"/>
            <p:cNvSpPr/>
            <p:nvPr/>
          </p:nvSpPr>
          <p:spPr>
            <a:xfrm>
              <a:off x="5528802" y="2520340"/>
              <a:ext cx="21324" cy="17012"/>
            </a:xfrm>
            <a:custGeom>
              <a:rect b="b" l="l" r="r" t="t"/>
              <a:pathLst>
                <a:path extrusionOk="0" h="651" w="816">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1" name="Google Shape;24401;p97"/>
            <p:cNvSpPr/>
            <p:nvPr/>
          </p:nvSpPr>
          <p:spPr>
            <a:xfrm>
              <a:off x="5476119" y="2572736"/>
              <a:ext cx="21533" cy="17117"/>
            </a:xfrm>
            <a:custGeom>
              <a:rect b="b" l="l" r="r" t="t"/>
              <a:pathLst>
                <a:path extrusionOk="0" h="655" w="824">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2" name="Google Shape;24402;p97"/>
            <p:cNvSpPr/>
            <p:nvPr/>
          </p:nvSpPr>
          <p:spPr>
            <a:xfrm>
              <a:off x="5528462" y="2572736"/>
              <a:ext cx="21664" cy="17117"/>
            </a:xfrm>
            <a:custGeom>
              <a:rect b="b" l="l" r="r" t="t"/>
              <a:pathLst>
                <a:path extrusionOk="0" h="655" w="829">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3" name="Google Shape;24403;p97"/>
            <p:cNvSpPr/>
            <p:nvPr/>
          </p:nvSpPr>
          <p:spPr>
            <a:xfrm>
              <a:off x="5476092" y="2520340"/>
              <a:ext cx="21612" cy="17117"/>
            </a:xfrm>
            <a:custGeom>
              <a:rect b="b" l="l" r="r" t="t"/>
              <a:pathLst>
                <a:path extrusionOk="0" h="655" w="827">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4" name="Google Shape;24404;p97"/>
            <p:cNvSpPr/>
            <p:nvPr/>
          </p:nvSpPr>
          <p:spPr>
            <a:xfrm>
              <a:off x="5339994" y="2645123"/>
              <a:ext cx="104556" cy="10819"/>
            </a:xfrm>
            <a:custGeom>
              <a:rect b="b" l="l" r="r" t="t"/>
              <a:pathLst>
                <a:path extrusionOk="0" h="414" w="4001">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5" name="Google Shape;24405;p97"/>
            <p:cNvSpPr/>
            <p:nvPr/>
          </p:nvSpPr>
          <p:spPr>
            <a:xfrm>
              <a:off x="5339994" y="2698642"/>
              <a:ext cx="104556" cy="11080"/>
            </a:xfrm>
            <a:custGeom>
              <a:rect b="b" l="l" r="r" t="t"/>
              <a:pathLst>
                <a:path extrusionOk="0" h="424" w="4001">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6" name="Google Shape;24406;p97"/>
            <p:cNvSpPr/>
            <p:nvPr/>
          </p:nvSpPr>
          <p:spPr>
            <a:xfrm>
              <a:off x="5339994" y="2671752"/>
              <a:ext cx="104556" cy="11080"/>
            </a:xfrm>
            <a:custGeom>
              <a:rect b="b" l="l" r="r" t="t"/>
              <a:pathLst>
                <a:path extrusionOk="0" h="424" w="4001">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7" name="Google Shape;24407;p97"/>
            <p:cNvSpPr/>
            <p:nvPr/>
          </p:nvSpPr>
          <p:spPr>
            <a:xfrm>
              <a:off x="5503584" y="2650401"/>
              <a:ext cx="26916" cy="53781"/>
            </a:xfrm>
            <a:custGeom>
              <a:rect b="b" l="l" r="r" t="t"/>
              <a:pathLst>
                <a:path extrusionOk="0" h="2058" w="103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8" name="Google Shape;24408;p97"/>
            <p:cNvSpPr/>
            <p:nvPr/>
          </p:nvSpPr>
          <p:spPr>
            <a:xfrm>
              <a:off x="5597582" y="2648128"/>
              <a:ext cx="53545" cy="57282"/>
            </a:xfrm>
            <a:custGeom>
              <a:rect b="b" l="l" r="r" t="t"/>
              <a:pathLst>
                <a:path extrusionOk="0" h="2192" w="2049">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9" name="Google Shape;24409;p97"/>
            <p:cNvSpPr/>
            <p:nvPr/>
          </p:nvSpPr>
          <p:spPr>
            <a:xfrm>
              <a:off x="5363879" y="2530532"/>
              <a:ext cx="23650" cy="49025"/>
            </a:xfrm>
            <a:custGeom>
              <a:rect b="b" l="l" r="r" t="t"/>
              <a:pathLst>
                <a:path extrusionOk="0" h="1876" w="905">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0" name="Google Shape;24410;p97"/>
            <p:cNvSpPr/>
            <p:nvPr/>
          </p:nvSpPr>
          <p:spPr>
            <a:xfrm>
              <a:off x="5513148" y="2540070"/>
              <a:ext cx="15078" cy="29948"/>
            </a:xfrm>
            <a:custGeom>
              <a:rect b="b" l="l" r="r" t="t"/>
              <a:pathLst>
                <a:path extrusionOk="0" h="1146" w="577">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11" name="Google Shape;24411;p97"/>
          <p:cNvGrpSpPr/>
          <p:nvPr/>
        </p:nvGrpSpPr>
        <p:grpSpPr>
          <a:xfrm>
            <a:off x="6200460" y="1796866"/>
            <a:ext cx="351325" cy="360576"/>
            <a:chOff x="6201923" y="1981514"/>
            <a:chExt cx="351325" cy="360576"/>
          </a:xfrm>
        </p:grpSpPr>
        <p:sp>
          <p:nvSpPr>
            <p:cNvPr id="24412" name="Google Shape;24412;p97"/>
            <p:cNvSpPr/>
            <p:nvPr/>
          </p:nvSpPr>
          <p:spPr>
            <a:xfrm>
              <a:off x="6201923" y="2195304"/>
              <a:ext cx="351325" cy="146786"/>
            </a:xfrm>
            <a:custGeom>
              <a:rect b="b" l="l" r="r" t="t"/>
              <a:pathLst>
                <a:path extrusionOk="0" h="5617" w="13444">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3" name="Google Shape;24413;p97"/>
            <p:cNvSpPr/>
            <p:nvPr/>
          </p:nvSpPr>
          <p:spPr>
            <a:xfrm>
              <a:off x="6231583" y="2195304"/>
              <a:ext cx="292527" cy="117126"/>
            </a:xfrm>
            <a:custGeom>
              <a:rect b="b" l="l" r="r" t="t"/>
              <a:pathLst>
                <a:path extrusionOk="0" h="4482" w="11194">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4" name="Google Shape;24414;p97"/>
            <p:cNvSpPr/>
            <p:nvPr/>
          </p:nvSpPr>
          <p:spPr>
            <a:xfrm>
              <a:off x="6377820" y="2195304"/>
              <a:ext cx="146290" cy="116891"/>
            </a:xfrm>
            <a:custGeom>
              <a:rect b="b" l="l" r="r" t="t"/>
              <a:pathLst>
                <a:path extrusionOk="0" h="4473" w="5598">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5" name="Google Shape;24415;p97"/>
            <p:cNvSpPr/>
            <p:nvPr/>
          </p:nvSpPr>
          <p:spPr>
            <a:xfrm>
              <a:off x="6280843" y="2023666"/>
              <a:ext cx="194008" cy="226961"/>
            </a:xfrm>
            <a:custGeom>
              <a:rect b="b" l="l" r="r" t="t"/>
              <a:pathLst>
                <a:path extrusionOk="0" h="8685" w="7424">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6" name="Google Shape;24416;p97"/>
            <p:cNvSpPr/>
            <p:nvPr/>
          </p:nvSpPr>
          <p:spPr>
            <a:xfrm>
              <a:off x="6298169" y="2023927"/>
              <a:ext cx="176943" cy="226935"/>
            </a:xfrm>
            <a:custGeom>
              <a:rect b="b" l="l" r="r" t="t"/>
              <a:pathLst>
                <a:path extrusionOk="0" h="8684" w="6771">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7" name="Google Shape;24417;p97"/>
            <p:cNvSpPr/>
            <p:nvPr/>
          </p:nvSpPr>
          <p:spPr>
            <a:xfrm>
              <a:off x="6280843" y="1981514"/>
              <a:ext cx="193746" cy="103746"/>
            </a:xfrm>
            <a:custGeom>
              <a:rect b="b" l="l" r="r" t="t"/>
              <a:pathLst>
                <a:path extrusionOk="0" h="3970" w="7414">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8" name="Google Shape;24418;p97"/>
            <p:cNvSpPr/>
            <p:nvPr/>
          </p:nvSpPr>
          <p:spPr>
            <a:xfrm>
              <a:off x="6428335" y="2023666"/>
              <a:ext cx="46255" cy="61594"/>
            </a:xfrm>
            <a:custGeom>
              <a:rect b="b" l="l" r="r" t="t"/>
              <a:pathLst>
                <a:path extrusionOk="0" h="2357" w="177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19" name="Google Shape;24419;p97"/>
          <p:cNvGrpSpPr/>
          <p:nvPr/>
        </p:nvGrpSpPr>
        <p:grpSpPr>
          <a:xfrm>
            <a:off x="4892999" y="3156044"/>
            <a:ext cx="312884" cy="360785"/>
            <a:chOff x="4894461" y="3340691"/>
            <a:chExt cx="312884" cy="360785"/>
          </a:xfrm>
        </p:grpSpPr>
        <p:sp>
          <p:nvSpPr>
            <p:cNvPr id="24420" name="Google Shape;24420;p97"/>
            <p:cNvSpPr/>
            <p:nvPr/>
          </p:nvSpPr>
          <p:spPr>
            <a:xfrm>
              <a:off x="4894461" y="3503732"/>
              <a:ext cx="312884" cy="76202"/>
            </a:xfrm>
            <a:custGeom>
              <a:rect b="b" l="l" r="r" t="t"/>
              <a:pathLst>
                <a:path extrusionOk="0" h="2916" w="11973">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1" name="Google Shape;24421;p97"/>
            <p:cNvSpPr/>
            <p:nvPr/>
          </p:nvSpPr>
          <p:spPr>
            <a:xfrm>
              <a:off x="4939200" y="3362042"/>
              <a:ext cx="223407" cy="178694"/>
            </a:xfrm>
            <a:custGeom>
              <a:rect b="b" l="l" r="r" t="t"/>
              <a:pathLst>
                <a:path extrusionOk="0" h="6838" w="8549">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2" name="Google Shape;24422;p97"/>
            <p:cNvSpPr/>
            <p:nvPr/>
          </p:nvSpPr>
          <p:spPr>
            <a:xfrm>
              <a:off x="5033173" y="3362042"/>
              <a:ext cx="129434" cy="178694"/>
            </a:xfrm>
            <a:custGeom>
              <a:rect b="b" l="l" r="r" t="t"/>
              <a:pathLst>
                <a:path extrusionOk="0" h="6838" w="4953">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3" name="Google Shape;24423;p97"/>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4" name="Google Shape;24424;p97"/>
            <p:cNvSpPr/>
            <p:nvPr/>
          </p:nvSpPr>
          <p:spPr>
            <a:xfrm>
              <a:off x="4968338" y="3499995"/>
              <a:ext cx="26" cy="6324"/>
            </a:xfrm>
            <a:custGeom>
              <a:rect b="b" l="l" r="r" t="t"/>
              <a:pathLst>
                <a:path extrusionOk="0" h="242" w="1">
                  <a:moveTo>
                    <a:pt x="0" y="1"/>
                  </a:moveTo>
                  <a:lnTo>
                    <a:pt x="0" y="1"/>
                  </a:lnTo>
                  <a:lnTo>
                    <a:pt x="0" y="241"/>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5" name="Google Shape;24425;p97"/>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6" name="Google Shape;24426;p97"/>
            <p:cNvSpPr/>
            <p:nvPr/>
          </p:nvSpPr>
          <p:spPr>
            <a:xfrm>
              <a:off x="4968077" y="3499995"/>
              <a:ext cx="165393" cy="40741"/>
            </a:xfrm>
            <a:custGeom>
              <a:rect b="b" l="l" r="r" t="t"/>
              <a:pathLst>
                <a:path extrusionOk="0" h="1559" w="6329">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7" name="Google Shape;24427;p97"/>
            <p:cNvSpPr/>
            <p:nvPr/>
          </p:nvSpPr>
          <p:spPr>
            <a:xfrm>
              <a:off x="4939200" y="3340691"/>
              <a:ext cx="223407" cy="43484"/>
            </a:xfrm>
            <a:custGeom>
              <a:rect b="b" l="l" r="r" t="t"/>
              <a:pathLst>
                <a:path extrusionOk="0" h="1664" w="8549">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8" name="Google Shape;24428;p97"/>
            <p:cNvSpPr/>
            <p:nvPr/>
          </p:nvSpPr>
          <p:spPr>
            <a:xfrm>
              <a:off x="4936927" y="3599847"/>
              <a:ext cx="113859" cy="101629"/>
            </a:xfrm>
            <a:custGeom>
              <a:rect b="b" l="l" r="r" t="t"/>
              <a:pathLst>
                <a:path extrusionOk="0" h="3889" w="4357">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9" name="Google Shape;24429;p97"/>
            <p:cNvSpPr/>
            <p:nvPr/>
          </p:nvSpPr>
          <p:spPr>
            <a:xfrm>
              <a:off x="5051021" y="3599847"/>
              <a:ext cx="113859" cy="101629"/>
            </a:xfrm>
            <a:custGeom>
              <a:rect b="b" l="l" r="r" t="t"/>
              <a:pathLst>
                <a:path extrusionOk="0" h="3889" w="4357">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0" name="Google Shape;24430;p97"/>
            <p:cNvSpPr/>
            <p:nvPr/>
          </p:nvSpPr>
          <p:spPr>
            <a:xfrm>
              <a:off x="5059044" y="3628672"/>
              <a:ext cx="46437" cy="19364"/>
            </a:xfrm>
            <a:custGeom>
              <a:rect b="b" l="l" r="r" t="t"/>
              <a:pathLst>
                <a:path extrusionOk="0" h="741" w="1777">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1" name="Google Shape;24431;p97"/>
            <p:cNvSpPr/>
            <p:nvPr/>
          </p:nvSpPr>
          <p:spPr>
            <a:xfrm>
              <a:off x="5058913" y="3653053"/>
              <a:ext cx="46542" cy="19364"/>
            </a:xfrm>
            <a:custGeom>
              <a:rect b="b" l="l" r="r" t="t"/>
              <a:pathLst>
                <a:path extrusionOk="0" h="741" w="1781">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2" name="Google Shape;24432;p97"/>
            <p:cNvSpPr/>
            <p:nvPr/>
          </p:nvSpPr>
          <p:spPr>
            <a:xfrm>
              <a:off x="4996326" y="3628672"/>
              <a:ext cx="46568" cy="19364"/>
            </a:xfrm>
            <a:custGeom>
              <a:rect b="b" l="l" r="r" t="t"/>
              <a:pathLst>
                <a:path extrusionOk="0" h="741" w="1782">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3" name="Google Shape;24433;p97"/>
            <p:cNvSpPr/>
            <p:nvPr/>
          </p:nvSpPr>
          <p:spPr>
            <a:xfrm>
              <a:off x="4996326" y="3653053"/>
              <a:ext cx="46568" cy="19364"/>
            </a:xfrm>
            <a:custGeom>
              <a:rect b="b" l="l" r="r" t="t"/>
              <a:pathLst>
                <a:path extrusionOk="0" h="741" w="1782">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4" name="Google Shape;24434;p97"/>
            <p:cNvSpPr/>
            <p:nvPr/>
          </p:nvSpPr>
          <p:spPr>
            <a:xfrm>
              <a:off x="5033434" y="3619630"/>
              <a:ext cx="34939" cy="61829"/>
            </a:xfrm>
            <a:custGeom>
              <a:rect b="b" l="l" r="r" t="t"/>
              <a:pathLst>
                <a:path extrusionOk="0" h="2366" w="1337">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5" name="Google Shape;24435;p97"/>
            <p:cNvSpPr/>
            <p:nvPr/>
          </p:nvSpPr>
          <p:spPr>
            <a:xfrm>
              <a:off x="5042215" y="3619682"/>
              <a:ext cx="26159" cy="61542"/>
            </a:xfrm>
            <a:custGeom>
              <a:rect b="b" l="l" r="r" t="t"/>
              <a:pathLst>
                <a:path extrusionOk="0" h="2355" w="1001">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36" name="Google Shape;24436;p97"/>
          <p:cNvGrpSpPr/>
          <p:nvPr/>
        </p:nvGrpSpPr>
        <p:grpSpPr>
          <a:xfrm>
            <a:off x="5337774" y="1316603"/>
            <a:ext cx="245541" cy="360628"/>
            <a:chOff x="5339237" y="1501251"/>
            <a:chExt cx="245541" cy="360628"/>
          </a:xfrm>
        </p:grpSpPr>
        <p:sp>
          <p:nvSpPr>
            <p:cNvPr id="24437" name="Google Shape;24437;p97"/>
            <p:cNvSpPr/>
            <p:nvPr/>
          </p:nvSpPr>
          <p:spPr>
            <a:xfrm>
              <a:off x="5349794" y="1654021"/>
              <a:ext cx="220402" cy="10845"/>
            </a:xfrm>
            <a:custGeom>
              <a:rect b="b" l="l" r="r" t="t"/>
              <a:pathLst>
                <a:path extrusionOk="0" h="415" w="8434">
                  <a:moveTo>
                    <a:pt x="1" y="1"/>
                  </a:moveTo>
                  <a:lnTo>
                    <a:pt x="1" y="414"/>
                  </a:lnTo>
                  <a:lnTo>
                    <a:pt x="8434" y="414"/>
                  </a:lnTo>
                  <a:lnTo>
                    <a:pt x="8434" y="1"/>
                  </a:lnTo>
                  <a:close/>
                </a:path>
              </a:pathLst>
            </a:custGeom>
            <a:solidFill>
              <a:srgbClr val="ED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8" name="Google Shape;24438;p97"/>
            <p:cNvSpPr/>
            <p:nvPr/>
          </p:nvSpPr>
          <p:spPr>
            <a:xfrm>
              <a:off x="5349794" y="1659562"/>
              <a:ext cx="220402" cy="5305"/>
            </a:xfrm>
            <a:custGeom>
              <a:rect b="b" l="l" r="r" t="t"/>
              <a:pathLst>
                <a:path extrusionOk="0" h="203" w="8434">
                  <a:moveTo>
                    <a:pt x="1" y="0"/>
                  </a:moveTo>
                  <a:lnTo>
                    <a:pt x="1" y="202"/>
                  </a:lnTo>
                  <a:lnTo>
                    <a:pt x="8434" y="202"/>
                  </a:lnTo>
                  <a:lnTo>
                    <a:pt x="8434" y="0"/>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9" name="Google Shape;24439;p97"/>
            <p:cNvSpPr/>
            <p:nvPr/>
          </p:nvSpPr>
          <p:spPr>
            <a:xfrm>
              <a:off x="5447791" y="1779170"/>
              <a:ext cx="28432" cy="70636"/>
            </a:xfrm>
            <a:custGeom>
              <a:rect b="b" l="l" r="r" t="t"/>
              <a:pathLst>
                <a:path extrusionOk="0" h="2703" w="1088">
                  <a:moveTo>
                    <a:pt x="1" y="0"/>
                  </a:moveTo>
                  <a:lnTo>
                    <a:pt x="1" y="2703"/>
                  </a:lnTo>
                  <a:lnTo>
                    <a:pt x="1087" y="2703"/>
                  </a:lnTo>
                  <a:lnTo>
                    <a:pt x="1087"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0" name="Google Shape;24440;p97"/>
            <p:cNvSpPr/>
            <p:nvPr/>
          </p:nvSpPr>
          <p:spPr>
            <a:xfrm>
              <a:off x="5462112" y="1779170"/>
              <a:ext cx="14112" cy="70636"/>
            </a:xfrm>
            <a:custGeom>
              <a:rect b="b" l="l" r="r" t="t"/>
              <a:pathLst>
                <a:path extrusionOk="0" h="2703" w="540">
                  <a:moveTo>
                    <a:pt x="1" y="0"/>
                  </a:moveTo>
                  <a:lnTo>
                    <a:pt x="1" y="2703"/>
                  </a:lnTo>
                  <a:lnTo>
                    <a:pt x="539" y="2703"/>
                  </a:lnTo>
                  <a:lnTo>
                    <a:pt x="539" y="0"/>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1" name="Google Shape;24441;p97"/>
            <p:cNvSpPr/>
            <p:nvPr/>
          </p:nvSpPr>
          <p:spPr>
            <a:xfrm>
              <a:off x="5378958" y="1501251"/>
              <a:ext cx="166359" cy="249539"/>
            </a:xfrm>
            <a:custGeom>
              <a:rect b="b" l="l" r="r" t="t"/>
              <a:pathLst>
                <a:path extrusionOk="0" h="9549" w="6366">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2" name="Google Shape;24442;p97"/>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3" name="Google Shape;24443;p97"/>
            <p:cNvSpPr/>
            <p:nvPr/>
          </p:nvSpPr>
          <p:spPr>
            <a:xfrm>
              <a:off x="5446798" y="1611060"/>
              <a:ext cx="30418" cy="30183"/>
            </a:xfrm>
            <a:custGeom>
              <a:rect b="b" l="l" r="r" t="t"/>
              <a:pathLst>
                <a:path extrusionOk="0" h="1155" w="1164">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4" name="Google Shape;24444;p97"/>
            <p:cNvSpPr/>
            <p:nvPr/>
          </p:nvSpPr>
          <p:spPr>
            <a:xfrm>
              <a:off x="5356092" y="1836975"/>
              <a:ext cx="212091" cy="24904"/>
            </a:xfrm>
            <a:custGeom>
              <a:rect b="b" l="l" r="r" t="t"/>
              <a:pathLst>
                <a:path extrusionOk="0" h="953" w="8116">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5" name="Google Shape;24445;p97"/>
            <p:cNvSpPr/>
            <p:nvPr/>
          </p:nvSpPr>
          <p:spPr>
            <a:xfrm>
              <a:off x="5339237" y="1637192"/>
              <a:ext cx="245541" cy="155332"/>
            </a:xfrm>
            <a:custGeom>
              <a:rect b="b" l="l" r="r" t="t"/>
              <a:pathLst>
                <a:path extrusionOk="0" h="5944" w="9396">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6" name="Google Shape;24446;p97"/>
            <p:cNvSpPr/>
            <p:nvPr/>
          </p:nvSpPr>
          <p:spPr>
            <a:xfrm>
              <a:off x="5378697" y="1609544"/>
              <a:ext cx="56577" cy="10845"/>
            </a:xfrm>
            <a:custGeom>
              <a:rect b="b" l="l" r="r" t="t"/>
              <a:pathLst>
                <a:path extrusionOk="0" h="415" w="2165">
                  <a:moveTo>
                    <a:pt x="0" y="1"/>
                  </a:moveTo>
                  <a:lnTo>
                    <a:pt x="0" y="414"/>
                  </a:lnTo>
                  <a:lnTo>
                    <a:pt x="1914" y="414"/>
                  </a:lnTo>
                  <a:cubicBezTo>
                    <a:pt x="2164" y="395"/>
                    <a:pt x="2164" y="20"/>
                    <a:pt x="1914"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7" name="Google Shape;24447;p97"/>
            <p:cNvSpPr/>
            <p:nvPr/>
          </p:nvSpPr>
          <p:spPr>
            <a:xfrm>
              <a:off x="5378697" y="1631913"/>
              <a:ext cx="55296" cy="10819"/>
            </a:xfrm>
            <a:custGeom>
              <a:rect b="b" l="l" r="r" t="t"/>
              <a:pathLst>
                <a:path extrusionOk="0" h="414" w="2116">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8" name="Google Shape;24448;p97"/>
            <p:cNvSpPr/>
            <p:nvPr/>
          </p:nvSpPr>
          <p:spPr>
            <a:xfrm>
              <a:off x="5378697" y="1654021"/>
              <a:ext cx="71394" cy="10845"/>
            </a:xfrm>
            <a:custGeom>
              <a:rect b="b" l="l" r="r" t="t"/>
              <a:pathLst>
                <a:path extrusionOk="0" h="415" w="2732">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9" name="Google Shape;24449;p97"/>
            <p:cNvSpPr/>
            <p:nvPr/>
          </p:nvSpPr>
          <p:spPr>
            <a:xfrm>
              <a:off x="5378697" y="156480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0" name="Google Shape;24450;p97"/>
            <p:cNvSpPr/>
            <p:nvPr/>
          </p:nvSpPr>
          <p:spPr>
            <a:xfrm>
              <a:off x="5378697" y="158717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1" name="Google Shape;24451;p97"/>
            <p:cNvSpPr/>
            <p:nvPr/>
          </p:nvSpPr>
          <p:spPr>
            <a:xfrm>
              <a:off x="5378697" y="1676391"/>
              <a:ext cx="71394" cy="10819"/>
            </a:xfrm>
            <a:custGeom>
              <a:rect b="b" l="l" r="r" t="t"/>
              <a:pathLst>
                <a:path extrusionOk="0" h="414" w="2732">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2" name="Google Shape;24452;p97"/>
            <p:cNvSpPr/>
            <p:nvPr/>
          </p:nvSpPr>
          <p:spPr>
            <a:xfrm>
              <a:off x="5473923" y="1654257"/>
              <a:ext cx="71394" cy="10610"/>
            </a:xfrm>
            <a:custGeom>
              <a:rect b="b" l="l" r="r" t="t"/>
              <a:pathLst>
                <a:path extrusionOk="0" h="406" w="2732">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3" name="Google Shape;24453;p97"/>
            <p:cNvSpPr/>
            <p:nvPr/>
          </p:nvSpPr>
          <p:spPr>
            <a:xfrm>
              <a:off x="5490021" y="1631913"/>
              <a:ext cx="55296" cy="10819"/>
            </a:xfrm>
            <a:custGeom>
              <a:rect b="b" l="l" r="r" t="t"/>
              <a:pathLst>
                <a:path extrusionOk="0" h="414" w="2116">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4" name="Google Shape;24454;p97"/>
            <p:cNvSpPr/>
            <p:nvPr/>
          </p:nvSpPr>
          <p:spPr>
            <a:xfrm>
              <a:off x="5472669" y="1676391"/>
              <a:ext cx="72648" cy="10819"/>
            </a:xfrm>
            <a:custGeom>
              <a:rect b="b" l="l" r="r" t="t"/>
              <a:pathLst>
                <a:path extrusionOk="0" h="414" w="2780">
                  <a:moveTo>
                    <a:pt x="251" y="0"/>
                  </a:moveTo>
                  <a:cubicBezTo>
                    <a:pt x="1" y="20"/>
                    <a:pt x="1" y="395"/>
                    <a:pt x="251" y="414"/>
                  </a:cubicBezTo>
                  <a:lnTo>
                    <a:pt x="2780" y="414"/>
                  </a:lnTo>
                  <a:lnTo>
                    <a:pt x="2780"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5" name="Google Shape;24455;p97"/>
            <p:cNvSpPr/>
            <p:nvPr/>
          </p:nvSpPr>
          <p:spPr>
            <a:xfrm>
              <a:off x="5473923" y="1587175"/>
              <a:ext cx="71394" cy="10845"/>
            </a:xfrm>
            <a:custGeom>
              <a:rect b="b" l="l" r="r" t="t"/>
              <a:pathLst>
                <a:path extrusionOk="0" h="415" w="2732">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6" name="Google Shape;24456;p97"/>
            <p:cNvSpPr/>
            <p:nvPr/>
          </p:nvSpPr>
          <p:spPr>
            <a:xfrm>
              <a:off x="5473923" y="1564805"/>
              <a:ext cx="71394" cy="10845"/>
            </a:xfrm>
            <a:custGeom>
              <a:rect b="b" l="l" r="r" t="t"/>
              <a:pathLst>
                <a:path extrusionOk="0" h="415" w="2732">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7" name="Google Shape;24457;p97"/>
            <p:cNvSpPr/>
            <p:nvPr/>
          </p:nvSpPr>
          <p:spPr>
            <a:xfrm>
              <a:off x="5490021" y="1609544"/>
              <a:ext cx="55296" cy="10845"/>
            </a:xfrm>
            <a:custGeom>
              <a:rect b="b" l="l" r="r" t="t"/>
              <a:pathLst>
                <a:path extrusionOk="0" h="415" w="2116">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8" name="Google Shape;24458;p97"/>
            <p:cNvSpPr/>
            <p:nvPr/>
          </p:nvSpPr>
          <p:spPr>
            <a:xfrm>
              <a:off x="5490021" y="1501251"/>
              <a:ext cx="10819" cy="39852"/>
            </a:xfrm>
            <a:custGeom>
              <a:rect b="b" l="l" r="r" t="t"/>
              <a:pathLst>
                <a:path extrusionOk="0" h="1525" w="414">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9" name="Google Shape;24459;p97"/>
            <p:cNvSpPr/>
            <p:nvPr/>
          </p:nvSpPr>
          <p:spPr>
            <a:xfrm>
              <a:off x="5423435" y="1501251"/>
              <a:ext cx="10558" cy="39852"/>
            </a:xfrm>
            <a:custGeom>
              <a:rect b="b" l="l" r="r" t="t"/>
              <a:pathLst>
                <a:path extrusionOk="0" h="1525" w="404">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0" name="Google Shape;24460;p97"/>
            <p:cNvSpPr/>
            <p:nvPr/>
          </p:nvSpPr>
          <p:spPr>
            <a:xfrm>
              <a:off x="5467652" y="1501251"/>
              <a:ext cx="10845" cy="40479"/>
            </a:xfrm>
            <a:custGeom>
              <a:rect b="b" l="l" r="r" t="t"/>
              <a:pathLst>
                <a:path extrusionOk="0" h="1549" w="415">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1" name="Google Shape;24461;p97"/>
            <p:cNvSpPr/>
            <p:nvPr/>
          </p:nvSpPr>
          <p:spPr>
            <a:xfrm>
              <a:off x="5490021" y="1501486"/>
              <a:ext cx="10819" cy="24904"/>
            </a:xfrm>
            <a:custGeom>
              <a:rect b="b" l="l" r="r" t="t"/>
              <a:pathLst>
                <a:path extrusionOk="0" h="953" w="414">
                  <a:moveTo>
                    <a:pt x="0" y="1"/>
                  </a:moveTo>
                  <a:lnTo>
                    <a:pt x="0" y="453"/>
                  </a:lnTo>
                  <a:cubicBezTo>
                    <a:pt x="164" y="597"/>
                    <a:pt x="298" y="760"/>
                    <a:pt x="414" y="953"/>
                  </a:cubicBez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2" name="Google Shape;24462;p97"/>
            <p:cNvSpPr/>
            <p:nvPr/>
          </p:nvSpPr>
          <p:spPr>
            <a:xfrm>
              <a:off x="5467652" y="1501251"/>
              <a:ext cx="10845" cy="4782"/>
            </a:xfrm>
            <a:custGeom>
              <a:rect b="b" l="l" r="r" t="t"/>
              <a:pathLst>
                <a:path extrusionOk="0" h="183" w="415">
                  <a:moveTo>
                    <a:pt x="1" y="0"/>
                  </a:moveTo>
                  <a:lnTo>
                    <a:pt x="1" y="39"/>
                  </a:lnTo>
                  <a:cubicBezTo>
                    <a:pt x="145" y="77"/>
                    <a:pt x="279" y="115"/>
                    <a:pt x="414" y="183"/>
                  </a:cubicBezTo>
                  <a:lnTo>
                    <a:pt x="414" y="0"/>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3" name="Google Shape;24463;p97"/>
            <p:cNvSpPr/>
            <p:nvPr/>
          </p:nvSpPr>
          <p:spPr>
            <a:xfrm>
              <a:off x="5445544" y="1501251"/>
              <a:ext cx="10819" cy="40479"/>
            </a:xfrm>
            <a:custGeom>
              <a:rect b="b" l="l" r="r" t="t"/>
              <a:pathLst>
                <a:path extrusionOk="0" h="1549" w="414">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4" name="Google Shape;24464;p97"/>
            <p:cNvSpPr/>
            <p:nvPr/>
          </p:nvSpPr>
          <p:spPr>
            <a:xfrm>
              <a:off x="5490021" y="1710572"/>
              <a:ext cx="10819" cy="40218"/>
            </a:xfrm>
            <a:custGeom>
              <a:rect b="b" l="l" r="r" t="t"/>
              <a:pathLst>
                <a:path extrusionOk="0" h="1539" w="414">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5" name="Google Shape;24465;p97"/>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6" name="Google Shape;24466;p97"/>
            <p:cNvSpPr/>
            <p:nvPr/>
          </p:nvSpPr>
          <p:spPr>
            <a:xfrm>
              <a:off x="5490021" y="1725886"/>
              <a:ext cx="10819" cy="24904"/>
            </a:xfrm>
            <a:custGeom>
              <a:rect b="b" l="l" r="r" t="t"/>
              <a:pathLst>
                <a:path extrusionOk="0" h="953" w="414">
                  <a:moveTo>
                    <a:pt x="414" y="1"/>
                  </a:moveTo>
                  <a:cubicBezTo>
                    <a:pt x="298" y="184"/>
                    <a:pt x="164" y="347"/>
                    <a:pt x="0" y="491"/>
                  </a:cubicBezTo>
                  <a:lnTo>
                    <a:pt x="0" y="953"/>
                  </a:lnTo>
                  <a:lnTo>
                    <a:pt x="414" y="953"/>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7" name="Google Shape;24467;p97"/>
            <p:cNvSpPr/>
            <p:nvPr/>
          </p:nvSpPr>
          <p:spPr>
            <a:xfrm>
              <a:off x="5423174" y="1710938"/>
              <a:ext cx="10819" cy="39852"/>
            </a:xfrm>
            <a:custGeom>
              <a:rect b="b" l="l" r="r" t="t"/>
              <a:pathLst>
                <a:path extrusionOk="0" h="1525" w="414">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8" name="Google Shape;24468;p97"/>
            <p:cNvSpPr/>
            <p:nvPr/>
          </p:nvSpPr>
          <p:spPr>
            <a:xfrm>
              <a:off x="5445544" y="1710938"/>
              <a:ext cx="10819" cy="39852"/>
            </a:xfrm>
            <a:custGeom>
              <a:rect b="b" l="l" r="r" t="t"/>
              <a:pathLst>
                <a:path extrusionOk="0" h="1525" w="414">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9" name="Google Shape;24469;p97"/>
            <p:cNvSpPr/>
            <p:nvPr/>
          </p:nvSpPr>
          <p:spPr>
            <a:xfrm>
              <a:off x="5467652" y="1710546"/>
              <a:ext cx="10845" cy="40244"/>
            </a:xfrm>
            <a:custGeom>
              <a:rect b="b" l="l" r="r" t="t"/>
              <a:pathLst>
                <a:path extrusionOk="0" h="1540" w="415">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0" name="Google Shape;24470;p97"/>
            <p:cNvSpPr/>
            <p:nvPr/>
          </p:nvSpPr>
          <p:spPr>
            <a:xfrm>
              <a:off x="5467652" y="1746243"/>
              <a:ext cx="10845" cy="4547"/>
            </a:xfrm>
            <a:custGeom>
              <a:rect b="b" l="l" r="r" t="t"/>
              <a:pathLst>
                <a:path extrusionOk="0" h="174" w="415">
                  <a:moveTo>
                    <a:pt x="414" y="1"/>
                  </a:moveTo>
                  <a:cubicBezTo>
                    <a:pt x="279" y="58"/>
                    <a:pt x="145" y="106"/>
                    <a:pt x="1" y="135"/>
                  </a:cubicBezTo>
                  <a:lnTo>
                    <a:pt x="1" y="174"/>
                  </a:lnTo>
                  <a:lnTo>
                    <a:pt x="414" y="174"/>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1" name="Google Shape;24471;p97"/>
            <p:cNvSpPr/>
            <p:nvPr/>
          </p:nvSpPr>
          <p:spPr>
            <a:xfrm>
              <a:off x="5507608" y="1609544"/>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2" name="Google Shape;24472;p97"/>
            <p:cNvSpPr/>
            <p:nvPr/>
          </p:nvSpPr>
          <p:spPr>
            <a:xfrm>
              <a:off x="5507608" y="1654021"/>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3" name="Google Shape;24473;p97"/>
            <p:cNvSpPr/>
            <p:nvPr/>
          </p:nvSpPr>
          <p:spPr>
            <a:xfrm>
              <a:off x="5507608" y="1631913"/>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4" name="Google Shape;24474;p97"/>
            <p:cNvSpPr/>
            <p:nvPr/>
          </p:nvSpPr>
          <p:spPr>
            <a:xfrm>
              <a:off x="5507608" y="1676391"/>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5" name="Google Shape;24475;p97"/>
            <p:cNvSpPr/>
            <p:nvPr/>
          </p:nvSpPr>
          <p:spPr>
            <a:xfrm>
              <a:off x="5507608" y="156480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6" name="Google Shape;24476;p97"/>
            <p:cNvSpPr/>
            <p:nvPr/>
          </p:nvSpPr>
          <p:spPr>
            <a:xfrm>
              <a:off x="5507608" y="158717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7" name="Google Shape;24477;p97"/>
            <p:cNvSpPr/>
            <p:nvPr/>
          </p:nvSpPr>
          <p:spPr>
            <a:xfrm>
              <a:off x="5462112" y="1637192"/>
              <a:ext cx="122666" cy="155332"/>
            </a:xfrm>
            <a:custGeom>
              <a:rect b="b" l="l" r="r" t="t"/>
              <a:pathLst>
                <a:path extrusionOk="0" h="5944" w="4694">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8" name="Google Shape;24478;p97"/>
            <p:cNvSpPr/>
            <p:nvPr/>
          </p:nvSpPr>
          <p:spPr>
            <a:xfrm>
              <a:off x="5462112" y="1836975"/>
              <a:ext cx="106072" cy="24904"/>
            </a:xfrm>
            <a:custGeom>
              <a:rect b="b" l="l" r="r" t="t"/>
              <a:pathLst>
                <a:path extrusionOk="0" h="953" w="4059">
                  <a:moveTo>
                    <a:pt x="1" y="0"/>
                  </a:moveTo>
                  <a:lnTo>
                    <a:pt x="1" y="952"/>
                  </a:lnTo>
                  <a:lnTo>
                    <a:pt x="4059" y="952"/>
                  </a:lnTo>
                  <a:cubicBezTo>
                    <a:pt x="4059" y="423"/>
                    <a:pt x="3626" y="0"/>
                    <a:pt x="3097" y="0"/>
                  </a:cubicBezTo>
                  <a:close/>
                </a:path>
              </a:pathLst>
            </a:custGeom>
            <a:solidFill>
              <a:srgbClr val="798F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79" name="Google Shape;24479;p97"/>
          <p:cNvGrpSpPr/>
          <p:nvPr/>
        </p:nvGrpSpPr>
        <p:grpSpPr>
          <a:xfrm>
            <a:off x="7958001" y="2289568"/>
            <a:ext cx="370428" cy="261926"/>
            <a:chOff x="7959464" y="2474216"/>
            <a:chExt cx="370428" cy="261926"/>
          </a:xfrm>
        </p:grpSpPr>
        <p:sp>
          <p:nvSpPr>
            <p:cNvPr id="24480" name="Google Shape;24480;p97"/>
            <p:cNvSpPr/>
            <p:nvPr/>
          </p:nvSpPr>
          <p:spPr>
            <a:xfrm>
              <a:off x="8125301" y="2474216"/>
              <a:ext cx="204591" cy="234252"/>
            </a:xfrm>
            <a:custGeom>
              <a:rect b="b" l="l" r="r" t="t"/>
              <a:pathLst>
                <a:path extrusionOk="0" h="8964" w="7829">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1" name="Google Shape;24481;p97"/>
            <p:cNvSpPr/>
            <p:nvPr/>
          </p:nvSpPr>
          <p:spPr>
            <a:xfrm>
              <a:off x="8142653" y="2500375"/>
              <a:ext cx="187239" cy="208093"/>
            </a:xfrm>
            <a:custGeom>
              <a:rect b="b" l="l" r="r" t="t"/>
              <a:pathLst>
                <a:path extrusionOk="0" h="7963" w="7165">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2" name="Google Shape;24482;p97"/>
            <p:cNvSpPr/>
            <p:nvPr/>
          </p:nvSpPr>
          <p:spPr>
            <a:xfrm>
              <a:off x="8159743" y="2625053"/>
              <a:ext cx="76411" cy="48998"/>
            </a:xfrm>
            <a:custGeom>
              <a:rect b="b" l="l" r="r" t="t"/>
              <a:pathLst>
                <a:path extrusionOk="0" h="1875" w="2924">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3" name="Google Shape;24483;p97"/>
            <p:cNvSpPr/>
            <p:nvPr/>
          </p:nvSpPr>
          <p:spPr>
            <a:xfrm>
              <a:off x="8196433" y="2565157"/>
              <a:ext cx="38206" cy="52082"/>
            </a:xfrm>
            <a:custGeom>
              <a:rect b="b" l="l" r="r" t="t"/>
              <a:pathLst>
                <a:path extrusionOk="0" h="1993" w="1462">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4" name="Google Shape;24484;p97"/>
            <p:cNvSpPr/>
            <p:nvPr/>
          </p:nvSpPr>
          <p:spPr>
            <a:xfrm>
              <a:off x="8161259" y="2530427"/>
              <a:ext cx="55532" cy="22082"/>
            </a:xfrm>
            <a:custGeom>
              <a:rect b="b" l="l" r="r" t="t"/>
              <a:pathLst>
                <a:path extrusionOk="0" h="845" w="2125">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5" name="Google Shape;24485;p97"/>
            <p:cNvSpPr/>
            <p:nvPr/>
          </p:nvSpPr>
          <p:spPr>
            <a:xfrm>
              <a:off x="8246686" y="2553450"/>
              <a:ext cx="50880" cy="32352"/>
            </a:xfrm>
            <a:custGeom>
              <a:rect b="b" l="l" r="r" t="t"/>
              <a:pathLst>
                <a:path extrusionOk="0" h="1238" w="1947">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6" name="Google Shape;24486;p97"/>
            <p:cNvSpPr/>
            <p:nvPr/>
          </p:nvSpPr>
          <p:spPr>
            <a:xfrm>
              <a:off x="7959464" y="2502126"/>
              <a:ext cx="203311" cy="233990"/>
            </a:xfrm>
            <a:custGeom>
              <a:rect b="b" l="l" r="r" t="t"/>
              <a:pathLst>
                <a:path extrusionOk="0" h="8954" w="778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7" name="Google Shape;24487;p97"/>
            <p:cNvSpPr/>
            <p:nvPr/>
          </p:nvSpPr>
          <p:spPr>
            <a:xfrm>
              <a:off x="8061485" y="2502073"/>
              <a:ext cx="101290" cy="234069"/>
            </a:xfrm>
            <a:custGeom>
              <a:rect b="b" l="l" r="r" t="t"/>
              <a:pathLst>
                <a:path extrusionOk="0" h="8957" w="3876">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8" name="Google Shape;24488;p97"/>
            <p:cNvSpPr/>
            <p:nvPr/>
          </p:nvSpPr>
          <p:spPr>
            <a:xfrm>
              <a:off x="8045388" y="2647370"/>
              <a:ext cx="76438" cy="47561"/>
            </a:xfrm>
            <a:custGeom>
              <a:rect b="b" l="l" r="r" t="t"/>
              <a:pathLst>
                <a:path extrusionOk="0" h="1820" w="2925">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9" name="Google Shape;24489;p97"/>
            <p:cNvSpPr/>
            <p:nvPr/>
          </p:nvSpPr>
          <p:spPr>
            <a:xfrm>
              <a:off x="8055449" y="2591002"/>
              <a:ext cx="36246" cy="51376"/>
            </a:xfrm>
            <a:custGeom>
              <a:rect b="b" l="l" r="r" t="t"/>
              <a:pathLst>
                <a:path extrusionOk="0" h="1966" w="1387">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0" name="Google Shape;24490;p97"/>
            <p:cNvSpPr/>
            <p:nvPr/>
          </p:nvSpPr>
          <p:spPr>
            <a:xfrm>
              <a:off x="7988758" y="2585854"/>
              <a:ext cx="54643" cy="23859"/>
            </a:xfrm>
            <a:custGeom>
              <a:rect b="b" l="l" r="r" t="t"/>
              <a:pathLst>
                <a:path extrusionOk="0" h="913" w="2091">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1" name="Google Shape;24491;p97"/>
            <p:cNvSpPr/>
            <p:nvPr/>
          </p:nvSpPr>
          <p:spPr>
            <a:xfrm>
              <a:off x="8075309" y="2560349"/>
              <a:ext cx="53284" cy="31019"/>
            </a:xfrm>
            <a:custGeom>
              <a:rect b="b" l="l" r="r" t="t"/>
              <a:pathLst>
                <a:path extrusionOk="0" h="1187" w="2039">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92" name="Google Shape;24492;p97"/>
          <p:cNvGrpSpPr/>
          <p:nvPr/>
        </p:nvGrpSpPr>
        <p:grpSpPr>
          <a:xfrm>
            <a:off x="7517225" y="2273262"/>
            <a:ext cx="360629" cy="294461"/>
            <a:chOff x="7518687" y="2457909"/>
            <a:chExt cx="360629" cy="294461"/>
          </a:xfrm>
        </p:grpSpPr>
        <p:sp>
          <p:nvSpPr>
            <p:cNvPr id="24493" name="Google Shape;24493;p97"/>
            <p:cNvSpPr/>
            <p:nvPr/>
          </p:nvSpPr>
          <p:spPr>
            <a:xfrm>
              <a:off x="7671222" y="2457909"/>
              <a:ext cx="55558" cy="265376"/>
            </a:xfrm>
            <a:custGeom>
              <a:rect b="b" l="l" r="r" t="t"/>
              <a:pathLst>
                <a:path extrusionOk="0" h="10155" w="2126">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4" name="Google Shape;24494;p97"/>
            <p:cNvSpPr/>
            <p:nvPr/>
          </p:nvSpPr>
          <p:spPr>
            <a:xfrm>
              <a:off x="7699106" y="2457909"/>
              <a:ext cx="27674" cy="265376"/>
            </a:xfrm>
            <a:custGeom>
              <a:rect b="b" l="l" r="r" t="t"/>
              <a:pathLst>
                <a:path extrusionOk="0" h="10155" w="1059">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5" name="Google Shape;24495;p97"/>
            <p:cNvSpPr/>
            <p:nvPr/>
          </p:nvSpPr>
          <p:spPr>
            <a:xfrm>
              <a:off x="7694088" y="2574251"/>
              <a:ext cx="9826" cy="149034"/>
            </a:xfrm>
            <a:custGeom>
              <a:rect b="b" l="l" r="r" t="t"/>
              <a:pathLst>
                <a:path extrusionOk="0" h="5703" w="376">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6" name="Google Shape;24496;p97"/>
            <p:cNvSpPr/>
            <p:nvPr/>
          </p:nvSpPr>
          <p:spPr>
            <a:xfrm>
              <a:off x="7554384" y="2551516"/>
              <a:ext cx="148014" cy="171769"/>
            </a:xfrm>
            <a:custGeom>
              <a:rect b="b" l="l" r="r" t="t"/>
              <a:pathLst>
                <a:path extrusionOk="0" h="6573" w="5664">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7" name="Google Shape;24497;p97"/>
            <p:cNvSpPr/>
            <p:nvPr/>
          </p:nvSpPr>
          <p:spPr>
            <a:xfrm>
              <a:off x="7554384" y="2553136"/>
              <a:ext cx="148014" cy="170149"/>
            </a:xfrm>
            <a:custGeom>
              <a:rect b="b" l="l" r="r" t="t"/>
              <a:pathLst>
                <a:path extrusionOk="0" h="6511" w="5664">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8" name="Google Shape;24498;p97"/>
            <p:cNvSpPr/>
            <p:nvPr/>
          </p:nvSpPr>
          <p:spPr>
            <a:xfrm>
              <a:off x="7695604" y="2551516"/>
              <a:ext cx="148041" cy="171769"/>
            </a:xfrm>
            <a:custGeom>
              <a:rect b="b" l="l" r="r" t="t"/>
              <a:pathLst>
                <a:path extrusionOk="0" h="6573" w="5665">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9" name="Google Shape;24499;p97"/>
            <p:cNvSpPr/>
            <p:nvPr/>
          </p:nvSpPr>
          <p:spPr>
            <a:xfrm>
              <a:off x="7695604" y="2553136"/>
              <a:ext cx="148041" cy="170149"/>
            </a:xfrm>
            <a:custGeom>
              <a:rect b="b" l="l" r="r" t="t"/>
              <a:pathLst>
                <a:path extrusionOk="0" h="6511" w="5665">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0" name="Google Shape;24500;p97"/>
            <p:cNvSpPr/>
            <p:nvPr/>
          </p:nvSpPr>
          <p:spPr>
            <a:xfrm>
              <a:off x="7518687" y="2588833"/>
              <a:ext cx="180445" cy="148772"/>
            </a:xfrm>
            <a:custGeom>
              <a:rect b="b" l="l" r="r" t="t"/>
              <a:pathLst>
                <a:path extrusionOk="0" h="5693" w="6905">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1" name="Google Shape;24501;p97"/>
            <p:cNvSpPr/>
            <p:nvPr/>
          </p:nvSpPr>
          <p:spPr>
            <a:xfrm>
              <a:off x="7518687" y="2588833"/>
              <a:ext cx="180445" cy="138973"/>
            </a:xfrm>
            <a:custGeom>
              <a:rect b="b" l="l" r="r" t="t"/>
              <a:pathLst>
                <a:path extrusionOk="0" h="5318" w="6905">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2" name="Google Shape;24502;p97"/>
            <p:cNvSpPr/>
            <p:nvPr/>
          </p:nvSpPr>
          <p:spPr>
            <a:xfrm>
              <a:off x="7699106" y="2588833"/>
              <a:ext cx="180210" cy="148772"/>
            </a:xfrm>
            <a:custGeom>
              <a:rect b="b" l="l" r="r" t="t"/>
              <a:pathLst>
                <a:path extrusionOk="0" h="5693" w="6896">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3" name="Google Shape;24503;p97"/>
            <p:cNvSpPr/>
            <p:nvPr/>
          </p:nvSpPr>
          <p:spPr>
            <a:xfrm>
              <a:off x="7773244" y="2588833"/>
              <a:ext cx="106072" cy="148720"/>
            </a:xfrm>
            <a:custGeom>
              <a:rect b="b" l="l" r="r" t="t"/>
              <a:pathLst>
                <a:path extrusionOk="0" h="5691" w="4059">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4" name="Google Shape;24504;p97"/>
            <p:cNvSpPr/>
            <p:nvPr/>
          </p:nvSpPr>
          <p:spPr>
            <a:xfrm>
              <a:off x="7693592" y="2625732"/>
              <a:ext cx="51298" cy="103093"/>
            </a:xfrm>
            <a:custGeom>
              <a:rect b="b" l="l" r="r" t="t"/>
              <a:pathLst>
                <a:path extrusionOk="0" h="3945" w="1963">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5" name="Google Shape;24505;p97"/>
            <p:cNvSpPr/>
            <p:nvPr/>
          </p:nvSpPr>
          <p:spPr>
            <a:xfrm>
              <a:off x="7653139" y="2625732"/>
              <a:ext cx="51272" cy="103093"/>
            </a:xfrm>
            <a:custGeom>
              <a:rect b="b" l="l" r="r" t="t"/>
              <a:pathLst>
                <a:path extrusionOk="0" h="3945" w="1962">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6" name="Google Shape;24506;p97"/>
            <p:cNvSpPr/>
            <p:nvPr/>
          </p:nvSpPr>
          <p:spPr>
            <a:xfrm>
              <a:off x="7677494" y="2691168"/>
              <a:ext cx="43014" cy="61202"/>
            </a:xfrm>
            <a:custGeom>
              <a:rect b="b" l="l" r="r" t="t"/>
              <a:pathLst>
                <a:path extrusionOk="0" h="2342" w="1646">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7" name="Google Shape;24507;p97"/>
            <p:cNvSpPr/>
            <p:nvPr/>
          </p:nvSpPr>
          <p:spPr>
            <a:xfrm>
              <a:off x="7699106" y="2691351"/>
              <a:ext cx="21403" cy="60836"/>
            </a:xfrm>
            <a:custGeom>
              <a:rect b="b" l="l" r="r" t="t"/>
              <a:pathLst>
                <a:path extrusionOk="0" h="2328" w="819">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8" name="Google Shape;24508;p97"/>
            <p:cNvSpPr/>
            <p:nvPr/>
          </p:nvSpPr>
          <p:spPr>
            <a:xfrm>
              <a:off x="7575734" y="2657745"/>
              <a:ext cx="88981" cy="53493"/>
            </a:xfrm>
            <a:custGeom>
              <a:rect b="b" l="l" r="r" t="t"/>
              <a:pathLst>
                <a:path extrusionOk="0" h="2047" w="3405">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9" name="Google Shape;24509;p97"/>
            <p:cNvSpPr/>
            <p:nvPr/>
          </p:nvSpPr>
          <p:spPr>
            <a:xfrm>
              <a:off x="7581771" y="2663128"/>
              <a:ext cx="74661" cy="41446"/>
            </a:xfrm>
            <a:custGeom>
              <a:rect b="b" l="l" r="r" t="t"/>
              <a:pathLst>
                <a:path extrusionOk="0" h="1586" w="2857">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0" name="Google Shape;24510;p97"/>
            <p:cNvSpPr/>
            <p:nvPr/>
          </p:nvSpPr>
          <p:spPr>
            <a:xfrm>
              <a:off x="7733287" y="2657745"/>
              <a:ext cx="88981" cy="53493"/>
            </a:xfrm>
            <a:custGeom>
              <a:rect b="b" l="l" r="r" t="t"/>
              <a:pathLst>
                <a:path extrusionOk="0" h="2047" w="3405">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1" name="Google Shape;24511;p97"/>
            <p:cNvSpPr/>
            <p:nvPr/>
          </p:nvSpPr>
          <p:spPr>
            <a:xfrm>
              <a:off x="7741597" y="2663128"/>
              <a:ext cx="74634" cy="41446"/>
            </a:xfrm>
            <a:custGeom>
              <a:rect b="b" l="l" r="r" t="t"/>
              <a:pathLst>
                <a:path extrusionOk="0" h="1586" w="2856">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12" name="Google Shape;24512;p97"/>
          <p:cNvGrpSpPr/>
          <p:nvPr/>
        </p:nvGrpSpPr>
        <p:grpSpPr>
          <a:xfrm>
            <a:off x="7084758" y="1796919"/>
            <a:ext cx="343799" cy="360524"/>
            <a:chOff x="7086220" y="1981566"/>
            <a:chExt cx="343799" cy="360524"/>
          </a:xfrm>
        </p:grpSpPr>
        <p:sp>
          <p:nvSpPr>
            <p:cNvPr id="24513" name="Google Shape;24513;p97"/>
            <p:cNvSpPr/>
            <p:nvPr/>
          </p:nvSpPr>
          <p:spPr>
            <a:xfrm>
              <a:off x="7111098" y="2115156"/>
              <a:ext cx="222414" cy="226935"/>
            </a:xfrm>
            <a:custGeom>
              <a:rect b="b" l="l" r="r" t="t"/>
              <a:pathLst>
                <a:path extrusionOk="0" h="8684" w="8511">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4" name="Google Shape;24514;p97"/>
            <p:cNvSpPr/>
            <p:nvPr/>
          </p:nvSpPr>
          <p:spPr>
            <a:xfrm>
              <a:off x="7111098" y="2115156"/>
              <a:ext cx="222414" cy="226673"/>
            </a:xfrm>
            <a:custGeom>
              <a:rect b="b" l="l" r="r" t="t"/>
              <a:pathLst>
                <a:path extrusionOk="0" h="8674" w="8511">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5" name="Google Shape;24515;p97"/>
            <p:cNvSpPr/>
            <p:nvPr/>
          </p:nvSpPr>
          <p:spPr>
            <a:xfrm>
              <a:off x="7140236" y="2115156"/>
              <a:ext cx="163616" cy="73641"/>
            </a:xfrm>
            <a:custGeom>
              <a:rect b="b" l="l" r="r" t="t"/>
              <a:pathLst>
                <a:path extrusionOk="0" h="2818" w="6261">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6" name="Google Shape;24516;p97"/>
            <p:cNvSpPr/>
            <p:nvPr/>
          </p:nvSpPr>
          <p:spPr>
            <a:xfrm>
              <a:off x="7261622" y="2115156"/>
              <a:ext cx="42230" cy="71891"/>
            </a:xfrm>
            <a:custGeom>
              <a:rect b="b" l="l" r="r" t="t"/>
              <a:pathLst>
                <a:path extrusionOk="0" h="2751" w="1616">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7" name="Google Shape;24517;p97"/>
            <p:cNvSpPr/>
            <p:nvPr/>
          </p:nvSpPr>
          <p:spPr>
            <a:xfrm>
              <a:off x="7086220" y="2087743"/>
              <a:ext cx="271909" cy="65619"/>
            </a:xfrm>
            <a:custGeom>
              <a:rect b="b" l="l" r="r" t="t"/>
              <a:pathLst>
                <a:path extrusionOk="0" h="2511" w="10405">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8" name="Google Shape;24518;p97"/>
            <p:cNvSpPr/>
            <p:nvPr/>
          </p:nvSpPr>
          <p:spPr>
            <a:xfrm>
              <a:off x="7125916" y="2108622"/>
              <a:ext cx="192518" cy="23911"/>
            </a:xfrm>
            <a:custGeom>
              <a:rect b="b" l="l" r="r" t="t"/>
              <a:pathLst>
                <a:path extrusionOk="0" h="915" w="7367">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9" name="Google Shape;24519;p97"/>
            <p:cNvSpPr/>
            <p:nvPr/>
          </p:nvSpPr>
          <p:spPr>
            <a:xfrm>
              <a:off x="7182701" y="1981566"/>
              <a:ext cx="247318" cy="90758"/>
            </a:xfrm>
            <a:custGeom>
              <a:rect b="b" l="l" r="r" t="t"/>
              <a:pathLst>
                <a:path extrusionOk="0" h="3473" w="9464">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0" name="Google Shape;24520;p97"/>
            <p:cNvSpPr/>
            <p:nvPr/>
          </p:nvSpPr>
          <p:spPr>
            <a:xfrm>
              <a:off x="7184478" y="1993012"/>
              <a:ext cx="245541" cy="79312"/>
            </a:xfrm>
            <a:custGeom>
              <a:rect b="b" l="l" r="r" t="t"/>
              <a:pathLst>
                <a:path extrusionOk="0" h="3035" w="9396">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1" name="Google Shape;24521;p97"/>
            <p:cNvSpPr/>
            <p:nvPr/>
          </p:nvSpPr>
          <p:spPr>
            <a:xfrm>
              <a:off x="7182466" y="2042507"/>
              <a:ext cx="52291" cy="30000"/>
            </a:xfrm>
            <a:custGeom>
              <a:rect b="b" l="l" r="r" t="t"/>
              <a:pathLst>
                <a:path extrusionOk="0" h="1148" w="2001">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2" name="Google Shape;24522;p97"/>
            <p:cNvSpPr/>
            <p:nvPr/>
          </p:nvSpPr>
          <p:spPr>
            <a:xfrm>
              <a:off x="7184478" y="2052333"/>
              <a:ext cx="50279" cy="19103"/>
            </a:xfrm>
            <a:custGeom>
              <a:rect b="b" l="l" r="r" t="t"/>
              <a:pathLst>
                <a:path extrusionOk="0" h="731" w="1924">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3" name="Google Shape;24523;p97"/>
            <p:cNvSpPr/>
            <p:nvPr/>
          </p:nvSpPr>
          <p:spPr>
            <a:xfrm>
              <a:off x="7113607" y="2030460"/>
              <a:ext cx="37213" cy="33685"/>
            </a:xfrm>
            <a:custGeom>
              <a:rect b="b" l="l" r="r" t="t"/>
              <a:pathLst>
                <a:path extrusionOk="0" h="1289" w="1424">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4" name="Google Shape;24524;p97"/>
            <p:cNvSpPr/>
            <p:nvPr/>
          </p:nvSpPr>
          <p:spPr>
            <a:xfrm>
              <a:off x="7312371" y="2051314"/>
              <a:ext cx="37213" cy="33711"/>
            </a:xfrm>
            <a:custGeom>
              <a:rect b="b" l="l" r="r" t="t"/>
              <a:pathLst>
                <a:path extrusionOk="0" h="1290" w="1424">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5" name="Google Shape;24525;p97"/>
            <p:cNvSpPr/>
            <p:nvPr/>
          </p:nvSpPr>
          <p:spPr>
            <a:xfrm>
              <a:off x="7235489" y="1982455"/>
              <a:ext cx="37213" cy="33711"/>
            </a:xfrm>
            <a:custGeom>
              <a:rect b="b" l="l" r="r" t="t"/>
              <a:pathLst>
                <a:path extrusionOk="0" h="1290" w="1424">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6" name="Google Shape;24526;p97"/>
            <p:cNvSpPr/>
            <p:nvPr/>
          </p:nvSpPr>
          <p:spPr>
            <a:xfrm>
              <a:off x="7132213" y="2030460"/>
              <a:ext cx="18606" cy="33685"/>
            </a:xfrm>
            <a:custGeom>
              <a:rect b="b" l="l" r="r" t="t"/>
              <a:pathLst>
                <a:path extrusionOk="0" h="1289" w="712">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7" name="Google Shape;24527;p97"/>
            <p:cNvSpPr/>
            <p:nvPr/>
          </p:nvSpPr>
          <p:spPr>
            <a:xfrm>
              <a:off x="7254069" y="1982455"/>
              <a:ext cx="18632" cy="33711"/>
            </a:xfrm>
            <a:custGeom>
              <a:rect b="b" l="l" r="r" t="t"/>
              <a:pathLst>
                <a:path extrusionOk="0" h="1290" w="713">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8" name="Google Shape;24528;p97"/>
            <p:cNvSpPr/>
            <p:nvPr/>
          </p:nvSpPr>
          <p:spPr>
            <a:xfrm>
              <a:off x="7330977" y="2051314"/>
              <a:ext cx="18606" cy="33946"/>
            </a:xfrm>
            <a:custGeom>
              <a:rect b="b" l="l" r="r" t="t"/>
              <a:pathLst>
                <a:path extrusionOk="0" h="1299" w="712">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29" name="Google Shape;24529;p97"/>
          <p:cNvGrpSpPr/>
          <p:nvPr/>
        </p:nvGrpSpPr>
        <p:grpSpPr>
          <a:xfrm>
            <a:off x="6139650" y="2742915"/>
            <a:ext cx="368416" cy="311369"/>
            <a:chOff x="6141112" y="2927563"/>
            <a:chExt cx="368416" cy="311369"/>
          </a:xfrm>
        </p:grpSpPr>
        <p:sp>
          <p:nvSpPr>
            <p:cNvPr id="24530" name="Google Shape;24530;p97"/>
            <p:cNvSpPr/>
            <p:nvPr/>
          </p:nvSpPr>
          <p:spPr>
            <a:xfrm>
              <a:off x="6141112" y="3157163"/>
              <a:ext cx="368416" cy="81769"/>
            </a:xfrm>
            <a:custGeom>
              <a:rect b="b" l="l" r="r" t="t"/>
              <a:pathLst>
                <a:path extrusionOk="0" h="3129" w="14098">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1" name="Google Shape;24531;p97"/>
            <p:cNvSpPr/>
            <p:nvPr/>
          </p:nvSpPr>
          <p:spPr>
            <a:xfrm>
              <a:off x="6192619" y="2953460"/>
              <a:ext cx="265402" cy="248781"/>
            </a:xfrm>
            <a:custGeom>
              <a:rect b="b" l="l" r="r" t="t"/>
              <a:pathLst>
                <a:path extrusionOk="0" h="9520" w="10156">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2" name="Google Shape;24532;p97"/>
            <p:cNvSpPr/>
            <p:nvPr/>
          </p:nvSpPr>
          <p:spPr>
            <a:xfrm>
              <a:off x="6306453" y="2953460"/>
              <a:ext cx="151568" cy="248781"/>
            </a:xfrm>
            <a:custGeom>
              <a:rect b="b" l="l" r="r" t="t"/>
              <a:pathLst>
                <a:path extrusionOk="0" h="9520" w="580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3" name="Google Shape;24533;p97"/>
            <p:cNvSpPr/>
            <p:nvPr/>
          </p:nvSpPr>
          <p:spPr>
            <a:xfrm>
              <a:off x="6192619" y="2927563"/>
              <a:ext cx="265402" cy="52788"/>
            </a:xfrm>
            <a:custGeom>
              <a:rect b="b" l="l" r="r" t="t"/>
              <a:pathLst>
                <a:path extrusionOk="0" h="2020" w="10156">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4" name="Google Shape;24534;p97"/>
            <p:cNvSpPr/>
            <p:nvPr/>
          </p:nvSpPr>
          <p:spPr>
            <a:xfrm>
              <a:off x="6227062" y="3142921"/>
              <a:ext cx="196778" cy="59321"/>
            </a:xfrm>
            <a:custGeom>
              <a:rect b="b" l="l" r="r" t="t"/>
              <a:pathLst>
                <a:path extrusionOk="0" h="2270" w="753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5" name="Google Shape;24535;p97"/>
            <p:cNvSpPr/>
            <p:nvPr/>
          </p:nvSpPr>
          <p:spPr>
            <a:xfrm>
              <a:off x="6227062" y="3142921"/>
              <a:ext cx="523" cy="18868"/>
            </a:xfrm>
            <a:custGeom>
              <a:rect b="b" l="l" r="r" t="t"/>
              <a:pathLst>
                <a:path extrusionOk="0" h="722" w="20">
                  <a:moveTo>
                    <a:pt x="0" y="1"/>
                  </a:moveTo>
                  <a:cubicBezTo>
                    <a:pt x="10" y="231"/>
                    <a:pt x="10" y="472"/>
                    <a:pt x="10" y="722"/>
                  </a:cubicBezTo>
                  <a:cubicBezTo>
                    <a:pt x="19" y="481"/>
                    <a:pt x="10" y="241"/>
                    <a:pt x="10"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6" name="Google Shape;24536;p97"/>
            <p:cNvSpPr/>
            <p:nvPr/>
          </p:nvSpPr>
          <p:spPr>
            <a:xfrm>
              <a:off x="6226801" y="3142921"/>
              <a:ext cx="196778" cy="59321"/>
            </a:xfrm>
            <a:custGeom>
              <a:rect b="b" l="l" r="r" t="t"/>
              <a:pathLst>
                <a:path extrusionOk="0" h="2270" w="753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37" name="Google Shape;24537;p97"/>
          <p:cNvGrpSpPr/>
          <p:nvPr/>
        </p:nvGrpSpPr>
        <p:grpSpPr>
          <a:xfrm>
            <a:off x="7519237" y="2718298"/>
            <a:ext cx="335489" cy="360629"/>
            <a:chOff x="7520699" y="2902946"/>
            <a:chExt cx="335489" cy="360629"/>
          </a:xfrm>
        </p:grpSpPr>
        <p:sp>
          <p:nvSpPr>
            <p:cNvPr id="24538" name="Google Shape;24538;p97"/>
            <p:cNvSpPr/>
            <p:nvPr/>
          </p:nvSpPr>
          <p:spPr>
            <a:xfrm>
              <a:off x="7520699" y="2946666"/>
              <a:ext cx="128441" cy="174173"/>
            </a:xfrm>
            <a:custGeom>
              <a:rect b="b" l="l" r="r" t="t"/>
              <a:pathLst>
                <a:path extrusionOk="0" h="6665" w="4915">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9" name="Google Shape;24539;p97"/>
            <p:cNvSpPr/>
            <p:nvPr/>
          </p:nvSpPr>
          <p:spPr>
            <a:xfrm>
              <a:off x="7727512" y="2946404"/>
              <a:ext cx="128676" cy="174434"/>
            </a:xfrm>
            <a:custGeom>
              <a:rect b="b" l="l" r="r" t="t"/>
              <a:pathLst>
                <a:path extrusionOk="0" h="6675" w="4924">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0" name="Google Shape;24540;p97"/>
            <p:cNvSpPr/>
            <p:nvPr/>
          </p:nvSpPr>
          <p:spPr>
            <a:xfrm>
              <a:off x="7639315" y="3118800"/>
              <a:ext cx="98284" cy="97030"/>
            </a:xfrm>
            <a:custGeom>
              <a:rect b="b" l="l" r="r" t="t"/>
              <a:pathLst>
                <a:path extrusionOk="0" h="3713" w="3761">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1" name="Google Shape;24541;p97"/>
            <p:cNvSpPr/>
            <p:nvPr/>
          </p:nvSpPr>
          <p:spPr>
            <a:xfrm>
              <a:off x="7688313" y="3118800"/>
              <a:ext cx="49286" cy="96769"/>
            </a:xfrm>
            <a:custGeom>
              <a:rect b="b" l="l" r="r" t="t"/>
              <a:pathLst>
                <a:path extrusionOk="0" h="3703" w="1886">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2" name="Google Shape;24542;p97"/>
            <p:cNvSpPr/>
            <p:nvPr/>
          </p:nvSpPr>
          <p:spPr>
            <a:xfrm>
              <a:off x="7600351" y="2917502"/>
              <a:ext cx="175950" cy="221421"/>
            </a:xfrm>
            <a:custGeom>
              <a:rect b="b" l="l" r="r" t="t"/>
              <a:pathLst>
                <a:path extrusionOk="0" h="8473" w="6733">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3" name="Google Shape;24543;p97"/>
            <p:cNvSpPr/>
            <p:nvPr/>
          </p:nvSpPr>
          <p:spPr>
            <a:xfrm>
              <a:off x="7688313" y="2917502"/>
              <a:ext cx="87988" cy="221421"/>
            </a:xfrm>
            <a:custGeom>
              <a:rect b="b" l="l" r="r" t="t"/>
              <a:pathLst>
                <a:path extrusionOk="0" h="8473" w="3367">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4" name="Google Shape;24544;p97"/>
            <p:cNvSpPr/>
            <p:nvPr/>
          </p:nvSpPr>
          <p:spPr>
            <a:xfrm>
              <a:off x="7585534" y="2902946"/>
              <a:ext cx="205820" cy="25139"/>
            </a:xfrm>
            <a:custGeom>
              <a:rect b="b" l="l" r="r" t="t"/>
              <a:pathLst>
                <a:path extrusionOk="0" h="962" w="7876">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5" name="Google Shape;24545;p97"/>
            <p:cNvSpPr/>
            <p:nvPr/>
          </p:nvSpPr>
          <p:spPr>
            <a:xfrm>
              <a:off x="7585534" y="2909218"/>
              <a:ext cx="205820" cy="18868"/>
            </a:xfrm>
            <a:custGeom>
              <a:rect b="b" l="l" r="r" t="t"/>
              <a:pathLst>
                <a:path extrusionOk="0" h="722" w="7876">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6" name="Google Shape;24546;p97"/>
            <p:cNvSpPr/>
            <p:nvPr/>
          </p:nvSpPr>
          <p:spPr>
            <a:xfrm>
              <a:off x="7602625" y="3194689"/>
              <a:ext cx="171664" cy="49521"/>
            </a:xfrm>
            <a:custGeom>
              <a:rect b="b" l="l" r="r" t="t"/>
              <a:pathLst>
                <a:path extrusionOk="0" h="1895" w="6569">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7" name="Google Shape;24547;p97"/>
            <p:cNvSpPr/>
            <p:nvPr/>
          </p:nvSpPr>
          <p:spPr>
            <a:xfrm>
              <a:off x="7602625" y="3194689"/>
              <a:ext cx="171664" cy="49521"/>
            </a:xfrm>
            <a:custGeom>
              <a:rect b="b" l="l" r="r" t="t"/>
              <a:pathLst>
                <a:path extrusionOk="0" h="1895" w="6569">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8" name="Google Shape;24548;p97"/>
            <p:cNvSpPr/>
            <p:nvPr/>
          </p:nvSpPr>
          <p:spPr>
            <a:xfrm>
              <a:off x="7585795" y="3240421"/>
              <a:ext cx="205323" cy="23153"/>
            </a:xfrm>
            <a:custGeom>
              <a:rect b="b" l="l" r="r" t="t"/>
              <a:pathLst>
                <a:path extrusionOk="0" h="886" w="7857">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9" name="Google Shape;24549;p97"/>
            <p:cNvSpPr/>
            <p:nvPr/>
          </p:nvSpPr>
          <p:spPr>
            <a:xfrm>
              <a:off x="7655647" y="3121806"/>
              <a:ext cx="65357" cy="23650"/>
            </a:xfrm>
            <a:custGeom>
              <a:rect b="b" l="l" r="r" t="t"/>
              <a:pathLst>
                <a:path extrusionOk="0" h="905" w="2501">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0" name="Google Shape;24550;p97"/>
            <p:cNvSpPr/>
            <p:nvPr/>
          </p:nvSpPr>
          <p:spPr>
            <a:xfrm>
              <a:off x="7655647" y="3127581"/>
              <a:ext cx="65357" cy="17639"/>
            </a:xfrm>
            <a:custGeom>
              <a:rect b="b" l="l" r="r" t="t"/>
              <a:pathLst>
                <a:path extrusionOk="0" h="675" w="2501">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1" name="Google Shape;24551;p97"/>
            <p:cNvSpPr/>
            <p:nvPr/>
          </p:nvSpPr>
          <p:spPr>
            <a:xfrm>
              <a:off x="7634794" y="2953878"/>
              <a:ext cx="107065" cy="101081"/>
            </a:xfrm>
            <a:custGeom>
              <a:rect b="b" l="l" r="r" t="t"/>
              <a:pathLst>
                <a:path extrusionOk="0" h="3868" w="4097">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2" name="Google Shape;24552;p97"/>
            <p:cNvSpPr/>
            <p:nvPr/>
          </p:nvSpPr>
          <p:spPr>
            <a:xfrm>
              <a:off x="7585795" y="3240160"/>
              <a:ext cx="205323" cy="23415"/>
            </a:xfrm>
            <a:custGeom>
              <a:rect b="b" l="l" r="r" t="t"/>
              <a:pathLst>
                <a:path extrusionOk="0" h="896" w="7857">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53" name="Google Shape;24553;p97"/>
          <p:cNvGrpSpPr/>
          <p:nvPr/>
        </p:nvGrpSpPr>
        <p:grpSpPr>
          <a:xfrm>
            <a:off x="7986878" y="2718298"/>
            <a:ext cx="308886" cy="360628"/>
            <a:chOff x="7988340" y="2902946"/>
            <a:chExt cx="308886" cy="360628"/>
          </a:xfrm>
        </p:grpSpPr>
        <p:sp>
          <p:nvSpPr>
            <p:cNvPr id="24554" name="Google Shape;24554;p97"/>
            <p:cNvSpPr/>
            <p:nvPr/>
          </p:nvSpPr>
          <p:spPr>
            <a:xfrm>
              <a:off x="8048654" y="3170072"/>
              <a:ext cx="27413" cy="88223"/>
            </a:xfrm>
            <a:custGeom>
              <a:rect b="b" l="l" r="r" t="t"/>
              <a:pathLst>
                <a:path extrusionOk="0" h="3376" w="1049">
                  <a:moveTo>
                    <a:pt x="1" y="0"/>
                  </a:moveTo>
                  <a:lnTo>
                    <a:pt x="1"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5" name="Google Shape;24555;p97"/>
            <p:cNvSpPr/>
            <p:nvPr/>
          </p:nvSpPr>
          <p:spPr>
            <a:xfrm>
              <a:off x="8062478" y="3170072"/>
              <a:ext cx="13589" cy="88223"/>
            </a:xfrm>
            <a:custGeom>
              <a:rect b="b" l="l" r="r" t="t"/>
              <a:pathLst>
                <a:path extrusionOk="0" h="3376" w="520">
                  <a:moveTo>
                    <a:pt x="1" y="0"/>
                  </a:moveTo>
                  <a:lnTo>
                    <a:pt x="1"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6" name="Google Shape;24556;p97"/>
            <p:cNvSpPr/>
            <p:nvPr/>
          </p:nvSpPr>
          <p:spPr>
            <a:xfrm>
              <a:off x="8207984" y="3170072"/>
              <a:ext cx="27413" cy="88223"/>
            </a:xfrm>
            <a:custGeom>
              <a:rect b="b" l="l" r="r" t="t"/>
              <a:pathLst>
                <a:path extrusionOk="0" h="3376" w="1049">
                  <a:moveTo>
                    <a:pt x="0" y="0"/>
                  </a:moveTo>
                  <a:lnTo>
                    <a:pt x="0"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7" name="Google Shape;24557;p97"/>
            <p:cNvSpPr/>
            <p:nvPr/>
          </p:nvSpPr>
          <p:spPr>
            <a:xfrm>
              <a:off x="8221808" y="3170072"/>
              <a:ext cx="13589" cy="88223"/>
            </a:xfrm>
            <a:custGeom>
              <a:rect b="b" l="l" r="r" t="t"/>
              <a:pathLst>
                <a:path extrusionOk="0" h="3376" w="520">
                  <a:moveTo>
                    <a:pt x="0" y="0"/>
                  </a:moveTo>
                  <a:lnTo>
                    <a:pt x="0"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8" name="Google Shape;24558;p97"/>
            <p:cNvSpPr/>
            <p:nvPr/>
          </p:nvSpPr>
          <p:spPr>
            <a:xfrm>
              <a:off x="8021032" y="3149715"/>
              <a:ext cx="242248" cy="46516"/>
            </a:xfrm>
            <a:custGeom>
              <a:rect b="b" l="l" r="r" t="t"/>
              <a:pathLst>
                <a:path extrusionOk="0" h="1780" w="927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9" name="Google Shape;24559;p97"/>
            <p:cNvSpPr/>
            <p:nvPr/>
          </p:nvSpPr>
          <p:spPr>
            <a:xfrm>
              <a:off x="8028062" y="2902946"/>
              <a:ext cx="227954" cy="267153"/>
            </a:xfrm>
            <a:custGeom>
              <a:rect b="b" l="l" r="r" t="t"/>
              <a:pathLst>
                <a:path extrusionOk="0" h="10223" w="8723">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0" name="Google Shape;24560;p97"/>
            <p:cNvSpPr/>
            <p:nvPr/>
          </p:nvSpPr>
          <p:spPr>
            <a:xfrm>
              <a:off x="8179578" y="2902946"/>
              <a:ext cx="76438" cy="267153"/>
            </a:xfrm>
            <a:custGeom>
              <a:rect b="b" l="l" r="r" t="t"/>
              <a:pathLst>
                <a:path extrusionOk="0" h="10223" w="2925">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1" name="Google Shape;24561;p97"/>
            <p:cNvSpPr/>
            <p:nvPr/>
          </p:nvSpPr>
          <p:spPr>
            <a:xfrm>
              <a:off x="8001668" y="3072572"/>
              <a:ext cx="55558" cy="97526"/>
            </a:xfrm>
            <a:custGeom>
              <a:rect b="b" l="l" r="r" t="t"/>
              <a:pathLst>
                <a:path extrusionOk="0" h="3732" w="2126">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2" name="Google Shape;24562;p97"/>
            <p:cNvSpPr/>
            <p:nvPr/>
          </p:nvSpPr>
          <p:spPr>
            <a:xfrm>
              <a:off x="8029577" y="3072572"/>
              <a:ext cx="27648" cy="97526"/>
            </a:xfrm>
            <a:custGeom>
              <a:rect b="b" l="l" r="r" t="t"/>
              <a:pathLst>
                <a:path extrusionOk="0" h="3732" w="1058">
                  <a:moveTo>
                    <a:pt x="0" y="0"/>
                  </a:moveTo>
                  <a:lnTo>
                    <a:pt x="0" y="3731"/>
                  </a:lnTo>
                  <a:lnTo>
                    <a:pt x="1058" y="3731"/>
                  </a:lnTo>
                  <a:lnTo>
                    <a:pt x="1058"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3" name="Google Shape;24563;p97"/>
            <p:cNvSpPr/>
            <p:nvPr/>
          </p:nvSpPr>
          <p:spPr>
            <a:xfrm>
              <a:off x="8226826" y="3072572"/>
              <a:ext cx="55558" cy="97526"/>
            </a:xfrm>
            <a:custGeom>
              <a:rect b="b" l="l" r="r" t="t"/>
              <a:pathLst>
                <a:path extrusionOk="0" h="3732" w="2126">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4" name="Google Shape;24564;p97"/>
            <p:cNvSpPr/>
            <p:nvPr/>
          </p:nvSpPr>
          <p:spPr>
            <a:xfrm>
              <a:off x="8238899" y="3072572"/>
              <a:ext cx="43249" cy="97526"/>
            </a:xfrm>
            <a:custGeom>
              <a:rect b="b" l="l" r="r" t="t"/>
              <a:pathLst>
                <a:path extrusionOk="0" h="3732" w="1655">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5" name="Google Shape;24565;p97"/>
            <p:cNvSpPr/>
            <p:nvPr/>
          </p:nvSpPr>
          <p:spPr>
            <a:xfrm>
              <a:off x="8057199" y="3109759"/>
              <a:ext cx="169652" cy="60340"/>
            </a:xfrm>
            <a:custGeom>
              <a:rect b="b" l="l" r="r" t="t"/>
              <a:pathLst>
                <a:path extrusionOk="0" h="2309" w="6492">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6" name="Google Shape;24566;p97"/>
            <p:cNvSpPr/>
            <p:nvPr/>
          </p:nvSpPr>
          <p:spPr>
            <a:xfrm>
              <a:off x="8028297" y="3252729"/>
              <a:ext cx="68127" cy="10845"/>
            </a:xfrm>
            <a:custGeom>
              <a:rect b="b" l="l" r="r" t="t"/>
              <a:pathLst>
                <a:path extrusionOk="0" h="415" w="2607">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7" name="Google Shape;24567;p97"/>
            <p:cNvSpPr/>
            <p:nvPr/>
          </p:nvSpPr>
          <p:spPr>
            <a:xfrm>
              <a:off x="8187627" y="3252729"/>
              <a:ext cx="67866" cy="10845"/>
            </a:xfrm>
            <a:custGeom>
              <a:rect b="b" l="l" r="r" t="t"/>
              <a:pathLst>
                <a:path extrusionOk="0" h="415" w="2597">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8" name="Google Shape;24568;p97"/>
            <p:cNvSpPr/>
            <p:nvPr/>
          </p:nvSpPr>
          <p:spPr>
            <a:xfrm>
              <a:off x="7988340" y="3054723"/>
              <a:ext cx="82213" cy="25897"/>
            </a:xfrm>
            <a:custGeom>
              <a:rect b="b" l="l" r="r" t="t"/>
              <a:pathLst>
                <a:path extrusionOk="0" h="991" w="3146">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9" name="Google Shape;24569;p97"/>
            <p:cNvSpPr/>
            <p:nvPr/>
          </p:nvSpPr>
          <p:spPr>
            <a:xfrm>
              <a:off x="7988340" y="3062014"/>
              <a:ext cx="82213" cy="18606"/>
            </a:xfrm>
            <a:custGeom>
              <a:rect b="b" l="l" r="r" t="t"/>
              <a:pathLst>
                <a:path extrusionOk="0" h="712" w="3146">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0" name="Google Shape;24570;p97"/>
            <p:cNvSpPr/>
            <p:nvPr/>
          </p:nvSpPr>
          <p:spPr>
            <a:xfrm>
              <a:off x="8214778" y="3054959"/>
              <a:ext cx="82448" cy="25662"/>
            </a:xfrm>
            <a:custGeom>
              <a:rect b="b" l="l" r="r" t="t"/>
              <a:pathLst>
                <a:path extrusionOk="0" h="982" w="3155">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1" name="Google Shape;24571;p97"/>
            <p:cNvSpPr/>
            <p:nvPr/>
          </p:nvSpPr>
          <p:spPr>
            <a:xfrm>
              <a:off x="8214778" y="3062250"/>
              <a:ext cx="82448" cy="18371"/>
            </a:xfrm>
            <a:custGeom>
              <a:rect b="b" l="l" r="r" t="t"/>
              <a:pathLst>
                <a:path extrusionOk="0" h="703" w="3155">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2" name="Google Shape;24572;p97"/>
            <p:cNvSpPr/>
            <p:nvPr/>
          </p:nvSpPr>
          <p:spPr>
            <a:xfrm>
              <a:off x="8057461" y="3109759"/>
              <a:ext cx="169130" cy="30183"/>
            </a:xfrm>
            <a:custGeom>
              <a:rect b="b" l="l" r="r" t="t"/>
              <a:pathLst>
                <a:path extrusionOk="0" h="1155" w="6472">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3" name="Google Shape;24573;p97"/>
            <p:cNvSpPr/>
            <p:nvPr/>
          </p:nvSpPr>
          <p:spPr>
            <a:xfrm>
              <a:off x="8076564" y="2952937"/>
              <a:ext cx="34939" cy="31385"/>
            </a:xfrm>
            <a:custGeom>
              <a:rect b="b" l="l" r="r" t="t"/>
              <a:pathLst>
                <a:path extrusionOk="0" h="1201" w="1337">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4" name="Google Shape;24574;p97"/>
            <p:cNvSpPr/>
            <p:nvPr/>
          </p:nvSpPr>
          <p:spPr>
            <a:xfrm>
              <a:off x="8173803" y="2952937"/>
              <a:ext cx="34965" cy="31202"/>
            </a:xfrm>
            <a:custGeom>
              <a:rect b="b" l="l" r="r" t="t"/>
              <a:pathLst>
                <a:path extrusionOk="0" h="1194" w="1338">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5" name="Google Shape;24575;p97"/>
            <p:cNvSpPr/>
            <p:nvPr/>
          </p:nvSpPr>
          <p:spPr>
            <a:xfrm>
              <a:off x="8076564" y="3026579"/>
              <a:ext cx="34939" cy="31359"/>
            </a:xfrm>
            <a:custGeom>
              <a:rect b="b" l="l" r="r" t="t"/>
              <a:pathLst>
                <a:path extrusionOk="0" h="1200" w="1337">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6" name="Google Shape;24576;p97"/>
            <p:cNvSpPr/>
            <p:nvPr/>
          </p:nvSpPr>
          <p:spPr>
            <a:xfrm>
              <a:off x="8173803" y="3026579"/>
              <a:ext cx="34965" cy="31359"/>
            </a:xfrm>
            <a:custGeom>
              <a:rect b="b" l="l" r="r" t="t"/>
              <a:pathLst>
                <a:path extrusionOk="0" h="1200" w="1338">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77" name="Google Shape;24577;p97"/>
          <p:cNvGrpSpPr/>
          <p:nvPr/>
        </p:nvGrpSpPr>
        <p:grpSpPr>
          <a:xfrm>
            <a:off x="5688577" y="2718351"/>
            <a:ext cx="362902" cy="360498"/>
            <a:chOff x="5690039" y="2902998"/>
            <a:chExt cx="362902" cy="360498"/>
          </a:xfrm>
        </p:grpSpPr>
        <p:sp>
          <p:nvSpPr>
            <p:cNvPr id="24578" name="Google Shape;24578;p97"/>
            <p:cNvSpPr/>
            <p:nvPr/>
          </p:nvSpPr>
          <p:spPr>
            <a:xfrm>
              <a:off x="5690039" y="2902998"/>
              <a:ext cx="361883" cy="360498"/>
            </a:xfrm>
            <a:custGeom>
              <a:rect b="b" l="l" r="r" t="t"/>
              <a:pathLst>
                <a:path extrusionOk="0" h="13795" w="13848">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9" name="Google Shape;24579;p97"/>
            <p:cNvSpPr/>
            <p:nvPr/>
          </p:nvSpPr>
          <p:spPr>
            <a:xfrm>
              <a:off x="5808158" y="2902998"/>
              <a:ext cx="244783" cy="360498"/>
            </a:xfrm>
            <a:custGeom>
              <a:rect b="b" l="l" r="r" t="t"/>
              <a:pathLst>
                <a:path extrusionOk="0" h="13795" w="9367">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0" name="Google Shape;24580;p97"/>
            <p:cNvSpPr/>
            <p:nvPr/>
          </p:nvSpPr>
          <p:spPr>
            <a:xfrm>
              <a:off x="5740292" y="2985551"/>
              <a:ext cx="228450" cy="228398"/>
            </a:xfrm>
            <a:custGeom>
              <a:rect b="b" l="l" r="r" t="t"/>
              <a:pathLst>
                <a:path extrusionOk="0" h="8740" w="8742">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1" name="Google Shape;24581;p97"/>
            <p:cNvSpPr/>
            <p:nvPr/>
          </p:nvSpPr>
          <p:spPr>
            <a:xfrm>
              <a:off x="5826007" y="2985551"/>
              <a:ext cx="142997" cy="228398"/>
            </a:xfrm>
            <a:custGeom>
              <a:rect b="b" l="l" r="r" t="t"/>
              <a:pathLst>
                <a:path extrusionOk="0" h="8740" w="5472">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2" name="Google Shape;24582;p97"/>
            <p:cNvSpPr/>
            <p:nvPr/>
          </p:nvSpPr>
          <p:spPr>
            <a:xfrm>
              <a:off x="5767940" y="3015028"/>
              <a:ext cx="116708" cy="112579"/>
            </a:xfrm>
            <a:custGeom>
              <a:rect b="b" l="l" r="r" t="t"/>
              <a:pathLst>
                <a:path extrusionOk="0" h="4308" w="4466">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3" name="Google Shape;24583;p97"/>
            <p:cNvSpPr/>
            <p:nvPr/>
          </p:nvSpPr>
          <p:spPr>
            <a:xfrm>
              <a:off x="5796581" y="3043669"/>
              <a:ext cx="116917" cy="112605"/>
            </a:xfrm>
            <a:custGeom>
              <a:rect b="b" l="l" r="r" t="t"/>
              <a:pathLst>
                <a:path extrusionOk="0" h="4309" w="4474">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4" name="Google Shape;24584;p97"/>
            <p:cNvSpPr/>
            <p:nvPr/>
          </p:nvSpPr>
          <p:spPr>
            <a:xfrm>
              <a:off x="5825249" y="3072311"/>
              <a:ext cx="116682" cy="112605"/>
            </a:xfrm>
            <a:custGeom>
              <a:rect b="b" l="l" r="r" t="t"/>
              <a:pathLst>
                <a:path extrusionOk="0" h="4309" w="4465">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85" name="Google Shape;24585;p97"/>
          <p:cNvGrpSpPr/>
          <p:nvPr/>
        </p:nvGrpSpPr>
        <p:grpSpPr>
          <a:xfrm>
            <a:off x="4870473" y="1316342"/>
            <a:ext cx="258503" cy="360890"/>
            <a:chOff x="4871935" y="1500990"/>
            <a:chExt cx="258503" cy="360890"/>
          </a:xfrm>
        </p:grpSpPr>
        <p:sp>
          <p:nvSpPr>
            <p:cNvPr id="24586" name="Google Shape;24586;p97"/>
            <p:cNvSpPr/>
            <p:nvPr/>
          </p:nvSpPr>
          <p:spPr>
            <a:xfrm>
              <a:off x="4871935" y="1500990"/>
              <a:ext cx="258503" cy="147570"/>
            </a:xfrm>
            <a:custGeom>
              <a:rect b="b" l="l" r="r" t="t"/>
              <a:pathLst>
                <a:path extrusionOk="0" h="5647" w="9892">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7" name="Google Shape;24587;p97"/>
            <p:cNvSpPr/>
            <p:nvPr/>
          </p:nvSpPr>
          <p:spPr>
            <a:xfrm>
              <a:off x="4984671" y="1500990"/>
              <a:ext cx="145271" cy="147544"/>
            </a:xfrm>
            <a:custGeom>
              <a:rect b="b" l="l" r="r" t="t"/>
              <a:pathLst>
                <a:path extrusionOk="0" h="5646" w="5559">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8" name="Google Shape;24588;p97"/>
            <p:cNvSpPr/>
            <p:nvPr/>
          </p:nvSpPr>
          <p:spPr>
            <a:xfrm>
              <a:off x="4882911" y="1623107"/>
              <a:ext cx="237205" cy="238773"/>
            </a:xfrm>
            <a:custGeom>
              <a:rect b="b" l="l" r="r" t="t"/>
              <a:pathLst>
                <a:path extrusionOk="0" h="9137" w="9077">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9" name="Google Shape;24589;p97"/>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0" name="Google Shape;24590;p97"/>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1" name="Google Shape;24591;p97"/>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2" name="Google Shape;24592;p97"/>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3" name="Google Shape;24593;p97"/>
            <p:cNvSpPr/>
            <p:nvPr/>
          </p:nvSpPr>
          <p:spPr>
            <a:xfrm>
              <a:off x="5017101" y="1750529"/>
              <a:ext cx="42988" cy="111351"/>
            </a:xfrm>
            <a:custGeom>
              <a:rect b="b" l="l" r="r" t="t"/>
              <a:pathLst>
                <a:path extrusionOk="0" h="4261" w="1645">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4" name="Google Shape;24594;p97"/>
            <p:cNvSpPr/>
            <p:nvPr/>
          </p:nvSpPr>
          <p:spPr>
            <a:xfrm>
              <a:off x="4927624" y="1567836"/>
              <a:ext cx="34207" cy="32195"/>
            </a:xfrm>
            <a:custGeom>
              <a:rect b="b" l="l" r="r" t="t"/>
              <a:pathLst>
                <a:path extrusionOk="0" h="1232" w="1309">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5" name="Google Shape;24595;p97"/>
            <p:cNvSpPr/>
            <p:nvPr/>
          </p:nvSpPr>
          <p:spPr>
            <a:xfrm>
              <a:off x="5039967" y="1589187"/>
              <a:ext cx="33946" cy="32195"/>
            </a:xfrm>
            <a:custGeom>
              <a:rect b="b" l="l" r="r" t="t"/>
              <a:pathLst>
                <a:path extrusionOk="0" h="1232" w="1299">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6" name="Google Shape;24596;p97"/>
            <p:cNvSpPr/>
            <p:nvPr/>
          </p:nvSpPr>
          <p:spPr>
            <a:xfrm>
              <a:off x="4988146" y="1526469"/>
              <a:ext cx="39277" cy="27570"/>
            </a:xfrm>
            <a:custGeom>
              <a:rect b="b" l="l" r="r" t="t"/>
              <a:pathLst>
                <a:path extrusionOk="0" h="1055" w="1503">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7" name="Google Shape;24597;p97"/>
            <p:cNvSpPr/>
            <p:nvPr/>
          </p:nvSpPr>
          <p:spPr>
            <a:xfrm>
              <a:off x="4930132" y="1623107"/>
              <a:ext cx="56080" cy="238773"/>
            </a:xfrm>
            <a:custGeom>
              <a:rect b="b" l="l" r="r" t="t"/>
              <a:pathLst>
                <a:path extrusionOk="0" h="9137" w="2146">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8" name="Google Shape;24598;p97"/>
            <p:cNvSpPr/>
            <p:nvPr/>
          </p:nvSpPr>
          <p:spPr>
            <a:xfrm>
              <a:off x="4953260" y="1843508"/>
              <a:ext cx="32953" cy="18371"/>
            </a:xfrm>
            <a:custGeom>
              <a:rect b="b" l="l" r="r" t="t"/>
              <a:pathLst>
                <a:path extrusionOk="0" h="703" w="1261">
                  <a:moveTo>
                    <a:pt x="1" y="0"/>
                  </a:moveTo>
                  <a:lnTo>
                    <a:pt x="77" y="702"/>
                  </a:lnTo>
                  <a:lnTo>
                    <a:pt x="1260" y="702"/>
                  </a:lnTo>
                  <a:lnTo>
                    <a:pt x="1231" y="0"/>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9" name="Google Shape;24599;p97"/>
            <p:cNvSpPr/>
            <p:nvPr/>
          </p:nvSpPr>
          <p:spPr>
            <a:xfrm>
              <a:off x="4929636" y="1696748"/>
              <a:ext cx="143520" cy="99042"/>
            </a:xfrm>
            <a:custGeom>
              <a:rect b="b" l="l" r="r" t="t"/>
              <a:pathLst>
                <a:path extrusionOk="0" h="3790" w="5492">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600" name="Google Shape;24600;p97"/>
          <p:cNvSpPr/>
          <p:nvPr/>
        </p:nvSpPr>
        <p:spPr>
          <a:xfrm>
            <a:off x="6341184" y="1664375"/>
            <a:ext cx="27413" cy="12857"/>
          </a:xfrm>
          <a:custGeom>
            <a:rect b="b" l="l" r="r" t="t"/>
            <a:pathLst>
              <a:path extrusionOk="0" h="492" w="1049">
                <a:moveTo>
                  <a:pt x="1" y="1"/>
                </a:moveTo>
                <a:lnTo>
                  <a:pt x="39" y="491"/>
                </a:lnTo>
                <a:lnTo>
                  <a:pt x="1049" y="491"/>
                </a:lnTo>
                <a:lnTo>
                  <a:pt x="1039" y="1"/>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601" name="Google Shape;24601;p97"/>
          <p:cNvGrpSpPr/>
          <p:nvPr/>
        </p:nvGrpSpPr>
        <p:grpSpPr>
          <a:xfrm>
            <a:off x="6264302" y="1316603"/>
            <a:ext cx="234983" cy="360628"/>
            <a:chOff x="6265764" y="1501251"/>
            <a:chExt cx="234983" cy="360628"/>
          </a:xfrm>
        </p:grpSpPr>
        <p:sp>
          <p:nvSpPr>
            <p:cNvPr id="24602" name="Google Shape;24602;p97"/>
            <p:cNvSpPr/>
            <p:nvPr/>
          </p:nvSpPr>
          <p:spPr>
            <a:xfrm>
              <a:off x="6347167" y="1501251"/>
              <a:ext cx="118642" cy="179687"/>
            </a:xfrm>
            <a:custGeom>
              <a:rect b="b" l="l" r="r" t="t"/>
              <a:pathLst>
                <a:path extrusionOk="0" h="6876" w="454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3" name="Google Shape;24603;p97"/>
            <p:cNvSpPr/>
            <p:nvPr/>
          </p:nvSpPr>
          <p:spPr>
            <a:xfrm>
              <a:off x="6288369" y="1614561"/>
              <a:ext cx="189487" cy="247318"/>
            </a:xfrm>
            <a:custGeom>
              <a:rect b="b" l="l" r="r" t="t"/>
              <a:pathLst>
                <a:path extrusionOk="0" h="9464" w="7251">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4" name="Google Shape;24604;p97"/>
            <p:cNvSpPr/>
            <p:nvPr/>
          </p:nvSpPr>
          <p:spPr>
            <a:xfrm>
              <a:off x="6314005" y="1614561"/>
              <a:ext cx="163851" cy="247318"/>
            </a:xfrm>
            <a:custGeom>
              <a:rect b="b" l="l" r="r" t="t"/>
              <a:pathLst>
                <a:path extrusionOk="0" h="9464" w="627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5" name="Google Shape;24605;p97"/>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6" name="Google Shape;24606;p97"/>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7" name="Google Shape;24607;p97"/>
            <p:cNvSpPr/>
            <p:nvPr/>
          </p:nvSpPr>
          <p:spPr>
            <a:xfrm>
              <a:off x="6396427" y="1614561"/>
              <a:ext cx="43746" cy="247318"/>
            </a:xfrm>
            <a:custGeom>
              <a:rect b="b" l="l" r="r" t="t"/>
              <a:pathLst>
                <a:path extrusionOk="0" h="9464" w="1674">
                  <a:moveTo>
                    <a:pt x="222" y="1"/>
                  </a:moveTo>
                  <a:lnTo>
                    <a:pt x="0" y="9463"/>
                  </a:lnTo>
                  <a:lnTo>
                    <a:pt x="1010" y="9463"/>
                  </a:lnTo>
                  <a:lnTo>
                    <a:pt x="1674"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8" name="Google Shape;24608;p97"/>
            <p:cNvSpPr/>
            <p:nvPr/>
          </p:nvSpPr>
          <p:spPr>
            <a:xfrm>
              <a:off x="6396427" y="1614561"/>
              <a:ext cx="43746" cy="247318"/>
            </a:xfrm>
            <a:custGeom>
              <a:rect b="b" l="l" r="r" t="t"/>
              <a:pathLst>
                <a:path extrusionOk="0" h="9464" w="1674">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9" name="Google Shape;24609;p97"/>
            <p:cNvSpPr/>
            <p:nvPr/>
          </p:nvSpPr>
          <p:spPr>
            <a:xfrm>
              <a:off x="6299919" y="1575624"/>
              <a:ext cx="166647" cy="33450"/>
            </a:xfrm>
            <a:custGeom>
              <a:rect b="b" l="l" r="r" t="t"/>
              <a:pathLst>
                <a:path extrusionOk="0" h="1280" w="6377">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0" name="Google Shape;24610;p97"/>
            <p:cNvSpPr/>
            <p:nvPr/>
          </p:nvSpPr>
          <p:spPr>
            <a:xfrm>
              <a:off x="6299919" y="1575624"/>
              <a:ext cx="166647" cy="33450"/>
            </a:xfrm>
            <a:custGeom>
              <a:rect b="b" l="l" r="r" t="t"/>
              <a:pathLst>
                <a:path extrusionOk="0" h="1280" w="6377">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1" name="Google Shape;24611;p97"/>
            <p:cNvSpPr/>
            <p:nvPr/>
          </p:nvSpPr>
          <p:spPr>
            <a:xfrm>
              <a:off x="6265764" y="1605781"/>
              <a:ext cx="234983" cy="29425"/>
            </a:xfrm>
            <a:custGeom>
              <a:rect b="b" l="l" r="r" t="t"/>
              <a:pathLst>
                <a:path extrusionOk="0" h="1126" w="8992">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2" name="Google Shape;24612;p97"/>
            <p:cNvSpPr/>
            <p:nvPr/>
          </p:nvSpPr>
          <p:spPr>
            <a:xfrm>
              <a:off x="6265764" y="1605781"/>
              <a:ext cx="234983" cy="29425"/>
            </a:xfrm>
            <a:custGeom>
              <a:rect b="b" l="l" r="r" t="t"/>
              <a:pathLst>
                <a:path extrusionOk="0" h="1126" w="8992">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3" name="Google Shape;24613;p97"/>
            <p:cNvSpPr/>
            <p:nvPr/>
          </p:nvSpPr>
          <p:spPr>
            <a:xfrm>
              <a:off x="6325817" y="1708795"/>
              <a:ext cx="113859" cy="78450"/>
            </a:xfrm>
            <a:custGeom>
              <a:rect b="b" l="l" r="r" t="t"/>
              <a:pathLst>
                <a:path extrusionOk="0" h="3002" w="4357">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14" name="Google Shape;24614;p97"/>
          <p:cNvGrpSpPr/>
          <p:nvPr/>
        </p:nvGrpSpPr>
        <p:grpSpPr>
          <a:xfrm>
            <a:off x="6192176" y="3217351"/>
            <a:ext cx="360628" cy="238250"/>
            <a:chOff x="6193639" y="3401998"/>
            <a:chExt cx="360628" cy="238250"/>
          </a:xfrm>
        </p:grpSpPr>
        <p:sp>
          <p:nvSpPr>
            <p:cNvPr id="24615" name="Google Shape;24615;p97"/>
            <p:cNvSpPr/>
            <p:nvPr/>
          </p:nvSpPr>
          <p:spPr>
            <a:xfrm>
              <a:off x="6417542" y="3401998"/>
              <a:ext cx="136725" cy="145532"/>
            </a:xfrm>
            <a:custGeom>
              <a:rect b="b" l="l" r="r" t="t"/>
              <a:pathLst>
                <a:path extrusionOk="0" h="5569" w="5232">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6" name="Google Shape;24616;p97"/>
            <p:cNvSpPr/>
            <p:nvPr/>
          </p:nvSpPr>
          <p:spPr>
            <a:xfrm>
              <a:off x="6429850" y="3421781"/>
              <a:ext cx="118380" cy="125750"/>
            </a:xfrm>
            <a:custGeom>
              <a:rect b="b" l="l" r="r" t="t"/>
              <a:pathLst>
                <a:path extrusionOk="0" h="4812" w="453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7" name="Google Shape;24617;p97"/>
            <p:cNvSpPr/>
            <p:nvPr/>
          </p:nvSpPr>
          <p:spPr>
            <a:xfrm>
              <a:off x="6193639" y="3401998"/>
              <a:ext cx="136725" cy="145532"/>
            </a:xfrm>
            <a:custGeom>
              <a:rect b="b" l="l" r="r" t="t"/>
              <a:pathLst>
                <a:path extrusionOk="0" h="5569" w="5232">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8" name="Google Shape;24618;p97"/>
            <p:cNvSpPr/>
            <p:nvPr/>
          </p:nvSpPr>
          <p:spPr>
            <a:xfrm>
              <a:off x="6199910" y="3421781"/>
              <a:ext cx="118380" cy="125750"/>
            </a:xfrm>
            <a:custGeom>
              <a:rect b="b" l="l" r="r" t="t"/>
              <a:pathLst>
                <a:path extrusionOk="0" h="4812" w="453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9" name="Google Shape;24619;p97"/>
            <p:cNvSpPr/>
            <p:nvPr/>
          </p:nvSpPr>
          <p:spPr>
            <a:xfrm>
              <a:off x="6193639" y="3522365"/>
              <a:ext cx="360628" cy="117884"/>
            </a:xfrm>
            <a:custGeom>
              <a:rect b="b" l="l" r="r" t="t"/>
              <a:pathLst>
                <a:path extrusionOk="0" h="4511" w="1380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0" name="Google Shape;24620;p97"/>
            <p:cNvSpPr/>
            <p:nvPr/>
          </p:nvSpPr>
          <p:spPr>
            <a:xfrm>
              <a:off x="6219510" y="3548001"/>
              <a:ext cx="128938" cy="66377"/>
            </a:xfrm>
            <a:custGeom>
              <a:rect b="b" l="l" r="r" t="t"/>
              <a:pathLst>
                <a:path extrusionOk="0" h="2540" w="4934">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1" name="Google Shape;24621;p97"/>
            <p:cNvSpPr/>
            <p:nvPr/>
          </p:nvSpPr>
          <p:spPr>
            <a:xfrm>
              <a:off x="6306975" y="3548262"/>
              <a:ext cx="41237" cy="66350"/>
            </a:xfrm>
            <a:custGeom>
              <a:rect b="b" l="l" r="r" t="t"/>
              <a:pathLst>
                <a:path extrusionOk="0" h="2539" w="1578">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2" name="Google Shape;24622;p97"/>
            <p:cNvSpPr/>
            <p:nvPr/>
          </p:nvSpPr>
          <p:spPr>
            <a:xfrm>
              <a:off x="6394911" y="3522365"/>
              <a:ext cx="159356" cy="117884"/>
            </a:xfrm>
            <a:custGeom>
              <a:rect b="b" l="l" r="r" t="t"/>
              <a:pathLst>
                <a:path extrusionOk="0" h="4511" w="6098">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3" name="Google Shape;24623;p97"/>
            <p:cNvSpPr/>
            <p:nvPr/>
          </p:nvSpPr>
          <p:spPr>
            <a:xfrm>
              <a:off x="6399955" y="3548001"/>
              <a:ext cx="128676" cy="66377"/>
            </a:xfrm>
            <a:custGeom>
              <a:rect b="b" l="l" r="r" t="t"/>
              <a:pathLst>
                <a:path extrusionOk="0" h="2540" w="4924">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4" name="Google Shape;24624;p97"/>
            <p:cNvSpPr/>
            <p:nvPr/>
          </p:nvSpPr>
          <p:spPr>
            <a:xfrm>
              <a:off x="6487394" y="3548262"/>
              <a:ext cx="41237" cy="66350"/>
            </a:xfrm>
            <a:custGeom>
              <a:rect b="b" l="l" r="r" t="t"/>
              <a:pathLst>
                <a:path extrusionOk="0" h="2539" w="1578">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5" name="Google Shape;24625;p97"/>
            <p:cNvSpPr/>
            <p:nvPr/>
          </p:nvSpPr>
          <p:spPr>
            <a:xfrm>
              <a:off x="6193874" y="3627652"/>
              <a:ext cx="159356" cy="12596"/>
            </a:xfrm>
            <a:custGeom>
              <a:rect b="b" l="l" r="r" t="t"/>
              <a:pathLst>
                <a:path extrusionOk="0" h="482" w="6098">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26" name="Google Shape;24626;p97"/>
          <p:cNvGrpSpPr/>
          <p:nvPr/>
        </p:nvGrpSpPr>
        <p:grpSpPr>
          <a:xfrm>
            <a:off x="5800162" y="1316603"/>
            <a:ext cx="246037" cy="360629"/>
            <a:chOff x="5801625" y="1501251"/>
            <a:chExt cx="246037" cy="360629"/>
          </a:xfrm>
        </p:grpSpPr>
        <p:sp>
          <p:nvSpPr>
            <p:cNvPr id="24627" name="Google Shape;24627;p97"/>
            <p:cNvSpPr/>
            <p:nvPr/>
          </p:nvSpPr>
          <p:spPr>
            <a:xfrm>
              <a:off x="5872470" y="1548054"/>
              <a:ext cx="10845" cy="307527"/>
            </a:xfrm>
            <a:custGeom>
              <a:rect b="b" l="l" r="r" t="t"/>
              <a:pathLst>
                <a:path extrusionOk="0" h="11768" w="415">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8" name="Google Shape;24628;p97"/>
            <p:cNvSpPr/>
            <p:nvPr/>
          </p:nvSpPr>
          <p:spPr>
            <a:xfrm>
              <a:off x="5901634" y="1556077"/>
              <a:ext cx="11080" cy="244966"/>
            </a:xfrm>
            <a:custGeom>
              <a:rect b="b" l="l" r="r" t="t"/>
              <a:pathLst>
                <a:path extrusionOk="0" h="9374" w="424">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9" name="Google Shape;24629;p97"/>
            <p:cNvSpPr/>
            <p:nvPr/>
          </p:nvSpPr>
          <p:spPr>
            <a:xfrm>
              <a:off x="5930772" y="1577688"/>
              <a:ext cx="11080" cy="178380"/>
            </a:xfrm>
            <a:custGeom>
              <a:rect b="b" l="l" r="r" t="t"/>
              <a:pathLst>
                <a:path extrusionOk="0" h="6826" w="424">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0" name="Google Shape;24630;p97"/>
            <p:cNvSpPr/>
            <p:nvPr/>
          </p:nvSpPr>
          <p:spPr>
            <a:xfrm>
              <a:off x="5960171" y="1611870"/>
              <a:ext cx="10845" cy="107509"/>
            </a:xfrm>
            <a:custGeom>
              <a:rect b="b" l="l" r="r" t="t"/>
              <a:pathLst>
                <a:path extrusionOk="0" h="4114" w="415">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1" name="Google Shape;24631;p97"/>
            <p:cNvSpPr/>
            <p:nvPr/>
          </p:nvSpPr>
          <p:spPr>
            <a:xfrm>
              <a:off x="5989335" y="1607845"/>
              <a:ext cx="11080" cy="67317"/>
            </a:xfrm>
            <a:custGeom>
              <a:rect b="b" l="l" r="r" t="t"/>
              <a:pathLst>
                <a:path extrusionOk="0" h="2576" w="424">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2" name="Google Shape;24632;p97"/>
            <p:cNvSpPr/>
            <p:nvPr/>
          </p:nvSpPr>
          <p:spPr>
            <a:xfrm>
              <a:off x="5839805" y="1522366"/>
              <a:ext cx="207858" cy="329452"/>
            </a:xfrm>
            <a:custGeom>
              <a:rect b="b" l="l" r="r" t="t"/>
              <a:pathLst>
                <a:path extrusionOk="0" h="12607" w="7954">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3" name="Google Shape;24633;p97"/>
            <p:cNvSpPr/>
            <p:nvPr/>
          </p:nvSpPr>
          <p:spPr>
            <a:xfrm>
              <a:off x="5839805" y="1542383"/>
              <a:ext cx="199809" cy="309435"/>
            </a:xfrm>
            <a:custGeom>
              <a:rect b="b" l="l" r="r" t="t"/>
              <a:pathLst>
                <a:path extrusionOk="0" h="11841" w="7646">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4" name="Google Shape;24634;p97"/>
            <p:cNvSpPr/>
            <p:nvPr/>
          </p:nvSpPr>
          <p:spPr>
            <a:xfrm>
              <a:off x="5826738" y="1530389"/>
              <a:ext cx="24146" cy="313381"/>
            </a:xfrm>
            <a:custGeom>
              <a:rect b="b" l="l" r="r" t="t"/>
              <a:pathLst>
                <a:path extrusionOk="0" h="11992" w="924">
                  <a:moveTo>
                    <a:pt x="1" y="1"/>
                  </a:moveTo>
                  <a:lnTo>
                    <a:pt x="1" y="11992"/>
                  </a:lnTo>
                  <a:lnTo>
                    <a:pt x="924" y="11992"/>
                  </a:lnTo>
                  <a:lnTo>
                    <a:pt x="924" y="1"/>
                  </a:ln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5" name="Google Shape;24635;p97"/>
            <p:cNvSpPr/>
            <p:nvPr/>
          </p:nvSpPr>
          <p:spPr>
            <a:xfrm>
              <a:off x="5838812" y="1530389"/>
              <a:ext cx="12073" cy="313381"/>
            </a:xfrm>
            <a:custGeom>
              <a:rect b="b" l="l" r="r" t="t"/>
              <a:pathLst>
                <a:path extrusionOk="0" h="11992" w="462">
                  <a:moveTo>
                    <a:pt x="0" y="1"/>
                  </a:moveTo>
                  <a:lnTo>
                    <a:pt x="0" y="11992"/>
                  </a:lnTo>
                  <a:lnTo>
                    <a:pt x="462" y="11992"/>
                  </a:lnTo>
                  <a:lnTo>
                    <a:pt x="462" y="1"/>
                  </a:lnTo>
                  <a:close/>
                </a:path>
              </a:pathLst>
            </a:custGeom>
            <a:solidFill>
              <a:srgbClr val="AABC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6" name="Google Shape;24636;p97"/>
            <p:cNvSpPr/>
            <p:nvPr/>
          </p:nvSpPr>
          <p:spPr>
            <a:xfrm>
              <a:off x="5818951" y="1541443"/>
              <a:ext cx="39486" cy="17613"/>
            </a:xfrm>
            <a:custGeom>
              <a:rect b="b" l="l" r="r" t="t"/>
              <a:pathLst>
                <a:path extrusionOk="0" h="674" w="1511">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7" name="Google Shape;24637;p97"/>
            <p:cNvSpPr/>
            <p:nvPr/>
          </p:nvSpPr>
          <p:spPr>
            <a:xfrm>
              <a:off x="5819447" y="1501251"/>
              <a:ext cx="38728" cy="40479"/>
            </a:xfrm>
            <a:custGeom>
              <a:rect b="b" l="l" r="r" t="t"/>
              <a:pathLst>
                <a:path extrusionOk="0" h="1549" w="1482">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8" name="Google Shape;24638;p97"/>
            <p:cNvSpPr/>
            <p:nvPr/>
          </p:nvSpPr>
          <p:spPr>
            <a:xfrm>
              <a:off x="5818951" y="1780921"/>
              <a:ext cx="39486" cy="17378"/>
            </a:xfrm>
            <a:custGeom>
              <a:rect b="b" l="l" r="r" t="t"/>
              <a:pathLst>
                <a:path extrusionOk="0" h="665" w="1511">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9" name="Google Shape;24639;p97"/>
            <p:cNvSpPr/>
            <p:nvPr/>
          </p:nvSpPr>
          <p:spPr>
            <a:xfrm>
              <a:off x="5819447" y="1798508"/>
              <a:ext cx="38728" cy="40244"/>
            </a:xfrm>
            <a:custGeom>
              <a:rect b="b" l="l" r="r" t="t"/>
              <a:pathLst>
                <a:path extrusionOk="0" h="1540" w="1482">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0" name="Google Shape;24640;p97"/>
            <p:cNvSpPr/>
            <p:nvPr/>
          </p:nvSpPr>
          <p:spPr>
            <a:xfrm>
              <a:off x="5838812" y="1541704"/>
              <a:ext cx="19626" cy="17352"/>
            </a:xfrm>
            <a:custGeom>
              <a:rect b="b" l="l" r="r" t="t"/>
              <a:pathLst>
                <a:path extrusionOk="0" h="664" w="751">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1" name="Google Shape;24641;p97"/>
            <p:cNvSpPr/>
            <p:nvPr/>
          </p:nvSpPr>
          <p:spPr>
            <a:xfrm>
              <a:off x="5838812" y="1780921"/>
              <a:ext cx="19626" cy="17613"/>
            </a:xfrm>
            <a:custGeom>
              <a:rect b="b" l="l" r="r" t="t"/>
              <a:pathLst>
                <a:path extrusionOk="0" h="674" w="751">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2" name="Google Shape;24642;p97"/>
            <p:cNvSpPr/>
            <p:nvPr/>
          </p:nvSpPr>
          <p:spPr>
            <a:xfrm>
              <a:off x="5838812" y="1501251"/>
              <a:ext cx="19364" cy="40479"/>
            </a:xfrm>
            <a:custGeom>
              <a:rect b="b" l="l" r="r" t="t"/>
              <a:pathLst>
                <a:path extrusionOk="0" h="1549" w="741">
                  <a:moveTo>
                    <a:pt x="0" y="0"/>
                  </a:moveTo>
                  <a:lnTo>
                    <a:pt x="0" y="1548"/>
                  </a:lnTo>
                  <a:lnTo>
                    <a:pt x="491" y="1548"/>
                  </a:lnTo>
                  <a:lnTo>
                    <a:pt x="731" y="39"/>
                  </a:lnTo>
                  <a:cubicBezTo>
                    <a:pt x="741" y="19"/>
                    <a:pt x="731" y="0"/>
                    <a:pt x="71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3" name="Google Shape;24643;p97"/>
            <p:cNvSpPr/>
            <p:nvPr/>
          </p:nvSpPr>
          <p:spPr>
            <a:xfrm>
              <a:off x="5838812" y="1798508"/>
              <a:ext cx="19364" cy="40244"/>
            </a:xfrm>
            <a:custGeom>
              <a:rect b="b" l="l" r="r" t="t"/>
              <a:pathLst>
                <a:path extrusionOk="0" h="1540" w="741">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4" name="Google Shape;24644;p97"/>
            <p:cNvSpPr/>
            <p:nvPr/>
          </p:nvSpPr>
          <p:spPr>
            <a:xfrm>
              <a:off x="5801625" y="1837210"/>
              <a:ext cx="141246" cy="24669"/>
            </a:xfrm>
            <a:custGeom>
              <a:rect b="b" l="l" r="r" t="t"/>
              <a:pathLst>
                <a:path extrusionOk="0" h="944" w="5405">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5" name="Google Shape;24645;p97"/>
            <p:cNvSpPr/>
            <p:nvPr/>
          </p:nvSpPr>
          <p:spPr>
            <a:xfrm>
              <a:off x="5801625" y="1843743"/>
              <a:ext cx="141246" cy="18136"/>
            </a:xfrm>
            <a:custGeom>
              <a:rect b="b" l="l" r="r" t="t"/>
              <a:pathLst>
                <a:path extrusionOk="0" h="694" w="5405">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46" name="Google Shape;24646;p97"/>
          <p:cNvGrpSpPr/>
          <p:nvPr/>
        </p:nvGrpSpPr>
        <p:grpSpPr>
          <a:xfrm>
            <a:off x="6640218" y="1796814"/>
            <a:ext cx="352083" cy="360864"/>
            <a:chOff x="6641680" y="1981462"/>
            <a:chExt cx="352083" cy="360864"/>
          </a:xfrm>
        </p:grpSpPr>
        <p:sp>
          <p:nvSpPr>
            <p:cNvPr id="24647" name="Google Shape;24647;p97"/>
            <p:cNvSpPr/>
            <p:nvPr/>
          </p:nvSpPr>
          <p:spPr>
            <a:xfrm>
              <a:off x="6641680" y="1981462"/>
              <a:ext cx="351848" cy="351587"/>
            </a:xfrm>
            <a:custGeom>
              <a:rect b="b" l="l" r="r" t="t"/>
              <a:pathLst>
                <a:path extrusionOk="0" h="13454" w="13464">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8" name="Google Shape;24648;p97"/>
            <p:cNvSpPr/>
            <p:nvPr/>
          </p:nvSpPr>
          <p:spPr>
            <a:xfrm>
              <a:off x="6759041" y="1981462"/>
              <a:ext cx="234722" cy="351587"/>
            </a:xfrm>
            <a:custGeom>
              <a:rect b="b" l="l" r="r" t="t"/>
              <a:pathLst>
                <a:path extrusionOk="0" h="13454" w="8982">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9" name="Google Shape;24649;p97"/>
            <p:cNvSpPr/>
            <p:nvPr/>
          </p:nvSpPr>
          <p:spPr>
            <a:xfrm>
              <a:off x="6641680" y="2266410"/>
              <a:ext cx="352083" cy="66873"/>
            </a:xfrm>
            <a:custGeom>
              <a:rect b="b" l="l" r="r" t="t"/>
              <a:pathLst>
                <a:path extrusionOk="0" h="2559" w="13473">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0" name="Google Shape;24650;p97"/>
            <p:cNvSpPr/>
            <p:nvPr/>
          </p:nvSpPr>
          <p:spPr>
            <a:xfrm>
              <a:off x="6641680" y="2266410"/>
              <a:ext cx="34469" cy="75915"/>
            </a:xfrm>
            <a:custGeom>
              <a:rect b="b" l="l" r="r" t="t"/>
              <a:pathLst>
                <a:path extrusionOk="0" h="2905" w="1319">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1" name="Google Shape;24651;p97"/>
            <p:cNvSpPr/>
            <p:nvPr/>
          </p:nvSpPr>
          <p:spPr>
            <a:xfrm>
              <a:off x="6659032" y="2266410"/>
              <a:ext cx="17117" cy="75680"/>
            </a:xfrm>
            <a:custGeom>
              <a:rect b="b" l="l" r="r" t="t"/>
              <a:pathLst>
                <a:path extrusionOk="0" h="2896" w="655">
                  <a:moveTo>
                    <a:pt x="0" y="1"/>
                  </a:moveTo>
                  <a:lnTo>
                    <a:pt x="0" y="2895"/>
                  </a:lnTo>
                  <a:lnTo>
                    <a:pt x="654" y="2895"/>
                  </a:lnTo>
                  <a:lnTo>
                    <a:pt x="654"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2" name="Google Shape;24652;p97"/>
            <p:cNvSpPr/>
            <p:nvPr/>
          </p:nvSpPr>
          <p:spPr>
            <a:xfrm>
              <a:off x="6959060" y="2266410"/>
              <a:ext cx="34469" cy="75680"/>
            </a:xfrm>
            <a:custGeom>
              <a:rect b="b" l="l" r="r" t="t"/>
              <a:pathLst>
                <a:path extrusionOk="0" h="2896" w="1319">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3" name="Google Shape;24653;p97"/>
            <p:cNvSpPr/>
            <p:nvPr/>
          </p:nvSpPr>
          <p:spPr>
            <a:xfrm>
              <a:off x="6970375" y="2266410"/>
              <a:ext cx="23389" cy="75915"/>
            </a:xfrm>
            <a:custGeom>
              <a:rect b="b" l="l" r="r" t="t"/>
              <a:pathLst>
                <a:path extrusionOk="0" h="2905" w="895">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4" name="Google Shape;24654;p97"/>
            <p:cNvSpPr/>
            <p:nvPr/>
          </p:nvSpPr>
          <p:spPr>
            <a:xfrm>
              <a:off x="6676123"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5" name="Google Shape;24655;p97"/>
            <p:cNvSpPr/>
            <p:nvPr/>
          </p:nvSpPr>
          <p:spPr>
            <a:xfrm>
              <a:off x="6704503"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6" name="Google Shape;24656;p97"/>
            <p:cNvSpPr/>
            <p:nvPr/>
          </p:nvSpPr>
          <p:spPr>
            <a:xfrm>
              <a:off x="6732648" y="2259146"/>
              <a:ext cx="28432" cy="73903"/>
            </a:xfrm>
            <a:custGeom>
              <a:rect b="b" l="l" r="r" t="t"/>
              <a:pathLst>
                <a:path extrusionOk="0" h="2828" w="1088">
                  <a:moveTo>
                    <a:pt x="1" y="0"/>
                  </a:moveTo>
                  <a:lnTo>
                    <a:pt x="1"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7" name="Google Shape;24657;p97"/>
            <p:cNvSpPr/>
            <p:nvPr/>
          </p:nvSpPr>
          <p:spPr>
            <a:xfrm>
              <a:off x="6761054" y="2259146"/>
              <a:ext cx="28406" cy="73903"/>
            </a:xfrm>
            <a:custGeom>
              <a:rect b="b" l="l" r="r" t="t"/>
              <a:pathLst>
                <a:path extrusionOk="0" h="2828" w="1087">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8" name="Google Shape;24658;p97"/>
            <p:cNvSpPr/>
            <p:nvPr/>
          </p:nvSpPr>
          <p:spPr>
            <a:xfrm>
              <a:off x="6789433" y="2259146"/>
              <a:ext cx="28171" cy="73903"/>
            </a:xfrm>
            <a:custGeom>
              <a:rect b="b" l="l" r="r" t="t"/>
              <a:pathLst>
                <a:path extrusionOk="0" h="2828" w="1078">
                  <a:moveTo>
                    <a:pt x="1" y="0"/>
                  </a:moveTo>
                  <a:lnTo>
                    <a:pt x="1" y="2827"/>
                  </a:lnTo>
                  <a:lnTo>
                    <a:pt x="1078" y="2827"/>
                  </a:lnTo>
                  <a:lnTo>
                    <a:pt x="1078"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9" name="Google Shape;24659;p97"/>
            <p:cNvSpPr/>
            <p:nvPr/>
          </p:nvSpPr>
          <p:spPr>
            <a:xfrm>
              <a:off x="6817578" y="2259146"/>
              <a:ext cx="28432" cy="73903"/>
            </a:xfrm>
            <a:custGeom>
              <a:rect b="b" l="l" r="r" t="t"/>
              <a:pathLst>
                <a:path extrusionOk="0" h="2828" w="1088">
                  <a:moveTo>
                    <a:pt x="1" y="0"/>
                  </a:moveTo>
                  <a:lnTo>
                    <a:pt x="1"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0" name="Google Shape;24660;p97"/>
            <p:cNvSpPr/>
            <p:nvPr/>
          </p:nvSpPr>
          <p:spPr>
            <a:xfrm>
              <a:off x="6845984" y="2259146"/>
              <a:ext cx="28171" cy="73903"/>
            </a:xfrm>
            <a:custGeom>
              <a:rect b="b" l="l" r="r" t="t"/>
              <a:pathLst>
                <a:path extrusionOk="0" h="2828" w="1078">
                  <a:moveTo>
                    <a:pt x="0" y="0"/>
                  </a:moveTo>
                  <a:lnTo>
                    <a:pt x="0" y="2827"/>
                  </a:lnTo>
                  <a:lnTo>
                    <a:pt x="1077" y="2827"/>
                  </a:lnTo>
                  <a:lnTo>
                    <a:pt x="1077"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1" name="Google Shape;24661;p97"/>
            <p:cNvSpPr/>
            <p:nvPr/>
          </p:nvSpPr>
          <p:spPr>
            <a:xfrm>
              <a:off x="6874129" y="2259146"/>
              <a:ext cx="28432" cy="73903"/>
            </a:xfrm>
            <a:custGeom>
              <a:rect b="b" l="l" r="r" t="t"/>
              <a:pathLst>
                <a:path extrusionOk="0" h="2828" w="1088">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2" name="Google Shape;24662;p97"/>
            <p:cNvSpPr/>
            <p:nvPr/>
          </p:nvSpPr>
          <p:spPr>
            <a:xfrm>
              <a:off x="6902535"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3" name="Google Shape;24663;p97"/>
            <p:cNvSpPr/>
            <p:nvPr/>
          </p:nvSpPr>
          <p:spPr>
            <a:xfrm>
              <a:off x="6930915"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4" name="Google Shape;24664;p97"/>
            <p:cNvSpPr/>
            <p:nvPr/>
          </p:nvSpPr>
          <p:spPr>
            <a:xfrm>
              <a:off x="6694207"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5" name="Google Shape;24665;p97"/>
            <p:cNvSpPr/>
            <p:nvPr/>
          </p:nvSpPr>
          <p:spPr>
            <a:xfrm>
              <a:off x="6699224" y="2259146"/>
              <a:ext cx="15601" cy="39068"/>
            </a:xfrm>
            <a:custGeom>
              <a:rect b="b" l="l" r="r" t="t"/>
              <a:pathLst>
                <a:path extrusionOk="0" h="1495" w="597">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6" name="Google Shape;24666;p97"/>
            <p:cNvSpPr/>
            <p:nvPr/>
          </p:nvSpPr>
          <p:spPr>
            <a:xfrm>
              <a:off x="6750757" y="2259146"/>
              <a:ext cx="20619" cy="38964"/>
            </a:xfrm>
            <a:custGeom>
              <a:rect b="b" l="l" r="r" t="t"/>
              <a:pathLst>
                <a:path extrusionOk="0" h="1491" w="789">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7" name="Google Shape;24667;p97"/>
            <p:cNvSpPr/>
            <p:nvPr/>
          </p:nvSpPr>
          <p:spPr>
            <a:xfrm>
              <a:off x="6807282" y="2259146"/>
              <a:ext cx="20645" cy="38964"/>
            </a:xfrm>
            <a:custGeom>
              <a:rect b="b" l="l" r="r" t="t"/>
              <a:pathLst>
                <a:path extrusionOk="0" h="1491" w="79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8" name="Google Shape;24668;p97"/>
            <p:cNvSpPr/>
            <p:nvPr/>
          </p:nvSpPr>
          <p:spPr>
            <a:xfrm>
              <a:off x="6863833" y="2259146"/>
              <a:ext cx="20619" cy="38964"/>
            </a:xfrm>
            <a:custGeom>
              <a:rect b="b" l="l" r="r" t="t"/>
              <a:pathLst>
                <a:path extrusionOk="0" h="1491" w="789">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9" name="Google Shape;24669;p97"/>
            <p:cNvSpPr/>
            <p:nvPr/>
          </p:nvSpPr>
          <p:spPr>
            <a:xfrm>
              <a:off x="6920619"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0" name="Google Shape;24670;p97"/>
            <p:cNvSpPr/>
            <p:nvPr/>
          </p:nvSpPr>
          <p:spPr>
            <a:xfrm>
              <a:off x="6755775" y="2259146"/>
              <a:ext cx="15601" cy="39068"/>
            </a:xfrm>
            <a:custGeom>
              <a:rect b="b" l="l" r="r" t="t"/>
              <a:pathLst>
                <a:path extrusionOk="0" h="1495" w="597">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1" name="Google Shape;24671;p97"/>
            <p:cNvSpPr/>
            <p:nvPr/>
          </p:nvSpPr>
          <p:spPr>
            <a:xfrm>
              <a:off x="6812561" y="2259146"/>
              <a:ext cx="15366" cy="39068"/>
            </a:xfrm>
            <a:custGeom>
              <a:rect b="b" l="l" r="r" t="t"/>
              <a:pathLst>
                <a:path extrusionOk="0" h="1495" w="588">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2" name="Google Shape;24672;p97"/>
            <p:cNvSpPr/>
            <p:nvPr/>
          </p:nvSpPr>
          <p:spPr>
            <a:xfrm>
              <a:off x="6869111" y="2259146"/>
              <a:ext cx="15340" cy="39068"/>
            </a:xfrm>
            <a:custGeom>
              <a:rect b="b" l="l" r="r" t="t"/>
              <a:pathLst>
                <a:path extrusionOk="0" h="1495" w="587">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3" name="Google Shape;24673;p97"/>
            <p:cNvSpPr/>
            <p:nvPr/>
          </p:nvSpPr>
          <p:spPr>
            <a:xfrm>
              <a:off x="6925636" y="2259146"/>
              <a:ext cx="15601" cy="39068"/>
            </a:xfrm>
            <a:custGeom>
              <a:rect b="b" l="l" r="r" t="t"/>
              <a:pathLst>
                <a:path extrusionOk="0" h="1495" w="597">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4" name="Google Shape;24674;p97"/>
            <p:cNvSpPr/>
            <p:nvPr/>
          </p:nvSpPr>
          <p:spPr>
            <a:xfrm>
              <a:off x="6641680" y="2239781"/>
              <a:ext cx="352083" cy="26655"/>
            </a:xfrm>
            <a:custGeom>
              <a:rect b="b" l="l" r="r" t="t"/>
              <a:pathLst>
                <a:path extrusionOk="0" h="1020" w="13473">
                  <a:moveTo>
                    <a:pt x="1" y="1"/>
                  </a:moveTo>
                  <a:lnTo>
                    <a:pt x="1" y="1020"/>
                  </a:lnTo>
                  <a:lnTo>
                    <a:pt x="13473" y="1020"/>
                  </a:ln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75" name="Google Shape;24675;p97"/>
          <p:cNvGrpSpPr/>
          <p:nvPr/>
        </p:nvGrpSpPr>
        <p:grpSpPr>
          <a:xfrm>
            <a:off x="7203870" y="1316603"/>
            <a:ext cx="198032" cy="360629"/>
            <a:chOff x="7205332" y="1501251"/>
            <a:chExt cx="198032" cy="360629"/>
          </a:xfrm>
        </p:grpSpPr>
        <p:sp>
          <p:nvSpPr>
            <p:cNvPr id="24676" name="Google Shape;24676;p97"/>
            <p:cNvSpPr/>
            <p:nvPr/>
          </p:nvSpPr>
          <p:spPr>
            <a:xfrm>
              <a:off x="7237005" y="1701766"/>
              <a:ext cx="38467" cy="10845"/>
            </a:xfrm>
            <a:custGeom>
              <a:rect b="b" l="l" r="r" t="t"/>
              <a:pathLst>
                <a:path extrusionOk="0" h="415" w="1472">
                  <a:moveTo>
                    <a:pt x="0" y="1"/>
                  </a:moveTo>
                  <a:lnTo>
                    <a:pt x="0" y="414"/>
                  </a:lnTo>
                  <a:lnTo>
                    <a:pt x="1192" y="414"/>
                  </a:lnTo>
                  <a:cubicBezTo>
                    <a:pt x="1471" y="41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7" name="Google Shape;24677;p97"/>
            <p:cNvSpPr/>
            <p:nvPr/>
          </p:nvSpPr>
          <p:spPr>
            <a:xfrm>
              <a:off x="7231465" y="1688778"/>
              <a:ext cx="11080" cy="36821"/>
            </a:xfrm>
            <a:custGeom>
              <a:rect b="b" l="l" r="r" t="t"/>
              <a:pathLst>
                <a:path extrusionOk="0" h="1409" w="424">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8" name="Google Shape;24678;p97"/>
            <p:cNvSpPr/>
            <p:nvPr/>
          </p:nvSpPr>
          <p:spPr>
            <a:xfrm>
              <a:off x="7237005" y="1753273"/>
              <a:ext cx="38467" cy="10845"/>
            </a:xfrm>
            <a:custGeom>
              <a:rect b="b" l="l" r="r" t="t"/>
              <a:pathLst>
                <a:path extrusionOk="0" h="415" w="1472">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9" name="Google Shape;24679;p97"/>
            <p:cNvSpPr/>
            <p:nvPr/>
          </p:nvSpPr>
          <p:spPr>
            <a:xfrm>
              <a:off x="7231465" y="1740285"/>
              <a:ext cx="11080" cy="36899"/>
            </a:xfrm>
            <a:custGeom>
              <a:rect b="b" l="l" r="r" t="t"/>
              <a:pathLst>
                <a:path extrusionOk="0" h="1412" w="424">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0" name="Google Shape;24680;p97"/>
            <p:cNvSpPr/>
            <p:nvPr/>
          </p:nvSpPr>
          <p:spPr>
            <a:xfrm>
              <a:off x="7237005" y="1649997"/>
              <a:ext cx="38467" cy="11080"/>
            </a:xfrm>
            <a:custGeom>
              <a:rect b="b" l="l" r="r" t="t"/>
              <a:pathLst>
                <a:path extrusionOk="0" h="424" w="1472">
                  <a:moveTo>
                    <a:pt x="0" y="1"/>
                  </a:moveTo>
                  <a:lnTo>
                    <a:pt x="0" y="424"/>
                  </a:lnTo>
                  <a:lnTo>
                    <a:pt x="1192" y="424"/>
                  </a:lnTo>
                  <a:cubicBezTo>
                    <a:pt x="1471" y="42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1" name="Google Shape;24681;p97"/>
            <p:cNvSpPr/>
            <p:nvPr/>
          </p:nvSpPr>
          <p:spPr>
            <a:xfrm>
              <a:off x="7231465" y="1637192"/>
              <a:ext cx="11080" cy="36899"/>
            </a:xfrm>
            <a:custGeom>
              <a:rect b="b" l="l" r="r" t="t"/>
              <a:pathLst>
                <a:path extrusionOk="0" h="1412" w="424">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2" name="Google Shape;24682;p97"/>
            <p:cNvSpPr/>
            <p:nvPr/>
          </p:nvSpPr>
          <p:spPr>
            <a:xfrm>
              <a:off x="7273669" y="1594230"/>
              <a:ext cx="107091" cy="227170"/>
            </a:xfrm>
            <a:custGeom>
              <a:rect b="b" l="l" r="r" t="t"/>
              <a:pathLst>
                <a:path extrusionOk="0" h="8693" w="4098">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3" name="Google Shape;24683;p97"/>
            <p:cNvSpPr/>
            <p:nvPr/>
          </p:nvSpPr>
          <p:spPr>
            <a:xfrm>
              <a:off x="7280724" y="1601495"/>
              <a:ext cx="92483" cy="212640"/>
            </a:xfrm>
            <a:custGeom>
              <a:rect b="b" l="l" r="r" t="t"/>
              <a:pathLst>
                <a:path extrusionOk="0" h="8137" w="3539">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4" name="Google Shape;24684;p97"/>
            <p:cNvSpPr/>
            <p:nvPr/>
          </p:nvSpPr>
          <p:spPr>
            <a:xfrm>
              <a:off x="7219156" y="1515807"/>
              <a:ext cx="136229" cy="332484"/>
            </a:xfrm>
            <a:custGeom>
              <a:rect b="b" l="l" r="r" t="t"/>
              <a:pathLst>
                <a:path extrusionOk="0" h="12723" w="5213">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5" name="Google Shape;24685;p97"/>
            <p:cNvSpPr/>
            <p:nvPr/>
          </p:nvSpPr>
          <p:spPr>
            <a:xfrm>
              <a:off x="7286996" y="1515807"/>
              <a:ext cx="68389" cy="332484"/>
            </a:xfrm>
            <a:custGeom>
              <a:rect b="b" l="l" r="r" t="t"/>
              <a:pathLst>
                <a:path extrusionOk="0" h="12723" w="2617">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6" name="Google Shape;24686;p97"/>
            <p:cNvSpPr/>
            <p:nvPr/>
          </p:nvSpPr>
          <p:spPr>
            <a:xfrm>
              <a:off x="7208599" y="1501251"/>
              <a:ext cx="157344" cy="25139"/>
            </a:xfrm>
            <a:custGeom>
              <a:rect b="b" l="l" r="r" t="t"/>
              <a:pathLst>
                <a:path extrusionOk="0" h="962" w="6021">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7" name="Google Shape;24687;p97"/>
            <p:cNvSpPr/>
            <p:nvPr/>
          </p:nvSpPr>
          <p:spPr>
            <a:xfrm>
              <a:off x="7205332" y="1507523"/>
              <a:ext cx="163877" cy="18868"/>
            </a:xfrm>
            <a:custGeom>
              <a:rect b="b" l="l" r="r" t="t"/>
              <a:pathLst>
                <a:path extrusionOk="0" h="722" w="6271">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8" name="Google Shape;24688;p97"/>
            <p:cNvSpPr/>
            <p:nvPr/>
          </p:nvSpPr>
          <p:spPr>
            <a:xfrm>
              <a:off x="7254592" y="1643725"/>
              <a:ext cx="145767" cy="23650"/>
            </a:xfrm>
            <a:custGeom>
              <a:rect b="b" l="l" r="r" t="t"/>
              <a:pathLst>
                <a:path extrusionOk="0" h="905" w="5578">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9" name="Google Shape;24689;p97"/>
            <p:cNvSpPr/>
            <p:nvPr/>
          </p:nvSpPr>
          <p:spPr>
            <a:xfrm>
              <a:off x="7254592" y="1649501"/>
              <a:ext cx="148772" cy="18110"/>
            </a:xfrm>
            <a:custGeom>
              <a:rect b="b" l="l" r="r" t="t"/>
              <a:pathLst>
                <a:path extrusionOk="0" h="693" w="5693">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0" name="Google Shape;24690;p97"/>
            <p:cNvSpPr/>
            <p:nvPr/>
          </p:nvSpPr>
          <p:spPr>
            <a:xfrm>
              <a:off x="7254592" y="1695232"/>
              <a:ext cx="145506" cy="23911"/>
            </a:xfrm>
            <a:custGeom>
              <a:rect b="b" l="l" r="r" t="t"/>
              <a:pathLst>
                <a:path extrusionOk="0" h="915" w="5568">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1" name="Google Shape;24691;p97"/>
            <p:cNvSpPr/>
            <p:nvPr/>
          </p:nvSpPr>
          <p:spPr>
            <a:xfrm>
              <a:off x="7254592" y="1701530"/>
              <a:ext cx="148537" cy="17613"/>
            </a:xfrm>
            <a:custGeom>
              <a:rect b="b" l="l" r="r" t="t"/>
              <a:pathLst>
                <a:path extrusionOk="0" h="674" w="5684">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2" name="Google Shape;24692;p97"/>
            <p:cNvSpPr/>
            <p:nvPr/>
          </p:nvSpPr>
          <p:spPr>
            <a:xfrm>
              <a:off x="7254592" y="1746740"/>
              <a:ext cx="145767" cy="23911"/>
            </a:xfrm>
            <a:custGeom>
              <a:rect b="b" l="l" r="r" t="t"/>
              <a:pathLst>
                <a:path extrusionOk="0" h="915" w="5578">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3" name="Google Shape;24693;p97"/>
            <p:cNvSpPr/>
            <p:nvPr/>
          </p:nvSpPr>
          <p:spPr>
            <a:xfrm>
              <a:off x="7254592" y="1752776"/>
              <a:ext cx="148772" cy="17875"/>
            </a:xfrm>
            <a:custGeom>
              <a:rect b="b" l="l" r="r" t="t"/>
              <a:pathLst>
                <a:path extrusionOk="0" h="684" w="5693">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4" name="Google Shape;24694;p97"/>
            <p:cNvSpPr/>
            <p:nvPr/>
          </p:nvSpPr>
          <p:spPr>
            <a:xfrm>
              <a:off x="7260864" y="1836714"/>
              <a:ext cx="52788" cy="25166"/>
            </a:xfrm>
            <a:custGeom>
              <a:rect b="b" l="l" r="r" t="t"/>
              <a:pathLst>
                <a:path extrusionOk="0" h="963" w="202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5" name="Google Shape;24695;p97"/>
            <p:cNvSpPr/>
            <p:nvPr/>
          </p:nvSpPr>
          <p:spPr>
            <a:xfrm>
              <a:off x="7287258" y="1836714"/>
              <a:ext cx="26394" cy="25166"/>
            </a:xfrm>
            <a:custGeom>
              <a:rect b="b" l="l" r="r" t="t"/>
              <a:pathLst>
                <a:path extrusionOk="0" h="963" w="101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96" name="Google Shape;24696;p97"/>
          <p:cNvGrpSpPr/>
          <p:nvPr/>
        </p:nvGrpSpPr>
        <p:grpSpPr>
          <a:xfrm>
            <a:off x="7686851" y="1316603"/>
            <a:ext cx="153058" cy="360628"/>
            <a:chOff x="7688313" y="1501251"/>
            <a:chExt cx="153058" cy="360628"/>
          </a:xfrm>
        </p:grpSpPr>
        <p:sp>
          <p:nvSpPr>
            <p:cNvPr id="24697" name="Google Shape;24697;p97"/>
            <p:cNvSpPr/>
            <p:nvPr/>
          </p:nvSpPr>
          <p:spPr>
            <a:xfrm>
              <a:off x="7688313" y="1637192"/>
              <a:ext cx="153058" cy="211098"/>
            </a:xfrm>
            <a:custGeom>
              <a:rect b="b" l="l" r="r" t="t"/>
              <a:pathLst>
                <a:path extrusionOk="0" h="8078" w="5857">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8" name="Google Shape;24698;p97"/>
            <p:cNvSpPr/>
            <p:nvPr/>
          </p:nvSpPr>
          <p:spPr>
            <a:xfrm>
              <a:off x="7745857" y="1637192"/>
              <a:ext cx="95514" cy="211098"/>
            </a:xfrm>
            <a:custGeom>
              <a:rect b="b" l="l" r="r" t="t"/>
              <a:pathLst>
                <a:path extrusionOk="0" h="8078" w="3655">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9" name="Google Shape;24699;p97"/>
            <p:cNvSpPr/>
            <p:nvPr/>
          </p:nvSpPr>
          <p:spPr>
            <a:xfrm>
              <a:off x="7750143" y="1792210"/>
              <a:ext cx="29634" cy="69669"/>
            </a:xfrm>
            <a:custGeom>
              <a:rect b="b" l="l" r="r" t="t"/>
              <a:pathLst>
                <a:path extrusionOk="0" h="2666" w="1134">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0" name="Google Shape;24700;p97"/>
            <p:cNvSpPr/>
            <p:nvPr/>
          </p:nvSpPr>
          <p:spPr>
            <a:xfrm>
              <a:off x="7766214" y="1504256"/>
              <a:ext cx="23389" cy="11080"/>
            </a:xfrm>
            <a:custGeom>
              <a:rect b="b" l="l" r="r" t="t"/>
              <a:pathLst>
                <a:path extrusionOk="0" h="424" w="895">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1" name="Google Shape;24701;p97"/>
            <p:cNvSpPr/>
            <p:nvPr/>
          </p:nvSpPr>
          <p:spPr>
            <a:xfrm>
              <a:off x="7741075" y="1503995"/>
              <a:ext cx="22657" cy="11080"/>
            </a:xfrm>
            <a:custGeom>
              <a:rect b="b" l="l" r="r" t="t"/>
              <a:pathLst>
                <a:path extrusionOk="0" h="424" w="867">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2" name="Google Shape;24702;p97"/>
            <p:cNvSpPr/>
            <p:nvPr/>
          </p:nvSpPr>
          <p:spPr>
            <a:xfrm>
              <a:off x="7765953" y="1529134"/>
              <a:ext cx="27178" cy="10819"/>
            </a:xfrm>
            <a:custGeom>
              <a:rect b="b" l="l" r="r" t="t"/>
              <a:pathLst>
                <a:path extrusionOk="0" h="414" w="104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3" name="Google Shape;24703;p97"/>
            <p:cNvSpPr/>
            <p:nvPr/>
          </p:nvSpPr>
          <p:spPr>
            <a:xfrm>
              <a:off x="7737573" y="1528873"/>
              <a:ext cx="26159" cy="10845"/>
            </a:xfrm>
            <a:custGeom>
              <a:rect b="b" l="l" r="r" t="t"/>
              <a:pathLst>
                <a:path extrusionOk="0" h="415" w="1001">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4" name="Google Shape;24704;p97"/>
            <p:cNvSpPr/>
            <p:nvPr/>
          </p:nvSpPr>
          <p:spPr>
            <a:xfrm>
              <a:off x="7751632" y="1523594"/>
              <a:ext cx="26420" cy="186482"/>
            </a:xfrm>
            <a:custGeom>
              <a:rect b="b" l="l" r="r" t="t"/>
              <a:pathLst>
                <a:path extrusionOk="0" h="7136" w="1011">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5" name="Google Shape;24705;p97"/>
            <p:cNvSpPr/>
            <p:nvPr/>
          </p:nvSpPr>
          <p:spPr>
            <a:xfrm>
              <a:off x="7764960" y="1523594"/>
              <a:ext cx="13092" cy="186482"/>
            </a:xfrm>
            <a:custGeom>
              <a:rect b="b" l="l" r="r" t="t"/>
              <a:pathLst>
                <a:path extrusionOk="0" h="7136" w="501">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6" name="Google Shape;24706;p97"/>
            <p:cNvSpPr/>
            <p:nvPr/>
          </p:nvSpPr>
          <p:spPr>
            <a:xfrm>
              <a:off x="7749881" y="1501251"/>
              <a:ext cx="30418" cy="41498"/>
            </a:xfrm>
            <a:custGeom>
              <a:rect b="b" l="l" r="r" t="t"/>
              <a:pathLst>
                <a:path extrusionOk="0" h="1588" w="1164">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7" name="Google Shape;24707;p97"/>
            <p:cNvSpPr/>
            <p:nvPr/>
          </p:nvSpPr>
          <p:spPr>
            <a:xfrm>
              <a:off x="7718967" y="1737201"/>
              <a:ext cx="24904" cy="60444"/>
            </a:xfrm>
            <a:custGeom>
              <a:rect b="b" l="l" r="r" t="t"/>
              <a:pathLst>
                <a:path extrusionOk="0" h="2313" w="953">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8" name="Google Shape;24708;p97"/>
            <p:cNvSpPr/>
            <p:nvPr/>
          </p:nvSpPr>
          <p:spPr>
            <a:xfrm>
              <a:off x="7786075" y="1737201"/>
              <a:ext cx="24904" cy="60444"/>
            </a:xfrm>
            <a:custGeom>
              <a:rect b="b" l="l" r="r" t="t"/>
              <a:pathLst>
                <a:path extrusionOk="0" h="2313" w="953">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9" name="Google Shape;24709;p97"/>
            <p:cNvSpPr/>
            <p:nvPr/>
          </p:nvSpPr>
          <p:spPr>
            <a:xfrm>
              <a:off x="7764960" y="1792210"/>
              <a:ext cx="14608" cy="69669"/>
            </a:xfrm>
            <a:custGeom>
              <a:rect b="b" l="l" r="r" t="t"/>
              <a:pathLst>
                <a:path extrusionOk="0" h="2666" w="559">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0" name="Google Shape;24710;p97"/>
            <p:cNvSpPr/>
            <p:nvPr/>
          </p:nvSpPr>
          <p:spPr>
            <a:xfrm>
              <a:off x="7751397" y="1814109"/>
              <a:ext cx="27152" cy="11080"/>
            </a:xfrm>
            <a:custGeom>
              <a:rect b="b" l="l" r="r" t="t"/>
              <a:pathLst>
                <a:path extrusionOk="0" h="424" w="1039">
                  <a:moveTo>
                    <a:pt x="0" y="0"/>
                  </a:moveTo>
                  <a:lnTo>
                    <a:pt x="29" y="423"/>
                  </a:lnTo>
                  <a:lnTo>
                    <a:pt x="1010" y="423"/>
                  </a:lnTo>
                  <a:lnTo>
                    <a:pt x="1039" y="0"/>
                  </a:ln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1" name="Google Shape;24711;p97"/>
            <p:cNvSpPr/>
            <p:nvPr/>
          </p:nvSpPr>
          <p:spPr>
            <a:xfrm>
              <a:off x="7764960" y="1814109"/>
              <a:ext cx="13589" cy="11080"/>
            </a:xfrm>
            <a:custGeom>
              <a:rect b="b" l="l" r="r" t="t"/>
              <a:pathLst>
                <a:path extrusionOk="0" h="424" w="520">
                  <a:moveTo>
                    <a:pt x="0" y="0"/>
                  </a:moveTo>
                  <a:lnTo>
                    <a:pt x="0" y="423"/>
                  </a:lnTo>
                  <a:lnTo>
                    <a:pt x="491" y="423"/>
                  </a:lnTo>
                  <a:lnTo>
                    <a:pt x="520" y="0"/>
                  </a:ln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2" name="Google Shape;24712;p97"/>
            <p:cNvSpPr/>
            <p:nvPr/>
          </p:nvSpPr>
          <p:spPr>
            <a:xfrm>
              <a:off x="7764960" y="1501251"/>
              <a:ext cx="15105" cy="41472"/>
            </a:xfrm>
            <a:custGeom>
              <a:rect b="b" l="l" r="r" t="t"/>
              <a:pathLst>
                <a:path extrusionOk="0" h="1587" w="578">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13" name="Google Shape;24713;p97"/>
          <p:cNvGrpSpPr/>
          <p:nvPr/>
        </p:nvGrpSpPr>
        <p:grpSpPr>
          <a:xfrm>
            <a:off x="8148716" y="1316603"/>
            <a:ext cx="150811" cy="360628"/>
            <a:chOff x="8150179" y="1501251"/>
            <a:chExt cx="150811" cy="360628"/>
          </a:xfrm>
        </p:grpSpPr>
        <p:sp>
          <p:nvSpPr>
            <p:cNvPr id="24714" name="Google Shape;24714;p97"/>
            <p:cNvSpPr/>
            <p:nvPr/>
          </p:nvSpPr>
          <p:spPr>
            <a:xfrm>
              <a:off x="8150179" y="1656034"/>
              <a:ext cx="150549" cy="205846"/>
            </a:xfrm>
            <a:custGeom>
              <a:rect b="b" l="l" r="r" t="t"/>
              <a:pathLst>
                <a:path extrusionOk="0" h="7877" w="5761">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5" name="Google Shape;24715;p97"/>
            <p:cNvSpPr/>
            <p:nvPr/>
          </p:nvSpPr>
          <p:spPr>
            <a:xfrm>
              <a:off x="8206468" y="1656034"/>
              <a:ext cx="94521" cy="205846"/>
            </a:xfrm>
            <a:custGeom>
              <a:rect b="b" l="l" r="r" t="t"/>
              <a:pathLst>
                <a:path extrusionOk="0" h="7877" w="3617">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6" name="Google Shape;24716;p97"/>
            <p:cNvSpPr/>
            <p:nvPr/>
          </p:nvSpPr>
          <p:spPr>
            <a:xfrm>
              <a:off x="8209996" y="1513559"/>
              <a:ext cx="30941" cy="168894"/>
            </a:xfrm>
            <a:custGeom>
              <a:rect b="b" l="l" r="r" t="t"/>
              <a:pathLst>
                <a:path extrusionOk="0" h="6463" w="1184">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7" name="Google Shape;24717;p97"/>
            <p:cNvSpPr/>
            <p:nvPr/>
          </p:nvSpPr>
          <p:spPr>
            <a:xfrm>
              <a:off x="8198419" y="1702785"/>
              <a:ext cx="54329" cy="54303"/>
            </a:xfrm>
            <a:custGeom>
              <a:rect b="b" l="l" r="r" t="t"/>
              <a:pathLst>
                <a:path extrusionOk="0" h="2078" w="2079">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8" name="Google Shape;24718;p97"/>
            <p:cNvSpPr/>
            <p:nvPr/>
          </p:nvSpPr>
          <p:spPr>
            <a:xfrm>
              <a:off x="8189639" y="1809327"/>
              <a:ext cx="71629" cy="21141"/>
            </a:xfrm>
            <a:custGeom>
              <a:rect b="b" l="l" r="r" t="t"/>
              <a:pathLst>
                <a:path extrusionOk="0" h="809" w="2741">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9" name="Google Shape;24719;p97"/>
            <p:cNvSpPr/>
            <p:nvPr/>
          </p:nvSpPr>
          <p:spPr>
            <a:xfrm>
              <a:off x="8189639" y="1817114"/>
              <a:ext cx="71629" cy="13354"/>
            </a:xfrm>
            <a:custGeom>
              <a:rect b="b" l="l" r="r" t="t"/>
              <a:pathLst>
                <a:path extrusionOk="0" h="511" w="2741">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0" name="Google Shape;24720;p97"/>
            <p:cNvSpPr/>
            <p:nvPr/>
          </p:nvSpPr>
          <p:spPr>
            <a:xfrm>
              <a:off x="8225571" y="1513559"/>
              <a:ext cx="15366" cy="168894"/>
            </a:xfrm>
            <a:custGeom>
              <a:rect b="b" l="l" r="r" t="t"/>
              <a:pathLst>
                <a:path extrusionOk="0" h="6463" w="588">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1" name="Google Shape;24721;p97"/>
            <p:cNvSpPr/>
            <p:nvPr/>
          </p:nvSpPr>
          <p:spPr>
            <a:xfrm>
              <a:off x="8204456" y="1501251"/>
              <a:ext cx="41995" cy="50018"/>
            </a:xfrm>
            <a:custGeom>
              <a:rect b="b" l="l" r="r" t="t"/>
              <a:pathLst>
                <a:path extrusionOk="0" h="1914" w="1607">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2" name="Google Shape;24722;p97"/>
            <p:cNvSpPr/>
            <p:nvPr/>
          </p:nvSpPr>
          <p:spPr>
            <a:xfrm>
              <a:off x="8225571" y="1501251"/>
              <a:ext cx="20880" cy="50018"/>
            </a:xfrm>
            <a:custGeom>
              <a:rect b="b" l="l" r="r" t="t"/>
              <a:pathLst>
                <a:path extrusionOk="0" h="1914" w="799">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723" name="Google Shape;24723;p97"/>
          <p:cNvSpPr/>
          <p:nvPr/>
        </p:nvSpPr>
        <p:spPr>
          <a:xfrm>
            <a:off x="4946623" y="2722297"/>
            <a:ext cx="32744" cy="15889"/>
          </a:xfrm>
          <a:custGeom>
            <a:rect b="b" l="l" r="r" t="t"/>
            <a:pathLst>
              <a:path extrusionOk="0" h="608" w="1253">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724" name="Google Shape;24724;p97"/>
          <p:cNvGrpSpPr/>
          <p:nvPr/>
        </p:nvGrpSpPr>
        <p:grpSpPr>
          <a:xfrm>
            <a:off x="4876405" y="2718298"/>
            <a:ext cx="170149" cy="360629"/>
            <a:chOff x="4877867" y="2902946"/>
            <a:chExt cx="170149" cy="360629"/>
          </a:xfrm>
        </p:grpSpPr>
        <p:sp>
          <p:nvSpPr>
            <p:cNvPr id="24725" name="Google Shape;24725;p97"/>
            <p:cNvSpPr/>
            <p:nvPr/>
          </p:nvSpPr>
          <p:spPr>
            <a:xfrm>
              <a:off x="4942780" y="2925315"/>
              <a:ext cx="32692" cy="15915"/>
            </a:xfrm>
            <a:custGeom>
              <a:rect b="b" l="l" r="r" t="t"/>
              <a:pathLst>
                <a:path extrusionOk="0" h="609" w="1251">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6" name="Google Shape;24726;p97"/>
            <p:cNvSpPr/>
            <p:nvPr/>
          </p:nvSpPr>
          <p:spPr>
            <a:xfrm>
              <a:off x="4937345" y="2943843"/>
              <a:ext cx="32927" cy="15915"/>
            </a:xfrm>
            <a:custGeom>
              <a:rect b="b" l="l" r="r" t="t"/>
              <a:pathLst>
                <a:path extrusionOk="0" h="609" w="126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7" name="Google Shape;24727;p97"/>
            <p:cNvSpPr/>
            <p:nvPr/>
          </p:nvSpPr>
          <p:spPr>
            <a:xfrm>
              <a:off x="4877867" y="3063164"/>
              <a:ext cx="170149" cy="200410"/>
            </a:xfrm>
            <a:custGeom>
              <a:rect b="b" l="l" r="r" t="t"/>
              <a:pathLst>
                <a:path extrusionOk="0" h="7669" w="6511">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8" name="Google Shape;24728;p97"/>
            <p:cNvSpPr/>
            <p:nvPr/>
          </p:nvSpPr>
          <p:spPr>
            <a:xfrm>
              <a:off x="4942963" y="3088905"/>
              <a:ext cx="105053" cy="174670"/>
            </a:xfrm>
            <a:custGeom>
              <a:rect b="b" l="l" r="r" t="t"/>
              <a:pathLst>
                <a:path extrusionOk="0" h="6684" w="402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9" name="Google Shape;24729;p97"/>
            <p:cNvSpPr/>
            <p:nvPr/>
          </p:nvSpPr>
          <p:spPr>
            <a:xfrm>
              <a:off x="4949496" y="2966761"/>
              <a:ext cx="25662" cy="161368"/>
            </a:xfrm>
            <a:custGeom>
              <a:rect b="b" l="l" r="r" t="t"/>
              <a:pathLst>
                <a:path extrusionOk="0" h="6175" w="982">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0" name="Google Shape;24730;p97"/>
            <p:cNvSpPr/>
            <p:nvPr/>
          </p:nvSpPr>
          <p:spPr>
            <a:xfrm>
              <a:off x="4962301" y="2967023"/>
              <a:ext cx="12857" cy="161107"/>
            </a:xfrm>
            <a:custGeom>
              <a:rect b="b" l="l" r="r" t="t"/>
              <a:pathLst>
                <a:path extrusionOk="0" h="6165" w="492">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1" name="Google Shape;24731;p97"/>
            <p:cNvSpPr/>
            <p:nvPr/>
          </p:nvSpPr>
          <p:spPr>
            <a:xfrm>
              <a:off x="4948739" y="2902946"/>
              <a:ext cx="33685" cy="71394"/>
            </a:xfrm>
            <a:custGeom>
              <a:rect b="b" l="l" r="r" t="t"/>
              <a:pathLst>
                <a:path extrusionOk="0" h="2732" w="1289">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2" name="Google Shape;24732;p97"/>
            <p:cNvSpPr/>
            <p:nvPr/>
          </p:nvSpPr>
          <p:spPr>
            <a:xfrm>
              <a:off x="4937423" y="3148199"/>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3" name="Google Shape;24733;p97"/>
            <p:cNvSpPr/>
            <p:nvPr/>
          </p:nvSpPr>
          <p:spPr>
            <a:xfrm>
              <a:off x="4937423" y="3177102"/>
              <a:ext cx="49782" cy="11080"/>
            </a:xfrm>
            <a:custGeom>
              <a:rect b="b" l="l" r="r" t="t"/>
              <a:pathLst>
                <a:path extrusionOk="0" h="424" w="1905">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4" name="Google Shape;24734;p97"/>
            <p:cNvSpPr/>
            <p:nvPr/>
          </p:nvSpPr>
          <p:spPr>
            <a:xfrm>
              <a:off x="4937423" y="3205247"/>
              <a:ext cx="49782" cy="10819"/>
            </a:xfrm>
            <a:custGeom>
              <a:rect b="b" l="l" r="r" t="t"/>
              <a:pathLst>
                <a:path extrusionOk="0" h="414" w="1905">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5" name="Google Shape;24735;p97"/>
            <p:cNvSpPr/>
            <p:nvPr/>
          </p:nvSpPr>
          <p:spPr>
            <a:xfrm>
              <a:off x="4999253" y="3176841"/>
              <a:ext cx="11080" cy="11342"/>
            </a:xfrm>
            <a:custGeom>
              <a:rect b="b" l="l" r="r" t="t"/>
              <a:pathLst>
                <a:path extrusionOk="0" h="434" w="424">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6" name="Google Shape;24736;p97"/>
            <p:cNvSpPr/>
            <p:nvPr/>
          </p:nvSpPr>
          <p:spPr>
            <a:xfrm>
              <a:off x="4999253" y="3204985"/>
              <a:ext cx="11080" cy="11342"/>
            </a:xfrm>
            <a:custGeom>
              <a:rect b="b" l="l" r="r" t="t"/>
              <a:pathLst>
                <a:path extrusionOk="0" h="434" w="424">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7" name="Google Shape;24737;p97"/>
            <p:cNvSpPr/>
            <p:nvPr/>
          </p:nvSpPr>
          <p:spPr>
            <a:xfrm>
              <a:off x="4957284" y="2914235"/>
              <a:ext cx="18110" cy="53572"/>
            </a:xfrm>
            <a:custGeom>
              <a:rect b="b" l="l" r="r" t="t"/>
              <a:pathLst>
                <a:path extrusionOk="0" h="2050" w="693">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38" name="Google Shape;24738;p97"/>
          <p:cNvGrpSpPr/>
          <p:nvPr/>
        </p:nvGrpSpPr>
        <p:grpSpPr>
          <a:xfrm>
            <a:off x="6740227" y="1316028"/>
            <a:ext cx="207962" cy="361203"/>
            <a:chOff x="6741689" y="1500676"/>
            <a:chExt cx="207962" cy="361203"/>
          </a:xfrm>
        </p:grpSpPr>
        <p:sp>
          <p:nvSpPr>
            <p:cNvPr id="24739" name="Google Shape;24739;p97"/>
            <p:cNvSpPr/>
            <p:nvPr/>
          </p:nvSpPr>
          <p:spPr>
            <a:xfrm>
              <a:off x="6749242" y="1500676"/>
              <a:ext cx="184469" cy="361203"/>
            </a:xfrm>
            <a:custGeom>
              <a:rect b="b" l="l" r="r" t="t"/>
              <a:pathLst>
                <a:path extrusionOk="0" h="13822" w="7059">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0" name="Google Shape;24740;p97"/>
            <p:cNvSpPr/>
            <p:nvPr/>
          </p:nvSpPr>
          <p:spPr>
            <a:xfrm>
              <a:off x="6775113" y="1501199"/>
              <a:ext cx="37735" cy="310167"/>
            </a:xfrm>
            <a:custGeom>
              <a:rect b="b" l="l" r="r" t="t"/>
              <a:pathLst>
                <a:path extrusionOk="0" h="11869" w="1444">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1" name="Google Shape;24741;p97"/>
            <p:cNvSpPr/>
            <p:nvPr/>
          </p:nvSpPr>
          <p:spPr>
            <a:xfrm>
              <a:off x="6773623" y="1645241"/>
              <a:ext cx="159330" cy="216638"/>
            </a:xfrm>
            <a:custGeom>
              <a:rect b="b" l="l" r="r" t="t"/>
              <a:pathLst>
                <a:path extrusionOk="0" h="8290" w="6097">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2" name="Google Shape;24742;p97"/>
            <p:cNvSpPr/>
            <p:nvPr/>
          </p:nvSpPr>
          <p:spPr>
            <a:xfrm>
              <a:off x="6854530" y="1589082"/>
              <a:ext cx="93006" cy="108502"/>
            </a:xfrm>
            <a:custGeom>
              <a:rect b="b" l="l" r="r" t="t"/>
              <a:pathLst>
                <a:path extrusionOk="0" h="4152" w="3559">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3" name="Google Shape;24743;p97"/>
            <p:cNvSpPr/>
            <p:nvPr/>
          </p:nvSpPr>
          <p:spPr>
            <a:xfrm>
              <a:off x="6857796" y="1589134"/>
              <a:ext cx="91856" cy="108398"/>
            </a:xfrm>
            <a:custGeom>
              <a:rect b="b" l="l" r="r" t="t"/>
              <a:pathLst>
                <a:path extrusionOk="0" h="4148" w="3515">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4" name="Google Shape;24744;p97"/>
            <p:cNvSpPr/>
            <p:nvPr/>
          </p:nvSpPr>
          <p:spPr>
            <a:xfrm>
              <a:off x="6801245" y="1635441"/>
              <a:ext cx="31699" cy="11315"/>
            </a:xfrm>
            <a:custGeom>
              <a:rect b="b" l="l" r="r" t="t"/>
              <a:pathLst>
                <a:path extrusionOk="0" h="433" w="1213">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5" name="Google Shape;24745;p97"/>
            <p:cNvSpPr/>
            <p:nvPr/>
          </p:nvSpPr>
          <p:spPr>
            <a:xfrm>
              <a:off x="6819852" y="1626765"/>
              <a:ext cx="11342" cy="28537"/>
            </a:xfrm>
            <a:custGeom>
              <a:rect b="b" l="l" r="r" t="t"/>
              <a:pathLst>
                <a:path extrusionOk="0" h="1092" w="434">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6" name="Google Shape;24746;p97"/>
            <p:cNvSpPr/>
            <p:nvPr/>
          </p:nvSpPr>
          <p:spPr>
            <a:xfrm>
              <a:off x="6754756" y="1761583"/>
              <a:ext cx="29687" cy="11315"/>
            </a:xfrm>
            <a:custGeom>
              <a:rect b="b" l="l" r="r" t="t"/>
              <a:pathLst>
                <a:path extrusionOk="0" h="433" w="1136">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7" name="Google Shape;24747;p97"/>
            <p:cNvSpPr/>
            <p:nvPr/>
          </p:nvSpPr>
          <p:spPr>
            <a:xfrm>
              <a:off x="6756768" y="1752907"/>
              <a:ext cx="11342" cy="28537"/>
            </a:xfrm>
            <a:custGeom>
              <a:rect b="b" l="l" r="r" t="t"/>
              <a:pathLst>
                <a:path extrusionOk="0" h="1092" w="434">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8" name="Google Shape;24748;p97"/>
            <p:cNvSpPr/>
            <p:nvPr/>
          </p:nvSpPr>
          <p:spPr>
            <a:xfrm>
              <a:off x="6754756" y="1717863"/>
              <a:ext cx="31699" cy="11577"/>
            </a:xfrm>
            <a:custGeom>
              <a:rect b="b" l="l" r="r" t="t"/>
              <a:pathLst>
                <a:path extrusionOk="0" h="443" w="1213">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9" name="Google Shape;24749;p97"/>
            <p:cNvSpPr/>
            <p:nvPr/>
          </p:nvSpPr>
          <p:spPr>
            <a:xfrm>
              <a:off x="6756768" y="1709422"/>
              <a:ext cx="11342" cy="28563"/>
            </a:xfrm>
            <a:custGeom>
              <a:rect b="b" l="l" r="r" t="t"/>
              <a:pathLst>
                <a:path extrusionOk="0" h="1093" w="434">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0" name="Google Shape;24750;p97"/>
            <p:cNvSpPr/>
            <p:nvPr/>
          </p:nvSpPr>
          <p:spPr>
            <a:xfrm>
              <a:off x="6833414" y="1779431"/>
              <a:ext cx="43014" cy="11315"/>
            </a:xfrm>
            <a:custGeom>
              <a:rect b="b" l="l" r="r" t="t"/>
              <a:pathLst>
                <a:path extrusionOk="0" h="433" w="1646">
                  <a:moveTo>
                    <a:pt x="1" y="0"/>
                  </a:moveTo>
                  <a:lnTo>
                    <a:pt x="1" y="433"/>
                  </a:lnTo>
                  <a:lnTo>
                    <a:pt x="1645" y="433"/>
                  </a:lnTo>
                  <a:lnTo>
                    <a:pt x="1645"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1" name="Google Shape;24751;p97"/>
            <p:cNvSpPr/>
            <p:nvPr/>
          </p:nvSpPr>
          <p:spPr>
            <a:xfrm>
              <a:off x="6775871" y="1779431"/>
              <a:ext cx="32692" cy="11315"/>
            </a:xfrm>
            <a:custGeom>
              <a:rect b="b" l="l" r="r" t="t"/>
              <a:pathLst>
                <a:path extrusionOk="0" h="433" w="1251">
                  <a:moveTo>
                    <a:pt x="20" y="0"/>
                  </a:moveTo>
                  <a:lnTo>
                    <a:pt x="1" y="433"/>
                  </a:lnTo>
                  <a:lnTo>
                    <a:pt x="1251" y="433"/>
                  </a:lnTo>
                  <a:lnTo>
                    <a:pt x="125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2" name="Google Shape;24752;p97"/>
            <p:cNvSpPr/>
            <p:nvPr/>
          </p:nvSpPr>
          <p:spPr>
            <a:xfrm>
              <a:off x="6801245" y="1596974"/>
              <a:ext cx="31699" cy="11342"/>
            </a:xfrm>
            <a:custGeom>
              <a:rect b="b" l="l" r="r" t="t"/>
              <a:pathLst>
                <a:path extrusionOk="0" h="434" w="1213">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3" name="Google Shape;24753;p97"/>
            <p:cNvSpPr/>
            <p:nvPr/>
          </p:nvSpPr>
          <p:spPr>
            <a:xfrm>
              <a:off x="6819852" y="1588560"/>
              <a:ext cx="11342" cy="28563"/>
            </a:xfrm>
            <a:custGeom>
              <a:rect b="b" l="l" r="r" t="t"/>
              <a:pathLst>
                <a:path extrusionOk="0" h="1093" w="434">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4" name="Google Shape;24754;p97"/>
            <p:cNvSpPr/>
            <p:nvPr/>
          </p:nvSpPr>
          <p:spPr>
            <a:xfrm>
              <a:off x="6789956" y="1657053"/>
              <a:ext cx="10558" cy="10558"/>
            </a:xfrm>
            <a:custGeom>
              <a:rect b="b" l="l" r="r" t="t"/>
              <a:pathLst>
                <a:path extrusionOk="0" h="404" w="404">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5" name="Google Shape;24755;p97"/>
            <p:cNvSpPr/>
            <p:nvPr/>
          </p:nvSpPr>
          <p:spPr>
            <a:xfrm>
              <a:off x="6788702" y="1704536"/>
              <a:ext cx="10819" cy="10584"/>
            </a:xfrm>
            <a:custGeom>
              <a:rect b="b" l="l" r="r" t="t"/>
              <a:pathLst>
                <a:path extrusionOk="0" h="405" w="414">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6" name="Google Shape;24756;p97"/>
            <p:cNvSpPr/>
            <p:nvPr/>
          </p:nvSpPr>
          <p:spPr>
            <a:xfrm>
              <a:off x="6787683" y="1755050"/>
              <a:ext cx="10584" cy="10819"/>
            </a:xfrm>
            <a:custGeom>
              <a:rect b="b" l="l" r="r" t="t"/>
              <a:pathLst>
                <a:path extrusionOk="0" h="414" w="405">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7" name="Google Shape;24757;p97"/>
            <p:cNvSpPr/>
            <p:nvPr/>
          </p:nvSpPr>
          <p:spPr>
            <a:xfrm>
              <a:off x="6741689" y="1509509"/>
              <a:ext cx="42753" cy="11368"/>
            </a:xfrm>
            <a:custGeom>
              <a:rect b="b" l="l" r="r" t="t"/>
              <a:pathLst>
                <a:path extrusionOk="0" h="435" w="1636">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58" name="Google Shape;24758;p97"/>
          <p:cNvGrpSpPr/>
          <p:nvPr/>
        </p:nvGrpSpPr>
        <p:grpSpPr>
          <a:xfrm>
            <a:off x="5751164" y="3245757"/>
            <a:ext cx="360628" cy="181464"/>
            <a:chOff x="5752627" y="3430404"/>
            <a:chExt cx="360628" cy="181464"/>
          </a:xfrm>
        </p:grpSpPr>
        <p:sp>
          <p:nvSpPr>
            <p:cNvPr id="24759" name="Google Shape;24759;p97"/>
            <p:cNvSpPr/>
            <p:nvPr/>
          </p:nvSpPr>
          <p:spPr>
            <a:xfrm>
              <a:off x="5752627" y="3430404"/>
              <a:ext cx="360628" cy="181203"/>
            </a:xfrm>
            <a:custGeom>
              <a:rect b="b" l="l" r="r" t="t"/>
              <a:pathLst>
                <a:path extrusionOk="0" h="6934" w="1380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0" name="Google Shape;24760;p97"/>
            <p:cNvSpPr/>
            <p:nvPr/>
          </p:nvSpPr>
          <p:spPr>
            <a:xfrm>
              <a:off x="5752627" y="3430404"/>
              <a:ext cx="360628" cy="96507"/>
            </a:xfrm>
            <a:custGeom>
              <a:rect b="b" l="l" r="r" t="t"/>
              <a:pathLst>
                <a:path extrusionOk="0" h="3693" w="1380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1" name="Google Shape;24761;p97"/>
            <p:cNvSpPr/>
            <p:nvPr/>
          </p:nvSpPr>
          <p:spPr>
            <a:xfrm>
              <a:off x="5752627" y="3430404"/>
              <a:ext cx="360628" cy="96507"/>
            </a:xfrm>
            <a:custGeom>
              <a:rect b="b" l="l" r="r" t="t"/>
              <a:pathLst>
                <a:path extrusionOk="0" h="3693" w="1380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2" name="Google Shape;24762;p97"/>
            <p:cNvSpPr/>
            <p:nvPr/>
          </p:nvSpPr>
          <p:spPr>
            <a:xfrm>
              <a:off x="5788036" y="3526885"/>
              <a:ext cx="28929" cy="84722"/>
            </a:xfrm>
            <a:custGeom>
              <a:rect b="b" l="l" r="r" t="t"/>
              <a:pathLst>
                <a:path extrusionOk="0" h="3242" w="1107">
                  <a:moveTo>
                    <a:pt x="1" y="1"/>
                  </a:moveTo>
                  <a:lnTo>
                    <a:pt x="1" y="3241"/>
                  </a:lnTo>
                  <a:lnTo>
                    <a:pt x="1107" y="3241"/>
                  </a:lnTo>
                  <a:lnTo>
                    <a:pt x="1107"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3" name="Google Shape;24763;p97"/>
            <p:cNvSpPr/>
            <p:nvPr/>
          </p:nvSpPr>
          <p:spPr>
            <a:xfrm>
              <a:off x="5816939" y="3526885"/>
              <a:ext cx="29190" cy="84722"/>
            </a:xfrm>
            <a:custGeom>
              <a:rect b="b" l="l" r="r" t="t"/>
              <a:pathLst>
                <a:path extrusionOk="0" h="3242" w="1117">
                  <a:moveTo>
                    <a:pt x="1" y="1"/>
                  </a:moveTo>
                  <a:lnTo>
                    <a:pt x="1"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4" name="Google Shape;24764;p97"/>
            <p:cNvSpPr/>
            <p:nvPr/>
          </p:nvSpPr>
          <p:spPr>
            <a:xfrm>
              <a:off x="5846102"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5" name="Google Shape;24765;p97"/>
            <p:cNvSpPr/>
            <p:nvPr/>
          </p:nvSpPr>
          <p:spPr>
            <a:xfrm>
              <a:off x="5875005" y="3526885"/>
              <a:ext cx="28903" cy="84722"/>
            </a:xfrm>
            <a:custGeom>
              <a:rect b="b" l="l" r="r" t="t"/>
              <a:pathLst>
                <a:path extrusionOk="0" h="3242" w="1106">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6" name="Google Shape;24766;p97"/>
            <p:cNvSpPr/>
            <p:nvPr/>
          </p:nvSpPr>
          <p:spPr>
            <a:xfrm>
              <a:off x="5903881" y="3526885"/>
              <a:ext cx="29190" cy="84722"/>
            </a:xfrm>
            <a:custGeom>
              <a:rect b="b" l="l" r="r" t="t"/>
              <a:pathLst>
                <a:path extrusionOk="0" h="3242" w="1117">
                  <a:moveTo>
                    <a:pt x="1" y="1"/>
                  </a:moveTo>
                  <a:lnTo>
                    <a:pt x="1" y="3241"/>
                  </a:lnTo>
                  <a:lnTo>
                    <a:pt x="1116" y="3241"/>
                  </a:lnTo>
                  <a:lnTo>
                    <a:pt x="1116"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7" name="Google Shape;24767;p97"/>
            <p:cNvSpPr/>
            <p:nvPr/>
          </p:nvSpPr>
          <p:spPr>
            <a:xfrm>
              <a:off x="5933045"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8" name="Google Shape;24768;p97"/>
            <p:cNvSpPr/>
            <p:nvPr/>
          </p:nvSpPr>
          <p:spPr>
            <a:xfrm>
              <a:off x="5961948"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9" name="Google Shape;24769;p97"/>
            <p:cNvSpPr/>
            <p:nvPr/>
          </p:nvSpPr>
          <p:spPr>
            <a:xfrm>
              <a:off x="5990850" y="3526885"/>
              <a:ext cx="29164" cy="84722"/>
            </a:xfrm>
            <a:custGeom>
              <a:rect b="b" l="l" r="r" t="t"/>
              <a:pathLst>
                <a:path extrusionOk="0" h="3242" w="1116">
                  <a:moveTo>
                    <a:pt x="0" y="1"/>
                  </a:moveTo>
                  <a:lnTo>
                    <a:pt x="0"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0" name="Google Shape;24770;p97"/>
            <p:cNvSpPr/>
            <p:nvPr/>
          </p:nvSpPr>
          <p:spPr>
            <a:xfrm>
              <a:off x="6019988" y="3526885"/>
              <a:ext cx="28929" cy="84722"/>
            </a:xfrm>
            <a:custGeom>
              <a:rect b="b" l="l" r="r" t="t"/>
              <a:pathLst>
                <a:path extrusionOk="0" h="3242" w="1107">
                  <a:moveTo>
                    <a:pt x="1" y="1"/>
                  </a:moveTo>
                  <a:lnTo>
                    <a:pt x="1"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1" name="Google Shape;24771;p97"/>
            <p:cNvSpPr/>
            <p:nvPr/>
          </p:nvSpPr>
          <p:spPr>
            <a:xfrm>
              <a:off x="6048891"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2" name="Google Shape;24772;p97"/>
            <p:cNvSpPr/>
            <p:nvPr/>
          </p:nvSpPr>
          <p:spPr>
            <a:xfrm>
              <a:off x="5806381" y="3526885"/>
              <a:ext cx="21403" cy="48032"/>
            </a:xfrm>
            <a:custGeom>
              <a:rect b="b" l="l" r="r" t="t"/>
              <a:pathLst>
                <a:path extrusionOk="0" h="1838" w="819">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3" name="Google Shape;24773;p97"/>
            <p:cNvSpPr/>
            <p:nvPr/>
          </p:nvSpPr>
          <p:spPr>
            <a:xfrm>
              <a:off x="5864186" y="3526885"/>
              <a:ext cx="21638" cy="48032"/>
            </a:xfrm>
            <a:custGeom>
              <a:rect b="b" l="l" r="r" t="t"/>
              <a:pathLst>
                <a:path extrusionOk="0" h="1838" w="828">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4" name="Google Shape;24774;p97"/>
            <p:cNvSpPr/>
            <p:nvPr/>
          </p:nvSpPr>
          <p:spPr>
            <a:xfrm>
              <a:off x="5922226" y="3526885"/>
              <a:ext cx="21638" cy="48032"/>
            </a:xfrm>
            <a:custGeom>
              <a:rect b="b" l="l" r="r" t="t"/>
              <a:pathLst>
                <a:path extrusionOk="0" h="1838" w="828">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5" name="Google Shape;24775;p97"/>
            <p:cNvSpPr/>
            <p:nvPr/>
          </p:nvSpPr>
          <p:spPr>
            <a:xfrm>
              <a:off x="5980293" y="3526885"/>
              <a:ext cx="21638" cy="48032"/>
            </a:xfrm>
            <a:custGeom>
              <a:rect b="b" l="l" r="r" t="t"/>
              <a:pathLst>
                <a:path extrusionOk="0" h="1838" w="828">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6" name="Google Shape;24776;p97"/>
            <p:cNvSpPr/>
            <p:nvPr/>
          </p:nvSpPr>
          <p:spPr>
            <a:xfrm>
              <a:off x="6038072" y="3526885"/>
              <a:ext cx="21638" cy="48032"/>
            </a:xfrm>
            <a:custGeom>
              <a:rect b="b" l="l" r="r" t="t"/>
              <a:pathLst>
                <a:path extrusionOk="0" h="1838" w="828">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7" name="Google Shape;24777;p97"/>
            <p:cNvSpPr/>
            <p:nvPr/>
          </p:nvSpPr>
          <p:spPr>
            <a:xfrm>
              <a:off x="5926774" y="3454995"/>
              <a:ext cx="139234" cy="42282"/>
            </a:xfrm>
            <a:custGeom>
              <a:rect b="b" l="l" r="r" t="t"/>
              <a:pathLst>
                <a:path extrusionOk="0" h="1618" w="5328">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8" name="Google Shape;24778;p97"/>
            <p:cNvSpPr/>
            <p:nvPr/>
          </p:nvSpPr>
          <p:spPr>
            <a:xfrm>
              <a:off x="5926774" y="3471615"/>
              <a:ext cx="139234" cy="25662"/>
            </a:xfrm>
            <a:custGeom>
              <a:rect b="b" l="l" r="r" t="t"/>
              <a:pathLst>
                <a:path extrusionOk="0" h="982" w="5328">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9" name="Google Shape;24779;p97"/>
            <p:cNvSpPr/>
            <p:nvPr/>
          </p:nvSpPr>
          <p:spPr>
            <a:xfrm>
              <a:off x="5870981" y="3449559"/>
              <a:ext cx="10819" cy="53232"/>
            </a:xfrm>
            <a:custGeom>
              <a:rect b="b" l="l" r="r" t="t"/>
              <a:pathLst>
                <a:path extrusionOk="0" h="2037" w="414">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0" name="Google Shape;24780;p97"/>
            <p:cNvSpPr/>
            <p:nvPr/>
          </p:nvSpPr>
          <p:spPr>
            <a:xfrm>
              <a:off x="5834787" y="3449559"/>
              <a:ext cx="10845" cy="53232"/>
            </a:xfrm>
            <a:custGeom>
              <a:rect b="b" l="l" r="r" t="t"/>
              <a:pathLst>
                <a:path extrusionOk="0" h="2037" w="415">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1" name="Google Shape;24781;p97"/>
            <p:cNvSpPr/>
            <p:nvPr/>
          </p:nvSpPr>
          <p:spPr>
            <a:xfrm>
              <a:off x="5797601" y="3449559"/>
              <a:ext cx="11080" cy="53232"/>
            </a:xfrm>
            <a:custGeom>
              <a:rect b="b" l="l" r="r" t="t"/>
              <a:pathLst>
                <a:path extrusionOk="0" h="2037" w="424">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2" name="Google Shape;24782;p97"/>
            <p:cNvSpPr/>
            <p:nvPr/>
          </p:nvSpPr>
          <p:spPr>
            <a:xfrm>
              <a:off x="6094361" y="3526885"/>
              <a:ext cx="18632" cy="84983"/>
            </a:xfrm>
            <a:custGeom>
              <a:rect b="b" l="l" r="r" t="t"/>
              <a:pathLst>
                <a:path extrusionOk="0" h="3252" w="713">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3" name="Google Shape;24783;p97"/>
            <p:cNvSpPr/>
            <p:nvPr/>
          </p:nvSpPr>
          <p:spPr>
            <a:xfrm>
              <a:off x="5769456" y="3526885"/>
              <a:ext cx="18606" cy="84983"/>
            </a:xfrm>
            <a:custGeom>
              <a:rect b="b" l="l" r="r" t="t"/>
              <a:pathLst>
                <a:path extrusionOk="0" h="3252" w="712">
                  <a:moveTo>
                    <a:pt x="0" y="1"/>
                  </a:moveTo>
                  <a:lnTo>
                    <a:pt x="0" y="3251"/>
                  </a:lnTo>
                  <a:lnTo>
                    <a:pt x="712" y="3251"/>
                  </a:lnTo>
                  <a:lnTo>
                    <a:pt x="712" y="1"/>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4" name="Google Shape;24784;p97"/>
            <p:cNvSpPr/>
            <p:nvPr/>
          </p:nvSpPr>
          <p:spPr>
            <a:xfrm>
              <a:off x="5860684" y="3457530"/>
              <a:ext cx="31437" cy="10845"/>
            </a:xfrm>
            <a:custGeom>
              <a:rect b="b" l="l" r="r" t="t"/>
              <a:pathLst>
                <a:path extrusionOk="0" h="415" w="1203">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5" name="Google Shape;24785;p97"/>
            <p:cNvSpPr/>
            <p:nvPr/>
          </p:nvSpPr>
          <p:spPr>
            <a:xfrm>
              <a:off x="5824491" y="3477652"/>
              <a:ext cx="31673" cy="11080"/>
            </a:xfrm>
            <a:custGeom>
              <a:rect b="b" l="l" r="r" t="t"/>
              <a:pathLst>
                <a:path extrusionOk="0" h="424" w="1212">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6" name="Google Shape;24786;p97"/>
            <p:cNvSpPr/>
            <p:nvPr/>
          </p:nvSpPr>
          <p:spPr>
            <a:xfrm>
              <a:off x="5787304" y="3457530"/>
              <a:ext cx="31673" cy="10845"/>
            </a:xfrm>
            <a:custGeom>
              <a:rect b="b" l="l" r="r" t="t"/>
              <a:pathLst>
                <a:path extrusionOk="0" h="415" w="1212">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87" name="Google Shape;24787;p97"/>
          <p:cNvGrpSpPr/>
          <p:nvPr/>
        </p:nvGrpSpPr>
        <p:grpSpPr>
          <a:xfrm>
            <a:off x="5234237" y="2718351"/>
            <a:ext cx="361909" cy="360759"/>
            <a:chOff x="5235700" y="2902998"/>
            <a:chExt cx="361909" cy="360759"/>
          </a:xfrm>
        </p:grpSpPr>
        <p:sp>
          <p:nvSpPr>
            <p:cNvPr id="24788" name="Google Shape;24788;p97"/>
            <p:cNvSpPr/>
            <p:nvPr/>
          </p:nvSpPr>
          <p:spPr>
            <a:xfrm>
              <a:off x="5235700" y="2902998"/>
              <a:ext cx="361909" cy="360498"/>
            </a:xfrm>
            <a:custGeom>
              <a:rect b="b" l="l" r="r" t="t"/>
              <a:pathLst>
                <a:path extrusionOk="0" h="13795" w="13849">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9" name="Google Shape;24789;p97"/>
            <p:cNvSpPr/>
            <p:nvPr/>
          </p:nvSpPr>
          <p:spPr>
            <a:xfrm>
              <a:off x="5353061" y="2902998"/>
              <a:ext cx="244287" cy="360759"/>
            </a:xfrm>
            <a:custGeom>
              <a:rect b="b" l="l" r="r" t="t"/>
              <a:pathLst>
                <a:path extrusionOk="0" h="13805" w="9348">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0" name="Google Shape;24790;p97"/>
            <p:cNvSpPr/>
            <p:nvPr/>
          </p:nvSpPr>
          <p:spPr>
            <a:xfrm>
              <a:off x="5294001" y="2977267"/>
              <a:ext cx="228712" cy="228372"/>
            </a:xfrm>
            <a:custGeom>
              <a:rect b="b" l="l" r="r" t="t"/>
              <a:pathLst>
                <a:path extrusionOk="0" h="8739" w="8752">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1" name="Google Shape;24791;p97"/>
            <p:cNvSpPr/>
            <p:nvPr/>
          </p:nvSpPr>
          <p:spPr>
            <a:xfrm>
              <a:off x="5374672" y="2977267"/>
              <a:ext cx="148041" cy="228372"/>
            </a:xfrm>
            <a:custGeom>
              <a:rect b="b" l="l" r="r" t="t"/>
              <a:pathLst>
                <a:path extrusionOk="0" h="8739" w="5665">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2" name="Google Shape;24792;p97"/>
            <p:cNvSpPr/>
            <p:nvPr/>
          </p:nvSpPr>
          <p:spPr>
            <a:xfrm>
              <a:off x="5335473" y="3083783"/>
              <a:ext cx="73145" cy="71499"/>
            </a:xfrm>
            <a:custGeom>
              <a:rect b="b" l="l" r="r" t="t"/>
              <a:pathLst>
                <a:path extrusionOk="0" h="2736" w="2799">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3" name="Google Shape;24793;p97"/>
            <p:cNvSpPr/>
            <p:nvPr/>
          </p:nvSpPr>
          <p:spPr>
            <a:xfrm>
              <a:off x="5380447" y="3068025"/>
              <a:ext cx="57831" cy="56237"/>
            </a:xfrm>
            <a:custGeom>
              <a:rect b="b" l="l" r="r" t="t"/>
              <a:pathLst>
                <a:path extrusionOk="0" h="2152" w="2213">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4" name="Google Shape;24794;p97"/>
            <p:cNvSpPr/>
            <p:nvPr/>
          </p:nvSpPr>
          <p:spPr>
            <a:xfrm>
              <a:off x="5399289" y="3031309"/>
              <a:ext cx="58850" cy="74425"/>
            </a:xfrm>
            <a:custGeom>
              <a:rect b="b" l="l" r="r" t="t"/>
              <a:pathLst>
                <a:path extrusionOk="0" h="2848" w="2252">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95" name="Google Shape;24795;p97"/>
          <p:cNvGrpSpPr/>
          <p:nvPr/>
        </p:nvGrpSpPr>
        <p:grpSpPr>
          <a:xfrm>
            <a:off x="6633450" y="3210321"/>
            <a:ext cx="360367" cy="252309"/>
            <a:chOff x="6634912" y="3394969"/>
            <a:chExt cx="360367" cy="252309"/>
          </a:xfrm>
        </p:grpSpPr>
        <p:sp>
          <p:nvSpPr>
            <p:cNvPr id="24796" name="Google Shape;24796;p97"/>
            <p:cNvSpPr/>
            <p:nvPr/>
          </p:nvSpPr>
          <p:spPr>
            <a:xfrm>
              <a:off x="6784913" y="3403749"/>
              <a:ext cx="106830" cy="39748"/>
            </a:xfrm>
            <a:custGeom>
              <a:rect b="b" l="l" r="r" t="t"/>
              <a:pathLst>
                <a:path extrusionOk="0" h="1521" w="4088">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7" name="Google Shape;24797;p97"/>
            <p:cNvSpPr/>
            <p:nvPr/>
          </p:nvSpPr>
          <p:spPr>
            <a:xfrm>
              <a:off x="6916333" y="3417835"/>
              <a:ext cx="56080" cy="30444"/>
            </a:xfrm>
            <a:custGeom>
              <a:rect b="b" l="l" r="r" t="t"/>
              <a:pathLst>
                <a:path extrusionOk="0" h="1165" w="2146">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8" name="Google Shape;24798;p97"/>
            <p:cNvSpPr/>
            <p:nvPr/>
          </p:nvSpPr>
          <p:spPr>
            <a:xfrm>
              <a:off x="6634912" y="3442974"/>
              <a:ext cx="360367" cy="204304"/>
            </a:xfrm>
            <a:custGeom>
              <a:rect b="b" l="l" r="r" t="t"/>
              <a:pathLst>
                <a:path extrusionOk="0" h="7818" w="1379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9" name="Google Shape;24799;p97"/>
            <p:cNvSpPr/>
            <p:nvPr/>
          </p:nvSpPr>
          <p:spPr>
            <a:xfrm>
              <a:off x="6943981" y="3477129"/>
              <a:ext cx="51298" cy="142762"/>
            </a:xfrm>
            <a:custGeom>
              <a:rect b="b" l="l" r="r" t="t"/>
              <a:pathLst>
                <a:path extrusionOk="0" h="5463" w="1963">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0" name="Google Shape;24800;p97"/>
            <p:cNvSpPr/>
            <p:nvPr/>
          </p:nvSpPr>
          <p:spPr>
            <a:xfrm>
              <a:off x="6723344" y="3457530"/>
              <a:ext cx="205846" cy="176081"/>
            </a:xfrm>
            <a:custGeom>
              <a:rect b="b" l="l" r="r" t="t"/>
              <a:pathLst>
                <a:path extrusionOk="0" h="6738" w="7877">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1" name="Google Shape;24801;p97"/>
            <p:cNvSpPr/>
            <p:nvPr/>
          </p:nvSpPr>
          <p:spPr>
            <a:xfrm>
              <a:off x="6743702" y="3472870"/>
              <a:ext cx="170410" cy="145793"/>
            </a:xfrm>
            <a:custGeom>
              <a:rect b="b" l="l" r="r" t="t"/>
              <a:pathLst>
                <a:path extrusionOk="0" h="5579" w="6521">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2" name="Google Shape;24802;p97"/>
            <p:cNvSpPr/>
            <p:nvPr/>
          </p:nvSpPr>
          <p:spPr>
            <a:xfrm>
              <a:off x="6781411" y="3491816"/>
              <a:ext cx="119373" cy="106046"/>
            </a:xfrm>
            <a:custGeom>
              <a:rect b="b" l="l" r="r" t="t"/>
              <a:pathLst>
                <a:path extrusionOk="0" h="4058" w="4568">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3" name="Google Shape;24803;p97"/>
            <p:cNvSpPr/>
            <p:nvPr/>
          </p:nvSpPr>
          <p:spPr>
            <a:xfrm>
              <a:off x="6783867" y="3491711"/>
              <a:ext cx="116159" cy="106176"/>
            </a:xfrm>
            <a:custGeom>
              <a:rect b="b" l="l" r="r" t="t"/>
              <a:pathLst>
                <a:path extrusionOk="0" h="4063" w="4445">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4" name="Google Shape;24804;p97"/>
            <p:cNvSpPr/>
            <p:nvPr/>
          </p:nvSpPr>
          <p:spPr>
            <a:xfrm>
              <a:off x="6833414" y="3519595"/>
              <a:ext cx="33450" cy="33450"/>
            </a:xfrm>
            <a:custGeom>
              <a:rect b="b" l="l" r="r" t="t"/>
              <a:pathLst>
                <a:path extrusionOk="0" h="1280" w="128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5" name="Google Shape;24805;p97"/>
            <p:cNvSpPr/>
            <p:nvPr/>
          </p:nvSpPr>
          <p:spPr>
            <a:xfrm>
              <a:off x="6667055" y="3394969"/>
              <a:ext cx="34469" cy="30183"/>
            </a:xfrm>
            <a:custGeom>
              <a:rect b="b" l="l" r="r" t="t"/>
              <a:pathLst>
                <a:path extrusionOk="0" h="1155" w="1319">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6" name="Google Shape;24806;p97"/>
            <p:cNvSpPr/>
            <p:nvPr/>
          </p:nvSpPr>
          <p:spPr>
            <a:xfrm>
              <a:off x="6634912" y="3416580"/>
              <a:ext cx="99016" cy="230463"/>
            </a:xfrm>
            <a:custGeom>
              <a:rect b="b" l="l" r="r" t="t"/>
              <a:pathLst>
                <a:path extrusionOk="0" h="8819" w="3789">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7" name="Google Shape;24807;p97"/>
            <p:cNvSpPr/>
            <p:nvPr/>
          </p:nvSpPr>
          <p:spPr>
            <a:xfrm>
              <a:off x="6634912" y="3416580"/>
              <a:ext cx="77666" cy="204827"/>
            </a:xfrm>
            <a:custGeom>
              <a:rect b="b" l="l" r="r" t="t"/>
              <a:pathLst>
                <a:path extrusionOk="0" h="7838" w="2972">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8" name="Google Shape;24808;p97"/>
            <p:cNvSpPr/>
            <p:nvPr/>
          </p:nvSpPr>
          <p:spPr>
            <a:xfrm>
              <a:off x="6915836" y="3461058"/>
              <a:ext cx="22134" cy="22134"/>
            </a:xfrm>
            <a:custGeom>
              <a:rect b="b" l="l" r="r" t="t"/>
              <a:pathLst>
                <a:path extrusionOk="0" h="847" w="847">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09" name="Google Shape;24809;p97"/>
          <p:cNvGrpSpPr/>
          <p:nvPr/>
        </p:nvGrpSpPr>
        <p:grpSpPr>
          <a:xfrm>
            <a:off x="7057867" y="3156148"/>
            <a:ext cx="377170" cy="360655"/>
            <a:chOff x="7059330" y="3340796"/>
            <a:chExt cx="377170" cy="360655"/>
          </a:xfrm>
        </p:grpSpPr>
        <p:sp>
          <p:nvSpPr>
            <p:cNvPr id="24810" name="Google Shape;24810;p97"/>
            <p:cNvSpPr/>
            <p:nvPr/>
          </p:nvSpPr>
          <p:spPr>
            <a:xfrm>
              <a:off x="7059330" y="3424629"/>
              <a:ext cx="317144" cy="276822"/>
            </a:xfrm>
            <a:custGeom>
              <a:rect b="b" l="l" r="r" t="t"/>
              <a:pathLst>
                <a:path extrusionOk="0" h="10593" w="12136">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1" name="Google Shape;24811;p97"/>
            <p:cNvSpPr/>
            <p:nvPr/>
          </p:nvSpPr>
          <p:spPr>
            <a:xfrm>
              <a:off x="7076917" y="3424629"/>
              <a:ext cx="299322" cy="254583"/>
            </a:xfrm>
            <a:custGeom>
              <a:rect b="b" l="l" r="r" t="t"/>
              <a:pathLst>
                <a:path extrusionOk="0" h="9742" w="11454">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2" name="Google Shape;24812;p97"/>
            <p:cNvSpPr/>
            <p:nvPr/>
          </p:nvSpPr>
          <p:spPr>
            <a:xfrm>
              <a:off x="7155079" y="3466232"/>
              <a:ext cx="80671" cy="49390"/>
            </a:xfrm>
            <a:custGeom>
              <a:rect b="b" l="l" r="r" t="t"/>
              <a:pathLst>
                <a:path extrusionOk="0" h="1890" w="3087">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3" name="Google Shape;24813;p97"/>
            <p:cNvSpPr/>
            <p:nvPr/>
          </p:nvSpPr>
          <p:spPr>
            <a:xfrm>
              <a:off x="7175437" y="3466336"/>
              <a:ext cx="60575" cy="48528"/>
            </a:xfrm>
            <a:custGeom>
              <a:rect b="b" l="l" r="r" t="t"/>
              <a:pathLst>
                <a:path extrusionOk="0" h="1857" w="2318">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4" name="Google Shape;24814;p97"/>
            <p:cNvSpPr/>
            <p:nvPr/>
          </p:nvSpPr>
          <p:spPr>
            <a:xfrm>
              <a:off x="7199296" y="3550457"/>
              <a:ext cx="64103" cy="71838"/>
            </a:xfrm>
            <a:custGeom>
              <a:rect b="b" l="l" r="r" t="t"/>
              <a:pathLst>
                <a:path extrusionOk="0" h="2749" w="2453">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5" name="Google Shape;24815;p97"/>
            <p:cNvSpPr/>
            <p:nvPr/>
          </p:nvSpPr>
          <p:spPr>
            <a:xfrm>
              <a:off x="7216648" y="3550457"/>
              <a:ext cx="47012" cy="63920"/>
            </a:xfrm>
            <a:custGeom>
              <a:rect b="b" l="l" r="r" t="t"/>
              <a:pathLst>
                <a:path extrusionOk="0" h="2446" w="1799">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6" name="Google Shape;24816;p97"/>
            <p:cNvSpPr/>
            <p:nvPr/>
          </p:nvSpPr>
          <p:spPr>
            <a:xfrm>
              <a:off x="7106316" y="3524690"/>
              <a:ext cx="68127" cy="69565"/>
            </a:xfrm>
            <a:custGeom>
              <a:rect b="b" l="l" r="r" t="t"/>
              <a:pathLst>
                <a:path extrusionOk="0" h="2662" w="2607">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7" name="Google Shape;24817;p97"/>
            <p:cNvSpPr/>
            <p:nvPr/>
          </p:nvSpPr>
          <p:spPr>
            <a:xfrm>
              <a:off x="7113607" y="3541049"/>
              <a:ext cx="60836" cy="53206"/>
            </a:xfrm>
            <a:custGeom>
              <a:rect b="b" l="l" r="r" t="t"/>
              <a:pathLst>
                <a:path extrusionOk="0" h="2036" w="2328">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8" name="Google Shape;24818;p97"/>
            <p:cNvSpPr/>
            <p:nvPr/>
          </p:nvSpPr>
          <p:spPr>
            <a:xfrm>
              <a:off x="7312632" y="3340796"/>
              <a:ext cx="123868" cy="140645"/>
            </a:xfrm>
            <a:custGeom>
              <a:rect b="b" l="l" r="r" t="t"/>
              <a:pathLst>
                <a:path extrusionOk="0" h="5382" w="474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9" name="Google Shape;24819;p97"/>
            <p:cNvSpPr/>
            <p:nvPr/>
          </p:nvSpPr>
          <p:spPr>
            <a:xfrm>
              <a:off x="7331735" y="3413575"/>
              <a:ext cx="46516" cy="44242"/>
            </a:xfrm>
            <a:custGeom>
              <a:rect b="b" l="l" r="r" t="t"/>
              <a:pathLst>
                <a:path extrusionOk="0" h="1693" w="178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0" name="Google Shape;24820;p97"/>
            <p:cNvSpPr/>
            <p:nvPr/>
          </p:nvSpPr>
          <p:spPr>
            <a:xfrm>
              <a:off x="7231465" y="3453140"/>
              <a:ext cx="117622" cy="80122"/>
            </a:xfrm>
            <a:custGeom>
              <a:rect b="b" l="l" r="r" t="t"/>
              <a:pathLst>
                <a:path extrusionOk="0" h="3066" w="4501">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1" name="Google Shape;24821;p97"/>
            <p:cNvSpPr/>
            <p:nvPr/>
          </p:nvSpPr>
          <p:spPr>
            <a:xfrm>
              <a:off x="7245785" y="3452878"/>
              <a:ext cx="93502" cy="59713"/>
            </a:xfrm>
            <a:custGeom>
              <a:rect b="b" l="l" r="r" t="t"/>
              <a:pathLst>
                <a:path extrusionOk="0" h="2285" w="3578">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22" name="Google Shape;24822;p97"/>
          <p:cNvGrpSpPr/>
          <p:nvPr/>
        </p:nvGrpSpPr>
        <p:grpSpPr>
          <a:xfrm>
            <a:off x="7956486" y="3190983"/>
            <a:ext cx="360629" cy="291012"/>
            <a:chOff x="7957948" y="3375631"/>
            <a:chExt cx="360629" cy="291012"/>
          </a:xfrm>
        </p:grpSpPr>
        <p:sp>
          <p:nvSpPr>
            <p:cNvPr id="24823" name="Google Shape;24823;p97"/>
            <p:cNvSpPr/>
            <p:nvPr/>
          </p:nvSpPr>
          <p:spPr>
            <a:xfrm>
              <a:off x="7957948" y="3393714"/>
              <a:ext cx="360629" cy="261116"/>
            </a:xfrm>
            <a:custGeom>
              <a:rect b="b" l="l" r="r" t="t"/>
              <a:pathLst>
                <a:path extrusionOk="0" h="9992" w="1380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4" name="Google Shape;24824;p97"/>
            <p:cNvSpPr/>
            <p:nvPr/>
          </p:nvSpPr>
          <p:spPr>
            <a:xfrm>
              <a:off x="8286643" y="3393714"/>
              <a:ext cx="31934" cy="261116"/>
            </a:xfrm>
            <a:custGeom>
              <a:rect b="b" l="l" r="r" t="t"/>
              <a:pathLst>
                <a:path extrusionOk="0" h="9992" w="1222">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5" name="Google Shape;24825;p97"/>
            <p:cNvSpPr/>
            <p:nvPr/>
          </p:nvSpPr>
          <p:spPr>
            <a:xfrm>
              <a:off x="7978541" y="3597757"/>
              <a:ext cx="159853" cy="33946"/>
            </a:xfrm>
            <a:custGeom>
              <a:rect b="b" l="l" r="r" t="t"/>
              <a:pathLst>
                <a:path extrusionOk="0" h="1299" w="6117">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6" name="Google Shape;24826;p97"/>
            <p:cNvSpPr/>
            <p:nvPr/>
          </p:nvSpPr>
          <p:spPr>
            <a:xfrm>
              <a:off x="8138367" y="3597757"/>
              <a:ext cx="159591" cy="33946"/>
            </a:xfrm>
            <a:custGeom>
              <a:rect b="b" l="l" r="r" t="t"/>
              <a:pathLst>
                <a:path extrusionOk="0" h="1299" w="6107">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7" name="Google Shape;24827;p97"/>
            <p:cNvSpPr/>
            <p:nvPr/>
          </p:nvSpPr>
          <p:spPr>
            <a:xfrm>
              <a:off x="8122531" y="3631677"/>
              <a:ext cx="31202" cy="34965"/>
            </a:xfrm>
            <a:custGeom>
              <a:rect b="b" l="l" r="r" t="t"/>
              <a:pathLst>
                <a:path extrusionOk="0" h="1338" w="1194">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8" name="Google Shape;24828;p97"/>
            <p:cNvSpPr/>
            <p:nvPr/>
          </p:nvSpPr>
          <p:spPr>
            <a:xfrm>
              <a:off x="7978541" y="3375631"/>
              <a:ext cx="159853" cy="234226"/>
            </a:xfrm>
            <a:custGeom>
              <a:rect b="b" l="l" r="r" t="t"/>
              <a:pathLst>
                <a:path extrusionOk="0" h="8963" w="6117">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9" name="Google Shape;24829;p97"/>
            <p:cNvSpPr/>
            <p:nvPr/>
          </p:nvSpPr>
          <p:spPr>
            <a:xfrm>
              <a:off x="8138367" y="3375631"/>
              <a:ext cx="159591" cy="234252"/>
            </a:xfrm>
            <a:custGeom>
              <a:rect b="b" l="l" r="r" t="t"/>
              <a:pathLst>
                <a:path extrusionOk="0" h="8964" w="6107">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0" name="Google Shape;24830;p97"/>
            <p:cNvSpPr/>
            <p:nvPr/>
          </p:nvSpPr>
          <p:spPr>
            <a:xfrm>
              <a:off x="8033576" y="3407277"/>
              <a:ext cx="80958" cy="10584"/>
            </a:xfrm>
            <a:custGeom>
              <a:rect b="b" l="l" r="r" t="t"/>
              <a:pathLst>
                <a:path extrusionOk="0" h="405" w="3098">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1" name="Google Shape;24831;p97"/>
            <p:cNvSpPr/>
            <p:nvPr/>
          </p:nvSpPr>
          <p:spPr>
            <a:xfrm>
              <a:off x="8003184" y="3428889"/>
              <a:ext cx="111351" cy="10584"/>
            </a:xfrm>
            <a:custGeom>
              <a:rect b="b" l="l" r="r" t="t"/>
              <a:pathLst>
                <a:path extrusionOk="0" h="405" w="4261">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2" name="Google Shape;24832;p97"/>
            <p:cNvSpPr/>
            <p:nvPr/>
          </p:nvSpPr>
          <p:spPr>
            <a:xfrm>
              <a:off x="8003184" y="3450761"/>
              <a:ext cx="111351" cy="10584"/>
            </a:xfrm>
            <a:custGeom>
              <a:rect b="b" l="l" r="r" t="t"/>
              <a:pathLst>
                <a:path extrusionOk="0" h="405" w="4261">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3" name="Google Shape;24833;p97"/>
            <p:cNvSpPr/>
            <p:nvPr/>
          </p:nvSpPr>
          <p:spPr>
            <a:xfrm>
              <a:off x="8003184" y="3472608"/>
              <a:ext cx="88720" cy="10584"/>
            </a:xfrm>
            <a:custGeom>
              <a:rect b="b" l="l" r="r" t="t"/>
              <a:pathLst>
                <a:path extrusionOk="0" h="405" w="3395">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4" name="Google Shape;24834;p97"/>
            <p:cNvSpPr/>
            <p:nvPr/>
          </p:nvSpPr>
          <p:spPr>
            <a:xfrm>
              <a:off x="8033576" y="3515831"/>
              <a:ext cx="80958" cy="10584"/>
            </a:xfrm>
            <a:custGeom>
              <a:rect b="b" l="l" r="r" t="t"/>
              <a:pathLst>
                <a:path extrusionOk="0" h="405" w="3098">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5" name="Google Shape;24835;p97"/>
            <p:cNvSpPr/>
            <p:nvPr/>
          </p:nvSpPr>
          <p:spPr>
            <a:xfrm>
              <a:off x="8003184" y="3537443"/>
              <a:ext cx="111351" cy="10584"/>
            </a:xfrm>
            <a:custGeom>
              <a:rect b="b" l="l" r="r" t="t"/>
              <a:pathLst>
                <a:path extrusionOk="0" h="405" w="4261">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6" name="Google Shape;24836;p97"/>
            <p:cNvSpPr/>
            <p:nvPr/>
          </p:nvSpPr>
          <p:spPr>
            <a:xfrm>
              <a:off x="8003184" y="3559316"/>
              <a:ext cx="55296" cy="10584"/>
            </a:xfrm>
            <a:custGeom>
              <a:rect b="b" l="l" r="r" t="t"/>
              <a:pathLst>
                <a:path extrusionOk="0" h="405" w="2116">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7" name="Google Shape;24837;p97"/>
            <p:cNvSpPr/>
            <p:nvPr/>
          </p:nvSpPr>
          <p:spPr>
            <a:xfrm>
              <a:off x="8190632" y="3479664"/>
              <a:ext cx="81194" cy="10558"/>
            </a:xfrm>
            <a:custGeom>
              <a:rect b="b" l="l" r="r" t="t"/>
              <a:pathLst>
                <a:path extrusionOk="0" h="404" w="3107">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8" name="Google Shape;24838;p97"/>
            <p:cNvSpPr/>
            <p:nvPr/>
          </p:nvSpPr>
          <p:spPr>
            <a:xfrm>
              <a:off x="8160240" y="3501511"/>
              <a:ext cx="111586" cy="10584"/>
            </a:xfrm>
            <a:custGeom>
              <a:rect b="b" l="l" r="r" t="t"/>
              <a:pathLst>
                <a:path extrusionOk="0" h="405" w="427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9" name="Google Shape;24839;p97"/>
            <p:cNvSpPr/>
            <p:nvPr/>
          </p:nvSpPr>
          <p:spPr>
            <a:xfrm>
              <a:off x="8160475" y="3523122"/>
              <a:ext cx="55061" cy="10584"/>
            </a:xfrm>
            <a:custGeom>
              <a:rect b="b" l="l" r="r" t="t"/>
              <a:pathLst>
                <a:path extrusionOk="0" h="405" w="2107">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0" name="Google Shape;24840;p97"/>
            <p:cNvSpPr/>
            <p:nvPr/>
          </p:nvSpPr>
          <p:spPr>
            <a:xfrm>
              <a:off x="8169778" y="3412556"/>
              <a:ext cx="97291" cy="36220"/>
            </a:xfrm>
            <a:custGeom>
              <a:rect b="b" l="l" r="r" t="t"/>
              <a:pathLst>
                <a:path extrusionOk="0" h="1386" w="3723">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41" name="Google Shape;24841;p97"/>
          <p:cNvGrpSpPr/>
          <p:nvPr/>
        </p:nvGrpSpPr>
        <p:grpSpPr>
          <a:xfrm>
            <a:off x="6197194" y="3683241"/>
            <a:ext cx="347562" cy="227954"/>
            <a:chOff x="6198656" y="3867888"/>
            <a:chExt cx="347562" cy="227954"/>
          </a:xfrm>
        </p:grpSpPr>
        <p:sp>
          <p:nvSpPr>
            <p:cNvPr id="24842" name="Google Shape;24842;p97"/>
            <p:cNvSpPr/>
            <p:nvPr/>
          </p:nvSpPr>
          <p:spPr>
            <a:xfrm>
              <a:off x="6198656" y="3867888"/>
              <a:ext cx="347562" cy="227954"/>
            </a:xfrm>
            <a:custGeom>
              <a:rect b="b" l="l" r="r" t="t"/>
              <a:pathLst>
                <a:path extrusionOk="0" h="8723" w="1330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3" name="Google Shape;24843;p97"/>
            <p:cNvSpPr/>
            <p:nvPr/>
          </p:nvSpPr>
          <p:spPr>
            <a:xfrm>
              <a:off x="6234353" y="3885998"/>
              <a:ext cx="275933" cy="191760"/>
            </a:xfrm>
            <a:custGeom>
              <a:rect b="b" l="l" r="r" t="t"/>
              <a:pathLst>
                <a:path extrusionOk="0" h="7338" w="10559">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4" name="Google Shape;24844;p97"/>
            <p:cNvSpPr/>
            <p:nvPr/>
          </p:nvSpPr>
          <p:spPr>
            <a:xfrm>
              <a:off x="6210468" y="3970119"/>
              <a:ext cx="12335" cy="23964"/>
            </a:xfrm>
            <a:custGeom>
              <a:rect b="b" l="l" r="r" t="t"/>
              <a:pathLst>
                <a:path extrusionOk="0" h="917" w="472">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5" name="Google Shape;24845;p97"/>
            <p:cNvSpPr/>
            <p:nvPr/>
          </p:nvSpPr>
          <p:spPr>
            <a:xfrm>
              <a:off x="6522333" y="3963899"/>
              <a:ext cx="12073" cy="35958"/>
            </a:xfrm>
            <a:custGeom>
              <a:rect b="b" l="l" r="r" t="t"/>
              <a:pathLst>
                <a:path extrusionOk="0" h="1376" w="462">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6" name="Google Shape;24846;p97"/>
            <p:cNvSpPr/>
            <p:nvPr/>
          </p:nvSpPr>
          <p:spPr>
            <a:xfrm>
              <a:off x="6520321" y="3885998"/>
              <a:ext cx="16098" cy="12073"/>
            </a:xfrm>
            <a:custGeom>
              <a:rect b="b" l="l" r="r" t="t"/>
              <a:pathLst>
                <a:path extrusionOk="0" h="462" w="616">
                  <a:moveTo>
                    <a:pt x="308" y="0"/>
                  </a:moveTo>
                  <a:cubicBezTo>
                    <a:pt x="0" y="0"/>
                    <a:pt x="0" y="462"/>
                    <a:pt x="308" y="462"/>
                  </a:cubicBezTo>
                  <a:cubicBezTo>
                    <a:pt x="616" y="462"/>
                    <a:pt x="616" y="0"/>
                    <a:pt x="308" y="0"/>
                  </a:cubicBezTo>
                  <a:close/>
                </a:path>
              </a:pathLst>
            </a:custGeom>
            <a:solidFill>
              <a:srgbClr val="80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7" name="Google Shape;24847;p97"/>
            <p:cNvSpPr/>
            <p:nvPr/>
          </p:nvSpPr>
          <p:spPr>
            <a:xfrm>
              <a:off x="6210468" y="3940014"/>
              <a:ext cx="12099" cy="17875"/>
            </a:xfrm>
            <a:custGeom>
              <a:rect b="b" l="l" r="r" t="t"/>
              <a:pathLst>
                <a:path extrusionOk="0" h="684" w="463">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8" name="Google Shape;24848;p97"/>
            <p:cNvSpPr/>
            <p:nvPr/>
          </p:nvSpPr>
          <p:spPr>
            <a:xfrm>
              <a:off x="6210468" y="4005842"/>
              <a:ext cx="12099" cy="18136"/>
            </a:xfrm>
            <a:custGeom>
              <a:rect b="b" l="l" r="r" t="t"/>
              <a:pathLst>
                <a:path extrusionOk="0" h="694" w="463">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9" name="Google Shape;24849;p97"/>
            <p:cNvSpPr/>
            <p:nvPr/>
          </p:nvSpPr>
          <p:spPr>
            <a:xfrm>
              <a:off x="6312489" y="3915894"/>
              <a:ext cx="119896" cy="95776"/>
            </a:xfrm>
            <a:custGeom>
              <a:rect b="b" l="l" r="r" t="t"/>
              <a:pathLst>
                <a:path extrusionOk="0" h="3665" w="4588">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0" name="Google Shape;24850;p97"/>
            <p:cNvSpPr/>
            <p:nvPr/>
          </p:nvSpPr>
          <p:spPr>
            <a:xfrm>
              <a:off x="6252437" y="4035764"/>
              <a:ext cx="240001" cy="12073"/>
            </a:xfrm>
            <a:custGeom>
              <a:rect b="b" l="l" r="r" t="t"/>
              <a:pathLst>
                <a:path extrusionOk="0" h="462" w="9184">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1" name="Google Shape;24851;p97"/>
            <p:cNvSpPr/>
            <p:nvPr/>
          </p:nvSpPr>
          <p:spPr>
            <a:xfrm>
              <a:off x="6252437" y="4035764"/>
              <a:ext cx="54042" cy="12073"/>
            </a:xfrm>
            <a:custGeom>
              <a:rect b="b" l="l" r="r" t="t"/>
              <a:pathLst>
                <a:path extrusionOk="0" h="462" w="2068">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2" name="Google Shape;24852;p97"/>
            <p:cNvSpPr/>
            <p:nvPr/>
          </p:nvSpPr>
          <p:spPr>
            <a:xfrm>
              <a:off x="6294406" y="4029727"/>
              <a:ext cx="24146" cy="24146"/>
            </a:xfrm>
            <a:custGeom>
              <a:rect b="b" l="l" r="r" t="t"/>
              <a:pathLst>
                <a:path extrusionOk="0" h="924" w="924">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53" name="Google Shape;24853;p97"/>
          <p:cNvGrpSpPr/>
          <p:nvPr/>
        </p:nvGrpSpPr>
        <p:grpSpPr>
          <a:xfrm>
            <a:off x="5705432" y="3634504"/>
            <a:ext cx="349392" cy="325454"/>
            <a:chOff x="5706895" y="3819151"/>
            <a:chExt cx="349392" cy="325454"/>
          </a:xfrm>
        </p:grpSpPr>
        <p:sp>
          <p:nvSpPr>
            <p:cNvPr id="24854" name="Google Shape;24854;p97"/>
            <p:cNvSpPr/>
            <p:nvPr/>
          </p:nvSpPr>
          <p:spPr>
            <a:xfrm>
              <a:off x="5761172" y="4052332"/>
              <a:ext cx="43484" cy="43511"/>
            </a:xfrm>
            <a:custGeom>
              <a:rect b="b" l="l" r="r" t="t"/>
              <a:pathLst>
                <a:path extrusionOk="0" h="1665" w="1664">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5" name="Google Shape;24855;p97"/>
            <p:cNvSpPr/>
            <p:nvPr/>
          </p:nvSpPr>
          <p:spPr>
            <a:xfrm>
              <a:off x="5903881" y="3938498"/>
              <a:ext cx="101316" cy="86995"/>
            </a:xfrm>
            <a:custGeom>
              <a:rect b="b" l="l" r="r" t="t"/>
              <a:pathLst>
                <a:path extrusionOk="0" h="3329" w="3877">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6" name="Google Shape;24856;p97"/>
            <p:cNvSpPr/>
            <p:nvPr/>
          </p:nvSpPr>
          <p:spPr>
            <a:xfrm>
              <a:off x="5913942" y="3973699"/>
              <a:ext cx="95514" cy="51795"/>
            </a:xfrm>
            <a:custGeom>
              <a:rect b="b" l="l" r="r" t="t"/>
              <a:pathLst>
                <a:path extrusionOk="0" h="1982" w="3655">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7" name="Google Shape;24857;p97"/>
            <p:cNvSpPr/>
            <p:nvPr/>
          </p:nvSpPr>
          <p:spPr>
            <a:xfrm>
              <a:off x="5788297" y="3840998"/>
              <a:ext cx="146525" cy="281891"/>
            </a:xfrm>
            <a:custGeom>
              <a:rect b="b" l="l" r="r" t="t"/>
              <a:pathLst>
                <a:path extrusionOk="0" h="10787" w="5607">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8" name="Google Shape;24858;p97"/>
            <p:cNvSpPr/>
            <p:nvPr/>
          </p:nvSpPr>
          <p:spPr>
            <a:xfrm>
              <a:off x="5788297" y="4009135"/>
              <a:ext cx="146525" cy="113755"/>
            </a:xfrm>
            <a:custGeom>
              <a:rect b="b" l="l" r="r" t="t"/>
              <a:pathLst>
                <a:path extrusionOk="0" h="4353" w="5607">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9" name="Google Shape;24859;p97"/>
            <p:cNvSpPr/>
            <p:nvPr/>
          </p:nvSpPr>
          <p:spPr>
            <a:xfrm>
              <a:off x="5923742" y="3819151"/>
              <a:ext cx="43511" cy="325454"/>
            </a:xfrm>
            <a:custGeom>
              <a:rect b="b" l="l" r="r" t="t"/>
              <a:pathLst>
                <a:path extrusionOk="0" h="12454" w="1665">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0" name="Google Shape;24860;p97"/>
            <p:cNvSpPr/>
            <p:nvPr/>
          </p:nvSpPr>
          <p:spPr>
            <a:xfrm>
              <a:off x="5923742" y="4117428"/>
              <a:ext cx="43511" cy="27178"/>
            </a:xfrm>
            <a:custGeom>
              <a:rect b="b" l="l" r="r" t="t"/>
              <a:pathLst>
                <a:path extrusionOk="0" h="1040" w="1665">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1" name="Google Shape;24861;p97"/>
            <p:cNvSpPr/>
            <p:nvPr/>
          </p:nvSpPr>
          <p:spPr>
            <a:xfrm>
              <a:off x="5706895" y="3933220"/>
              <a:ext cx="43484" cy="97291"/>
            </a:xfrm>
            <a:custGeom>
              <a:rect b="b" l="l" r="r" t="t"/>
              <a:pathLst>
                <a:path extrusionOk="0" h="3723" w="1664">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2" name="Google Shape;24862;p97"/>
            <p:cNvSpPr/>
            <p:nvPr/>
          </p:nvSpPr>
          <p:spPr>
            <a:xfrm>
              <a:off x="5706895" y="3938002"/>
              <a:ext cx="43484" cy="92509"/>
            </a:xfrm>
            <a:custGeom>
              <a:rect b="b" l="l" r="r" t="t"/>
              <a:pathLst>
                <a:path extrusionOk="0" h="3540" w="1664">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3" name="Google Shape;24863;p97"/>
            <p:cNvSpPr/>
            <p:nvPr/>
          </p:nvSpPr>
          <p:spPr>
            <a:xfrm>
              <a:off x="5744839" y="3932985"/>
              <a:ext cx="54303" cy="97762"/>
            </a:xfrm>
            <a:custGeom>
              <a:rect b="b" l="l" r="r" t="t"/>
              <a:pathLst>
                <a:path extrusionOk="0" h="3741" w="2078">
                  <a:moveTo>
                    <a:pt x="0" y="0"/>
                  </a:moveTo>
                  <a:lnTo>
                    <a:pt x="0" y="3741"/>
                  </a:lnTo>
                  <a:lnTo>
                    <a:pt x="2077" y="3741"/>
                  </a:lnTo>
                  <a:lnTo>
                    <a:pt x="2077" y="0"/>
                  </a:lnTo>
                  <a:close/>
                </a:path>
              </a:pathLst>
            </a:custGeom>
            <a:solidFill>
              <a:srgbClr val="8B99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4" name="Google Shape;24864;p97"/>
            <p:cNvSpPr/>
            <p:nvPr/>
          </p:nvSpPr>
          <p:spPr>
            <a:xfrm>
              <a:off x="5744839" y="4014387"/>
              <a:ext cx="54303" cy="16359"/>
            </a:xfrm>
            <a:custGeom>
              <a:rect b="b" l="l" r="r" t="t"/>
              <a:pathLst>
                <a:path extrusionOk="0" h="626" w="2078">
                  <a:moveTo>
                    <a:pt x="0" y="1"/>
                  </a:moveTo>
                  <a:lnTo>
                    <a:pt x="0" y="626"/>
                  </a:lnTo>
                  <a:lnTo>
                    <a:pt x="2077" y="626"/>
                  </a:lnTo>
                  <a:lnTo>
                    <a:pt x="2077" y="1"/>
                  </a:ln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5" name="Google Shape;24865;p97"/>
            <p:cNvSpPr/>
            <p:nvPr/>
          </p:nvSpPr>
          <p:spPr>
            <a:xfrm>
              <a:off x="5744839" y="4030720"/>
              <a:ext cx="54539" cy="86734"/>
            </a:xfrm>
            <a:custGeom>
              <a:rect b="b" l="l" r="r" t="t"/>
              <a:pathLst>
                <a:path extrusionOk="0" h="3319" w="2087">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6" name="Google Shape;24866;p97"/>
            <p:cNvSpPr/>
            <p:nvPr/>
          </p:nvSpPr>
          <p:spPr>
            <a:xfrm>
              <a:off x="6025528" y="3976443"/>
              <a:ext cx="30758" cy="10871"/>
            </a:xfrm>
            <a:custGeom>
              <a:rect b="b" l="l" r="r" t="t"/>
              <a:pathLst>
                <a:path extrusionOk="0" h="416" w="1177">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7" name="Google Shape;24867;p97"/>
            <p:cNvSpPr/>
            <p:nvPr/>
          </p:nvSpPr>
          <p:spPr>
            <a:xfrm>
              <a:off x="6004675" y="3914718"/>
              <a:ext cx="26786" cy="22814"/>
            </a:xfrm>
            <a:custGeom>
              <a:rect b="b" l="l" r="r" t="t"/>
              <a:pathLst>
                <a:path extrusionOk="0" h="873" w="1025">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8" name="Google Shape;24868;p97"/>
            <p:cNvSpPr/>
            <p:nvPr/>
          </p:nvSpPr>
          <p:spPr>
            <a:xfrm>
              <a:off x="6003368" y="4025886"/>
              <a:ext cx="26943" cy="22709"/>
            </a:xfrm>
            <a:custGeom>
              <a:rect b="b" l="l" r="r" t="t"/>
              <a:pathLst>
                <a:path extrusionOk="0" h="869" w="1031">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69" name="Google Shape;24869;p97"/>
          <p:cNvGrpSpPr/>
          <p:nvPr/>
        </p:nvGrpSpPr>
        <p:grpSpPr>
          <a:xfrm>
            <a:off x="7647155" y="3156096"/>
            <a:ext cx="97265" cy="360393"/>
            <a:chOff x="7648618" y="3340744"/>
            <a:chExt cx="97265" cy="360393"/>
          </a:xfrm>
        </p:grpSpPr>
        <p:sp>
          <p:nvSpPr>
            <p:cNvPr id="24870" name="Google Shape;24870;p97"/>
            <p:cNvSpPr/>
            <p:nvPr/>
          </p:nvSpPr>
          <p:spPr>
            <a:xfrm>
              <a:off x="7648618" y="3340744"/>
              <a:ext cx="97265" cy="307057"/>
            </a:xfrm>
            <a:custGeom>
              <a:rect b="b" l="l" r="r" t="t"/>
              <a:pathLst>
                <a:path extrusionOk="0" h="11750" w="3722">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1" name="Google Shape;24871;p97"/>
            <p:cNvSpPr/>
            <p:nvPr/>
          </p:nvSpPr>
          <p:spPr>
            <a:xfrm>
              <a:off x="7672477" y="3346467"/>
              <a:ext cx="73406" cy="284740"/>
            </a:xfrm>
            <a:custGeom>
              <a:rect b="b" l="l" r="r" t="t"/>
              <a:pathLst>
                <a:path extrusionOk="0" h="10896" w="2809">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2" name="Google Shape;24872;p97"/>
            <p:cNvSpPr/>
            <p:nvPr/>
          </p:nvSpPr>
          <p:spPr>
            <a:xfrm>
              <a:off x="7656562" y="3376571"/>
              <a:ext cx="80018" cy="324566"/>
            </a:xfrm>
            <a:custGeom>
              <a:rect b="b" l="l" r="r" t="t"/>
              <a:pathLst>
                <a:path extrusionOk="0" h="12420" w="3062">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73" name="Google Shape;24873;p97"/>
          <p:cNvGrpSpPr/>
          <p:nvPr/>
        </p:nvGrpSpPr>
        <p:grpSpPr>
          <a:xfrm>
            <a:off x="7162894" y="3606019"/>
            <a:ext cx="385507" cy="382501"/>
            <a:chOff x="7164356" y="3790667"/>
            <a:chExt cx="385507" cy="382501"/>
          </a:xfrm>
        </p:grpSpPr>
        <p:sp>
          <p:nvSpPr>
            <p:cNvPr id="24874" name="Google Shape;24874;p97"/>
            <p:cNvSpPr/>
            <p:nvPr/>
          </p:nvSpPr>
          <p:spPr>
            <a:xfrm>
              <a:off x="7241526" y="3981983"/>
              <a:ext cx="114852" cy="114852"/>
            </a:xfrm>
            <a:custGeom>
              <a:rect b="b" l="l" r="r" t="t"/>
              <a:pathLst>
                <a:path extrusionOk="0" h="4395" w="4395">
                  <a:moveTo>
                    <a:pt x="1212" y="0"/>
                  </a:moveTo>
                  <a:lnTo>
                    <a:pt x="0" y="1202"/>
                  </a:lnTo>
                  <a:lnTo>
                    <a:pt x="3183" y="4395"/>
                  </a:lnTo>
                  <a:lnTo>
                    <a:pt x="4395" y="3183"/>
                  </a:lnTo>
                  <a:lnTo>
                    <a:pt x="1212" y="0"/>
                  </a:ln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5" name="Google Shape;24875;p97"/>
            <p:cNvSpPr/>
            <p:nvPr/>
          </p:nvSpPr>
          <p:spPr>
            <a:xfrm>
              <a:off x="7247536" y="3984988"/>
              <a:ext cx="56838" cy="56577"/>
            </a:xfrm>
            <a:custGeom>
              <a:rect b="b" l="l" r="r" t="t"/>
              <a:pathLst>
                <a:path extrusionOk="0" h="2165" w="2175">
                  <a:moveTo>
                    <a:pt x="1097" y="1"/>
                  </a:moveTo>
                  <a:lnTo>
                    <a:pt x="1" y="1328"/>
                  </a:lnTo>
                  <a:lnTo>
                    <a:pt x="847" y="2164"/>
                  </a:lnTo>
                  <a:lnTo>
                    <a:pt x="2174" y="1078"/>
                  </a:lnTo>
                  <a:lnTo>
                    <a:pt x="1097" y="1"/>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6" name="Google Shape;24876;p97"/>
            <p:cNvSpPr/>
            <p:nvPr/>
          </p:nvSpPr>
          <p:spPr>
            <a:xfrm>
              <a:off x="7296561" y="4033987"/>
              <a:ext cx="56812" cy="56838"/>
            </a:xfrm>
            <a:custGeom>
              <a:rect b="b" l="l" r="r" t="t"/>
              <a:pathLst>
                <a:path extrusionOk="0" h="2175" w="2174">
                  <a:moveTo>
                    <a:pt x="1096" y="1"/>
                  </a:moveTo>
                  <a:lnTo>
                    <a:pt x="0" y="1328"/>
                  </a:lnTo>
                  <a:lnTo>
                    <a:pt x="846" y="2174"/>
                  </a:lnTo>
                  <a:lnTo>
                    <a:pt x="2173" y="1078"/>
                  </a:lnTo>
                  <a:lnTo>
                    <a:pt x="1096" y="1"/>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7" name="Google Shape;24877;p97"/>
            <p:cNvSpPr/>
            <p:nvPr/>
          </p:nvSpPr>
          <p:spPr>
            <a:xfrm>
              <a:off x="7445307" y="3826468"/>
              <a:ext cx="68859" cy="64312"/>
            </a:xfrm>
            <a:custGeom>
              <a:rect b="b" l="l" r="r" t="t"/>
              <a:pathLst>
                <a:path extrusionOk="0" h="2461" w="2635">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8" name="Google Shape;24878;p97"/>
            <p:cNvSpPr/>
            <p:nvPr/>
          </p:nvSpPr>
          <p:spPr>
            <a:xfrm>
              <a:off x="7423957" y="3793097"/>
              <a:ext cx="33789" cy="83363"/>
            </a:xfrm>
            <a:custGeom>
              <a:rect b="b" l="l" r="r" t="t"/>
              <a:pathLst>
                <a:path extrusionOk="0" h="3190" w="1293">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9" name="Google Shape;24879;p97"/>
            <p:cNvSpPr/>
            <p:nvPr/>
          </p:nvSpPr>
          <p:spPr>
            <a:xfrm>
              <a:off x="7378852" y="3790667"/>
              <a:ext cx="35331" cy="82788"/>
            </a:xfrm>
            <a:custGeom>
              <a:rect b="b" l="l" r="r" t="t"/>
              <a:pathLst>
                <a:path extrusionOk="0" h="3168" w="1352">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0" name="Google Shape;24880;p97"/>
            <p:cNvSpPr/>
            <p:nvPr/>
          </p:nvSpPr>
          <p:spPr>
            <a:xfrm>
              <a:off x="7459392" y="3881477"/>
              <a:ext cx="88354" cy="32169"/>
            </a:xfrm>
            <a:custGeom>
              <a:rect b="b" l="l" r="r" t="t"/>
              <a:pathLst>
                <a:path extrusionOk="0" h="1231" w="3381">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1" name="Google Shape;24881;p97"/>
            <p:cNvSpPr/>
            <p:nvPr/>
          </p:nvSpPr>
          <p:spPr>
            <a:xfrm>
              <a:off x="7462084" y="3924883"/>
              <a:ext cx="87779" cy="33502"/>
            </a:xfrm>
            <a:custGeom>
              <a:rect b="b" l="l" r="r" t="t"/>
              <a:pathLst>
                <a:path extrusionOk="0" h="1282" w="3359">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2" name="Google Shape;24882;p97"/>
            <p:cNvSpPr/>
            <p:nvPr/>
          </p:nvSpPr>
          <p:spPr>
            <a:xfrm>
              <a:off x="7325202" y="3850406"/>
              <a:ext cx="74399" cy="66167"/>
            </a:xfrm>
            <a:custGeom>
              <a:rect b="b" l="l" r="r" t="t"/>
              <a:pathLst>
                <a:path extrusionOk="0" h="2532" w="2847">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3" name="Google Shape;24883;p97"/>
            <p:cNvSpPr/>
            <p:nvPr/>
          </p:nvSpPr>
          <p:spPr>
            <a:xfrm>
              <a:off x="7309627" y="3852392"/>
              <a:ext cx="84460" cy="83885"/>
            </a:xfrm>
            <a:custGeom>
              <a:rect b="b" l="l" r="r" t="t"/>
              <a:pathLst>
                <a:path extrusionOk="0" h="3210" w="3232">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4" name="Google Shape;24884;p97"/>
            <p:cNvSpPr/>
            <p:nvPr/>
          </p:nvSpPr>
          <p:spPr>
            <a:xfrm>
              <a:off x="7309627" y="3859604"/>
              <a:ext cx="76647" cy="76673"/>
            </a:xfrm>
            <a:custGeom>
              <a:rect b="b" l="l" r="r" t="t"/>
              <a:pathLst>
                <a:path extrusionOk="0" h="2934" w="2933">
                  <a:moveTo>
                    <a:pt x="577" y="0"/>
                  </a:moveTo>
                  <a:lnTo>
                    <a:pt x="0" y="587"/>
                  </a:lnTo>
                  <a:lnTo>
                    <a:pt x="2346" y="2933"/>
                  </a:lnTo>
                  <a:lnTo>
                    <a:pt x="2933" y="2347"/>
                  </a:lnTo>
                  <a:lnTo>
                    <a:pt x="577" y="0"/>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5" name="Google Shape;24885;p97"/>
            <p:cNvSpPr/>
            <p:nvPr/>
          </p:nvSpPr>
          <p:spPr>
            <a:xfrm>
              <a:off x="7187980" y="3869927"/>
              <a:ext cx="188755" cy="187971"/>
            </a:xfrm>
            <a:custGeom>
              <a:rect b="b" l="l" r="r" t="t"/>
              <a:pathLst>
                <a:path extrusionOk="0" h="7193" w="7223">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6" name="Google Shape;24886;p97"/>
            <p:cNvSpPr/>
            <p:nvPr/>
          </p:nvSpPr>
          <p:spPr>
            <a:xfrm>
              <a:off x="7187980" y="3922924"/>
              <a:ext cx="188755" cy="134974"/>
            </a:xfrm>
            <a:custGeom>
              <a:rect b="b" l="l" r="r" t="t"/>
              <a:pathLst>
                <a:path extrusionOk="0" h="5165" w="7223">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7" name="Google Shape;24887;p97"/>
            <p:cNvSpPr/>
            <p:nvPr/>
          </p:nvSpPr>
          <p:spPr>
            <a:xfrm>
              <a:off x="7164356" y="4005215"/>
              <a:ext cx="76934" cy="75680"/>
            </a:xfrm>
            <a:custGeom>
              <a:rect b="b" l="l" r="r" t="t"/>
              <a:pathLst>
                <a:path extrusionOk="0" h="2896" w="2944">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8" name="Google Shape;24888;p97"/>
            <p:cNvSpPr/>
            <p:nvPr/>
          </p:nvSpPr>
          <p:spPr>
            <a:xfrm>
              <a:off x="7164356" y="4015406"/>
              <a:ext cx="66115" cy="65488"/>
            </a:xfrm>
            <a:custGeom>
              <a:rect b="b" l="l" r="r" t="t"/>
              <a:pathLst>
                <a:path extrusionOk="0" h="2506" w="253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9" name="Google Shape;24889;p97"/>
            <p:cNvSpPr/>
            <p:nvPr/>
          </p:nvSpPr>
          <p:spPr>
            <a:xfrm>
              <a:off x="7217379" y="3915580"/>
              <a:ext cx="86211" cy="94835"/>
            </a:xfrm>
            <a:custGeom>
              <a:rect b="b" l="l" r="r" t="t"/>
              <a:pathLst>
                <a:path extrusionOk="0" h="3629" w="3299">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0" name="Google Shape;24890;p97"/>
            <p:cNvSpPr/>
            <p:nvPr/>
          </p:nvSpPr>
          <p:spPr>
            <a:xfrm>
              <a:off x="7417424" y="3942732"/>
              <a:ext cx="74661" cy="66220"/>
            </a:xfrm>
            <a:custGeom>
              <a:rect b="b" l="l" r="r" t="t"/>
              <a:pathLst>
                <a:path extrusionOk="0" h="2534" w="2857">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1" name="Google Shape;24891;p97"/>
            <p:cNvSpPr/>
            <p:nvPr/>
          </p:nvSpPr>
          <p:spPr>
            <a:xfrm>
              <a:off x="7402084" y="3944666"/>
              <a:ext cx="84460" cy="84094"/>
            </a:xfrm>
            <a:custGeom>
              <a:rect b="b" l="l" r="r" t="t"/>
              <a:pathLst>
                <a:path extrusionOk="0" h="3218" w="3232">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2" name="Google Shape;24892;p97"/>
            <p:cNvSpPr/>
            <p:nvPr/>
          </p:nvSpPr>
          <p:spPr>
            <a:xfrm>
              <a:off x="7402084" y="3952087"/>
              <a:ext cx="76438" cy="76673"/>
            </a:xfrm>
            <a:custGeom>
              <a:rect b="b" l="l" r="r" t="t"/>
              <a:pathLst>
                <a:path extrusionOk="0" h="2934" w="2925">
                  <a:moveTo>
                    <a:pt x="578" y="0"/>
                  </a:moveTo>
                  <a:lnTo>
                    <a:pt x="1" y="577"/>
                  </a:lnTo>
                  <a:lnTo>
                    <a:pt x="2347" y="2933"/>
                  </a:lnTo>
                  <a:lnTo>
                    <a:pt x="2924" y="2346"/>
                  </a:lnTo>
                  <a:lnTo>
                    <a:pt x="578" y="0"/>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3" name="Google Shape;24893;p97"/>
            <p:cNvSpPr/>
            <p:nvPr/>
          </p:nvSpPr>
          <p:spPr>
            <a:xfrm>
              <a:off x="7280202" y="3962279"/>
              <a:ext cx="189016" cy="188102"/>
            </a:xfrm>
            <a:custGeom>
              <a:rect b="b" l="l" r="r" t="t"/>
              <a:pathLst>
                <a:path extrusionOk="0" h="7198" w="7233">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4" name="Google Shape;24894;p97"/>
            <p:cNvSpPr/>
            <p:nvPr/>
          </p:nvSpPr>
          <p:spPr>
            <a:xfrm>
              <a:off x="7280202" y="4015406"/>
              <a:ext cx="188755" cy="134974"/>
            </a:xfrm>
            <a:custGeom>
              <a:rect b="b" l="l" r="r" t="t"/>
              <a:pathLst>
                <a:path extrusionOk="0" h="5165" w="7223">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5" name="Google Shape;24895;p97"/>
            <p:cNvSpPr/>
            <p:nvPr/>
          </p:nvSpPr>
          <p:spPr>
            <a:xfrm>
              <a:off x="7256839" y="4097698"/>
              <a:ext cx="76673" cy="75471"/>
            </a:xfrm>
            <a:custGeom>
              <a:rect b="b" l="l" r="r" t="t"/>
              <a:pathLst>
                <a:path extrusionOk="0" h="2888" w="2934">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6" name="Google Shape;24896;p97"/>
            <p:cNvSpPr/>
            <p:nvPr/>
          </p:nvSpPr>
          <p:spPr>
            <a:xfrm>
              <a:off x="7256839" y="4107628"/>
              <a:ext cx="66115" cy="65540"/>
            </a:xfrm>
            <a:custGeom>
              <a:rect b="b" l="l" r="r" t="t"/>
              <a:pathLst>
                <a:path extrusionOk="0" h="2508" w="253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7" name="Google Shape;24897;p97"/>
            <p:cNvSpPr/>
            <p:nvPr/>
          </p:nvSpPr>
          <p:spPr>
            <a:xfrm>
              <a:off x="7309862" y="4008011"/>
              <a:ext cx="86002" cy="94626"/>
            </a:xfrm>
            <a:custGeom>
              <a:rect b="b" l="l" r="r" t="t"/>
              <a:pathLst>
                <a:path extrusionOk="0" h="3621" w="3291">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98" name="Google Shape;24898;p97"/>
          <p:cNvGrpSpPr/>
          <p:nvPr/>
        </p:nvGrpSpPr>
        <p:grpSpPr>
          <a:xfrm>
            <a:off x="6668937" y="3641821"/>
            <a:ext cx="387911" cy="310846"/>
            <a:chOff x="6670400" y="3826468"/>
            <a:chExt cx="387911" cy="310846"/>
          </a:xfrm>
        </p:grpSpPr>
        <p:sp>
          <p:nvSpPr>
            <p:cNvPr id="24899" name="Google Shape;24899;p97"/>
            <p:cNvSpPr/>
            <p:nvPr/>
          </p:nvSpPr>
          <p:spPr>
            <a:xfrm>
              <a:off x="6732648" y="3971687"/>
              <a:ext cx="263625" cy="165628"/>
            </a:xfrm>
            <a:custGeom>
              <a:rect b="b" l="l" r="r" t="t"/>
              <a:pathLst>
                <a:path extrusionOk="0" h="6338" w="10088">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0" name="Google Shape;24900;p97"/>
            <p:cNvSpPr/>
            <p:nvPr/>
          </p:nvSpPr>
          <p:spPr>
            <a:xfrm>
              <a:off x="6980175" y="3971687"/>
              <a:ext cx="16098" cy="145271"/>
            </a:xfrm>
            <a:custGeom>
              <a:rect b="b" l="l" r="r" t="t"/>
              <a:pathLst>
                <a:path extrusionOk="0" h="5559" w="616">
                  <a:moveTo>
                    <a:pt x="0" y="0"/>
                  </a:moveTo>
                  <a:lnTo>
                    <a:pt x="0" y="5558"/>
                  </a:lnTo>
                  <a:cubicBezTo>
                    <a:pt x="395" y="5347"/>
                    <a:pt x="616" y="5106"/>
                    <a:pt x="616" y="4847"/>
                  </a:cubicBezTo>
                  <a:lnTo>
                    <a:pt x="616" y="0"/>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1" name="Google Shape;24901;p97"/>
            <p:cNvSpPr/>
            <p:nvPr/>
          </p:nvSpPr>
          <p:spPr>
            <a:xfrm>
              <a:off x="6858789" y="3989823"/>
              <a:ext cx="11342" cy="147492"/>
            </a:xfrm>
            <a:custGeom>
              <a:rect b="b" l="l" r="r" t="t"/>
              <a:pathLst>
                <a:path extrusionOk="0" h="5644" w="434">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2" name="Google Shape;24902;p97"/>
            <p:cNvSpPr/>
            <p:nvPr/>
          </p:nvSpPr>
          <p:spPr>
            <a:xfrm>
              <a:off x="6772108" y="3989770"/>
              <a:ext cx="11342" cy="72910"/>
            </a:xfrm>
            <a:custGeom>
              <a:rect b="b" l="l" r="r" t="t"/>
              <a:pathLst>
                <a:path extrusionOk="0" h="2790" w="434">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3" name="Google Shape;24903;p97"/>
            <p:cNvSpPr/>
            <p:nvPr/>
          </p:nvSpPr>
          <p:spPr>
            <a:xfrm>
              <a:off x="6772108" y="4074701"/>
              <a:ext cx="11342" cy="54303"/>
            </a:xfrm>
            <a:custGeom>
              <a:rect b="b" l="l" r="r" t="t"/>
              <a:pathLst>
                <a:path extrusionOk="0" h="2078" w="434">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4" name="Google Shape;24904;p97"/>
            <p:cNvSpPr/>
            <p:nvPr/>
          </p:nvSpPr>
          <p:spPr>
            <a:xfrm>
              <a:off x="6945235" y="3989823"/>
              <a:ext cx="11342" cy="139182"/>
            </a:xfrm>
            <a:custGeom>
              <a:rect b="b" l="l" r="r" t="t"/>
              <a:pathLst>
                <a:path extrusionOk="0" h="5326" w="434">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5" name="Google Shape;24905;p97"/>
            <p:cNvSpPr/>
            <p:nvPr/>
          </p:nvSpPr>
          <p:spPr>
            <a:xfrm>
              <a:off x="6732412" y="3961887"/>
              <a:ext cx="263860" cy="63084"/>
            </a:xfrm>
            <a:custGeom>
              <a:rect b="b" l="l" r="r" t="t"/>
              <a:pathLst>
                <a:path extrusionOk="0" h="2414" w="10097">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6" name="Google Shape;24906;p97"/>
            <p:cNvSpPr/>
            <p:nvPr/>
          </p:nvSpPr>
          <p:spPr>
            <a:xfrm>
              <a:off x="6980175" y="3961887"/>
              <a:ext cx="16098" cy="42727"/>
            </a:xfrm>
            <a:custGeom>
              <a:rect b="b" l="l" r="r" t="t"/>
              <a:pathLst>
                <a:path extrusionOk="0" h="1635" w="616">
                  <a:moveTo>
                    <a:pt x="0" y="0"/>
                  </a:moveTo>
                  <a:lnTo>
                    <a:pt x="0" y="1635"/>
                  </a:lnTo>
                  <a:cubicBezTo>
                    <a:pt x="395" y="1423"/>
                    <a:pt x="616" y="1183"/>
                    <a:pt x="616" y="933"/>
                  </a:cubicBezTo>
                  <a:lnTo>
                    <a:pt x="616" y="0"/>
                  </a:lnTo>
                  <a:close/>
                </a:path>
              </a:pathLst>
            </a:custGeom>
            <a:solidFill>
              <a:srgbClr val="B0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7" name="Google Shape;24907;p97"/>
            <p:cNvSpPr/>
            <p:nvPr/>
          </p:nvSpPr>
          <p:spPr>
            <a:xfrm>
              <a:off x="6732412" y="3922924"/>
              <a:ext cx="263860" cy="77692"/>
            </a:xfrm>
            <a:custGeom>
              <a:rect b="b" l="l" r="r" t="t"/>
              <a:pathLst>
                <a:path extrusionOk="0" h="2973" w="10097">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8" name="Google Shape;24908;p97"/>
            <p:cNvSpPr/>
            <p:nvPr/>
          </p:nvSpPr>
          <p:spPr>
            <a:xfrm>
              <a:off x="6843475" y="3922924"/>
              <a:ext cx="152797" cy="77692"/>
            </a:xfrm>
            <a:custGeom>
              <a:rect b="b" l="l" r="r" t="t"/>
              <a:pathLst>
                <a:path extrusionOk="0" h="2973" w="5847">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9" name="Google Shape;24909;p97"/>
            <p:cNvSpPr/>
            <p:nvPr/>
          </p:nvSpPr>
          <p:spPr>
            <a:xfrm>
              <a:off x="6884190" y="3826678"/>
              <a:ext cx="131708" cy="127448"/>
            </a:xfrm>
            <a:custGeom>
              <a:rect b="b" l="l" r="r" t="t"/>
              <a:pathLst>
                <a:path extrusionOk="0" h="4877" w="504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0" name="Google Shape;24910;p97"/>
            <p:cNvSpPr/>
            <p:nvPr/>
          </p:nvSpPr>
          <p:spPr>
            <a:xfrm>
              <a:off x="6878153" y="3942026"/>
              <a:ext cx="19861" cy="19887"/>
            </a:xfrm>
            <a:custGeom>
              <a:rect b="b" l="l" r="r" t="t"/>
              <a:pathLst>
                <a:path extrusionOk="0" h="761" w="76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1" name="Google Shape;24911;p97"/>
            <p:cNvSpPr/>
            <p:nvPr/>
          </p:nvSpPr>
          <p:spPr>
            <a:xfrm>
              <a:off x="6712996" y="3826468"/>
              <a:ext cx="131499" cy="127657"/>
            </a:xfrm>
            <a:custGeom>
              <a:rect b="b" l="l" r="r" t="t"/>
              <a:pathLst>
                <a:path extrusionOk="0" h="4885" w="5032">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2" name="Google Shape;24912;p97"/>
            <p:cNvSpPr/>
            <p:nvPr/>
          </p:nvSpPr>
          <p:spPr>
            <a:xfrm>
              <a:off x="6830906" y="3942026"/>
              <a:ext cx="19626" cy="19887"/>
            </a:xfrm>
            <a:custGeom>
              <a:rect b="b" l="l" r="r" t="t"/>
              <a:pathLst>
                <a:path extrusionOk="0" h="761" w="751">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3" name="Google Shape;24913;p97"/>
            <p:cNvSpPr/>
            <p:nvPr/>
          </p:nvSpPr>
          <p:spPr>
            <a:xfrm>
              <a:off x="6706933" y="3869822"/>
              <a:ext cx="45601" cy="58903"/>
            </a:xfrm>
            <a:custGeom>
              <a:rect b="b" l="l" r="r" t="t"/>
              <a:pathLst>
                <a:path extrusionOk="0" h="2254" w="1745">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4" name="Google Shape;24914;p97"/>
            <p:cNvSpPr/>
            <p:nvPr/>
          </p:nvSpPr>
          <p:spPr>
            <a:xfrm>
              <a:off x="6670400" y="3912653"/>
              <a:ext cx="65201" cy="31673"/>
            </a:xfrm>
            <a:custGeom>
              <a:rect b="b" l="l" r="r" t="t"/>
              <a:pathLst>
                <a:path extrusionOk="0" h="1212" w="2495">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5" name="Google Shape;24915;p97"/>
            <p:cNvSpPr/>
            <p:nvPr/>
          </p:nvSpPr>
          <p:spPr>
            <a:xfrm>
              <a:off x="6976412" y="3869822"/>
              <a:ext cx="45340" cy="58903"/>
            </a:xfrm>
            <a:custGeom>
              <a:rect b="b" l="l" r="r" t="t"/>
              <a:pathLst>
                <a:path extrusionOk="0" h="2254" w="1735">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6" name="Google Shape;24916;p97"/>
            <p:cNvSpPr/>
            <p:nvPr/>
          </p:nvSpPr>
          <p:spPr>
            <a:xfrm>
              <a:off x="6993084" y="3912653"/>
              <a:ext cx="65227" cy="31673"/>
            </a:xfrm>
            <a:custGeom>
              <a:rect b="b" l="l" r="r" t="t"/>
              <a:pathLst>
                <a:path extrusionOk="0" h="1212" w="2496">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917" name="Google Shape;24917;p97"/>
          <p:cNvGrpSpPr/>
          <p:nvPr/>
        </p:nvGrpSpPr>
        <p:grpSpPr>
          <a:xfrm>
            <a:off x="7660718" y="3618798"/>
            <a:ext cx="302823" cy="360498"/>
            <a:chOff x="7662181" y="3803446"/>
            <a:chExt cx="302823" cy="360498"/>
          </a:xfrm>
        </p:grpSpPr>
        <p:sp>
          <p:nvSpPr>
            <p:cNvPr id="24918" name="Google Shape;24918;p97"/>
            <p:cNvSpPr/>
            <p:nvPr/>
          </p:nvSpPr>
          <p:spPr>
            <a:xfrm>
              <a:off x="7801388" y="4144161"/>
              <a:ext cx="22683" cy="19782"/>
            </a:xfrm>
            <a:custGeom>
              <a:rect b="b" l="l" r="r" t="t"/>
              <a:pathLst>
                <a:path extrusionOk="0" h="757" w="868">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9" name="Google Shape;24919;p97"/>
            <p:cNvSpPr/>
            <p:nvPr/>
          </p:nvSpPr>
          <p:spPr>
            <a:xfrm>
              <a:off x="7662181" y="4059283"/>
              <a:ext cx="199286" cy="89399"/>
            </a:xfrm>
            <a:custGeom>
              <a:rect b="b" l="l" r="r" t="t"/>
              <a:pathLst>
                <a:path extrusionOk="0" h="3421" w="7626">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0" name="Google Shape;24920;p97"/>
            <p:cNvSpPr/>
            <p:nvPr/>
          </p:nvSpPr>
          <p:spPr>
            <a:xfrm>
              <a:off x="7673731" y="4032497"/>
              <a:ext cx="55819" cy="55401"/>
            </a:xfrm>
            <a:custGeom>
              <a:rect b="b" l="l" r="r" t="t"/>
              <a:pathLst>
                <a:path extrusionOk="0" h="2120" w="2136">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1" name="Google Shape;24921;p97"/>
            <p:cNvSpPr/>
            <p:nvPr/>
          </p:nvSpPr>
          <p:spPr>
            <a:xfrm>
              <a:off x="7680264" y="4043055"/>
              <a:ext cx="49286" cy="44948"/>
            </a:xfrm>
            <a:custGeom>
              <a:rect b="b" l="l" r="r" t="t"/>
              <a:pathLst>
                <a:path extrusionOk="0" h="1720" w="1886">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2" name="Google Shape;24922;p97"/>
            <p:cNvSpPr/>
            <p:nvPr/>
          </p:nvSpPr>
          <p:spPr>
            <a:xfrm>
              <a:off x="7693331" y="3857096"/>
              <a:ext cx="211882" cy="211072"/>
            </a:xfrm>
            <a:custGeom>
              <a:rect b="b" l="l" r="r" t="t"/>
              <a:pathLst>
                <a:path extrusionOk="0" h="8077" w="8108">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3" name="Google Shape;24923;p97"/>
            <p:cNvSpPr/>
            <p:nvPr/>
          </p:nvSpPr>
          <p:spPr>
            <a:xfrm>
              <a:off x="7704385" y="3886495"/>
              <a:ext cx="200828" cy="181542"/>
            </a:xfrm>
            <a:custGeom>
              <a:rect b="b" l="l" r="r" t="t"/>
              <a:pathLst>
                <a:path extrusionOk="0" h="6947" w="7685">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4" name="Google Shape;24924;p97"/>
            <p:cNvSpPr/>
            <p:nvPr/>
          </p:nvSpPr>
          <p:spPr>
            <a:xfrm>
              <a:off x="7799376" y="3803446"/>
              <a:ext cx="165628" cy="138555"/>
            </a:xfrm>
            <a:custGeom>
              <a:rect b="b" l="l" r="r" t="t"/>
              <a:pathLst>
                <a:path extrusionOk="0" h="5302" w="6338">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5" name="Google Shape;24925;p97"/>
            <p:cNvSpPr/>
            <p:nvPr/>
          </p:nvSpPr>
          <p:spPr>
            <a:xfrm>
              <a:off x="7833296" y="3810606"/>
              <a:ext cx="131708" cy="131394"/>
            </a:xfrm>
            <a:custGeom>
              <a:rect b="b" l="l" r="r" t="t"/>
              <a:pathLst>
                <a:path extrusionOk="0" h="5028" w="504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6" name="Google Shape;24926;p97"/>
            <p:cNvSpPr/>
            <p:nvPr/>
          </p:nvSpPr>
          <p:spPr>
            <a:xfrm>
              <a:off x="7804158" y="3929457"/>
              <a:ext cx="28667" cy="28432"/>
            </a:xfrm>
            <a:custGeom>
              <a:rect b="b" l="l" r="r" t="t"/>
              <a:pathLst>
                <a:path extrusionOk="0" h="1088" w="1097">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7" name="Google Shape;24927;p97"/>
            <p:cNvSpPr/>
            <p:nvPr/>
          </p:nvSpPr>
          <p:spPr>
            <a:xfrm>
              <a:off x="7806929" y="4129710"/>
              <a:ext cx="29922" cy="28929"/>
            </a:xfrm>
            <a:custGeom>
              <a:rect b="b" l="l" r="r" t="t"/>
              <a:pathLst>
                <a:path extrusionOk="0" h="1107" w="1145">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928" name="Google Shape;24928;p97"/>
          <p:cNvGrpSpPr/>
          <p:nvPr/>
        </p:nvGrpSpPr>
        <p:grpSpPr>
          <a:xfrm>
            <a:off x="5205099" y="3619347"/>
            <a:ext cx="363895" cy="355663"/>
            <a:chOff x="5206562" y="3803994"/>
            <a:chExt cx="363895" cy="355663"/>
          </a:xfrm>
        </p:grpSpPr>
        <p:sp>
          <p:nvSpPr>
            <p:cNvPr id="24929" name="Google Shape;24929;p97"/>
            <p:cNvSpPr/>
            <p:nvPr/>
          </p:nvSpPr>
          <p:spPr>
            <a:xfrm>
              <a:off x="5284724" y="3924701"/>
              <a:ext cx="212849" cy="192753"/>
            </a:xfrm>
            <a:custGeom>
              <a:rect b="b" l="l" r="r" t="t"/>
              <a:pathLst>
                <a:path extrusionOk="0" h="7376" w="8145">
                  <a:moveTo>
                    <a:pt x="0" y="0"/>
                  </a:moveTo>
                  <a:lnTo>
                    <a:pt x="0" y="7376"/>
                  </a:lnTo>
                  <a:lnTo>
                    <a:pt x="8145" y="7376"/>
                  </a:lnTo>
                  <a:lnTo>
                    <a:pt x="8145" y="0"/>
                  </a:lnTo>
                  <a:close/>
                </a:path>
              </a:pathLst>
            </a:custGeom>
            <a:solidFill>
              <a:srgbClr val="A7B8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0" name="Google Shape;24930;p97"/>
            <p:cNvSpPr/>
            <p:nvPr/>
          </p:nvSpPr>
          <p:spPr>
            <a:xfrm>
              <a:off x="5241240" y="3803994"/>
              <a:ext cx="294539" cy="96586"/>
            </a:xfrm>
            <a:custGeom>
              <a:rect b="b" l="l" r="r" t="t"/>
              <a:pathLst>
                <a:path extrusionOk="0" h="3696" w="11271">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1" name="Google Shape;24931;p97"/>
            <p:cNvSpPr/>
            <p:nvPr/>
          </p:nvSpPr>
          <p:spPr>
            <a:xfrm>
              <a:off x="5277172" y="3828820"/>
              <a:ext cx="222675" cy="73014"/>
            </a:xfrm>
            <a:custGeom>
              <a:rect b="b" l="l" r="r" t="t"/>
              <a:pathLst>
                <a:path extrusionOk="0" h="2794" w="8521">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2" name="Google Shape;24932;p97"/>
            <p:cNvSpPr/>
            <p:nvPr/>
          </p:nvSpPr>
          <p:spPr>
            <a:xfrm>
              <a:off x="5238731" y="3888507"/>
              <a:ext cx="299557" cy="36220"/>
            </a:xfrm>
            <a:custGeom>
              <a:rect b="b" l="l" r="r" t="t"/>
              <a:pathLst>
                <a:path extrusionOk="0" h="1386" w="11463">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3" name="Google Shape;24933;p97"/>
            <p:cNvSpPr/>
            <p:nvPr/>
          </p:nvSpPr>
          <p:spPr>
            <a:xfrm>
              <a:off x="5284724" y="3924701"/>
              <a:ext cx="212849" cy="186978"/>
            </a:xfrm>
            <a:custGeom>
              <a:rect b="b" l="l" r="r" t="t"/>
              <a:pathLst>
                <a:path extrusionOk="0" h="7155" w="8145">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4" name="Google Shape;24934;p97"/>
            <p:cNvSpPr/>
            <p:nvPr/>
          </p:nvSpPr>
          <p:spPr>
            <a:xfrm>
              <a:off x="5245421" y="3924701"/>
              <a:ext cx="77012" cy="170645"/>
            </a:xfrm>
            <a:custGeom>
              <a:rect b="b" l="l" r="r" t="t"/>
              <a:pathLst>
                <a:path extrusionOk="0" h="6530" w="2947">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5" name="Google Shape;24935;p97"/>
            <p:cNvSpPr/>
            <p:nvPr/>
          </p:nvSpPr>
          <p:spPr>
            <a:xfrm>
              <a:off x="5262093" y="4095058"/>
              <a:ext cx="40479" cy="20880"/>
            </a:xfrm>
            <a:custGeom>
              <a:rect b="b" l="l" r="r" t="t"/>
              <a:pathLst>
                <a:path extrusionOk="0" h="799" w="1549">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6" name="Google Shape;24936;p97"/>
            <p:cNvSpPr/>
            <p:nvPr/>
          </p:nvSpPr>
          <p:spPr>
            <a:xfrm>
              <a:off x="5353479" y="3924701"/>
              <a:ext cx="77012" cy="170645"/>
            </a:xfrm>
            <a:custGeom>
              <a:rect b="b" l="l" r="r" t="t"/>
              <a:pathLst>
                <a:path extrusionOk="0" h="6530" w="2947">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7" name="Google Shape;24937;p97"/>
            <p:cNvSpPr/>
            <p:nvPr/>
          </p:nvSpPr>
          <p:spPr>
            <a:xfrm>
              <a:off x="5370151" y="4095058"/>
              <a:ext cx="40741" cy="20880"/>
            </a:xfrm>
            <a:custGeom>
              <a:rect b="b" l="l" r="r" t="t"/>
              <a:pathLst>
                <a:path extrusionOk="0" h="799" w="1559">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8" name="Google Shape;24938;p97"/>
            <p:cNvSpPr/>
            <p:nvPr/>
          </p:nvSpPr>
          <p:spPr>
            <a:xfrm>
              <a:off x="5462033" y="3924701"/>
              <a:ext cx="77012" cy="170645"/>
            </a:xfrm>
            <a:custGeom>
              <a:rect b="b" l="l" r="r" t="t"/>
              <a:pathLst>
                <a:path extrusionOk="0" h="6530" w="2947">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9" name="Google Shape;24939;p97"/>
            <p:cNvSpPr/>
            <p:nvPr/>
          </p:nvSpPr>
          <p:spPr>
            <a:xfrm>
              <a:off x="5478470" y="4095058"/>
              <a:ext cx="40479" cy="20880"/>
            </a:xfrm>
            <a:custGeom>
              <a:rect b="b" l="l" r="r" t="t"/>
              <a:pathLst>
                <a:path extrusionOk="0" h="799" w="1549">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0" name="Google Shape;24940;p97"/>
            <p:cNvSpPr/>
            <p:nvPr/>
          </p:nvSpPr>
          <p:spPr>
            <a:xfrm>
              <a:off x="5240247" y="4111652"/>
              <a:ext cx="296525" cy="25139"/>
            </a:xfrm>
            <a:custGeom>
              <a:rect b="b" l="l" r="r" t="t"/>
              <a:pathLst>
                <a:path extrusionOk="0" h="962" w="11347">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1" name="Google Shape;24941;p97"/>
            <p:cNvSpPr/>
            <p:nvPr/>
          </p:nvSpPr>
          <p:spPr>
            <a:xfrm>
              <a:off x="5229166" y="4133003"/>
              <a:ext cx="318686" cy="21403"/>
            </a:xfrm>
            <a:custGeom>
              <a:rect b="b" l="l" r="r" t="t"/>
              <a:pathLst>
                <a:path extrusionOk="0" h="819" w="12195">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2" name="Google Shape;24942;p97"/>
            <p:cNvSpPr/>
            <p:nvPr/>
          </p:nvSpPr>
          <p:spPr>
            <a:xfrm>
              <a:off x="5206562" y="4149100"/>
              <a:ext cx="363895" cy="10558"/>
            </a:xfrm>
            <a:custGeom>
              <a:rect b="b" l="l" r="r" t="t"/>
              <a:pathLst>
                <a:path extrusionOk="0" h="404" w="13925">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943" name="Google Shape;24943;p97"/>
          <p:cNvSpPr txBox="1"/>
          <p:nvPr/>
        </p:nvSpPr>
        <p:spPr>
          <a:xfrm>
            <a:off x="849675"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Creative Process Icons</a:t>
            </a:r>
            <a:endParaRPr sz="2400">
              <a:solidFill>
                <a:schemeClr val="lt1"/>
              </a:solidFill>
            </a:endParaRPr>
          </a:p>
        </p:txBody>
      </p:sp>
      <p:sp>
        <p:nvSpPr>
          <p:cNvPr id="24944" name="Google Shape;24944;p97"/>
          <p:cNvSpPr txBox="1"/>
          <p:nvPr/>
        </p:nvSpPr>
        <p:spPr>
          <a:xfrm>
            <a:off x="4858400"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4948" name="Shape 24948"/>
        <p:cNvGrpSpPr/>
        <p:nvPr/>
      </p:nvGrpSpPr>
      <p:grpSpPr>
        <a:xfrm>
          <a:off x="0" y="0"/>
          <a:ext cx="0" cy="0"/>
          <a:chOff x="0" y="0"/>
          <a:chExt cx="0" cy="0"/>
        </a:xfrm>
      </p:grpSpPr>
      <p:grpSp>
        <p:nvGrpSpPr>
          <p:cNvPr id="24949" name="Google Shape;24949;p98"/>
          <p:cNvGrpSpPr/>
          <p:nvPr/>
        </p:nvGrpSpPr>
        <p:grpSpPr>
          <a:xfrm>
            <a:off x="853009" y="1981993"/>
            <a:ext cx="354610" cy="372358"/>
            <a:chOff x="878066" y="1981993"/>
            <a:chExt cx="354610" cy="372358"/>
          </a:xfrm>
        </p:grpSpPr>
        <p:sp>
          <p:nvSpPr>
            <p:cNvPr id="24950" name="Google Shape;24950;p98"/>
            <p:cNvSpPr/>
            <p:nvPr/>
          </p:nvSpPr>
          <p:spPr>
            <a:xfrm>
              <a:off x="1002194" y="1982386"/>
              <a:ext cx="230482" cy="176742"/>
            </a:xfrm>
            <a:custGeom>
              <a:rect b="b" l="l" r="r" t="t"/>
              <a:pathLst>
                <a:path extrusionOk="0" h="6742" w="8792">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1" name="Google Shape;24951;p98"/>
            <p:cNvSpPr/>
            <p:nvPr/>
          </p:nvSpPr>
          <p:spPr>
            <a:xfrm>
              <a:off x="1038895" y="1981993"/>
              <a:ext cx="163136" cy="177135"/>
            </a:xfrm>
            <a:custGeom>
              <a:rect b="b" l="l" r="r" t="t"/>
              <a:pathLst>
                <a:path extrusionOk="0" h="6757" w="6223">
                  <a:moveTo>
                    <a:pt x="4836" y="1"/>
                  </a:moveTo>
                  <a:lnTo>
                    <a:pt x="0" y="6756"/>
                  </a:lnTo>
                  <a:lnTo>
                    <a:pt x="1401" y="6756"/>
                  </a:lnTo>
                  <a:lnTo>
                    <a:pt x="6222" y="1"/>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2" name="Google Shape;24952;p98"/>
            <p:cNvSpPr/>
            <p:nvPr/>
          </p:nvSpPr>
          <p:spPr>
            <a:xfrm>
              <a:off x="1075596" y="1982386"/>
              <a:ext cx="156687" cy="176742"/>
            </a:xfrm>
            <a:custGeom>
              <a:rect b="b" l="l" r="r" t="t"/>
              <a:pathLst>
                <a:path extrusionOk="0" h="6742" w="5977">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3" name="Google Shape;24953;p98"/>
            <p:cNvSpPr/>
            <p:nvPr/>
          </p:nvSpPr>
          <p:spPr>
            <a:xfrm>
              <a:off x="878145" y="1982281"/>
              <a:ext cx="230404" cy="176846"/>
            </a:xfrm>
            <a:custGeom>
              <a:rect b="b" l="l" r="r" t="t"/>
              <a:pathLst>
                <a:path extrusionOk="0" h="6746" w="8789">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4" name="Google Shape;24954;p98"/>
            <p:cNvSpPr/>
            <p:nvPr/>
          </p:nvSpPr>
          <p:spPr>
            <a:xfrm>
              <a:off x="910599" y="1981993"/>
              <a:ext cx="163136" cy="177135"/>
            </a:xfrm>
            <a:custGeom>
              <a:rect b="b" l="l" r="r" t="t"/>
              <a:pathLst>
                <a:path extrusionOk="0" h="6757" w="6223">
                  <a:moveTo>
                    <a:pt x="1" y="1"/>
                  </a:moveTo>
                  <a:lnTo>
                    <a:pt x="4837" y="6756"/>
                  </a:lnTo>
                  <a:lnTo>
                    <a:pt x="6222" y="6756"/>
                  </a:lnTo>
                  <a:lnTo>
                    <a:pt x="1401" y="1"/>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5" name="Google Shape;24955;p98"/>
            <p:cNvSpPr/>
            <p:nvPr/>
          </p:nvSpPr>
          <p:spPr>
            <a:xfrm>
              <a:off x="878066" y="1982386"/>
              <a:ext cx="159335" cy="177109"/>
            </a:xfrm>
            <a:custGeom>
              <a:rect b="b" l="l" r="r" t="t"/>
              <a:pathLst>
                <a:path extrusionOk="0" h="6756" w="6078">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6" name="Google Shape;24956;p98"/>
            <p:cNvSpPr/>
            <p:nvPr/>
          </p:nvSpPr>
          <p:spPr>
            <a:xfrm>
              <a:off x="1092243" y="2108008"/>
              <a:ext cx="36360" cy="51119"/>
            </a:xfrm>
            <a:custGeom>
              <a:rect b="b" l="l" r="r" t="t"/>
              <a:pathLst>
                <a:path extrusionOk="0" h="1950" w="1387">
                  <a:moveTo>
                    <a:pt x="751" y="1"/>
                  </a:moveTo>
                  <a:lnTo>
                    <a:pt x="1" y="1069"/>
                  </a:lnTo>
                  <a:lnTo>
                    <a:pt x="622" y="1949"/>
                  </a:lnTo>
                  <a:lnTo>
                    <a:pt x="1156" y="1228"/>
                  </a:lnTo>
                  <a:lnTo>
                    <a:pt x="1387" y="881"/>
                  </a:lnTo>
                  <a:lnTo>
                    <a:pt x="751" y="1"/>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7" name="Google Shape;24957;p98"/>
            <p:cNvSpPr/>
            <p:nvPr/>
          </p:nvSpPr>
          <p:spPr>
            <a:xfrm>
              <a:off x="1073709" y="2082658"/>
              <a:ext cx="38248" cy="53374"/>
            </a:xfrm>
            <a:custGeom>
              <a:rect b="b" l="l" r="r" t="t"/>
              <a:pathLst>
                <a:path extrusionOk="0" h="2036" w="1459">
                  <a:moveTo>
                    <a:pt x="766" y="0"/>
                  </a:moveTo>
                  <a:lnTo>
                    <a:pt x="0" y="1054"/>
                  </a:lnTo>
                  <a:lnTo>
                    <a:pt x="708" y="2036"/>
                  </a:lnTo>
                  <a:lnTo>
                    <a:pt x="1458" y="968"/>
                  </a:lnTo>
                  <a:lnTo>
                    <a:pt x="766" y="0"/>
                  </a:ln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8" name="Google Shape;24958;p98"/>
            <p:cNvSpPr/>
            <p:nvPr/>
          </p:nvSpPr>
          <p:spPr>
            <a:xfrm>
              <a:off x="1055542" y="2056915"/>
              <a:ext cx="38248" cy="53400"/>
            </a:xfrm>
            <a:custGeom>
              <a:rect b="b" l="l" r="r" t="t"/>
              <a:pathLst>
                <a:path extrusionOk="0" h="2037" w="1459">
                  <a:moveTo>
                    <a:pt x="751" y="1"/>
                  </a:moveTo>
                  <a:lnTo>
                    <a:pt x="1" y="1055"/>
                  </a:lnTo>
                  <a:lnTo>
                    <a:pt x="693" y="2036"/>
                  </a:lnTo>
                  <a:lnTo>
                    <a:pt x="1459" y="982"/>
                  </a:lnTo>
                  <a:lnTo>
                    <a:pt x="751" y="1"/>
                  </a:ln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9" name="Google Shape;24959;p98"/>
            <p:cNvSpPr/>
            <p:nvPr/>
          </p:nvSpPr>
          <p:spPr>
            <a:xfrm>
              <a:off x="940117" y="2129583"/>
              <a:ext cx="230482" cy="224636"/>
            </a:xfrm>
            <a:custGeom>
              <a:rect b="b" l="l" r="r" t="t"/>
              <a:pathLst>
                <a:path extrusionOk="0" h="8569" w="8792">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0" name="Google Shape;24960;p98"/>
            <p:cNvSpPr/>
            <p:nvPr/>
          </p:nvSpPr>
          <p:spPr>
            <a:xfrm>
              <a:off x="1038502" y="2129478"/>
              <a:ext cx="132097" cy="224872"/>
            </a:xfrm>
            <a:custGeom>
              <a:rect b="b" l="l" r="r" t="t"/>
              <a:pathLst>
                <a:path extrusionOk="0" h="8578" w="5039">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1" name="Google Shape;24961;p98"/>
            <p:cNvSpPr/>
            <p:nvPr/>
          </p:nvSpPr>
          <p:spPr>
            <a:xfrm>
              <a:off x="970395" y="2156821"/>
              <a:ext cx="169952" cy="169559"/>
            </a:xfrm>
            <a:custGeom>
              <a:rect b="b" l="l" r="r" t="t"/>
              <a:pathLst>
                <a:path extrusionOk="0" h="6468" w="6483">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2" name="Google Shape;24962;p98"/>
            <p:cNvSpPr/>
            <p:nvPr/>
          </p:nvSpPr>
          <p:spPr>
            <a:xfrm>
              <a:off x="1038502" y="2156821"/>
              <a:ext cx="106380" cy="169716"/>
            </a:xfrm>
            <a:custGeom>
              <a:rect b="b" l="l" r="r" t="t"/>
              <a:pathLst>
                <a:path extrusionOk="0" h="6474" w="4058">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3" name="Google Shape;24963;p98"/>
            <p:cNvSpPr/>
            <p:nvPr/>
          </p:nvSpPr>
          <p:spPr>
            <a:xfrm>
              <a:off x="1038502" y="2203641"/>
              <a:ext cx="20841" cy="76207"/>
            </a:xfrm>
            <a:custGeom>
              <a:rect b="b" l="l" r="r" t="t"/>
              <a:pathLst>
                <a:path extrusionOk="0" h="2907" w="795">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964" name="Google Shape;24964;p98"/>
          <p:cNvGrpSpPr/>
          <p:nvPr/>
        </p:nvGrpSpPr>
        <p:grpSpPr>
          <a:xfrm>
            <a:off x="1320737" y="1982386"/>
            <a:ext cx="371650" cy="371624"/>
            <a:chOff x="1345794" y="1982386"/>
            <a:chExt cx="371650" cy="371624"/>
          </a:xfrm>
        </p:grpSpPr>
        <p:sp>
          <p:nvSpPr>
            <p:cNvPr id="24965" name="Google Shape;24965;p98"/>
            <p:cNvSpPr/>
            <p:nvPr/>
          </p:nvSpPr>
          <p:spPr>
            <a:xfrm>
              <a:off x="1345794" y="2140567"/>
              <a:ext cx="111676" cy="123001"/>
            </a:xfrm>
            <a:custGeom>
              <a:rect b="b" l="l" r="r" t="t"/>
              <a:pathLst>
                <a:path extrusionOk="0" h="4692" w="426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6" name="Google Shape;24966;p98"/>
            <p:cNvSpPr/>
            <p:nvPr/>
          </p:nvSpPr>
          <p:spPr>
            <a:xfrm>
              <a:off x="1345794" y="2172445"/>
              <a:ext cx="31065" cy="91490"/>
            </a:xfrm>
            <a:custGeom>
              <a:rect b="b" l="l" r="r" t="t"/>
              <a:pathLst>
                <a:path extrusionOk="0" h="3490" w="1185">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7" name="Google Shape;24967;p98"/>
            <p:cNvSpPr/>
            <p:nvPr/>
          </p:nvSpPr>
          <p:spPr>
            <a:xfrm>
              <a:off x="1368496" y="2140934"/>
              <a:ext cx="14418" cy="50752"/>
            </a:xfrm>
            <a:custGeom>
              <a:rect b="b" l="l" r="r" t="t"/>
              <a:pathLst>
                <a:path extrusionOk="0" h="1936" w="55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8" name="Google Shape;24968;p98"/>
            <p:cNvSpPr/>
            <p:nvPr/>
          </p:nvSpPr>
          <p:spPr>
            <a:xfrm>
              <a:off x="1392509" y="2146675"/>
              <a:ext cx="8939" cy="46165"/>
            </a:xfrm>
            <a:custGeom>
              <a:rect b="b" l="l" r="r" t="t"/>
              <a:pathLst>
                <a:path extrusionOk="0" h="1761" w="341">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9" name="Google Shape;24969;p98"/>
            <p:cNvSpPr/>
            <p:nvPr/>
          </p:nvSpPr>
          <p:spPr>
            <a:xfrm>
              <a:off x="1412092" y="2150608"/>
              <a:ext cx="9804" cy="46007"/>
            </a:xfrm>
            <a:custGeom>
              <a:rect b="b" l="l" r="r" t="t"/>
              <a:pathLst>
                <a:path extrusionOk="0" h="1755" w="374">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0" name="Google Shape;24970;p98"/>
            <p:cNvSpPr/>
            <p:nvPr/>
          </p:nvSpPr>
          <p:spPr>
            <a:xfrm>
              <a:off x="1434348" y="2154933"/>
              <a:ext cx="7209" cy="42442"/>
            </a:xfrm>
            <a:custGeom>
              <a:rect b="b" l="l" r="r" t="t"/>
              <a:pathLst>
                <a:path extrusionOk="0" h="1619" w="275">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1" name="Google Shape;24971;p98"/>
            <p:cNvSpPr/>
            <p:nvPr/>
          </p:nvSpPr>
          <p:spPr>
            <a:xfrm>
              <a:off x="1427926" y="1982386"/>
              <a:ext cx="46558" cy="32192"/>
            </a:xfrm>
            <a:custGeom>
              <a:rect b="b" l="l" r="r" t="t"/>
              <a:pathLst>
                <a:path extrusionOk="0" h="1228" w="1776">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2" name="Google Shape;24972;p98"/>
            <p:cNvSpPr/>
            <p:nvPr/>
          </p:nvSpPr>
          <p:spPr>
            <a:xfrm>
              <a:off x="1429420" y="1983120"/>
              <a:ext cx="38248" cy="31065"/>
            </a:xfrm>
            <a:custGeom>
              <a:rect b="b" l="l" r="r" t="t"/>
              <a:pathLst>
                <a:path extrusionOk="0" h="1185" w="1459">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3" name="Google Shape;24973;p98"/>
            <p:cNvSpPr/>
            <p:nvPr/>
          </p:nvSpPr>
          <p:spPr>
            <a:xfrm>
              <a:off x="1458178" y="1984640"/>
              <a:ext cx="65511" cy="52640"/>
            </a:xfrm>
            <a:custGeom>
              <a:rect b="b" l="l" r="r" t="t"/>
              <a:pathLst>
                <a:path extrusionOk="0" h="2008" w="2499">
                  <a:moveTo>
                    <a:pt x="521" y="1"/>
                  </a:moveTo>
                  <a:lnTo>
                    <a:pt x="1" y="1098"/>
                  </a:lnTo>
                  <a:lnTo>
                    <a:pt x="2181" y="2007"/>
                  </a:lnTo>
                  <a:lnTo>
                    <a:pt x="2498" y="824"/>
                  </a:lnTo>
                  <a:lnTo>
                    <a:pt x="521" y="1"/>
                  </a:lnTo>
                  <a:close/>
                </a:path>
              </a:pathLst>
            </a:custGeom>
            <a:solidFill>
              <a:srgbClr val="7A8F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4" name="Google Shape;24974;p98"/>
            <p:cNvSpPr/>
            <p:nvPr/>
          </p:nvSpPr>
          <p:spPr>
            <a:xfrm>
              <a:off x="1590249" y="2037621"/>
              <a:ext cx="35233" cy="40528"/>
            </a:xfrm>
            <a:custGeom>
              <a:rect b="b" l="l" r="r" t="t"/>
              <a:pathLst>
                <a:path extrusionOk="0" h="1546" w="1344">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5" name="Google Shape;24975;p98"/>
            <p:cNvSpPr/>
            <p:nvPr/>
          </p:nvSpPr>
          <p:spPr>
            <a:xfrm>
              <a:off x="1593657" y="2037621"/>
              <a:ext cx="31825" cy="25769"/>
            </a:xfrm>
            <a:custGeom>
              <a:rect b="b" l="l" r="r" t="t"/>
              <a:pathLst>
                <a:path extrusionOk="0" h="983" w="1214">
                  <a:moveTo>
                    <a:pt x="160" y="1"/>
                  </a:moveTo>
                  <a:lnTo>
                    <a:pt x="1" y="578"/>
                  </a:lnTo>
                  <a:lnTo>
                    <a:pt x="954" y="982"/>
                  </a:lnTo>
                  <a:lnTo>
                    <a:pt x="1184" y="491"/>
                  </a:lnTo>
                  <a:lnTo>
                    <a:pt x="1213" y="434"/>
                  </a:lnTo>
                  <a:lnTo>
                    <a:pt x="160"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6" name="Google Shape;24976;p98"/>
            <p:cNvSpPr/>
            <p:nvPr/>
          </p:nvSpPr>
          <p:spPr>
            <a:xfrm>
              <a:off x="1465387" y="1984640"/>
              <a:ext cx="58302" cy="36727"/>
            </a:xfrm>
            <a:custGeom>
              <a:rect b="b" l="l" r="r" t="t"/>
              <a:pathLst>
                <a:path extrusionOk="0" h="1401" w="2224">
                  <a:moveTo>
                    <a:pt x="246" y="1"/>
                  </a:moveTo>
                  <a:lnTo>
                    <a:pt x="0" y="520"/>
                  </a:lnTo>
                  <a:lnTo>
                    <a:pt x="2064" y="1401"/>
                  </a:lnTo>
                  <a:lnTo>
                    <a:pt x="2223" y="824"/>
                  </a:lnTo>
                  <a:lnTo>
                    <a:pt x="246"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7" name="Google Shape;24977;p98"/>
            <p:cNvSpPr/>
            <p:nvPr/>
          </p:nvSpPr>
          <p:spPr>
            <a:xfrm>
              <a:off x="1605768" y="2108401"/>
              <a:ext cx="111676" cy="123001"/>
            </a:xfrm>
            <a:custGeom>
              <a:rect b="b" l="l" r="r" t="t"/>
              <a:pathLst>
                <a:path extrusionOk="0" h="4692" w="426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8" name="Google Shape;24978;p98"/>
            <p:cNvSpPr/>
            <p:nvPr/>
          </p:nvSpPr>
          <p:spPr>
            <a:xfrm>
              <a:off x="1605768" y="2139886"/>
              <a:ext cx="31432" cy="91517"/>
            </a:xfrm>
            <a:custGeom>
              <a:rect b="b" l="l" r="r" t="t"/>
              <a:pathLst>
                <a:path extrusionOk="0" h="3491" w="1199">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9" name="Google Shape;24979;p98"/>
            <p:cNvSpPr/>
            <p:nvPr/>
          </p:nvSpPr>
          <p:spPr>
            <a:xfrm>
              <a:off x="1482400" y="1991483"/>
              <a:ext cx="123394" cy="138887"/>
            </a:xfrm>
            <a:custGeom>
              <a:rect b="b" l="l" r="r" t="t"/>
              <a:pathLst>
                <a:path extrusionOk="0" h="5298" w="4707">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0" name="Google Shape;24980;p98"/>
            <p:cNvSpPr/>
            <p:nvPr/>
          </p:nvSpPr>
          <p:spPr>
            <a:xfrm>
              <a:off x="1482794" y="2027030"/>
              <a:ext cx="26503" cy="102946"/>
            </a:xfrm>
            <a:custGeom>
              <a:rect b="b" l="l" r="r" t="t"/>
              <a:pathLst>
                <a:path extrusionOk="0" h="3927" w="1011">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1" name="Google Shape;24981;p98"/>
            <p:cNvSpPr/>
            <p:nvPr/>
          </p:nvSpPr>
          <p:spPr>
            <a:xfrm>
              <a:off x="1610303" y="2048212"/>
              <a:ext cx="34473" cy="36413"/>
            </a:xfrm>
            <a:custGeom>
              <a:rect b="b" l="l" r="r" t="t"/>
              <a:pathLst>
                <a:path extrusionOk="0" h="1389" w="1315">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2" name="Google Shape;24982;p98"/>
            <p:cNvSpPr/>
            <p:nvPr/>
          </p:nvSpPr>
          <p:spPr>
            <a:xfrm>
              <a:off x="1489216" y="2157214"/>
              <a:ext cx="92355" cy="196796"/>
            </a:xfrm>
            <a:custGeom>
              <a:rect b="b" l="l" r="r" t="t"/>
              <a:pathLst>
                <a:path extrusionOk="0" h="7507" w="3523">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3" name="Google Shape;24983;p98"/>
            <p:cNvSpPr/>
            <p:nvPr/>
          </p:nvSpPr>
          <p:spPr>
            <a:xfrm>
              <a:off x="1621681" y="2257879"/>
              <a:ext cx="91962" cy="96130"/>
            </a:xfrm>
            <a:custGeom>
              <a:rect b="b" l="l" r="r" t="t"/>
              <a:pathLst>
                <a:path extrusionOk="0" h="3667" w="3508">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4" name="Google Shape;24984;p98"/>
            <p:cNvSpPr/>
            <p:nvPr/>
          </p:nvSpPr>
          <p:spPr>
            <a:xfrm>
              <a:off x="1509664" y="2157214"/>
              <a:ext cx="71908" cy="196796"/>
            </a:xfrm>
            <a:custGeom>
              <a:rect b="b" l="l" r="r" t="t"/>
              <a:pathLst>
                <a:path extrusionOk="0" h="7507" w="2743">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5" name="Google Shape;24985;p98"/>
            <p:cNvSpPr/>
            <p:nvPr/>
          </p:nvSpPr>
          <p:spPr>
            <a:xfrm>
              <a:off x="1639822" y="2257879"/>
              <a:ext cx="73821" cy="96130"/>
            </a:xfrm>
            <a:custGeom>
              <a:rect b="b" l="l" r="r" t="t"/>
              <a:pathLst>
                <a:path extrusionOk="0" h="3667" w="2816">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6" name="Google Shape;24986;p98"/>
            <p:cNvSpPr/>
            <p:nvPr/>
          </p:nvSpPr>
          <p:spPr>
            <a:xfrm>
              <a:off x="1360920" y="2290779"/>
              <a:ext cx="92749" cy="63231"/>
            </a:xfrm>
            <a:custGeom>
              <a:rect b="b" l="l" r="r" t="t"/>
              <a:pathLst>
                <a:path extrusionOk="0" h="2412" w="3538">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7" name="Google Shape;24987;p98"/>
            <p:cNvSpPr/>
            <p:nvPr/>
          </p:nvSpPr>
          <p:spPr>
            <a:xfrm>
              <a:off x="1381368" y="2290779"/>
              <a:ext cx="72301" cy="63231"/>
            </a:xfrm>
            <a:custGeom>
              <a:rect b="b" l="l" r="r" t="t"/>
              <a:pathLst>
                <a:path extrusionOk="0" h="2412" w="2758">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8" name="Google Shape;24988;p98"/>
            <p:cNvSpPr/>
            <p:nvPr/>
          </p:nvSpPr>
          <p:spPr>
            <a:xfrm>
              <a:off x="1489216" y="2126542"/>
              <a:ext cx="92749" cy="34473"/>
            </a:xfrm>
            <a:custGeom>
              <a:rect b="b" l="l" r="r" t="t"/>
              <a:pathLst>
                <a:path extrusionOk="0" h="1315" w="3538">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9" name="Google Shape;24989;p98"/>
            <p:cNvSpPr/>
            <p:nvPr/>
          </p:nvSpPr>
          <p:spPr>
            <a:xfrm>
              <a:off x="1509664" y="2126542"/>
              <a:ext cx="72301" cy="34473"/>
            </a:xfrm>
            <a:custGeom>
              <a:rect b="b" l="l" r="r" t="t"/>
              <a:pathLst>
                <a:path extrusionOk="0" h="1315" w="2758">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0" name="Google Shape;24990;p98"/>
            <p:cNvSpPr/>
            <p:nvPr/>
          </p:nvSpPr>
          <p:spPr>
            <a:xfrm>
              <a:off x="1511919" y="1991089"/>
              <a:ext cx="26897" cy="47528"/>
            </a:xfrm>
            <a:custGeom>
              <a:rect b="b" l="l" r="r" t="t"/>
              <a:pathLst>
                <a:path extrusionOk="0" h="1813" w="1026">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1" name="Google Shape;24991;p98"/>
            <p:cNvSpPr/>
            <p:nvPr/>
          </p:nvSpPr>
          <p:spPr>
            <a:xfrm>
              <a:off x="1535774" y="2000841"/>
              <a:ext cx="19320" cy="44225"/>
            </a:xfrm>
            <a:custGeom>
              <a:rect b="b" l="l" r="r" t="t"/>
              <a:pathLst>
                <a:path extrusionOk="0" h="1687" w="737">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2" name="Google Shape;24992;p98"/>
            <p:cNvSpPr/>
            <p:nvPr/>
          </p:nvSpPr>
          <p:spPr>
            <a:xfrm>
              <a:off x="1554675" y="2009623"/>
              <a:ext cx="19714" cy="44146"/>
            </a:xfrm>
            <a:custGeom>
              <a:rect b="b" l="l" r="r" t="t"/>
              <a:pathLst>
                <a:path extrusionOk="0" h="1684" w="752">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3" name="Google Shape;24993;p98"/>
            <p:cNvSpPr/>
            <p:nvPr/>
          </p:nvSpPr>
          <p:spPr>
            <a:xfrm>
              <a:off x="1575123" y="2019087"/>
              <a:ext cx="17433" cy="40345"/>
            </a:xfrm>
            <a:custGeom>
              <a:rect b="b" l="l" r="r" t="t"/>
              <a:pathLst>
                <a:path extrusionOk="0" h="1539" w="665">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4" name="Google Shape;24994;p98"/>
            <p:cNvSpPr/>
            <p:nvPr/>
          </p:nvSpPr>
          <p:spPr>
            <a:xfrm>
              <a:off x="1628864" y="2108008"/>
              <a:ext cx="14025" cy="51145"/>
            </a:xfrm>
            <a:custGeom>
              <a:rect b="b" l="l" r="r" t="t"/>
              <a:pathLst>
                <a:path extrusionOk="0" h="1951" w="535">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5" name="Google Shape;24995;p98"/>
            <p:cNvSpPr/>
            <p:nvPr/>
          </p:nvSpPr>
          <p:spPr>
            <a:xfrm>
              <a:off x="1652798" y="2114116"/>
              <a:ext cx="8625" cy="46165"/>
            </a:xfrm>
            <a:custGeom>
              <a:rect b="b" l="l" r="r" t="t"/>
              <a:pathLst>
                <a:path extrusionOk="0" h="1761" w="329">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6" name="Google Shape;24996;p98"/>
            <p:cNvSpPr/>
            <p:nvPr/>
          </p:nvSpPr>
          <p:spPr>
            <a:xfrm>
              <a:off x="1672459" y="2118049"/>
              <a:ext cx="9411" cy="46034"/>
            </a:xfrm>
            <a:custGeom>
              <a:rect b="b" l="l" r="r" t="t"/>
              <a:pathLst>
                <a:path extrusionOk="0" h="1756" w="359">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7" name="Google Shape;24997;p98"/>
            <p:cNvSpPr/>
            <p:nvPr/>
          </p:nvSpPr>
          <p:spPr>
            <a:xfrm>
              <a:off x="1694323" y="2122400"/>
              <a:ext cx="7209" cy="42416"/>
            </a:xfrm>
            <a:custGeom>
              <a:rect b="b" l="l" r="r" t="t"/>
              <a:pathLst>
                <a:path extrusionOk="0" h="1618" w="275">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8" name="Google Shape;24998;p98"/>
            <p:cNvSpPr/>
            <p:nvPr/>
          </p:nvSpPr>
          <p:spPr>
            <a:xfrm>
              <a:off x="1621288" y="2227208"/>
              <a:ext cx="92749" cy="34840"/>
            </a:xfrm>
            <a:custGeom>
              <a:rect b="b" l="l" r="r" t="t"/>
              <a:pathLst>
                <a:path extrusionOk="0" h="1329" w="3538">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9" name="Google Shape;24999;p98"/>
            <p:cNvSpPr/>
            <p:nvPr/>
          </p:nvSpPr>
          <p:spPr>
            <a:xfrm>
              <a:off x="1639822" y="2227208"/>
              <a:ext cx="74215" cy="34840"/>
            </a:xfrm>
            <a:custGeom>
              <a:rect b="b" l="l" r="r" t="t"/>
              <a:pathLst>
                <a:path extrusionOk="0" h="1329" w="2831">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0" name="Google Shape;25000;p98"/>
            <p:cNvSpPr/>
            <p:nvPr/>
          </p:nvSpPr>
          <p:spPr>
            <a:xfrm>
              <a:off x="1360920" y="2260134"/>
              <a:ext cx="92749" cy="34473"/>
            </a:xfrm>
            <a:custGeom>
              <a:rect b="b" l="l" r="r" t="t"/>
              <a:pathLst>
                <a:path extrusionOk="0" h="1315" w="3538">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1" name="Google Shape;25001;p98"/>
            <p:cNvSpPr/>
            <p:nvPr/>
          </p:nvSpPr>
          <p:spPr>
            <a:xfrm>
              <a:off x="1381368" y="2260134"/>
              <a:ext cx="72301" cy="34473"/>
            </a:xfrm>
            <a:custGeom>
              <a:rect b="b" l="l" r="r" t="t"/>
              <a:pathLst>
                <a:path extrusionOk="0" h="1315" w="2758">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002" name="Google Shape;25002;p98"/>
          <p:cNvGrpSpPr/>
          <p:nvPr/>
        </p:nvGrpSpPr>
        <p:grpSpPr>
          <a:xfrm>
            <a:off x="1796408" y="1981993"/>
            <a:ext cx="372410" cy="372410"/>
            <a:chOff x="1821465" y="1981993"/>
            <a:chExt cx="372410" cy="372410"/>
          </a:xfrm>
        </p:grpSpPr>
        <p:sp>
          <p:nvSpPr>
            <p:cNvPr id="25003" name="Google Shape;25003;p98"/>
            <p:cNvSpPr/>
            <p:nvPr/>
          </p:nvSpPr>
          <p:spPr>
            <a:xfrm>
              <a:off x="1821858" y="1981993"/>
              <a:ext cx="282336" cy="186205"/>
            </a:xfrm>
            <a:custGeom>
              <a:rect b="b" l="l" r="r" t="t"/>
              <a:pathLst>
                <a:path extrusionOk="0" h="7103" w="1077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4" name="Google Shape;25004;p98"/>
            <p:cNvSpPr/>
            <p:nvPr/>
          </p:nvSpPr>
          <p:spPr>
            <a:xfrm>
              <a:off x="2007670" y="1981993"/>
              <a:ext cx="186205" cy="282336"/>
            </a:xfrm>
            <a:custGeom>
              <a:rect b="b" l="l" r="r" t="t"/>
              <a:pathLst>
                <a:path extrusionOk="0" h="10770" w="7103">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5" name="Google Shape;25005;p98"/>
            <p:cNvSpPr/>
            <p:nvPr/>
          </p:nvSpPr>
          <p:spPr>
            <a:xfrm>
              <a:off x="1911540" y="2167805"/>
              <a:ext cx="282336" cy="186598"/>
            </a:xfrm>
            <a:custGeom>
              <a:rect b="b" l="l" r="r" t="t"/>
              <a:pathLst>
                <a:path extrusionOk="0" h="7118" w="1077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6" name="Google Shape;25006;p98"/>
            <p:cNvSpPr/>
            <p:nvPr/>
          </p:nvSpPr>
          <p:spPr>
            <a:xfrm>
              <a:off x="1821465" y="2072067"/>
              <a:ext cx="186598" cy="281942"/>
            </a:xfrm>
            <a:custGeom>
              <a:rect b="b" l="l" r="r" t="t"/>
              <a:pathLst>
                <a:path extrusionOk="0" h="10755" w="7118">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7" name="Google Shape;25007;p98"/>
            <p:cNvSpPr/>
            <p:nvPr/>
          </p:nvSpPr>
          <p:spPr>
            <a:xfrm>
              <a:off x="1821858" y="2167805"/>
              <a:ext cx="42023" cy="186205"/>
            </a:xfrm>
            <a:custGeom>
              <a:rect b="b" l="l" r="r" t="t"/>
              <a:pathLst>
                <a:path extrusionOk="0" h="7103" w="1603">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8" name="Google Shape;25008;p98"/>
            <p:cNvSpPr/>
            <p:nvPr/>
          </p:nvSpPr>
          <p:spPr>
            <a:xfrm>
              <a:off x="1869989" y="2072303"/>
              <a:ext cx="51041" cy="95894"/>
            </a:xfrm>
            <a:custGeom>
              <a:rect b="b" l="l" r="r" t="t"/>
              <a:pathLst>
                <a:path extrusionOk="0" h="3658" w="1947">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9" name="Google Shape;25009;p98"/>
            <p:cNvSpPr/>
            <p:nvPr/>
          </p:nvSpPr>
          <p:spPr>
            <a:xfrm>
              <a:off x="1821858" y="1981993"/>
              <a:ext cx="42023" cy="186205"/>
            </a:xfrm>
            <a:custGeom>
              <a:rect b="b" l="l" r="r" t="t"/>
              <a:pathLst>
                <a:path extrusionOk="0" h="7103" w="1603">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0" name="Google Shape;25010;p98"/>
            <p:cNvSpPr/>
            <p:nvPr/>
          </p:nvSpPr>
          <p:spPr>
            <a:xfrm>
              <a:off x="2076904" y="2041658"/>
              <a:ext cx="45064" cy="66560"/>
            </a:xfrm>
            <a:custGeom>
              <a:rect b="b" l="l" r="r" t="t"/>
              <a:pathLst>
                <a:path extrusionOk="0" h="2539" w="1719">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1" name="Google Shape;25011;p98"/>
            <p:cNvSpPr/>
            <p:nvPr/>
          </p:nvSpPr>
          <p:spPr>
            <a:xfrm>
              <a:off x="2008037" y="1981993"/>
              <a:ext cx="23882" cy="78357"/>
            </a:xfrm>
            <a:custGeom>
              <a:rect b="b" l="l" r="r" t="t"/>
              <a:pathLst>
                <a:path extrusionOk="0" h="2989" w="911">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2" name="Google Shape;25012;p98"/>
            <p:cNvSpPr/>
            <p:nvPr/>
          </p:nvSpPr>
          <p:spPr>
            <a:xfrm>
              <a:off x="2008037" y="2090234"/>
              <a:ext cx="23882" cy="77963"/>
            </a:xfrm>
            <a:custGeom>
              <a:rect b="b" l="l" r="r" t="t"/>
              <a:pathLst>
                <a:path extrusionOk="0" h="2974" w="911">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3" name="Google Shape;25013;p98"/>
            <p:cNvSpPr/>
            <p:nvPr/>
          </p:nvSpPr>
          <p:spPr>
            <a:xfrm>
              <a:off x="2058737" y="2168172"/>
              <a:ext cx="48105" cy="95973"/>
            </a:xfrm>
            <a:custGeom>
              <a:rect b="b" l="l" r="r" t="t"/>
              <a:pathLst>
                <a:path extrusionOk="0" h="3661" w="1835">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4" name="Google Shape;25014;p98"/>
            <p:cNvSpPr/>
            <p:nvPr/>
          </p:nvSpPr>
          <p:spPr>
            <a:xfrm>
              <a:off x="1995926" y="2167805"/>
              <a:ext cx="23882" cy="78357"/>
            </a:xfrm>
            <a:custGeom>
              <a:rect b="b" l="l" r="r" t="t"/>
              <a:pathLst>
                <a:path extrusionOk="0" h="2989" w="911">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5" name="Google Shape;25015;p98"/>
            <p:cNvSpPr/>
            <p:nvPr/>
          </p:nvSpPr>
          <p:spPr>
            <a:xfrm>
              <a:off x="1905484" y="2228152"/>
              <a:ext cx="45431" cy="66586"/>
            </a:xfrm>
            <a:custGeom>
              <a:rect b="b" l="l" r="r" t="t"/>
              <a:pathLst>
                <a:path extrusionOk="0" h="2540" w="1733">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6" name="Google Shape;25016;p98"/>
            <p:cNvSpPr/>
            <p:nvPr/>
          </p:nvSpPr>
          <p:spPr>
            <a:xfrm>
              <a:off x="1995926" y="2276020"/>
              <a:ext cx="29938" cy="77990"/>
            </a:xfrm>
            <a:custGeom>
              <a:rect b="b" l="l" r="r" t="t"/>
              <a:pathLst>
                <a:path extrusionOk="0" h="2975" w="1142">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017" name="Google Shape;25017;p98"/>
          <p:cNvGrpSpPr/>
          <p:nvPr/>
        </p:nvGrpSpPr>
        <p:grpSpPr>
          <a:xfrm>
            <a:off x="2251291" y="1981809"/>
            <a:ext cx="415901" cy="372699"/>
            <a:chOff x="2276348" y="1981809"/>
            <a:chExt cx="415901" cy="372699"/>
          </a:xfrm>
        </p:grpSpPr>
        <p:sp>
          <p:nvSpPr>
            <p:cNvPr id="25018" name="Google Shape;25018;p98"/>
            <p:cNvSpPr/>
            <p:nvPr/>
          </p:nvSpPr>
          <p:spPr>
            <a:xfrm>
              <a:off x="2350510" y="2034606"/>
              <a:ext cx="267209" cy="267183"/>
            </a:xfrm>
            <a:custGeom>
              <a:rect b="b" l="l" r="r" t="t"/>
              <a:pathLst>
                <a:path extrusionOk="0" h="10192" w="10193">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9" name="Google Shape;25019;p98"/>
            <p:cNvSpPr/>
            <p:nvPr/>
          </p:nvSpPr>
          <p:spPr>
            <a:xfrm>
              <a:off x="2324033" y="2037254"/>
              <a:ext cx="254312" cy="264614"/>
            </a:xfrm>
            <a:custGeom>
              <a:rect b="b" l="l" r="r" t="t"/>
              <a:pathLst>
                <a:path extrusionOk="0" h="10094" w="9701">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0" name="Google Shape;25020;p98"/>
            <p:cNvSpPr/>
            <p:nvPr/>
          </p:nvSpPr>
          <p:spPr>
            <a:xfrm>
              <a:off x="2405771" y="2035734"/>
              <a:ext cx="211948" cy="264169"/>
            </a:xfrm>
            <a:custGeom>
              <a:rect b="b" l="l" r="r" t="t"/>
              <a:pathLst>
                <a:path extrusionOk="0" h="10077" w="8085">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1" name="Google Shape;25021;p98"/>
            <p:cNvSpPr/>
            <p:nvPr/>
          </p:nvSpPr>
          <p:spPr>
            <a:xfrm>
              <a:off x="2437177" y="2084939"/>
              <a:ext cx="17066" cy="27264"/>
            </a:xfrm>
            <a:custGeom>
              <a:rect b="b" l="l" r="r" t="t"/>
              <a:pathLst>
                <a:path extrusionOk="0" h="1040" w="651">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2" name="Google Shape;25022;p98"/>
            <p:cNvSpPr/>
            <p:nvPr/>
          </p:nvSpPr>
          <p:spPr>
            <a:xfrm>
              <a:off x="2405771" y="2174621"/>
              <a:ext cx="153279" cy="125281"/>
            </a:xfrm>
            <a:custGeom>
              <a:rect b="b" l="l" r="r" t="t"/>
              <a:pathLst>
                <a:path extrusionOk="0" h="4779" w="5847">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3" name="Google Shape;25023;p98"/>
            <p:cNvSpPr/>
            <p:nvPr/>
          </p:nvSpPr>
          <p:spPr>
            <a:xfrm>
              <a:off x="2329827" y="2084651"/>
              <a:ext cx="362422" cy="269857"/>
            </a:xfrm>
            <a:custGeom>
              <a:rect b="b" l="l" r="r" t="t"/>
              <a:pathLst>
                <a:path extrusionOk="0" h="10294" w="13825">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4" name="Google Shape;25024;p98"/>
            <p:cNvSpPr/>
            <p:nvPr/>
          </p:nvSpPr>
          <p:spPr>
            <a:xfrm>
              <a:off x="2276348" y="1981809"/>
              <a:ext cx="361793" cy="268704"/>
            </a:xfrm>
            <a:custGeom>
              <a:rect b="b" l="l" r="r" t="t"/>
              <a:pathLst>
                <a:path extrusionOk="0" h="10250" w="13801">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025" name="Google Shape;25025;p98"/>
          <p:cNvGrpSpPr/>
          <p:nvPr/>
        </p:nvGrpSpPr>
        <p:grpSpPr>
          <a:xfrm>
            <a:off x="2749297" y="2009990"/>
            <a:ext cx="372017" cy="316310"/>
            <a:chOff x="2774354" y="2009990"/>
            <a:chExt cx="372017" cy="316310"/>
          </a:xfrm>
        </p:grpSpPr>
        <p:sp>
          <p:nvSpPr>
            <p:cNvPr id="25026" name="Google Shape;25026;p98"/>
            <p:cNvSpPr/>
            <p:nvPr/>
          </p:nvSpPr>
          <p:spPr>
            <a:xfrm>
              <a:off x="2948055" y="2090995"/>
              <a:ext cx="191134" cy="174094"/>
            </a:xfrm>
            <a:custGeom>
              <a:rect b="b" l="l" r="r" t="t"/>
              <a:pathLst>
                <a:path extrusionOk="0" h="6641" w="7291">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7" name="Google Shape;25027;p98"/>
            <p:cNvSpPr/>
            <p:nvPr/>
          </p:nvSpPr>
          <p:spPr>
            <a:xfrm>
              <a:off x="3033568" y="2009990"/>
              <a:ext cx="112803" cy="206889"/>
            </a:xfrm>
            <a:custGeom>
              <a:rect b="b" l="l" r="r" t="t"/>
              <a:pathLst>
                <a:path extrusionOk="0" h="7892" w="4303">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8" name="Google Shape;25028;p98"/>
            <p:cNvSpPr/>
            <p:nvPr/>
          </p:nvSpPr>
          <p:spPr>
            <a:xfrm>
              <a:off x="3110404" y="2165524"/>
              <a:ext cx="35600" cy="51355"/>
            </a:xfrm>
            <a:custGeom>
              <a:rect b="b" l="l" r="r" t="t"/>
              <a:pathLst>
                <a:path extrusionOk="0" h="1959" w="1358">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9" name="Google Shape;25029;p98"/>
            <p:cNvSpPr/>
            <p:nvPr/>
          </p:nvSpPr>
          <p:spPr>
            <a:xfrm>
              <a:off x="2960533" y="2148510"/>
              <a:ext cx="145336" cy="96733"/>
            </a:xfrm>
            <a:custGeom>
              <a:rect b="b" l="l" r="r" t="t"/>
              <a:pathLst>
                <a:path extrusionOk="0" h="3690" w="5544">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0" name="Google Shape;25030;p98"/>
            <p:cNvSpPr/>
            <p:nvPr/>
          </p:nvSpPr>
          <p:spPr>
            <a:xfrm>
              <a:off x="3017315" y="2196930"/>
              <a:ext cx="85540" cy="48419"/>
            </a:xfrm>
            <a:custGeom>
              <a:rect b="b" l="l" r="r" t="t"/>
              <a:pathLst>
                <a:path extrusionOk="0" h="1847" w="3263">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1" name="Google Shape;25031;p98"/>
            <p:cNvSpPr/>
            <p:nvPr/>
          </p:nvSpPr>
          <p:spPr>
            <a:xfrm>
              <a:off x="2933663" y="2173467"/>
              <a:ext cx="145336" cy="96733"/>
            </a:xfrm>
            <a:custGeom>
              <a:rect b="b" l="l" r="r" t="t"/>
              <a:pathLst>
                <a:path extrusionOk="0" h="3690" w="5544">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2" name="Google Shape;25032;p98"/>
            <p:cNvSpPr/>
            <p:nvPr/>
          </p:nvSpPr>
          <p:spPr>
            <a:xfrm>
              <a:off x="2999515" y="2228361"/>
              <a:ext cx="76102" cy="41603"/>
            </a:xfrm>
            <a:custGeom>
              <a:rect b="b" l="l" r="r" t="t"/>
              <a:pathLst>
                <a:path extrusionOk="0" h="1587" w="2903">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3" name="Google Shape;25033;p98"/>
            <p:cNvSpPr/>
            <p:nvPr/>
          </p:nvSpPr>
          <p:spPr>
            <a:xfrm>
              <a:off x="2906425" y="2198450"/>
              <a:ext cx="145729" cy="96733"/>
            </a:xfrm>
            <a:custGeom>
              <a:rect b="b" l="l" r="r" t="t"/>
              <a:pathLst>
                <a:path extrusionOk="0" h="3690" w="5559">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4" name="Google Shape;25034;p98"/>
            <p:cNvSpPr/>
            <p:nvPr/>
          </p:nvSpPr>
          <p:spPr>
            <a:xfrm>
              <a:off x="2982108" y="2259007"/>
              <a:ext cx="66245" cy="36150"/>
            </a:xfrm>
            <a:custGeom>
              <a:rect b="b" l="l" r="r" t="t"/>
              <a:pathLst>
                <a:path extrusionOk="0" h="1379" w="2527">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5" name="Google Shape;25035;p98"/>
            <p:cNvSpPr/>
            <p:nvPr/>
          </p:nvSpPr>
          <p:spPr>
            <a:xfrm>
              <a:off x="2879555" y="2223800"/>
              <a:ext cx="145729" cy="96655"/>
            </a:xfrm>
            <a:custGeom>
              <a:rect b="b" l="l" r="r" t="t"/>
              <a:pathLst>
                <a:path extrusionOk="0" h="3687" w="5559">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6" name="Google Shape;25036;p98"/>
            <p:cNvSpPr/>
            <p:nvPr/>
          </p:nvSpPr>
          <p:spPr>
            <a:xfrm>
              <a:off x="2964701" y="2288132"/>
              <a:ext cx="56782" cy="32323"/>
            </a:xfrm>
            <a:custGeom>
              <a:rect b="b" l="l" r="r" t="t"/>
              <a:pathLst>
                <a:path extrusionOk="0" h="1233" w="2166">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7" name="Google Shape;25037;p98"/>
            <p:cNvSpPr/>
            <p:nvPr/>
          </p:nvSpPr>
          <p:spPr>
            <a:xfrm>
              <a:off x="2791761" y="2103080"/>
              <a:ext cx="185445" cy="168064"/>
            </a:xfrm>
            <a:custGeom>
              <a:rect b="b" l="l" r="r" t="t"/>
              <a:pathLst>
                <a:path extrusionOk="0" h="6411" w="7074">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8" name="Google Shape;25038;p98"/>
            <p:cNvSpPr/>
            <p:nvPr/>
          </p:nvSpPr>
          <p:spPr>
            <a:xfrm>
              <a:off x="2774354" y="2035734"/>
              <a:ext cx="114691" cy="198316"/>
            </a:xfrm>
            <a:custGeom>
              <a:rect b="b" l="l" r="r" t="t"/>
              <a:pathLst>
                <a:path extrusionOk="0" h="7565" w="4375">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9" name="Google Shape;25039;p98"/>
            <p:cNvSpPr/>
            <p:nvPr/>
          </p:nvSpPr>
          <p:spPr>
            <a:xfrm>
              <a:off x="2774354" y="2035734"/>
              <a:ext cx="88580" cy="185445"/>
            </a:xfrm>
            <a:custGeom>
              <a:rect b="b" l="l" r="r" t="t"/>
              <a:pathLst>
                <a:path extrusionOk="0" h="7074" w="3379">
                  <a:moveTo>
                    <a:pt x="0" y="0"/>
                  </a:moveTo>
                  <a:lnTo>
                    <a:pt x="0" y="6785"/>
                  </a:lnTo>
                  <a:lnTo>
                    <a:pt x="506" y="7074"/>
                  </a:lnTo>
                  <a:lnTo>
                    <a:pt x="3378" y="1949"/>
                  </a:lnTo>
                  <a:lnTo>
                    <a:pt x="0" y="0"/>
                  </a:ln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0" name="Google Shape;25040;p98"/>
            <p:cNvSpPr/>
            <p:nvPr/>
          </p:nvSpPr>
          <p:spPr>
            <a:xfrm>
              <a:off x="2774354" y="2175381"/>
              <a:ext cx="54894" cy="58669"/>
            </a:xfrm>
            <a:custGeom>
              <a:rect b="b" l="l" r="r" t="t"/>
              <a:pathLst>
                <a:path extrusionOk="0" h="2238" w="2094">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1" name="Google Shape;25041;p98"/>
            <p:cNvSpPr/>
            <p:nvPr/>
          </p:nvSpPr>
          <p:spPr>
            <a:xfrm>
              <a:off x="2774354" y="2175381"/>
              <a:ext cx="28784" cy="45798"/>
            </a:xfrm>
            <a:custGeom>
              <a:rect b="b" l="l" r="r" t="t"/>
              <a:pathLst>
                <a:path extrusionOk="0" h="1747" w="1098">
                  <a:moveTo>
                    <a:pt x="0" y="0"/>
                  </a:moveTo>
                  <a:lnTo>
                    <a:pt x="0" y="1458"/>
                  </a:lnTo>
                  <a:lnTo>
                    <a:pt x="506" y="1747"/>
                  </a:lnTo>
                  <a:lnTo>
                    <a:pt x="1098" y="664"/>
                  </a:lnTo>
                  <a:lnTo>
                    <a:pt x="0" y="0"/>
                  </a:lnTo>
                  <a:close/>
                </a:path>
              </a:pathLst>
            </a:custGeom>
            <a:solidFill>
              <a:srgbClr val="5A708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2" name="Google Shape;25042;p98"/>
            <p:cNvSpPr/>
            <p:nvPr/>
          </p:nvSpPr>
          <p:spPr>
            <a:xfrm>
              <a:off x="2829983" y="2199105"/>
              <a:ext cx="78357" cy="62811"/>
            </a:xfrm>
            <a:custGeom>
              <a:rect b="b" l="l" r="r" t="t"/>
              <a:pathLst>
                <a:path extrusionOk="0" h="2396" w="2989">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3" name="Google Shape;25043;p98"/>
            <p:cNvSpPr/>
            <p:nvPr/>
          </p:nvSpPr>
          <p:spPr>
            <a:xfrm>
              <a:off x="2833390" y="2200337"/>
              <a:ext cx="74949" cy="61579"/>
            </a:xfrm>
            <a:custGeom>
              <a:rect b="b" l="l" r="r" t="t"/>
              <a:pathLst>
                <a:path extrusionOk="0" h="2349" w="2859">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4" name="Google Shape;25044;p98"/>
            <p:cNvSpPr/>
            <p:nvPr/>
          </p:nvSpPr>
          <p:spPr>
            <a:xfrm>
              <a:off x="2859868" y="2226815"/>
              <a:ext cx="69653" cy="56546"/>
            </a:xfrm>
            <a:custGeom>
              <a:rect b="b" l="l" r="r" t="t"/>
              <a:pathLst>
                <a:path extrusionOk="0" h="2157" w="2657">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5" name="Google Shape;25045;p98"/>
            <p:cNvSpPr/>
            <p:nvPr/>
          </p:nvSpPr>
          <p:spPr>
            <a:xfrm>
              <a:off x="2863669" y="2227968"/>
              <a:ext cx="65852" cy="55392"/>
            </a:xfrm>
            <a:custGeom>
              <a:rect b="b" l="l" r="r" t="t"/>
              <a:pathLst>
                <a:path extrusionOk="0" h="2113" w="2512">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6" name="Google Shape;25046;p98"/>
            <p:cNvSpPr/>
            <p:nvPr/>
          </p:nvSpPr>
          <p:spPr>
            <a:xfrm>
              <a:off x="2889779" y="2254734"/>
              <a:ext cx="60950" cy="50097"/>
            </a:xfrm>
            <a:custGeom>
              <a:rect b="b" l="l" r="r" t="t"/>
              <a:pathLst>
                <a:path extrusionOk="0" h="1911" w="2325">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7" name="Google Shape;25047;p98"/>
            <p:cNvSpPr/>
            <p:nvPr/>
          </p:nvSpPr>
          <p:spPr>
            <a:xfrm>
              <a:off x="2893187" y="2255599"/>
              <a:ext cx="57542" cy="49468"/>
            </a:xfrm>
            <a:custGeom>
              <a:rect b="b" l="l" r="r" t="t"/>
              <a:pathLst>
                <a:path extrusionOk="0" h="1887" w="2195">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8" name="Google Shape;25048;p98"/>
            <p:cNvSpPr/>
            <p:nvPr/>
          </p:nvSpPr>
          <p:spPr>
            <a:xfrm>
              <a:off x="2919664" y="2281971"/>
              <a:ext cx="52246" cy="44277"/>
            </a:xfrm>
            <a:custGeom>
              <a:rect b="b" l="l" r="r" t="t"/>
              <a:pathLst>
                <a:path extrusionOk="0" h="1689" w="1993">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9" name="Google Shape;25049;p98"/>
            <p:cNvSpPr/>
            <p:nvPr/>
          </p:nvSpPr>
          <p:spPr>
            <a:xfrm>
              <a:off x="2923072" y="2283229"/>
              <a:ext cx="48839" cy="43071"/>
            </a:xfrm>
            <a:custGeom>
              <a:rect b="b" l="l" r="r" t="t"/>
              <a:pathLst>
                <a:path extrusionOk="0" h="1643" w="1863">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0" name="Google Shape;25050;p98"/>
            <p:cNvSpPr/>
            <p:nvPr/>
          </p:nvSpPr>
          <p:spPr>
            <a:xfrm>
              <a:off x="2925353" y="2108768"/>
              <a:ext cx="75709" cy="116211"/>
            </a:xfrm>
            <a:custGeom>
              <a:rect b="b" l="l" r="r" t="t"/>
              <a:pathLst>
                <a:path extrusionOk="0" h="4433" w="2888">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1" name="Google Shape;25051;p98"/>
            <p:cNvSpPr/>
            <p:nvPr/>
          </p:nvSpPr>
          <p:spPr>
            <a:xfrm>
              <a:off x="2925353" y="2108768"/>
              <a:ext cx="32192" cy="116211"/>
            </a:xfrm>
            <a:custGeom>
              <a:rect b="b" l="l" r="r" t="t"/>
              <a:pathLst>
                <a:path extrusionOk="0" h="4433" w="1228">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052" name="Google Shape;25052;p98"/>
          <p:cNvGrpSpPr/>
          <p:nvPr/>
        </p:nvGrpSpPr>
        <p:grpSpPr>
          <a:xfrm>
            <a:off x="3697625" y="1981993"/>
            <a:ext cx="375818" cy="372043"/>
            <a:chOff x="3722682" y="1981993"/>
            <a:chExt cx="375818" cy="372043"/>
          </a:xfrm>
        </p:grpSpPr>
        <p:sp>
          <p:nvSpPr>
            <p:cNvPr id="25053" name="Google Shape;25053;p98"/>
            <p:cNvSpPr/>
            <p:nvPr/>
          </p:nvSpPr>
          <p:spPr>
            <a:xfrm>
              <a:off x="3876695" y="1981993"/>
              <a:ext cx="71934" cy="72301"/>
            </a:xfrm>
            <a:custGeom>
              <a:rect b="b" l="l" r="r" t="t"/>
              <a:pathLst>
                <a:path extrusionOk="0" h="2758" w="2744">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4" name="Google Shape;25054;p98"/>
            <p:cNvSpPr/>
            <p:nvPr/>
          </p:nvSpPr>
          <p:spPr>
            <a:xfrm>
              <a:off x="3755582" y="2204217"/>
              <a:ext cx="146516" cy="102448"/>
            </a:xfrm>
            <a:custGeom>
              <a:rect b="b" l="l" r="r" t="t"/>
              <a:pathLst>
                <a:path extrusionOk="0" h="3908" w="5589">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5" name="Google Shape;25055;p98"/>
            <p:cNvSpPr/>
            <p:nvPr/>
          </p:nvSpPr>
          <p:spPr>
            <a:xfrm>
              <a:off x="3848697" y="2066195"/>
              <a:ext cx="129817" cy="66403"/>
            </a:xfrm>
            <a:custGeom>
              <a:rect b="b" l="l" r="r" t="t"/>
              <a:pathLst>
                <a:path extrusionOk="0" h="2533" w="4952">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6" name="Google Shape;25056;p98"/>
            <p:cNvSpPr/>
            <p:nvPr/>
          </p:nvSpPr>
          <p:spPr>
            <a:xfrm>
              <a:off x="3923227" y="2204217"/>
              <a:ext cx="146909" cy="102370"/>
            </a:xfrm>
            <a:custGeom>
              <a:rect b="b" l="l" r="r" t="t"/>
              <a:pathLst>
                <a:path extrusionOk="0" h="3905" w="5604">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7" name="Google Shape;25057;p98"/>
            <p:cNvSpPr/>
            <p:nvPr/>
          </p:nvSpPr>
          <p:spPr>
            <a:xfrm>
              <a:off x="3868752" y="1983513"/>
              <a:ext cx="71934" cy="70781"/>
            </a:xfrm>
            <a:custGeom>
              <a:rect b="b" l="l" r="r" t="t"/>
              <a:pathLst>
                <a:path extrusionOk="0" h="2700" w="2744">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8" name="Google Shape;25058;p98"/>
            <p:cNvSpPr/>
            <p:nvPr/>
          </p:nvSpPr>
          <p:spPr>
            <a:xfrm>
              <a:off x="3804814" y="2143949"/>
              <a:ext cx="47711" cy="48105"/>
            </a:xfrm>
            <a:custGeom>
              <a:rect b="b" l="l" r="r" t="t"/>
              <a:pathLst>
                <a:path extrusionOk="0" h="1835" w="182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9" name="Google Shape;25059;p98"/>
            <p:cNvSpPr/>
            <p:nvPr/>
          </p:nvSpPr>
          <p:spPr>
            <a:xfrm>
              <a:off x="3799125" y="2145102"/>
              <a:ext cx="48078" cy="47056"/>
            </a:xfrm>
            <a:custGeom>
              <a:rect b="b" l="l" r="r" t="t"/>
              <a:pathLst>
                <a:path extrusionOk="0" h="1795" w="1834">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0" name="Google Shape;25060;p98"/>
            <p:cNvSpPr/>
            <p:nvPr/>
          </p:nvSpPr>
          <p:spPr>
            <a:xfrm>
              <a:off x="3972458" y="2143949"/>
              <a:ext cx="48078" cy="48105"/>
            </a:xfrm>
            <a:custGeom>
              <a:rect b="b" l="l" r="r" t="t"/>
              <a:pathLst>
                <a:path extrusionOk="0" h="1835" w="1834">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1" name="Google Shape;25061;p98"/>
            <p:cNvSpPr/>
            <p:nvPr/>
          </p:nvSpPr>
          <p:spPr>
            <a:xfrm>
              <a:off x="3967163" y="2145102"/>
              <a:ext cx="48078" cy="47056"/>
            </a:xfrm>
            <a:custGeom>
              <a:rect b="b" l="l" r="r" t="t"/>
              <a:pathLst>
                <a:path extrusionOk="0" h="1795" w="1834">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2" name="Google Shape;25062;p98"/>
            <p:cNvSpPr/>
            <p:nvPr/>
          </p:nvSpPr>
          <p:spPr>
            <a:xfrm>
              <a:off x="3726850" y="2318043"/>
              <a:ext cx="35967" cy="35967"/>
            </a:xfrm>
            <a:custGeom>
              <a:rect b="b" l="l" r="r" t="t"/>
              <a:pathLst>
                <a:path extrusionOk="0" h="1372" w="1372">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3" name="Google Shape;25063;p98"/>
            <p:cNvSpPr/>
            <p:nvPr/>
          </p:nvSpPr>
          <p:spPr>
            <a:xfrm>
              <a:off x="3722682" y="2318803"/>
              <a:ext cx="35993" cy="35233"/>
            </a:xfrm>
            <a:custGeom>
              <a:rect b="b" l="l" r="r" t="t"/>
              <a:pathLst>
                <a:path extrusionOk="0" h="1344" w="1373">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4" name="Google Shape;25064;p98"/>
            <p:cNvSpPr/>
            <p:nvPr/>
          </p:nvSpPr>
          <p:spPr>
            <a:xfrm>
              <a:off x="3894495" y="2318043"/>
              <a:ext cx="35967" cy="35967"/>
            </a:xfrm>
            <a:custGeom>
              <a:rect b="b" l="l" r="r" t="t"/>
              <a:pathLst>
                <a:path extrusionOk="0" h="1372" w="1372">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5" name="Google Shape;25065;p98"/>
            <p:cNvSpPr/>
            <p:nvPr/>
          </p:nvSpPr>
          <p:spPr>
            <a:xfrm>
              <a:off x="3890327" y="2318803"/>
              <a:ext cx="35967" cy="35233"/>
            </a:xfrm>
            <a:custGeom>
              <a:rect b="b" l="l" r="r" t="t"/>
              <a:pathLst>
                <a:path extrusionOk="0" h="1344" w="1372">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6" name="Google Shape;25066;p98"/>
            <p:cNvSpPr/>
            <p:nvPr/>
          </p:nvSpPr>
          <p:spPr>
            <a:xfrm>
              <a:off x="4062507" y="2318043"/>
              <a:ext cx="35993" cy="35967"/>
            </a:xfrm>
            <a:custGeom>
              <a:rect b="b" l="l" r="r" t="t"/>
              <a:pathLst>
                <a:path extrusionOk="0" h="1372" w="1373">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7" name="Google Shape;25067;p98"/>
            <p:cNvSpPr/>
            <p:nvPr/>
          </p:nvSpPr>
          <p:spPr>
            <a:xfrm>
              <a:off x="4058339" y="2318803"/>
              <a:ext cx="35993" cy="35233"/>
            </a:xfrm>
            <a:custGeom>
              <a:rect b="b" l="l" r="r" t="t"/>
              <a:pathLst>
                <a:path extrusionOk="0" h="1344" w="1373">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068" name="Google Shape;25068;p98"/>
          <p:cNvGrpSpPr/>
          <p:nvPr/>
        </p:nvGrpSpPr>
        <p:grpSpPr>
          <a:xfrm>
            <a:off x="4176337" y="1981809"/>
            <a:ext cx="373538" cy="372305"/>
            <a:chOff x="4201394" y="1981809"/>
            <a:chExt cx="373538" cy="372305"/>
          </a:xfrm>
        </p:grpSpPr>
        <p:sp>
          <p:nvSpPr>
            <p:cNvPr id="25069" name="Google Shape;25069;p98"/>
            <p:cNvSpPr/>
            <p:nvPr/>
          </p:nvSpPr>
          <p:spPr>
            <a:xfrm>
              <a:off x="4308876" y="2188619"/>
              <a:ext cx="59429" cy="59823"/>
            </a:xfrm>
            <a:custGeom>
              <a:rect b="b" l="l" r="r" t="t"/>
              <a:pathLst>
                <a:path extrusionOk="0" h="2282" w="2267">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0" name="Google Shape;25070;p98"/>
            <p:cNvSpPr/>
            <p:nvPr/>
          </p:nvSpPr>
          <p:spPr>
            <a:xfrm>
              <a:off x="4309243" y="2188619"/>
              <a:ext cx="48078" cy="59823"/>
            </a:xfrm>
            <a:custGeom>
              <a:rect b="b" l="l" r="r" t="t"/>
              <a:pathLst>
                <a:path extrusionOk="0" h="2282" w="1834">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1" name="Google Shape;25071;p98"/>
            <p:cNvSpPr/>
            <p:nvPr/>
          </p:nvSpPr>
          <p:spPr>
            <a:xfrm>
              <a:off x="4303580" y="1981809"/>
              <a:ext cx="271351" cy="259030"/>
            </a:xfrm>
            <a:custGeom>
              <a:rect b="b" l="l" r="r" t="t"/>
              <a:pathLst>
                <a:path extrusionOk="0" h="9881" w="10351">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2" name="Google Shape;25072;p98"/>
            <p:cNvSpPr/>
            <p:nvPr/>
          </p:nvSpPr>
          <p:spPr>
            <a:xfrm>
              <a:off x="4298652" y="1982281"/>
              <a:ext cx="158208" cy="258296"/>
            </a:xfrm>
            <a:custGeom>
              <a:rect b="b" l="l" r="r" t="t"/>
              <a:pathLst>
                <a:path extrusionOk="0" h="9853" w="6035">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3" name="Google Shape;25073;p98"/>
            <p:cNvSpPr/>
            <p:nvPr/>
          </p:nvSpPr>
          <p:spPr>
            <a:xfrm>
              <a:off x="4341041" y="2006504"/>
              <a:ext cx="219498" cy="209746"/>
            </a:xfrm>
            <a:custGeom>
              <a:rect b="b" l="l" r="r" t="t"/>
              <a:pathLst>
                <a:path extrusionOk="0" h="8001" w="8373">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4" name="Google Shape;25074;p98"/>
            <p:cNvSpPr/>
            <p:nvPr/>
          </p:nvSpPr>
          <p:spPr>
            <a:xfrm>
              <a:off x="4331945" y="2006845"/>
              <a:ext cx="124914" cy="209169"/>
            </a:xfrm>
            <a:custGeom>
              <a:rect b="b" l="l" r="r" t="t"/>
              <a:pathLst>
                <a:path extrusionOk="0" h="7979" w="4765">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5" name="Google Shape;25075;p98"/>
            <p:cNvSpPr/>
            <p:nvPr/>
          </p:nvSpPr>
          <p:spPr>
            <a:xfrm>
              <a:off x="4417091" y="2048212"/>
              <a:ext cx="57175" cy="57175"/>
            </a:xfrm>
            <a:custGeom>
              <a:rect b="b" l="l" r="r" t="t"/>
              <a:pathLst>
                <a:path extrusionOk="0" h="2181" w="2181">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6" name="Google Shape;25076;p98"/>
            <p:cNvSpPr/>
            <p:nvPr/>
          </p:nvSpPr>
          <p:spPr>
            <a:xfrm>
              <a:off x="4417851" y="2048369"/>
              <a:ext cx="39008" cy="56834"/>
            </a:xfrm>
            <a:custGeom>
              <a:rect b="b" l="l" r="r" t="t"/>
              <a:pathLst>
                <a:path extrusionOk="0" h="2168" w="1488">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7" name="Google Shape;25077;p98"/>
            <p:cNvSpPr/>
            <p:nvPr/>
          </p:nvSpPr>
          <p:spPr>
            <a:xfrm>
              <a:off x="4398557" y="2105361"/>
              <a:ext cx="93876" cy="59823"/>
            </a:xfrm>
            <a:custGeom>
              <a:rect b="b" l="l" r="r" t="t"/>
              <a:pathLst>
                <a:path extrusionOk="0" h="2282" w="3581">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8" name="Google Shape;25078;p98"/>
            <p:cNvSpPr/>
            <p:nvPr/>
          </p:nvSpPr>
          <p:spPr>
            <a:xfrm>
              <a:off x="4398924" y="2105361"/>
              <a:ext cx="53007" cy="59823"/>
            </a:xfrm>
            <a:custGeom>
              <a:rect b="b" l="l" r="r" t="t"/>
              <a:pathLst>
                <a:path extrusionOk="0" h="2282" w="2022">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9" name="Google Shape;25079;p98"/>
            <p:cNvSpPr/>
            <p:nvPr/>
          </p:nvSpPr>
          <p:spPr>
            <a:xfrm>
              <a:off x="4416331" y="2128639"/>
              <a:ext cx="12138" cy="36544"/>
            </a:xfrm>
            <a:custGeom>
              <a:rect b="b" l="l" r="r" t="t"/>
              <a:pathLst>
                <a:path extrusionOk="0" h="1394" w="463">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0" name="Google Shape;25080;p98"/>
            <p:cNvSpPr/>
            <p:nvPr/>
          </p:nvSpPr>
          <p:spPr>
            <a:xfrm>
              <a:off x="4462889" y="2128639"/>
              <a:ext cx="12138" cy="36544"/>
            </a:xfrm>
            <a:custGeom>
              <a:rect b="b" l="l" r="r" t="t"/>
              <a:pathLst>
                <a:path extrusionOk="0" h="1394" w="463">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1" name="Google Shape;25081;p98"/>
            <p:cNvSpPr/>
            <p:nvPr/>
          </p:nvSpPr>
          <p:spPr>
            <a:xfrm>
              <a:off x="4201394" y="2221441"/>
              <a:ext cx="135872" cy="132674"/>
            </a:xfrm>
            <a:custGeom>
              <a:rect b="b" l="l" r="r" t="t"/>
              <a:pathLst>
                <a:path extrusionOk="0" h="5061" w="5183">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2" name="Google Shape;25082;p98"/>
            <p:cNvSpPr/>
            <p:nvPr/>
          </p:nvSpPr>
          <p:spPr>
            <a:xfrm>
              <a:off x="4201394" y="2221441"/>
              <a:ext cx="118859" cy="132674"/>
            </a:xfrm>
            <a:custGeom>
              <a:rect b="b" l="l" r="r" t="t"/>
              <a:pathLst>
                <a:path extrusionOk="0" h="5061" w="4534">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3" name="Google Shape;25083;p98"/>
            <p:cNvSpPr/>
            <p:nvPr/>
          </p:nvSpPr>
          <p:spPr>
            <a:xfrm>
              <a:off x="4287668" y="2221441"/>
              <a:ext cx="49599" cy="47816"/>
            </a:xfrm>
            <a:custGeom>
              <a:rect b="b" l="l" r="r" t="t"/>
              <a:pathLst>
                <a:path extrusionOk="0" h="1824" w="1892">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4" name="Google Shape;25084;p98"/>
            <p:cNvSpPr/>
            <p:nvPr/>
          </p:nvSpPr>
          <p:spPr>
            <a:xfrm>
              <a:off x="4287668" y="2221545"/>
              <a:ext cx="32585" cy="26136"/>
            </a:xfrm>
            <a:custGeom>
              <a:rect b="b" l="l" r="r" t="t"/>
              <a:pathLst>
                <a:path extrusionOk="0" h="997" w="1243">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085" name="Google Shape;25085;p98"/>
          <p:cNvGrpSpPr/>
          <p:nvPr/>
        </p:nvGrpSpPr>
        <p:grpSpPr>
          <a:xfrm>
            <a:off x="4634601" y="1500266"/>
            <a:ext cx="422743" cy="377784"/>
            <a:chOff x="4659658" y="1500266"/>
            <a:chExt cx="422743" cy="377784"/>
          </a:xfrm>
        </p:grpSpPr>
        <p:sp>
          <p:nvSpPr>
            <p:cNvPr id="25086" name="Google Shape;25086;p98"/>
            <p:cNvSpPr/>
            <p:nvPr/>
          </p:nvSpPr>
          <p:spPr>
            <a:xfrm>
              <a:off x="4786067" y="1537727"/>
              <a:ext cx="129056" cy="128689"/>
            </a:xfrm>
            <a:custGeom>
              <a:rect b="b" l="l" r="r" t="t"/>
              <a:pathLst>
                <a:path extrusionOk="0" h="4909" w="4923">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7" name="Google Shape;25087;p98"/>
            <p:cNvSpPr/>
            <p:nvPr/>
          </p:nvSpPr>
          <p:spPr>
            <a:xfrm>
              <a:off x="4783419" y="1537544"/>
              <a:ext cx="75316" cy="128873"/>
            </a:xfrm>
            <a:custGeom>
              <a:rect b="b" l="l" r="r" t="t"/>
              <a:pathLst>
                <a:path extrusionOk="0" h="4916" w="2873">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8" name="Google Shape;25088;p98"/>
            <p:cNvSpPr/>
            <p:nvPr/>
          </p:nvSpPr>
          <p:spPr>
            <a:xfrm>
              <a:off x="4806489" y="1558175"/>
              <a:ext cx="87820" cy="87820"/>
            </a:xfrm>
            <a:custGeom>
              <a:rect b="b" l="l" r="r" t="t"/>
              <a:pathLst>
                <a:path extrusionOk="0" h="3350" w="335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9" name="Google Shape;25089;p98"/>
            <p:cNvSpPr/>
            <p:nvPr/>
          </p:nvSpPr>
          <p:spPr>
            <a:xfrm>
              <a:off x="4806489" y="1558096"/>
              <a:ext cx="52246" cy="87951"/>
            </a:xfrm>
            <a:custGeom>
              <a:rect b="b" l="l" r="r" t="t"/>
              <a:pathLst>
                <a:path extrusionOk="0" h="3355" w="1993">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0" name="Google Shape;25090;p98"/>
            <p:cNvSpPr/>
            <p:nvPr/>
          </p:nvSpPr>
          <p:spPr>
            <a:xfrm>
              <a:off x="4832599" y="1572541"/>
              <a:ext cx="34473" cy="60190"/>
            </a:xfrm>
            <a:custGeom>
              <a:rect b="b" l="l" r="r" t="t"/>
              <a:pathLst>
                <a:path extrusionOk="0" h="2296" w="1315">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1" name="Google Shape;25091;p98"/>
            <p:cNvSpPr/>
            <p:nvPr/>
          </p:nvSpPr>
          <p:spPr>
            <a:xfrm>
              <a:off x="4885973" y="1500266"/>
              <a:ext cx="129056" cy="128689"/>
            </a:xfrm>
            <a:custGeom>
              <a:rect b="b" l="l" r="r" t="t"/>
              <a:pathLst>
                <a:path extrusionOk="0" h="4909" w="4923">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2" name="Google Shape;25092;p98"/>
            <p:cNvSpPr/>
            <p:nvPr/>
          </p:nvSpPr>
          <p:spPr>
            <a:xfrm>
              <a:off x="4883325" y="1500449"/>
              <a:ext cx="75316" cy="128506"/>
            </a:xfrm>
            <a:custGeom>
              <a:rect b="b" l="l" r="r" t="t"/>
              <a:pathLst>
                <a:path extrusionOk="0" h="4902" w="2873">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3" name="Google Shape;25093;p98"/>
            <p:cNvSpPr/>
            <p:nvPr/>
          </p:nvSpPr>
          <p:spPr>
            <a:xfrm>
              <a:off x="4906787" y="1521081"/>
              <a:ext cx="87427" cy="87427"/>
            </a:xfrm>
            <a:custGeom>
              <a:rect b="b" l="l" r="r" t="t"/>
              <a:pathLst>
                <a:path extrusionOk="0" h="3335" w="3335">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4" name="Google Shape;25094;p98"/>
            <p:cNvSpPr/>
            <p:nvPr/>
          </p:nvSpPr>
          <p:spPr>
            <a:xfrm>
              <a:off x="4906394" y="1521002"/>
              <a:ext cx="52246" cy="87584"/>
            </a:xfrm>
            <a:custGeom>
              <a:rect b="b" l="l" r="r" t="t"/>
              <a:pathLst>
                <a:path extrusionOk="0" h="3341" w="1993">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5" name="Google Shape;25095;p98"/>
            <p:cNvSpPr/>
            <p:nvPr/>
          </p:nvSpPr>
          <p:spPr>
            <a:xfrm>
              <a:off x="4932504" y="1535079"/>
              <a:ext cx="34840" cy="60190"/>
            </a:xfrm>
            <a:custGeom>
              <a:rect b="b" l="l" r="r" t="t"/>
              <a:pathLst>
                <a:path extrusionOk="0" h="2296" w="1329">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6" name="Google Shape;25096;p98"/>
            <p:cNvSpPr/>
            <p:nvPr/>
          </p:nvSpPr>
          <p:spPr>
            <a:xfrm>
              <a:off x="4659658" y="1714836"/>
              <a:ext cx="144969" cy="163215"/>
            </a:xfrm>
            <a:custGeom>
              <a:rect b="b" l="l" r="r" t="t"/>
              <a:pathLst>
                <a:path extrusionOk="0" h="6226" w="553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7" name="Google Shape;25097;p98"/>
            <p:cNvSpPr/>
            <p:nvPr/>
          </p:nvSpPr>
          <p:spPr>
            <a:xfrm>
              <a:off x="4699400" y="1824939"/>
              <a:ext cx="105227" cy="52928"/>
            </a:xfrm>
            <a:custGeom>
              <a:rect b="b" l="l" r="r" t="t"/>
              <a:pathLst>
                <a:path extrusionOk="0" h="2019" w="4014">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8" name="Google Shape;25098;p98"/>
            <p:cNvSpPr/>
            <p:nvPr/>
          </p:nvSpPr>
          <p:spPr>
            <a:xfrm>
              <a:off x="4800066" y="1641276"/>
              <a:ext cx="282336" cy="173858"/>
            </a:xfrm>
            <a:custGeom>
              <a:rect b="b" l="l" r="r" t="t"/>
              <a:pathLst>
                <a:path extrusionOk="0" h="6632" w="1077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9" name="Google Shape;25099;p98"/>
            <p:cNvSpPr/>
            <p:nvPr/>
          </p:nvSpPr>
          <p:spPr>
            <a:xfrm>
              <a:off x="4800066" y="1707260"/>
              <a:ext cx="57175" cy="107875"/>
            </a:xfrm>
            <a:custGeom>
              <a:rect b="b" l="l" r="r" t="t"/>
              <a:pathLst>
                <a:path extrusionOk="0" h="4115" w="2181">
                  <a:moveTo>
                    <a:pt x="751" y="1"/>
                  </a:moveTo>
                  <a:lnTo>
                    <a:pt x="0" y="318"/>
                  </a:lnTo>
                  <a:lnTo>
                    <a:pt x="1430" y="4115"/>
                  </a:lnTo>
                  <a:lnTo>
                    <a:pt x="2180" y="3812"/>
                  </a:lnTo>
                  <a:lnTo>
                    <a:pt x="751" y="1"/>
                  </a:ln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0" name="Google Shape;25100;p98"/>
            <p:cNvSpPr/>
            <p:nvPr/>
          </p:nvSpPr>
          <p:spPr>
            <a:xfrm>
              <a:off x="4874228" y="1692501"/>
              <a:ext cx="81004" cy="51827"/>
            </a:xfrm>
            <a:custGeom>
              <a:rect b="b" l="l" r="r" t="t"/>
              <a:pathLst>
                <a:path extrusionOk="0" h="1977" w="309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1" name="Google Shape;25101;p98"/>
            <p:cNvSpPr/>
            <p:nvPr/>
          </p:nvSpPr>
          <p:spPr>
            <a:xfrm>
              <a:off x="4754662" y="1702200"/>
              <a:ext cx="88187" cy="142085"/>
            </a:xfrm>
            <a:custGeom>
              <a:rect b="b" l="l" r="r" t="t"/>
              <a:pathLst>
                <a:path extrusionOk="0" h="5420" w="3364">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2" name="Google Shape;25102;p98"/>
            <p:cNvSpPr/>
            <p:nvPr/>
          </p:nvSpPr>
          <p:spPr>
            <a:xfrm>
              <a:off x="4795898" y="1809446"/>
              <a:ext cx="46951" cy="35207"/>
            </a:xfrm>
            <a:custGeom>
              <a:rect b="b" l="l" r="r" t="t"/>
              <a:pathLst>
                <a:path extrusionOk="0" h="1343" w="1791">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03" name="Google Shape;25103;p98"/>
          <p:cNvGrpSpPr/>
          <p:nvPr/>
        </p:nvGrpSpPr>
        <p:grpSpPr>
          <a:xfrm>
            <a:off x="5186349" y="1513504"/>
            <a:ext cx="260394" cy="351202"/>
            <a:chOff x="5211406" y="1513504"/>
            <a:chExt cx="260394" cy="351202"/>
          </a:xfrm>
        </p:grpSpPr>
        <p:sp>
          <p:nvSpPr>
            <p:cNvPr id="25104" name="Google Shape;25104;p98"/>
            <p:cNvSpPr/>
            <p:nvPr/>
          </p:nvSpPr>
          <p:spPr>
            <a:xfrm>
              <a:off x="5294297" y="1582765"/>
              <a:ext cx="33686" cy="74582"/>
            </a:xfrm>
            <a:custGeom>
              <a:rect b="b" l="l" r="r" t="t"/>
              <a:pathLst>
                <a:path extrusionOk="0" h="2845" w="1285">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5" name="Google Shape;25105;p98"/>
            <p:cNvSpPr/>
            <p:nvPr/>
          </p:nvSpPr>
          <p:spPr>
            <a:xfrm>
              <a:off x="5307903" y="1575949"/>
              <a:ext cx="81398" cy="81398"/>
            </a:xfrm>
            <a:custGeom>
              <a:rect b="b" l="l" r="r" t="t"/>
              <a:pathLst>
                <a:path extrusionOk="0" h="3105" w="3105">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6" name="Google Shape;25106;p98"/>
            <p:cNvSpPr/>
            <p:nvPr/>
          </p:nvSpPr>
          <p:spPr>
            <a:xfrm>
              <a:off x="5321168" y="1677741"/>
              <a:ext cx="40895" cy="30305"/>
            </a:xfrm>
            <a:custGeom>
              <a:rect b="b" l="l" r="r" t="t"/>
              <a:pathLst>
                <a:path extrusionOk="0" h="1156" w="1560">
                  <a:moveTo>
                    <a:pt x="0" y="1"/>
                  </a:moveTo>
                  <a:lnTo>
                    <a:pt x="0" y="1155"/>
                  </a:lnTo>
                  <a:lnTo>
                    <a:pt x="1559" y="1155"/>
                  </a:lnTo>
                  <a:lnTo>
                    <a:pt x="1559"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7" name="Google Shape;25107;p98"/>
            <p:cNvSpPr/>
            <p:nvPr/>
          </p:nvSpPr>
          <p:spPr>
            <a:xfrm>
              <a:off x="5321168" y="1677741"/>
              <a:ext cx="40895" cy="16489"/>
            </a:xfrm>
            <a:custGeom>
              <a:rect b="b" l="l" r="r" t="t"/>
              <a:pathLst>
                <a:path extrusionOk="0" h="629" w="156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8" name="Google Shape;25108;p98"/>
            <p:cNvSpPr/>
            <p:nvPr/>
          </p:nvSpPr>
          <p:spPr>
            <a:xfrm>
              <a:off x="5273850" y="1694021"/>
              <a:ext cx="135872" cy="57542"/>
            </a:xfrm>
            <a:custGeom>
              <a:rect b="b" l="l" r="r" t="t"/>
              <a:pathLst>
                <a:path extrusionOk="0" h="2195" w="5183">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9" name="Google Shape;25109;p98"/>
            <p:cNvSpPr/>
            <p:nvPr/>
          </p:nvSpPr>
          <p:spPr>
            <a:xfrm>
              <a:off x="5334773" y="1708020"/>
              <a:ext cx="13658" cy="54527"/>
            </a:xfrm>
            <a:custGeom>
              <a:rect b="b" l="l" r="r" t="t"/>
              <a:pathLst>
                <a:path extrusionOk="0" h="2080" w="521">
                  <a:moveTo>
                    <a:pt x="131" y="0"/>
                  </a:moveTo>
                  <a:lnTo>
                    <a:pt x="1" y="2079"/>
                  </a:lnTo>
                  <a:lnTo>
                    <a:pt x="520" y="2079"/>
                  </a:lnTo>
                  <a:lnTo>
                    <a:pt x="391"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0" name="Google Shape;25110;p98"/>
            <p:cNvSpPr/>
            <p:nvPr/>
          </p:nvSpPr>
          <p:spPr>
            <a:xfrm>
              <a:off x="5301113" y="1610002"/>
              <a:ext cx="81371" cy="74582"/>
            </a:xfrm>
            <a:custGeom>
              <a:rect b="b" l="l" r="r" t="t"/>
              <a:pathLst>
                <a:path extrusionOk="0" h="2845" w="3104">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1" name="Google Shape;25111;p98"/>
            <p:cNvSpPr/>
            <p:nvPr/>
          </p:nvSpPr>
          <p:spPr>
            <a:xfrm>
              <a:off x="5300720" y="1610002"/>
              <a:ext cx="81398" cy="72694"/>
            </a:xfrm>
            <a:custGeom>
              <a:rect b="b" l="l" r="r" t="t"/>
              <a:pathLst>
                <a:path extrusionOk="0" h="2773" w="3105">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2" name="Google Shape;25112;p98"/>
            <p:cNvSpPr/>
            <p:nvPr/>
          </p:nvSpPr>
          <p:spPr>
            <a:xfrm>
              <a:off x="5334773" y="1707653"/>
              <a:ext cx="13658" cy="13632"/>
            </a:xfrm>
            <a:custGeom>
              <a:rect b="b" l="l" r="r" t="t"/>
              <a:pathLst>
                <a:path extrusionOk="0" h="520" w="521">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3" name="Google Shape;25113;p98"/>
            <p:cNvSpPr/>
            <p:nvPr/>
          </p:nvSpPr>
          <p:spPr>
            <a:xfrm>
              <a:off x="5313959" y="1688778"/>
              <a:ext cx="27657" cy="28758"/>
            </a:xfrm>
            <a:custGeom>
              <a:rect b="b" l="l" r="r" t="t"/>
              <a:pathLst>
                <a:path extrusionOk="0" h="1097" w="1055">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4" name="Google Shape;25114;p98"/>
            <p:cNvSpPr/>
            <p:nvPr/>
          </p:nvSpPr>
          <p:spPr>
            <a:xfrm>
              <a:off x="5341589" y="1688778"/>
              <a:ext cx="28024" cy="28758"/>
            </a:xfrm>
            <a:custGeom>
              <a:rect b="b" l="l" r="r" t="t"/>
              <a:pathLst>
                <a:path extrusionOk="0" h="1097" w="1069">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5" name="Google Shape;25115;p98"/>
            <p:cNvSpPr/>
            <p:nvPr/>
          </p:nvSpPr>
          <p:spPr>
            <a:xfrm>
              <a:off x="5211406" y="1513504"/>
              <a:ext cx="260394" cy="351202"/>
            </a:xfrm>
            <a:custGeom>
              <a:rect b="b" l="l" r="r" t="t"/>
              <a:pathLst>
                <a:path extrusionOk="0" h="13397" w="9933">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6" name="Google Shape;25116;p98"/>
            <p:cNvSpPr/>
            <p:nvPr/>
          </p:nvSpPr>
          <p:spPr>
            <a:xfrm>
              <a:off x="5211406" y="1513504"/>
              <a:ext cx="252450" cy="350835"/>
            </a:xfrm>
            <a:custGeom>
              <a:rect b="b" l="l" r="r" t="t"/>
              <a:pathLst>
                <a:path extrusionOk="0" h="13383" w="963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17" name="Google Shape;25117;p98"/>
          <p:cNvGrpSpPr/>
          <p:nvPr/>
        </p:nvGrpSpPr>
        <p:grpSpPr>
          <a:xfrm>
            <a:off x="5607545" y="1513216"/>
            <a:ext cx="366722" cy="351779"/>
            <a:chOff x="5632602" y="1513216"/>
            <a:chExt cx="366722" cy="351779"/>
          </a:xfrm>
        </p:grpSpPr>
        <p:sp>
          <p:nvSpPr>
            <p:cNvPr id="25118" name="Google Shape;25118;p98"/>
            <p:cNvSpPr/>
            <p:nvPr/>
          </p:nvSpPr>
          <p:spPr>
            <a:xfrm>
              <a:off x="5750674" y="1724299"/>
              <a:ext cx="9857" cy="20448"/>
            </a:xfrm>
            <a:custGeom>
              <a:rect b="b" l="l" r="r" t="t"/>
              <a:pathLst>
                <a:path extrusionOk="0" h="780" w="376">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9" name="Google Shape;25119;p98"/>
            <p:cNvSpPr/>
            <p:nvPr/>
          </p:nvSpPr>
          <p:spPr>
            <a:xfrm>
              <a:off x="5760505" y="1536207"/>
              <a:ext cx="238819" cy="251297"/>
            </a:xfrm>
            <a:custGeom>
              <a:rect b="b" l="l" r="r" t="t"/>
              <a:pathLst>
                <a:path extrusionOk="0" h="9586" w="911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0" name="Google Shape;25120;p98"/>
            <p:cNvSpPr/>
            <p:nvPr/>
          </p:nvSpPr>
          <p:spPr>
            <a:xfrm>
              <a:off x="5738170" y="1513216"/>
              <a:ext cx="252057" cy="243747"/>
            </a:xfrm>
            <a:custGeom>
              <a:rect b="b" l="l" r="r" t="t"/>
              <a:pathLst>
                <a:path extrusionOk="0" h="9298" w="9615">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1" name="Google Shape;25121;p98"/>
            <p:cNvSpPr/>
            <p:nvPr/>
          </p:nvSpPr>
          <p:spPr>
            <a:xfrm>
              <a:off x="5867226" y="1633464"/>
              <a:ext cx="24616" cy="58695"/>
            </a:xfrm>
            <a:custGeom>
              <a:rect b="b" l="l" r="r" t="t"/>
              <a:pathLst>
                <a:path extrusionOk="0" h="2239" w="939">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2" name="Google Shape;25122;p98"/>
            <p:cNvSpPr/>
            <p:nvPr/>
          </p:nvSpPr>
          <p:spPr>
            <a:xfrm>
              <a:off x="5663247" y="1786350"/>
              <a:ext cx="162743" cy="78645"/>
            </a:xfrm>
            <a:custGeom>
              <a:rect b="b" l="l" r="r" t="t"/>
              <a:pathLst>
                <a:path extrusionOk="0" h="3000" w="6208">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3" name="Google Shape;25123;p98"/>
            <p:cNvSpPr/>
            <p:nvPr/>
          </p:nvSpPr>
          <p:spPr>
            <a:xfrm>
              <a:off x="5786248" y="1740946"/>
              <a:ext cx="88947" cy="49808"/>
            </a:xfrm>
            <a:custGeom>
              <a:rect b="b" l="l" r="r" t="t"/>
              <a:pathLst>
                <a:path extrusionOk="0" h="1900" w="3393">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4" name="Google Shape;25124;p98"/>
            <p:cNvSpPr/>
            <p:nvPr/>
          </p:nvSpPr>
          <p:spPr>
            <a:xfrm>
              <a:off x="5632602" y="1610474"/>
              <a:ext cx="253184" cy="243773"/>
            </a:xfrm>
            <a:custGeom>
              <a:rect b="b" l="l" r="r" t="t"/>
              <a:pathLst>
                <a:path extrusionOk="0" h="9299" w="9658">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5" name="Google Shape;25125;p98"/>
            <p:cNvSpPr/>
            <p:nvPr/>
          </p:nvSpPr>
          <p:spPr>
            <a:xfrm>
              <a:off x="5776784" y="1764775"/>
              <a:ext cx="39375" cy="23882"/>
            </a:xfrm>
            <a:custGeom>
              <a:rect b="b" l="l" r="r" t="t"/>
              <a:pathLst>
                <a:path extrusionOk="0" h="911" w="1502">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26" name="Google Shape;25126;p98"/>
          <p:cNvGrpSpPr/>
          <p:nvPr/>
        </p:nvGrpSpPr>
        <p:grpSpPr>
          <a:xfrm>
            <a:off x="6064315" y="1527136"/>
            <a:ext cx="401902" cy="323965"/>
            <a:chOff x="6089372" y="1527136"/>
            <a:chExt cx="401902" cy="323965"/>
          </a:xfrm>
        </p:grpSpPr>
        <p:sp>
          <p:nvSpPr>
            <p:cNvPr id="25127" name="Google Shape;25127;p98"/>
            <p:cNvSpPr/>
            <p:nvPr/>
          </p:nvSpPr>
          <p:spPr>
            <a:xfrm>
              <a:off x="6089372" y="1552853"/>
              <a:ext cx="401902" cy="298248"/>
            </a:xfrm>
            <a:custGeom>
              <a:rect b="b" l="l" r="r" t="t"/>
              <a:pathLst>
                <a:path extrusionOk="0" h="11377" w="15331">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8" name="Google Shape;25128;p98"/>
            <p:cNvSpPr/>
            <p:nvPr/>
          </p:nvSpPr>
          <p:spPr>
            <a:xfrm>
              <a:off x="6089372" y="1552853"/>
              <a:ext cx="401902" cy="39008"/>
            </a:xfrm>
            <a:custGeom>
              <a:rect b="b" l="l" r="r" t="t"/>
              <a:pathLst>
                <a:path extrusionOk="0" h="1488" w="15331">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9" name="Google Shape;25129;p98"/>
            <p:cNvSpPr/>
            <p:nvPr/>
          </p:nvSpPr>
          <p:spPr>
            <a:xfrm>
              <a:off x="6115089" y="1552853"/>
              <a:ext cx="51879" cy="26136"/>
            </a:xfrm>
            <a:custGeom>
              <a:rect b="b" l="l" r="r" t="t"/>
              <a:pathLst>
                <a:path extrusionOk="0" h="997" w="1979">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0" name="Google Shape;25130;p98"/>
            <p:cNvSpPr/>
            <p:nvPr/>
          </p:nvSpPr>
          <p:spPr>
            <a:xfrm>
              <a:off x="6413285" y="1552853"/>
              <a:ext cx="52246" cy="26136"/>
            </a:xfrm>
            <a:custGeom>
              <a:rect b="b" l="l" r="r" t="t"/>
              <a:pathLst>
                <a:path extrusionOk="0" h="997" w="1993">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1" name="Google Shape;25131;p98"/>
            <p:cNvSpPr/>
            <p:nvPr/>
          </p:nvSpPr>
          <p:spPr>
            <a:xfrm>
              <a:off x="6128328" y="1527136"/>
              <a:ext cx="25769" cy="39008"/>
            </a:xfrm>
            <a:custGeom>
              <a:rect b="b" l="l" r="r" t="t"/>
              <a:pathLst>
                <a:path extrusionOk="0" h="1488" w="983">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2" name="Google Shape;25132;p98"/>
            <p:cNvSpPr/>
            <p:nvPr/>
          </p:nvSpPr>
          <p:spPr>
            <a:xfrm>
              <a:off x="6128328" y="1527136"/>
              <a:ext cx="26136" cy="19320"/>
            </a:xfrm>
            <a:custGeom>
              <a:rect b="b" l="l" r="r" t="t"/>
              <a:pathLst>
                <a:path extrusionOk="0" h="737" w="997">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3" name="Google Shape;25133;p98"/>
            <p:cNvSpPr/>
            <p:nvPr/>
          </p:nvSpPr>
          <p:spPr>
            <a:xfrm>
              <a:off x="6426549" y="1527136"/>
              <a:ext cx="26136" cy="39008"/>
            </a:xfrm>
            <a:custGeom>
              <a:rect b="b" l="l" r="r" t="t"/>
              <a:pathLst>
                <a:path extrusionOk="0" h="1488" w="997">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4" name="Google Shape;25134;p98"/>
            <p:cNvSpPr/>
            <p:nvPr/>
          </p:nvSpPr>
          <p:spPr>
            <a:xfrm>
              <a:off x="6426156" y="1527136"/>
              <a:ext cx="26136" cy="19320"/>
            </a:xfrm>
            <a:custGeom>
              <a:rect b="b" l="l" r="r" t="t"/>
              <a:pathLst>
                <a:path extrusionOk="0" h="737" w="997">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5" name="Google Shape;25135;p98"/>
            <p:cNvSpPr/>
            <p:nvPr/>
          </p:nvSpPr>
          <p:spPr>
            <a:xfrm>
              <a:off x="6089372" y="1591835"/>
              <a:ext cx="401902" cy="12898"/>
            </a:xfrm>
            <a:custGeom>
              <a:rect b="b" l="l" r="r" t="t"/>
              <a:pathLst>
                <a:path extrusionOk="0" h="492" w="15331">
                  <a:moveTo>
                    <a:pt x="0" y="1"/>
                  </a:moveTo>
                  <a:lnTo>
                    <a:pt x="0" y="492"/>
                  </a:lnTo>
                  <a:lnTo>
                    <a:pt x="15331" y="492"/>
                  </a:lnTo>
                  <a:lnTo>
                    <a:pt x="15331" y="1"/>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6" name="Google Shape;25136;p98"/>
            <p:cNvSpPr/>
            <p:nvPr/>
          </p:nvSpPr>
          <p:spPr>
            <a:xfrm>
              <a:off x="6128328" y="1630450"/>
              <a:ext cx="51879" cy="26136"/>
            </a:xfrm>
            <a:custGeom>
              <a:rect b="b" l="l" r="r" t="t"/>
              <a:pathLst>
                <a:path extrusionOk="0" h="997" w="1979">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7" name="Google Shape;25137;p98"/>
            <p:cNvSpPr/>
            <p:nvPr/>
          </p:nvSpPr>
          <p:spPr>
            <a:xfrm>
              <a:off x="6128328" y="1682670"/>
              <a:ext cx="51879" cy="25743"/>
            </a:xfrm>
            <a:custGeom>
              <a:rect b="b" l="l" r="r" t="t"/>
              <a:pathLst>
                <a:path extrusionOk="0" h="982" w="1979">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8" name="Google Shape;25138;p98"/>
            <p:cNvSpPr/>
            <p:nvPr/>
          </p:nvSpPr>
          <p:spPr>
            <a:xfrm>
              <a:off x="6128328" y="1734497"/>
              <a:ext cx="51512" cy="26136"/>
            </a:xfrm>
            <a:custGeom>
              <a:rect b="b" l="l" r="r" t="t"/>
              <a:pathLst>
                <a:path extrusionOk="0" h="997" w="1965">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9" name="Google Shape;25139;p98"/>
            <p:cNvSpPr/>
            <p:nvPr/>
          </p:nvSpPr>
          <p:spPr>
            <a:xfrm>
              <a:off x="6219163" y="1734497"/>
              <a:ext cx="51486" cy="26136"/>
            </a:xfrm>
            <a:custGeom>
              <a:rect b="b" l="l" r="r" t="t"/>
              <a:pathLst>
                <a:path extrusionOk="0" h="997" w="1964">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0" name="Google Shape;25140;p98"/>
            <p:cNvSpPr/>
            <p:nvPr/>
          </p:nvSpPr>
          <p:spPr>
            <a:xfrm>
              <a:off x="6309604" y="1734497"/>
              <a:ext cx="51879" cy="26136"/>
            </a:xfrm>
            <a:custGeom>
              <a:rect b="b" l="l" r="r" t="t"/>
              <a:pathLst>
                <a:path extrusionOk="0" h="997" w="1979">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1" name="Google Shape;25141;p98"/>
            <p:cNvSpPr/>
            <p:nvPr/>
          </p:nvSpPr>
          <p:spPr>
            <a:xfrm>
              <a:off x="6219163" y="1682670"/>
              <a:ext cx="51486" cy="25743"/>
            </a:xfrm>
            <a:custGeom>
              <a:rect b="b" l="l" r="r" t="t"/>
              <a:pathLst>
                <a:path extrusionOk="0" h="982" w="1964">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2" name="Google Shape;25142;p98"/>
            <p:cNvSpPr/>
            <p:nvPr/>
          </p:nvSpPr>
          <p:spPr>
            <a:xfrm>
              <a:off x="6128328" y="1786350"/>
              <a:ext cx="51512" cy="25769"/>
            </a:xfrm>
            <a:custGeom>
              <a:rect b="b" l="l" r="r" t="t"/>
              <a:pathLst>
                <a:path extrusionOk="0" h="983" w="1965">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3" name="Google Shape;25143;p98"/>
            <p:cNvSpPr/>
            <p:nvPr/>
          </p:nvSpPr>
          <p:spPr>
            <a:xfrm>
              <a:off x="6219163" y="1630450"/>
              <a:ext cx="51879" cy="26136"/>
            </a:xfrm>
            <a:custGeom>
              <a:rect b="b" l="l" r="r" t="t"/>
              <a:pathLst>
                <a:path extrusionOk="0" h="997" w="1979">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4" name="Google Shape;25144;p98"/>
            <p:cNvSpPr/>
            <p:nvPr/>
          </p:nvSpPr>
          <p:spPr>
            <a:xfrm>
              <a:off x="6219163" y="1786350"/>
              <a:ext cx="51486" cy="25769"/>
            </a:xfrm>
            <a:custGeom>
              <a:rect b="b" l="l" r="r" t="t"/>
              <a:pathLst>
                <a:path extrusionOk="0" h="983" w="1964">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5" name="Google Shape;25145;p98"/>
            <p:cNvSpPr/>
            <p:nvPr/>
          </p:nvSpPr>
          <p:spPr>
            <a:xfrm>
              <a:off x="6400439" y="1734497"/>
              <a:ext cx="51853" cy="26136"/>
            </a:xfrm>
            <a:custGeom>
              <a:rect b="b" l="l" r="r" t="t"/>
              <a:pathLst>
                <a:path extrusionOk="0" h="997" w="1978">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6" name="Google Shape;25146;p98"/>
            <p:cNvSpPr/>
            <p:nvPr/>
          </p:nvSpPr>
          <p:spPr>
            <a:xfrm>
              <a:off x="6400439" y="1630450"/>
              <a:ext cx="52246" cy="26136"/>
            </a:xfrm>
            <a:custGeom>
              <a:rect b="b" l="l" r="r" t="t"/>
              <a:pathLst>
                <a:path extrusionOk="0" h="997" w="1993">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7" name="Google Shape;25147;p98"/>
            <p:cNvSpPr/>
            <p:nvPr/>
          </p:nvSpPr>
          <p:spPr>
            <a:xfrm>
              <a:off x="6400439" y="1786350"/>
              <a:ext cx="51853" cy="25769"/>
            </a:xfrm>
            <a:custGeom>
              <a:rect b="b" l="l" r="r" t="t"/>
              <a:pathLst>
                <a:path extrusionOk="0" h="983" w="1978">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8" name="Google Shape;25148;p98"/>
            <p:cNvSpPr/>
            <p:nvPr/>
          </p:nvSpPr>
          <p:spPr>
            <a:xfrm>
              <a:off x="6309604" y="1682670"/>
              <a:ext cx="51879" cy="25743"/>
            </a:xfrm>
            <a:custGeom>
              <a:rect b="b" l="l" r="r" t="t"/>
              <a:pathLst>
                <a:path extrusionOk="0" h="982" w="1979">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9" name="Google Shape;25149;p98"/>
            <p:cNvSpPr/>
            <p:nvPr/>
          </p:nvSpPr>
          <p:spPr>
            <a:xfrm>
              <a:off x="6309604" y="1630450"/>
              <a:ext cx="52246" cy="26136"/>
            </a:xfrm>
            <a:custGeom>
              <a:rect b="b" l="l" r="r" t="t"/>
              <a:pathLst>
                <a:path extrusionOk="0" h="997" w="1993">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0" name="Google Shape;25150;p98"/>
            <p:cNvSpPr/>
            <p:nvPr/>
          </p:nvSpPr>
          <p:spPr>
            <a:xfrm>
              <a:off x="6400439" y="1682670"/>
              <a:ext cx="51853" cy="25743"/>
            </a:xfrm>
            <a:custGeom>
              <a:rect b="b" l="l" r="r" t="t"/>
              <a:pathLst>
                <a:path extrusionOk="0" h="982" w="1978">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1" name="Google Shape;25151;p98"/>
            <p:cNvSpPr/>
            <p:nvPr/>
          </p:nvSpPr>
          <p:spPr>
            <a:xfrm>
              <a:off x="6309604" y="1786350"/>
              <a:ext cx="51879" cy="25769"/>
            </a:xfrm>
            <a:custGeom>
              <a:rect b="b" l="l" r="r" t="t"/>
              <a:pathLst>
                <a:path extrusionOk="0" h="983" w="1979">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2" name="Google Shape;25152;p98"/>
            <p:cNvSpPr/>
            <p:nvPr/>
          </p:nvSpPr>
          <p:spPr>
            <a:xfrm>
              <a:off x="6397661" y="1676116"/>
              <a:ext cx="57385" cy="39113"/>
            </a:xfrm>
            <a:custGeom>
              <a:rect b="b" l="l" r="r" t="t"/>
              <a:pathLst>
                <a:path extrusionOk="0" h="1492" w="2189">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3" name="Google Shape;25153;p98"/>
            <p:cNvSpPr/>
            <p:nvPr/>
          </p:nvSpPr>
          <p:spPr>
            <a:xfrm>
              <a:off x="6216017" y="1676116"/>
              <a:ext cx="57385" cy="39113"/>
            </a:xfrm>
            <a:custGeom>
              <a:rect b="b" l="l" r="r" t="t"/>
              <a:pathLst>
                <a:path extrusionOk="0" h="1492" w="2189">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4" name="Google Shape;25154;p98"/>
            <p:cNvSpPr/>
            <p:nvPr/>
          </p:nvSpPr>
          <p:spPr>
            <a:xfrm>
              <a:off x="6306852" y="1727969"/>
              <a:ext cx="57385" cy="39113"/>
            </a:xfrm>
            <a:custGeom>
              <a:rect b="b" l="l" r="r" t="t"/>
              <a:pathLst>
                <a:path extrusionOk="0" h="1492" w="2189">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5" name="Google Shape;25155;p98"/>
            <p:cNvSpPr/>
            <p:nvPr/>
          </p:nvSpPr>
          <p:spPr>
            <a:xfrm>
              <a:off x="6125208" y="1779823"/>
              <a:ext cx="57385" cy="39113"/>
            </a:xfrm>
            <a:custGeom>
              <a:rect b="b" l="l" r="r" t="t"/>
              <a:pathLst>
                <a:path extrusionOk="0" h="1492" w="2189">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6" name="Google Shape;25156;p98"/>
            <p:cNvSpPr/>
            <p:nvPr/>
          </p:nvSpPr>
          <p:spPr>
            <a:xfrm>
              <a:off x="6306852" y="1624289"/>
              <a:ext cx="57385" cy="39113"/>
            </a:xfrm>
            <a:custGeom>
              <a:rect b="b" l="l" r="r" t="t"/>
              <a:pathLst>
                <a:path extrusionOk="0" h="1492" w="2189">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57" name="Google Shape;25157;p98"/>
          <p:cNvGrpSpPr/>
          <p:nvPr/>
        </p:nvGrpSpPr>
        <p:grpSpPr>
          <a:xfrm>
            <a:off x="6554378" y="1527897"/>
            <a:ext cx="370103" cy="322445"/>
            <a:chOff x="6579435" y="1527897"/>
            <a:chExt cx="370103" cy="322445"/>
          </a:xfrm>
        </p:grpSpPr>
        <p:sp>
          <p:nvSpPr>
            <p:cNvPr id="25158" name="Google Shape;25158;p98"/>
            <p:cNvSpPr/>
            <p:nvPr/>
          </p:nvSpPr>
          <p:spPr>
            <a:xfrm>
              <a:off x="6704691" y="1527897"/>
              <a:ext cx="119593" cy="64725"/>
            </a:xfrm>
            <a:custGeom>
              <a:rect b="b" l="l" r="r" t="t"/>
              <a:pathLst>
                <a:path extrusionOk="0" h="2469" w="4562">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9" name="Google Shape;25159;p98"/>
            <p:cNvSpPr/>
            <p:nvPr/>
          </p:nvSpPr>
          <p:spPr>
            <a:xfrm>
              <a:off x="6591153" y="1706893"/>
              <a:ext cx="346667" cy="143448"/>
            </a:xfrm>
            <a:custGeom>
              <a:rect b="b" l="l" r="r" t="t"/>
              <a:pathLst>
                <a:path extrusionOk="0" h="5472" w="13224">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0" name="Google Shape;25160;p98"/>
            <p:cNvSpPr/>
            <p:nvPr/>
          </p:nvSpPr>
          <p:spPr>
            <a:xfrm>
              <a:off x="6591520" y="1706893"/>
              <a:ext cx="346300" cy="143448"/>
            </a:xfrm>
            <a:custGeom>
              <a:rect b="b" l="l" r="r" t="t"/>
              <a:pathLst>
                <a:path extrusionOk="0" h="5472" w="1321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1" name="Google Shape;25161;p98"/>
            <p:cNvSpPr/>
            <p:nvPr/>
          </p:nvSpPr>
          <p:spPr>
            <a:xfrm>
              <a:off x="6579435" y="1587693"/>
              <a:ext cx="370103" cy="155167"/>
            </a:xfrm>
            <a:custGeom>
              <a:rect b="b" l="l" r="r" t="t"/>
              <a:pathLst>
                <a:path extrusionOk="0" h="5919" w="14118">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2" name="Google Shape;25162;p98"/>
            <p:cNvSpPr/>
            <p:nvPr/>
          </p:nvSpPr>
          <p:spPr>
            <a:xfrm>
              <a:off x="6609320" y="1587693"/>
              <a:ext cx="310700" cy="17800"/>
            </a:xfrm>
            <a:custGeom>
              <a:rect b="b" l="l" r="r" t="t"/>
              <a:pathLst>
                <a:path extrusionOk="0" h="679" w="11852">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3" name="Google Shape;25163;p98"/>
            <p:cNvSpPr/>
            <p:nvPr/>
          </p:nvSpPr>
          <p:spPr>
            <a:xfrm>
              <a:off x="6639206" y="1587693"/>
              <a:ext cx="35993" cy="262648"/>
            </a:xfrm>
            <a:custGeom>
              <a:rect b="b" l="l" r="r" t="t"/>
              <a:pathLst>
                <a:path extrusionOk="0" h="10019" w="1373">
                  <a:moveTo>
                    <a:pt x="1" y="0"/>
                  </a:moveTo>
                  <a:lnTo>
                    <a:pt x="1"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4" name="Google Shape;25164;p98"/>
            <p:cNvSpPr/>
            <p:nvPr/>
          </p:nvSpPr>
          <p:spPr>
            <a:xfrm>
              <a:off x="6639206" y="1587693"/>
              <a:ext cx="35993" cy="17800"/>
            </a:xfrm>
            <a:custGeom>
              <a:rect b="b" l="l" r="r" t="t"/>
              <a:pathLst>
                <a:path extrusionOk="0" h="679" w="1373">
                  <a:moveTo>
                    <a:pt x="1" y="0"/>
                  </a:moveTo>
                  <a:lnTo>
                    <a:pt x="1"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5" name="Google Shape;25165;p98"/>
            <p:cNvSpPr/>
            <p:nvPr/>
          </p:nvSpPr>
          <p:spPr>
            <a:xfrm>
              <a:off x="6639206" y="1760607"/>
              <a:ext cx="35993" cy="18193"/>
            </a:xfrm>
            <a:custGeom>
              <a:rect b="b" l="l" r="r" t="t"/>
              <a:pathLst>
                <a:path extrusionOk="0" h="694" w="1373">
                  <a:moveTo>
                    <a:pt x="1" y="1"/>
                  </a:moveTo>
                  <a:lnTo>
                    <a:pt x="1"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6" name="Google Shape;25166;p98"/>
            <p:cNvSpPr/>
            <p:nvPr/>
          </p:nvSpPr>
          <p:spPr>
            <a:xfrm>
              <a:off x="6639206" y="1719004"/>
              <a:ext cx="35993" cy="17800"/>
            </a:xfrm>
            <a:custGeom>
              <a:rect b="b" l="l" r="r" t="t"/>
              <a:pathLst>
                <a:path extrusionOk="0" h="679" w="1373">
                  <a:moveTo>
                    <a:pt x="1" y="0"/>
                  </a:moveTo>
                  <a:lnTo>
                    <a:pt x="1"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7" name="Google Shape;25167;p98"/>
            <p:cNvSpPr/>
            <p:nvPr/>
          </p:nvSpPr>
          <p:spPr>
            <a:xfrm>
              <a:off x="6627094" y="1712948"/>
              <a:ext cx="59823" cy="53741"/>
            </a:xfrm>
            <a:custGeom>
              <a:rect b="b" l="l" r="r" t="t"/>
              <a:pathLst>
                <a:path extrusionOk="0" h="2050" w="2282">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8" name="Google Shape;25168;p98"/>
            <p:cNvSpPr/>
            <p:nvPr/>
          </p:nvSpPr>
          <p:spPr>
            <a:xfrm>
              <a:off x="6651317" y="1713027"/>
              <a:ext cx="11771" cy="29833"/>
            </a:xfrm>
            <a:custGeom>
              <a:rect b="b" l="l" r="r" t="t"/>
              <a:pathLst>
                <a:path extrusionOk="0" h="1138" w="449">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9" name="Google Shape;25169;p98"/>
            <p:cNvSpPr/>
            <p:nvPr/>
          </p:nvSpPr>
          <p:spPr>
            <a:xfrm>
              <a:off x="6639206" y="1826459"/>
              <a:ext cx="35993" cy="23882"/>
            </a:xfrm>
            <a:custGeom>
              <a:rect b="b" l="l" r="r" t="t"/>
              <a:pathLst>
                <a:path extrusionOk="0" h="911" w="1373">
                  <a:moveTo>
                    <a:pt x="1" y="1"/>
                  </a:moveTo>
                  <a:lnTo>
                    <a:pt x="1"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0" name="Google Shape;25170;p98"/>
            <p:cNvSpPr/>
            <p:nvPr/>
          </p:nvSpPr>
          <p:spPr>
            <a:xfrm>
              <a:off x="6854169" y="1587693"/>
              <a:ext cx="35967" cy="262648"/>
            </a:xfrm>
            <a:custGeom>
              <a:rect b="b" l="l" r="r" t="t"/>
              <a:pathLst>
                <a:path extrusionOk="0" h="10019" w="1372">
                  <a:moveTo>
                    <a:pt x="0" y="0"/>
                  </a:moveTo>
                  <a:lnTo>
                    <a:pt x="0"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1" name="Google Shape;25171;p98"/>
            <p:cNvSpPr/>
            <p:nvPr/>
          </p:nvSpPr>
          <p:spPr>
            <a:xfrm>
              <a:off x="6854169" y="1587693"/>
              <a:ext cx="35967" cy="17800"/>
            </a:xfrm>
            <a:custGeom>
              <a:rect b="b" l="l" r="r" t="t"/>
              <a:pathLst>
                <a:path extrusionOk="0" h="679" w="1372">
                  <a:moveTo>
                    <a:pt x="0" y="0"/>
                  </a:moveTo>
                  <a:lnTo>
                    <a:pt x="0"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2" name="Google Shape;25172;p98"/>
            <p:cNvSpPr/>
            <p:nvPr/>
          </p:nvSpPr>
          <p:spPr>
            <a:xfrm>
              <a:off x="6854169" y="1760607"/>
              <a:ext cx="35967" cy="18193"/>
            </a:xfrm>
            <a:custGeom>
              <a:rect b="b" l="l" r="r" t="t"/>
              <a:pathLst>
                <a:path extrusionOk="0" h="694" w="1372">
                  <a:moveTo>
                    <a:pt x="0" y="1"/>
                  </a:moveTo>
                  <a:lnTo>
                    <a:pt x="0"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3" name="Google Shape;25173;p98"/>
            <p:cNvSpPr/>
            <p:nvPr/>
          </p:nvSpPr>
          <p:spPr>
            <a:xfrm>
              <a:off x="6854169" y="1719004"/>
              <a:ext cx="35967" cy="17800"/>
            </a:xfrm>
            <a:custGeom>
              <a:rect b="b" l="l" r="r" t="t"/>
              <a:pathLst>
                <a:path extrusionOk="0" h="679" w="1372">
                  <a:moveTo>
                    <a:pt x="0" y="0"/>
                  </a:moveTo>
                  <a:lnTo>
                    <a:pt x="0"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4" name="Google Shape;25174;p98"/>
            <p:cNvSpPr/>
            <p:nvPr/>
          </p:nvSpPr>
          <p:spPr>
            <a:xfrm>
              <a:off x="6842057" y="1712948"/>
              <a:ext cx="59823" cy="53741"/>
            </a:xfrm>
            <a:custGeom>
              <a:rect b="b" l="l" r="r" t="t"/>
              <a:pathLst>
                <a:path extrusionOk="0" h="2050" w="2282">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5" name="Google Shape;25175;p98"/>
            <p:cNvSpPr/>
            <p:nvPr/>
          </p:nvSpPr>
          <p:spPr>
            <a:xfrm>
              <a:off x="6866280" y="1713027"/>
              <a:ext cx="12138" cy="29833"/>
            </a:xfrm>
            <a:custGeom>
              <a:rect b="b" l="l" r="r" t="t"/>
              <a:pathLst>
                <a:path extrusionOk="0" h="1138" w="463">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6" name="Google Shape;25176;p98"/>
            <p:cNvSpPr/>
            <p:nvPr/>
          </p:nvSpPr>
          <p:spPr>
            <a:xfrm>
              <a:off x="6854169" y="1826459"/>
              <a:ext cx="35967" cy="23882"/>
            </a:xfrm>
            <a:custGeom>
              <a:rect b="b" l="l" r="r" t="t"/>
              <a:pathLst>
                <a:path extrusionOk="0" h="911" w="1372">
                  <a:moveTo>
                    <a:pt x="0" y="1"/>
                  </a:moveTo>
                  <a:lnTo>
                    <a:pt x="0"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7" name="Google Shape;25177;p98"/>
            <p:cNvSpPr/>
            <p:nvPr/>
          </p:nvSpPr>
          <p:spPr>
            <a:xfrm>
              <a:off x="6734576" y="1695148"/>
              <a:ext cx="59823" cy="23882"/>
            </a:xfrm>
            <a:custGeom>
              <a:rect b="b" l="l" r="r" t="t"/>
              <a:pathLst>
                <a:path extrusionOk="0" h="911" w="2282">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8" name="Google Shape;25178;p98"/>
            <p:cNvSpPr/>
            <p:nvPr/>
          </p:nvSpPr>
          <p:spPr>
            <a:xfrm>
              <a:off x="6734576" y="1706893"/>
              <a:ext cx="59823" cy="12138"/>
            </a:xfrm>
            <a:custGeom>
              <a:rect b="b" l="l" r="r" t="t"/>
              <a:pathLst>
                <a:path extrusionOk="0" h="463" w="2282">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79" name="Google Shape;25179;p98"/>
          <p:cNvGrpSpPr/>
          <p:nvPr/>
        </p:nvGrpSpPr>
        <p:grpSpPr>
          <a:xfrm>
            <a:off x="6963830" y="1538854"/>
            <a:ext cx="499920" cy="300136"/>
            <a:chOff x="6988887" y="1538854"/>
            <a:chExt cx="499920" cy="300136"/>
          </a:xfrm>
        </p:grpSpPr>
        <p:sp>
          <p:nvSpPr>
            <p:cNvPr id="25180" name="Google Shape;25180;p98"/>
            <p:cNvSpPr/>
            <p:nvPr/>
          </p:nvSpPr>
          <p:spPr>
            <a:xfrm>
              <a:off x="7052826" y="1538854"/>
              <a:ext cx="372777" cy="247155"/>
            </a:xfrm>
            <a:custGeom>
              <a:rect b="b" l="l" r="r" t="t"/>
              <a:pathLst>
                <a:path extrusionOk="0" h="9428" w="1422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1" name="Google Shape;25181;p98"/>
            <p:cNvSpPr/>
            <p:nvPr/>
          </p:nvSpPr>
          <p:spPr>
            <a:xfrm>
              <a:off x="6988887" y="1773872"/>
              <a:ext cx="499920" cy="33319"/>
            </a:xfrm>
            <a:custGeom>
              <a:rect b="b" l="l" r="r" t="t"/>
              <a:pathLst>
                <a:path extrusionOk="0" h="1271" w="19070">
                  <a:moveTo>
                    <a:pt x="2425" y="0"/>
                  </a:moveTo>
                  <a:lnTo>
                    <a:pt x="0" y="924"/>
                  </a:lnTo>
                  <a:lnTo>
                    <a:pt x="0" y="1271"/>
                  </a:lnTo>
                  <a:lnTo>
                    <a:pt x="19069" y="1271"/>
                  </a:lnTo>
                  <a:lnTo>
                    <a:pt x="19069" y="924"/>
                  </a:lnTo>
                  <a:lnTo>
                    <a:pt x="1665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2" name="Google Shape;25182;p98"/>
            <p:cNvSpPr/>
            <p:nvPr/>
          </p:nvSpPr>
          <p:spPr>
            <a:xfrm>
              <a:off x="6988887" y="1798095"/>
              <a:ext cx="499920" cy="40895"/>
            </a:xfrm>
            <a:custGeom>
              <a:rect b="b" l="l" r="r" t="t"/>
              <a:pathLst>
                <a:path extrusionOk="0" h="1560" w="1907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3" name="Google Shape;25183;p98"/>
            <p:cNvSpPr/>
            <p:nvPr/>
          </p:nvSpPr>
          <p:spPr>
            <a:xfrm>
              <a:off x="7149323" y="1798095"/>
              <a:ext cx="180543" cy="29544"/>
            </a:xfrm>
            <a:custGeom>
              <a:rect b="b" l="l" r="r" t="t"/>
              <a:pathLst>
                <a:path extrusionOk="0" h="1127" w="6887">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4" name="Google Shape;25184;p98"/>
            <p:cNvSpPr/>
            <p:nvPr/>
          </p:nvSpPr>
          <p:spPr>
            <a:xfrm>
              <a:off x="7052826" y="1562317"/>
              <a:ext cx="372777" cy="188119"/>
            </a:xfrm>
            <a:custGeom>
              <a:rect b="b" l="l" r="r" t="t"/>
              <a:pathLst>
                <a:path extrusionOk="0" h="7176" w="14220">
                  <a:moveTo>
                    <a:pt x="1" y="1"/>
                  </a:moveTo>
                  <a:lnTo>
                    <a:pt x="1" y="7175"/>
                  </a:lnTo>
                  <a:lnTo>
                    <a:pt x="14220" y="7175"/>
                  </a:lnTo>
                  <a:lnTo>
                    <a:pt x="14220" y="1"/>
                  </a:lnTo>
                  <a:close/>
                </a:path>
              </a:pathLst>
            </a:custGeom>
            <a:solidFill>
              <a:srgbClr val="91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5" name="Google Shape;25185;p98"/>
            <p:cNvSpPr/>
            <p:nvPr/>
          </p:nvSpPr>
          <p:spPr>
            <a:xfrm>
              <a:off x="7052826" y="1562317"/>
              <a:ext cx="139674" cy="188119"/>
            </a:xfrm>
            <a:custGeom>
              <a:rect b="b" l="l" r="r" t="t"/>
              <a:pathLst>
                <a:path extrusionOk="0" h="7176" w="5328">
                  <a:moveTo>
                    <a:pt x="1" y="1"/>
                  </a:moveTo>
                  <a:lnTo>
                    <a:pt x="1" y="7175"/>
                  </a:lnTo>
                  <a:lnTo>
                    <a:pt x="5327" y="7175"/>
                  </a:lnTo>
                  <a:lnTo>
                    <a:pt x="532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6" name="Google Shape;25186;p98"/>
            <p:cNvSpPr/>
            <p:nvPr/>
          </p:nvSpPr>
          <p:spPr>
            <a:xfrm>
              <a:off x="7087639" y="1601692"/>
              <a:ext cx="44697" cy="25376"/>
            </a:xfrm>
            <a:custGeom>
              <a:rect b="b" l="l" r="r" t="t"/>
              <a:pathLst>
                <a:path extrusionOk="0" h="968" w="1705">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7" name="Google Shape;25187;p98"/>
            <p:cNvSpPr/>
            <p:nvPr/>
          </p:nvSpPr>
          <p:spPr>
            <a:xfrm>
              <a:off x="7077442" y="1642561"/>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8" name="Google Shape;25188;p98"/>
            <p:cNvSpPr/>
            <p:nvPr/>
          </p:nvSpPr>
          <p:spPr>
            <a:xfrm>
              <a:off x="7122846" y="1671686"/>
              <a:ext cx="44670" cy="25769"/>
            </a:xfrm>
            <a:custGeom>
              <a:rect b="b" l="l" r="r" t="t"/>
              <a:pathLst>
                <a:path extrusionOk="0" h="983" w="1704">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9" name="Google Shape;25189;p98"/>
            <p:cNvSpPr/>
            <p:nvPr/>
          </p:nvSpPr>
          <p:spPr>
            <a:xfrm>
              <a:off x="7077442" y="1712948"/>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0" name="Google Shape;25190;p98"/>
            <p:cNvSpPr/>
            <p:nvPr/>
          </p:nvSpPr>
          <p:spPr>
            <a:xfrm>
              <a:off x="7228807" y="1623922"/>
              <a:ext cx="51041" cy="79589"/>
            </a:xfrm>
            <a:custGeom>
              <a:rect b="b" l="l" r="r" t="t"/>
              <a:pathLst>
                <a:path extrusionOk="0" h="3036" w="1947">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1" name="Google Shape;25191;p98"/>
            <p:cNvSpPr/>
            <p:nvPr/>
          </p:nvSpPr>
          <p:spPr>
            <a:xfrm>
              <a:off x="7342449" y="1624079"/>
              <a:ext cx="50988" cy="79431"/>
            </a:xfrm>
            <a:custGeom>
              <a:rect b="b" l="l" r="r" t="t"/>
              <a:pathLst>
                <a:path extrusionOk="0" h="3030" w="1945">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2" name="Google Shape;25192;p98"/>
            <p:cNvSpPr/>
            <p:nvPr/>
          </p:nvSpPr>
          <p:spPr>
            <a:xfrm>
              <a:off x="7287450" y="1614485"/>
              <a:ext cx="48734" cy="98490"/>
            </a:xfrm>
            <a:custGeom>
              <a:rect b="b" l="l" r="r" t="t"/>
              <a:pathLst>
                <a:path extrusionOk="0" h="3757" w="1859">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93" name="Google Shape;25193;p98"/>
          <p:cNvGrpSpPr/>
          <p:nvPr/>
        </p:nvGrpSpPr>
        <p:grpSpPr>
          <a:xfrm>
            <a:off x="8025302" y="1520687"/>
            <a:ext cx="279321" cy="336837"/>
            <a:chOff x="8050359" y="1520687"/>
            <a:chExt cx="279321" cy="336837"/>
          </a:xfrm>
        </p:grpSpPr>
        <p:sp>
          <p:nvSpPr>
            <p:cNvPr id="25194" name="Google Shape;25194;p98"/>
            <p:cNvSpPr/>
            <p:nvPr/>
          </p:nvSpPr>
          <p:spPr>
            <a:xfrm>
              <a:off x="8153305" y="1520687"/>
              <a:ext cx="68500" cy="45064"/>
            </a:xfrm>
            <a:custGeom>
              <a:rect b="b" l="l" r="r" t="t"/>
              <a:pathLst>
                <a:path extrusionOk="0" h="1719" w="2613">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5" name="Google Shape;25195;p98"/>
            <p:cNvSpPr/>
            <p:nvPr/>
          </p:nvSpPr>
          <p:spPr>
            <a:xfrm>
              <a:off x="8084045" y="1599411"/>
              <a:ext cx="206653" cy="258113"/>
            </a:xfrm>
            <a:custGeom>
              <a:rect b="b" l="l" r="r" t="t"/>
              <a:pathLst>
                <a:path extrusionOk="0" h="9846" w="7883">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6" name="Google Shape;25196;p98"/>
            <p:cNvSpPr/>
            <p:nvPr/>
          </p:nvSpPr>
          <p:spPr>
            <a:xfrm>
              <a:off x="8097284" y="1599411"/>
              <a:ext cx="193781" cy="258113"/>
            </a:xfrm>
            <a:custGeom>
              <a:rect b="b" l="l" r="r" t="t"/>
              <a:pathLst>
                <a:path extrusionOk="0" h="9846" w="7392">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7" name="Google Shape;25197;p98"/>
            <p:cNvSpPr/>
            <p:nvPr/>
          </p:nvSpPr>
          <p:spPr>
            <a:xfrm>
              <a:off x="8084045" y="1553613"/>
              <a:ext cx="206260" cy="42809"/>
            </a:xfrm>
            <a:custGeom>
              <a:rect b="b" l="l" r="r" t="t"/>
              <a:pathLst>
                <a:path extrusionOk="0" h="1633" w="7868">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8" name="Google Shape;25198;p98"/>
            <p:cNvSpPr/>
            <p:nvPr/>
          </p:nvSpPr>
          <p:spPr>
            <a:xfrm>
              <a:off x="8204372" y="1553613"/>
              <a:ext cx="86326" cy="42809"/>
            </a:xfrm>
            <a:custGeom>
              <a:rect b="b" l="l" r="r" t="t"/>
              <a:pathLst>
                <a:path extrusionOk="0" h="1633" w="3293">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9" name="Google Shape;25199;p98"/>
            <p:cNvSpPr/>
            <p:nvPr/>
          </p:nvSpPr>
          <p:spPr>
            <a:xfrm>
              <a:off x="8050752" y="1578963"/>
              <a:ext cx="273606" cy="30698"/>
            </a:xfrm>
            <a:custGeom>
              <a:rect b="b" l="l" r="r" t="t"/>
              <a:pathLst>
                <a:path extrusionOk="0" h="1171" w="10437">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0" name="Google Shape;25200;p98"/>
            <p:cNvSpPr/>
            <p:nvPr/>
          </p:nvSpPr>
          <p:spPr>
            <a:xfrm>
              <a:off x="8050359" y="1578963"/>
              <a:ext cx="279321" cy="30698"/>
            </a:xfrm>
            <a:custGeom>
              <a:rect b="b" l="l" r="r" t="t"/>
              <a:pathLst>
                <a:path extrusionOk="0" h="1171" w="10655">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1" name="Google Shape;25201;p98"/>
            <p:cNvSpPr/>
            <p:nvPr/>
          </p:nvSpPr>
          <p:spPr>
            <a:xfrm>
              <a:off x="8177895" y="1640647"/>
              <a:ext cx="19320" cy="165417"/>
            </a:xfrm>
            <a:custGeom>
              <a:rect b="b" l="l" r="r" t="t"/>
              <a:pathLst>
                <a:path extrusionOk="0" h="6310" w="737">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2" name="Google Shape;25202;p98"/>
            <p:cNvSpPr/>
            <p:nvPr/>
          </p:nvSpPr>
          <p:spPr>
            <a:xfrm>
              <a:off x="8231819" y="1640647"/>
              <a:ext cx="23305" cy="165076"/>
            </a:xfrm>
            <a:custGeom>
              <a:rect b="b" l="l" r="r" t="t"/>
              <a:pathLst>
                <a:path extrusionOk="0" h="6297" w="889">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3" name="Google Shape;25203;p98"/>
            <p:cNvSpPr/>
            <p:nvPr/>
          </p:nvSpPr>
          <p:spPr>
            <a:xfrm>
              <a:off x="8119986" y="1640647"/>
              <a:ext cx="23305" cy="165076"/>
            </a:xfrm>
            <a:custGeom>
              <a:rect b="b" l="l" r="r" t="t"/>
              <a:pathLst>
                <a:path extrusionOk="0" h="6297" w="889">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4" name="Google Shape;25204;p98"/>
            <p:cNvSpPr/>
            <p:nvPr/>
          </p:nvSpPr>
          <p:spPr>
            <a:xfrm>
              <a:off x="8179022" y="1640647"/>
              <a:ext cx="17826" cy="165023"/>
            </a:xfrm>
            <a:custGeom>
              <a:rect b="b" l="l" r="r" t="t"/>
              <a:pathLst>
                <a:path extrusionOk="0" h="6295" w="68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5" name="Google Shape;25205;p98"/>
            <p:cNvSpPr/>
            <p:nvPr/>
          </p:nvSpPr>
          <p:spPr>
            <a:xfrm>
              <a:off x="8232763" y="1640647"/>
              <a:ext cx="22361" cy="164919"/>
            </a:xfrm>
            <a:custGeom>
              <a:rect b="b" l="l" r="r" t="t"/>
              <a:pathLst>
                <a:path extrusionOk="0" h="6291" w="853">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6" name="Google Shape;25206;p98"/>
            <p:cNvSpPr/>
            <p:nvPr/>
          </p:nvSpPr>
          <p:spPr>
            <a:xfrm>
              <a:off x="8124914" y="1640647"/>
              <a:ext cx="18403" cy="164683"/>
            </a:xfrm>
            <a:custGeom>
              <a:rect b="b" l="l" r="r" t="t"/>
              <a:pathLst>
                <a:path extrusionOk="0" h="6282" w="702">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07" name="Google Shape;25207;p98"/>
          <p:cNvGrpSpPr/>
          <p:nvPr/>
        </p:nvGrpSpPr>
        <p:grpSpPr>
          <a:xfrm>
            <a:off x="6068850" y="2461832"/>
            <a:ext cx="364441" cy="339091"/>
            <a:chOff x="6093907" y="2461832"/>
            <a:chExt cx="364441" cy="339091"/>
          </a:xfrm>
        </p:grpSpPr>
        <p:sp>
          <p:nvSpPr>
            <p:cNvPr id="25208" name="Google Shape;25208;p98"/>
            <p:cNvSpPr/>
            <p:nvPr/>
          </p:nvSpPr>
          <p:spPr>
            <a:xfrm>
              <a:off x="6094668" y="2515573"/>
              <a:ext cx="283070" cy="233890"/>
            </a:xfrm>
            <a:custGeom>
              <a:rect b="b" l="l" r="r" t="t"/>
              <a:pathLst>
                <a:path extrusionOk="0" h="8922" w="10798">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9" name="Google Shape;25209;p98"/>
            <p:cNvSpPr/>
            <p:nvPr/>
          </p:nvSpPr>
          <p:spPr>
            <a:xfrm>
              <a:off x="6234682" y="2576497"/>
              <a:ext cx="143055" cy="172967"/>
            </a:xfrm>
            <a:custGeom>
              <a:rect b="b" l="l" r="r" t="t"/>
              <a:pathLst>
                <a:path extrusionOk="0" h="6598" w="5457">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0" name="Google Shape;25210;p98"/>
            <p:cNvSpPr/>
            <p:nvPr/>
          </p:nvSpPr>
          <p:spPr>
            <a:xfrm>
              <a:off x="6094274" y="2515573"/>
              <a:ext cx="283463" cy="65118"/>
            </a:xfrm>
            <a:custGeom>
              <a:rect b="b" l="l" r="r" t="t"/>
              <a:pathLst>
                <a:path extrusionOk="0" h="2484" w="10813">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1" name="Google Shape;25211;p98"/>
            <p:cNvSpPr/>
            <p:nvPr/>
          </p:nvSpPr>
          <p:spPr>
            <a:xfrm>
              <a:off x="6094668" y="2612070"/>
              <a:ext cx="283070" cy="137393"/>
            </a:xfrm>
            <a:custGeom>
              <a:rect b="b" l="l" r="r" t="t"/>
              <a:pathLst>
                <a:path extrusionOk="0" h="5241" w="10798">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2" name="Google Shape;25212;p98"/>
            <p:cNvSpPr/>
            <p:nvPr/>
          </p:nvSpPr>
          <p:spPr>
            <a:xfrm>
              <a:off x="6234682" y="2612070"/>
              <a:ext cx="143055" cy="137393"/>
            </a:xfrm>
            <a:custGeom>
              <a:rect b="b" l="l" r="r" t="t"/>
              <a:pathLst>
                <a:path extrusionOk="0" h="5241" w="5457">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3" name="Google Shape;25213;p98"/>
            <p:cNvSpPr/>
            <p:nvPr/>
          </p:nvSpPr>
          <p:spPr>
            <a:xfrm>
              <a:off x="6093907" y="2612070"/>
              <a:ext cx="283830" cy="66245"/>
            </a:xfrm>
            <a:custGeom>
              <a:rect b="b" l="l" r="r" t="t"/>
              <a:pathLst>
                <a:path extrusionOk="0" h="2527" w="10827">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4" name="Google Shape;25214;p98"/>
            <p:cNvSpPr/>
            <p:nvPr/>
          </p:nvSpPr>
          <p:spPr>
            <a:xfrm>
              <a:off x="6094668" y="2461832"/>
              <a:ext cx="283070" cy="107875"/>
            </a:xfrm>
            <a:custGeom>
              <a:rect b="b" l="l" r="r" t="t"/>
              <a:pathLst>
                <a:path extrusionOk="0" h="4115" w="10798">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5" name="Google Shape;25215;p98"/>
            <p:cNvSpPr/>
            <p:nvPr/>
          </p:nvSpPr>
          <p:spPr>
            <a:xfrm>
              <a:off x="6247160" y="2587848"/>
              <a:ext cx="211188" cy="213076"/>
            </a:xfrm>
            <a:custGeom>
              <a:rect b="b" l="l" r="r" t="t"/>
              <a:pathLst>
                <a:path extrusionOk="0" h="8128" w="8056">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6" name="Google Shape;25216;p98"/>
            <p:cNvSpPr/>
            <p:nvPr/>
          </p:nvSpPr>
          <p:spPr>
            <a:xfrm>
              <a:off x="6300141" y="2654670"/>
              <a:ext cx="91988" cy="78907"/>
            </a:xfrm>
            <a:custGeom>
              <a:rect b="b" l="l" r="r" t="t"/>
              <a:pathLst>
                <a:path extrusionOk="0" h="3010" w="3509">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7" name="Google Shape;25217;p98"/>
            <p:cNvSpPr/>
            <p:nvPr/>
          </p:nvSpPr>
          <p:spPr>
            <a:xfrm>
              <a:off x="6324730" y="2666571"/>
              <a:ext cx="55654" cy="55654"/>
            </a:xfrm>
            <a:custGeom>
              <a:rect b="b" l="l" r="r" t="t"/>
              <a:pathLst>
                <a:path extrusionOk="0" h="2123" w="2123">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18" name="Google Shape;25218;p98"/>
          <p:cNvGrpSpPr/>
          <p:nvPr/>
        </p:nvGrpSpPr>
        <p:grpSpPr>
          <a:xfrm>
            <a:off x="4651274" y="1980866"/>
            <a:ext cx="377680" cy="377680"/>
            <a:chOff x="4676331" y="1980866"/>
            <a:chExt cx="377680" cy="377680"/>
          </a:xfrm>
        </p:grpSpPr>
        <p:sp>
          <p:nvSpPr>
            <p:cNvPr id="25219" name="Google Shape;25219;p98"/>
            <p:cNvSpPr/>
            <p:nvPr/>
          </p:nvSpPr>
          <p:spPr>
            <a:xfrm>
              <a:off x="4676331" y="1980866"/>
              <a:ext cx="377680" cy="377680"/>
            </a:xfrm>
            <a:custGeom>
              <a:rect b="b" l="l" r="r" t="t"/>
              <a:pathLst>
                <a:path extrusionOk="0" h="14407" w="14407">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0" name="Google Shape;25220;p98"/>
            <p:cNvSpPr/>
            <p:nvPr/>
          </p:nvSpPr>
          <p:spPr>
            <a:xfrm>
              <a:off x="5014636" y="1980866"/>
              <a:ext cx="39375" cy="377680"/>
            </a:xfrm>
            <a:custGeom>
              <a:rect b="b" l="l" r="r" t="t"/>
              <a:pathLst>
                <a:path extrusionOk="0" h="14407" w="1502">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1" name="Google Shape;25221;p98"/>
            <p:cNvSpPr/>
            <p:nvPr/>
          </p:nvSpPr>
          <p:spPr>
            <a:xfrm>
              <a:off x="4911689" y="2080378"/>
              <a:ext cx="110155" cy="100692"/>
            </a:xfrm>
            <a:custGeom>
              <a:rect b="b" l="l" r="r" t="t"/>
              <a:pathLst>
                <a:path extrusionOk="0" h="3841" w="4202">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2" name="Google Shape;25222;p98"/>
            <p:cNvSpPr/>
            <p:nvPr/>
          </p:nvSpPr>
          <p:spPr>
            <a:xfrm>
              <a:off x="4911689" y="2222279"/>
              <a:ext cx="110155" cy="100692"/>
            </a:xfrm>
            <a:custGeom>
              <a:rect b="b" l="l" r="r" t="t"/>
              <a:pathLst>
                <a:path extrusionOk="0" h="3841" w="4202">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3" name="Google Shape;25223;p98"/>
            <p:cNvSpPr/>
            <p:nvPr/>
          </p:nvSpPr>
          <p:spPr>
            <a:xfrm>
              <a:off x="4982077" y="2080378"/>
              <a:ext cx="39768" cy="100692"/>
            </a:xfrm>
            <a:custGeom>
              <a:rect b="b" l="l" r="r" t="t"/>
              <a:pathLst>
                <a:path extrusionOk="0" h="3841" w="1517">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4" name="Google Shape;25224;p98"/>
            <p:cNvSpPr/>
            <p:nvPr/>
          </p:nvSpPr>
          <p:spPr>
            <a:xfrm>
              <a:off x="4982077" y="2222279"/>
              <a:ext cx="39768" cy="100692"/>
            </a:xfrm>
            <a:custGeom>
              <a:rect b="b" l="l" r="r" t="t"/>
              <a:pathLst>
                <a:path extrusionOk="0" h="3841" w="1517">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5" name="Google Shape;25225;p98"/>
            <p:cNvSpPr/>
            <p:nvPr/>
          </p:nvSpPr>
          <p:spPr>
            <a:xfrm>
              <a:off x="4676331" y="1980866"/>
              <a:ext cx="377680" cy="66245"/>
            </a:xfrm>
            <a:custGeom>
              <a:rect b="b" l="l" r="r" t="t"/>
              <a:pathLst>
                <a:path extrusionOk="0" h="2527" w="14407">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6" name="Google Shape;25226;p98"/>
            <p:cNvSpPr/>
            <p:nvPr/>
          </p:nvSpPr>
          <p:spPr>
            <a:xfrm>
              <a:off x="5014636" y="1980866"/>
              <a:ext cx="39375" cy="66245"/>
            </a:xfrm>
            <a:custGeom>
              <a:rect b="b" l="l" r="r" t="t"/>
              <a:pathLst>
                <a:path extrusionOk="0" h="2527" w="1502">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7" name="Google Shape;25227;p98"/>
            <p:cNvSpPr/>
            <p:nvPr/>
          </p:nvSpPr>
          <p:spPr>
            <a:xfrm>
              <a:off x="4697513"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8" name="Google Shape;25228;p98"/>
            <p:cNvSpPr/>
            <p:nvPr/>
          </p:nvSpPr>
          <p:spPr>
            <a:xfrm>
              <a:off x="4740270" y="2002807"/>
              <a:ext cx="25769" cy="22099"/>
            </a:xfrm>
            <a:custGeom>
              <a:rect b="b" l="l" r="r" t="t"/>
              <a:pathLst>
                <a:path extrusionOk="0" h="843" w="983">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9" name="Google Shape;25229;p98"/>
            <p:cNvSpPr/>
            <p:nvPr/>
          </p:nvSpPr>
          <p:spPr>
            <a:xfrm>
              <a:off x="4782659"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0" name="Google Shape;25230;p98"/>
            <p:cNvSpPr/>
            <p:nvPr/>
          </p:nvSpPr>
          <p:spPr>
            <a:xfrm>
              <a:off x="4704696"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1" name="Google Shape;25231;p98"/>
            <p:cNvSpPr/>
            <p:nvPr/>
          </p:nvSpPr>
          <p:spPr>
            <a:xfrm>
              <a:off x="4747452" y="2002807"/>
              <a:ext cx="18586" cy="22099"/>
            </a:xfrm>
            <a:custGeom>
              <a:rect b="b" l="l" r="r" t="t"/>
              <a:pathLst>
                <a:path extrusionOk="0" h="843" w="709">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2" name="Google Shape;25232;p98"/>
            <p:cNvSpPr/>
            <p:nvPr/>
          </p:nvSpPr>
          <p:spPr>
            <a:xfrm>
              <a:off x="4789842"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3" name="Google Shape;25233;p98"/>
            <p:cNvSpPr/>
            <p:nvPr/>
          </p:nvSpPr>
          <p:spPr>
            <a:xfrm>
              <a:off x="4701288" y="2080378"/>
              <a:ext cx="179022" cy="242594"/>
            </a:xfrm>
            <a:custGeom>
              <a:rect b="b" l="l" r="r" t="t"/>
              <a:pathLst>
                <a:path extrusionOk="0" h="9254" w="6829">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4" name="Google Shape;25234;p98"/>
            <p:cNvSpPr/>
            <p:nvPr/>
          </p:nvSpPr>
          <p:spPr>
            <a:xfrm>
              <a:off x="4839415" y="2080011"/>
              <a:ext cx="40895" cy="242961"/>
            </a:xfrm>
            <a:custGeom>
              <a:rect b="b" l="l" r="r" t="t"/>
              <a:pathLst>
                <a:path extrusionOk="0" h="9268" w="156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5" name="Google Shape;25235;p98"/>
            <p:cNvSpPr/>
            <p:nvPr/>
          </p:nvSpPr>
          <p:spPr>
            <a:xfrm>
              <a:off x="4695625" y="2074715"/>
              <a:ext cx="190373" cy="253578"/>
            </a:xfrm>
            <a:custGeom>
              <a:rect b="b" l="l" r="r" t="t"/>
              <a:pathLst>
                <a:path extrusionOk="0" h="9673" w="7262">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6" name="Google Shape;25236;p98"/>
            <p:cNvSpPr/>
            <p:nvPr/>
          </p:nvSpPr>
          <p:spPr>
            <a:xfrm>
              <a:off x="4913970" y="2083025"/>
              <a:ext cx="105620" cy="95029"/>
            </a:xfrm>
            <a:custGeom>
              <a:rect b="b" l="l" r="r" t="t"/>
              <a:pathLst>
                <a:path extrusionOk="0" h="3625" w="4029">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7" name="Google Shape;25237;p98"/>
            <p:cNvSpPr/>
            <p:nvPr/>
          </p:nvSpPr>
          <p:spPr>
            <a:xfrm>
              <a:off x="4913970" y="2224953"/>
              <a:ext cx="105620" cy="95003"/>
            </a:xfrm>
            <a:custGeom>
              <a:rect b="b" l="l" r="r" t="t"/>
              <a:pathLst>
                <a:path extrusionOk="0" h="3624" w="4029">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38" name="Google Shape;25238;p98"/>
          <p:cNvGrpSpPr/>
          <p:nvPr/>
        </p:nvGrpSpPr>
        <p:grpSpPr>
          <a:xfrm>
            <a:off x="7501185" y="1522968"/>
            <a:ext cx="357651" cy="332275"/>
            <a:chOff x="7526242" y="1522968"/>
            <a:chExt cx="357651" cy="332275"/>
          </a:xfrm>
        </p:grpSpPr>
        <p:sp>
          <p:nvSpPr>
            <p:cNvPr id="25239" name="Google Shape;25239;p98"/>
            <p:cNvSpPr/>
            <p:nvPr/>
          </p:nvSpPr>
          <p:spPr>
            <a:xfrm>
              <a:off x="7589814" y="1531304"/>
              <a:ext cx="187726" cy="323939"/>
            </a:xfrm>
            <a:custGeom>
              <a:rect b="b" l="l" r="r" t="t"/>
              <a:pathLst>
                <a:path extrusionOk="0" h="12357" w="7161">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0" name="Google Shape;25240;p98"/>
            <p:cNvSpPr/>
            <p:nvPr/>
          </p:nvSpPr>
          <p:spPr>
            <a:xfrm>
              <a:off x="7739292" y="1531304"/>
              <a:ext cx="38248" cy="323939"/>
            </a:xfrm>
            <a:custGeom>
              <a:rect b="b" l="l" r="r" t="t"/>
              <a:pathLst>
                <a:path extrusionOk="0" h="12357" w="1459">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1" name="Google Shape;25241;p98"/>
            <p:cNvSpPr/>
            <p:nvPr/>
          </p:nvSpPr>
          <p:spPr>
            <a:xfrm>
              <a:off x="7589814" y="1531304"/>
              <a:ext cx="187726" cy="53741"/>
            </a:xfrm>
            <a:custGeom>
              <a:rect b="b" l="l" r="r" t="t"/>
              <a:pathLst>
                <a:path extrusionOk="0" h="2050" w="7161">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2" name="Google Shape;25242;p98"/>
            <p:cNvSpPr/>
            <p:nvPr/>
          </p:nvSpPr>
          <p:spPr>
            <a:xfrm>
              <a:off x="7739292" y="1531304"/>
              <a:ext cx="38248" cy="53741"/>
            </a:xfrm>
            <a:custGeom>
              <a:rect b="b" l="l" r="r" t="t"/>
              <a:pathLst>
                <a:path extrusionOk="0" h="2050" w="1459">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3" name="Google Shape;25243;p98"/>
            <p:cNvSpPr/>
            <p:nvPr/>
          </p:nvSpPr>
          <p:spPr>
            <a:xfrm>
              <a:off x="7590207" y="1801476"/>
              <a:ext cx="187726" cy="53767"/>
            </a:xfrm>
            <a:custGeom>
              <a:rect b="b" l="l" r="r" t="t"/>
              <a:pathLst>
                <a:path extrusionOk="0" h="2051" w="7161">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4" name="Google Shape;25244;p98"/>
            <p:cNvSpPr/>
            <p:nvPr/>
          </p:nvSpPr>
          <p:spPr>
            <a:xfrm>
              <a:off x="7739292" y="1801476"/>
              <a:ext cx="38248" cy="53767"/>
            </a:xfrm>
            <a:custGeom>
              <a:rect b="b" l="l" r="r" t="t"/>
              <a:pathLst>
                <a:path extrusionOk="0" h="2051" w="1459">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5" name="Google Shape;25245;p98"/>
            <p:cNvSpPr/>
            <p:nvPr/>
          </p:nvSpPr>
          <p:spPr>
            <a:xfrm>
              <a:off x="7678001" y="1625521"/>
              <a:ext cx="205893" cy="135112"/>
            </a:xfrm>
            <a:custGeom>
              <a:rect b="b" l="l" r="r" t="t"/>
              <a:pathLst>
                <a:path extrusionOk="0" h="5154" w="7854">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6" name="Google Shape;25246;p98"/>
            <p:cNvSpPr/>
            <p:nvPr/>
          </p:nvSpPr>
          <p:spPr>
            <a:xfrm>
              <a:off x="7857364" y="1625521"/>
              <a:ext cx="26530" cy="135112"/>
            </a:xfrm>
            <a:custGeom>
              <a:rect b="b" l="l" r="r" t="t"/>
              <a:pathLst>
                <a:path extrusionOk="0" h="5154" w="1012">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7" name="Google Shape;25247;p98"/>
            <p:cNvSpPr/>
            <p:nvPr/>
          </p:nvSpPr>
          <p:spPr>
            <a:xfrm>
              <a:off x="7782809" y="1648223"/>
              <a:ext cx="55287" cy="47266"/>
            </a:xfrm>
            <a:custGeom>
              <a:rect b="b" l="l" r="r" t="t"/>
              <a:pathLst>
                <a:path extrusionOk="0" h="1803" w="2109">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8" name="Google Shape;25248;p98"/>
            <p:cNvSpPr/>
            <p:nvPr/>
          </p:nvSpPr>
          <p:spPr>
            <a:xfrm>
              <a:off x="7807425" y="1648223"/>
              <a:ext cx="55261" cy="47266"/>
            </a:xfrm>
            <a:custGeom>
              <a:rect b="b" l="l" r="r" t="t"/>
              <a:pathLst>
                <a:path extrusionOk="0" h="1803" w="2108">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9" name="Google Shape;25249;p98"/>
            <p:cNvSpPr/>
            <p:nvPr/>
          </p:nvSpPr>
          <p:spPr>
            <a:xfrm>
              <a:off x="7701464" y="1649351"/>
              <a:ext cx="65852" cy="44697"/>
            </a:xfrm>
            <a:custGeom>
              <a:rect b="b" l="l" r="r" t="t"/>
              <a:pathLst>
                <a:path extrusionOk="0" h="1705" w="2512">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0" name="Google Shape;25250;p98"/>
            <p:cNvSpPr/>
            <p:nvPr/>
          </p:nvSpPr>
          <p:spPr>
            <a:xfrm>
              <a:off x="7698056" y="1704245"/>
              <a:ext cx="167278" cy="29544"/>
            </a:xfrm>
            <a:custGeom>
              <a:rect b="b" l="l" r="r" t="t"/>
              <a:pathLst>
                <a:path extrusionOk="0" h="1127" w="6381">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1" name="Google Shape;25251;p98"/>
            <p:cNvSpPr/>
            <p:nvPr/>
          </p:nvSpPr>
          <p:spPr>
            <a:xfrm>
              <a:off x="7678001" y="1608298"/>
              <a:ext cx="9857" cy="169742"/>
            </a:xfrm>
            <a:custGeom>
              <a:rect b="b" l="l" r="r" t="t"/>
              <a:pathLst>
                <a:path extrusionOk="0" h="6475" w="376">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2" name="Google Shape;25252;p98"/>
            <p:cNvSpPr/>
            <p:nvPr/>
          </p:nvSpPr>
          <p:spPr>
            <a:xfrm>
              <a:off x="7526242" y="1522968"/>
              <a:ext cx="114691" cy="98201"/>
            </a:xfrm>
            <a:custGeom>
              <a:rect b="b" l="l" r="r" t="t"/>
              <a:pathLst>
                <a:path extrusionOk="0" h="3746" w="4375">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3" name="Google Shape;25253;p98"/>
            <p:cNvSpPr/>
            <p:nvPr/>
          </p:nvSpPr>
          <p:spPr>
            <a:xfrm>
              <a:off x="7584151" y="1522968"/>
              <a:ext cx="58669" cy="97913"/>
            </a:xfrm>
            <a:custGeom>
              <a:rect b="b" l="l" r="r" t="t"/>
              <a:pathLst>
                <a:path extrusionOk="0" h="3735" w="2238">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4" name="Google Shape;25254;p98"/>
            <p:cNvSpPr/>
            <p:nvPr/>
          </p:nvSpPr>
          <p:spPr>
            <a:xfrm>
              <a:off x="7570467" y="1556471"/>
              <a:ext cx="43255" cy="30488"/>
            </a:xfrm>
            <a:custGeom>
              <a:rect b="b" l="l" r="r" t="t"/>
              <a:pathLst>
                <a:path extrusionOk="0" h="1163" w="165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55" name="Google Shape;25255;p98"/>
          <p:cNvGrpSpPr/>
          <p:nvPr/>
        </p:nvGrpSpPr>
        <p:grpSpPr>
          <a:xfrm>
            <a:off x="3225729" y="1982386"/>
            <a:ext cx="371650" cy="371624"/>
            <a:chOff x="3250786" y="1982386"/>
            <a:chExt cx="371650" cy="371624"/>
          </a:xfrm>
        </p:grpSpPr>
        <p:sp>
          <p:nvSpPr>
            <p:cNvPr id="25256" name="Google Shape;25256;p98"/>
            <p:cNvSpPr/>
            <p:nvPr/>
          </p:nvSpPr>
          <p:spPr>
            <a:xfrm>
              <a:off x="3358634" y="2006215"/>
              <a:ext cx="179782" cy="164263"/>
            </a:xfrm>
            <a:custGeom>
              <a:rect b="b" l="l" r="r" t="t"/>
              <a:pathLst>
                <a:path extrusionOk="0" h="6266" w="6858">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7" name="Google Shape;25257;p98"/>
            <p:cNvSpPr/>
            <p:nvPr/>
          </p:nvSpPr>
          <p:spPr>
            <a:xfrm>
              <a:off x="3358634" y="2006215"/>
              <a:ext cx="167671" cy="119619"/>
            </a:xfrm>
            <a:custGeom>
              <a:rect b="b" l="l" r="r" t="t"/>
              <a:pathLst>
                <a:path extrusionOk="0" h="4563" w="6396">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8" name="Google Shape;25258;p98"/>
            <p:cNvSpPr/>
            <p:nvPr/>
          </p:nvSpPr>
          <p:spPr>
            <a:xfrm>
              <a:off x="3251546" y="2150398"/>
              <a:ext cx="131730" cy="131704"/>
            </a:xfrm>
            <a:custGeom>
              <a:rect b="b" l="l" r="r" t="t"/>
              <a:pathLst>
                <a:path extrusionOk="0" h="5024" w="5025">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9" name="Google Shape;25259;p98"/>
            <p:cNvSpPr/>
            <p:nvPr/>
          </p:nvSpPr>
          <p:spPr>
            <a:xfrm>
              <a:off x="3287487" y="2150398"/>
              <a:ext cx="95790" cy="131704"/>
            </a:xfrm>
            <a:custGeom>
              <a:rect b="b" l="l" r="r" t="t"/>
              <a:pathLst>
                <a:path extrusionOk="0" h="5024" w="3654">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0" name="Google Shape;25260;p98"/>
            <p:cNvSpPr/>
            <p:nvPr/>
          </p:nvSpPr>
          <p:spPr>
            <a:xfrm>
              <a:off x="3251179" y="2249910"/>
              <a:ext cx="131337" cy="104100"/>
            </a:xfrm>
            <a:custGeom>
              <a:rect b="b" l="l" r="r" t="t"/>
              <a:pathLst>
                <a:path extrusionOk="0" h="3971" w="501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1" name="Google Shape;25261;p98"/>
            <p:cNvSpPr/>
            <p:nvPr/>
          </p:nvSpPr>
          <p:spPr>
            <a:xfrm>
              <a:off x="3294303" y="2249910"/>
              <a:ext cx="44697" cy="29544"/>
            </a:xfrm>
            <a:custGeom>
              <a:rect b="b" l="l" r="r" t="t"/>
              <a:pathLst>
                <a:path extrusionOk="0" h="1127" w="1705">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2" name="Google Shape;25262;p98"/>
            <p:cNvSpPr/>
            <p:nvPr/>
          </p:nvSpPr>
          <p:spPr>
            <a:xfrm>
              <a:off x="3251179" y="2288525"/>
              <a:ext cx="131337" cy="65485"/>
            </a:xfrm>
            <a:custGeom>
              <a:rect b="b" l="l" r="r" t="t"/>
              <a:pathLst>
                <a:path extrusionOk="0" h="2498" w="501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3" name="Google Shape;25263;p98"/>
            <p:cNvSpPr/>
            <p:nvPr/>
          </p:nvSpPr>
          <p:spPr>
            <a:xfrm>
              <a:off x="3272728" y="2192604"/>
              <a:ext cx="87820" cy="72091"/>
            </a:xfrm>
            <a:custGeom>
              <a:rect b="b" l="l" r="r" t="t"/>
              <a:pathLst>
                <a:path extrusionOk="0" h="2750" w="335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4" name="Google Shape;25264;p98"/>
            <p:cNvSpPr/>
            <p:nvPr/>
          </p:nvSpPr>
          <p:spPr>
            <a:xfrm>
              <a:off x="3272728" y="2192814"/>
              <a:ext cx="87820" cy="71515"/>
            </a:xfrm>
            <a:custGeom>
              <a:rect b="b" l="l" r="r" t="t"/>
              <a:pathLst>
                <a:path extrusionOk="0" h="2728" w="335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5" name="Google Shape;25265;p98"/>
            <p:cNvSpPr/>
            <p:nvPr/>
          </p:nvSpPr>
          <p:spPr>
            <a:xfrm>
              <a:off x="3250786" y="2303284"/>
              <a:ext cx="29544" cy="50726"/>
            </a:xfrm>
            <a:custGeom>
              <a:rect b="b" l="l" r="r" t="t"/>
              <a:pathLst>
                <a:path extrusionOk="0" h="1935" w="1127">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6" name="Google Shape;25266;p98"/>
            <p:cNvSpPr/>
            <p:nvPr/>
          </p:nvSpPr>
          <p:spPr>
            <a:xfrm>
              <a:off x="3353339" y="2303284"/>
              <a:ext cx="29177" cy="50726"/>
            </a:xfrm>
            <a:custGeom>
              <a:rect b="b" l="l" r="r" t="t"/>
              <a:pathLst>
                <a:path extrusionOk="0" h="1935" w="1113">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7" name="Google Shape;25267;p98"/>
            <p:cNvSpPr/>
            <p:nvPr/>
          </p:nvSpPr>
          <p:spPr>
            <a:xfrm>
              <a:off x="3499802" y="2163636"/>
              <a:ext cx="36360" cy="79117"/>
            </a:xfrm>
            <a:custGeom>
              <a:rect b="b" l="l" r="r" t="t"/>
              <a:pathLst>
                <a:path extrusionOk="0" h="3018" w="1387">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8" name="Google Shape;25268;p98"/>
            <p:cNvSpPr/>
            <p:nvPr/>
          </p:nvSpPr>
          <p:spPr>
            <a:xfrm>
              <a:off x="3514561" y="2156821"/>
              <a:ext cx="85933" cy="85933"/>
            </a:xfrm>
            <a:custGeom>
              <a:rect b="b" l="l" r="r" t="t"/>
              <a:pathLst>
                <a:path extrusionOk="0" h="3278" w="3278">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9" name="Google Shape;25269;p98"/>
            <p:cNvSpPr/>
            <p:nvPr/>
          </p:nvSpPr>
          <p:spPr>
            <a:xfrm>
              <a:off x="3528560" y="2264302"/>
              <a:ext cx="43150" cy="31825"/>
            </a:xfrm>
            <a:custGeom>
              <a:rect b="b" l="l" r="r" t="t"/>
              <a:pathLst>
                <a:path extrusionOk="0" h="1214" w="1646">
                  <a:moveTo>
                    <a:pt x="0" y="0"/>
                  </a:moveTo>
                  <a:lnTo>
                    <a:pt x="0" y="1213"/>
                  </a:lnTo>
                  <a:lnTo>
                    <a:pt x="1646" y="1213"/>
                  </a:lnTo>
                  <a:lnTo>
                    <a:pt x="1646"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0" name="Google Shape;25270;p98"/>
            <p:cNvSpPr/>
            <p:nvPr/>
          </p:nvSpPr>
          <p:spPr>
            <a:xfrm>
              <a:off x="3528560" y="2264302"/>
              <a:ext cx="43150" cy="17538"/>
            </a:xfrm>
            <a:custGeom>
              <a:rect b="b" l="l" r="r" t="t"/>
              <a:pathLst>
                <a:path extrusionOk="0" h="669" w="1646">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1" name="Google Shape;25271;p98"/>
            <p:cNvSpPr/>
            <p:nvPr/>
          </p:nvSpPr>
          <p:spPr>
            <a:xfrm>
              <a:off x="3478594" y="2281709"/>
              <a:ext cx="143842" cy="72301"/>
            </a:xfrm>
            <a:custGeom>
              <a:rect b="b" l="l" r="r" t="t"/>
              <a:pathLst>
                <a:path extrusionOk="0" h="2758" w="5487">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2" name="Google Shape;25272;p98"/>
            <p:cNvSpPr/>
            <p:nvPr/>
          </p:nvSpPr>
          <p:spPr>
            <a:xfrm>
              <a:off x="3542926" y="2296101"/>
              <a:ext cx="14418" cy="57909"/>
            </a:xfrm>
            <a:custGeom>
              <a:rect b="b" l="l" r="r" t="t"/>
              <a:pathLst>
                <a:path extrusionOk="0" h="2209" w="550">
                  <a:moveTo>
                    <a:pt x="145" y="0"/>
                  </a:moveTo>
                  <a:lnTo>
                    <a:pt x="1" y="2209"/>
                  </a:lnTo>
                  <a:lnTo>
                    <a:pt x="549" y="2209"/>
                  </a:lnTo>
                  <a:lnTo>
                    <a:pt x="419"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3" name="Google Shape;25273;p98"/>
            <p:cNvSpPr/>
            <p:nvPr/>
          </p:nvSpPr>
          <p:spPr>
            <a:xfrm>
              <a:off x="3507352" y="2192394"/>
              <a:ext cx="85933" cy="79117"/>
            </a:xfrm>
            <a:custGeom>
              <a:rect b="b" l="l" r="r" t="t"/>
              <a:pathLst>
                <a:path extrusionOk="0" h="3018" w="3278">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4" name="Google Shape;25274;p98"/>
            <p:cNvSpPr/>
            <p:nvPr/>
          </p:nvSpPr>
          <p:spPr>
            <a:xfrm>
              <a:off x="3506985" y="2192394"/>
              <a:ext cx="86300" cy="77229"/>
            </a:xfrm>
            <a:custGeom>
              <a:rect b="b" l="l" r="r" t="t"/>
              <a:pathLst>
                <a:path extrusionOk="0" h="2946" w="3292">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5" name="Google Shape;25275;p98"/>
            <p:cNvSpPr/>
            <p:nvPr/>
          </p:nvSpPr>
          <p:spPr>
            <a:xfrm>
              <a:off x="3478594" y="2299876"/>
              <a:ext cx="28784" cy="54134"/>
            </a:xfrm>
            <a:custGeom>
              <a:rect b="b" l="l" r="r" t="t"/>
              <a:pathLst>
                <a:path extrusionOk="0" h="2065" w="1098">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6" name="Google Shape;25276;p98"/>
            <p:cNvSpPr/>
            <p:nvPr/>
          </p:nvSpPr>
          <p:spPr>
            <a:xfrm>
              <a:off x="3593258" y="2299876"/>
              <a:ext cx="28784" cy="54134"/>
            </a:xfrm>
            <a:custGeom>
              <a:rect b="b" l="l" r="r" t="t"/>
              <a:pathLst>
                <a:path extrusionOk="0" h="2065" w="1098">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7" name="Google Shape;25277;p98"/>
            <p:cNvSpPr/>
            <p:nvPr/>
          </p:nvSpPr>
          <p:spPr>
            <a:xfrm>
              <a:off x="3542926" y="2296101"/>
              <a:ext cx="14418" cy="14392"/>
            </a:xfrm>
            <a:custGeom>
              <a:rect b="b" l="l" r="r" t="t"/>
              <a:pathLst>
                <a:path extrusionOk="0" h="549" w="55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8" name="Google Shape;25278;p98"/>
            <p:cNvSpPr/>
            <p:nvPr/>
          </p:nvSpPr>
          <p:spPr>
            <a:xfrm>
              <a:off x="3520984" y="2276125"/>
              <a:ext cx="29544" cy="30226"/>
            </a:xfrm>
            <a:custGeom>
              <a:rect b="b" l="l" r="r" t="t"/>
              <a:pathLst>
                <a:path extrusionOk="0" h="1153" w="1127">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9" name="Google Shape;25279;p98"/>
            <p:cNvSpPr/>
            <p:nvPr/>
          </p:nvSpPr>
          <p:spPr>
            <a:xfrm>
              <a:off x="3550502" y="2276125"/>
              <a:ext cx="29177" cy="30226"/>
            </a:xfrm>
            <a:custGeom>
              <a:rect b="b" l="l" r="r" t="t"/>
              <a:pathLst>
                <a:path extrusionOk="0" h="1153" w="1113">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0" name="Google Shape;25280;p98"/>
            <p:cNvSpPr/>
            <p:nvPr/>
          </p:nvSpPr>
          <p:spPr>
            <a:xfrm>
              <a:off x="3310582" y="1982386"/>
              <a:ext cx="203612" cy="175169"/>
            </a:xfrm>
            <a:custGeom>
              <a:rect b="b" l="l" r="r" t="t"/>
              <a:pathLst>
                <a:path extrusionOk="0" h="6682" w="7767">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1" name="Google Shape;25281;p98"/>
            <p:cNvSpPr/>
            <p:nvPr/>
          </p:nvSpPr>
          <p:spPr>
            <a:xfrm>
              <a:off x="3345396" y="2012192"/>
              <a:ext cx="33844" cy="11875"/>
            </a:xfrm>
            <a:custGeom>
              <a:rect b="b" l="l" r="r" t="t"/>
              <a:pathLst>
                <a:path extrusionOk="0" h="453" w="1291">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2" name="Google Shape;25282;p98"/>
            <p:cNvSpPr/>
            <p:nvPr/>
          </p:nvSpPr>
          <p:spPr>
            <a:xfrm>
              <a:off x="3387025" y="2012192"/>
              <a:ext cx="93640" cy="11875"/>
            </a:xfrm>
            <a:custGeom>
              <a:rect b="b" l="l" r="r" t="t"/>
              <a:pathLst>
                <a:path extrusionOk="0" h="453" w="3572">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3" name="Google Shape;25283;p98"/>
            <p:cNvSpPr/>
            <p:nvPr/>
          </p:nvSpPr>
          <p:spPr>
            <a:xfrm>
              <a:off x="3344111" y="2042104"/>
              <a:ext cx="136554" cy="11849"/>
            </a:xfrm>
            <a:custGeom>
              <a:rect b="b" l="l" r="r" t="t"/>
              <a:pathLst>
                <a:path extrusionOk="0" h="452" w="5209">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4" name="Google Shape;25284;p98"/>
            <p:cNvSpPr/>
            <p:nvPr/>
          </p:nvSpPr>
          <p:spPr>
            <a:xfrm>
              <a:off x="3345396" y="2072041"/>
              <a:ext cx="93640" cy="11797"/>
            </a:xfrm>
            <a:custGeom>
              <a:rect b="b" l="l" r="r" t="t"/>
              <a:pathLst>
                <a:path extrusionOk="0" h="450" w="3572">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5" name="Google Shape;25285;p98"/>
            <p:cNvSpPr/>
            <p:nvPr/>
          </p:nvSpPr>
          <p:spPr>
            <a:xfrm>
              <a:off x="3445904" y="2072041"/>
              <a:ext cx="34761" cy="11797"/>
            </a:xfrm>
            <a:custGeom>
              <a:rect b="b" l="l" r="r" t="t"/>
              <a:pathLst>
                <a:path extrusionOk="0" h="450" w="1326">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86" name="Google Shape;25286;p98"/>
          <p:cNvGrpSpPr/>
          <p:nvPr/>
        </p:nvGrpSpPr>
        <p:grpSpPr>
          <a:xfrm>
            <a:off x="1317329" y="2916322"/>
            <a:ext cx="373538" cy="331515"/>
            <a:chOff x="1342386" y="2916322"/>
            <a:chExt cx="373538" cy="331515"/>
          </a:xfrm>
        </p:grpSpPr>
        <p:sp>
          <p:nvSpPr>
            <p:cNvPr id="25287" name="Google Shape;25287;p98"/>
            <p:cNvSpPr/>
            <p:nvPr/>
          </p:nvSpPr>
          <p:spPr>
            <a:xfrm>
              <a:off x="1499047" y="2916322"/>
              <a:ext cx="216877" cy="180910"/>
            </a:xfrm>
            <a:custGeom>
              <a:rect b="b" l="l" r="r" t="t"/>
              <a:pathLst>
                <a:path extrusionOk="0" h="6901" w="8273">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8" name="Google Shape;25288;p98"/>
            <p:cNvSpPr/>
            <p:nvPr/>
          </p:nvSpPr>
          <p:spPr>
            <a:xfrm>
              <a:off x="1342386" y="3060137"/>
              <a:ext cx="217244" cy="187699"/>
            </a:xfrm>
            <a:custGeom>
              <a:rect b="b" l="l" r="r" t="t"/>
              <a:pathLst>
                <a:path extrusionOk="0" h="7160" w="8287">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9" name="Google Shape;25289;p98"/>
            <p:cNvSpPr/>
            <p:nvPr/>
          </p:nvSpPr>
          <p:spPr>
            <a:xfrm>
              <a:off x="1382128" y="3151706"/>
              <a:ext cx="41262" cy="18193"/>
            </a:xfrm>
            <a:custGeom>
              <a:rect b="b" l="l" r="r" t="t"/>
              <a:pathLst>
                <a:path extrusionOk="0" h="694" w="1574">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0" name="Google Shape;25290;p98"/>
            <p:cNvSpPr/>
            <p:nvPr/>
          </p:nvSpPr>
          <p:spPr>
            <a:xfrm>
              <a:off x="1360186" y="3066927"/>
              <a:ext cx="29911" cy="66272"/>
            </a:xfrm>
            <a:custGeom>
              <a:rect b="b" l="l" r="r" t="t"/>
              <a:pathLst>
                <a:path extrusionOk="0" h="2528" w="1141">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1" name="Google Shape;25291;p98"/>
            <p:cNvSpPr/>
            <p:nvPr/>
          </p:nvSpPr>
          <p:spPr>
            <a:xfrm>
              <a:off x="1372297" y="3060871"/>
              <a:ext cx="72301" cy="72694"/>
            </a:xfrm>
            <a:custGeom>
              <a:rect b="b" l="l" r="r" t="t"/>
              <a:pathLst>
                <a:path extrusionOk="0" h="2773" w="2758">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2" name="Google Shape;25292;p98"/>
            <p:cNvSpPr/>
            <p:nvPr/>
          </p:nvSpPr>
          <p:spPr>
            <a:xfrm>
              <a:off x="1366609" y="3091149"/>
              <a:ext cx="72301" cy="66245"/>
            </a:xfrm>
            <a:custGeom>
              <a:rect b="b" l="l" r="r" t="t"/>
              <a:pathLst>
                <a:path extrusionOk="0" h="2527" w="2758">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3" name="Google Shape;25293;p98"/>
            <p:cNvSpPr/>
            <p:nvPr/>
          </p:nvSpPr>
          <p:spPr>
            <a:xfrm>
              <a:off x="1366242" y="3091149"/>
              <a:ext cx="72301" cy="64751"/>
            </a:xfrm>
            <a:custGeom>
              <a:rect b="b" l="l" r="r" t="t"/>
              <a:pathLst>
                <a:path extrusionOk="0" h="2470" w="2758">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4" name="Google Shape;25294;p98"/>
            <p:cNvSpPr/>
            <p:nvPr/>
          </p:nvSpPr>
          <p:spPr>
            <a:xfrm>
              <a:off x="1342386" y="3086981"/>
              <a:ext cx="198710" cy="160855"/>
            </a:xfrm>
            <a:custGeom>
              <a:rect b="b" l="l" r="r" t="t"/>
              <a:pathLst>
                <a:path extrusionOk="0" h="6136" w="758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5" name="Google Shape;25295;p98"/>
            <p:cNvSpPr/>
            <p:nvPr/>
          </p:nvSpPr>
          <p:spPr>
            <a:xfrm>
              <a:off x="1342386" y="3181591"/>
              <a:ext cx="23882" cy="66245"/>
            </a:xfrm>
            <a:custGeom>
              <a:rect b="b" l="l" r="r" t="t"/>
              <a:pathLst>
                <a:path extrusionOk="0" h="2527" w="911">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6" name="Google Shape;25296;p98"/>
            <p:cNvSpPr/>
            <p:nvPr/>
          </p:nvSpPr>
          <p:spPr>
            <a:xfrm>
              <a:off x="1438517" y="3086981"/>
              <a:ext cx="102579" cy="129083"/>
            </a:xfrm>
            <a:custGeom>
              <a:rect b="b" l="l" r="r" t="t"/>
              <a:pathLst>
                <a:path extrusionOk="0" h="4924" w="3913">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7" name="Google Shape;25297;p98"/>
            <p:cNvSpPr/>
            <p:nvPr/>
          </p:nvSpPr>
          <p:spPr>
            <a:xfrm>
              <a:off x="1515903" y="2943559"/>
              <a:ext cx="178839" cy="114900"/>
            </a:xfrm>
            <a:custGeom>
              <a:rect b="b" l="l" r="r" t="t"/>
              <a:pathLst>
                <a:path extrusionOk="0" h="4383" w="6822">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98" name="Google Shape;25298;p98"/>
          <p:cNvGrpSpPr/>
          <p:nvPr/>
        </p:nvGrpSpPr>
        <p:grpSpPr>
          <a:xfrm>
            <a:off x="2269065" y="2946600"/>
            <a:ext cx="373931" cy="271351"/>
            <a:chOff x="2294122" y="2946600"/>
            <a:chExt cx="373931" cy="271351"/>
          </a:xfrm>
        </p:grpSpPr>
        <p:sp>
          <p:nvSpPr>
            <p:cNvPr id="25299" name="Google Shape;25299;p98"/>
            <p:cNvSpPr/>
            <p:nvPr/>
          </p:nvSpPr>
          <p:spPr>
            <a:xfrm>
              <a:off x="2312289" y="2946600"/>
              <a:ext cx="337597" cy="247129"/>
            </a:xfrm>
            <a:custGeom>
              <a:rect b="b" l="l" r="r" t="t"/>
              <a:pathLst>
                <a:path extrusionOk="0" h="9427" w="12878">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0" name="Google Shape;25300;p98"/>
            <p:cNvSpPr/>
            <p:nvPr/>
          </p:nvSpPr>
          <p:spPr>
            <a:xfrm>
              <a:off x="2336511" y="2970823"/>
              <a:ext cx="289151" cy="192628"/>
            </a:xfrm>
            <a:custGeom>
              <a:rect b="b" l="l" r="r" t="t"/>
              <a:pathLst>
                <a:path extrusionOk="0" h="7348" w="1103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1" name="Google Shape;25301;p98"/>
            <p:cNvSpPr/>
            <p:nvPr/>
          </p:nvSpPr>
          <p:spPr>
            <a:xfrm>
              <a:off x="2336511" y="3127483"/>
              <a:ext cx="168798" cy="35967"/>
            </a:xfrm>
            <a:custGeom>
              <a:rect b="b" l="l" r="r" t="t"/>
              <a:pathLst>
                <a:path extrusionOk="0" h="1372" w="6439">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2" name="Google Shape;25302;p98"/>
            <p:cNvSpPr/>
            <p:nvPr/>
          </p:nvSpPr>
          <p:spPr>
            <a:xfrm>
              <a:off x="2505284" y="2970823"/>
              <a:ext cx="120379" cy="96130"/>
            </a:xfrm>
            <a:custGeom>
              <a:rect b="b" l="l" r="r" t="t"/>
              <a:pathLst>
                <a:path extrusionOk="0" h="3667" w="4592">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3" name="Google Shape;25303;p98"/>
            <p:cNvSpPr/>
            <p:nvPr/>
          </p:nvSpPr>
          <p:spPr>
            <a:xfrm>
              <a:off x="2505284" y="3066927"/>
              <a:ext cx="120379" cy="96524"/>
            </a:xfrm>
            <a:custGeom>
              <a:rect b="b" l="l" r="r" t="t"/>
              <a:pathLst>
                <a:path extrusionOk="0" h="3682" w="4592">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4" name="Google Shape;25304;p98"/>
            <p:cNvSpPr/>
            <p:nvPr/>
          </p:nvSpPr>
          <p:spPr>
            <a:xfrm>
              <a:off x="2294122" y="3187647"/>
              <a:ext cx="373931" cy="30305"/>
            </a:xfrm>
            <a:custGeom>
              <a:rect b="b" l="l" r="r" t="t"/>
              <a:pathLst>
                <a:path extrusionOk="0" h="1156" w="14264">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5" name="Google Shape;25305;p98"/>
            <p:cNvSpPr/>
            <p:nvPr/>
          </p:nvSpPr>
          <p:spPr>
            <a:xfrm>
              <a:off x="2294122" y="3187647"/>
              <a:ext cx="373931" cy="12138"/>
            </a:xfrm>
            <a:custGeom>
              <a:rect b="b" l="l" r="r" t="t"/>
              <a:pathLst>
                <a:path extrusionOk="0" h="463" w="14264">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6" name="Google Shape;25306;p98"/>
            <p:cNvSpPr/>
            <p:nvPr/>
          </p:nvSpPr>
          <p:spPr>
            <a:xfrm>
              <a:off x="2444753" y="3187647"/>
              <a:ext cx="72668" cy="18193"/>
            </a:xfrm>
            <a:custGeom>
              <a:rect b="b" l="l" r="r" t="t"/>
              <a:pathLst>
                <a:path extrusionOk="0" h="694" w="2772">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7" name="Google Shape;25307;p98"/>
            <p:cNvSpPr/>
            <p:nvPr/>
          </p:nvSpPr>
          <p:spPr>
            <a:xfrm>
              <a:off x="2535195" y="3043097"/>
              <a:ext cx="60557" cy="24249"/>
            </a:xfrm>
            <a:custGeom>
              <a:rect b="b" l="l" r="r" t="t"/>
              <a:pathLst>
                <a:path extrusionOk="0" h="925" w="231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8" name="Google Shape;25308;p98"/>
            <p:cNvSpPr/>
            <p:nvPr/>
          </p:nvSpPr>
          <p:spPr>
            <a:xfrm>
              <a:off x="2553362" y="3024930"/>
              <a:ext cx="24223" cy="30305"/>
            </a:xfrm>
            <a:custGeom>
              <a:rect b="b" l="l" r="r" t="t"/>
              <a:pathLst>
                <a:path extrusionOk="0" h="1156" w="924">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9" name="Google Shape;25309;p98"/>
            <p:cNvSpPr/>
            <p:nvPr/>
          </p:nvSpPr>
          <p:spPr>
            <a:xfrm>
              <a:off x="2547306" y="2994652"/>
              <a:ext cx="36334" cy="42416"/>
            </a:xfrm>
            <a:custGeom>
              <a:rect b="b" l="l" r="r" t="t"/>
              <a:pathLst>
                <a:path extrusionOk="0" h="1618" w="1386">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0" name="Google Shape;25310;p98"/>
            <p:cNvSpPr/>
            <p:nvPr/>
          </p:nvSpPr>
          <p:spPr>
            <a:xfrm>
              <a:off x="2547306" y="2994652"/>
              <a:ext cx="24249" cy="42337"/>
            </a:xfrm>
            <a:custGeom>
              <a:rect b="b" l="l" r="r" t="t"/>
              <a:pathLst>
                <a:path extrusionOk="0" h="1615" w="925">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1" name="Google Shape;25311;p98"/>
            <p:cNvSpPr/>
            <p:nvPr/>
          </p:nvSpPr>
          <p:spPr>
            <a:xfrm>
              <a:off x="2547306" y="2994652"/>
              <a:ext cx="36334" cy="18193"/>
            </a:xfrm>
            <a:custGeom>
              <a:rect b="b" l="l" r="r" t="t"/>
              <a:pathLst>
                <a:path extrusionOk="0" h="694" w="1386">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2" name="Google Shape;25312;p98"/>
            <p:cNvSpPr/>
            <p:nvPr/>
          </p:nvSpPr>
          <p:spPr>
            <a:xfrm>
              <a:off x="2547306" y="2994652"/>
              <a:ext cx="24249" cy="15178"/>
            </a:xfrm>
            <a:custGeom>
              <a:rect b="b" l="l" r="r" t="t"/>
              <a:pathLst>
                <a:path extrusionOk="0" h="579" w="925">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3" name="Google Shape;25313;p98"/>
            <p:cNvSpPr/>
            <p:nvPr/>
          </p:nvSpPr>
          <p:spPr>
            <a:xfrm>
              <a:off x="2535195" y="3139595"/>
              <a:ext cx="60557" cy="23856"/>
            </a:xfrm>
            <a:custGeom>
              <a:rect b="b" l="l" r="r" t="t"/>
              <a:pathLst>
                <a:path extrusionOk="0" h="910" w="231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4" name="Google Shape;25314;p98"/>
            <p:cNvSpPr/>
            <p:nvPr/>
          </p:nvSpPr>
          <p:spPr>
            <a:xfrm>
              <a:off x="2553362" y="3121428"/>
              <a:ext cx="24223" cy="29911"/>
            </a:xfrm>
            <a:custGeom>
              <a:rect b="b" l="l" r="r" t="t"/>
              <a:pathLst>
                <a:path extrusionOk="0" h="1141" w="924">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5" name="Google Shape;25315;p98"/>
            <p:cNvSpPr/>
            <p:nvPr/>
          </p:nvSpPr>
          <p:spPr>
            <a:xfrm>
              <a:off x="2547306" y="3091543"/>
              <a:ext cx="36334" cy="42023"/>
            </a:xfrm>
            <a:custGeom>
              <a:rect b="b" l="l" r="r" t="t"/>
              <a:pathLst>
                <a:path extrusionOk="0" h="1603" w="1386">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6" name="Google Shape;25316;p98"/>
            <p:cNvSpPr/>
            <p:nvPr/>
          </p:nvSpPr>
          <p:spPr>
            <a:xfrm>
              <a:off x="2547306" y="3091543"/>
              <a:ext cx="24249" cy="42101"/>
            </a:xfrm>
            <a:custGeom>
              <a:rect b="b" l="l" r="r" t="t"/>
              <a:pathLst>
                <a:path extrusionOk="0" h="1606" w="925">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7" name="Google Shape;25317;p98"/>
            <p:cNvSpPr/>
            <p:nvPr/>
          </p:nvSpPr>
          <p:spPr>
            <a:xfrm>
              <a:off x="2547306" y="3091149"/>
              <a:ext cx="36334" cy="18193"/>
            </a:xfrm>
            <a:custGeom>
              <a:rect b="b" l="l" r="r" t="t"/>
              <a:pathLst>
                <a:path extrusionOk="0" h="694" w="1386">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8" name="Google Shape;25318;p98"/>
            <p:cNvSpPr/>
            <p:nvPr/>
          </p:nvSpPr>
          <p:spPr>
            <a:xfrm>
              <a:off x="2547306" y="3091543"/>
              <a:ext cx="24249" cy="14785"/>
            </a:xfrm>
            <a:custGeom>
              <a:rect b="b" l="l" r="r" t="t"/>
              <a:pathLst>
                <a:path extrusionOk="0" h="564" w="925">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9" name="Google Shape;25319;p98"/>
            <p:cNvSpPr/>
            <p:nvPr/>
          </p:nvSpPr>
          <p:spPr>
            <a:xfrm>
              <a:off x="2384563" y="3049153"/>
              <a:ext cx="72327" cy="90075"/>
            </a:xfrm>
            <a:custGeom>
              <a:rect b="b" l="l" r="r" t="t"/>
              <a:pathLst>
                <a:path extrusionOk="0" h="3436" w="2759">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0" name="Google Shape;25320;p98"/>
            <p:cNvSpPr/>
            <p:nvPr/>
          </p:nvSpPr>
          <p:spPr>
            <a:xfrm>
              <a:off x="2407659" y="3048760"/>
              <a:ext cx="26503" cy="18115"/>
            </a:xfrm>
            <a:custGeom>
              <a:rect b="b" l="l" r="r" t="t"/>
              <a:pathLst>
                <a:path extrusionOk="0" h="691" w="1011">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1" name="Google Shape;25321;p98"/>
            <p:cNvSpPr/>
            <p:nvPr/>
          </p:nvSpPr>
          <p:spPr>
            <a:xfrm>
              <a:off x="2384563" y="3068080"/>
              <a:ext cx="72327" cy="71541"/>
            </a:xfrm>
            <a:custGeom>
              <a:rect b="b" l="l" r="r" t="t"/>
              <a:pathLst>
                <a:path extrusionOk="0" h="2729" w="2759">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2" name="Google Shape;25322;p98"/>
            <p:cNvSpPr/>
            <p:nvPr/>
          </p:nvSpPr>
          <p:spPr>
            <a:xfrm>
              <a:off x="2396675" y="3000708"/>
              <a:ext cx="48105" cy="54527"/>
            </a:xfrm>
            <a:custGeom>
              <a:rect b="b" l="l" r="r" t="t"/>
              <a:pathLst>
                <a:path extrusionOk="0" h="2080" w="1835">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3" name="Google Shape;25323;p98"/>
            <p:cNvSpPr/>
            <p:nvPr/>
          </p:nvSpPr>
          <p:spPr>
            <a:xfrm>
              <a:off x="2396675" y="3000708"/>
              <a:ext cx="33345" cy="54422"/>
            </a:xfrm>
            <a:custGeom>
              <a:rect b="b" l="l" r="r" t="t"/>
              <a:pathLst>
                <a:path extrusionOk="0" h="2076" w="1272">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4" name="Google Shape;25324;p98"/>
            <p:cNvSpPr/>
            <p:nvPr/>
          </p:nvSpPr>
          <p:spPr>
            <a:xfrm>
              <a:off x="2396675" y="3000708"/>
              <a:ext cx="48105" cy="24301"/>
            </a:xfrm>
            <a:custGeom>
              <a:rect b="b" l="l" r="r" t="t"/>
              <a:pathLst>
                <a:path extrusionOk="0" h="927" w="1835">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5" name="Google Shape;25325;p98"/>
            <p:cNvSpPr/>
            <p:nvPr/>
          </p:nvSpPr>
          <p:spPr>
            <a:xfrm>
              <a:off x="2396675" y="3000708"/>
              <a:ext cx="33345" cy="21968"/>
            </a:xfrm>
            <a:custGeom>
              <a:rect b="b" l="l" r="r" t="t"/>
              <a:pathLst>
                <a:path extrusionOk="0" h="838" w="1272">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6" name="Google Shape;25326;p98"/>
            <p:cNvSpPr/>
            <p:nvPr/>
          </p:nvSpPr>
          <p:spPr>
            <a:xfrm>
              <a:off x="2384563" y="3079038"/>
              <a:ext cx="30305" cy="60583"/>
            </a:xfrm>
            <a:custGeom>
              <a:rect b="b" l="l" r="r" t="t"/>
              <a:pathLst>
                <a:path extrusionOk="0" h="2311" w="1156">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7" name="Google Shape;25327;p98"/>
            <p:cNvSpPr/>
            <p:nvPr/>
          </p:nvSpPr>
          <p:spPr>
            <a:xfrm>
              <a:off x="2426953" y="3078671"/>
              <a:ext cx="30305" cy="60557"/>
            </a:xfrm>
            <a:custGeom>
              <a:rect b="b" l="l" r="r" t="t"/>
              <a:pathLst>
                <a:path extrusionOk="0" h="2310" w="1156">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8" name="Google Shape;25328;p98"/>
            <p:cNvSpPr/>
            <p:nvPr/>
          </p:nvSpPr>
          <p:spPr>
            <a:xfrm>
              <a:off x="2408786" y="3127483"/>
              <a:ext cx="24249" cy="11744"/>
            </a:xfrm>
            <a:custGeom>
              <a:rect b="b" l="l" r="r" t="t"/>
              <a:pathLst>
                <a:path extrusionOk="0" h="448" w="925">
                  <a:moveTo>
                    <a:pt x="1" y="1"/>
                  </a:moveTo>
                  <a:lnTo>
                    <a:pt x="1" y="448"/>
                  </a:lnTo>
                  <a:lnTo>
                    <a:pt x="925" y="448"/>
                  </a:lnTo>
                  <a:lnTo>
                    <a:pt x="925"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329" name="Google Shape;25329;p98"/>
          <p:cNvGrpSpPr/>
          <p:nvPr/>
        </p:nvGrpSpPr>
        <p:grpSpPr>
          <a:xfrm>
            <a:off x="2744762" y="2907251"/>
            <a:ext cx="373905" cy="349682"/>
            <a:chOff x="2769819" y="2907251"/>
            <a:chExt cx="373905" cy="349682"/>
          </a:xfrm>
        </p:grpSpPr>
        <p:sp>
          <p:nvSpPr>
            <p:cNvPr id="25330" name="Google Shape;25330;p98"/>
            <p:cNvSpPr/>
            <p:nvPr/>
          </p:nvSpPr>
          <p:spPr>
            <a:xfrm>
              <a:off x="2975292" y="2943559"/>
              <a:ext cx="168431" cy="176532"/>
            </a:xfrm>
            <a:custGeom>
              <a:rect b="b" l="l" r="r" t="t"/>
              <a:pathLst>
                <a:path extrusionOk="0" h="6734" w="6425">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1" name="Google Shape;25331;p98"/>
            <p:cNvSpPr/>
            <p:nvPr/>
          </p:nvSpPr>
          <p:spPr>
            <a:xfrm>
              <a:off x="3035456" y="2943559"/>
              <a:ext cx="48105" cy="114691"/>
            </a:xfrm>
            <a:custGeom>
              <a:rect b="b" l="l" r="r" t="t"/>
              <a:pathLst>
                <a:path extrusionOk="0" h="4375" w="1835">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2" name="Google Shape;25332;p98"/>
            <p:cNvSpPr/>
            <p:nvPr/>
          </p:nvSpPr>
          <p:spPr>
            <a:xfrm>
              <a:off x="3047567" y="2907251"/>
              <a:ext cx="23882" cy="96524"/>
            </a:xfrm>
            <a:custGeom>
              <a:rect b="b" l="l" r="r" t="t"/>
              <a:pathLst>
                <a:path extrusionOk="0" h="3682" w="911">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3" name="Google Shape;25333;p98"/>
            <p:cNvSpPr/>
            <p:nvPr/>
          </p:nvSpPr>
          <p:spPr>
            <a:xfrm>
              <a:off x="3047567" y="3021916"/>
              <a:ext cx="23882" cy="24223"/>
            </a:xfrm>
            <a:custGeom>
              <a:rect b="b" l="l" r="r" t="t"/>
              <a:pathLst>
                <a:path extrusionOk="0" h="924" w="911">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4" name="Google Shape;25334;p98"/>
            <p:cNvSpPr/>
            <p:nvPr/>
          </p:nvSpPr>
          <p:spPr>
            <a:xfrm>
              <a:off x="2769819" y="3172521"/>
              <a:ext cx="205132" cy="84412"/>
            </a:xfrm>
            <a:custGeom>
              <a:rect b="b" l="l" r="r" t="t"/>
              <a:pathLst>
                <a:path extrusionOk="0" h="3220" w="7825">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5" name="Google Shape;25335;p98"/>
            <p:cNvSpPr/>
            <p:nvPr/>
          </p:nvSpPr>
          <p:spPr>
            <a:xfrm>
              <a:off x="2860628" y="3196743"/>
              <a:ext cx="24249" cy="60190"/>
            </a:xfrm>
            <a:custGeom>
              <a:rect b="b" l="l" r="r" t="t"/>
              <a:pathLst>
                <a:path extrusionOk="0" h="2296" w="925">
                  <a:moveTo>
                    <a:pt x="217" y="0"/>
                  </a:moveTo>
                  <a:lnTo>
                    <a:pt x="1" y="2295"/>
                  </a:lnTo>
                  <a:lnTo>
                    <a:pt x="925" y="2295"/>
                  </a:lnTo>
                  <a:lnTo>
                    <a:pt x="694"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6" name="Google Shape;25336;p98"/>
            <p:cNvSpPr/>
            <p:nvPr/>
          </p:nvSpPr>
          <p:spPr>
            <a:xfrm>
              <a:off x="2862148" y="3184632"/>
              <a:ext cx="21208" cy="20448"/>
            </a:xfrm>
            <a:custGeom>
              <a:rect b="b" l="l" r="r" t="t"/>
              <a:pathLst>
                <a:path extrusionOk="0" h="780" w="809">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7" name="Google Shape;25337;p98"/>
            <p:cNvSpPr/>
            <p:nvPr/>
          </p:nvSpPr>
          <p:spPr>
            <a:xfrm>
              <a:off x="2938958" y="3197110"/>
              <a:ext cx="35993" cy="59823"/>
            </a:xfrm>
            <a:custGeom>
              <a:rect b="b" l="l" r="r" t="t"/>
              <a:pathLst>
                <a:path extrusionOk="0" h="2282" w="1373">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8" name="Google Shape;25338;p98"/>
            <p:cNvSpPr/>
            <p:nvPr/>
          </p:nvSpPr>
          <p:spPr>
            <a:xfrm>
              <a:off x="2806520" y="2985582"/>
              <a:ext cx="132464" cy="96130"/>
            </a:xfrm>
            <a:custGeom>
              <a:rect b="b" l="l" r="r" t="t"/>
              <a:pathLst>
                <a:path extrusionOk="0" h="3667" w="5053">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9" name="Google Shape;25339;p98"/>
            <p:cNvSpPr/>
            <p:nvPr/>
          </p:nvSpPr>
          <p:spPr>
            <a:xfrm>
              <a:off x="2836405" y="2985582"/>
              <a:ext cx="102579" cy="96524"/>
            </a:xfrm>
            <a:custGeom>
              <a:rect b="b" l="l" r="r" t="t"/>
              <a:pathLst>
                <a:path extrusionOk="0" h="3682" w="3913">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0" name="Google Shape;25340;p98"/>
            <p:cNvSpPr/>
            <p:nvPr/>
          </p:nvSpPr>
          <p:spPr>
            <a:xfrm>
              <a:off x="2836405" y="3130498"/>
              <a:ext cx="72327" cy="54160"/>
            </a:xfrm>
            <a:custGeom>
              <a:rect b="b" l="l" r="r" t="t"/>
              <a:pathLst>
                <a:path extrusionOk="0" h="2066" w="2759">
                  <a:moveTo>
                    <a:pt x="1" y="1"/>
                  </a:moveTo>
                  <a:lnTo>
                    <a:pt x="1" y="2065"/>
                  </a:lnTo>
                  <a:lnTo>
                    <a:pt x="2758" y="2065"/>
                  </a:lnTo>
                  <a:lnTo>
                    <a:pt x="2758"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1" name="Google Shape;25341;p98"/>
            <p:cNvSpPr/>
            <p:nvPr/>
          </p:nvSpPr>
          <p:spPr>
            <a:xfrm>
              <a:off x="2836405" y="3130498"/>
              <a:ext cx="72327" cy="30121"/>
            </a:xfrm>
            <a:custGeom>
              <a:rect b="b" l="l" r="r" t="t"/>
              <a:pathLst>
                <a:path extrusionOk="0" h="1149" w="2759">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2" name="Google Shape;25342;p98"/>
            <p:cNvSpPr/>
            <p:nvPr/>
          </p:nvSpPr>
          <p:spPr>
            <a:xfrm>
              <a:off x="2824294" y="3162533"/>
              <a:ext cx="48472" cy="43202"/>
            </a:xfrm>
            <a:custGeom>
              <a:rect b="b" l="l" r="r" t="t"/>
              <a:pathLst>
                <a:path extrusionOk="0" h="1648" w="1849">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3" name="Google Shape;25343;p98"/>
            <p:cNvSpPr/>
            <p:nvPr/>
          </p:nvSpPr>
          <p:spPr>
            <a:xfrm>
              <a:off x="2872739" y="3162533"/>
              <a:ext cx="48078" cy="43202"/>
            </a:xfrm>
            <a:custGeom>
              <a:rect b="b" l="l" r="r" t="t"/>
              <a:pathLst>
                <a:path extrusionOk="0" h="1648" w="1834">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4" name="Google Shape;25344;p98"/>
            <p:cNvSpPr/>
            <p:nvPr/>
          </p:nvSpPr>
          <p:spPr>
            <a:xfrm>
              <a:off x="2812576" y="3034709"/>
              <a:ext cx="120746" cy="113616"/>
            </a:xfrm>
            <a:custGeom>
              <a:rect b="b" l="l" r="r" t="t"/>
              <a:pathLst>
                <a:path extrusionOk="0" h="4334" w="4606">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5" name="Google Shape;25345;p98"/>
            <p:cNvSpPr/>
            <p:nvPr/>
          </p:nvSpPr>
          <p:spPr>
            <a:xfrm>
              <a:off x="2812183" y="3034577"/>
              <a:ext cx="108268" cy="113380"/>
            </a:xfrm>
            <a:custGeom>
              <a:rect b="b" l="l" r="r" t="t"/>
              <a:pathLst>
                <a:path extrusionOk="0" h="4325" w="413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6" name="Google Shape;25346;p98"/>
            <p:cNvSpPr/>
            <p:nvPr/>
          </p:nvSpPr>
          <p:spPr>
            <a:xfrm>
              <a:off x="2770186" y="3197110"/>
              <a:ext cx="36360" cy="59823"/>
            </a:xfrm>
            <a:custGeom>
              <a:rect b="b" l="l" r="r" t="t"/>
              <a:pathLst>
                <a:path extrusionOk="0" h="2282" w="1387">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347" name="Google Shape;25347;p98"/>
          <p:cNvGrpSpPr/>
          <p:nvPr/>
        </p:nvGrpSpPr>
        <p:grpSpPr>
          <a:xfrm>
            <a:off x="3221193" y="2895245"/>
            <a:ext cx="375792" cy="373800"/>
            <a:chOff x="3246251" y="2895245"/>
            <a:chExt cx="375792" cy="373800"/>
          </a:xfrm>
        </p:grpSpPr>
        <p:sp>
          <p:nvSpPr>
            <p:cNvPr id="25348" name="Google Shape;25348;p98"/>
            <p:cNvSpPr/>
            <p:nvPr/>
          </p:nvSpPr>
          <p:spPr>
            <a:xfrm>
              <a:off x="3246251" y="2960599"/>
              <a:ext cx="308446" cy="308446"/>
            </a:xfrm>
            <a:custGeom>
              <a:rect b="b" l="l" r="r" t="t"/>
              <a:pathLst>
                <a:path extrusionOk="0" h="11766" w="11766">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9" name="Google Shape;25349;p98"/>
            <p:cNvSpPr/>
            <p:nvPr/>
          </p:nvSpPr>
          <p:spPr>
            <a:xfrm>
              <a:off x="3400264" y="3108556"/>
              <a:ext cx="154039" cy="12531"/>
            </a:xfrm>
            <a:custGeom>
              <a:rect b="b" l="l" r="r" t="t"/>
              <a:pathLst>
                <a:path extrusionOk="0" h="478" w="5876">
                  <a:moveTo>
                    <a:pt x="1" y="1"/>
                  </a:moveTo>
                  <a:lnTo>
                    <a:pt x="1" y="477"/>
                  </a:lnTo>
                  <a:lnTo>
                    <a:pt x="5876" y="477"/>
                  </a:lnTo>
                  <a:lnTo>
                    <a:pt x="5876" y="246"/>
                  </a:lnTo>
                  <a:lnTo>
                    <a:pt x="5876" y="1"/>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0" name="Google Shape;25350;p98"/>
            <p:cNvSpPr/>
            <p:nvPr/>
          </p:nvSpPr>
          <p:spPr>
            <a:xfrm>
              <a:off x="3529687" y="2895245"/>
              <a:ext cx="92355" cy="89970"/>
            </a:xfrm>
            <a:custGeom>
              <a:rect b="b" l="l" r="r" t="t"/>
              <a:pathLst>
                <a:path extrusionOk="0" h="3432" w="3523">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1" name="Google Shape;25351;p98"/>
            <p:cNvSpPr/>
            <p:nvPr/>
          </p:nvSpPr>
          <p:spPr>
            <a:xfrm>
              <a:off x="3529687" y="2895245"/>
              <a:ext cx="62103" cy="89970"/>
            </a:xfrm>
            <a:custGeom>
              <a:rect b="b" l="l" r="r" t="t"/>
              <a:pathLst>
                <a:path extrusionOk="0" h="3432" w="2369">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2" name="Google Shape;25352;p98"/>
            <p:cNvSpPr/>
            <p:nvPr/>
          </p:nvSpPr>
          <p:spPr>
            <a:xfrm>
              <a:off x="3283345" y="2997693"/>
              <a:ext cx="234257" cy="234257"/>
            </a:xfrm>
            <a:custGeom>
              <a:rect b="b" l="l" r="r" t="t"/>
              <a:pathLst>
                <a:path extrusionOk="0" h="8936" w="8936">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3" name="Google Shape;25353;p98"/>
            <p:cNvSpPr/>
            <p:nvPr/>
          </p:nvSpPr>
          <p:spPr>
            <a:xfrm>
              <a:off x="3400264" y="3108556"/>
              <a:ext cx="117338" cy="12531"/>
            </a:xfrm>
            <a:custGeom>
              <a:rect b="b" l="l" r="r" t="t"/>
              <a:pathLst>
                <a:path extrusionOk="0" h="478" w="4476">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4" name="Google Shape;25354;p98"/>
            <p:cNvSpPr/>
            <p:nvPr/>
          </p:nvSpPr>
          <p:spPr>
            <a:xfrm>
              <a:off x="3313990" y="3028338"/>
              <a:ext cx="172573" cy="172967"/>
            </a:xfrm>
            <a:custGeom>
              <a:rect b="b" l="l" r="r" t="t"/>
              <a:pathLst>
                <a:path extrusionOk="0" h="6598" w="6583">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5" name="Google Shape;25355;p98"/>
            <p:cNvSpPr/>
            <p:nvPr/>
          </p:nvSpPr>
          <p:spPr>
            <a:xfrm>
              <a:off x="3400264" y="3108556"/>
              <a:ext cx="86693" cy="12531"/>
            </a:xfrm>
            <a:custGeom>
              <a:rect b="b" l="l" r="r" t="t"/>
              <a:pathLst>
                <a:path extrusionOk="0" h="478" w="3307">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6" name="Google Shape;25356;p98"/>
            <p:cNvSpPr/>
            <p:nvPr/>
          </p:nvSpPr>
          <p:spPr>
            <a:xfrm>
              <a:off x="3351084" y="3065432"/>
              <a:ext cx="98778" cy="98778"/>
            </a:xfrm>
            <a:custGeom>
              <a:rect b="b" l="l" r="r" t="t"/>
              <a:pathLst>
                <a:path extrusionOk="0" h="3768" w="3768">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7" name="Google Shape;25357;p98"/>
            <p:cNvSpPr/>
            <p:nvPr/>
          </p:nvSpPr>
          <p:spPr>
            <a:xfrm>
              <a:off x="3400264" y="3108556"/>
              <a:ext cx="49599" cy="12531"/>
            </a:xfrm>
            <a:custGeom>
              <a:rect b="b" l="l" r="r" t="t"/>
              <a:pathLst>
                <a:path extrusionOk="0" h="478" w="1892">
                  <a:moveTo>
                    <a:pt x="1" y="1"/>
                  </a:moveTo>
                  <a:lnTo>
                    <a:pt x="1" y="477"/>
                  </a:lnTo>
                  <a:lnTo>
                    <a:pt x="1877" y="477"/>
                  </a:lnTo>
                  <a:cubicBezTo>
                    <a:pt x="1892" y="318"/>
                    <a:pt x="1892" y="160"/>
                    <a:pt x="1877"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8" name="Google Shape;25358;p98"/>
            <p:cNvSpPr/>
            <p:nvPr/>
          </p:nvSpPr>
          <p:spPr>
            <a:xfrm>
              <a:off x="3381730" y="3096445"/>
              <a:ext cx="37120" cy="36753"/>
            </a:xfrm>
            <a:custGeom>
              <a:rect b="b" l="l" r="r" t="t"/>
              <a:pathLst>
                <a:path extrusionOk="0" h="1402" w="1416">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9" name="Google Shape;25359;p98"/>
            <p:cNvSpPr/>
            <p:nvPr/>
          </p:nvSpPr>
          <p:spPr>
            <a:xfrm>
              <a:off x="3400264" y="3108556"/>
              <a:ext cx="18953" cy="12531"/>
            </a:xfrm>
            <a:custGeom>
              <a:rect b="b" l="l" r="r" t="t"/>
              <a:pathLst>
                <a:path extrusionOk="0" h="478" w="723">
                  <a:moveTo>
                    <a:pt x="1" y="1"/>
                  </a:moveTo>
                  <a:lnTo>
                    <a:pt x="1" y="477"/>
                  </a:lnTo>
                  <a:lnTo>
                    <a:pt x="679" y="477"/>
                  </a:lnTo>
                  <a:cubicBezTo>
                    <a:pt x="722" y="318"/>
                    <a:pt x="722" y="160"/>
                    <a:pt x="679"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0" name="Google Shape;25360;p98"/>
            <p:cNvSpPr/>
            <p:nvPr/>
          </p:nvSpPr>
          <p:spPr>
            <a:xfrm>
              <a:off x="3391429" y="3079431"/>
              <a:ext cx="44434" cy="41603"/>
            </a:xfrm>
            <a:custGeom>
              <a:rect b="b" l="l" r="r" t="t"/>
              <a:pathLst>
                <a:path extrusionOk="0" h="1587" w="1695">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1" name="Google Shape;25361;p98"/>
            <p:cNvSpPr/>
            <p:nvPr/>
          </p:nvSpPr>
          <p:spPr>
            <a:xfrm>
              <a:off x="3420056" y="2908038"/>
              <a:ext cx="189718" cy="185052"/>
            </a:xfrm>
            <a:custGeom>
              <a:rect b="b" l="l" r="r" t="t"/>
              <a:pathLst>
                <a:path extrusionOk="0" h="7059" w="7237">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362" name="Google Shape;25362;p98"/>
          <p:cNvGrpSpPr/>
          <p:nvPr/>
        </p:nvGrpSpPr>
        <p:grpSpPr>
          <a:xfrm>
            <a:off x="3766125" y="2895454"/>
            <a:ext cx="234650" cy="373590"/>
            <a:chOff x="3791182" y="2895454"/>
            <a:chExt cx="234650" cy="373590"/>
          </a:xfrm>
        </p:grpSpPr>
        <p:sp>
          <p:nvSpPr>
            <p:cNvPr id="25363" name="Google Shape;25363;p98"/>
            <p:cNvSpPr/>
            <p:nvPr/>
          </p:nvSpPr>
          <p:spPr>
            <a:xfrm>
              <a:off x="3905479" y="2895454"/>
              <a:ext cx="30278" cy="35652"/>
            </a:xfrm>
            <a:custGeom>
              <a:rect b="b" l="l" r="r" t="t"/>
              <a:pathLst>
                <a:path extrusionOk="0" h="1360" w="1155">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4" name="Google Shape;25364;p98"/>
            <p:cNvSpPr/>
            <p:nvPr/>
          </p:nvSpPr>
          <p:spPr>
            <a:xfrm>
              <a:off x="3881623" y="2918969"/>
              <a:ext cx="138520" cy="265689"/>
            </a:xfrm>
            <a:custGeom>
              <a:rect b="b" l="l" r="r" t="t"/>
              <a:pathLst>
                <a:path extrusionOk="0" h="10135" w="5284">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5" name="Google Shape;25365;p98"/>
            <p:cNvSpPr/>
            <p:nvPr/>
          </p:nvSpPr>
          <p:spPr>
            <a:xfrm>
              <a:off x="3791182" y="2940885"/>
              <a:ext cx="223299" cy="255491"/>
            </a:xfrm>
            <a:custGeom>
              <a:rect b="b" l="l" r="r" t="t"/>
              <a:pathLst>
                <a:path extrusionOk="0" h="9746" w="8518">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6" name="Google Shape;25366;p98"/>
            <p:cNvSpPr/>
            <p:nvPr/>
          </p:nvSpPr>
          <p:spPr>
            <a:xfrm>
              <a:off x="3869145" y="2961726"/>
              <a:ext cx="12138" cy="17826"/>
            </a:xfrm>
            <a:custGeom>
              <a:rect b="b" l="l" r="r" t="t"/>
              <a:pathLst>
                <a:path extrusionOk="0" h="680" w="463">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7" name="Google Shape;25367;p98"/>
            <p:cNvSpPr/>
            <p:nvPr/>
          </p:nvSpPr>
          <p:spPr>
            <a:xfrm>
              <a:off x="3793069" y="3004247"/>
              <a:ext cx="155193" cy="186467"/>
            </a:xfrm>
            <a:custGeom>
              <a:rect b="b" l="l" r="r" t="t"/>
              <a:pathLst>
                <a:path extrusionOk="0" h="7113" w="592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8" name="Google Shape;25368;p98"/>
            <p:cNvSpPr/>
            <p:nvPr/>
          </p:nvSpPr>
          <p:spPr>
            <a:xfrm>
              <a:off x="3833178" y="3184632"/>
              <a:ext cx="180936" cy="30305"/>
            </a:xfrm>
            <a:custGeom>
              <a:rect b="b" l="l" r="r" t="t"/>
              <a:pathLst>
                <a:path extrusionOk="0" h="1156" w="6902">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9" name="Google Shape;25369;p98"/>
            <p:cNvSpPr/>
            <p:nvPr/>
          </p:nvSpPr>
          <p:spPr>
            <a:xfrm>
              <a:off x="3833178" y="3184632"/>
              <a:ext cx="60216" cy="30305"/>
            </a:xfrm>
            <a:custGeom>
              <a:rect b="b" l="l" r="r" t="t"/>
              <a:pathLst>
                <a:path extrusionOk="0" h="1156" w="2297">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0" name="Google Shape;25370;p98"/>
            <p:cNvSpPr/>
            <p:nvPr/>
          </p:nvSpPr>
          <p:spPr>
            <a:xfrm>
              <a:off x="3821067" y="3208855"/>
              <a:ext cx="204765" cy="60190"/>
            </a:xfrm>
            <a:custGeom>
              <a:rect b="b" l="l" r="r" t="t"/>
              <a:pathLst>
                <a:path extrusionOk="0" h="2296" w="7811">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1" name="Google Shape;25371;p98"/>
            <p:cNvSpPr/>
            <p:nvPr/>
          </p:nvSpPr>
          <p:spPr>
            <a:xfrm>
              <a:off x="3821067" y="3208855"/>
              <a:ext cx="78383" cy="60190"/>
            </a:xfrm>
            <a:custGeom>
              <a:rect b="b" l="l" r="r" t="t"/>
              <a:pathLst>
                <a:path extrusionOk="0" h="2296" w="299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372" name="Google Shape;25372;p98"/>
          <p:cNvGrpSpPr/>
          <p:nvPr/>
        </p:nvGrpSpPr>
        <p:grpSpPr>
          <a:xfrm>
            <a:off x="7017938" y="2489463"/>
            <a:ext cx="364441" cy="256225"/>
            <a:chOff x="7042995" y="2489463"/>
            <a:chExt cx="364441" cy="256225"/>
          </a:xfrm>
        </p:grpSpPr>
        <p:sp>
          <p:nvSpPr>
            <p:cNvPr id="25373" name="Google Shape;25373;p98"/>
            <p:cNvSpPr/>
            <p:nvPr/>
          </p:nvSpPr>
          <p:spPr>
            <a:xfrm>
              <a:off x="7042995" y="2526164"/>
              <a:ext cx="364441" cy="219524"/>
            </a:xfrm>
            <a:custGeom>
              <a:rect b="b" l="l" r="r" t="t"/>
              <a:pathLst>
                <a:path extrusionOk="0" h="8374" w="13902">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4" name="Google Shape;25374;p98"/>
            <p:cNvSpPr/>
            <p:nvPr/>
          </p:nvSpPr>
          <p:spPr>
            <a:xfrm>
              <a:off x="7042995" y="2526164"/>
              <a:ext cx="200204" cy="219524"/>
            </a:xfrm>
            <a:custGeom>
              <a:rect b="b" l="l" r="r" t="t"/>
              <a:pathLst>
                <a:path extrusionOk="0" h="8374" w="7637">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5" name="Google Shape;25375;p98"/>
            <p:cNvSpPr/>
            <p:nvPr/>
          </p:nvSpPr>
          <p:spPr>
            <a:xfrm>
              <a:off x="7120198" y="2557255"/>
              <a:ext cx="183557" cy="157395"/>
            </a:xfrm>
            <a:custGeom>
              <a:rect b="b" l="l" r="r" t="t"/>
              <a:pathLst>
                <a:path extrusionOk="0" h="6004" w="7002">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6" name="Google Shape;25376;p98"/>
            <p:cNvSpPr/>
            <p:nvPr/>
          </p:nvSpPr>
          <p:spPr>
            <a:xfrm>
              <a:off x="7146308" y="2557622"/>
              <a:ext cx="93876" cy="157002"/>
            </a:xfrm>
            <a:custGeom>
              <a:rect b="b" l="l" r="r" t="t"/>
              <a:pathLst>
                <a:path extrusionOk="0" h="5989" w="3581">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7" name="Google Shape;25377;p98"/>
            <p:cNvSpPr/>
            <p:nvPr/>
          </p:nvSpPr>
          <p:spPr>
            <a:xfrm>
              <a:off x="7172025" y="2596236"/>
              <a:ext cx="92749" cy="79431"/>
            </a:xfrm>
            <a:custGeom>
              <a:rect b="b" l="l" r="r" t="t"/>
              <a:pathLst>
                <a:path extrusionOk="0" h="3030" w="3538">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8" name="Google Shape;25378;p98"/>
            <p:cNvSpPr/>
            <p:nvPr/>
          </p:nvSpPr>
          <p:spPr>
            <a:xfrm>
              <a:off x="7185290" y="2596420"/>
              <a:ext cx="55261" cy="79143"/>
            </a:xfrm>
            <a:custGeom>
              <a:rect b="b" l="l" r="r" t="t"/>
              <a:pathLst>
                <a:path extrusionOk="0" h="3019" w="2108">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9" name="Google Shape;25379;p98"/>
            <p:cNvSpPr/>
            <p:nvPr/>
          </p:nvSpPr>
          <p:spPr>
            <a:xfrm>
              <a:off x="7338360" y="2541159"/>
              <a:ext cx="35574" cy="24747"/>
            </a:xfrm>
            <a:custGeom>
              <a:rect b="b" l="l" r="r" t="t"/>
              <a:pathLst>
                <a:path extrusionOk="0" h="944" w="1357">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0" name="Google Shape;25380;p98"/>
            <p:cNvSpPr/>
            <p:nvPr/>
          </p:nvSpPr>
          <p:spPr>
            <a:xfrm>
              <a:off x="7106567" y="2489463"/>
              <a:ext cx="221648" cy="56415"/>
            </a:xfrm>
            <a:custGeom>
              <a:rect b="b" l="l" r="r" t="t"/>
              <a:pathLst>
                <a:path extrusionOk="0" h="2152" w="8455">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1" name="Google Shape;25381;p98"/>
            <p:cNvSpPr/>
            <p:nvPr/>
          </p:nvSpPr>
          <p:spPr>
            <a:xfrm>
              <a:off x="7234863" y="2598884"/>
              <a:ext cx="32192" cy="27211"/>
            </a:xfrm>
            <a:custGeom>
              <a:rect b="b" l="l" r="r" t="t"/>
              <a:pathLst>
                <a:path extrusionOk="0" h="1038" w="1228">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382" name="Google Shape;25382;p98"/>
          <p:cNvGrpSpPr/>
          <p:nvPr/>
        </p:nvGrpSpPr>
        <p:grpSpPr>
          <a:xfrm>
            <a:off x="7492115" y="2437007"/>
            <a:ext cx="364284" cy="361243"/>
            <a:chOff x="7517172" y="2437007"/>
            <a:chExt cx="364284" cy="361243"/>
          </a:xfrm>
        </p:grpSpPr>
        <p:sp>
          <p:nvSpPr>
            <p:cNvPr id="25383" name="Google Shape;25383;p98"/>
            <p:cNvSpPr/>
            <p:nvPr/>
          </p:nvSpPr>
          <p:spPr>
            <a:xfrm>
              <a:off x="7517172" y="2548499"/>
              <a:ext cx="164997" cy="78724"/>
            </a:xfrm>
            <a:custGeom>
              <a:rect b="b" l="l" r="r" t="t"/>
              <a:pathLst>
                <a:path extrusionOk="0" h="3003" w="6294">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4" name="Google Shape;25384;p98"/>
            <p:cNvSpPr/>
            <p:nvPr/>
          </p:nvSpPr>
          <p:spPr>
            <a:xfrm>
              <a:off x="7690112" y="2635166"/>
              <a:ext cx="79117" cy="163084"/>
            </a:xfrm>
            <a:custGeom>
              <a:rect b="b" l="l" r="r" t="t"/>
              <a:pathLst>
                <a:path extrusionOk="0" h="6221" w="3018">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5" name="Google Shape;25385;p98"/>
            <p:cNvSpPr/>
            <p:nvPr/>
          </p:nvSpPr>
          <p:spPr>
            <a:xfrm>
              <a:off x="7517172" y="2552274"/>
              <a:ext cx="118833" cy="69286"/>
            </a:xfrm>
            <a:custGeom>
              <a:rect b="b" l="l" r="r" t="t"/>
              <a:pathLst>
                <a:path extrusionOk="0" h="2643" w="4533">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6" name="Google Shape;25386;p98"/>
            <p:cNvSpPr/>
            <p:nvPr/>
          </p:nvSpPr>
          <p:spPr>
            <a:xfrm>
              <a:off x="7690112" y="2699864"/>
              <a:ext cx="23095" cy="98385"/>
            </a:xfrm>
            <a:custGeom>
              <a:rect b="b" l="l" r="r" t="t"/>
              <a:pathLst>
                <a:path extrusionOk="0" h="3753" w="881">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7" name="Google Shape;25387;p98"/>
            <p:cNvSpPr/>
            <p:nvPr/>
          </p:nvSpPr>
          <p:spPr>
            <a:xfrm>
              <a:off x="7585646" y="2437138"/>
              <a:ext cx="295128" cy="293608"/>
            </a:xfrm>
            <a:custGeom>
              <a:rect b="b" l="l" r="r" t="t"/>
              <a:pathLst>
                <a:path extrusionOk="0" h="11200" w="11258">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8" name="Google Shape;25388;p98"/>
            <p:cNvSpPr/>
            <p:nvPr/>
          </p:nvSpPr>
          <p:spPr>
            <a:xfrm>
              <a:off x="7585646" y="2437400"/>
              <a:ext cx="295495" cy="219341"/>
            </a:xfrm>
            <a:custGeom>
              <a:rect b="b" l="l" r="r" t="t"/>
              <a:pathLst>
                <a:path extrusionOk="0" h="8367" w="11272">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9" name="Google Shape;25389;p98"/>
            <p:cNvSpPr/>
            <p:nvPr/>
          </p:nvSpPr>
          <p:spPr>
            <a:xfrm>
              <a:off x="7734757" y="2520868"/>
              <a:ext cx="61710" cy="61710"/>
            </a:xfrm>
            <a:custGeom>
              <a:rect b="b" l="l" r="r" t="t"/>
              <a:pathLst>
                <a:path extrusionOk="0" h="2354" w="2354">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0" name="Google Shape;25390;p98"/>
            <p:cNvSpPr/>
            <p:nvPr/>
          </p:nvSpPr>
          <p:spPr>
            <a:xfrm>
              <a:off x="7734757" y="2520790"/>
              <a:ext cx="38248" cy="61867"/>
            </a:xfrm>
            <a:custGeom>
              <a:rect b="b" l="l" r="r" t="t"/>
              <a:pathLst>
                <a:path extrusionOk="0" h="2360" w="1459">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1" name="Google Shape;25391;p98"/>
            <p:cNvSpPr/>
            <p:nvPr/>
          </p:nvSpPr>
          <p:spPr>
            <a:xfrm>
              <a:off x="7578096" y="2659362"/>
              <a:ext cx="79484" cy="78750"/>
            </a:xfrm>
            <a:custGeom>
              <a:rect b="b" l="l" r="r" t="t"/>
              <a:pathLst>
                <a:path extrusionOk="0" h="3004" w="3032">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2" name="Google Shape;25392;p98"/>
            <p:cNvSpPr/>
            <p:nvPr/>
          </p:nvSpPr>
          <p:spPr>
            <a:xfrm>
              <a:off x="7578096" y="2659755"/>
              <a:ext cx="31039" cy="34473"/>
            </a:xfrm>
            <a:custGeom>
              <a:rect b="b" l="l" r="r" t="t"/>
              <a:pathLst>
                <a:path extrusionOk="0" h="1315" w="1184">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3" name="Google Shape;25393;p98"/>
            <p:cNvSpPr/>
            <p:nvPr/>
          </p:nvSpPr>
          <p:spPr>
            <a:xfrm>
              <a:off x="7585646" y="2627196"/>
              <a:ext cx="104493" cy="103549"/>
            </a:xfrm>
            <a:custGeom>
              <a:rect b="b" l="l" r="r" t="t"/>
              <a:pathLst>
                <a:path extrusionOk="0" h="3950" w="3986">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4" name="Google Shape;25394;p98"/>
            <p:cNvSpPr/>
            <p:nvPr/>
          </p:nvSpPr>
          <p:spPr>
            <a:xfrm>
              <a:off x="7585646" y="2627196"/>
              <a:ext cx="28050" cy="29544"/>
            </a:xfrm>
            <a:custGeom>
              <a:rect b="b" l="l" r="r" t="t"/>
              <a:pathLst>
                <a:path extrusionOk="0" h="1127" w="107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5" name="Google Shape;25395;p98"/>
            <p:cNvSpPr/>
            <p:nvPr/>
          </p:nvSpPr>
          <p:spPr>
            <a:xfrm>
              <a:off x="7539874" y="2697505"/>
              <a:ext cx="32480" cy="29544"/>
            </a:xfrm>
            <a:custGeom>
              <a:rect b="b" l="l" r="r" t="t"/>
              <a:pathLst>
                <a:path extrusionOk="0" h="1127" w="1239">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6" name="Google Shape;25396;p98"/>
            <p:cNvSpPr/>
            <p:nvPr/>
          </p:nvSpPr>
          <p:spPr>
            <a:xfrm>
              <a:off x="7558041" y="2715515"/>
              <a:ext cx="32454" cy="29597"/>
            </a:xfrm>
            <a:custGeom>
              <a:rect b="b" l="l" r="r" t="t"/>
              <a:pathLst>
                <a:path extrusionOk="0" h="1129" w="1238">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7" name="Google Shape;25397;p98"/>
            <p:cNvSpPr/>
            <p:nvPr/>
          </p:nvSpPr>
          <p:spPr>
            <a:xfrm>
              <a:off x="7593982" y="2751639"/>
              <a:ext cx="32507" cy="29518"/>
            </a:xfrm>
            <a:custGeom>
              <a:rect b="b" l="l" r="r" t="t"/>
              <a:pathLst>
                <a:path extrusionOk="0" h="1126" w="124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8" name="Google Shape;25398;p98"/>
            <p:cNvSpPr/>
            <p:nvPr/>
          </p:nvSpPr>
          <p:spPr>
            <a:xfrm>
              <a:off x="7576208" y="2733629"/>
              <a:ext cx="32140" cy="29649"/>
            </a:xfrm>
            <a:custGeom>
              <a:rect b="b" l="l" r="r" t="t"/>
              <a:pathLst>
                <a:path extrusionOk="0" h="1131" w="1226">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9" name="Google Shape;25399;p98"/>
            <p:cNvSpPr/>
            <p:nvPr/>
          </p:nvSpPr>
          <p:spPr>
            <a:xfrm>
              <a:off x="7811567" y="2437033"/>
              <a:ext cx="69522" cy="68736"/>
            </a:xfrm>
            <a:custGeom>
              <a:rect b="b" l="l" r="r" t="t"/>
              <a:pathLst>
                <a:path extrusionOk="0" h="2622" w="2652">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0" name="Google Shape;25400;p98"/>
            <p:cNvSpPr/>
            <p:nvPr/>
          </p:nvSpPr>
          <p:spPr>
            <a:xfrm>
              <a:off x="7811567" y="2437007"/>
              <a:ext cx="69889" cy="30147"/>
            </a:xfrm>
            <a:custGeom>
              <a:rect b="b" l="l" r="r" t="t"/>
              <a:pathLst>
                <a:path extrusionOk="0" h="1150" w="2666">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1" name="Google Shape;25401;p98"/>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2" name="Google Shape;25402;p98"/>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3" name="Google Shape;25403;p98"/>
            <p:cNvSpPr/>
            <p:nvPr/>
          </p:nvSpPr>
          <p:spPr>
            <a:xfrm>
              <a:off x="7600798" y="2589080"/>
              <a:ext cx="126409" cy="126330"/>
            </a:xfrm>
            <a:custGeom>
              <a:rect b="b" l="l" r="r" t="t"/>
              <a:pathLst>
                <a:path extrusionOk="0" h="4819" w="4822">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04" name="Google Shape;25404;p98"/>
          <p:cNvGrpSpPr/>
          <p:nvPr/>
        </p:nvGrpSpPr>
        <p:grpSpPr>
          <a:xfrm>
            <a:off x="7981418" y="2436954"/>
            <a:ext cx="335290" cy="361321"/>
            <a:chOff x="8006475" y="2436954"/>
            <a:chExt cx="335290" cy="361321"/>
          </a:xfrm>
        </p:grpSpPr>
        <p:sp>
          <p:nvSpPr>
            <p:cNvPr id="25405" name="Google Shape;25405;p98"/>
            <p:cNvSpPr/>
            <p:nvPr/>
          </p:nvSpPr>
          <p:spPr>
            <a:xfrm>
              <a:off x="8174487" y="2454256"/>
              <a:ext cx="83652" cy="45824"/>
            </a:xfrm>
            <a:custGeom>
              <a:rect b="b" l="l" r="r" t="t"/>
              <a:pathLst>
                <a:path extrusionOk="0" h="1748" w="3191">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6" name="Google Shape;25406;p98"/>
            <p:cNvSpPr/>
            <p:nvPr/>
          </p:nvSpPr>
          <p:spPr>
            <a:xfrm>
              <a:off x="8174487" y="2454256"/>
              <a:ext cx="17066" cy="45824"/>
            </a:xfrm>
            <a:custGeom>
              <a:rect b="b" l="l" r="r" t="t"/>
              <a:pathLst>
                <a:path extrusionOk="0" h="1748" w="651">
                  <a:moveTo>
                    <a:pt x="1" y="1"/>
                  </a:moveTo>
                  <a:lnTo>
                    <a:pt x="1" y="1748"/>
                  </a:lnTo>
                  <a:lnTo>
                    <a:pt x="650" y="1748"/>
                  </a:lnTo>
                  <a:lnTo>
                    <a:pt x="650" y="1"/>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7" name="Google Shape;25407;p98"/>
            <p:cNvSpPr/>
            <p:nvPr/>
          </p:nvSpPr>
          <p:spPr>
            <a:xfrm>
              <a:off x="8168431" y="2436954"/>
              <a:ext cx="11771" cy="258008"/>
            </a:xfrm>
            <a:custGeom>
              <a:rect b="b" l="l" r="r" t="t"/>
              <a:pathLst>
                <a:path extrusionOk="0" h="9842" w="449">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8" name="Google Shape;25408;p98"/>
            <p:cNvSpPr/>
            <p:nvPr/>
          </p:nvSpPr>
          <p:spPr>
            <a:xfrm>
              <a:off x="8076862" y="2643476"/>
              <a:ext cx="45798" cy="103340"/>
            </a:xfrm>
            <a:custGeom>
              <a:rect b="b" l="l" r="r" t="t"/>
              <a:pathLst>
                <a:path extrusionOk="0" h="3942" w="1747">
                  <a:moveTo>
                    <a:pt x="0" y="1"/>
                  </a:moveTo>
                  <a:lnTo>
                    <a:pt x="0" y="3942"/>
                  </a:lnTo>
                  <a:lnTo>
                    <a:pt x="1747" y="3942"/>
                  </a:lnTo>
                  <a:lnTo>
                    <a:pt x="1747"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9" name="Google Shape;25409;p98"/>
            <p:cNvSpPr/>
            <p:nvPr/>
          </p:nvSpPr>
          <p:spPr>
            <a:xfrm>
              <a:off x="8065118" y="2534500"/>
              <a:ext cx="122267" cy="120353"/>
            </a:xfrm>
            <a:custGeom>
              <a:rect b="b" l="l" r="r" t="t"/>
              <a:pathLst>
                <a:path extrusionOk="0" h="4591" w="4664">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0" name="Google Shape;25410;p98"/>
            <p:cNvSpPr/>
            <p:nvPr/>
          </p:nvSpPr>
          <p:spPr>
            <a:xfrm>
              <a:off x="8099932" y="2654827"/>
              <a:ext cx="5715" cy="91988"/>
            </a:xfrm>
            <a:custGeom>
              <a:rect b="b" l="l" r="r" t="t"/>
              <a:pathLst>
                <a:path extrusionOk="0" h="3509" w="218">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1" name="Google Shape;25411;p98"/>
            <p:cNvSpPr/>
            <p:nvPr/>
          </p:nvSpPr>
          <p:spPr>
            <a:xfrm>
              <a:off x="8006475" y="2677450"/>
              <a:ext cx="335290" cy="120825"/>
            </a:xfrm>
            <a:custGeom>
              <a:rect b="b" l="l" r="r" t="t"/>
              <a:pathLst>
                <a:path extrusionOk="0" h="4609" w="1279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2" name="Google Shape;25412;p98"/>
            <p:cNvSpPr/>
            <p:nvPr/>
          </p:nvSpPr>
          <p:spPr>
            <a:xfrm>
              <a:off x="8200283" y="2711163"/>
              <a:ext cx="56336" cy="40188"/>
            </a:xfrm>
            <a:custGeom>
              <a:rect b="b" l="l" r="r" t="t"/>
              <a:pathLst>
                <a:path extrusionOk="0" h="1533" w="2149">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3" name="Google Shape;25413;p98"/>
            <p:cNvSpPr/>
            <p:nvPr/>
          </p:nvSpPr>
          <p:spPr>
            <a:xfrm>
              <a:off x="8177187" y="2694883"/>
              <a:ext cx="22309" cy="15598"/>
            </a:xfrm>
            <a:custGeom>
              <a:rect b="b" l="l" r="r" t="t"/>
              <a:pathLst>
                <a:path extrusionOk="0" h="595" w="851">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4" name="Google Shape;25414;p98"/>
            <p:cNvSpPr/>
            <p:nvPr/>
          </p:nvSpPr>
          <p:spPr>
            <a:xfrm>
              <a:off x="8006475" y="2677398"/>
              <a:ext cx="174461" cy="120877"/>
            </a:xfrm>
            <a:custGeom>
              <a:rect b="b" l="l" r="r" t="t"/>
              <a:pathLst>
                <a:path extrusionOk="0" h="4611" w="6655">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5" name="Google Shape;25415;p98"/>
            <p:cNvSpPr/>
            <p:nvPr/>
          </p:nvSpPr>
          <p:spPr>
            <a:xfrm>
              <a:off x="8088213" y="2534500"/>
              <a:ext cx="23489" cy="17040"/>
            </a:xfrm>
            <a:custGeom>
              <a:rect b="b" l="l" r="r" t="t"/>
              <a:pathLst>
                <a:path extrusionOk="0" h="650" w="896">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6" name="Google Shape;25416;p98"/>
            <p:cNvSpPr/>
            <p:nvPr/>
          </p:nvSpPr>
          <p:spPr>
            <a:xfrm>
              <a:off x="8076862" y="2494391"/>
              <a:ext cx="46191" cy="51486"/>
            </a:xfrm>
            <a:custGeom>
              <a:rect b="b" l="l" r="r" t="t"/>
              <a:pathLst>
                <a:path extrusionOk="0" h="1964" w="1762">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7" name="Google Shape;25417;p98"/>
            <p:cNvSpPr/>
            <p:nvPr/>
          </p:nvSpPr>
          <p:spPr>
            <a:xfrm>
              <a:off x="8076548" y="2494391"/>
              <a:ext cx="31746" cy="51644"/>
            </a:xfrm>
            <a:custGeom>
              <a:rect b="b" l="l" r="r" t="t"/>
              <a:pathLst>
                <a:path extrusionOk="0" h="1970" w="1211">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8" name="Google Shape;25418;p98"/>
            <p:cNvSpPr/>
            <p:nvPr/>
          </p:nvSpPr>
          <p:spPr>
            <a:xfrm>
              <a:off x="8076862" y="2494391"/>
              <a:ext cx="45798" cy="23095"/>
            </a:xfrm>
            <a:custGeom>
              <a:rect b="b" l="l" r="r" t="t"/>
              <a:pathLst>
                <a:path extrusionOk="0" h="881" w="1747">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9" name="Google Shape;25419;p98"/>
            <p:cNvSpPr/>
            <p:nvPr/>
          </p:nvSpPr>
          <p:spPr>
            <a:xfrm>
              <a:off x="8076862" y="2494391"/>
              <a:ext cx="31432" cy="20841"/>
            </a:xfrm>
            <a:custGeom>
              <a:rect b="b" l="l" r="r" t="t"/>
              <a:pathLst>
                <a:path extrusionOk="0" h="795" w="1199">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0" name="Google Shape;25420;p98"/>
            <p:cNvSpPr/>
            <p:nvPr/>
          </p:nvSpPr>
          <p:spPr>
            <a:xfrm>
              <a:off x="8065511" y="2553794"/>
              <a:ext cx="112017" cy="89708"/>
            </a:xfrm>
            <a:custGeom>
              <a:rect b="b" l="l" r="r" t="t"/>
              <a:pathLst>
                <a:path extrusionOk="0" h="3422" w="4273">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1" name="Google Shape;25421;p98"/>
            <p:cNvSpPr/>
            <p:nvPr/>
          </p:nvSpPr>
          <p:spPr>
            <a:xfrm>
              <a:off x="8122634" y="2560977"/>
              <a:ext cx="54527" cy="43176"/>
            </a:xfrm>
            <a:custGeom>
              <a:rect b="b" l="l" r="r" t="t"/>
              <a:pathLst>
                <a:path extrusionOk="0" h="1647" w="208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2" name="Google Shape;25422;p98"/>
            <p:cNvSpPr/>
            <p:nvPr/>
          </p:nvSpPr>
          <p:spPr>
            <a:xfrm>
              <a:off x="8065511" y="2560977"/>
              <a:ext cx="17040" cy="94269"/>
            </a:xfrm>
            <a:custGeom>
              <a:rect b="b" l="l" r="r" t="t"/>
              <a:pathLst>
                <a:path extrusionOk="0" h="3596" w="65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3" name="Google Shape;25423;p98"/>
            <p:cNvSpPr/>
            <p:nvPr/>
          </p:nvSpPr>
          <p:spPr>
            <a:xfrm>
              <a:off x="8071174" y="2654827"/>
              <a:ext cx="11377" cy="11377"/>
            </a:xfrm>
            <a:custGeom>
              <a:rect b="b" l="l" r="r" t="t"/>
              <a:pathLst>
                <a:path extrusionOk="0" h="434" w="434">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24" name="Google Shape;25424;p98"/>
          <p:cNvGrpSpPr/>
          <p:nvPr/>
        </p:nvGrpSpPr>
        <p:grpSpPr>
          <a:xfrm>
            <a:off x="5571604" y="2909139"/>
            <a:ext cx="394326" cy="349682"/>
            <a:chOff x="5596661" y="2909139"/>
            <a:chExt cx="394326" cy="349682"/>
          </a:xfrm>
        </p:grpSpPr>
        <p:sp>
          <p:nvSpPr>
            <p:cNvPr id="25425" name="Google Shape;25425;p98"/>
            <p:cNvSpPr/>
            <p:nvPr/>
          </p:nvSpPr>
          <p:spPr>
            <a:xfrm>
              <a:off x="5762025" y="2909139"/>
              <a:ext cx="228962" cy="190740"/>
            </a:xfrm>
            <a:custGeom>
              <a:rect b="b" l="l" r="r" t="t"/>
              <a:pathLst>
                <a:path extrusionOk="0" h="7276" w="8734">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6" name="Google Shape;25426;p98"/>
            <p:cNvSpPr/>
            <p:nvPr/>
          </p:nvSpPr>
          <p:spPr>
            <a:xfrm>
              <a:off x="5597395" y="3061631"/>
              <a:ext cx="113957" cy="114324"/>
            </a:xfrm>
            <a:custGeom>
              <a:rect b="b" l="l" r="r" t="t"/>
              <a:pathLst>
                <a:path extrusionOk="0" h="4361" w="4347">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7" name="Google Shape;25427;p98"/>
            <p:cNvSpPr/>
            <p:nvPr/>
          </p:nvSpPr>
          <p:spPr>
            <a:xfrm>
              <a:off x="5628434" y="3061631"/>
              <a:ext cx="82918" cy="114324"/>
            </a:xfrm>
            <a:custGeom>
              <a:rect b="b" l="l" r="r" t="t"/>
              <a:pathLst>
                <a:path extrusionOk="0" h="4361" w="3163">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8" name="Google Shape;25428;p98"/>
            <p:cNvSpPr/>
            <p:nvPr/>
          </p:nvSpPr>
          <p:spPr>
            <a:xfrm>
              <a:off x="5596661" y="3067032"/>
              <a:ext cx="216483" cy="191789"/>
            </a:xfrm>
            <a:custGeom>
              <a:rect b="b" l="l" r="r" t="t"/>
              <a:pathLst>
                <a:path extrusionOk="0" h="7316" w="8258">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9" name="Google Shape;25429;p98"/>
            <p:cNvSpPr/>
            <p:nvPr/>
          </p:nvSpPr>
          <p:spPr>
            <a:xfrm>
              <a:off x="5596661" y="3095318"/>
              <a:ext cx="197163" cy="163136"/>
            </a:xfrm>
            <a:custGeom>
              <a:rect b="b" l="l" r="r" t="t"/>
              <a:pathLst>
                <a:path extrusionOk="0" h="6223" w="7521">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0" name="Google Shape;25430;p98"/>
            <p:cNvSpPr/>
            <p:nvPr/>
          </p:nvSpPr>
          <p:spPr>
            <a:xfrm>
              <a:off x="5633362" y="3150946"/>
              <a:ext cx="41262" cy="22361"/>
            </a:xfrm>
            <a:custGeom>
              <a:rect b="b" l="l" r="r" t="t"/>
              <a:pathLst>
                <a:path extrusionOk="0" h="853" w="1574">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1" name="Google Shape;25431;p98"/>
            <p:cNvSpPr/>
            <p:nvPr/>
          </p:nvSpPr>
          <p:spPr>
            <a:xfrm>
              <a:off x="5615562" y="3098149"/>
              <a:ext cx="76469" cy="62654"/>
            </a:xfrm>
            <a:custGeom>
              <a:rect b="b" l="l" r="r" t="t"/>
              <a:pathLst>
                <a:path extrusionOk="0" h="2390" w="2917">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2" name="Google Shape;25432;p98"/>
            <p:cNvSpPr/>
            <p:nvPr/>
          </p:nvSpPr>
          <p:spPr>
            <a:xfrm>
              <a:off x="5615562" y="3098149"/>
              <a:ext cx="76469" cy="61894"/>
            </a:xfrm>
            <a:custGeom>
              <a:rect b="b" l="l" r="r" t="t"/>
              <a:pathLst>
                <a:path extrusionOk="0" h="2361" w="2917">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3" name="Google Shape;25433;p98"/>
            <p:cNvSpPr/>
            <p:nvPr/>
          </p:nvSpPr>
          <p:spPr>
            <a:xfrm>
              <a:off x="5596661" y="3191815"/>
              <a:ext cx="25743" cy="66639"/>
            </a:xfrm>
            <a:custGeom>
              <a:rect b="b" l="l" r="r" t="t"/>
              <a:pathLst>
                <a:path extrusionOk="0" h="2542" w="982">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4" name="Google Shape;25434;p98"/>
            <p:cNvSpPr/>
            <p:nvPr/>
          </p:nvSpPr>
          <p:spPr>
            <a:xfrm>
              <a:off x="5819174" y="2953416"/>
              <a:ext cx="114297" cy="114691"/>
            </a:xfrm>
            <a:custGeom>
              <a:rect b="b" l="l" r="r" t="t"/>
              <a:pathLst>
                <a:path extrusionOk="0" h="4375" w="436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5" name="Google Shape;25435;p98"/>
            <p:cNvSpPr/>
            <p:nvPr/>
          </p:nvSpPr>
          <p:spPr>
            <a:xfrm>
              <a:off x="5838075" y="2972710"/>
              <a:ext cx="76469" cy="76076"/>
            </a:xfrm>
            <a:custGeom>
              <a:rect b="b" l="l" r="r" t="t"/>
              <a:pathLst>
                <a:path extrusionOk="0" h="2902" w="2917">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6" name="Google Shape;25436;p98"/>
            <p:cNvSpPr/>
            <p:nvPr/>
          </p:nvSpPr>
          <p:spPr>
            <a:xfrm>
              <a:off x="5685582" y="3095318"/>
              <a:ext cx="108242" cy="135872"/>
            </a:xfrm>
            <a:custGeom>
              <a:rect b="b" l="l" r="r" t="t"/>
              <a:pathLst>
                <a:path extrusionOk="0" h="5183" w="4129">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7" name="Google Shape;25437;p98"/>
            <p:cNvSpPr/>
            <p:nvPr/>
          </p:nvSpPr>
          <p:spPr>
            <a:xfrm>
              <a:off x="5857396" y="2991637"/>
              <a:ext cx="38248" cy="38248"/>
            </a:xfrm>
            <a:custGeom>
              <a:rect b="b" l="l" r="r" t="t"/>
              <a:pathLst>
                <a:path extrusionOk="0" h="1459" w="1459">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8" name="Google Shape;25438;p98"/>
            <p:cNvSpPr/>
            <p:nvPr/>
          </p:nvSpPr>
          <p:spPr>
            <a:xfrm>
              <a:off x="5867986" y="2934384"/>
              <a:ext cx="87532" cy="82630"/>
            </a:xfrm>
            <a:custGeom>
              <a:rect b="b" l="l" r="r" t="t"/>
              <a:pathLst>
                <a:path extrusionOk="0" h="3152" w="3339">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9" name="Google Shape;25439;p98"/>
            <p:cNvSpPr/>
            <p:nvPr/>
          </p:nvSpPr>
          <p:spPr>
            <a:xfrm>
              <a:off x="5916799" y="2937241"/>
              <a:ext cx="38248" cy="33214"/>
            </a:xfrm>
            <a:custGeom>
              <a:rect b="b" l="l" r="r" t="t"/>
              <a:pathLst>
                <a:path extrusionOk="0" h="1267" w="1459">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0" name="Google Shape;25440;p98"/>
            <p:cNvSpPr/>
            <p:nvPr/>
          </p:nvSpPr>
          <p:spPr>
            <a:xfrm>
              <a:off x="5889430" y="2934384"/>
              <a:ext cx="63729" cy="60635"/>
            </a:xfrm>
            <a:custGeom>
              <a:rect b="b" l="l" r="r" t="t"/>
              <a:pathLst>
                <a:path extrusionOk="0" h="2313" w="2431">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41" name="Google Shape;25441;p98"/>
          <p:cNvGrpSpPr/>
          <p:nvPr/>
        </p:nvGrpSpPr>
        <p:grpSpPr>
          <a:xfrm>
            <a:off x="849601" y="2914408"/>
            <a:ext cx="356891" cy="335709"/>
            <a:chOff x="874658" y="2914408"/>
            <a:chExt cx="356891" cy="335709"/>
          </a:xfrm>
        </p:grpSpPr>
        <p:sp>
          <p:nvSpPr>
            <p:cNvPr id="25442" name="Google Shape;25442;p98"/>
            <p:cNvSpPr/>
            <p:nvPr/>
          </p:nvSpPr>
          <p:spPr>
            <a:xfrm>
              <a:off x="909472" y="2994285"/>
              <a:ext cx="287238" cy="177869"/>
            </a:xfrm>
            <a:custGeom>
              <a:rect b="b" l="l" r="r" t="t"/>
              <a:pathLst>
                <a:path extrusionOk="0" h="6785" w="10957">
                  <a:moveTo>
                    <a:pt x="0" y="0"/>
                  </a:moveTo>
                  <a:lnTo>
                    <a:pt x="0" y="6785"/>
                  </a:lnTo>
                  <a:lnTo>
                    <a:pt x="10957" y="6785"/>
                  </a:lnTo>
                  <a:lnTo>
                    <a:pt x="10957" y="0"/>
                  </a:ln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3" name="Google Shape;25443;p98"/>
            <p:cNvSpPr/>
            <p:nvPr/>
          </p:nvSpPr>
          <p:spPr>
            <a:xfrm>
              <a:off x="874658" y="2914408"/>
              <a:ext cx="356891" cy="93902"/>
            </a:xfrm>
            <a:custGeom>
              <a:rect b="b" l="l" r="r" t="t"/>
              <a:pathLst>
                <a:path extrusionOk="0" h="3582" w="13614">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4" name="Google Shape;25444;p98"/>
            <p:cNvSpPr/>
            <p:nvPr/>
          </p:nvSpPr>
          <p:spPr>
            <a:xfrm>
              <a:off x="1211442" y="2914434"/>
              <a:ext cx="20107" cy="93876"/>
            </a:xfrm>
            <a:custGeom>
              <a:rect b="b" l="l" r="r" t="t"/>
              <a:pathLst>
                <a:path extrusionOk="0" h="3581" w="767">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5" name="Google Shape;25445;p98"/>
            <p:cNvSpPr/>
            <p:nvPr/>
          </p:nvSpPr>
          <p:spPr>
            <a:xfrm>
              <a:off x="874658" y="2914408"/>
              <a:ext cx="20081" cy="93902"/>
            </a:xfrm>
            <a:custGeom>
              <a:rect b="b" l="l" r="r" t="t"/>
              <a:pathLst>
                <a:path extrusionOk="0" h="3582" w="766">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6" name="Google Shape;25446;p98"/>
            <p:cNvSpPr/>
            <p:nvPr/>
          </p:nvSpPr>
          <p:spPr>
            <a:xfrm>
              <a:off x="1171333" y="2945079"/>
              <a:ext cx="34080" cy="34079"/>
            </a:xfrm>
            <a:custGeom>
              <a:rect b="b" l="l" r="r" t="t"/>
              <a:pathLst>
                <a:path extrusionOk="0" h="1300" w="130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7" name="Google Shape;25447;p98"/>
            <p:cNvSpPr/>
            <p:nvPr/>
          </p:nvSpPr>
          <p:spPr>
            <a:xfrm>
              <a:off x="1113451" y="2945079"/>
              <a:ext cx="34080" cy="34079"/>
            </a:xfrm>
            <a:custGeom>
              <a:rect b="b" l="l" r="r" t="t"/>
              <a:pathLst>
                <a:path extrusionOk="0" h="1300" w="130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8" name="Google Shape;25448;p98"/>
            <p:cNvSpPr/>
            <p:nvPr/>
          </p:nvSpPr>
          <p:spPr>
            <a:xfrm>
              <a:off x="898488" y="2956824"/>
              <a:ext cx="197582" cy="10617"/>
            </a:xfrm>
            <a:custGeom>
              <a:rect b="b" l="l" r="r" t="t"/>
              <a:pathLst>
                <a:path extrusionOk="0" h="405" w="7537">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9" name="Google Shape;25449;p98"/>
            <p:cNvSpPr/>
            <p:nvPr/>
          </p:nvSpPr>
          <p:spPr>
            <a:xfrm>
              <a:off x="874658" y="303515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0" name="Google Shape;25450;p98"/>
            <p:cNvSpPr/>
            <p:nvPr/>
          </p:nvSpPr>
          <p:spPr>
            <a:xfrm>
              <a:off x="1211442" y="303515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1" name="Google Shape;25451;p98"/>
            <p:cNvSpPr/>
            <p:nvPr/>
          </p:nvSpPr>
          <p:spPr>
            <a:xfrm>
              <a:off x="874658" y="303515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2" name="Google Shape;25452;p98"/>
            <p:cNvSpPr/>
            <p:nvPr/>
          </p:nvSpPr>
          <p:spPr>
            <a:xfrm>
              <a:off x="1171333" y="3066167"/>
              <a:ext cx="34080" cy="34106"/>
            </a:xfrm>
            <a:custGeom>
              <a:rect b="b" l="l" r="r" t="t"/>
              <a:pathLst>
                <a:path extrusionOk="0" h="1301" w="130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3" name="Google Shape;25453;p98"/>
            <p:cNvSpPr/>
            <p:nvPr/>
          </p:nvSpPr>
          <p:spPr>
            <a:xfrm>
              <a:off x="1113451" y="3066167"/>
              <a:ext cx="34080" cy="34106"/>
            </a:xfrm>
            <a:custGeom>
              <a:rect b="b" l="l" r="r" t="t"/>
              <a:pathLst>
                <a:path extrusionOk="0" h="1301" w="130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4" name="Google Shape;25454;p98"/>
            <p:cNvSpPr/>
            <p:nvPr/>
          </p:nvSpPr>
          <p:spPr>
            <a:xfrm>
              <a:off x="898488" y="3077544"/>
              <a:ext cx="197582" cy="10984"/>
            </a:xfrm>
            <a:custGeom>
              <a:rect b="b" l="l" r="r" t="t"/>
              <a:pathLst>
                <a:path extrusionOk="0" h="419" w="7537">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5" name="Google Shape;25455;p98"/>
            <p:cNvSpPr/>
            <p:nvPr/>
          </p:nvSpPr>
          <p:spPr>
            <a:xfrm>
              <a:off x="874658" y="315587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6" name="Google Shape;25456;p98"/>
            <p:cNvSpPr/>
            <p:nvPr/>
          </p:nvSpPr>
          <p:spPr>
            <a:xfrm>
              <a:off x="1211442" y="315587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7" name="Google Shape;25457;p98"/>
            <p:cNvSpPr/>
            <p:nvPr/>
          </p:nvSpPr>
          <p:spPr>
            <a:xfrm>
              <a:off x="874658" y="315587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8" name="Google Shape;25458;p98"/>
            <p:cNvSpPr/>
            <p:nvPr/>
          </p:nvSpPr>
          <p:spPr>
            <a:xfrm>
              <a:off x="1171333" y="3186887"/>
              <a:ext cx="34080" cy="34106"/>
            </a:xfrm>
            <a:custGeom>
              <a:rect b="b" l="l" r="r" t="t"/>
              <a:pathLst>
                <a:path extrusionOk="0" h="1301" w="130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9" name="Google Shape;25459;p98"/>
            <p:cNvSpPr/>
            <p:nvPr/>
          </p:nvSpPr>
          <p:spPr>
            <a:xfrm>
              <a:off x="1113451" y="3186887"/>
              <a:ext cx="34080" cy="34106"/>
            </a:xfrm>
            <a:custGeom>
              <a:rect b="b" l="l" r="r" t="t"/>
              <a:pathLst>
                <a:path extrusionOk="0" h="1301" w="130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0" name="Google Shape;25460;p98"/>
            <p:cNvSpPr/>
            <p:nvPr/>
          </p:nvSpPr>
          <p:spPr>
            <a:xfrm>
              <a:off x="898488" y="3198631"/>
              <a:ext cx="197582" cy="10617"/>
            </a:xfrm>
            <a:custGeom>
              <a:rect b="b" l="l" r="r" t="t"/>
              <a:pathLst>
                <a:path extrusionOk="0" h="405" w="7537">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1" name="Google Shape;25461;p98"/>
            <p:cNvSpPr/>
            <p:nvPr/>
          </p:nvSpPr>
          <p:spPr>
            <a:xfrm>
              <a:off x="898488" y="3094924"/>
              <a:ext cx="30305" cy="10643"/>
            </a:xfrm>
            <a:custGeom>
              <a:rect b="b" l="l" r="r" t="t"/>
              <a:pathLst>
                <a:path extrusionOk="0" h="406" w="1156">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62" name="Google Shape;25462;p98"/>
          <p:cNvGrpSpPr/>
          <p:nvPr/>
        </p:nvGrpSpPr>
        <p:grpSpPr>
          <a:xfrm>
            <a:off x="4205855" y="2929193"/>
            <a:ext cx="308813" cy="306165"/>
            <a:chOff x="4230912" y="2929193"/>
            <a:chExt cx="308813" cy="306165"/>
          </a:xfrm>
        </p:grpSpPr>
        <p:sp>
          <p:nvSpPr>
            <p:cNvPr id="25463" name="Google Shape;25463;p98"/>
            <p:cNvSpPr/>
            <p:nvPr/>
          </p:nvSpPr>
          <p:spPr>
            <a:xfrm>
              <a:off x="4425427" y="2976878"/>
              <a:ext cx="114297" cy="258113"/>
            </a:xfrm>
            <a:custGeom>
              <a:rect b="b" l="l" r="r" t="t"/>
              <a:pathLst>
                <a:path extrusionOk="0" h="9846" w="436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4" name="Google Shape;25464;p98"/>
            <p:cNvSpPr/>
            <p:nvPr/>
          </p:nvSpPr>
          <p:spPr>
            <a:xfrm>
              <a:off x="4425427" y="2976878"/>
              <a:ext cx="93116" cy="258480"/>
            </a:xfrm>
            <a:custGeom>
              <a:rect b="b" l="l" r="r" t="t"/>
              <a:pathLst>
                <a:path extrusionOk="0" h="9860" w="3552">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5" name="Google Shape;25465;p98"/>
            <p:cNvSpPr/>
            <p:nvPr/>
          </p:nvSpPr>
          <p:spPr>
            <a:xfrm>
              <a:off x="4404613" y="2962879"/>
              <a:ext cx="100299" cy="272479"/>
            </a:xfrm>
            <a:custGeom>
              <a:rect b="b" l="l" r="r" t="t"/>
              <a:pathLst>
                <a:path extrusionOk="0" h="10394" w="3826">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6" name="Google Shape;25466;p98"/>
            <p:cNvSpPr/>
            <p:nvPr/>
          </p:nvSpPr>
          <p:spPr>
            <a:xfrm>
              <a:off x="4404613" y="2962879"/>
              <a:ext cx="71934" cy="272479"/>
            </a:xfrm>
            <a:custGeom>
              <a:rect b="b" l="l" r="r" t="t"/>
              <a:pathLst>
                <a:path extrusionOk="0" h="10394" w="2744">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7" name="Google Shape;25467;p98"/>
            <p:cNvSpPr/>
            <p:nvPr/>
          </p:nvSpPr>
          <p:spPr>
            <a:xfrm>
              <a:off x="4230912" y="2929193"/>
              <a:ext cx="229722" cy="306165"/>
            </a:xfrm>
            <a:custGeom>
              <a:rect b="b" l="l" r="r" t="t"/>
              <a:pathLst>
                <a:path extrusionOk="0" h="11679" w="8763">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8" name="Google Shape;25468;p98"/>
            <p:cNvSpPr/>
            <p:nvPr/>
          </p:nvSpPr>
          <p:spPr>
            <a:xfrm>
              <a:off x="4443594" y="2950768"/>
              <a:ext cx="17040" cy="284590"/>
            </a:xfrm>
            <a:custGeom>
              <a:rect b="b" l="l" r="r" t="t"/>
              <a:pathLst>
                <a:path extrusionOk="0" h="10856" w="65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9" name="Google Shape;25469;p98"/>
            <p:cNvSpPr/>
            <p:nvPr/>
          </p:nvSpPr>
          <p:spPr>
            <a:xfrm>
              <a:off x="4271021" y="3008651"/>
              <a:ext cx="22361" cy="22361"/>
            </a:xfrm>
            <a:custGeom>
              <a:rect b="b" l="l" r="r" t="t"/>
              <a:pathLst>
                <a:path extrusionOk="0" h="853" w="853">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0" name="Google Shape;25470;p98"/>
            <p:cNvSpPr/>
            <p:nvPr/>
          </p:nvSpPr>
          <p:spPr>
            <a:xfrm>
              <a:off x="4310003" y="302645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1" name="Google Shape;25471;p98"/>
            <p:cNvSpPr/>
            <p:nvPr/>
          </p:nvSpPr>
          <p:spPr>
            <a:xfrm>
              <a:off x="4310003" y="3010538"/>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2" name="Google Shape;25472;p98"/>
            <p:cNvSpPr/>
            <p:nvPr/>
          </p:nvSpPr>
          <p:spPr>
            <a:xfrm>
              <a:off x="4271021" y="3082079"/>
              <a:ext cx="22361" cy="22335"/>
            </a:xfrm>
            <a:custGeom>
              <a:rect b="b" l="l" r="r" t="t"/>
              <a:pathLst>
                <a:path extrusionOk="0" h="852" w="853">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3" name="Google Shape;25473;p98"/>
            <p:cNvSpPr/>
            <p:nvPr/>
          </p:nvSpPr>
          <p:spPr>
            <a:xfrm>
              <a:off x="4310003" y="3099853"/>
              <a:ext cx="114691" cy="9490"/>
            </a:xfrm>
            <a:custGeom>
              <a:rect b="b" l="l" r="r" t="t"/>
              <a:pathLst>
                <a:path extrusionOk="0" h="362" w="4375">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4" name="Google Shape;25474;p98"/>
            <p:cNvSpPr/>
            <p:nvPr/>
          </p:nvSpPr>
          <p:spPr>
            <a:xfrm>
              <a:off x="4310003" y="3084334"/>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5" name="Google Shape;25475;p98"/>
            <p:cNvSpPr/>
            <p:nvPr/>
          </p:nvSpPr>
          <p:spPr>
            <a:xfrm>
              <a:off x="4271021" y="3155874"/>
              <a:ext cx="22361" cy="21968"/>
            </a:xfrm>
            <a:custGeom>
              <a:rect b="b" l="l" r="r" t="t"/>
              <a:pathLst>
                <a:path extrusionOk="0" h="838" w="853">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6" name="Google Shape;25476;p98"/>
            <p:cNvSpPr/>
            <p:nvPr/>
          </p:nvSpPr>
          <p:spPr>
            <a:xfrm>
              <a:off x="4310003" y="317328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7" name="Google Shape;25477;p98"/>
            <p:cNvSpPr/>
            <p:nvPr/>
          </p:nvSpPr>
          <p:spPr>
            <a:xfrm>
              <a:off x="4310003" y="3157762"/>
              <a:ext cx="37120" cy="9490"/>
            </a:xfrm>
            <a:custGeom>
              <a:rect b="b" l="l" r="r" t="t"/>
              <a:pathLst>
                <a:path extrusionOk="0" h="362" w="1416">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78" name="Google Shape;25478;p98"/>
          <p:cNvGrpSpPr/>
          <p:nvPr/>
        </p:nvGrpSpPr>
        <p:grpSpPr>
          <a:xfrm>
            <a:off x="4602829" y="3401089"/>
            <a:ext cx="409111" cy="267944"/>
            <a:chOff x="4627886" y="3401089"/>
            <a:chExt cx="409111" cy="267944"/>
          </a:xfrm>
        </p:grpSpPr>
        <p:sp>
          <p:nvSpPr>
            <p:cNvPr id="25479" name="Google Shape;25479;p98"/>
            <p:cNvSpPr/>
            <p:nvPr/>
          </p:nvSpPr>
          <p:spPr>
            <a:xfrm>
              <a:off x="4627886" y="3401089"/>
              <a:ext cx="409111" cy="267944"/>
            </a:xfrm>
            <a:custGeom>
              <a:rect b="b" l="l" r="r" t="t"/>
              <a:pathLst>
                <a:path extrusionOk="0" h="10221" w="15606">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0" name="Google Shape;25480;p98"/>
            <p:cNvSpPr/>
            <p:nvPr/>
          </p:nvSpPr>
          <p:spPr>
            <a:xfrm>
              <a:off x="4670276" y="3422271"/>
              <a:ext cx="324332" cy="225580"/>
            </a:xfrm>
            <a:custGeom>
              <a:rect b="b" l="l" r="r" t="t"/>
              <a:pathLst>
                <a:path extrusionOk="0" h="8605" w="12372">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1" name="Google Shape;25481;p98"/>
            <p:cNvSpPr/>
            <p:nvPr/>
          </p:nvSpPr>
          <p:spPr>
            <a:xfrm>
              <a:off x="4642252" y="3520761"/>
              <a:ext cx="14025" cy="28312"/>
            </a:xfrm>
            <a:custGeom>
              <a:rect b="b" l="l" r="r" t="t"/>
              <a:pathLst>
                <a:path extrusionOk="0" h="1080" w="535">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2" name="Google Shape;25482;p98"/>
            <p:cNvSpPr/>
            <p:nvPr/>
          </p:nvSpPr>
          <p:spPr>
            <a:xfrm>
              <a:off x="5008947" y="3513578"/>
              <a:ext cx="14025" cy="42678"/>
            </a:xfrm>
            <a:custGeom>
              <a:rect b="b" l="l" r="r" t="t"/>
              <a:pathLst>
                <a:path extrusionOk="0" h="1628" w="535">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3" name="Google Shape;25483;p98"/>
            <p:cNvSpPr/>
            <p:nvPr/>
          </p:nvSpPr>
          <p:spPr>
            <a:xfrm>
              <a:off x="5006299" y="3421904"/>
              <a:ext cx="18953" cy="14392"/>
            </a:xfrm>
            <a:custGeom>
              <a:rect b="b" l="l" r="r" t="t"/>
              <a:pathLst>
                <a:path extrusionOk="0" h="549" w="723">
                  <a:moveTo>
                    <a:pt x="362" y="0"/>
                  </a:moveTo>
                  <a:cubicBezTo>
                    <a:pt x="1" y="0"/>
                    <a:pt x="1" y="549"/>
                    <a:pt x="362" y="549"/>
                  </a:cubicBezTo>
                  <a:cubicBezTo>
                    <a:pt x="723" y="549"/>
                    <a:pt x="723" y="0"/>
                    <a:pt x="362"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4" name="Google Shape;25484;p98"/>
            <p:cNvSpPr/>
            <p:nvPr/>
          </p:nvSpPr>
          <p:spPr>
            <a:xfrm>
              <a:off x="4642252" y="3485554"/>
              <a:ext cx="14025" cy="21129"/>
            </a:xfrm>
            <a:custGeom>
              <a:rect b="b" l="l" r="r" t="t"/>
              <a:pathLst>
                <a:path extrusionOk="0" h="806" w="535">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5" name="Google Shape;25485;p98"/>
            <p:cNvSpPr/>
            <p:nvPr/>
          </p:nvSpPr>
          <p:spPr>
            <a:xfrm>
              <a:off x="4642252" y="3563150"/>
              <a:ext cx="14025" cy="21103"/>
            </a:xfrm>
            <a:custGeom>
              <a:rect b="b" l="l" r="r" t="t"/>
              <a:pathLst>
                <a:path extrusionOk="0" h="805" w="535">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6" name="Google Shape;25486;p98"/>
            <p:cNvSpPr/>
            <p:nvPr/>
          </p:nvSpPr>
          <p:spPr>
            <a:xfrm>
              <a:off x="4761845" y="3457478"/>
              <a:ext cx="141561" cy="113170"/>
            </a:xfrm>
            <a:custGeom>
              <a:rect b="b" l="l" r="r" t="t"/>
              <a:pathLst>
                <a:path extrusionOk="0" h="4317" w="540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7" name="Google Shape;25487;p98"/>
            <p:cNvSpPr/>
            <p:nvPr/>
          </p:nvSpPr>
          <p:spPr>
            <a:xfrm>
              <a:off x="4691457" y="3598619"/>
              <a:ext cx="281942" cy="14025"/>
            </a:xfrm>
            <a:custGeom>
              <a:rect b="b" l="l" r="r" t="t"/>
              <a:pathLst>
                <a:path extrusionOk="0" h="535" w="10755">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8" name="Google Shape;25488;p98"/>
            <p:cNvSpPr/>
            <p:nvPr/>
          </p:nvSpPr>
          <p:spPr>
            <a:xfrm>
              <a:off x="4691457" y="3598619"/>
              <a:ext cx="63598" cy="14025"/>
            </a:xfrm>
            <a:custGeom>
              <a:rect b="b" l="l" r="r" t="t"/>
              <a:pathLst>
                <a:path extrusionOk="0" h="535" w="2426">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9" name="Google Shape;25489;p98"/>
            <p:cNvSpPr/>
            <p:nvPr/>
          </p:nvSpPr>
          <p:spPr>
            <a:xfrm>
              <a:off x="4741030" y="3591436"/>
              <a:ext cx="28024" cy="28024"/>
            </a:xfrm>
            <a:custGeom>
              <a:rect b="b" l="l" r="r" t="t"/>
              <a:pathLst>
                <a:path extrusionOk="0" h="1069" w="1069">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90" name="Google Shape;25490;p98"/>
          <p:cNvGrpSpPr/>
          <p:nvPr/>
        </p:nvGrpSpPr>
        <p:grpSpPr>
          <a:xfrm>
            <a:off x="4627419" y="2898915"/>
            <a:ext cx="386016" cy="384495"/>
            <a:chOff x="4652476" y="2898915"/>
            <a:chExt cx="386016" cy="384495"/>
          </a:xfrm>
        </p:grpSpPr>
        <p:sp>
          <p:nvSpPr>
            <p:cNvPr id="25491" name="Google Shape;25491;p98"/>
            <p:cNvSpPr/>
            <p:nvPr/>
          </p:nvSpPr>
          <p:spPr>
            <a:xfrm>
              <a:off x="4842456" y="3088895"/>
              <a:ext cx="60190" cy="60190"/>
            </a:xfrm>
            <a:custGeom>
              <a:rect b="b" l="l" r="r" t="t"/>
              <a:pathLst>
                <a:path extrusionOk="0" h="2296" w="2296">
                  <a:moveTo>
                    <a:pt x="592" y="0"/>
                  </a:moveTo>
                  <a:lnTo>
                    <a:pt x="0" y="592"/>
                  </a:lnTo>
                  <a:lnTo>
                    <a:pt x="1704" y="2295"/>
                  </a:lnTo>
                  <a:lnTo>
                    <a:pt x="2295" y="1703"/>
                  </a:lnTo>
                  <a:lnTo>
                    <a:pt x="592" y="0"/>
                  </a:ln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2" name="Google Shape;25492;p98"/>
            <p:cNvSpPr/>
            <p:nvPr/>
          </p:nvSpPr>
          <p:spPr>
            <a:xfrm>
              <a:off x="4652476" y="2898915"/>
              <a:ext cx="247889" cy="247889"/>
            </a:xfrm>
            <a:custGeom>
              <a:rect b="b" l="l" r="r" t="t"/>
              <a:pathLst>
                <a:path extrusionOk="0" h="9456" w="9456">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3" name="Google Shape;25493;p98"/>
            <p:cNvSpPr/>
            <p:nvPr/>
          </p:nvSpPr>
          <p:spPr>
            <a:xfrm>
              <a:off x="4680866" y="2927306"/>
              <a:ext cx="191134" cy="191134"/>
            </a:xfrm>
            <a:custGeom>
              <a:rect b="b" l="l" r="r" t="t"/>
              <a:pathLst>
                <a:path extrusionOk="0" h="7291" w="7291">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4" name="Google Shape;25494;p98"/>
            <p:cNvSpPr/>
            <p:nvPr/>
          </p:nvSpPr>
          <p:spPr>
            <a:xfrm>
              <a:off x="4869693" y="3117653"/>
              <a:ext cx="168798" cy="165757"/>
            </a:xfrm>
            <a:custGeom>
              <a:rect b="b" l="l" r="r" t="t"/>
              <a:pathLst>
                <a:path extrusionOk="0" h="6323" w="6439">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5" name="Google Shape;25495;p98"/>
            <p:cNvSpPr/>
            <p:nvPr/>
          </p:nvSpPr>
          <p:spPr>
            <a:xfrm>
              <a:off x="4881437" y="3118020"/>
              <a:ext cx="157054" cy="155560"/>
            </a:xfrm>
            <a:custGeom>
              <a:rect b="b" l="l" r="r" t="t"/>
              <a:pathLst>
                <a:path extrusionOk="0" h="5934" w="5991">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6" name="Google Shape;25496;p98"/>
            <p:cNvSpPr/>
            <p:nvPr/>
          </p:nvSpPr>
          <p:spPr>
            <a:xfrm>
              <a:off x="4952952" y="3199391"/>
              <a:ext cx="54134" cy="54134"/>
            </a:xfrm>
            <a:custGeom>
              <a:rect b="b" l="l" r="r" t="t"/>
              <a:pathLst>
                <a:path extrusionOk="0" h="2065" w="2065">
                  <a:moveTo>
                    <a:pt x="1458" y="0"/>
                  </a:moveTo>
                  <a:lnTo>
                    <a:pt x="0" y="1473"/>
                  </a:lnTo>
                  <a:lnTo>
                    <a:pt x="592" y="2064"/>
                  </a:lnTo>
                  <a:lnTo>
                    <a:pt x="2065" y="607"/>
                  </a:lnTo>
                  <a:lnTo>
                    <a:pt x="1458"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7" name="Google Shape;25497;p98"/>
            <p:cNvSpPr/>
            <p:nvPr/>
          </p:nvSpPr>
          <p:spPr>
            <a:xfrm>
              <a:off x="4931377" y="3179232"/>
              <a:ext cx="55209" cy="50464"/>
            </a:xfrm>
            <a:custGeom>
              <a:rect b="b" l="l" r="r" t="t"/>
              <a:pathLst>
                <a:path extrusionOk="0" h="1925" w="2106">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8" name="Google Shape;25498;p98"/>
            <p:cNvSpPr/>
            <p:nvPr/>
          </p:nvSpPr>
          <p:spPr>
            <a:xfrm>
              <a:off x="4736101" y="2955670"/>
              <a:ext cx="87453" cy="95396"/>
            </a:xfrm>
            <a:custGeom>
              <a:rect b="b" l="l" r="r" t="t"/>
              <a:pathLst>
                <a:path extrusionOk="0" h="3639" w="3336">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9" name="Google Shape;25499;p98"/>
            <p:cNvSpPr/>
            <p:nvPr/>
          </p:nvSpPr>
          <p:spPr>
            <a:xfrm>
              <a:off x="4762972" y="3064279"/>
              <a:ext cx="26897" cy="28050"/>
            </a:xfrm>
            <a:custGeom>
              <a:rect b="b" l="l" r="r" t="t"/>
              <a:pathLst>
                <a:path extrusionOk="0" h="1070" w="1026">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00" name="Google Shape;25500;p98"/>
          <p:cNvGrpSpPr/>
          <p:nvPr/>
        </p:nvGrpSpPr>
        <p:grpSpPr>
          <a:xfrm>
            <a:off x="5131874" y="2922194"/>
            <a:ext cx="324699" cy="347611"/>
            <a:chOff x="5156931" y="2922194"/>
            <a:chExt cx="324699" cy="347611"/>
          </a:xfrm>
        </p:grpSpPr>
        <p:sp>
          <p:nvSpPr>
            <p:cNvPr id="25501" name="Google Shape;25501;p98"/>
            <p:cNvSpPr/>
            <p:nvPr/>
          </p:nvSpPr>
          <p:spPr>
            <a:xfrm>
              <a:off x="5160706" y="3072982"/>
              <a:ext cx="317149" cy="43543"/>
            </a:xfrm>
            <a:custGeom>
              <a:rect b="b" l="l" r="r" t="t"/>
              <a:pathLst>
                <a:path extrusionOk="0" h="1661" w="12098">
                  <a:moveTo>
                    <a:pt x="15" y="1"/>
                  </a:moveTo>
                  <a:lnTo>
                    <a:pt x="0" y="1661"/>
                  </a:lnTo>
                  <a:lnTo>
                    <a:pt x="12097" y="1661"/>
                  </a:lnTo>
                  <a:lnTo>
                    <a:pt x="12083" y="1"/>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2" name="Google Shape;25502;p98"/>
            <p:cNvSpPr/>
            <p:nvPr/>
          </p:nvSpPr>
          <p:spPr>
            <a:xfrm>
              <a:off x="5258330" y="2922194"/>
              <a:ext cx="128689" cy="62261"/>
            </a:xfrm>
            <a:custGeom>
              <a:rect b="b" l="l" r="r" t="t"/>
              <a:pathLst>
                <a:path extrusionOk="0" h="2375" w="4909">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3" name="Google Shape;25503;p98"/>
            <p:cNvSpPr/>
            <p:nvPr/>
          </p:nvSpPr>
          <p:spPr>
            <a:xfrm>
              <a:off x="5258330" y="2957951"/>
              <a:ext cx="128689" cy="26503"/>
            </a:xfrm>
            <a:custGeom>
              <a:rect b="b" l="l" r="r" t="t"/>
              <a:pathLst>
                <a:path extrusionOk="0" h="1011" w="4909">
                  <a:moveTo>
                    <a:pt x="997" y="0"/>
                  </a:moveTo>
                  <a:lnTo>
                    <a:pt x="1" y="1011"/>
                  </a:lnTo>
                  <a:lnTo>
                    <a:pt x="4909" y="1011"/>
                  </a:lnTo>
                  <a:lnTo>
                    <a:pt x="3913"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4" name="Google Shape;25504;p98"/>
            <p:cNvSpPr/>
            <p:nvPr/>
          </p:nvSpPr>
          <p:spPr>
            <a:xfrm>
              <a:off x="5180000" y="2975358"/>
              <a:ext cx="278561" cy="260761"/>
            </a:xfrm>
            <a:custGeom>
              <a:rect b="b" l="l" r="r" t="t"/>
              <a:pathLst>
                <a:path extrusionOk="0" h="9947" w="10626">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5" name="Google Shape;25505;p98"/>
            <p:cNvSpPr/>
            <p:nvPr/>
          </p:nvSpPr>
          <p:spPr>
            <a:xfrm>
              <a:off x="5438847" y="2975358"/>
              <a:ext cx="19714" cy="260761"/>
            </a:xfrm>
            <a:custGeom>
              <a:rect b="b" l="l" r="r" t="t"/>
              <a:pathLst>
                <a:path extrusionOk="0" h="9947" w="752">
                  <a:moveTo>
                    <a:pt x="1" y="0"/>
                  </a:moveTo>
                  <a:lnTo>
                    <a:pt x="1" y="9946"/>
                  </a:lnTo>
                  <a:lnTo>
                    <a:pt x="751" y="9946"/>
                  </a:lnTo>
                  <a:lnTo>
                    <a:pt x="751" y="217"/>
                  </a:lnTo>
                  <a:cubicBezTo>
                    <a:pt x="751" y="102"/>
                    <a:pt x="650" y="0"/>
                    <a:pt x="535" y="0"/>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6" name="Google Shape;25506;p98"/>
            <p:cNvSpPr/>
            <p:nvPr/>
          </p:nvSpPr>
          <p:spPr>
            <a:xfrm>
              <a:off x="5180000" y="3062785"/>
              <a:ext cx="278561" cy="172967"/>
            </a:xfrm>
            <a:custGeom>
              <a:rect b="b" l="l" r="r" t="t"/>
              <a:pathLst>
                <a:path extrusionOk="0" h="6598" w="10626">
                  <a:moveTo>
                    <a:pt x="1" y="0"/>
                  </a:moveTo>
                  <a:lnTo>
                    <a:pt x="1" y="6597"/>
                  </a:lnTo>
                  <a:lnTo>
                    <a:pt x="10625" y="6597"/>
                  </a:lnTo>
                  <a:lnTo>
                    <a:pt x="10625" y="0"/>
                  </a:lnTo>
                  <a:lnTo>
                    <a:pt x="5313" y="3797"/>
                  </a:lnTo>
                  <a:lnTo>
                    <a:pt x="1" y="0"/>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7" name="Google Shape;25507;p98"/>
            <p:cNvSpPr/>
            <p:nvPr/>
          </p:nvSpPr>
          <p:spPr>
            <a:xfrm>
              <a:off x="5221262" y="3114192"/>
              <a:ext cx="196953" cy="10329"/>
            </a:xfrm>
            <a:custGeom>
              <a:rect b="b" l="l" r="r" t="t"/>
              <a:pathLst>
                <a:path extrusionOk="0" h="394" w="7513">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8" name="Google Shape;25508;p98"/>
            <p:cNvSpPr/>
            <p:nvPr/>
          </p:nvSpPr>
          <p:spPr>
            <a:xfrm>
              <a:off x="5254031" y="3136528"/>
              <a:ext cx="129581" cy="10696"/>
            </a:xfrm>
            <a:custGeom>
              <a:rect b="b" l="l" r="r" t="t"/>
              <a:pathLst>
                <a:path extrusionOk="0" h="408" w="4943">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9" name="Google Shape;25509;p98"/>
            <p:cNvSpPr/>
            <p:nvPr/>
          </p:nvSpPr>
          <p:spPr>
            <a:xfrm>
              <a:off x="5284074" y="3159282"/>
              <a:ext cx="68893" cy="10617"/>
            </a:xfrm>
            <a:custGeom>
              <a:rect b="b" l="l" r="r" t="t"/>
              <a:pathLst>
                <a:path extrusionOk="0" h="405" w="2628">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0" name="Google Shape;25510;p98"/>
            <p:cNvSpPr/>
            <p:nvPr/>
          </p:nvSpPr>
          <p:spPr>
            <a:xfrm>
              <a:off x="5156931" y="3073009"/>
              <a:ext cx="324699" cy="196796"/>
            </a:xfrm>
            <a:custGeom>
              <a:rect b="b" l="l" r="r" t="t"/>
              <a:pathLst>
                <a:path extrusionOk="0" h="7507" w="12386">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1" name="Google Shape;25511;p98"/>
            <p:cNvSpPr/>
            <p:nvPr/>
          </p:nvSpPr>
          <p:spPr>
            <a:xfrm>
              <a:off x="5464197" y="3072694"/>
              <a:ext cx="17433" cy="197111"/>
            </a:xfrm>
            <a:custGeom>
              <a:rect b="b" l="l" r="r" t="t"/>
              <a:pathLst>
                <a:path extrusionOk="0" h="7519" w="665">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2" name="Google Shape;25512;p98"/>
            <p:cNvSpPr/>
            <p:nvPr/>
          </p:nvSpPr>
          <p:spPr>
            <a:xfrm>
              <a:off x="5217461" y="3013579"/>
              <a:ext cx="32585" cy="32952"/>
            </a:xfrm>
            <a:custGeom>
              <a:rect b="b" l="l" r="r" t="t"/>
              <a:pathLst>
                <a:path extrusionOk="0" h="1257" w="1243">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3" name="Google Shape;25513;p98"/>
            <p:cNvSpPr/>
            <p:nvPr/>
          </p:nvSpPr>
          <p:spPr>
            <a:xfrm>
              <a:off x="5271595" y="3008258"/>
              <a:ext cx="36491" cy="10670"/>
            </a:xfrm>
            <a:custGeom>
              <a:rect b="b" l="l" r="r" t="t"/>
              <a:pathLst>
                <a:path extrusionOk="0" h="407" w="1392">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4" name="Google Shape;25514;p98"/>
            <p:cNvSpPr/>
            <p:nvPr/>
          </p:nvSpPr>
          <p:spPr>
            <a:xfrm>
              <a:off x="5270206" y="3036255"/>
              <a:ext cx="113406" cy="10670"/>
            </a:xfrm>
            <a:custGeom>
              <a:rect b="b" l="l" r="r" t="t"/>
              <a:pathLst>
                <a:path extrusionOk="0" h="407" w="4326">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5" name="Google Shape;25515;p98"/>
            <p:cNvSpPr/>
            <p:nvPr/>
          </p:nvSpPr>
          <p:spPr>
            <a:xfrm>
              <a:off x="5223517" y="3080532"/>
              <a:ext cx="69915" cy="10670"/>
            </a:xfrm>
            <a:custGeom>
              <a:rect b="b" l="l" r="r" t="t"/>
              <a:pathLst>
                <a:path extrusionOk="0" h="407" w="2667">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6" name="Google Shape;25516;p98"/>
            <p:cNvSpPr/>
            <p:nvPr/>
          </p:nvSpPr>
          <p:spPr>
            <a:xfrm>
              <a:off x="5183251" y="3234152"/>
              <a:ext cx="56939" cy="10696"/>
            </a:xfrm>
            <a:custGeom>
              <a:rect b="b" l="l" r="r" t="t"/>
              <a:pathLst>
                <a:path extrusionOk="0" h="408" w="2172">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17" name="Google Shape;25517;p98"/>
          <p:cNvGrpSpPr/>
          <p:nvPr/>
        </p:nvGrpSpPr>
        <p:grpSpPr>
          <a:xfrm>
            <a:off x="6061274" y="2905337"/>
            <a:ext cx="364441" cy="364834"/>
            <a:chOff x="6086331" y="2905337"/>
            <a:chExt cx="364441" cy="364834"/>
          </a:xfrm>
        </p:grpSpPr>
        <p:sp>
          <p:nvSpPr>
            <p:cNvPr id="25518" name="Google Shape;25518;p98"/>
            <p:cNvSpPr/>
            <p:nvPr/>
          </p:nvSpPr>
          <p:spPr>
            <a:xfrm>
              <a:off x="6086331" y="2905337"/>
              <a:ext cx="277407" cy="277433"/>
            </a:xfrm>
            <a:custGeom>
              <a:rect b="b" l="l" r="r" t="t"/>
              <a:pathLst>
                <a:path extrusionOk="0" h="10583" w="10582">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9" name="Google Shape;25519;p98"/>
            <p:cNvSpPr/>
            <p:nvPr/>
          </p:nvSpPr>
          <p:spPr>
            <a:xfrm>
              <a:off x="6143480" y="2983301"/>
              <a:ext cx="142321" cy="121821"/>
            </a:xfrm>
            <a:custGeom>
              <a:rect b="b" l="l" r="r" t="t"/>
              <a:pathLst>
                <a:path extrusionOk="0" h="4647" w="5429">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0" name="Google Shape;25520;p98"/>
            <p:cNvSpPr/>
            <p:nvPr/>
          </p:nvSpPr>
          <p:spPr>
            <a:xfrm>
              <a:off x="6184349" y="3013946"/>
              <a:ext cx="70781" cy="60557"/>
            </a:xfrm>
            <a:custGeom>
              <a:rect b="b" l="l" r="r" t="t"/>
              <a:pathLst>
                <a:path extrusionOk="0" h="2310" w="270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1" name="Google Shape;25521;p98"/>
            <p:cNvSpPr/>
            <p:nvPr/>
          </p:nvSpPr>
          <p:spPr>
            <a:xfrm>
              <a:off x="6268368" y="3087374"/>
              <a:ext cx="182404" cy="182797"/>
            </a:xfrm>
            <a:custGeom>
              <a:rect b="b" l="l" r="r" t="t"/>
              <a:pathLst>
                <a:path extrusionOk="0" h="6973" w="6958">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2" name="Google Shape;25522;p98"/>
            <p:cNvSpPr/>
            <p:nvPr/>
          </p:nvSpPr>
          <p:spPr>
            <a:xfrm>
              <a:off x="6298620" y="3133172"/>
              <a:ext cx="106747" cy="91412"/>
            </a:xfrm>
            <a:custGeom>
              <a:rect b="b" l="l" r="r" t="t"/>
              <a:pathLst>
                <a:path extrusionOk="0" h="3487" w="4072">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3" name="Google Shape;25523;p98"/>
            <p:cNvSpPr/>
            <p:nvPr/>
          </p:nvSpPr>
          <p:spPr>
            <a:xfrm>
              <a:off x="6322843" y="3151706"/>
              <a:ext cx="63991" cy="54527"/>
            </a:xfrm>
            <a:custGeom>
              <a:rect b="b" l="l" r="r" t="t"/>
              <a:pathLst>
                <a:path extrusionOk="0" h="2080" w="2441">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24" name="Google Shape;25524;p98"/>
          <p:cNvGrpSpPr/>
          <p:nvPr/>
        </p:nvGrpSpPr>
        <p:grpSpPr>
          <a:xfrm>
            <a:off x="6529002" y="2907251"/>
            <a:ext cx="377706" cy="377680"/>
            <a:chOff x="6554059" y="2907251"/>
            <a:chExt cx="377706" cy="377680"/>
          </a:xfrm>
        </p:grpSpPr>
        <p:sp>
          <p:nvSpPr>
            <p:cNvPr id="25525" name="Google Shape;25525;p98"/>
            <p:cNvSpPr/>
            <p:nvPr/>
          </p:nvSpPr>
          <p:spPr>
            <a:xfrm>
              <a:off x="6635064" y="2907251"/>
              <a:ext cx="215723" cy="377680"/>
            </a:xfrm>
            <a:custGeom>
              <a:rect b="b" l="l" r="r" t="t"/>
              <a:pathLst>
                <a:path extrusionOk="0" h="14407" w="8229">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6" name="Google Shape;25526;p98"/>
            <p:cNvSpPr/>
            <p:nvPr/>
          </p:nvSpPr>
          <p:spPr>
            <a:xfrm>
              <a:off x="6805330" y="2907251"/>
              <a:ext cx="45457" cy="377680"/>
            </a:xfrm>
            <a:custGeom>
              <a:rect b="b" l="l" r="r" t="t"/>
              <a:pathLst>
                <a:path extrusionOk="0" h="14407" w="1734">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7" name="Google Shape;25527;p98"/>
            <p:cNvSpPr/>
            <p:nvPr/>
          </p:nvSpPr>
          <p:spPr>
            <a:xfrm>
              <a:off x="6635064" y="3227389"/>
              <a:ext cx="215723" cy="22728"/>
            </a:xfrm>
            <a:custGeom>
              <a:rect b="b" l="l" r="r" t="t"/>
              <a:pathLst>
                <a:path extrusionOk="0" h="867" w="8229">
                  <a:moveTo>
                    <a:pt x="0" y="0"/>
                  </a:moveTo>
                  <a:lnTo>
                    <a:pt x="0" y="867"/>
                  </a:lnTo>
                  <a:lnTo>
                    <a:pt x="8228" y="867"/>
                  </a:lnTo>
                  <a:lnTo>
                    <a:pt x="8228" y="0"/>
                  </a:lnTo>
                  <a:close/>
                </a:path>
              </a:pathLst>
            </a:custGeom>
            <a:solidFill>
              <a:srgbClr val="91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8" name="Google Shape;25528;p98"/>
            <p:cNvSpPr/>
            <p:nvPr/>
          </p:nvSpPr>
          <p:spPr>
            <a:xfrm>
              <a:off x="6828058" y="3227389"/>
              <a:ext cx="22728" cy="22728"/>
            </a:xfrm>
            <a:custGeom>
              <a:rect b="b" l="l" r="r" t="t"/>
              <a:pathLst>
                <a:path extrusionOk="0" h="867" w="867">
                  <a:moveTo>
                    <a:pt x="0" y="0"/>
                  </a:moveTo>
                  <a:lnTo>
                    <a:pt x="0" y="867"/>
                  </a:lnTo>
                  <a:lnTo>
                    <a:pt x="866" y="867"/>
                  </a:lnTo>
                  <a:lnTo>
                    <a:pt x="866" y="0"/>
                  </a:ln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9" name="Google Shape;25529;p98"/>
            <p:cNvSpPr/>
            <p:nvPr/>
          </p:nvSpPr>
          <p:spPr>
            <a:xfrm>
              <a:off x="6635064" y="3250091"/>
              <a:ext cx="215723" cy="34840"/>
            </a:xfrm>
            <a:custGeom>
              <a:rect b="b" l="l" r="r" t="t"/>
              <a:pathLst>
                <a:path extrusionOk="0" h="1329" w="8229">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0" name="Google Shape;25530;p98"/>
            <p:cNvSpPr/>
            <p:nvPr/>
          </p:nvSpPr>
          <p:spPr>
            <a:xfrm>
              <a:off x="6805330" y="3250091"/>
              <a:ext cx="45457" cy="34840"/>
            </a:xfrm>
            <a:custGeom>
              <a:rect b="b" l="l" r="r" t="t"/>
              <a:pathLst>
                <a:path extrusionOk="0" h="1329" w="1734">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1" name="Google Shape;25531;p98"/>
            <p:cNvSpPr/>
            <p:nvPr/>
          </p:nvSpPr>
          <p:spPr>
            <a:xfrm>
              <a:off x="6635064" y="2907251"/>
              <a:ext cx="216090" cy="35207"/>
            </a:xfrm>
            <a:custGeom>
              <a:rect b="b" l="l" r="r" t="t"/>
              <a:pathLst>
                <a:path extrusionOk="0" h="1343" w="8243">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2" name="Google Shape;25532;p98"/>
            <p:cNvSpPr/>
            <p:nvPr/>
          </p:nvSpPr>
          <p:spPr>
            <a:xfrm>
              <a:off x="6805330" y="2907251"/>
              <a:ext cx="45457" cy="35207"/>
            </a:xfrm>
            <a:custGeom>
              <a:rect b="b" l="l" r="r" t="t"/>
              <a:pathLst>
                <a:path extrusionOk="0" h="1343" w="1734">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3" name="Google Shape;25533;p98"/>
            <p:cNvSpPr/>
            <p:nvPr/>
          </p:nvSpPr>
          <p:spPr>
            <a:xfrm>
              <a:off x="6720577" y="3262202"/>
              <a:ext cx="45064" cy="11010"/>
            </a:xfrm>
            <a:custGeom>
              <a:rect b="b" l="l" r="r" t="t"/>
              <a:pathLst>
                <a:path extrusionOk="0" h="420" w="1719">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4" name="Google Shape;25534;p98"/>
            <p:cNvSpPr/>
            <p:nvPr/>
          </p:nvSpPr>
          <p:spPr>
            <a:xfrm>
              <a:off x="6554059" y="2962879"/>
              <a:ext cx="149137" cy="163765"/>
            </a:xfrm>
            <a:custGeom>
              <a:rect b="b" l="l" r="r" t="t"/>
              <a:pathLst>
                <a:path extrusionOk="0" h="6247" w="5689">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5" name="Google Shape;25535;p98"/>
            <p:cNvSpPr/>
            <p:nvPr/>
          </p:nvSpPr>
          <p:spPr>
            <a:xfrm>
              <a:off x="6650950" y="2962879"/>
              <a:ext cx="52246" cy="129056"/>
            </a:xfrm>
            <a:custGeom>
              <a:rect b="b" l="l" r="r" t="t"/>
              <a:pathLst>
                <a:path extrusionOk="0" h="4923" w="1993">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6" name="Google Shape;25536;p98"/>
            <p:cNvSpPr/>
            <p:nvPr/>
          </p:nvSpPr>
          <p:spPr>
            <a:xfrm>
              <a:off x="6596842" y="2999580"/>
              <a:ext cx="64358" cy="53295"/>
            </a:xfrm>
            <a:custGeom>
              <a:rect b="b" l="l" r="r" t="t"/>
              <a:pathLst>
                <a:path extrusionOk="0" h="2033" w="2455">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7" name="Google Shape;25537;p98"/>
            <p:cNvSpPr/>
            <p:nvPr/>
          </p:nvSpPr>
          <p:spPr>
            <a:xfrm>
              <a:off x="6782628" y="3055576"/>
              <a:ext cx="149137" cy="163765"/>
            </a:xfrm>
            <a:custGeom>
              <a:rect b="b" l="l" r="r" t="t"/>
              <a:pathLst>
                <a:path extrusionOk="0" h="6247" w="5689">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8" name="Google Shape;25538;p98"/>
            <p:cNvSpPr/>
            <p:nvPr/>
          </p:nvSpPr>
          <p:spPr>
            <a:xfrm>
              <a:off x="6879885" y="3055576"/>
              <a:ext cx="51879" cy="129083"/>
            </a:xfrm>
            <a:custGeom>
              <a:rect b="b" l="l" r="r" t="t"/>
              <a:pathLst>
                <a:path extrusionOk="0" h="4924" w="1979">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9" name="Google Shape;25539;p98"/>
            <p:cNvSpPr/>
            <p:nvPr/>
          </p:nvSpPr>
          <p:spPr>
            <a:xfrm>
              <a:off x="6841297" y="3080926"/>
              <a:ext cx="31799" cy="32192"/>
            </a:xfrm>
            <a:custGeom>
              <a:rect b="b" l="l" r="r" t="t"/>
              <a:pathLst>
                <a:path extrusionOk="0" h="1228" w="1213">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0" name="Google Shape;25540;p98"/>
            <p:cNvSpPr/>
            <p:nvPr/>
          </p:nvSpPr>
          <p:spPr>
            <a:xfrm>
              <a:off x="6830706" y="3113091"/>
              <a:ext cx="53374" cy="31825"/>
            </a:xfrm>
            <a:custGeom>
              <a:rect b="b" l="l" r="r" t="t"/>
              <a:pathLst>
                <a:path extrusionOk="0" h="1214" w="2036">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1" name="Google Shape;25541;p98"/>
            <p:cNvSpPr/>
            <p:nvPr/>
          </p:nvSpPr>
          <p:spPr>
            <a:xfrm>
              <a:off x="6725112" y="2972343"/>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2" name="Google Shape;25542;p98"/>
            <p:cNvSpPr/>
            <p:nvPr/>
          </p:nvSpPr>
          <p:spPr>
            <a:xfrm>
              <a:off x="6725112" y="2995045"/>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3" name="Google Shape;25543;p98"/>
            <p:cNvSpPr/>
            <p:nvPr/>
          </p:nvSpPr>
          <p:spPr>
            <a:xfrm>
              <a:off x="6725112" y="3017747"/>
              <a:ext cx="95396" cy="11377"/>
            </a:xfrm>
            <a:custGeom>
              <a:rect b="b" l="l" r="r" t="t"/>
              <a:pathLst>
                <a:path extrusionOk="0" h="434" w="3639">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4" name="Google Shape;25544;p98"/>
            <p:cNvSpPr/>
            <p:nvPr/>
          </p:nvSpPr>
          <p:spPr>
            <a:xfrm>
              <a:off x="6664949" y="3138467"/>
              <a:ext cx="91595" cy="23095"/>
            </a:xfrm>
            <a:custGeom>
              <a:rect b="b" l="l" r="r" t="t"/>
              <a:pathLst>
                <a:path extrusionOk="0" h="881" w="3494">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5" name="Google Shape;25545;p98"/>
            <p:cNvSpPr/>
            <p:nvPr/>
          </p:nvSpPr>
          <p:spPr>
            <a:xfrm>
              <a:off x="6663428" y="3178576"/>
              <a:ext cx="95003" cy="11377"/>
            </a:xfrm>
            <a:custGeom>
              <a:rect b="b" l="l" r="r" t="t"/>
              <a:pathLst>
                <a:path extrusionOk="0" h="434" w="3624">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46" name="Google Shape;25546;p98"/>
          <p:cNvGrpSpPr/>
          <p:nvPr/>
        </p:nvGrpSpPr>
        <p:grpSpPr>
          <a:xfrm>
            <a:off x="7466739" y="2945446"/>
            <a:ext cx="400801" cy="317542"/>
            <a:chOff x="7491796" y="2945446"/>
            <a:chExt cx="400801" cy="317542"/>
          </a:xfrm>
        </p:grpSpPr>
        <p:sp>
          <p:nvSpPr>
            <p:cNvPr id="25547" name="Google Shape;25547;p98"/>
            <p:cNvSpPr/>
            <p:nvPr/>
          </p:nvSpPr>
          <p:spPr>
            <a:xfrm>
              <a:off x="7491796" y="2998453"/>
              <a:ext cx="340611" cy="264536"/>
            </a:xfrm>
            <a:custGeom>
              <a:rect b="b" l="l" r="r" t="t"/>
              <a:pathLst>
                <a:path extrusionOk="0" h="10091" w="12993">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8" name="Google Shape;25548;p98"/>
            <p:cNvSpPr/>
            <p:nvPr/>
          </p:nvSpPr>
          <p:spPr>
            <a:xfrm>
              <a:off x="7491796" y="2998453"/>
              <a:ext cx="24249" cy="264536"/>
            </a:xfrm>
            <a:custGeom>
              <a:rect b="b" l="l" r="r" t="t"/>
              <a:pathLst>
                <a:path extrusionOk="0" h="10091" w="925">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9" name="Google Shape;25549;p98"/>
            <p:cNvSpPr/>
            <p:nvPr/>
          </p:nvSpPr>
          <p:spPr>
            <a:xfrm>
              <a:off x="7541002" y="2945473"/>
              <a:ext cx="291406" cy="58669"/>
            </a:xfrm>
            <a:custGeom>
              <a:rect b="b" l="l" r="r" t="t"/>
              <a:pathLst>
                <a:path extrusionOk="0" h="2238" w="11116">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0" name="Google Shape;25550;p98"/>
            <p:cNvSpPr/>
            <p:nvPr/>
          </p:nvSpPr>
          <p:spPr>
            <a:xfrm>
              <a:off x="7491796" y="2945473"/>
              <a:ext cx="56415" cy="58669"/>
            </a:xfrm>
            <a:custGeom>
              <a:rect b="b" l="l" r="r" t="t"/>
              <a:pathLst>
                <a:path extrusionOk="0" h="2238" w="2152">
                  <a:moveTo>
                    <a:pt x="319" y="0"/>
                  </a:moveTo>
                  <a:cubicBezTo>
                    <a:pt x="145" y="0"/>
                    <a:pt x="1" y="144"/>
                    <a:pt x="1" y="318"/>
                  </a:cubicBezTo>
                  <a:lnTo>
                    <a:pt x="1" y="2238"/>
                  </a:lnTo>
                  <a:lnTo>
                    <a:pt x="2152" y="2238"/>
                  </a:lnTo>
                  <a:lnTo>
                    <a:pt x="2152" y="0"/>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1" name="Google Shape;25551;p98"/>
            <p:cNvSpPr/>
            <p:nvPr/>
          </p:nvSpPr>
          <p:spPr>
            <a:xfrm>
              <a:off x="7491796" y="2945446"/>
              <a:ext cx="24642" cy="58695"/>
            </a:xfrm>
            <a:custGeom>
              <a:rect b="b" l="l" r="r" t="t"/>
              <a:pathLst>
                <a:path extrusionOk="0" h="2239" w="94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2" name="Google Shape;25552;p98"/>
            <p:cNvSpPr/>
            <p:nvPr/>
          </p:nvSpPr>
          <p:spPr>
            <a:xfrm>
              <a:off x="7568632" y="2968542"/>
              <a:ext cx="228962" cy="12138"/>
            </a:xfrm>
            <a:custGeom>
              <a:rect b="b" l="l" r="r" t="t"/>
              <a:pathLst>
                <a:path extrusionOk="0" h="463" w="8734">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3" name="Google Shape;25553;p98"/>
            <p:cNvSpPr/>
            <p:nvPr/>
          </p:nvSpPr>
          <p:spPr>
            <a:xfrm>
              <a:off x="7656793" y="3073402"/>
              <a:ext cx="225947" cy="122450"/>
            </a:xfrm>
            <a:custGeom>
              <a:rect b="b" l="l" r="r" t="t"/>
              <a:pathLst>
                <a:path extrusionOk="0" h="4671" w="8619">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4" name="Google Shape;25554;p98"/>
            <p:cNvSpPr/>
            <p:nvPr/>
          </p:nvSpPr>
          <p:spPr>
            <a:xfrm>
              <a:off x="7649610" y="3172888"/>
              <a:ext cx="32952" cy="32952"/>
            </a:xfrm>
            <a:custGeom>
              <a:rect b="b" l="l" r="r" t="t"/>
              <a:pathLst>
                <a:path extrusionOk="0" h="1257" w="1257">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5" name="Google Shape;25555;p98"/>
            <p:cNvSpPr/>
            <p:nvPr/>
          </p:nvSpPr>
          <p:spPr>
            <a:xfrm>
              <a:off x="7778273" y="3164184"/>
              <a:ext cx="32952" cy="33345"/>
            </a:xfrm>
            <a:custGeom>
              <a:rect b="b" l="l" r="r" t="t"/>
              <a:pathLst>
                <a:path extrusionOk="0" h="1272" w="1257">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6" name="Google Shape;25556;p98"/>
            <p:cNvSpPr/>
            <p:nvPr/>
          </p:nvSpPr>
          <p:spPr>
            <a:xfrm>
              <a:off x="7859252" y="3062785"/>
              <a:ext cx="33345" cy="33319"/>
            </a:xfrm>
            <a:custGeom>
              <a:rect b="b" l="l" r="r" t="t"/>
              <a:pathLst>
                <a:path extrusionOk="0" h="1271" w="1272">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7" name="Google Shape;25557;p98"/>
            <p:cNvSpPr/>
            <p:nvPr/>
          </p:nvSpPr>
          <p:spPr>
            <a:xfrm>
              <a:off x="7713942" y="3112724"/>
              <a:ext cx="32952" cy="33319"/>
            </a:xfrm>
            <a:custGeom>
              <a:rect b="b" l="l" r="r" t="t"/>
              <a:pathLst>
                <a:path extrusionOk="0" h="1271" w="1257">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8" name="Google Shape;25558;p98"/>
            <p:cNvSpPr/>
            <p:nvPr/>
          </p:nvSpPr>
          <p:spPr>
            <a:xfrm>
              <a:off x="7649610" y="3172704"/>
              <a:ext cx="24616" cy="33319"/>
            </a:xfrm>
            <a:custGeom>
              <a:rect b="b" l="l" r="r" t="t"/>
              <a:pathLst>
                <a:path extrusionOk="0" h="1271" w="939">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9" name="Google Shape;25559;p98"/>
            <p:cNvSpPr/>
            <p:nvPr/>
          </p:nvSpPr>
          <p:spPr>
            <a:xfrm>
              <a:off x="7778273" y="316423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0" name="Google Shape;25560;p98"/>
            <p:cNvSpPr/>
            <p:nvPr/>
          </p:nvSpPr>
          <p:spPr>
            <a:xfrm>
              <a:off x="7859252" y="3062968"/>
              <a:ext cx="24642" cy="33083"/>
            </a:xfrm>
            <a:custGeom>
              <a:rect b="b" l="l" r="r" t="t"/>
              <a:pathLst>
                <a:path extrusionOk="0" h="1262" w="94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1" name="Google Shape;25561;p98"/>
            <p:cNvSpPr/>
            <p:nvPr/>
          </p:nvSpPr>
          <p:spPr>
            <a:xfrm>
              <a:off x="7713942" y="311277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2" name="Google Shape;25562;p98"/>
            <p:cNvSpPr/>
            <p:nvPr/>
          </p:nvSpPr>
          <p:spPr>
            <a:xfrm>
              <a:off x="7530411" y="3104021"/>
              <a:ext cx="101452" cy="12138"/>
            </a:xfrm>
            <a:custGeom>
              <a:rect b="b" l="l" r="r" t="t"/>
              <a:pathLst>
                <a:path extrusionOk="0" h="463" w="387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3" name="Google Shape;25563;p98"/>
            <p:cNvSpPr/>
            <p:nvPr/>
          </p:nvSpPr>
          <p:spPr>
            <a:xfrm>
              <a:off x="7530411" y="3133539"/>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4" name="Google Shape;25564;p98"/>
            <p:cNvSpPr/>
            <p:nvPr/>
          </p:nvSpPr>
          <p:spPr>
            <a:xfrm>
              <a:off x="7530411" y="3163057"/>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5" name="Google Shape;25565;p98"/>
            <p:cNvSpPr/>
            <p:nvPr/>
          </p:nvSpPr>
          <p:spPr>
            <a:xfrm>
              <a:off x="7530411" y="3192575"/>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6" name="Google Shape;25566;p98"/>
            <p:cNvSpPr/>
            <p:nvPr/>
          </p:nvSpPr>
          <p:spPr>
            <a:xfrm>
              <a:off x="7530411" y="3222093"/>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7" name="Google Shape;25567;p98"/>
            <p:cNvSpPr/>
            <p:nvPr/>
          </p:nvSpPr>
          <p:spPr>
            <a:xfrm>
              <a:off x="7538354" y="3035521"/>
              <a:ext cx="247522" cy="44303"/>
            </a:xfrm>
            <a:custGeom>
              <a:rect b="b" l="l" r="r" t="t"/>
              <a:pathLst>
                <a:path extrusionOk="0" h="1690" w="9442">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8" name="Google Shape;25568;p98"/>
            <p:cNvSpPr/>
            <p:nvPr/>
          </p:nvSpPr>
          <p:spPr>
            <a:xfrm>
              <a:off x="7538721" y="3054081"/>
              <a:ext cx="246762" cy="25743"/>
            </a:xfrm>
            <a:custGeom>
              <a:rect b="b" l="l" r="r" t="t"/>
              <a:pathLst>
                <a:path extrusionOk="0" h="982" w="9413">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69" name="Google Shape;25569;p98"/>
          <p:cNvGrpSpPr/>
          <p:nvPr/>
        </p:nvGrpSpPr>
        <p:grpSpPr>
          <a:xfrm>
            <a:off x="7020586" y="2907723"/>
            <a:ext cx="345304" cy="365857"/>
            <a:chOff x="7045643" y="2907723"/>
            <a:chExt cx="345304" cy="365857"/>
          </a:xfrm>
        </p:grpSpPr>
        <p:sp>
          <p:nvSpPr>
            <p:cNvPr id="25570" name="Google Shape;25570;p98"/>
            <p:cNvSpPr/>
            <p:nvPr/>
          </p:nvSpPr>
          <p:spPr>
            <a:xfrm>
              <a:off x="7101638" y="2970429"/>
              <a:ext cx="231636" cy="284223"/>
            </a:xfrm>
            <a:custGeom>
              <a:rect b="b" l="l" r="r" t="t"/>
              <a:pathLst>
                <a:path extrusionOk="0" h="10842" w="8836">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1" name="Google Shape;25571;p98"/>
            <p:cNvSpPr/>
            <p:nvPr/>
          </p:nvSpPr>
          <p:spPr>
            <a:xfrm>
              <a:off x="7129269" y="2989357"/>
              <a:ext cx="176768" cy="177135"/>
            </a:xfrm>
            <a:custGeom>
              <a:rect b="b" l="l" r="r" t="t"/>
              <a:pathLst>
                <a:path extrusionOk="0" h="6757" w="6743">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2" name="Google Shape;25572;p98"/>
            <p:cNvSpPr/>
            <p:nvPr/>
          </p:nvSpPr>
          <p:spPr>
            <a:xfrm>
              <a:off x="7148196" y="3008284"/>
              <a:ext cx="138913" cy="139280"/>
            </a:xfrm>
            <a:custGeom>
              <a:rect b="b" l="l" r="r" t="t"/>
              <a:pathLst>
                <a:path extrusionOk="0" h="5313" w="5299">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3" name="Google Shape;25573;p98"/>
            <p:cNvSpPr/>
            <p:nvPr/>
          </p:nvSpPr>
          <p:spPr>
            <a:xfrm>
              <a:off x="7198529" y="3248570"/>
              <a:ext cx="37854" cy="25009"/>
            </a:xfrm>
            <a:custGeom>
              <a:rect b="b" l="l" r="r" t="t"/>
              <a:pathLst>
                <a:path extrusionOk="0" h="954" w="1444">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4" name="Google Shape;25574;p98"/>
            <p:cNvSpPr/>
            <p:nvPr/>
          </p:nvSpPr>
          <p:spPr>
            <a:xfrm>
              <a:off x="7342711" y="3071436"/>
              <a:ext cx="48236" cy="12950"/>
            </a:xfrm>
            <a:custGeom>
              <a:rect b="b" l="l" r="r" t="t"/>
              <a:pathLst>
                <a:path extrusionOk="0" h="494" w="184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5" name="Google Shape;25575;p98"/>
            <p:cNvSpPr/>
            <p:nvPr/>
          </p:nvSpPr>
          <p:spPr>
            <a:xfrm>
              <a:off x="7045643" y="3071436"/>
              <a:ext cx="54658" cy="12950"/>
            </a:xfrm>
            <a:custGeom>
              <a:rect b="b" l="l" r="r" t="t"/>
              <a:pathLst>
                <a:path extrusionOk="0" h="494" w="2085">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6" name="Google Shape;25576;p98"/>
            <p:cNvSpPr/>
            <p:nvPr/>
          </p:nvSpPr>
          <p:spPr>
            <a:xfrm>
              <a:off x="7211400" y="2907723"/>
              <a:ext cx="12505" cy="43831"/>
            </a:xfrm>
            <a:custGeom>
              <a:rect b="b" l="l" r="r" t="t"/>
              <a:pathLst>
                <a:path extrusionOk="0" h="1672" w="477">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7" name="Google Shape;25577;p98"/>
            <p:cNvSpPr/>
            <p:nvPr/>
          </p:nvSpPr>
          <p:spPr>
            <a:xfrm>
              <a:off x="7204951" y="3014706"/>
              <a:ext cx="25009" cy="107508"/>
            </a:xfrm>
            <a:custGeom>
              <a:rect b="b" l="l" r="r" t="t"/>
              <a:pathLst>
                <a:path extrusionOk="0" h="4101" w="954">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8" name="Google Shape;25578;p98"/>
            <p:cNvSpPr/>
            <p:nvPr/>
          </p:nvSpPr>
          <p:spPr>
            <a:xfrm>
              <a:off x="7207992" y="3134666"/>
              <a:ext cx="18953" cy="18953"/>
            </a:xfrm>
            <a:custGeom>
              <a:rect b="b" l="l" r="r" t="t"/>
              <a:pathLst>
                <a:path extrusionOk="0" h="723" w="723">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9" name="Google Shape;25579;p98"/>
            <p:cNvSpPr/>
            <p:nvPr/>
          </p:nvSpPr>
          <p:spPr>
            <a:xfrm>
              <a:off x="7276099" y="2940754"/>
              <a:ext cx="25088" cy="28574"/>
            </a:xfrm>
            <a:custGeom>
              <a:rect b="b" l="l" r="r" t="t"/>
              <a:pathLst>
                <a:path extrusionOk="0" h="1090" w="957">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0" name="Google Shape;25580;p98"/>
            <p:cNvSpPr/>
            <p:nvPr/>
          </p:nvSpPr>
          <p:spPr>
            <a:xfrm>
              <a:off x="7133804" y="3185812"/>
              <a:ext cx="26372" cy="29859"/>
            </a:xfrm>
            <a:custGeom>
              <a:rect b="b" l="l" r="r" t="t"/>
              <a:pathLst>
                <a:path extrusionOk="0" h="1139" w="1006">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1" name="Google Shape;25581;p98"/>
            <p:cNvSpPr/>
            <p:nvPr/>
          </p:nvSpPr>
          <p:spPr>
            <a:xfrm>
              <a:off x="7132886" y="2939758"/>
              <a:ext cx="26320" cy="29571"/>
            </a:xfrm>
            <a:custGeom>
              <a:rect b="b" l="l" r="r" t="t"/>
              <a:pathLst>
                <a:path extrusionOk="0" h="1128" w="1004">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2" name="Google Shape;25582;p98"/>
            <p:cNvSpPr/>
            <p:nvPr/>
          </p:nvSpPr>
          <p:spPr>
            <a:xfrm>
              <a:off x="7276020" y="3186729"/>
              <a:ext cx="25062" cy="28941"/>
            </a:xfrm>
            <a:custGeom>
              <a:rect b="b" l="l" r="r" t="t"/>
              <a:pathLst>
                <a:path extrusionOk="0" h="1104" w="956">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3" name="Google Shape;25583;p98"/>
            <p:cNvSpPr/>
            <p:nvPr/>
          </p:nvSpPr>
          <p:spPr>
            <a:xfrm>
              <a:off x="7322185" y="3137550"/>
              <a:ext cx="35312" cy="22886"/>
            </a:xfrm>
            <a:custGeom>
              <a:rect b="b" l="l" r="r" t="t"/>
              <a:pathLst>
                <a:path extrusionOk="0" h="873" w="1347">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4" name="Google Shape;25584;p98"/>
            <p:cNvSpPr/>
            <p:nvPr/>
          </p:nvSpPr>
          <p:spPr>
            <a:xfrm>
              <a:off x="7077599" y="2995858"/>
              <a:ext cx="33922" cy="21916"/>
            </a:xfrm>
            <a:custGeom>
              <a:rect b="b" l="l" r="r" t="t"/>
              <a:pathLst>
                <a:path extrusionOk="0" h="836" w="1294">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5" name="Google Shape;25585;p98"/>
            <p:cNvSpPr/>
            <p:nvPr/>
          </p:nvSpPr>
          <p:spPr>
            <a:xfrm>
              <a:off x="7323784" y="2995255"/>
              <a:ext cx="35312" cy="22519"/>
            </a:xfrm>
            <a:custGeom>
              <a:rect b="b" l="l" r="r" t="t"/>
              <a:pathLst>
                <a:path extrusionOk="0" h="859" w="1347">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6" name="Google Shape;25586;p98"/>
            <p:cNvSpPr/>
            <p:nvPr/>
          </p:nvSpPr>
          <p:spPr>
            <a:xfrm>
              <a:off x="7077809" y="3137550"/>
              <a:ext cx="34945" cy="22886"/>
            </a:xfrm>
            <a:custGeom>
              <a:rect b="b" l="l" r="r" t="t"/>
              <a:pathLst>
                <a:path extrusionOk="0" h="873" w="1333">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7" name="Google Shape;25587;p98"/>
            <p:cNvSpPr/>
            <p:nvPr/>
          </p:nvSpPr>
          <p:spPr>
            <a:xfrm>
              <a:off x="7186050" y="3210742"/>
              <a:ext cx="63204" cy="44303"/>
            </a:xfrm>
            <a:custGeom>
              <a:rect b="b" l="l" r="r" t="t"/>
              <a:pathLst>
                <a:path extrusionOk="0" h="1690" w="2411">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8" name="Google Shape;25588;p98"/>
            <p:cNvSpPr/>
            <p:nvPr/>
          </p:nvSpPr>
          <p:spPr>
            <a:xfrm>
              <a:off x="7179602" y="3210349"/>
              <a:ext cx="76102" cy="12898"/>
            </a:xfrm>
            <a:custGeom>
              <a:rect b="b" l="l" r="r" t="t"/>
              <a:pathLst>
                <a:path extrusionOk="0" h="492" w="2903">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89" name="Google Shape;25589;p98"/>
          <p:cNvGrpSpPr/>
          <p:nvPr/>
        </p:nvGrpSpPr>
        <p:grpSpPr>
          <a:xfrm>
            <a:off x="7967786" y="2907251"/>
            <a:ext cx="347794" cy="366328"/>
            <a:chOff x="7992843" y="2907251"/>
            <a:chExt cx="347794" cy="366328"/>
          </a:xfrm>
        </p:grpSpPr>
        <p:sp>
          <p:nvSpPr>
            <p:cNvPr id="25590" name="Google Shape;25590;p98"/>
            <p:cNvSpPr/>
            <p:nvPr/>
          </p:nvSpPr>
          <p:spPr>
            <a:xfrm>
              <a:off x="7992843" y="2907251"/>
              <a:ext cx="347794" cy="238032"/>
            </a:xfrm>
            <a:custGeom>
              <a:rect b="b" l="l" r="r" t="t"/>
              <a:pathLst>
                <a:path extrusionOk="0" h="9080" w="13267">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1" name="Google Shape;25591;p98"/>
            <p:cNvSpPr/>
            <p:nvPr/>
          </p:nvSpPr>
          <p:spPr>
            <a:xfrm>
              <a:off x="7993210" y="2907251"/>
              <a:ext cx="26897" cy="238032"/>
            </a:xfrm>
            <a:custGeom>
              <a:rect b="b" l="l" r="r" t="t"/>
              <a:pathLst>
                <a:path extrusionOk="0" h="9080" w="1026">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2" name="Google Shape;25592;p98"/>
            <p:cNvSpPr/>
            <p:nvPr/>
          </p:nvSpPr>
          <p:spPr>
            <a:xfrm>
              <a:off x="8018586" y="2935590"/>
              <a:ext cx="296334" cy="207439"/>
            </a:xfrm>
            <a:custGeom>
              <a:rect b="b" l="l" r="r" t="t"/>
              <a:pathLst>
                <a:path extrusionOk="0" h="7913" w="11304">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3" name="Google Shape;25593;p98"/>
            <p:cNvSpPr/>
            <p:nvPr/>
          </p:nvSpPr>
          <p:spPr>
            <a:xfrm>
              <a:off x="8018586" y="2935249"/>
              <a:ext cx="22335" cy="207387"/>
            </a:xfrm>
            <a:custGeom>
              <a:rect b="b" l="l" r="r" t="t"/>
              <a:pathLst>
                <a:path extrusionOk="0" h="7911" w="852">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4" name="Google Shape;25594;p98"/>
            <p:cNvSpPr/>
            <p:nvPr/>
          </p:nvSpPr>
          <p:spPr>
            <a:xfrm>
              <a:off x="8137393" y="3051801"/>
              <a:ext cx="27657" cy="91595"/>
            </a:xfrm>
            <a:custGeom>
              <a:rect b="b" l="l" r="r" t="t"/>
              <a:pathLst>
                <a:path extrusionOk="0" h="3494" w="1055">
                  <a:moveTo>
                    <a:pt x="1" y="0"/>
                  </a:moveTo>
                  <a:lnTo>
                    <a:pt x="1" y="3494"/>
                  </a:lnTo>
                  <a:lnTo>
                    <a:pt x="1055" y="3494"/>
                  </a:lnTo>
                  <a:lnTo>
                    <a:pt x="1055"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5" name="Google Shape;25595;p98"/>
            <p:cNvSpPr/>
            <p:nvPr/>
          </p:nvSpPr>
          <p:spPr>
            <a:xfrm>
              <a:off x="8137393" y="3051801"/>
              <a:ext cx="14785" cy="91595"/>
            </a:xfrm>
            <a:custGeom>
              <a:rect b="b" l="l" r="r" t="t"/>
              <a:pathLst>
                <a:path extrusionOk="0" h="3494" w="564">
                  <a:moveTo>
                    <a:pt x="1" y="0"/>
                  </a:moveTo>
                  <a:lnTo>
                    <a:pt x="1" y="3494"/>
                  </a:lnTo>
                  <a:lnTo>
                    <a:pt x="564" y="3494"/>
                  </a:lnTo>
                  <a:lnTo>
                    <a:pt x="56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6" name="Google Shape;25596;p98"/>
            <p:cNvSpPr/>
            <p:nvPr/>
          </p:nvSpPr>
          <p:spPr>
            <a:xfrm>
              <a:off x="8216116" y="2961726"/>
              <a:ext cx="54134" cy="182430"/>
            </a:xfrm>
            <a:custGeom>
              <a:rect b="b" l="l" r="r" t="t"/>
              <a:pathLst>
                <a:path extrusionOk="0" h="6959" w="2065">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7" name="Google Shape;25597;p98"/>
            <p:cNvSpPr/>
            <p:nvPr/>
          </p:nvSpPr>
          <p:spPr>
            <a:xfrm>
              <a:off x="8216116" y="2961726"/>
              <a:ext cx="17800" cy="182430"/>
            </a:xfrm>
            <a:custGeom>
              <a:rect b="b" l="l" r="r" t="t"/>
              <a:pathLst>
                <a:path extrusionOk="0" h="6959" w="679">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8" name="Google Shape;25598;p98"/>
            <p:cNvSpPr/>
            <p:nvPr/>
          </p:nvSpPr>
          <p:spPr>
            <a:xfrm>
              <a:off x="8137393" y="2998637"/>
              <a:ext cx="54160" cy="53190"/>
            </a:xfrm>
            <a:custGeom>
              <a:rect b="b" l="l" r="r" t="t"/>
              <a:pathLst>
                <a:path extrusionOk="0" h="2029" w="2066">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9" name="Google Shape;25599;p98"/>
            <p:cNvSpPr/>
            <p:nvPr/>
          </p:nvSpPr>
          <p:spPr>
            <a:xfrm>
              <a:off x="8137393" y="2998637"/>
              <a:ext cx="34473" cy="53190"/>
            </a:xfrm>
            <a:custGeom>
              <a:rect b="b" l="l" r="r" t="t"/>
              <a:pathLst>
                <a:path extrusionOk="0" h="2029" w="1315">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0" name="Google Shape;25600;p98"/>
            <p:cNvSpPr/>
            <p:nvPr/>
          </p:nvSpPr>
          <p:spPr>
            <a:xfrm>
              <a:off x="8147617" y="2998060"/>
              <a:ext cx="34079" cy="32585"/>
            </a:xfrm>
            <a:custGeom>
              <a:rect b="b" l="l" r="r" t="t"/>
              <a:pathLst>
                <a:path extrusionOk="0" h="1243" w="130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1" name="Google Shape;25601;p98"/>
            <p:cNvSpPr/>
            <p:nvPr/>
          </p:nvSpPr>
          <p:spPr>
            <a:xfrm>
              <a:off x="8148010" y="2998479"/>
              <a:ext cx="23856" cy="32166"/>
            </a:xfrm>
            <a:custGeom>
              <a:rect b="b" l="l" r="r" t="t"/>
              <a:pathLst>
                <a:path extrusionOk="0" h="1227" w="91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2" name="Google Shape;25602;p98"/>
            <p:cNvSpPr/>
            <p:nvPr/>
          </p:nvSpPr>
          <p:spPr>
            <a:xfrm>
              <a:off x="8076102" y="3071488"/>
              <a:ext cx="29544" cy="29544"/>
            </a:xfrm>
            <a:custGeom>
              <a:rect b="b" l="l" r="r" t="t"/>
              <a:pathLst>
                <a:path extrusionOk="0" h="1127" w="1127">
                  <a:moveTo>
                    <a:pt x="0" y="0"/>
                  </a:moveTo>
                  <a:lnTo>
                    <a:pt x="0" y="1126"/>
                  </a:lnTo>
                  <a:lnTo>
                    <a:pt x="1126" y="1126"/>
                  </a:lnTo>
                  <a:lnTo>
                    <a:pt x="1126" y="0"/>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3" name="Google Shape;25603;p98"/>
            <p:cNvSpPr/>
            <p:nvPr/>
          </p:nvSpPr>
          <p:spPr>
            <a:xfrm>
              <a:off x="8076102" y="3071488"/>
              <a:ext cx="14785" cy="29544"/>
            </a:xfrm>
            <a:custGeom>
              <a:rect b="b" l="l" r="r" t="t"/>
              <a:pathLst>
                <a:path extrusionOk="0" h="1127" w="564">
                  <a:moveTo>
                    <a:pt x="0" y="0"/>
                  </a:moveTo>
                  <a:lnTo>
                    <a:pt x="0" y="1126"/>
                  </a:lnTo>
                  <a:lnTo>
                    <a:pt x="563" y="1126"/>
                  </a:ln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4" name="Google Shape;25604;p98"/>
            <p:cNvSpPr/>
            <p:nvPr/>
          </p:nvSpPr>
          <p:spPr>
            <a:xfrm>
              <a:off x="8068526" y="3098726"/>
              <a:ext cx="44670" cy="44670"/>
            </a:xfrm>
            <a:custGeom>
              <a:rect b="b" l="l" r="r" t="t"/>
              <a:pathLst>
                <a:path extrusionOk="0" h="1704" w="1704">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5" name="Google Shape;25605;p98"/>
            <p:cNvSpPr/>
            <p:nvPr/>
          </p:nvSpPr>
          <p:spPr>
            <a:xfrm>
              <a:off x="8068526" y="3098726"/>
              <a:ext cx="23122" cy="44670"/>
            </a:xfrm>
            <a:custGeom>
              <a:rect b="b" l="l" r="r" t="t"/>
              <a:pathLst>
                <a:path extrusionOk="0" h="1704" w="882">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6" name="Google Shape;25606;p98"/>
            <p:cNvSpPr/>
            <p:nvPr/>
          </p:nvSpPr>
          <p:spPr>
            <a:xfrm>
              <a:off x="8250170" y="3065773"/>
              <a:ext cx="20081" cy="11037"/>
            </a:xfrm>
            <a:custGeom>
              <a:rect b="b" l="l" r="r" t="t"/>
              <a:pathLst>
                <a:path extrusionOk="0" h="421" w="766">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7" name="Google Shape;25607;p98"/>
            <p:cNvSpPr/>
            <p:nvPr/>
          </p:nvSpPr>
          <p:spPr>
            <a:xfrm>
              <a:off x="8247758" y="3102107"/>
              <a:ext cx="22492" cy="11063"/>
            </a:xfrm>
            <a:custGeom>
              <a:rect b="b" l="l" r="r" t="t"/>
              <a:pathLst>
                <a:path extrusionOk="0" h="422" w="858">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8" name="Google Shape;25608;p98"/>
            <p:cNvSpPr/>
            <p:nvPr/>
          </p:nvSpPr>
          <p:spPr>
            <a:xfrm>
              <a:off x="8250170" y="2992397"/>
              <a:ext cx="20081" cy="11377"/>
            </a:xfrm>
            <a:custGeom>
              <a:rect b="b" l="l" r="r" t="t"/>
              <a:pathLst>
                <a:path extrusionOk="0" h="434" w="766">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9" name="Google Shape;25609;p98"/>
            <p:cNvSpPr/>
            <p:nvPr/>
          </p:nvSpPr>
          <p:spPr>
            <a:xfrm>
              <a:off x="8250170" y="3029098"/>
              <a:ext cx="20081" cy="10984"/>
            </a:xfrm>
            <a:custGeom>
              <a:rect b="b" l="l" r="r" t="t"/>
              <a:pathLst>
                <a:path extrusionOk="0" h="419" w="766">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0" name="Google Shape;25610;p98"/>
            <p:cNvSpPr/>
            <p:nvPr/>
          </p:nvSpPr>
          <p:spPr>
            <a:xfrm>
              <a:off x="8059062" y="2981597"/>
              <a:ext cx="63231" cy="74765"/>
            </a:xfrm>
            <a:custGeom>
              <a:rect b="b" l="l" r="r" t="t"/>
              <a:pathLst>
                <a:path extrusionOk="0" h="2852" w="2412">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1" name="Google Shape;25611;p98"/>
            <p:cNvSpPr/>
            <p:nvPr/>
          </p:nvSpPr>
          <p:spPr>
            <a:xfrm>
              <a:off x="8059062" y="2981309"/>
              <a:ext cx="39008" cy="75054"/>
            </a:xfrm>
            <a:custGeom>
              <a:rect b="b" l="l" r="r" t="t"/>
              <a:pathLst>
                <a:path extrusionOk="0" h="2863" w="1488">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2" name="Google Shape;25612;p98"/>
            <p:cNvSpPr/>
            <p:nvPr/>
          </p:nvSpPr>
          <p:spPr>
            <a:xfrm>
              <a:off x="8079510" y="2981597"/>
              <a:ext cx="21968" cy="50176"/>
            </a:xfrm>
            <a:custGeom>
              <a:rect b="b" l="l" r="r" t="t"/>
              <a:pathLst>
                <a:path extrusionOk="0" h="1914" w="838">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3" name="Google Shape;25613;p98"/>
            <p:cNvSpPr/>
            <p:nvPr/>
          </p:nvSpPr>
          <p:spPr>
            <a:xfrm>
              <a:off x="8065511" y="3055969"/>
              <a:ext cx="50726" cy="17040"/>
            </a:xfrm>
            <a:custGeom>
              <a:rect b="b" l="l" r="r" t="t"/>
              <a:pathLst>
                <a:path extrusionOk="0" h="650" w="1935">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4" name="Google Shape;25614;p98"/>
            <p:cNvSpPr/>
            <p:nvPr/>
          </p:nvSpPr>
          <p:spPr>
            <a:xfrm>
              <a:off x="8065511" y="3058617"/>
              <a:ext cx="50726" cy="14392"/>
            </a:xfrm>
            <a:custGeom>
              <a:rect b="b" l="l" r="r" t="t"/>
              <a:pathLst>
                <a:path extrusionOk="0" h="549" w="1935">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5" name="Google Shape;25615;p98"/>
            <p:cNvSpPr/>
            <p:nvPr/>
          </p:nvSpPr>
          <p:spPr>
            <a:xfrm>
              <a:off x="8164656" y="3051801"/>
              <a:ext cx="26897" cy="91595"/>
            </a:xfrm>
            <a:custGeom>
              <a:rect b="b" l="l" r="r" t="t"/>
              <a:pathLst>
                <a:path extrusionOk="0" h="3494" w="1026">
                  <a:moveTo>
                    <a:pt x="0" y="0"/>
                  </a:moveTo>
                  <a:lnTo>
                    <a:pt x="0" y="3494"/>
                  </a:lnTo>
                  <a:lnTo>
                    <a:pt x="1025" y="3494"/>
                  </a:lnTo>
                  <a:lnTo>
                    <a:pt x="1025" y="0"/>
                  </a:ln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6" name="Google Shape;25616;p98"/>
            <p:cNvSpPr/>
            <p:nvPr/>
          </p:nvSpPr>
          <p:spPr>
            <a:xfrm>
              <a:off x="8130577" y="3199391"/>
              <a:ext cx="68919" cy="47711"/>
            </a:xfrm>
            <a:custGeom>
              <a:rect b="b" l="l" r="r" t="t"/>
              <a:pathLst>
                <a:path extrusionOk="0" h="1820" w="2629">
                  <a:moveTo>
                    <a:pt x="1" y="0"/>
                  </a:moveTo>
                  <a:lnTo>
                    <a:pt x="1" y="1819"/>
                  </a:lnTo>
                  <a:lnTo>
                    <a:pt x="2628" y="1819"/>
                  </a:lnTo>
                  <a:lnTo>
                    <a:pt x="2628"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7" name="Google Shape;25617;p98"/>
            <p:cNvSpPr/>
            <p:nvPr/>
          </p:nvSpPr>
          <p:spPr>
            <a:xfrm>
              <a:off x="8130577" y="3199391"/>
              <a:ext cx="14785" cy="47711"/>
            </a:xfrm>
            <a:custGeom>
              <a:rect b="b" l="l" r="r" t="t"/>
              <a:pathLst>
                <a:path extrusionOk="0" h="1820" w="564">
                  <a:moveTo>
                    <a:pt x="1" y="0"/>
                  </a:moveTo>
                  <a:lnTo>
                    <a:pt x="1" y="1819"/>
                  </a:lnTo>
                  <a:lnTo>
                    <a:pt x="564" y="1819"/>
                  </a:lnTo>
                  <a:lnTo>
                    <a:pt x="564" y="0"/>
                  </a:ln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8" name="Google Shape;25618;p98"/>
            <p:cNvSpPr/>
            <p:nvPr/>
          </p:nvSpPr>
          <p:spPr>
            <a:xfrm>
              <a:off x="8096917" y="3245556"/>
              <a:ext cx="136633" cy="28024"/>
            </a:xfrm>
            <a:custGeom>
              <a:rect b="b" l="l" r="r" t="t"/>
              <a:pathLst>
                <a:path extrusionOk="0" h="1069" w="5212">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9" name="Google Shape;25619;p98"/>
            <p:cNvSpPr/>
            <p:nvPr/>
          </p:nvSpPr>
          <p:spPr>
            <a:xfrm>
              <a:off x="8096524" y="3252372"/>
              <a:ext cx="137026" cy="21208"/>
            </a:xfrm>
            <a:custGeom>
              <a:rect b="b" l="l" r="r" t="t"/>
              <a:pathLst>
                <a:path extrusionOk="0" h="809" w="5227">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0" name="Google Shape;25620;p98"/>
            <p:cNvSpPr/>
            <p:nvPr/>
          </p:nvSpPr>
          <p:spPr>
            <a:xfrm>
              <a:off x="7992843" y="3143003"/>
              <a:ext cx="347794" cy="59823"/>
            </a:xfrm>
            <a:custGeom>
              <a:rect b="b" l="l" r="r" t="t"/>
              <a:pathLst>
                <a:path extrusionOk="0" h="2282" w="13267">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1" name="Google Shape;25621;p98"/>
            <p:cNvSpPr/>
            <p:nvPr/>
          </p:nvSpPr>
          <p:spPr>
            <a:xfrm>
              <a:off x="7992843" y="3143003"/>
              <a:ext cx="27264" cy="59823"/>
            </a:xfrm>
            <a:custGeom>
              <a:rect b="b" l="l" r="r" t="t"/>
              <a:pathLst>
                <a:path extrusionOk="0" h="2282" w="104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2" name="Google Shape;25622;p98"/>
            <p:cNvSpPr/>
            <p:nvPr/>
          </p:nvSpPr>
          <p:spPr>
            <a:xfrm>
              <a:off x="8157447" y="3167225"/>
              <a:ext cx="18586" cy="11377"/>
            </a:xfrm>
            <a:custGeom>
              <a:rect b="b" l="l" r="r" t="t"/>
              <a:pathLst>
                <a:path extrusionOk="0" h="434" w="709">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623" name="Google Shape;25623;p98"/>
          <p:cNvGrpSpPr/>
          <p:nvPr/>
        </p:nvGrpSpPr>
        <p:grpSpPr>
          <a:xfrm>
            <a:off x="848841" y="1512377"/>
            <a:ext cx="398127" cy="353457"/>
            <a:chOff x="873898" y="1512377"/>
            <a:chExt cx="398127" cy="353457"/>
          </a:xfrm>
        </p:grpSpPr>
        <p:sp>
          <p:nvSpPr>
            <p:cNvPr id="25624" name="Google Shape;25624;p98"/>
            <p:cNvSpPr/>
            <p:nvPr/>
          </p:nvSpPr>
          <p:spPr>
            <a:xfrm>
              <a:off x="944652" y="1531671"/>
              <a:ext cx="76862" cy="64358"/>
            </a:xfrm>
            <a:custGeom>
              <a:rect b="b" l="l" r="r" t="t"/>
              <a:pathLst>
                <a:path extrusionOk="0" h="2455" w="2932">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5" name="Google Shape;25625;p98"/>
            <p:cNvSpPr/>
            <p:nvPr/>
          </p:nvSpPr>
          <p:spPr>
            <a:xfrm>
              <a:off x="944285" y="1531671"/>
              <a:ext cx="51879" cy="64358"/>
            </a:xfrm>
            <a:custGeom>
              <a:rect b="b" l="l" r="r" t="t"/>
              <a:pathLst>
                <a:path extrusionOk="0" h="2455" w="1979">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6" name="Google Shape;25626;p98"/>
            <p:cNvSpPr/>
            <p:nvPr/>
          </p:nvSpPr>
          <p:spPr>
            <a:xfrm>
              <a:off x="899641" y="1563837"/>
              <a:ext cx="166911" cy="166911"/>
            </a:xfrm>
            <a:custGeom>
              <a:rect b="b" l="l" r="r" t="t"/>
              <a:pathLst>
                <a:path extrusionOk="0" h="6367" w="6367">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7" name="Google Shape;25627;p98"/>
            <p:cNvSpPr/>
            <p:nvPr/>
          </p:nvSpPr>
          <p:spPr>
            <a:xfrm>
              <a:off x="933301" y="1563837"/>
              <a:ext cx="133618" cy="166911"/>
            </a:xfrm>
            <a:custGeom>
              <a:rect b="b" l="l" r="r" t="t"/>
              <a:pathLst>
                <a:path extrusionOk="0" h="6367" w="5097">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8" name="Google Shape;25628;p98"/>
            <p:cNvSpPr/>
            <p:nvPr/>
          </p:nvSpPr>
          <p:spPr>
            <a:xfrm>
              <a:off x="873898" y="1737145"/>
              <a:ext cx="218371" cy="128689"/>
            </a:xfrm>
            <a:custGeom>
              <a:rect b="b" l="l" r="r" t="t"/>
              <a:pathLst>
                <a:path extrusionOk="0" h="4909" w="833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9" name="Google Shape;25629;p98"/>
            <p:cNvSpPr/>
            <p:nvPr/>
          </p:nvSpPr>
          <p:spPr>
            <a:xfrm>
              <a:off x="873898" y="1783702"/>
              <a:ext cx="218371" cy="82132"/>
            </a:xfrm>
            <a:custGeom>
              <a:rect b="b" l="l" r="r" t="t"/>
              <a:pathLst>
                <a:path extrusionOk="0" h="3133" w="833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0" name="Google Shape;25630;p98"/>
            <p:cNvSpPr/>
            <p:nvPr/>
          </p:nvSpPr>
          <p:spPr>
            <a:xfrm>
              <a:off x="951101" y="1737145"/>
              <a:ext cx="63965" cy="25769"/>
            </a:xfrm>
            <a:custGeom>
              <a:rect b="b" l="l" r="r" t="t"/>
              <a:pathLst>
                <a:path extrusionOk="0" h="983" w="244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1" name="Google Shape;25631;p98"/>
            <p:cNvSpPr/>
            <p:nvPr/>
          </p:nvSpPr>
          <p:spPr>
            <a:xfrm>
              <a:off x="918542" y="1629191"/>
              <a:ext cx="128689" cy="120982"/>
            </a:xfrm>
            <a:custGeom>
              <a:rect b="b" l="l" r="r" t="t"/>
              <a:pathLst>
                <a:path extrusionOk="0" h="4615" w="4909">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2" name="Google Shape;25632;p98"/>
            <p:cNvSpPr/>
            <p:nvPr/>
          </p:nvSpPr>
          <p:spPr>
            <a:xfrm>
              <a:off x="918542" y="1629191"/>
              <a:ext cx="126042" cy="120484"/>
            </a:xfrm>
            <a:custGeom>
              <a:rect b="b" l="l" r="r" t="t"/>
              <a:pathLst>
                <a:path extrusionOk="0" h="4596" w="4808">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3" name="Google Shape;25633;p98"/>
            <p:cNvSpPr/>
            <p:nvPr/>
          </p:nvSpPr>
          <p:spPr>
            <a:xfrm>
              <a:off x="873898" y="1804884"/>
              <a:ext cx="45064" cy="60950"/>
            </a:xfrm>
            <a:custGeom>
              <a:rect b="b" l="l" r="r" t="t"/>
              <a:pathLst>
                <a:path extrusionOk="0" h="2325" w="1719">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4" name="Google Shape;25634;p98"/>
            <p:cNvSpPr/>
            <p:nvPr/>
          </p:nvSpPr>
          <p:spPr>
            <a:xfrm>
              <a:off x="1047205" y="1804884"/>
              <a:ext cx="45064" cy="60950"/>
            </a:xfrm>
            <a:custGeom>
              <a:rect b="b" l="l" r="r" t="t"/>
              <a:pathLst>
                <a:path extrusionOk="0" h="2325" w="1719">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5" name="Google Shape;25635;p98"/>
            <p:cNvSpPr/>
            <p:nvPr/>
          </p:nvSpPr>
          <p:spPr>
            <a:xfrm>
              <a:off x="1092243" y="1531671"/>
              <a:ext cx="179782" cy="188224"/>
            </a:xfrm>
            <a:custGeom>
              <a:rect b="b" l="l" r="r" t="t"/>
              <a:pathLst>
                <a:path extrusionOk="0" h="7180" w="6858">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6" name="Google Shape;25636;p98"/>
            <p:cNvSpPr/>
            <p:nvPr/>
          </p:nvSpPr>
          <p:spPr>
            <a:xfrm>
              <a:off x="1117986" y="1531671"/>
              <a:ext cx="141168" cy="96497"/>
            </a:xfrm>
            <a:custGeom>
              <a:rect b="b" l="l" r="r" t="t"/>
              <a:pathLst>
                <a:path extrusionOk="0" h="3681" w="5385">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7" name="Google Shape;25637;p98"/>
            <p:cNvSpPr/>
            <p:nvPr/>
          </p:nvSpPr>
          <p:spPr>
            <a:xfrm>
              <a:off x="1175501" y="1628064"/>
              <a:ext cx="13265" cy="25874"/>
            </a:xfrm>
            <a:custGeom>
              <a:rect b="b" l="l" r="r" t="t"/>
              <a:pathLst>
                <a:path extrusionOk="0" h="987" w="506">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8" name="Google Shape;25638;p98"/>
            <p:cNvSpPr/>
            <p:nvPr/>
          </p:nvSpPr>
          <p:spPr>
            <a:xfrm>
              <a:off x="1130857" y="1512377"/>
              <a:ext cx="102579" cy="102946"/>
            </a:xfrm>
            <a:custGeom>
              <a:rect b="b" l="l" r="r" t="t"/>
              <a:pathLst>
                <a:path extrusionOk="0" h="3927" w="3913">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9" name="Google Shape;25639;p98"/>
            <p:cNvSpPr/>
            <p:nvPr/>
          </p:nvSpPr>
          <p:spPr>
            <a:xfrm>
              <a:off x="1143729" y="1525249"/>
              <a:ext cx="77203" cy="77203"/>
            </a:xfrm>
            <a:custGeom>
              <a:rect b="b" l="l" r="r" t="t"/>
              <a:pathLst>
                <a:path extrusionOk="0" h="2945" w="2945">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0" name="Google Shape;25640;p98"/>
            <p:cNvSpPr/>
            <p:nvPr/>
          </p:nvSpPr>
          <p:spPr>
            <a:xfrm>
              <a:off x="1155919" y="1557257"/>
              <a:ext cx="52535" cy="58066"/>
            </a:xfrm>
            <a:custGeom>
              <a:rect b="b" l="l" r="r" t="t"/>
              <a:pathLst>
                <a:path extrusionOk="0" h="2215" w="2004">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1" name="Google Shape;25641;p98"/>
            <p:cNvSpPr/>
            <p:nvPr/>
          </p:nvSpPr>
          <p:spPr>
            <a:xfrm>
              <a:off x="1163023" y="1611522"/>
              <a:ext cx="38615" cy="29544"/>
            </a:xfrm>
            <a:custGeom>
              <a:rect b="b" l="l" r="r" t="t"/>
              <a:pathLst>
                <a:path extrusionOk="0" h="1127" w="1473">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2" name="Google Shape;25642;p98"/>
            <p:cNvSpPr/>
            <p:nvPr/>
          </p:nvSpPr>
          <p:spPr>
            <a:xfrm>
              <a:off x="1163023" y="1611522"/>
              <a:ext cx="19320" cy="29544"/>
            </a:xfrm>
            <a:custGeom>
              <a:rect b="b" l="l" r="r" t="t"/>
              <a:pathLst>
                <a:path extrusionOk="0" h="1127" w="737">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643" name="Google Shape;25643;p98"/>
          <p:cNvGrpSpPr/>
          <p:nvPr/>
        </p:nvGrpSpPr>
        <p:grpSpPr>
          <a:xfrm>
            <a:off x="1399067" y="1515680"/>
            <a:ext cx="246762" cy="347139"/>
            <a:chOff x="1424125" y="1515680"/>
            <a:chExt cx="246762" cy="347139"/>
          </a:xfrm>
        </p:grpSpPr>
        <p:sp>
          <p:nvSpPr>
            <p:cNvPr id="25644" name="Google Shape;25644;p98"/>
            <p:cNvSpPr/>
            <p:nvPr/>
          </p:nvSpPr>
          <p:spPr>
            <a:xfrm>
              <a:off x="1424125" y="1537727"/>
              <a:ext cx="246762" cy="325092"/>
            </a:xfrm>
            <a:custGeom>
              <a:rect b="b" l="l" r="r" t="t"/>
              <a:pathLst>
                <a:path extrusionOk="0" h="12401" w="9413">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5" name="Google Shape;25645;p98"/>
            <p:cNvSpPr/>
            <p:nvPr/>
          </p:nvSpPr>
          <p:spPr>
            <a:xfrm>
              <a:off x="1435109" y="1537727"/>
              <a:ext cx="224060" cy="302757"/>
            </a:xfrm>
            <a:custGeom>
              <a:rect b="b" l="l" r="r" t="t"/>
              <a:pathLst>
                <a:path extrusionOk="0" h="11549" w="8547">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6" name="Google Shape;25646;p98"/>
            <p:cNvSpPr/>
            <p:nvPr/>
          </p:nvSpPr>
          <p:spPr>
            <a:xfrm>
              <a:off x="1446460" y="1560429"/>
              <a:ext cx="201724" cy="268704"/>
            </a:xfrm>
            <a:custGeom>
              <a:rect b="b" l="l" r="r" t="t"/>
              <a:pathLst>
                <a:path extrusionOk="0" h="10250" w="7695">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7" name="Google Shape;25647;p98"/>
            <p:cNvSpPr/>
            <p:nvPr/>
          </p:nvSpPr>
          <p:spPr>
            <a:xfrm>
              <a:off x="1496792" y="1515680"/>
              <a:ext cx="100692" cy="50464"/>
            </a:xfrm>
            <a:custGeom>
              <a:rect b="b" l="l" r="r" t="t"/>
              <a:pathLst>
                <a:path extrusionOk="0" h="1925" w="3841">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8" name="Google Shape;25648;p98"/>
            <p:cNvSpPr/>
            <p:nvPr/>
          </p:nvSpPr>
          <p:spPr>
            <a:xfrm>
              <a:off x="1477498" y="1669431"/>
              <a:ext cx="28024" cy="28024"/>
            </a:xfrm>
            <a:custGeom>
              <a:rect b="b" l="l" r="r" t="t"/>
              <a:pathLst>
                <a:path extrusionOk="0" h="1069" w="1069">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9" name="Google Shape;25649;p98"/>
            <p:cNvSpPr/>
            <p:nvPr/>
          </p:nvSpPr>
          <p:spPr>
            <a:xfrm>
              <a:off x="1477498" y="1719738"/>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0" name="Google Shape;25650;p98"/>
            <p:cNvSpPr/>
            <p:nvPr/>
          </p:nvSpPr>
          <p:spPr>
            <a:xfrm>
              <a:off x="1477498" y="1770071"/>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1" name="Google Shape;25651;p98"/>
            <p:cNvSpPr/>
            <p:nvPr/>
          </p:nvSpPr>
          <p:spPr>
            <a:xfrm>
              <a:off x="1517607" y="1666784"/>
              <a:ext cx="65118" cy="10984"/>
            </a:xfrm>
            <a:custGeom>
              <a:rect b="b" l="l" r="r" t="t"/>
              <a:pathLst>
                <a:path extrusionOk="0" h="419" w="2484">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2" name="Google Shape;25652;p98"/>
            <p:cNvSpPr/>
            <p:nvPr/>
          </p:nvSpPr>
          <p:spPr>
            <a:xfrm>
              <a:off x="1517607" y="1689093"/>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3" name="Google Shape;25653;p98"/>
            <p:cNvSpPr/>
            <p:nvPr/>
          </p:nvSpPr>
          <p:spPr>
            <a:xfrm>
              <a:off x="1517607" y="1717090"/>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4" name="Google Shape;25654;p98"/>
            <p:cNvSpPr/>
            <p:nvPr/>
          </p:nvSpPr>
          <p:spPr>
            <a:xfrm>
              <a:off x="1517607" y="1739425"/>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5" name="Google Shape;25655;p98"/>
            <p:cNvSpPr/>
            <p:nvPr/>
          </p:nvSpPr>
          <p:spPr>
            <a:xfrm>
              <a:off x="1517607" y="1767423"/>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6" name="Google Shape;25656;p98"/>
            <p:cNvSpPr/>
            <p:nvPr/>
          </p:nvSpPr>
          <p:spPr>
            <a:xfrm>
              <a:off x="1517607" y="1789758"/>
              <a:ext cx="104467" cy="11377"/>
            </a:xfrm>
            <a:custGeom>
              <a:rect b="b" l="l" r="r" t="t"/>
              <a:pathLst>
                <a:path extrusionOk="0" h="434" w="3985">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7" name="Google Shape;25657;p98"/>
            <p:cNvSpPr/>
            <p:nvPr/>
          </p:nvSpPr>
          <p:spPr>
            <a:xfrm>
              <a:off x="1517607" y="1582765"/>
              <a:ext cx="98778" cy="11377"/>
            </a:xfrm>
            <a:custGeom>
              <a:rect b="b" l="l" r="r" t="t"/>
              <a:pathLst>
                <a:path extrusionOk="0" h="434" w="3768">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8" name="Google Shape;25658;p98"/>
            <p:cNvSpPr/>
            <p:nvPr/>
          </p:nvSpPr>
          <p:spPr>
            <a:xfrm>
              <a:off x="1472570" y="1633097"/>
              <a:ext cx="149504" cy="11377"/>
            </a:xfrm>
            <a:custGeom>
              <a:rect b="b" l="l" r="r" t="t"/>
              <a:pathLst>
                <a:path extrusionOk="0" h="434" w="5703">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9" name="Google Shape;25659;p98"/>
            <p:cNvSpPr/>
            <p:nvPr/>
          </p:nvSpPr>
          <p:spPr>
            <a:xfrm>
              <a:off x="1517607" y="1605100"/>
              <a:ext cx="26136" cy="11377"/>
            </a:xfrm>
            <a:custGeom>
              <a:rect b="b" l="l" r="r" t="t"/>
              <a:pathLst>
                <a:path extrusionOk="0" h="434" w="997">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0" name="Google Shape;25660;p98"/>
            <p:cNvSpPr/>
            <p:nvPr/>
          </p:nvSpPr>
          <p:spPr>
            <a:xfrm>
              <a:off x="1550900" y="1605100"/>
              <a:ext cx="37487" cy="11377"/>
            </a:xfrm>
            <a:custGeom>
              <a:rect b="b" l="l" r="r" t="t"/>
              <a:pathLst>
                <a:path extrusionOk="0" h="434" w="143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1" name="Google Shape;25661;p98"/>
            <p:cNvSpPr/>
            <p:nvPr/>
          </p:nvSpPr>
          <p:spPr>
            <a:xfrm>
              <a:off x="1474457" y="1582765"/>
              <a:ext cx="33712" cy="33712"/>
            </a:xfrm>
            <a:custGeom>
              <a:rect b="b" l="l" r="r" t="t"/>
              <a:pathLst>
                <a:path extrusionOk="0" h="1286" w="1286">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2" name="Google Shape;25662;p98"/>
            <p:cNvSpPr/>
            <p:nvPr/>
          </p:nvSpPr>
          <p:spPr>
            <a:xfrm>
              <a:off x="1496792" y="1555134"/>
              <a:ext cx="100692" cy="11010"/>
            </a:xfrm>
            <a:custGeom>
              <a:rect b="b" l="l" r="r" t="t"/>
              <a:pathLst>
                <a:path extrusionOk="0" h="420" w="3841">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3" name="Google Shape;25663;p98"/>
            <p:cNvSpPr/>
            <p:nvPr/>
          </p:nvSpPr>
          <p:spPr>
            <a:xfrm>
              <a:off x="1482794" y="1591075"/>
              <a:ext cx="17040" cy="17066"/>
            </a:xfrm>
            <a:custGeom>
              <a:rect b="b" l="l" r="r" t="t"/>
              <a:pathLst>
                <a:path extrusionOk="0" h="651" w="65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664" name="Google Shape;25664;p98"/>
          <p:cNvGrpSpPr/>
          <p:nvPr/>
        </p:nvGrpSpPr>
        <p:grpSpPr>
          <a:xfrm>
            <a:off x="2294441" y="1512744"/>
            <a:ext cx="352697" cy="352723"/>
            <a:chOff x="2319498" y="1512744"/>
            <a:chExt cx="352697" cy="352723"/>
          </a:xfrm>
        </p:grpSpPr>
        <p:sp>
          <p:nvSpPr>
            <p:cNvPr id="25665" name="Google Shape;25665;p98"/>
            <p:cNvSpPr/>
            <p:nvPr/>
          </p:nvSpPr>
          <p:spPr>
            <a:xfrm>
              <a:off x="2319498" y="1512744"/>
              <a:ext cx="352697" cy="352723"/>
            </a:xfrm>
            <a:custGeom>
              <a:rect b="b" l="l" r="r" t="t"/>
              <a:pathLst>
                <a:path extrusionOk="0" h="13455" w="13454">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6" name="Google Shape;25666;p98"/>
            <p:cNvSpPr/>
            <p:nvPr/>
          </p:nvSpPr>
          <p:spPr>
            <a:xfrm>
              <a:off x="2345975" y="1539248"/>
              <a:ext cx="299742" cy="299742"/>
            </a:xfrm>
            <a:custGeom>
              <a:rect b="b" l="l" r="r" t="t"/>
              <a:pathLst>
                <a:path extrusionOk="0" h="11434" w="11434">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7" name="Google Shape;25667;p98"/>
            <p:cNvSpPr/>
            <p:nvPr/>
          </p:nvSpPr>
          <p:spPr>
            <a:xfrm>
              <a:off x="2490524" y="1560534"/>
              <a:ext cx="11010" cy="133880"/>
            </a:xfrm>
            <a:custGeom>
              <a:rect b="b" l="l" r="r" t="t"/>
              <a:pathLst>
                <a:path extrusionOk="0" h="5107" w="42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8" name="Google Shape;25668;p98"/>
            <p:cNvSpPr/>
            <p:nvPr/>
          </p:nvSpPr>
          <p:spPr>
            <a:xfrm>
              <a:off x="2489397" y="1683771"/>
              <a:ext cx="137917" cy="10696"/>
            </a:xfrm>
            <a:custGeom>
              <a:rect b="b" l="l" r="r" t="t"/>
              <a:pathLst>
                <a:path extrusionOk="0" h="408" w="5261">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9" name="Google Shape;25669;p98"/>
            <p:cNvSpPr/>
            <p:nvPr/>
          </p:nvSpPr>
          <p:spPr>
            <a:xfrm>
              <a:off x="2383069" y="1576316"/>
              <a:ext cx="280422" cy="262753"/>
            </a:xfrm>
            <a:custGeom>
              <a:rect b="b" l="l" r="r" t="t"/>
              <a:pathLst>
                <a:path extrusionOk="0" h="10023" w="10697">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0" name="Google Shape;25670;p98"/>
            <p:cNvSpPr/>
            <p:nvPr/>
          </p:nvSpPr>
          <p:spPr>
            <a:xfrm>
              <a:off x="2365662" y="1683771"/>
              <a:ext cx="21732" cy="10696"/>
            </a:xfrm>
            <a:custGeom>
              <a:rect b="b" l="l" r="r" t="t"/>
              <a:pathLst>
                <a:path extrusionOk="0" h="408" w="829">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1" name="Google Shape;25671;p98"/>
            <p:cNvSpPr/>
            <p:nvPr/>
          </p:nvSpPr>
          <p:spPr>
            <a:xfrm>
              <a:off x="2490524" y="1799589"/>
              <a:ext cx="11377" cy="18613"/>
            </a:xfrm>
            <a:custGeom>
              <a:rect b="b" l="l" r="r" t="t"/>
              <a:pathLst>
                <a:path extrusionOk="0" h="710" w="434">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2" name="Google Shape;25672;p98"/>
            <p:cNvSpPr/>
            <p:nvPr/>
          </p:nvSpPr>
          <p:spPr>
            <a:xfrm>
              <a:off x="2401393" y="1596554"/>
              <a:ext cx="19163" cy="15755"/>
            </a:xfrm>
            <a:custGeom>
              <a:rect b="b" l="l" r="r" t="t"/>
              <a:pathLst>
                <a:path extrusionOk="0" h="601" w="731">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3" name="Google Shape;25673;p98"/>
            <p:cNvSpPr/>
            <p:nvPr/>
          </p:nvSpPr>
          <p:spPr>
            <a:xfrm>
              <a:off x="2569563" y="1765378"/>
              <a:ext cx="20893" cy="16830"/>
            </a:xfrm>
            <a:custGeom>
              <a:rect b="b" l="l" r="r" t="t"/>
              <a:pathLst>
                <a:path extrusionOk="0" h="642" w="797">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4" name="Google Shape;25674;p98"/>
            <p:cNvSpPr/>
            <p:nvPr/>
          </p:nvSpPr>
          <p:spPr>
            <a:xfrm>
              <a:off x="2571136" y="1595610"/>
              <a:ext cx="20841" cy="16699"/>
            </a:xfrm>
            <a:custGeom>
              <a:rect b="b" l="l" r="r" t="t"/>
              <a:pathLst>
                <a:path extrusionOk="0" h="637" w="795">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5" name="Google Shape;25675;p98"/>
            <p:cNvSpPr/>
            <p:nvPr/>
          </p:nvSpPr>
          <p:spPr>
            <a:xfrm>
              <a:off x="2401236" y="1766296"/>
              <a:ext cx="19583" cy="15913"/>
            </a:xfrm>
            <a:custGeom>
              <a:rect b="b" l="l" r="r" t="t"/>
              <a:pathLst>
                <a:path extrusionOk="0" h="607" w="747">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6" name="Google Shape;25676;p98"/>
            <p:cNvSpPr/>
            <p:nvPr/>
          </p:nvSpPr>
          <p:spPr>
            <a:xfrm>
              <a:off x="2373160" y="1634985"/>
              <a:ext cx="23174" cy="14025"/>
            </a:xfrm>
            <a:custGeom>
              <a:rect b="b" l="l" r="r" t="t"/>
              <a:pathLst>
                <a:path extrusionOk="0" h="535" w="884">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7" name="Google Shape;25677;p98"/>
            <p:cNvSpPr/>
            <p:nvPr/>
          </p:nvSpPr>
          <p:spPr>
            <a:xfrm>
              <a:off x="2595516" y="1729333"/>
              <a:ext cx="21811" cy="13527"/>
            </a:xfrm>
            <a:custGeom>
              <a:rect b="b" l="l" r="r" t="t"/>
              <a:pathLst>
                <a:path extrusionOk="0" h="516" w="832">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8" name="Google Shape;25678;p98"/>
            <p:cNvSpPr/>
            <p:nvPr/>
          </p:nvSpPr>
          <p:spPr>
            <a:xfrm>
              <a:off x="2535195" y="1570129"/>
              <a:ext cx="15650" cy="17197"/>
            </a:xfrm>
            <a:custGeom>
              <a:rect b="b" l="l" r="r" t="t"/>
              <a:pathLst>
                <a:path extrusionOk="0" h="656" w="597">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9" name="Google Shape;25679;p98"/>
            <p:cNvSpPr/>
            <p:nvPr/>
          </p:nvSpPr>
          <p:spPr>
            <a:xfrm>
              <a:off x="2441345" y="1790099"/>
              <a:ext cx="16463" cy="18219"/>
            </a:xfrm>
            <a:custGeom>
              <a:rect b="b" l="l" r="r" t="t"/>
              <a:pathLst>
                <a:path extrusionOk="0" h="695" w="628">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0" name="Google Shape;25680;p98"/>
            <p:cNvSpPr/>
            <p:nvPr/>
          </p:nvSpPr>
          <p:spPr>
            <a:xfrm>
              <a:off x="2443521" y="1569290"/>
              <a:ext cx="15624" cy="17276"/>
            </a:xfrm>
            <a:custGeom>
              <a:rect b="b" l="l" r="r" t="t"/>
              <a:pathLst>
                <a:path extrusionOk="0" h="659" w="596">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1" name="Google Shape;25681;p98"/>
            <p:cNvSpPr/>
            <p:nvPr/>
          </p:nvSpPr>
          <p:spPr>
            <a:xfrm>
              <a:off x="2532416" y="1791121"/>
              <a:ext cx="16411" cy="18351"/>
            </a:xfrm>
            <a:custGeom>
              <a:rect b="b" l="l" r="r" t="t"/>
              <a:pathLst>
                <a:path extrusionOk="0" h="700" w="626">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2" name="Google Shape;25682;p98"/>
            <p:cNvSpPr/>
            <p:nvPr/>
          </p:nvSpPr>
          <p:spPr>
            <a:xfrm>
              <a:off x="2596486" y="1637370"/>
              <a:ext cx="21785" cy="13527"/>
            </a:xfrm>
            <a:custGeom>
              <a:rect b="b" l="l" r="r" t="t"/>
              <a:pathLst>
                <a:path extrusionOk="0" h="516" w="831">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3" name="Google Shape;25683;p98"/>
            <p:cNvSpPr/>
            <p:nvPr/>
          </p:nvSpPr>
          <p:spPr>
            <a:xfrm>
              <a:off x="2373606" y="1727052"/>
              <a:ext cx="22859" cy="13920"/>
            </a:xfrm>
            <a:custGeom>
              <a:rect b="b" l="l" r="r" t="t"/>
              <a:pathLst>
                <a:path extrusionOk="0" h="531" w="872">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684" name="Google Shape;25684;p98"/>
          <p:cNvGrpSpPr/>
          <p:nvPr/>
        </p:nvGrpSpPr>
        <p:grpSpPr>
          <a:xfrm>
            <a:off x="4211544" y="1512666"/>
            <a:ext cx="312981" cy="352697"/>
            <a:chOff x="4236601" y="1512666"/>
            <a:chExt cx="312981" cy="352697"/>
          </a:xfrm>
        </p:grpSpPr>
        <p:sp>
          <p:nvSpPr>
            <p:cNvPr id="25685" name="Google Shape;25685;p98"/>
            <p:cNvSpPr/>
            <p:nvPr/>
          </p:nvSpPr>
          <p:spPr>
            <a:xfrm>
              <a:off x="4236601" y="1512666"/>
              <a:ext cx="312981" cy="352697"/>
            </a:xfrm>
            <a:custGeom>
              <a:rect b="b" l="l" r="r" t="t"/>
              <a:pathLst>
                <a:path extrusionOk="0" h="13454" w="11939">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6" name="Google Shape;25686;p98"/>
            <p:cNvSpPr/>
            <p:nvPr/>
          </p:nvSpPr>
          <p:spPr>
            <a:xfrm>
              <a:off x="4383798" y="1561557"/>
              <a:ext cx="165784" cy="303806"/>
            </a:xfrm>
            <a:custGeom>
              <a:rect b="b" l="l" r="r" t="t"/>
              <a:pathLst>
                <a:path extrusionOk="0" h="11589" w="6324">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7" name="Google Shape;25687;p98"/>
            <p:cNvSpPr/>
            <p:nvPr/>
          </p:nvSpPr>
          <p:spPr>
            <a:xfrm>
              <a:off x="4267246" y="1546326"/>
              <a:ext cx="251664" cy="283856"/>
            </a:xfrm>
            <a:custGeom>
              <a:rect b="b" l="l" r="r" t="t"/>
              <a:pathLst>
                <a:path extrusionOk="0" h="10828" w="960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8" name="Google Shape;25688;p98"/>
            <p:cNvSpPr/>
            <p:nvPr/>
          </p:nvSpPr>
          <p:spPr>
            <a:xfrm>
              <a:off x="4388726" y="1585019"/>
              <a:ext cx="130184" cy="245163"/>
            </a:xfrm>
            <a:custGeom>
              <a:rect b="b" l="l" r="r" t="t"/>
              <a:pathLst>
                <a:path extrusionOk="0" h="9352" w="4966">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9" name="Google Shape;25689;p98"/>
            <p:cNvSpPr/>
            <p:nvPr/>
          </p:nvSpPr>
          <p:spPr>
            <a:xfrm>
              <a:off x="4330817" y="1674727"/>
              <a:ext cx="124521" cy="84019"/>
            </a:xfrm>
            <a:custGeom>
              <a:rect b="b" l="l" r="r" t="t"/>
              <a:pathLst>
                <a:path extrusionOk="0" h="3205" w="475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0" name="Google Shape;25690;p98"/>
            <p:cNvSpPr/>
            <p:nvPr/>
          </p:nvSpPr>
          <p:spPr>
            <a:xfrm>
              <a:off x="4383798" y="1674727"/>
              <a:ext cx="71934" cy="84019"/>
            </a:xfrm>
            <a:custGeom>
              <a:rect b="b" l="l" r="r" t="t"/>
              <a:pathLst>
                <a:path extrusionOk="0" h="3205" w="2744">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1" name="Google Shape;25691;p98"/>
            <p:cNvSpPr/>
            <p:nvPr/>
          </p:nvSpPr>
          <p:spPr>
            <a:xfrm>
              <a:off x="4379263" y="1679917"/>
              <a:ext cx="27657" cy="16017"/>
            </a:xfrm>
            <a:custGeom>
              <a:rect b="b" l="l" r="r" t="t"/>
              <a:pathLst>
                <a:path extrusionOk="0" h="611" w="1055">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2" name="Google Shape;25692;p98"/>
            <p:cNvSpPr/>
            <p:nvPr/>
          </p:nvSpPr>
          <p:spPr>
            <a:xfrm>
              <a:off x="4372814" y="1689486"/>
              <a:ext cx="40528" cy="58564"/>
            </a:xfrm>
            <a:custGeom>
              <a:rect b="b" l="l" r="r" t="t"/>
              <a:pathLst>
                <a:path extrusionOk="0" h="2234" w="1546">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3" name="Google Shape;25693;p98"/>
            <p:cNvSpPr/>
            <p:nvPr/>
          </p:nvSpPr>
          <p:spPr>
            <a:xfrm>
              <a:off x="4383431" y="1689486"/>
              <a:ext cx="29911" cy="58564"/>
            </a:xfrm>
            <a:custGeom>
              <a:rect b="b" l="l" r="r" t="t"/>
              <a:pathLst>
                <a:path extrusionOk="0" h="2234" w="1141">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4" name="Google Shape;25694;p98"/>
            <p:cNvSpPr/>
            <p:nvPr/>
          </p:nvSpPr>
          <p:spPr>
            <a:xfrm>
              <a:off x="4372054" y="1674727"/>
              <a:ext cx="42416" cy="21208"/>
            </a:xfrm>
            <a:custGeom>
              <a:rect b="b" l="l" r="r" t="t"/>
              <a:pathLst>
                <a:path extrusionOk="0" h="809" w="1618">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5" name="Google Shape;25695;p98"/>
            <p:cNvSpPr/>
            <p:nvPr/>
          </p:nvSpPr>
          <p:spPr>
            <a:xfrm>
              <a:off x="4389460" y="1675094"/>
              <a:ext cx="24642" cy="20841"/>
            </a:xfrm>
            <a:custGeom>
              <a:rect b="b" l="l" r="r" t="t"/>
              <a:pathLst>
                <a:path extrusionOk="0" h="795" w="940">
                  <a:moveTo>
                    <a:pt x="405" y="1"/>
                  </a:moveTo>
                  <a:lnTo>
                    <a:pt x="1" y="795"/>
                  </a:lnTo>
                  <a:lnTo>
                    <a:pt x="607" y="795"/>
                  </a:lnTo>
                  <a:lnTo>
                    <a:pt x="939" y="130"/>
                  </a:lnTo>
                  <a:cubicBezTo>
                    <a:pt x="766" y="58"/>
                    <a:pt x="578" y="15"/>
                    <a:pt x="405" y="1"/>
                  </a:cubicBezTo>
                  <a:close/>
                </a:path>
              </a:pathLst>
            </a:custGeom>
            <a:solidFill>
              <a:srgbClr val="6B82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6" name="Google Shape;25696;p98"/>
            <p:cNvSpPr/>
            <p:nvPr/>
          </p:nvSpPr>
          <p:spPr>
            <a:xfrm>
              <a:off x="4360703" y="1596396"/>
              <a:ext cx="64751" cy="88947"/>
            </a:xfrm>
            <a:custGeom>
              <a:rect b="b" l="l" r="r" t="t"/>
              <a:pathLst>
                <a:path extrusionOk="0" h="3393" w="247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7" name="Google Shape;25697;p98"/>
            <p:cNvSpPr/>
            <p:nvPr/>
          </p:nvSpPr>
          <p:spPr>
            <a:xfrm>
              <a:off x="4383431" y="1596396"/>
              <a:ext cx="42023" cy="88947"/>
            </a:xfrm>
            <a:custGeom>
              <a:rect b="b" l="l" r="r" t="t"/>
              <a:pathLst>
                <a:path extrusionOk="0" h="3393" w="1603">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8" name="Google Shape;25698;p98"/>
            <p:cNvSpPr/>
            <p:nvPr/>
          </p:nvSpPr>
          <p:spPr>
            <a:xfrm>
              <a:off x="4360336" y="1597891"/>
              <a:ext cx="65118" cy="42783"/>
            </a:xfrm>
            <a:custGeom>
              <a:rect b="b" l="l" r="r" t="t"/>
              <a:pathLst>
                <a:path extrusionOk="0" h="1632" w="2484">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699" name="Google Shape;25699;p98"/>
          <p:cNvGrpSpPr/>
          <p:nvPr/>
        </p:nvGrpSpPr>
        <p:grpSpPr>
          <a:xfrm>
            <a:off x="824618" y="3347716"/>
            <a:ext cx="346300" cy="375818"/>
            <a:chOff x="849675" y="3347716"/>
            <a:chExt cx="346300" cy="375818"/>
          </a:xfrm>
        </p:grpSpPr>
        <p:sp>
          <p:nvSpPr>
            <p:cNvPr id="25700" name="Google Shape;25700;p98"/>
            <p:cNvSpPr/>
            <p:nvPr/>
          </p:nvSpPr>
          <p:spPr>
            <a:xfrm>
              <a:off x="880714" y="3347716"/>
              <a:ext cx="315262" cy="314895"/>
            </a:xfrm>
            <a:custGeom>
              <a:rect b="b" l="l" r="r" t="t"/>
              <a:pathLst>
                <a:path extrusionOk="0" h="12012" w="12026">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1" name="Google Shape;25701;p98"/>
            <p:cNvSpPr/>
            <p:nvPr/>
          </p:nvSpPr>
          <p:spPr>
            <a:xfrm>
              <a:off x="849675" y="3351124"/>
              <a:ext cx="299742" cy="311801"/>
            </a:xfrm>
            <a:custGeom>
              <a:rect b="b" l="l" r="r" t="t"/>
              <a:pathLst>
                <a:path extrusionOk="0" h="11894" w="11434">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2" name="Google Shape;25702;p98"/>
            <p:cNvSpPr/>
            <p:nvPr/>
          </p:nvSpPr>
          <p:spPr>
            <a:xfrm>
              <a:off x="881081" y="3347716"/>
              <a:ext cx="314501" cy="314895"/>
            </a:xfrm>
            <a:custGeom>
              <a:rect b="b" l="l" r="r" t="t"/>
              <a:pathLst>
                <a:path extrusionOk="0" h="12012" w="11997">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3" name="Google Shape;25703;p98"/>
            <p:cNvSpPr/>
            <p:nvPr/>
          </p:nvSpPr>
          <p:spPr>
            <a:xfrm>
              <a:off x="881081" y="3351124"/>
              <a:ext cx="237298" cy="311487"/>
            </a:xfrm>
            <a:custGeom>
              <a:rect b="b" l="l" r="r" t="t"/>
              <a:pathLst>
                <a:path extrusionOk="0" h="11882" w="9052">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4" name="Google Shape;25704;p98"/>
            <p:cNvSpPr/>
            <p:nvPr/>
          </p:nvSpPr>
          <p:spPr>
            <a:xfrm>
              <a:off x="935582" y="3650473"/>
              <a:ext cx="205893" cy="72668"/>
            </a:xfrm>
            <a:custGeom>
              <a:rect b="b" l="l" r="r" t="t"/>
              <a:pathLst>
                <a:path extrusionOk="0" h="2772" w="7854">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5" name="Google Shape;25705;p98"/>
            <p:cNvSpPr/>
            <p:nvPr/>
          </p:nvSpPr>
          <p:spPr>
            <a:xfrm>
              <a:off x="1026024" y="3675062"/>
              <a:ext cx="24616" cy="48472"/>
            </a:xfrm>
            <a:custGeom>
              <a:rect b="b" l="l" r="r" t="t"/>
              <a:pathLst>
                <a:path extrusionOk="0" h="1849" w="939">
                  <a:moveTo>
                    <a:pt x="232" y="0"/>
                  </a:moveTo>
                  <a:lnTo>
                    <a:pt x="1" y="1848"/>
                  </a:lnTo>
                  <a:lnTo>
                    <a:pt x="939" y="1848"/>
                  </a:lnTo>
                  <a:lnTo>
                    <a:pt x="708"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6" name="Google Shape;25706;p98"/>
            <p:cNvSpPr/>
            <p:nvPr/>
          </p:nvSpPr>
          <p:spPr>
            <a:xfrm>
              <a:off x="1027544" y="3662584"/>
              <a:ext cx="21601" cy="20841"/>
            </a:xfrm>
            <a:custGeom>
              <a:rect b="b" l="l" r="r" t="t"/>
              <a:pathLst>
                <a:path extrusionOk="0" h="795" w="824">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7" name="Google Shape;25707;p98"/>
            <p:cNvSpPr/>
            <p:nvPr/>
          </p:nvSpPr>
          <p:spPr>
            <a:xfrm>
              <a:off x="1104747" y="3675429"/>
              <a:ext cx="36727" cy="47711"/>
            </a:xfrm>
            <a:custGeom>
              <a:rect b="b" l="l" r="r" t="t"/>
              <a:pathLst>
                <a:path extrusionOk="0" h="1820" w="1401">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8" name="Google Shape;25708;p98"/>
            <p:cNvSpPr/>
            <p:nvPr/>
          </p:nvSpPr>
          <p:spPr>
            <a:xfrm>
              <a:off x="971523" y="3463140"/>
              <a:ext cx="133251" cy="96524"/>
            </a:xfrm>
            <a:custGeom>
              <a:rect b="b" l="l" r="r" t="t"/>
              <a:pathLst>
                <a:path extrusionOk="0" h="3682" w="5083">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9" name="Google Shape;25709;p98"/>
            <p:cNvSpPr/>
            <p:nvPr/>
          </p:nvSpPr>
          <p:spPr>
            <a:xfrm>
              <a:off x="1001801" y="3463140"/>
              <a:ext cx="103340" cy="96524"/>
            </a:xfrm>
            <a:custGeom>
              <a:rect b="b" l="l" r="r" t="t"/>
              <a:pathLst>
                <a:path extrusionOk="0" h="3682" w="3942">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0" name="Google Shape;25710;p98"/>
            <p:cNvSpPr/>
            <p:nvPr/>
          </p:nvSpPr>
          <p:spPr>
            <a:xfrm>
              <a:off x="1001801" y="3608083"/>
              <a:ext cx="73061" cy="54527"/>
            </a:xfrm>
            <a:custGeom>
              <a:rect b="b" l="l" r="r" t="t"/>
              <a:pathLst>
                <a:path extrusionOk="0" h="2080" w="2787">
                  <a:moveTo>
                    <a:pt x="1" y="0"/>
                  </a:moveTo>
                  <a:lnTo>
                    <a:pt x="1" y="2079"/>
                  </a:lnTo>
                  <a:lnTo>
                    <a:pt x="2787" y="2079"/>
                  </a:lnTo>
                  <a:lnTo>
                    <a:pt x="2787"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1" name="Google Shape;25711;p98"/>
            <p:cNvSpPr/>
            <p:nvPr/>
          </p:nvSpPr>
          <p:spPr>
            <a:xfrm>
              <a:off x="1001801" y="3608083"/>
              <a:ext cx="73061" cy="30383"/>
            </a:xfrm>
            <a:custGeom>
              <a:rect b="b" l="l" r="r" t="t"/>
              <a:pathLst>
                <a:path extrusionOk="0" h="1159" w="2787">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2" name="Google Shape;25712;p98"/>
            <p:cNvSpPr/>
            <p:nvPr/>
          </p:nvSpPr>
          <p:spPr>
            <a:xfrm>
              <a:off x="990083" y="3640459"/>
              <a:ext cx="48445" cy="43596"/>
            </a:xfrm>
            <a:custGeom>
              <a:rect b="b" l="l" r="r" t="t"/>
              <a:pathLst>
                <a:path extrusionOk="0" h="1663" w="1848">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3" name="Google Shape;25713;p98"/>
            <p:cNvSpPr/>
            <p:nvPr/>
          </p:nvSpPr>
          <p:spPr>
            <a:xfrm>
              <a:off x="1038502" y="3640459"/>
              <a:ext cx="48105" cy="43438"/>
            </a:xfrm>
            <a:custGeom>
              <a:rect b="b" l="l" r="r" t="t"/>
              <a:pathLst>
                <a:path extrusionOk="0" h="1657" w="1835">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4" name="Google Shape;25714;p98"/>
            <p:cNvSpPr/>
            <p:nvPr/>
          </p:nvSpPr>
          <p:spPr>
            <a:xfrm>
              <a:off x="977971" y="3511926"/>
              <a:ext cx="120746" cy="114350"/>
            </a:xfrm>
            <a:custGeom>
              <a:rect b="b" l="l" r="r" t="t"/>
              <a:pathLst>
                <a:path extrusionOk="0" h="4362" w="4606">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5" name="Google Shape;25715;p98"/>
            <p:cNvSpPr/>
            <p:nvPr/>
          </p:nvSpPr>
          <p:spPr>
            <a:xfrm>
              <a:off x="977578" y="3511926"/>
              <a:ext cx="109028" cy="113957"/>
            </a:xfrm>
            <a:custGeom>
              <a:rect b="b" l="l" r="r" t="t"/>
              <a:pathLst>
                <a:path extrusionOk="0" h="4347" w="4159">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6" name="Google Shape;25716;p98"/>
            <p:cNvSpPr/>
            <p:nvPr/>
          </p:nvSpPr>
          <p:spPr>
            <a:xfrm>
              <a:off x="935215" y="3675429"/>
              <a:ext cx="36334" cy="47711"/>
            </a:xfrm>
            <a:custGeom>
              <a:rect b="b" l="l" r="r" t="t"/>
              <a:pathLst>
                <a:path extrusionOk="0" h="1820" w="1386">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717" name="Google Shape;25717;p98"/>
          <p:cNvGrpSpPr/>
          <p:nvPr/>
        </p:nvGrpSpPr>
        <p:grpSpPr>
          <a:xfrm>
            <a:off x="1299162" y="3399202"/>
            <a:ext cx="376578" cy="272846"/>
            <a:chOff x="1324219" y="3399202"/>
            <a:chExt cx="376578" cy="272846"/>
          </a:xfrm>
        </p:grpSpPr>
        <p:sp>
          <p:nvSpPr>
            <p:cNvPr id="25718" name="Google Shape;25718;p98"/>
            <p:cNvSpPr/>
            <p:nvPr/>
          </p:nvSpPr>
          <p:spPr>
            <a:xfrm>
              <a:off x="1597458" y="3496066"/>
              <a:ext cx="30278" cy="66639"/>
            </a:xfrm>
            <a:custGeom>
              <a:rect b="b" l="l" r="r" t="t"/>
              <a:pathLst>
                <a:path extrusionOk="0" h="2542" w="1155">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9" name="Google Shape;25719;p98"/>
            <p:cNvSpPr/>
            <p:nvPr/>
          </p:nvSpPr>
          <p:spPr>
            <a:xfrm>
              <a:off x="1609569" y="3490011"/>
              <a:ext cx="72668" cy="72694"/>
            </a:xfrm>
            <a:custGeom>
              <a:rect b="b" l="l" r="r" t="t"/>
              <a:pathLst>
                <a:path extrusionOk="0" h="2773" w="2772">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0" name="Google Shape;25720;p98"/>
            <p:cNvSpPr/>
            <p:nvPr/>
          </p:nvSpPr>
          <p:spPr>
            <a:xfrm>
              <a:off x="1621681" y="3580846"/>
              <a:ext cx="36334" cy="26870"/>
            </a:xfrm>
            <a:custGeom>
              <a:rect b="b" l="l" r="r" t="t"/>
              <a:pathLst>
                <a:path extrusionOk="0" h="1025" w="1386">
                  <a:moveTo>
                    <a:pt x="0" y="0"/>
                  </a:moveTo>
                  <a:lnTo>
                    <a:pt x="0" y="1025"/>
                  </a:lnTo>
                  <a:lnTo>
                    <a:pt x="1386" y="1025"/>
                  </a:lnTo>
                  <a:lnTo>
                    <a:pt x="1386"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1" name="Google Shape;25721;p98"/>
            <p:cNvSpPr/>
            <p:nvPr/>
          </p:nvSpPr>
          <p:spPr>
            <a:xfrm>
              <a:off x="1621681" y="3580846"/>
              <a:ext cx="36334" cy="14785"/>
            </a:xfrm>
            <a:custGeom>
              <a:rect b="b" l="l" r="r" t="t"/>
              <a:pathLst>
                <a:path extrusionOk="0" h="564" w="1386">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2" name="Google Shape;25722;p98"/>
            <p:cNvSpPr/>
            <p:nvPr/>
          </p:nvSpPr>
          <p:spPr>
            <a:xfrm>
              <a:off x="1579291" y="3595605"/>
              <a:ext cx="121507" cy="76443"/>
            </a:xfrm>
            <a:custGeom>
              <a:rect b="b" l="l" r="r" t="t"/>
              <a:pathLst>
                <a:path extrusionOk="0" h="2916" w="4635">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3" name="Google Shape;25723;p98"/>
            <p:cNvSpPr/>
            <p:nvPr/>
          </p:nvSpPr>
          <p:spPr>
            <a:xfrm>
              <a:off x="1633766" y="3607690"/>
              <a:ext cx="12138" cy="64358"/>
            </a:xfrm>
            <a:custGeom>
              <a:rect b="b" l="l" r="r" t="t"/>
              <a:pathLst>
                <a:path extrusionOk="0" h="2455" w="463">
                  <a:moveTo>
                    <a:pt x="116" y="1"/>
                  </a:moveTo>
                  <a:lnTo>
                    <a:pt x="1" y="2455"/>
                  </a:lnTo>
                  <a:lnTo>
                    <a:pt x="463" y="2455"/>
                  </a:lnTo>
                  <a:lnTo>
                    <a:pt x="347" y="1"/>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4" name="Google Shape;25724;p98"/>
            <p:cNvSpPr/>
            <p:nvPr/>
          </p:nvSpPr>
          <p:spPr>
            <a:xfrm>
              <a:off x="1603514" y="3520289"/>
              <a:ext cx="72668" cy="66639"/>
            </a:xfrm>
            <a:custGeom>
              <a:rect b="b" l="l" r="r" t="t"/>
              <a:pathLst>
                <a:path extrusionOk="0" h="2542" w="2772">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5" name="Google Shape;25725;p98"/>
            <p:cNvSpPr/>
            <p:nvPr/>
          </p:nvSpPr>
          <p:spPr>
            <a:xfrm>
              <a:off x="1603514" y="3520289"/>
              <a:ext cx="72668" cy="65118"/>
            </a:xfrm>
            <a:custGeom>
              <a:rect b="b" l="l" r="r" t="t"/>
              <a:pathLst>
                <a:path extrusionOk="0" h="2484" w="2772">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6" name="Google Shape;25726;p98"/>
            <p:cNvSpPr/>
            <p:nvPr/>
          </p:nvSpPr>
          <p:spPr>
            <a:xfrm>
              <a:off x="1676156" y="3611098"/>
              <a:ext cx="24249" cy="60583"/>
            </a:xfrm>
            <a:custGeom>
              <a:rect b="b" l="l" r="r" t="t"/>
              <a:pathLst>
                <a:path extrusionOk="0" h="2311" w="925">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7" name="Google Shape;25727;p98"/>
            <p:cNvSpPr/>
            <p:nvPr/>
          </p:nvSpPr>
          <p:spPr>
            <a:xfrm>
              <a:off x="1633766" y="3607690"/>
              <a:ext cx="12138" cy="12138"/>
            </a:xfrm>
            <a:custGeom>
              <a:rect b="b" l="l" r="r" t="t"/>
              <a:pathLst>
                <a:path extrusionOk="0" h="463" w="463">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8" name="Google Shape;25728;p98"/>
            <p:cNvSpPr/>
            <p:nvPr/>
          </p:nvSpPr>
          <p:spPr>
            <a:xfrm>
              <a:off x="1614865" y="3590755"/>
              <a:ext cx="24983" cy="25560"/>
            </a:xfrm>
            <a:custGeom>
              <a:rect b="b" l="l" r="r" t="t"/>
              <a:pathLst>
                <a:path extrusionOk="0" h="975" w="953">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9" name="Google Shape;25729;p98"/>
            <p:cNvSpPr/>
            <p:nvPr/>
          </p:nvSpPr>
          <p:spPr>
            <a:xfrm>
              <a:off x="1639822" y="3590755"/>
              <a:ext cx="25009" cy="25560"/>
            </a:xfrm>
            <a:custGeom>
              <a:rect b="b" l="l" r="r" t="t"/>
              <a:pathLst>
                <a:path extrusionOk="0" h="975" w="954">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0" name="Google Shape;25730;p98"/>
            <p:cNvSpPr/>
            <p:nvPr/>
          </p:nvSpPr>
          <p:spPr>
            <a:xfrm>
              <a:off x="1325373" y="3492291"/>
              <a:ext cx="109002" cy="109395"/>
            </a:xfrm>
            <a:custGeom>
              <a:rect b="b" l="l" r="r" t="t"/>
              <a:pathLst>
                <a:path extrusionOk="0" h="4173" w="4158">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1" name="Google Shape;25731;p98"/>
            <p:cNvSpPr/>
            <p:nvPr/>
          </p:nvSpPr>
          <p:spPr>
            <a:xfrm>
              <a:off x="1355258" y="3492291"/>
              <a:ext cx="79117" cy="109002"/>
            </a:xfrm>
            <a:custGeom>
              <a:rect b="b" l="l" r="r" t="t"/>
              <a:pathLst>
                <a:path extrusionOk="0" h="4158" w="3018">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2" name="Google Shape;25732;p98"/>
            <p:cNvSpPr/>
            <p:nvPr/>
          </p:nvSpPr>
          <p:spPr>
            <a:xfrm>
              <a:off x="1324612" y="3574790"/>
              <a:ext cx="109002" cy="97258"/>
            </a:xfrm>
            <a:custGeom>
              <a:rect b="b" l="l" r="r" t="t"/>
              <a:pathLst>
                <a:path extrusionOk="0" h="3710" w="4158">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3" name="Google Shape;25733;p98"/>
            <p:cNvSpPr/>
            <p:nvPr/>
          </p:nvSpPr>
          <p:spPr>
            <a:xfrm>
              <a:off x="1360553" y="3574790"/>
              <a:ext cx="37120" cy="24223"/>
            </a:xfrm>
            <a:custGeom>
              <a:rect b="b" l="l" r="r" t="t"/>
              <a:pathLst>
                <a:path extrusionOk="0" h="924" w="1416">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4" name="Google Shape;25734;p98"/>
            <p:cNvSpPr/>
            <p:nvPr/>
          </p:nvSpPr>
          <p:spPr>
            <a:xfrm>
              <a:off x="1324219" y="3606563"/>
              <a:ext cx="109395" cy="65485"/>
            </a:xfrm>
            <a:custGeom>
              <a:rect b="b" l="l" r="r" t="t"/>
              <a:pathLst>
                <a:path extrusionOk="0" h="2498" w="4173">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5" name="Google Shape;25735;p98"/>
            <p:cNvSpPr/>
            <p:nvPr/>
          </p:nvSpPr>
          <p:spPr>
            <a:xfrm>
              <a:off x="1342779" y="3527393"/>
              <a:ext cx="72668" cy="59534"/>
            </a:xfrm>
            <a:custGeom>
              <a:rect b="b" l="l" r="r" t="t"/>
              <a:pathLst>
                <a:path extrusionOk="0" h="2271" w="2772">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6" name="Google Shape;25736;p98"/>
            <p:cNvSpPr/>
            <p:nvPr/>
          </p:nvSpPr>
          <p:spPr>
            <a:xfrm>
              <a:off x="1342779" y="3527393"/>
              <a:ext cx="73061" cy="59141"/>
            </a:xfrm>
            <a:custGeom>
              <a:rect b="b" l="l" r="r" t="t"/>
              <a:pathLst>
                <a:path extrusionOk="0" h="2256" w="2787">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7" name="Google Shape;25737;p98"/>
            <p:cNvSpPr/>
            <p:nvPr/>
          </p:nvSpPr>
          <p:spPr>
            <a:xfrm>
              <a:off x="1324612" y="3619067"/>
              <a:ext cx="24249" cy="52981"/>
            </a:xfrm>
            <a:custGeom>
              <a:rect b="b" l="l" r="r" t="t"/>
              <a:pathLst>
                <a:path extrusionOk="0" h="2021" w="925">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8" name="Google Shape;25738;p98"/>
            <p:cNvSpPr/>
            <p:nvPr/>
          </p:nvSpPr>
          <p:spPr>
            <a:xfrm>
              <a:off x="1409365" y="3586901"/>
              <a:ext cx="206286" cy="85146"/>
            </a:xfrm>
            <a:custGeom>
              <a:rect b="b" l="l" r="r" t="t"/>
              <a:pathLst>
                <a:path extrusionOk="0" h="3248" w="7869">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9" name="Google Shape;25739;p98"/>
            <p:cNvSpPr/>
            <p:nvPr/>
          </p:nvSpPr>
          <p:spPr>
            <a:xfrm>
              <a:off x="1500567" y="3611098"/>
              <a:ext cx="24249" cy="60950"/>
            </a:xfrm>
            <a:custGeom>
              <a:rect b="b" l="l" r="r" t="t"/>
              <a:pathLst>
                <a:path extrusionOk="0" h="2325" w="925">
                  <a:moveTo>
                    <a:pt x="217" y="1"/>
                  </a:moveTo>
                  <a:lnTo>
                    <a:pt x="1" y="2325"/>
                  </a:lnTo>
                  <a:lnTo>
                    <a:pt x="925" y="2325"/>
                  </a:lnTo>
                  <a:lnTo>
                    <a:pt x="708"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0" name="Google Shape;25740;p98"/>
            <p:cNvSpPr/>
            <p:nvPr/>
          </p:nvSpPr>
          <p:spPr>
            <a:xfrm>
              <a:off x="1502088" y="3598986"/>
              <a:ext cx="21208" cy="20474"/>
            </a:xfrm>
            <a:custGeom>
              <a:rect b="b" l="l" r="r" t="t"/>
              <a:pathLst>
                <a:path extrusionOk="0" h="781" w="809">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1" name="Google Shape;25741;p98"/>
            <p:cNvSpPr/>
            <p:nvPr/>
          </p:nvSpPr>
          <p:spPr>
            <a:xfrm>
              <a:off x="1579291" y="3611858"/>
              <a:ext cx="36360" cy="60190"/>
            </a:xfrm>
            <a:custGeom>
              <a:rect b="b" l="l" r="r" t="t"/>
              <a:pathLst>
                <a:path extrusionOk="0" h="2296" w="1387">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2" name="Google Shape;25742;p98"/>
            <p:cNvSpPr/>
            <p:nvPr/>
          </p:nvSpPr>
          <p:spPr>
            <a:xfrm>
              <a:off x="1446066" y="3399202"/>
              <a:ext cx="133251" cy="96891"/>
            </a:xfrm>
            <a:custGeom>
              <a:rect b="b" l="l" r="r" t="t"/>
              <a:pathLst>
                <a:path extrusionOk="0" h="3696" w="5083">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3" name="Google Shape;25743;p98"/>
            <p:cNvSpPr/>
            <p:nvPr/>
          </p:nvSpPr>
          <p:spPr>
            <a:xfrm>
              <a:off x="1476345" y="3399202"/>
              <a:ext cx="102973" cy="96891"/>
            </a:xfrm>
            <a:custGeom>
              <a:rect b="b" l="l" r="r" t="t"/>
              <a:pathLst>
                <a:path extrusionOk="0" h="3696" w="3928">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4" name="Google Shape;25744;p98"/>
            <p:cNvSpPr/>
            <p:nvPr/>
          </p:nvSpPr>
          <p:spPr>
            <a:xfrm>
              <a:off x="1476345" y="3544512"/>
              <a:ext cx="72694" cy="54501"/>
            </a:xfrm>
            <a:custGeom>
              <a:rect b="b" l="l" r="r" t="t"/>
              <a:pathLst>
                <a:path extrusionOk="0" h="2079" w="2773">
                  <a:moveTo>
                    <a:pt x="1" y="0"/>
                  </a:moveTo>
                  <a:lnTo>
                    <a:pt x="1" y="2079"/>
                  </a:lnTo>
                  <a:lnTo>
                    <a:pt x="2772" y="2079"/>
                  </a:ln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5" name="Google Shape;25745;p98"/>
            <p:cNvSpPr/>
            <p:nvPr/>
          </p:nvSpPr>
          <p:spPr>
            <a:xfrm>
              <a:off x="1476345" y="3544512"/>
              <a:ext cx="72694" cy="30383"/>
            </a:xfrm>
            <a:custGeom>
              <a:rect b="b" l="l" r="r" t="t"/>
              <a:pathLst>
                <a:path extrusionOk="0" h="1159" w="2773">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6" name="Google Shape;25746;p98"/>
            <p:cNvSpPr/>
            <p:nvPr/>
          </p:nvSpPr>
          <p:spPr>
            <a:xfrm>
              <a:off x="1464233" y="3576887"/>
              <a:ext cx="48472" cy="43438"/>
            </a:xfrm>
            <a:custGeom>
              <a:rect b="b" l="l" r="r" t="t"/>
              <a:pathLst>
                <a:path extrusionOk="0" h="1657" w="1849">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7" name="Google Shape;25747;p98"/>
            <p:cNvSpPr/>
            <p:nvPr/>
          </p:nvSpPr>
          <p:spPr>
            <a:xfrm>
              <a:off x="1512679" y="3576887"/>
              <a:ext cx="48472" cy="43438"/>
            </a:xfrm>
            <a:custGeom>
              <a:rect b="b" l="l" r="r" t="t"/>
              <a:pathLst>
                <a:path extrusionOk="0" h="1657" w="1849">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8" name="Google Shape;25748;p98"/>
            <p:cNvSpPr/>
            <p:nvPr/>
          </p:nvSpPr>
          <p:spPr>
            <a:xfrm>
              <a:off x="1452122" y="3448171"/>
              <a:ext cx="121140" cy="114533"/>
            </a:xfrm>
            <a:custGeom>
              <a:rect b="b" l="l" r="r" t="t"/>
              <a:pathLst>
                <a:path extrusionOk="0" h="4369" w="4621">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9" name="Google Shape;25749;p98"/>
            <p:cNvSpPr/>
            <p:nvPr/>
          </p:nvSpPr>
          <p:spPr>
            <a:xfrm>
              <a:off x="1452122" y="3448355"/>
              <a:ext cx="109028" cy="113957"/>
            </a:xfrm>
            <a:custGeom>
              <a:rect b="b" l="l" r="r" t="t"/>
              <a:pathLst>
                <a:path extrusionOk="0" h="4347" w="4159">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0" name="Google Shape;25750;p98"/>
            <p:cNvSpPr/>
            <p:nvPr/>
          </p:nvSpPr>
          <p:spPr>
            <a:xfrm>
              <a:off x="1409759" y="3611858"/>
              <a:ext cx="36334" cy="60190"/>
            </a:xfrm>
            <a:custGeom>
              <a:rect b="b" l="l" r="r" t="t"/>
              <a:pathLst>
                <a:path extrusionOk="0" h="2296" w="1386">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751" name="Google Shape;25751;p98"/>
          <p:cNvGrpSpPr/>
          <p:nvPr/>
        </p:nvGrpSpPr>
        <p:grpSpPr>
          <a:xfrm>
            <a:off x="1773706" y="3395401"/>
            <a:ext cx="376185" cy="280448"/>
            <a:chOff x="1798763" y="3395401"/>
            <a:chExt cx="376185" cy="280448"/>
          </a:xfrm>
        </p:grpSpPr>
        <p:sp>
          <p:nvSpPr>
            <p:cNvPr id="25752" name="Google Shape;25752;p98"/>
            <p:cNvSpPr/>
            <p:nvPr/>
          </p:nvSpPr>
          <p:spPr>
            <a:xfrm>
              <a:off x="2097352" y="3478660"/>
              <a:ext cx="47711" cy="42023"/>
            </a:xfrm>
            <a:custGeom>
              <a:rect b="b" l="l" r="r" t="t"/>
              <a:pathLst>
                <a:path extrusionOk="0" h="1603" w="182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3" name="Google Shape;25753;p98"/>
            <p:cNvSpPr/>
            <p:nvPr/>
          </p:nvSpPr>
          <p:spPr>
            <a:xfrm>
              <a:off x="2097352" y="3478660"/>
              <a:ext cx="32559" cy="42023"/>
            </a:xfrm>
            <a:custGeom>
              <a:rect b="b" l="l" r="r" t="t"/>
              <a:pathLst>
                <a:path extrusionOk="0" h="1603" w="1242">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4" name="Google Shape;25754;p98"/>
            <p:cNvSpPr/>
            <p:nvPr/>
          </p:nvSpPr>
          <p:spPr>
            <a:xfrm>
              <a:off x="2067441" y="3580452"/>
              <a:ext cx="107508" cy="95396"/>
            </a:xfrm>
            <a:custGeom>
              <a:rect b="b" l="l" r="r" t="t"/>
              <a:pathLst>
                <a:path extrusionOk="0" h="3639" w="4101">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5" name="Google Shape;25755;p98"/>
            <p:cNvSpPr/>
            <p:nvPr/>
          </p:nvSpPr>
          <p:spPr>
            <a:xfrm>
              <a:off x="2103014" y="3580085"/>
              <a:ext cx="36360" cy="23856"/>
            </a:xfrm>
            <a:custGeom>
              <a:rect b="b" l="l" r="r" t="t"/>
              <a:pathLst>
                <a:path extrusionOk="0" h="910" w="1387">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6" name="Google Shape;25756;p98"/>
            <p:cNvSpPr/>
            <p:nvPr/>
          </p:nvSpPr>
          <p:spPr>
            <a:xfrm>
              <a:off x="2067441" y="3611491"/>
              <a:ext cx="107141" cy="64358"/>
            </a:xfrm>
            <a:custGeom>
              <a:rect b="b" l="l" r="r" t="t"/>
              <a:pathLst>
                <a:path extrusionOk="0" h="2455" w="4087">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7" name="Google Shape;25757;p98"/>
            <p:cNvSpPr/>
            <p:nvPr/>
          </p:nvSpPr>
          <p:spPr>
            <a:xfrm>
              <a:off x="2079185" y="3496827"/>
              <a:ext cx="83652" cy="83285"/>
            </a:xfrm>
            <a:custGeom>
              <a:rect b="b" l="l" r="r" t="t"/>
              <a:pathLst>
                <a:path extrusionOk="0" h="3177" w="3191">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8" name="Google Shape;25758;p98"/>
            <p:cNvSpPr/>
            <p:nvPr/>
          </p:nvSpPr>
          <p:spPr>
            <a:xfrm>
              <a:off x="2095071" y="3496827"/>
              <a:ext cx="69653" cy="75342"/>
            </a:xfrm>
            <a:custGeom>
              <a:rect b="b" l="l" r="r" t="t"/>
              <a:pathLst>
                <a:path extrusionOk="0" h="2874" w="2657">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9" name="Google Shape;25759;p98"/>
            <p:cNvSpPr/>
            <p:nvPr/>
          </p:nvSpPr>
          <p:spPr>
            <a:xfrm>
              <a:off x="2085241" y="3533449"/>
              <a:ext cx="71541" cy="58774"/>
            </a:xfrm>
            <a:custGeom>
              <a:rect b="b" l="l" r="r" t="t"/>
              <a:pathLst>
                <a:path extrusionOk="0" h="2242" w="2729">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0" name="Google Shape;25760;p98"/>
            <p:cNvSpPr/>
            <p:nvPr/>
          </p:nvSpPr>
          <p:spPr>
            <a:xfrm>
              <a:off x="2085608" y="3533449"/>
              <a:ext cx="71567" cy="58381"/>
            </a:xfrm>
            <a:custGeom>
              <a:rect b="b" l="l" r="r" t="t"/>
              <a:pathLst>
                <a:path extrusionOk="0" h="2227" w="273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1" name="Google Shape;25761;p98"/>
            <p:cNvSpPr/>
            <p:nvPr/>
          </p:nvSpPr>
          <p:spPr>
            <a:xfrm>
              <a:off x="2150699" y="3623969"/>
              <a:ext cx="24249" cy="51879"/>
            </a:xfrm>
            <a:custGeom>
              <a:rect b="b" l="l" r="r" t="t"/>
              <a:pathLst>
                <a:path extrusionOk="0" h="1979" w="925">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2" name="Google Shape;25762;p98"/>
            <p:cNvSpPr/>
            <p:nvPr/>
          </p:nvSpPr>
          <p:spPr>
            <a:xfrm>
              <a:off x="1816930" y="3502882"/>
              <a:ext cx="29938" cy="65485"/>
            </a:xfrm>
            <a:custGeom>
              <a:rect b="b" l="l" r="r" t="t"/>
              <a:pathLst>
                <a:path extrusionOk="0" h="2498" w="1142">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3" name="Google Shape;25763;p98"/>
            <p:cNvSpPr/>
            <p:nvPr/>
          </p:nvSpPr>
          <p:spPr>
            <a:xfrm>
              <a:off x="1828674" y="3496827"/>
              <a:ext cx="71541" cy="71541"/>
            </a:xfrm>
            <a:custGeom>
              <a:rect b="b" l="l" r="r" t="t"/>
              <a:pathLst>
                <a:path extrusionOk="0" h="2729" w="2729">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4" name="Google Shape;25764;p98"/>
            <p:cNvSpPr/>
            <p:nvPr/>
          </p:nvSpPr>
          <p:spPr>
            <a:xfrm>
              <a:off x="1840786" y="3586141"/>
              <a:ext cx="35967" cy="26503"/>
            </a:xfrm>
            <a:custGeom>
              <a:rect b="b" l="l" r="r" t="t"/>
              <a:pathLst>
                <a:path extrusionOk="0" h="1011" w="1372">
                  <a:moveTo>
                    <a:pt x="0" y="0"/>
                  </a:moveTo>
                  <a:lnTo>
                    <a:pt x="0" y="1011"/>
                  </a:lnTo>
                  <a:lnTo>
                    <a:pt x="1372" y="1011"/>
                  </a:lnTo>
                  <a:lnTo>
                    <a:pt x="1372"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5" name="Google Shape;25765;p98"/>
            <p:cNvSpPr/>
            <p:nvPr/>
          </p:nvSpPr>
          <p:spPr>
            <a:xfrm>
              <a:off x="1840786" y="3586141"/>
              <a:ext cx="35967" cy="14392"/>
            </a:xfrm>
            <a:custGeom>
              <a:rect b="b" l="l" r="r" t="t"/>
              <a:pathLst>
                <a:path extrusionOk="0" h="549" w="1372">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6" name="Google Shape;25766;p98"/>
            <p:cNvSpPr/>
            <p:nvPr/>
          </p:nvSpPr>
          <p:spPr>
            <a:xfrm>
              <a:off x="1799156" y="3600507"/>
              <a:ext cx="119226" cy="75342"/>
            </a:xfrm>
            <a:custGeom>
              <a:rect b="b" l="l" r="r" t="t"/>
              <a:pathLst>
                <a:path extrusionOk="0" h="2874" w="4548">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7" name="Google Shape;25767;p98"/>
            <p:cNvSpPr/>
            <p:nvPr/>
          </p:nvSpPr>
          <p:spPr>
            <a:xfrm>
              <a:off x="1852897" y="3612618"/>
              <a:ext cx="11744" cy="63231"/>
            </a:xfrm>
            <a:custGeom>
              <a:rect b="b" l="l" r="r" t="t"/>
              <a:pathLst>
                <a:path extrusionOk="0" h="2412" w="448">
                  <a:moveTo>
                    <a:pt x="101" y="1"/>
                  </a:moveTo>
                  <a:lnTo>
                    <a:pt x="0" y="2411"/>
                  </a:lnTo>
                  <a:lnTo>
                    <a:pt x="448" y="2411"/>
                  </a:lnTo>
                  <a:lnTo>
                    <a:pt x="332" y="1"/>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8" name="Google Shape;25768;p98"/>
            <p:cNvSpPr/>
            <p:nvPr/>
          </p:nvSpPr>
          <p:spPr>
            <a:xfrm>
              <a:off x="1822986" y="3526712"/>
              <a:ext cx="71541" cy="65511"/>
            </a:xfrm>
            <a:custGeom>
              <a:rect b="b" l="l" r="r" t="t"/>
              <a:pathLst>
                <a:path extrusionOk="0" h="2499" w="2729">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9" name="Google Shape;25769;p98"/>
            <p:cNvSpPr/>
            <p:nvPr/>
          </p:nvSpPr>
          <p:spPr>
            <a:xfrm>
              <a:off x="1822986" y="3526712"/>
              <a:ext cx="71174" cy="63991"/>
            </a:xfrm>
            <a:custGeom>
              <a:rect b="b" l="l" r="r" t="t"/>
              <a:pathLst>
                <a:path extrusionOk="0" h="2441" w="2715">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0" name="Google Shape;25770;p98"/>
            <p:cNvSpPr/>
            <p:nvPr/>
          </p:nvSpPr>
          <p:spPr>
            <a:xfrm>
              <a:off x="1798763" y="3616026"/>
              <a:ext cx="24249" cy="59823"/>
            </a:xfrm>
            <a:custGeom>
              <a:rect b="b" l="l" r="r" t="t"/>
              <a:pathLst>
                <a:path extrusionOk="0" h="2282" w="925">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1" name="Google Shape;25771;p98"/>
            <p:cNvSpPr/>
            <p:nvPr/>
          </p:nvSpPr>
          <p:spPr>
            <a:xfrm>
              <a:off x="1852504" y="3612618"/>
              <a:ext cx="12138" cy="11771"/>
            </a:xfrm>
            <a:custGeom>
              <a:rect b="b" l="l" r="r" t="t"/>
              <a:pathLst>
                <a:path extrusionOk="0" h="449" w="463">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2" name="Google Shape;25772;p98"/>
            <p:cNvSpPr/>
            <p:nvPr/>
          </p:nvSpPr>
          <p:spPr>
            <a:xfrm>
              <a:off x="1834337" y="3595919"/>
              <a:ext cx="24249" cy="25114"/>
            </a:xfrm>
            <a:custGeom>
              <a:rect b="b" l="l" r="r" t="t"/>
              <a:pathLst>
                <a:path extrusionOk="0" h="958" w="925">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3" name="Google Shape;25773;p98"/>
            <p:cNvSpPr/>
            <p:nvPr/>
          </p:nvSpPr>
          <p:spPr>
            <a:xfrm>
              <a:off x="1858559" y="3595919"/>
              <a:ext cx="24616" cy="25114"/>
            </a:xfrm>
            <a:custGeom>
              <a:rect b="b" l="l" r="r" t="t"/>
              <a:pathLst>
                <a:path extrusionOk="0" h="958" w="939">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4" name="Google Shape;25774;p98"/>
            <p:cNvSpPr/>
            <p:nvPr/>
          </p:nvSpPr>
          <p:spPr>
            <a:xfrm>
              <a:off x="1900556" y="3395401"/>
              <a:ext cx="178288" cy="208540"/>
            </a:xfrm>
            <a:custGeom>
              <a:rect b="b" l="l" r="r" t="t"/>
              <a:pathLst>
                <a:path extrusionOk="0" h="7955" w="6801">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5" name="Google Shape;25775;p98"/>
            <p:cNvSpPr/>
            <p:nvPr/>
          </p:nvSpPr>
          <p:spPr>
            <a:xfrm>
              <a:off x="1942579" y="3395401"/>
              <a:ext cx="136266" cy="208593"/>
            </a:xfrm>
            <a:custGeom>
              <a:rect b="b" l="l" r="r" t="t"/>
              <a:pathLst>
                <a:path extrusionOk="0" h="7957" w="5198">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6" name="Google Shape;25776;p98"/>
            <p:cNvSpPr/>
            <p:nvPr/>
          </p:nvSpPr>
          <p:spPr>
            <a:xfrm>
              <a:off x="1888471" y="3556230"/>
              <a:ext cx="202852" cy="119619"/>
            </a:xfrm>
            <a:custGeom>
              <a:rect b="b" l="l" r="r" t="t"/>
              <a:pathLst>
                <a:path extrusionOk="0" h="4563" w="7738">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7" name="Google Shape;25777;p98"/>
            <p:cNvSpPr/>
            <p:nvPr/>
          </p:nvSpPr>
          <p:spPr>
            <a:xfrm>
              <a:off x="1888471" y="3599380"/>
              <a:ext cx="202852" cy="76469"/>
            </a:xfrm>
            <a:custGeom>
              <a:rect b="b" l="l" r="r" t="t"/>
              <a:pathLst>
                <a:path extrusionOk="0" h="2917" w="7738">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8" name="Google Shape;25778;p98"/>
            <p:cNvSpPr/>
            <p:nvPr/>
          </p:nvSpPr>
          <p:spPr>
            <a:xfrm>
              <a:off x="1959985" y="3556230"/>
              <a:ext cx="59823" cy="23961"/>
            </a:xfrm>
            <a:custGeom>
              <a:rect b="b" l="l" r="r" t="t"/>
              <a:pathLst>
                <a:path extrusionOk="0" h="914" w="2282">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9" name="Google Shape;25779;p98"/>
            <p:cNvSpPr/>
            <p:nvPr/>
          </p:nvSpPr>
          <p:spPr>
            <a:xfrm>
              <a:off x="1929707" y="3456062"/>
              <a:ext cx="119619" cy="112069"/>
            </a:xfrm>
            <a:custGeom>
              <a:rect b="b" l="l" r="r" t="t"/>
              <a:pathLst>
                <a:path extrusionOk="0" h="4275" w="4563">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0" name="Google Shape;25780;p98"/>
            <p:cNvSpPr/>
            <p:nvPr/>
          </p:nvSpPr>
          <p:spPr>
            <a:xfrm>
              <a:off x="1929707" y="3456062"/>
              <a:ext cx="116971" cy="111938"/>
            </a:xfrm>
            <a:custGeom>
              <a:rect b="b" l="l" r="r" t="t"/>
              <a:pathLst>
                <a:path extrusionOk="0" h="4270" w="4462">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1" name="Google Shape;25781;p98"/>
            <p:cNvSpPr/>
            <p:nvPr/>
          </p:nvSpPr>
          <p:spPr>
            <a:xfrm>
              <a:off x="1888471" y="3619067"/>
              <a:ext cx="41629" cy="56782"/>
            </a:xfrm>
            <a:custGeom>
              <a:rect b="b" l="l" r="r" t="t"/>
              <a:pathLst>
                <a:path extrusionOk="0" h="2166" w="1588">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2" name="Google Shape;25782;p98"/>
            <p:cNvSpPr/>
            <p:nvPr/>
          </p:nvSpPr>
          <p:spPr>
            <a:xfrm>
              <a:off x="2049667" y="3619067"/>
              <a:ext cx="41656" cy="56782"/>
            </a:xfrm>
            <a:custGeom>
              <a:rect b="b" l="l" r="r" t="t"/>
              <a:pathLst>
                <a:path extrusionOk="0" h="2166" w="1589">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783" name="Google Shape;25783;p98"/>
          <p:cNvGrpSpPr/>
          <p:nvPr/>
        </p:nvGrpSpPr>
        <p:grpSpPr>
          <a:xfrm>
            <a:off x="2248250" y="3378754"/>
            <a:ext cx="375818" cy="313374"/>
            <a:chOff x="2273307" y="3378754"/>
            <a:chExt cx="375818" cy="313374"/>
          </a:xfrm>
        </p:grpSpPr>
        <p:sp>
          <p:nvSpPr>
            <p:cNvPr id="25784" name="Google Shape;25784;p98"/>
            <p:cNvSpPr/>
            <p:nvPr/>
          </p:nvSpPr>
          <p:spPr>
            <a:xfrm>
              <a:off x="2448528" y="3429087"/>
              <a:ext cx="25009" cy="25009"/>
            </a:xfrm>
            <a:custGeom>
              <a:rect b="b" l="l" r="r" t="t"/>
              <a:pathLst>
                <a:path extrusionOk="0" h="954" w="954">
                  <a:moveTo>
                    <a:pt x="0" y="1"/>
                  </a:moveTo>
                  <a:lnTo>
                    <a:pt x="0"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5" name="Google Shape;25785;p98"/>
            <p:cNvSpPr/>
            <p:nvPr/>
          </p:nvSpPr>
          <p:spPr>
            <a:xfrm>
              <a:off x="2447401" y="3429087"/>
              <a:ext cx="27631" cy="18849"/>
            </a:xfrm>
            <a:custGeom>
              <a:rect b="b" l="l" r="r" t="t"/>
              <a:pathLst>
                <a:path extrusionOk="0" h="719" w="1054">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6" name="Google Shape;25786;p98"/>
            <p:cNvSpPr/>
            <p:nvPr/>
          </p:nvSpPr>
          <p:spPr>
            <a:xfrm>
              <a:off x="2423545" y="3448774"/>
              <a:ext cx="74949" cy="93116"/>
            </a:xfrm>
            <a:custGeom>
              <a:rect b="b" l="l" r="r" t="t"/>
              <a:pathLst>
                <a:path extrusionOk="0" h="3552" w="2859">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7" name="Google Shape;25787;p98"/>
            <p:cNvSpPr/>
            <p:nvPr/>
          </p:nvSpPr>
          <p:spPr>
            <a:xfrm>
              <a:off x="2436050" y="3541864"/>
              <a:ext cx="50359" cy="106354"/>
            </a:xfrm>
            <a:custGeom>
              <a:rect b="b" l="l" r="r" t="t"/>
              <a:pathLst>
                <a:path extrusionOk="0" h="4057" w="1921">
                  <a:moveTo>
                    <a:pt x="0" y="0"/>
                  </a:moveTo>
                  <a:lnTo>
                    <a:pt x="0" y="4057"/>
                  </a:lnTo>
                  <a:lnTo>
                    <a:pt x="1920" y="4057"/>
                  </a:lnTo>
                  <a:lnTo>
                    <a:pt x="1920" y="0"/>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8" name="Google Shape;25788;p98"/>
            <p:cNvSpPr/>
            <p:nvPr/>
          </p:nvSpPr>
          <p:spPr>
            <a:xfrm>
              <a:off x="2423545" y="3458972"/>
              <a:ext cx="12531" cy="82918"/>
            </a:xfrm>
            <a:custGeom>
              <a:rect b="b" l="l" r="r" t="t"/>
              <a:pathLst>
                <a:path extrusionOk="0" h="3163" w="478">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9" name="Google Shape;25789;p98"/>
            <p:cNvSpPr/>
            <p:nvPr/>
          </p:nvSpPr>
          <p:spPr>
            <a:xfrm>
              <a:off x="2485989" y="3458972"/>
              <a:ext cx="12505" cy="82918"/>
            </a:xfrm>
            <a:custGeom>
              <a:rect b="b" l="l" r="r" t="t"/>
              <a:pathLst>
                <a:path extrusionOk="0" h="3163" w="477">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0" name="Google Shape;25790;p98"/>
            <p:cNvSpPr/>
            <p:nvPr/>
          </p:nvSpPr>
          <p:spPr>
            <a:xfrm>
              <a:off x="2442105" y="3441670"/>
              <a:ext cx="38248" cy="100220"/>
            </a:xfrm>
            <a:custGeom>
              <a:rect b="b" l="l" r="r" t="t"/>
              <a:pathLst>
                <a:path extrusionOk="0" h="3823" w="1459">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1" name="Google Shape;25791;p98"/>
            <p:cNvSpPr/>
            <p:nvPr/>
          </p:nvSpPr>
          <p:spPr>
            <a:xfrm>
              <a:off x="2457992" y="3554342"/>
              <a:ext cx="6449" cy="93876"/>
            </a:xfrm>
            <a:custGeom>
              <a:rect b="b" l="l" r="r" t="t"/>
              <a:pathLst>
                <a:path extrusionOk="0" h="3581" w="246">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2" name="Google Shape;25792;p98"/>
            <p:cNvSpPr/>
            <p:nvPr/>
          </p:nvSpPr>
          <p:spPr>
            <a:xfrm>
              <a:off x="2436050" y="3378754"/>
              <a:ext cx="50359" cy="56782"/>
            </a:xfrm>
            <a:custGeom>
              <a:rect b="b" l="l" r="r" t="t"/>
              <a:pathLst>
                <a:path extrusionOk="0" h="2166" w="1921">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3" name="Google Shape;25793;p98"/>
            <p:cNvSpPr/>
            <p:nvPr/>
          </p:nvSpPr>
          <p:spPr>
            <a:xfrm>
              <a:off x="2436050" y="3379147"/>
              <a:ext cx="34447" cy="56441"/>
            </a:xfrm>
            <a:custGeom>
              <a:rect b="b" l="l" r="r" t="t"/>
              <a:pathLst>
                <a:path extrusionOk="0" h="2153" w="1314">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4" name="Google Shape;25794;p98"/>
            <p:cNvSpPr/>
            <p:nvPr/>
          </p:nvSpPr>
          <p:spPr>
            <a:xfrm>
              <a:off x="2435656" y="3378754"/>
              <a:ext cx="50359" cy="25429"/>
            </a:xfrm>
            <a:custGeom>
              <a:rect b="b" l="l" r="r" t="t"/>
              <a:pathLst>
                <a:path extrusionOk="0" h="970" w="1921">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5" name="Google Shape;25795;p98"/>
            <p:cNvSpPr/>
            <p:nvPr/>
          </p:nvSpPr>
          <p:spPr>
            <a:xfrm>
              <a:off x="2436050" y="3379147"/>
              <a:ext cx="34447" cy="22728"/>
            </a:xfrm>
            <a:custGeom>
              <a:rect b="b" l="l" r="r" t="t"/>
              <a:pathLst>
                <a:path extrusionOk="0" h="867" w="1314">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6" name="Google Shape;25796;p98"/>
            <p:cNvSpPr/>
            <p:nvPr/>
          </p:nvSpPr>
          <p:spPr>
            <a:xfrm>
              <a:off x="2548800" y="3429087"/>
              <a:ext cx="25009" cy="25009"/>
            </a:xfrm>
            <a:custGeom>
              <a:rect b="b" l="l" r="r" t="t"/>
              <a:pathLst>
                <a:path extrusionOk="0" h="954" w="954">
                  <a:moveTo>
                    <a:pt x="1" y="1"/>
                  </a:moveTo>
                  <a:lnTo>
                    <a:pt x="1" y="953"/>
                  </a:lnTo>
                  <a:lnTo>
                    <a:pt x="954" y="953"/>
                  </a:lnTo>
                  <a:lnTo>
                    <a:pt x="954"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7" name="Google Shape;25797;p98"/>
            <p:cNvSpPr/>
            <p:nvPr/>
          </p:nvSpPr>
          <p:spPr>
            <a:xfrm>
              <a:off x="2547673" y="3429087"/>
              <a:ext cx="27264" cy="18849"/>
            </a:xfrm>
            <a:custGeom>
              <a:rect b="b" l="l" r="r" t="t"/>
              <a:pathLst>
                <a:path extrusionOk="0" h="719" w="104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8" name="Google Shape;25798;p98"/>
            <p:cNvSpPr/>
            <p:nvPr/>
          </p:nvSpPr>
          <p:spPr>
            <a:xfrm>
              <a:off x="2523844" y="3448774"/>
              <a:ext cx="75316" cy="93116"/>
            </a:xfrm>
            <a:custGeom>
              <a:rect b="b" l="l" r="r" t="t"/>
              <a:pathLst>
                <a:path extrusionOk="0" h="3552" w="2873">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9" name="Google Shape;25799;p98"/>
            <p:cNvSpPr/>
            <p:nvPr/>
          </p:nvSpPr>
          <p:spPr>
            <a:xfrm>
              <a:off x="2536322" y="3541864"/>
              <a:ext cx="49992" cy="106354"/>
            </a:xfrm>
            <a:custGeom>
              <a:rect b="b" l="l" r="r" t="t"/>
              <a:pathLst>
                <a:path extrusionOk="0" h="4057" w="1907">
                  <a:moveTo>
                    <a:pt x="1" y="0"/>
                  </a:moveTo>
                  <a:lnTo>
                    <a:pt x="1" y="4057"/>
                  </a:lnTo>
                  <a:lnTo>
                    <a:pt x="1906" y="4057"/>
                  </a:lnTo>
                  <a:lnTo>
                    <a:pt x="1906"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0" name="Google Shape;25800;p98"/>
            <p:cNvSpPr/>
            <p:nvPr/>
          </p:nvSpPr>
          <p:spPr>
            <a:xfrm>
              <a:off x="2523844" y="3458972"/>
              <a:ext cx="12505" cy="82918"/>
            </a:xfrm>
            <a:custGeom>
              <a:rect b="b" l="l" r="r" t="t"/>
              <a:pathLst>
                <a:path extrusionOk="0" h="3163" w="477">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1" name="Google Shape;25801;p98"/>
            <p:cNvSpPr/>
            <p:nvPr/>
          </p:nvSpPr>
          <p:spPr>
            <a:xfrm>
              <a:off x="2586288" y="3458972"/>
              <a:ext cx="12505" cy="82918"/>
            </a:xfrm>
            <a:custGeom>
              <a:rect b="b" l="l" r="r" t="t"/>
              <a:pathLst>
                <a:path extrusionOk="0" h="3163" w="477">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2" name="Google Shape;25802;p98"/>
            <p:cNvSpPr/>
            <p:nvPr/>
          </p:nvSpPr>
          <p:spPr>
            <a:xfrm>
              <a:off x="2542011" y="3441670"/>
              <a:ext cx="38615" cy="100220"/>
            </a:xfrm>
            <a:custGeom>
              <a:rect b="b" l="l" r="r" t="t"/>
              <a:pathLst>
                <a:path extrusionOk="0" h="3823" w="1473">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3" name="Google Shape;25803;p98"/>
            <p:cNvSpPr/>
            <p:nvPr/>
          </p:nvSpPr>
          <p:spPr>
            <a:xfrm>
              <a:off x="2558264" y="3554342"/>
              <a:ext cx="6475" cy="93876"/>
            </a:xfrm>
            <a:custGeom>
              <a:rect b="b" l="l" r="r" t="t"/>
              <a:pathLst>
                <a:path extrusionOk="0" h="3581" w="247">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4" name="Google Shape;25804;p98"/>
            <p:cNvSpPr/>
            <p:nvPr/>
          </p:nvSpPr>
          <p:spPr>
            <a:xfrm>
              <a:off x="2536322" y="3378754"/>
              <a:ext cx="50359" cy="56782"/>
            </a:xfrm>
            <a:custGeom>
              <a:rect b="b" l="l" r="r" t="t"/>
              <a:pathLst>
                <a:path extrusionOk="0" h="2166" w="1921">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5" name="Google Shape;25805;p98"/>
            <p:cNvSpPr/>
            <p:nvPr/>
          </p:nvSpPr>
          <p:spPr>
            <a:xfrm>
              <a:off x="2536008" y="3379147"/>
              <a:ext cx="34787" cy="56441"/>
            </a:xfrm>
            <a:custGeom>
              <a:rect b="b" l="l" r="r" t="t"/>
              <a:pathLst>
                <a:path extrusionOk="0" h="2153" w="1327">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6" name="Google Shape;25806;p98"/>
            <p:cNvSpPr/>
            <p:nvPr/>
          </p:nvSpPr>
          <p:spPr>
            <a:xfrm>
              <a:off x="2536322" y="3378754"/>
              <a:ext cx="49992" cy="25429"/>
            </a:xfrm>
            <a:custGeom>
              <a:rect b="b" l="l" r="r" t="t"/>
              <a:pathLst>
                <a:path extrusionOk="0" h="970" w="1907">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7" name="Google Shape;25807;p98"/>
            <p:cNvSpPr/>
            <p:nvPr/>
          </p:nvSpPr>
          <p:spPr>
            <a:xfrm>
              <a:off x="2536322" y="3379147"/>
              <a:ext cx="34473" cy="22728"/>
            </a:xfrm>
            <a:custGeom>
              <a:rect b="b" l="l" r="r" t="t"/>
              <a:pathLst>
                <a:path extrusionOk="0" h="867" w="1315">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8" name="Google Shape;25808;p98"/>
            <p:cNvSpPr/>
            <p:nvPr/>
          </p:nvSpPr>
          <p:spPr>
            <a:xfrm>
              <a:off x="2348623" y="3429087"/>
              <a:ext cx="25009" cy="25009"/>
            </a:xfrm>
            <a:custGeom>
              <a:rect b="b" l="l" r="r" t="t"/>
              <a:pathLst>
                <a:path extrusionOk="0" h="954" w="954">
                  <a:moveTo>
                    <a:pt x="1" y="1"/>
                  </a:moveTo>
                  <a:lnTo>
                    <a:pt x="1"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9" name="Google Shape;25809;p98"/>
            <p:cNvSpPr/>
            <p:nvPr/>
          </p:nvSpPr>
          <p:spPr>
            <a:xfrm>
              <a:off x="2347102" y="3429087"/>
              <a:ext cx="27657" cy="18849"/>
            </a:xfrm>
            <a:custGeom>
              <a:rect b="b" l="l" r="r" t="t"/>
              <a:pathLst>
                <a:path extrusionOk="0" h="719" w="1055">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0" name="Google Shape;25810;p98"/>
            <p:cNvSpPr/>
            <p:nvPr/>
          </p:nvSpPr>
          <p:spPr>
            <a:xfrm>
              <a:off x="2323273" y="3448774"/>
              <a:ext cx="75342" cy="93116"/>
            </a:xfrm>
            <a:custGeom>
              <a:rect b="b" l="l" r="r" t="t"/>
              <a:pathLst>
                <a:path extrusionOk="0" h="3552" w="2874">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1" name="Google Shape;25811;p98"/>
            <p:cNvSpPr/>
            <p:nvPr/>
          </p:nvSpPr>
          <p:spPr>
            <a:xfrm>
              <a:off x="2335751" y="3541864"/>
              <a:ext cx="50359" cy="106354"/>
            </a:xfrm>
            <a:custGeom>
              <a:rect b="b" l="l" r="r" t="t"/>
              <a:pathLst>
                <a:path extrusionOk="0" h="4057" w="1921">
                  <a:moveTo>
                    <a:pt x="1" y="0"/>
                  </a:moveTo>
                  <a:lnTo>
                    <a:pt x="1" y="4057"/>
                  </a:lnTo>
                  <a:lnTo>
                    <a:pt x="1921" y="4057"/>
                  </a:lnTo>
                  <a:lnTo>
                    <a:pt x="1921"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2" name="Google Shape;25812;p98"/>
            <p:cNvSpPr/>
            <p:nvPr/>
          </p:nvSpPr>
          <p:spPr>
            <a:xfrm>
              <a:off x="2323273" y="3458972"/>
              <a:ext cx="12505" cy="82918"/>
            </a:xfrm>
            <a:custGeom>
              <a:rect b="b" l="l" r="r" t="t"/>
              <a:pathLst>
                <a:path extrusionOk="0" h="3163" w="477">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3" name="Google Shape;25813;p98"/>
            <p:cNvSpPr/>
            <p:nvPr/>
          </p:nvSpPr>
          <p:spPr>
            <a:xfrm>
              <a:off x="2386084" y="3458972"/>
              <a:ext cx="12531" cy="82918"/>
            </a:xfrm>
            <a:custGeom>
              <a:rect b="b" l="l" r="r" t="t"/>
              <a:pathLst>
                <a:path extrusionOk="0" h="3163" w="478">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4" name="Google Shape;25814;p98"/>
            <p:cNvSpPr/>
            <p:nvPr/>
          </p:nvSpPr>
          <p:spPr>
            <a:xfrm>
              <a:off x="2341807" y="3441670"/>
              <a:ext cx="38248" cy="100220"/>
            </a:xfrm>
            <a:custGeom>
              <a:rect b="b" l="l" r="r" t="t"/>
              <a:pathLst>
                <a:path extrusionOk="0" h="3823" w="1459">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5" name="Google Shape;25815;p98"/>
            <p:cNvSpPr/>
            <p:nvPr/>
          </p:nvSpPr>
          <p:spPr>
            <a:xfrm>
              <a:off x="2357693" y="3554342"/>
              <a:ext cx="6475" cy="93876"/>
            </a:xfrm>
            <a:custGeom>
              <a:rect b="b" l="l" r="r" t="t"/>
              <a:pathLst>
                <a:path extrusionOk="0" h="3581" w="247">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6" name="Google Shape;25816;p98"/>
            <p:cNvSpPr/>
            <p:nvPr/>
          </p:nvSpPr>
          <p:spPr>
            <a:xfrm>
              <a:off x="2335751" y="3378754"/>
              <a:ext cx="50752" cy="56782"/>
            </a:xfrm>
            <a:custGeom>
              <a:rect b="b" l="l" r="r" t="t"/>
              <a:pathLst>
                <a:path extrusionOk="0" h="2166" w="1936">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7" name="Google Shape;25817;p98"/>
            <p:cNvSpPr/>
            <p:nvPr/>
          </p:nvSpPr>
          <p:spPr>
            <a:xfrm>
              <a:off x="2335751" y="3379147"/>
              <a:ext cx="34473" cy="56441"/>
            </a:xfrm>
            <a:custGeom>
              <a:rect b="b" l="l" r="r" t="t"/>
              <a:pathLst>
                <a:path extrusionOk="0" h="2153" w="1315">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8" name="Google Shape;25818;p98"/>
            <p:cNvSpPr/>
            <p:nvPr/>
          </p:nvSpPr>
          <p:spPr>
            <a:xfrm>
              <a:off x="2335751" y="3378754"/>
              <a:ext cx="50359" cy="25429"/>
            </a:xfrm>
            <a:custGeom>
              <a:rect b="b" l="l" r="r" t="t"/>
              <a:pathLst>
                <a:path extrusionOk="0" h="970" w="1921">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9" name="Google Shape;25819;p98"/>
            <p:cNvSpPr/>
            <p:nvPr/>
          </p:nvSpPr>
          <p:spPr>
            <a:xfrm>
              <a:off x="2335751" y="3379147"/>
              <a:ext cx="34473" cy="22728"/>
            </a:xfrm>
            <a:custGeom>
              <a:rect b="b" l="l" r="r" t="t"/>
              <a:pathLst>
                <a:path extrusionOk="0" h="867" w="1315">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0" name="Google Shape;25820;p98"/>
            <p:cNvSpPr/>
            <p:nvPr/>
          </p:nvSpPr>
          <p:spPr>
            <a:xfrm>
              <a:off x="2298290" y="3535415"/>
              <a:ext cx="25009" cy="25009"/>
            </a:xfrm>
            <a:custGeom>
              <a:rect b="b" l="l" r="r" t="t"/>
              <a:pathLst>
                <a:path extrusionOk="0" h="954" w="954">
                  <a:moveTo>
                    <a:pt x="1" y="1"/>
                  </a:moveTo>
                  <a:lnTo>
                    <a:pt x="1"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1" name="Google Shape;25821;p98"/>
            <p:cNvSpPr/>
            <p:nvPr/>
          </p:nvSpPr>
          <p:spPr>
            <a:xfrm>
              <a:off x="2297163" y="3535415"/>
              <a:ext cx="27657" cy="18849"/>
            </a:xfrm>
            <a:custGeom>
              <a:rect b="b" l="l" r="r" t="t"/>
              <a:pathLst>
                <a:path extrusionOk="0" h="719" w="1055">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2" name="Google Shape;25822;p98"/>
            <p:cNvSpPr/>
            <p:nvPr/>
          </p:nvSpPr>
          <p:spPr>
            <a:xfrm>
              <a:off x="2273307" y="3555102"/>
              <a:ext cx="74975" cy="93116"/>
            </a:xfrm>
            <a:custGeom>
              <a:rect b="b" l="l" r="r" t="t"/>
              <a:pathLst>
                <a:path extrusionOk="0" h="3552" w="286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3" name="Google Shape;25823;p98"/>
            <p:cNvSpPr/>
            <p:nvPr/>
          </p:nvSpPr>
          <p:spPr>
            <a:xfrm>
              <a:off x="2285812" y="3648192"/>
              <a:ext cx="49966" cy="43936"/>
            </a:xfrm>
            <a:custGeom>
              <a:rect b="b" l="l" r="r" t="t"/>
              <a:pathLst>
                <a:path extrusionOk="0" h="1676" w="1906">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4" name="Google Shape;25824;p98"/>
            <p:cNvSpPr/>
            <p:nvPr/>
          </p:nvSpPr>
          <p:spPr>
            <a:xfrm>
              <a:off x="2273307" y="3565693"/>
              <a:ext cx="12531" cy="82525"/>
            </a:xfrm>
            <a:custGeom>
              <a:rect b="b" l="l" r="r" t="t"/>
              <a:pathLst>
                <a:path extrusionOk="0" h="3148" w="478">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5" name="Google Shape;25825;p98"/>
            <p:cNvSpPr/>
            <p:nvPr/>
          </p:nvSpPr>
          <p:spPr>
            <a:xfrm>
              <a:off x="2335751" y="3565693"/>
              <a:ext cx="12898" cy="82525"/>
            </a:xfrm>
            <a:custGeom>
              <a:rect b="b" l="l" r="r" t="t"/>
              <a:pathLst>
                <a:path extrusionOk="0" h="3148" w="492">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6" name="Google Shape;25826;p98"/>
            <p:cNvSpPr/>
            <p:nvPr/>
          </p:nvSpPr>
          <p:spPr>
            <a:xfrm>
              <a:off x="2291867" y="3547998"/>
              <a:ext cx="38248" cy="100220"/>
            </a:xfrm>
            <a:custGeom>
              <a:rect b="b" l="l" r="r" t="t"/>
              <a:pathLst>
                <a:path extrusionOk="0" h="3823" w="1459">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7" name="Google Shape;25827;p98"/>
            <p:cNvSpPr/>
            <p:nvPr/>
          </p:nvSpPr>
          <p:spPr>
            <a:xfrm>
              <a:off x="2307754" y="3660670"/>
              <a:ext cx="6449" cy="31458"/>
            </a:xfrm>
            <a:custGeom>
              <a:rect b="b" l="l" r="r" t="t"/>
              <a:pathLst>
                <a:path extrusionOk="0" h="1200" w="246">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8" name="Google Shape;25828;p98"/>
            <p:cNvSpPr/>
            <p:nvPr/>
          </p:nvSpPr>
          <p:spPr>
            <a:xfrm>
              <a:off x="2285812" y="3485475"/>
              <a:ext cx="50359" cy="56415"/>
            </a:xfrm>
            <a:custGeom>
              <a:rect b="b" l="l" r="r" t="t"/>
              <a:pathLst>
                <a:path extrusionOk="0" h="2152" w="1921">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9" name="Google Shape;25829;p98"/>
            <p:cNvSpPr/>
            <p:nvPr/>
          </p:nvSpPr>
          <p:spPr>
            <a:xfrm>
              <a:off x="2285812"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0" name="Google Shape;25830;p98"/>
            <p:cNvSpPr/>
            <p:nvPr/>
          </p:nvSpPr>
          <p:spPr>
            <a:xfrm>
              <a:off x="2285418" y="3485082"/>
              <a:ext cx="50359" cy="25429"/>
            </a:xfrm>
            <a:custGeom>
              <a:rect b="b" l="l" r="r" t="t"/>
              <a:pathLst>
                <a:path extrusionOk="0" h="970" w="1921">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1" name="Google Shape;25831;p98"/>
            <p:cNvSpPr/>
            <p:nvPr/>
          </p:nvSpPr>
          <p:spPr>
            <a:xfrm>
              <a:off x="2285812" y="3485475"/>
              <a:ext cx="34447" cy="23095"/>
            </a:xfrm>
            <a:custGeom>
              <a:rect b="b" l="l" r="r" t="t"/>
              <a:pathLst>
                <a:path extrusionOk="0" h="881" w="1314">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2" name="Google Shape;25832;p98"/>
            <p:cNvSpPr/>
            <p:nvPr/>
          </p:nvSpPr>
          <p:spPr>
            <a:xfrm>
              <a:off x="2398588" y="3535415"/>
              <a:ext cx="24983" cy="25009"/>
            </a:xfrm>
            <a:custGeom>
              <a:rect b="b" l="l" r="r" t="t"/>
              <a:pathLst>
                <a:path extrusionOk="0" h="954" w="953">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3" name="Google Shape;25833;p98"/>
            <p:cNvSpPr/>
            <p:nvPr/>
          </p:nvSpPr>
          <p:spPr>
            <a:xfrm>
              <a:off x="2397435" y="3535415"/>
              <a:ext cx="27290" cy="18849"/>
            </a:xfrm>
            <a:custGeom>
              <a:rect b="b" l="l" r="r" t="t"/>
              <a:pathLst>
                <a:path extrusionOk="0" h="719" w="1041">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4" name="Google Shape;25834;p98"/>
            <p:cNvSpPr/>
            <p:nvPr/>
          </p:nvSpPr>
          <p:spPr>
            <a:xfrm>
              <a:off x="2373606" y="3555102"/>
              <a:ext cx="75316" cy="93116"/>
            </a:xfrm>
            <a:custGeom>
              <a:rect b="b" l="l" r="r" t="t"/>
              <a:pathLst>
                <a:path extrusionOk="0" h="3552" w="2873">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5" name="Google Shape;25835;p98"/>
            <p:cNvSpPr/>
            <p:nvPr/>
          </p:nvSpPr>
          <p:spPr>
            <a:xfrm>
              <a:off x="2386084" y="3485475"/>
              <a:ext cx="50359" cy="56415"/>
            </a:xfrm>
            <a:custGeom>
              <a:rect b="b" l="l" r="r" t="t"/>
              <a:pathLst>
                <a:path extrusionOk="0" h="2152" w="1921">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6" name="Google Shape;25836;p98"/>
            <p:cNvSpPr/>
            <p:nvPr/>
          </p:nvSpPr>
          <p:spPr>
            <a:xfrm>
              <a:off x="2385717" y="3485475"/>
              <a:ext cx="34840" cy="56441"/>
            </a:xfrm>
            <a:custGeom>
              <a:rect b="b" l="l" r="r" t="t"/>
              <a:pathLst>
                <a:path extrusionOk="0" h="2153" w="1329">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7" name="Google Shape;25837;p98"/>
            <p:cNvSpPr/>
            <p:nvPr/>
          </p:nvSpPr>
          <p:spPr>
            <a:xfrm>
              <a:off x="2386084" y="3648192"/>
              <a:ext cx="49992" cy="43936"/>
            </a:xfrm>
            <a:custGeom>
              <a:rect b="b" l="l" r="r" t="t"/>
              <a:pathLst>
                <a:path extrusionOk="0" h="1676" w="1907">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8" name="Google Shape;25838;p98"/>
            <p:cNvSpPr/>
            <p:nvPr/>
          </p:nvSpPr>
          <p:spPr>
            <a:xfrm>
              <a:off x="2373606" y="3565693"/>
              <a:ext cx="12505" cy="82525"/>
            </a:xfrm>
            <a:custGeom>
              <a:rect b="b" l="l" r="r" t="t"/>
              <a:pathLst>
                <a:path extrusionOk="0" h="3148" w="477">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9" name="Google Shape;25839;p98"/>
            <p:cNvSpPr/>
            <p:nvPr/>
          </p:nvSpPr>
          <p:spPr>
            <a:xfrm>
              <a:off x="2436050" y="3565693"/>
              <a:ext cx="12505" cy="82525"/>
            </a:xfrm>
            <a:custGeom>
              <a:rect b="b" l="l" r="r" t="t"/>
              <a:pathLst>
                <a:path extrusionOk="0" h="3148" w="477">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0" name="Google Shape;25840;p98"/>
            <p:cNvSpPr/>
            <p:nvPr/>
          </p:nvSpPr>
          <p:spPr>
            <a:xfrm>
              <a:off x="2391773" y="3548103"/>
              <a:ext cx="38615" cy="100115"/>
            </a:xfrm>
            <a:custGeom>
              <a:rect b="b" l="l" r="r" t="t"/>
              <a:pathLst>
                <a:path extrusionOk="0" h="3819" w="1473">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1" name="Google Shape;25841;p98"/>
            <p:cNvSpPr/>
            <p:nvPr/>
          </p:nvSpPr>
          <p:spPr>
            <a:xfrm>
              <a:off x="2408026" y="3660670"/>
              <a:ext cx="6082" cy="31458"/>
            </a:xfrm>
            <a:custGeom>
              <a:rect b="b" l="l" r="r" t="t"/>
              <a:pathLst>
                <a:path extrusionOk="0" h="1200" w="232">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2" name="Google Shape;25842;p98"/>
            <p:cNvSpPr/>
            <p:nvPr/>
          </p:nvSpPr>
          <p:spPr>
            <a:xfrm>
              <a:off x="2385717" y="3485082"/>
              <a:ext cx="50359" cy="25429"/>
            </a:xfrm>
            <a:custGeom>
              <a:rect b="b" l="l" r="r" t="t"/>
              <a:pathLst>
                <a:path extrusionOk="0" h="970" w="1921">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3" name="Google Shape;25843;p98"/>
            <p:cNvSpPr/>
            <p:nvPr/>
          </p:nvSpPr>
          <p:spPr>
            <a:xfrm>
              <a:off x="2385717" y="3485475"/>
              <a:ext cx="34840" cy="23095"/>
            </a:xfrm>
            <a:custGeom>
              <a:rect b="b" l="l" r="r" t="t"/>
              <a:pathLst>
                <a:path extrusionOk="0" h="881" w="1329">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4" name="Google Shape;25844;p98"/>
            <p:cNvSpPr/>
            <p:nvPr/>
          </p:nvSpPr>
          <p:spPr>
            <a:xfrm>
              <a:off x="2498861"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5" name="Google Shape;25845;p98"/>
            <p:cNvSpPr/>
            <p:nvPr/>
          </p:nvSpPr>
          <p:spPr>
            <a:xfrm>
              <a:off x="2497340" y="3535415"/>
              <a:ext cx="27657" cy="18849"/>
            </a:xfrm>
            <a:custGeom>
              <a:rect b="b" l="l" r="r" t="t"/>
              <a:pathLst>
                <a:path extrusionOk="0" h="719" w="1055">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6" name="Google Shape;25846;p98"/>
            <p:cNvSpPr/>
            <p:nvPr/>
          </p:nvSpPr>
          <p:spPr>
            <a:xfrm>
              <a:off x="2473878" y="3555102"/>
              <a:ext cx="74949" cy="93116"/>
            </a:xfrm>
            <a:custGeom>
              <a:rect b="b" l="l" r="r" t="t"/>
              <a:pathLst>
                <a:path extrusionOk="0" h="3552" w="2859">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7" name="Google Shape;25847;p98"/>
            <p:cNvSpPr/>
            <p:nvPr/>
          </p:nvSpPr>
          <p:spPr>
            <a:xfrm>
              <a:off x="2485989" y="3648192"/>
              <a:ext cx="49992" cy="43936"/>
            </a:xfrm>
            <a:custGeom>
              <a:rect b="b" l="l" r="r" t="t"/>
              <a:pathLst>
                <a:path extrusionOk="0" h="1676" w="1907">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8" name="Google Shape;25848;p98"/>
            <p:cNvSpPr/>
            <p:nvPr/>
          </p:nvSpPr>
          <p:spPr>
            <a:xfrm>
              <a:off x="2473511" y="3565693"/>
              <a:ext cx="12505" cy="82525"/>
            </a:xfrm>
            <a:custGeom>
              <a:rect b="b" l="l" r="r" t="t"/>
              <a:pathLst>
                <a:path extrusionOk="0" h="3148" w="477">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9" name="Google Shape;25849;p98"/>
            <p:cNvSpPr/>
            <p:nvPr/>
          </p:nvSpPr>
          <p:spPr>
            <a:xfrm>
              <a:off x="2536322" y="3565693"/>
              <a:ext cx="12505" cy="82525"/>
            </a:xfrm>
            <a:custGeom>
              <a:rect b="b" l="l" r="r" t="t"/>
              <a:pathLst>
                <a:path extrusionOk="0" h="3148" w="477">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0" name="Google Shape;25850;p98"/>
            <p:cNvSpPr/>
            <p:nvPr/>
          </p:nvSpPr>
          <p:spPr>
            <a:xfrm>
              <a:off x="2492045" y="3548103"/>
              <a:ext cx="38615" cy="100115"/>
            </a:xfrm>
            <a:custGeom>
              <a:rect b="b" l="l" r="r" t="t"/>
              <a:pathLst>
                <a:path extrusionOk="0" h="3819" w="1473">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1" name="Google Shape;25851;p98"/>
            <p:cNvSpPr/>
            <p:nvPr/>
          </p:nvSpPr>
          <p:spPr>
            <a:xfrm>
              <a:off x="2507931" y="3660670"/>
              <a:ext cx="6475" cy="31458"/>
            </a:xfrm>
            <a:custGeom>
              <a:rect b="b" l="l" r="r" t="t"/>
              <a:pathLst>
                <a:path extrusionOk="0" h="1200" w="247">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2" name="Google Shape;25852;p98"/>
            <p:cNvSpPr/>
            <p:nvPr/>
          </p:nvSpPr>
          <p:spPr>
            <a:xfrm>
              <a:off x="2486383" y="3485475"/>
              <a:ext cx="50333" cy="56415"/>
            </a:xfrm>
            <a:custGeom>
              <a:rect b="b" l="l" r="r" t="t"/>
              <a:pathLst>
                <a:path extrusionOk="0" h="2152" w="192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3" name="Google Shape;25853;p98"/>
            <p:cNvSpPr/>
            <p:nvPr/>
          </p:nvSpPr>
          <p:spPr>
            <a:xfrm>
              <a:off x="2485989" y="3485475"/>
              <a:ext cx="34473" cy="56441"/>
            </a:xfrm>
            <a:custGeom>
              <a:rect b="b" l="l" r="r" t="t"/>
              <a:pathLst>
                <a:path extrusionOk="0" h="2153" w="1315">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4" name="Google Shape;25854;p98"/>
            <p:cNvSpPr/>
            <p:nvPr/>
          </p:nvSpPr>
          <p:spPr>
            <a:xfrm>
              <a:off x="2485989" y="3485082"/>
              <a:ext cx="50359" cy="25429"/>
            </a:xfrm>
            <a:custGeom>
              <a:rect b="b" l="l" r="r" t="t"/>
              <a:pathLst>
                <a:path extrusionOk="0" h="970" w="1921">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5" name="Google Shape;25855;p98"/>
            <p:cNvSpPr/>
            <p:nvPr/>
          </p:nvSpPr>
          <p:spPr>
            <a:xfrm>
              <a:off x="2485989" y="3485475"/>
              <a:ext cx="34473" cy="23095"/>
            </a:xfrm>
            <a:custGeom>
              <a:rect b="b" l="l" r="r" t="t"/>
              <a:pathLst>
                <a:path extrusionOk="0" h="881" w="1315">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6" name="Google Shape;25856;p98"/>
            <p:cNvSpPr/>
            <p:nvPr/>
          </p:nvSpPr>
          <p:spPr>
            <a:xfrm>
              <a:off x="2598766"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7" name="Google Shape;25857;p98"/>
            <p:cNvSpPr/>
            <p:nvPr/>
          </p:nvSpPr>
          <p:spPr>
            <a:xfrm>
              <a:off x="2597639" y="3535415"/>
              <a:ext cx="27631" cy="18849"/>
            </a:xfrm>
            <a:custGeom>
              <a:rect b="b" l="l" r="r" t="t"/>
              <a:pathLst>
                <a:path extrusionOk="0" h="719" w="1054">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8" name="Google Shape;25858;p98"/>
            <p:cNvSpPr/>
            <p:nvPr/>
          </p:nvSpPr>
          <p:spPr>
            <a:xfrm>
              <a:off x="2573783" y="3555102"/>
              <a:ext cx="74949" cy="93116"/>
            </a:xfrm>
            <a:custGeom>
              <a:rect b="b" l="l" r="r" t="t"/>
              <a:pathLst>
                <a:path extrusionOk="0" h="3552" w="2859">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9" name="Google Shape;25859;p98"/>
            <p:cNvSpPr/>
            <p:nvPr/>
          </p:nvSpPr>
          <p:spPr>
            <a:xfrm>
              <a:off x="2586288" y="3648192"/>
              <a:ext cx="50333" cy="43936"/>
            </a:xfrm>
            <a:custGeom>
              <a:rect b="b" l="l" r="r" t="t"/>
              <a:pathLst>
                <a:path extrusionOk="0" h="1676" w="192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0" name="Google Shape;25860;p98"/>
            <p:cNvSpPr/>
            <p:nvPr/>
          </p:nvSpPr>
          <p:spPr>
            <a:xfrm>
              <a:off x="2573783" y="3565693"/>
              <a:ext cx="12531" cy="82525"/>
            </a:xfrm>
            <a:custGeom>
              <a:rect b="b" l="l" r="r" t="t"/>
              <a:pathLst>
                <a:path extrusionOk="0" h="3148" w="478">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1" name="Google Shape;25861;p98"/>
            <p:cNvSpPr/>
            <p:nvPr/>
          </p:nvSpPr>
          <p:spPr>
            <a:xfrm>
              <a:off x="2636594" y="3565693"/>
              <a:ext cx="12531" cy="82525"/>
            </a:xfrm>
            <a:custGeom>
              <a:rect b="b" l="l" r="r" t="t"/>
              <a:pathLst>
                <a:path extrusionOk="0" h="3148" w="478">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2" name="Google Shape;25862;p98"/>
            <p:cNvSpPr/>
            <p:nvPr/>
          </p:nvSpPr>
          <p:spPr>
            <a:xfrm>
              <a:off x="2592317" y="3548103"/>
              <a:ext cx="38248" cy="100115"/>
            </a:xfrm>
            <a:custGeom>
              <a:rect b="b" l="l" r="r" t="t"/>
              <a:pathLst>
                <a:path extrusionOk="0" h="3819" w="1459">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3" name="Google Shape;25863;p98"/>
            <p:cNvSpPr/>
            <p:nvPr/>
          </p:nvSpPr>
          <p:spPr>
            <a:xfrm>
              <a:off x="2608230" y="3660670"/>
              <a:ext cx="6449" cy="31458"/>
            </a:xfrm>
            <a:custGeom>
              <a:rect b="b" l="l" r="r" t="t"/>
              <a:pathLst>
                <a:path extrusionOk="0" h="1200" w="246">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4" name="Google Shape;25864;p98"/>
            <p:cNvSpPr/>
            <p:nvPr/>
          </p:nvSpPr>
          <p:spPr>
            <a:xfrm>
              <a:off x="2586288" y="3485475"/>
              <a:ext cx="50333" cy="56415"/>
            </a:xfrm>
            <a:custGeom>
              <a:rect b="b" l="l" r="r" t="t"/>
              <a:pathLst>
                <a:path extrusionOk="0" h="2152" w="192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5" name="Google Shape;25865;p98"/>
            <p:cNvSpPr/>
            <p:nvPr/>
          </p:nvSpPr>
          <p:spPr>
            <a:xfrm>
              <a:off x="2586288"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6" name="Google Shape;25866;p98"/>
            <p:cNvSpPr/>
            <p:nvPr/>
          </p:nvSpPr>
          <p:spPr>
            <a:xfrm>
              <a:off x="2586288" y="3485082"/>
              <a:ext cx="50333" cy="25429"/>
            </a:xfrm>
            <a:custGeom>
              <a:rect b="b" l="l" r="r" t="t"/>
              <a:pathLst>
                <a:path extrusionOk="0" h="970" w="192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7" name="Google Shape;25867;p98"/>
            <p:cNvSpPr/>
            <p:nvPr/>
          </p:nvSpPr>
          <p:spPr>
            <a:xfrm>
              <a:off x="2586288" y="3485475"/>
              <a:ext cx="34447" cy="23095"/>
            </a:xfrm>
            <a:custGeom>
              <a:rect b="b" l="l" r="r" t="t"/>
              <a:pathLst>
                <a:path extrusionOk="0" h="881" w="1314">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868" name="Google Shape;25868;p98"/>
          <p:cNvGrpSpPr/>
          <p:nvPr/>
        </p:nvGrpSpPr>
        <p:grpSpPr>
          <a:xfrm>
            <a:off x="2722427" y="3359460"/>
            <a:ext cx="377706" cy="352330"/>
            <a:chOff x="2747484" y="3359460"/>
            <a:chExt cx="377706" cy="352330"/>
          </a:xfrm>
        </p:grpSpPr>
        <p:sp>
          <p:nvSpPr>
            <p:cNvPr id="25869" name="Google Shape;25869;p98"/>
            <p:cNvSpPr/>
            <p:nvPr/>
          </p:nvSpPr>
          <p:spPr>
            <a:xfrm>
              <a:off x="2806520" y="3611858"/>
              <a:ext cx="46951" cy="46951"/>
            </a:xfrm>
            <a:custGeom>
              <a:rect b="b" l="l" r="r" t="t"/>
              <a:pathLst>
                <a:path extrusionOk="0" h="1791" w="1791">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0" name="Google Shape;25870;p98"/>
            <p:cNvSpPr/>
            <p:nvPr/>
          </p:nvSpPr>
          <p:spPr>
            <a:xfrm>
              <a:off x="2960533" y="3488490"/>
              <a:ext cx="110155" cy="94086"/>
            </a:xfrm>
            <a:custGeom>
              <a:rect b="b" l="l" r="r" t="t"/>
              <a:pathLst>
                <a:path extrusionOk="0" h="3589" w="4202">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1" name="Google Shape;25871;p98"/>
            <p:cNvSpPr/>
            <p:nvPr/>
          </p:nvSpPr>
          <p:spPr>
            <a:xfrm>
              <a:off x="2971884" y="3526712"/>
              <a:ext cx="103340" cy="56048"/>
            </a:xfrm>
            <a:custGeom>
              <a:rect b="b" l="l" r="r" t="t"/>
              <a:pathLst>
                <a:path extrusionOk="0" h="2138" w="3942">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2" name="Google Shape;25872;p98"/>
            <p:cNvSpPr/>
            <p:nvPr/>
          </p:nvSpPr>
          <p:spPr>
            <a:xfrm>
              <a:off x="2835645" y="3382817"/>
              <a:ext cx="158601" cy="305457"/>
            </a:xfrm>
            <a:custGeom>
              <a:rect b="b" l="l" r="r" t="t"/>
              <a:pathLst>
                <a:path extrusionOk="0" h="11652" w="605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3" name="Google Shape;25873;p98"/>
            <p:cNvSpPr/>
            <p:nvPr/>
          </p:nvSpPr>
          <p:spPr>
            <a:xfrm>
              <a:off x="2835645" y="3564933"/>
              <a:ext cx="158601" cy="123342"/>
            </a:xfrm>
            <a:custGeom>
              <a:rect b="b" l="l" r="r" t="t"/>
              <a:pathLst>
                <a:path extrusionOk="0" h="4705" w="605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4" name="Google Shape;25874;p98"/>
            <p:cNvSpPr/>
            <p:nvPr/>
          </p:nvSpPr>
          <p:spPr>
            <a:xfrm>
              <a:off x="2982475" y="3359460"/>
              <a:ext cx="46951" cy="352330"/>
            </a:xfrm>
            <a:custGeom>
              <a:rect b="b" l="l" r="r" t="t"/>
              <a:pathLst>
                <a:path extrusionOk="0" h="13440" w="1791">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5" name="Google Shape;25875;p98"/>
            <p:cNvSpPr/>
            <p:nvPr/>
          </p:nvSpPr>
          <p:spPr>
            <a:xfrm>
              <a:off x="2982475" y="3682245"/>
              <a:ext cx="46951" cy="29544"/>
            </a:xfrm>
            <a:custGeom>
              <a:rect b="b" l="l" r="r" t="t"/>
              <a:pathLst>
                <a:path extrusionOk="0" h="1127" w="1791">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6" name="Google Shape;25876;p98"/>
            <p:cNvSpPr/>
            <p:nvPr/>
          </p:nvSpPr>
          <p:spPr>
            <a:xfrm>
              <a:off x="2747851" y="3482828"/>
              <a:ext cx="46951" cy="105594"/>
            </a:xfrm>
            <a:custGeom>
              <a:rect b="b" l="l" r="r" t="t"/>
              <a:pathLst>
                <a:path extrusionOk="0" h="4028" w="1791">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7" name="Google Shape;25877;p98"/>
            <p:cNvSpPr/>
            <p:nvPr/>
          </p:nvSpPr>
          <p:spPr>
            <a:xfrm>
              <a:off x="2747484" y="3488123"/>
              <a:ext cx="47318" cy="100299"/>
            </a:xfrm>
            <a:custGeom>
              <a:rect b="b" l="l" r="r" t="t"/>
              <a:pathLst>
                <a:path extrusionOk="0" h="3826" w="1805">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8" name="Google Shape;25878;p98"/>
            <p:cNvSpPr/>
            <p:nvPr/>
          </p:nvSpPr>
          <p:spPr>
            <a:xfrm>
              <a:off x="2788720" y="3482828"/>
              <a:ext cx="58695" cy="105594"/>
            </a:xfrm>
            <a:custGeom>
              <a:rect b="b" l="l" r="r" t="t"/>
              <a:pathLst>
                <a:path extrusionOk="0" h="4028" w="2239">
                  <a:moveTo>
                    <a:pt x="1" y="0"/>
                  </a:moveTo>
                  <a:lnTo>
                    <a:pt x="1" y="4028"/>
                  </a:lnTo>
                  <a:lnTo>
                    <a:pt x="2238" y="4028"/>
                  </a:lnTo>
                  <a:lnTo>
                    <a:pt x="2238" y="0"/>
                  </a:ln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9" name="Google Shape;25879;p98"/>
            <p:cNvSpPr/>
            <p:nvPr/>
          </p:nvSpPr>
          <p:spPr>
            <a:xfrm>
              <a:off x="2788720" y="3570622"/>
              <a:ext cx="58695" cy="17800"/>
            </a:xfrm>
            <a:custGeom>
              <a:rect b="b" l="l" r="r" t="t"/>
              <a:pathLst>
                <a:path extrusionOk="0" h="679" w="2239">
                  <a:moveTo>
                    <a:pt x="1" y="0"/>
                  </a:moveTo>
                  <a:lnTo>
                    <a:pt x="1" y="679"/>
                  </a:lnTo>
                  <a:lnTo>
                    <a:pt x="2238" y="679"/>
                  </a:lnTo>
                  <a:lnTo>
                    <a:pt x="2238"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0" name="Google Shape;25880;p98"/>
            <p:cNvSpPr/>
            <p:nvPr/>
          </p:nvSpPr>
          <p:spPr>
            <a:xfrm>
              <a:off x="2788720" y="3588396"/>
              <a:ext cx="59062" cy="93876"/>
            </a:xfrm>
            <a:custGeom>
              <a:rect b="b" l="l" r="r" t="t"/>
              <a:pathLst>
                <a:path extrusionOk="0" h="3581" w="2253">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1" name="Google Shape;25881;p98"/>
            <p:cNvSpPr/>
            <p:nvPr/>
          </p:nvSpPr>
          <p:spPr>
            <a:xfrm>
              <a:off x="3091844" y="3529753"/>
              <a:ext cx="33345" cy="11744"/>
            </a:xfrm>
            <a:custGeom>
              <a:rect b="b" l="l" r="r" t="t"/>
              <a:pathLst>
                <a:path extrusionOk="0" h="448" w="1272">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2" name="Google Shape;25882;p98"/>
            <p:cNvSpPr/>
            <p:nvPr/>
          </p:nvSpPr>
          <p:spPr>
            <a:xfrm>
              <a:off x="3069535" y="3463140"/>
              <a:ext cx="28574" cy="24249"/>
            </a:xfrm>
            <a:custGeom>
              <a:rect b="b" l="l" r="r" t="t"/>
              <a:pathLst>
                <a:path extrusionOk="0" h="925" w="109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3" name="Google Shape;25883;p98"/>
            <p:cNvSpPr/>
            <p:nvPr/>
          </p:nvSpPr>
          <p:spPr>
            <a:xfrm>
              <a:off x="3068958" y="3583467"/>
              <a:ext cx="28601" cy="24249"/>
            </a:xfrm>
            <a:custGeom>
              <a:rect b="b" l="l" r="r" t="t"/>
              <a:pathLst>
                <a:path extrusionOk="0" h="925" w="1091">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884" name="Google Shape;25884;p98"/>
          <p:cNvGrpSpPr/>
          <p:nvPr/>
        </p:nvGrpSpPr>
        <p:grpSpPr>
          <a:xfrm>
            <a:off x="3671148" y="3371938"/>
            <a:ext cx="375792" cy="327373"/>
            <a:chOff x="3696205" y="3371938"/>
            <a:chExt cx="375792" cy="327373"/>
          </a:xfrm>
        </p:grpSpPr>
        <p:sp>
          <p:nvSpPr>
            <p:cNvPr id="25885" name="Google Shape;25885;p98"/>
            <p:cNvSpPr/>
            <p:nvPr/>
          </p:nvSpPr>
          <p:spPr>
            <a:xfrm>
              <a:off x="3696205" y="3456718"/>
              <a:ext cx="375792" cy="242594"/>
            </a:xfrm>
            <a:custGeom>
              <a:rect b="b" l="l" r="r" t="t"/>
              <a:pathLst>
                <a:path extrusionOk="0" h="9254" w="14335">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6" name="Google Shape;25886;p98"/>
            <p:cNvSpPr/>
            <p:nvPr/>
          </p:nvSpPr>
          <p:spPr>
            <a:xfrm>
              <a:off x="3696205" y="3456718"/>
              <a:ext cx="375792" cy="18193"/>
            </a:xfrm>
            <a:custGeom>
              <a:rect b="b" l="l" r="r" t="t"/>
              <a:pathLst>
                <a:path extrusionOk="0" h="694" w="14335">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7" name="Google Shape;25887;p98"/>
            <p:cNvSpPr/>
            <p:nvPr/>
          </p:nvSpPr>
          <p:spPr>
            <a:xfrm>
              <a:off x="3732539" y="3505163"/>
              <a:ext cx="121113" cy="157814"/>
            </a:xfrm>
            <a:custGeom>
              <a:rect b="b" l="l" r="r" t="t"/>
              <a:pathLst>
                <a:path extrusionOk="0" h="6020" w="462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8" name="Google Shape;25888;p98"/>
            <p:cNvSpPr/>
            <p:nvPr/>
          </p:nvSpPr>
          <p:spPr>
            <a:xfrm>
              <a:off x="3883904" y="3505163"/>
              <a:ext cx="151759" cy="30278"/>
            </a:xfrm>
            <a:custGeom>
              <a:rect b="b" l="l" r="r" t="t"/>
              <a:pathLst>
                <a:path extrusionOk="0" h="1155" w="5789">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9" name="Google Shape;25889;p98"/>
            <p:cNvSpPr/>
            <p:nvPr/>
          </p:nvSpPr>
          <p:spPr>
            <a:xfrm>
              <a:off x="3883904" y="3553582"/>
              <a:ext cx="115451" cy="24249"/>
            </a:xfrm>
            <a:custGeom>
              <a:rect b="b" l="l" r="r" t="t"/>
              <a:pathLst>
                <a:path extrusionOk="0" h="925" w="4404">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0" name="Google Shape;25890;p98"/>
            <p:cNvSpPr/>
            <p:nvPr/>
          </p:nvSpPr>
          <p:spPr>
            <a:xfrm>
              <a:off x="3882017" y="3595972"/>
              <a:ext cx="76836" cy="12138"/>
            </a:xfrm>
            <a:custGeom>
              <a:rect b="b" l="l" r="r" t="t"/>
              <a:pathLst>
                <a:path extrusionOk="0" h="463" w="2931">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1" name="Google Shape;25891;p98"/>
            <p:cNvSpPr/>
            <p:nvPr/>
          </p:nvSpPr>
          <p:spPr>
            <a:xfrm>
              <a:off x="3966770" y="3595972"/>
              <a:ext cx="40528" cy="12138"/>
            </a:xfrm>
            <a:custGeom>
              <a:rect b="b" l="l" r="r" t="t"/>
              <a:pathLst>
                <a:path extrusionOk="0" h="463" w="1546">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2" name="Google Shape;25892;p98"/>
            <p:cNvSpPr/>
            <p:nvPr/>
          </p:nvSpPr>
          <p:spPr>
            <a:xfrm>
              <a:off x="3882017" y="3632306"/>
              <a:ext cx="28391" cy="12138"/>
            </a:xfrm>
            <a:custGeom>
              <a:rect b="b" l="l" r="r" t="t"/>
              <a:pathLst>
                <a:path extrusionOk="0" h="463" w="1083">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3" name="Google Shape;25893;p98"/>
            <p:cNvSpPr/>
            <p:nvPr/>
          </p:nvSpPr>
          <p:spPr>
            <a:xfrm>
              <a:off x="3918324" y="3632306"/>
              <a:ext cx="64751" cy="12138"/>
            </a:xfrm>
            <a:custGeom>
              <a:rect b="b" l="l" r="r" t="t"/>
              <a:pathLst>
                <a:path extrusionOk="0" h="463" w="247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4" name="Google Shape;25894;p98"/>
            <p:cNvSpPr/>
            <p:nvPr/>
          </p:nvSpPr>
          <p:spPr>
            <a:xfrm>
              <a:off x="3882017" y="3656895"/>
              <a:ext cx="28391" cy="12138"/>
            </a:xfrm>
            <a:custGeom>
              <a:rect b="b" l="l" r="r" t="t"/>
              <a:pathLst>
                <a:path extrusionOk="0" h="463" w="1083">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5" name="Google Shape;25895;p98"/>
            <p:cNvSpPr/>
            <p:nvPr/>
          </p:nvSpPr>
          <p:spPr>
            <a:xfrm>
              <a:off x="3918324" y="3656895"/>
              <a:ext cx="64751" cy="12138"/>
            </a:xfrm>
            <a:custGeom>
              <a:rect b="b" l="l" r="r" t="t"/>
              <a:pathLst>
                <a:path extrusionOk="0" h="463" w="247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6" name="Google Shape;25896;p98"/>
            <p:cNvSpPr/>
            <p:nvPr/>
          </p:nvSpPr>
          <p:spPr>
            <a:xfrm>
              <a:off x="3853993" y="3371938"/>
              <a:ext cx="59823" cy="109028"/>
            </a:xfrm>
            <a:custGeom>
              <a:rect b="b" l="l" r="r" t="t"/>
              <a:pathLst>
                <a:path extrusionOk="0" h="4159" w="2282">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7" name="Google Shape;25897;p98"/>
            <p:cNvSpPr/>
            <p:nvPr/>
          </p:nvSpPr>
          <p:spPr>
            <a:xfrm>
              <a:off x="3756735" y="3583860"/>
              <a:ext cx="72694" cy="78750"/>
            </a:xfrm>
            <a:custGeom>
              <a:rect b="b" l="l" r="r" t="t"/>
              <a:pathLst>
                <a:path extrusionOk="0" h="3004" w="2773">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8" name="Google Shape;25898;p98"/>
            <p:cNvSpPr/>
            <p:nvPr/>
          </p:nvSpPr>
          <p:spPr>
            <a:xfrm>
              <a:off x="3779831" y="3583860"/>
              <a:ext cx="26503" cy="18193"/>
            </a:xfrm>
            <a:custGeom>
              <a:rect b="b" l="l" r="r" t="t"/>
              <a:pathLst>
                <a:path extrusionOk="0" h="694" w="1011">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9" name="Google Shape;25899;p98"/>
            <p:cNvSpPr/>
            <p:nvPr/>
          </p:nvSpPr>
          <p:spPr>
            <a:xfrm>
              <a:off x="3756735" y="3603155"/>
              <a:ext cx="72694" cy="59456"/>
            </a:xfrm>
            <a:custGeom>
              <a:rect b="b" l="l" r="r" t="t"/>
              <a:pathLst>
                <a:path extrusionOk="0" h="2268" w="2773">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0" name="Google Shape;25900;p98"/>
            <p:cNvSpPr/>
            <p:nvPr/>
          </p:nvSpPr>
          <p:spPr>
            <a:xfrm>
              <a:off x="3756735" y="3614139"/>
              <a:ext cx="18193" cy="48839"/>
            </a:xfrm>
            <a:custGeom>
              <a:rect b="b" l="l" r="r" t="t"/>
              <a:pathLst>
                <a:path extrusionOk="0" h="1863" w="694">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1" name="Google Shape;25901;p98"/>
            <p:cNvSpPr/>
            <p:nvPr/>
          </p:nvSpPr>
          <p:spPr>
            <a:xfrm>
              <a:off x="3811236" y="3614139"/>
              <a:ext cx="18193" cy="48839"/>
            </a:xfrm>
            <a:custGeom>
              <a:rect b="b" l="l" r="r" t="t"/>
              <a:pathLst>
                <a:path extrusionOk="0" h="1863" w="694">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2" name="Google Shape;25902;p98"/>
            <p:cNvSpPr/>
            <p:nvPr/>
          </p:nvSpPr>
          <p:spPr>
            <a:xfrm>
              <a:off x="3768847" y="3535415"/>
              <a:ext cx="48472" cy="54527"/>
            </a:xfrm>
            <a:custGeom>
              <a:rect b="b" l="l" r="r" t="t"/>
              <a:pathLst>
                <a:path extrusionOk="0" h="2080" w="1849">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3" name="Google Shape;25903;p98"/>
            <p:cNvSpPr/>
            <p:nvPr/>
          </p:nvSpPr>
          <p:spPr>
            <a:xfrm>
              <a:off x="3768847" y="3535415"/>
              <a:ext cx="33345" cy="54632"/>
            </a:xfrm>
            <a:custGeom>
              <a:rect b="b" l="l" r="r" t="t"/>
              <a:pathLst>
                <a:path extrusionOk="0" h="2084" w="1272">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4" name="Google Shape;25904;p98"/>
            <p:cNvSpPr/>
            <p:nvPr/>
          </p:nvSpPr>
          <p:spPr>
            <a:xfrm>
              <a:off x="3768847" y="3535415"/>
              <a:ext cx="48472" cy="24301"/>
            </a:xfrm>
            <a:custGeom>
              <a:rect b="b" l="l" r="r" t="t"/>
              <a:pathLst>
                <a:path extrusionOk="0" h="927" w="1849">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5" name="Google Shape;25905;p98"/>
            <p:cNvSpPr/>
            <p:nvPr/>
          </p:nvSpPr>
          <p:spPr>
            <a:xfrm>
              <a:off x="3768847" y="3535415"/>
              <a:ext cx="33345" cy="22361"/>
            </a:xfrm>
            <a:custGeom>
              <a:rect b="b" l="l" r="r" t="t"/>
              <a:pathLst>
                <a:path extrusionOk="0" h="853" w="1272">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6" name="Google Shape;25906;p98"/>
            <p:cNvSpPr/>
            <p:nvPr/>
          </p:nvSpPr>
          <p:spPr>
            <a:xfrm>
              <a:off x="3871793" y="3451029"/>
              <a:ext cx="24249" cy="12138"/>
            </a:xfrm>
            <a:custGeom>
              <a:rect b="b" l="l" r="r" t="t"/>
              <a:pathLst>
                <a:path extrusionOk="0" h="463" w="925">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7" name="Google Shape;25907;p98"/>
            <p:cNvSpPr/>
            <p:nvPr/>
          </p:nvSpPr>
          <p:spPr>
            <a:xfrm>
              <a:off x="3854386" y="3371938"/>
              <a:ext cx="59429" cy="12138"/>
            </a:xfrm>
            <a:custGeom>
              <a:rect b="b" l="l" r="r" t="t"/>
              <a:pathLst>
                <a:path extrusionOk="0" h="463" w="2267">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08" name="Google Shape;25908;p98"/>
          <p:cNvGrpSpPr/>
          <p:nvPr/>
        </p:nvGrpSpPr>
        <p:grpSpPr>
          <a:xfrm>
            <a:off x="6542267" y="2436849"/>
            <a:ext cx="366722" cy="342892"/>
            <a:chOff x="6567324" y="2436849"/>
            <a:chExt cx="366722" cy="342892"/>
          </a:xfrm>
        </p:grpSpPr>
        <p:sp>
          <p:nvSpPr>
            <p:cNvPr id="25909" name="Google Shape;25909;p98"/>
            <p:cNvSpPr/>
            <p:nvPr/>
          </p:nvSpPr>
          <p:spPr>
            <a:xfrm>
              <a:off x="6567324" y="2508390"/>
              <a:ext cx="366722" cy="271351"/>
            </a:xfrm>
            <a:custGeom>
              <a:rect b="b" l="l" r="r" t="t"/>
              <a:pathLst>
                <a:path extrusionOk="0" h="10351" w="13989">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0" name="Google Shape;25910;p98"/>
            <p:cNvSpPr/>
            <p:nvPr/>
          </p:nvSpPr>
          <p:spPr>
            <a:xfrm>
              <a:off x="6567324" y="2508390"/>
              <a:ext cx="183164" cy="271351"/>
            </a:xfrm>
            <a:custGeom>
              <a:rect b="b" l="l" r="r" t="t"/>
              <a:pathLst>
                <a:path extrusionOk="0" h="10351" w="6987">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1" name="Google Shape;25911;p98"/>
            <p:cNvSpPr/>
            <p:nvPr/>
          </p:nvSpPr>
          <p:spPr>
            <a:xfrm>
              <a:off x="6599097" y="2540163"/>
              <a:ext cx="303150" cy="207780"/>
            </a:xfrm>
            <a:custGeom>
              <a:rect b="b" l="l" r="r" t="t"/>
              <a:pathLst>
                <a:path extrusionOk="0" h="7926" w="11564">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2" name="Google Shape;25912;p98"/>
            <p:cNvSpPr/>
            <p:nvPr/>
          </p:nvSpPr>
          <p:spPr>
            <a:xfrm>
              <a:off x="6598730" y="2540556"/>
              <a:ext cx="151759" cy="207780"/>
            </a:xfrm>
            <a:custGeom>
              <a:rect b="b" l="l" r="r" t="t"/>
              <a:pathLst>
                <a:path extrusionOk="0" h="7926" w="5789">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3" name="Google Shape;25913;p98"/>
            <p:cNvSpPr/>
            <p:nvPr/>
          </p:nvSpPr>
          <p:spPr>
            <a:xfrm>
              <a:off x="6678580" y="2436849"/>
              <a:ext cx="144209" cy="120379"/>
            </a:xfrm>
            <a:custGeom>
              <a:rect b="b" l="l" r="r" t="t"/>
              <a:pathLst>
                <a:path extrusionOk="0" h="4592" w="5501">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4" name="Google Shape;25914;p98"/>
            <p:cNvSpPr/>
            <p:nvPr/>
          </p:nvSpPr>
          <p:spPr>
            <a:xfrm>
              <a:off x="6711480" y="2591256"/>
              <a:ext cx="141954" cy="101452"/>
            </a:xfrm>
            <a:custGeom>
              <a:rect b="b" l="l" r="r" t="t"/>
              <a:pathLst>
                <a:path extrusionOk="0" h="3870" w="5415">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5" name="Google Shape;25915;p98"/>
            <p:cNvSpPr/>
            <p:nvPr/>
          </p:nvSpPr>
          <p:spPr>
            <a:xfrm>
              <a:off x="6669117" y="2666178"/>
              <a:ext cx="41656" cy="35652"/>
            </a:xfrm>
            <a:custGeom>
              <a:rect b="b" l="l" r="r" t="t"/>
              <a:pathLst>
                <a:path extrusionOk="0" h="1360" w="1589">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6" name="Google Shape;25916;p98"/>
            <p:cNvSpPr/>
            <p:nvPr/>
          </p:nvSpPr>
          <p:spPr>
            <a:xfrm>
              <a:off x="6630476" y="2582238"/>
              <a:ext cx="41682" cy="36413"/>
            </a:xfrm>
            <a:custGeom>
              <a:rect b="b" l="l" r="r" t="t"/>
              <a:pathLst>
                <a:path extrusionOk="0" h="1389" w="159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7" name="Google Shape;25917;p98"/>
            <p:cNvSpPr/>
            <p:nvPr/>
          </p:nvSpPr>
          <p:spPr>
            <a:xfrm>
              <a:off x="6837889" y="2678080"/>
              <a:ext cx="40948" cy="35967"/>
            </a:xfrm>
            <a:custGeom>
              <a:rect b="b" l="l" r="r" t="t"/>
              <a:pathLst>
                <a:path extrusionOk="0" h="1372" w="1562">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8" name="Google Shape;25918;p98"/>
            <p:cNvSpPr/>
            <p:nvPr/>
          </p:nvSpPr>
          <p:spPr>
            <a:xfrm>
              <a:off x="6733868" y="2598124"/>
              <a:ext cx="40895" cy="36124"/>
            </a:xfrm>
            <a:custGeom>
              <a:rect b="b" l="l" r="r" t="t"/>
              <a:pathLst>
                <a:path extrusionOk="0" h="1378" w="156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9" name="Google Shape;25919;p98"/>
            <p:cNvSpPr/>
            <p:nvPr/>
          </p:nvSpPr>
          <p:spPr>
            <a:xfrm>
              <a:off x="6678580" y="2436849"/>
              <a:ext cx="71908" cy="120379"/>
            </a:xfrm>
            <a:custGeom>
              <a:rect b="b" l="l" r="r" t="t"/>
              <a:pathLst>
                <a:path extrusionOk="0" h="4592" w="2743">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0" name="Google Shape;25920;p98"/>
            <p:cNvSpPr/>
            <p:nvPr/>
          </p:nvSpPr>
          <p:spPr>
            <a:xfrm>
              <a:off x="6728913" y="2500578"/>
              <a:ext cx="38221" cy="32795"/>
            </a:xfrm>
            <a:custGeom>
              <a:rect b="b" l="l" r="r" t="t"/>
              <a:pathLst>
                <a:path extrusionOk="0" h="1251" w="1458">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21" name="Google Shape;25921;p98"/>
          <p:cNvGrpSpPr/>
          <p:nvPr/>
        </p:nvGrpSpPr>
        <p:grpSpPr>
          <a:xfrm>
            <a:off x="4183913" y="3361347"/>
            <a:ext cx="299349" cy="348188"/>
            <a:chOff x="4208970" y="3361347"/>
            <a:chExt cx="299349" cy="348188"/>
          </a:xfrm>
        </p:grpSpPr>
        <p:sp>
          <p:nvSpPr>
            <p:cNvPr id="25922" name="Google Shape;25922;p98"/>
            <p:cNvSpPr/>
            <p:nvPr/>
          </p:nvSpPr>
          <p:spPr>
            <a:xfrm>
              <a:off x="4208970" y="3374979"/>
              <a:ext cx="252817" cy="334556"/>
            </a:xfrm>
            <a:custGeom>
              <a:rect b="b" l="l" r="r" t="t"/>
              <a:pathLst>
                <a:path extrusionOk="0" h="12762" w="9644">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3" name="Google Shape;25923;p98"/>
            <p:cNvSpPr/>
            <p:nvPr/>
          </p:nvSpPr>
          <p:spPr>
            <a:xfrm>
              <a:off x="4439059" y="3410920"/>
              <a:ext cx="22728" cy="298615"/>
            </a:xfrm>
            <a:custGeom>
              <a:rect b="b" l="l" r="r" t="t"/>
              <a:pathLst>
                <a:path extrusionOk="0" h="11391" w="867">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4" name="Google Shape;25924;p98"/>
            <p:cNvSpPr/>
            <p:nvPr/>
          </p:nvSpPr>
          <p:spPr>
            <a:xfrm>
              <a:off x="4403092" y="3374979"/>
              <a:ext cx="58695" cy="58669"/>
            </a:xfrm>
            <a:custGeom>
              <a:rect b="b" l="l" r="r" t="t"/>
              <a:pathLst>
                <a:path extrusionOk="0" h="2238" w="2239">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5" name="Google Shape;25925;p98"/>
            <p:cNvSpPr/>
            <p:nvPr/>
          </p:nvSpPr>
          <p:spPr>
            <a:xfrm>
              <a:off x="4289188" y="3457478"/>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6" name="Google Shape;25926;p98"/>
            <p:cNvSpPr/>
            <p:nvPr/>
          </p:nvSpPr>
          <p:spPr>
            <a:xfrm>
              <a:off x="4289188" y="3478293"/>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7" name="Google Shape;25927;p98"/>
            <p:cNvSpPr/>
            <p:nvPr/>
          </p:nvSpPr>
          <p:spPr>
            <a:xfrm>
              <a:off x="4240743" y="3457845"/>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8" name="Google Shape;25928;p98"/>
            <p:cNvSpPr/>
            <p:nvPr/>
          </p:nvSpPr>
          <p:spPr>
            <a:xfrm>
              <a:off x="4289188" y="3544512"/>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9" name="Google Shape;25929;p98"/>
            <p:cNvSpPr/>
            <p:nvPr/>
          </p:nvSpPr>
          <p:spPr>
            <a:xfrm>
              <a:off x="4289188" y="3565326"/>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0" name="Google Shape;25930;p98"/>
            <p:cNvSpPr/>
            <p:nvPr/>
          </p:nvSpPr>
          <p:spPr>
            <a:xfrm>
              <a:off x="4240743" y="3544879"/>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1" name="Google Shape;25931;p98"/>
            <p:cNvSpPr/>
            <p:nvPr/>
          </p:nvSpPr>
          <p:spPr>
            <a:xfrm>
              <a:off x="4289188" y="3631545"/>
              <a:ext cx="141194" cy="10617"/>
            </a:xfrm>
            <a:custGeom>
              <a:rect b="b" l="l" r="r" t="t"/>
              <a:pathLst>
                <a:path extrusionOk="0" h="405" w="5386">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2" name="Google Shape;25932;p98"/>
            <p:cNvSpPr/>
            <p:nvPr/>
          </p:nvSpPr>
          <p:spPr>
            <a:xfrm>
              <a:off x="4289188" y="3652360"/>
              <a:ext cx="141194" cy="10250"/>
            </a:xfrm>
            <a:custGeom>
              <a:rect b="b" l="l" r="r" t="t"/>
              <a:pathLst>
                <a:path extrusionOk="0" h="391"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3" name="Google Shape;25933;p98"/>
            <p:cNvSpPr/>
            <p:nvPr/>
          </p:nvSpPr>
          <p:spPr>
            <a:xfrm>
              <a:off x="4240743" y="3631912"/>
              <a:ext cx="31065" cy="30698"/>
            </a:xfrm>
            <a:custGeom>
              <a:rect b="b" l="l" r="r" t="t"/>
              <a:pathLst>
                <a:path extrusionOk="0" h="1171" w="1185">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4" name="Google Shape;25934;p98"/>
            <p:cNvSpPr/>
            <p:nvPr/>
          </p:nvSpPr>
          <p:spPr>
            <a:xfrm>
              <a:off x="4320227" y="3361347"/>
              <a:ext cx="38248" cy="35967"/>
            </a:xfrm>
            <a:custGeom>
              <a:rect b="b" l="l" r="r" t="t"/>
              <a:pathLst>
                <a:path extrusionOk="0" h="1372" w="1459">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5" name="Google Shape;25935;p98"/>
            <p:cNvSpPr/>
            <p:nvPr/>
          </p:nvSpPr>
          <p:spPr>
            <a:xfrm>
              <a:off x="4405609" y="3596653"/>
              <a:ext cx="102710" cy="101033"/>
            </a:xfrm>
            <a:custGeom>
              <a:rect b="b" l="l" r="r" t="t"/>
              <a:pathLst>
                <a:path extrusionOk="0" h="3854" w="3918">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36" name="Google Shape;25936;p98"/>
          <p:cNvGrpSpPr/>
          <p:nvPr/>
        </p:nvGrpSpPr>
        <p:grpSpPr>
          <a:xfrm>
            <a:off x="2761776" y="1512351"/>
            <a:ext cx="366722" cy="353667"/>
            <a:chOff x="2786833" y="1512351"/>
            <a:chExt cx="366722" cy="353667"/>
          </a:xfrm>
        </p:grpSpPr>
        <p:sp>
          <p:nvSpPr>
            <p:cNvPr id="25937" name="Google Shape;25937;p98"/>
            <p:cNvSpPr/>
            <p:nvPr/>
          </p:nvSpPr>
          <p:spPr>
            <a:xfrm>
              <a:off x="2987797" y="1713315"/>
              <a:ext cx="165757" cy="75106"/>
            </a:xfrm>
            <a:custGeom>
              <a:rect b="b" l="l" r="r" t="t"/>
              <a:pathLst>
                <a:path extrusionOk="0" h="2865" w="6323">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8" name="Google Shape;25938;p98"/>
            <p:cNvSpPr/>
            <p:nvPr/>
          </p:nvSpPr>
          <p:spPr>
            <a:xfrm>
              <a:off x="2786833" y="1767423"/>
              <a:ext cx="177528" cy="98595"/>
            </a:xfrm>
            <a:custGeom>
              <a:rect b="b" l="l" r="r" t="t"/>
              <a:pathLst>
                <a:path extrusionOk="0" h="3761" w="6772">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9" name="Google Shape;25939;p98"/>
            <p:cNvSpPr/>
            <p:nvPr/>
          </p:nvSpPr>
          <p:spPr>
            <a:xfrm>
              <a:off x="2786833" y="1607747"/>
              <a:ext cx="189246" cy="122398"/>
            </a:xfrm>
            <a:custGeom>
              <a:rect b="b" l="l" r="r" t="t"/>
              <a:pathLst>
                <a:path extrusionOk="0" h="4669" w="7219">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0" name="Google Shape;25940;p98"/>
            <p:cNvSpPr/>
            <p:nvPr/>
          </p:nvSpPr>
          <p:spPr>
            <a:xfrm>
              <a:off x="2964334" y="1512351"/>
              <a:ext cx="189220" cy="98595"/>
            </a:xfrm>
            <a:custGeom>
              <a:rect b="b" l="l" r="r" t="t"/>
              <a:pathLst>
                <a:path extrusionOk="0" h="3761" w="7218">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1" name="Google Shape;25941;p98"/>
            <p:cNvSpPr/>
            <p:nvPr/>
          </p:nvSpPr>
          <p:spPr>
            <a:xfrm>
              <a:off x="2991939" y="1529784"/>
              <a:ext cx="39401" cy="12138"/>
            </a:xfrm>
            <a:custGeom>
              <a:rect b="b" l="l" r="r" t="t"/>
              <a:pathLst>
                <a:path extrusionOk="0" h="463" w="1503">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2" name="Google Shape;25942;p98"/>
            <p:cNvSpPr/>
            <p:nvPr/>
          </p:nvSpPr>
          <p:spPr>
            <a:xfrm>
              <a:off x="3098293" y="1553613"/>
              <a:ext cx="27631" cy="11771"/>
            </a:xfrm>
            <a:custGeom>
              <a:rect b="b" l="l" r="r" t="t"/>
              <a:pathLst>
                <a:path extrusionOk="0" h="449" w="1054">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3" name="Google Shape;25943;p98"/>
            <p:cNvSpPr/>
            <p:nvPr/>
          </p:nvSpPr>
          <p:spPr>
            <a:xfrm>
              <a:off x="3039257" y="1529784"/>
              <a:ext cx="84779" cy="12138"/>
            </a:xfrm>
            <a:custGeom>
              <a:rect b="b" l="l" r="r" t="t"/>
              <a:pathLst>
                <a:path extrusionOk="0" h="463" w="3234">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4" name="Google Shape;25944;p98"/>
            <p:cNvSpPr/>
            <p:nvPr/>
          </p:nvSpPr>
          <p:spPr>
            <a:xfrm>
              <a:off x="2991939" y="1553613"/>
              <a:ext cx="98437" cy="11771"/>
            </a:xfrm>
            <a:custGeom>
              <a:rect b="b" l="l" r="r" t="t"/>
              <a:pathLst>
                <a:path extrusionOk="0" h="449" w="3755">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5" name="Google Shape;25945;p98"/>
            <p:cNvSpPr/>
            <p:nvPr/>
          </p:nvSpPr>
          <p:spPr>
            <a:xfrm>
              <a:off x="2814463" y="1784070"/>
              <a:ext cx="86693" cy="11771"/>
            </a:xfrm>
            <a:custGeom>
              <a:rect b="b" l="l" r="r" t="t"/>
              <a:pathLst>
                <a:path extrusionOk="0" h="449" w="3307">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6" name="Google Shape;25946;p98"/>
            <p:cNvSpPr/>
            <p:nvPr/>
          </p:nvSpPr>
          <p:spPr>
            <a:xfrm>
              <a:off x="2909073" y="1784070"/>
              <a:ext cx="27657" cy="11771"/>
            </a:xfrm>
            <a:custGeom>
              <a:rect b="b" l="l" r="r" t="t"/>
              <a:pathLst>
                <a:path extrusionOk="0" h="449" w="1055">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7" name="Google Shape;25947;p98"/>
            <p:cNvSpPr/>
            <p:nvPr/>
          </p:nvSpPr>
          <p:spPr>
            <a:xfrm>
              <a:off x="2814463" y="1807925"/>
              <a:ext cx="27657" cy="11744"/>
            </a:xfrm>
            <a:custGeom>
              <a:rect b="b" l="l" r="r" t="t"/>
              <a:pathLst>
                <a:path extrusionOk="0" h="448" w="1055">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8" name="Google Shape;25948;p98"/>
            <p:cNvSpPr/>
            <p:nvPr/>
          </p:nvSpPr>
          <p:spPr>
            <a:xfrm>
              <a:off x="2850037" y="1807925"/>
              <a:ext cx="86693" cy="11744"/>
            </a:xfrm>
            <a:custGeom>
              <a:rect b="b" l="l" r="r" t="t"/>
              <a:pathLst>
                <a:path extrusionOk="0" h="448" w="3307">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9" name="Google Shape;25949;p98"/>
            <p:cNvSpPr/>
            <p:nvPr/>
          </p:nvSpPr>
          <p:spPr>
            <a:xfrm>
              <a:off x="3050975" y="1731115"/>
              <a:ext cx="74949" cy="11744"/>
            </a:xfrm>
            <a:custGeom>
              <a:rect b="b" l="l" r="r" t="t"/>
              <a:pathLst>
                <a:path extrusionOk="0" h="448" w="2859">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0" name="Google Shape;25950;p98"/>
            <p:cNvSpPr/>
            <p:nvPr/>
          </p:nvSpPr>
          <p:spPr>
            <a:xfrm>
              <a:off x="3015401" y="1731115"/>
              <a:ext cx="27657" cy="11744"/>
            </a:xfrm>
            <a:custGeom>
              <a:rect b="b" l="l" r="r" t="t"/>
              <a:pathLst>
                <a:path extrusionOk="0" h="448" w="1055">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1" name="Google Shape;25951;p98"/>
            <p:cNvSpPr/>
            <p:nvPr/>
          </p:nvSpPr>
          <p:spPr>
            <a:xfrm>
              <a:off x="2814463" y="1624394"/>
              <a:ext cx="86693" cy="12138"/>
            </a:xfrm>
            <a:custGeom>
              <a:rect b="b" l="l" r="r" t="t"/>
              <a:pathLst>
                <a:path extrusionOk="0" h="463" w="3307">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2" name="Google Shape;25952;p98"/>
            <p:cNvSpPr/>
            <p:nvPr/>
          </p:nvSpPr>
          <p:spPr>
            <a:xfrm>
              <a:off x="2909073" y="1624394"/>
              <a:ext cx="39375" cy="12138"/>
            </a:xfrm>
            <a:custGeom>
              <a:rect b="b" l="l" r="r" t="t"/>
              <a:pathLst>
                <a:path extrusionOk="0" h="463" w="1502">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3" name="Google Shape;25953;p98"/>
            <p:cNvSpPr/>
            <p:nvPr/>
          </p:nvSpPr>
          <p:spPr>
            <a:xfrm>
              <a:off x="2814463" y="1671686"/>
              <a:ext cx="86693" cy="12138"/>
            </a:xfrm>
            <a:custGeom>
              <a:rect b="b" l="l" r="r" t="t"/>
              <a:pathLst>
                <a:path extrusionOk="0" h="463" w="3307">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4" name="Google Shape;25954;p98"/>
            <p:cNvSpPr/>
            <p:nvPr/>
          </p:nvSpPr>
          <p:spPr>
            <a:xfrm>
              <a:off x="2909073" y="1671686"/>
              <a:ext cx="39375" cy="12138"/>
            </a:xfrm>
            <a:custGeom>
              <a:rect b="b" l="l" r="r" t="t"/>
              <a:pathLst>
                <a:path extrusionOk="0" h="463" w="1502">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5" name="Google Shape;25955;p98"/>
            <p:cNvSpPr/>
            <p:nvPr/>
          </p:nvSpPr>
          <p:spPr>
            <a:xfrm>
              <a:off x="2814463" y="1648223"/>
              <a:ext cx="27657" cy="11771"/>
            </a:xfrm>
            <a:custGeom>
              <a:rect b="b" l="l" r="r" t="t"/>
              <a:pathLst>
                <a:path extrusionOk="0" h="449" w="1055">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6" name="Google Shape;25956;p98"/>
            <p:cNvSpPr/>
            <p:nvPr/>
          </p:nvSpPr>
          <p:spPr>
            <a:xfrm>
              <a:off x="2850037" y="1648223"/>
              <a:ext cx="98411" cy="11771"/>
            </a:xfrm>
            <a:custGeom>
              <a:rect b="b" l="l" r="r" t="t"/>
              <a:pathLst>
                <a:path extrusionOk="0" h="449" w="3754">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57" name="Google Shape;25957;p98"/>
          <p:cNvGrpSpPr/>
          <p:nvPr/>
        </p:nvGrpSpPr>
        <p:grpSpPr>
          <a:xfrm>
            <a:off x="1820264" y="1512744"/>
            <a:ext cx="352723" cy="353090"/>
            <a:chOff x="1845321" y="1512744"/>
            <a:chExt cx="352723" cy="353090"/>
          </a:xfrm>
        </p:grpSpPr>
        <p:sp>
          <p:nvSpPr>
            <p:cNvPr id="25958" name="Google Shape;25958;p98"/>
            <p:cNvSpPr/>
            <p:nvPr/>
          </p:nvSpPr>
          <p:spPr>
            <a:xfrm>
              <a:off x="1964888" y="1700444"/>
              <a:ext cx="113563" cy="96917"/>
            </a:xfrm>
            <a:custGeom>
              <a:rect b="b" l="l" r="r" t="t"/>
              <a:pathLst>
                <a:path extrusionOk="0" h="3697" w="4332">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9" name="Google Shape;25959;p98"/>
            <p:cNvSpPr/>
            <p:nvPr/>
          </p:nvSpPr>
          <p:spPr>
            <a:xfrm>
              <a:off x="2001615" y="1700444"/>
              <a:ext cx="39742" cy="17066"/>
            </a:xfrm>
            <a:custGeom>
              <a:rect b="b" l="l" r="r" t="t"/>
              <a:pathLst>
                <a:path extrusionOk="0" h="651" w="1516">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0" name="Google Shape;25960;p98"/>
            <p:cNvSpPr/>
            <p:nvPr/>
          </p:nvSpPr>
          <p:spPr>
            <a:xfrm>
              <a:off x="1964521" y="1715203"/>
              <a:ext cx="113930" cy="82158"/>
            </a:xfrm>
            <a:custGeom>
              <a:rect b="b" l="l" r="r" t="t"/>
              <a:pathLst>
                <a:path extrusionOk="0" h="3134" w="4346">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1" name="Google Shape;25961;p98"/>
            <p:cNvSpPr/>
            <p:nvPr/>
          </p:nvSpPr>
          <p:spPr>
            <a:xfrm>
              <a:off x="1981560" y="1620986"/>
              <a:ext cx="28784" cy="62077"/>
            </a:xfrm>
            <a:custGeom>
              <a:rect b="b" l="l" r="r" t="t"/>
              <a:pathLst>
                <a:path extrusionOk="0" h="2368" w="1098">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2" name="Google Shape;25962;p98"/>
            <p:cNvSpPr/>
            <p:nvPr/>
          </p:nvSpPr>
          <p:spPr>
            <a:xfrm>
              <a:off x="1993278" y="1615297"/>
              <a:ext cx="68159" cy="68159"/>
            </a:xfrm>
            <a:custGeom>
              <a:rect b="b" l="l" r="r" t="t"/>
              <a:pathLst>
                <a:path extrusionOk="0" h="2600" w="260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3" name="Google Shape;25963;p98"/>
            <p:cNvSpPr/>
            <p:nvPr/>
          </p:nvSpPr>
          <p:spPr>
            <a:xfrm>
              <a:off x="1987223" y="1643688"/>
              <a:ext cx="68526" cy="62470"/>
            </a:xfrm>
            <a:custGeom>
              <a:rect b="b" l="l" r="r" t="t"/>
              <a:pathLst>
                <a:path extrusionOk="0" h="2383" w="2614">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4" name="Google Shape;25964;p98"/>
            <p:cNvSpPr/>
            <p:nvPr/>
          </p:nvSpPr>
          <p:spPr>
            <a:xfrm>
              <a:off x="1987223" y="1643688"/>
              <a:ext cx="68526" cy="61317"/>
            </a:xfrm>
            <a:custGeom>
              <a:rect b="b" l="l" r="r" t="t"/>
              <a:pathLst>
                <a:path extrusionOk="0" h="2339" w="2614">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5" name="Google Shape;25965;p98"/>
            <p:cNvSpPr/>
            <p:nvPr/>
          </p:nvSpPr>
          <p:spPr>
            <a:xfrm>
              <a:off x="1964521" y="1729595"/>
              <a:ext cx="23122" cy="67766"/>
            </a:xfrm>
            <a:custGeom>
              <a:rect b="b" l="l" r="r" t="t"/>
              <a:pathLst>
                <a:path extrusionOk="0" h="2585" w="882">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6" name="Google Shape;25966;p98"/>
            <p:cNvSpPr/>
            <p:nvPr/>
          </p:nvSpPr>
          <p:spPr>
            <a:xfrm>
              <a:off x="2055723" y="1729595"/>
              <a:ext cx="22728" cy="67766"/>
            </a:xfrm>
            <a:custGeom>
              <a:rect b="b" l="l" r="r" t="t"/>
              <a:pathLst>
                <a:path extrusionOk="0" h="2585" w="867">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7" name="Google Shape;25967;p98"/>
            <p:cNvSpPr/>
            <p:nvPr/>
          </p:nvSpPr>
          <p:spPr>
            <a:xfrm>
              <a:off x="1845321" y="1512744"/>
              <a:ext cx="352723" cy="353090"/>
            </a:xfrm>
            <a:custGeom>
              <a:rect b="b" l="l" r="r" t="t"/>
              <a:pathLst>
                <a:path extrusionOk="0" h="13469" w="13455">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8" name="Google Shape;25968;p98"/>
            <p:cNvSpPr/>
            <p:nvPr/>
          </p:nvSpPr>
          <p:spPr>
            <a:xfrm>
              <a:off x="1854391" y="1563837"/>
              <a:ext cx="292166" cy="250511"/>
            </a:xfrm>
            <a:custGeom>
              <a:rect b="b" l="l" r="r" t="t"/>
              <a:pathLst>
                <a:path extrusionOk="0" h="9556" w="11145">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69" name="Google Shape;25969;p98"/>
          <p:cNvGrpSpPr/>
          <p:nvPr/>
        </p:nvGrpSpPr>
        <p:grpSpPr>
          <a:xfrm>
            <a:off x="3189395" y="3340533"/>
            <a:ext cx="392465" cy="389896"/>
            <a:chOff x="3214452" y="3340533"/>
            <a:chExt cx="392465" cy="389896"/>
          </a:xfrm>
        </p:grpSpPr>
        <p:sp>
          <p:nvSpPr>
            <p:cNvPr id="25970" name="Google Shape;25970;p98"/>
            <p:cNvSpPr/>
            <p:nvPr/>
          </p:nvSpPr>
          <p:spPr>
            <a:xfrm>
              <a:off x="3214452" y="3340533"/>
              <a:ext cx="289912" cy="97651"/>
            </a:xfrm>
            <a:custGeom>
              <a:rect b="b" l="l" r="r" t="t"/>
              <a:pathLst>
                <a:path extrusionOk="0" h="3725" w="11059">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1" name="Google Shape;25971;p98"/>
            <p:cNvSpPr/>
            <p:nvPr/>
          </p:nvSpPr>
          <p:spPr>
            <a:xfrm>
              <a:off x="3214452" y="3571749"/>
              <a:ext cx="302783" cy="98411"/>
            </a:xfrm>
            <a:custGeom>
              <a:rect b="b" l="l" r="r" t="t"/>
              <a:pathLst>
                <a:path extrusionOk="0" h="3754" w="1155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2" name="Google Shape;25972;p98"/>
            <p:cNvSpPr/>
            <p:nvPr/>
          </p:nvSpPr>
          <p:spPr>
            <a:xfrm>
              <a:off x="3214452" y="3456246"/>
              <a:ext cx="289912" cy="97756"/>
            </a:xfrm>
            <a:custGeom>
              <a:rect b="b" l="l" r="r" t="t"/>
              <a:pathLst>
                <a:path extrusionOk="0" h="3729" w="11059">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3" name="Google Shape;25973;p98"/>
            <p:cNvSpPr/>
            <p:nvPr/>
          </p:nvSpPr>
          <p:spPr>
            <a:xfrm>
              <a:off x="3307410" y="3371912"/>
              <a:ext cx="88476" cy="12950"/>
            </a:xfrm>
            <a:custGeom>
              <a:rect b="b" l="l" r="r" t="t"/>
              <a:pathLst>
                <a:path extrusionOk="0" h="494" w="3375">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4" name="Google Shape;25974;p98"/>
            <p:cNvSpPr/>
            <p:nvPr/>
          </p:nvSpPr>
          <p:spPr>
            <a:xfrm>
              <a:off x="3307410" y="3400303"/>
              <a:ext cx="157605" cy="12557"/>
            </a:xfrm>
            <a:custGeom>
              <a:rect b="b" l="l" r="r" t="t"/>
              <a:pathLst>
                <a:path extrusionOk="0" h="479" w="6012">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5" name="Google Shape;25975;p98"/>
            <p:cNvSpPr/>
            <p:nvPr/>
          </p:nvSpPr>
          <p:spPr>
            <a:xfrm>
              <a:off x="3307410" y="3487704"/>
              <a:ext cx="88476" cy="12950"/>
            </a:xfrm>
            <a:custGeom>
              <a:rect b="b" l="l" r="r" t="t"/>
              <a:pathLst>
                <a:path extrusionOk="0" h="494" w="3375">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6" name="Google Shape;25976;p98"/>
            <p:cNvSpPr/>
            <p:nvPr/>
          </p:nvSpPr>
          <p:spPr>
            <a:xfrm>
              <a:off x="3307410" y="3516068"/>
              <a:ext cx="155691" cy="12609"/>
            </a:xfrm>
            <a:custGeom>
              <a:rect b="b" l="l" r="r" t="t"/>
              <a:pathLst>
                <a:path extrusionOk="0" h="481" w="5939">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7" name="Google Shape;25977;p98"/>
            <p:cNvSpPr/>
            <p:nvPr/>
          </p:nvSpPr>
          <p:spPr>
            <a:xfrm>
              <a:off x="3307410" y="3603522"/>
              <a:ext cx="88476" cy="12950"/>
            </a:xfrm>
            <a:custGeom>
              <a:rect b="b" l="l" r="r" t="t"/>
              <a:pathLst>
                <a:path extrusionOk="0" h="494" w="3375">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8" name="Google Shape;25978;p98"/>
            <p:cNvSpPr/>
            <p:nvPr/>
          </p:nvSpPr>
          <p:spPr>
            <a:xfrm>
              <a:off x="3307410" y="3631519"/>
              <a:ext cx="156215" cy="12950"/>
            </a:xfrm>
            <a:custGeom>
              <a:rect b="b" l="l" r="r" t="t"/>
              <a:pathLst>
                <a:path extrusionOk="0" h="494" w="5959">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9" name="Google Shape;25979;p98"/>
            <p:cNvSpPr/>
            <p:nvPr/>
          </p:nvSpPr>
          <p:spPr>
            <a:xfrm>
              <a:off x="3235660" y="3365070"/>
              <a:ext cx="57175" cy="54973"/>
            </a:xfrm>
            <a:custGeom>
              <a:rect b="b" l="l" r="r" t="t"/>
              <a:pathLst>
                <a:path extrusionOk="0" h="2097" w="2181">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0" name="Google Shape;25980;p98"/>
            <p:cNvSpPr/>
            <p:nvPr/>
          </p:nvSpPr>
          <p:spPr>
            <a:xfrm>
              <a:off x="3248426" y="3364755"/>
              <a:ext cx="55104" cy="40528"/>
            </a:xfrm>
            <a:custGeom>
              <a:rect b="b" l="l" r="r" t="t"/>
              <a:pathLst>
                <a:path extrusionOk="0" h="1546" w="2102">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1" name="Google Shape;25981;p98"/>
            <p:cNvSpPr/>
            <p:nvPr/>
          </p:nvSpPr>
          <p:spPr>
            <a:xfrm>
              <a:off x="3235660" y="3480547"/>
              <a:ext cx="56782" cy="55287"/>
            </a:xfrm>
            <a:custGeom>
              <a:rect b="b" l="l" r="r" t="t"/>
              <a:pathLst>
                <a:path extrusionOk="0" h="2109" w="2166">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2" name="Google Shape;25982;p98"/>
            <p:cNvSpPr/>
            <p:nvPr/>
          </p:nvSpPr>
          <p:spPr>
            <a:xfrm>
              <a:off x="3248400" y="3480573"/>
              <a:ext cx="55130" cy="40502"/>
            </a:xfrm>
            <a:custGeom>
              <a:rect b="b" l="l" r="r" t="t"/>
              <a:pathLst>
                <a:path extrusionOk="0" h="1545" w="2103">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3" name="Google Shape;25983;p98"/>
            <p:cNvSpPr/>
            <p:nvPr/>
          </p:nvSpPr>
          <p:spPr>
            <a:xfrm>
              <a:off x="3235660" y="3596312"/>
              <a:ext cx="56782" cy="55314"/>
            </a:xfrm>
            <a:custGeom>
              <a:rect b="b" l="l" r="r" t="t"/>
              <a:pathLst>
                <a:path extrusionOk="0" h="2110" w="2166">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4" name="Google Shape;25984;p98"/>
            <p:cNvSpPr/>
            <p:nvPr/>
          </p:nvSpPr>
          <p:spPr>
            <a:xfrm>
              <a:off x="3248400" y="3596365"/>
              <a:ext cx="55130" cy="40214"/>
            </a:xfrm>
            <a:custGeom>
              <a:rect b="b" l="l" r="r" t="t"/>
              <a:pathLst>
                <a:path extrusionOk="0" h="1534" w="2103">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5" name="Google Shape;25985;p98"/>
            <p:cNvSpPr/>
            <p:nvPr/>
          </p:nvSpPr>
          <p:spPr>
            <a:xfrm>
              <a:off x="3438878" y="3642136"/>
              <a:ext cx="168038" cy="88292"/>
            </a:xfrm>
            <a:custGeom>
              <a:rect b="b" l="l" r="r" t="t"/>
              <a:pathLst>
                <a:path extrusionOk="0" h="3368" w="641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6" name="Google Shape;25986;p98"/>
            <p:cNvSpPr/>
            <p:nvPr/>
          </p:nvSpPr>
          <p:spPr>
            <a:xfrm>
              <a:off x="3436965" y="3642529"/>
              <a:ext cx="68526" cy="87899"/>
            </a:xfrm>
            <a:custGeom>
              <a:rect b="b" l="l" r="r" t="t"/>
              <a:pathLst>
                <a:path extrusionOk="0" h="3353" w="2614">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7" name="Google Shape;25987;p98"/>
            <p:cNvSpPr/>
            <p:nvPr/>
          </p:nvSpPr>
          <p:spPr>
            <a:xfrm>
              <a:off x="3468003" y="3503249"/>
              <a:ext cx="106354" cy="74975"/>
            </a:xfrm>
            <a:custGeom>
              <a:rect b="b" l="l" r="r" t="t"/>
              <a:pathLst>
                <a:path extrusionOk="0" h="2860" w="4057">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8" name="Google Shape;25988;p98"/>
            <p:cNvSpPr/>
            <p:nvPr/>
          </p:nvSpPr>
          <p:spPr>
            <a:xfrm>
              <a:off x="3468003" y="3502882"/>
              <a:ext cx="57542" cy="74949"/>
            </a:xfrm>
            <a:custGeom>
              <a:rect b="b" l="l" r="r" t="t"/>
              <a:pathLst>
                <a:path extrusionOk="0" h="2859" w="2195">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9" name="Google Shape;25989;p98"/>
            <p:cNvSpPr/>
            <p:nvPr/>
          </p:nvSpPr>
          <p:spPr>
            <a:xfrm>
              <a:off x="3559598" y="3570386"/>
              <a:ext cx="23489" cy="31143"/>
            </a:xfrm>
            <a:custGeom>
              <a:rect b="b" l="l" r="r" t="t"/>
              <a:pathLst>
                <a:path extrusionOk="0" h="1188" w="896">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0" name="Google Shape;25990;p98"/>
            <p:cNvSpPr/>
            <p:nvPr/>
          </p:nvSpPr>
          <p:spPr>
            <a:xfrm>
              <a:off x="3459300" y="3570596"/>
              <a:ext cx="23489" cy="31065"/>
            </a:xfrm>
            <a:custGeom>
              <a:rect b="b" l="l" r="r" t="t"/>
              <a:pathLst>
                <a:path extrusionOk="0" h="1185" w="896">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1" name="Google Shape;25991;p98"/>
            <p:cNvSpPr/>
            <p:nvPr/>
          </p:nvSpPr>
          <p:spPr>
            <a:xfrm>
              <a:off x="3501689" y="3624887"/>
              <a:ext cx="39008" cy="44146"/>
            </a:xfrm>
            <a:custGeom>
              <a:rect b="b" l="l" r="r" t="t"/>
              <a:pathLst>
                <a:path extrusionOk="0" h="1684" w="1488">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2" name="Google Shape;25992;p98"/>
            <p:cNvSpPr/>
            <p:nvPr/>
          </p:nvSpPr>
          <p:spPr>
            <a:xfrm>
              <a:off x="3501689" y="3625385"/>
              <a:ext cx="24249" cy="44015"/>
            </a:xfrm>
            <a:custGeom>
              <a:rect b="b" l="l" r="r" t="t"/>
              <a:pathLst>
                <a:path extrusionOk="0" h="1679" w="925">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3" name="Google Shape;25993;p98"/>
            <p:cNvSpPr/>
            <p:nvPr/>
          </p:nvSpPr>
          <p:spPr>
            <a:xfrm>
              <a:off x="3479354" y="3547133"/>
              <a:ext cx="83652" cy="89367"/>
            </a:xfrm>
            <a:custGeom>
              <a:rect b="b" l="l" r="r" t="t"/>
              <a:pathLst>
                <a:path extrusionOk="0" h="3409" w="3191">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4" name="Google Shape;25994;p98"/>
            <p:cNvSpPr/>
            <p:nvPr/>
          </p:nvSpPr>
          <p:spPr>
            <a:xfrm>
              <a:off x="3479354" y="3547133"/>
              <a:ext cx="60583" cy="89367"/>
            </a:xfrm>
            <a:custGeom>
              <a:rect b="b" l="l" r="r" t="t"/>
              <a:pathLst>
                <a:path extrusionOk="0" h="3409" w="2311">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95" name="Google Shape;25995;p98"/>
          <p:cNvGrpSpPr/>
          <p:nvPr/>
        </p:nvGrpSpPr>
        <p:grpSpPr>
          <a:xfrm>
            <a:off x="3302172" y="1499899"/>
            <a:ext cx="234650" cy="378440"/>
            <a:chOff x="3327229" y="1499899"/>
            <a:chExt cx="234650" cy="378440"/>
          </a:xfrm>
        </p:grpSpPr>
        <p:sp>
          <p:nvSpPr>
            <p:cNvPr id="25996" name="Google Shape;25996;p98"/>
            <p:cNvSpPr/>
            <p:nvPr/>
          </p:nvSpPr>
          <p:spPr>
            <a:xfrm>
              <a:off x="3327229" y="1553613"/>
              <a:ext cx="180543" cy="324725"/>
            </a:xfrm>
            <a:custGeom>
              <a:rect b="b" l="l" r="r" t="t"/>
              <a:pathLst>
                <a:path extrusionOk="0" h="12387" w="6887">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7" name="Google Shape;25997;p98"/>
            <p:cNvSpPr/>
            <p:nvPr/>
          </p:nvSpPr>
          <p:spPr>
            <a:xfrm>
              <a:off x="3327229" y="1553613"/>
              <a:ext cx="42023" cy="324725"/>
            </a:xfrm>
            <a:custGeom>
              <a:rect b="b" l="l" r="r" t="t"/>
              <a:pathLst>
                <a:path extrusionOk="0" h="12387" w="1603">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8" name="Google Shape;25998;p98"/>
            <p:cNvSpPr/>
            <p:nvPr/>
          </p:nvSpPr>
          <p:spPr>
            <a:xfrm>
              <a:off x="3339340" y="1577836"/>
              <a:ext cx="156320" cy="252450"/>
            </a:xfrm>
            <a:custGeom>
              <a:rect b="b" l="l" r="r" t="t"/>
              <a:pathLst>
                <a:path extrusionOk="0" h="9630" w="5963">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9" name="Google Shape;25999;p98"/>
            <p:cNvSpPr/>
            <p:nvPr/>
          </p:nvSpPr>
          <p:spPr>
            <a:xfrm>
              <a:off x="3339340" y="1596187"/>
              <a:ext cx="156320" cy="167960"/>
            </a:xfrm>
            <a:custGeom>
              <a:rect b="b" l="l" r="r" t="t"/>
              <a:pathLst>
                <a:path extrusionOk="0" h="6407" w="5963">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0" name="Google Shape;26000;p98"/>
            <p:cNvSpPr/>
            <p:nvPr/>
          </p:nvSpPr>
          <p:spPr>
            <a:xfrm>
              <a:off x="3441526" y="1776126"/>
              <a:ext cx="35967" cy="35993"/>
            </a:xfrm>
            <a:custGeom>
              <a:rect b="b" l="l" r="r" t="t"/>
              <a:pathLst>
                <a:path extrusionOk="0" h="1373" w="1372">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1" name="Google Shape;26001;p98"/>
            <p:cNvSpPr/>
            <p:nvPr/>
          </p:nvSpPr>
          <p:spPr>
            <a:xfrm>
              <a:off x="3357507" y="1776126"/>
              <a:ext cx="35967" cy="35993"/>
            </a:xfrm>
            <a:custGeom>
              <a:rect b="b" l="l" r="r" t="t"/>
              <a:pathLst>
                <a:path extrusionOk="0" h="1373" w="1372">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2" name="Google Shape;26002;p98"/>
            <p:cNvSpPr/>
            <p:nvPr/>
          </p:nvSpPr>
          <p:spPr>
            <a:xfrm>
              <a:off x="3357507" y="1619859"/>
              <a:ext cx="119986" cy="120353"/>
            </a:xfrm>
            <a:custGeom>
              <a:rect b="b" l="l" r="r" t="t"/>
              <a:pathLst>
                <a:path extrusionOk="0" h="4591" w="4577">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3" name="Google Shape;26003;p98"/>
            <p:cNvSpPr/>
            <p:nvPr/>
          </p:nvSpPr>
          <p:spPr>
            <a:xfrm>
              <a:off x="3366210" y="1846907"/>
              <a:ext cx="24249" cy="14785"/>
            </a:xfrm>
            <a:custGeom>
              <a:rect b="b" l="l" r="r" t="t"/>
              <a:pathLst>
                <a:path extrusionOk="0" h="564" w="925">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4" name="Google Shape;26004;p98"/>
            <p:cNvSpPr/>
            <p:nvPr/>
          </p:nvSpPr>
          <p:spPr>
            <a:xfrm>
              <a:off x="3444174" y="1846907"/>
              <a:ext cx="24616" cy="14785"/>
            </a:xfrm>
            <a:custGeom>
              <a:rect b="b" l="l" r="r" t="t"/>
              <a:pathLst>
                <a:path extrusionOk="0" h="564" w="939">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5" name="Google Shape;26005;p98"/>
            <p:cNvSpPr/>
            <p:nvPr/>
          </p:nvSpPr>
          <p:spPr>
            <a:xfrm>
              <a:off x="3396095" y="1846907"/>
              <a:ext cx="42809" cy="14785"/>
            </a:xfrm>
            <a:custGeom>
              <a:rect b="b" l="l" r="r" t="t"/>
              <a:pathLst>
                <a:path extrusionOk="0" h="564" w="1633">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6" name="Google Shape;26006;p98"/>
            <p:cNvSpPr/>
            <p:nvPr/>
          </p:nvSpPr>
          <p:spPr>
            <a:xfrm>
              <a:off x="3487691" y="1524095"/>
              <a:ext cx="49966" cy="48105"/>
            </a:xfrm>
            <a:custGeom>
              <a:rect b="b" l="l" r="r" t="t"/>
              <a:pathLst>
                <a:path extrusionOk="0" h="1835" w="1906">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7" name="Google Shape;26007;p98"/>
            <p:cNvSpPr/>
            <p:nvPr/>
          </p:nvSpPr>
          <p:spPr>
            <a:xfrm>
              <a:off x="3487691" y="1499899"/>
              <a:ext cx="74188" cy="72301"/>
            </a:xfrm>
            <a:custGeom>
              <a:rect b="b" l="l" r="r" t="t"/>
              <a:pathLst>
                <a:path extrusionOk="0" h="2758" w="283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8" name="Google Shape;26008;p98"/>
            <p:cNvSpPr/>
            <p:nvPr/>
          </p:nvSpPr>
          <p:spPr>
            <a:xfrm>
              <a:off x="3381336" y="1686078"/>
              <a:ext cx="71934" cy="54239"/>
            </a:xfrm>
            <a:custGeom>
              <a:rect b="b" l="l" r="r" t="t"/>
              <a:pathLst>
                <a:path extrusionOk="0" h="2069" w="2744">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9" name="Google Shape;26009;p98"/>
            <p:cNvSpPr/>
            <p:nvPr/>
          </p:nvSpPr>
          <p:spPr>
            <a:xfrm>
              <a:off x="3381336" y="1704979"/>
              <a:ext cx="72327" cy="35338"/>
            </a:xfrm>
            <a:custGeom>
              <a:rect b="b" l="l" r="r" t="t"/>
              <a:pathLst>
                <a:path extrusionOk="0" h="1348" w="2759">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0" name="Google Shape;26010;p98"/>
            <p:cNvSpPr/>
            <p:nvPr/>
          </p:nvSpPr>
          <p:spPr>
            <a:xfrm>
              <a:off x="3404432" y="1686078"/>
              <a:ext cx="26136" cy="18088"/>
            </a:xfrm>
            <a:custGeom>
              <a:rect b="b" l="l" r="r" t="t"/>
              <a:pathLst>
                <a:path extrusionOk="0" h="690" w="997">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1" name="Google Shape;26011;p98"/>
            <p:cNvSpPr/>
            <p:nvPr/>
          </p:nvSpPr>
          <p:spPr>
            <a:xfrm>
              <a:off x="3393448" y="1638000"/>
              <a:ext cx="48105" cy="54160"/>
            </a:xfrm>
            <a:custGeom>
              <a:rect b="b" l="l" r="r" t="t"/>
              <a:pathLst>
                <a:path extrusionOk="0" h="2066" w="1835">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2" name="Google Shape;26012;p98"/>
            <p:cNvSpPr/>
            <p:nvPr/>
          </p:nvSpPr>
          <p:spPr>
            <a:xfrm>
              <a:off x="3393448" y="1638000"/>
              <a:ext cx="32952" cy="54055"/>
            </a:xfrm>
            <a:custGeom>
              <a:rect b="b" l="l" r="r" t="t"/>
              <a:pathLst>
                <a:path extrusionOk="0" h="2062" w="1257">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3" name="Google Shape;26013;p98"/>
            <p:cNvSpPr/>
            <p:nvPr/>
          </p:nvSpPr>
          <p:spPr>
            <a:xfrm>
              <a:off x="3393448" y="1638000"/>
              <a:ext cx="48105" cy="24249"/>
            </a:xfrm>
            <a:custGeom>
              <a:rect b="b" l="l" r="r" t="t"/>
              <a:pathLst>
                <a:path extrusionOk="0" h="925" w="1835">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4" name="Google Shape;26014;p98"/>
            <p:cNvSpPr/>
            <p:nvPr/>
          </p:nvSpPr>
          <p:spPr>
            <a:xfrm>
              <a:off x="3393448" y="1638000"/>
              <a:ext cx="32952" cy="21994"/>
            </a:xfrm>
            <a:custGeom>
              <a:rect b="b" l="l" r="r" t="t"/>
              <a:pathLst>
                <a:path extrusionOk="0" h="839" w="1257">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5" name="Google Shape;26015;p98"/>
            <p:cNvSpPr/>
            <p:nvPr/>
          </p:nvSpPr>
          <p:spPr>
            <a:xfrm>
              <a:off x="3435470" y="1715596"/>
              <a:ext cx="18193" cy="21575"/>
            </a:xfrm>
            <a:custGeom>
              <a:rect b="b" l="l" r="r" t="t"/>
              <a:pathLst>
                <a:path extrusionOk="0" h="823" w="694">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6" name="Google Shape;26016;p98"/>
            <p:cNvSpPr/>
            <p:nvPr/>
          </p:nvSpPr>
          <p:spPr>
            <a:xfrm>
              <a:off x="3381336" y="1715596"/>
              <a:ext cx="18193" cy="21968"/>
            </a:xfrm>
            <a:custGeom>
              <a:rect b="b" l="l" r="r" t="t"/>
              <a:pathLst>
                <a:path extrusionOk="0" h="838" w="694">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17" name="Google Shape;26017;p98"/>
          <p:cNvGrpSpPr/>
          <p:nvPr/>
        </p:nvGrpSpPr>
        <p:grpSpPr>
          <a:xfrm>
            <a:off x="3710496" y="1530151"/>
            <a:ext cx="366722" cy="317962"/>
            <a:chOff x="3735553" y="1530151"/>
            <a:chExt cx="366722" cy="317962"/>
          </a:xfrm>
        </p:grpSpPr>
        <p:sp>
          <p:nvSpPr>
            <p:cNvPr id="26018" name="Google Shape;26018;p98"/>
            <p:cNvSpPr/>
            <p:nvPr/>
          </p:nvSpPr>
          <p:spPr>
            <a:xfrm>
              <a:off x="3770760" y="1565725"/>
              <a:ext cx="331515" cy="282388"/>
            </a:xfrm>
            <a:custGeom>
              <a:rect b="b" l="l" r="r" t="t"/>
              <a:pathLst>
                <a:path extrusionOk="0" h="10772" w="12646">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9" name="Google Shape;26019;p98"/>
            <p:cNvSpPr/>
            <p:nvPr/>
          </p:nvSpPr>
          <p:spPr>
            <a:xfrm>
              <a:off x="3770760" y="1565725"/>
              <a:ext cx="307685" cy="189246"/>
            </a:xfrm>
            <a:custGeom>
              <a:rect b="b" l="l" r="r" t="t"/>
              <a:pathLst>
                <a:path extrusionOk="0" h="7219" w="11737">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0" name="Google Shape;26020;p98"/>
            <p:cNvSpPr/>
            <p:nvPr/>
          </p:nvSpPr>
          <p:spPr>
            <a:xfrm>
              <a:off x="3735553" y="1530151"/>
              <a:ext cx="330781" cy="282073"/>
            </a:xfrm>
            <a:custGeom>
              <a:rect b="b" l="l" r="r" t="t"/>
              <a:pathLst>
                <a:path extrusionOk="0" h="10760" w="12618">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1" name="Google Shape;26021;p98"/>
            <p:cNvSpPr/>
            <p:nvPr/>
          </p:nvSpPr>
          <p:spPr>
            <a:xfrm>
              <a:off x="3779070" y="1629296"/>
              <a:ext cx="250170" cy="14785"/>
            </a:xfrm>
            <a:custGeom>
              <a:rect b="b" l="l" r="r" t="t"/>
              <a:pathLst>
                <a:path extrusionOk="0" h="564" w="9543">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2" name="Google Shape;26022;p98"/>
            <p:cNvSpPr/>
            <p:nvPr/>
          </p:nvSpPr>
          <p:spPr>
            <a:xfrm>
              <a:off x="3779070" y="1599778"/>
              <a:ext cx="167304" cy="14785"/>
            </a:xfrm>
            <a:custGeom>
              <a:rect b="b" l="l" r="r" t="t"/>
              <a:pathLst>
                <a:path extrusionOk="0" h="564" w="6382">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3" name="Google Shape;26023;p98"/>
            <p:cNvSpPr/>
            <p:nvPr/>
          </p:nvSpPr>
          <p:spPr>
            <a:xfrm>
              <a:off x="3950490" y="1599778"/>
              <a:ext cx="78750" cy="14785"/>
            </a:xfrm>
            <a:custGeom>
              <a:rect b="b" l="l" r="r" t="t"/>
              <a:pathLst>
                <a:path extrusionOk="0" h="564" w="3004">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4" name="Google Shape;26024;p98"/>
            <p:cNvSpPr/>
            <p:nvPr/>
          </p:nvSpPr>
          <p:spPr>
            <a:xfrm>
              <a:off x="3779070" y="1658814"/>
              <a:ext cx="96524" cy="14785"/>
            </a:xfrm>
            <a:custGeom>
              <a:rect b="b" l="l" r="r" t="t"/>
              <a:pathLst>
                <a:path extrusionOk="0" h="564" w="3682">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5" name="Google Shape;26025;p98"/>
            <p:cNvSpPr/>
            <p:nvPr/>
          </p:nvSpPr>
          <p:spPr>
            <a:xfrm>
              <a:off x="3891087" y="1658814"/>
              <a:ext cx="138153" cy="14785"/>
            </a:xfrm>
            <a:custGeom>
              <a:rect b="b" l="l" r="r" t="t"/>
              <a:pathLst>
                <a:path extrusionOk="0" h="564" w="527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6" name="Google Shape;26026;p98"/>
            <p:cNvSpPr/>
            <p:nvPr/>
          </p:nvSpPr>
          <p:spPr>
            <a:xfrm>
              <a:off x="3779070" y="1570260"/>
              <a:ext cx="49232" cy="14785"/>
            </a:xfrm>
            <a:custGeom>
              <a:rect b="b" l="l" r="r" t="t"/>
              <a:pathLst>
                <a:path extrusionOk="0" h="564" w="1878">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7" name="Google Shape;26027;p98"/>
            <p:cNvSpPr/>
            <p:nvPr/>
          </p:nvSpPr>
          <p:spPr>
            <a:xfrm>
              <a:off x="3832051" y="1570260"/>
              <a:ext cx="197189" cy="14785"/>
            </a:xfrm>
            <a:custGeom>
              <a:rect b="b" l="l" r="r" t="t"/>
              <a:pathLst>
                <a:path extrusionOk="0" h="564" w="7522">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8" name="Google Shape;26028;p98"/>
            <p:cNvSpPr/>
            <p:nvPr/>
          </p:nvSpPr>
          <p:spPr>
            <a:xfrm>
              <a:off x="3779070" y="1688699"/>
              <a:ext cx="190740" cy="14811"/>
            </a:xfrm>
            <a:custGeom>
              <a:rect b="b" l="l" r="r" t="t"/>
              <a:pathLst>
                <a:path extrusionOk="0" h="565" w="7276">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9" name="Google Shape;26029;p98"/>
            <p:cNvSpPr/>
            <p:nvPr/>
          </p:nvSpPr>
          <p:spPr>
            <a:xfrm>
              <a:off x="3973953" y="1688699"/>
              <a:ext cx="55287" cy="14811"/>
            </a:xfrm>
            <a:custGeom>
              <a:rect b="b" l="l" r="r" t="t"/>
              <a:pathLst>
                <a:path extrusionOk="0" h="565" w="2109">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30" name="Google Shape;26030;p98"/>
          <p:cNvGrpSpPr/>
          <p:nvPr/>
        </p:nvGrpSpPr>
        <p:grpSpPr>
          <a:xfrm>
            <a:off x="841265" y="2469775"/>
            <a:ext cx="379226" cy="322733"/>
            <a:chOff x="866322" y="2469775"/>
            <a:chExt cx="379226" cy="322733"/>
          </a:xfrm>
        </p:grpSpPr>
        <p:sp>
          <p:nvSpPr>
            <p:cNvPr id="26031" name="Google Shape;26031;p98"/>
            <p:cNvSpPr/>
            <p:nvPr/>
          </p:nvSpPr>
          <p:spPr>
            <a:xfrm>
              <a:off x="1050246" y="2469775"/>
              <a:ext cx="175981" cy="171787"/>
            </a:xfrm>
            <a:custGeom>
              <a:rect b="b" l="l" r="r" t="t"/>
              <a:pathLst>
                <a:path extrusionOk="0" h="6553" w="6713">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2" name="Google Shape;26032;p98"/>
            <p:cNvSpPr/>
            <p:nvPr/>
          </p:nvSpPr>
          <p:spPr>
            <a:xfrm>
              <a:off x="1077484" y="2498926"/>
              <a:ext cx="33345" cy="11744"/>
            </a:xfrm>
            <a:custGeom>
              <a:rect b="b" l="l" r="r" t="t"/>
              <a:pathLst>
                <a:path extrusionOk="0" h="448" w="1272">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3" name="Google Shape;26033;p98"/>
            <p:cNvSpPr/>
            <p:nvPr/>
          </p:nvSpPr>
          <p:spPr>
            <a:xfrm>
              <a:off x="1118353" y="2498926"/>
              <a:ext cx="80270" cy="11744"/>
            </a:xfrm>
            <a:custGeom>
              <a:rect b="b" l="l" r="r" t="t"/>
              <a:pathLst>
                <a:path extrusionOk="0" h="448" w="3062">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4" name="Google Shape;26034;p98"/>
            <p:cNvSpPr/>
            <p:nvPr/>
          </p:nvSpPr>
          <p:spPr>
            <a:xfrm>
              <a:off x="1077484" y="2528418"/>
              <a:ext cx="121140" cy="11771"/>
            </a:xfrm>
            <a:custGeom>
              <a:rect b="b" l="l" r="r" t="t"/>
              <a:pathLst>
                <a:path extrusionOk="0" h="449" w="4621">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5" name="Google Shape;26035;p98"/>
            <p:cNvSpPr/>
            <p:nvPr/>
          </p:nvSpPr>
          <p:spPr>
            <a:xfrm>
              <a:off x="1077484" y="2557569"/>
              <a:ext cx="80270" cy="11771"/>
            </a:xfrm>
            <a:custGeom>
              <a:rect b="b" l="l" r="r" t="t"/>
              <a:pathLst>
                <a:path extrusionOk="0" h="449" w="3062">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6" name="Google Shape;26036;p98"/>
            <p:cNvSpPr/>
            <p:nvPr/>
          </p:nvSpPr>
          <p:spPr>
            <a:xfrm>
              <a:off x="1165278" y="2557569"/>
              <a:ext cx="33345" cy="11771"/>
            </a:xfrm>
            <a:custGeom>
              <a:rect b="b" l="l" r="r" t="t"/>
              <a:pathLst>
                <a:path extrusionOk="0" h="449" w="1272">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7" name="Google Shape;26037;p98"/>
            <p:cNvSpPr/>
            <p:nvPr/>
          </p:nvSpPr>
          <p:spPr>
            <a:xfrm>
              <a:off x="886009" y="2733551"/>
              <a:ext cx="340218" cy="17433"/>
            </a:xfrm>
            <a:custGeom>
              <a:rect b="b" l="l" r="r" t="t"/>
              <a:pathLst>
                <a:path extrusionOk="0" h="665" w="12978">
                  <a:moveTo>
                    <a:pt x="0" y="0"/>
                  </a:moveTo>
                  <a:lnTo>
                    <a:pt x="0" y="664"/>
                  </a:lnTo>
                  <a:lnTo>
                    <a:pt x="12978" y="664"/>
                  </a:lnTo>
                  <a:lnTo>
                    <a:pt x="12978"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8" name="Google Shape;26038;p98"/>
            <p:cNvSpPr/>
            <p:nvPr/>
          </p:nvSpPr>
          <p:spPr>
            <a:xfrm>
              <a:off x="879954" y="2733551"/>
              <a:ext cx="12138" cy="58958"/>
            </a:xfrm>
            <a:custGeom>
              <a:rect b="b" l="l" r="r" t="t"/>
              <a:pathLst>
                <a:path extrusionOk="0" h="2249" w="463">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9" name="Google Shape;26039;p98"/>
            <p:cNvSpPr/>
            <p:nvPr/>
          </p:nvSpPr>
          <p:spPr>
            <a:xfrm>
              <a:off x="1220146" y="2733551"/>
              <a:ext cx="11771" cy="58958"/>
            </a:xfrm>
            <a:custGeom>
              <a:rect b="b" l="l" r="r" t="t"/>
              <a:pathLst>
                <a:path extrusionOk="0" h="2249" w="449">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0" name="Google Shape;26040;p98"/>
            <p:cNvSpPr/>
            <p:nvPr/>
          </p:nvSpPr>
          <p:spPr>
            <a:xfrm>
              <a:off x="921190" y="2608295"/>
              <a:ext cx="105620" cy="119593"/>
            </a:xfrm>
            <a:custGeom>
              <a:rect b="b" l="l" r="r" t="t"/>
              <a:pathLst>
                <a:path extrusionOk="0" h="4562" w="4029">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1" name="Google Shape;26041;p98"/>
            <p:cNvSpPr/>
            <p:nvPr/>
          </p:nvSpPr>
          <p:spPr>
            <a:xfrm>
              <a:off x="956029" y="2608295"/>
              <a:ext cx="35574" cy="23095"/>
            </a:xfrm>
            <a:custGeom>
              <a:rect b="b" l="l" r="r" t="t"/>
              <a:pathLst>
                <a:path extrusionOk="0" h="881" w="1357">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2" name="Google Shape;26042;p98"/>
            <p:cNvSpPr/>
            <p:nvPr/>
          </p:nvSpPr>
          <p:spPr>
            <a:xfrm>
              <a:off x="920823" y="2638941"/>
              <a:ext cx="105987" cy="88947"/>
            </a:xfrm>
            <a:custGeom>
              <a:rect b="b" l="l" r="r" t="t"/>
              <a:pathLst>
                <a:path extrusionOk="0" h="3393" w="4043">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3" name="Google Shape;26043;p98"/>
            <p:cNvSpPr/>
            <p:nvPr/>
          </p:nvSpPr>
          <p:spPr>
            <a:xfrm>
              <a:off x="1002954" y="2650659"/>
              <a:ext cx="23856" cy="76862"/>
            </a:xfrm>
            <a:custGeom>
              <a:rect b="b" l="l" r="r" t="t"/>
              <a:pathLst>
                <a:path extrusionOk="0" h="2932" w="91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4" name="Google Shape;26044;p98"/>
            <p:cNvSpPr/>
            <p:nvPr/>
          </p:nvSpPr>
          <p:spPr>
            <a:xfrm>
              <a:off x="921190" y="2650659"/>
              <a:ext cx="52640" cy="77229"/>
            </a:xfrm>
            <a:custGeom>
              <a:rect b="b" l="l" r="r" t="t"/>
              <a:pathLst>
                <a:path extrusionOk="0" h="2946" w="2008">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5" name="Google Shape;26045;p98"/>
            <p:cNvSpPr/>
            <p:nvPr/>
          </p:nvSpPr>
          <p:spPr>
            <a:xfrm>
              <a:off x="950341" y="2510644"/>
              <a:ext cx="46951" cy="41289"/>
            </a:xfrm>
            <a:custGeom>
              <a:rect b="b" l="l" r="r" t="t"/>
              <a:pathLst>
                <a:path extrusionOk="0" h="1575" w="1791">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6" name="Google Shape;26046;p98"/>
            <p:cNvSpPr/>
            <p:nvPr/>
          </p:nvSpPr>
          <p:spPr>
            <a:xfrm>
              <a:off x="950341" y="2510644"/>
              <a:ext cx="32192" cy="41289"/>
            </a:xfrm>
            <a:custGeom>
              <a:rect b="b" l="l" r="r" t="t"/>
              <a:pathLst>
                <a:path extrusionOk="0" h="1575" w="1228">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7" name="Google Shape;26047;p98"/>
            <p:cNvSpPr/>
            <p:nvPr/>
          </p:nvSpPr>
          <p:spPr>
            <a:xfrm>
              <a:off x="932567" y="2528444"/>
              <a:ext cx="82499" cy="82132"/>
            </a:xfrm>
            <a:custGeom>
              <a:rect b="b" l="l" r="r" t="t"/>
              <a:pathLst>
                <a:path extrusionOk="0" h="3133" w="3147">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8" name="Google Shape;26048;p98"/>
            <p:cNvSpPr/>
            <p:nvPr/>
          </p:nvSpPr>
          <p:spPr>
            <a:xfrm>
              <a:off x="948060" y="2528051"/>
              <a:ext cx="68526" cy="74215"/>
            </a:xfrm>
            <a:custGeom>
              <a:rect b="b" l="l" r="r" t="t"/>
              <a:pathLst>
                <a:path extrusionOk="0" h="2831" w="2614">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9" name="Google Shape;26049;p98"/>
            <p:cNvSpPr/>
            <p:nvPr/>
          </p:nvSpPr>
          <p:spPr>
            <a:xfrm>
              <a:off x="938596" y="2564542"/>
              <a:ext cx="70413" cy="57778"/>
            </a:xfrm>
            <a:custGeom>
              <a:rect b="b" l="l" r="r" t="t"/>
              <a:pathLst>
                <a:path extrusionOk="0" h="2204" w="2686">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0" name="Google Shape;26050;p98"/>
            <p:cNvSpPr/>
            <p:nvPr/>
          </p:nvSpPr>
          <p:spPr>
            <a:xfrm>
              <a:off x="938596" y="2564542"/>
              <a:ext cx="70413" cy="57018"/>
            </a:xfrm>
            <a:custGeom>
              <a:rect b="b" l="l" r="r" t="t"/>
              <a:pathLst>
                <a:path extrusionOk="0" h="2175" w="2686">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1" name="Google Shape;26051;p98"/>
            <p:cNvSpPr/>
            <p:nvPr/>
          </p:nvSpPr>
          <p:spPr>
            <a:xfrm>
              <a:off x="879954" y="2733551"/>
              <a:ext cx="11744" cy="17433"/>
            </a:xfrm>
            <a:custGeom>
              <a:rect b="b" l="l" r="r" t="t"/>
              <a:pathLst>
                <a:path extrusionOk="0" h="665" w="448">
                  <a:moveTo>
                    <a:pt x="0" y="0"/>
                  </a:moveTo>
                  <a:lnTo>
                    <a:pt x="0"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2" name="Google Shape;26052;p98"/>
            <p:cNvSpPr/>
            <p:nvPr/>
          </p:nvSpPr>
          <p:spPr>
            <a:xfrm>
              <a:off x="1220146" y="2733551"/>
              <a:ext cx="11771" cy="17433"/>
            </a:xfrm>
            <a:custGeom>
              <a:rect b="b" l="l" r="r" t="t"/>
              <a:pathLst>
                <a:path extrusionOk="0" h="665" w="449">
                  <a:moveTo>
                    <a:pt x="1" y="0"/>
                  </a:moveTo>
                  <a:lnTo>
                    <a:pt x="1"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3" name="Google Shape;26053;p98"/>
            <p:cNvSpPr/>
            <p:nvPr/>
          </p:nvSpPr>
          <p:spPr>
            <a:xfrm>
              <a:off x="866322" y="2727495"/>
              <a:ext cx="379226" cy="11744"/>
            </a:xfrm>
            <a:custGeom>
              <a:rect b="b" l="l" r="r" t="t"/>
              <a:pathLst>
                <a:path extrusionOk="0" h="448" w="14466">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4" name="Google Shape;26054;p98"/>
            <p:cNvSpPr/>
            <p:nvPr/>
          </p:nvSpPr>
          <p:spPr>
            <a:xfrm>
              <a:off x="944652" y="2716144"/>
              <a:ext cx="35233" cy="11744"/>
            </a:xfrm>
            <a:custGeom>
              <a:rect b="b" l="l" r="r" t="t"/>
              <a:pathLst>
                <a:path extrusionOk="0" h="448" w="1344">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5" name="Google Shape;26055;p98"/>
            <p:cNvSpPr/>
            <p:nvPr/>
          </p:nvSpPr>
          <p:spPr>
            <a:xfrm>
              <a:off x="968115" y="2669219"/>
              <a:ext cx="82158" cy="58669"/>
            </a:xfrm>
            <a:custGeom>
              <a:rect b="b" l="l" r="r" t="t"/>
              <a:pathLst>
                <a:path extrusionOk="0" h="2238" w="3134">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6" name="Google Shape;26056;p98"/>
            <p:cNvSpPr/>
            <p:nvPr/>
          </p:nvSpPr>
          <p:spPr>
            <a:xfrm>
              <a:off x="995378" y="2692681"/>
              <a:ext cx="27264" cy="11744"/>
            </a:xfrm>
            <a:custGeom>
              <a:rect b="b" l="l" r="r" t="t"/>
              <a:pathLst>
                <a:path extrusionOk="0" h="448" w="104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57" name="Google Shape;26057;p98"/>
          <p:cNvGrpSpPr/>
          <p:nvPr/>
        </p:nvGrpSpPr>
        <p:grpSpPr>
          <a:xfrm>
            <a:off x="1303330" y="2500814"/>
            <a:ext cx="404183" cy="289151"/>
            <a:chOff x="1328387" y="2500814"/>
            <a:chExt cx="404183" cy="289151"/>
          </a:xfrm>
        </p:grpSpPr>
        <p:sp>
          <p:nvSpPr>
            <p:cNvPr id="26058" name="Google Shape;26058;p98"/>
            <p:cNvSpPr/>
            <p:nvPr/>
          </p:nvSpPr>
          <p:spPr>
            <a:xfrm>
              <a:off x="1561491" y="2601479"/>
              <a:ext cx="125281" cy="118859"/>
            </a:xfrm>
            <a:custGeom>
              <a:rect b="b" l="l" r="r" t="t"/>
              <a:pathLst>
                <a:path extrusionOk="0" h="4534" w="4779">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9" name="Google Shape;26059;p98"/>
            <p:cNvSpPr/>
            <p:nvPr/>
          </p:nvSpPr>
          <p:spPr>
            <a:xfrm>
              <a:off x="1561884" y="2620407"/>
              <a:ext cx="125281" cy="99932"/>
            </a:xfrm>
            <a:custGeom>
              <a:rect b="b" l="l" r="r" t="t"/>
              <a:pathLst>
                <a:path extrusionOk="0" h="3812" w="4779">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0" name="Google Shape;26060;p98"/>
            <p:cNvSpPr/>
            <p:nvPr/>
          </p:nvSpPr>
          <p:spPr>
            <a:xfrm>
              <a:off x="1603881" y="2601479"/>
              <a:ext cx="40895" cy="18953"/>
            </a:xfrm>
            <a:custGeom>
              <a:rect b="b" l="l" r="r" t="t"/>
              <a:pathLst>
                <a:path extrusionOk="0" h="723" w="156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1" name="Google Shape;26061;p98"/>
            <p:cNvSpPr/>
            <p:nvPr/>
          </p:nvSpPr>
          <p:spPr>
            <a:xfrm>
              <a:off x="1580785" y="2513685"/>
              <a:ext cx="31458" cy="68893"/>
            </a:xfrm>
            <a:custGeom>
              <a:rect b="b" l="l" r="r" t="t"/>
              <a:pathLst>
                <a:path extrusionOk="0" h="2628" w="120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2" name="Google Shape;26062;p98"/>
            <p:cNvSpPr/>
            <p:nvPr/>
          </p:nvSpPr>
          <p:spPr>
            <a:xfrm>
              <a:off x="1593290" y="2507236"/>
              <a:ext cx="75342" cy="75342"/>
            </a:xfrm>
            <a:custGeom>
              <a:rect b="b" l="l" r="r" t="t"/>
              <a:pathLst>
                <a:path extrusionOk="0" h="2874" w="2874">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3" name="Google Shape;26063;p98"/>
            <p:cNvSpPr/>
            <p:nvPr/>
          </p:nvSpPr>
          <p:spPr>
            <a:xfrm>
              <a:off x="1586841" y="2538668"/>
              <a:ext cx="74975" cy="68893"/>
            </a:xfrm>
            <a:custGeom>
              <a:rect b="b" l="l" r="r" t="t"/>
              <a:pathLst>
                <a:path extrusionOk="0" h="2628" w="286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4" name="Google Shape;26064;p98"/>
            <p:cNvSpPr/>
            <p:nvPr/>
          </p:nvSpPr>
          <p:spPr>
            <a:xfrm>
              <a:off x="1587234" y="2538983"/>
              <a:ext cx="74949" cy="67451"/>
            </a:xfrm>
            <a:custGeom>
              <a:rect b="b" l="l" r="r" t="t"/>
              <a:pathLst>
                <a:path extrusionOk="0" h="2573" w="2859">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5" name="Google Shape;26065;p98"/>
            <p:cNvSpPr/>
            <p:nvPr/>
          </p:nvSpPr>
          <p:spPr>
            <a:xfrm>
              <a:off x="1561884" y="2632518"/>
              <a:ext cx="24983" cy="87820"/>
            </a:xfrm>
            <a:custGeom>
              <a:rect b="b" l="l" r="r" t="t"/>
              <a:pathLst>
                <a:path extrusionOk="0" h="3350" w="953">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6" name="Google Shape;26066;p98"/>
            <p:cNvSpPr/>
            <p:nvPr/>
          </p:nvSpPr>
          <p:spPr>
            <a:xfrm>
              <a:off x="1630751" y="2632518"/>
              <a:ext cx="56415" cy="87820"/>
            </a:xfrm>
            <a:custGeom>
              <a:rect b="b" l="l" r="r" t="t"/>
              <a:pathLst>
                <a:path extrusionOk="0" h="3350" w="2152">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7" name="Google Shape;26067;p98"/>
            <p:cNvSpPr/>
            <p:nvPr/>
          </p:nvSpPr>
          <p:spPr>
            <a:xfrm>
              <a:off x="1348442" y="2726735"/>
              <a:ext cx="364074" cy="18953"/>
            </a:xfrm>
            <a:custGeom>
              <a:rect b="b" l="l" r="r" t="t"/>
              <a:pathLst>
                <a:path extrusionOk="0" h="723" w="13888">
                  <a:moveTo>
                    <a:pt x="1" y="0"/>
                  </a:moveTo>
                  <a:lnTo>
                    <a:pt x="1" y="722"/>
                  </a:lnTo>
                  <a:lnTo>
                    <a:pt x="13888" y="722"/>
                  </a:lnTo>
                  <a:lnTo>
                    <a:pt x="13888"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8" name="Google Shape;26068;p98"/>
            <p:cNvSpPr/>
            <p:nvPr/>
          </p:nvSpPr>
          <p:spPr>
            <a:xfrm>
              <a:off x="1342019" y="2726735"/>
              <a:ext cx="13265" cy="63231"/>
            </a:xfrm>
            <a:custGeom>
              <a:rect b="b" l="l" r="r" t="t"/>
              <a:pathLst>
                <a:path extrusionOk="0" h="2412" w="506">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9" name="Google Shape;26069;p98"/>
            <p:cNvSpPr/>
            <p:nvPr/>
          </p:nvSpPr>
          <p:spPr>
            <a:xfrm>
              <a:off x="1705674" y="2726735"/>
              <a:ext cx="13265" cy="63231"/>
            </a:xfrm>
            <a:custGeom>
              <a:rect b="b" l="l" r="r" t="t"/>
              <a:pathLst>
                <a:path extrusionOk="0" h="2412" w="506">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0" name="Google Shape;26070;p98"/>
            <p:cNvSpPr/>
            <p:nvPr/>
          </p:nvSpPr>
          <p:spPr>
            <a:xfrm>
              <a:off x="1342386" y="2726735"/>
              <a:ext cx="12531" cy="18953"/>
            </a:xfrm>
            <a:custGeom>
              <a:rect b="b" l="l" r="r" t="t"/>
              <a:pathLst>
                <a:path extrusionOk="0" h="723" w="478">
                  <a:moveTo>
                    <a:pt x="1" y="0"/>
                  </a:moveTo>
                  <a:lnTo>
                    <a:pt x="1" y="722"/>
                  </a:lnTo>
                  <a:lnTo>
                    <a:pt x="477" y="722"/>
                  </a:lnTo>
                  <a:lnTo>
                    <a:pt x="477"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1" name="Google Shape;26071;p98"/>
            <p:cNvSpPr/>
            <p:nvPr/>
          </p:nvSpPr>
          <p:spPr>
            <a:xfrm>
              <a:off x="1706067" y="2726735"/>
              <a:ext cx="12505" cy="18953"/>
            </a:xfrm>
            <a:custGeom>
              <a:rect b="b" l="l" r="r" t="t"/>
              <a:pathLst>
                <a:path extrusionOk="0" h="723" w="477">
                  <a:moveTo>
                    <a:pt x="0" y="0"/>
                  </a:moveTo>
                  <a:lnTo>
                    <a:pt x="0" y="722"/>
                  </a:lnTo>
                  <a:lnTo>
                    <a:pt x="476" y="722"/>
                  </a:lnTo>
                  <a:lnTo>
                    <a:pt x="476"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2" name="Google Shape;26072;p98"/>
            <p:cNvSpPr/>
            <p:nvPr/>
          </p:nvSpPr>
          <p:spPr>
            <a:xfrm>
              <a:off x="1328387" y="2720679"/>
              <a:ext cx="404183" cy="12505"/>
            </a:xfrm>
            <a:custGeom>
              <a:rect b="b" l="l" r="r" t="t"/>
              <a:pathLst>
                <a:path extrusionOk="0" h="477" w="15418">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3" name="Google Shape;26073;p98"/>
            <p:cNvSpPr/>
            <p:nvPr/>
          </p:nvSpPr>
          <p:spPr>
            <a:xfrm>
              <a:off x="1624695" y="2708148"/>
              <a:ext cx="37487" cy="12557"/>
            </a:xfrm>
            <a:custGeom>
              <a:rect b="b" l="l" r="r" t="t"/>
              <a:pathLst>
                <a:path extrusionOk="0" h="479" w="143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4" name="Google Shape;26074;p98"/>
            <p:cNvSpPr/>
            <p:nvPr/>
          </p:nvSpPr>
          <p:spPr>
            <a:xfrm>
              <a:off x="1549380" y="2657868"/>
              <a:ext cx="87820" cy="62837"/>
            </a:xfrm>
            <a:custGeom>
              <a:rect b="b" l="l" r="r" t="t"/>
              <a:pathLst>
                <a:path extrusionOk="0" h="2397" w="335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5" name="Google Shape;26075;p98"/>
            <p:cNvSpPr/>
            <p:nvPr/>
          </p:nvSpPr>
          <p:spPr>
            <a:xfrm>
              <a:off x="1585714" y="2682825"/>
              <a:ext cx="15178" cy="12531"/>
            </a:xfrm>
            <a:custGeom>
              <a:rect b="b" l="l" r="r" t="t"/>
              <a:pathLst>
                <a:path extrusionOk="0" h="478" w="579">
                  <a:moveTo>
                    <a:pt x="289" y="1"/>
                  </a:moveTo>
                  <a:cubicBezTo>
                    <a:pt x="1" y="30"/>
                    <a:pt x="1" y="463"/>
                    <a:pt x="289" y="477"/>
                  </a:cubicBezTo>
                  <a:cubicBezTo>
                    <a:pt x="578" y="463"/>
                    <a:pt x="578" y="30"/>
                    <a:pt x="28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6" name="Google Shape;26076;p98"/>
            <p:cNvSpPr/>
            <p:nvPr/>
          </p:nvSpPr>
          <p:spPr>
            <a:xfrm>
              <a:off x="1386296" y="2607535"/>
              <a:ext cx="125648" cy="113170"/>
            </a:xfrm>
            <a:custGeom>
              <a:rect b="b" l="l" r="r" t="t"/>
              <a:pathLst>
                <a:path extrusionOk="0" h="4317" w="4793">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7" name="Google Shape;26077;p98"/>
            <p:cNvSpPr/>
            <p:nvPr/>
          </p:nvSpPr>
          <p:spPr>
            <a:xfrm>
              <a:off x="1386296" y="2636293"/>
              <a:ext cx="24983" cy="84412"/>
            </a:xfrm>
            <a:custGeom>
              <a:rect b="b" l="l" r="r" t="t"/>
              <a:pathLst>
                <a:path extrusionOk="0" h="3220" w="953">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8" name="Google Shape;26078;p98"/>
            <p:cNvSpPr/>
            <p:nvPr/>
          </p:nvSpPr>
          <p:spPr>
            <a:xfrm>
              <a:off x="1486569" y="2636293"/>
              <a:ext cx="25376" cy="84412"/>
            </a:xfrm>
            <a:custGeom>
              <a:rect b="b" l="l" r="r" t="t"/>
              <a:pathLst>
                <a:path extrusionOk="0" h="3220" w="968">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9" name="Google Shape;26079;p98"/>
            <p:cNvSpPr/>
            <p:nvPr/>
          </p:nvSpPr>
          <p:spPr>
            <a:xfrm>
              <a:off x="1418829" y="2607535"/>
              <a:ext cx="60190" cy="18953"/>
            </a:xfrm>
            <a:custGeom>
              <a:rect b="b" l="l" r="r" t="t"/>
              <a:pathLst>
                <a:path extrusionOk="0" h="723" w="2296">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0" name="Google Shape;26080;p98"/>
            <p:cNvSpPr/>
            <p:nvPr/>
          </p:nvSpPr>
          <p:spPr>
            <a:xfrm>
              <a:off x="1393846" y="2500814"/>
              <a:ext cx="110549" cy="113170"/>
            </a:xfrm>
            <a:custGeom>
              <a:rect b="b" l="l" r="r" t="t"/>
              <a:pathLst>
                <a:path extrusionOk="0" h="4317" w="4217">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1" name="Google Shape;26081;p98"/>
            <p:cNvSpPr/>
            <p:nvPr/>
          </p:nvSpPr>
          <p:spPr>
            <a:xfrm>
              <a:off x="1405197" y="2751718"/>
              <a:ext cx="12531" cy="37854"/>
            </a:xfrm>
            <a:custGeom>
              <a:rect b="b" l="l" r="r" t="t"/>
              <a:pathLst>
                <a:path extrusionOk="0" h="1444" w="478">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2" name="Google Shape;26082;p98"/>
            <p:cNvSpPr/>
            <p:nvPr/>
          </p:nvSpPr>
          <p:spPr>
            <a:xfrm>
              <a:off x="1405197" y="2745662"/>
              <a:ext cx="12531" cy="24983"/>
            </a:xfrm>
            <a:custGeom>
              <a:rect b="b" l="l" r="r" t="t"/>
              <a:pathLst>
                <a:path extrusionOk="0" h="953" w="478">
                  <a:moveTo>
                    <a:pt x="1" y="0"/>
                  </a:moveTo>
                  <a:lnTo>
                    <a:pt x="1" y="953"/>
                  </a:lnTo>
                  <a:lnTo>
                    <a:pt x="477" y="953"/>
                  </a:lnTo>
                  <a:lnTo>
                    <a:pt x="477"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3" name="Google Shape;26083;p98"/>
            <p:cNvSpPr/>
            <p:nvPr/>
          </p:nvSpPr>
          <p:spPr>
            <a:xfrm>
              <a:off x="1480146" y="2751718"/>
              <a:ext cx="12872" cy="37854"/>
            </a:xfrm>
            <a:custGeom>
              <a:rect b="b" l="l" r="r" t="t"/>
              <a:pathLst>
                <a:path extrusionOk="0" h="1444" w="491">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4" name="Google Shape;26084;p98"/>
            <p:cNvSpPr/>
            <p:nvPr/>
          </p:nvSpPr>
          <p:spPr>
            <a:xfrm>
              <a:off x="1480146" y="2745662"/>
              <a:ext cx="12872" cy="24983"/>
            </a:xfrm>
            <a:custGeom>
              <a:rect b="b" l="l" r="r" t="t"/>
              <a:pathLst>
                <a:path extrusionOk="0" h="953" w="491">
                  <a:moveTo>
                    <a:pt x="0" y="0"/>
                  </a:moveTo>
                  <a:lnTo>
                    <a:pt x="0" y="953"/>
                  </a:lnTo>
                  <a:lnTo>
                    <a:pt x="491" y="953"/>
                  </a:lnTo>
                  <a:lnTo>
                    <a:pt x="491" y="0"/>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5" name="Google Shape;26085;p98"/>
            <p:cNvSpPr/>
            <p:nvPr/>
          </p:nvSpPr>
          <p:spPr>
            <a:xfrm>
              <a:off x="1404830" y="2651419"/>
              <a:ext cx="88187" cy="106747"/>
            </a:xfrm>
            <a:custGeom>
              <a:rect b="b" l="l" r="r" t="t"/>
              <a:pathLst>
                <a:path extrusionOk="0" h="4072" w="3364">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6" name="Google Shape;26086;p98"/>
            <p:cNvSpPr/>
            <p:nvPr/>
          </p:nvSpPr>
          <p:spPr>
            <a:xfrm>
              <a:off x="1393846" y="2501181"/>
              <a:ext cx="67399" cy="110916"/>
            </a:xfrm>
            <a:custGeom>
              <a:rect b="b" l="l" r="r" t="t"/>
              <a:pathLst>
                <a:path extrusionOk="0" h="4231" w="2571">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87" name="Google Shape;26087;p98"/>
          <p:cNvGrpSpPr/>
          <p:nvPr/>
        </p:nvGrpSpPr>
        <p:grpSpPr>
          <a:xfrm>
            <a:off x="1796408" y="2495702"/>
            <a:ext cx="365988" cy="270801"/>
            <a:chOff x="1821465" y="2495702"/>
            <a:chExt cx="365988" cy="270801"/>
          </a:xfrm>
        </p:grpSpPr>
        <p:sp>
          <p:nvSpPr>
            <p:cNvPr id="26088" name="Google Shape;26088;p98"/>
            <p:cNvSpPr/>
            <p:nvPr/>
          </p:nvSpPr>
          <p:spPr>
            <a:xfrm>
              <a:off x="1822619" y="2495702"/>
              <a:ext cx="364834" cy="194725"/>
            </a:xfrm>
            <a:custGeom>
              <a:rect b="b" l="l" r="r" t="t"/>
              <a:pathLst>
                <a:path extrusionOk="0" h="7428" w="13917">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9" name="Google Shape;26089;p98"/>
            <p:cNvSpPr/>
            <p:nvPr/>
          </p:nvSpPr>
          <p:spPr>
            <a:xfrm>
              <a:off x="1821465" y="2554922"/>
              <a:ext cx="333062" cy="135138"/>
            </a:xfrm>
            <a:custGeom>
              <a:rect b="b" l="l" r="r" t="t"/>
              <a:pathLst>
                <a:path extrusionOk="0" h="5155" w="12705">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0" name="Google Shape;26090;p98"/>
            <p:cNvSpPr/>
            <p:nvPr/>
          </p:nvSpPr>
          <p:spPr>
            <a:xfrm>
              <a:off x="1940298" y="2589735"/>
              <a:ext cx="129450" cy="176768"/>
            </a:xfrm>
            <a:custGeom>
              <a:rect b="b" l="l" r="r" t="t"/>
              <a:pathLst>
                <a:path extrusionOk="0" h="6743" w="4938">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1" name="Google Shape;26091;p98"/>
            <p:cNvSpPr/>
            <p:nvPr/>
          </p:nvSpPr>
          <p:spPr>
            <a:xfrm>
              <a:off x="1971546" y="2659100"/>
              <a:ext cx="67608" cy="79012"/>
            </a:xfrm>
            <a:custGeom>
              <a:rect b="b" l="l" r="r" t="t"/>
              <a:pathLst>
                <a:path extrusionOk="0" h="3014" w="2579">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2" name="Google Shape;26092;p98"/>
            <p:cNvSpPr/>
            <p:nvPr/>
          </p:nvSpPr>
          <p:spPr>
            <a:xfrm>
              <a:off x="1972464" y="2513292"/>
              <a:ext cx="53767" cy="37120"/>
            </a:xfrm>
            <a:custGeom>
              <a:rect b="b" l="l" r="r" t="t"/>
              <a:pathLst>
                <a:path extrusionOk="0" h="1416" w="2051">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3" name="Google Shape;26093;p98"/>
            <p:cNvSpPr/>
            <p:nvPr/>
          </p:nvSpPr>
          <p:spPr>
            <a:xfrm>
              <a:off x="2065973" y="2549521"/>
              <a:ext cx="43124" cy="36098"/>
            </a:xfrm>
            <a:custGeom>
              <a:rect b="b" l="l" r="r" t="t"/>
              <a:pathLst>
                <a:path extrusionOk="0" h="1377" w="1645">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4" name="Google Shape;26094;p98"/>
            <p:cNvSpPr/>
            <p:nvPr/>
          </p:nvSpPr>
          <p:spPr>
            <a:xfrm>
              <a:off x="2017134" y="2589735"/>
              <a:ext cx="52614" cy="53400"/>
            </a:xfrm>
            <a:custGeom>
              <a:rect b="b" l="l" r="r" t="t"/>
              <a:pathLst>
                <a:path extrusionOk="0" h="2037" w="2007">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95" name="Google Shape;26095;p98"/>
          <p:cNvGrpSpPr/>
          <p:nvPr/>
        </p:nvGrpSpPr>
        <p:grpSpPr>
          <a:xfrm>
            <a:off x="3700666" y="2455776"/>
            <a:ext cx="354977" cy="351202"/>
            <a:chOff x="3725723" y="2455776"/>
            <a:chExt cx="354977" cy="351202"/>
          </a:xfrm>
        </p:grpSpPr>
        <p:sp>
          <p:nvSpPr>
            <p:cNvPr id="26096" name="Google Shape;26096;p98"/>
            <p:cNvSpPr/>
            <p:nvPr/>
          </p:nvSpPr>
          <p:spPr>
            <a:xfrm>
              <a:off x="3979248" y="2643109"/>
              <a:ext cx="40895" cy="40895"/>
            </a:xfrm>
            <a:custGeom>
              <a:rect b="b" l="l" r="r" t="t"/>
              <a:pathLst>
                <a:path extrusionOk="0" h="1560" w="1560">
                  <a:moveTo>
                    <a:pt x="1" y="0"/>
                  </a:moveTo>
                  <a:lnTo>
                    <a:pt x="997" y="1559"/>
                  </a:lnTo>
                  <a:lnTo>
                    <a:pt x="1560" y="1559"/>
                  </a:lnTo>
                  <a:cubicBezTo>
                    <a:pt x="1560" y="693"/>
                    <a:pt x="853" y="0"/>
                    <a:pt x="1" y="0"/>
                  </a:cubicBezTo>
                  <a:close/>
                </a:path>
              </a:pathLst>
            </a:custGeom>
            <a:solidFill>
              <a:srgbClr val="788D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7" name="Google Shape;26097;p98"/>
            <p:cNvSpPr/>
            <p:nvPr/>
          </p:nvSpPr>
          <p:spPr>
            <a:xfrm>
              <a:off x="3938012" y="2643109"/>
              <a:ext cx="67373" cy="40502"/>
            </a:xfrm>
            <a:custGeom>
              <a:rect b="b" l="l" r="r" t="t"/>
              <a:pathLst>
                <a:path extrusionOk="0" h="1545" w="257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8" name="Google Shape;26098;p98"/>
            <p:cNvSpPr/>
            <p:nvPr/>
          </p:nvSpPr>
          <p:spPr>
            <a:xfrm>
              <a:off x="3978514" y="2575736"/>
              <a:ext cx="22728" cy="45064"/>
            </a:xfrm>
            <a:custGeom>
              <a:rect b="b" l="l" r="r" t="t"/>
              <a:pathLst>
                <a:path extrusionOk="0" h="1719" w="867">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9" name="Google Shape;26099;p98"/>
            <p:cNvSpPr/>
            <p:nvPr/>
          </p:nvSpPr>
          <p:spPr>
            <a:xfrm>
              <a:off x="3827516" y="2643109"/>
              <a:ext cx="41262" cy="40895"/>
            </a:xfrm>
            <a:custGeom>
              <a:rect b="b" l="l" r="r" t="t"/>
              <a:pathLst>
                <a:path extrusionOk="0" h="1560" w="1574">
                  <a:moveTo>
                    <a:pt x="0" y="0"/>
                  </a:moveTo>
                  <a:lnTo>
                    <a:pt x="996" y="1559"/>
                  </a:lnTo>
                  <a:lnTo>
                    <a:pt x="1574" y="1559"/>
                  </a:lnTo>
                  <a:cubicBezTo>
                    <a:pt x="1559" y="693"/>
                    <a:pt x="852" y="0"/>
                    <a:pt x="0" y="0"/>
                  </a:cubicBezTo>
                  <a:close/>
                </a:path>
              </a:pathLst>
            </a:custGeom>
            <a:solidFill>
              <a:srgbClr val="788D9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0" name="Google Shape;26100;p98"/>
            <p:cNvSpPr/>
            <p:nvPr/>
          </p:nvSpPr>
          <p:spPr>
            <a:xfrm>
              <a:off x="3786253" y="2643109"/>
              <a:ext cx="67399" cy="40502"/>
            </a:xfrm>
            <a:custGeom>
              <a:rect b="b" l="l" r="r" t="t"/>
              <a:pathLst>
                <a:path extrusionOk="0" h="1545" w="2571">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1" name="Google Shape;26101;p98"/>
            <p:cNvSpPr/>
            <p:nvPr/>
          </p:nvSpPr>
          <p:spPr>
            <a:xfrm>
              <a:off x="3827122" y="2575736"/>
              <a:ext cx="22361" cy="45064"/>
            </a:xfrm>
            <a:custGeom>
              <a:rect b="b" l="l" r="r" t="t"/>
              <a:pathLst>
                <a:path extrusionOk="0" h="1719" w="853">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2" name="Google Shape;26102;p98"/>
            <p:cNvSpPr/>
            <p:nvPr/>
          </p:nvSpPr>
          <p:spPr>
            <a:xfrm>
              <a:off x="3903198" y="2644996"/>
              <a:ext cx="55261" cy="55261"/>
            </a:xfrm>
            <a:custGeom>
              <a:rect b="b" l="l" r="r" t="t"/>
              <a:pathLst>
                <a:path extrusionOk="0" h="2108" w="2108">
                  <a:moveTo>
                    <a:pt x="0" y="0"/>
                  </a:moveTo>
                  <a:lnTo>
                    <a:pt x="1256" y="2108"/>
                  </a:lnTo>
                  <a:lnTo>
                    <a:pt x="2108" y="2108"/>
                  </a:lnTo>
                  <a:cubicBezTo>
                    <a:pt x="2108" y="953"/>
                    <a:pt x="1170" y="0"/>
                    <a:pt x="0" y="0"/>
                  </a:cubicBez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3" name="Google Shape;26103;p98"/>
            <p:cNvSpPr/>
            <p:nvPr/>
          </p:nvSpPr>
          <p:spPr>
            <a:xfrm>
              <a:off x="3847937" y="2644996"/>
              <a:ext cx="88213" cy="55261"/>
            </a:xfrm>
            <a:custGeom>
              <a:rect b="b" l="l" r="r" t="t"/>
              <a:pathLst>
                <a:path extrusionOk="0" h="2108" w="3365">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4" name="Google Shape;26104;p98"/>
            <p:cNvSpPr/>
            <p:nvPr/>
          </p:nvSpPr>
          <p:spPr>
            <a:xfrm>
              <a:off x="3903565" y="2561737"/>
              <a:ext cx="30698" cy="60950"/>
            </a:xfrm>
            <a:custGeom>
              <a:rect b="b" l="l" r="r" t="t"/>
              <a:pathLst>
                <a:path extrusionOk="0" h="2325" w="1171">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5" name="Google Shape;26105;p98"/>
            <p:cNvSpPr/>
            <p:nvPr/>
          </p:nvSpPr>
          <p:spPr>
            <a:xfrm>
              <a:off x="3872553" y="2561737"/>
              <a:ext cx="46191" cy="60950"/>
            </a:xfrm>
            <a:custGeom>
              <a:rect b="b" l="l" r="r" t="t"/>
              <a:pathLst>
                <a:path extrusionOk="0" h="2325" w="1762">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6" name="Google Shape;26106;p98"/>
            <p:cNvSpPr/>
            <p:nvPr/>
          </p:nvSpPr>
          <p:spPr>
            <a:xfrm>
              <a:off x="3797237" y="2575736"/>
              <a:ext cx="37120" cy="45064"/>
            </a:xfrm>
            <a:custGeom>
              <a:rect b="b" l="l" r="r" t="t"/>
              <a:pathLst>
                <a:path extrusionOk="0" h="1719" w="1416">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7" name="Google Shape;26107;p98"/>
            <p:cNvSpPr/>
            <p:nvPr/>
          </p:nvSpPr>
          <p:spPr>
            <a:xfrm>
              <a:off x="3948603" y="2575736"/>
              <a:ext cx="37487" cy="45064"/>
            </a:xfrm>
            <a:custGeom>
              <a:rect b="b" l="l" r="r" t="t"/>
              <a:pathLst>
                <a:path extrusionOk="0" h="1719" w="143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8" name="Google Shape;26108;p98"/>
            <p:cNvSpPr/>
            <p:nvPr/>
          </p:nvSpPr>
          <p:spPr>
            <a:xfrm>
              <a:off x="3725723" y="2455776"/>
              <a:ext cx="354977" cy="351202"/>
            </a:xfrm>
            <a:custGeom>
              <a:rect b="b" l="l" r="r" t="t"/>
              <a:pathLst>
                <a:path extrusionOk="0" h="13397" w="13541">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09" name="Google Shape;26109;p98"/>
          <p:cNvGrpSpPr/>
          <p:nvPr/>
        </p:nvGrpSpPr>
        <p:grpSpPr>
          <a:xfrm>
            <a:off x="5201108" y="1977641"/>
            <a:ext cx="230482" cy="388847"/>
            <a:chOff x="5226165" y="1977641"/>
            <a:chExt cx="230482" cy="388847"/>
          </a:xfrm>
        </p:grpSpPr>
        <p:sp>
          <p:nvSpPr>
            <p:cNvPr id="26110" name="Google Shape;26110;p98"/>
            <p:cNvSpPr/>
            <p:nvPr/>
          </p:nvSpPr>
          <p:spPr>
            <a:xfrm>
              <a:off x="5256443" y="2329761"/>
              <a:ext cx="169952" cy="12138"/>
            </a:xfrm>
            <a:custGeom>
              <a:rect b="b" l="l" r="r" t="t"/>
              <a:pathLst>
                <a:path extrusionOk="0" h="463" w="6483">
                  <a:moveTo>
                    <a:pt x="1" y="1"/>
                  </a:moveTo>
                  <a:lnTo>
                    <a:pt x="1" y="463"/>
                  </a:lnTo>
                  <a:lnTo>
                    <a:pt x="6482" y="463"/>
                  </a:lnTo>
                  <a:lnTo>
                    <a:pt x="6482"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1" name="Google Shape;26111;p98"/>
            <p:cNvSpPr/>
            <p:nvPr/>
          </p:nvSpPr>
          <p:spPr>
            <a:xfrm>
              <a:off x="5335167" y="1977641"/>
              <a:ext cx="12138" cy="388480"/>
            </a:xfrm>
            <a:custGeom>
              <a:rect b="b" l="l" r="r" t="t"/>
              <a:pathLst>
                <a:path extrusionOk="0" h="14819" w="463">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2" name="Google Shape;26112;p98"/>
            <p:cNvSpPr/>
            <p:nvPr/>
          </p:nvSpPr>
          <p:spPr>
            <a:xfrm>
              <a:off x="5243571" y="2226421"/>
              <a:ext cx="37986" cy="139700"/>
            </a:xfrm>
            <a:custGeom>
              <a:rect b="b" l="l" r="r" t="t"/>
              <a:pathLst>
                <a:path extrusionOk="0" h="5329" w="1449">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3" name="Google Shape;26113;p98"/>
            <p:cNvSpPr/>
            <p:nvPr/>
          </p:nvSpPr>
          <p:spPr>
            <a:xfrm>
              <a:off x="5401281" y="2226421"/>
              <a:ext cx="37592" cy="140067"/>
            </a:xfrm>
            <a:custGeom>
              <a:rect b="b" l="l" r="r" t="t"/>
              <a:pathLst>
                <a:path extrusionOk="0" h="5343" w="1434">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4" name="Google Shape;26114;p98"/>
            <p:cNvSpPr/>
            <p:nvPr/>
          </p:nvSpPr>
          <p:spPr>
            <a:xfrm>
              <a:off x="5335167" y="2226448"/>
              <a:ext cx="12138" cy="24249"/>
            </a:xfrm>
            <a:custGeom>
              <a:rect b="b" l="l" r="r" t="t"/>
              <a:pathLst>
                <a:path extrusionOk="0" h="925" w="463">
                  <a:moveTo>
                    <a:pt x="0" y="1"/>
                  </a:moveTo>
                  <a:lnTo>
                    <a:pt x="0" y="925"/>
                  </a:lnTo>
                  <a:lnTo>
                    <a:pt x="462" y="925"/>
                  </a:lnTo>
                  <a:lnTo>
                    <a:pt x="462"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5" name="Google Shape;26115;p98"/>
            <p:cNvSpPr/>
            <p:nvPr/>
          </p:nvSpPr>
          <p:spPr>
            <a:xfrm>
              <a:off x="5264779" y="2226421"/>
              <a:ext cx="16280" cy="24275"/>
            </a:xfrm>
            <a:custGeom>
              <a:rect b="b" l="l" r="r" t="t"/>
              <a:pathLst>
                <a:path extrusionOk="0" h="926" w="621">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6" name="Google Shape;26116;p98"/>
            <p:cNvSpPr/>
            <p:nvPr/>
          </p:nvSpPr>
          <p:spPr>
            <a:xfrm>
              <a:off x="5401281" y="2226421"/>
              <a:ext cx="16411" cy="24275"/>
            </a:xfrm>
            <a:custGeom>
              <a:rect b="b" l="l" r="r" t="t"/>
              <a:pathLst>
                <a:path extrusionOk="0" h="926" w="626">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7" name="Google Shape;26117;p98"/>
            <p:cNvSpPr/>
            <p:nvPr/>
          </p:nvSpPr>
          <p:spPr>
            <a:xfrm>
              <a:off x="5238276" y="2020214"/>
              <a:ext cx="206286" cy="218371"/>
            </a:xfrm>
            <a:custGeom>
              <a:rect b="b" l="l" r="r" t="t"/>
              <a:pathLst>
                <a:path extrusionOk="0" h="8330" w="7869">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8" name="Google Shape;26118;p98"/>
            <p:cNvSpPr/>
            <p:nvPr/>
          </p:nvSpPr>
          <p:spPr>
            <a:xfrm>
              <a:off x="5237909" y="2020214"/>
              <a:ext cx="206653" cy="18193"/>
            </a:xfrm>
            <a:custGeom>
              <a:rect b="b" l="l" r="r" t="t"/>
              <a:pathLst>
                <a:path extrusionOk="0" h="694" w="7883">
                  <a:moveTo>
                    <a:pt x="0" y="1"/>
                  </a:moveTo>
                  <a:lnTo>
                    <a:pt x="0" y="694"/>
                  </a:lnTo>
                  <a:lnTo>
                    <a:pt x="7882" y="694"/>
                  </a:lnTo>
                  <a:lnTo>
                    <a:pt x="7882" y="1"/>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9" name="Google Shape;26119;p98"/>
            <p:cNvSpPr/>
            <p:nvPr/>
          </p:nvSpPr>
          <p:spPr>
            <a:xfrm>
              <a:off x="5226165" y="2002047"/>
              <a:ext cx="230482" cy="24249"/>
            </a:xfrm>
            <a:custGeom>
              <a:rect b="b" l="l" r="r" t="t"/>
              <a:pathLst>
                <a:path extrusionOk="0" h="925" w="8792">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0" name="Google Shape;26120;p98"/>
            <p:cNvSpPr/>
            <p:nvPr/>
          </p:nvSpPr>
          <p:spPr>
            <a:xfrm>
              <a:off x="5257754" y="2073195"/>
              <a:ext cx="164080" cy="118597"/>
            </a:xfrm>
            <a:custGeom>
              <a:rect b="b" l="l" r="r" t="t"/>
              <a:pathLst>
                <a:path extrusionOk="0" h="4524" w="6259">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1" name="Google Shape;26121;p98"/>
            <p:cNvSpPr/>
            <p:nvPr/>
          </p:nvSpPr>
          <p:spPr>
            <a:xfrm>
              <a:off x="5226165" y="2014159"/>
              <a:ext cx="230482" cy="12138"/>
            </a:xfrm>
            <a:custGeom>
              <a:rect b="b" l="l" r="r" t="t"/>
              <a:pathLst>
                <a:path extrusionOk="0" h="463" w="8792">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22" name="Google Shape;26122;p98"/>
          <p:cNvGrpSpPr/>
          <p:nvPr/>
        </p:nvGrpSpPr>
        <p:grpSpPr>
          <a:xfrm>
            <a:off x="5607545" y="2025510"/>
            <a:ext cx="370130" cy="287264"/>
            <a:chOff x="5632602" y="2025510"/>
            <a:chExt cx="370130" cy="287264"/>
          </a:xfrm>
        </p:grpSpPr>
        <p:sp>
          <p:nvSpPr>
            <p:cNvPr id="26123" name="Google Shape;26123;p98"/>
            <p:cNvSpPr/>
            <p:nvPr/>
          </p:nvSpPr>
          <p:spPr>
            <a:xfrm>
              <a:off x="5695046" y="2050493"/>
              <a:ext cx="296701" cy="191501"/>
            </a:xfrm>
            <a:custGeom>
              <a:rect b="b" l="l" r="r" t="t"/>
              <a:pathLst>
                <a:path extrusionOk="0" h="7305" w="11318">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4" name="Google Shape;26124;p98"/>
            <p:cNvSpPr/>
            <p:nvPr/>
          </p:nvSpPr>
          <p:spPr>
            <a:xfrm>
              <a:off x="5735522" y="2241967"/>
              <a:ext cx="50359" cy="23882"/>
            </a:xfrm>
            <a:custGeom>
              <a:rect b="b" l="l" r="r" t="t"/>
              <a:pathLst>
                <a:path extrusionOk="0" h="911" w="1921">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5" name="Google Shape;26125;p98"/>
            <p:cNvSpPr/>
            <p:nvPr/>
          </p:nvSpPr>
          <p:spPr>
            <a:xfrm>
              <a:off x="5746899" y="2179156"/>
              <a:ext cx="38982" cy="62470"/>
            </a:xfrm>
            <a:custGeom>
              <a:rect b="b" l="l" r="r" t="t"/>
              <a:pathLst>
                <a:path extrusionOk="0" h="2383" w="1487">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6" name="Google Shape;26126;p98"/>
            <p:cNvSpPr/>
            <p:nvPr/>
          </p:nvSpPr>
          <p:spPr>
            <a:xfrm>
              <a:off x="5698821" y="2168565"/>
              <a:ext cx="42783" cy="26136"/>
            </a:xfrm>
            <a:custGeom>
              <a:rect b="b" l="l" r="r" t="t"/>
              <a:pathLst>
                <a:path extrusionOk="0" h="997" w="1632">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7" name="Google Shape;26127;p98"/>
            <p:cNvSpPr/>
            <p:nvPr/>
          </p:nvSpPr>
          <p:spPr>
            <a:xfrm>
              <a:off x="5695046" y="2050493"/>
              <a:ext cx="9857" cy="118099"/>
            </a:xfrm>
            <a:custGeom>
              <a:rect b="b" l="l" r="r" t="t"/>
              <a:pathLst>
                <a:path extrusionOk="0" h="4505" w="376">
                  <a:moveTo>
                    <a:pt x="0" y="0"/>
                  </a:moveTo>
                  <a:lnTo>
                    <a:pt x="0" y="4504"/>
                  </a:lnTo>
                  <a:lnTo>
                    <a:pt x="376" y="4504"/>
                  </a:lnTo>
                  <a:lnTo>
                    <a:pt x="376" y="0"/>
                  </a:ln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8" name="Google Shape;26128;p98"/>
            <p:cNvSpPr/>
            <p:nvPr/>
          </p:nvSpPr>
          <p:spPr>
            <a:xfrm>
              <a:off x="5695046" y="2049732"/>
              <a:ext cx="296701" cy="9857"/>
            </a:xfrm>
            <a:custGeom>
              <a:rect b="b" l="l" r="r" t="t"/>
              <a:pathLst>
                <a:path extrusionOk="0" h="376" w="11318">
                  <a:moveTo>
                    <a:pt x="0" y="1"/>
                  </a:moveTo>
                  <a:lnTo>
                    <a:pt x="0" y="376"/>
                  </a:lnTo>
                  <a:lnTo>
                    <a:pt x="11318" y="376"/>
                  </a:lnTo>
                  <a:lnTo>
                    <a:pt x="11318" y="1"/>
                  </a:ln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9" name="Google Shape;26129;p98"/>
            <p:cNvSpPr/>
            <p:nvPr/>
          </p:nvSpPr>
          <p:spPr>
            <a:xfrm>
              <a:off x="5725324" y="2240473"/>
              <a:ext cx="277014" cy="26503"/>
            </a:xfrm>
            <a:custGeom>
              <a:rect b="b" l="l" r="r" t="t"/>
              <a:pathLst>
                <a:path extrusionOk="0" h="1011" w="10567">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0" name="Google Shape;26130;p98"/>
            <p:cNvSpPr/>
            <p:nvPr/>
          </p:nvSpPr>
          <p:spPr>
            <a:xfrm>
              <a:off x="5684062" y="2025510"/>
              <a:ext cx="318670" cy="26136"/>
            </a:xfrm>
            <a:custGeom>
              <a:rect b="b" l="l" r="r" t="t"/>
              <a:pathLst>
                <a:path extrusionOk="0" h="997" w="12156">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1" name="Google Shape;26131;p98"/>
            <p:cNvSpPr/>
            <p:nvPr/>
          </p:nvSpPr>
          <p:spPr>
            <a:xfrm>
              <a:off x="5804022" y="2150005"/>
              <a:ext cx="25009" cy="58328"/>
            </a:xfrm>
            <a:custGeom>
              <a:rect b="b" l="l" r="r" t="t"/>
              <a:pathLst>
                <a:path extrusionOk="0" h="2225" w="954">
                  <a:moveTo>
                    <a:pt x="1" y="1"/>
                  </a:moveTo>
                  <a:lnTo>
                    <a:pt x="1" y="2224"/>
                  </a:lnTo>
                  <a:lnTo>
                    <a:pt x="953" y="2224"/>
                  </a:lnTo>
                  <a:lnTo>
                    <a:pt x="953" y="1"/>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2" name="Google Shape;26132;p98"/>
            <p:cNvSpPr/>
            <p:nvPr/>
          </p:nvSpPr>
          <p:spPr>
            <a:xfrm>
              <a:off x="5846779" y="2125048"/>
              <a:ext cx="25009" cy="83285"/>
            </a:xfrm>
            <a:custGeom>
              <a:rect b="b" l="l" r="r" t="t"/>
              <a:pathLst>
                <a:path extrusionOk="0" h="3177" w="954">
                  <a:moveTo>
                    <a:pt x="1" y="0"/>
                  </a:moveTo>
                  <a:lnTo>
                    <a:pt x="1" y="3176"/>
                  </a:lnTo>
                  <a:lnTo>
                    <a:pt x="954" y="3176"/>
                  </a:lnTo>
                  <a:lnTo>
                    <a:pt x="954" y="0"/>
                  </a:lnTo>
                  <a:close/>
                </a:path>
              </a:pathLst>
            </a:custGeom>
            <a:solidFill>
              <a:srgbClr val="D5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3" name="Google Shape;26133;p98"/>
            <p:cNvSpPr/>
            <p:nvPr/>
          </p:nvSpPr>
          <p:spPr>
            <a:xfrm>
              <a:off x="5888408" y="2140174"/>
              <a:ext cx="25009" cy="68159"/>
            </a:xfrm>
            <a:custGeom>
              <a:rect b="b" l="l" r="r" t="t"/>
              <a:pathLst>
                <a:path extrusionOk="0" h="2600" w="954">
                  <a:moveTo>
                    <a:pt x="1" y="1"/>
                  </a:moveTo>
                  <a:lnTo>
                    <a:pt x="1" y="2599"/>
                  </a:lnTo>
                  <a:lnTo>
                    <a:pt x="954" y="2599"/>
                  </a:lnTo>
                  <a:lnTo>
                    <a:pt x="954"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4" name="Google Shape;26134;p98"/>
            <p:cNvSpPr/>
            <p:nvPr/>
          </p:nvSpPr>
          <p:spPr>
            <a:xfrm>
              <a:off x="5932318" y="2090995"/>
              <a:ext cx="25009" cy="117338"/>
            </a:xfrm>
            <a:custGeom>
              <a:rect b="b" l="l" r="r" t="t"/>
              <a:pathLst>
                <a:path extrusionOk="0" h="4476" w="954">
                  <a:moveTo>
                    <a:pt x="0" y="0"/>
                  </a:moveTo>
                  <a:lnTo>
                    <a:pt x="0" y="4475"/>
                  </a:lnTo>
                  <a:lnTo>
                    <a:pt x="953" y="4475"/>
                  </a:lnTo>
                  <a:lnTo>
                    <a:pt x="953" y="0"/>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5" name="Google Shape;26135;p98"/>
            <p:cNvSpPr/>
            <p:nvPr/>
          </p:nvSpPr>
          <p:spPr>
            <a:xfrm>
              <a:off x="5719636" y="2082658"/>
              <a:ext cx="47711" cy="11744"/>
            </a:xfrm>
            <a:custGeom>
              <a:rect b="b" l="l" r="r" t="t"/>
              <a:pathLst>
                <a:path extrusionOk="0" h="448" w="182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6" name="Google Shape;26136;p98"/>
            <p:cNvSpPr/>
            <p:nvPr/>
          </p:nvSpPr>
          <p:spPr>
            <a:xfrm>
              <a:off x="5719636" y="2102346"/>
              <a:ext cx="65118" cy="12138"/>
            </a:xfrm>
            <a:custGeom>
              <a:rect b="b" l="l" r="r" t="t"/>
              <a:pathLst>
                <a:path extrusionOk="0" h="463" w="2484">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7" name="Google Shape;26137;p98"/>
            <p:cNvSpPr/>
            <p:nvPr/>
          </p:nvSpPr>
          <p:spPr>
            <a:xfrm>
              <a:off x="5719636" y="2122374"/>
              <a:ext cx="65118" cy="11771"/>
            </a:xfrm>
            <a:custGeom>
              <a:rect b="b" l="l" r="r" t="t"/>
              <a:pathLst>
                <a:path extrusionOk="0" h="449" w="2484">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8" name="Google Shape;26138;p98"/>
            <p:cNvSpPr/>
            <p:nvPr/>
          </p:nvSpPr>
          <p:spPr>
            <a:xfrm>
              <a:off x="5719636" y="2142062"/>
              <a:ext cx="65118" cy="12138"/>
            </a:xfrm>
            <a:custGeom>
              <a:rect b="b" l="l" r="r" t="t"/>
              <a:pathLst>
                <a:path extrusionOk="0" h="463" w="2484">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9" name="Google Shape;26139;p98"/>
            <p:cNvSpPr/>
            <p:nvPr/>
          </p:nvSpPr>
          <p:spPr>
            <a:xfrm>
              <a:off x="5632602" y="2168172"/>
              <a:ext cx="144576" cy="144602"/>
            </a:xfrm>
            <a:custGeom>
              <a:rect b="b" l="l" r="r" t="t"/>
              <a:pathLst>
                <a:path extrusionOk="0" h="5516" w="5515">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0" name="Google Shape;26140;p98"/>
            <p:cNvSpPr/>
            <p:nvPr/>
          </p:nvSpPr>
          <p:spPr>
            <a:xfrm>
              <a:off x="5669696" y="2213602"/>
              <a:ext cx="29151" cy="54894"/>
            </a:xfrm>
            <a:custGeom>
              <a:rect b="b" l="l" r="r" t="t"/>
              <a:pathLst>
                <a:path extrusionOk="0" h="2094" w="1112">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41" name="Google Shape;26141;p98"/>
          <p:cNvGrpSpPr/>
          <p:nvPr/>
        </p:nvGrpSpPr>
        <p:grpSpPr>
          <a:xfrm>
            <a:off x="4187321" y="2456537"/>
            <a:ext cx="331515" cy="330021"/>
            <a:chOff x="4212378" y="2456537"/>
            <a:chExt cx="331515" cy="330021"/>
          </a:xfrm>
        </p:grpSpPr>
        <p:sp>
          <p:nvSpPr>
            <p:cNvPr id="26142" name="Google Shape;26142;p98"/>
            <p:cNvSpPr/>
            <p:nvPr/>
          </p:nvSpPr>
          <p:spPr>
            <a:xfrm>
              <a:off x="4212378" y="2651026"/>
              <a:ext cx="59796" cy="135532"/>
            </a:xfrm>
            <a:custGeom>
              <a:rect b="b" l="l" r="r" t="t"/>
              <a:pathLst>
                <a:path extrusionOk="0" h="5170" w="2281">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3" name="Google Shape;26143;p98"/>
            <p:cNvSpPr/>
            <p:nvPr/>
          </p:nvSpPr>
          <p:spPr>
            <a:xfrm>
              <a:off x="4212378" y="2651052"/>
              <a:ext cx="28784" cy="135505"/>
            </a:xfrm>
            <a:custGeom>
              <a:rect b="b" l="l" r="r" t="t"/>
              <a:pathLst>
                <a:path extrusionOk="0" h="5169" w="1098">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4" name="Google Shape;26144;p98"/>
            <p:cNvSpPr/>
            <p:nvPr/>
          </p:nvSpPr>
          <p:spPr>
            <a:xfrm>
              <a:off x="4302820" y="2617366"/>
              <a:ext cx="59823" cy="169192"/>
            </a:xfrm>
            <a:custGeom>
              <a:rect b="b" l="l" r="r" t="t"/>
              <a:pathLst>
                <a:path extrusionOk="0" h="6454" w="2282">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5" name="Google Shape;26145;p98"/>
            <p:cNvSpPr/>
            <p:nvPr/>
          </p:nvSpPr>
          <p:spPr>
            <a:xfrm>
              <a:off x="4302820" y="2617366"/>
              <a:ext cx="28391" cy="169192"/>
            </a:xfrm>
            <a:custGeom>
              <a:rect b="b" l="l" r="r" t="t"/>
              <a:pathLst>
                <a:path extrusionOk="0" h="6454" w="1083">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6" name="Google Shape;26146;p98"/>
            <p:cNvSpPr/>
            <p:nvPr/>
          </p:nvSpPr>
          <p:spPr>
            <a:xfrm>
              <a:off x="4393262" y="2583679"/>
              <a:ext cx="59823" cy="202878"/>
            </a:xfrm>
            <a:custGeom>
              <a:rect b="b" l="l" r="r" t="t"/>
              <a:pathLst>
                <a:path extrusionOk="0" h="7739" w="2282">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7" name="Google Shape;26147;p98"/>
            <p:cNvSpPr/>
            <p:nvPr/>
          </p:nvSpPr>
          <p:spPr>
            <a:xfrm>
              <a:off x="4393262" y="2583679"/>
              <a:ext cx="28391" cy="202878"/>
            </a:xfrm>
            <a:custGeom>
              <a:rect b="b" l="l" r="r" t="t"/>
              <a:pathLst>
                <a:path extrusionOk="0" h="7739" w="1083">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8" name="Google Shape;26148;p98"/>
            <p:cNvSpPr/>
            <p:nvPr/>
          </p:nvSpPr>
          <p:spPr>
            <a:xfrm>
              <a:off x="4483703" y="2550386"/>
              <a:ext cx="60190" cy="236171"/>
            </a:xfrm>
            <a:custGeom>
              <a:rect b="b" l="l" r="r" t="t"/>
              <a:pathLst>
                <a:path extrusionOk="0" h="9009" w="2296">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9" name="Google Shape;26149;p98"/>
            <p:cNvSpPr/>
            <p:nvPr/>
          </p:nvSpPr>
          <p:spPr>
            <a:xfrm>
              <a:off x="4483703" y="2550386"/>
              <a:ext cx="28417" cy="236171"/>
            </a:xfrm>
            <a:custGeom>
              <a:rect b="b" l="l" r="r" t="t"/>
              <a:pathLst>
                <a:path extrusionOk="0" h="9009" w="1084">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0" name="Google Shape;26150;p98"/>
            <p:cNvSpPr/>
            <p:nvPr/>
          </p:nvSpPr>
          <p:spPr>
            <a:xfrm>
              <a:off x="4226744" y="2456537"/>
              <a:ext cx="307318" cy="124154"/>
            </a:xfrm>
            <a:custGeom>
              <a:rect b="b" l="l" r="r" t="t"/>
              <a:pathLst>
                <a:path extrusionOk="0" h="4736" w="11723">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51" name="Google Shape;26151;p98"/>
          <p:cNvGrpSpPr/>
          <p:nvPr/>
        </p:nvGrpSpPr>
        <p:grpSpPr>
          <a:xfrm>
            <a:off x="6150956" y="1977825"/>
            <a:ext cx="235411" cy="347427"/>
            <a:chOff x="6176013" y="1977825"/>
            <a:chExt cx="235411" cy="347427"/>
          </a:xfrm>
        </p:grpSpPr>
        <p:sp>
          <p:nvSpPr>
            <p:cNvPr id="26152" name="Google Shape;26152;p98"/>
            <p:cNvSpPr/>
            <p:nvPr/>
          </p:nvSpPr>
          <p:spPr>
            <a:xfrm>
              <a:off x="6268368" y="2084179"/>
              <a:ext cx="50726" cy="50726"/>
            </a:xfrm>
            <a:custGeom>
              <a:rect b="b" l="l" r="r" t="t"/>
              <a:pathLst>
                <a:path extrusionOk="0" h="1935" w="1935">
                  <a:moveTo>
                    <a:pt x="0" y="0"/>
                  </a:moveTo>
                  <a:lnTo>
                    <a:pt x="0" y="1935"/>
                  </a:lnTo>
                  <a:lnTo>
                    <a:pt x="1934" y="1935"/>
                  </a:lnTo>
                  <a:lnTo>
                    <a:pt x="1934"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3" name="Google Shape;26153;p98"/>
            <p:cNvSpPr/>
            <p:nvPr/>
          </p:nvSpPr>
          <p:spPr>
            <a:xfrm>
              <a:off x="6268368" y="2084179"/>
              <a:ext cx="50726" cy="28024"/>
            </a:xfrm>
            <a:custGeom>
              <a:rect b="b" l="l" r="r" t="t"/>
              <a:pathLst>
                <a:path extrusionOk="0" h="1069" w="1935">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4" name="Google Shape;26154;p98"/>
            <p:cNvSpPr/>
            <p:nvPr/>
          </p:nvSpPr>
          <p:spPr>
            <a:xfrm>
              <a:off x="6243385" y="1977825"/>
              <a:ext cx="101059" cy="78357"/>
            </a:xfrm>
            <a:custGeom>
              <a:rect b="b" l="l" r="r" t="t"/>
              <a:pathLst>
                <a:path extrusionOk="0" h="2989" w="3855">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5" name="Google Shape;26155;p98"/>
            <p:cNvSpPr/>
            <p:nvPr/>
          </p:nvSpPr>
          <p:spPr>
            <a:xfrm>
              <a:off x="6243385" y="1977825"/>
              <a:ext cx="42416" cy="78357"/>
            </a:xfrm>
            <a:custGeom>
              <a:rect b="b" l="l" r="r" t="t"/>
              <a:pathLst>
                <a:path extrusionOk="0" h="2989" w="1618">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6" name="Google Shape;26156;p98"/>
            <p:cNvSpPr/>
            <p:nvPr/>
          </p:nvSpPr>
          <p:spPr>
            <a:xfrm>
              <a:off x="6215388" y="2117839"/>
              <a:ext cx="156687" cy="73061"/>
            </a:xfrm>
            <a:custGeom>
              <a:rect b="b" l="l" r="r" t="t"/>
              <a:pathLst>
                <a:path extrusionOk="0" h="2787" w="5977">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7" name="Google Shape;26157;p98"/>
            <p:cNvSpPr/>
            <p:nvPr/>
          </p:nvSpPr>
          <p:spPr>
            <a:xfrm>
              <a:off x="6285382" y="2140174"/>
              <a:ext cx="16673" cy="50726"/>
            </a:xfrm>
            <a:custGeom>
              <a:rect b="b" l="l" r="r" t="t"/>
              <a:pathLst>
                <a:path extrusionOk="0" h="1935" w="636">
                  <a:moveTo>
                    <a:pt x="159" y="1"/>
                  </a:moveTo>
                  <a:lnTo>
                    <a:pt x="1" y="1935"/>
                  </a:lnTo>
                  <a:lnTo>
                    <a:pt x="636" y="1935"/>
                  </a:lnTo>
                  <a:lnTo>
                    <a:pt x="477" y="1"/>
                  </a:ln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8" name="Google Shape;26158;p98"/>
            <p:cNvSpPr/>
            <p:nvPr/>
          </p:nvSpPr>
          <p:spPr>
            <a:xfrm>
              <a:off x="6215388" y="2138654"/>
              <a:ext cx="28024" cy="51879"/>
            </a:xfrm>
            <a:custGeom>
              <a:rect b="b" l="l" r="r" t="t"/>
              <a:pathLst>
                <a:path extrusionOk="0" h="1979" w="1069">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9" name="Google Shape;26159;p98"/>
            <p:cNvSpPr/>
            <p:nvPr/>
          </p:nvSpPr>
          <p:spPr>
            <a:xfrm>
              <a:off x="6344051" y="2138654"/>
              <a:ext cx="28391" cy="51879"/>
            </a:xfrm>
            <a:custGeom>
              <a:rect b="b" l="l" r="r" t="t"/>
              <a:pathLst>
                <a:path extrusionOk="0" h="1979" w="1083">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0" name="Google Shape;26160;p98"/>
            <p:cNvSpPr/>
            <p:nvPr/>
          </p:nvSpPr>
          <p:spPr>
            <a:xfrm>
              <a:off x="6285015" y="2134879"/>
              <a:ext cx="17040" cy="13658"/>
            </a:xfrm>
            <a:custGeom>
              <a:rect b="b" l="l" r="r" t="t"/>
              <a:pathLst>
                <a:path extrusionOk="0" h="521" w="65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1" name="Google Shape;26161;p98"/>
            <p:cNvSpPr/>
            <p:nvPr/>
          </p:nvSpPr>
          <p:spPr>
            <a:xfrm>
              <a:off x="6258905" y="2112334"/>
              <a:ext cx="34840" cy="31301"/>
            </a:xfrm>
            <a:custGeom>
              <a:rect b="b" l="l" r="r" t="t"/>
              <a:pathLst>
                <a:path extrusionOk="0" h="1194" w="1329">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2" name="Google Shape;26162;p98"/>
            <p:cNvSpPr/>
            <p:nvPr/>
          </p:nvSpPr>
          <p:spPr>
            <a:xfrm>
              <a:off x="6293718" y="2112334"/>
              <a:ext cx="34840" cy="31301"/>
            </a:xfrm>
            <a:custGeom>
              <a:rect b="b" l="l" r="r" t="t"/>
              <a:pathLst>
                <a:path extrusionOk="0" h="1194" w="1329">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3" name="Google Shape;26163;p98"/>
            <p:cNvSpPr/>
            <p:nvPr/>
          </p:nvSpPr>
          <p:spPr>
            <a:xfrm>
              <a:off x="6248681" y="2016859"/>
              <a:ext cx="90075" cy="84045"/>
            </a:xfrm>
            <a:custGeom>
              <a:rect b="b" l="l" r="r" t="t"/>
              <a:pathLst>
                <a:path extrusionOk="0" h="3206" w="3436">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4" name="Google Shape;26164;p98"/>
            <p:cNvSpPr/>
            <p:nvPr/>
          </p:nvSpPr>
          <p:spPr>
            <a:xfrm>
              <a:off x="6248681" y="2016911"/>
              <a:ext cx="78724" cy="83180"/>
            </a:xfrm>
            <a:custGeom>
              <a:rect b="b" l="l" r="r" t="t"/>
              <a:pathLst>
                <a:path extrusionOk="0" h="3173" w="3003">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5" name="Google Shape;26165;p98"/>
            <p:cNvSpPr/>
            <p:nvPr/>
          </p:nvSpPr>
          <p:spPr>
            <a:xfrm>
              <a:off x="6282367" y="2302891"/>
              <a:ext cx="22728" cy="22361"/>
            </a:xfrm>
            <a:custGeom>
              <a:rect b="b" l="l" r="r" t="t"/>
              <a:pathLst>
                <a:path extrusionOk="0" h="853" w="867">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6" name="Google Shape;26166;p98"/>
            <p:cNvSpPr/>
            <p:nvPr/>
          </p:nvSpPr>
          <p:spPr>
            <a:xfrm>
              <a:off x="6176013" y="2302891"/>
              <a:ext cx="22361" cy="22361"/>
            </a:xfrm>
            <a:custGeom>
              <a:rect b="b" l="l" r="r" t="t"/>
              <a:pathLst>
                <a:path extrusionOk="0" h="853" w="853">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7" name="Google Shape;26167;p98"/>
            <p:cNvSpPr/>
            <p:nvPr/>
          </p:nvSpPr>
          <p:spPr>
            <a:xfrm>
              <a:off x="6389062" y="2302891"/>
              <a:ext cx="22361" cy="22361"/>
            </a:xfrm>
            <a:custGeom>
              <a:rect b="b" l="l" r="r" t="t"/>
              <a:pathLst>
                <a:path extrusionOk="0" h="853" w="853">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8" name="Google Shape;26168;p98"/>
            <p:cNvSpPr/>
            <p:nvPr/>
          </p:nvSpPr>
          <p:spPr>
            <a:xfrm>
              <a:off x="6199528" y="2217954"/>
              <a:ext cx="188381" cy="73769"/>
            </a:xfrm>
            <a:custGeom>
              <a:rect b="b" l="l" r="r" t="t"/>
              <a:pathLst>
                <a:path extrusionOk="0" h="2814" w="7186">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69" name="Google Shape;26169;p98"/>
          <p:cNvGrpSpPr/>
          <p:nvPr/>
        </p:nvGrpSpPr>
        <p:grpSpPr>
          <a:xfrm>
            <a:off x="6627020" y="1977458"/>
            <a:ext cx="235778" cy="347794"/>
            <a:chOff x="6652077" y="1977458"/>
            <a:chExt cx="235778" cy="347794"/>
          </a:xfrm>
        </p:grpSpPr>
        <p:sp>
          <p:nvSpPr>
            <p:cNvPr id="26170" name="Google Shape;26170;p98"/>
            <p:cNvSpPr/>
            <p:nvPr/>
          </p:nvSpPr>
          <p:spPr>
            <a:xfrm>
              <a:off x="6758798" y="2302891"/>
              <a:ext cx="22361" cy="22361"/>
            </a:xfrm>
            <a:custGeom>
              <a:rect b="b" l="l" r="r" t="t"/>
              <a:pathLst>
                <a:path extrusionOk="0" h="853" w="853">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1" name="Google Shape;26171;p98"/>
            <p:cNvSpPr/>
            <p:nvPr/>
          </p:nvSpPr>
          <p:spPr>
            <a:xfrm>
              <a:off x="6652077"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2" name="Google Shape;26172;p98"/>
            <p:cNvSpPr/>
            <p:nvPr/>
          </p:nvSpPr>
          <p:spPr>
            <a:xfrm>
              <a:off x="6865126"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3" name="Google Shape;26173;p98"/>
            <p:cNvSpPr/>
            <p:nvPr/>
          </p:nvSpPr>
          <p:spPr>
            <a:xfrm>
              <a:off x="6675697" y="2219081"/>
              <a:ext cx="188564" cy="72642"/>
            </a:xfrm>
            <a:custGeom>
              <a:rect b="b" l="l" r="r" t="t"/>
              <a:pathLst>
                <a:path extrusionOk="0" h="2771" w="7193">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4" name="Google Shape;26174;p98"/>
            <p:cNvSpPr/>
            <p:nvPr/>
          </p:nvSpPr>
          <p:spPr>
            <a:xfrm>
              <a:off x="6747447" y="2112176"/>
              <a:ext cx="45064" cy="45064"/>
            </a:xfrm>
            <a:custGeom>
              <a:rect b="b" l="l" r="r" t="t"/>
              <a:pathLst>
                <a:path extrusionOk="0" h="1719" w="1719">
                  <a:moveTo>
                    <a:pt x="0" y="0"/>
                  </a:moveTo>
                  <a:lnTo>
                    <a:pt x="0" y="1718"/>
                  </a:lnTo>
                  <a:lnTo>
                    <a:pt x="1718" y="1718"/>
                  </a:lnTo>
                  <a:lnTo>
                    <a:pt x="1718"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5" name="Google Shape;26175;p98"/>
            <p:cNvSpPr/>
            <p:nvPr/>
          </p:nvSpPr>
          <p:spPr>
            <a:xfrm>
              <a:off x="6747447" y="2112176"/>
              <a:ext cx="45064" cy="22361"/>
            </a:xfrm>
            <a:custGeom>
              <a:rect b="b" l="l" r="r" t="t"/>
              <a:pathLst>
                <a:path extrusionOk="0" h="853" w="1719">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6" name="Google Shape;26176;p98"/>
            <p:cNvSpPr/>
            <p:nvPr/>
          </p:nvSpPr>
          <p:spPr>
            <a:xfrm>
              <a:off x="6741759" y="1977458"/>
              <a:ext cx="56415" cy="45064"/>
            </a:xfrm>
            <a:custGeom>
              <a:rect b="b" l="l" r="r" t="t"/>
              <a:pathLst>
                <a:path extrusionOk="0" h="1719" w="2152">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7" name="Google Shape;26177;p98"/>
            <p:cNvSpPr/>
            <p:nvPr/>
          </p:nvSpPr>
          <p:spPr>
            <a:xfrm>
              <a:off x="6741759" y="1977825"/>
              <a:ext cx="38248" cy="44697"/>
            </a:xfrm>
            <a:custGeom>
              <a:rect b="b" l="l" r="r" t="t"/>
              <a:pathLst>
                <a:path extrusionOk="0" h="1705" w="1459">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8" name="Google Shape;26178;p98"/>
            <p:cNvSpPr/>
            <p:nvPr/>
          </p:nvSpPr>
          <p:spPr>
            <a:xfrm>
              <a:off x="6713761" y="2000160"/>
              <a:ext cx="112410" cy="112043"/>
            </a:xfrm>
            <a:custGeom>
              <a:rect b="b" l="l" r="r" t="t"/>
              <a:pathLst>
                <a:path extrusionOk="0" h="4274" w="4288">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9" name="Google Shape;26179;p98"/>
            <p:cNvSpPr/>
            <p:nvPr/>
          </p:nvSpPr>
          <p:spPr>
            <a:xfrm>
              <a:off x="6740605" y="2000134"/>
              <a:ext cx="88974" cy="110942"/>
            </a:xfrm>
            <a:custGeom>
              <a:rect b="b" l="l" r="r" t="t"/>
              <a:pathLst>
                <a:path extrusionOk="0" h="4232" w="3394">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0" name="Google Shape;26180;p98"/>
            <p:cNvSpPr/>
            <p:nvPr/>
          </p:nvSpPr>
          <p:spPr>
            <a:xfrm>
              <a:off x="6725112" y="2040033"/>
              <a:ext cx="89708" cy="83521"/>
            </a:xfrm>
            <a:custGeom>
              <a:rect b="b" l="l" r="r" t="t"/>
              <a:pathLst>
                <a:path extrusionOk="0" h="3186" w="3422">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1" name="Google Shape;26181;p98"/>
            <p:cNvSpPr/>
            <p:nvPr/>
          </p:nvSpPr>
          <p:spPr>
            <a:xfrm>
              <a:off x="6697481" y="2142822"/>
              <a:ext cx="145362" cy="59062"/>
            </a:xfrm>
            <a:custGeom>
              <a:rect b="b" l="l" r="r" t="t"/>
              <a:pathLst>
                <a:path extrusionOk="0" h="2253" w="5545">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2" name="Google Shape;26182;p98"/>
            <p:cNvSpPr/>
            <p:nvPr/>
          </p:nvSpPr>
          <p:spPr>
            <a:xfrm>
              <a:off x="6697114" y="2161749"/>
              <a:ext cx="28024" cy="40135"/>
            </a:xfrm>
            <a:custGeom>
              <a:rect b="b" l="l" r="r" t="t"/>
              <a:pathLst>
                <a:path extrusionOk="0" h="1531" w="1069">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3" name="Google Shape;26183;p98"/>
            <p:cNvSpPr/>
            <p:nvPr/>
          </p:nvSpPr>
          <p:spPr>
            <a:xfrm>
              <a:off x="6814427" y="2161749"/>
              <a:ext cx="28417" cy="40135"/>
            </a:xfrm>
            <a:custGeom>
              <a:rect b="b" l="l" r="r" t="t"/>
              <a:pathLst>
                <a:path extrusionOk="0" h="1531" w="1084">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4" name="Google Shape;26184;p98"/>
            <p:cNvSpPr/>
            <p:nvPr/>
          </p:nvSpPr>
          <p:spPr>
            <a:xfrm>
              <a:off x="6737617" y="2135849"/>
              <a:ext cx="64358" cy="66036"/>
            </a:xfrm>
            <a:custGeom>
              <a:rect b="b" l="l" r="r" t="t"/>
              <a:pathLst>
                <a:path extrusionOk="0" h="2519" w="2455">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5" name="Google Shape;26185;p98"/>
            <p:cNvSpPr/>
            <p:nvPr/>
          </p:nvSpPr>
          <p:spPr>
            <a:xfrm>
              <a:off x="6725112" y="2040033"/>
              <a:ext cx="90101" cy="82761"/>
            </a:xfrm>
            <a:custGeom>
              <a:rect b="b" l="l" r="r" t="t"/>
              <a:pathLst>
                <a:path extrusionOk="0" h="3157" w="3437">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86" name="Google Shape;26186;p98"/>
          <p:cNvGrpSpPr/>
          <p:nvPr/>
        </p:nvGrpSpPr>
        <p:grpSpPr>
          <a:xfrm>
            <a:off x="7047456" y="1997512"/>
            <a:ext cx="394352" cy="308052"/>
            <a:chOff x="7072513" y="1997512"/>
            <a:chExt cx="394352" cy="308052"/>
          </a:xfrm>
        </p:grpSpPr>
        <p:sp>
          <p:nvSpPr>
            <p:cNvPr id="26187" name="Google Shape;26187;p98"/>
            <p:cNvSpPr/>
            <p:nvPr/>
          </p:nvSpPr>
          <p:spPr>
            <a:xfrm>
              <a:off x="7111862" y="2025903"/>
              <a:ext cx="279321" cy="279662"/>
            </a:xfrm>
            <a:custGeom>
              <a:rect b="b" l="l" r="r" t="t"/>
              <a:pathLst>
                <a:path extrusionOk="0" h="10668" w="10655">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8" name="Google Shape;26188;p98"/>
            <p:cNvSpPr/>
            <p:nvPr/>
          </p:nvSpPr>
          <p:spPr>
            <a:xfrm>
              <a:off x="7250749" y="2106488"/>
              <a:ext cx="74582" cy="97677"/>
            </a:xfrm>
            <a:custGeom>
              <a:rect b="b" l="l" r="r" t="t"/>
              <a:pathLst>
                <a:path extrusionOk="0" h="3726" w="2845">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9" name="Google Shape;26189;p98"/>
            <p:cNvSpPr/>
            <p:nvPr/>
          </p:nvSpPr>
          <p:spPr>
            <a:xfrm>
              <a:off x="7250749" y="2048212"/>
              <a:ext cx="148744" cy="193021"/>
            </a:xfrm>
            <a:custGeom>
              <a:rect b="b" l="l" r="r" t="t"/>
              <a:pathLst>
                <a:path extrusionOk="0" h="7363" w="5674">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0" name="Google Shape;26190;p98"/>
            <p:cNvSpPr/>
            <p:nvPr/>
          </p:nvSpPr>
          <p:spPr>
            <a:xfrm>
              <a:off x="7250382" y="1997512"/>
              <a:ext cx="216483" cy="272872"/>
            </a:xfrm>
            <a:custGeom>
              <a:rect b="b" l="l" r="r" t="t"/>
              <a:pathLst>
                <a:path extrusionOk="0" h="10409" w="8258">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1" name="Google Shape;26191;p98"/>
            <p:cNvSpPr/>
            <p:nvPr/>
          </p:nvSpPr>
          <p:spPr>
            <a:xfrm>
              <a:off x="7114903" y="2025903"/>
              <a:ext cx="137000" cy="140408"/>
            </a:xfrm>
            <a:custGeom>
              <a:rect b="b" l="l" r="r" t="t"/>
              <a:pathLst>
                <a:path extrusionOk="0" h="5356" w="5226">
                  <a:moveTo>
                    <a:pt x="5197" y="0"/>
                  </a:moveTo>
                  <a:cubicBezTo>
                    <a:pt x="2700" y="15"/>
                    <a:pt x="534" y="1747"/>
                    <a:pt x="0" y="4201"/>
                  </a:cubicBezTo>
                  <a:lnTo>
                    <a:pt x="5226" y="5356"/>
                  </a:lnTo>
                  <a:lnTo>
                    <a:pt x="5197" y="0"/>
                  </a:lnTo>
                  <a:close/>
                </a:path>
              </a:pathLst>
            </a:custGeom>
            <a:solidFill>
              <a:srgbClr val="D4DD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2" name="Google Shape;26192;p98"/>
            <p:cNvSpPr/>
            <p:nvPr/>
          </p:nvSpPr>
          <p:spPr>
            <a:xfrm>
              <a:off x="7111862" y="2135639"/>
              <a:ext cx="140041" cy="164630"/>
            </a:xfrm>
            <a:custGeom>
              <a:rect b="b" l="l" r="r" t="t"/>
              <a:pathLst>
                <a:path extrusionOk="0" h="6280" w="5342">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3" name="Google Shape;26193;p98"/>
            <p:cNvSpPr/>
            <p:nvPr/>
          </p:nvSpPr>
          <p:spPr>
            <a:xfrm>
              <a:off x="7198529" y="2280188"/>
              <a:ext cx="73821" cy="25376"/>
            </a:xfrm>
            <a:custGeom>
              <a:rect b="b" l="l" r="r" t="t"/>
              <a:pathLst>
                <a:path extrusionOk="0" h="968" w="2816">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4" name="Google Shape;26194;p98"/>
            <p:cNvSpPr/>
            <p:nvPr/>
          </p:nvSpPr>
          <p:spPr>
            <a:xfrm>
              <a:off x="7114903" y="2025903"/>
              <a:ext cx="136239" cy="118833"/>
            </a:xfrm>
            <a:custGeom>
              <a:rect b="b" l="l" r="r" t="t"/>
              <a:pathLst>
                <a:path extrusionOk="0" h="4533" w="5197">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5" name="Google Shape;26195;p98"/>
            <p:cNvSpPr/>
            <p:nvPr/>
          </p:nvSpPr>
          <p:spPr>
            <a:xfrm>
              <a:off x="7072513" y="2004223"/>
              <a:ext cx="136947" cy="105515"/>
            </a:xfrm>
            <a:custGeom>
              <a:rect b="b" l="l" r="r" t="t"/>
              <a:pathLst>
                <a:path extrusionOk="0" h="4025" w="5224">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6" name="Google Shape;26196;p98"/>
            <p:cNvSpPr/>
            <p:nvPr/>
          </p:nvSpPr>
          <p:spPr>
            <a:xfrm>
              <a:off x="7187545" y="2099436"/>
              <a:ext cx="35233" cy="30173"/>
            </a:xfrm>
            <a:custGeom>
              <a:rect b="b" l="l" r="r" t="t"/>
              <a:pathLst>
                <a:path extrusionOk="0" h="1151" w="1344">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7" name="Google Shape;26197;p98"/>
            <p:cNvSpPr/>
            <p:nvPr/>
          </p:nvSpPr>
          <p:spPr>
            <a:xfrm>
              <a:off x="7098990" y="2135246"/>
              <a:ext cx="120379" cy="165023"/>
            </a:xfrm>
            <a:custGeom>
              <a:rect b="b" l="l" r="r" t="t"/>
              <a:pathLst>
                <a:path extrusionOk="0" h="6295" w="4592">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98" name="Google Shape;26198;p98"/>
          <p:cNvGrpSpPr/>
          <p:nvPr/>
        </p:nvGrpSpPr>
        <p:grpSpPr>
          <a:xfrm>
            <a:off x="7551151" y="1977825"/>
            <a:ext cx="292533" cy="347454"/>
            <a:chOff x="7576208" y="1977825"/>
            <a:chExt cx="292533" cy="347454"/>
          </a:xfrm>
        </p:grpSpPr>
        <p:sp>
          <p:nvSpPr>
            <p:cNvPr id="26199" name="Google Shape;26199;p98"/>
            <p:cNvSpPr/>
            <p:nvPr/>
          </p:nvSpPr>
          <p:spPr>
            <a:xfrm>
              <a:off x="7576208" y="1999032"/>
              <a:ext cx="89315" cy="148351"/>
            </a:xfrm>
            <a:custGeom>
              <a:rect b="b" l="l" r="r" t="t"/>
              <a:pathLst>
                <a:path extrusionOk="0" h="5659" w="3407">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0" name="Google Shape;26200;p98"/>
            <p:cNvSpPr/>
            <p:nvPr/>
          </p:nvSpPr>
          <p:spPr>
            <a:xfrm>
              <a:off x="7779034" y="1999032"/>
              <a:ext cx="89708" cy="148351"/>
            </a:xfrm>
            <a:custGeom>
              <a:rect b="b" l="l" r="r" t="t"/>
              <a:pathLst>
                <a:path extrusionOk="0" h="5659" w="3422">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1" name="Google Shape;26201;p98"/>
            <p:cNvSpPr/>
            <p:nvPr/>
          </p:nvSpPr>
          <p:spPr>
            <a:xfrm>
              <a:off x="7710927" y="2175381"/>
              <a:ext cx="22728" cy="103707"/>
            </a:xfrm>
            <a:custGeom>
              <a:rect b="b" l="l" r="r" t="t"/>
              <a:pathLst>
                <a:path extrusionOk="0" h="3956" w="867">
                  <a:moveTo>
                    <a:pt x="0" y="0"/>
                  </a:moveTo>
                  <a:lnTo>
                    <a:pt x="0" y="3955"/>
                  </a:lnTo>
                  <a:lnTo>
                    <a:pt x="866" y="3955"/>
                  </a:lnTo>
                  <a:lnTo>
                    <a:pt x="866" y="0"/>
                  </a:lnTo>
                  <a:close/>
                </a:path>
              </a:pathLst>
            </a:custGeom>
            <a:solidFill>
              <a:srgbClr val="8EA0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2" name="Google Shape;26202;p98"/>
            <p:cNvSpPr/>
            <p:nvPr/>
          </p:nvSpPr>
          <p:spPr>
            <a:xfrm>
              <a:off x="7638626" y="1989176"/>
              <a:ext cx="167671" cy="204765"/>
            </a:xfrm>
            <a:custGeom>
              <a:rect b="b" l="l" r="r" t="t"/>
              <a:pathLst>
                <a:path extrusionOk="0" h="7811" w="6396">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3" name="Google Shape;26203;p98"/>
            <p:cNvSpPr/>
            <p:nvPr/>
          </p:nvSpPr>
          <p:spPr>
            <a:xfrm>
              <a:off x="7706759" y="1989176"/>
              <a:ext cx="99538" cy="204765"/>
            </a:xfrm>
            <a:custGeom>
              <a:rect b="b" l="l" r="r" t="t"/>
              <a:pathLst>
                <a:path extrusionOk="0" h="7811" w="3797">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4" name="Google Shape;26204;p98"/>
            <p:cNvSpPr/>
            <p:nvPr/>
          </p:nvSpPr>
          <p:spPr>
            <a:xfrm>
              <a:off x="7628035" y="1977825"/>
              <a:ext cx="189246" cy="22728"/>
            </a:xfrm>
            <a:custGeom>
              <a:rect b="b" l="l" r="r" t="t"/>
              <a:pathLst>
                <a:path extrusionOk="0" h="867" w="7219">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5" name="Google Shape;26205;p98"/>
            <p:cNvSpPr/>
            <p:nvPr/>
          </p:nvSpPr>
          <p:spPr>
            <a:xfrm>
              <a:off x="7785456" y="1977825"/>
              <a:ext cx="31825" cy="22728"/>
            </a:xfrm>
            <a:custGeom>
              <a:rect b="b" l="l" r="r" t="t"/>
              <a:pathLst>
                <a:path extrusionOk="0" h="867" w="1214">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6" name="Google Shape;26206;p98"/>
            <p:cNvSpPr/>
            <p:nvPr/>
          </p:nvSpPr>
          <p:spPr>
            <a:xfrm>
              <a:off x="7681776" y="2039980"/>
              <a:ext cx="82158" cy="78042"/>
            </a:xfrm>
            <a:custGeom>
              <a:rect b="b" l="l" r="r" t="t"/>
              <a:pathLst>
                <a:path extrusionOk="0" h="2977" w="3134">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7" name="Google Shape;26207;p98"/>
            <p:cNvSpPr/>
            <p:nvPr/>
          </p:nvSpPr>
          <p:spPr>
            <a:xfrm>
              <a:off x="7700703" y="2180676"/>
              <a:ext cx="43543" cy="21208"/>
            </a:xfrm>
            <a:custGeom>
              <a:rect b="b" l="l" r="r" t="t"/>
              <a:pathLst>
                <a:path extrusionOk="0" h="809" w="1661">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8" name="Google Shape;26208;p98"/>
            <p:cNvSpPr/>
            <p:nvPr/>
          </p:nvSpPr>
          <p:spPr>
            <a:xfrm>
              <a:off x="7678001" y="2263542"/>
              <a:ext cx="88947" cy="30672"/>
            </a:xfrm>
            <a:custGeom>
              <a:rect b="b" l="l" r="r" t="t"/>
              <a:pathLst>
                <a:path extrusionOk="0" h="1170" w="3393">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9" name="Google Shape;26209;p98"/>
            <p:cNvSpPr/>
            <p:nvPr/>
          </p:nvSpPr>
          <p:spPr>
            <a:xfrm>
              <a:off x="7735517" y="2263542"/>
              <a:ext cx="31432" cy="30672"/>
            </a:xfrm>
            <a:custGeom>
              <a:rect b="b" l="l" r="r" t="t"/>
              <a:pathLst>
                <a:path extrusionOk="0" h="1170" w="1199">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0" name="Google Shape;26210;p98"/>
            <p:cNvSpPr/>
            <p:nvPr/>
          </p:nvSpPr>
          <p:spPr>
            <a:xfrm>
              <a:off x="7645835" y="2286637"/>
              <a:ext cx="152519" cy="38615"/>
            </a:xfrm>
            <a:custGeom>
              <a:rect b="b" l="l" r="r" t="t"/>
              <a:pathLst>
                <a:path extrusionOk="0" h="1473" w="5818">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1" name="Google Shape;26211;p98"/>
            <p:cNvSpPr/>
            <p:nvPr/>
          </p:nvSpPr>
          <p:spPr>
            <a:xfrm>
              <a:off x="7760500" y="2286637"/>
              <a:ext cx="38588" cy="38641"/>
            </a:xfrm>
            <a:custGeom>
              <a:rect b="b" l="l" r="r" t="t"/>
              <a:pathLst>
                <a:path extrusionOk="0" h="1474" w="1472">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212" name="Google Shape;26212;p98"/>
          <p:cNvGrpSpPr/>
          <p:nvPr/>
        </p:nvGrpSpPr>
        <p:grpSpPr>
          <a:xfrm>
            <a:off x="7998825" y="1977458"/>
            <a:ext cx="320557" cy="347794"/>
            <a:chOff x="8023882" y="1977458"/>
            <a:chExt cx="320557" cy="347794"/>
          </a:xfrm>
        </p:grpSpPr>
        <p:sp>
          <p:nvSpPr>
            <p:cNvPr id="26213" name="Google Shape;26213;p98"/>
            <p:cNvSpPr/>
            <p:nvPr/>
          </p:nvSpPr>
          <p:spPr>
            <a:xfrm>
              <a:off x="8053007" y="1977458"/>
              <a:ext cx="291432" cy="291799"/>
            </a:xfrm>
            <a:custGeom>
              <a:rect b="b" l="l" r="r" t="t"/>
              <a:pathLst>
                <a:path extrusionOk="0" h="11131" w="11117">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4" name="Google Shape;26214;p98"/>
            <p:cNvSpPr/>
            <p:nvPr/>
          </p:nvSpPr>
          <p:spPr>
            <a:xfrm>
              <a:off x="8023882" y="1980866"/>
              <a:ext cx="277407" cy="288549"/>
            </a:xfrm>
            <a:custGeom>
              <a:rect b="b" l="l" r="r" t="t"/>
              <a:pathLst>
                <a:path extrusionOk="0" h="11007" w="10582">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5" name="Google Shape;26215;p98"/>
            <p:cNvSpPr/>
            <p:nvPr/>
          </p:nvSpPr>
          <p:spPr>
            <a:xfrm>
              <a:off x="8053007" y="1977825"/>
              <a:ext cx="291432" cy="291039"/>
            </a:xfrm>
            <a:custGeom>
              <a:rect b="b" l="l" r="r" t="t"/>
              <a:pathLst>
                <a:path extrusionOk="0" h="11102" w="11117">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6" name="Google Shape;26216;p98"/>
            <p:cNvSpPr/>
            <p:nvPr/>
          </p:nvSpPr>
          <p:spPr>
            <a:xfrm>
              <a:off x="8052640" y="1981233"/>
              <a:ext cx="220258" cy="288024"/>
            </a:xfrm>
            <a:custGeom>
              <a:rect b="b" l="l" r="r" t="t"/>
              <a:pathLst>
                <a:path extrusionOk="0" h="10987" w="8402">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7" name="Google Shape;26217;p98"/>
            <p:cNvSpPr/>
            <p:nvPr/>
          </p:nvSpPr>
          <p:spPr>
            <a:xfrm>
              <a:off x="8097677"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8" name="Google Shape;26218;p98"/>
            <p:cNvSpPr/>
            <p:nvPr/>
          </p:nvSpPr>
          <p:spPr>
            <a:xfrm>
              <a:off x="8096524" y="2201858"/>
              <a:ext cx="24642" cy="16961"/>
            </a:xfrm>
            <a:custGeom>
              <a:rect b="b" l="l" r="r" t="t"/>
              <a:pathLst>
                <a:path extrusionOk="0" h="647" w="94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9" name="Google Shape;26219;p98"/>
            <p:cNvSpPr/>
            <p:nvPr/>
          </p:nvSpPr>
          <p:spPr>
            <a:xfrm>
              <a:off x="8075342" y="2219658"/>
              <a:ext cx="67373" cy="83259"/>
            </a:xfrm>
            <a:custGeom>
              <a:rect b="b" l="l" r="r" t="t"/>
              <a:pathLst>
                <a:path extrusionOk="0" h="3176" w="257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0" name="Google Shape;26220;p98"/>
            <p:cNvSpPr/>
            <p:nvPr/>
          </p:nvSpPr>
          <p:spPr>
            <a:xfrm>
              <a:off x="8086693" y="2302891"/>
              <a:ext cx="45064" cy="22361"/>
            </a:xfrm>
            <a:custGeom>
              <a:rect b="b" l="l" r="r" t="t"/>
              <a:pathLst>
                <a:path extrusionOk="0" h="853" w="1719">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1" name="Google Shape;26221;p98"/>
            <p:cNvSpPr/>
            <p:nvPr/>
          </p:nvSpPr>
          <p:spPr>
            <a:xfrm>
              <a:off x="8075342" y="2228728"/>
              <a:ext cx="11377" cy="74188"/>
            </a:xfrm>
            <a:custGeom>
              <a:rect b="b" l="l" r="r" t="t"/>
              <a:pathLst>
                <a:path extrusionOk="0" h="2830" w="434">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2" name="Google Shape;26222;p98"/>
            <p:cNvSpPr/>
            <p:nvPr/>
          </p:nvSpPr>
          <p:spPr>
            <a:xfrm>
              <a:off x="8131337" y="2228728"/>
              <a:ext cx="11377" cy="74188"/>
            </a:xfrm>
            <a:custGeom>
              <a:rect b="b" l="l" r="r" t="t"/>
              <a:pathLst>
                <a:path extrusionOk="0" h="2830" w="434">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3" name="Google Shape;26223;p98"/>
            <p:cNvSpPr/>
            <p:nvPr/>
          </p:nvSpPr>
          <p:spPr>
            <a:xfrm>
              <a:off x="8091621"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4" name="Google Shape;26224;p98"/>
            <p:cNvSpPr/>
            <p:nvPr/>
          </p:nvSpPr>
          <p:spPr>
            <a:xfrm>
              <a:off x="8105987" y="2313875"/>
              <a:ext cx="5715" cy="11377"/>
            </a:xfrm>
            <a:custGeom>
              <a:rect b="b" l="l" r="r" t="t"/>
              <a:pathLst>
                <a:path extrusionOk="0" h="434" w="218">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5" name="Google Shape;26225;p98"/>
            <p:cNvSpPr/>
            <p:nvPr/>
          </p:nvSpPr>
          <p:spPr>
            <a:xfrm>
              <a:off x="8086326" y="2156821"/>
              <a:ext cx="45037" cy="50752"/>
            </a:xfrm>
            <a:custGeom>
              <a:rect b="b" l="l" r="r" t="t"/>
              <a:pathLst>
                <a:path extrusionOk="0" h="1936" w="1718">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6" name="Google Shape;26226;p98"/>
            <p:cNvSpPr/>
            <p:nvPr/>
          </p:nvSpPr>
          <p:spPr>
            <a:xfrm>
              <a:off x="8086693" y="2156821"/>
              <a:ext cx="30672" cy="50569"/>
            </a:xfrm>
            <a:custGeom>
              <a:rect b="b" l="l" r="r" t="t"/>
              <a:pathLst>
                <a:path extrusionOk="0" h="1929" w="117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7" name="Google Shape;26227;p98"/>
            <p:cNvSpPr/>
            <p:nvPr/>
          </p:nvSpPr>
          <p:spPr>
            <a:xfrm>
              <a:off x="8086693" y="2156821"/>
              <a:ext cx="45064" cy="22781"/>
            </a:xfrm>
            <a:custGeom>
              <a:rect b="b" l="l" r="r" t="t"/>
              <a:pathLst>
                <a:path extrusionOk="0" h="869" w="1719">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8" name="Google Shape;26228;p98"/>
            <p:cNvSpPr/>
            <p:nvPr/>
          </p:nvSpPr>
          <p:spPr>
            <a:xfrm>
              <a:off x="8086693" y="2156821"/>
              <a:ext cx="30672" cy="20474"/>
            </a:xfrm>
            <a:custGeom>
              <a:rect b="b" l="l" r="r" t="t"/>
              <a:pathLst>
                <a:path extrusionOk="0" h="781" w="117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9" name="Google Shape;26229;p98"/>
            <p:cNvSpPr/>
            <p:nvPr/>
          </p:nvSpPr>
          <p:spPr>
            <a:xfrm>
              <a:off x="8187359"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0" name="Google Shape;26230;p98"/>
            <p:cNvSpPr/>
            <p:nvPr/>
          </p:nvSpPr>
          <p:spPr>
            <a:xfrm>
              <a:off x="8186231" y="2201858"/>
              <a:ext cx="24616" cy="16961"/>
            </a:xfrm>
            <a:custGeom>
              <a:rect b="b" l="l" r="r" t="t"/>
              <a:pathLst>
                <a:path extrusionOk="0" h="647" w="939">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1" name="Google Shape;26231;p98"/>
            <p:cNvSpPr/>
            <p:nvPr/>
          </p:nvSpPr>
          <p:spPr>
            <a:xfrm>
              <a:off x="8165023" y="2219658"/>
              <a:ext cx="67399" cy="83259"/>
            </a:xfrm>
            <a:custGeom>
              <a:rect b="b" l="l" r="r" t="t"/>
              <a:pathLst>
                <a:path extrusionOk="0" h="3176" w="2571">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2" name="Google Shape;26232;p98"/>
            <p:cNvSpPr/>
            <p:nvPr/>
          </p:nvSpPr>
          <p:spPr>
            <a:xfrm>
              <a:off x="8176374" y="2302891"/>
              <a:ext cx="44697" cy="22361"/>
            </a:xfrm>
            <a:custGeom>
              <a:rect b="b" l="l" r="r" t="t"/>
              <a:pathLst>
                <a:path extrusionOk="0" h="853" w="1705">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3" name="Google Shape;26233;p98"/>
            <p:cNvSpPr/>
            <p:nvPr/>
          </p:nvSpPr>
          <p:spPr>
            <a:xfrm>
              <a:off x="8165023" y="2228728"/>
              <a:ext cx="11377" cy="74188"/>
            </a:xfrm>
            <a:custGeom>
              <a:rect b="b" l="l" r="r" t="t"/>
              <a:pathLst>
                <a:path extrusionOk="0" h="2830" w="434">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4" name="Google Shape;26234;p98"/>
            <p:cNvSpPr/>
            <p:nvPr/>
          </p:nvSpPr>
          <p:spPr>
            <a:xfrm>
              <a:off x="8221045" y="2228728"/>
              <a:ext cx="11377" cy="74188"/>
            </a:xfrm>
            <a:custGeom>
              <a:rect b="b" l="l" r="r" t="t"/>
              <a:pathLst>
                <a:path extrusionOk="0" h="2830" w="434">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5" name="Google Shape;26235;p98"/>
            <p:cNvSpPr/>
            <p:nvPr/>
          </p:nvSpPr>
          <p:spPr>
            <a:xfrm>
              <a:off x="8181303"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6" name="Google Shape;26236;p98"/>
            <p:cNvSpPr/>
            <p:nvPr/>
          </p:nvSpPr>
          <p:spPr>
            <a:xfrm>
              <a:off x="8195669" y="2313875"/>
              <a:ext cx="5715" cy="11377"/>
            </a:xfrm>
            <a:custGeom>
              <a:rect b="b" l="l" r="r" t="t"/>
              <a:pathLst>
                <a:path extrusionOk="0" h="434" w="218">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7" name="Google Shape;26237;p98"/>
            <p:cNvSpPr/>
            <p:nvPr/>
          </p:nvSpPr>
          <p:spPr>
            <a:xfrm>
              <a:off x="8176374" y="2156821"/>
              <a:ext cx="44697" cy="50752"/>
            </a:xfrm>
            <a:custGeom>
              <a:rect b="b" l="l" r="r" t="t"/>
              <a:pathLst>
                <a:path extrusionOk="0" h="1936" w="1705">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8" name="Google Shape;26238;p98"/>
            <p:cNvSpPr/>
            <p:nvPr/>
          </p:nvSpPr>
          <p:spPr>
            <a:xfrm>
              <a:off x="8176374" y="2156821"/>
              <a:ext cx="30672" cy="50569"/>
            </a:xfrm>
            <a:custGeom>
              <a:rect b="b" l="l" r="r" t="t"/>
              <a:pathLst>
                <a:path extrusionOk="0" h="1929" w="117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9" name="Google Shape;26239;p98"/>
            <p:cNvSpPr/>
            <p:nvPr/>
          </p:nvSpPr>
          <p:spPr>
            <a:xfrm>
              <a:off x="8176007"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0" name="Google Shape;26240;p98"/>
            <p:cNvSpPr/>
            <p:nvPr/>
          </p:nvSpPr>
          <p:spPr>
            <a:xfrm>
              <a:off x="8176374" y="2156821"/>
              <a:ext cx="30672" cy="20474"/>
            </a:xfrm>
            <a:custGeom>
              <a:rect b="b" l="l" r="r" t="t"/>
              <a:pathLst>
                <a:path extrusionOk="0" h="781" w="117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1" name="Google Shape;26241;p98"/>
            <p:cNvSpPr/>
            <p:nvPr/>
          </p:nvSpPr>
          <p:spPr>
            <a:xfrm>
              <a:off x="8277040" y="2201858"/>
              <a:ext cx="22361" cy="22361"/>
            </a:xfrm>
            <a:custGeom>
              <a:rect b="b" l="l" r="r" t="t"/>
              <a:pathLst>
                <a:path extrusionOk="0" h="853" w="853">
                  <a:moveTo>
                    <a:pt x="1" y="1"/>
                  </a:moveTo>
                  <a:lnTo>
                    <a:pt x="1"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2" name="Google Shape;26242;p98"/>
            <p:cNvSpPr/>
            <p:nvPr/>
          </p:nvSpPr>
          <p:spPr>
            <a:xfrm>
              <a:off x="8275913" y="2201858"/>
              <a:ext cx="24616" cy="16961"/>
            </a:xfrm>
            <a:custGeom>
              <a:rect b="b" l="l" r="r" t="t"/>
              <a:pathLst>
                <a:path extrusionOk="0" h="647" w="939">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3" name="Google Shape;26243;p98"/>
            <p:cNvSpPr/>
            <p:nvPr/>
          </p:nvSpPr>
          <p:spPr>
            <a:xfrm>
              <a:off x="8254705" y="2219658"/>
              <a:ext cx="67399" cy="83259"/>
            </a:xfrm>
            <a:custGeom>
              <a:rect b="b" l="l" r="r" t="t"/>
              <a:pathLst>
                <a:path extrusionOk="0" h="3176" w="2571">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4" name="Google Shape;26244;p98"/>
            <p:cNvSpPr/>
            <p:nvPr/>
          </p:nvSpPr>
          <p:spPr>
            <a:xfrm>
              <a:off x="8266056" y="2302891"/>
              <a:ext cx="44697" cy="22361"/>
            </a:xfrm>
            <a:custGeom>
              <a:rect b="b" l="l" r="r" t="t"/>
              <a:pathLst>
                <a:path extrusionOk="0" h="853" w="1705">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5" name="Google Shape;26245;p98"/>
            <p:cNvSpPr/>
            <p:nvPr/>
          </p:nvSpPr>
          <p:spPr>
            <a:xfrm>
              <a:off x="8254705" y="2228728"/>
              <a:ext cx="11377" cy="74188"/>
            </a:xfrm>
            <a:custGeom>
              <a:rect b="b" l="l" r="r" t="t"/>
              <a:pathLst>
                <a:path extrusionOk="0" h="2830" w="434">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6" name="Google Shape;26246;p98"/>
            <p:cNvSpPr/>
            <p:nvPr/>
          </p:nvSpPr>
          <p:spPr>
            <a:xfrm>
              <a:off x="8310726" y="2228728"/>
              <a:ext cx="11377" cy="74188"/>
            </a:xfrm>
            <a:custGeom>
              <a:rect b="b" l="l" r="r" t="t"/>
              <a:pathLst>
                <a:path extrusionOk="0" h="2830" w="434">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7" name="Google Shape;26247;p98"/>
            <p:cNvSpPr/>
            <p:nvPr/>
          </p:nvSpPr>
          <p:spPr>
            <a:xfrm>
              <a:off x="8270984" y="2213314"/>
              <a:ext cx="34473" cy="89603"/>
            </a:xfrm>
            <a:custGeom>
              <a:rect b="b" l="l" r="r" t="t"/>
              <a:pathLst>
                <a:path extrusionOk="0" h="3418" w="1315">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8" name="Google Shape;26248;p98"/>
            <p:cNvSpPr/>
            <p:nvPr/>
          </p:nvSpPr>
          <p:spPr>
            <a:xfrm>
              <a:off x="8285376" y="2313875"/>
              <a:ext cx="5689" cy="11377"/>
            </a:xfrm>
            <a:custGeom>
              <a:rect b="b" l="l" r="r" t="t"/>
              <a:pathLst>
                <a:path extrusionOk="0" h="434" w="217">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9" name="Google Shape;26249;p98"/>
            <p:cNvSpPr/>
            <p:nvPr/>
          </p:nvSpPr>
          <p:spPr>
            <a:xfrm>
              <a:off x="8266056" y="2156821"/>
              <a:ext cx="44697" cy="50752"/>
            </a:xfrm>
            <a:custGeom>
              <a:rect b="b" l="l" r="r" t="t"/>
              <a:pathLst>
                <a:path extrusionOk="0" h="1936" w="1705">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0" name="Google Shape;26250;p98"/>
            <p:cNvSpPr/>
            <p:nvPr/>
          </p:nvSpPr>
          <p:spPr>
            <a:xfrm>
              <a:off x="8266056" y="2156821"/>
              <a:ext cx="31065" cy="50569"/>
            </a:xfrm>
            <a:custGeom>
              <a:rect b="b" l="l" r="r" t="t"/>
              <a:pathLst>
                <a:path extrusionOk="0" h="1929" w="1185">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1" name="Google Shape;26251;p98"/>
            <p:cNvSpPr/>
            <p:nvPr/>
          </p:nvSpPr>
          <p:spPr>
            <a:xfrm>
              <a:off x="8265689"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2" name="Google Shape;26252;p98"/>
            <p:cNvSpPr/>
            <p:nvPr/>
          </p:nvSpPr>
          <p:spPr>
            <a:xfrm>
              <a:off x="8266056" y="2156821"/>
              <a:ext cx="31065" cy="20474"/>
            </a:xfrm>
            <a:custGeom>
              <a:rect b="b" l="l" r="r" t="t"/>
              <a:pathLst>
                <a:path extrusionOk="0" h="781" w="1185">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253" name="Google Shape;26253;p98"/>
          <p:cNvGrpSpPr/>
          <p:nvPr/>
        </p:nvGrpSpPr>
        <p:grpSpPr>
          <a:xfrm>
            <a:off x="5602617" y="2444819"/>
            <a:ext cx="345147" cy="342630"/>
            <a:chOff x="5627674" y="2444819"/>
            <a:chExt cx="345147" cy="342630"/>
          </a:xfrm>
        </p:grpSpPr>
        <p:sp>
          <p:nvSpPr>
            <p:cNvPr id="26254" name="Google Shape;26254;p98"/>
            <p:cNvSpPr/>
            <p:nvPr/>
          </p:nvSpPr>
          <p:spPr>
            <a:xfrm>
              <a:off x="5755210" y="2444819"/>
              <a:ext cx="217611" cy="217978"/>
            </a:xfrm>
            <a:custGeom>
              <a:rect b="b" l="l" r="r" t="t"/>
              <a:pathLst>
                <a:path extrusionOk="0" h="8315" w="8301">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5" name="Google Shape;26255;p98"/>
            <p:cNvSpPr/>
            <p:nvPr/>
          </p:nvSpPr>
          <p:spPr>
            <a:xfrm>
              <a:off x="5818021" y="2523516"/>
              <a:ext cx="15545" cy="15178"/>
            </a:xfrm>
            <a:custGeom>
              <a:rect b="b" l="l" r="r" t="t"/>
              <a:pathLst>
                <a:path extrusionOk="0" h="579" w="593">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6" name="Google Shape;26256;p98"/>
            <p:cNvSpPr/>
            <p:nvPr/>
          </p:nvSpPr>
          <p:spPr>
            <a:xfrm>
              <a:off x="5894857"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7" name="Google Shape;26257;p98"/>
            <p:cNvSpPr/>
            <p:nvPr/>
          </p:nvSpPr>
          <p:spPr>
            <a:xfrm>
              <a:off x="5856635"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8" name="Google Shape;26258;p98"/>
            <p:cNvSpPr/>
            <p:nvPr/>
          </p:nvSpPr>
          <p:spPr>
            <a:xfrm>
              <a:off x="5627674" y="2523149"/>
              <a:ext cx="266816" cy="264300"/>
            </a:xfrm>
            <a:custGeom>
              <a:rect b="b" l="l" r="r" t="t"/>
              <a:pathLst>
                <a:path extrusionOk="0" h="10082" w="10178">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259" name="Google Shape;26259;p98"/>
          <p:cNvGrpSpPr/>
          <p:nvPr/>
        </p:nvGrpSpPr>
        <p:grpSpPr>
          <a:xfrm>
            <a:off x="4628939" y="2440257"/>
            <a:ext cx="396607" cy="348555"/>
            <a:chOff x="4653996" y="2440257"/>
            <a:chExt cx="396607" cy="348555"/>
          </a:xfrm>
        </p:grpSpPr>
        <p:sp>
          <p:nvSpPr>
            <p:cNvPr id="26260" name="Google Shape;26260;p98"/>
            <p:cNvSpPr/>
            <p:nvPr/>
          </p:nvSpPr>
          <p:spPr>
            <a:xfrm>
              <a:off x="4670643" y="2520108"/>
              <a:ext cx="363707" cy="250930"/>
            </a:xfrm>
            <a:custGeom>
              <a:rect b="b" l="l" r="r" t="t"/>
              <a:pathLst>
                <a:path extrusionOk="0" h="9572" w="13874">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1" name="Google Shape;26261;p98"/>
            <p:cNvSpPr/>
            <p:nvPr/>
          </p:nvSpPr>
          <p:spPr>
            <a:xfrm>
              <a:off x="4981710" y="2520108"/>
              <a:ext cx="52640" cy="250930"/>
            </a:xfrm>
            <a:custGeom>
              <a:rect b="b" l="l" r="r" t="t"/>
              <a:pathLst>
                <a:path extrusionOk="0" h="9572" w="2008">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2" name="Google Shape;26262;p98"/>
            <p:cNvSpPr/>
            <p:nvPr/>
          </p:nvSpPr>
          <p:spPr>
            <a:xfrm>
              <a:off x="4694865" y="2544724"/>
              <a:ext cx="314108" cy="226681"/>
            </a:xfrm>
            <a:custGeom>
              <a:rect b="b" l="l" r="r" t="t"/>
              <a:pathLst>
                <a:path extrusionOk="0" h="8647" w="11982">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3" name="Google Shape;26263;p98"/>
            <p:cNvSpPr/>
            <p:nvPr/>
          </p:nvSpPr>
          <p:spPr>
            <a:xfrm>
              <a:off x="4981710" y="2544724"/>
              <a:ext cx="28024" cy="226314"/>
            </a:xfrm>
            <a:custGeom>
              <a:rect b="b" l="l" r="r" t="t"/>
              <a:pathLst>
                <a:path extrusionOk="0" h="8633" w="1069">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4" name="Google Shape;26264;p98"/>
            <p:cNvSpPr/>
            <p:nvPr/>
          </p:nvSpPr>
          <p:spPr>
            <a:xfrm>
              <a:off x="4775476" y="2618493"/>
              <a:ext cx="69260" cy="30409"/>
            </a:xfrm>
            <a:custGeom>
              <a:rect b="b" l="l" r="r" t="t"/>
              <a:pathLst>
                <a:path extrusionOk="0" h="1160" w="2642">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5" name="Google Shape;26265;p98"/>
            <p:cNvSpPr/>
            <p:nvPr/>
          </p:nvSpPr>
          <p:spPr>
            <a:xfrm>
              <a:off x="4775476" y="2643476"/>
              <a:ext cx="69260" cy="30672"/>
            </a:xfrm>
            <a:custGeom>
              <a:rect b="b" l="l" r="r" t="t"/>
              <a:pathLst>
                <a:path extrusionOk="0" h="1170" w="2642">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6" name="Google Shape;26266;p98"/>
            <p:cNvSpPr/>
            <p:nvPr/>
          </p:nvSpPr>
          <p:spPr>
            <a:xfrm>
              <a:off x="4775476" y="2668459"/>
              <a:ext cx="69260" cy="30672"/>
            </a:xfrm>
            <a:custGeom>
              <a:rect b="b" l="l" r="r" t="t"/>
              <a:pathLst>
                <a:path extrusionOk="0" h="1170" w="2642">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7" name="Google Shape;26267;p98"/>
            <p:cNvSpPr/>
            <p:nvPr/>
          </p:nvSpPr>
          <p:spPr>
            <a:xfrm>
              <a:off x="4860229" y="2618126"/>
              <a:ext cx="68893" cy="30672"/>
            </a:xfrm>
            <a:custGeom>
              <a:rect b="b" l="l" r="r" t="t"/>
              <a:pathLst>
                <a:path extrusionOk="0" h="1170" w="2628">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8" name="Google Shape;26268;p98"/>
            <p:cNvSpPr/>
            <p:nvPr/>
          </p:nvSpPr>
          <p:spPr>
            <a:xfrm>
              <a:off x="4860229" y="2643476"/>
              <a:ext cx="68893" cy="30672"/>
            </a:xfrm>
            <a:custGeom>
              <a:rect b="b" l="l" r="r" t="t"/>
              <a:pathLst>
                <a:path extrusionOk="0" h="1170" w="2628">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9" name="Google Shape;26269;p98"/>
            <p:cNvSpPr/>
            <p:nvPr/>
          </p:nvSpPr>
          <p:spPr>
            <a:xfrm>
              <a:off x="4860229" y="2668354"/>
              <a:ext cx="68893" cy="30776"/>
            </a:xfrm>
            <a:custGeom>
              <a:rect b="b" l="l" r="r" t="t"/>
              <a:pathLst>
                <a:path extrusionOk="0" h="1174" w="2628">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0" name="Google Shape;26270;p98"/>
            <p:cNvSpPr/>
            <p:nvPr/>
          </p:nvSpPr>
          <p:spPr>
            <a:xfrm>
              <a:off x="4825049" y="2584440"/>
              <a:ext cx="54894" cy="33712"/>
            </a:xfrm>
            <a:custGeom>
              <a:rect b="b" l="l" r="r" t="t"/>
              <a:pathLst>
                <a:path extrusionOk="0" h="1286" w="2094">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1" name="Google Shape;26271;p98"/>
            <p:cNvSpPr/>
            <p:nvPr/>
          </p:nvSpPr>
          <p:spPr>
            <a:xfrm>
              <a:off x="4843216" y="2584440"/>
              <a:ext cx="36727" cy="33712"/>
            </a:xfrm>
            <a:custGeom>
              <a:rect b="b" l="l" r="r" t="t"/>
              <a:pathLst>
                <a:path extrusionOk="0" h="1286" w="1401">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2" name="Google Shape;26272;p98"/>
            <p:cNvSpPr/>
            <p:nvPr/>
          </p:nvSpPr>
          <p:spPr>
            <a:xfrm>
              <a:off x="4809897" y="2606775"/>
              <a:ext cx="85173" cy="95763"/>
            </a:xfrm>
            <a:custGeom>
              <a:rect b="b" l="l" r="r" t="t"/>
              <a:pathLst>
                <a:path extrusionOk="0" h="3653" w="3249">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3" name="Google Shape;26273;p98"/>
            <p:cNvSpPr/>
            <p:nvPr/>
          </p:nvSpPr>
          <p:spPr>
            <a:xfrm>
              <a:off x="4843216" y="2606775"/>
              <a:ext cx="51093" cy="94217"/>
            </a:xfrm>
            <a:custGeom>
              <a:rect b="b" l="l" r="r" t="t"/>
              <a:pathLst>
                <a:path extrusionOk="0" h="3594" w="1949">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4" name="Google Shape;26274;p98"/>
            <p:cNvSpPr/>
            <p:nvPr/>
          </p:nvSpPr>
          <p:spPr>
            <a:xfrm>
              <a:off x="4801953" y="2440257"/>
              <a:ext cx="101452" cy="56415"/>
            </a:xfrm>
            <a:custGeom>
              <a:rect b="b" l="l" r="r" t="t"/>
              <a:pathLst>
                <a:path extrusionOk="0" h="2152" w="387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5" name="Google Shape;26275;p98"/>
            <p:cNvSpPr/>
            <p:nvPr/>
          </p:nvSpPr>
          <p:spPr>
            <a:xfrm>
              <a:off x="4824656" y="2459945"/>
              <a:ext cx="56048" cy="34079"/>
            </a:xfrm>
            <a:custGeom>
              <a:rect b="b" l="l" r="r" t="t"/>
              <a:pathLst>
                <a:path extrusionOk="0" h="1300" w="2138">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6" name="Google Shape;26276;p98"/>
            <p:cNvSpPr/>
            <p:nvPr/>
          </p:nvSpPr>
          <p:spPr>
            <a:xfrm>
              <a:off x="4653996" y="2737326"/>
              <a:ext cx="396607" cy="51486"/>
            </a:xfrm>
            <a:custGeom>
              <a:rect b="b" l="l" r="r" t="t"/>
              <a:pathLst>
                <a:path extrusionOk="0" h="1964" w="15129">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7" name="Google Shape;26277;p98"/>
            <p:cNvSpPr/>
            <p:nvPr/>
          </p:nvSpPr>
          <p:spPr>
            <a:xfrm>
              <a:off x="4998749" y="2737326"/>
              <a:ext cx="51853" cy="51486"/>
            </a:xfrm>
            <a:custGeom>
              <a:rect b="b" l="l" r="r" t="t"/>
              <a:pathLst>
                <a:path extrusionOk="0" h="1964" w="1978">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278" name="Google Shape;26278;p98"/>
          <p:cNvGrpSpPr/>
          <p:nvPr/>
        </p:nvGrpSpPr>
        <p:grpSpPr>
          <a:xfrm>
            <a:off x="1829334" y="2895140"/>
            <a:ext cx="301630" cy="374272"/>
            <a:chOff x="1854391" y="2895140"/>
            <a:chExt cx="301630" cy="374272"/>
          </a:xfrm>
        </p:grpSpPr>
        <p:sp>
          <p:nvSpPr>
            <p:cNvPr id="26279" name="Google Shape;26279;p98"/>
            <p:cNvSpPr/>
            <p:nvPr/>
          </p:nvSpPr>
          <p:spPr>
            <a:xfrm>
              <a:off x="1968689" y="2943559"/>
              <a:ext cx="72668" cy="60216"/>
            </a:xfrm>
            <a:custGeom>
              <a:rect b="b" l="l" r="r" t="t"/>
              <a:pathLst>
                <a:path extrusionOk="0" h="2297" w="2772">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0" name="Google Shape;26280;p98"/>
            <p:cNvSpPr/>
            <p:nvPr/>
          </p:nvSpPr>
          <p:spPr>
            <a:xfrm>
              <a:off x="1991758" y="2943559"/>
              <a:ext cx="26530" cy="18115"/>
            </a:xfrm>
            <a:custGeom>
              <a:rect b="b" l="l" r="r" t="t"/>
              <a:pathLst>
                <a:path extrusionOk="0" h="691" w="1012">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1" name="Google Shape;26281;p98"/>
            <p:cNvSpPr/>
            <p:nvPr/>
          </p:nvSpPr>
          <p:spPr>
            <a:xfrm>
              <a:off x="1969056" y="2962486"/>
              <a:ext cx="72301" cy="41289"/>
            </a:xfrm>
            <a:custGeom>
              <a:rect b="b" l="l" r="r" t="t"/>
              <a:pathLst>
                <a:path extrusionOk="0" h="1575" w="2758">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2" name="Google Shape;26282;p98"/>
            <p:cNvSpPr/>
            <p:nvPr/>
          </p:nvSpPr>
          <p:spPr>
            <a:xfrm>
              <a:off x="1969056" y="2973470"/>
              <a:ext cx="18193" cy="30672"/>
            </a:xfrm>
            <a:custGeom>
              <a:rect b="b" l="l" r="r" t="t"/>
              <a:pathLst>
                <a:path extrusionOk="0" h="1170" w="694">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3" name="Google Shape;26283;p98"/>
            <p:cNvSpPr/>
            <p:nvPr/>
          </p:nvSpPr>
          <p:spPr>
            <a:xfrm>
              <a:off x="2023190" y="2973470"/>
              <a:ext cx="18167" cy="30672"/>
            </a:xfrm>
            <a:custGeom>
              <a:rect b="b" l="l" r="r" t="t"/>
              <a:pathLst>
                <a:path extrusionOk="0" h="1170" w="693">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4" name="Google Shape;26284;p98"/>
            <p:cNvSpPr/>
            <p:nvPr/>
          </p:nvSpPr>
          <p:spPr>
            <a:xfrm>
              <a:off x="1980800" y="2895140"/>
              <a:ext cx="48472" cy="54501"/>
            </a:xfrm>
            <a:custGeom>
              <a:rect b="b" l="l" r="r" t="t"/>
              <a:pathLst>
                <a:path extrusionOk="0" h="2079" w="1849">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5" name="Google Shape;26285;p98"/>
            <p:cNvSpPr/>
            <p:nvPr/>
          </p:nvSpPr>
          <p:spPr>
            <a:xfrm>
              <a:off x="1980879" y="2895507"/>
              <a:ext cx="33241" cy="54029"/>
            </a:xfrm>
            <a:custGeom>
              <a:rect b="b" l="l" r="r" t="t"/>
              <a:pathLst>
                <a:path extrusionOk="0" h="2061" w="1268">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6" name="Google Shape;26286;p98"/>
            <p:cNvSpPr/>
            <p:nvPr/>
          </p:nvSpPr>
          <p:spPr>
            <a:xfrm>
              <a:off x="1981167" y="2895507"/>
              <a:ext cx="48105" cy="23908"/>
            </a:xfrm>
            <a:custGeom>
              <a:rect b="b" l="l" r="r" t="t"/>
              <a:pathLst>
                <a:path extrusionOk="0" h="912" w="1835">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7" name="Google Shape;26287;p98"/>
            <p:cNvSpPr/>
            <p:nvPr/>
          </p:nvSpPr>
          <p:spPr>
            <a:xfrm>
              <a:off x="1981167" y="2895507"/>
              <a:ext cx="32952" cy="21968"/>
            </a:xfrm>
            <a:custGeom>
              <a:rect b="b" l="l" r="r" t="t"/>
              <a:pathLst>
                <a:path extrusionOk="0" h="838" w="1257">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8" name="Google Shape;26288;p98"/>
            <p:cNvSpPr/>
            <p:nvPr/>
          </p:nvSpPr>
          <p:spPr>
            <a:xfrm>
              <a:off x="1963000" y="3015860"/>
              <a:ext cx="84412" cy="144576"/>
            </a:xfrm>
            <a:custGeom>
              <a:rect b="b" l="l" r="r" t="t"/>
              <a:pathLst>
                <a:path extrusionOk="0" h="5515" w="3220">
                  <a:moveTo>
                    <a:pt x="1" y="0"/>
                  </a:moveTo>
                  <a:lnTo>
                    <a:pt x="1" y="5514"/>
                  </a:lnTo>
                  <a:lnTo>
                    <a:pt x="3220" y="5514"/>
                  </a:lnTo>
                  <a:lnTo>
                    <a:pt x="3220" y="0"/>
                  </a:ln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9" name="Google Shape;26289;p98"/>
            <p:cNvSpPr/>
            <p:nvPr/>
          </p:nvSpPr>
          <p:spPr>
            <a:xfrm>
              <a:off x="1963000" y="3100246"/>
              <a:ext cx="84412" cy="60190"/>
            </a:xfrm>
            <a:custGeom>
              <a:rect b="b" l="l" r="r" t="t"/>
              <a:pathLst>
                <a:path extrusionOk="0" h="2296" w="3220">
                  <a:moveTo>
                    <a:pt x="1" y="0"/>
                  </a:moveTo>
                  <a:lnTo>
                    <a:pt x="1" y="2295"/>
                  </a:lnTo>
                  <a:lnTo>
                    <a:pt x="3220" y="2295"/>
                  </a:lnTo>
                  <a:lnTo>
                    <a:pt x="3220" y="0"/>
                  </a:ln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0" name="Google Shape;26290;p98"/>
            <p:cNvSpPr/>
            <p:nvPr/>
          </p:nvSpPr>
          <p:spPr>
            <a:xfrm>
              <a:off x="2034908" y="3082079"/>
              <a:ext cx="48472" cy="72668"/>
            </a:xfrm>
            <a:custGeom>
              <a:rect b="b" l="l" r="r" t="t"/>
              <a:pathLst>
                <a:path extrusionOk="0" h="2772" w="1849">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1" name="Google Shape;26291;p98"/>
            <p:cNvSpPr/>
            <p:nvPr/>
          </p:nvSpPr>
          <p:spPr>
            <a:xfrm>
              <a:off x="2035275" y="3082446"/>
              <a:ext cx="26897" cy="72301"/>
            </a:xfrm>
            <a:custGeom>
              <a:rect b="b" l="l" r="r" t="t"/>
              <a:pathLst>
                <a:path extrusionOk="0" h="2758" w="1026">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2" name="Google Shape;26292;p98"/>
            <p:cNvSpPr/>
            <p:nvPr/>
          </p:nvSpPr>
          <p:spPr>
            <a:xfrm>
              <a:off x="2035275" y="3082446"/>
              <a:ext cx="48105" cy="54134"/>
            </a:xfrm>
            <a:custGeom>
              <a:rect b="b" l="l" r="r" t="t"/>
              <a:pathLst>
                <a:path extrusionOk="0" h="2065" w="1835">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3" name="Google Shape;26293;p98"/>
            <p:cNvSpPr/>
            <p:nvPr/>
          </p:nvSpPr>
          <p:spPr>
            <a:xfrm>
              <a:off x="2035275" y="3082079"/>
              <a:ext cx="26897" cy="54134"/>
            </a:xfrm>
            <a:custGeom>
              <a:rect b="b" l="l" r="r" t="t"/>
              <a:pathLst>
                <a:path extrusionOk="0" h="2065" w="1026">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4" name="Google Shape;26294;p98"/>
            <p:cNvSpPr/>
            <p:nvPr/>
          </p:nvSpPr>
          <p:spPr>
            <a:xfrm>
              <a:off x="2017134" y="3148665"/>
              <a:ext cx="84412" cy="96524"/>
            </a:xfrm>
            <a:custGeom>
              <a:rect b="b" l="l" r="r" t="t"/>
              <a:pathLst>
                <a:path extrusionOk="0" h="3682" w="322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5" name="Google Shape;26295;p98"/>
            <p:cNvSpPr/>
            <p:nvPr/>
          </p:nvSpPr>
          <p:spPr>
            <a:xfrm>
              <a:off x="2017134" y="3162297"/>
              <a:ext cx="18167" cy="82892"/>
            </a:xfrm>
            <a:custGeom>
              <a:rect b="b" l="l" r="r" t="t"/>
              <a:pathLst>
                <a:path extrusionOk="0" h="3162" w="693">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6" name="Google Shape;26296;p98"/>
            <p:cNvSpPr/>
            <p:nvPr/>
          </p:nvSpPr>
          <p:spPr>
            <a:xfrm>
              <a:off x="2083353" y="3162297"/>
              <a:ext cx="18193" cy="82892"/>
            </a:xfrm>
            <a:custGeom>
              <a:rect b="b" l="l" r="r" t="t"/>
              <a:pathLst>
                <a:path extrusionOk="0" h="3162" w="694">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7" name="Google Shape;26297;p98"/>
            <p:cNvSpPr/>
            <p:nvPr/>
          </p:nvSpPr>
          <p:spPr>
            <a:xfrm>
              <a:off x="1926666" y="3082079"/>
              <a:ext cx="47711" cy="72668"/>
            </a:xfrm>
            <a:custGeom>
              <a:rect b="b" l="l" r="r" t="t"/>
              <a:pathLst>
                <a:path extrusionOk="0" h="2772" w="182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8" name="Google Shape;26298;p98"/>
            <p:cNvSpPr/>
            <p:nvPr/>
          </p:nvSpPr>
          <p:spPr>
            <a:xfrm>
              <a:off x="1926666" y="3082446"/>
              <a:ext cx="27290" cy="72301"/>
            </a:xfrm>
            <a:custGeom>
              <a:rect b="b" l="l" r="r" t="t"/>
              <a:pathLst>
                <a:path extrusionOk="0" h="2758" w="1041">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9" name="Google Shape;26299;p98"/>
            <p:cNvSpPr/>
            <p:nvPr/>
          </p:nvSpPr>
          <p:spPr>
            <a:xfrm>
              <a:off x="1926666" y="3082446"/>
              <a:ext cx="48472" cy="54134"/>
            </a:xfrm>
            <a:custGeom>
              <a:rect b="b" l="l" r="r" t="t"/>
              <a:pathLst>
                <a:path extrusionOk="0" h="2065" w="1849">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0" name="Google Shape;26300;p98"/>
            <p:cNvSpPr/>
            <p:nvPr/>
          </p:nvSpPr>
          <p:spPr>
            <a:xfrm>
              <a:off x="1926666" y="3082079"/>
              <a:ext cx="27290" cy="54134"/>
            </a:xfrm>
            <a:custGeom>
              <a:rect b="b" l="l" r="r" t="t"/>
              <a:pathLst>
                <a:path extrusionOk="0" h="2065" w="1041">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1" name="Google Shape;26301;p98"/>
            <p:cNvSpPr/>
            <p:nvPr/>
          </p:nvSpPr>
          <p:spPr>
            <a:xfrm>
              <a:off x="1908525" y="3148665"/>
              <a:ext cx="84412" cy="96524"/>
            </a:xfrm>
            <a:custGeom>
              <a:rect b="b" l="l" r="r" t="t"/>
              <a:pathLst>
                <a:path extrusionOk="0" h="3682" w="322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2" name="Google Shape;26302;p98"/>
            <p:cNvSpPr/>
            <p:nvPr/>
          </p:nvSpPr>
          <p:spPr>
            <a:xfrm>
              <a:off x="1908892" y="3162297"/>
              <a:ext cx="17800" cy="82892"/>
            </a:xfrm>
            <a:custGeom>
              <a:rect b="b" l="l" r="r" t="t"/>
              <a:pathLst>
                <a:path extrusionOk="0" h="3162" w="679">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3" name="Google Shape;26303;p98"/>
            <p:cNvSpPr/>
            <p:nvPr/>
          </p:nvSpPr>
          <p:spPr>
            <a:xfrm>
              <a:off x="1975111" y="3162297"/>
              <a:ext cx="18193" cy="82892"/>
            </a:xfrm>
            <a:custGeom>
              <a:rect b="b" l="l" r="r" t="t"/>
              <a:pathLst>
                <a:path extrusionOk="0" h="3162" w="694">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4" name="Google Shape;26304;p98"/>
            <p:cNvSpPr/>
            <p:nvPr/>
          </p:nvSpPr>
          <p:spPr>
            <a:xfrm>
              <a:off x="2089409" y="3142242"/>
              <a:ext cx="48078" cy="72694"/>
            </a:xfrm>
            <a:custGeom>
              <a:rect b="b" l="l" r="r" t="t"/>
              <a:pathLst>
                <a:path extrusionOk="0" h="2773" w="1834">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5" name="Google Shape;26305;p98"/>
            <p:cNvSpPr/>
            <p:nvPr/>
          </p:nvSpPr>
          <p:spPr>
            <a:xfrm>
              <a:off x="2089409" y="3142609"/>
              <a:ext cx="27264" cy="72327"/>
            </a:xfrm>
            <a:custGeom>
              <a:rect b="b" l="l" r="r" t="t"/>
              <a:pathLst>
                <a:path extrusionOk="0" h="2759" w="104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6" name="Google Shape;26306;p98"/>
            <p:cNvSpPr/>
            <p:nvPr/>
          </p:nvSpPr>
          <p:spPr>
            <a:xfrm>
              <a:off x="2089409" y="3142242"/>
              <a:ext cx="48445" cy="54527"/>
            </a:xfrm>
            <a:custGeom>
              <a:rect b="b" l="l" r="r" t="t"/>
              <a:pathLst>
                <a:path extrusionOk="0" h="2080" w="1848">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7" name="Google Shape;26307;p98"/>
            <p:cNvSpPr/>
            <p:nvPr/>
          </p:nvSpPr>
          <p:spPr>
            <a:xfrm>
              <a:off x="2089409" y="3142609"/>
              <a:ext cx="27264" cy="53767"/>
            </a:xfrm>
            <a:custGeom>
              <a:rect b="b" l="l" r="r" t="t"/>
              <a:pathLst>
                <a:path extrusionOk="0" h="2051" w="104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8" name="Google Shape;26308;p98"/>
            <p:cNvSpPr/>
            <p:nvPr/>
          </p:nvSpPr>
          <p:spPr>
            <a:xfrm>
              <a:off x="2071609" y="3208855"/>
              <a:ext cx="84412" cy="60190"/>
            </a:xfrm>
            <a:custGeom>
              <a:rect b="b" l="l" r="r" t="t"/>
              <a:pathLst>
                <a:path extrusionOk="0" h="2296" w="322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9" name="Google Shape;26309;p98"/>
            <p:cNvSpPr/>
            <p:nvPr/>
          </p:nvSpPr>
          <p:spPr>
            <a:xfrm>
              <a:off x="2071609" y="3222460"/>
              <a:ext cx="17826" cy="46951"/>
            </a:xfrm>
            <a:custGeom>
              <a:rect b="b" l="l" r="r" t="t"/>
              <a:pathLst>
                <a:path extrusionOk="0" h="1791" w="68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0" name="Google Shape;26310;p98"/>
            <p:cNvSpPr/>
            <p:nvPr/>
          </p:nvSpPr>
          <p:spPr>
            <a:xfrm>
              <a:off x="2137828" y="3222460"/>
              <a:ext cx="17826" cy="46951"/>
            </a:xfrm>
            <a:custGeom>
              <a:rect b="b" l="l" r="r" t="t"/>
              <a:pathLst>
                <a:path extrusionOk="0" h="1791" w="68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1" name="Google Shape;26311;p98"/>
            <p:cNvSpPr/>
            <p:nvPr/>
          </p:nvSpPr>
          <p:spPr>
            <a:xfrm>
              <a:off x="1980800" y="3142242"/>
              <a:ext cx="48078" cy="72694"/>
            </a:xfrm>
            <a:custGeom>
              <a:rect b="b" l="l" r="r" t="t"/>
              <a:pathLst>
                <a:path extrusionOk="0" h="2773" w="1834">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2" name="Google Shape;26312;p98"/>
            <p:cNvSpPr/>
            <p:nvPr/>
          </p:nvSpPr>
          <p:spPr>
            <a:xfrm>
              <a:off x="1981167" y="3142609"/>
              <a:ext cx="26897" cy="72327"/>
            </a:xfrm>
            <a:custGeom>
              <a:rect b="b" l="l" r="r" t="t"/>
              <a:pathLst>
                <a:path extrusionOk="0" h="2759" w="1026">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3" name="Google Shape;26313;p98"/>
            <p:cNvSpPr/>
            <p:nvPr/>
          </p:nvSpPr>
          <p:spPr>
            <a:xfrm>
              <a:off x="1980800" y="3142242"/>
              <a:ext cx="48472" cy="54527"/>
            </a:xfrm>
            <a:custGeom>
              <a:rect b="b" l="l" r="r" t="t"/>
              <a:pathLst>
                <a:path extrusionOk="0" h="2080" w="1849">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4" name="Google Shape;26314;p98"/>
            <p:cNvSpPr/>
            <p:nvPr/>
          </p:nvSpPr>
          <p:spPr>
            <a:xfrm>
              <a:off x="1980800" y="3142609"/>
              <a:ext cx="27264" cy="53767"/>
            </a:xfrm>
            <a:custGeom>
              <a:rect b="b" l="l" r="r" t="t"/>
              <a:pathLst>
                <a:path extrusionOk="0" h="2051" w="104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5" name="Google Shape;26315;p98"/>
            <p:cNvSpPr/>
            <p:nvPr/>
          </p:nvSpPr>
          <p:spPr>
            <a:xfrm>
              <a:off x="1962633" y="3208855"/>
              <a:ext cx="84779" cy="60190"/>
            </a:xfrm>
            <a:custGeom>
              <a:rect b="b" l="l" r="r" t="t"/>
              <a:pathLst>
                <a:path extrusionOk="0" h="2296" w="3234">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6" name="Google Shape;26316;p98"/>
            <p:cNvSpPr/>
            <p:nvPr/>
          </p:nvSpPr>
          <p:spPr>
            <a:xfrm>
              <a:off x="1963000" y="3222460"/>
              <a:ext cx="18193" cy="46951"/>
            </a:xfrm>
            <a:custGeom>
              <a:rect b="b" l="l" r="r" t="t"/>
              <a:pathLst>
                <a:path extrusionOk="0" h="1791" w="694">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7" name="Google Shape;26317;p98"/>
            <p:cNvSpPr/>
            <p:nvPr/>
          </p:nvSpPr>
          <p:spPr>
            <a:xfrm>
              <a:off x="2029245" y="3222460"/>
              <a:ext cx="18167" cy="46584"/>
            </a:xfrm>
            <a:custGeom>
              <a:rect b="b" l="l" r="r" t="t"/>
              <a:pathLst>
                <a:path extrusionOk="0" h="1777" w="693">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8" name="Google Shape;26318;p98"/>
            <p:cNvSpPr/>
            <p:nvPr/>
          </p:nvSpPr>
          <p:spPr>
            <a:xfrm>
              <a:off x="1872558" y="3142242"/>
              <a:ext cx="47711" cy="72694"/>
            </a:xfrm>
            <a:custGeom>
              <a:rect b="b" l="l" r="r" t="t"/>
              <a:pathLst>
                <a:path extrusionOk="0" h="2773" w="182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9" name="Google Shape;26319;p98"/>
            <p:cNvSpPr/>
            <p:nvPr/>
          </p:nvSpPr>
          <p:spPr>
            <a:xfrm>
              <a:off x="1872558" y="3142609"/>
              <a:ext cx="26897" cy="72327"/>
            </a:xfrm>
            <a:custGeom>
              <a:rect b="b" l="l" r="r" t="t"/>
              <a:pathLst>
                <a:path extrusionOk="0" h="2759" w="1026">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0" name="Google Shape;26320;p98"/>
            <p:cNvSpPr/>
            <p:nvPr/>
          </p:nvSpPr>
          <p:spPr>
            <a:xfrm>
              <a:off x="1872558" y="3142242"/>
              <a:ext cx="48105" cy="54527"/>
            </a:xfrm>
            <a:custGeom>
              <a:rect b="b" l="l" r="r" t="t"/>
              <a:pathLst>
                <a:path extrusionOk="0" h="2080" w="1835">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1" name="Google Shape;26321;p98"/>
            <p:cNvSpPr/>
            <p:nvPr/>
          </p:nvSpPr>
          <p:spPr>
            <a:xfrm>
              <a:off x="1872558" y="3142609"/>
              <a:ext cx="27290" cy="53767"/>
            </a:xfrm>
            <a:custGeom>
              <a:rect b="b" l="l" r="r" t="t"/>
              <a:pathLst>
                <a:path extrusionOk="0" h="2051" w="1041">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2" name="Google Shape;26322;p98"/>
            <p:cNvSpPr/>
            <p:nvPr/>
          </p:nvSpPr>
          <p:spPr>
            <a:xfrm>
              <a:off x="1854391" y="3208855"/>
              <a:ext cx="84045" cy="60190"/>
            </a:xfrm>
            <a:custGeom>
              <a:rect b="b" l="l" r="r" t="t"/>
              <a:pathLst>
                <a:path extrusionOk="0" h="2296" w="3206">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3" name="Google Shape;26323;p98"/>
            <p:cNvSpPr/>
            <p:nvPr/>
          </p:nvSpPr>
          <p:spPr>
            <a:xfrm>
              <a:off x="1854391" y="3222460"/>
              <a:ext cx="18193" cy="46951"/>
            </a:xfrm>
            <a:custGeom>
              <a:rect b="b" l="l" r="r" t="t"/>
              <a:pathLst>
                <a:path extrusionOk="0" h="1791" w="694">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4" name="Google Shape;26324;p98"/>
            <p:cNvSpPr/>
            <p:nvPr/>
          </p:nvSpPr>
          <p:spPr>
            <a:xfrm>
              <a:off x="1920637" y="3222460"/>
              <a:ext cx="18167" cy="46584"/>
            </a:xfrm>
            <a:custGeom>
              <a:rect b="b" l="l" r="r" t="t"/>
              <a:pathLst>
                <a:path extrusionOk="0" h="1777" w="693">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5" name="Google Shape;26325;p98"/>
            <p:cNvSpPr/>
            <p:nvPr/>
          </p:nvSpPr>
          <p:spPr>
            <a:xfrm>
              <a:off x="1946354" y="2997693"/>
              <a:ext cx="117338" cy="24249"/>
            </a:xfrm>
            <a:custGeom>
              <a:rect b="b" l="l" r="r" t="t"/>
              <a:pathLst>
                <a:path extrusionOk="0" h="925" w="4476">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6" name="Google Shape;26326;p98"/>
            <p:cNvSpPr/>
            <p:nvPr/>
          </p:nvSpPr>
          <p:spPr>
            <a:xfrm>
              <a:off x="1986856" y="3040056"/>
              <a:ext cx="36360" cy="18193"/>
            </a:xfrm>
            <a:custGeom>
              <a:rect b="b" l="l" r="r" t="t"/>
              <a:pathLst>
                <a:path extrusionOk="0" h="694" w="1387">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7" name="Google Shape;26327;p98"/>
            <p:cNvSpPr/>
            <p:nvPr/>
          </p:nvSpPr>
          <p:spPr>
            <a:xfrm>
              <a:off x="1963000" y="3009804"/>
              <a:ext cx="84412" cy="12138"/>
            </a:xfrm>
            <a:custGeom>
              <a:rect b="b" l="l" r="r" t="t"/>
              <a:pathLst>
                <a:path extrusionOk="0" h="463" w="322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28" name="Google Shape;26328;p98"/>
          <p:cNvGrpSpPr/>
          <p:nvPr/>
        </p:nvGrpSpPr>
        <p:grpSpPr>
          <a:xfrm>
            <a:off x="5147760" y="2438370"/>
            <a:ext cx="289518" cy="357651"/>
            <a:chOff x="5172817" y="2438370"/>
            <a:chExt cx="289518" cy="357651"/>
          </a:xfrm>
        </p:grpSpPr>
        <p:sp>
          <p:nvSpPr>
            <p:cNvPr id="26329" name="Google Shape;26329;p98"/>
            <p:cNvSpPr/>
            <p:nvPr/>
          </p:nvSpPr>
          <p:spPr>
            <a:xfrm>
              <a:off x="5267427" y="2438370"/>
              <a:ext cx="119593" cy="30672"/>
            </a:xfrm>
            <a:custGeom>
              <a:rect b="b" l="l" r="r" t="t"/>
              <a:pathLst>
                <a:path extrusionOk="0" h="1170" w="4562">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0" name="Google Shape;26330;p98"/>
            <p:cNvSpPr/>
            <p:nvPr/>
          </p:nvSpPr>
          <p:spPr>
            <a:xfrm>
              <a:off x="5352940" y="2438370"/>
              <a:ext cx="33712" cy="30672"/>
            </a:xfrm>
            <a:custGeom>
              <a:rect b="b" l="l" r="r" t="t"/>
              <a:pathLst>
                <a:path extrusionOk="0" h="1170" w="1286">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1" name="Google Shape;26331;p98"/>
            <p:cNvSpPr/>
            <p:nvPr/>
          </p:nvSpPr>
          <p:spPr>
            <a:xfrm>
              <a:off x="5172817" y="2469015"/>
              <a:ext cx="281942" cy="327006"/>
            </a:xfrm>
            <a:custGeom>
              <a:rect b="b" l="l" r="r" t="t"/>
              <a:pathLst>
                <a:path extrusionOk="0" h="12474" w="10755">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2" name="Google Shape;26332;p98"/>
            <p:cNvSpPr/>
            <p:nvPr/>
          </p:nvSpPr>
          <p:spPr>
            <a:xfrm>
              <a:off x="5289002" y="2469015"/>
              <a:ext cx="172967" cy="325092"/>
            </a:xfrm>
            <a:custGeom>
              <a:rect b="b" l="l" r="r" t="t"/>
              <a:pathLst>
                <a:path extrusionOk="0" h="12401" w="6598">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3" name="Google Shape;26333;p98"/>
            <p:cNvSpPr/>
            <p:nvPr/>
          </p:nvSpPr>
          <p:spPr>
            <a:xfrm>
              <a:off x="5192505" y="2645285"/>
              <a:ext cx="269831" cy="150736"/>
            </a:xfrm>
            <a:custGeom>
              <a:rect b="b" l="l" r="r" t="t"/>
              <a:pathLst>
                <a:path extrusionOk="0" h="5750" w="10293">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4" name="Google Shape;26334;p98"/>
            <p:cNvSpPr/>
            <p:nvPr/>
          </p:nvSpPr>
          <p:spPr>
            <a:xfrm>
              <a:off x="5404400" y="2653700"/>
              <a:ext cx="51119" cy="140801"/>
            </a:xfrm>
            <a:custGeom>
              <a:rect b="b" l="l" r="r" t="t"/>
              <a:pathLst>
                <a:path extrusionOk="0" h="5371" w="195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5" name="Google Shape;26335;p98"/>
            <p:cNvSpPr/>
            <p:nvPr/>
          </p:nvSpPr>
          <p:spPr>
            <a:xfrm>
              <a:off x="5403273" y="2692288"/>
              <a:ext cx="19320" cy="16515"/>
            </a:xfrm>
            <a:custGeom>
              <a:rect b="b" l="l" r="r" t="t"/>
              <a:pathLst>
                <a:path extrusionOk="0" h="630" w="737">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6" name="Google Shape;26336;p98"/>
            <p:cNvSpPr/>
            <p:nvPr/>
          </p:nvSpPr>
          <p:spPr>
            <a:xfrm>
              <a:off x="5363531" y="2752478"/>
              <a:ext cx="16699" cy="14287"/>
            </a:xfrm>
            <a:custGeom>
              <a:rect b="b" l="l" r="r" t="t"/>
              <a:pathLst>
                <a:path extrusionOk="0" h="545" w="637">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7" name="Google Shape;26337;p98"/>
            <p:cNvSpPr/>
            <p:nvPr/>
          </p:nvSpPr>
          <p:spPr>
            <a:xfrm>
              <a:off x="5248133" y="2682458"/>
              <a:ext cx="16673" cy="14313"/>
            </a:xfrm>
            <a:custGeom>
              <a:rect b="b" l="l" r="r" t="t"/>
              <a:pathLst>
                <a:path extrusionOk="0" h="546" w="636">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8" name="Google Shape;26338;p98"/>
            <p:cNvSpPr/>
            <p:nvPr/>
          </p:nvSpPr>
          <p:spPr>
            <a:xfrm>
              <a:off x="5271202" y="2752478"/>
              <a:ext cx="16673" cy="14287"/>
            </a:xfrm>
            <a:custGeom>
              <a:rect b="b" l="l" r="r" t="t"/>
              <a:pathLst>
                <a:path extrusionOk="0" h="545" w="636">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9" name="Google Shape;26339;p98"/>
            <p:cNvSpPr/>
            <p:nvPr/>
          </p:nvSpPr>
          <p:spPr>
            <a:xfrm>
              <a:off x="5312831" y="2697584"/>
              <a:ext cx="20081" cy="17145"/>
            </a:xfrm>
            <a:custGeom>
              <a:rect b="b" l="l" r="r" t="t"/>
              <a:pathLst>
                <a:path extrusionOk="0" h="654" w="766">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40" name="Google Shape;26340;p98"/>
          <p:cNvGrpSpPr/>
          <p:nvPr/>
        </p:nvGrpSpPr>
        <p:grpSpPr>
          <a:xfrm>
            <a:off x="3209449" y="2484534"/>
            <a:ext cx="388297" cy="293320"/>
            <a:chOff x="3234506" y="2484534"/>
            <a:chExt cx="388297" cy="293320"/>
          </a:xfrm>
        </p:grpSpPr>
        <p:sp>
          <p:nvSpPr>
            <p:cNvPr id="26341" name="Google Shape;26341;p98"/>
            <p:cNvSpPr/>
            <p:nvPr/>
          </p:nvSpPr>
          <p:spPr>
            <a:xfrm>
              <a:off x="3531208" y="2527684"/>
              <a:ext cx="91595" cy="250170"/>
            </a:xfrm>
            <a:custGeom>
              <a:rect b="b" l="l" r="r" t="t"/>
              <a:pathLst>
                <a:path extrusionOk="0" h="9543" w="3494">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2" name="Google Shape;26342;p98"/>
            <p:cNvSpPr/>
            <p:nvPr/>
          </p:nvSpPr>
          <p:spPr>
            <a:xfrm>
              <a:off x="3520984" y="2527684"/>
              <a:ext cx="70413" cy="157814"/>
            </a:xfrm>
            <a:custGeom>
              <a:rect b="b" l="l" r="r" t="t"/>
              <a:pathLst>
                <a:path extrusionOk="0" h="6020" w="2686">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3" name="Google Shape;26343;p98"/>
            <p:cNvSpPr/>
            <p:nvPr/>
          </p:nvSpPr>
          <p:spPr>
            <a:xfrm>
              <a:off x="3234506" y="2576130"/>
              <a:ext cx="340244" cy="201724"/>
            </a:xfrm>
            <a:custGeom>
              <a:rect b="b" l="l" r="r" t="t"/>
              <a:pathLst>
                <a:path extrusionOk="0" h="7695" w="12979">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4" name="Google Shape;26344;p98"/>
            <p:cNvSpPr/>
            <p:nvPr/>
          </p:nvSpPr>
          <p:spPr>
            <a:xfrm>
              <a:off x="3234506" y="2484534"/>
              <a:ext cx="297095" cy="105227"/>
            </a:xfrm>
            <a:custGeom>
              <a:rect b="b" l="l" r="r" t="t"/>
              <a:pathLst>
                <a:path extrusionOk="0" h="4014" w="11333">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5" name="Google Shape;26345;p98"/>
            <p:cNvSpPr/>
            <p:nvPr/>
          </p:nvSpPr>
          <p:spPr>
            <a:xfrm>
              <a:off x="3268192" y="2507971"/>
              <a:ext cx="51879" cy="58486"/>
            </a:xfrm>
            <a:custGeom>
              <a:rect b="b" l="l" r="r" t="t"/>
              <a:pathLst>
                <a:path extrusionOk="0" h="2231" w="1979">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6" name="Google Shape;26346;p98"/>
            <p:cNvSpPr/>
            <p:nvPr/>
          </p:nvSpPr>
          <p:spPr>
            <a:xfrm>
              <a:off x="3327229" y="2507997"/>
              <a:ext cx="46951" cy="58695"/>
            </a:xfrm>
            <a:custGeom>
              <a:rect b="b" l="l" r="r" t="t"/>
              <a:pathLst>
                <a:path extrusionOk="0" h="2239" w="1791">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7" name="Google Shape;26347;p98"/>
            <p:cNvSpPr/>
            <p:nvPr/>
          </p:nvSpPr>
          <p:spPr>
            <a:xfrm>
              <a:off x="3379292" y="2508049"/>
              <a:ext cx="66796" cy="58643"/>
            </a:xfrm>
            <a:custGeom>
              <a:rect b="b" l="l" r="r" t="t"/>
              <a:pathLst>
                <a:path extrusionOk="0" h="2237" w="2548">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8" name="Google Shape;26348;p98"/>
            <p:cNvSpPr/>
            <p:nvPr/>
          </p:nvSpPr>
          <p:spPr>
            <a:xfrm>
              <a:off x="3450072" y="2507971"/>
              <a:ext cx="50647" cy="58748"/>
            </a:xfrm>
            <a:custGeom>
              <a:rect b="b" l="l" r="r" t="t"/>
              <a:pathLst>
                <a:path extrusionOk="0" h="2241" w="1932">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9" name="Google Shape;26349;p98"/>
            <p:cNvSpPr/>
            <p:nvPr/>
          </p:nvSpPr>
          <p:spPr>
            <a:xfrm>
              <a:off x="3271233" y="2606775"/>
              <a:ext cx="91595" cy="78724"/>
            </a:xfrm>
            <a:custGeom>
              <a:rect b="b" l="l" r="r" t="t"/>
              <a:pathLst>
                <a:path extrusionOk="0" h="3003" w="3494">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0" name="Google Shape;26350;p98"/>
            <p:cNvSpPr/>
            <p:nvPr/>
          </p:nvSpPr>
          <p:spPr>
            <a:xfrm>
              <a:off x="3395361" y="2640068"/>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1" name="Google Shape;26351;p98"/>
            <p:cNvSpPr/>
            <p:nvPr/>
          </p:nvSpPr>
          <p:spPr>
            <a:xfrm>
              <a:off x="3395361" y="2607142"/>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2" name="Google Shape;26352;p98"/>
            <p:cNvSpPr/>
            <p:nvPr/>
          </p:nvSpPr>
          <p:spPr>
            <a:xfrm>
              <a:off x="3394077" y="2672968"/>
              <a:ext cx="108766" cy="12583"/>
            </a:xfrm>
            <a:custGeom>
              <a:rect b="b" l="l" r="r" t="t"/>
              <a:pathLst>
                <a:path extrusionOk="0" h="480" w="4149">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3" name="Google Shape;26353;p98"/>
            <p:cNvSpPr/>
            <p:nvPr/>
          </p:nvSpPr>
          <p:spPr>
            <a:xfrm>
              <a:off x="3395361" y="2705920"/>
              <a:ext cx="107482" cy="12505"/>
            </a:xfrm>
            <a:custGeom>
              <a:rect b="b" l="l" r="r" t="t"/>
              <a:pathLst>
                <a:path extrusionOk="0" h="477" w="410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4" name="Google Shape;26354;p98"/>
            <p:cNvSpPr/>
            <p:nvPr/>
          </p:nvSpPr>
          <p:spPr>
            <a:xfrm>
              <a:off x="3262006" y="2705894"/>
              <a:ext cx="110051" cy="12583"/>
            </a:xfrm>
            <a:custGeom>
              <a:rect b="b" l="l" r="r" t="t"/>
              <a:pathLst>
                <a:path extrusionOk="0" h="480" w="4198">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5" name="Google Shape;26355;p98"/>
            <p:cNvSpPr/>
            <p:nvPr/>
          </p:nvSpPr>
          <p:spPr>
            <a:xfrm>
              <a:off x="3263290" y="2738846"/>
              <a:ext cx="107481"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6" name="Google Shape;26356;p98"/>
            <p:cNvSpPr/>
            <p:nvPr/>
          </p:nvSpPr>
          <p:spPr>
            <a:xfrm>
              <a:off x="3395361" y="2738846"/>
              <a:ext cx="107482"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57" name="Google Shape;26357;p98"/>
          <p:cNvGrpSpPr/>
          <p:nvPr/>
        </p:nvGrpSpPr>
        <p:grpSpPr>
          <a:xfrm>
            <a:off x="6040092" y="3367036"/>
            <a:ext cx="362553" cy="356498"/>
            <a:chOff x="6065149" y="3367036"/>
            <a:chExt cx="362553" cy="356498"/>
          </a:xfrm>
        </p:grpSpPr>
        <p:sp>
          <p:nvSpPr>
            <p:cNvPr id="26358" name="Google Shape;26358;p98"/>
            <p:cNvSpPr/>
            <p:nvPr/>
          </p:nvSpPr>
          <p:spPr>
            <a:xfrm>
              <a:off x="6065149" y="3367036"/>
              <a:ext cx="356498" cy="356498"/>
            </a:xfrm>
            <a:custGeom>
              <a:rect b="b" l="l" r="r" t="t"/>
              <a:pathLst>
                <a:path extrusionOk="0" h="13599" w="13599">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9" name="Google Shape;26359;p98"/>
            <p:cNvSpPr/>
            <p:nvPr/>
          </p:nvSpPr>
          <p:spPr>
            <a:xfrm>
              <a:off x="6219923" y="3367036"/>
              <a:ext cx="207780" cy="356472"/>
            </a:xfrm>
            <a:custGeom>
              <a:rect b="b" l="l" r="r" t="t"/>
              <a:pathLst>
                <a:path extrusionOk="0" h="13598" w="7926">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0" name="Google Shape;26360;p98"/>
            <p:cNvSpPr/>
            <p:nvPr/>
          </p:nvSpPr>
          <p:spPr>
            <a:xfrm>
              <a:off x="6119257" y="3421144"/>
              <a:ext cx="247889" cy="247889"/>
            </a:xfrm>
            <a:custGeom>
              <a:rect b="b" l="l" r="r" t="t"/>
              <a:pathLst>
                <a:path extrusionOk="0" h="9456" w="9456">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1" name="Google Shape;26361;p98"/>
            <p:cNvSpPr/>
            <p:nvPr/>
          </p:nvSpPr>
          <p:spPr>
            <a:xfrm>
              <a:off x="6224091" y="3421144"/>
              <a:ext cx="148744" cy="248020"/>
            </a:xfrm>
            <a:custGeom>
              <a:rect b="b" l="l" r="r" t="t"/>
              <a:pathLst>
                <a:path extrusionOk="0" h="9461" w="5674">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2" name="Google Shape;26362;p98"/>
            <p:cNvSpPr/>
            <p:nvPr/>
          </p:nvSpPr>
          <p:spPr>
            <a:xfrm>
              <a:off x="6069685" y="3415848"/>
              <a:ext cx="303517" cy="259293"/>
            </a:xfrm>
            <a:custGeom>
              <a:rect b="b" l="l" r="r" t="t"/>
              <a:pathLst>
                <a:path extrusionOk="0" h="9891" w="11578">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63" name="Google Shape;26363;p98"/>
          <p:cNvGrpSpPr/>
          <p:nvPr/>
        </p:nvGrpSpPr>
        <p:grpSpPr>
          <a:xfrm>
            <a:off x="6515764" y="3367036"/>
            <a:ext cx="362553" cy="356498"/>
            <a:chOff x="6540821" y="3367036"/>
            <a:chExt cx="362553" cy="356498"/>
          </a:xfrm>
        </p:grpSpPr>
        <p:sp>
          <p:nvSpPr>
            <p:cNvPr id="26364" name="Google Shape;26364;p98"/>
            <p:cNvSpPr/>
            <p:nvPr/>
          </p:nvSpPr>
          <p:spPr>
            <a:xfrm>
              <a:off x="6540821" y="3367036"/>
              <a:ext cx="356498" cy="356498"/>
            </a:xfrm>
            <a:custGeom>
              <a:rect b="b" l="l" r="r" t="t"/>
              <a:pathLst>
                <a:path extrusionOk="0" h="13599" w="13599">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5" name="Google Shape;26365;p98"/>
            <p:cNvSpPr/>
            <p:nvPr/>
          </p:nvSpPr>
          <p:spPr>
            <a:xfrm>
              <a:off x="6695987" y="3367036"/>
              <a:ext cx="207387" cy="356472"/>
            </a:xfrm>
            <a:custGeom>
              <a:rect b="b" l="l" r="r" t="t"/>
              <a:pathLst>
                <a:path extrusionOk="0" h="13598" w="7911">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6" name="Google Shape;26366;p98"/>
            <p:cNvSpPr/>
            <p:nvPr/>
          </p:nvSpPr>
          <p:spPr>
            <a:xfrm>
              <a:off x="6579802" y="3405992"/>
              <a:ext cx="278534" cy="278561"/>
            </a:xfrm>
            <a:custGeom>
              <a:rect b="b" l="l" r="r" t="t"/>
              <a:pathLst>
                <a:path extrusionOk="0" h="10626" w="10625">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7" name="Google Shape;26367;p98"/>
            <p:cNvSpPr/>
            <p:nvPr/>
          </p:nvSpPr>
          <p:spPr>
            <a:xfrm>
              <a:off x="6672892" y="3510563"/>
              <a:ext cx="80637" cy="69155"/>
            </a:xfrm>
            <a:custGeom>
              <a:rect b="b" l="l" r="r" t="t"/>
              <a:pathLst>
                <a:path extrusionOk="0" h="2638" w="3076">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8" name="Google Shape;26368;p98"/>
            <p:cNvSpPr/>
            <p:nvPr/>
          </p:nvSpPr>
          <p:spPr>
            <a:xfrm>
              <a:off x="6541581" y="3458605"/>
              <a:ext cx="213469" cy="225187"/>
            </a:xfrm>
            <a:custGeom>
              <a:rect b="b" l="l" r="r" t="t"/>
              <a:pathLst>
                <a:path extrusionOk="0" h="8590" w="8143">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9" name="Google Shape;26369;p98"/>
            <p:cNvSpPr/>
            <p:nvPr/>
          </p:nvSpPr>
          <p:spPr>
            <a:xfrm>
              <a:off x="6609687" y="3405965"/>
              <a:ext cx="237691" cy="143475"/>
            </a:xfrm>
            <a:custGeom>
              <a:rect b="b" l="l" r="r" t="t"/>
              <a:pathLst>
                <a:path extrusionOk="0" h="5473" w="9067">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0" name="Google Shape;26370;p98"/>
            <p:cNvSpPr/>
            <p:nvPr/>
          </p:nvSpPr>
          <p:spPr>
            <a:xfrm>
              <a:off x="6703537" y="3490771"/>
              <a:ext cx="154800" cy="193860"/>
            </a:xfrm>
            <a:custGeom>
              <a:rect b="b" l="l" r="r" t="t"/>
              <a:pathLst>
                <a:path extrusionOk="0" h="7395" w="5905">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71" name="Google Shape;26371;p98"/>
          <p:cNvGrpSpPr/>
          <p:nvPr/>
        </p:nvGrpSpPr>
        <p:grpSpPr>
          <a:xfrm>
            <a:off x="2277401" y="2474704"/>
            <a:ext cx="354479" cy="312561"/>
            <a:chOff x="2302458" y="2474704"/>
            <a:chExt cx="354479" cy="312561"/>
          </a:xfrm>
        </p:grpSpPr>
        <p:sp>
          <p:nvSpPr>
            <p:cNvPr id="26372" name="Google Shape;26372;p98"/>
            <p:cNvSpPr/>
            <p:nvPr/>
          </p:nvSpPr>
          <p:spPr>
            <a:xfrm>
              <a:off x="2388732" y="2515756"/>
              <a:ext cx="238058" cy="136266"/>
            </a:xfrm>
            <a:custGeom>
              <a:rect b="b" l="l" r="r" t="t"/>
              <a:pathLst>
                <a:path extrusionOk="0" h="5198" w="9081">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3" name="Google Shape;26373;p98"/>
            <p:cNvSpPr/>
            <p:nvPr/>
          </p:nvSpPr>
          <p:spPr>
            <a:xfrm>
              <a:off x="2398195" y="2723327"/>
              <a:ext cx="74949" cy="63938"/>
            </a:xfrm>
            <a:custGeom>
              <a:rect b="b" l="l" r="r" t="t"/>
              <a:pathLst>
                <a:path extrusionOk="0" h="2439" w="2859">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4" name="Google Shape;26374;p98"/>
            <p:cNvSpPr/>
            <p:nvPr/>
          </p:nvSpPr>
          <p:spPr>
            <a:xfrm>
              <a:off x="2421658" y="2740733"/>
              <a:ext cx="34079" cy="29230"/>
            </a:xfrm>
            <a:custGeom>
              <a:rect b="b" l="l" r="r" t="t"/>
              <a:pathLst>
                <a:path extrusionOk="0" h="1115" w="130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5" name="Google Shape;26375;p98"/>
            <p:cNvSpPr/>
            <p:nvPr/>
          </p:nvSpPr>
          <p:spPr>
            <a:xfrm>
              <a:off x="2525338" y="2723327"/>
              <a:ext cx="74975" cy="63938"/>
            </a:xfrm>
            <a:custGeom>
              <a:rect b="b" l="l" r="r" t="t"/>
              <a:pathLst>
                <a:path extrusionOk="0" h="2439" w="286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6" name="Google Shape;26376;p98"/>
            <p:cNvSpPr/>
            <p:nvPr/>
          </p:nvSpPr>
          <p:spPr>
            <a:xfrm>
              <a:off x="2548800" y="2740733"/>
              <a:ext cx="33712" cy="29230"/>
            </a:xfrm>
            <a:custGeom>
              <a:rect b="b" l="l" r="r" t="t"/>
              <a:pathLst>
                <a:path extrusionOk="0" h="1115" w="1286">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7" name="Google Shape;26377;p98"/>
            <p:cNvSpPr/>
            <p:nvPr/>
          </p:nvSpPr>
          <p:spPr>
            <a:xfrm>
              <a:off x="2375860" y="2498166"/>
              <a:ext cx="279662" cy="145729"/>
            </a:xfrm>
            <a:custGeom>
              <a:rect b="b" l="l" r="r" t="t"/>
              <a:pathLst>
                <a:path extrusionOk="0" h="5559" w="10668">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8" name="Google Shape;26378;p98"/>
            <p:cNvSpPr/>
            <p:nvPr/>
          </p:nvSpPr>
          <p:spPr>
            <a:xfrm>
              <a:off x="2608230" y="2498166"/>
              <a:ext cx="47292" cy="146096"/>
            </a:xfrm>
            <a:custGeom>
              <a:rect b="b" l="l" r="r" t="t"/>
              <a:pathLst>
                <a:path extrusionOk="0" h="5573" w="1804">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9" name="Google Shape;26379;p98"/>
            <p:cNvSpPr/>
            <p:nvPr/>
          </p:nvSpPr>
          <p:spPr>
            <a:xfrm>
              <a:off x="2302458" y="2474704"/>
              <a:ext cx="353850" cy="196796"/>
            </a:xfrm>
            <a:custGeom>
              <a:rect b="b" l="l" r="r" t="t"/>
              <a:pathLst>
                <a:path extrusionOk="0" h="7507" w="13498">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0" name="Google Shape;26380;p98"/>
            <p:cNvSpPr/>
            <p:nvPr/>
          </p:nvSpPr>
          <p:spPr>
            <a:xfrm>
              <a:off x="2402363" y="2644236"/>
              <a:ext cx="254574" cy="27657"/>
            </a:xfrm>
            <a:custGeom>
              <a:rect b="b" l="l" r="r" t="t"/>
              <a:pathLst>
                <a:path extrusionOk="0" h="1055" w="9711">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1" name="Google Shape;26381;p98"/>
            <p:cNvSpPr/>
            <p:nvPr/>
          </p:nvSpPr>
          <p:spPr>
            <a:xfrm>
              <a:off x="2375126" y="2653306"/>
              <a:ext cx="243721" cy="76862"/>
            </a:xfrm>
            <a:custGeom>
              <a:rect b="b" l="l" r="r" t="t"/>
              <a:pathLst>
                <a:path extrusionOk="0" h="2932" w="9297">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2" name="Google Shape;26382;p98"/>
            <p:cNvSpPr/>
            <p:nvPr/>
          </p:nvSpPr>
          <p:spPr>
            <a:xfrm>
              <a:off x="2382676" y="2688880"/>
              <a:ext cx="232003" cy="41289"/>
            </a:xfrm>
            <a:custGeom>
              <a:rect b="b" l="l" r="r" t="t"/>
              <a:pathLst>
                <a:path extrusionOk="0" h="1575" w="885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3" name="Google Shape;26383;p98"/>
            <p:cNvSpPr/>
            <p:nvPr/>
          </p:nvSpPr>
          <p:spPr>
            <a:xfrm>
              <a:off x="2396675" y="2652939"/>
              <a:ext cx="32192" cy="27657"/>
            </a:xfrm>
            <a:custGeom>
              <a:rect b="b" l="l" r="r" t="t"/>
              <a:pathLst>
                <a:path extrusionOk="0" h="1055" w="1228">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84" name="Google Shape;26384;p98"/>
          <p:cNvGrpSpPr/>
          <p:nvPr/>
        </p:nvGrpSpPr>
        <p:grpSpPr>
          <a:xfrm>
            <a:off x="2806053" y="2442538"/>
            <a:ext cx="246002" cy="348922"/>
            <a:chOff x="2831110" y="2442538"/>
            <a:chExt cx="246002" cy="348922"/>
          </a:xfrm>
        </p:grpSpPr>
        <p:sp>
          <p:nvSpPr>
            <p:cNvPr id="26385" name="Google Shape;26385;p98"/>
            <p:cNvSpPr/>
            <p:nvPr/>
          </p:nvSpPr>
          <p:spPr>
            <a:xfrm>
              <a:off x="2831110" y="2442538"/>
              <a:ext cx="194542" cy="348922"/>
            </a:xfrm>
            <a:custGeom>
              <a:rect b="b" l="l" r="r" t="t"/>
              <a:pathLst>
                <a:path extrusionOk="0" h="13310" w="7421">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6" name="Google Shape;26386;p98"/>
            <p:cNvSpPr/>
            <p:nvPr/>
          </p:nvSpPr>
          <p:spPr>
            <a:xfrm>
              <a:off x="2831110" y="2476591"/>
              <a:ext cx="194542" cy="276647"/>
            </a:xfrm>
            <a:custGeom>
              <a:rect b="b" l="l" r="r" t="t"/>
              <a:pathLst>
                <a:path extrusionOk="0" h="10553" w="7421">
                  <a:moveTo>
                    <a:pt x="1" y="1"/>
                  </a:moveTo>
                  <a:lnTo>
                    <a:pt x="1" y="10553"/>
                  </a:lnTo>
                  <a:lnTo>
                    <a:pt x="7421" y="10553"/>
                  </a:lnTo>
                  <a:lnTo>
                    <a:pt x="7421" y="1"/>
                  </a:lnTo>
                  <a:close/>
                </a:path>
              </a:pathLst>
            </a:custGeom>
            <a:solidFill>
              <a:srgbClr val="91A2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7" name="Google Shape;26387;p98"/>
            <p:cNvSpPr/>
            <p:nvPr/>
          </p:nvSpPr>
          <p:spPr>
            <a:xfrm>
              <a:off x="2926480" y="2542181"/>
              <a:ext cx="99171" cy="158732"/>
            </a:xfrm>
            <a:custGeom>
              <a:rect b="b" l="l" r="r" t="t"/>
              <a:pathLst>
                <a:path extrusionOk="0" h="6055" w="3783">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8" name="Google Shape;26388;p98"/>
            <p:cNvSpPr/>
            <p:nvPr/>
          </p:nvSpPr>
          <p:spPr>
            <a:xfrm>
              <a:off x="3008979" y="2476591"/>
              <a:ext cx="16673" cy="276647"/>
            </a:xfrm>
            <a:custGeom>
              <a:rect b="b" l="l" r="r" t="t"/>
              <a:pathLst>
                <a:path extrusionOk="0" h="10553" w="636">
                  <a:moveTo>
                    <a:pt x="0" y="1"/>
                  </a:moveTo>
                  <a:lnTo>
                    <a:pt x="0" y="10553"/>
                  </a:lnTo>
                  <a:lnTo>
                    <a:pt x="636" y="10553"/>
                  </a:lnTo>
                  <a:lnTo>
                    <a:pt x="636" y="1"/>
                  </a:ln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9" name="Google Shape;26389;p98"/>
            <p:cNvSpPr/>
            <p:nvPr/>
          </p:nvSpPr>
          <p:spPr>
            <a:xfrm>
              <a:off x="2877668" y="2587481"/>
              <a:ext cx="77229" cy="10617"/>
            </a:xfrm>
            <a:custGeom>
              <a:rect b="b" l="l" r="r" t="t"/>
              <a:pathLst>
                <a:path extrusionOk="0" h="405" w="2946">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0" name="Google Shape;26390;p98"/>
            <p:cNvSpPr/>
            <p:nvPr/>
          </p:nvSpPr>
          <p:spPr>
            <a:xfrm>
              <a:off x="2851164" y="2567426"/>
              <a:ext cx="117338" cy="10617"/>
            </a:xfrm>
            <a:custGeom>
              <a:rect b="b" l="l" r="r" t="t"/>
              <a:pathLst>
                <a:path extrusionOk="0" h="405" w="4476">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1" name="Google Shape;26391;p98"/>
            <p:cNvSpPr/>
            <p:nvPr/>
          </p:nvSpPr>
          <p:spPr>
            <a:xfrm>
              <a:off x="2897329" y="2643109"/>
              <a:ext cx="55287" cy="10617"/>
            </a:xfrm>
            <a:custGeom>
              <a:rect b="b" l="l" r="r" t="t"/>
              <a:pathLst>
                <a:path extrusionOk="0" h="405" w="2109">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2" name="Google Shape;26392;p98"/>
            <p:cNvSpPr/>
            <p:nvPr/>
          </p:nvSpPr>
          <p:spPr>
            <a:xfrm>
              <a:off x="2865556" y="2627196"/>
              <a:ext cx="79117" cy="10643"/>
            </a:xfrm>
            <a:custGeom>
              <a:rect b="b" l="l" r="r" t="t"/>
              <a:pathLst>
                <a:path extrusionOk="0" h="406" w="3018">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3" name="Google Shape;26393;p98"/>
            <p:cNvSpPr/>
            <p:nvPr/>
          </p:nvSpPr>
          <p:spPr>
            <a:xfrm>
              <a:off x="2934056" y="2550019"/>
              <a:ext cx="143055" cy="143055"/>
            </a:xfrm>
            <a:custGeom>
              <a:rect b="b" l="l" r="r" t="t"/>
              <a:pathLst>
                <a:path extrusionOk="0" h="5457" w="5457">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4" name="Google Shape;26394;p98"/>
            <p:cNvSpPr/>
            <p:nvPr/>
          </p:nvSpPr>
          <p:spPr>
            <a:xfrm>
              <a:off x="2957125" y="2572722"/>
              <a:ext cx="97284" cy="97651"/>
            </a:xfrm>
            <a:custGeom>
              <a:rect b="b" l="l" r="r" t="t"/>
              <a:pathLst>
                <a:path extrusionOk="0" h="3725" w="3711">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5" name="Google Shape;26395;p98"/>
            <p:cNvSpPr/>
            <p:nvPr/>
          </p:nvSpPr>
          <p:spPr>
            <a:xfrm>
              <a:off x="2951463" y="2568082"/>
              <a:ext cx="108242" cy="107219"/>
            </a:xfrm>
            <a:custGeom>
              <a:rect b="b" l="l" r="r" t="t"/>
              <a:pathLst>
                <a:path extrusionOk="0" h="4090" w="4129">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6" name="Google Shape;26396;p98"/>
            <p:cNvSpPr/>
            <p:nvPr/>
          </p:nvSpPr>
          <p:spPr>
            <a:xfrm>
              <a:off x="2985123" y="2600719"/>
              <a:ext cx="42049" cy="43543"/>
            </a:xfrm>
            <a:custGeom>
              <a:rect b="b" l="l" r="r" t="t"/>
              <a:pathLst>
                <a:path extrusionOk="0" h="1661" w="1604">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7" name="Google Shape;26397;p98"/>
            <p:cNvSpPr/>
            <p:nvPr/>
          </p:nvSpPr>
          <p:spPr>
            <a:xfrm>
              <a:off x="3000642" y="2590784"/>
              <a:ext cx="10643" cy="20553"/>
            </a:xfrm>
            <a:custGeom>
              <a:rect b="b" l="l" r="r" t="t"/>
              <a:pathLst>
                <a:path extrusionOk="0" h="784" w="406">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8" name="Google Shape;26398;p98"/>
            <p:cNvSpPr/>
            <p:nvPr/>
          </p:nvSpPr>
          <p:spPr>
            <a:xfrm>
              <a:off x="3000642" y="2633540"/>
              <a:ext cx="10643" cy="20553"/>
            </a:xfrm>
            <a:custGeom>
              <a:rect b="b" l="l" r="r" t="t"/>
              <a:pathLst>
                <a:path extrusionOk="0" h="784" w="406">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399" name="Google Shape;26399;p98"/>
          <p:cNvGrpSpPr/>
          <p:nvPr/>
        </p:nvGrpSpPr>
        <p:grpSpPr>
          <a:xfrm>
            <a:off x="6991435" y="3367036"/>
            <a:ext cx="362947" cy="356498"/>
            <a:chOff x="7016492" y="3367036"/>
            <a:chExt cx="362947" cy="356498"/>
          </a:xfrm>
        </p:grpSpPr>
        <p:sp>
          <p:nvSpPr>
            <p:cNvPr id="26400" name="Google Shape;26400;p98"/>
            <p:cNvSpPr/>
            <p:nvPr/>
          </p:nvSpPr>
          <p:spPr>
            <a:xfrm>
              <a:off x="7016492" y="3367036"/>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1" name="Google Shape;26401;p98"/>
            <p:cNvSpPr/>
            <p:nvPr/>
          </p:nvSpPr>
          <p:spPr>
            <a:xfrm>
              <a:off x="7171658"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2" name="Google Shape;26402;p98"/>
            <p:cNvSpPr/>
            <p:nvPr/>
          </p:nvSpPr>
          <p:spPr>
            <a:xfrm>
              <a:off x="7070049" y="3475252"/>
              <a:ext cx="73245" cy="116971"/>
            </a:xfrm>
            <a:custGeom>
              <a:rect b="b" l="l" r="r" t="t"/>
              <a:pathLst>
                <a:path extrusionOk="0" h="4462" w="2794">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3" name="Google Shape;26403;p98"/>
            <p:cNvSpPr/>
            <p:nvPr/>
          </p:nvSpPr>
          <p:spPr>
            <a:xfrm>
              <a:off x="7217063" y="3475252"/>
              <a:ext cx="73454" cy="116971"/>
            </a:xfrm>
            <a:custGeom>
              <a:rect b="b" l="l" r="r" t="t"/>
              <a:pathLst>
                <a:path extrusionOk="0" h="4462" w="2802">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4" name="Google Shape;26404;p98"/>
            <p:cNvSpPr/>
            <p:nvPr/>
          </p:nvSpPr>
          <p:spPr>
            <a:xfrm>
              <a:off x="7162955" y="3498242"/>
              <a:ext cx="24249" cy="93981"/>
            </a:xfrm>
            <a:custGeom>
              <a:rect b="b" l="l" r="r" t="t"/>
              <a:pathLst>
                <a:path extrusionOk="0" h="3585" w="925">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5" name="Google Shape;26405;p98"/>
            <p:cNvSpPr/>
            <p:nvPr/>
          </p:nvSpPr>
          <p:spPr>
            <a:xfrm>
              <a:off x="7304857" y="3529281"/>
              <a:ext cx="37120" cy="31904"/>
            </a:xfrm>
            <a:custGeom>
              <a:rect b="b" l="l" r="r" t="t"/>
              <a:pathLst>
                <a:path extrusionOk="0" h="1217" w="1416">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06" name="Google Shape;26406;p98"/>
          <p:cNvGrpSpPr/>
          <p:nvPr/>
        </p:nvGrpSpPr>
        <p:grpSpPr>
          <a:xfrm>
            <a:off x="4806717" y="3817357"/>
            <a:ext cx="362947" cy="356576"/>
            <a:chOff x="5108852" y="3817357"/>
            <a:chExt cx="362947" cy="356576"/>
          </a:xfrm>
        </p:grpSpPr>
        <p:sp>
          <p:nvSpPr>
            <p:cNvPr id="26407" name="Google Shape;26407;p98"/>
            <p:cNvSpPr/>
            <p:nvPr/>
          </p:nvSpPr>
          <p:spPr>
            <a:xfrm>
              <a:off x="5108852" y="3817357"/>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8" name="Google Shape;26408;p98"/>
            <p:cNvSpPr/>
            <p:nvPr/>
          </p:nvSpPr>
          <p:spPr>
            <a:xfrm>
              <a:off x="5264019" y="3817357"/>
              <a:ext cx="207780" cy="356576"/>
            </a:xfrm>
            <a:custGeom>
              <a:rect b="b" l="l" r="r" t="t"/>
              <a:pathLst>
                <a:path extrusionOk="0" h="13602" w="7926">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9" name="Google Shape;26409;p98"/>
            <p:cNvSpPr/>
            <p:nvPr/>
          </p:nvSpPr>
          <p:spPr>
            <a:xfrm>
              <a:off x="5136116" y="3871229"/>
              <a:ext cx="295495" cy="248282"/>
            </a:xfrm>
            <a:custGeom>
              <a:rect b="b" l="l" r="r" t="t"/>
              <a:pathLst>
                <a:path extrusionOk="0" h="9471" w="11272">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0" name="Google Shape;26410;p98"/>
            <p:cNvSpPr/>
            <p:nvPr/>
          </p:nvSpPr>
          <p:spPr>
            <a:xfrm>
              <a:off x="5219060" y="3952863"/>
              <a:ext cx="128060" cy="78933"/>
            </a:xfrm>
            <a:custGeom>
              <a:rect b="b" l="l" r="r" t="t"/>
              <a:pathLst>
                <a:path extrusionOk="0" h="3011" w="4885">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11" name="Google Shape;26411;p98"/>
          <p:cNvGrpSpPr/>
          <p:nvPr/>
        </p:nvGrpSpPr>
        <p:grpSpPr>
          <a:xfrm>
            <a:off x="5703585" y="3817357"/>
            <a:ext cx="362947" cy="356576"/>
            <a:chOff x="6005720" y="3817357"/>
            <a:chExt cx="362947" cy="356576"/>
          </a:xfrm>
        </p:grpSpPr>
        <p:sp>
          <p:nvSpPr>
            <p:cNvPr id="26412" name="Google Shape;26412;p98"/>
            <p:cNvSpPr/>
            <p:nvPr/>
          </p:nvSpPr>
          <p:spPr>
            <a:xfrm>
              <a:off x="6005720" y="3817357"/>
              <a:ext cx="356891" cy="356498"/>
            </a:xfrm>
            <a:custGeom>
              <a:rect b="b" l="l" r="r" t="t"/>
              <a:pathLst>
                <a:path extrusionOk="0" h="13599" w="13614">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3" name="Google Shape;26413;p98"/>
            <p:cNvSpPr/>
            <p:nvPr/>
          </p:nvSpPr>
          <p:spPr>
            <a:xfrm>
              <a:off x="6160887"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4" name="Google Shape;26414;p98"/>
            <p:cNvSpPr/>
            <p:nvPr/>
          </p:nvSpPr>
          <p:spPr>
            <a:xfrm>
              <a:off x="6055240" y="3879487"/>
              <a:ext cx="262727" cy="234572"/>
            </a:xfrm>
            <a:custGeom>
              <a:rect b="b" l="l" r="r" t="t"/>
              <a:pathLst>
                <a:path extrusionOk="0" h="8948" w="10022">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5" name="Google Shape;26415;p98"/>
            <p:cNvSpPr/>
            <p:nvPr/>
          </p:nvSpPr>
          <p:spPr>
            <a:xfrm>
              <a:off x="6129848" y="3935010"/>
              <a:ext cx="108635" cy="121166"/>
            </a:xfrm>
            <a:custGeom>
              <a:rect b="b" l="l" r="r" t="t"/>
              <a:pathLst>
                <a:path extrusionOk="0" h="4622" w="4144">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16" name="Google Shape;26416;p98"/>
          <p:cNvGrpSpPr/>
          <p:nvPr/>
        </p:nvGrpSpPr>
        <p:grpSpPr>
          <a:xfrm>
            <a:off x="5564395" y="3367036"/>
            <a:ext cx="362580" cy="356498"/>
            <a:chOff x="5589452" y="3367036"/>
            <a:chExt cx="362580" cy="356498"/>
          </a:xfrm>
        </p:grpSpPr>
        <p:sp>
          <p:nvSpPr>
            <p:cNvPr id="26417" name="Google Shape;26417;p98"/>
            <p:cNvSpPr/>
            <p:nvPr/>
          </p:nvSpPr>
          <p:spPr>
            <a:xfrm>
              <a:off x="5589452" y="3367036"/>
              <a:ext cx="356131" cy="356498"/>
            </a:xfrm>
            <a:custGeom>
              <a:rect b="b" l="l" r="r" t="t"/>
              <a:pathLst>
                <a:path extrusionOk="0" h="13599" w="13585">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8" name="Google Shape;26418;p98"/>
            <p:cNvSpPr/>
            <p:nvPr/>
          </p:nvSpPr>
          <p:spPr>
            <a:xfrm>
              <a:off x="5744225" y="3367036"/>
              <a:ext cx="207806" cy="356472"/>
            </a:xfrm>
            <a:custGeom>
              <a:rect b="b" l="l" r="r" t="t"/>
              <a:pathLst>
                <a:path extrusionOk="0" h="13598" w="7927">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9" name="Google Shape;26419;p98"/>
            <p:cNvSpPr/>
            <p:nvPr/>
          </p:nvSpPr>
          <p:spPr>
            <a:xfrm>
              <a:off x="5666655" y="3420751"/>
              <a:ext cx="165023" cy="241099"/>
            </a:xfrm>
            <a:custGeom>
              <a:rect b="b" l="l" r="r" t="t"/>
              <a:pathLst>
                <a:path extrusionOk="0" h="9197" w="6295">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20" name="Google Shape;26420;p98"/>
          <p:cNvGrpSpPr/>
          <p:nvPr/>
        </p:nvGrpSpPr>
        <p:grpSpPr>
          <a:xfrm>
            <a:off x="7462964" y="3362475"/>
            <a:ext cx="372017" cy="365621"/>
            <a:chOff x="7488021" y="3362475"/>
            <a:chExt cx="372017" cy="365621"/>
          </a:xfrm>
        </p:grpSpPr>
        <p:sp>
          <p:nvSpPr>
            <p:cNvPr id="26421" name="Google Shape;26421;p98"/>
            <p:cNvSpPr/>
            <p:nvPr/>
          </p:nvSpPr>
          <p:spPr>
            <a:xfrm>
              <a:off x="7488021" y="3362475"/>
              <a:ext cx="365201" cy="365594"/>
            </a:xfrm>
            <a:custGeom>
              <a:rect b="b" l="l" r="r" t="t"/>
              <a:pathLst>
                <a:path extrusionOk="0" h="13946" w="13931">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2" name="Google Shape;26422;p98"/>
            <p:cNvSpPr/>
            <p:nvPr/>
          </p:nvSpPr>
          <p:spPr>
            <a:xfrm>
              <a:off x="7646963" y="3362475"/>
              <a:ext cx="213076" cy="365621"/>
            </a:xfrm>
            <a:custGeom>
              <a:rect b="b" l="l" r="r" t="t"/>
              <a:pathLst>
                <a:path extrusionOk="0" h="13947" w="8128">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3" name="Google Shape;26423;p98"/>
            <p:cNvSpPr/>
            <p:nvPr/>
          </p:nvSpPr>
          <p:spPr>
            <a:xfrm>
              <a:off x="7685944" y="3401928"/>
              <a:ext cx="56415" cy="48367"/>
            </a:xfrm>
            <a:custGeom>
              <a:rect b="b" l="l" r="r" t="t"/>
              <a:pathLst>
                <a:path extrusionOk="0" h="1845" w="2152">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4" name="Google Shape;26424;p98"/>
            <p:cNvSpPr/>
            <p:nvPr/>
          </p:nvSpPr>
          <p:spPr>
            <a:xfrm>
              <a:off x="7546297" y="3481307"/>
              <a:ext cx="248282" cy="207413"/>
            </a:xfrm>
            <a:custGeom>
              <a:rect b="b" l="l" r="r" t="t"/>
              <a:pathLst>
                <a:path extrusionOk="0" h="7912" w="9471">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5" name="Google Shape;26425;p98"/>
            <p:cNvSpPr/>
            <p:nvPr/>
          </p:nvSpPr>
          <p:spPr>
            <a:xfrm>
              <a:off x="7748755" y="3489041"/>
              <a:ext cx="73061" cy="79327"/>
            </a:xfrm>
            <a:custGeom>
              <a:rect b="b" l="l" r="r" t="t"/>
              <a:pathLst>
                <a:path extrusionOk="0" h="3026" w="2787">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6" name="Google Shape;26426;p98"/>
            <p:cNvSpPr/>
            <p:nvPr/>
          </p:nvSpPr>
          <p:spPr>
            <a:xfrm>
              <a:off x="7503540" y="3489250"/>
              <a:ext cx="88947" cy="79510"/>
            </a:xfrm>
            <a:custGeom>
              <a:rect b="b" l="l" r="r" t="t"/>
              <a:pathLst>
                <a:path extrusionOk="0" h="3033" w="3393">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7" name="Google Shape;26427;p98"/>
            <p:cNvSpPr/>
            <p:nvPr/>
          </p:nvSpPr>
          <p:spPr>
            <a:xfrm>
              <a:off x="7582631" y="3536857"/>
              <a:ext cx="56782" cy="48550"/>
            </a:xfrm>
            <a:custGeom>
              <a:rect b="b" l="l" r="r" t="t"/>
              <a:pathLst>
                <a:path extrusionOk="0" h="1852" w="2166">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8" name="Google Shape;26428;p98"/>
            <p:cNvSpPr/>
            <p:nvPr/>
          </p:nvSpPr>
          <p:spPr>
            <a:xfrm>
              <a:off x="7693887" y="3536857"/>
              <a:ext cx="56415" cy="48550"/>
            </a:xfrm>
            <a:custGeom>
              <a:rect b="b" l="l" r="r" t="t"/>
              <a:pathLst>
                <a:path extrusionOk="0" h="1852" w="2152">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9" name="Google Shape;26429;p98"/>
            <p:cNvSpPr/>
            <p:nvPr/>
          </p:nvSpPr>
          <p:spPr>
            <a:xfrm>
              <a:off x="7596866" y="3625883"/>
              <a:ext cx="147512" cy="34079"/>
            </a:xfrm>
            <a:custGeom>
              <a:rect b="b" l="l" r="r" t="t"/>
              <a:pathLst>
                <a:path extrusionOk="0" h="1300" w="5627">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0" name="Google Shape;26430;p98"/>
            <p:cNvSpPr/>
            <p:nvPr/>
          </p:nvSpPr>
          <p:spPr>
            <a:xfrm>
              <a:off x="7664736" y="3396318"/>
              <a:ext cx="84360" cy="93352"/>
            </a:xfrm>
            <a:custGeom>
              <a:rect b="b" l="l" r="r" t="t"/>
              <a:pathLst>
                <a:path extrusionOk="0" h="3561" w="3218">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31" name="Google Shape;26431;p98"/>
          <p:cNvGrpSpPr/>
          <p:nvPr/>
        </p:nvGrpSpPr>
        <p:grpSpPr>
          <a:xfrm>
            <a:off x="5088724" y="3367036"/>
            <a:ext cx="362553" cy="356498"/>
            <a:chOff x="5113781" y="3367036"/>
            <a:chExt cx="362553" cy="356498"/>
          </a:xfrm>
        </p:grpSpPr>
        <p:sp>
          <p:nvSpPr>
            <p:cNvPr id="26432" name="Google Shape;26432;p98"/>
            <p:cNvSpPr/>
            <p:nvPr/>
          </p:nvSpPr>
          <p:spPr>
            <a:xfrm>
              <a:off x="5113781" y="3367036"/>
              <a:ext cx="356131" cy="356498"/>
            </a:xfrm>
            <a:custGeom>
              <a:rect b="b" l="l" r="r" t="t"/>
              <a:pathLst>
                <a:path extrusionOk="0" h="13599" w="13585">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3" name="Google Shape;26433;p98"/>
            <p:cNvSpPr/>
            <p:nvPr/>
          </p:nvSpPr>
          <p:spPr>
            <a:xfrm>
              <a:off x="5268554"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434" name="Google Shape;26434;p98"/>
          <p:cNvSpPr/>
          <p:nvPr/>
        </p:nvSpPr>
        <p:spPr>
          <a:xfrm>
            <a:off x="5147760" y="3421144"/>
            <a:ext cx="238058" cy="229355"/>
          </a:xfrm>
          <a:custGeom>
            <a:rect b="b" l="l" r="r" t="t"/>
            <a:pathLst>
              <a:path extrusionOk="0" h="8749" w="9081">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435" name="Google Shape;26435;p98"/>
          <p:cNvGrpSpPr/>
          <p:nvPr/>
        </p:nvGrpSpPr>
        <p:grpSpPr>
          <a:xfrm>
            <a:off x="7943564" y="3365489"/>
            <a:ext cx="375818" cy="357651"/>
            <a:chOff x="7968621" y="3365489"/>
            <a:chExt cx="375818" cy="357651"/>
          </a:xfrm>
        </p:grpSpPr>
        <p:sp>
          <p:nvSpPr>
            <p:cNvPr id="26436" name="Google Shape;26436;p98"/>
            <p:cNvSpPr/>
            <p:nvPr/>
          </p:nvSpPr>
          <p:spPr>
            <a:xfrm>
              <a:off x="7968621" y="3367403"/>
              <a:ext cx="355371" cy="355738"/>
            </a:xfrm>
            <a:custGeom>
              <a:rect b="b" l="l" r="r" t="t"/>
              <a:pathLst>
                <a:path extrusionOk="0" h="13570" w="13556">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7" name="Google Shape;26437;p98"/>
            <p:cNvSpPr/>
            <p:nvPr/>
          </p:nvSpPr>
          <p:spPr>
            <a:xfrm>
              <a:off x="8123027" y="3365489"/>
              <a:ext cx="203979" cy="355423"/>
            </a:xfrm>
            <a:custGeom>
              <a:rect b="b" l="l" r="r" t="t"/>
              <a:pathLst>
                <a:path extrusionOk="0" h="13558" w="7781">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8" name="Google Shape;26438;p98"/>
            <p:cNvSpPr/>
            <p:nvPr/>
          </p:nvSpPr>
          <p:spPr>
            <a:xfrm>
              <a:off x="8123027" y="3459365"/>
              <a:ext cx="221412" cy="236538"/>
            </a:xfrm>
            <a:custGeom>
              <a:rect b="b" l="l" r="r" t="t"/>
              <a:pathLst>
                <a:path extrusionOk="0" h="9023" w="8446">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9" name="Google Shape;26439;p98"/>
            <p:cNvSpPr/>
            <p:nvPr/>
          </p:nvSpPr>
          <p:spPr>
            <a:xfrm>
              <a:off x="8224820" y="3460493"/>
              <a:ext cx="99171" cy="235778"/>
            </a:xfrm>
            <a:custGeom>
              <a:rect b="b" l="l" r="r" t="t"/>
              <a:pathLst>
                <a:path extrusionOk="0" h="8994" w="3783">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0" name="Google Shape;26440;p98"/>
            <p:cNvSpPr/>
            <p:nvPr/>
          </p:nvSpPr>
          <p:spPr>
            <a:xfrm>
              <a:off x="7993210" y="3552822"/>
              <a:ext cx="213102" cy="170319"/>
            </a:xfrm>
            <a:custGeom>
              <a:rect b="b" l="l" r="r" t="t"/>
              <a:pathLst>
                <a:path extrusionOk="0" h="6497" w="8129">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1" name="Google Shape;26441;p98"/>
            <p:cNvSpPr/>
            <p:nvPr/>
          </p:nvSpPr>
          <p:spPr>
            <a:xfrm>
              <a:off x="8123027" y="3695484"/>
              <a:ext cx="83652" cy="27657"/>
            </a:xfrm>
            <a:custGeom>
              <a:rect b="b" l="l" r="r" t="t"/>
              <a:pathLst>
                <a:path extrusionOk="0" h="1055" w="3191">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2" name="Google Shape;26442;p98"/>
            <p:cNvSpPr/>
            <p:nvPr/>
          </p:nvSpPr>
          <p:spPr>
            <a:xfrm>
              <a:off x="8091988" y="3529753"/>
              <a:ext cx="149871" cy="183190"/>
            </a:xfrm>
            <a:custGeom>
              <a:rect b="b" l="l" r="r" t="t"/>
              <a:pathLst>
                <a:path extrusionOk="0" h="6988" w="5717">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3" name="Google Shape;26443;p98"/>
            <p:cNvSpPr/>
            <p:nvPr/>
          </p:nvSpPr>
          <p:spPr>
            <a:xfrm>
              <a:off x="8193781" y="3671654"/>
              <a:ext cx="48078" cy="41656"/>
            </a:xfrm>
            <a:custGeom>
              <a:rect b="b" l="l" r="r" t="t"/>
              <a:pathLst>
                <a:path extrusionOk="0" h="1589" w="1834">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4" name="Google Shape;26444;p98"/>
            <p:cNvSpPr/>
            <p:nvPr/>
          </p:nvSpPr>
          <p:spPr>
            <a:xfrm>
              <a:off x="7976197" y="3452549"/>
              <a:ext cx="239553" cy="183951"/>
            </a:xfrm>
            <a:custGeom>
              <a:rect b="b" l="l" r="r" t="t"/>
              <a:pathLst>
                <a:path extrusionOk="0" h="7017" w="9138">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5" name="Google Shape;26445;p98"/>
            <p:cNvSpPr/>
            <p:nvPr/>
          </p:nvSpPr>
          <p:spPr>
            <a:xfrm>
              <a:off x="8168064" y="3365516"/>
              <a:ext cx="141928" cy="177607"/>
            </a:xfrm>
            <a:custGeom>
              <a:rect b="b" l="l" r="r" t="t"/>
              <a:pathLst>
                <a:path extrusionOk="0" h="6775" w="5414">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6" name="Google Shape;26446;p98"/>
            <p:cNvSpPr/>
            <p:nvPr/>
          </p:nvSpPr>
          <p:spPr>
            <a:xfrm>
              <a:off x="8197189" y="3397944"/>
              <a:ext cx="73061" cy="62575"/>
            </a:xfrm>
            <a:custGeom>
              <a:rect b="b" l="l" r="r" t="t"/>
              <a:pathLst>
                <a:path extrusionOk="0" h="2387" w="2787">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7" name="Google Shape;26447;p98"/>
            <p:cNvSpPr/>
            <p:nvPr/>
          </p:nvSpPr>
          <p:spPr>
            <a:xfrm>
              <a:off x="8025376" y="3423451"/>
              <a:ext cx="80270" cy="73402"/>
            </a:xfrm>
            <a:custGeom>
              <a:rect b="b" l="l" r="r" t="t"/>
              <a:pathLst>
                <a:path extrusionOk="0" h="2800" w="3062">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48" name="Google Shape;26448;p98"/>
          <p:cNvGrpSpPr/>
          <p:nvPr/>
        </p:nvGrpSpPr>
        <p:grpSpPr>
          <a:xfrm>
            <a:off x="5255151" y="3817357"/>
            <a:ext cx="362947" cy="356576"/>
            <a:chOff x="5557286" y="3817357"/>
            <a:chExt cx="362947" cy="356576"/>
          </a:xfrm>
        </p:grpSpPr>
        <p:grpSp>
          <p:nvGrpSpPr>
            <p:cNvPr id="26449" name="Google Shape;26449;p98"/>
            <p:cNvGrpSpPr/>
            <p:nvPr/>
          </p:nvGrpSpPr>
          <p:grpSpPr>
            <a:xfrm>
              <a:off x="5557286" y="3817357"/>
              <a:ext cx="362947" cy="356576"/>
              <a:chOff x="5557286" y="3817357"/>
              <a:chExt cx="362947" cy="356576"/>
            </a:xfrm>
          </p:grpSpPr>
          <p:sp>
            <p:nvSpPr>
              <p:cNvPr id="26450" name="Google Shape;26450;p98"/>
              <p:cNvSpPr/>
              <p:nvPr/>
            </p:nvSpPr>
            <p:spPr>
              <a:xfrm>
                <a:off x="5557286" y="3817357"/>
                <a:ext cx="356891" cy="356498"/>
              </a:xfrm>
              <a:custGeom>
                <a:rect b="b" l="l" r="r" t="t"/>
                <a:pathLst>
                  <a:path extrusionOk="0" h="13599" w="13614">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1" name="Google Shape;26451;p98"/>
              <p:cNvSpPr/>
              <p:nvPr/>
            </p:nvSpPr>
            <p:spPr>
              <a:xfrm>
                <a:off x="5712453"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2" name="Google Shape;26452;p98"/>
              <p:cNvSpPr/>
              <p:nvPr/>
            </p:nvSpPr>
            <p:spPr>
              <a:xfrm>
                <a:off x="5696567" y="3944343"/>
                <a:ext cx="98411" cy="102527"/>
              </a:xfrm>
              <a:custGeom>
                <a:rect b="b" l="l" r="r" t="t"/>
                <a:pathLst>
                  <a:path extrusionOk="0" h="3911" w="3754">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453" name="Google Shape;26453;p98"/>
            <p:cNvSpPr/>
            <p:nvPr/>
          </p:nvSpPr>
          <p:spPr>
            <a:xfrm>
              <a:off x="5621675" y="3914200"/>
              <a:ext cx="234165" cy="163176"/>
            </a:xfrm>
            <a:custGeom>
              <a:rect b="b" l="l" r="r" t="t"/>
              <a:pathLst>
                <a:path extrusionOk="0" h="8740" w="12544">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54" name="Google Shape;26454;p98"/>
          <p:cNvGrpSpPr/>
          <p:nvPr/>
        </p:nvGrpSpPr>
        <p:grpSpPr>
          <a:xfrm>
            <a:off x="4358284" y="3817357"/>
            <a:ext cx="362947" cy="356576"/>
            <a:chOff x="4660419" y="3817357"/>
            <a:chExt cx="362947" cy="356576"/>
          </a:xfrm>
        </p:grpSpPr>
        <p:grpSp>
          <p:nvGrpSpPr>
            <p:cNvPr id="26455" name="Google Shape;26455;p98"/>
            <p:cNvGrpSpPr/>
            <p:nvPr/>
          </p:nvGrpSpPr>
          <p:grpSpPr>
            <a:xfrm>
              <a:off x="4660419" y="3817357"/>
              <a:ext cx="362947" cy="356576"/>
              <a:chOff x="4660419" y="3817357"/>
              <a:chExt cx="362947" cy="356576"/>
            </a:xfrm>
          </p:grpSpPr>
          <p:sp>
            <p:nvSpPr>
              <p:cNvPr id="26456" name="Google Shape;26456;p98"/>
              <p:cNvSpPr/>
              <p:nvPr/>
            </p:nvSpPr>
            <p:spPr>
              <a:xfrm>
                <a:off x="4660419"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7" name="Google Shape;26457;p98"/>
              <p:cNvSpPr/>
              <p:nvPr/>
            </p:nvSpPr>
            <p:spPr>
              <a:xfrm>
                <a:off x="4815585" y="3817357"/>
                <a:ext cx="207780" cy="356576"/>
              </a:xfrm>
              <a:custGeom>
                <a:rect b="b" l="l" r="r" t="t"/>
                <a:pathLst>
                  <a:path extrusionOk="0" h="13602" w="7926">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58" name="Google Shape;26458;p98"/>
            <p:cNvGrpSpPr/>
            <p:nvPr/>
          </p:nvGrpSpPr>
          <p:grpSpPr>
            <a:xfrm>
              <a:off x="4694459" y="3856408"/>
              <a:ext cx="282308" cy="265356"/>
              <a:chOff x="4690600" y="3853050"/>
              <a:chExt cx="289488" cy="272132"/>
            </a:xfrm>
          </p:grpSpPr>
          <p:sp>
            <p:nvSpPr>
              <p:cNvPr id="26459" name="Google Shape;26459;p98"/>
              <p:cNvSpPr/>
              <p:nvPr/>
            </p:nvSpPr>
            <p:spPr>
              <a:xfrm>
                <a:off x="4690600" y="3853050"/>
                <a:ext cx="289488" cy="272132"/>
              </a:xfrm>
              <a:custGeom>
                <a:rect b="b" l="l" r="r" t="t"/>
                <a:pathLst>
                  <a:path extrusionOk="0" h="13610" w="14478">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0" name="Google Shape;26460;p98"/>
              <p:cNvSpPr/>
              <p:nvPr/>
            </p:nvSpPr>
            <p:spPr>
              <a:xfrm>
                <a:off x="4773984" y="3934408"/>
                <a:ext cx="133407" cy="122069"/>
              </a:xfrm>
              <a:custGeom>
                <a:rect b="b" l="l" r="r" t="t"/>
                <a:pathLst>
                  <a:path extrusionOk="0" h="6105" w="6672">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6461" name="Google Shape;26461;p98"/>
          <p:cNvGrpSpPr/>
          <p:nvPr/>
        </p:nvGrpSpPr>
        <p:grpSpPr>
          <a:xfrm>
            <a:off x="6159823" y="3813323"/>
            <a:ext cx="369882" cy="364325"/>
            <a:chOff x="1190200" y="238125"/>
            <a:chExt cx="5306767" cy="5212083"/>
          </a:xfrm>
        </p:grpSpPr>
        <p:grpSp>
          <p:nvGrpSpPr>
            <p:cNvPr id="26462" name="Google Shape;26462;p98"/>
            <p:cNvGrpSpPr/>
            <p:nvPr/>
          </p:nvGrpSpPr>
          <p:grpSpPr>
            <a:xfrm>
              <a:off x="1190200" y="238125"/>
              <a:ext cx="5212075" cy="5212075"/>
              <a:chOff x="1190200" y="238125"/>
              <a:chExt cx="5212075" cy="5212075"/>
            </a:xfrm>
          </p:grpSpPr>
          <p:sp>
            <p:nvSpPr>
              <p:cNvPr id="26463" name="Google Shape;26463;p98"/>
              <p:cNvSpPr/>
              <p:nvPr/>
            </p:nvSpPr>
            <p:spPr>
              <a:xfrm>
                <a:off x="1190200" y="238125"/>
                <a:ext cx="5212075" cy="5212075"/>
              </a:xfrm>
              <a:custGeom>
                <a:rect b="b" l="l" r="r" t="t"/>
                <a:pathLst>
                  <a:path extrusionOk="0" h="208483" w="208483">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4" name="Google Shape;26464;p98"/>
              <p:cNvSpPr/>
              <p:nvPr/>
            </p:nvSpPr>
            <p:spPr>
              <a:xfrm>
                <a:off x="2368338" y="1220419"/>
                <a:ext cx="2856522" cy="3247339"/>
              </a:xfrm>
              <a:custGeom>
                <a:rect b="b" l="l" r="r" t="t"/>
                <a:pathLst>
                  <a:path extrusionOk="0" h="148841" w="130928">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465" name="Google Shape;26465;p98"/>
            <p:cNvSpPr/>
            <p:nvPr/>
          </p:nvSpPr>
          <p:spPr>
            <a:xfrm>
              <a:off x="3459822" y="238126"/>
              <a:ext cx="3037144" cy="5212082"/>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66" name="Google Shape;26466;p98"/>
          <p:cNvGrpSpPr/>
          <p:nvPr/>
        </p:nvGrpSpPr>
        <p:grpSpPr>
          <a:xfrm>
            <a:off x="3461049" y="3817357"/>
            <a:ext cx="363314" cy="356576"/>
            <a:chOff x="3763184" y="3817357"/>
            <a:chExt cx="363314" cy="356576"/>
          </a:xfrm>
        </p:grpSpPr>
        <p:sp>
          <p:nvSpPr>
            <p:cNvPr id="26467" name="Google Shape;26467;p98"/>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8" name="Google Shape;26468;p98"/>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9" name="Google Shape;26469;p98"/>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0" name="Google Shape;26470;p98"/>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1" name="Google Shape;26471;p98"/>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72" name="Google Shape;26472;p98"/>
          <p:cNvGrpSpPr/>
          <p:nvPr/>
        </p:nvGrpSpPr>
        <p:grpSpPr>
          <a:xfrm>
            <a:off x="3909850" y="3817357"/>
            <a:ext cx="362947" cy="356576"/>
            <a:chOff x="4211985" y="3817357"/>
            <a:chExt cx="362947" cy="356576"/>
          </a:xfrm>
        </p:grpSpPr>
        <p:sp>
          <p:nvSpPr>
            <p:cNvPr id="26473" name="Google Shape;26473;p98"/>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4" name="Google Shape;26474;p98"/>
            <p:cNvSpPr/>
            <p:nvPr/>
          </p:nvSpPr>
          <p:spPr>
            <a:xfrm>
              <a:off x="4366758"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5" name="Google Shape;26475;p98"/>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76" name="Google Shape;26476;p98"/>
          <p:cNvGrpSpPr/>
          <p:nvPr/>
        </p:nvGrpSpPr>
        <p:grpSpPr>
          <a:xfrm>
            <a:off x="3012615" y="3817357"/>
            <a:ext cx="362920" cy="356865"/>
            <a:chOff x="3314750" y="3817357"/>
            <a:chExt cx="362920" cy="356865"/>
          </a:xfrm>
        </p:grpSpPr>
        <p:grpSp>
          <p:nvGrpSpPr>
            <p:cNvPr id="26477" name="Google Shape;26477;p98"/>
            <p:cNvGrpSpPr/>
            <p:nvPr/>
          </p:nvGrpSpPr>
          <p:grpSpPr>
            <a:xfrm>
              <a:off x="3314750" y="3817357"/>
              <a:ext cx="362920" cy="356865"/>
              <a:chOff x="3314750" y="3817357"/>
              <a:chExt cx="362920" cy="356865"/>
            </a:xfrm>
          </p:grpSpPr>
          <p:sp>
            <p:nvSpPr>
              <p:cNvPr id="26478" name="Google Shape;26478;p98"/>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9" name="Google Shape;26479;p98"/>
              <p:cNvSpPr/>
              <p:nvPr/>
            </p:nvSpPr>
            <p:spPr>
              <a:xfrm>
                <a:off x="3469891" y="3817357"/>
                <a:ext cx="207780" cy="356865"/>
              </a:xfrm>
              <a:custGeom>
                <a:rect b="b" l="l" r="r" t="t"/>
                <a:pathLst>
                  <a:path extrusionOk="0" h="13613" w="7926">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480" name="Google Shape;26480;p98"/>
            <p:cNvGrpSpPr/>
            <p:nvPr/>
          </p:nvGrpSpPr>
          <p:grpSpPr>
            <a:xfrm>
              <a:off x="3394986" y="3894612"/>
              <a:ext cx="202339" cy="202323"/>
              <a:chOff x="935197" y="1793977"/>
              <a:chExt cx="256451" cy="256430"/>
            </a:xfrm>
          </p:grpSpPr>
          <p:sp>
            <p:nvSpPr>
              <p:cNvPr id="26481" name="Google Shape;26481;p98"/>
              <p:cNvSpPr/>
              <p:nvPr/>
            </p:nvSpPr>
            <p:spPr>
              <a:xfrm>
                <a:off x="935197" y="1793977"/>
                <a:ext cx="256451" cy="256430"/>
              </a:xfrm>
              <a:custGeom>
                <a:rect b="b" l="l" r="r" t="t"/>
                <a:pathLst>
                  <a:path extrusionOk="0" h="12287" w="12288">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2" name="Google Shape;26482;p98"/>
              <p:cNvSpPr/>
              <p:nvPr/>
            </p:nvSpPr>
            <p:spPr>
              <a:xfrm>
                <a:off x="1005109" y="1863910"/>
                <a:ext cx="116622" cy="116559"/>
              </a:xfrm>
              <a:custGeom>
                <a:rect b="b" l="l" r="r" t="t"/>
                <a:pathLst>
                  <a:path extrusionOk="0" h="5585" w="5588">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6483" name="Google Shape;26483;p98"/>
          <p:cNvGrpSpPr/>
          <p:nvPr/>
        </p:nvGrpSpPr>
        <p:grpSpPr>
          <a:xfrm>
            <a:off x="2564181" y="3817357"/>
            <a:ext cx="362920" cy="356865"/>
            <a:chOff x="2866317" y="3817357"/>
            <a:chExt cx="362920" cy="356865"/>
          </a:xfrm>
        </p:grpSpPr>
        <p:sp>
          <p:nvSpPr>
            <p:cNvPr id="26484" name="Google Shape;26484;p98"/>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5" name="Google Shape;26485;p98"/>
            <p:cNvSpPr/>
            <p:nvPr/>
          </p:nvSpPr>
          <p:spPr>
            <a:xfrm>
              <a:off x="3021457" y="3817357"/>
              <a:ext cx="207780" cy="356576"/>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6" name="Google Shape;26486;p98"/>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487" name="Google Shape;26487;p98"/>
          <p:cNvSpPr txBox="1"/>
          <p:nvPr>
            <p:ph type="title"/>
          </p:nvPr>
        </p:nvSpPr>
        <p:spPr>
          <a:xfrm>
            <a:off x="716700"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SEO &amp; Marketing Icons</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6491" name="Shape 26491"/>
        <p:cNvGrpSpPr/>
        <p:nvPr/>
      </p:nvGrpSpPr>
      <p:grpSpPr>
        <a:xfrm>
          <a:off x="0" y="0"/>
          <a:ext cx="0" cy="0"/>
          <a:chOff x="0" y="0"/>
          <a:chExt cx="0" cy="0"/>
        </a:xfrm>
      </p:grpSpPr>
      <p:pic>
        <p:nvPicPr>
          <p:cNvPr id="26492" name="Google Shape;26492;p99">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It's Lunch Time! by Slidesgo">
  <a:themeElements>
    <a:clrScheme name="Simple Light">
      <a:dk1>
        <a:srgbClr val="70311C"/>
      </a:dk1>
      <a:lt1>
        <a:srgbClr val="313131"/>
      </a:lt1>
      <a:dk2>
        <a:srgbClr val="DE8B54"/>
      </a:dk2>
      <a:lt2>
        <a:srgbClr val="E9BA79"/>
      </a:lt2>
      <a:accent1>
        <a:srgbClr val="FFD18E"/>
      </a:accent1>
      <a:accent2>
        <a:srgbClr val="FFB500"/>
      </a:accent2>
      <a:accent3>
        <a:srgbClr val="B33C3C"/>
      </a:accent3>
      <a:accent4>
        <a:srgbClr val="EFF4FF"/>
      </a:accent4>
      <a:accent5>
        <a:srgbClr val="BDCBF8"/>
      </a:accent5>
      <a:accent6>
        <a:srgbClr val="849B44"/>
      </a:accent6>
      <a:hlink>
        <a:srgbClr val="313131"/>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